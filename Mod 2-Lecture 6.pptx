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15"/>
  </p:notesMasterIdLst>
  <p:handoutMasterIdLst>
    <p:handoutMasterId r:id="rId16"/>
  </p:handoutMasterIdLst>
  <p:sldIdLst>
    <p:sldId id="417" r:id="rId2"/>
    <p:sldId id="402" r:id="rId3"/>
    <p:sldId id="456" r:id="rId4"/>
    <p:sldId id="470" r:id="rId5"/>
    <p:sldId id="466" r:id="rId6"/>
    <p:sldId id="457" r:id="rId7"/>
    <p:sldId id="462" r:id="rId8"/>
    <p:sldId id="256" r:id="rId9"/>
    <p:sldId id="257" r:id="rId10"/>
    <p:sldId id="459" r:id="rId11"/>
    <p:sldId id="471" r:id="rId12"/>
    <p:sldId id="474" r:id="rId13"/>
    <p:sldId id="300" r:id="rId1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28361-C020-47CC-A432-555DE1A70DCB}" v="116" dt="2022-09-29T13:52:16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66" autoAdjust="0"/>
    <p:restoredTop sz="94619"/>
  </p:normalViewPr>
  <p:slideViewPr>
    <p:cSldViewPr snapToGrid="0">
      <p:cViewPr varScale="1">
        <p:scale>
          <a:sx n="109" d="100"/>
          <a:sy n="109" d="100"/>
        </p:scale>
        <p:origin x="9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Chatterjee" userId="e6d5a15b-8109-4a04-ba46-d7e9f6fc31a9" providerId="ADAL" clId="{C1428361-C020-47CC-A432-555DE1A70DCB}"/>
    <pc:docChg chg="custSel addSld delSld modSld">
      <pc:chgData name="Somak Chatterjee" userId="e6d5a15b-8109-4a04-ba46-d7e9f6fc31a9" providerId="ADAL" clId="{C1428361-C020-47CC-A432-555DE1A70DCB}" dt="2022-09-28T06:22:00.856" v="242" actId="208"/>
      <pc:docMkLst>
        <pc:docMk/>
      </pc:docMkLst>
      <pc:sldChg chg="modSp">
        <pc:chgData name="Somak Chatterjee" userId="e6d5a15b-8109-4a04-ba46-d7e9f6fc31a9" providerId="ADAL" clId="{C1428361-C020-47CC-A432-555DE1A70DCB}" dt="2022-09-28T05:42:34.265" v="24" actId="208"/>
        <pc:sldMkLst>
          <pc:docMk/>
          <pc:sldMk cId="821943433" sldId="256"/>
        </pc:sldMkLst>
        <pc:inkChg chg="mod">
          <ac:chgData name="Somak Chatterjee" userId="e6d5a15b-8109-4a04-ba46-d7e9f6fc31a9" providerId="ADAL" clId="{C1428361-C020-47CC-A432-555DE1A70DCB}" dt="2022-09-28T05:42:19.102" v="23" actId="208"/>
          <ac:inkMkLst>
            <pc:docMk/>
            <pc:sldMk cId="821943433" sldId="256"/>
            <ac:inkMk id="4" creationId="{741D6070-91EC-B41D-2C56-F8DB33616AAF}"/>
          </ac:inkMkLst>
        </pc:inkChg>
        <pc:inkChg chg="mod">
          <ac:chgData name="Somak Chatterjee" userId="e6d5a15b-8109-4a04-ba46-d7e9f6fc31a9" providerId="ADAL" clId="{C1428361-C020-47CC-A432-555DE1A70DCB}" dt="2022-09-28T05:42:34.265" v="24" actId="208"/>
          <ac:inkMkLst>
            <pc:docMk/>
            <pc:sldMk cId="821943433" sldId="256"/>
            <ac:inkMk id="27" creationId="{467C8882-159A-C770-53AD-B453A870413B}"/>
          </ac:inkMkLst>
        </pc:inkChg>
      </pc:sldChg>
      <pc:sldChg chg="modSp">
        <pc:chgData name="Somak Chatterjee" userId="e6d5a15b-8109-4a04-ba46-d7e9f6fc31a9" providerId="ADAL" clId="{C1428361-C020-47CC-A432-555DE1A70DCB}" dt="2022-09-28T05:42:58.519" v="26" actId="208"/>
        <pc:sldMkLst>
          <pc:docMk/>
          <pc:sldMk cId="3169632458" sldId="257"/>
        </pc:sldMkLst>
        <pc:inkChg chg="mod">
          <ac:chgData name="Somak Chatterjee" userId="e6d5a15b-8109-4a04-ba46-d7e9f6fc31a9" providerId="ADAL" clId="{C1428361-C020-47CC-A432-555DE1A70DCB}" dt="2022-09-28T05:42:49.332" v="25" actId="208"/>
          <ac:inkMkLst>
            <pc:docMk/>
            <pc:sldMk cId="3169632458" sldId="257"/>
            <ac:inkMk id="2" creationId="{C7BF1B53-EAE8-0B26-3282-AB21BA2FA360}"/>
          </ac:inkMkLst>
        </pc:inkChg>
        <pc:inkChg chg="mod">
          <ac:chgData name="Somak Chatterjee" userId="e6d5a15b-8109-4a04-ba46-d7e9f6fc31a9" providerId="ADAL" clId="{C1428361-C020-47CC-A432-555DE1A70DCB}" dt="2022-09-28T05:42:58.519" v="26" actId="208"/>
          <ac:inkMkLst>
            <pc:docMk/>
            <pc:sldMk cId="3169632458" sldId="257"/>
            <ac:inkMk id="3" creationId="{37F4E250-997F-DBD9-F6A7-A6041D491D65}"/>
          </ac:inkMkLst>
        </pc:inkChg>
      </pc:sldChg>
      <pc:sldChg chg="add">
        <pc:chgData name="Somak Chatterjee" userId="e6d5a15b-8109-4a04-ba46-d7e9f6fc31a9" providerId="ADAL" clId="{C1428361-C020-47CC-A432-555DE1A70DCB}" dt="2022-09-28T05:44:54.182" v="43"/>
        <pc:sldMkLst>
          <pc:docMk/>
          <pc:sldMk cId="2369351953" sldId="300"/>
        </pc:sldMkLst>
      </pc:sldChg>
      <pc:sldChg chg="modSp mod">
        <pc:chgData name="Somak Chatterjee" userId="e6d5a15b-8109-4a04-ba46-d7e9f6fc31a9" providerId="ADAL" clId="{C1428361-C020-47CC-A432-555DE1A70DCB}" dt="2022-09-28T05:46:10.461" v="60" actId="20577"/>
        <pc:sldMkLst>
          <pc:docMk/>
          <pc:sldMk cId="567067666" sldId="402"/>
        </pc:sldMkLst>
        <pc:spChg chg="mod">
          <ac:chgData name="Somak Chatterjee" userId="e6d5a15b-8109-4a04-ba46-d7e9f6fc31a9" providerId="ADAL" clId="{C1428361-C020-47CC-A432-555DE1A70DCB}" dt="2022-09-28T05:46:10.461" v="60" actId="20577"/>
          <ac:spMkLst>
            <pc:docMk/>
            <pc:sldMk cId="567067666" sldId="402"/>
            <ac:spMk id="4" creationId="{615601F9-E9D0-44BE-928C-AB37DDC3DCE6}"/>
          </ac:spMkLst>
        </pc:spChg>
      </pc:sldChg>
      <pc:sldChg chg="addSp delSp modSp new mod">
        <pc:chgData name="Somak Chatterjee" userId="e6d5a15b-8109-4a04-ba46-d7e9f6fc31a9" providerId="ADAL" clId="{C1428361-C020-47CC-A432-555DE1A70DCB}" dt="2022-09-28T06:21:30.397" v="240" actId="208"/>
        <pc:sldMkLst>
          <pc:docMk/>
          <pc:sldMk cId="3612986743" sldId="471"/>
        </pc:sldMkLst>
        <pc:spChg chg="del">
          <ac:chgData name="Somak Chatterjee" userId="e6d5a15b-8109-4a04-ba46-d7e9f6fc31a9" providerId="ADAL" clId="{C1428361-C020-47CC-A432-555DE1A70DCB}" dt="2022-09-28T05:44:24.799" v="41" actId="478"/>
          <ac:spMkLst>
            <pc:docMk/>
            <pc:sldMk cId="3612986743" sldId="471"/>
            <ac:spMk id="5" creationId="{875A87B5-CEA9-27F5-9576-C134C4025432}"/>
          </ac:spMkLst>
        </pc:spChg>
        <pc:spChg chg="mod">
          <ac:chgData name="Somak Chatterjee" userId="e6d5a15b-8109-4a04-ba46-d7e9f6fc31a9" providerId="ADAL" clId="{C1428361-C020-47CC-A432-555DE1A70DCB}" dt="2022-09-28T05:44:20.722" v="40" actId="20577"/>
          <ac:spMkLst>
            <pc:docMk/>
            <pc:sldMk cId="3612986743" sldId="471"/>
            <ac:spMk id="6" creationId="{F8DE77F1-D5A5-0473-7C34-C48EF7033E63}"/>
          </ac:spMkLst>
        </pc:spChg>
        <pc:grpChg chg="del mod">
          <ac:chgData name="Somak Chatterjee" userId="e6d5a15b-8109-4a04-ba46-d7e9f6fc31a9" providerId="ADAL" clId="{C1428361-C020-47CC-A432-555DE1A70DCB}" dt="2022-09-28T05:48:02.990" v="111"/>
          <ac:grpSpMkLst>
            <pc:docMk/>
            <pc:sldMk cId="3612986743" sldId="471"/>
            <ac:grpSpMk id="28" creationId="{B20DD873-66E9-70B8-14BA-134B8C8280B3}"/>
          </ac:grpSpMkLst>
        </pc:grpChg>
        <pc:grpChg chg="del mod">
          <ac:chgData name="Somak Chatterjee" userId="e6d5a15b-8109-4a04-ba46-d7e9f6fc31a9" providerId="ADAL" clId="{C1428361-C020-47CC-A432-555DE1A70DCB}" dt="2022-09-28T05:48:02.990" v="117"/>
          <ac:grpSpMkLst>
            <pc:docMk/>
            <pc:sldMk cId="3612986743" sldId="471"/>
            <ac:grpSpMk id="29" creationId="{88B22062-DAC3-8F5D-A159-CBB66DA44E8D}"/>
          </ac:grpSpMkLst>
        </pc:grpChg>
        <pc:grpChg chg="del mod">
          <ac:chgData name="Somak Chatterjee" userId="e6d5a15b-8109-4a04-ba46-d7e9f6fc31a9" providerId="ADAL" clId="{C1428361-C020-47CC-A432-555DE1A70DCB}" dt="2022-09-28T05:48:02.990" v="115"/>
          <ac:grpSpMkLst>
            <pc:docMk/>
            <pc:sldMk cId="3612986743" sldId="471"/>
            <ac:grpSpMk id="30" creationId="{DFF91047-60DF-1D0A-3D7E-F3D07E4D8E36}"/>
          </ac:grpSpMkLst>
        </pc:grpChg>
        <pc:grpChg chg="del mod">
          <ac:chgData name="Somak Chatterjee" userId="e6d5a15b-8109-4a04-ba46-d7e9f6fc31a9" providerId="ADAL" clId="{C1428361-C020-47CC-A432-555DE1A70DCB}" dt="2022-09-28T05:48:02.990" v="120"/>
          <ac:grpSpMkLst>
            <pc:docMk/>
            <pc:sldMk cId="3612986743" sldId="471"/>
            <ac:grpSpMk id="40" creationId="{D0053424-3865-C33D-C573-214E9F3F1B02}"/>
          </ac:grpSpMkLst>
        </pc:grpChg>
        <pc:grpChg chg="del mod">
          <ac:chgData name="Somak Chatterjee" userId="e6d5a15b-8109-4a04-ba46-d7e9f6fc31a9" providerId="ADAL" clId="{C1428361-C020-47CC-A432-555DE1A70DCB}" dt="2022-09-28T05:48:02.990" v="109"/>
          <ac:grpSpMkLst>
            <pc:docMk/>
            <pc:sldMk cId="3612986743" sldId="471"/>
            <ac:grpSpMk id="41" creationId="{5739CE16-B257-DE97-CC76-DCE6BDC5434D}"/>
          </ac:grpSpMkLst>
        </pc:grpChg>
        <pc:grpChg chg="del mod">
          <ac:chgData name="Somak Chatterjee" userId="e6d5a15b-8109-4a04-ba46-d7e9f6fc31a9" providerId="ADAL" clId="{C1428361-C020-47CC-A432-555DE1A70DCB}" dt="2022-09-28T05:52:52.913" v="223"/>
          <ac:grpSpMkLst>
            <pc:docMk/>
            <pc:sldMk cId="3612986743" sldId="471"/>
            <ac:grpSpMk id="78" creationId="{AD14E73F-547D-0234-E435-D526E0EA7DBA}"/>
          </ac:grpSpMkLst>
        </pc:grpChg>
        <pc:grpChg chg="del mod">
          <ac:chgData name="Somak Chatterjee" userId="e6d5a15b-8109-4a04-ba46-d7e9f6fc31a9" providerId="ADAL" clId="{C1428361-C020-47CC-A432-555DE1A70DCB}" dt="2022-09-28T05:52:52.913" v="215"/>
          <ac:grpSpMkLst>
            <pc:docMk/>
            <pc:sldMk cId="3612986743" sldId="471"/>
            <ac:grpSpMk id="79" creationId="{D818584B-050F-162F-D50E-0F809A55B4A4}"/>
          </ac:grpSpMkLst>
        </pc:grpChg>
        <pc:grpChg chg="del mod">
          <ac:chgData name="Somak Chatterjee" userId="e6d5a15b-8109-4a04-ba46-d7e9f6fc31a9" providerId="ADAL" clId="{C1428361-C020-47CC-A432-555DE1A70DCB}" dt="2022-09-28T05:52:52.913" v="225"/>
          <ac:grpSpMkLst>
            <pc:docMk/>
            <pc:sldMk cId="3612986743" sldId="471"/>
            <ac:grpSpMk id="80" creationId="{5B000AAB-3976-EEA8-C5E2-C21764A56934}"/>
          </ac:grpSpMkLst>
        </pc:grpChg>
        <pc:grpChg chg="del mod">
          <ac:chgData name="Somak Chatterjee" userId="e6d5a15b-8109-4a04-ba46-d7e9f6fc31a9" providerId="ADAL" clId="{C1428361-C020-47CC-A432-555DE1A70DCB}" dt="2022-09-28T05:52:52.913" v="227"/>
          <ac:grpSpMkLst>
            <pc:docMk/>
            <pc:sldMk cId="3612986743" sldId="471"/>
            <ac:grpSpMk id="81" creationId="{A68D7CE0-E450-6863-FE87-33AB435A960A}"/>
          </ac:grpSpMkLst>
        </pc:grpChg>
        <pc:grpChg chg="del mod">
          <ac:chgData name="Somak Chatterjee" userId="e6d5a15b-8109-4a04-ba46-d7e9f6fc31a9" providerId="ADAL" clId="{C1428361-C020-47CC-A432-555DE1A70DCB}" dt="2022-09-28T05:52:52.913" v="233"/>
          <ac:grpSpMkLst>
            <pc:docMk/>
            <pc:sldMk cId="3612986743" sldId="471"/>
            <ac:grpSpMk id="82" creationId="{30FB8719-FF33-134C-254D-3B42F1229704}"/>
          </ac:grpSpMkLst>
        </pc:grpChg>
        <pc:grpChg chg="del mod">
          <ac:chgData name="Somak Chatterjee" userId="e6d5a15b-8109-4a04-ba46-d7e9f6fc31a9" providerId="ADAL" clId="{C1428361-C020-47CC-A432-555DE1A70DCB}" dt="2022-09-28T05:52:52.913" v="219"/>
          <ac:grpSpMkLst>
            <pc:docMk/>
            <pc:sldMk cId="3612986743" sldId="471"/>
            <ac:grpSpMk id="83" creationId="{028D274D-EAC9-81E2-469B-1CFA99BC11DA}"/>
          </ac:grpSpMkLst>
        </pc:grpChg>
        <pc:inkChg chg="add del">
          <ac:chgData name="Somak Chatterjee" userId="e6d5a15b-8109-4a04-ba46-d7e9f6fc31a9" providerId="ADAL" clId="{C1428361-C020-47CC-A432-555DE1A70DCB}" dt="2022-09-28T05:47:39.070" v="67"/>
          <ac:inkMkLst>
            <pc:docMk/>
            <pc:sldMk cId="3612986743" sldId="471"/>
            <ac:inkMk id="7" creationId="{34E44F97-4A79-53F1-A426-5B3B0B86460F}"/>
          </ac:inkMkLst>
        </pc:inkChg>
        <pc:inkChg chg="add del">
          <ac:chgData name="Somak Chatterjee" userId="e6d5a15b-8109-4a04-ba46-d7e9f6fc31a9" providerId="ADAL" clId="{C1428361-C020-47CC-A432-555DE1A70DCB}" dt="2022-09-28T05:47:39.070" v="68"/>
          <ac:inkMkLst>
            <pc:docMk/>
            <pc:sldMk cId="3612986743" sldId="471"/>
            <ac:inkMk id="8" creationId="{BDF10BD9-6A11-67F0-81F3-82115FE0F19A}"/>
          </ac:inkMkLst>
        </pc:inkChg>
        <pc:inkChg chg="add del">
          <ac:chgData name="Somak Chatterjee" userId="e6d5a15b-8109-4a04-ba46-d7e9f6fc31a9" providerId="ADAL" clId="{C1428361-C020-47CC-A432-555DE1A70DCB}" dt="2022-09-28T05:47:39.070" v="65"/>
          <ac:inkMkLst>
            <pc:docMk/>
            <pc:sldMk cId="3612986743" sldId="471"/>
            <ac:inkMk id="9" creationId="{ADA6DDB2-8F16-5896-6D5E-9BCEA2C76DE1}"/>
          </ac:inkMkLst>
        </pc:inkChg>
        <pc:inkChg chg="add del">
          <ac:chgData name="Somak Chatterjee" userId="e6d5a15b-8109-4a04-ba46-d7e9f6fc31a9" providerId="ADAL" clId="{C1428361-C020-47CC-A432-555DE1A70DCB}" dt="2022-09-28T05:47:39.070" v="66"/>
          <ac:inkMkLst>
            <pc:docMk/>
            <pc:sldMk cId="3612986743" sldId="471"/>
            <ac:inkMk id="10" creationId="{3462BFCE-AE61-A6CD-EB66-0B194D79D0A6}"/>
          </ac:inkMkLst>
        </pc:inkChg>
        <pc:inkChg chg="add del mod">
          <ac:chgData name="Somak Chatterjee" userId="e6d5a15b-8109-4a04-ba46-d7e9f6fc31a9" providerId="ADAL" clId="{C1428361-C020-47CC-A432-555DE1A70DCB}" dt="2022-09-28T05:48:02.974" v="107"/>
          <ac:inkMkLst>
            <pc:docMk/>
            <pc:sldMk cId="3612986743" sldId="471"/>
            <ac:inkMk id="11" creationId="{9F07F284-3AD5-16CF-7B3F-86F6B4425DCC}"/>
          </ac:inkMkLst>
        </pc:inkChg>
        <pc:inkChg chg="add del mod">
          <ac:chgData name="Somak Chatterjee" userId="e6d5a15b-8109-4a04-ba46-d7e9f6fc31a9" providerId="ADAL" clId="{C1428361-C020-47CC-A432-555DE1A70DCB}" dt="2022-09-28T05:48:02.974" v="103"/>
          <ac:inkMkLst>
            <pc:docMk/>
            <pc:sldMk cId="3612986743" sldId="471"/>
            <ac:inkMk id="12" creationId="{E19CE986-1758-65CB-0D78-20E2C66082E2}"/>
          </ac:inkMkLst>
        </pc:inkChg>
        <pc:inkChg chg="add del mod">
          <ac:chgData name="Somak Chatterjee" userId="e6d5a15b-8109-4a04-ba46-d7e9f6fc31a9" providerId="ADAL" clId="{C1428361-C020-47CC-A432-555DE1A70DCB}" dt="2022-09-28T05:48:02.974" v="101"/>
          <ac:inkMkLst>
            <pc:docMk/>
            <pc:sldMk cId="3612986743" sldId="471"/>
            <ac:inkMk id="13" creationId="{81FDB6C7-E0BC-2DFB-085E-6E02629BC4C4}"/>
          </ac:inkMkLst>
        </pc:inkChg>
        <pc:inkChg chg="add del mod">
          <ac:chgData name="Somak Chatterjee" userId="e6d5a15b-8109-4a04-ba46-d7e9f6fc31a9" providerId="ADAL" clId="{C1428361-C020-47CC-A432-555DE1A70DCB}" dt="2022-09-28T05:48:02.974" v="100"/>
          <ac:inkMkLst>
            <pc:docMk/>
            <pc:sldMk cId="3612986743" sldId="471"/>
            <ac:inkMk id="14" creationId="{5BB04820-1F8E-EC9F-4AF0-96232143E0B1}"/>
          </ac:inkMkLst>
        </pc:inkChg>
        <pc:inkChg chg="add del mod">
          <ac:chgData name="Somak Chatterjee" userId="e6d5a15b-8109-4a04-ba46-d7e9f6fc31a9" providerId="ADAL" clId="{C1428361-C020-47CC-A432-555DE1A70DCB}" dt="2022-09-28T05:48:02.990" v="114"/>
          <ac:inkMkLst>
            <pc:docMk/>
            <pc:sldMk cId="3612986743" sldId="471"/>
            <ac:inkMk id="15" creationId="{C2A8DFA9-F1DA-AAF9-94B4-FE4ECF7B0E50}"/>
          </ac:inkMkLst>
        </pc:inkChg>
        <pc:inkChg chg="add del mod">
          <ac:chgData name="Somak Chatterjee" userId="e6d5a15b-8109-4a04-ba46-d7e9f6fc31a9" providerId="ADAL" clId="{C1428361-C020-47CC-A432-555DE1A70DCB}" dt="2022-09-28T05:48:02.990" v="116"/>
          <ac:inkMkLst>
            <pc:docMk/>
            <pc:sldMk cId="3612986743" sldId="471"/>
            <ac:inkMk id="16" creationId="{50BC6B2A-EE0A-D618-6CEE-A64180B286EA}"/>
          </ac:inkMkLst>
        </pc:inkChg>
        <pc:inkChg chg="add del mod">
          <ac:chgData name="Somak Chatterjee" userId="e6d5a15b-8109-4a04-ba46-d7e9f6fc31a9" providerId="ADAL" clId="{C1428361-C020-47CC-A432-555DE1A70DCB}" dt="2022-09-28T05:48:02.990" v="115"/>
          <ac:inkMkLst>
            <pc:docMk/>
            <pc:sldMk cId="3612986743" sldId="471"/>
            <ac:inkMk id="17" creationId="{FBAF0D9C-AF84-AD2C-8AF7-F6B57858D7D9}"/>
          </ac:inkMkLst>
        </pc:inkChg>
        <pc:inkChg chg="add del mod">
          <ac:chgData name="Somak Chatterjee" userId="e6d5a15b-8109-4a04-ba46-d7e9f6fc31a9" providerId="ADAL" clId="{C1428361-C020-47CC-A432-555DE1A70DCB}" dt="2022-09-28T05:48:02.974" v="102"/>
          <ac:inkMkLst>
            <pc:docMk/>
            <pc:sldMk cId="3612986743" sldId="471"/>
            <ac:inkMk id="18" creationId="{51DD8AC8-FDDB-46C1-C732-6A8F1DDC675B}"/>
          </ac:inkMkLst>
        </pc:inkChg>
        <pc:inkChg chg="add del mod">
          <ac:chgData name="Somak Chatterjee" userId="e6d5a15b-8109-4a04-ba46-d7e9f6fc31a9" providerId="ADAL" clId="{C1428361-C020-47CC-A432-555DE1A70DCB}" dt="2022-09-28T05:48:02.974" v="104"/>
          <ac:inkMkLst>
            <pc:docMk/>
            <pc:sldMk cId="3612986743" sldId="471"/>
            <ac:inkMk id="19" creationId="{B194D77E-884C-7362-94FF-CB57F440A54E}"/>
          </ac:inkMkLst>
        </pc:inkChg>
        <pc:inkChg chg="add del mod">
          <ac:chgData name="Somak Chatterjee" userId="e6d5a15b-8109-4a04-ba46-d7e9f6fc31a9" providerId="ADAL" clId="{C1428361-C020-47CC-A432-555DE1A70DCB}" dt="2022-09-28T05:48:02.974" v="105"/>
          <ac:inkMkLst>
            <pc:docMk/>
            <pc:sldMk cId="3612986743" sldId="471"/>
            <ac:inkMk id="20" creationId="{37D4077A-B792-D65D-22DA-DD6D151913A6}"/>
          </ac:inkMkLst>
        </pc:inkChg>
        <pc:inkChg chg="add del mod">
          <ac:chgData name="Somak Chatterjee" userId="e6d5a15b-8109-4a04-ba46-d7e9f6fc31a9" providerId="ADAL" clId="{C1428361-C020-47CC-A432-555DE1A70DCB}" dt="2022-09-28T05:48:02.990" v="117"/>
          <ac:inkMkLst>
            <pc:docMk/>
            <pc:sldMk cId="3612986743" sldId="471"/>
            <ac:inkMk id="21" creationId="{E54E7923-0E44-0686-C87B-827BF5EC0AFD}"/>
          </ac:inkMkLst>
        </pc:inkChg>
        <pc:inkChg chg="add del mod">
          <ac:chgData name="Somak Chatterjee" userId="e6d5a15b-8109-4a04-ba46-d7e9f6fc31a9" providerId="ADAL" clId="{C1428361-C020-47CC-A432-555DE1A70DCB}" dt="2022-09-28T05:48:02.990" v="122"/>
          <ac:inkMkLst>
            <pc:docMk/>
            <pc:sldMk cId="3612986743" sldId="471"/>
            <ac:inkMk id="22" creationId="{79A9FC72-F7A8-7548-DC94-75D0F3D03DFB}"/>
          </ac:inkMkLst>
        </pc:inkChg>
        <pc:inkChg chg="add del mod">
          <ac:chgData name="Somak Chatterjee" userId="e6d5a15b-8109-4a04-ba46-d7e9f6fc31a9" providerId="ADAL" clId="{C1428361-C020-47CC-A432-555DE1A70DCB}" dt="2022-09-28T05:48:02.974" v="99"/>
          <ac:inkMkLst>
            <pc:docMk/>
            <pc:sldMk cId="3612986743" sldId="471"/>
            <ac:inkMk id="23" creationId="{E2D8C89C-87B7-4E1E-135B-C5B0952431B6}"/>
          </ac:inkMkLst>
        </pc:inkChg>
        <pc:inkChg chg="add del mod">
          <ac:chgData name="Somak Chatterjee" userId="e6d5a15b-8109-4a04-ba46-d7e9f6fc31a9" providerId="ADAL" clId="{C1428361-C020-47CC-A432-555DE1A70DCB}" dt="2022-09-28T05:48:02.974" v="106"/>
          <ac:inkMkLst>
            <pc:docMk/>
            <pc:sldMk cId="3612986743" sldId="471"/>
            <ac:inkMk id="24" creationId="{142062A7-6381-3339-0748-467C4CCF712E}"/>
          </ac:inkMkLst>
        </pc:inkChg>
        <pc:inkChg chg="add del mod">
          <ac:chgData name="Somak Chatterjee" userId="e6d5a15b-8109-4a04-ba46-d7e9f6fc31a9" providerId="ADAL" clId="{C1428361-C020-47CC-A432-555DE1A70DCB}" dt="2022-09-28T05:48:02.990" v="113"/>
          <ac:inkMkLst>
            <pc:docMk/>
            <pc:sldMk cId="3612986743" sldId="471"/>
            <ac:inkMk id="25" creationId="{D7287E13-32BA-2BEB-EFC5-BE40A2FC2250}"/>
          </ac:inkMkLst>
        </pc:inkChg>
        <pc:inkChg chg="add del mod">
          <ac:chgData name="Somak Chatterjee" userId="e6d5a15b-8109-4a04-ba46-d7e9f6fc31a9" providerId="ADAL" clId="{C1428361-C020-47CC-A432-555DE1A70DCB}" dt="2022-09-28T05:48:02.990" v="111"/>
          <ac:inkMkLst>
            <pc:docMk/>
            <pc:sldMk cId="3612986743" sldId="471"/>
            <ac:inkMk id="26" creationId="{5D6243FB-5D76-325C-BECB-9653F03F0AB1}"/>
          </ac:inkMkLst>
        </pc:inkChg>
        <pc:inkChg chg="add del mod">
          <ac:chgData name="Somak Chatterjee" userId="e6d5a15b-8109-4a04-ba46-d7e9f6fc31a9" providerId="ADAL" clId="{C1428361-C020-47CC-A432-555DE1A70DCB}" dt="2022-09-28T05:48:02.990" v="112"/>
          <ac:inkMkLst>
            <pc:docMk/>
            <pc:sldMk cId="3612986743" sldId="471"/>
            <ac:inkMk id="27" creationId="{47200D76-BF30-D273-5941-BBCBF0919577}"/>
          </ac:inkMkLst>
        </pc:inkChg>
        <pc:inkChg chg="add del mod">
          <ac:chgData name="Somak Chatterjee" userId="e6d5a15b-8109-4a04-ba46-d7e9f6fc31a9" providerId="ADAL" clId="{C1428361-C020-47CC-A432-555DE1A70DCB}" dt="2022-09-28T05:48:02.990" v="118"/>
          <ac:inkMkLst>
            <pc:docMk/>
            <pc:sldMk cId="3612986743" sldId="471"/>
            <ac:inkMk id="31" creationId="{F6CF0415-322C-CC72-7947-7644FEE1BA33}"/>
          </ac:inkMkLst>
        </pc:inkChg>
        <pc:inkChg chg="add del mod">
          <ac:chgData name="Somak Chatterjee" userId="e6d5a15b-8109-4a04-ba46-d7e9f6fc31a9" providerId="ADAL" clId="{C1428361-C020-47CC-A432-555DE1A70DCB}" dt="2022-09-28T05:48:02.974" v="97"/>
          <ac:inkMkLst>
            <pc:docMk/>
            <pc:sldMk cId="3612986743" sldId="471"/>
            <ac:inkMk id="32" creationId="{EE3074CD-DC5F-A7AB-AB8D-4E8B22F13B9F}"/>
          </ac:inkMkLst>
        </pc:inkChg>
        <pc:inkChg chg="add del mod">
          <ac:chgData name="Somak Chatterjee" userId="e6d5a15b-8109-4a04-ba46-d7e9f6fc31a9" providerId="ADAL" clId="{C1428361-C020-47CC-A432-555DE1A70DCB}" dt="2022-09-28T05:48:02.990" v="109"/>
          <ac:inkMkLst>
            <pc:docMk/>
            <pc:sldMk cId="3612986743" sldId="471"/>
            <ac:inkMk id="33" creationId="{95F6CA1C-E2BA-709A-372F-B44E03A4FED4}"/>
          </ac:inkMkLst>
        </pc:inkChg>
        <pc:inkChg chg="add del mod">
          <ac:chgData name="Somak Chatterjee" userId="e6d5a15b-8109-4a04-ba46-d7e9f6fc31a9" providerId="ADAL" clId="{C1428361-C020-47CC-A432-555DE1A70DCB}" dt="2022-09-28T05:48:02.974" v="98"/>
          <ac:inkMkLst>
            <pc:docMk/>
            <pc:sldMk cId="3612986743" sldId="471"/>
            <ac:inkMk id="34" creationId="{0037EE0B-95CE-AF90-8146-AA5ED59A4A8A}"/>
          </ac:inkMkLst>
        </pc:inkChg>
        <pc:inkChg chg="add del mod">
          <ac:chgData name="Somak Chatterjee" userId="e6d5a15b-8109-4a04-ba46-d7e9f6fc31a9" providerId="ADAL" clId="{C1428361-C020-47CC-A432-555DE1A70DCB}" dt="2022-09-28T05:48:02.990" v="108"/>
          <ac:inkMkLst>
            <pc:docMk/>
            <pc:sldMk cId="3612986743" sldId="471"/>
            <ac:inkMk id="35" creationId="{D7E6792F-1BCF-B3A7-132E-B121E7746604}"/>
          </ac:inkMkLst>
        </pc:inkChg>
        <pc:inkChg chg="add del mod">
          <ac:chgData name="Somak Chatterjee" userId="e6d5a15b-8109-4a04-ba46-d7e9f6fc31a9" providerId="ADAL" clId="{C1428361-C020-47CC-A432-555DE1A70DCB}" dt="2022-09-28T05:48:02.990" v="120"/>
          <ac:inkMkLst>
            <pc:docMk/>
            <pc:sldMk cId="3612986743" sldId="471"/>
            <ac:inkMk id="36" creationId="{610B1AFB-D4C2-7556-4E06-FACA69B96E85}"/>
          </ac:inkMkLst>
        </pc:inkChg>
        <pc:inkChg chg="add del mod">
          <ac:chgData name="Somak Chatterjee" userId="e6d5a15b-8109-4a04-ba46-d7e9f6fc31a9" providerId="ADAL" clId="{C1428361-C020-47CC-A432-555DE1A70DCB}" dt="2022-09-28T05:48:02.990" v="110"/>
          <ac:inkMkLst>
            <pc:docMk/>
            <pc:sldMk cId="3612986743" sldId="471"/>
            <ac:inkMk id="37" creationId="{5419E8A8-FF46-D3B2-A76A-AC7DC9001467}"/>
          </ac:inkMkLst>
        </pc:inkChg>
        <pc:inkChg chg="add del mod">
          <ac:chgData name="Somak Chatterjee" userId="e6d5a15b-8109-4a04-ba46-d7e9f6fc31a9" providerId="ADAL" clId="{C1428361-C020-47CC-A432-555DE1A70DCB}" dt="2022-09-28T05:48:02.990" v="121"/>
          <ac:inkMkLst>
            <pc:docMk/>
            <pc:sldMk cId="3612986743" sldId="471"/>
            <ac:inkMk id="38" creationId="{15D37847-91FF-0C83-2C20-8E0CAA1702EA}"/>
          </ac:inkMkLst>
        </pc:inkChg>
        <pc:inkChg chg="add del mod">
          <ac:chgData name="Somak Chatterjee" userId="e6d5a15b-8109-4a04-ba46-d7e9f6fc31a9" providerId="ADAL" clId="{C1428361-C020-47CC-A432-555DE1A70DCB}" dt="2022-09-28T05:48:02.990" v="119"/>
          <ac:inkMkLst>
            <pc:docMk/>
            <pc:sldMk cId="3612986743" sldId="471"/>
            <ac:inkMk id="39" creationId="{BCE9542A-6C50-B23B-2CD4-CE00D3B0E728}"/>
          </ac:inkMkLst>
        </pc:inkChg>
        <pc:inkChg chg="add del mod">
          <ac:chgData name="Somak Chatterjee" userId="e6d5a15b-8109-4a04-ba46-d7e9f6fc31a9" providerId="ADAL" clId="{C1428361-C020-47CC-A432-555DE1A70DCB}" dt="2022-09-28T05:52:52.897" v="206"/>
          <ac:inkMkLst>
            <pc:docMk/>
            <pc:sldMk cId="3612986743" sldId="471"/>
            <ac:inkMk id="42" creationId="{E4CC1CB0-1247-FB0B-7591-B2B9B626180C}"/>
          </ac:inkMkLst>
        </pc:inkChg>
        <pc:inkChg chg="add del mod">
          <ac:chgData name="Somak Chatterjee" userId="e6d5a15b-8109-4a04-ba46-d7e9f6fc31a9" providerId="ADAL" clId="{C1428361-C020-47CC-A432-555DE1A70DCB}" dt="2022-09-28T05:52:52.897" v="200"/>
          <ac:inkMkLst>
            <pc:docMk/>
            <pc:sldMk cId="3612986743" sldId="471"/>
            <ac:inkMk id="43" creationId="{C6F8B882-DE43-07B5-67CA-56B12BC28F66}"/>
          </ac:inkMkLst>
        </pc:inkChg>
        <pc:inkChg chg="add del mod">
          <ac:chgData name="Somak Chatterjee" userId="e6d5a15b-8109-4a04-ba46-d7e9f6fc31a9" providerId="ADAL" clId="{C1428361-C020-47CC-A432-555DE1A70DCB}" dt="2022-09-28T05:52:52.913" v="219"/>
          <ac:inkMkLst>
            <pc:docMk/>
            <pc:sldMk cId="3612986743" sldId="471"/>
            <ac:inkMk id="44" creationId="{BF4963B9-ECCC-0D1A-F24B-0AA5175E8D73}"/>
          </ac:inkMkLst>
        </pc:inkChg>
        <pc:inkChg chg="add del mod">
          <ac:chgData name="Somak Chatterjee" userId="e6d5a15b-8109-4a04-ba46-d7e9f6fc31a9" providerId="ADAL" clId="{C1428361-C020-47CC-A432-555DE1A70DCB}" dt="2022-09-28T05:52:52.913" v="221"/>
          <ac:inkMkLst>
            <pc:docMk/>
            <pc:sldMk cId="3612986743" sldId="471"/>
            <ac:inkMk id="45" creationId="{7F12BB35-16E4-1B27-44D3-CE25370FCEA7}"/>
          </ac:inkMkLst>
        </pc:inkChg>
        <pc:inkChg chg="add del mod">
          <ac:chgData name="Somak Chatterjee" userId="e6d5a15b-8109-4a04-ba46-d7e9f6fc31a9" providerId="ADAL" clId="{C1428361-C020-47CC-A432-555DE1A70DCB}" dt="2022-09-28T05:52:52.897" v="199"/>
          <ac:inkMkLst>
            <pc:docMk/>
            <pc:sldMk cId="3612986743" sldId="471"/>
            <ac:inkMk id="46" creationId="{CD46EC00-C721-4BE0-40A5-C12FF38AE82D}"/>
          </ac:inkMkLst>
        </pc:inkChg>
        <pc:inkChg chg="add del mod">
          <ac:chgData name="Somak Chatterjee" userId="e6d5a15b-8109-4a04-ba46-d7e9f6fc31a9" providerId="ADAL" clId="{C1428361-C020-47CC-A432-555DE1A70DCB}" dt="2022-09-28T05:52:52.897" v="207"/>
          <ac:inkMkLst>
            <pc:docMk/>
            <pc:sldMk cId="3612986743" sldId="471"/>
            <ac:inkMk id="47" creationId="{374A0E36-EAA9-2EDA-1157-C52D76A416EC}"/>
          </ac:inkMkLst>
        </pc:inkChg>
        <pc:inkChg chg="add del mod">
          <ac:chgData name="Somak Chatterjee" userId="e6d5a15b-8109-4a04-ba46-d7e9f6fc31a9" providerId="ADAL" clId="{C1428361-C020-47CC-A432-555DE1A70DCB}" dt="2022-09-28T05:52:52.913" v="234"/>
          <ac:inkMkLst>
            <pc:docMk/>
            <pc:sldMk cId="3612986743" sldId="471"/>
            <ac:inkMk id="48" creationId="{E4533E27-F16A-F364-DB49-CEEABAD945C8}"/>
          </ac:inkMkLst>
        </pc:inkChg>
        <pc:inkChg chg="add del mod">
          <ac:chgData name="Somak Chatterjee" userId="e6d5a15b-8109-4a04-ba46-d7e9f6fc31a9" providerId="ADAL" clId="{C1428361-C020-47CC-A432-555DE1A70DCB}" dt="2022-09-28T05:52:52.913" v="222"/>
          <ac:inkMkLst>
            <pc:docMk/>
            <pc:sldMk cId="3612986743" sldId="471"/>
            <ac:inkMk id="49" creationId="{592F272A-CEB8-BE27-EBE4-F780DCED9B4B}"/>
          </ac:inkMkLst>
        </pc:inkChg>
        <pc:inkChg chg="add del mod">
          <ac:chgData name="Somak Chatterjee" userId="e6d5a15b-8109-4a04-ba46-d7e9f6fc31a9" providerId="ADAL" clId="{C1428361-C020-47CC-A432-555DE1A70DCB}" dt="2022-09-28T05:52:52.913" v="229"/>
          <ac:inkMkLst>
            <pc:docMk/>
            <pc:sldMk cId="3612986743" sldId="471"/>
            <ac:inkMk id="50" creationId="{7A2154D0-4D35-21E3-F892-EED1C123E313}"/>
          </ac:inkMkLst>
        </pc:inkChg>
        <pc:inkChg chg="add del mod">
          <ac:chgData name="Somak Chatterjee" userId="e6d5a15b-8109-4a04-ba46-d7e9f6fc31a9" providerId="ADAL" clId="{C1428361-C020-47CC-A432-555DE1A70DCB}" dt="2022-09-28T05:52:52.913" v="230"/>
          <ac:inkMkLst>
            <pc:docMk/>
            <pc:sldMk cId="3612986743" sldId="471"/>
            <ac:inkMk id="51" creationId="{CB145B5F-4456-2D51-14F2-8873CBE77A30}"/>
          </ac:inkMkLst>
        </pc:inkChg>
        <pc:inkChg chg="add del mod">
          <ac:chgData name="Somak Chatterjee" userId="e6d5a15b-8109-4a04-ba46-d7e9f6fc31a9" providerId="ADAL" clId="{C1428361-C020-47CC-A432-555DE1A70DCB}" dt="2022-09-28T05:52:52.897" v="208"/>
          <ac:inkMkLst>
            <pc:docMk/>
            <pc:sldMk cId="3612986743" sldId="471"/>
            <ac:inkMk id="52" creationId="{A1554CF1-CD8E-3137-99E6-6E2207E2F830}"/>
          </ac:inkMkLst>
        </pc:inkChg>
        <pc:inkChg chg="add del mod">
          <ac:chgData name="Somak Chatterjee" userId="e6d5a15b-8109-4a04-ba46-d7e9f6fc31a9" providerId="ADAL" clId="{C1428361-C020-47CC-A432-555DE1A70DCB}" dt="2022-09-28T05:52:52.897" v="209"/>
          <ac:inkMkLst>
            <pc:docMk/>
            <pc:sldMk cId="3612986743" sldId="471"/>
            <ac:inkMk id="53" creationId="{D171194D-E8AD-33CD-CAC0-B3100170B5E3}"/>
          </ac:inkMkLst>
        </pc:inkChg>
        <pc:inkChg chg="add del mod">
          <ac:chgData name="Somak Chatterjee" userId="e6d5a15b-8109-4a04-ba46-d7e9f6fc31a9" providerId="ADAL" clId="{C1428361-C020-47CC-A432-555DE1A70DCB}" dt="2022-09-28T05:52:52.913" v="220"/>
          <ac:inkMkLst>
            <pc:docMk/>
            <pc:sldMk cId="3612986743" sldId="471"/>
            <ac:inkMk id="54" creationId="{3F3B58AD-E083-8899-4371-80580D9D0B83}"/>
          </ac:inkMkLst>
        </pc:inkChg>
        <pc:inkChg chg="add del mod">
          <ac:chgData name="Somak Chatterjee" userId="e6d5a15b-8109-4a04-ba46-d7e9f6fc31a9" providerId="ADAL" clId="{C1428361-C020-47CC-A432-555DE1A70DCB}" dt="2022-09-28T05:52:52.913" v="214"/>
          <ac:inkMkLst>
            <pc:docMk/>
            <pc:sldMk cId="3612986743" sldId="471"/>
            <ac:inkMk id="55" creationId="{EFA198D6-DC7C-EE7A-1C29-56A3B42E02C5}"/>
          </ac:inkMkLst>
        </pc:inkChg>
        <pc:inkChg chg="add del mod">
          <ac:chgData name="Somak Chatterjee" userId="e6d5a15b-8109-4a04-ba46-d7e9f6fc31a9" providerId="ADAL" clId="{C1428361-C020-47CC-A432-555DE1A70DCB}" dt="2022-09-28T05:52:52.897" v="201"/>
          <ac:inkMkLst>
            <pc:docMk/>
            <pc:sldMk cId="3612986743" sldId="471"/>
            <ac:inkMk id="56" creationId="{4D4D8ED7-3A8D-B557-802A-E1105FB55166}"/>
          </ac:inkMkLst>
        </pc:inkChg>
        <pc:inkChg chg="add del mod">
          <ac:chgData name="Somak Chatterjee" userId="e6d5a15b-8109-4a04-ba46-d7e9f6fc31a9" providerId="ADAL" clId="{C1428361-C020-47CC-A432-555DE1A70DCB}" dt="2022-09-28T05:52:52.897" v="204"/>
          <ac:inkMkLst>
            <pc:docMk/>
            <pc:sldMk cId="3612986743" sldId="471"/>
            <ac:inkMk id="57" creationId="{DCAB6B60-F660-EE76-CD21-19B998C64E0C}"/>
          </ac:inkMkLst>
        </pc:inkChg>
        <pc:inkChg chg="add del mod">
          <ac:chgData name="Somak Chatterjee" userId="e6d5a15b-8109-4a04-ba46-d7e9f6fc31a9" providerId="ADAL" clId="{C1428361-C020-47CC-A432-555DE1A70DCB}" dt="2022-09-28T05:52:52.913" v="217"/>
          <ac:inkMkLst>
            <pc:docMk/>
            <pc:sldMk cId="3612986743" sldId="471"/>
            <ac:inkMk id="58" creationId="{0FCFA2F6-5FB8-2644-4B63-A79829D4047F}"/>
          </ac:inkMkLst>
        </pc:inkChg>
        <pc:inkChg chg="add del mod">
          <ac:chgData name="Somak Chatterjee" userId="e6d5a15b-8109-4a04-ba46-d7e9f6fc31a9" providerId="ADAL" clId="{C1428361-C020-47CC-A432-555DE1A70DCB}" dt="2022-09-28T05:52:52.913" v="228"/>
          <ac:inkMkLst>
            <pc:docMk/>
            <pc:sldMk cId="3612986743" sldId="471"/>
            <ac:inkMk id="59" creationId="{99FFAE45-201A-5715-F900-D80CB88BE9B6}"/>
          </ac:inkMkLst>
        </pc:inkChg>
        <pc:inkChg chg="add del mod">
          <ac:chgData name="Somak Chatterjee" userId="e6d5a15b-8109-4a04-ba46-d7e9f6fc31a9" providerId="ADAL" clId="{C1428361-C020-47CC-A432-555DE1A70DCB}" dt="2022-09-28T05:52:52.913" v="233"/>
          <ac:inkMkLst>
            <pc:docMk/>
            <pc:sldMk cId="3612986743" sldId="471"/>
            <ac:inkMk id="60" creationId="{5FD8662C-D346-29F6-6094-A70DC7D84304}"/>
          </ac:inkMkLst>
        </pc:inkChg>
        <pc:inkChg chg="add del mod">
          <ac:chgData name="Somak Chatterjee" userId="e6d5a15b-8109-4a04-ba46-d7e9f6fc31a9" providerId="ADAL" clId="{C1428361-C020-47CC-A432-555DE1A70DCB}" dt="2022-09-28T05:52:52.913" v="226"/>
          <ac:inkMkLst>
            <pc:docMk/>
            <pc:sldMk cId="3612986743" sldId="471"/>
            <ac:inkMk id="61" creationId="{68DF7733-2582-6113-A32B-A006E7A5DCFC}"/>
          </ac:inkMkLst>
        </pc:inkChg>
        <pc:inkChg chg="add del mod">
          <ac:chgData name="Somak Chatterjee" userId="e6d5a15b-8109-4a04-ba46-d7e9f6fc31a9" providerId="ADAL" clId="{C1428361-C020-47CC-A432-555DE1A70DCB}" dt="2022-09-28T05:52:52.897" v="205"/>
          <ac:inkMkLst>
            <pc:docMk/>
            <pc:sldMk cId="3612986743" sldId="471"/>
            <ac:inkMk id="62" creationId="{2F420FE8-1749-F736-39E7-0A5BC3CEA37A}"/>
          </ac:inkMkLst>
        </pc:inkChg>
        <pc:inkChg chg="add del mod">
          <ac:chgData name="Somak Chatterjee" userId="e6d5a15b-8109-4a04-ba46-d7e9f6fc31a9" providerId="ADAL" clId="{C1428361-C020-47CC-A432-555DE1A70DCB}" dt="2022-09-28T05:52:52.913" v="231"/>
          <ac:inkMkLst>
            <pc:docMk/>
            <pc:sldMk cId="3612986743" sldId="471"/>
            <ac:inkMk id="63" creationId="{665F2587-F426-622E-ABD7-AAA6F6AF65A9}"/>
          </ac:inkMkLst>
        </pc:inkChg>
        <pc:inkChg chg="add del mod">
          <ac:chgData name="Somak Chatterjee" userId="e6d5a15b-8109-4a04-ba46-d7e9f6fc31a9" providerId="ADAL" clId="{C1428361-C020-47CC-A432-555DE1A70DCB}" dt="2022-09-28T05:52:52.913" v="227"/>
          <ac:inkMkLst>
            <pc:docMk/>
            <pc:sldMk cId="3612986743" sldId="471"/>
            <ac:inkMk id="64" creationId="{D66232F8-E27A-C856-E73F-6E8C0BF63A67}"/>
          </ac:inkMkLst>
        </pc:inkChg>
        <pc:inkChg chg="add del mod">
          <ac:chgData name="Somak Chatterjee" userId="e6d5a15b-8109-4a04-ba46-d7e9f6fc31a9" providerId="ADAL" clId="{C1428361-C020-47CC-A432-555DE1A70DCB}" dt="2022-09-28T05:52:52.913" v="212"/>
          <ac:inkMkLst>
            <pc:docMk/>
            <pc:sldMk cId="3612986743" sldId="471"/>
            <ac:inkMk id="65" creationId="{D09F82D0-CC8E-F504-17A6-87B03A1AC604}"/>
          </ac:inkMkLst>
        </pc:inkChg>
        <pc:inkChg chg="add del mod">
          <ac:chgData name="Somak Chatterjee" userId="e6d5a15b-8109-4a04-ba46-d7e9f6fc31a9" providerId="ADAL" clId="{C1428361-C020-47CC-A432-555DE1A70DCB}" dt="2022-09-28T05:52:52.913" v="218"/>
          <ac:inkMkLst>
            <pc:docMk/>
            <pc:sldMk cId="3612986743" sldId="471"/>
            <ac:inkMk id="66" creationId="{23660154-C61E-3812-3C7E-2830D703B712}"/>
          </ac:inkMkLst>
        </pc:inkChg>
        <pc:inkChg chg="add del mod">
          <ac:chgData name="Somak Chatterjee" userId="e6d5a15b-8109-4a04-ba46-d7e9f6fc31a9" providerId="ADAL" clId="{C1428361-C020-47CC-A432-555DE1A70DCB}" dt="2022-09-28T05:52:52.913" v="232"/>
          <ac:inkMkLst>
            <pc:docMk/>
            <pc:sldMk cId="3612986743" sldId="471"/>
            <ac:inkMk id="67" creationId="{0F44D4C5-CE3A-7290-DA6E-2A039F1B2D88}"/>
          </ac:inkMkLst>
        </pc:inkChg>
        <pc:inkChg chg="add del mod">
          <ac:chgData name="Somak Chatterjee" userId="e6d5a15b-8109-4a04-ba46-d7e9f6fc31a9" providerId="ADAL" clId="{C1428361-C020-47CC-A432-555DE1A70DCB}" dt="2022-09-28T05:52:52.897" v="203"/>
          <ac:inkMkLst>
            <pc:docMk/>
            <pc:sldMk cId="3612986743" sldId="471"/>
            <ac:inkMk id="68" creationId="{A8D798D3-E838-CF44-2B1C-906BBE40A159}"/>
          </ac:inkMkLst>
        </pc:inkChg>
        <pc:inkChg chg="add del mod">
          <ac:chgData name="Somak Chatterjee" userId="e6d5a15b-8109-4a04-ba46-d7e9f6fc31a9" providerId="ADAL" clId="{C1428361-C020-47CC-A432-555DE1A70DCB}" dt="2022-09-28T05:52:52.897" v="210"/>
          <ac:inkMkLst>
            <pc:docMk/>
            <pc:sldMk cId="3612986743" sldId="471"/>
            <ac:inkMk id="69" creationId="{CEE84B44-22F5-1D62-4E32-0E5167D6223F}"/>
          </ac:inkMkLst>
        </pc:inkChg>
        <pc:inkChg chg="add del mod">
          <ac:chgData name="Somak Chatterjee" userId="e6d5a15b-8109-4a04-ba46-d7e9f6fc31a9" providerId="ADAL" clId="{C1428361-C020-47CC-A432-555DE1A70DCB}" dt="2022-09-28T05:52:52.913" v="225"/>
          <ac:inkMkLst>
            <pc:docMk/>
            <pc:sldMk cId="3612986743" sldId="471"/>
            <ac:inkMk id="70" creationId="{32E9366C-499F-A5B2-C85C-0648A08C970F}"/>
          </ac:inkMkLst>
        </pc:inkChg>
        <pc:inkChg chg="add del mod">
          <ac:chgData name="Somak Chatterjee" userId="e6d5a15b-8109-4a04-ba46-d7e9f6fc31a9" providerId="ADAL" clId="{C1428361-C020-47CC-A432-555DE1A70DCB}" dt="2022-09-28T05:52:52.913" v="216"/>
          <ac:inkMkLst>
            <pc:docMk/>
            <pc:sldMk cId="3612986743" sldId="471"/>
            <ac:inkMk id="71" creationId="{B710EEBD-0EE4-C59A-DAFA-66C8ECA945EB}"/>
          </ac:inkMkLst>
        </pc:inkChg>
        <pc:inkChg chg="add del mod">
          <ac:chgData name="Somak Chatterjee" userId="e6d5a15b-8109-4a04-ba46-d7e9f6fc31a9" providerId="ADAL" clId="{C1428361-C020-47CC-A432-555DE1A70DCB}" dt="2022-09-28T05:52:52.913" v="213"/>
          <ac:inkMkLst>
            <pc:docMk/>
            <pc:sldMk cId="3612986743" sldId="471"/>
            <ac:inkMk id="72" creationId="{81DEF213-FBCC-201E-55D3-6D464233E046}"/>
          </ac:inkMkLst>
        </pc:inkChg>
        <pc:inkChg chg="add del mod">
          <ac:chgData name="Somak Chatterjee" userId="e6d5a15b-8109-4a04-ba46-d7e9f6fc31a9" providerId="ADAL" clId="{C1428361-C020-47CC-A432-555DE1A70DCB}" dt="2022-09-28T05:52:52.913" v="211"/>
          <ac:inkMkLst>
            <pc:docMk/>
            <pc:sldMk cId="3612986743" sldId="471"/>
            <ac:inkMk id="73" creationId="{00B830A8-E7D6-5F2C-23E2-374562498DB6}"/>
          </ac:inkMkLst>
        </pc:inkChg>
        <pc:inkChg chg="add del mod">
          <ac:chgData name="Somak Chatterjee" userId="e6d5a15b-8109-4a04-ba46-d7e9f6fc31a9" providerId="ADAL" clId="{C1428361-C020-47CC-A432-555DE1A70DCB}" dt="2022-09-28T05:52:52.913" v="215"/>
          <ac:inkMkLst>
            <pc:docMk/>
            <pc:sldMk cId="3612986743" sldId="471"/>
            <ac:inkMk id="74" creationId="{D40D7125-07DA-968E-5D2F-AFA51769186F}"/>
          </ac:inkMkLst>
        </pc:inkChg>
        <pc:inkChg chg="add del mod">
          <ac:chgData name="Somak Chatterjee" userId="e6d5a15b-8109-4a04-ba46-d7e9f6fc31a9" providerId="ADAL" clId="{C1428361-C020-47CC-A432-555DE1A70DCB}" dt="2022-09-28T05:52:52.913" v="224"/>
          <ac:inkMkLst>
            <pc:docMk/>
            <pc:sldMk cId="3612986743" sldId="471"/>
            <ac:inkMk id="75" creationId="{656E93CD-CC0C-57A7-1A68-6E70C348481D}"/>
          </ac:inkMkLst>
        </pc:inkChg>
        <pc:inkChg chg="add del mod">
          <ac:chgData name="Somak Chatterjee" userId="e6d5a15b-8109-4a04-ba46-d7e9f6fc31a9" providerId="ADAL" clId="{C1428361-C020-47CC-A432-555DE1A70DCB}" dt="2022-09-28T05:52:52.913" v="223"/>
          <ac:inkMkLst>
            <pc:docMk/>
            <pc:sldMk cId="3612986743" sldId="471"/>
            <ac:inkMk id="76" creationId="{9E8B6145-BCD7-BA57-BBB9-14797DC83175}"/>
          </ac:inkMkLst>
        </pc:inkChg>
        <pc:inkChg chg="add del mod">
          <ac:chgData name="Somak Chatterjee" userId="e6d5a15b-8109-4a04-ba46-d7e9f6fc31a9" providerId="ADAL" clId="{C1428361-C020-47CC-A432-555DE1A70DCB}" dt="2022-09-28T05:52:52.897" v="202"/>
          <ac:inkMkLst>
            <pc:docMk/>
            <pc:sldMk cId="3612986743" sldId="471"/>
            <ac:inkMk id="77" creationId="{A378C899-AC9D-3D59-C088-60280D6EB5E5}"/>
          </ac:inkMkLst>
        </pc:inkChg>
        <pc:inkChg chg="add mod">
          <ac:chgData name="Somak Chatterjee" userId="e6d5a15b-8109-4a04-ba46-d7e9f6fc31a9" providerId="ADAL" clId="{C1428361-C020-47CC-A432-555DE1A70DCB}" dt="2022-09-28T06:21:30.397" v="240" actId="208"/>
          <ac:inkMkLst>
            <pc:docMk/>
            <pc:sldMk cId="3612986743" sldId="471"/>
            <ac:inkMk id="84" creationId="{37CBAE44-F205-1249-7716-3C4F3B66C8CF}"/>
          </ac:inkMkLst>
        </pc:inkChg>
      </pc:sldChg>
      <pc:sldChg chg="add del">
        <pc:chgData name="Somak Chatterjee" userId="e6d5a15b-8109-4a04-ba46-d7e9f6fc31a9" providerId="ADAL" clId="{C1428361-C020-47CC-A432-555DE1A70DCB}" dt="2022-09-28T06:18:37.686" v="237" actId="47"/>
        <pc:sldMkLst>
          <pc:docMk/>
          <pc:sldMk cId="695274302" sldId="472"/>
        </pc:sldMkLst>
      </pc:sldChg>
      <pc:sldChg chg="addSp delSp add del mod">
        <pc:chgData name="Somak Chatterjee" userId="e6d5a15b-8109-4a04-ba46-d7e9f6fc31a9" providerId="ADAL" clId="{C1428361-C020-47CC-A432-555DE1A70DCB}" dt="2022-09-28T06:19:29.277" v="239" actId="47"/>
        <pc:sldMkLst>
          <pc:docMk/>
          <pc:sldMk cId="870772736" sldId="473"/>
        </pc:sldMkLst>
        <pc:picChg chg="add del">
          <ac:chgData name="Somak Chatterjee" userId="e6d5a15b-8109-4a04-ba46-d7e9f6fc31a9" providerId="ADAL" clId="{C1428361-C020-47CC-A432-555DE1A70DCB}" dt="2022-09-28T06:19:25.122" v="238" actId="478"/>
          <ac:picMkLst>
            <pc:docMk/>
            <pc:sldMk cId="870772736" sldId="473"/>
            <ac:picMk id="7" creationId="{66F2521E-2392-38DC-4E37-7B6B1C987F91}"/>
          </ac:picMkLst>
        </pc:picChg>
      </pc:sldChg>
      <pc:sldChg chg="addSp delSp modSp add">
        <pc:chgData name="Somak Chatterjee" userId="e6d5a15b-8109-4a04-ba46-d7e9f6fc31a9" providerId="ADAL" clId="{C1428361-C020-47CC-A432-555DE1A70DCB}" dt="2022-09-28T06:22:00.856" v="242" actId="208"/>
        <pc:sldMkLst>
          <pc:docMk/>
          <pc:sldMk cId="511241232" sldId="474"/>
        </pc:sldMkLst>
        <pc:grpChg chg="del mod">
          <ac:chgData name="Somak Chatterjee" userId="e6d5a15b-8109-4a04-ba46-d7e9f6fc31a9" providerId="ADAL" clId="{C1428361-C020-47CC-A432-555DE1A70DCB}" dt="2022-09-28T05:52:43.302" v="175"/>
          <ac:grpSpMkLst>
            <pc:docMk/>
            <pc:sldMk cId="511241232" sldId="474"/>
            <ac:grpSpMk id="78" creationId="{AD14E73F-547D-0234-E435-D526E0EA7DBA}"/>
          </ac:grpSpMkLst>
        </pc:grpChg>
        <pc:grpChg chg="del mod">
          <ac:chgData name="Somak Chatterjee" userId="e6d5a15b-8109-4a04-ba46-d7e9f6fc31a9" providerId="ADAL" clId="{C1428361-C020-47CC-A432-555DE1A70DCB}" dt="2022-09-28T05:52:43.318" v="191"/>
          <ac:grpSpMkLst>
            <pc:docMk/>
            <pc:sldMk cId="511241232" sldId="474"/>
            <ac:grpSpMk id="79" creationId="{D818584B-050F-162F-D50E-0F809A55B4A4}"/>
          </ac:grpSpMkLst>
        </pc:grpChg>
        <pc:grpChg chg="del mod">
          <ac:chgData name="Somak Chatterjee" userId="e6d5a15b-8109-4a04-ba46-d7e9f6fc31a9" providerId="ADAL" clId="{C1428361-C020-47CC-A432-555DE1A70DCB}" dt="2022-09-28T05:52:43.302" v="176"/>
          <ac:grpSpMkLst>
            <pc:docMk/>
            <pc:sldMk cId="511241232" sldId="474"/>
            <ac:grpSpMk id="80" creationId="{5B000AAB-3976-EEA8-C5E2-C21764A56934}"/>
          </ac:grpSpMkLst>
        </pc:grpChg>
        <pc:grpChg chg="del mod">
          <ac:chgData name="Somak Chatterjee" userId="e6d5a15b-8109-4a04-ba46-d7e9f6fc31a9" providerId="ADAL" clId="{C1428361-C020-47CC-A432-555DE1A70DCB}" dt="2022-09-28T05:52:43.302" v="184"/>
          <ac:grpSpMkLst>
            <pc:docMk/>
            <pc:sldMk cId="511241232" sldId="474"/>
            <ac:grpSpMk id="81" creationId="{A68D7CE0-E450-6863-FE87-33AB435A960A}"/>
          </ac:grpSpMkLst>
        </pc:grpChg>
        <pc:grpChg chg="del mod">
          <ac:chgData name="Somak Chatterjee" userId="e6d5a15b-8109-4a04-ba46-d7e9f6fc31a9" providerId="ADAL" clId="{C1428361-C020-47CC-A432-555DE1A70DCB}" dt="2022-09-28T05:52:43.318" v="196"/>
          <ac:grpSpMkLst>
            <pc:docMk/>
            <pc:sldMk cId="511241232" sldId="474"/>
            <ac:grpSpMk id="82" creationId="{30FB8719-FF33-134C-254D-3B42F1229704}"/>
          </ac:grpSpMkLst>
        </pc:grpChg>
        <pc:grpChg chg="del mod">
          <ac:chgData name="Somak Chatterjee" userId="e6d5a15b-8109-4a04-ba46-d7e9f6fc31a9" providerId="ADAL" clId="{C1428361-C020-47CC-A432-555DE1A70DCB}" dt="2022-09-28T05:52:43.318" v="189"/>
          <ac:grpSpMkLst>
            <pc:docMk/>
            <pc:sldMk cId="511241232" sldId="474"/>
            <ac:grpSpMk id="83" creationId="{028D274D-EAC9-81E2-469B-1CFA99BC11DA}"/>
          </ac:grpSpMkLst>
        </pc:grpChg>
        <pc:inkChg chg="add mod">
          <ac:chgData name="Somak Chatterjee" userId="e6d5a15b-8109-4a04-ba46-d7e9f6fc31a9" providerId="ADAL" clId="{C1428361-C020-47CC-A432-555DE1A70DCB}" dt="2022-09-28T06:21:54.544" v="241" actId="208"/>
          <ac:inkMkLst>
            <pc:docMk/>
            <pc:sldMk cId="511241232" sldId="474"/>
            <ac:inkMk id="5" creationId="{2F3046E2-4740-A2A2-225D-DB18DD9F7924}"/>
          </ac:inkMkLst>
        </pc:inkChg>
        <pc:inkChg chg="add mod">
          <ac:chgData name="Somak Chatterjee" userId="e6d5a15b-8109-4a04-ba46-d7e9f6fc31a9" providerId="ADAL" clId="{C1428361-C020-47CC-A432-555DE1A70DCB}" dt="2022-09-28T06:22:00.856" v="242" actId="208"/>
          <ac:inkMkLst>
            <pc:docMk/>
            <pc:sldMk cId="511241232" sldId="474"/>
            <ac:inkMk id="7" creationId="{5E15B7C4-18D7-4F4C-7985-14769A971734}"/>
          </ac:inkMkLst>
        </pc:inkChg>
        <pc:inkChg chg="del">
          <ac:chgData name="Somak Chatterjee" userId="e6d5a15b-8109-4a04-ba46-d7e9f6fc31a9" providerId="ADAL" clId="{C1428361-C020-47CC-A432-555DE1A70DCB}" dt="2022-09-28T05:52:43.302" v="170"/>
          <ac:inkMkLst>
            <pc:docMk/>
            <pc:sldMk cId="511241232" sldId="474"/>
            <ac:inkMk id="42" creationId="{E4CC1CB0-1247-FB0B-7591-B2B9B626180C}"/>
          </ac:inkMkLst>
        </pc:inkChg>
        <pc:inkChg chg="del mod">
          <ac:chgData name="Somak Chatterjee" userId="e6d5a15b-8109-4a04-ba46-d7e9f6fc31a9" providerId="ADAL" clId="{C1428361-C020-47CC-A432-555DE1A70DCB}" dt="2022-09-28T05:52:43.302" v="187"/>
          <ac:inkMkLst>
            <pc:docMk/>
            <pc:sldMk cId="511241232" sldId="474"/>
            <ac:inkMk id="43" creationId="{C6F8B882-DE43-07B5-67CA-56B12BC28F66}"/>
          </ac:inkMkLst>
        </pc:inkChg>
        <pc:inkChg chg="del mod">
          <ac:chgData name="Somak Chatterjee" userId="e6d5a15b-8109-4a04-ba46-d7e9f6fc31a9" providerId="ADAL" clId="{C1428361-C020-47CC-A432-555DE1A70DCB}" dt="2022-09-28T05:52:43.318" v="188"/>
          <ac:inkMkLst>
            <pc:docMk/>
            <pc:sldMk cId="511241232" sldId="474"/>
            <ac:inkMk id="44" creationId="{BF4963B9-ECCC-0D1A-F24B-0AA5175E8D73}"/>
          </ac:inkMkLst>
        </pc:inkChg>
        <pc:inkChg chg="del mod">
          <ac:chgData name="Somak Chatterjee" userId="e6d5a15b-8109-4a04-ba46-d7e9f6fc31a9" providerId="ADAL" clId="{C1428361-C020-47CC-A432-555DE1A70DCB}" dt="2022-09-28T05:52:43.318" v="189"/>
          <ac:inkMkLst>
            <pc:docMk/>
            <pc:sldMk cId="511241232" sldId="474"/>
            <ac:inkMk id="45" creationId="{7F12BB35-16E4-1B27-44D3-CE25370FCEA7}"/>
          </ac:inkMkLst>
        </pc:inkChg>
        <pc:inkChg chg="del mod">
          <ac:chgData name="Somak Chatterjee" userId="e6d5a15b-8109-4a04-ba46-d7e9f6fc31a9" providerId="ADAL" clId="{C1428361-C020-47CC-A432-555DE1A70DCB}" dt="2022-09-28T05:52:43.318" v="198"/>
          <ac:inkMkLst>
            <pc:docMk/>
            <pc:sldMk cId="511241232" sldId="474"/>
            <ac:inkMk id="46" creationId="{CD46EC00-C721-4BE0-40A5-C12FF38AE82D}"/>
          </ac:inkMkLst>
        </pc:inkChg>
        <pc:inkChg chg="del mod">
          <ac:chgData name="Somak Chatterjee" userId="e6d5a15b-8109-4a04-ba46-d7e9f6fc31a9" providerId="ADAL" clId="{C1428361-C020-47CC-A432-555DE1A70DCB}" dt="2022-09-28T05:52:43.302" v="177"/>
          <ac:inkMkLst>
            <pc:docMk/>
            <pc:sldMk cId="511241232" sldId="474"/>
            <ac:inkMk id="47" creationId="{374A0E36-EAA9-2EDA-1157-C52D76A416EC}"/>
          </ac:inkMkLst>
        </pc:inkChg>
        <pc:inkChg chg="del mod">
          <ac:chgData name="Somak Chatterjee" userId="e6d5a15b-8109-4a04-ba46-d7e9f6fc31a9" providerId="ADAL" clId="{C1428361-C020-47CC-A432-555DE1A70DCB}" dt="2022-09-28T05:52:43.302" v="178"/>
          <ac:inkMkLst>
            <pc:docMk/>
            <pc:sldMk cId="511241232" sldId="474"/>
            <ac:inkMk id="48" creationId="{E4533E27-F16A-F364-DB49-CEEABAD945C8}"/>
          </ac:inkMkLst>
        </pc:inkChg>
        <pc:inkChg chg="del mod">
          <ac:chgData name="Somak Chatterjee" userId="e6d5a15b-8109-4a04-ba46-d7e9f6fc31a9" providerId="ADAL" clId="{C1428361-C020-47CC-A432-555DE1A70DCB}" dt="2022-09-28T05:52:43.318" v="190"/>
          <ac:inkMkLst>
            <pc:docMk/>
            <pc:sldMk cId="511241232" sldId="474"/>
            <ac:inkMk id="49" creationId="{592F272A-CEB8-BE27-EBE4-F780DCED9B4B}"/>
          </ac:inkMkLst>
        </pc:inkChg>
        <pc:inkChg chg="del">
          <ac:chgData name="Somak Chatterjee" userId="e6d5a15b-8109-4a04-ba46-d7e9f6fc31a9" providerId="ADAL" clId="{C1428361-C020-47CC-A432-555DE1A70DCB}" dt="2022-09-28T05:52:43.302" v="163"/>
          <ac:inkMkLst>
            <pc:docMk/>
            <pc:sldMk cId="511241232" sldId="474"/>
            <ac:inkMk id="50" creationId="{7A2154D0-4D35-21E3-F892-EED1C123E313}"/>
          </ac:inkMkLst>
        </pc:inkChg>
        <pc:inkChg chg="del mod">
          <ac:chgData name="Somak Chatterjee" userId="e6d5a15b-8109-4a04-ba46-d7e9f6fc31a9" providerId="ADAL" clId="{C1428361-C020-47CC-A432-555DE1A70DCB}" dt="2022-09-28T05:52:43.302" v="165"/>
          <ac:inkMkLst>
            <pc:docMk/>
            <pc:sldMk cId="511241232" sldId="474"/>
            <ac:inkMk id="51" creationId="{CB145B5F-4456-2D51-14F2-8873CBE77A30}"/>
          </ac:inkMkLst>
        </pc:inkChg>
        <pc:inkChg chg="del mod">
          <ac:chgData name="Somak Chatterjee" userId="e6d5a15b-8109-4a04-ba46-d7e9f6fc31a9" providerId="ADAL" clId="{C1428361-C020-47CC-A432-555DE1A70DCB}" dt="2022-09-28T05:52:43.302" v="186"/>
          <ac:inkMkLst>
            <pc:docMk/>
            <pc:sldMk cId="511241232" sldId="474"/>
            <ac:inkMk id="52" creationId="{A1554CF1-CD8E-3137-99E6-6E2207E2F830}"/>
          </ac:inkMkLst>
        </pc:inkChg>
        <pc:inkChg chg="del mod">
          <ac:chgData name="Somak Chatterjee" userId="e6d5a15b-8109-4a04-ba46-d7e9f6fc31a9" providerId="ADAL" clId="{C1428361-C020-47CC-A432-555DE1A70DCB}" dt="2022-09-28T05:52:43.318" v="196"/>
          <ac:inkMkLst>
            <pc:docMk/>
            <pc:sldMk cId="511241232" sldId="474"/>
            <ac:inkMk id="53" creationId="{D171194D-E8AD-33CD-CAC0-B3100170B5E3}"/>
          </ac:inkMkLst>
        </pc:inkChg>
        <pc:inkChg chg="del mod">
          <ac:chgData name="Somak Chatterjee" userId="e6d5a15b-8109-4a04-ba46-d7e9f6fc31a9" providerId="ADAL" clId="{C1428361-C020-47CC-A432-555DE1A70DCB}" dt="2022-09-28T05:52:43.302" v="182"/>
          <ac:inkMkLst>
            <pc:docMk/>
            <pc:sldMk cId="511241232" sldId="474"/>
            <ac:inkMk id="54" creationId="{3F3B58AD-E083-8899-4371-80580D9D0B83}"/>
          </ac:inkMkLst>
        </pc:inkChg>
        <pc:inkChg chg="del mod">
          <ac:chgData name="Somak Chatterjee" userId="e6d5a15b-8109-4a04-ba46-d7e9f6fc31a9" providerId="ADAL" clId="{C1428361-C020-47CC-A432-555DE1A70DCB}" dt="2022-09-28T05:52:43.302" v="185"/>
          <ac:inkMkLst>
            <pc:docMk/>
            <pc:sldMk cId="511241232" sldId="474"/>
            <ac:inkMk id="55" creationId="{EFA198D6-DC7C-EE7A-1C29-56A3B42E02C5}"/>
          </ac:inkMkLst>
        </pc:inkChg>
        <pc:inkChg chg="del mod">
          <ac:chgData name="Somak Chatterjee" userId="e6d5a15b-8109-4a04-ba46-d7e9f6fc31a9" providerId="ADAL" clId="{C1428361-C020-47CC-A432-555DE1A70DCB}" dt="2022-09-28T05:52:43.302" v="164"/>
          <ac:inkMkLst>
            <pc:docMk/>
            <pc:sldMk cId="511241232" sldId="474"/>
            <ac:inkMk id="56" creationId="{4D4D8ED7-3A8D-B557-802A-E1105FB55166}"/>
          </ac:inkMkLst>
        </pc:inkChg>
        <pc:inkChg chg="del mod">
          <ac:chgData name="Somak Chatterjee" userId="e6d5a15b-8109-4a04-ba46-d7e9f6fc31a9" providerId="ADAL" clId="{C1428361-C020-47CC-A432-555DE1A70DCB}" dt="2022-09-28T05:52:43.302" v="166"/>
          <ac:inkMkLst>
            <pc:docMk/>
            <pc:sldMk cId="511241232" sldId="474"/>
            <ac:inkMk id="57" creationId="{DCAB6B60-F660-EE76-CD21-19B998C64E0C}"/>
          </ac:inkMkLst>
        </pc:inkChg>
        <pc:inkChg chg="del mod">
          <ac:chgData name="Somak Chatterjee" userId="e6d5a15b-8109-4a04-ba46-d7e9f6fc31a9" providerId="ADAL" clId="{C1428361-C020-47CC-A432-555DE1A70DCB}" dt="2022-09-28T05:52:43.302" v="173"/>
          <ac:inkMkLst>
            <pc:docMk/>
            <pc:sldMk cId="511241232" sldId="474"/>
            <ac:inkMk id="58" creationId="{0FCFA2F6-5FB8-2644-4B63-A79829D4047F}"/>
          </ac:inkMkLst>
        </pc:inkChg>
        <pc:inkChg chg="del mod">
          <ac:chgData name="Somak Chatterjee" userId="e6d5a15b-8109-4a04-ba46-d7e9f6fc31a9" providerId="ADAL" clId="{C1428361-C020-47CC-A432-555DE1A70DCB}" dt="2022-09-28T05:52:43.318" v="193"/>
          <ac:inkMkLst>
            <pc:docMk/>
            <pc:sldMk cId="511241232" sldId="474"/>
            <ac:inkMk id="59" creationId="{99FFAE45-201A-5715-F900-D80CB88BE9B6}"/>
          </ac:inkMkLst>
        </pc:inkChg>
        <pc:inkChg chg="del mod">
          <ac:chgData name="Somak Chatterjee" userId="e6d5a15b-8109-4a04-ba46-d7e9f6fc31a9" providerId="ADAL" clId="{C1428361-C020-47CC-A432-555DE1A70DCB}" dt="2022-09-28T05:52:43.318" v="197"/>
          <ac:inkMkLst>
            <pc:docMk/>
            <pc:sldMk cId="511241232" sldId="474"/>
            <ac:inkMk id="60" creationId="{5FD8662C-D346-29F6-6094-A70DC7D84304}"/>
          </ac:inkMkLst>
        </pc:inkChg>
        <pc:inkChg chg="del mod">
          <ac:chgData name="Somak Chatterjee" userId="e6d5a15b-8109-4a04-ba46-d7e9f6fc31a9" providerId="ADAL" clId="{C1428361-C020-47CC-A432-555DE1A70DCB}" dt="2022-09-28T05:52:43.302" v="180"/>
          <ac:inkMkLst>
            <pc:docMk/>
            <pc:sldMk cId="511241232" sldId="474"/>
            <ac:inkMk id="61" creationId="{68DF7733-2582-6113-A32B-A006E7A5DCFC}"/>
          </ac:inkMkLst>
        </pc:inkChg>
        <pc:inkChg chg="del mod">
          <ac:chgData name="Somak Chatterjee" userId="e6d5a15b-8109-4a04-ba46-d7e9f6fc31a9" providerId="ADAL" clId="{C1428361-C020-47CC-A432-555DE1A70DCB}" dt="2022-09-28T05:52:43.318" v="194"/>
          <ac:inkMkLst>
            <pc:docMk/>
            <pc:sldMk cId="511241232" sldId="474"/>
            <ac:inkMk id="62" creationId="{2F420FE8-1749-F736-39E7-0A5BC3CEA37A}"/>
          </ac:inkMkLst>
        </pc:inkChg>
        <pc:inkChg chg="del">
          <ac:chgData name="Somak Chatterjee" userId="e6d5a15b-8109-4a04-ba46-d7e9f6fc31a9" providerId="ADAL" clId="{C1428361-C020-47CC-A432-555DE1A70DCB}" dt="2022-09-28T05:52:43.302" v="169"/>
          <ac:inkMkLst>
            <pc:docMk/>
            <pc:sldMk cId="511241232" sldId="474"/>
            <ac:inkMk id="63" creationId="{665F2587-F426-622E-ABD7-AAA6F6AF65A9}"/>
          </ac:inkMkLst>
        </pc:inkChg>
        <pc:inkChg chg="del mod">
          <ac:chgData name="Somak Chatterjee" userId="e6d5a15b-8109-4a04-ba46-d7e9f6fc31a9" providerId="ADAL" clId="{C1428361-C020-47CC-A432-555DE1A70DCB}" dt="2022-09-28T05:52:43.302" v="172"/>
          <ac:inkMkLst>
            <pc:docMk/>
            <pc:sldMk cId="511241232" sldId="474"/>
            <ac:inkMk id="64" creationId="{D66232F8-E27A-C856-E73F-6E8C0BF63A67}"/>
          </ac:inkMkLst>
        </pc:inkChg>
        <pc:inkChg chg="del mod">
          <ac:chgData name="Somak Chatterjee" userId="e6d5a15b-8109-4a04-ba46-d7e9f6fc31a9" providerId="ADAL" clId="{C1428361-C020-47CC-A432-555DE1A70DCB}" dt="2022-09-28T05:52:43.302" v="179"/>
          <ac:inkMkLst>
            <pc:docMk/>
            <pc:sldMk cId="511241232" sldId="474"/>
            <ac:inkMk id="65" creationId="{D09F82D0-CC8E-F504-17A6-87B03A1AC604}"/>
          </ac:inkMkLst>
        </pc:inkChg>
        <pc:inkChg chg="del mod">
          <ac:chgData name="Somak Chatterjee" userId="e6d5a15b-8109-4a04-ba46-d7e9f6fc31a9" providerId="ADAL" clId="{C1428361-C020-47CC-A432-555DE1A70DCB}" dt="2022-09-28T05:52:43.302" v="184"/>
          <ac:inkMkLst>
            <pc:docMk/>
            <pc:sldMk cId="511241232" sldId="474"/>
            <ac:inkMk id="66" creationId="{23660154-C61E-3812-3C7E-2830D703B712}"/>
          </ac:inkMkLst>
        </pc:inkChg>
        <pc:inkChg chg="del mod">
          <ac:chgData name="Somak Chatterjee" userId="e6d5a15b-8109-4a04-ba46-d7e9f6fc31a9" providerId="ADAL" clId="{C1428361-C020-47CC-A432-555DE1A70DCB}" dt="2022-09-28T05:52:43.318" v="195"/>
          <ac:inkMkLst>
            <pc:docMk/>
            <pc:sldMk cId="511241232" sldId="474"/>
            <ac:inkMk id="67" creationId="{0F44D4C5-CE3A-7290-DA6E-2A039F1B2D88}"/>
          </ac:inkMkLst>
        </pc:inkChg>
        <pc:inkChg chg="del">
          <ac:chgData name="Somak Chatterjee" userId="e6d5a15b-8109-4a04-ba46-d7e9f6fc31a9" providerId="ADAL" clId="{C1428361-C020-47CC-A432-555DE1A70DCB}" dt="2022-09-28T05:52:43.302" v="167"/>
          <ac:inkMkLst>
            <pc:docMk/>
            <pc:sldMk cId="511241232" sldId="474"/>
            <ac:inkMk id="68" creationId="{A8D798D3-E838-CF44-2B1C-906BBE40A159}"/>
          </ac:inkMkLst>
        </pc:inkChg>
        <pc:inkChg chg="del mod">
          <ac:chgData name="Somak Chatterjee" userId="e6d5a15b-8109-4a04-ba46-d7e9f6fc31a9" providerId="ADAL" clId="{C1428361-C020-47CC-A432-555DE1A70DCB}" dt="2022-09-28T05:52:43.302" v="168"/>
          <ac:inkMkLst>
            <pc:docMk/>
            <pc:sldMk cId="511241232" sldId="474"/>
            <ac:inkMk id="69" creationId="{CEE84B44-22F5-1D62-4E32-0E5167D6223F}"/>
          </ac:inkMkLst>
        </pc:inkChg>
        <pc:inkChg chg="del mod">
          <ac:chgData name="Somak Chatterjee" userId="e6d5a15b-8109-4a04-ba46-d7e9f6fc31a9" providerId="ADAL" clId="{C1428361-C020-47CC-A432-555DE1A70DCB}" dt="2022-09-28T05:52:43.302" v="176"/>
          <ac:inkMkLst>
            <pc:docMk/>
            <pc:sldMk cId="511241232" sldId="474"/>
            <ac:inkMk id="70" creationId="{32E9366C-499F-A5B2-C85C-0648A08C970F}"/>
          </ac:inkMkLst>
        </pc:inkChg>
        <pc:inkChg chg="del mod">
          <ac:chgData name="Somak Chatterjee" userId="e6d5a15b-8109-4a04-ba46-d7e9f6fc31a9" providerId="ADAL" clId="{C1428361-C020-47CC-A432-555DE1A70DCB}" dt="2022-09-28T05:52:43.318" v="192"/>
          <ac:inkMkLst>
            <pc:docMk/>
            <pc:sldMk cId="511241232" sldId="474"/>
            <ac:inkMk id="71" creationId="{B710EEBD-0EE4-C59A-DAFA-66C8ECA945EB}"/>
          </ac:inkMkLst>
        </pc:inkChg>
        <pc:inkChg chg="del mod">
          <ac:chgData name="Somak Chatterjee" userId="e6d5a15b-8109-4a04-ba46-d7e9f6fc31a9" providerId="ADAL" clId="{C1428361-C020-47CC-A432-555DE1A70DCB}" dt="2022-09-28T05:52:43.318" v="191"/>
          <ac:inkMkLst>
            <pc:docMk/>
            <pc:sldMk cId="511241232" sldId="474"/>
            <ac:inkMk id="72" creationId="{81DEF213-FBCC-201E-55D3-6D464233E046}"/>
          </ac:inkMkLst>
        </pc:inkChg>
        <pc:inkChg chg="del">
          <ac:chgData name="Somak Chatterjee" userId="e6d5a15b-8109-4a04-ba46-d7e9f6fc31a9" providerId="ADAL" clId="{C1428361-C020-47CC-A432-555DE1A70DCB}" dt="2022-09-28T05:52:43.302" v="171"/>
          <ac:inkMkLst>
            <pc:docMk/>
            <pc:sldMk cId="511241232" sldId="474"/>
            <ac:inkMk id="73" creationId="{00B830A8-E7D6-5F2C-23E2-374562498DB6}"/>
          </ac:inkMkLst>
        </pc:inkChg>
        <pc:inkChg chg="del mod">
          <ac:chgData name="Somak Chatterjee" userId="e6d5a15b-8109-4a04-ba46-d7e9f6fc31a9" providerId="ADAL" clId="{C1428361-C020-47CC-A432-555DE1A70DCB}" dt="2022-09-28T05:52:43.302" v="181"/>
          <ac:inkMkLst>
            <pc:docMk/>
            <pc:sldMk cId="511241232" sldId="474"/>
            <ac:inkMk id="74" creationId="{D40D7125-07DA-968E-5D2F-AFA51769186F}"/>
          </ac:inkMkLst>
        </pc:inkChg>
        <pc:inkChg chg="del mod">
          <ac:chgData name="Somak Chatterjee" userId="e6d5a15b-8109-4a04-ba46-d7e9f6fc31a9" providerId="ADAL" clId="{C1428361-C020-47CC-A432-555DE1A70DCB}" dt="2022-09-28T05:52:43.302" v="183"/>
          <ac:inkMkLst>
            <pc:docMk/>
            <pc:sldMk cId="511241232" sldId="474"/>
            <ac:inkMk id="75" creationId="{656E93CD-CC0C-57A7-1A68-6E70C348481D}"/>
          </ac:inkMkLst>
        </pc:inkChg>
        <pc:inkChg chg="del">
          <ac:chgData name="Somak Chatterjee" userId="e6d5a15b-8109-4a04-ba46-d7e9f6fc31a9" providerId="ADAL" clId="{C1428361-C020-47CC-A432-555DE1A70DCB}" dt="2022-09-28T05:52:43.302" v="174"/>
          <ac:inkMkLst>
            <pc:docMk/>
            <pc:sldMk cId="511241232" sldId="474"/>
            <ac:inkMk id="76" creationId="{9E8B6145-BCD7-BA57-BBB9-14797DC83175}"/>
          </ac:inkMkLst>
        </pc:inkChg>
        <pc:inkChg chg="del mod">
          <ac:chgData name="Somak Chatterjee" userId="e6d5a15b-8109-4a04-ba46-d7e9f6fc31a9" providerId="ADAL" clId="{C1428361-C020-47CC-A432-555DE1A70DCB}" dt="2022-09-28T05:52:43.302" v="175"/>
          <ac:inkMkLst>
            <pc:docMk/>
            <pc:sldMk cId="511241232" sldId="474"/>
            <ac:inkMk id="77" creationId="{A378C899-AC9D-3D59-C088-60280D6EB5E5}"/>
          </ac:inkMkLst>
        </pc:inkChg>
      </pc:sldChg>
    </pc:docChg>
  </pc:docChgLst>
  <pc:docChgLst>
    <pc:chgData name="Somak Chatterjee" userId="e6d5a15b-8109-4a04-ba46-d7e9f6fc31a9" providerId="ADAL" clId="{A60F10A8-FDF3-4728-A694-D222578B280C}"/>
    <pc:docChg chg="undo custSel addSld delSld modSld">
      <pc:chgData name="Somak Chatterjee" userId="e6d5a15b-8109-4a04-ba46-d7e9f6fc31a9" providerId="ADAL" clId="{A60F10A8-FDF3-4728-A694-D222578B280C}" dt="2022-09-28T05:29:18.503" v="22" actId="20577"/>
      <pc:docMkLst>
        <pc:docMk/>
      </pc:docMkLst>
      <pc:sldChg chg="add">
        <pc:chgData name="Somak Chatterjee" userId="e6d5a15b-8109-4a04-ba46-d7e9f6fc31a9" providerId="ADAL" clId="{A60F10A8-FDF3-4728-A694-D222578B280C}" dt="2022-09-27T08:33:08.364" v="15"/>
        <pc:sldMkLst>
          <pc:docMk/>
          <pc:sldMk cId="821943433" sldId="256"/>
        </pc:sldMkLst>
      </pc:sldChg>
      <pc:sldChg chg="add">
        <pc:chgData name="Somak Chatterjee" userId="e6d5a15b-8109-4a04-ba46-d7e9f6fc31a9" providerId="ADAL" clId="{A60F10A8-FDF3-4728-A694-D222578B280C}" dt="2022-09-27T08:33:08.364" v="15"/>
        <pc:sldMkLst>
          <pc:docMk/>
          <pc:sldMk cId="3169632458" sldId="257"/>
        </pc:sldMkLst>
      </pc:sldChg>
      <pc:sldChg chg="del">
        <pc:chgData name="Somak Chatterjee" userId="e6d5a15b-8109-4a04-ba46-d7e9f6fc31a9" providerId="ADAL" clId="{A60F10A8-FDF3-4728-A694-D222578B280C}" dt="2022-09-21T10:58:35.704" v="0" actId="47"/>
        <pc:sldMkLst>
          <pc:docMk/>
          <pc:sldMk cId="3817445897" sldId="257"/>
        </pc:sldMkLst>
      </pc:sldChg>
      <pc:sldChg chg="modSp mod">
        <pc:chgData name="Somak Chatterjee" userId="e6d5a15b-8109-4a04-ba46-d7e9f6fc31a9" providerId="ADAL" clId="{A60F10A8-FDF3-4728-A694-D222578B280C}" dt="2022-09-21T10:58:58.900" v="5" actId="1076"/>
        <pc:sldMkLst>
          <pc:docMk/>
          <pc:sldMk cId="567067666" sldId="402"/>
        </pc:sldMkLst>
        <pc:spChg chg="mod">
          <ac:chgData name="Somak Chatterjee" userId="e6d5a15b-8109-4a04-ba46-d7e9f6fc31a9" providerId="ADAL" clId="{A60F10A8-FDF3-4728-A694-D222578B280C}" dt="2022-09-21T10:58:58.900" v="5" actId="1076"/>
          <ac:spMkLst>
            <pc:docMk/>
            <pc:sldMk cId="567067666" sldId="402"/>
            <ac:spMk id="4" creationId="{615601F9-E9D0-44BE-928C-AB37DDC3DCE6}"/>
          </ac:spMkLst>
        </pc:spChg>
      </pc:sldChg>
      <pc:sldChg chg="modSp add mod">
        <pc:chgData name="Somak Chatterjee" userId="e6d5a15b-8109-4a04-ba46-d7e9f6fc31a9" providerId="ADAL" clId="{A60F10A8-FDF3-4728-A694-D222578B280C}" dt="2022-09-28T05:29:18.503" v="22" actId="20577"/>
        <pc:sldMkLst>
          <pc:docMk/>
          <pc:sldMk cId="1186835817" sldId="417"/>
        </pc:sldMkLst>
        <pc:spChg chg="mod">
          <ac:chgData name="Somak Chatterjee" userId="e6d5a15b-8109-4a04-ba46-d7e9f6fc31a9" providerId="ADAL" clId="{A60F10A8-FDF3-4728-A694-D222578B280C}" dt="2022-09-28T05:29:18.503" v="22" actId="20577"/>
          <ac:spMkLst>
            <pc:docMk/>
            <pc:sldMk cId="1186835817" sldId="417"/>
            <ac:spMk id="7" creationId="{00000000-0000-0000-0000-000000000000}"/>
          </ac:spMkLst>
        </pc:spChg>
      </pc:sldChg>
      <pc:sldChg chg="delSp mod">
        <pc:chgData name="Somak Chatterjee" userId="e6d5a15b-8109-4a04-ba46-d7e9f6fc31a9" providerId="ADAL" clId="{A60F10A8-FDF3-4728-A694-D222578B280C}" dt="2022-09-27T08:02:54.527" v="8" actId="478"/>
        <pc:sldMkLst>
          <pc:docMk/>
          <pc:sldMk cId="3774428408" sldId="456"/>
        </pc:sldMkLst>
        <pc:inkChg chg="del">
          <ac:chgData name="Somak Chatterjee" userId="e6d5a15b-8109-4a04-ba46-d7e9f6fc31a9" providerId="ADAL" clId="{A60F10A8-FDF3-4728-A694-D222578B280C}" dt="2022-09-27T08:02:54.527" v="8" actId="478"/>
          <ac:inkMkLst>
            <pc:docMk/>
            <pc:sldMk cId="3774428408" sldId="456"/>
            <ac:inkMk id="5" creationId="{155B4DDC-BE50-BF47-ACAF-000C3600224B}"/>
          </ac:inkMkLst>
        </pc:inkChg>
      </pc:sldChg>
      <pc:sldChg chg="delSp mod">
        <pc:chgData name="Somak Chatterjee" userId="e6d5a15b-8109-4a04-ba46-d7e9f6fc31a9" providerId="ADAL" clId="{A60F10A8-FDF3-4728-A694-D222578B280C}" dt="2022-09-27T08:03:10.222" v="10" actId="478"/>
        <pc:sldMkLst>
          <pc:docMk/>
          <pc:sldMk cId="2817142839" sldId="457"/>
        </pc:sldMkLst>
        <pc:inkChg chg="del">
          <ac:chgData name="Somak Chatterjee" userId="e6d5a15b-8109-4a04-ba46-d7e9f6fc31a9" providerId="ADAL" clId="{A60F10A8-FDF3-4728-A694-D222578B280C}" dt="2022-09-27T08:03:10.222" v="10" actId="478"/>
          <ac:inkMkLst>
            <pc:docMk/>
            <pc:sldMk cId="2817142839" sldId="457"/>
            <ac:inkMk id="13" creationId="{4D8598DF-F3FF-1D4F-8E71-C6B89BCCBAF4}"/>
          </ac:inkMkLst>
        </pc:inkChg>
      </pc:sldChg>
      <pc:sldChg chg="del">
        <pc:chgData name="Somak Chatterjee" userId="e6d5a15b-8109-4a04-ba46-d7e9f6fc31a9" providerId="ADAL" clId="{A60F10A8-FDF3-4728-A694-D222578B280C}" dt="2022-09-27T08:33:04.572" v="14" actId="47"/>
        <pc:sldMkLst>
          <pc:docMk/>
          <pc:sldMk cId="2322597964" sldId="458"/>
        </pc:sldMkLst>
      </pc:sldChg>
      <pc:sldChg chg="del mod modShow">
        <pc:chgData name="Somak Chatterjee" userId="e6d5a15b-8109-4a04-ba46-d7e9f6fc31a9" providerId="ADAL" clId="{A60F10A8-FDF3-4728-A694-D222578B280C}" dt="2022-09-27T08:33:39.954" v="21" actId="2696"/>
        <pc:sldMkLst>
          <pc:docMk/>
          <pc:sldMk cId="3511061813" sldId="460"/>
        </pc:sldMkLst>
      </pc:sldChg>
      <pc:sldChg chg="addSp delSp mod">
        <pc:chgData name="Somak Chatterjee" userId="e6d5a15b-8109-4a04-ba46-d7e9f6fc31a9" providerId="ADAL" clId="{A60F10A8-FDF3-4728-A694-D222578B280C}" dt="2022-09-27T08:31:00.193" v="13" actId="478"/>
        <pc:sldMkLst>
          <pc:docMk/>
          <pc:sldMk cId="4179551167" sldId="462"/>
        </pc:sldMkLst>
        <pc:inkChg chg="add del">
          <ac:chgData name="Somak Chatterjee" userId="e6d5a15b-8109-4a04-ba46-d7e9f6fc31a9" providerId="ADAL" clId="{A60F10A8-FDF3-4728-A694-D222578B280C}" dt="2022-09-27T08:31:00.193" v="13" actId="478"/>
          <ac:inkMkLst>
            <pc:docMk/>
            <pc:sldMk cId="4179551167" sldId="462"/>
            <ac:inkMk id="13" creationId="{03E34B27-2951-B14E-B3A1-A6710EFD361E}"/>
          </ac:inkMkLst>
        </pc:inkChg>
      </pc:sldChg>
      <pc:sldChg chg="del">
        <pc:chgData name="Somak Chatterjee" userId="e6d5a15b-8109-4a04-ba46-d7e9f6fc31a9" providerId="ADAL" clId="{A60F10A8-FDF3-4728-A694-D222578B280C}" dt="2022-09-27T08:33:04.572" v="14" actId="47"/>
        <pc:sldMkLst>
          <pc:docMk/>
          <pc:sldMk cId="3099999989" sldId="463"/>
        </pc:sldMkLst>
      </pc:sldChg>
      <pc:sldChg chg="delSp add del mod">
        <pc:chgData name="Somak Chatterjee" userId="e6d5a15b-8109-4a04-ba46-d7e9f6fc31a9" providerId="ADAL" clId="{A60F10A8-FDF3-4728-A694-D222578B280C}" dt="2022-09-27T08:33:39.954" v="21" actId="2696"/>
        <pc:sldMkLst>
          <pc:docMk/>
          <pc:sldMk cId="1906296884" sldId="464"/>
        </pc:sldMkLst>
        <pc:inkChg chg="del">
          <ac:chgData name="Somak Chatterjee" userId="e6d5a15b-8109-4a04-ba46-d7e9f6fc31a9" providerId="ADAL" clId="{A60F10A8-FDF3-4728-A694-D222578B280C}" dt="2022-09-27T08:33:16.877" v="16" actId="478"/>
          <ac:inkMkLst>
            <pc:docMk/>
            <pc:sldMk cId="1906296884" sldId="464"/>
            <ac:inkMk id="10" creationId="{3719D95D-5BED-E14E-B4E1-885D1613CBF2}"/>
          </ac:inkMkLst>
        </pc:inkChg>
      </pc:sldChg>
      <pc:sldChg chg="delSp del mod">
        <pc:chgData name="Somak Chatterjee" userId="e6d5a15b-8109-4a04-ba46-d7e9f6fc31a9" providerId="ADAL" clId="{A60F10A8-FDF3-4728-A694-D222578B280C}" dt="2022-09-27T08:33:35.883" v="20" actId="47"/>
        <pc:sldMkLst>
          <pc:docMk/>
          <pc:sldMk cId="1292697858" sldId="465"/>
        </pc:sldMkLst>
        <pc:inkChg chg="del">
          <ac:chgData name="Somak Chatterjee" userId="e6d5a15b-8109-4a04-ba46-d7e9f6fc31a9" providerId="ADAL" clId="{A60F10A8-FDF3-4728-A694-D222578B280C}" dt="2022-09-27T08:33:22.488" v="17" actId="478"/>
          <ac:inkMkLst>
            <pc:docMk/>
            <pc:sldMk cId="1292697858" sldId="465"/>
            <ac:inkMk id="6" creationId="{9E31B97C-B9CC-AC44-9860-8AAEFDB94814}"/>
          </ac:inkMkLst>
        </pc:inkChg>
      </pc:sldChg>
      <pc:sldChg chg="delSp mod">
        <pc:chgData name="Somak Chatterjee" userId="e6d5a15b-8109-4a04-ba46-d7e9f6fc31a9" providerId="ADAL" clId="{A60F10A8-FDF3-4728-A694-D222578B280C}" dt="2022-09-27T08:03:03.725" v="9" actId="478"/>
        <pc:sldMkLst>
          <pc:docMk/>
          <pc:sldMk cId="3318927722" sldId="466"/>
        </pc:sldMkLst>
        <pc:inkChg chg="del">
          <ac:chgData name="Somak Chatterjee" userId="e6d5a15b-8109-4a04-ba46-d7e9f6fc31a9" providerId="ADAL" clId="{A60F10A8-FDF3-4728-A694-D222578B280C}" dt="2022-09-27T08:03:03.725" v="9" actId="478"/>
          <ac:inkMkLst>
            <pc:docMk/>
            <pc:sldMk cId="3318927722" sldId="466"/>
            <ac:inkMk id="5" creationId="{1F6F4AC0-713A-2F49-A0D2-7FEF53992BF0}"/>
          </ac:inkMkLst>
        </pc:inkChg>
      </pc:sldChg>
      <pc:sldChg chg="del">
        <pc:chgData name="Somak Chatterjee" userId="e6d5a15b-8109-4a04-ba46-d7e9f6fc31a9" providerId="ADAL" clId="{A60F10A8-FDF3-4728-A694-D222578B280C}" dt="2022-09-27T08:33:35.883" v="20" actId="47"/>
        <pc:sldMkLst>
          <pc:docMk/>
          <pc:sldMk cId="117679903" sldId="4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1"/>
            <a:ext cx="3170238" cy="481013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r">
              <a:defRPr sz="1200"/>
            </a:lvl1pPr>
          </a:lstStyle>
          <a:p>
            <a:fld id="{CC00E1C0-348C-40D3-BEEA-3D2CC97E46E5}" type="datetimeFigureOut">
              <a:rPr lang="en-IN" smtClean="0"/>
              <a:t>17-09-2024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9"/>
            <a:ext cx="3170238" cy="481012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81012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r">
              <a:defRPr sz="1200"/>
            </a:lvl1pPr>
          </a:lstStyle>
          <a:p>
            <a:fld id="{5EBB26E0-1484-46A8-B7A9-B238AB04DE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929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2T09:46:22.9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30514 11660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9-22T06:45:00.3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7365 7686 396 0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9-27T08:07:47.044"/>
    </inkml:context>
    <inkml:brush xml:id="br0">
      <inkml:brushProperty name="width" value="0.05292" units="cm"/>
      <inkml:brushProperty name="height" value="0.05292" units="cm"/>
      <inkml:brushProperty name="color" value="#558ED5"/>
    </inkml:brush>
  </inkml:definitions>
  <inkml:trace contextRef="#ctx0" brushRef="#br0">7689 453 230 0,'0'0'296'0,"0"0"-6"0,0 0-8 15,0 0-13-15,0 0-12 0,0 0-15 0,-4-51-2 16,4 51-11-16,0 0-4 0,0 0-6 0,0 0-13 15,0 0-4-15,0 0-2 0,0 0 4 0,0 0 3 16,0 0-3-16,0 0 1 0,-4-34 0 0,4 34-5 16,0 0-3-16,0 0-11 0,0 0-7 15,0 0-13-15,0 0-10 0,0 0-20 0,0 0-13 16,0 0-16-16,0 0-14 0,0 0-14 0,0 0-10 16,0 0-13-16,0 0-5 0,0 0-8 0,0 0-2 15,0 0-9-15,0 0 8 0,0 0-10 0,0 0 2 16,0 0-7-16,0 0 0 0,0 0-6 0,-3 106 0 15,3-106-2-15,3 34-2 0,-3-34 1 0,3 37-6 16,-3-37-2-16,0 35-1 0,0-35-5 0,3 32-5 16,-3-32-6-16,2 33 2 0,-2-33-4 0,3 33 1 15,-3-33-3-15,0 0-1 0,2 38-1 0,-2-38 1 16,0 0 2-16,4 32-7 0,-4-32-3 0,0 0 2 16,0 0-12-16,0 0-1 0,1 36-4 0,-1-36-1 15,0 0-11-15,0 0-8 0,0 0-9 0,0 0-5 16,0 0-16-16,0 0-20 0,0 0-18 0,0 0-42 15,0 0-57-15,0 0-61 0,0 0-60 0,0 0-72 16,0 0-297-16,0 0-773 0,0 0 342 0</inkml:trace>
  <inkml:trace contextRef="#ctx0" brushRef="#br0" timeOffset="453.02">7689 419 300 0,'0'0'330'0,"0"0"-14"0,0 0-15 0,0 0-20 16,0 0-7-16,5-48-18 0,-5 48 6 0,0 0-15 15,0 0-4-15,0 0-16 0,12-30-12 0,-12 30-23 16,0 0-14-16,23-21-13 0,-23 21-17 0,23-13-14 16,-23 13-14-16,34-13-16 0,-34 13-2 0,40-12-10 15,-12 6-9-15,-28 6-9 0,56-10-9 0,-26 7-8 16,-30 3-7-16,56 0-7 0,-56 0 0 0,47 4-5 16,-47-4-9-16,41 6-4 0,-41-6 1 0,37 12-9 15,-37-12 0-15,23 13 2 0,-23-13-11 0,0 0 1 16,19 28 3-16,-19-28-3 0,0 0-1 0,-7 36-3 15,7-36 6-15,-30 33 1 0,5-16 5 0,-3-1-4 16,-4 1-1-16,-4-3-4 0,0 2-2 0,0-3 0 16,2-3-2-16,3 2-1 0,2-3 4 0,29-9 1 15,-41 9-5-15,41-9 5 0,-29 6-8 0,29-6 4 16,0 0-1-16,0 0-17 0,0 0-43 16,-34 5-62-16,34-5-81 0,0 0-92 0,0 0-91 15,0 0-315-15,0 0-755 0,0 0 334 0</inkml:trace>
  <inkml:trace contextRef="#ctx0" brushRef="#br0" timeOffset="874.79">7961 696 366 0,'0'0'362'0,"0"0"-23"16,0 0-8-16,0 0-9 0,0 0-5 0,0 0-26 16,0 0-20-16,0 0-30 0,0 0-24 0,0 0-18 15,0 0-22-15,0 0-18 0,0 0-21 0,0 0-12 16,0 0-15-16,0 0-16 0,0 0-4 0,0 0-18 16,0 0-2-16,0 0 3 0,75-30-22 0,-75 30-7 15,0 0-1-15,0 0-3 0,37 23-11 0,-37-23-1 16,0 0-8-16,17 25-6 0,-17-25-21 0,0 0-7 15,12 25-8-15,-12-25-12 0,0 0-2 16,0 0 1-16,0 0 5 0,0 0-3 0,-4 40 9 16,4-40 0-16,0 0 3 0,0 0 10 0,0 0 3 15,0 0 6-15,0 0 15 0,0 0 12 0,-24 27 17 16,24-27 8-16,0 0 16 0,0 0 6 0,0 0-9 16,0 0-1-16,0 0-8 0,0 0-5 0,0 0-1 15,0 0-11-15,0 0-6 0,0 0-15 0,0 0-12 16,0 0-32-16,27-92-50 0,-27 92-46 0,0 0-48 15,24-22-52-15,-24 22-48 0,0 0-47 0,28-11-52 16,-28 11-202-16,0 0-618 0,0 0 273 0</inkml:trace>
  <inkml:trace contextRef="#ctx0" brushRef="#br0" timeOffset="1141.1099">8289 717 15 0,'0'0'376'0,"0"0"7"16,0 0-1-16,0 0-2 0,0 0-8 0,0 0-8 16,0 0-23-16,30-39-26 0,-30 39-39 0,0 0-29 15,0 0-33-15,0 0-21 0,0 0-21 0,0 0-19 16,0 0-13-16,0 0-17 0,0 0-11 16,0 0-10-16,0 0-16 0,0 0-6 0,0 0-7 15,0 0-6-15,21 50-7 0,-21-50-4 0,0 0-10 16,0 0-3-16,4 40-13 0,-4-40-18 0,0 0-27 15,0 0-17-15,0 0-30 0,3 28-30 0,-3-28-30 16,0 0-26-16,0 0-20 0,0 0-28 0,0 0-29 16,0 0-57-16,0 0-61 0,0 0-245 0,0 0-637 15,0 0 281-15</inkml:trace>
  <inkml:trace contextRef="#ctx0" brushRef="#br0" timeOffset="1312.8799">8420 565 308 0,'0'0'351'0,"0"0"-25"0,0 0-32 0,0 0-23 15,0 0-31-15,0 0-29 0,0 0-21 0,0 0-44 16,0 0-44-16,0 0-62 0,0 0-71 0,0 0-79 16,0 0-70-16,0 0-180 0,0 0-390 0,0 0 173 15</inkml:trace>
  <inkml:trace contextRef="#ctx0" brushRef="#br0" timeOffset="1750.28">8548 698 102 0,'0'0'453'16,"0"0"5"-16,0 0 4 0,0 0-12 0,0 0-13 15,0 0-15-15,0 0-17 0,0 0-29 0,0 0-35 16,0 0-37-16,0 0-32 0,0 0-29 0,0 0-33 15,0 0-30-15,0 0-21 0,0 0-16 0,0 0-12 16,0 0-26-16,0 0-24 0,0 0-17 0,0 0-18 16,0 0-24-16,0 0-15 0,0 0-26 0,19 33-20 15,-19-33-17-15,0 0-26 0,0 0-15 16,4 30-17-16,-4-30-7 0,0 0-5 0,0 0 7 16,0 0 8-16,0 0 12 0,0 0 10 0,0 0 21 0,0 0 13 15,0 0 31-15,0 37 4 0,0-37 13 0,0 0 12 16,0 0 19-16,0 0 5 0,0 0-1 0,0 0-3 15,0 0 13-15,0 0 2 0,0 0 12 16,49-57-2-16,-49 57-1 0,0 0 6 0,24-22 2 16,-24 22-4-16,0 0-3 0,19-16-3 0,-19 16-3 15,0 0-11-15,0 0 0 0,0 0-9 0,31-11-4 16,-31 11 2-16,0 0-10 0,0 0 1 0,0 0-1 16,0 0-4-16,0 0 3 0,0 0-7 0,51 27 4 15,-51-27 2-15,0 0-7 0,18 22 3 0,-18-22-16 16,0 0-30-16,13 22-27 0,-13-22-36 0,0 0-38 15,0 0-32-15,0 0-41 0,19 22-34 0,-19-22-57 16,0 0-61-16,0 0-272 0,0 0-691 0,0 0 306 16</inkml:trace>
  <inkml:trace contextRef="#ctx0" brushRef="#br0" timeOffset="2062.71">9069 669 413 0,'0'0'437'0,"0"0"2"0,0 0-7 16,0 0-9-16,0 0-10 0,0 0-18 0,0 0-19 15,0 0-28-15,0 0-30 0,0 0-33 0,0 0-28 16,0 0-26-16,0 0-31 0,0 0-20 0,0 0-20 16,0 0-17-16,0 0-10 0,-40-35-15 0,40 35-13 15,0 0-13-15,0 0-3 0,0 0-14 16,0 0-6-16,0 0-8 0,0 0-3 0,-52 47-7 15,52-47-2-15,0 0-11 0,-17 26-1 0,17-26-17 16,0 0-21-16,-15 26-17 0,15-26-17 0,0 0-15 16,-11 26-24-16,11-26-24 0,0 0-20 0,0 0-16 15,0 0-28-15,0 0-35 0,20 44-22 0,-20-44-27 16,0 0-32-16,32 18-24 0,-32-18-23 0,32 7-28 16,-32-7-9-16,36 1-218 0,-36-1-626 0,0 0 277 15</inkml:trace>
  <inkml:trace contextRef="#ctx0" brushRef="#br0" timeOffset="2328.25">9252 698 41 0,'0'0'365'0,"0"0"5"0,0 0 4 0,0 0-5 16,0 0-6-16,0 0-9 0,0 0-11 0,0 0-22 15,0 0-25-15,0 0-35 0,0 0-28 16,0 0-24-16,0 0-25 0,0 0-20 0,0 0-14 15,0 0-15-15,0 0-14 0,0 0-10 0,0 0-11 16,0 0-5-16,0 0-9 0,0 0-16 0,0 0 1 16,0 0-12-16,0 0-3 0,0 0-7 0,0 0-5 15,0 0-1-15,0 0-9 0,7 72-22 0,-7-72-22 16,0 0-46-16,0 0-37 0,0 0-44 0,0 0-24 16,0 0-21-16,0 0-31 0,0 0-48 0,0 0-67 15,0 0-68-15,0 0-212 0,0 0-659 0,0 0 292 16</inkml:trace>
  <inkml:trace contextRef="#ctx0" brushRef="#br0" timeOffset="2500.1">9320 591 319 0,'0'0'362'0,"0"0"-18"15,0 0-12-15,0 0-25 0,0 0-46 0,0 0-21 16,0 0-28-16,0 0-19 0,0 0-44 0,0 0-50 15,0 0-63-15,0 0-55 0,0 0-35 0,0 0-58 16,0 0-71-16,0 0-232 0,0 0-449 0,0 0 199 16</inkml:trace>
  <inkml:trace contextRef="#ctx0" brushRef="#br0" timeOffset="2831.6">9468 682 311 0,'0'0'494'16,"0"0"7"-16,0 0 0 0,0 0-6 0,0 0-12 15,0 0-15-15,0 0-20 0,0 0-34 0,0 0-16 0,0 0-63 16,0 0-39-16,0 0-42 0,0 0-24 0,0 0-24 16,0 0-24-16,0 0-17 0,0 0-12 0,0 0-20 15,0 0-8-15,0 0-13 0,3 57-7 0,-3-57-8 16,-3 37-11-16,3-37-13 0,-6 37-6 15,6-37-6-15,-5 39 0 0,2-19 11 0,1-2-29 0,-1-1-3 16,0 2-3-16,3-2-5 0,-2-1-1 0,1-4-26 16,-1 1-18-16,-2-1-15 0,4-12-28 0,0 19-29 15,0-19-26-15,0 16-22 0,0-16-30 0,-2 11-13 16,2-11-16-16,0 0-15 0,0 0-14 0,0 0-31 16,6 15-28-16,-6-15-32 0,0 0-32 0,0 0-22 15,0 0-43-15,0 0-286 0,0 0-752 16,23-29 333-16</inkml:trace>
  <inkml:trace contextRef="#ctx0" brushRef="#br0" timeOffset="3362.84">9549 714 5 0,'0'0'37'0,"0"0"-3"0,0 0-1 0,0 0-19 15,0 0-1-15,0 0-14 0,0 0-8 0,0 0-12 16,0 0-23-16,0 0 10 0</inkml:trace>
  <inkml:trace contextRef="#ctx0" brushRef="#br0" timeOffset="3940.83">9549 714 77 0,'0'0'95'0,"0"0"0"0,0 0 8 16,0 0-15-16,0 0 5 0,0 0-3 0,0 0-2 16,0 0 5-16,0 0-2 0,0 0-6 0,0 0-3 15,0 0-1-15,0 0-4 0,0 0 4 0,0 0 3 16,0 0 2-16,0 0-1 0,0 0 5 0,0 0 3 15,0 0 7-15,0 0-2 0,0 0 8 0,0 0 1 16,0 0-2-16,0 0-1 0,0 0 1 0,0 0-5 16,0 0 0-16,0 0 1 0,0 0 0 0,0 0-6 15,0 0-3-15,0 0-2 0,0 0-11 0,0 0 3 16,0 0-6-16,0 0-9 0,0 0-5 16,0 0-2-16,0 0-8 0,0 0 0 0,0 0-10 15,0 0-7-15,0 0-3 0,0 0 0 0,0 0-2 16,0 0-1-16,0 0-4 0,0 0-8 0,0 0-2 15,0 0 4-15,0 0-3 0,0 0-4 0,0 0-3 16,0 0-4-16,0 0 1 0,0 0 0 0,0 0 0 16,0 0 4-16,18-34-12 0,-18 34 1 0,0 0 4 15,0 0 3-15,0 0-9 0,47 6 1 0,-47-6-4 16,0 0-2-16,0 0 3 0,0 0 7 16,43 23-6-16,-43-23-4 0,0 0 2 0,0 0 0 0,14 26-4 15,-14-26 6-15,0 0-1 0,0 0 7 0,0 0 3 16,-7 38-5-16,7-38-1 0,0 0-5 0,0 0-8 15,-34 34-1-15,34-34-7 0,-21 12-5 0,21-12 1 16,0 0 0-16,-31 16-4 0,31-16-1 0,0 0 5 16,0 0 1-16,-27 17 2 0,27-17 5 0,0 0-3 15,0 0-1-15,0 0-10 0,0 0-18 16,0 0-26-16,0 0-34 0,0 0-28 0,0 0-45 16,0 0-56-16,0 0-40 0,0 0-146 0,0 0-459 15,0 0 204-15</inkml:trace>
  <inkml:trace contextRef="#ctx0" brushRef="#br0" timeOffset="4276.28">9812 617 346 0,'0'0'396'0,"0"0"5"16,0 0 1-16,0 0-13 0,0 0-15 0,10-46-9 15,-10 46-13-15,0 0-15 0,0 0-18 0,0 0-14 16,0 0-32-16,0 0-30 0,0 0-26 0,0 0-26 16,0 0-25-16,0 0-24 0,0 0-16 0,0 0-14 15,0 0-10-15,0 0-9 0,0 0-12 0,0 0-5 16,0 0-6-16,0 0-8 0,0 0-3 0,0 0-6 16,0 0-4-16,0 0-7 0,-17 106-1 15,17-106-4-15,-7 33-3 0,7-33-3 0,-4 38-5 16,4-38-3-16,-2 34 0 0,2-34-24 0,0 0-23 15,0 41-30-15,0-41-29 0,0 0-42 0,3 34-40 16,-3-34-33-16,0 0-37 0,0 0-40 0,13 30-53 16,-13-30-49-16,0 0-52 0,0 0-249 0,22 14-734 15,-22-14 325-15</inkml:trace>
  <inkml:trace contextRef="#ctx0" brushRef="#br0" timeOffset="4823.03">9979 787 205 0,'0'0'289'0,"0"0"-19"16,0 0-21-16,0 0-7 0,0 0-11 0,0 0-11 16,0 0-11-16,0 0-15 0,0 0-16 0,0 0-16 15,0 0 0-15,0 0 1 0,0 0-25 0,0 0-6 16,0 0-8-16,0 0-12 0,0 0-14 0,0 0-2 15,0 0-11-15,0 0-7 0,0 0-7 0,0 0-11 16,0 0 1-16,0 0-8 0,0 0-1 0,0 0 1 16,0 0-17-16,0 0 8 0,0 0-5 0,0 0-5 15,0 0 9-15,0 0-2 0,0 0-8 16,0 0-1-16,0 0 11 0,72 1-3 0,-72-1-6 16,0 0 7-16,30-8 8 0,-30 8 1 0,0 0 2 15,31-11-11-15,-31 11 3 0,0 0 7 0,21-13-6 16,-21 13 5-16,0 0 11 0,0 0 1 0,0 0 3 0,19-23-13 15,-19 23-8-15,0 0-5 0,0 0-5 0,0 0-8 16,0 0-2-16,0 0 0 0,0 0-4 16,0 0-3-16,0 0-5 0,0 0 0 0,0 0-10 15,0 0-6-15,0 0 8 0,0 0-9 0,0 0 0 16,0 0-1-16,0 0 0 0,0 0-2 0,0 0 9 16,0 0-8-16,0 0 5 0,0 0-1 0,0 0 6 15,-93 29-2-15,93-29-2 0,-14 25 3 0,14-25-2 16,0 0-5-16,-16 29-8 0,16-29-1 0,0 0-4 15,0 0 6-15,-4 29 3 0,4-29-4 0,0 0 1 16,0 0 4-16,0 0 3 0,36 28-1 0,-36-28 6 16,36 10 3-16,-36-10-3 0,38 4-3 0,-38-4-8 15,41 0-12-15,-41 0-21 0,40-1-30 16,-40 1-33-16,0 0-49 0,51-9-43 0,-51 9-50 16,30-5-62-16,-30 5-61 0,28-12-233 0,-28 12-654 15,0 0 289-15</inkml:trace>
  <inkml:trace contextRef="#ctx0" brushRef="#br0" timeOffset="5197.92">10447 652 70 0,'0'0'386'0,"0"0"-2"0,0 0-28 16,0 0-23-16,0 0-32 0,0 0-23 0,0 0-10 15,0 0-25-15,0 0-27 0,0 0-27 0,0 0-18 16,0 0-21-16,0 0-25 0,0 0-9 0,0 0-11 16,0 0-15-16,0 0-3 0,0 0-14 0,0 0-13 15,0 0 4-15,0 0-4 0,0 0-8 0,0 0-14 0,0 0-1 16,0 0-1-16,0 0-2 0,0 0-6 16,0 0 1-16,0 0 5 0,-18 86-3 0,18-86 12 15,0 0 5-15,0 0-3 0,18 35 1 0,-18-35 1 16,14 17-7-16,-14-17 3 0,0 0-10 0,23 23 5 15,-23-23-14-15,0 0 1 0,16 19-4 0,-16-19-1 16,0 0 5-16,0 0-12 0,0 0-2 0,0 0 0 16,16 20-2-16,-16-20 0 0,0 0 2 0,0 0-6 15,0 0-16-15,0 0-25 0,0 0-42 0,0 0-36 16,-73 15-43-16,73-15-50 0,-39-1-42 0,39 1-49 16,0 0-46-16,-44-3-243 0,44 3-635 0,0 0 282 15</inkml:trace>
  <inkml:trace contextRef="#ctx0" brushRef="#br0" timeOffset="6041.58">11386 707 38 0,'0'0'284'0,"0"0"13"16,0 0 5-16,0 0 6 0,0 0 3 0,0 0-2 16,0 0 8-16,0 0 0 0,0 0-16 15,0 0-16-15,0 0-12 0,0 0-11 0,0 0-15 16,0 0-11-16,0 0-13 0,0 0-9 0,0 0-16 16,0 0-12-16,0 0-11 0,0 0-23 0,0 0-13 15,0 0-19-15,0 0-14 0,0 0-13 0,0 0-12 16,0 0-7-16,0 0-9 0,59-21-8 0,-59 21-7 15,0 0-3-15,0 0-9 0,55 10-5 0,-55-10-3 16,26 9-6-16,-26-9-13 0,0 0-14 0,30 21-17 16,-30-21-16-16,14 17-11 0,-14-17-5 0,0 0 3 15,9 26 3-15,-9-26-3 0,0 0 3 0,0 0 0 16,0 0-1-16,-28 42-2 0,28-42-1 0,-29 18 1 16,29-18 7-16,-33 12 0 0,33-12 2 0,-31 7 9 15,31-7 5-15,0 0 2 0,-38 5 12 0,38-5 7 16,0 0 24-16,0 0 19 0,0 0 7 0,0 0 7 15,-39-24-10-15,39 24-4 0,0 0-5 0,-2-31-8 16,2 31-18-16,0 0-25 0,0 0-24 0,26-52-36 16,-26 52-61-16,30-24-55 0,-30 24-62 0,36-19-68 15,-12 10-60-15,-24 9-326 0,50-12-768 16,-22 8 340-16</inkml:trace>
  <inkml:trace contextRef="#ctx0" brushRef="#br0" timeOffset="6416.49">11785 616 433 0,'0'0'447'0,"0"0"13"0,-10-48-4 16,10 48-7-16,0 0-2 0,0 0-3 0,-9-37-8 16,9 37-20-16,0 0-18 0,0 0-12 0,0 0-30 15,-8-29-27-15,8 29-38 0,0 0-24 0,0 0-51 16,0 0-21-16,0 0-20 0,0 0-22 0,0 0-16 15,0 0-15-15,0 0-12 0,0 0-15 0,0 0-7 16,0 0 9-16,0 0-30 0,0 0-3 0,0 0-4 16,-8 106-7-16,8-106-3 0,-2 51-5 0,-1-22-5 15,-3 0-5-15,6-29-6 0,-9 56-3 16,5-29 20-16,4-27-18 0,-5 54-4 0,0-25 2 16,4-1-7-16,-2 2-1 0,-2-1-7 0,3 0-15 0,2-1-13 15,7-1-10-15,-7-1-12 0,0-3-18 0,0 3-13 16,2-9-9-16,1 0 7 0,1-3-16 0,-4 1-8 15,2-4-12-15,0 0-15 0,-2-11-15 0,0 18-27 16,0-18-19-16,0 0-33 0,0 13-21 16,0-13-39-16,0 0-65 0,13 7-69 0,-13-7-83 15,0 0-306-15,23-6-867 0,-23 6 384 0</inkml:trace>
  <inkml:trace contextRef="#ctx0" brushRef="#br0" timeOffset="6635.19">11758 992 407 0,'0'0'487'0,"0"0"12"0,0 0-6 0,0 0-26 16,0 0-35-16,7-18-30 0,-7 18-42 0,0 0-33 16,0 0-37-16,0 0-26 0,0 0-32 0,0 0-24 15,0 0-17-15,43-23-27 0,-43 23-26 0,0 0-37 16,36-8-43-16,-36 8-48 0,32-8-50 0,-32 8-53 15,36-9-57-15,-36 9-77 0,38-6-74 0,-38 6-79 16,37-9-344-16,-37 9-783 0,41-10 347 0</inkml:trace>
  <inkml:trace contextRef="#ctx0" brushRef="#br0" timeOffset="7010.12">12952 634 35 0,'0'0'433'0,"0"0"17"0,0 0 0 16,13-42-21-16,-13 42-4 0,0 0-1 0,0 0-9 15,0 0-10-15,0 0-11 0,-7-43-16 0,7 43-16 16,0 0-23-16,0 0-16 0,0 0-26 0,-16-27-23 15,16 27-33-15,0 0-22 0,0 0-29 0,0 0-17 16,0 0-21-16,-33-12-1 0,33 12-20 0,0 0-22 16,0 0-16-16,0 0-2 0,-63 24-18 0,63-24-12 15,-32 22 9-15,32-22-9 0,-36 31-12 0,19-13 0 16,3-3-9-16,14-15 1 0,-25 32-6 0,25-32-9 16,-18 33-17-16,18-33-14 0,-11 32-23 0,11-32-16 15,-2 30-24-15,2-30-12 0,0 0-27 0,16 47-37 16,-16-47-44-16,21 26-40 0,-21-26-43 0,33 25-35 15,-20-14-33-15,-13-11-35 0,36 16-37 0,-36-16-34 16,41 6-366-16,-41-6-876 0,38 3 388 0</inkml:trace>
  <inkml:trace contextRef="#ctx0" brushRef="#br0" timeOffset="7884.9">13082 751 252 0,'0'0'301'0,"0"0"-21"16,0 0-29-16,0 0-21 0,0 0-20 0,0 0-20 15,0 0-19-15,0 0-15 0,0 0-16 0,0 0-11 16,0 0-2-16,0 0-8 0,0 0-9 0,0 0-2 15,0 0-4-15,0 0-9 0,0 0 3 0,0 0 7 16,0 0-4-16,0 0 10 0,0 0 10 16,0 0-1-16,0 0 2 0,0 0 2 0,0 0 2 0,0 0 2 15,60-4 8-15,-60 4 7 0,27-10-14 16,-27 10-1-16,0 0 5 0,34-15 0 0,-34 15 3 16,21-13-5-16,-21 13-5 0,0 0 1 0,23-20-5 15,-23 20-6-15,0 0-3 0,0 0-5 0,21-18-12 16,-21 18-14-16,0 0-13 0,0 0-10 0,0 0-5 15,0 0-10-15,0 0-6 0,0 0-6 0,0 0-4 16,0 0-3-16,0 0-6 0,-54-36-5 0,54 36-2 16,0 0-1-16,0 0-5 0,0 0 2 0,-65 24-5 15,65-24 2-15,-27 15-2 0,27-15-3 0,-18 18 1 16,18-18 2-16,0 0-3 0,-22 29-7 0,22-29-7 16,0 0 0-16,-9 31 1 0,9-31 0 0,0 0-3 15,0 0-2-15,5 40 2 0,-5-40 5 0,0 0-1 16,0 0 4-16,31 31-4 0,-31-31 0 0,27 12 1 15,-27-12 1-15,29 8 1 0,-29-8-2 0,43 6 3 16,-43-6 5-16,40-3-1 0,-40 3 6 0,47-9-4 16,-47 9 1-16,38-10 3 0,-11 1-1 15,-27 9 13-15,34-18 8 0,-34 18 3 0,31-18 0 16,-31 18 3-16,25-21 12 0,-25 21-6 0,19-14 5 16,-19 14 3-16,0 0-5 0,0 0 2 0,23-19 3 15,-23 19-1-15,0 0-6 0,0 0-1 0,0 0-5 16,0 0-5-16,0 0-4 0,0 0 0 0,0 0-9 15,17-18-7-15,-17 18 3 0,0 0-12 0,0 0-4 16,0 0 7-16,0 0-8 0,0 0 0 0,0 0 8 16,0 0-5-16,0 0-9 0,0 0 1 0,0 0-4 15,0 0-10-15,0 0-6 0,0 0 0 0,0 0-4 16,0 0-4-16,0 0-7 0,0 0-3 0,0 0-3 16,4 67-5-16,-4-67 0 0,0 0 2 0,0 0 1 15,0 0 1-15,0 0 6 0,0 0 4 0,18 23 11 16,-18-23-2-16,0 0 11 0,0 0 2 0,0 0 7 15,0 0 1-15,0 0-1 0,0 0 4 0,0 0 4 16,51-12 8-16,-51 12 4 0,0 0 11 16,0 0-3-16,0 0 4 0,0 0 8 0,34-23 5 15,-34 23 1-15,0 0-8 0,0 0 4 0,0 0-5 16,21-14-2-16,-21 14-3 0,0 0-3 0,0 0-6 16,0 0 1-16,0 0-4 0,0 0 0 0,0 0-3 0,0 0-3 15,0 0-16-15,0 0-23 0,0 0-22 0,0 0-37 16,42 20-33-16,-42-20-40 0,0 0-38 0,0 0-38 15,22 24-46-15,-22-24-56 0,0 0-62 16,23 16-259-16,-23-16-730 0,0 0 323 0</inkml:trace>
  <inkml:trace contextRef="#ctx0" brushRef="#br0" timeOffset="8212.94">13933 603 4 0,'0'0'392'0,"0"0"6"0,0 0 21 0,7-51-2 0,-7 51 9 16,0 0 2-16,0 0-13 0,0 0-12 15,0-34-10-15,0 34-4 0,0 0-14 0,0 0-16 16,0 0-11-16,0 0-24 0,0 0-27 0,0 0-31 16,0 0-26-16,0 0-40 0,0 0-15 0,0 0-7 15,0 0-43-15,0 0-15 0,0 0-12 0,0 0-6 16,0 0-15-16,0 0-6 0,0 0-10 0,0 0-5 15,0 0 1-15,0 0-6 0,0 0-10 0,0 0-6 16,0 0-3-16,0 0-4 0,-2 120-4 0,2-120-6 16,2 37 0-16,-2-37 3 0,0 38-32 0,0-38-32 15,0 32-21-15,0-32-25 0,0 0-28 0,2 35-26 16,-2-35-33-16,0 0-34 0,0 0-35 0,0 0-38 16,2 38-14-16,-2-38-27 0,0 0-18 0,0 0-18 15,0 0-18-15,0 0-46 0,0 0-45 0,0 0-249 16,0 0-767-16,0 0 339 0</inkml:trace>
  <inkml:trace contextRef="#ctx0" brushRef="#br0" timeOffset="8431.64">13839 731 113 0,'0'0'393'15,"0"0"9"-15,0 0 7 0,0 0-14 0,-37-21-13 16,37 21-11-16,0 0-15 0,0 0-19 0,0 0-32 15,0 0-29-15,0 0-31 0,0 0-28 0,0 0-23 16,0 0-24-16,0 0-33 0,0 0-36 0,0 0-36 16,66-25-45-16,-66 25-42 0,0 0-30 0,51-7-50 15,-51 7-33-15,36 0-41 0,-36 0-32 0,37-1-36 16,-37 1-34-16,38-2-45 0,-38 2-235 16,0 0-605-16,0 0 267 0</inkml:trace>
  <inkml:trace contextRef="#ctx0" brushRef="#br0" timeOffset="8915.9">14133 667 326 0,'0'0'397'0,"0"0"-5"16,0 0 9-16,0 0 0 0,0 0-6 0,0 0-7 16,0 0-12-16,0 0-17 0,0 0-23 0,0 0-27 15,0 0-32-15,0 0-28 0,0 0-30 0,0 0-25 16,0 0-27-16,0 0-20 0,0 0-15 0,0 0-12 15,0 0-16-15,0 0-7 0,0 0-14 0,0 0-6 16,0 0-9-16,27 29-10 0,-27-29-20 0,0 0-17 16,13 23-16-16,-13-23-26 0,0 0-10 0,0 0-7 15,9 38-11-15,-9-38-12 0,0 0-7 0,0 0-11 16,0 0-5-16,-4 33 0 0,4-33 3 16,0 0 1-16,0 0 14 0,0 0 1 0,0 0 17 15,0 0 5-15,0 0 8 0,0 0-3 0,0 0 17 16,0 0 12-16,0 0 1 0,0 0 14 0,0 0 5 15,0 0 3-15,0 0 5 0,0 0 3 0,0 0-9 16,0 0 11-16,0 0 1 0,0 0-4 0,34-69 1 16,-34 69-5-16,0 0 0 0,0 0-4 0,0 0-6 15,22-20-4-15,-22 20 2 0,0 0-2 0,0 0-3 16,0 0-2-16,0 0 1 0,0 0-5 0,34-5 1 16,-34 5-1-16,0 0 0 0,0 0-2 0,0 0 9 15,0 0-5-15,0 0 1 0,0 0 0 0,0 0-1 16,34 32 0-16,-34-32 0 0,0 0 6 0,0 0-14 15,13 24-18-15,-13-24-19 0,0 0-29 0,0 0-14 16,0 0-21-16,0 0-15 0,11 24-26 0,-11-24-18 16,0 0-17-16,0 0-22 0,0 0-23 15,0 0-34-15,0 0-42 0,0 0-236 0,0 0-592 0,0 0 262 16</inkml:trace>
  <inkml:trace contextRef="#ctx0" brushRef="#br0" timeOffset="9087.74">14384 591 205 0,'0'0'293'0,"0"0"-28"0,0 0-22 0,0 0-29 16,0 0-27-16,0 0-26 0,0 0-44 0,0 0-65 16,0 0-58-16,0 0-42 0,0 0-53 0,0 0-163 15,0 0-286-15,0 0 127 0</inkml:trace>
  <inkml:trace contextRef="#ctx0" brushRef="#br0" timeOffset="9478.27">14686 510 28 0,'0'0'388'0,"0"0"20"0,0 0-11 0,8-45-22 16,-8 45-12-16,0 0-14 0,0 0-14 0,0 0-2 15,-22-39-8-15,22 39-14 0,0 0-17 0,-29-20-17 16,29 20-22-16,0 0-27 0,0 0-25 16,-27-11-23-16,27 11-18 0,0 0-14 0,0 0-16 15,0 0-4-15,0 0 5 0,0 0 8 0,-58 36-5 16,58-36-2-16,-19 32 3 0,19-32-27 0,-15 35 1 16,8-11 0-16,7-24-11 0,-12 44-11 0,4-19-3 15,8-25-13-15,-7 57-3 0,5-27-5 0,-2 2-1 16,4-32-11-16,0 64-1 0,2-34 1 0,0 1-12 15,2 3-2-15,1-5-8 0,-3 0 3 0,2 0-4 16,0-1-8-16,-1-3 4 0,2-2-2 0,-3-4-4 16,1-4-2-16,-2 1 4 0,0-5-9 0,1 1 5 15,-2-12-7-15,0 15-5 0,0-15-23 0,0 0-12 16,0 16-22-16,0-16-13 0,0 0-24 0,0 0-22 16,0 0-41-16,0 0-45 0,0 0-65 0,-11 5-57 15,11-5-36-15,0 0-55 0,0 0-54 0,0 0-34 16,-14-32-284-16,14 32-846 0,-2-28 375 0</inkml:trace>
  <inkml:trace contextRef="#ctx0" brushRef="#br0" timeOffset="9665.73">14414 816 19 0,'0'0'344'0,"0"0"15"0,0 0 5 0,-9-48 3 15,9 48-17-15,0 0-15 0,0 0-23 0,0 0-14 16,0 0-22-16,0 0-26 0,0 0-27 0,0 0-28 15,10-40-21-15,-10 40-17 0,0 0-23 0,0 0-51 16,37-14-55-16,-37 14-39 0,34-4-52 0,-34 4-45 16,0 0-41-16,51 0-41 0,-51 0-40 0,35-1-38 15,-35 1-28-15,40-2-197 0,-40 2-532 0,0 0 235 16</inkml:trace>
  <inkml:trace contextRef="#ctx0" brushRef="#br0" timeOffset="10071.84">14740 678 266 0,'0'0'286'0,"0"0"9"16,0 0-8-16,0 0-5 0,0 0-18 0,0 0 4 16,0 0-15-16,0 0-2 0,0 0-9 0,0 0-16 15,0 0-16-15,0 0-21 0,0 0-26 0,0 0-11 16,0 0-25-16,0 0-9 0,0 0-18 0,0 0-15 16,0 0-1-16,0 0-13 0,0 0-6 0,0 0-5 15,0 0 3-15,0 0-9 0,0 0-5 0,3 60-12 16,-3-60-4-16,0 0 8 0,0 0-1 15,3 39-18-15,-3-39-12 0,0 0-10 0,0 0-3 0,8 32-15 16,-8-32-3-16,0 0-10 0,0 0 6 0,0 0 2 16,14 21 3-16,-14-21 7 0,0 0-3 15,0 0 0-15,0 0 10 0,0 0-11 0,0 0 4 0,0 0 22 16,60-19-13-16,-60 19 5 0,0 0 4 16,25-24 16-16,-25 24 10 0,0 0 3 0,18-21 4 15,-18 21-4-15,0 0 0 0,0 0 6 0,0 0 7 16,25-16-14-16,-25 16 2 0,0 0-2 0,0 0-8 15,0 0 0-15,0 0 0 0,0 0-12 0,0 0-4 16,0 0 5-16,0 0 7 0,0 0-15 0,0 0 3 16,0 0 0-16,0 0-7 0,0 0-8 0,0 0-15 15,0 0-30-15,57 18-31 0,-57-18-26 0,0 0-32 16,24 19-27-16,-24-19-23 0,0 0-33 0,30 16-38 16,-30-16-39-16,22 10-32 0,-22-10-192 0,0 0-567 15,0 0 252-15</inkml:trace>
  <inkml:trace contextRef="#ctx0" brushRef="#br0" timeOffset="10665.5">15142 735 116 0,'0'0'269'0,"0"0"-7"0,0 0-11 0,0 0-6 16,0 0-9-16,0 0-5 0,0 0-20 0,37-21-17 15,-37 21-12-15,0 0-14 0,0 0-14 0,0 0-11 16,0 0-20-16,0 0-15 0,0 0-11 15,0 0-14-15,0 0-7 0,0 0-7 0,0 0-8 16,0 0-7-16,0 0-8 0,0 0 4 0,0 0-16 16,0 0-2-16,0 0 7 0,53 21-9 0,-53-21-4 15,0 0 2-15,0 0-1 0,0 0-7 0,0 0 4 16,0 0 2-16,0 0-11 0,0 0 3 0,0 0-2 16,0 0 1-16,0 0 2 0,0 0-2 0,0 0-6 15,0 0 6-15,0 0-5 0,0 0 2 0,0 0 9 16,0 0-3-16,0 0 8 0,0 0 4 0,0 0 4 15,0 0 3-15,0 0 3 0,0 0-4 0,0 0-2 16,0 0 8-16,0 0 1 0,0 0-18 0,0 0 8 16,0 0-8-16,0 0-8 0,0 0-8 0,0 0 1 15,0 0 0-15,0 0-6 0,0 0 0 0,0 0-6 16,0 0 4-16,0 0 0 0,2 35 0 0,-2-35-8 16,18 41 16-16,-10-18-7 0,-6 4-1 0,1-2 5 15,2 3 3-15,-1-3-10 0,-4-1 3 0,-1 2-1 16,-1 0 9-16,1-6-5 0,-6 6-3 0,2-6 4 15,-4 4-5-15,2-5 2 0,-3-2-2 16,1-2 4-16,-1 1 9 0,-1-3 6 0,2-3-18 16,-1-2 8-16,10-8-6 0,-14 16 5 0,5-10 1 15,9-6 4-15,-14 6 17 0,14-6-6 0,0 0 8 16,-22 1 7-16,22-1-9 0,0 0 14 0,-24-9 3 16,15 4 24-16,-1-3 2 0,10 8 10 0,-13-15-3 15,9 5-8-15,0-1-5 0,4 11-6 0,-2-29-1 16,6 14-5-16,1-2-13 0,1 1-7 0,6 0-24 15,-3 0-16-15,9 4-15 0,3-2-23 0,-3 2-33 16,4 0-26-16,-1 4-42 0,0 3-30 0,-1 2-34 16,0 2-38-16,-1-2-44 0,-19 3-49 0,33 1-51 15,-20 1-228-15,-13-2-663 0,20 1 294 16</inkml:trace>
  <inkml:trace contextRef="#ctx0" brushRef="#br0" timeOffset="11587.15">15413 802 48 0,'0'0'282'0,"0"0"-21"0,0 0-20 0,0 0-17 16,0 0-18-16,0 0-10 0,0 0-10 0,0 0-10 16,0 0-23-16,0 0-12 0,0 0-11 0,0 0-13 15,0 0-13-15,0 0-6 0,0 0-11 0,0 0-11 16,0 0-6-16,26-26-7 0,-26 26-9 0,0 0 0 16,0 0-10-16,0 0-4 0,0 0-3 0,0 0 4 15,0 0-1-15,38-3-2 0,-38 3-3 0,0 0-8 16,0 0-6-16,0 0-1 0,0 0-3 15,0 0-5-15,0 0-2 0,0 0 0 0,0 0-4 0,44 18 6 16,-44-18-10-16,0 0 2 0,0 0-1 0,0 0-2 16,0 0 0-16,0 0 3 0,0 0 1 0,0 0-1 15,0 0 2-15,0 0 2 0,0 0-2 0,0 0-1 16,0 0-1-16,0 0 1 0,-45 65 3 0,45-65-2 16,0 0-4-16,0 0 3 0,0 0-1 0,-35 5 5 15,35-5-4-15,0 0 9 0,0 0-8 16,0 0 6-16,0 0-4 0,0 0 0 0,0 0 4 15,0 0-4-15,0 0 0 0,0 0 3 0,0 0 5 16,0 0-6-16,-42-38 0 0,42 38-1 0,0 0 0 16,0 0-8-16,0 0 4 0,0 0 0 0,0 0-5 15,0 0 3-15,0 0-6 0,0 0 3 0,50-52 9 16,-50 52-15-16,0 0 10 0,0 0-2 0,31-6-5 16,-31 6 4-16,0 0-9 0,0 0-1 0,0 0 4 15,0 0 0-15,0 0-3 0,0 0 5 0,0 0-2 16,57 25-3-16,-57-25 3 0,0 0 5 15,19 22-1-15,-19-22-3 0,0 0-3 0,17 19 9 16,-17-19-4-16,0 0 0 0,15 25 1 0,-15-25 3 16,0 0-5-16,0 0 4 0,16 21-2 0,-16-21 7 15,0 0-12-15,0 0 9 0,0 0-1 0,22 19 2 16,-22-19-6-16,0 0 4 0,0 0 0 0,40-2-1 16,-40 2 9-16,0 0-9 0,64-24 1 0,-31 8 19 15,1 3 32-15,-5-5-4 0,0 1-5 0,-3-2 2 16,2 1 4-16,-4-4 9 0,-1 1-6 0,-4-2 5 15,2-2-2-15,-7 0-6 0,0 3-3 0,-4-4-9 16,-10 26 0-16,11-44 6 0,-11 44-17 0,3-38 2 16,-3 38-15-16,0 0 5 0,-7-39 1 15,7 39-11-15,0 0 2 0,-15-23 4 0,15 23-9 16,0 0-12-16,0 0 4 0,-28-14 4 0,28 14-6 0,0 0-1 16,0 0 3-16,0 0-8 0,0 0 11 0,-45 42 8 15,45-42 10-15,-13 34 0 0,13-34-6 0,-8 40 6 16,5-16 9-16,3-24-1 0,-5 50 5 15,5-50-7-15,2 44 4 0,-2-44 0 0,3 45-9 16,1-20 5-16,-4-25 9 0,11 44-15 0,-11-44-2 16,16 35 6-16,-3-13 1 0,-13-22-6 0,23 29 4 15,-12-16-3-15,1-2 0 0,-1-2-1 0,-2-2 2 16,2 0-8-16,-11-7 1 0,20 9-12 0,-20-9-26 16,15 4-31-16,-15-4-46 0,0 0-56 0,0 0-70 15,0 0-76-15,0 0-379 0,0 0-740 0,0 0 328 16</inkml:trace>
  <inkml:trace contextRef="#ctx0" brushRef="#br0" timeOffset="12415.09">17030 433 112 0,'0'0'292'0,"0"0"-18"0,19-37-5 15,-19 37-4-15,0 0-2 0,0 0-1 0,0 0 0 16,0 0-6-16,0 0-5 0,0 0-8 0,0 0-12 16,-17-51-6-16,17 51-4 0,0 0-7 0,0 0-14 15,-25-18-15-15,25 18-15 0,0 0-10 0,0 0-10 16,-36-3-15-16,36 3 6 0,0 0-6 0,0 0-9 15,-51 28-10-15,51-28 7 0,-26 39 12 0,12-15-15 16,1 2-3-16,6 3 8 0,-3 0 3 0,3 2-8 16,1 2-11-16,3-1-9 0,-1 3-11 0,3 1-3 15,6 11-7-15,-3-13 3 0,-1 1-8 0,5 12-5 16,-1-13-6-16,0 0-9 0,-2-1 2 16,-1 0-3-16,4 2-7 0,-1-4-4 0,-4-3-3 15,-1-1-7-15,0-6-2 0,0-2-3 0,1-2 6 16,-2 1-9-16,2-5-4 0,-1-13-1 0,-2 21-4 15,0-10 3-15,2-11-3 0,0 0 0 0,-7 22-3 16,7-22-19-16,-3 9-21 0,3-9-31 0,-7 8-42 16,7-8-51-16,0 0-63 0,-14 5-68 0,14-5-73 15,0 0-83-15,0 0-75 0,-20-16-349 0,20 16-934 16,-3-23 414-16</inkml:trace>
  <inkml:trace contextRef="#ctx0" brushRef="#br0" timeOffset="12633.78">16663 823 132 0,'0'0'448'0,"0"0"39"15,0 0 11-15,0 0-11 0,0 0-21 0,-15-32-25 16,15 32-25-16,0 0-42 0,0 0-35 16,0 0-41-16,0 0-30 0,0 0-29 0,0 0-25 15,30-40-22-15,-30 40-24 0,30-13-39 0,-30 13-38 16,46-6-48-16,-46 6-55 0,48-8-51 0,-18 5-40 15,-30 3-60-15,58-4-40 0,-31 1-41 0,-27 3-45 16,41 0-43-16,-41 0-45 0,43-4-281 0,-43 4-712 16,40-3 316-16</inkml:trace>
  <inkml:trace contextRef="#ctx0" brushRef="#br0" timeOffset="12883.72">17158 688 167 0,'0'0'378'0,"0"0"17"15,0 0 21-15,0 0 10 0,0 0 1 16,0 0-1-16,0 0-8 0,0 0-16 0,0 0-31 16,0 0-38-16,0 0-34 0,0 0-33 0,0 0-35 15,0 0-24-15,0 0-22 0,0 0-22 0,0 0-17 16,0 0-9-16,0 0-17 0,0 0-13 0,0 0-5 16,0 0-13-16,0 0-10 0,0 0-5 0,-20 82-3 15,20-82-11-15,3 29-6 0,-3-29-3 0,0 0-3 16,5 32-35-16,-5-32-28 0,0 0-48 0,0 0-44 15,0 0-51-15,5 32-51 0,-5-32-43 0,0 0-40 16,0 0-48-16,0 0-96 0,0 0-363 0,0 0-864 16,0 0 382-16</inkml:trace>
  <inkml:trace contextRef="#ctx0" brushRef="#br0" timeOffset="13055.56">17237 608 299 0,'0'0'386'16,"0"0"-20"-16,0 0-41 0,0 0-30 0,0 0-35 16,0 0-37-16,0 0-55 0,0 0-58 0,0 0-68 15,0 0-84-15,0 0-79 0,0 0-73 0,0 0-160 16,0 0-382-16,31-29 170 0</inkml:trace>
  <inkml:trace contextRef="#ctx0" brushRef="#br0" timeOffset="13352.34">17517 534 119 0,'0'0'474'0,"0"0"-3"16,0 0-23-16,0 0-19 0,0 0-32 0,0 0-32 15,0 0-22-15,0 0-30 0,0 0-29 0,0 0-31 16,0 0-29-16,0 0-19 0,0 0-19 0,0 0-13 15,0 0-6-15,0 0-9 0,0 0-8 16,0 0-3-16,0 0-9 0,0 0-12 0,0 0-3 0,0 0-5 16,0 0-7-16,-14 88-10 0,14-88-7 0,1 37-9 15,-1-37-9-15,1 51-9 0,3-26-4 16,-4-25-7-16,4 39-5 0,-4-39-26 0,4 35-17 16,-4-35-37-16,4 29-37 0,-4-29-49 0,0 0-47 15,3 36-51-15,-3-36-56 0,0 0-59 0,0 0-67 16,0 0-83-16,18 22-272 0,-18-22-811 0,0 0 360 15</inkml:trace>
  <inkml:trace contextRef="#ctx0" brushRef="#br0" timeOffset="13664.79">17818 581 116 0,'0'0'441'0,"0"0"29"0,0 0 20 16,0 0 6-16,0 0 2 0,0 0-6 0,0 0-2 15,0 0 2-15,0 0-22 0,0 0-29 0,0 0-23 16,0 0-48-16,-16-50-46 0,16 50-22 0,0 0-29 16,0 0-31-16,0 0-28 0,0 0-21 0,0 0-25 15,0 0-18-15,0 0-18 0,0 0-12 0,0 0-16 16,0 0-3-16,0 0-5 0,0 0-8 16,0 0-88-16,0 0 0 0,-20 88 0 0,20-88 0 15,-8 34 0-15,8-34 0 0,-5 36 0 0,5-36 0 16,-4 39 0-16,4-39 0 0,-7 33 0 0,7-33 0 15,0 0 0-15,2 35 0 0,-2-35-149 0,0 0-88 16,0 0-37-16,0 39-41 0,0-39-25 0,0 0-24 16,0 0-17-16,0 0-33 0,0 0-17 0,17 25-24 15,-17-25-18-15,0 0-254 0,0 0-787 0,0 0 349 16</inkml:trace>
  <inkml:trace contextRef="#ctx0" brushRef="#br0" timeOffset="13883.5">17701 737 88 0,'0'0'416'0,"0"0"11"0,0 0 4 0,0 0-11 15,0 0-12-15,0 0-14 0,0 0-16 0,0 0-26 16,0 0-29-16,0 0-35 0,0 0-26 16,0 0-31-16,0 0-27 0,0 0-28 0,0 0-40 15,0 0-41-15,0 0-37 0,0 0-47 0,0 0-44 16,0 0-49-16,0 0-48 0,68-30-38 0,-68 30-28 15,0 0-40-15,52-4-45 0,-52 4-42 0,34-2-26 16,-34 2-201-16,0 0-597 0,49-5 264 0</inkml:trace>
  <inkml:trace contextRef="#ctx0" brushRef="#br0" timeOffset="14227.15">18005 689 53 0,'0'0'290'16,"0"0"7"-16,0 0 4 0,0 0-4 0,0 0 0 15,0 0-17-15,0 0-9 0,0 0-15 0,0 0-14 16,0 0-19-16,0 0-20 0,0 0-29 0,0 0-22 16,0 0-2-16,0 0-20 0,0 0-13 0,0 0-10 15,0 0-21-15,24 38-7 0,-24-38-2 0,0 0-12 16,10 27 0-16,-10-27-6 0,0 0-17 0,8 28-4 16,-8-28 5-16,0 0-7 0,0 0-8 0,1 34-2 15,-1-34-1-15,0 0-7 0,0 0-4 0,0 0-2 16,0 0-10-16,0 0-6 0,0 0 5 0,0 0 3 15,0 0-2-15,0 0 1 0,0 0-3 0,0 0 1 16,0 0 3-16,0 0-6 0,0 0 13 0,0 0-13 16,0 0-4-16,0 0 0 0,0 0 0 0,0 0 0 15,0 0-1-15,46-68 1 0,-46 68-17 0,18-13 1 16,-18 13-26-16,0 0-10 0,31-18-20 0,-31 18-12 16,0 0-28-16,0 0-25 0,41-1-28 0,-41 1-22 15,0 0-16-15,0 0-19 0,0 0-33 16,0 0-4-16,46 15-174 0,-46-15-474 0,0 0 210 15</inkml:trace>
  <inkml:trace contextRef="#ctx0" brushRef="#br0" timeOffset="14664.56">18258 760 2 0,'0'0'231'0,"0"0"-1"0,0 0-2 0,0 0-7 15,0 0-7-15,0 0-2 0,0 0-5 0,28-44-10 16,-28 44-15-16,0 0-17 0,0 0-12 0,0 0-13 15,0 0-16-15,0 0-15 0,0 0-7 0,0 0-16 16,0 0-9-16,0 0-10 0,0 0 4 16,0 0-15-16,0 0-5 0,0 0-6 0,0 0-10 15,0 0 2-15,55 27 4 0,-55-27-16 0,0 0 0 16,0 0-1-16,0 0-5 0,0 0 3 0,0 0-9 16,0 0-3-16,0 0-4 0,0 0-1 0,0 0-17 15,0 0-10-15,0 0-9 0,0 0 1 0,0 0-4 16,-54 57 12-16,54-57 2 0,0 0-1 0,0 0 3 15,0 0 2-15,0 0 3 0,0 0 3 0,0 0 7 16,0 0 5-16,0 0 3 0,0 0 0 0,0 0 5 16,0 0 2-16,0 0 9 0,0 0 1 0,0 0 6 15,0 0 3-15,0 0 2 0,18-93-2 0,-18 93-4 16,0 0 1-16,0 0-4 0,0 0-6 0,23-19-5 16,-23 19 3-16,0 0-6 0,0 0-2 0,0 0-4 15,0 0-2-15,0 0 4 0,0 0-2 0,0 0-6 16,0 0 7-16,57 36-5 0,-57-36 2 0,0 0 2 15,16 27 3-15,-16-27-7 0,0 0 2 16,13 29-8-16,-13-29-14 0,0 0-29 0,15 22-30 16,-15-22-31-16,0 0-37 0,31 18-34 0,-31-18-32 15,25 10-45-15,-25-10-159 0,35 4-450 0,-35-4 200 16</inkml:trace>
  <inkml:trace contextRef="#ctx0" brushRef="#br0" timeOffset="14992.6">18758 545 335 0,'0'0'402'0,"0"0"4"16,0 0-12-16,0 0-8 0,0 0-6 16,0 0-6-16,0 0-22 0,0 0-16 0,0 0-44 15,0 0-34-15,0 0-33 0,0 0-26 0,0 0-22 16,0 0-17-16,0 0-13 0,0 0-8 0,0 0-6 15,0 0-8-15,0 0 24 0,0 0-2 0,0 0 0 16,0 0-12-16,0 0-17 0,0 0-8 0,-5 96-8 16,5-96-14-16,-3 44-6 0,3-44-8 0,-4 39-4 15,4-39-8-15,-2 42-6 0,2-42-6 0,-4 36 2 16,4-36-8-16,-3 29-5 0,3-29-18 0,0 0-23 16,-9 32-20-16,9-32-21 0,0 0-32 0,0 0-29 15,0 0-40-15,-7 28-30 0,7-28-17 0,0 0-9 16,0 0-36-16,0 0-50 0,0 0-53 0,0 0-52 15,0 0-22-15,0 0-278 0,0 0-750 0,0 0 332 16</inkml:trace>
  <inkml:trace contextRef="#ctx0" brushRef="#br0" timeOffset="15383.17">18636 751 242 0,'0'0'348'0,"0"0"4"0,0 0 3 0,0 0-3 15,0 0-8-15,0 0-6 0,0 0-9 0,0 0-9 16,0 0-21-16,0 0-11 0,0 0-35 0,0 0-27 16,0 0-25-16,0 0-20 0,0 0-22 0,0 0-16 15,0 0-14-15,0 0-16 0,0 0-9 0,0 0-11 16,54-41-15-16,-54 41-1 0,37-3-8 16,-37 3-9-16,0 0-11 0,54-2-2 0,-54 2-1 15,27-3-7-15,-27 3 0 0,0 0-9 0,0 0-7 16,38-3 0-16,-38 3-9 0,0 0-2 0,0 0 0 0,0 0-4 15,0 0-4-15,0 0-3 0,0 0 1 0,0 0-6 16,0 0 4-16,0 0-4 0,41 8-4 0,-41-8 5 16,0 0 3-16,0 0 0 0,0 0-6 15,0 0 4-15,0 0-4 0,2 36 3 0,-2-36 0 16,0 0 1-16,0 0 0 0,0 0 4 0,-1 34 2 16,1-34-3-16,0 0-3 0,0 0 2 0,0 0-1 15,0 0 1-15,-3 39-12 0,3-39-32 0,0 0-42 16,0 0-25-16,0 0-39 0,0 0-27 0,0 0-24 15,0 0-23-15,0 0-32 0,5 33-40 0,-5-33-73 16,0 0-271-16,0 0-693 0,0 0 307 0</inkml:trace>
  <inkml:trace contextRef="#ctx0" brushRef="#br0" timeOffset="15555">19004 587 388 0,'0'0'427'16,"0"0"-12"-16,0 0-49 0,0 0-43 0,0 0-35 16,0 0-32-16,0 0-48 0,0 0-61 0,0 0-81 15,0 0-53-15,0 0-41 0,0 0-65 0,0 0-103 16,0 0-234-16,0 0-467 0,0 0 207 0</inkml:trace>
  <inkml:trace contextRef="#ctx0" brushRef="#br0" timeOffset="16257.93">19164 746 250 0,'0'0'380'0,"0"0"-14"0,0 0-31 0,0 0-11 16,0 0-13-16,0 0-11 0,0 0-20 15,0 0-22-15,0 0-25 0,0 0-24 0,0 0-15 16,0 0-19-16,0 0-25 0,0 0-15 0,0 0-22 15,0 0-19-15,0 0-2 0,0 0-10 0,0 0-9 16,0 0-16-16,0 0-1 0,0 0-1 0,0 0-19 16,0 0-9-16,0 0 3 0,0 0-5 0,32 23 3 15,-32-23-1-15,0 0-6 0,0 0-1 0,0 0-2 16,0 0-2-16,-37 41-14 0,37-41-7 0,-24 11-13 16,24-11-7-16,-31 10-8 0,31-10-7 0,0 0-2 15,-42 11 0-15,42-11 5 0,0 0 6 0,0 0 10 16,-36 3 1-16,36-3 2 0,0 0-3 15,0 0 0-15,0 0 4 0,0 0 3 0,0 0-2 16,-10-45 11-16,10 45-4 0,0 0-3 0,0 0 3 16,33-50 1-16,-33 50 13 0,26-23-5 0,-26 23-4 15,26-20 2-15,-26 20-2 0,34-18 6 0,-34 18-8 16,47-9 7-16,-20 4-6 0,-27 5 4 0,41 2-3 16,-41-2-1-16,0 0 0 0,48 8-3 0,-48-8 0 15,31 11-1-15,-31-11 4 0,24 14 1 0,-24-14-5 16,0 0 2-16,21 27 0 0,-21-27 4 0,10 20-1 15,-10-20 0-15,0 0-1 0,0 0 0 0,5 39-13 16,-5-39-6-16,0 0-2 0,0 0-8 0,0 0-6 16,0 0-9-16,0 0-2 0,-15 43 7 0,15-43 4 15,0 0 1-15,0 0 17 0,0 0 1 0,0 0 0 16,0 0-3-16,0 0 3 0,0 0-1 0,0 0 6 16,0 0 4-16,0 0-6 0,0 0 12 0,0 0-2 15,0 0 0-15,83-44 2 0,-83 44 7 0,23-14-3 16,-23 14 14-16,32-18 33 0,-32 18 3 0,33-16-5 15,-33 16 1-15,22-10-4 0,-22 10 13 16,0 0 0-16,0 0-2 0,0 0-7 0,30-11-5 16,-30 11-7-16,0 0-3 0,0 0-6 0,0 0-3 15,0 0-7-15,0 0 4 0,0 0-2 0,0 0 4 16,0 0 0-16,28 31-10 0,-28-31 11 0,0 0-4 16,0 0-11-16,0 0 16 0,8 34-10 0,-8-34-2 15,0 0 8-15,0 0-3 0,0 0-6 0,10 28-5 16,-10-28 4-16,0 0-14 0,0 0-15 0,0 0-16 15,0 0-46-15,13 26-33 0,-13-26-42 0,0 0-52 16,0 0-62-16,0 0-76 0,0 0-180 0,0 0-572 16,0 0 254-16</inkml:trace>
  <inkml:trace contextRef="#ctx0" brushRef="#br0" timeOffset="18055.75">7728 1201 104 0,'0'0'263'0,"0"0"-11"0,2 2-22 0,-2-2-7 15,0 0-8-15,0 0-8 0,0 0-15 0,0 0-10 16,0 0-20-16,0 0-3 0,0 0-8 0,0 0-14 16,0 0-2-16,0 0-11 0,0 0-8 0,0 0-13 15,0 0 2-15,0 0 2 0,0 0-3 0,0 0-5 16,0 0 8-16,0 0-8 0,0 0-1 0,0 0 3 15,0 0-13-15,0 0 7 0,0 0-6 0,0 0-6 16,15 1-12-16,-15-1-6 0,0 0-1 0,22-3 3 16,-9 0-2-16,-4 3-8 0,6-2-3 0,2-1 2 15,1 2-11-15,0 0 0 0,2 0-1 0,0-1 0 16,0 2-1-16,0 0-12 0,2-1 4 16,5 1-5-16,-6 1-8 0,8-1 8 0,-1 1 3 15,-9-1-8-15,9 0 7 0,-8 0-6 0,2 1-2 16,0-1 10-16,-2 1 11 0,2-1 7 0,0-1 0 15,0 0 3-15,-1 1 2 0,2 0-3 0,7-1 6 16,-9 1 7-16,8-1-2 0,-3 1-2 0,-4-3-3 16,-2 2-5-16,8 1-2 0,-9-2-8 0,9-1-3 15,-8 3-2-15,-1-1-3 0,2-1 0 0,0 1-5 16,0-3-2-16,2 4-2 0,-2 0 0 0,9 0 1 16,-9-2-6-16,7 1 4 0,0 2 0 0,-7-1 0 15,1 0 4-15,7 0 4 0,-8 0-5 0,2 0 0 16,-3-1 3-16,8 1-2 0,-8 0 3 0,1 0-3 15,-2 0 1-15,2 0-1 0,-1-1 1 0,2 0 1 16,-1 0-6-16,0 0-1 0,-2-2-2 0,1 2 1 16,-2-2-1-16,0 2-1 15,2 1 5-15,0 0-13 0,1-2-3 0,1 1 1 0,-2-1 0 0,2 1-1 0,-3-1 0 16,3 1 2-16,0 0 1 0,7 0-5 0,-1-2-1 16,0 3 3-16,-1-2-4 0,0 0 10 0,2 0 6 15,-1 1 4-15,0 0 1 0,-6-1-1 0,-3 0-5 16,4-1 1-1,-1 2-1-15,-3 1-7 0,3-2 0 0,-1 1 4 0,0-2-9 0,1 2 4 16,-2 1 0-16,-1-1-9 0,2-2 3 0,2 0-3 16,-3 2 3-16,10 1-1 0,-7-1-4 0,-2 1 4 15,1-1-4-15,9-1 2 0,-3 1-6 0,-8-1 6 16,2 2-2-16,-3-1-1 0,0-1-2 0,0 3 0 16,-4-2 3-16,4 2-7 0,1-1 9 15,2-1-5-15,-2 1-2 0,7-3 5 0,0 1-6 16,0 1 4-16,-5-1 2 0,4 2 3 0,-4-3-8 15,0 3 1-15,5-1 2 0,-7 1-1 0,2 0 1 0,-4 0-2 16,1-1 11-16,-2 0-12 0,0 1 0 0,-2 0 1 16,-3 0 2-16,0-2-1 0,0 1 3 15,-12 1-1-15,20-1 7 0,-8 0-13 0,-12 1-9 16,18 0 10-16,-10-1-3 0,-8 1 4 0,15-2-1 16,-15 2-2-16,22-4 7 0,-13 3 2 0,-9 1-4 15,19 1-1-15,-19-1-2 0,20-2 5 0,-20 2-3 16,15-2 3-16,-15 2-7 0,0 0 4 0,15-1-3 15,-15 1 8-15,0 0-7 0,0 0-2 0,0 0-3 16,11-4-14-16,-11 4-11 0,0 0-14 0,0 0-25 16,0 0-30-16,0 0-26 0,0 0-37 0,0 0-46 15,0 0-45-15,0 0-74 0,0 0-36 0,0 0-65 16,0 0-455-16,0 0-957 0,0 0 423 0</inkml:trace>
  <inkml:trace contextRef="#ctx0" brushRef="#br0" timeOffset="19086.84">12175 1199 126 0,'0'0'239'0,"0"0"-10"0,0 0-13 0,0 0 4 16,0 0-3-16,0 0 0 0,0 0-12 0,0 0-7 16,0 0-10-16,0 0-7 0,0 0-2 0,0 0-15 15,0 0-17-15,0 0-10 0,0 0-8 0,0 0-21 16,0 0 1-16,11 3-3 0,-11-3-11 0,0 0-7 16,25-4 7-16,-25 4-16 0,25 0 2 0,-8-1 5 15,-1 1-1-15,1-1-14 0,6 1-2 16,-3 1 11-16,1 0-9 0,1-1 3 0,1 1-8 0,4-1-9 15,-7 0 5-15,8 2 7 0,-7-1-7 0,-1-1 9 16,2 1 5-16,10-1 3 0,-1 3-5 0,-3-2-4 16,-2-1 6-16,4 0-1 0,-1-1-3 0,0 2 5 15,1 0-5-15,1-1 2 0,0 0 4 0,-2 1-2 16,1 2-1-16,1-3-6 0,-2 1 1 16,3-1-6-16,-1 1-7 0,1-1 1 0,1 0-6 15,-1 0 0-15,1 2-3 0,-1 0-2 0,-1-2-4 16,1 1-6-16,-3 1 1 0,0 0-6 0,1-1 1 15,1 1 4-15,0 0 2 0,-1-2-2 0,1 3-2 16,-2-2 2-16,2 0 0 0,-10-1 2 0,5 0 2 16,3 0-6-16,1 1 2 0,-3-1-3 0,4 1-3 15,-2 1-2-15,3-2 2 0,-1 2-3 0,3-2-2 16,-1 1-8-16,-1-1 0 0,1 2-4 0,-3-1 3 16,-5-1 0-16,2 3-3 0,-7-1-3 0,-2-4-1 15,0 2 0-15,1 2 1 0,-6-2-2 0,-13 0-3 16,27 0 2-16,-15 0-5 0,-12 0 0 0,21 2 5 15,-21-2-2-15,18-2 1 0,-18 2 0 0,0 0 6 16,20-2-1-16,-20 2 5 0,0 0 6 0,12-3-1 16,-12 3 3-16,0 0-3 0,0 0-2 0,0 0-4 15,0 0-8-15,0 0 6 0,0 0-6 0,15 0-17 16,-15 0-29-16,0 0-28 0,0 0-44 16,0 0-43-16,0 0-61 0,0 0-52 0,0 0-60 15,0 0-71-15,0 0-80 0,0 0-398 0,0 0-947 16,0 0 420-16</inkml:trace>
  <inkml:trace contextRef="#ctx0" brushRef="#br0" timeOffset="19742.93">15978 1220 30 0,'0'0'170'0,"-14"-1"-9"15,5 0-5-15,9 1-2 0,-13-2-8 0,5 0-3 16,8 2-6-16,-16 0-2 0,16 0 4 0,-13 0-11 16,7 2 2-16,6-2 0 0,-12 0 5 0,12 0 5 15,-9 0-1-15,9 0 3 0,0 0-5 0,0 0 11 16,0 0-3-16,0 0-3 0,0 0 7 16,-18-2 2-16,18 2-19 0,0 0 23 0,0 0 1 0,0 0-11 15,0 0-28-15,0 0-3 0,0 0-18 0,0 0 0 16,31-7-9-16,-9 7-6 0,-1-4-15 0,18 2-2 15,-1-2-5-15,13-2-2 0,4 0-5 0,0 3 14 16,2-2-9-16,-1 1 0 0,-3 1-5 16,-13 0 2-16,-2-1-7 0,2 1 1 0,-7 0 1 15,-1 1-17-15,-3 0 6 0,-7 1-6 0,-3-1-1 16,-7 1 0-16,2 0-8 0,-5 0 1 0,-3 1-8 16,-6 0-11-16,0 0-18 0,17 0-23 0,-17 0-33 15,6-2-35-15,-6 2-31 0,0 0-21 0,0 0-26 16,0 0-40-16,0 0-44 0,0 0-50 0,0 0-58 15,0 0-202-15,-25 12-623 0,25-12 275 0</inkml:trace>
  <inkml:trace contextRef="#ctx0" brushRef="#br0" timeOffset="20228.27">17536 1233 56 0,'0'0'247'0,"0"0"-7"16,0 0-15-16,-15-12-5 0,15 12-6 0,-8-5 0 15,8 5-4-15,-5-7-11 0,5 7-9 0,-7-3 2 16,7 3-11-16,0 0-9 0,-10-7-3 0,10 7-12 16,0 0 1-16,0 0-9 0,-8-7-6 0,8 7 9 15,0 0-13-15,0 0 12 0,0 0-7 0,0 0-1 16,0 0-19-16,0 0 3 0,0 0-21 0,29-7-6 16,3 7-13-16,19-1-14 0,4 2-8 0,6-1 5 15,35 0-3-15,-7-2-8 0,1 2 1 0,1 1-1 16,1 0-4-16,3-2-6 0,2 1-6 0,-5 0-3 15,-33-1-2-15,9 1 5 0,27-1 2 0,-35 0-4 16,3 2-1-16,-2-1-6 0,-3 1-11 0,-3 0 5 16,2 0-2-16,-4 1-1 0,-16 1-5 0,-1-1-4 15,-1 2-1-15,-5 1-6 0,3 0-24 0,-12-1-15 16,1 0-12-16,-8 0-39 0,-2-2-23 16,-1 1-34-16,-2-1-20 0,1 1-19 0,-10-3-19 0,8 7-7 15,-8-7-1-15,0 0-4 0,2 8-18 0,-2-8-36 16,0 0-44-16,0 0-245 0,0 0-596 0,0 0 264 15</inkml:trace>
  <inkml:trace contextRef="#ctx0" brushRef="#br0" timeOffset="43870.0199">2328 1829 60 0,'0'0'320'0,"-17"-13"1"0,17 13-6 16,0 0 0-16,-2-9-2 0,2 9-3 15,0 0-8-15,0 0-2 0,-8-8-6 0,8 8-13 16,0 0 1-16,-4-10-8 0,4 10-11 0,0 0-7 15,-7-9-14-15,7 9-15 0,-5-9-13 0,5 9-8 0,-7-6-19 16,7 6-15-16,0 0-20 0,-9-7-14 16,9 7-17-16,-6-4-10 0,6 4-14 0,-6-4-15 15,6 4-10-15,0 0-8 0,-11 0-10 0,11 0-5 16,-8 10 2-16,2 1-8 0,0 1-5 0,2 5 4 16,-2 8-13-16,-1-1 2 0,3 1-9 0,-1 0 3 15,4 0-5-15,-5 3 1 0,6-2-6 0,-2 1 5 16,2-3-3-16,-2 2-1 0,0-2-2 0,-1 3 1 15,3-2-3-15,-3-7 1 0,3 6-5 0,-3-5 2 16,1-1-2-16,-1 1-1 0,1-1 1 0,-2 1-1 16,2-3-1-16,-2-1-5 0,1 2 4 0,2-6 1 15,-1 1 1-15,2-12-1 0,-2 17-2 0,2-6 5 16,0-11-9-16,-4 18 4 0,3-11 1 0,1-7-10 16,0 13-14-16,0-13-8 0,-3 10-19 0,3-10-21 15,0 0-28-15,0 0-30 0,0 0-31 0,-1 15-28 16,1-15-72-16,0 0-81 0,0 0-71 0,0 0-105 15,0 0-271-15,0 0-849 0,0 0 376 0</inkml:trace>
  <inkml:trace contextRef="#ctx0" brushRef="#br0" timeOffset="44135.5899">2012 2160 251 0,'-10'-4'414'0,"10"4"9"0,0 0-1 16,-9-6-4-16,9 6-3 0,0 0-9 0,-5-6-8 16,5 6-3-16,0 0-12 0,0 0-9 0,0 0-30 15,0 0-33-15,0 0-19 0,0 0-39 0,0 0-23 16,0 0-28-16,14-21-8 0,-4 15-33 0,7-1-19 16,0 1-15-16,2 2-20 0,2-3-26 0,5 1-27 15,-8 1-29-15,4 1-35 0,6-2-35 0,-5 4-32 16,-4 0-46-16,3-1-36 0,6 1-52 0,-8 2-51 15,-2-4-59-15,-5 2-50 0,6-1-67 0,-4 3-364 16,-2-1-867-16,-13 1 384 0</inkml:trace>
  <inkml:trace contextRef="#ctx0" brushRef="#br0" timeOffset="44385.55">2479 2074 143 0,'0'0'428'0,"0"0"30"15,0 0 13-15,0 0-2 0,0 0-6 0,0 0-18 16,0 0-6-16,0 0-15 0,0 0-17 0,0 0-30 16,0 0-32-16,0 0-42 0,0 0-33 0,4-15-31 15,-4 15-28-15,0 0-22 0,0 0-31 0,0 0-17 16,0 0-7-16,0 0-18 0,0 0-10 0,0 0-8 16,0 0 2-16,7 29-23 0,-7-29-4 0,0 16-10 15,0-16-12-15,2 20-18 0,-1-10-34 0,-1-2-30 16,1 5-39-16,-1-13-47 0,-2 20-44 0,2-20-40 15,-4 16-47-15,4-16-67 0,-3 12-59 0,3-12-59 16,0 0-76-16,0 0-287 0,0 0-861 16,0 0 381-16</inkml:trace>
  <inkml:trace contextRef="#ctx0" brushRef="#br0" timeOffset="44571.5">2520 2003 98 0,'0'0'456'16,"0"0"-6"-16,-3-11 3 0,3 11-32 0,0 0-35 16,0 0-38-16,0 0-38 0,-5-7-28 0,5 7-29 15,0 0-36-15,0 0-55 0,0 0-54 0,0 0-78 16,0 0-83-16,0 0-87 0,0 0-73 16,0 0-111-16,0 0-217 0,28 3-586 0,-28-3 260 15</inkml:trace>
  <inkml:trace contextRef="#ctx0" brushRef="#br0" timeOffset="44852.68">2802 1961 152 0,'0'0'498'16,"0"-11"19"-16,0 11 5 0,0 0-4 0,0-15-6 15,0 15-7-15,0 0-15 0,0 0-13 0,-2-13-34 16,2 13-36-16,0 0-40 0,0 0-46 0,0 0-34 15,0 0-33-15,0 0-25 0,0 0-30 0,0 0-21 16,0 0-21-16,0 0-13 0,0 0-12 0,0 0-16 16,0 0-13-16,0 0-8 0,-3 42-5 0,3-32-8 15,-1 5-10-15,1 1-8 0,-4 0-4 16,3-1-5-16,-1 3-26 0,1-2-28 0,0-1-59 0,-2 1-40 16,3-3-34-16,-2 2-34 0,-1-2-34 15,2 0-42-15,1-13-35 0,0 20-46 0,1-10-39 0,-1-10-41 16,3 12-34-16,-3-12-69 0,0 0-306 0,11 7-880 15,-11-7 389-15</inkml:trace>
  <inkml:trace contextRef="#ctx0" brushRef="#br0" timeOffset="45165.11">2994 1953 251 0,'4'-15'423'16,"-4"15"20"-16,5-11 12 0,-5 11 0 0,2-11 0 15,-2 11-12-15,2-10-12 0,-2 10-18 0,0 0-22 16,0 0-16-16,0 0-37 0,2-10-27 0,-2 10-51 16,0 0-16-16,0 0-28 0,0 0-23 0,0 0-1 15,0 0-41-15,0 0-11 0,0 0-13 0,0 0-8 16,5 31-23-16,-3-19 1 0,-2-1 3 16,2 5-22-16,-1 3-3 0,-1-4-10 0,2 1-9 0,-1 0 2 15,-1-3-8-15,-1 3-10 0,1 1 5 0,-3 0-4 16,2-5 1-16,0 4-10 0,-1-3-16 0,2-13-28 15,2 24-33-15,-1-14-33 0,-1-10-26 0,-1 17-30 16,1-17-37-16,0 13-30 0,0-13-21 0,0 0-21 16,5 10-46-16,-5-10-53 0,0 0-49 15,0 0-37-15,0 0-43 0,17-2-294 0,-17 2-828 16,0 0 367-16</inkml:trace>
  <inkml:trace contextRef="#ctx0" brushRef="#br0" timeOffset="45383.81">2975 2104 120 0,'0'0'339'0,"-14"-1"25"16,14 1-1-16,0 0 9 0,-12-1-4 0,12 1-5 15,0 0 4-15,-11-5-3 0,11 5-11 0,0 0-17 16,0 0-32-16,0 0-29 0,-9-4-25 0,9 4-25 16,0 0-19-16,0 0-25 0,0 0-27 0,0 0-31 15,0 0-34-15,0 0-37 0,29-5-46 0,-29 5-53 16,24-4-43-16,-12 3-43 0,2 1-37 0,-1 0-38 15,1 0-42-15,4-2-34 0,2-1-61 0,-3-1-52 16,-2 4-212-16,-3-3-659 0,-12 3 292 0</inkml:trace>
  <inkml:trace contextRef="#ctx0" brushRef="#br0" timeOffset="45743.11">3233 2068 275 0,'0'0'369'15,"0"0"-1"-15,0 0-23 0,0 0 7 0,0 0-17 16,0 0-26-16,0 0-27 0,0 0-34 0,0 0-23 16,0 0-28-16,0 0-35 0,0 0-5 0,0 0-13 15,10 6-13-15,-10-6-12 0,10 7-18 0,-10-7-11 16,12 9-5-16,-12-9-16 0,11 12-1 0,-4-7-5 16,-1 2-7-16,-6-7-8 0,9 12-12 0,-9-12-4 15,8 12 6-15,-6-5-4 0,-2-7-11 0,4 14-9 16,-4-14-3-16,0 0-12 0,1 16-15 0,-1-16-16 15,0 0-8-15,0 0-3 0,-11 13-16 0,11-13 17 16,0 0 0-16,0 0 4 0,-10 4 5 16,10-4-1-16,0 0 9 0,0 0 4 0,0 0 4 15,0 0-11-15,0 0 6 0,0 0 5 0,-4-33 4 16,4 33-5-16,7-16 3 0,-7 16 3 0,10-14-14 0,-3 9 14 16,-1-2 0-16,0 2-6 0,-6 5-6 0,11-9-6 15,-5 6-13-15,-6 3-9 0,13-7-24 0,-2 5-13 16,-11 2-28-16,13-3-27 0,-13 3-26 15,15-3-35-15,-4 1-36 0,-11 2-41 0,13-1-165 16,-13 1-483-16,0 0 215 0</inkml:trace>
  <inkml:trace contextRef="#ctx0" brushRef="#br0" timeOffset="46211.74">3508 2087 143 0,'0'0'338'0,"10"-8"0"0,-10 8-9 0,0 0-14 16,9-5-10-16,-9 5-15 0,0 0-24 0,7-4-14 16,-7 4-27-16,0 0-14 0,0 0-25 15,0 0-24-15,13-2-13 0,-13 2-24 0,0 0-7 0,0 0-9 16,15 9-8-16,-15-9-14 0,11 8-5 0,-11-8-18 16,4 10 2-16,-4-10-15 0,6 12-8 0,-6-12-9 15,5 12 6-15,-5-12-7 0,-1 17 3 16,1-17-5-16,0 0-2 0,-6 20 2 0,0-14-7 15,6-6 3-15,-11 15-10 0,11-15-1 0,-12 9-7 16,12-9-3-16,-12 6-6 0,12-6 1 0,-13 4-1 16,13-4 1-16,0 0 1 0,-17-3 1 0,17 3-13 15,0 0 9-15,-11-11 2 0,11 11 0 0,-7-11 1 16,7 11 2-16,-2-15-4 0,2 15-10 0,0-15 10 16,0 15 3-16,6-18-9 0,-2 9 3 0,-4 9 1 15,5-12 1-15,-5 12-9 0,6-10 1 0,-6 10 8 16,9-7 3-16,-9 7-12 0,11-6-7 0,-11 6 12 15,9-2-9-15,-9 2 10 0,0 0-3 0,17 4 10 16,-17-4-5-16,0 0 0 0,16 9-8 0,-16-9 6 16,10 10-1-16,-10-10-4 0,10 10 2 0,-5-3 12 15,2 0-3-15,-7-7 6 0,14 14-8 0,-9-9-8 16,-5-5 10-16,14 12-13 0,-6-5-22 0,3-1-34 16,1 0-38-16,-1-1-48 0,4-2-46 0,-2 0-57 15,1-1-51-15,3-2-267 0,-17 0-621 0,32-7 275 16</inkml:trace>
  <inkml:trace contextRef="#ctx0" brushRef="#br0" timeOffset="46524.17">3970 1889 146 0,'0'0'425'0,"0"-13"3"0,0 13-13 0,0 0 4 16,-2-13-17-16,2 13-11 0,0 0-16 0,0 0-20 15,-2-11-21-15,2 11-26 0,0 0-30 0,0 0-28 16,0 0-30-16,0 0-27 0,0 0-19 0,0 0-11 16,0 0-20-16,0 0-7 0,0 0 0 0,0 0 1 15,4 35-1-15,-2-18-2 0,-1-1-15 0,-1 3-8 16,1 0-15-16,0 0-3 0,-1 0-11 0,2 1-5 16,-1-4-7-16,0 4-7 0,-1-2-10 0,2 1-6 15,-4-2-2-15,2 0-4 0,0-2-11 16,-1-1-16-16,1-14-23 0,1 25-23 0,-1-15-31 0,0-10-37 15,2 24-43-15,-2-24-30 0,1 16-64 0,-1-16-27 16,1 13-38-16,-1-13-34 0,0 0-44 0,0 0-56 16,0 0-325-16,0 0-825 0,0 0 366 0</inkml:trace>
  <inkml:trace contextRef="#ctx0" brushRef="#br0" timeOffset="46914.7">3902 2129 263 0,'0'0'319'0,"0"0"2"0,0 0 0 16,0 0-10-16,0 0 1 0,0 0-16 0,-12-8-8 16,12 8-11-16,0 0-12 0,0 0-14 0,0 0-28 15,0 0-27-15,0 0-14 0,0 0-18 0,0 0-17 16,0 0-13-16,0 0-23 0,0 0-1 0,35-4-20 16,-35 4-7-16,31-2-21 0,-12 1-12 0,0 0-9 15,-4 0-1-15,4-2-7 0,-3 1-16 0,0 1-7 16,-5-2 8-16,-11 3-13 0,27 0 13 0,-13-2-4 15,-14 2-3-15,21-2-1 0,-21 2-17 0,15-2 11 16,-15 2-1-16,0 0-4 0,18 2 4 0,-18-2-5 16,0 0 2-16,0 0 1 0,15 5-3 0,-15-5-1 15,0 0-3-15,7 8 10 0,-7-8 10 0,0 0 2 16,2 14-4-16,-2-14 4 0,0 0 1 0,0 15 0 16,0-15-4-16,0 0-12 0,-2 15 18 0,2-15-2 15,0 0-1-15,1 18-2 0,-1-18 2 0,0 0-2 16,-3 14-4-16,3-14 1 0,0 0 0 0,0 15 5 15,0-15-2-15,0 0-5 0,2 15 0 16,-2-15-9-16,3 9-16 0,-3-9-4 0,0 0-31 0,8 11-27 16,-8-11-20-16,0 0-31 0,13 4-43 0,-13-4-53 15,0 0-66-15,0 0-52 0,0 0-298 0,15-20-695 16,-11 9 307-16</inkml:trace>
  <inkml:trace contextRef="#ctx0" brushRef="#br0" timeOffset="47086.54">4301 1973 284 0,'0'0'345'15,"1"-12"-20"-15,-1 12-15 0,0 0-27 0,0 0-29 0,0 0-28 16,0 0-24-16,0 0-30 0,0 0-28 16,0 0-23-16,0 0-40 0,0 0-54 0,0 0-59 15,0 0-74-15,21 14-67 0,-21-14-238 0,11 6-444 16,-11-6 196-16</inkml:trace>
  <inkml:trace contextRef="#ctx0" brushRef="#br0" timeOffset="47758.25">4473 2133 345 0,'0'0'406'0,"0"0"-10"0,0 0-24 15,0 0-16-15,0 0-14 0,0 0-14 0,0 0-21 16,0 0-23-16,0 0-17 0,0 0-26 0,0 0-27 16,0 0-25-16,0 0-22 0,0 0-20 15,0 0-14-15,0 0-14 0,0 0-17 0,0 0-7 16,0 0-9-16,0 0-13 0,17 0-5 0,-11 5-13 16,-6-5-1-16,9 10-9 0,-9-10-7 0,8 9-1 0,-8-9-10 15,8 11-10-15,-8-11-5 0,4 11-1 0,-4-11-10 16,0 0 3-16,-3 19 0 0,3-19-9 0,-9 10-5 15,9-10-7-15,-15 11-6 0,7-5-16 0,-1 1-2 16,-1-1-14-16,10-6 5 0,-20 4 5 16,20-4 3-16,-19 0 3 0,19 0 13 0,0 0 4 15,-21-6-2-15,21 6 13 0,-7-7 0 0,7 7 1 16,0 0 17-16,-2-18 3 0,2 18 0 0,7-22-4 16,-1 13 8-16,3-1-7 0,1-3 6 0,3 1 0 0,-3 4-7 15,3-2 2-15,3 2-3 0,1 2-11 16,0-3 1-16,-4 6 3 0,4-1 8 0,-5 3-12 15,-12 1 0-15,28 0 4 0,-14 3 0 0,-2-1 1 16,-12-2 0-16,23 8-4 0,-14-2 0 0,0 0 4 16,1 1 4-16,-10-7-3 0,13 14-4 0,-10-8 3 15,-3-6-3-15,9 16 1 0,-5-10-7 0,-4-6 0 16,4 11-16-16,-4-11 7 0,0 0-1 0,4 15 10 16,-4-15 4-16,0 0 5 0,2 9 2 0,-2-9 1 15,0 0 11-15,0 0-5 0,0 0 0 0,0 0 1 16,0 0 5-16,0 0-5 0,28-16-3 0,-28 16 3 15,15-14 1-15,-7 8-1 0,1 0 2 0,-9 6-1 16,16-13 5-16,-9 9-1 0,-7 4-5 0,12-5-1 16,-12 5 6-16,12-5-8 0,-12 5-1 0,0 0-4 15,0 0-7-15,21 1 6 0,-21-1-1 0,13 5 3 16,-13-5-1-16,11 9 3 0,-11-9-5 0,9 10-1 16,-9-10 6-16,12 10-7 0,-12-10 0 0,9 12-2 15,-9-12 9-15,5 13-7 0,-5-13-14 0,8 9-24 16,-8-9-23-16,4 10-31 0,-4-10-26 0,0 0-35 15,10 7-27-15,-10-7-57 0,0 0-57 0,0 0-76 16,0 0-198-16,0 0-616 0,29-16 273 0</inkml:trace>
  <inkml:trace contextRef="#ctx0" brushRef="#br0" timeOffset="48461.21">5322 2170 153 0,'3'-6'322'0,"-3"6"-5"0,6-5-15 0,-6 5-12 15,0 0-14-15,8-11-12 0,-8 11-7 0,5-7-13 16,-5 7-5-16,4-7-10 0,-4 7-8 0,4-3-6 16,-4 3-8-16,0 0-7 0,0 0-3 0,2-6-5 15,-2 6 1-15,0 0-4 0,0 0-3 16,0 0-4-16,5-5-11 0,-5 5-11 0,0 0-10 16,0 0-17-16,0 0-13 0,0 0-16 0,0 0-13 15,0 0-14-15,0 0-9 0,0 0-10 0,0 0-6 16,0 0-4-16,7 13-6 0,-6-7 0 0,0 4-8 0,-1-2-3 15,2 2 0-15,-2 1-3 0,0-2-5 16,0 2 0-16,0-11-2 0,-2 18-3 0,1-7-1 16,0 2-1-16,0-1-1 0,1-1-1 0,-2-3-3 15,2 2 0-15,0-3-22 0,0-7-17 0,-1 13-24 16,1-13-15-16,0 0-30 0,0 13-8 0,0-13-16 16,0 0-32-16,0 0-42 0,6 6-44 0,-6-6-40 15,0 0-34-15,0 0-43 0,14-21-44 0,-12 10-278 16,-2 0-735-16,2-3 325 0</inkml:trace>
  <inkml:trace contextRef="#ctx0" brushRef="#br0" timeOffset="48633.05">5347 2016 128 0,'0'0'363'0,"0"0"10"16,0-16-3-16,0 16-15 0,2-9-15 0,-2 9-18 15,3-8-24-15,-3 8-33 0,2-5-33 0,-2 5-27 16,0 0-10-16,0 0-27 0,0 0-44 0,0 0-61 15,14 0-83-15,-14 0-78 0,13 11-83 0,-3-4-89 16,-3 2-269-16,2 2-584 0,-3 0 259 0</inkml:trace>
  <inkml:trace contextRef="#ctx0" brushRef="#br0" timeOffset="49086.07">5575 2179 276 0,'0'0'456'0,"0"0"-4"16,0 0-6-16,8-15-15 0,-8 15-27 0,0 0-17 16,0 0-24-16,8-8-30 0,-8 8-31 0,0 0-30 15,0 0-30-15,0 0-27 0,0 0-25 16,10-1-18-16,-10 1-19 0,0 0-17 0,0 0-10 16,18 6-17-16,-18-6-13 0,13 9-12 0,-8-4-9 15,-5-5-9-15,6 10-15 0,-2-4-18 0,-4-6-24 0,8 9-22 16,-8-9-17-16,0 0-17 0,3 15-16 15,-3-15-10-15,0 0 0 0,0 14 0 0,0-14-12 16,0 0-2-16,0 0-5 0,-6 14 0 0,6-14 9 16,0 0 4-16,0 0 14 0,-10 7 6 0,10-7 6 15,0 0 17-15,0 0 21 0,0 0 9 0,0 0 22 16,0 0 12-16,0 0 16 0,0 0-9 0,0 0 6 16,3-34-4-16,-3 34 5 0,8-12 6 0,-8 12-4 15,12-13 0-15,-7 8-1 0,5 0-11 0,-10 5-1 16,18-4-6-16,-10 2-5 0,-8 2 4 0,20-4-12 15,-20 4 8-15,0 0-3 0,23 6-9 0,-14-3 6 16,-9-3-3-16,15 6-2 0,-8 1 0 0,-7-7 2 16,11 9-1-16,-3-3 1 0,-8-6-2 0,9 15 1 15,-9-15-2-15,2 12-2 0,-2-12 2 0,6 8-21 16,-6-8-32-16,2 11-30 0,-2-11-40 0,0 0-43 16,7 14-40-16,-7-14-58 0,11 4-84 0,-11-4-72 15,17 4-233-15,-17-4-699 0,25-4 309 0</inkml:trace>
  <inkml:trace contextRef="#ctx0" brushRef="#br0" timeOffset="49682.37">6498 2221 247 0,'0'0'389'0,"0"0"-1"0,0 0-5 0,-15-16-3 15,15 16-5-15,0 0-6 0,-3-8-14 0,3 8-20 16,0 0-25-16,0 0-22 0,0 0-25 0,3-15-30 16,-3 15-23-16,0 0-20 0,0 0-23 0,13-9-15 0,-7 6-21 15,-6 3-16-15,14-2-8 0,-14 2-12 0,13-2-14 16,-13 2-8-16,19 1-10 0,-9 2-4 15,1 1-9-15,-1 1-5 0,-3-1-4 0,2 2-9 16,1 2-6-16,-10-8-14 0,11 10-7 0,-11-10-17 16,6 16-4-16,-5-9-1 0,-1-7-3 0,0 19-11 15,0-19 3-15,-2 17-5 0,-3-9-6 0,5-8-1 16,-13 15-7-16,4-9 0 0,1 0 9 0,8-6-3 0,-25 11 4 16,14-7 8-16,0-2 1 0,11-2 5 15,-19 2 6-15,19-2-2 0,-18-2 10 0,10 0 22 16,8 2 22-16,-10-6 17 0,10 6 15 0,-9-11 5 15,4 3 11-15,2-2 5 0,1 0-3 0,2 10-9 16,0-20-6-16,1 9-2 0,2 0-7 0,1 1-3 16,-4 10-7-16,8-15-4 0,-4 9-7 0,1-1-7 15,-5 7-6-15,11-8-6 0,-11 8 0 0,16-5-6 16,-5 6-1-16,-11-1-8 0,21 3-2 0,-11 2 2 16,1 0-5-16,0 2 4 0,-2 2-2 0,0 0 0 15,-1-1 2-15,-2 3-4 0,2-3 0 0,-2 5-1 16,3-4-2-16,-3 6 2 0,0-4-2 0,-1 0-12 15,-3-2-10-15,1 2-13 0,2-3-17 0,-1 1-4 16,-4-9-11-16,5 14-17 16,-5-14-3-16,6 11-15 0,-6-11-17 0,9 10-24 0,-9-10-33 0,13 4-18 15,-5-2-20-15,-8-2-34 0,0 0-37 0,23-3-47 0,-23 3-58 16,18-7-254-16,-8 1-699 0,0 0 310 16</inkml:trace>
  <inkml:trace contextRef="#ctx0" brushRef="#br0" timeOffset="50279.28">7711 2146 273 0,'-2'-18'428'0,"2"14"16"0,0 4 1 15,-2-11-28-15,2 11-12 0,-4-11-17 0,4 11-7 16,-1-10-18-16,-5 5-19 0,3 0-25 0,3 5-16 15,-8-8-27-15,3 4-16 0,-1 0-21 0,6 4-20 16,-9-5-24-16,9 5-18 0,-12-1-21 0,12 1-18 16,-15 1-9-16,5 3-20 0,-2 2-7 0,1 1-9 15,-5 5-14-15,-5 5-3 0,0 2-9 16,1 0-3-16,3 0-3 0,1 4-6 0,-2-2-7 0,3 3 0 16,-1-1-3-16,3-6-7 0,4 2-2 0,2-1-3 15,-1 0-5-15,4-3 0 0,1-3 0 0,3-1-17 16,2 1 0-16,2-1 1 0,6 2-20 0,4-1-12 15,3-1-26-15,3-2-39 0,6 2-49 0,1-4-40 16,2-2-56-16,-3 1-49 0,-5-5-40 16,2-1-41-16,-2-2-57 0,0 0-56 0,0-2-332 15,-3-4-871-15,0 4 386 0</inkml:trace>
  <inkml:trace contextRef="#ctx0" brushRef="#br0" timeOffset="51107.21">7821 2342 388 0,'0'0'401'0,"0"0"12"16,0 0-13-16,0 0-21 0,0 0-19 0,0 0-14 16,0 0-14-16,0 0-19 0,0 0-22 0,0 0-15 15,0 0-21-15,0 0-20 0,0 0-17 0,0 0-19 16,0 0-16-16,0 0-17 0,0 0-7 0,0 0-20 15,0 0-6-15,0 0-10 0,0 0-15 0,0 0-11 16,0 0-7-16,9-2-12 0,-9 2-5 0,18-5-11 16,-8 5-5-16,3-4-8 0,0 1 0 0,3-2-9 15,-3 0 1-15,1 1-1 0,-3-1 1 0,2 0-9 16,-1 0-5-16,-2-1 0 0,-1-3-1 0,0 1-2 16,-2 2 3-16,-1-1-11 0,0-1 6 0,-1 3-6 15,-1-1-3-15,-4 6-4 0,4-10 1 16,0 6-5-16,-4 4-1 0,-3-11-1 0,3 11-3 0,-5-6-6 15,5 6 2-15,-9-7-3 0,3 4-2 0,6 3-1 16,-13-1 0-16,4 1 1 0,9 0 1 0,-21 3-4 16,10-1 7-16,1 4-6 0,-1-1 1 0,0 1-1 15,-3 6 2-15,3 3-1 0,-1-3 5 0,2 1-1 16,1-4-3-16,1 2 1 0,2 0-5 16,1 0-8-16,1 0 0 0,1-1-8 0,-2-1-4 0,4 0-3 15,1-1 4-15,1 2 4 0,3-2 6 0,1-1 2 16,3 3 4-16,3-3 2 0,6 0 2 0,0-2 3 15,2 0-4-15,1-3 4 0,8-1 2 0,-7-1 3 16,0-3-1-16,7-1 3 0,-6 2 3 16,-4-5-2-16,2 2 10 0,1-2 4 0,-3-3 7 15,-2-1 5-15,-1 4 6 0,0-3 3 0,-5 1-2 16,0 2-2-16,-1-3 1 0,0 4-3 0,-2-5 4 16,-4 7-4-16,3-3 2 0,-6 7-4 0,8-8-4 15,-8 8-3-15,6-8-4 0,-6 8-1 0,0 0-6 16,6-7-3-16,-6 7-7 0,0 0-3 0,0 0-1 15,0 0 1-15,0 0-2 0,0 0 1 0,0 0-6 16,0 0-1-16,0 0-6 0,0 0-6 0,0 0-6 16,0 0-21-16,-9 33-11 0,9-33-6 0,-3 12-16 15,3-12-7-15,3 10-3 0,-3-10-8 0,1 9-8 16,-1-9 4-16,4 8-3 0,-4-8-2 0,5 8-1 16,-5-8 2-16,0 0 5 0,0 0 5 0,15 6 15 15,-15-6 13-15,0 0 9 0,0 0 1 0,26-5 5 16,-26 5 10-16,18-9 6 0,-9 6 7 0,-9 3 5 15,14-7 17-15,-14 7-2 0,13-6 9 0,-13 6 5 16,14-6 8-16,-14 6 5 0,11-5 11 0,-11 5 0 16,0 0-8-16,12-4 7 0,-12 4-2 0,0 0-17 15,0 0 6-15,0 0-7 0,13-4 4 0,-13 4-4 16,0 0 3-16,0 0 4 0,11 8-4 0,-11-8-2 16,0 0-13-16,13 10-30 0,-8-7-22 0,-5-3-33 15,10 8-39-15,-2-4-44 0,1 1-39 0,1 0-54 16,0-4-36-16,3 4-277 0,-3-2-632 0,2-1 280 15</inkml:trace>
  <inkml:trace contextRef="#ctx0" brushRef="#br0" timeOffset="51435.36">8706 2096 36 0,'0'0'454'0,"2"-9"-7"0,-2 9-5 15,1-9 0-15,-1 9-6 0,0 0-6 0,0-7-12 16,0 7-22-16,0 0-17 0,0 0-17 16,0 0-32-16,0 0-23 0,0 0-25 0,0 0-31 15,0 0-24-15,0 0-24 0,0 0-25 0,0 0-14 16,0 0-16-16,0 0-12 0,0 0-12 0,0 0-7 16,-6 29-15-16,3-17-1 0,3 3-14 0,-3 3-3 15,2 0-7-15,1 6-11 0,-2-4-1 0,2 0-12 16,2-1 1-16,-4 6-8 0,4-1-3 0,-2-5-7 15,1-2 3-15,-1-2-7 0,2 2-10 0,-2-5-27 16,1 3-27-16,-1-4-20 0,0-11-29 0,0 18-29 16,1-11-35-16,-1-7-30 0,0 0-44 0,5 15-12 15,-1-12-26-15,-4-3-36 0,0 0-18 0,0 0-21 16,0 0-21-16,0 0-35 0,0 0-24 0,23-22-292 16,-23 22-761-16,0-20 336 0</inkml:trace>
  <inkml:trace contextRef="#ctx0" brushRef="#br0" timeOffset="51622.83">8588 2257 266 0,'0'0'321'0,"-19"-3"12"0,19 3 8 15,0 0-1-15,0 0 0 0,-15-5-8 0,15 5-23 16,0 0-17-16,0 0-21 0,0 0-28 0,-9-6-28 16,9 6-20-16,0 0-15 0,0 0-33 15,0 0-38-15,0 0-41 0,0 0-47 0,0 0-47 16,44-1-51-16,-31-1-59 0,5 2-61 0,-3-2-71 15,3-2-52-15,2 2-231 0,-7-1-594 0,6 1 262 16</inkml:trace>
  <inkml:trace contextRef="#ctx0" brushRef="#br0" timeOffset="52044.6">8864 2208 172 0,'0'0'308'0,"10"2"-8"0,-10-2 1 0,0 0-20 15,0 0-13-15,0 0-23 0,0 0-23 0,0 0-24 16,16 4-8-16,-16-4-26 0,0 0-13 0,12 7-11 16,-12-7-16-16,13 4-7 0,-13-4-10 0,11 9-15 15,-11-9-5-15,13 12-14 0,-8-5-7 0,-5-7-3 16,9 17-9-16,-4-9-2 0,-5-8-5 0,4 17-10 16,-3-8 6-16,-1-9-14 0,0 16-2 0,0-16-15 15,0 0-7-15,-3 19-6 0,1-12-15 16,2-7-1-16,-2 8-12 0,2-8 5 0,0 0 4 0,-4 10 10 15,4-10 2-15,0 0-3 0,0 0 1 0,0 0 1 16,0 0 5-16,0 0 2 0,0 0 14 0,0 0-3 16,0 0-4-16,10-39 4 0,-6 28 2 0,3 3 23 15,-7 8-9-15,12-14 4 0,-5 6-2 16,-1 1 4-16,-6 7-5 0,13-7 7 0,-13 7-10 16,9-7-4-16,-9 7 1 0,0 0-5 0,16-4 2 15,-16 4-9-15,0 0 6 0,0 0-6 0,18 2 5 16,-18-2-15-16,0 0 5 0,13 11 1 0,-13-11-2 0,5 9 4 15,-5-9-8-15,5 12 6 0,-5-12 1 0,5 10-1 16,-5-10-8-16,0 0-8 0,7 14-18 16,-7-14-33-16,7 11-24 0,-7-11-36 0,8 7-38 15,-8-7-40-15,0 0-50 0,0 0-51 0,19 0-197 16,-19 0-540-16,0 0 238 0</inkml:trace>
  <inkml:trace contextRef="#ctx0" brushRef="#br0" timeOffset="52216.43">9135 2128 72 0,'0'0'394'0,"0"0"-5"0,-12-11 2 0,12 11-41 0,-4-7-4 16,4 7-29-16,0 0-35 0,0 0-56 0,-4-9-68 16,4 9-78-16,0 0-111 0,0 0-104 0,27-2-110 15,-9-1-188-15,3 2-468 0,9-2 208 0</inkml:trace>
  <inkml:trace contextRef="#ctx0" brushRef="#br0" timeOffset="52575.71">9510 2009 185 0,'-9'-7'458'0,"-3"4"11"16,3-2 5-16,-2 0-11 0,3 4-23 0,1-2-29 15,7 3-28-15,-10-4-31 0,10 4-37 0,-11-3-23 16,11 3-35-16,0 0-23 0,-12 0-29 0,12 0-18 16,-9 10-8-16,4-2 6 0,-3 3-2 0,2 5 5 15,1 4-17-15,0-4-14 0,-1 9 2 0,2-6 1 16,-2 7-8-16,1 0-10 0,3-1-12 0,0 2-19 16,0 1-9-16,-1 0-8 0,1 0-6 0,-1-1 0 15,0 0-14-15,2 1-7 0,1 1-6 0,1-3-8 16,-1 2-3-16,2-2-5 0,-4 2-10 0,4-3-1 15,-1-6-4-15,-1 6 5 0,1-5-7 0,1-2-2 16,1-2-10-16,-1-2-15 0,0-1-8 0,0-2-21 16,-1-1-14-16,1-1-26 0,-2-9-24 0,3 12-27 15,-3-12-20-15,0 0-19 0,0 0-15 0,0 0-21 16,5 12-51-16,-5-12-69 0,0 0-56 0,0 0-56 16,0 0-41-16,0 0-388 0,-10-39-925 15,5 21 409-15</inkml:trace>
  <inkml:trace contextRef="#ctx0" brushRef="#br0" timeOffset="53122.47">9227 2390 108 0,'0'0'369'0,"0"0"13"0,-4-12 19 0,4 12 3 16,0 0-16-16,0 0-41 0,0-14-32 0,0 14-34 16,0 0-36-16,10-10-24 0,-10 10-25 0,22-4-24 15,-11 0-13-15,2 4-22 0,-13 0-16 0,33-3-31 16,-15 5-30-16,1-4-27 0,-1-2-47 0,1 2-26 15,2 0-29-15,-3 1-16 0,1-2-32 0,-1-1-4 16,1 0-15-16,-3-1-20 0,-3 1-2 0,-1 0 2 16,1 0 3-16,-3-3-4 0,-10 7-2 0,18-6 18 15,-18 6 8-15,11-8 17 0,-11 8 7 0,13-6 24 16,-13 6 15-16,8-5 26 0,-8 5 18 0,0 0 24 16,7-4 18-16,-7 4 25 0,0 0 16 0,0 0 26 15,0 0 6-15,7-7 8 0,-7 7 18 0,0 0-4 16,0 0 5-16,0 0 15 0,0 0-3 0,0 0 0 15,0 0 0-15,0 0 9 0,0 0-25 0,0 0-8 16,0 0-7-16,0 0-19 0,0 0-9 0,0 0 11 16,0 0 17-16,0 0 3 0,0 0-5 0,1 21-9 15,-1-21-15-15,0 12 9 0,0-12-16 0,0 16-5 16,0-16-1-16,1 19-4 0,1-13-9 0,-2-6-6 16,4 13 7-16,-4-13-22 0,3 11-10 0,-3-11-14 15,0 0-5-15,8 10-3 0,-8-10 0 0,0 0 2 16,11 4 0-16,-11-4 4 0,0 0-5 0,0 0 10 15,32-14-3-15,-22 9-3 0,0-1-2 16,-3 1 4-16,2-3-3 0,0 2 13 0,-9 6 0 16,13-13 3-16,-5 5-4 0,-8 8 5 0,10-7 2 0,-10 7 4 15,6-8-10-15,-6 8 3 0,0 0-16 0,9-6 12 16,-9 6-17-16,0 0 13 0,0 0-3 0,0 0-3 16,0 0-5-16,17-1 5 0,-17 1-3 15,0 0-20-15,0 0-42 0,16 13-40 0,-9-8-35 16,-2-1-40-16,-5-4-47 0,13 10-51 0,-13-10-69 15,15 8-266-15,-15-8-666 0,14 3 295 0</inkml:trace>
  <inkml:trace contextRef="#ctx0" brushRef="#br0" timeOffset="53684.84">10004 2227 193 0,'0'0'317'0,"0"0"-17"15,0 0-18-15,0 0-24 0,0 0-20 0,11-3-19 16,-11 3-7-16,0 0-1 0,0 0-12 0,15-1-13 16,-15 1-17-16,0 0-22 0,0 0-17 0,0 0-11 15,0 0-13-15,16 7-14 0,-16-7-9 0,0 0-16 16,7 11 2-16,-7-11-16 0,0 13 2 0,0-13-4 16,0 0-4-16,0 16-9 0,0-16 0 15,0 0-4-15,-7 18 2 0,7-18-2 0,-8 11-8 16,8-11 3-16,-11 10-6 0,11-10 5 0,-13 5 2 0,13-5-9 15,-12 4 0-15,12-4 5 0,0 0-3 0,-15 2 3 16,15-2 2-16,0 0 3 0,0 0 3 0,-15-11 2 16,15 11 7-16,-4-12-4 0,4 12 10 0,0 0-7 15,-1-16-2-15,1 16-9 0,0 0 8 16,0 0-2-16,5-20-2 0,-5 20-14 0,0 0 2 16,6-10-5-16,-6 10-4 0,9-7-3 0,-9 7-4 15,0 0-2-15,19 2-4 0,-19-2 2 0,0 0-11 0,27 9 7 16,-18-1-1-16,1 0 1 0,2 5 3 15,-3 2-8-15,3 2 5 0,-3 1-1 0,2 5-4 16,-3-3 6-16,1 3-2 0,-2-4-1 0,-1 5 8 16,-2 2 2-16,0-7-1 0,-3 7 8 0,-1-6-3 15,-3-1 0-15,-1 6 7 0,-1-6-4 0,-2-1-1 16,-2-1-8-16,0 0 8 0,2-3 4 0,-4-3-6 16,1-2 3-16,5 1-1 0,-4-4 3 0,9-6 15 15,-14 8 25-15,14-8 11 0,-12 3 9 0,12-3 6 16,-11 0 2-16,11 0 3 0,-15-4 13 0,15 4-2 15,-11-13-5-15,6 6-4 0,-1 0-2 0,2-2-6 16,4 9-9-16,-4-17-8 0,6 5-18 0,-2 12-29 16,4-22-37-16,-4 22-47 0,10-17-56 0,-1 3-51 15,0 4-47-15,6 1-49 0,-1-2-52 0,4 4-54 16,2-2-54-16,-3 3-272 0,2-2-760 0,-2 1 337 16</inkml:trace>
  <inkml:trace contextRef="#ctx0" brushRef="#br0" timeOffset="54215.97">10323 2279 326 0,'0'0'355'0,"0"0"-10"0,0 0-9 0,0 0-15 15,0 0-5-15,0 0-12 0,2-13-20 0,-2 13-10 16,0 0-22-16,0 0-20 0,0 0-30 0,0 0-16 15,0 0-20-15,0 0-11 0,0 0-21 0,0 0-17 16,0 0-4-16,0 0-18 0,0 0-16 0,0 0-10 16,0 0-8-16,0 0-1 0,0 0-6 0,0 0-3 0,0 0-1 15,0 0-5-15,0 0-2 0,0 0 3 16,0 0-7-16,22 11-8 0,-22-11 1 0,16 4 6 16,-7-1-8-16,-9-3 0 0,21 0-5 0,-9 0-4 15,-2 0 0-15,3-2 0 0,0-1-1 0,-2 1-1 16,1-1-4-16,-2-1 3 0,1-3-1 0,-2 3 3 15,2-1-5-15,-11 5 2 0,11-5 1 0,-6-1 7 16,-5 6-10-16,4-8-1 0,-4 8-6 0,0 0 4 16,0-13-5-16,0 13-4 0,0 0 0 0,-9-12-2 15,9 12 0-15,-14-5-3 0,5 2 1 0,9 3-3 16,-20 0 4-16,8 1-6 0,-2 1 0 0,4 1-3 16,0 4 4-16,-3-1-4 0,1 0 1 0,2 1-1 15,-1 2 2-15,2-1 1 0,-2 4 2 0,1-1 1 16,1 3 5-16,3-3-3 0,-1-1-1 0,0-1-3 15,4 4-1-15,0-5 4 0,0 3 3 0,2 0 0 16,1 1 2-16,0-12 1 0,5 17 0 0,1-8 7 16,2-2 0-16,1-2-3 0,1 2-2 0,3-3-9 15,3 1-8-15,4 1-3 0,-2-3-10 0,3-2-18 16,0-1-7-16,-2-1-36 0,1-1-32 0,1 0-39 16,-1 0-30-16,1-2-36 0,-2-2-51 0,0 4-48 15,0-3-48-15,0 1-247 0,-3 1-666 0,-2-1 295 16</inkml:trace>
  <inkml:trace contextRef="#ctx0" brushRef="#br0" timeOffset="54434.66">10857 2389 371 0,'0'0'445'0,"0"0"4"0,0 0-12 16,0 0-19-16,0 0-30 0,0 0-23 0,0 0-26 15,0 0-27-15,0 0-30 0,0 0-32 0,0 0-22 16,0 0-28-16,0 0-19 0,0 0-43 0,0 0-45 16,0 0-68-16,0 0-67 0,0 0-76 0,0 0-64 15,0 0-70-15,0 0-57 0,0 0-66 0,0 0-233 16,0 0-658-16,0 0 292 0</inkml:trace>
  <inkml:trace contextRef="#ctx0" brushRef="#br0" timeOffset="63297.28">11104 2343 86 0,'-10'-4'220'0,"10"4"-6"0,-7-2 6 0,7 2-6 15,0 0 2-15,0 0 0 0,0 0-3 16,-11 2 6-16,11-2 1 0,0 0 0 0,-13-2-6 16,13 2 2-16,-7-2-14 0,7 2-4 0,0 0-3 15,-10 0-15-15,10 0-7 0,0 0 2 0,-10-3-16 16,10 3 0-16,-9-1-13 0,9 1-1 0,0 0 0 15,0 0-10-15,-7-4 4 0,7 4-3 0,0 0 1 0,0 0-1 16,0 0-1-16,0 0-1 0,0 0 11 16,-7-2-6-16,7 2-5 0,0 0-17 0,0 0-11 15,0 0-10-15,26-7-7 0,-7 6-12 0,9-2-4 16,3-2-13-16,3 0-6 0,5 0-5 0,-4 2-4 16,2 0-7-16,1-2-3 0,-2 1-4 0,-2-1-3 15,-2 4 5-15,-3 0-9 0,-1 0-2 0,-1-4-5 0,-8 4 3 16,1-3-4-16,-1 3-6 0,-6-1 4 15,0 2-3-15,0-3 0 0,1 3-11 0,-3-1-12 16,1 1-14-16,-3-2-17 0,-1 4-20 0,1-2-30 16,-9 0-37-16,0 0-44 0,20 0-48 0,-15 0-63 15,1 1-50-15,-6-1-43 0,10 3-48 0,-10-3-12 16,0 0-293-16,0 0-793 0,0 0 351 0</inkml:trace>
  <inkml:trace contextRef="#ctx0" brushRef="#br0" timeOffset="63609.71">11600 2194 22 0,'0'0'276'16,"0"0"15"-16,-3-5 6 0,3 5 8 0,0 0-4 15,0 0 9-15,-4-7 4 0,4 7 0 0,0 0-4 16,0 0-1-16,0 0-5 0,0 0-14 0,0-7-10 16,0 7-16-16,0 0-18 0,0 0-19 0,0 0-25 15,0 0-19-15,6-6-21 0,-6 6-18 0,0 0-13 16,14 2-15-16,-14-2-13 0,16 6-11 0,-5-3-12 15,0 2-9-15,-2-1-7 0,-1 3-8 0,2-3-8 16,0 4-5-16,-4-1-4 0,2-1-5 0,-3 2 1 16,0 3-6-16,-1-2-6 0,-1 1 2 0,-2 1-6 15,-1-11 0-15,-4 22 1 0,2-11-2 0,-5 0-3 16,0 0-1-16,-2-2 0 0,-4 3 4 0,-1-2-5 16,-1 1-14-16,1-1-16 0,-1-1-29 0,1-5-20 15,5 3-32-15,-3-1-33 0,4-2-44 0,3-2-23 16,1 0-22-16,4-2-19 0,-8 6-34 0,8-6-43 15,0 0-67-15,0 0-339 0,0 0-781 0,0 0 346 16</inkml:trace>
  <inkml:trace contextRef="#ctx0" brushRef="#br0" timeOffset="64972.54">12514 2085 391 0,'-3'-9'442'0,"3"9"6"0,-2-8-16 16,2 8-11-16,-2-11-16 0,2 11-6 0,0 0-12 15,-1-10-18-15,1 10-26 0,0 0-25 0,0 0-32 16,0 0-28-16,0-9-35 0,0 9-29 0,0 0-23 16,0 0-20-16,0 0-20 0,0 0-16 0,0 0-9 15,0 0-12-15,0 0-9 0,0 0-5 0,1 30-6 16,-1-21-4-16,0 3-1 0,2 3 0 0,-5-1-6 16,3 1-6-16,-4 2 1 0,0 1-7 0,4 0-6 15,-5 1-5-15,3 0-4 0,0-1-3 0,0 0-3 16,-2 1-3-16,0-1-3 0,0-1-2 15,-1 0-3-15,1-2 1 0,0 2-6 0,4-7-2 16,-2 0-2-16,-2-1 3 0,3-2-9 0,-1 0-5 16,2-7-2-16,0 11-3 0,0-11 9 0,-2 8 2 15,2-8 1-15,0 0 9 0,0 0 0 0,0 0 1 0,0 0 2 0,0 0-7 16,0 0 6-16,0 0 2 0,0 0 1 0,0 0 0 16,11-26 3-16,-9 13 4 0,2-2-8 15,-2-11 0-15,1-1-2 0,3 4-1 0,-1-4 0 16,0-1-1-16,-3 3-6 0,5 1-1 15,-5 0-1-15,2 5 2 0,1-1 3 0,-3 2-3 0,3 1 1 0,-1 7-5 0,1-5-3 16,-1 4-2-16,1 1 4 0,-1 1-5 16,1 1-7-16,-3 2 4 0,1 0 2 0,1 1-5 15,-4 5 8-15,6-6-11 0,-6 6 0 0,9 0 5 16,-9 0-8-16,12 7 3 0,-3-2-1 0,0 5-1 16,-3-1 3-16,8 5 1 0,-6 0-1 0,1 4 4 0,1-3 2 15,-5 3-2-15,3-1 1 0,-6 8-3 16,1-6 2-16,2 1 0 0,-3-2 0 0,2 7 6 15,-4-7-3-15,0-1 6 0,2 2-8 16,-2-4 11-16,0-2-10 0,0 3 2 0,1-5 0 16,1-2-11-16,0 0-10 0,0 1-21 0,0-2-18 15,0 0-18-15,0-2-17 0,0 0-19 0,1-1-15 16,-3-5-27-16,7 11-10 0,-7-11-31 0,7 5-17 16,-7-5-11-16,6 3-13 0,-6-3-15 0,9 0-13 15,-9 0-21-15,0 0-21 0,0 0-18 0,10-12-11 16,-10 5-11-16,0 7 7 0,0-10-176 0,0 10-559 15,-6-15 248-15</inkml:trace>
  <inkml:trace contextRef="#ctx0" brushRef="#br0" timeOffset="65175.62">12556 2296 185 0,'-11'1'265'0,"11"-1"18"0,0 0 16 0,0 0 13 15,-16-2 16-15,16 2 21 0,0 0 6 0,0 0 11 16,0 0 5-16,-11-3-4 0,11 3-18 0,0 0-22 15,0 0-25-15,0 0-35 0,0 0-26 0,0 0-25 16,0 0-23-16,0 0-24 0,22-18-40 0,-22 18-33 16,20-3-42-16,-6 2-49 0,-3-1-47 0,7 0-48 15,0 1-48-15,0-1-53 0,0-2-50 0,-2 0-63 16,1 0-59-16,2-1-62 0,2 1-248 0,-4 1-728 16,3-4 323-16</inkml:trace>
  <inkml:trace contextRef="#ctx0" brushRef="#br0" timeOffset="65503.7">12956 2082 356 0,'0'0'430'0,"0"0"31"16,-2-14 8-16,2 14-1 0,0 0-9 0,0 0-5 16,0 0-22-16,0 0-21 0,0 0-18 0,0 0-40 15,0 0-30-15,0 0-36 0,0 0-30 0,0 0-29 16,0 0-20-16,0 0-28 0,0 0-7 15,0 0-29-15,0 0-6 0,0 0-6 0,-2 41-7 16,2-27 15-16,0 2-7 0,-3 1-15 0,3 1 7 0,0 1-22 16,0 5-16-16,0-5 1 0,0 2-6 0,0-2-4 15,0 0-15-15,0 4-9 0,0 4-4 0,3-9-1 16,-3 1-8-16,2-2-38 0,0-1-17 16,-2-4-29-16,2 0-15 0,0-1-22 0,-1 0-21 15,0-3-25-15,-1-8-25 0,3 11-21 0,-3-11-34 16,0 0-12-16,0 0-23 0,2 15-19 0,-2-15-38 15,0 0-32-15,0 0-30 0,0 0-29 0,0 0-15 16,0 0-34-16,0 0-263 0,0 0-760 0,7-45 336 16</inkml:trace>
  <inkml:trace contextRef="#ctx0" brushRef="#br0" timeOffset="65675.53">12929 2301 62 0,'-7'-10'292'0,"7"10"16"0,0 0 16 16,0 0 4-16,0 0 5 0,0 0-1 0,0 0-2 15,-4-13-8-15,4 13-12 0,0 0-24 0,0 0-21 16,0 0-25-16,0 0-25 0,0 0-24 0,0 0-28 16,0 0-35-16,20-6-55 0,-6 4-64 0,-14 2-73 15,27 0-70-15,-8-4-68 0,0 1-73 0,3-3-69 16,-4 1-238-16,0 0-631 0,2-2 279 0</inkml:trace>
  <inkml:trace contextRef="#ctx0" brushRef="#br0" timeOffset="66487.85">13234 2119 120 0,'-6'-7'457'0,"6"7"23"0,0 0 12 16,-4-8 3-16,4 8-19 0,0 0-17 0,0 0-20 0,0 0-20 16,0 0-32-16,0 0-34 0,-6-7-37 0,6 7-38 15,0 0-26-15,0 0-30 0,0 0-20 0,0 0-23 16,0 0-19-16,0 0-14 0,0 0-13 15,0 0-17-15,0 0-15 0,-8 22-7 0,8-22-7 16,-2 17-5-16,2-8-11 0,0-9-9 0,-1 21-7 16,-1-9-2-16,2-12-11 0,3 24-1 0,-1-13-18 0,2 0-13 15,-2 1-8-15,3 4-18 0,0-5-11 0,1 0-18 16,3-1-8-16,-5 1-15 0,2-2-5 16,0 1-8-16,1-1-9 0,-1-1-1 0,-6-8-13 15,14 11 1-15,-9-7-5 0,5 2 11 0,-10-6 12 16,11 4 5-16,-11-4 10 0,0 0 8 0,23-2 0 15,-23 2 11-15,21-4 11 0,-13-1 1 0,-8 5-4 16,19-14 9-16,-11 8 4 0,1-2 10 0,3-2-1 16,-3 4 5-16,-1-3 17 0,-1-1 7 0,0 2 3 15,-7 8 6-15,11-11 17 0,-11 11 8 0,7-10 12 16,-7 10 10-16,4-12 2 0,-4 12 1 0,6-7 3 16,-6 7 0-16,0 0-13 0,0 0-3 0,0 0-9 15,8-11-6-15,-8 11-5 0,0 0-9 0,0 0-8 16,0 0-3-16,0 0-1 0,0 0-2 0,0 0-6 15,0 0-2-15,0 0 3 0,0 0-3 0,0 0 1 16,0 0 0-16,-31 23 0 0,31-23-12 0,-5 11-7 16,5-11-6-16,0 13-5 0,0-13-8 0,5 18 0 15,-5-18-6-15,6 18-2 0,1-10 0 0,-3-1 9 16,6 1-2-16,-1-2 5 0,-1-1 1 0,4 1 2 16,-1-2-1-16,0 0 5 0,3-2 0 0,-1-4 4 15,1 0 3-15,3-2 1 0,-3-4-2 0,4 3 8 16,-2-3 0-16,-3-2 7 0,1 0-3 0,-1-1 2 15,-4 3 3-15,2-1 9 0,-2 0 8 16,-2 2 1-16,2-1 2 0,-4 0-2 0,1 3 4 0,-6 5 4 16,7-9 7-16,-7 9-2 0,7-8-3 0,-7 8-8 15,5-6-1-15,-5 6-4 0,0 0-7 0,0 0-3 16,0 0-5-16,6-5 0 0,-6 5-7 0,0 0 4 16,0 0-4-16,0 0 4 0,0 0 1 0,0 0 0 15,0 0 2-15,0 0 3 0,0 0 2 16,0 0-4-16,0 0 3 0,16 2 1 0,-16-2-3 0,9 6 1 15,-9-6 2-15,9 5 0 0,-9-5 3 0,11 6-5 16,-11-6 0-16,12 6 0 0,-6-3-4 0,-6-3 0 16,11 8 3-16,-11-8 0 0,9 5-6 0,-9-5 3 15,11 8-4-15,-8-3 2 0,-3-5-1 0,2 9-3 16,-2-9 4-16,7 11 2 0,-7-11-1 16,2 9-1-16,-2-9 1 0,4 12 0 0,-4-12-21 15,2 11-27-15,-2-11-32 0,0 0-27 0,7 15-40 0,-7-15-27 16,5 7-27-16,-1-3-31 0,-4-4-31 0,0 0-33 15,17 6-38-15,-17-6-35 0,0 0-285 16,19-2-711-16,-19 2 314 0</inkml:trace>
  <inkml:trace contextRef="#ctx0" brushRef="#br0" timeOffset="66722.17">13798 2157 215 0,'-11'-6'507'0,"5"1"26"0,6 5 14 0,-8-5-11 16,8 5-31-16,0 0-24 0,-11-7-20 0,11 7-26 16,0 0-29-16,-6-5-26 0,6 5-37 0,0 0-33 15,0 0-33-15,0 0-26 0,0 0-42 0,0 0-46 16,0 0-36-16,20-10-38 0,-11 8-40 0,2 0-43 16,3 0-45-16,3-1-36 0,-3 2-44 0,3-1-48 15,-3 2-57-15,-5-1-72 0,4-1-74 0,-1-1-102 16,-12 3-373-16,0 0-916 0,20-5 406 15</inkml:trace>
  <inkml:trace contextRef="#ctx0" brushRef="#br0" timeOffset="67300.16">14520 2024 152 0,'0'0'399'0,"1"-13"-18"0,-1 13-12 0,3-13-7 15,-3 13 0-15,2-12-13 0,-2 4-9 0,0 8-6 16,-2-8-19-16,2 8-27 0,0-11-21 0,0 11-16 16,-3-9-14-16,3 9-19 0,-6-7-22 0,6 7-22 15,-7-4-21-15,0 1-15 0,7 3-16 16,-13 0-13-16,4 3-9 0,9-3-9 0,-24 11-11 0,5-3-2 16,4 3-7-16,-1-2-10 0,-1 4-4 0,2-1-4 15,2 3-5-15,-1-1-6 0,1 1-4 0,2 2-3 16,2-2 0-16,0 2-5 0,-1 0-3 0,6-2-15 15,1 1-9-15,3 2-11 0,3 1-9 16,1-7-17-16,3 3-26 0,2 1-26 0,2-1-30 16,1-1-41-16,4-4-23 0,0 1-26 0,10-1-35 15,-10-2-27-15,3-4-24 0,2 1-24 0,6-3-27 16,-4-1-28-16,-3-2-243 0,0 1-665 0,1-4 294 16</inkml:trace>
  <inkml:trace contextRef="#ctx0" brushRef="#br0" timeOffset="68034.36">14687 2221 118 0,'0'0'338'0,"0"0"-6"0,2-8-17 16,-2 8-23-16,0 0-13 0,0 0-13 0,0 0-6 16,0 0-11-16,10-10-4 0,-10 10-18 0,0 0-15 15,5-5-16-15,-5 5-17 0,0 0-21 0,0 0-6 16,9-4-18-16,-9 4-21 0,0 0-8 0,0 0-18 15,0 0-4-15,0 0-17 0,18 4-2 0,-18-4-5 16,0 0-11-16,0 0-5 0,12 9-5 0,-12-9-1 16,6 10-7-16,-6-10-8 0,0 0-7 0,0 17 4 15,0-17 3-15,0 0-3 0,-7 17-1 0,7-17-1 16,-9 12 2-16,0-5-7 0,9-7 1 0,-11 11-9 16,2-7-3-16,9-4-2 0,-23 8-1 15,15-2 0-15,8-6-1 0,-15 2 10 0,15-2-5 16,0 0-4-16,-19-2 6 0,19 2 3 0,0 0 7 15,-14-7 10-15,14 7 8 0,-7-10 2 0,7 10-4 0,0-12 0 16,0 12 8-16,0 0-3 0,7-21 6 0,-3 11-9 16,3 1-4-16,-2 2 1 0,-5 7-7 0,13-10-7 15,-7 4 1-15,-1 2 0 0,-5 4-6 16,12-9-6-16,-12 9 4 0,13-5-7 0,-13 5-1 16,11-1-3-16,-11 1 4 0,13 0-1 0,-13 0-1 15,12 4 4-15,-12-4-8 0,12 5 0 0,-6-3 6 16,-6-2 0-16,11 9-1 0,-1-3 2 0,-2-1-4 0,1 1-1 15,-9-6 10-15,14 11-4 0,-4-6 1 16,-1 3 3-16,1-4-3 0,1 2-4 0,-11-6 3 16,24 6 2-16,-13-1 2 0,3-4-1 0,-14-1 2 15,26-1 1-15,-12-3 1 0,2-2-5 0,-4 0 11 16,5-2 16-16,-5 2 18 0,3-2 8 0,-2-2 10 16,-5 2-3-16,-1-2-3 0,-1 0 8 0,2-1 3 0,3-1-1 15,-7 1-4-15,0-3-7 0,-4 0-6 16,2-3-5-16,0 6-2 0,-4-1-3 0,0 1 0 15,2 11-1-15,-2-21-3 0,0 13-12 0,1 2 0 16,-3-2-6-16,4 8-1 0,-4-9-6 0,4 9-3 16,-3-6-7-16,3 6-7 0,0 0-3 0,-1-7 0 15,1 7-1-15,0 0 2 0,0 0 0 0,0 0 0 16,0 0 0-16,-10 30 2 0,10-19-1 0,0 0 2 16,0 6-2-16,-2-1 4 0,4 0-4 0,-4 1 2 15,4-1 2-15,-4 1 1 0,0 2 0 0,1 0 4 16,0-1-3-16,-1 0 1 0,1 0-4 0,-1-1 2 15,2-5 0-15,-2 4-8 0,0-3-25 0,2-3-25 16,0-10-33-16,2 19-38 0,-2-19-27 0,0 0-36 16,4 17-33-16,-4-17-45 0,5 7-63 0,-5-7-61 15,0 0-39-15,0 0-290 0,0 0-779 0,0 0 344 16</inkml:trace>
  <inkml:trace contextRef="#ctx0" brushRef="#br0" timeOffset="68721.7">15241 2177 292 0,'0'0'370'0,"0"0"17"0,11-14 24 16,-11 14 3-16,0 0-6 0,3-8-10 0,-3 8-12 15,0 0-18-15,0 0-27 0,0 0-32 16,0 0-29-16,0 0-29 0,0 0-30 0,0 0-23 16,0 0-24-16,0 0-17 0,0 0-18 0,0 0-14 15,0 0-13-15,0 0-10 0,0 0-9 0,0 0-9 16,-34 15-7-16,23-8-10 0,1-3-6 0,-4 3-2 15,5-1-7-15,-2 2-2 0,11-8-8 0,-18 8-4 16,10-3-8-16,8-5-8 0,-11 8-13 0,6-6-5 16,5-2-6-16,0 0-2 0,-11 8 3 0,11-8-1 15,0 0 5-15,0 0 1 0,0 0 2 0,0 0-1 16,0 0 2-16,0 0-4 0,0 0-4 0,0 0 3 16,0 0 1-16,0 0-7 0,0 0 4 0,0 0-3 15,0 0-1-15,0 0 0 0,0 0 0 0,0 0 1 16,0 0-1-16,0 0-4 0,0 0 0 0,38-11 0 15,-38 11-3-15,0 0 1 0,17 5 3 0,-17-5-1 16,9 8 2-16,-9-8 2 0,11 8-1 0,-11-8 2 16,9 11-2-16,-4-4 2 0,-5-7-1 0,11 13 5 15,-5-6-6-15,0-4 4 0,-6-3 4 0,10 11 2 16,-3-7-1-16,-7-4-1 0,15 11 2 0,-5-7-2 16,1-1 3-16,3 0-2 0,-1 0 2 0,6-3-2 15,-2-3 1-15,4 1-1 0,-1-2 2 0,0 0-2 16,0-2-1-16,3-5 3 0,-1 3 0 0,-6-3 0 15,2 2-1-15,-4 1-6 0,2-2 7 0,-5-1 0 16,-2 2-1-16,1 1 0 0,-3-1 0 0,0-1-5 16,-1 2 0-16,-1-1-1 0,1 1 13 0,-6 8 10 15,4-12-2-15,-4 12-7 0,1-11-4 0,-1 11-3 16,-2-7-5-16,2 7-2 0,0 0-2 0,-12-6-1 16,12 6 2-16,0 0 3 0,-19 2-4 15,19-2-3-15,-21 8 1 0,14-2-3 0,-3 0 1 0,2 0 0 16,2 1 3-16,-1 1 1 0,3 1 3 0,-1-1 3 15,5-8-6-15,-4 12-1 0,4-12 5 0,3 14 2 16,3-4 2-16,1-2 0 0,2 1-2 0,1-2 1 16,3 0 2-16,2-1-3 0,4 1 7 15,0-2 0-15,1-2-4 0,0-1 1 0,2 2-1 16,6-2-2-16,-10-2 0 0,2 0 0 0,-2 0-10 16,-4-2-15-16,-1 1-18 0,5 0-39 0,-18 1-52 0,24-4-51 15,-14 1-63-15,-10 3-72 0,0 0-92 0,21-8-111 16,-21 8-267-16,0 0-851 0,9-11 377 15</inkml:trace>
  <inkml:trace contextRef="#ctx0" brushRef="#br0" timeOffset="69424.66">16631 2249 156 0,'0'0'356'0,"0"0"-7"0,-6-9-17 0,6 9-3 16,0 0-2-16,0 0-1 0,-3-7-1 15,3 7 1-15,0 0 2 0,-4-8-5 0,4 8-5 16,0 0-5-16,-2-8-6 0,2 8-17 0,0 0-12 16,0-9-25-16,0 9-22 0,0 0-28 0,0 0-22 0,6-10-18 15,-6 10-18-15,9-5-19 0,0 3-11 0,-9 2-16 16,14-3-10-16,-6 3-12 0,4-1-7 15,0 1-11-15,-12 0-6 0,20 4-7 0,-11 1-6 16,2-1-4-16,-3 2-4 0,-1-2-2 0,-7-4-7 16,13 9-7-16,-7-3-2 0,-3 2-10 0,-3-8-7 15,5 16-5-15,-5-6-5 0,0-10 5 0,-5 17 1 16,2-8 1-16,-3 1-4 0,-1-2-1 0,-3-1-6 0,-4 3-5 16,0-1-2-16,-2-3-6 0,-1-2 5 15,-1 0 2-15,1-1-2 0,-2-3 9 0,6 0 3 16,1 0 7-16,0-1-1 0,3-2 12 0,0 0 6 15,0-5 2-15,1 4 0 0,1-5 3 0,2 1-4 16,2-3-1-16,2-4-5 0,2 3-16 0,2 1-17 16,1-4-32-16,4 1-36 0,0 4-44 0,4-5-46 15,3 4-55-15,0 0-69 0,2 4-54 0,1-2-69 16,1 3-50-16,-1 0-278 0,1 0-824 0,2 3 365 16</inkml:trace>
  <inkml:trace contextRef="#ctx0" brushRef="#br0" timeOffset="69721.47">16816 2013 3 0,'-3'-8'385'0,"-1"-1"26"0,1-1 19 0,-1 1 9 16,3 2 4-16,1 7-1 0,-6-14 3 0,3 8-5 16,3 6-6-16,0 0-7 0,-6-14-12 0,5 12-22 15,1 2-27-15,0 0-25 0,-2-9-31 0,2 9-34 16,0 0-37-16,0 0-28 0,-4-5-23 0,4 5-20 15,0 0-15-15,0 0-14 0,0 0-15 0,0 0-14 16,-5 23-2-16,4-12-19 0,0 2-8 0,-1 3-10 16,0 3-1-16,-1 0-30 0,3 0-40 0,-2 5 0 15,0 0 0-15,1-4 0 0,-1-1 0 0,4 6 0 16,-2-6 0-16,1 1 0 0,3-1 0 0,-1-2-131 16,-1-1-43-16,2 2-35 0,0-3-44 0,1-3-37 15,4 3-42-15,-3-4-39 0,1-2-45 0,-7-9-47 16,10 9-48-16,-2-4-330 0,-8-5-909 0,13 5 402 15</inkml:trace>
  <inkml:trace contextRef="#ctx0" brushRef="#br0" timeOffset="70190.12">16957 2244 90 0,'0'0'322'0,"0"0"1"16,0 0-3-16,5-6-8 0,-5 6-10 0,0 0-3 0,0 0-3 15,0 0-15-15,0 0-22 0,0 0-20 0,0 0-19 16,0 0-22-16,0 0-22 0,0 0-26 0,0 0-7 16,0 0-13-16,0 0-20 0,0 0-11 15,0 0-4-15,0 0-10 0,0 0-7 0,0 0 4 16,0 0-21-16,0 0-3 0,0 0 3 0,0 0-10 16,19 13 1-16,-19-13-1 0,14 2-13 0,-14-2 0 15,18 1-6-15,-6-2 0 0,0 2 6 0,1-2-10 16,-1 0-1-16,0-1 3 0,-1-2 4 0,3-1 2 0,-4 0-5 15,-1-1-5-15,0 1 3 0,1-2 2 16,-5 3 3-16,0-2 6 0,1 2 4 0,-1-1 3 16,-2 0-2-16,-3 5-2 0,4-9-9 0,-4 9-2 15,4-7-9-15,-4 7 3 0,0 0-10 0,-8-10-5 16,8 10-5-16,-8-7 3 0,8 7-4 0,-12-4-5 16,4 4 0-16,8 0-5 0,-18 3-1 0,9 0 6 15,-2 3-1-15,1 0 1 0,1-1-5 0,-1 2 5 16,2 3-4-16,2-2 3 0,2-2-1 0,-2 4-3 15,4 1 1-15,-1-2-9 0,3-9 2 0,4 22-5 16,-1-11-8-16,2-1-3 0,3 1 5 0,1 1-17 16,3-5-7-16,4 4-15 0,0-4-13 0,10 3-26 15,-6-4-10-15,2-1-15 0,7-2-18 0,-7-3-19 16,7 0-16-16,-8-2-23 0,7-2-15 0,-6 0-21 16,-2-3-14-16,-2-1-27 0,1-2-19 0,-3-1-227 15,0 4-568-15,-2-1 251 0</inkml:trace>
  <inkml:trace contextRef="#ctx0" brushRef="#br0" timeOffset="70471.28">17510 2182 47 0,'0'0'290'0,"0"0"20"15,0 0 21-15,0 0 11 0,-7-12 21 0,7 12 13 16,0 0-5-16,0 0 0 0,0 0-7 16,-2-4-12-16,2 4-16 0,0 0-22 0,0 0-24 15,0 0-29-15,0 0-29 0,0 0-20 0,0 0-24 0,0 0-10 16,0 0 16-16,0 0-14 0,-5 28-15 0,5-17-10 15,0 1-8-15,-1 5 4 0,-1 1-12 0,-1 2-10 16,0-1-15-16,1 6-11 0,-1-6-10 16,2 0-6-16,-2-1-8 0,-1 2-8 0,4 5-8 15,-3-6-5-15,-2 0-4 0,1 0-15 0,1-1-29 16,1-3-28-16,-2 1-31 0,3-4-43 0,-2 1-35 0,3-2-54 16,-1-1-46-16,1-10-40 0,1 15-37 0,0-9-23 15,2-1-23-15,-3-5-31 0,6 7-29 16,-6-7-39-16,0 0-281 0,15 0-791 0,-15 0 351 15</inkml:trace>
  <inkml:trace contextRef="#ctx0" brushRef="#br0" timeOffset="70783.7">17448 2257 270 0,'0'-21'402'15,"0"10"12"-15,1 2-8 0,0-1-15 0,-1 1-8 16,2 0-25-16,0 3-24 0,1-1-19 0,-1 1-28 15,3 0-27-15,2 2-26 0,-2-2-20 0,1 3-22 16,2 1-21-16,2-1-20 0,0 2-16 0,1 0-13 16,1 1-10-16,0 0-13 0,-2 3-16 0,1 1-7 15,0-1-11-15,-1 4-7 0,-1-3-8 0,-1 3 3 16,-2-1-15-16,-1 2-4 0,0-1-6 0,-5-7 2 16,7 14-6-16,-6-5 1 0,-1-9-1 0,-4 19 0 15,-3-10 1-15,-1 1 1 0,-4 2-4 0,-6-1-2 16,3 1 2-16,-11-1 2 0,6-1-6 0,1-5 0 15,0-1-14-15,1 5-20 0,1-5-23 0,4-1-30 16,3-2-23-16,0 1-30 0,10-2-40 0,-14-3-45 16,14 3-50-16,-4-11-56 0,4 11-61 0,0 0-358 15,17-24-793-15,-3 14 351 0</inkml:trace>
  <inkml:trace contextRef="#ctx0" brushRef="#br0" timeOffset="71757.42">17857 2205 284 0,'0'0'396'0,"0"-16"-17"0,0 16 2 0,0 0-16 15,2-8-24-15,-2 8-12 0,2-7-20 0,-2 7-23 0,3-6-21 16,-3 6-12-16,0 0-28 0,4-6-18 15,-4 6-30-15,4-5-13 0,-4 5-21 0,0 0-16 16,6-5-14-16,-6 5-15 0,9-1-7 0,-9 1-14 16,0 0-14-16,16 2-11 0,-11 1 2 0,1 1-7 15,-1 0-8-15,0 1-3 0,-5-5-10 0,8 12-3 16,-8-12-5-16,6 11-8 0,-4-4-12 0,-2-7-3 16,-2 16 0-16,2-16 8 0,-10 17-9 0,4-7 3 15,1-1-5-15,-3 0 2 0,-1-1-5 0,-6 0 3 16,-1 0-3-16,-3-1 3 0,3-1 0 0,-1-2-2 15,-1 1 3-15,7-5 6 0,2 0 4 0,9 0 6 16,-19-2 1-16,19 2 0 0,-11-7-6 0,11 7 5 16,-4-12 4-16,4 12 5 0,9-20-2 0,-1 7-4 15,2-1-1-15,4 0 1 0,-1 3-2 0,9-5-5 16,-4 4 3-16,2-3 0 0,5 2-7 0,-3-1 5 16,-2 5-2-16,4-2-2 0,2 0 4 0,-7 3 0 15,6-1-9-15,1 1 1 0,-6 2 1 0,-1-1 0 16,-2 3 7-16,-4-1-5 0,-3 3-1 0,-10 2-4 15,13-6 0-15,-13 6-4 0,11-2 0 0,-11 2-3 16,0 0-2-16,11-1 5 0,-11 1-3 0,0 0 5 16,0 0-1-16,0 0 4 0,0 0-4 0,0 0 0 15,0 0 5-15,0 0-9 0,-22 23 11 0,22-23-6 16,-8 11-2-16,3-6 4 0,1 4 2 0,4-9-4 16,-6 13 1-16,3-5 0 0,3-8 0 0,-2 16 9 15,1-7 3-15,1-9-5 0,0 18-2 0,1-7 0 16,-1-11-3-16,2 15 1 0,1-8-3 0,-3-7 3 15,0 0 0-15,5 18-1 0,-5-18 3 0,4 12-4 16,-4-12 8-16,5 7-4 0,-5-7-4 0,6 8 10 16,-6-8-7-16,12 8 2 0,-12-8 0 0,10 7-4 15,-10-7 3-15,12 4 5 0,-12-4-2 0,15 7-5 16,-10-5 2-16,-5-2-6 0,0 0 6 0,15 6-3 16,-15-6-3-16,7 4 1 0,-7-4 9 0,0 0-8 15,0 0-3-15,7 5-11 0,-7-5 12 0,0 0 5 16,0 0 0-16,0 0 3 0,0 0 1 0,0 0 0 15,-14 16-1-15,14-16-4 0,-9 3 9 0,9-3-4 16,-14 3 2-16,14-3 2 0,-14 1 0 16,14-1 4-16,-14 0-6 0,14 0-1 0,0 0 6 0,-15 0-5 15,15 0 4-15,0 0 5 0,0 0 7 16,-12-3-6-16,12 3 8 0,0 0-7 0,0-12-2 16,0 12 1-16,0 0-6 0,13-18 5 0,-3 12-8 15,1-2-6-15,-1 0-1 0,5 0 0 0,-3 1 2 0,4 2 0 16,-4 0-5-16,6-2-2 0,-4 5 4 0,2-2 3 15,-3 3-3-15,0-2 0 0,0-2 3 16,-3 4-2-16,3 0-4 0,-13 1 4 0,15-1-7 16,-15 1 1-16,14 0 4 0,-14 0-4 15,10 1-4-15,-10-1 2 0,0 0 5 0,13 8-1 0,-13-8-4 0,0 0-1 0,6 10 4 16,-6-10-5-16,0 0 9 0,3 14-2 0,-3-14 2 16,0 0 2-16,0 13-3 0,0-13 1 0,0 0 3 15,0 0-20-15,0 15-22 0,0-15-25 0,0 0-24 16,0 0-20-16,0 0-9 0,0 0-11 0,0 0-12 15,0 0-35-15,0 0-56 0,0 0-41 0,0 0-30 16,0 0-46-16,0 0-203 0,0 0-597 16,23-20 264-16</inkml:trace>
  <inkml:trace contextRef="#ctx0" brushRef="#br0" timeOffset="71936.11">18457 2043 52 0,'0'0'350'0,"0"0"28"0,2-13 12 0,-2 13-6 15,0 0-16-15,0 0-20 0,-4-16-17 0,4 16-19 16,0 0-20-16,-5-9-30 0,5 9-25 0,0 0-28 16,0 0-23-16,0 0-31 0,-3-9-39 0,3 9-76 15,0 0-64-15,0 0-85 0,0 0-54 0,0 0-59 16,0 0-78-16,0 0-299 0,0 0-649 0,0 0 288 16</inkml:trace>
  <inkml:trace contextRef="#ctx0" brushRef="#br0" timeOffset="72237.25">18728 1971 227 0,'0'0'388'0,"3"-8"21"0,-3 8 11 0,1-10 2 16,-1 10 4-16,-1-12-4 0,1 12-3 0,0 0-1 16,-5-12-6-16,5 12-11 0,0 0-12 0,-5-12-25 15,5 12-24-15,0 0-38 0,0 0-25 0,0 0-29 16,-4-8-13-16,4 8-39 0,0 0-23 0,0 0-15 15,0 0-19-15,0 0-13 0,0 0-14 0,0 0-10 16,-9 32-13-16,5-21-2 0,1 4-3 16,-2 3-5-16,4-1-1 0,-1 2-7 0,-2 0 0 0,1 1-6 15,1-2-23-15,-2 3-42 0,1 3 0 0,1-5 0 16,0 0 0-16,0 0 0 0,-1 0 0 0,1-2 0 16,2-1 0-16,0 1 0 0,0-5 0 0,0-12 0 15,3 21-30-15,-1-8-140 0,-2-13-38 16,5 19-43-16,-1-13-45 0,-4-6-44 0,7 11-20 15,-7-11-54-15,13 4-53 0,-13-4-49 0,22-4-341 16,-22 4-928-16,19-13 411 0</inkml:trace>
  <inkml:trace contextRef="#ctx0" brushRef="#br0" timeOffset="72690.25">18819 2170 149 0,'5'-7'304'0,"-5"7"2"0,0 0-2 0,0 0-13 15,0 0-13-15,0 0-13 0,0 0-11 0,0 0-21 16,0 0 20-16,0 0-35 0,0 0-4 0,0 0-31 16,0 0-6-16,0 0-13 0,0 0-15 0,0 0-16 15,0 0-19-15,0 0-14 0,0 0-5 0,0 0-13 16,0 0-4-16,0 0-16 0,0 0-8 0,0 0 1 16,12-1-3-16,-12 1 2 0,0 0-10 0,17 6-4 15,-6-4-5-15,0 1 2 0,2-1-4 0,1 0 0 16,5 0-2-16,-2-2-6 0,-3-1 7 0,1 1-11 15,3-3-1-15,-4 1-2 0,-1-2-3 0,-3 1 0 16,1-1 12-16,-1-1 9 0,-3 0 11 0,-7 5 1 16,11-4 4-16,-11 4 0 0,8-7-12 0,-8 7-4 15,0 0-8-15,4-8-3 0,-4 8-3 0,0 0-6 16,0 0-1-16,-20-10-3 0,12 7-2 0,8 3 3 16,-19 3-4-16,19-3-5 0,-24 2 0 15,16-1-2-15,-2 5 0 0,-3-1-3 0,3 0 0 0,0-1-7 16,3 1 4-16,0 1-4 0,0 1 1 0,1 0-7 15,-1 1-9-15,5 1-5 0,2-9 2 16,0 0 5-16,1 19-3 0,-1-19-9 0,9 14-5 16,-1-6-4-16,2-1-11 0,5 3-19 0,1-1-12 15,2-1-22-15,7 1-19 0,-6-2-17 0,9 1-27 16,1-4-26-16,-3-2-24 0,2 0-26 0,1-2-22 16,-1 0-25-16,0-2-28 0,-10 1-173 0,1-3-532 15,0 0 235-15</inkml:trace>
  <inkml:trace contextRef="#ctx0" brushRef="#br0" timeOffset="73082.31">19445 2187 163 0,'0'0'262'0,"0"0"2"16,0 0 0-16,0 0-4 0,0 0-1 0,0 0-5 16,0 0-4-16,0 0 6 0,0 0-10 0,0 0 3 15,5-9-19-15,-5 9-6 0,0 0-15 0,0 0-21 16,0 0-22-16,0 0-14 0,0 0-19 0,0 0-19 15,16-1-7-15,-16 1-17 0,0 0-10 0,0 0-9 16,19 9-11-16,-19-9-5 0,13 11-7 0,-8-5 1 16,-5-6-8-16,9 12-1 0,-5-4-9 0,-4-8 2 15,3 13-9-15,-3-13 2 0,0 17-7 0,0-17 2 16,-1 17 2-16,-5-8-2 0,6-9-3 0,-11 16 1 16,1-8 1-16,-1-2-2 0,-5 2 4 0,-2 0-8 15,2-2 2-15,-3-2-2 0,0-2 1 0,-1 0-9 16,6-2 7-16,14 0 3 0,-21 0-2 15,21 0 1-15,-20-5-2 0,13 0 0 0,7 5-1 16,-8-12-11-16,8 12 6 0,0-18 0 0,0 18-12 0,8-21 3 16,1 11 9-16,-2 1-4 0,6-6-14 0,-1 4-17 15,0 0-27-15,5 2-15 0,-3 0-30 0,3 1-31 16,-2 0-12-16,3 1-27 0,-1 1 4 0,0 4 5 16,-5-3-34-16,2 1-43 0,-1 0-31 0,-3-1-35 15,0 2-16-15,-10 3-164 0,14-7-522 0,-14 7 231 16</inkml:trace>
  <inkml:trace contextRef="#ctx0" brushRef="#br0" timeOffset="73379.11">19553 2084 76 0,'-8'-16'135'16,"4"12"37"-16,4 4 31 0,-4-17 23 0,3 8 15 15,-2 0 19-15,3 9 6 0,-5-20-6 0,3 10 26 16,2 10 22-16,-3-13 25 0,2 6 9 0,-2 2-4 16,3 5-3-16,0 0-6 0,0 0-11 15,-1-18-3-15,1 18-25 0,0 0-19 0,0 0-25 16,0 0-31-16,-2-8-17 0,2 8-20 0,0 0-15 0,0 0-28 15,0 0-1-15,0 0 4 0,0 0-4 0,0 0-15 16,-8 30-2-16,8-19-4 0,0 2 6 0,0 3-2 16,1 2-18-16,0 1-9 0,2 0-8 0,3 6-6 15,-2-1-1-15,4 2-8 0,-2-7-9 16,-1-1-2-16,2 6 5 0,-2-7-18 0,2 0-4 16,-3-1-24-16,0-4-15 0,-1 0 0 0,-1-1 0 15,1 0-6-15,-2-3-53 0,-1-8-31 0,4 11-31 0,-4-11-30 16,1 7-29-16,-1-7-16 0,0 0-34 15,0 0-21-15,0 0-48 0,0 0-69 0,0 0-53 16,0 0-51-16,0 0-55 0,0 0-277 0,0 0-870 16,-18-41 385-16</inkml:trace>
  <inkml:trace contextRef="#ctx0" brushRef="#br0" timeOffset="73707.25">18736 1952 342 0,'-13'0'358'0,"13"0"3"0,0 0 11 0,0 0 3 16,0 0 4-16,0 0 10 0,-5-4 2 0,5 4-6 15,0 0-15-15,0 0-11 0,0 0-17 0,0 0-14 16,0 0-9-16,0 0-27 0,0 0-43 0,0 0-20 16,0 0-32-16,0 0-21 0,35-10-17 0,-16 7-16 15,1-1-16-15,6-2-9 0,3 4-16 0,-2-1-37 16,2 1-44-16,3 0-58 0,-4 0-43 0,1-1-47 16,-10 1-56-16,0 2-62 0,-5-2-62 15,-3 2-70-15,1-2-80 0,-12 2-400 0,18-2-926 16,-18 2 410-16</inkml:trace>
  <inkml:trace contextRef="#ctx0" brushRef="#br0" timeOffset="79441.84">20059 2213 123 0,'0'0'245'0,"0"0"-2"0,0 0 4 0,0 0 0 15,-7 3-1-15,7-3-8 0,0 0-3 0,-11-2-7 16,11 2-5-16,-9 1-7 0,9-1-8 0,0 0-12 16,-13 0-2-16,13 0-6 0,0 0-11 0,0 0-14 15,0 0-7-15,-8-2 4 0,8 2 1 0,0 0 6 16,0 0-5-16,0 0 3 0,0 0-4 0,0 0-11 16,0 0-13-16,0 0-20 0,0 0-6 0,27-7-15 15,-6 6-5-15,5 2-10 0,4-3-9 0,-1 2-8 16,6-2-5-16,3 2-4 0,0 0-5 0,0-3-9 15,0 3-6-15,-2 0 4 0,-3 0-7 0,3 0-14 16,-7 1 7-16,-1 1-7 0,-6-1 4 0,-4-1-3 16,1 1-2-16,-1 0-3 0,-4-1-2 0,-1-1-14 15,-1 1-18-15,-1 1-23 0,-4-1-33 0,5 1-36 16,-12-1-35-16,13 1-42 0,-13-1-44 0,9-1-39 16,-9 1-51-16,10-4-62 0,-10 4-40 0,4-4-225 15,-4 4-704-15,0 0 312 0</inkml:trace>
  <inkml:trace contextRef="#ctx0" brushRef="#br0" timeOffset="79695.23">20604 2151 16 0,'0'0'258'0,"0"0"7"0,0 0 4 0,0 0 6 0,0 0-8 16,0 0-7-16,0 0-9 0,0 0-1 16,0 0-8-16,0 0-18 0,0 0 1 0,0 0-33 0,0 0-8 15,0 0-9-15,0 0-8 0,32 5-13 0,-32-5-5 16,12 7-19-16,-7-2-6 0,0 1-17 0,2-1-5 15,-3 2-8-15,0 1-9 0,-4-8-11 16,8 13 7-16,-7-3-8 0,1 0-2 0,0 2-4 16,-2-12-6-16,-2 20-10 0,-2-9-2 15,0 1-4-15,-3-2 0 0,-1 1-6 0,-3 0-5 0,-3 0-32 0,2-1-36 16,0-3-52-16,-2-3-38 0,0 4-66 0,0-5-43 16,2 1-47-16,3-4-52 0,9 0-315 0,0 0-700 15,-20-7 310-15</inkml:trace>
  <inkml:trace contextRef="#ctx0" brushRef="#br0" timeOffset="80132.67">21094 1994 51 0,'0'0'391'0,"1"-16"8"16,2 7 0-16,-1 0-11 0,-2 1-22 0,0 8-13 16,1-14-15-16,-2 7-14 0,1 7-15 0,-5-14-17 15,3 6-22-15,2 8-15 0,-6-9-20 0,6 9-27 16,-6-5-23-16,6 5-22 0,0 0-15 16,-8-5-14-16,8 5-1 0,0 0 9 0,-12 9 1 15,7-1 2-15,-1 1 11 0,0 3 1 0,2 1-11 16,-2 2-2-16,3 4 13 0,-2 0 14 0,1 5-23 15,3-6-7-15,-2 11-2 0,3-4-12 0,0 2-4 0,0 4-8 16,3-5 1-16,1-1-26 0,-3 5 2 16,2-2-10-16,-2 2-14 0,2 0-7 0,-1-1-4 15,-1 0-6-15,2 2-1 0,-2-4-21 0,0 0-29 16,-2-3 0-16,0 1 0 0,-2-8 0 0,2 0 0 16,-1-1 0-16,-1-4 0 0,3-12 0 0,-4 23 0 15,2-15 0-15,2-8 0 0,-4 13 0 0,4-13 0 16,-3 10-17-16,3-10-148 0,-2 7-46 0,2-7-53 15,0 0-67-15,0 0-65 0,0 0-54 0,0 0-64 16,0 0-48-16,0 0-319 0,-17-30-953 0,13 17 422 16</inkml:trace>
  <inkml:trace contextRef="#ctx0" brushRef="#br0" timeOffset="80320.27">20933 2364 260 0,'1'-19'370'16,"-1"19"53"-16,0 0 10 0,4-13 18 0,-4 13 7 15,3-7-18-15,-3 7-15 0,0 0-27 0,8-15-22 16,-8 15-41-16,8-9-36 0,-8 9-30 16,9-10-27-16,-9 10-26 0,13-7-28 0,-3 4-30 15,-10 3-57-15,20-10-64 0,-9 9-61 0,0-3-67 0,2 1-75 16,5-1-60-16,0-1-61 0,-18 5-57 0,32-7-49 16,-16 1-332-16,-2 3-786 0,4-2 349 0</inkml:trace>
  <inkml:trace contextRef="#ctx0" brushRef="#br0" timeOffset="80585.83">21307 2092 327 0,'-4'-11'365'0,"4"11"23"0,-3-10 26 16,3 10 16-16,-6-11 18 0,6 11 12 16,-2-8 16-16,2 8 0 0,0 0 16 0,-5-12-22 15,5 12-13-15,-2-6-16 0,2 6-29 0,0 0-30 16,0 0-32-16,0 0-42 0,0 0-30 0,-3-6-30 15,3 6-28-15,0 0-24 0,0 0-43 0,0 0-153 16,0 0 0-16,0 0 0 0,0 0 0 0,0 32 0 0,-1-20 0 16,2 0 0-16,-2 1 0 0,1 3 0 15,-2 3 0-15,1 0 0 0,-2-2 0 0,5 2 0 16,-4-1 0-16,4-1 0 0,0-1 0 0,-2-4 0 16,4 3 0-16,1-1-380 0,-1-1-129 0,-4-13-88 15,17 22-521-15,-6-18-1211 0,1 3 536 0</inkml:trace>
  <inkml:trace contextRef="#ctx0" brushRef="#br0" timeOffset="81390.95">21557 2192 19 0,'6'-7'370'0,"-6"7"-1"15,0 0-19-15,5-6-19 0,-5 6-18 0,0 0-24 16,0 0-10-16,0 0-17 0,4-9-14 0,-4 9-21 15,0 0-21-15,0 0-22 0,0 0-22 0,0 0-12 16,0 0-21-16,0 0-11 0,0 0-12 0,0 0-12 16,20 7-8-16,-20-7-14 0,10 5-7 15,-10-5-9-15,7 10-6 0,-7-10-5 0,6 11-4 16,-6-11-5-16,8 11-14 0,-8-11 6 0,0 13-3 0,0-13-6 16,0 0 1-16,-5 19 1 0,-2-11-4 0,7-8-10 15,-14 16 4-15,3-12 8 0,1 3-7 16,-2-1-2-16,-4-2-2 0,-1 0-5 0,4-4-4 15,13 0-2-15,-24 0 10 0,24 0-1 0,-19-3 1 16,19 3-7-16,-16-7 16 0,16 7-13 0,-10-11 7 16,10 11 3-16,0-15 2 0,3 5 4 0,2-3 4 15,4 4-13-15,3-3 6 0,3-1-2 0,0 4-5 16,0-1 2-16,4 2-2 0,2 0-5 0,-3 2-2 16,3 1-4-16,8 2 3 0,-10 1-5 0,1 3-1 15,1-1 3-15,-5 3 5 0,5-1-5 0,-5 2 2 16,-2-3-1-16,-2 3-5 0,1 3 0 0,-6-2-2 15,4 0 5-15,-11-5-3 16,15 13-2-16,-10-6 0 0,-5-7 5 0,6 14 3 16,-6-14-3-16,6 17-4 0,-6-17 5 0,3 15 0 15,1-5 0-15,-4-10-1 0,4 15 5 0,-4-15-4 16,1 15 6-16,-1-15-5 0,2 12 3 0,-2-12-11 16,0 0 12-16,0 0 1 0,0 16 5 0,0-16-1 15,0 0 3-15,0 0 3 0,0 0 2 0,0 0 4 16,0 0-10-16,0 0 2 0,0 0 6 0,0 0 10 15,0 0 11-15,25-22 1 0,-20 11 1 0,-5 11 4 16,10-12 8-16,-3 5 17 0,2 1 4 0,-3-2-6 16,-2 1-5-16,-4 7 6 0,8-10 3 0,-8 10-6 15,6-7-6-15,-6 7-7 0,0 0-5 0,10-5-4 16,-10 5-10-16,0 0-7 0,7-5-8 0,-7 5 0 16,0 0-2-16,0 0-1 0,0 0-3 0,0 0-2 15,16 15 0-15,-16-15 0 0,12 10 0 0,-12-10-1 16,9 10 1-16,-9-10-1 0,14 11 0 0,-8-9 0 15,-6-2 3-15,12 7-2 0,-12-7 2 0,15 5-1 16,-15-5 0-16,13 1 0 0,-13-1 0 0,0 0 4 16,19-1-4-16,-19 1-1 0,10-5 8 0,-10 5 8 15,8-7 3-15,-8 7-1 0,9-14-4 0,-9 6-3 16,0 8 1-16,0-14-3 0,0 14 5 0,-4-21 8 16,3 10 1-16,1 11-13 0,-3-19-4 0,-1 7-5 15,-1 2 0-15,0-1 3 0,0 2-2 0,-3 1-2 16,2 1-6-16,6 7-11 0,-6-9-10 0,6 9-30 15,-7-6-32-15,7 6-46 0,0 0-33 0,0 0-49 16,0 0-56-16,0 0-41 0,0 0-57 0,0 0-63 16,54 14-381-16,-43-9-870 0,1-1 385 0</inkml:trace>
  <inkml:trace contextRef="#ctx0" brushRef="#br0" timeOffset="81812.73">22749 2169 142 0,'0'0'297'16,"0"0"-8"-16,0 0-24 0,0 0-3 0,-8-18-9 15,8 18-3-15,0 0-8 0,0 0 10 0,0 0-7 16,0 0-8-16,-2-12-13 0,2 12-27 0,0 0-25 15,0 0-11-15,0 0-18 0,18-2-22 0,-18 2-8 0,0 0-15 16,24 4-4-16,-24-4-12 0,21 7-16 16,-12-3-2-16,1 4-14 0,-10-8-2 0,16 10-14 15,-11-5 8-15,2 5-8 0,-7-10-9 0,7 12-4 16,-4-3 1-16,-3-9-3 0,2 13-5 0,-2-13 8 16,0 0-10-16,-11 22 5 0,4-16-2 0,-3 2 1 15,-2-3-1-15,-5 1-2 0,-2 2 2 0,1-5-1 16,-3 2-4-16,1-3 1 0,2-1-5 0,-1 1 2 15,5-5 7-15,0 0 5 0,2-2-1 0,-1-1 6 16,4-1 12-16,3-1-8 0,1-1-2 0,2-2-10 16,2-1-4-16,1 12-6 0,9-21-17 0,0 7-13 15,4 1-19-15,0 0-25 0,3 2-34 0,1-1-33 16,2 4-45-16,2 3-45 0,0 2-59 0,7-3-48 16,0-1-264-16,4 5-644 0,-5 1 285 0</inkml:trace>
  <inkml:trace contextRef="#ctx0" brushRef="#br0" timeOffset="82150">22974 1978 344 0,'-4'-17'430'0,"4"9"29"0,-1 0 5 16,1 8-7-16,1-14-9 0,-2 7-7 15,1 7-3-15,0 0-10 0,0-15-18 0,0 15-27 16,0 0-25-16,0 0-49 0,1-11-23 0,-1 11-31 0,0 0-41 15,0 0-26-15,0 0-16 0,0 0-21 0,0 0-20 16,0 0-13-16,3 45-5 0,-2-21-4 0,1 5-9 16,1-1-12-16,-3 1-8 0,1 1-3 15,0 1-8-15,1 5-3 0,0-5-9 0,-1 2 1 0,-1 2-5 0,3-2-10 0,0-1-1 16,-2 2-6-16,0 0-3 0,2-3-3 0,-2-2 3 16,0 2-8-16,-2-4-6 0,2-1 6 0,-1-7-29 15,0 0-19-15,0-2-11 0,-1-2-26 0,1-1-18 16,0-4-29-16,0-10-27 0,-1 16-28 0,1-16-30 15,0 0-24-15,1 16-26 0,-1-16-18 0,0 0-11 16,1 5-38-16,-1-5-39 0,0 0-32 0,0 0-9 16,0 0-16-16,0 0-6 0,7-47-259 0,-8 29-724 15,1 1 320-15</inkml:trace>
  <inkml:trace contextRef="#ctx0" brushRef="#br0" timeOffset="82321.85">22998 2456 121 0,'-1'-18'91'0,"1"18"48"15,-1-16 17-15,1 16 26 0,-2-12 20 0,2 12 23 16,0 0 18-16,-5-16 22 0,5 16 25 0,0 0 28 0,-3-12 17 15,3 12 12-15,0 0 7 0,-1-11-1 16,1 11-10-16,0 0-20 0,0 0-32 0,5-12-38 16,-5 12-28-16,16-9-24 0,-4 5-36 0,7 1-32 15,9-3-47-15,-7 4-58 0,6-2-66 0,1 0-75 16,-6 5-67-16,-3-4-73 0,0 5-86 0,-1-4-104 16,-4 2-275-16,-14 0-776 0,24-15 343 0</inkml:trace>
  <inkml:trace contextRef="#ctx0" brushRef="#br0" timeOffset="82947.89">23933 1981 102 0,'7'-12'396'16,"-7"12"-9"-16,6-13-8 0,-3 7 3 0,-2-1-18 15,0 2-1-15,-1 5-5 0,3-11-3 0,-3 4-16 16,0 7-17-16,0-11-21 0,0 11-21 0,0 0-19 16,0-10-15-16,0 10-24 0,0 0-26 0,-4-6-25 15,4 6-19-15,0 0-18 0,0 0-14 0,-9-1-14 16,9 1-11-16,0 0-10 0,-19 12-8 0,11-4-6 16,-3 3-9-16,-1 0-5 0,0 3-5 0,-2 2-2 15,1-2-6-15,1 2 1 0,-2 0-5 0,5 1-4 16,-1-1 1-16,2 2-7 0,-1-1 5 0,4 0-8 15,3 1-21-15,-1 1-8 0,6-2-16 16,1-2-12-16,1 1-18 0,0-5-28 0,3 0-16 16,2-2-27-16,3 3-27 0,2-1-23 0,0-3-46 0,2 0-21 15,1-4-31-15,-1 1-18 0,2-4-24 0,2-1-19 16,10-3-11-16,-4-3 0 0,-1-1-4 0,-5 3 11 16,-2-2-184-16,2-4-558 0,-3 1 247 0</inkml:trace>
  <inkml:trace contextRef="#ctx0" brushRef="#br0" timeOffset="83197.83">24225 2092 54 0,'3'-9'97'0,"0"0"27"16,0-2 32-16,-2 1 25 0,2 0 32 0,-3 3 31 16,0 7 18-16,0-15 19 0,0 15 10 0,0-14 19 0,3 7 16 15,-3 1 16-15,0 6 11 0,0 0 5 0,-1-13 3 16,1 13 5-16,0 0-18 0,0 0-27 16,0 0-25-16,1-7-33 0,-1 7-25 0,0 0-29 15,0 0-27-15,0 0-6 0,0 0-23 0,0 0-13 16,0 0-16-16,0 0-9 0,0 0-17 0,8 33-6 15,-8-23-5-15,0 1-10 0,1 2-5 0,-1 3-6 0,-1-3-6 16,2-1-4-16,-2 5-5 0,0-2-10 16,0 2-5-16,1 0 0 0,-3-4-3 0,2-1-23 15,2 0-30-15,-1-1-26 0,3 6-30 0,-1-7-44 16,-2-10-44-16,7 20-59 0,0-11-61 0,2-2-57 16,1-1-52-16,1-1-64 0,3-4-57 0,-14-1-330 15,22 1-914-15,-22-1 404 0</inkml:trace>
  <inkml:trace contextRef="#ctx0" brushRef="#br0" timeOffset="83650.84">24449 2138 2 0,'0'0'337'16,"0"0"3"-16,0 0 13 0,0 0-9 0,0 0-12 15,0 0-11-15,0 0-6 0,0 0-20 0,0 0-7 16,0 0-25-16,0 0-23 0,0 0-21 0,0 0-20 15,0 0-23-15,0 0-18 0,0 0-16 0,0 0-14 16,0 0-17-16,0 0-9 0,0 0-10 16,0 0-9-16,0 0-20 0,8-4 6 0,-8 4-4 15,0 0-14-15,0 0 6 0,0 0-2 0,18 4-7 0,-18-4-6 16,20 0-2-16,-20 0-2 0,21-1 0 0,-11-2-4 16,5 1 1-16,-1 1-6 0,-2-4-5 0,2 0-1 15,-3 2-3-15,-2-2 1 0,1 2-1 16,-10 3 0-16,11-9-4 0,-11 9 3 0,8-8-2 15,-8 8-1-15,3-6-3 0,-3 6-9 0,0 0-3 16,2-11-1-16,-2 11 1 0,0 0 1 0,0 0-5 16,-13-12 3-16,13 12-9 0,-11-3 0 0,11 3-4 15,-14 0 4-15,14 0-1 0,-22 9 4 0,12-5 0 16,-2 4-1-16,4-1 3 0,-1 0-8 0,-1 1-5 16,3 1-2-16,-2-2-17 0,4 2 4 0,5-9-3 15,-7 19-7-15,5-8-6 0,2-11 8 0,2 18-5 16,-2-18 2-16,7 15 1 0,-2-8-20 0,4 0-11 15,1 0-19-15,0-3-28 0,2 1-23 0,2-2-33 16,5-3-38-16,-1 0-45 0,10-4-46 0,-6 1-45 16,6-1-224-16,-10-2-621 0,9-2 275 0</inkml:trace>
  <inkml:trace contextRef="#ctx0" brushRef="#br0" timeOffset="84494.39">24888 2092 232 0,'0'0'373'0,"0"0"-6"16,0 0-16-16,0 0-25 0,0 0-32 0,0 0-14 15,0 0-19-15,0 0-29 0,6-8-20 16,-6 8-18-16,0 0-17 0,0 0-24 0,0 0-15 16,7-5-11-16,-7 5-21 0,0 0-16 0,0 0-3 15,0 0-10-15,0 0-13 0,20 5-10 0,-20-5 1 16,0 0-9-16,9 7-13 0,-9-7-9 0,6 8 3 15,-6-8 9-15,5 8-17 0,-5-8-3 0,1 10 5 16,-1-10-5-16,0 10-7 0,0-10-4 0,-6 12 5 16,6-12-5-16,-10 10 0 0,10-10-14 0,-15 10-3 15,15-10-6-15,-15 7-8 0,6-5 3 0,-3 3 4 16,12-5 2-16,-12 2 5 0,12-2 1 0,0 0 0 16,-16 0 4-16,16 0 14 0,0 0-1 0,-10-7 5 15,10 7-1-15,-3-9 0 0,3 9 15 0,0 0-4 16,2-18 4-16,-2 18 3 0,6-13 1 0,-6 13-14 15,7-9 6-15,-7 9 0 0,7-9 5 0,-3 5-17 16,-4 4 4-16,0 0 1 0,10-9-8 0,-10 9 2 16,10-5 1-16,-10 5-9 0,0 0-4 0,0 0 1 15,0 0 1-15,17 7 1 0,-17-7-9 0,8 5 5 16,-8-5-2-16,10 8 3 0,-4-2 2 0,-6-6 4 16,13 10-7-16,-6-4 8 0,1 1-2 0,-8-7 0 15,13 9 5-15,-5-3 1 0,2-1 2 0,2-2-1 16,1 1-5-16,1-2 6 0,2-3 5 0,-2 1-2 15,2-2-2-15,1-2 0 0,-1-2-6 16,2 1 6-16,-2-2-5 0,-5 0 10 0,0-2 13 0,3 0 10 16,-5 2 24-16,-1-3-14 0,2-1 0 0,-4 1-6 15,-1-1 4-15,-1 0 8 0,0 1-2 0,-3 5-7 16,3-2-9-16,-2 1-6 0,-2 6-6 0,0-11-5 16,0 11-6-16,0 0-3 0,-7-10-9 15,7 10-4-15,0 0-9 0,0 0-2 0,0 0 3 16,0 0-6-16,-24 13 0 0,24-13-3 0,-7 8 1 15,7-8-4-15,-2 9-5 0,2-9 19 0,0 0 0 16,0 0 4-16,9 19 1 0,-2-14 0 0,0-2 4 16,-7-3 0-16,17 6-5 0,-7-1 1 0,1-3-1 15,0 0 17-15,-1-1-12 0,-10-1-2 0,24 4 1 16,-15-3 5-16,-9-1-1 0,17 0-6 0,-17 0 7 16,15 0-1-16,-15 0 8 0,13 0 3 0,-13 0-2 15,0 0 12-15,14 1-15 0,-14-1-2 0,0 0 1 16,0 0 3-16,12-2-7 0,-12 2-1 0,0 0-5 15,0 0 1-15,11 3-7 0,-11-3 3 0,0 0-9 16,0 0 11-16,0 0-3 0,0 11 4 0,0-11 0 16,0 0 1-16,-11 15-2 0,11-15-3 0,-4 10 3 15,4-10 1-15,-7 11 10 0,3-5-5 0,4-6-3 16,0 0 0-16,-4 17 5 0,4-17 0 0,0 0 2 16,2 16 3-16,-2-16 1 0,13 10-1 0,-2-3-15 15,1-3-10-15,7 1-19 0,2-3-25 0,-3 0-40 16,2-1-30-16,-2 2-49 0,3-6-61 0,-10 2-68 15,7-3-73-15,-5 1-258 0,0-1-690 0,-3-1 306 16</inkml:trace>
  <inkml:trace contextRef="#ctx0" brushRef="#br0" timeOffset="85116.16">26273 1870 196 0,'-7'-9'406'0,"0"-1"9"0,1 1-6 0,1-1-12 15,-3-4-10-15,2 4-18 0,0 1 5 0,-1 0-5 16,1 1-4-16,1 0-12 0,-2 1-20 0,3 1-13 16,4 6-27-16,-5-9-32 0,3 4-32 0,2 5-24 15,0 0-29-15,-8-6-22 0,8 6-16 0,0 0-14 16,0 0-9-16,-14 20-15 0,9-6 0 0,1 5-16 16,-1 0-10-16,-1 8-8 0,1 2-1 0,0 1 1 15,-2 2-1-15,3 0-9 0,0-3 1 0,0 3-7 16,-4-1 0-16,4 2-6 0,0-3-4 0,1 2-2 15,-1-2-1-15,-1 3-5 0,5-5-2 0,-6 2-2 16,3-2 4-16,0 2-5 0,1-2-5 0,0-1 1 16,4 0-3-16,-4-7-3 0,-2-1-3 15,4-2-3-15,-2 0 0 0,-3-5 2 0,3-1-1 16,2 0 2-16,-2-1-5 0,2-10-3 0,-2 14-16 16,2-14-17-16,-4 12-13 0,4-12-16 0,-4 6-21 15,4-6-19-15,0 0-26 0,-6 9-53 0,6-9-62 16,0 0-63-16,0 0-67 0,0 0-67 0,-18-24-72 15,11 14-370-15,1-1-949 0,-1-7 420 16</inkml:trace>
  <inkml:trace contextRef="#ctx0" brushRef="#br0" timeOffset="85319.2399">25860 2238 385 0,'0'0'409'16,"-7"-14"47"-16,7 14 17 0,0 0-3 0,0-10-17 0,0 10-22 15,0 0-31-15,0 0-37 0,4-15-34 16,-4 15-36-16,9-8-28 0,-3 4-30 0,2-1-22 16,3 1-27-16,1 0-16 0,-1 1-21 0,7-1-31 15,0-1-43-15,2-1-49 0,-1 3-48 0,2 2-64 16,9-3-76-16,-2-3-70 0,2 3-53 0,1 0-48 16,-2 0-39-16,-2 0-48 0,-9 5-245 0,5-3-720 15,-5-3 319-15</inkml:trace>
  <inkml:trace contextRef="#ctx0" brushRef="#br0" timeOffset="85569.18">26349 2089 120 0,'0'0'411'0,"0"0"32"16,0 0 16-16,0 0 5 0,0 0-19 0,0 0-28 16,0 0-20-16,0 0-28 0,0 0-22 0,0 0-29 15,0 0-30-15,0 0-24 0,0 0-37 16,0 0-22-16,0 0-22 0,0 0-21 0,0 0-19 15,0 0-12-15,0 0-14 0,0 0-11 0,0 0-10 16,0 0-6-16,-8 30-8 0,8-30-6 0,-1 13-13 16,1-13-2-16,-4 13-8 0,2-2-27 0,2-11-28 0,0 13-25 15,0-13-34-15,0 0-29 0,-2 18-34 16,2-18-53-16,0 0-46 0,2 13-42 0,-2-13-49 16,0 0-78-16,0 0-80 0,0 0-264 0,0 0-798 15,0 0 353-15</inkml:trace>
  <inkml:trace contextRef="#ctx0" brushRef="#br0" timeOffset="85741.01">26403 1939 248 0,'0'0'380'0,"0"0"-2"16,-2-14 10-16,2 14-22 0,0 0-23 0,-4-11-27 16,4 6-41-16,0 5-14 0,0 0-33 0,0 0-38 15,0 0-45-15,0 0-71 0,0-9-70 0,0 9-77 16,0 0-77-16,0 0-78 0,0 0-65 0,22 6-183 15,-22-6-514-15,22 5 227 0</inkml:trace>
  <inkml:trace contextRef="#ctx0" brushRef="#br0" timeOffset="86022.2">26677 1865 163 0,'0'0'467'0,"1"-8"6"15,-1 8 11-15,0-8 3 0,0 8-8 0,0 0 2 16,-1-11-11-16,1 11-13 0,0 0-9 0,0 0-35 16,0 0-34-16,-2-10-44 0,2 10-35 0,0 0-26 15,0 0-41-15,0 0-19 0,0 0-26 0,0 0-29 16,0 0-16-16,0 0-10 0,0 0-12 0,-2 25-10 16,0-13-5-16,-1 4-12 0,1 2-13 0,-1 1-7 15,-1 6-8-15,0-8-4 0,2 0-9 0,-3 2-7 16,5-2-20-16,-4 2-24 0,0-2-21 0,-2-1-24 15,6 1-34-15,-2-6-27 0,0 2-31 0,2-2-29 16,0-1-45-16,0-10-44 0,4 17-55 0,-2-11-59 16,-2-6-68-16,21 11-77 0,-12-8-388 0,5-1-974 15,3-5 431-15</inkml:trace>
  <inkml:trace contextRef="#ctx0" brushRef="#br0" timeOffset="86350.25">26935 1956 340 0,'0'0'422'0,"0"-17"17"0,0 17 8 16,-2-11 0-16,2 11-10 0,0-8-6 15,0 8-14-15,-2-9-1 0,2 9-19 0,0 0-21 16,0 0-23-16,0-10-26 0,0 10-30 0,0 0-25 16,0 0-33-16,0 0-29 0,0 0-22 0,0 0-24 15,0 0-22-15,0 0-16 0,0 0-10 0,0 0-9 16,0 0-17-16,0 0-3 0,-4 27-18 0,2-14-6 15,-1 2 0-15,1 0-8 0,-3 0-7 0,5 1-1 16,-4 1-3-16,1 0-3 0,1-1-6 0,2-3 12 16,-4 3-29-16,4-4-21 0,0 3-9 0,-2-3-18 15,2-1-12-15,0-11-10 0,0 18-28 0,2-10-29 16,-2-8-30-16,0 13-29 0,0-13-26 0,0 0-10 16,0 15-14-16,0-15-28 0,0 0-22 0,0 0-52 15,0 0-38-15,0 0-47 0,0 0-30 0,0 0-321 16,0 0-819-16,0 0 362 0</inkml:trace>
  <inkml:trace contextRef="#ctx0" brushRef="#br0" timeOffset="86522.13">26808 2059 267 0,'0'0'391'0,"0"0"20"0,0 0 6 16,-7-2 8-16,7 2-12 0,0 0-19 0,0 0-24 15,0 0-24-15,0 0-29 0,0 0-28 16,0 0-31-16,0 0-34 0,0 0-33 0,0 0-33 15,13-11-40-15,-13 11-49 0,16-1-46 0,-16 1-58 16,16-2-45-16,-2 2-58 0,-1 0-55 0,1 0-42 16,-3 0-45-16,6-2-30 0,1-1-57 0,-5 3-208 15,-13 0-620-15,23-3 274 0</inkml:trace>
  <inkml:trace contextRef="#ctx0" brushRef="#br0" timeOffset="86865.75">27090 2040 265 0,'0'0'357'0,"0"0"-8"16,0 0-6-16,0 0 1 0,0 0-26 0,0 0-20 15,0 0-19-15,7 5-35 0,-7-5-17 0,0 0-26 16,0 0-23-16,0 0-25 0,10 2-20 0,-10-2-2 16,8 10-16-16,-8-10-11 0,9 9-15 15,-7-4-7-15,3 5-8 0,-5-10-11 0,9 14 4 16,-9-14-8-16,0 12-12 0,0-12-3 0,0 0-2 15,0 19-8-15,0-19-10 0,0 0-3 0,-6 16 0 0,6-16-4 16,0 0-4-16,0 0 6 0,-4 13-1 0,4-13-2 16,0 0 6-16,0 0 3 0,0 0 3 15,0 0 7-15,0 0 0 0,0 0 0 0,0 0-8 16,17-28-6-16,-11 19 2 0,1-1-2 0,0 1-10 16,2-1 5-16,-3 0 0 0,1 2-4 0,2 1-1 15,-2 0-8-15,2 0-12 0,-1 2-28 0,-8 5-24 16,15-5-41-16,-7 1-42 0,-3 4-22 0,-5 0-38 15,0 0-43-15,0 0-34 0,25 7-44 0,-21-5-268 16,-4-2-641-16,0 0 283 0</inkml:trace>
  <inkml:trace contextRef="#ctx0" brushRef="#br0" timeOffset="87849.9">27353 2088 313 0,'0'0'364'15,"0"0"-1"-15,0 0-10 0,7-11-23 0,-7 11-12 16,0 0-20-16,0 0-23 0,6-7-22 0,-6 7-12 16,0 0-24-16,5-4-18 0,-5 4-25 0,0 0-18 15,0 0-13-15,0 0-31 0,0 0 2 16,12-3-13-16,-12 3-11 0,0 0-11 0,0 0-9 16,0 0-9-16,17 8-6 0,-17-8-3 0,7 3-9 15,-7-3-4-15,5 8-10 0,-5-8 1 0,0 0-6 0,2 10-2 16,-2-10-4-16,0 0-4 0,-2 14 0 0,2-14 2 15,0 0-7-15,-7 13 1 0,7-13-1 16,-7 7-3-16,7-7 3 0,-13 7-9 0,13-7-9 16,-12 5 0-16,12-5 1 0,-13 3-2 0,13-3-1 15,-14 2 3-15,14-2 4 0,0 0 4 0,0 0 0 16,-15-6-6-16,15 6 5 0,-3-8-1 0,3 8-3 16,0 0 1-16,1-15 10 0,-1 15-1 0,8-11-8 15,-8 11 0-15,9-13 5 0,-6 8 4 0,-3 5-12 16,11-8 3-16,-4 3 4 0,-7 5 3 0,9-6-1 15,-9 6-4-15,11-5-9 0,-11 5 1 0,9-1 6 16,-9 1-8-16,0 0 5 0,14 0-5 0,-14 0 2 16,0 0 0-16,11 5 10 0,-11-5-4 0,10 7-1 15,-10-7-11-15,7 10 9 0,-7-10 9 0,10 8-6 16,-6-2 9-16,-4-6-9 0,9 12-1 0,-7-7 5 16,-2-5 5-16,8 10-5 0,-8-10-3 0,9 9 0 15,-5-4 1-15,-4-5 5 0,12 7 4 0,-4-3-15 16,-8-4 17-16,15 2-1 0,-4-3-10 0,3 0 13 15,-3-3-4-15,3-1-2 0,4-2-3 0,2-2 19 16,7-5 27-16,-10 4 21 0,6-6 3 0,-5 3-9 16,2-4-5-16,-2-2-16 0,1-2 5 0,-8 4-6 15,4-4-3-15,-7 4 2 0,-2 0 4 0,1-1-2 16,-3 2-4-16,-1 2-4 0,-2 2-11 16,2 0 7-16,-2 2-7 0,-3 0-5 0,0 0-2 15,1 2-11-15,-4 1 6 0,5 7-1 0,-4-11-9 16,-1 7 1-16,5 4-10 0,-7-4 4 0,7 4-2 15,-11-2 1-15,11 2-5 0,-14 8 2 0,8-1 5 0,-3 2-3 16,0 3 0-16,0 5 3 0,1-3-2 0,0 3 7 16,3-1-6-16,1 1 7 0,0-1-8 0,1 4 5 15,-1-3 1-15,1-1 3 0,1 2-2 16,2-1 0-16,0 2-3 0,2-2-4 0,5 0 2 16,-2-5-16-16,4 2 0 0,0 0-9 0,5-2-7 15,0 1-2-15,3-2-5 0,-2 2-4 0,6-5 7 16,0-1 5-16,0-2-3 0,-1-3 10 0,1-1 6 15,-1 2-4-15,0-6 4 0,-1 0-2 0,-2-1 13 16,2-1 1-16,-5-4 4 0,-1 2 4 0,0-3 9 16,-2 1 2-16,-2-1 0 0,-2 1-6 0,-1 1 18 15,-2-1 2-15,1 0-9 0,-2 0 0 0,-3 0-4 16,0 9-8-16,0-11 0 0,0 4-4 0,0 7 1 16,0 0-3-16,-7-12-5 0,7 12 1 0,0 0-9 15,-9-4 9-15,9 4-2 0,0 0 2 0,0 0 1 16,0 0 2-16,-20 8-3 0,20-8-2 0,-8 8 0 15,8-8 2-15,-6 11 3 0,6 0 3 0,0-11-12 16,-2 12 17-16,2-12-3 0,4 13 3 16,-4-13 3-16,7 12-4 0,-3-6 4 0,4 1 1 0,0-1 0 15,1-1-3-15,8 2 3 0,-6-1-1 0,6-1-10 16,-4-1 1-16,2-3-15 0,4 0-12 0,-5-1-23 16,4 0-13-16,0-1-31 0,-5-3-33 0,5 3-35 15,-2-4-17-15,-2 1-17 0,-5 1-64 16,-1-4-91-16,-2 2-289 0,-6 5-695 0,4-18 308 15</inkml:trace>
  <inkml:trace contextRef="#ctx0" brushRef="#br0" timeOffset="88068.59">28015 1895 447 0,'-2'-5'486'0,"2"5"9"0,-4-5 4 16,4 5-23-16,-2-9-45 0,2 9-44 0,0 0-34 15,6-13-38-15,-3 9-33 0,6 0-30 0,3-2-24 16,3 0-22-16,3-1-27 0,9-1-15 0,0 3-16 16,2-3-18-16,-1 1-7 0,-2 2-14 0,-4 3-13 15,3-2-13-15,-6 3-36 0,-2 1-49 0,-1 0-55 16,-5 0-51-16,2 0-59 0,-1 1-82 0,-1 1-78 16,-5 0-76-16,2 2-368 0,-8-4-834 0,0 0 368 15</inkml:trace>
  <inkml:trace contextRef="#ctx0" brushRef="#br0" timeOffset="92294.42">28824 1734 30 0,'3'-11'316'0,"-3"11"0"0,0 0-4 0,0-16-5 16,0 16-6-16,0 0-3 0,0-14-1 16,0 14-7-16,2-11 2 0,-2 11 2 0,1-6-6 15,-1 6-7-15,0 0-13 0,2-6-12 0,-2 6-15 16,0 0-7-16,0 0-12 0,1-9-20 0,-1 9-10 16,0 0-21-16,0 0-18 0,0 0-18 0,0 0-19 15,0 0-18-15,0 0-11 0,0 0-15 0,0 0-2 16,0 0-15-16,0 0-5 0,0 0-4 0,1 31-2 15,-5-14-6-15,1 8-3 0,-4 0-3 0,1 2-1 16,0 1 0-16,-4 1-2 0,0 2-2 0,4-1-2 16,-3 0-2-16,3-3 0 0,-2 4-4 0,-2-2-1 15,3 0-2-15,0 3 1 0,-1-4-3 0,-1 5-2 16,1-3 2-16,2 2 1 0,0-4 0 0,-1 2-3 16,1 2-4-16,-1-4 4 0,1-1 0 0,1-2-5 15,4 0 2-15,1-5 2 0,-2-2 2 0,4-1-6 16,-4-4-1-16,2-1-1 0,-1-3-11 15,1-9-12-15,0 21-16 0,1-14-18 0,-1-7-32 0,2 14-26 16,-2-14-34-16,0 0-28 0,7 15-38 16,-5-10-22-16,-2-5-38 0,0 0-33 0,0 0-52 0,0 0-52 15,19-4-40-15,-19 4-224 0,0 0-728 0,14-25 323 16</inkml:trace>
  <inkml:trace contextRef="#ctx0" brushRef="#br0" timeOffset="93059.87">29205 1695 121 0,'0'0'371'0,"0"0"-8"0,-8-8-7 15,8 8-10-15,-6-11 9 0,6 11-9 0,-5-9-14 16,5 9-9-16,-4-10-8 0,4 10-10 0,-5-8-8 16,5 8-13-16,-4-7-7 0,4 7-20 15,0 0 0-15,-5-10-29 0,5 10-26 0,0 0-24 0,0 0-21 16,-6-8-19-16,6 8-13 0,0 0-13 0,0 0-13 15,0 0-12-15,0 0-10 0,-15 18-2 0,13-9-13 16,-5 5 10-16,0 3-6 0,3 2 13 0,0 7-2 16,0-1-4-16,1 1-8 0,0-2-3 0,-1 0-7 15,3 1-6-15,-1-1 0 0,0-3-9 16,-2 3-2-16,3-5-6 0,-2 6 2 0,2 0-4 16,2 0-1-16,-2 2-1 0,1-8-2 0,0 6-4 15,0-6-3-15,-1 1-4 0,2-3 0 0,-2-2-5 16,1 3 6-16,0-3 5 0,0 1-9 0,0-16-15 15,0 17-8-15,0-17-12 0,1 14-11 0,-1-14-28 16,0 0-24-16,-1 18-28 0,1-18-34 0,0 0-34 16,0 0-20-16,0 0-26 0,-3 16-16 0,3-16-28 15,0 0-42-15,0 0-40 0,0 0-28 0,0 0-40 16,0 0-311-16,0 0-795 0,0 0 352 0</inkml:trace>
  <inkml:trace contextRef="#ctx0" brushRef="#br0" timeOffset="93247.32">28970 2060 178 0,'-10'-10'315'0,"10"10"23"0,-9-7 21 16,9 7 5-16,-8-8 30 0,8 8 12 0,0 0 8 15,-4-8-4-15,4 8-11 0,0 0-16 0,0 0-46 16,0 0-30-16,12-16-26 0,-12 16-38 0,14-11-26 16,0 9-24-16,1-4-18 0,2 2-18 0,-3 1-44 15,4-1-50-15,-2 2-60 0,3 1-56 0,-1 0-50 16,4 1-49-16,-2 0-50 0,0 0-46 0,-1-2-44 15,0 1-46-15,-1 0-51 0,0 2-323 16,-4 0-772-16,4-1 342 0</inkml:trace>
  <inkml:trace contextRef="#ctx0" brushRef="#br0" timeOffset="93606.61">29320 1945 352 0,'0'0'413'0,"0"0"5"0,0 0 3 0,-5-12-7 15,5 12-25-15,0 0-14 0,0 0-24 0,0 0-25 16,0 0-24-16,0 0-33 0,10-10-26 0,-10 10-26 16,0 0-28-16,9-1-16 0,-9 1-21 0,0 0-15 15,0 0-16-15,18 14-14 0,-13-9-10 0,0 6-8 16,2-4-14-16,-1 1-4 0,2 2-10 0,-5-1-6 16,3 1-6-16,-1-1-5 0,-4 0-5 0,2 1-10 15,-3-10-12-15,0 12-11 0,0-12-20 0,0 13-4 16,0-13-5-16,0 0-3 0,-4 14 7 0,4-14 0 15,-3 7 5-15,3-7 3 0,0 0 5 0,0 0 3 16,0 0 3-16,0 0 3 0,0 0 8 0,0 0 11 16,0 0 7-16,0 0-1 0,0 0-6 0,3-41-2 15,3 25-6-15,3 6 1 0,1-5-1 0,-2 2-2 16,0-2 1-16,3 3-6 0,-5 3 0 0,2-1-9 16,1 3-21-16,-1 1-26 0,-1-1-39 0,4 2-46 15,0 0-51-15,-2 3-54 0,0 0-69 0,-9 2-72 16,23 0-73-16,-23 0-248 0,19 3-760 0,-19-3 337 15</inkml:trace>
  <inkml:trace contextRef="#ctx0" brushRef="#br0" timeOffset="94356.4299">29639 1992 283 0,'0'0'341'16,"0"0"-14"-16,0 0-34 0,0 0-28 0,0 0-22 16,0 0-23-16,0 0-16 0,0 0-28 0,0 0-31 15,-5 8 7-15,5-8-5 0,0 0-9 0,0 0-6 16,0 0-9-16,0 0-10 0,0 0-10 0,-1 16 6 16,1-16-13-16,0 0-5 0,0 0-5 0,9 13-7 15,-9-13-5-15,13 6-3 0,-2-5 2 0,-11-1 3 16,21 2 0-16,-7 0-7 0,4-4 1 0,-5 0 13 15,-1 2-3-15,2-4-3 0,-1 1 5 0,-1-1-1 16,-2 2 6-16,0-4 7 0,0 0 4 0,-10 6-6 16,12-8 4-16,-6 4 0 0,-6 4-5 0,10-10-10 15,-7 4-5-15,-3 6-11 0,1-12-10 0,-1 12-3 16,0 0-9-16,-7-19-4 0,2 12-6 0,5 7-10 16,-13-7 1-16,6 4-3 0,-4-1-3 0,11 4-5 15,-16-2 1-15,16 2-6 0,-21 5 0 0,8-1-2 16,0 0-3-16,-2 2 6 0,1 0 2 0,1 4-16 15,3-1 10-15,-2-1-5 0,5 0-11 0,0 1-1 16,0 0-12-16,2 0 0 0,5-9 2 0,-4 14-4 16,5-4 5-16,-1-10 3 0,0 0 1 0,13 23 0 15,-6-16-6-15,2-1 11 0,5 0-4 0,4 1 2 16,1-3 4-16,-1 0 3 0,4-1-7 16,0-3 8-16,-3-1 1 0,9-1 9 0,-6-2 12 0,6-2-2 15,-8-2 6-15,0 0 5 0,0 0 8 0,4-6 7 16,-6 3 1-16,0 0 0 0,-3-3 2 0,1 1-7 15,-2 1 5-15,-2-3-3 0,1 0-2 0,-4 2-1 16,1-1-2-16,-4 3-5 0,0 0-6 0,-1 2-1 16,-1 1-2-16,-4 8-7 0,5-8-5 15,-5 8-3-15,4-9 0 0,-4 9-3 0,0 0-10 16,0 0 1-16,0 0 0 0,0 0 1 0,0 0-2 16,0 0 1-16,0 0 8 0,6 22-7 0,-6-22 4 0,3 19 0 15,2-10 0-15,-1 7 5 0,0-5-2 0,2 1-1 16,-1-1 1-16,-1 0 2 0,0-1-4 15,1 1 1-15,-5-11 1 0,8 17 0 0,-3-11-2 16,-5-6 4-16,3 11-5 0,-3-11 2 0,4 11 0 16,-4-11-3-16,0 0-1 0,0 0 0 0,2 14 5 15,-2-14-3-15,0 0 2 0,0 0-3 0,-12 13 7 16,12-13 2-16,-13 6 0 0,13-6 0 0,-18 5-4 16,8-3-19-16,10-2-27 0,-14 4-37 0,14-4-39 15,-14 3-44-15,14-3-52 0,-10 2-45 0,10-2-47 16,0 0-41-16,0 0-91 0,0 0-270 0,0 0-771 15,0 0 341-15</inkml:trace>
  <inkml:trace contextRef="#ctx0" brushRef="#br0" timeOffset="94809.45">30441 1819 372 0,'5'-12'396'0,"-5"12"-1"0,4-10-10 0,-4 10 1 16,0 0-6-16,1-15-2 0,-1 15-5 0,0 0-13 0,1-13-24 16,-1 13-29-16,0 0-25 0,0 0-31 0,0 0-19 15,0 0-26-15,0 0-28 0,0 0-17 16,0 0-21-16,0 0-10 0,0 0-13 0,0 0-7 16,0 0-13-16,0 0-10 0,0 0-6 0,-10 42-10 15,10-28-3-15,-4 1-9 0,2 0-7 0,0-2-1 16,0 3-5-16,-2-1-3 0,-1-5-3 0,5-10-2 15,-3 22-7-15,2-11 0 0,1-11-8 0,-2 21 0 16,2-21-7-16,-2 12-10 0,2-12 0 0,-1 13-7 16,1-13-2-16,0 0 9 0,0 0-1 0,6 12 4 15,-6-12-2-15,0 0 2 0,20 0-1 0,-20 0 0 16,20-4 1-16,-20 4-2 0,21-7 1 0,-9 3-4 16,-2-2 5-16,-10 6-5 0,21-8-3 0,-12 4 3 15,-9 4 7-15,11-4 0 0,-11 4-3 0,13-4 0 16,-13 4 2-16,0 0-6 0,16-3 0 0,-16 3-4 15,0 0 0-15,0 0 3 0,19 4-1 0,-19-4-9 16,10 7 7-16,-10-7-2 0,14 10-3 0,-9-6-25 16,-5-4-35-16,13 11-35 0,-7-3-51 0,-6-8-36 15,13 9-50-15,-8-5-56 0,-5-4-66 0,9 5-95 16,-9-5-382-16,0 0-903 0,0 0 399 0</inkml:trace>
  <inkml:trace contextRef="#ctx0" brushRef="#br0" timeOffset="95606.14">31292 1741 168 0,'0'0'357'0,"0"0"5"0,4-10 3 0,-4 10 12 16,4-8 5-16,-4 8 0 0,3-7 14 16,-3 7-7-16,2-7-9 0,-2 7-6 0,0 0-8 15,2-8-17-15,-2 8-29 0,0 0-26 0,4-6-34 16,-4 6-30-16,0 0-30 0,0 0-25 0,0 0-16 0,0 0-20 16,0 0-19-16,0 0-5 0,0 0-14 0,0 0-6 15,13 21-14-15,-12-12-14 0,0 4-2 16,2-1-7-16,-2 4 9 0,-1 2-22 0,-1 0-3 15,2 0-2-15,2 0-11 0,-2 0-15 0,-2-1-23 16,1-1-22-16,2 0-14 0,0-3-12 0,0 3-9 16,-2-5-14-16,0-2-1 0,3 0-5 0,-3-3-4 15,1 2-2-15,0-2 4 0,-1-6 9 0,7 9 15 16,-4-7 3-16,-3-2 14 0,11 4 1 0,-5-4 3 16,-6 0 10-16,19-4 3 0,-10-1 0 0,4 2 8 15,-5 0 11-15,1-1 7 0,1 0 5 0,0-1 2 16,-2 1 11-16,0-1 2 0,-8 5 3 0,12-7 3 15,-5 5 2-15,-7 2-1 0,10-7-2 0,-10 7-2 16,9-3-3-16,-9 3-2 0,0 0-1 0,13-3-2 16,-13 3-3-16,0 0 5 0,14 0-10 0,-14 0 5 15,14 3-7-15,-14-3 4 0,13 6-2 0,-5-2 2 16,-8-4-3-16,11 4 4 0,-11-4-2 0,11 2-1 16,-11-2 5-16,9 2 6 0,-9-2 23 0,0 0 25 15,0 0 8-15,0 0 14 0,17-7-1 0,-17 7-5 16,4-12-3-16,1 2-4 0,-4-1-5 0,-1-5 1 15,-3 1-3-15,5-3 4 0,-1 0 0 0,-1-1 1 16,1 0-11-16,-1 0 13 0,3 0-9 0,-6 3 10 16,6-1-4-16,-2 1 4 0,-1 5-12 0,1 0-9 15,-1 11 4-15,0-13-12 0,0 13-4 0,0-11-16 16,0 11-31-16,3-9-34 0,-3 9-49 0,0 0-38 16,0 0-41-16,0 0-35 0,0 0-49 0,0 0-52 15,15 9-52-15,-15-9-56 0,10 14-51 0,-6-7-49 16,1 1-345-16,2-2-928 0,-2 2 411 0</inkml:trace>
  <inkml:trace contextRef="#ctx0" brushRef="#br0" timeOffset="96748.58">31771 1900 217 0,'0'0'408'15,"0"0"-2"-15,0 0-12 0,0 0-15 0,17-12-13 16,-17 12-16-16,5-7-24 0,-5 7-23 0,5-7-17 16,-5 7-21-16,7-7-21 0,-7 7-30 0,0 0-18 15,8-7-20-15,-8 7-21 0,0 0-17 0,13-3-16 16,-13 3-13-16,14 0-17 0,-14 0-8 0,16 3-12 16,-9 1-2-16,3 0-14 0,-1-1-2 15,-9-3-13-15,9 9-3 0,-2-4-2 0,-7-5-14 16,7 8-1-16,-7-8-5 0,5 8-5 0,-5-8-13 15,2 8 1-15,-2-8-5 0,0 0 1 0,-8 18-2 0,8-18-4 16,-9 8-4-16,9-8 1 0,-10 6-2 16,2-4-5-16,-3 0-1 0,11-2 3 0,-18 3 2 15,9-1 8-15,9-2 3 0,-15-2 3 0,15 2 6 16,-13-1 21-16,13 1 11 0,0 0 8 0,-9-6 15 16,9 6 4-16,0 0 3 0,-5-12 12 0,5 12 4 15,0 0-8-15,5-15-3 0,-5 15-5 0,10-15 1 16,-10 15-8-16,6-9-5 0,-6 9-5 0,8-9-3 15,-3 4-1-15,-5 5-8 0,8-6-9 0,-8 6-3 16,9-6-3-16,-9 6-3 0,0 0-9 0,11-2 0 16,-11 2-5-16,0 0 1 0,14 1-5 0,-14-1 0 15,0 0 1-15,12 7 1 0,-7-2-6 0,-5-5-11 16,8 10-8-16,-2-5-6 0,0 3-3 0,0 0-8 16,-1-2 0-16,2 0 1 0,0-1-6 0,-7-5 8 15,13 10 0-15,-8-5 4 0,2 0 4 0,3 0 4 16,-10-5 8-16,12 4 4 0,-12-4 12 0,19 0-8 15,-19 0 1-15,18-7 0 0,-6 4 6 0,-2-3 11 16,-1-1 5-16,1 0 3 0,-1-3 6 16,1-4 6-16,0 0 7 0,-1-3 2 0,0 0 6 0,-1-1-13 15,5-6 3-15,-4-1-6 0,-2 1 18 0,0 4 3 16,-3 1 0-16,-2 2-9 0,1 3-1 0,-2 1-6 16,0 2-1-16,-1 1-12 0,0-3-7 0,0 13 4 15,2-11-8-15,-2 11-7 0,0 0-2 0,0 0-6 16,0 0-5-16,-2-14 0 0,2 14 1 15,0 0 3-15,0 0 2 0,0 0-4 0,0 0 1 16,0 0 0-16,-16 29 3 0,11-15 1 0,-1 0-1 16,3 4 5-16,-1 1-5 0,0 0 9 0,0-1-6 15,-1 0 2-15,3 2-2 0,0-1-3 0,2 0-9 0,-1-1-6 16,0 1-1-16,-1-1-10 0,1-2-4 0,4-2-2 16,-2-1-3-16,2-1-3 0,3-1 7 15,-2 0 5-15,5-1 0 0,-2-2 2 0,6-1-5 16,1 0 12-16,0-3 1 0,2 0 2 0,1-2 4 15,-3-2 1-15,4-2 4 0,0 2 9 0,0-5-12 16,-1 0 5-16,-1 0 4 0,-4-1-1 0,1-2 7 16,1-1-8-16,-4 3 1 0,1-4 7 0,-3 4 1 15,1-2 5-15,-1 0 2 0,-3 0 1 0,0 0 1 16,-1 0 1-16,-2 0-5 0,1 2 0 0,-3 6-9 16,4-9 2-16,-4 9-5 0,1-8-2 0,-1 8-2 15,0 0-3-15,0 0 1 0,0 0-1 0,0 0-1 16,0 0-3-16,0 0 4 0,0 0-3 0,0 0 1 15,0 0 7-15,0 0 2 0,0 0-3 0,0 0 0 16,0 0-5-16,-17 21 1 0,17-21-4 0,-1 12-4 16,1-12 0-16,0 11-4 0,0-11-7 0,0 14-9 15,0-14 1-15,4 13 2 0,0-6 5 0,1 2 0 16,-1-5 0-16,3 4 10 0,0-2-3 16,3 2 9-16,-1-1-3 0,2-4 2 0,1 1 2 0,1-2-1 15,-2 0 8-15,2-2-1 0,1 0-1 0,0-2 8 16,-1 0 3-16,-2-1 1 0,1 2 7 0,-1-6 4 15,0 3 6-15,-1-2 8 0,-3 1 6 0,-1 0 3 16,-6 5 8-16,14-8 2 0,-8 5 2 16,-6 3 2-16,10-5-4 0,-10 5-7 0,0 0-4 15,12-3-5-15,-12 3-6 0,0 0-5 0,0 0-5 16,0 0 1-16,16 3-2 0,-16-3-7 0,0 0 3 16,0 0 0-16,0 0 1 0,0 0-7 0,0 0-8 15,0 0-14-15,35 30-13 0,-35-30-21 0,0 0-20 16,0 0-23-16,0 0-14 0,19 17-28 0,-19-17-18 15,0 0-34-15,0 0-43 0,0 0-65 0,0 0-65 16,0 0-64-16,0 0-249 0,0 0-729 0,0 0 323 16</inkml:trace>
  <inkml:trace contextRef="#ctx0" brushRef="#br0" timeOffset="96967.27">32493 1649 457 0,'-7'-7'555'0,"7"7"22"0,0 0 14 0,0 0-18 16,0 0-40-16,0 0-35 0,0 0-58 0,0 0-54 16,0 0-45-16,0 0-36 0,24-17-28 15,-5 16-33-15,10-2-26 0,-29 3-12 0,60-5-45 16,-60 5-17-16,50-3-25 0,-50 3-29 0,42-6-37 16,-42 6-43-16,31-5-39 0,-31 5-43 0,0 0-42 0,35-4-41 15,-35 4-45-15,0 0-51 0,0 0-58 0,0 0-67 16,0 0-76-16,0 0-352 0,0 0-870 15,0 0 385-15</inkml:trace>
  <inkml:trace contextRef="#ctx0" brushRef="#br0" timeOffset="101091.3">1049 2583 100 0,'0'-5'207'0,"0"5"8"0,0-8 3 16,0 8 8-16,0 0-3 0,0 0 2 0,-4-22 1 15,4 22 4-15,0-11 7 0,0 11 1 16,0-13 14-16,0 13 0 0,-4-12 4 0,4 5 3 15,0 7-5-15,0-15 0 0,0 9 1 0,0-3 2 16,0 9-10-16,-1-15 1 0,1 15-11 0,-2-13-2 16,2 13-16-16,0 0-4 0,-1-11-9 0,1 11-11 15,0 0-18-15,0 0-16 0,0 0-24 0,-1-12-15 16,1 12-21-16,0 0-17 0,0 0-8 0,0 0-8 16,0 0-11-16,0 0 2 0,0 0-14 0,0 0-5 15,1 38 1-15,-1-22-8 0,-1 2 5 0,2 7-11 16,-2-6-5-16,1 6 5 0,-2 2-2 0,0-2-5 15,-1 0-2-15,0 1 0 0,-3-3-3 0,2 1 7 16,0 1-7-16,-1-6-2 0,3 0 4 0,-4-1-4 16,0 0-8-16,2 1-1 0,2-8-17 0,0 6-24 15,1-6-19-15,-1-1-26 0,2-10-31 0,-2 14-29 16,2-14-31-16,0 12-36 0,0-12-41 0,6 12-42 16,-6-12-41-16,5 5-54 0,-5-5-53 0,12 2-71 15,-12-2-264-15,0 0-839 0,0 0 370 16</inkml:trace>
  <inkml:trace contextRef="#ctx0" brushRef="#br0" timeOffset="101321.7399">834 2762 10 0,'-7'-7'415'0,"7"7"1"15,0 0 9-15,0 0 0 0,0 0-21 0,-4-10-19 16,4 10-9-16,0 0-30 0,0 0-18 0,0 0-24 15,0 0-26-15,0 0-23 0,0 0-24 0,0 0-24 16,8-8-23-16,2 4-19 0,1 2-16 0,6-2-15 16,2 2-15-16,2-1-25 0,5 0-29 0,1-2-47 15,2 2-42-15,-2 0-46 0,5-3-48 0,-4 4-51 16,0-3-48-16,-1 1-55 0,-4-1-55 0,3 1-56 16,-8 1-310-16,1-2-749 0,-8 2 331 0</inkml:trace>
  <inkml:trace contextRef="#ctx0" brushRef="#br0" timeOffset="101790.39">1261 2611 227 0,'0'0'408'0,"0"0"23"0,0-11 17 0,0 11 4 16,-3-8 3-16,3 8-10 0,0 0-6 0,0 0-8 16,-2-11-23-16,2 11-17 0,0 0-24 0,0 0-26 15,0 0-25-15,0 0-41 0,0 0-27 0,0 0-25 16,0 0-27-16,0 0-26 0,0 0-24 0,0 0-3 15,0 0-23-15,0 0-4 0,0 0-15 0,0 0-8 16,0 0-15-16,0 39 2 0,0-26-14 0,-2 3-6 16,2-1 0-16,-2 2-10 0,2 2 1 0,0-8-16 15,0 7-21-15,0-3-26 0,0 0-12 0,0-4-41 16,2 3-20-16,-2-3-18 0,0-2-19 0,0-9-8 16,2 13-8-16,-2-13-3 0,4 14 6 0,-4-14 12 15,5 8 7-15,-5-8 17 0,9 4 6 0,-9-4 13 16,14-2 10-16,-14 2 5 0,19-6 8 0,-9 3 12 15,-1-2 4-15,3-2 10 0,-1 0 18 0,1-1 13 16,-1 2 14-16,-3-1 11 0,1 2 12 0,-3 0-4 16,4 1 8-16,-3-3 0 0,-7 7 1 0,11-7-3 15,-11 7-8-15,9-5-5 0,-9 5-4 16,11-2-5-16,-11 2-3 0,0 0-2 0,15 4-1 16,-15-4 3-16,12 6-5 0,-5-2-4 0,-7-4 5 15,10 10-6-15,-5-4 2 0,0 2 1 0,-5-8-3 16,8 14 1-16,-3-6-3 0,-5-8-14 0,5 15-22 15,-5-15-19-15,4 10-24 0,-4-10-17 0,4 10-32 16,-4-10-20-16,0 0-27 0,12 8-38 0,-5-7-21 16,-7-1-29-16,15-1-21 0,-15 1-36 0,22-5-32 15,-10 1-36-15,-1-3-250 0,-2 2-688 0,5-1 305 16</inkml:trace>
  <inkml:trace contextRef="#ctx0" brushRef="#br0" timeOffset="102165.2899">1671 2731 102 0,'0'0'320'0,"0"0"-1"0,0 0-1 0,0 0-3 16,0 0-13-16,0 0 8 0,0 0-19 0,0 0-11 16,0 0-25-16,0 0-21 0,0 0-23 0,0 0-11 15,0 0-24-15,0 0-11 0,23 2-12 0,-23-2-14 16,0 0-20-16,22 9-2 0,-13-6-15 0,0 2-11 15,1 0-12-15,-1 0-4 0,-1 0-13 0,-2 0-2 16,3 2-4-16,-9-7-11 0,10 9-3 0,-5 0-2 16,-3-4-6-16,-2-5-10 0,0 0-8 0,7 16-14 15,-7-16-5-15,4 12-11 0,-4-12-5 0,0 0 8 16,0 0 1-16,0 14-2 0,0-14 4 0,0 0 6 16,0 0 2-16,0 0-3 0,0 0 6 0,-11 7 6 15,11-7 13-15,0 0 5 0,0 0 3 0,0 0 6 16,0 0-4-16,-2-33-5 0,2 33 1 0,4-18-3 15,1 8-7-15,2 1-6 0,-2-2-8 0,0 4-16 16,3-2-23-16,0 1-36 0,1 1-33 0,3 2-40 16,1 0-39-16,-3 3-44 0,-10 2-44 15,20-1-43-15,-8 1-42 0,-1 0-232 0,-11 0-637 16,21 2 281-16</inkml:trace>
  <inkml:trace contextRef="#ctx0" brushRef="#br0" timeOffset="102899.5">2012 2804 52 0,'0'0'355'0,"0"0"-11"0,0 0-4 0,0 0-15 16,0 0-18-16,12-27-15 0,-12 27-11 0,0 0-34 16,8-12-28-16,-8 12-28 0,0 0-12 0,10-6-18 15,-10 6-20-15,0 0-19 0,16-5-18 0,-16 5-3 16,13 0-17-16,-13 0 3 0,18 5-18 0,-18-5-16 15,18 8 3-15,-8-4-16 0,-10-4 4 0,10 11-11 16,-10-11-6-16,9 13 0 0,-5-4 2 0,-4-9-8 16,1 12-1-16,-1-12 4 0,0 0 2 0,-6 23-10 15,2-15 11-15,4-8-7 0,-13 16-2 16,2-10-3-16,2-1 7 0,-3-1-9 0,1 1 2 16,-1-1-4-16,12-4 6 0,-24 3 0 0,14 0 21 15,10-3 12-15,0 0 26 0,-20-3 15 0,20 3 11 16,-9-8 0-16,9 8 2 0,-2-12-10 0,2 12-5 0,0-18-7 15,0 18-2-15,6-20-15 0,1 10-8 16,1 1-3-16,-1-1-6 0,1 0-3 0,0 3-11 16,4 0-5-16,0-1-6 0,-2 4 2 0,8 1-6 15,-5 1-4-15,-2 1-5 0,2 0 4 0,1 1-4 16,-1 3-3-16,0-1-3 0,-2 3-3 0,-3 0-2 16,2 2 2-16,1-2-1 0,-3 3 2 0,0-1-4 15,1 1 5-15,-3-1-15 0,-6-7-10 0,7 14-8 16,-7-14-9-16,6 12-7 0,-6-12-13 0,5 12 6 15,-5-12-10-15,8 10 0 0,-8-10 8 0,0 0 4 16,4 10 8-16,-4-10 7 0,0 0 16 0,0 0 11 16,6 8 19-16,-6-8 2 0,0 0 3 15,0 0-3-15,0 0 9 0,0 0 4 0,22-23-2 0,-16 16 8 16,2 0 5-16,-2-3-1 0,4 2-3 0,0 1-2 16,-1-1 6-16,-9 8-12 0,16-14 2 0,-7 7-4 15,-1 2 1-15,-8 5-7 0,14-9 4 0,-14 9 0 16,10-8-6-16,-10 8-4 0,11-2-4 15,-11 2-5-15,0 0 5 0,18 1-4 0,-18-1-4 16,0 0-1-16,17 11-2 0,-17-11 6 0,10 9-3 16,-10-9 2-16,11 11-4 0,-5-5 4 0,-6-6-1 15,7 11-3-15,-7-11-11 0,6 12-8 0,-6-12-5 16,5 11-1-16,-5-11 0 0,5 9-8 0,-5-9 4 16,0 0 4-16,0 0-1 0,14 5-9 0,-14-5 2 15,0 0-10-15,18-2-16 0,-18 2-7 0,18-6-22 16,-8 1-16-16,-10 5-8 0,20-7-23 0,-11 1-15 15,0 1-16-15,1 0-15 0,-10 5-9 0,16-5-21 16,-16 5-14-16,12-7-25 0,-12 7-14 0,10-3-15 16,-10 3-206-16,7-3-530 0,-7 3 234 0</inkml:trace>
  <inkml:trace contextRef="#ctx0" brushRef="#br0" timeOffset="103508.73">2691 2774 158 0,'0'0'315'0,"0"0"3"0,8-11-4 0,-8 11-3 16,0 0-4-16,5-9 5 0,-5 9-10 0,0 0-12 16,7-8-18-16,-7 8-15 0,6-4-22 0,-6 4-22 15,0 0-22-15,10-4-19 0,-10 4-19 0,0 0-20 16,10-2-16-16,-10 2-8 0,0 0-19 0,0 0-8 15,15 4-5-15,-15-4-7 0,0 0-9 0,14 9-12 16,-14-9-4-16,7 8-3 0,-7-8-6 0,0 0-5 16,4 14-1-16,-4-14 1 0,0 0-10 0,1 15 2 15,-1-15-6-15,0 0 0 0,-9 13 8 0,9-13-8 16,-10 10 1-16,10-10 2 0,-16 6-3 0,9-1-4 16,7-5-5-16,-22 4 2 0,12-3 0 0,10-1 2 15,-15 3 0-15,15-3 0 0,0 0 2 0,0 0 2 16,-22-5-1-16,22 5 4 0,-10-7 14 15,10 7-5-15,-6-9 3 0,6 9-7 0,-1-8 2 16,1 8-7-16,0 0-1 0,0 0-3 0,4-19-3 16,-4 19 3-16,9-7-8 0,-9 7-7 0,10-5 0 0,-10 5-1 15,14-1-2-15,-14 1-1 0,19 2 1 0,-8 4-2 16,0 1-5-16,3 4 8 0,3 2-2 16,-5 2 1-16,5 5 0 0,0 2 1 0,-2 1 6 15,2-2-7-15,-2 1 1 0,-9-5 1 0,5 8-1 16,-5 0 5-16,0-1-3 0,-2 3 2 0,-3-1-2 15,-1 0 0-15,-2-7 3 0,-2 6 0 0,-3-6 0 16,-1 6 0-16,-1-7 0 0,-4-3 1 0,2 3 3 16,-2-3-3-16,-1-4 0 0,3 1 4 0,1-3 1 15,3-3 5-15,7-6 21 0,-13 6 9 0,13-6 16 16,0 0 23-16,-23-3 16 0,23 3 2 0,-13-9 1 16,13 9-5-16,-10-19-6 0,6 9-9 0,4-3-9 15,0-2-5-15,3-2-16 0,2 0-15 0,2-1-23 16,2-1-29-16,4-2-29 0,2 1-42 0,3 0-43 15,1-3-34-15,2 4-59 0,-1 0-65 0,3 4-47 16,-4 6-52-16,3-6-48 0,-4 5-339 0,-1-1-835 16,1 3 370-16</inkml:trace>
  <inkml:trace contextRef="#ctx0" brushRef="#br0" timeOffset="103914.89">3092 2657 202 0,'0'-18'412'0,"0"18"27"16,-1-11 3-16,1 11-10 0,0 0-13 0,0 0-31 16,-2-17-35-16,2 17-41 0,0 0-34 0,-2-9-33 15,2 9-27-15,0 0-27 0,0 0-19 0,0 0-15 16,0 0-17-16,0 0-5 0,0 0-5 0,0 0-15 16,4 47 2-16,-4-36-18 0,-1 4-7 0,-2 1-13 15,3 1-4-15,0 1-11 0,-1-1-3 0,1 0-3 16,-1 0-7-16,-1-5-8 0,2-12-5 0,-2 28-1 15,0-14-3-15,2-14-2 0,2 16 2 0,-2-16-4 16,-2 14-8-16,2-14-6 0,0 0-1 0,2 13-1 16,-2-13 3-16,0 0 0 0,0 0 0 0,15 4-6 15,-15-4 3-15,0 0-4 0,0 0 1 0,31-9-2 16,-22 4 1-16,-9 5-2 0,15-7 0 16,-15 7-1-16,15-6 4 0,-6 2-9 0,-9 4-1 15,13-7 1-15,-13 7-2 0,13-5-2 0,-13 5 0 16,0 0-3-16,19 0 2 0,-19 0-2 0,17 3 2 15,-17-3-1-15,0 0 0 0,17 5-2 0,-17-5-1 16,13 8-2-16,-6-5-38 0,-7-3-26 0,0 0-41 16,18 12-48-16,-18-12-50 0,7 5-48 0,-7-5-44 15,0 0-45-15,8 7-45 0,-8-7-337 0,0 0-791 16,0 0 351-16</inkml:trace>
  <inkml:trace contextRef="#ctx0" brushRef="#br0" timeOffset="104461.63">4577 2733 189 0,'-4'-11'383'0,"4"11"2"0,0 0-12 16,-3-9-1-16,3 9-9 0,-3-9-5 0,3 9 2 16,-2-8-5-16,2 8 1 0,-2-8-6 0,2 8-6 15,-1-10-15-15,1 10-13 0,0 0-20 0,0 0-25 16,0-10-30-16,0 10-35 0,0 0-18 0,0 0-31 16,0 0-17-16,0 0-9 0,0 0-20 0,0 0-10 15,0 0-7-15,0 0-8 0,10 25-12 0,-7-16-1 16,-1 3 9-16,2 5-12 0,-1 0-5 0,-1-1 0 15,0 4-11-15,-2-1-1 0,1-2 0 0,-2 7-14 16,1-4 1-16,-2 1-3 0,1-4-6 0,0 1 10 16,-2 0-15-16,0 0-3 0,2-6 5 0,0 1-19 15,1 2-20-15,-3-4-23 0,3-11-28 0,-3 17-29 16,1-10-38-16,2-7-29 0,-2 11-29 0,2-11-38 16,0 0-23-16,0 9-40 0,0-9-51 0,0 0-57 15,0 0-69-15,0 0-38 0,0 0-261 0,0 0-828 16,0 0 367-16</inkml:trace>
  <inkml:trace contextRef="#ctx0" brushRef="#br0" timeOffset="105378.15">4406 2885 143 0,'-13'-5'321'0,"8"3"11"0,5 2 18 16,-14-2 22-16,14 2 13 0,-6-4 1 0,6 4 4 15,-7-2-4-15,7 2-10 0,0 0-17 0,0 0-21 16,0 0-29-16,-9-2-26 0,9 2-24 0,0 0-27 15,0 0-19-15,0 0-24 0,0 0-21 0,0 0-19 16,0 0-20-16,17-8-24 16,-5 6-27-16,5-1-26 0,1-1-38 0,4 2-33 0,7-3-33 0,0 1-42 15,2 0-35-15,0-1-27 0,-1 1-39 0,0 1-13 16,-9 0-18-16,7-2-11 0,-8 3-8 0,2-3-7 16,-3 1-2-16,0-1 10 0,-1 2 17 0,-8-2 13 15,2 1 26-15,-5 2 17 0,-1-2 11 0,0 1 17 16,-1-1 25-16,-5 4 19 0,5-7 27 0,-5 7 39 15,4-8 32-15,-4 8 27 0,-1-9 25 0,1 9 27 16,-6-9 24-16,2 4 33 0,4 5 17 0,-8-10 28 16,5 5 20-16,3 5 17 0,-5-7 0 0,5 7 0 15,-5-7-10-15,5 7-17 0,0 0-19 0,0 0-21 16,-5-4-12-16,5 4-15 0,0 0-13 0,0 0 0 16,0 0 5-16,0 0-6 0,0 0 2 0,-2 25 7 15,2-17-9-15,-2 1-6 0,4 2-7 0,-2 1-9 16,-2 4-12-16,1-4-2 0,2 1-9 0,-1-1-6 15,2 0-7-15,-4 5-2 0,2-2-3 16,2-3-4-16,-2 0-16 0,0-12-15 0,-2 20-15 16,1-12-17-16,4 1-10 0,-3-9-15 0,2 10-9 0,-2-10-7 15,5 9 5 1,-5-9 0-16,6 5 7 0,-6-5 4 0,12 3 5 16,-12-3 1-16,18-3 5 0,-18 3 3 0,21-6 9 0,-10 3-2 15,-2-2 3-15,1 0 3 0,3 0 6 0,-2 2 0 16,1-1 7-16,-3-2 7 0,1 2 2 0,-3 0 7 15,1 2-1-15,-1-2 6 0,-7 4-2 0,7-4-2 16,-7 4-3-16,8-3 4 0,-8 3-4 0,0 0-11 16,12-2 3-16,-12 2-3 0,0 0 1 0,7 4 2 15,-7-4 0-15,8 4-3 0,-8-4 5 0,9 6-2 16,-9-6 0-16,5 7 1 0,-5-7-3 0,5 11 1 16,-5-11-2-16,5 10 3 0,-5-10-2 0,4 13 5 15,0-6-1-15,0-2-2 0,-4-5 1 16,11 12-1-16,-4-9 4 0,0 3-3 0,-7-6-1 15,18 5 1-15,-8-1 0 0,2-3 2 0,2-1 1 0,5 0-2 16,-2-3 2-16,2-2-2 0,1-1-1 0,6-2 6 16,-1-3-2-16,-4 1 1 0,-3 1-3 0,-2-1 7 15,1-1 1-15,0 2 6 0,-3-1 17 16,-2 0 0-16,1-1-1 0,-4 3 6 0,0-1 7 16,-4 1 0-16,0-1 2 0,-1 5-3 0,-1-2-8 15,-3 6-5-15,2-10-2 0,-2 10-2 0,0-9-10 16,0 9-4-16,0 0-3 0,-7-8-4 0,7 8-2 0,-12-1 0 15,12 1-1-15,-13 1-4 0,13-1 0 0,-15 6 3 16,5 0-7-16,1 2 4 0,1 1-1 16,0-2-3-16,1 2 3 0,1 0-1 0,2 1 1 15,0-2 0-15,3 2 0 0,-1-2 2 0,4 1 1 16,-2-9 0-16,6 16 2 0,0-7 3 0,3-1 1 16,1 0 0-16,6 0 2 0,0-3 0 0,5 4-5 15,-3-6 2-15,4-2-2 0,6 3-4 0,-7-4 1 16,7 0-4-16,-8-2-17 0,1 2-19 0,0-2-22 15,-2-2-34-15,-1 0-47 0,-1-3-73 0,-4 4-58 16,-1-2-63-16,1 3-73 0,-3 1-90 0,-1-5-279 16,-9 6-840-16,0 0 371 0</inkml:trace>
  <inkml:trace contextRef="#ctx0" brushRef="#br0" timeOffset="105967.4899">6740 2804 108 0,'4'-6'424'16,"-4"6"9"-16,2-10-10 0,-1 4-10 0,-1 6-7 15,3-9-12-15,-3 9-10 0,0 0-16 0,-3-13-18 16,3 13-7-16,0 0-24 0,0-9-23 0,0 9-22 16,0 0-29-16,0 0-32 15,-3-7-17-15,3 7-24 0,-10-2-18 0,10 2-13 16,-12 1-11-16,3 2-12 0,0 1-11 0,-4 3-9 0,-1 3-14 15,-1 2-7-15,-1 0 2 0,1 1-15 0,-3 6-2 16,-2 0-5-16,3 2 2 0,-2 1-8 16,9-6-6-16,-3 1-7 0,3 0 1 0,-1-1-5 15,1 0-3-15,1 1-1 0,3 2-4 0,1-5-2 16,2-3-11-16,4 3-3 0,1-2-13 0,7 2-3 16,-2-3-22-16,6 2-23 0,3-2-42 0,0 1-44 0,3-4-40 15,2-3-51-15,2-1-50 0,-3-1-52 16,2-2-54-16,9-3-69 0,-5-3-408 0,-5 0-933 15,-1-1 413-15</inkml:trace>
  <inkml:trace contextRef="#ctx0" brushRef="#br0" timeOffset="106717.3">6952 2984 306 0,'0'0'364'0,"0"0"9"0,0 0 8 0,0 0-5 16,5-8-11-16,-5 8-12 0,0 0-12 0,3-5-11 15,-3 5-17-15,0 0-20 0,0 0-20 0,0 0-29 16,0 0-21-16,0 0-32 0,0 0-15 0,0 0-18 16,0 0-22-16,0 0-15 0,0 0-14 0,0 0-13 15,0 0-9-15,0 0-9 0,0 0-12 0,0 0-7 16,0 0-6-16,0 0-10 0,0 0-2 0,16 15-4 16,-16-15-5-16,3 7-6 0,-3-7 2 0,3 10-7 15,-3-10-5-15,-2 14-11 0,2-14-3 0,0 0-4 16,-4 19-1-16,1-13-5 0,3-6-2 0,-8 12 0 15,3-8-5-15,5-4 2 0,-15 6-3 0,7-3 0 16,8-3 2-16,-15 3 4 0,15-3 7 0,-15 2 0 16,15-2 3-16,-13 0 2 0,13 0 3 0,-10-6 4 15,10 6 14-15,-7-8-3 0,3-1-1 0,4 9 0 16,-4-17 7-16,4 17 2 0,0-15-2 0,1 7 0 16,-1 8-4-16,4-12-3 0,-3 7-3 0,-1 5-4 15,6-11-1-15,-3 6-3 0,-3 5 0 0,8-6 1 16,-3 3-3-16,-5 3-15 0,10-2 11 0,-1 2-3 15,-9 0 2-15,0 0 0 0,19 6 0 0,-10-4-1 16,-9-2 2-16,16 8-1 0,-9-3-4 0,3 1-2 16,-2 2 3-16,1-1-20 0,0 3-11 0,-1-3-23 15,-2 1-16-15,3 3-12 0,-3-3-16 0,4 2-10 16,-2-2-9-16,1-2 1 0,3 1 10 0,-3-1 6 16,1 0 0-16,3-2 8 0,-2-2 8 0,4 0 6 15,2-5 10-15,-3 2 16 0,4-2 2 16,0-3 17-16,-1 0 13 0,0 1 13 0,-1-5 13 0,0 0 44 15,-3-4 5-15,1 1 20 0,-5 4 22 0,4-6-1 16,-3 1 3-16,-2 2 15 0,-2-4-1 0,-1 4 6 16,0-3 1-16,-2-2-4 0,2 3-8 0,-4 2-13 15,-1 0-6-15,-1 0 1 0,1 1-6 0,-3 1-7 16,2 2-8-16,1 8-6 0,-1-11-9 16,1 11-7-16,-4-10-6 0,4 10-7 0,0 0-6 0,-1-7-9 15,1 7-1-15,0 0-2 0,0 0-6 0,0 0 2 16,0 0-3-16,0 0 2 0,0 0-2 0,-10 21 3 15,10-10-5-15,-3-2 2 0,1 5 3 0,0-3 1 16,2 5-1-16,0 1 3 0,0-1-2 16,-1 0-2-16,0-4-3 0,2 6 4 0,-1-3-1 15,0 1 2-15,1 0 0 0,-1-3-5 0,-1-1-1 16,2 3 5-16,-1-4-2 0,0 2-1 0,3-3-1 0,-3-1-13 16,0-9-15-16,1 15-24 0,-1-15-37 0,5 11-45 15,0-8-52-15,-5-3-75 0,12 8-79 16,-12-8-93-16,15 1-429 0,-15-1-929 0,21-1 412 15</inkml:trace>
  <inkml:trace contextRef="#ctx0" brushRef="#br0" timeOffset="107435.88">7542 2931 298 0,'0'0'419'0,"7"-8"14"0,-7 8-1 16,8-10 7-16,-8 10-6 0,6-6-10 0,-6 6-13 15,0 0-14-15,5-8-14 0,-5 8-21 0,0 0-29 16,0 0-24-16,0 0-27 0,4-8-32 0,-4 8-26 16,0 0-31-16,0 0-16 0,0 0-18 0,0 0-20 15,0 0-21-15,0 0-15 0,0 0-4 0,0 0-9 16,0 0-8-16,0 0 5 0,0 0-16 0,-23 34-11 16,15-26-7-16,3 2-3 0,-8 1-6 0,2 2 3 15,-2-1-5-15,1 2-10 0,1-3-14 0,2-1-7 16,-1-2-12-16,1-1-9 0,1 1-5 0,3-2 1 15,5-6 1-15,-10 7-6 0,10-7 1 0,-8 8 7 16,8-8 2-16,0 0 4 0,0 0 6 0,0 0 0 16,0 0 0-16,0 0 3 0,0 0-6 0,0 0 3 15,0 0-3-15,0 0-3 0,0 0 2 0,0 0 2 16,0 0-7-16,0 0 7 0,0 0 2 0,0 0-8 16,0 0 7-16,0 0-7 0,0 0 4 0,0 0-5 15,14-34-2-15,-14 34 4 0,0 0-1 0,0 0-1 16,18 2 3-16,-18-2-2 0,0 0 3 0,25 11-8 15,-16-4 6-15,-1-1-1 0,2 0 0 0,-1 0 2 16,-1 2-1-16,1 0 6 0,-1 0 0 0,1 0-6 16,-2-3-1-16,3 2 2 0,1 2-4 0,0-3 6 15,1 0 0-15,3 0-7 0,3-1-4 0,1 0 0 16,2-1 3-16,-1-1-3 0,7-4 4 0,-7-1 0 16,8-3 6-16,-1-1-1 0,-6-1 2 0,-5 1 1 15,2-2 1-15,0-1 5 0,-1-1-3 0,-1-3-3 16,-3 3 3-16,-1-2 8 0,-1-2 10 0,-3 5-2 15,-3-1-4-15,1 0-1 0,-2-1 11 0,1 3 0 16,-5 8-5-16,0-17 1 0,0 17-5 0,-1-15-7 16,1 15-2-16,-6-11 2 0,6 11 1 0,-9-10-5 15,9 10-2-15,-11-4-2 0,11 4 0 16,-14-5-3-16,14 5 1 0,-14 1-6 0,14-1 7 0,-19 10-2 16,9-4-3-16,1 3 2 0,0-2 3 0,1 1 3 15,2 3-6-15,-2-3 7 0,2 2-7 0,2 1-1 16,0-1 4-16,3 1 2 0,1-11 5 0,-1 16-7 15,1-16 5-15,2 18-2 0,2-12 3 0,1 1 3 16,5 1-1-16,-1-3-6 0,3 0 1 16,4 1-4-16,2-1 2 0,0 0-8 0,3-3-8 15,-3 1-6-15,3-1-21 0,-2-1-17 0,1-1-25 0,1-3-37 16,-3 0-32-16,0-1-39 0,0 0-57 0,0-3-68 16,1 4-58-16,0-3-72 0,-2 0-390 0,-5 1-910 15,5-3 402-15</inkml:trace>
  <inkml:trace contextRef="#ctx0" brushRef="#br0" timeOffset="107654.59">8409 3083 363 0,'0'0'459'0,"0"0"30"16,0 0 24-16,0 0 8 0,0 0-6 0,0 0-7 15,0 0-19-15,0 0-11 0,0 0-33 0,0 0-27 16,0 0-33-16,0 0-40 0,0 0-37 0,0 0-29 15,0 0-27-15,0 0-28 0,0 0-33 0,0 0-44 16,0 0-39-16,0 0-63 0,0 0-57 0,0 0-60 16,0 0-75-16,0 0-79 0,0 0-84 0,0 0-131 15,0 0-150-15,0 0-357 0,0 0-1026 0,21-9 455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9-27T08:10:20.460"/>
    </inkml:context>
    <inkml:brush xml:id="br0">
      <inkml:brushProperty name="width" value="0.05292" units="cm"/>
      <inkml:brushProperty name="height" value="0.05292" units="cm"/>
      <inkml:brushProperty name="color" value="#8064A2"/>
    </inkml:brush>
  </inkml:definitions>
  <inkml:trace contextRef="#ctx0" brushRef="#br0">3745 3936 22 0,'0'0'258'0,"0"0"-6"0,0 0 7 0,0 0-9 0,-4-7 3 15,4 7 2-15,0 0-7 0,0 0-6 16,0 0 11-16,-2-8-8 0,2 8-3 0,0 0-12 16,0 0 2-16,0 0-10 0,0 0-8 0,0 0-16 15,0 0-12-15,0 0-17 0,4-10-21 0,-4 10-16 16,0 0-19-16,0 0-9 0,0 0-11 0,0 0-10 0,0 0-11 15,0 0-10-15,23 14-2 0,-13-9 1 0,-1 3-12 16,1 0-8-16,0-1-3 0,2 4-6 16,-2-1-3-16,3 2-2 0,-4-1-5 0,-1-1-1 15,2 0 0-15,-3-1-5 0,-1 4 2 0,1-2-5 16,-3-3-2-16,4 1-2 0,-5 0 1 0,0-1-9 0,0 0 5 16,0 0-1-16,-1-2 3 0,-1 1-4 0,-1-7 1 15,1 11 0-15,-1-11-5 0,0 8 4 16,0-8-2-16,2 6 0 0,-2-6 7 0,0 0 3 15,0 9 4-15,0-9 21 0,0 0 33 0,0 0 32 16,0 0-1-16,0 0 2 0,0 0 14 0,0 0 9 0,4-24-10 16,0 13-12-16,3-5-6 0,-2 1-5 0,1-1-8 15,0-1-6-15,1 1-11 0,-1-1-4 16,5 1-6-16,-3 2-8 0,2 1-6 0,0-1-4 16,-2 5 2-16,-2 2-11 0,3-3-9 0,-3 2 7 15,2 1-18-15,-2 2 8 0,1 3-4 0,-1-2 0 16,-6 4-5-16,9-5-13 0,-2 5-19 0,-7 0-14 0,8-1-22 15,-8 1-27-15,0 0-32 0,12 3-35 16,-12-3-42-16,4 3-32 0,-4-3-37 0,4 8-28 16,-4-8-26-16,1 10-33 0,-1-10-44 0,1 12-39 15,-1-2-301-15,0-10-795 0,-5 21 351 0</inkml:trace>
  <inkml:trace contextRef="#ctx0" brushRef="#br0" timeOffset="374.9099">4122 4159 168 0,'3'-6'403'16,"-3"6"5"-16,4-5-1 0,-4 5-2 0,0 0-5 15,1-8-7-15,-1 8-13 0,0 0-19 0,4-5-10 16,-4 5-28-16,0 0-27 0,0 0-24 0,0 0-32 15,0 0-24-15,0 0-25 0,4-6-16 0,-4 6-27 16,0 0-16-16,0 0-13 0,0 0-16 0,0 0-5 16,0 0-17-16,5 18-4 0,-4-11-7 0,-1-7-13 15,1 14 0-15,-1-7-4 0,0 4-5 0,2 0-5 16,-2 0-4-16,-2 1-4 0,2-2-3 0,-1 0-5 16,1 1 2-16,-3 0-7 0,3-2-3 0,-2 3-10 15,1-2-14-15,-1 0-12 0,0-2-8 0,-1 0-10 16,2-1-3-16,1-7-5 0,0 13-10 0,-1-8 0 15,1-5-12-15,-2 11-13 0,2-11-3 0,2 7-11 16,-2-7-11-16,0 0-13 0,0 0-3 0,0 0-15 16,1 13-12-16,-1-13-26 0,0 0-29 0,0 0-29 15,0 0-37-15,0 0-45 0,0 0-40 0,0 0-307 16,0 0-713-16,0 0 315 0</inkml:trace>
  <inkml:trace contextRef="#ctx0" brushRef="#br0" timeOffset="15259.62">4635 4090 166 0,'0'0'353'0,"0"0"-5"0,0 0-11 15,0 0-10-15,0 0-1 0,0 0-7 0,0 0-4 16,-12-1-3-16,12 1-3 0,0 0-5 0,0 0-10 16,0 0-9-16,0 0-12 0,0 0-16 0,0 0-18 15,0 0-16-15,0 0-24 0,0 0-18 0,0 0-21 16,0 0-17-16,0 0-13 0,28-2-10 0,-19 2-20 15,3 0-5-15,-2 0-15 0,0-1-8 0,2 2-20 16,-3-1-25-16,1 0-27 0,0 2-35 0,-2-2-37 16,0 1-43-16,-8-1-46 0,12 2-53 0,-12-2-42 15,9 1-41-15,-9-1-37 0,0 0-18 0,7 4-26 16,-7-4-28-16,0 0-215 0,0 0-673 0,0 0 297 16</inkml:trace>
  <inkml:trace contextRef="#ctx0" brushRef="#br0" timeOffset="15478.32">4662 4199 281 0,'0'0'328'0,"-3"6"10"0,3-6 10 0,0 0 14 15,0 0 0-15,0 0-3 0,0 0 5 0,0 0-3 16,0 0-7-16,-5 6-5 0,5-6-11 0,0 0-17 16,0 0-8-16,0 0-8 0,0 0-21 0,0 0-7 15,0 0-28-15,0 0-13 0,0 0-30 0,0 0-21 16,0 0-20-16,19 0-17 0,-19 0-13 0,12-2-13 15,-5 0-38-15,-7 2-37 0,17-2-42 0,-7 0-46 16,0 2-46-16,1-2-50 0,-11 2-70 0,20-3-64 16,-11 2-75-16,-9 1-67 0,19-5-71 0,-13 5-390 15,-6 0-946-15,15-4 419 0</inkml:trace>
  <inkml:trace contextRef="#ctx0" brushRef="#br0" timeOffset="16275">5446 4117 282 0,'-2'-7'397'0,"2"7"9"0,0 0 6 0,-4-10-9 15,4 10-3-15,-3-6-9 0,3 6-8 0,0 0-14 0,0-10-13 16,0 10-14-16,0 0-10 0,3-9-32 16,-3 9-23-16,2-6-26 0,-2 6-23 0,4-7-26 15,-4 7-16-15,5-5-27 0,-5 5-10 0,11-2-24 16,-11 2-11-16,12 3-9 0,-1 1-19 0,0-1-6 15,1 3-9-15,-2 0-9 0,5 4-4 0,-5 1-7 0,2 2-1 16,2-1-7-16,-4 1-23 0,-1 0-15 0,-1 0-10 16,-3-1-23-16,-1-2-10 0,-2 0-15 15,1 1-9-15,-2 2-8 0,1-4-4 0,-4 1-4 16,1-2-1-16,0 1-4 0,-2-1 5 0,1-2 14 16,-2-1 5-16,-1-2 15 0,5-3 3 0,-7 6 0 0,7-6 17 15,-7 1 22-15,7-1 24 0,0 0 20 0,0 0 8 16,0 0 5-16,-6-17 13 0,6 17 5 15,7-17 1-15,-1 7-7 0,-1-3 1 0,4-2-5 16,-1 2-7-16,5-1-9 0,-4-1-6 0,2 2-2 16,-1 4-3-16,3-3-17 0,-4 3-26 0,3 1-30 0,-2 2-43 15,-1 1-43-15,0 2-52 0,1-1-47 0,2 0-49 16,-2 2-37-16,-10 2-41 0,15-1-38 0,-15 1-46 16,17 2-334-16,-17-2-831 0,12 3 368 15</inkml:trace>
  <inkml:trace contextRef="#ctx0" brushRef="#br0" timeOffset="17040.45">5849 4167 180 0,'9'-16'349'0,"-9"16"-2"16,0 0-7-16,7-9-7 0,-7 9-24 0,7-6-25 15,-7 6-16-15,8-7-25 0,-5 3-19 0,-3 4-30 16,9-3-19-16,-2 0-16 0,-7 3-17 0,9-2-18 0,-9 2-19 15,11 1-9-15,-2 0-12 0,-9-1-6 16,12 5-10-16,-6-1-12 0,-2-1 1 0,3 3-4 16,-3-1-11-16,-1 1-8 0,1-1 5 0,-2 2-8 15,0-1-2-15,-2-6-7 0,0 0 3 0,-3 20-20 16,3-20-7-16,-4 13-1 0,0-7 1 0,-3 1 2 0,0 1-13 16,1-1-4-16,-4-4-6 0,1 2-5 15,0-1-1-15,-1 0 6 0,-1-2 9 0,11-2-3 16,-15 3 4-16,15-3 2 0,-13 0 11 0,13 0 13 15,0 0 28-15,-15-7 10 0,10 3 12 0,3-1 10 16,2 5 17-16,-3-13 0 0,4 5 7 0,-1 8-4 0,4-15-3 16,-3 7-1-16,3 0-7 0,1 0-9 0,-1 2-6 15,2 0-8-15,-3 1-10 0,-3 5-5 16,7-7-9-16,0 5-3 0,-7 2-3 0,9-4-4 16,0 4-4-16,-9 0-4 0,14 0 0 0,-8 1-6 15,2 3 1-15,-8-4-5 0,13 4 2 0,-7 1-1 0,-1-1-1 16,4 2-1-16,-5 0-14 0,4 0-15 15,-5 0-15-15,5 1-16 0,0-1-16 0,-2 2-11 16,1-1-2-16,-1-1-9 0,3-1-10 0,-2 1 0 16,1 0-4-16,1-2-4 0,1 0 4 0,1-1 9 15,-1 0-1-15,-1-1 5 0,1-2 4 0,0 0 13 16,0 0 9-16,-10 0 3 0,18-4 11 0,-8 1 0 0,-1 0 10 16,2-3 4-16,-3 1 4 0,2-1 4 15,-3 2 8-15,0 1 14 0,3-4 5 0,-5 4 15 16,3-3 11-16,-1-2-1 0,1 2 7 0,1 1 14 15,-1-2-9-15,1 1 8 0,-3 2-2 0,3-2 3 16,0 2 6-16,0 2-7 0,1-2 6 0,0 2 0 0,-3 1-12 16,0-1-3-16,6 4-3 0,-3-4-11 15,-10 2 5-15,16 3 5 0,-9-1-12 0,0 0-8 16,-2 2 3-16,1 0-6 0,-2 1 20 0,0-1-24 16,-4-4 1-16,4 11-2 0,-4-5 6 0,0-6-5 15,0 12 6-15,0-12-10 0,-5 15 10 0,-1-6-16 16,1-3 12-16,0 0 3 0,-1-2 2 0,-3 2-2 15,-2-3 2-15,2 0 1 0,-2 1 1 0,0-3 3 16,1 0 3-16,-1-1 4 0,0-2 14 0,2-2 17 16,1 3 27-16,-2-3 9 0,4-1 0 0,0 1 2 15,1-3 8-15,1 2-3 0,2-1-9 0,-1-3-12 16,1-1-3-16,2 0-10 0,0 1-15 0,1-1-37 16,3 1-43-16,1-1-41 0,4 1-56 0,4-3-65 15,-3 6-60-15,4-3-60 0,4-1-73 0,0 4-312 16,-1 2-760-16,-1-3 337 0</inkml:trace>
  <inkml:trace contextRef="#ctx0" brushRef="#br0" timeOffset="17368.52">6507 3859 357 0,'0'-9'491'0,"1"0"10"0,-1-1 4 0,3 3-5 16,-3 7-12-16,0-12-19 0,0 12-13 0,0 0-29 15,0-13-35-15,0 13-29 0,0 0-36 0,0 0-42 16,0 0-27-16,0 0-26 0,0-12-27 0,0 12-29 16,0 0-17-16,0 0-10 0,0 0-22 0,0 0-3 15,-9 26-17-15,5-14-12 0,0 4-4 0,0 0-14 16,-1 2-5-16,0 1-2 0,-2 4-3 0,5-4-10 16,-5 6-10-16,0-6-1 0,3-2 4 0,-2 2-6 15,2 4-6-15,0-7-14 0,2 2 5 0,1 1 0 16,-1-1-7-16,2-2-31 0,0 4-18 0,0-5-34 15,0 1-27-15,0-5-33 0,2 4-43 0,-2-5-31 16,0 1-42-16,1 0-34 0,1-2-34 0,0-4-27 16,-1 2-26-16,-1-7-26 0,0 0-26 0,9 10-23 15,-7-8-328-15,-2-2-823 0,0 0 365 0</inkml:trace>
  <inkml:trace contextRef="#ctx0" brushRef="#br0" timeOffset="17618.49">6591 4155 24 0,'0'0'326'0,"0"0"28"0,0 0-5 16,8-7-3-16,-8 7-3 0,6-2-12 0,-6 2-17 15,0 0-22-15,7-3-26 0,-7 3-26 0,0 0-25 16,0 0-16-16,0 0-9 0,0 0-9 0,8 10-2 16,-5-6-9-16,0 1-11 0,0 4-11 0,-2-3-21 15,0 1-12-15,0 2-8 0,4 0-9 0,-1 0-13 16,-3-1-6-16,1-1-6 0,-1-1-9 0,-1-6-5 15,0 12-27-15,0-12-21 0,0 0-25 0,-3 14-28 16,3-14-24-16,0 0-29 0,0 0-11 0,0 13-14 16,0-13-37-16,0 0-38 0,0 0-44 0,0 0-54 15,0 0-46-15,0 0-296 0,0 0-689 0,2-36 305 16</inkml:trace>
  <inkml:trace contextRef="#ctx0" brushRef="#br0" timeOffset="17774.64">6757 3996 273 0,'0'0'335'0,"2"-6"-40"15,-2 6-29-15,0 0-27 0,0 0-37 0,0 0-46 16,0 0-54-16,0 0-45 0,0 0-45 16,0 0-78-16,0 0-68 0,13 13-156 0,-13-13-314 15,7 13 139-15</inkml:trace>
  <inkml:trace contextRef="#ctx0" brushRef="#br0" timeOffset="18493.24">6877 4165 31 0,'0'0'458'16,"11"-10"23"-16,-11 10 4 0,0 0 2 0,0 0-18 15,1-11-17-15,-1 11-24 0,0 0-12 0,3-6-32 0,-3 6-29 16,0 0-33-16,0 0-32 0,0 0-38 15,4-5-15-15,-4 5-42 0,0 0-24 0,0 0-12 16,0 0-14-16,0 0-18 0,0 0-12 0,0 0-14 16,2 17-6-16,-2-17-12 0,0 12-8 0,0-5-21 15,0-7-16-15,0 14-16 0,1-7-18 0,1-1-14 0,-2-6-18 16,1 13-15-16,2-7-13 0,-3-6-8 16,1 9-2-16,1-3 0 0,-2-6 2 0,4 7 4 15,-4-7 10-15,0 0 1 0,3 7 11 0,-3-7 3 16,0 0 2-16,10 0 5 0,-10 0 2 0,13-4 6 15,-6-1 2-15,-2 2 1 0,3-1 3 0,0-2-1 0,-1 3 1 16,2-4-2-16,-2 4 6 0,-1-2 6 16,3-2-4-16,-2 3 0 0,-1 1 3 0,0 0 6 15,-6 3 2-15,8-4 0 0,-2 1 1 0,-6 3-4 16,7-3-1-16,-7 3-2 0,0 0-3 0,9-3 2 16,-9 3 0-16,0 0 2 0,0 0-3 0,12 5 2 15,-12-5-1-15,7 5 4 0,-5-2-6 0,-2-3 1 0,6 6 4 16,-1-1 1-16,0-1-2 0,-1 1 5 15,1-1-2-15,-5-4-2 0,9 8 3 0,-4-5 0 16,0 1 2-16,5-1 1 0,-3 1-1 0,-1-2-1 16,4-2 8-16,-10 0-2 0,18-2-1 0,-6-1 3 15,0-1-4-15,0-2 1 0,-1-1 1 0,1-1 2 0,1-1 2 16,1-4-3-16,-3-1 4 0,0 1 1 16,-3 0 4-16,3-2-1 0,-5 1-4 0,-1-2 3 15,1 0 2-15,0 1 13 0,0-1 29 0,-2 5-2 16,-2 1-2-16,-2 4-13 0,3-1-4 0,-3 7-9 15,4-12-8-15,-4 12-9 0,2-4-8 0,-2 4-13 16,0 0 4-16,0 0 0 0,0 0-2 0,0 0 0 16,0 0 3-16,0 0-1 0,-2 25 1 0,3-16-1 15,3 0 2-15,0 1 3 0,-1 0-2 0,3 1 1 16,0-1-1-16,1 0 2 0,4 3 0 0,-5-2-1 16,1-2-1-16,-1 0-2 0,2 1 3 0,-1-2-1 15,-3 1 1-15,1-1-2 0,-1-2-2 0,-1-1 2 0,2 0-2 16,-5-5-3-16,5 9 2 0,-4-5-3 15,-1-4-2-15,1 8 1 0,-1-8-7 0,0 0-10 16,-11 11-11-16,6-9-26 0,-1 2-39 0,6-4-37 16,-17 4-47-16,4 1-50 0,2-5-45 0,-3 3-41 15,2-1-54-15,2-2-51 0,-3 1-303 0,13-1-788 16,-17 2 350-16</inkml:trace>
  <inkml:trace contextRef="#ctx0" brushRef="#br0" timeOffset="18961.87">8090 4184 267 0,'0'0'425'0,"2"-7"-11"0,-2 7 1 0,4-9-24 0,-4 9-15 16,-2-8-10-16,2 8-16 0,2-9-13 0,-2 9-13 15,1-8-12-15,-1 8-19 0,1-8-22 0,-1 8-17 16,4-6-22-16,-4 6-25 0,4-9-19 0,-4 9-22 16,7-6-18-16,-7 6-11 0,9-3-19 0,-2 0-14 15,-7 3-11-15,15 0-11 0,-5 0-7 0,-1 2-10 16,1 0-6-16,2 1-8 0,-3 1-5 0,-2 0-6 15,1 1-6-15,1-2 1 0,-4 2-6 0,2 1-10 16,-2-2 0-16,-1 0-13 0,-4-4-8 0,2 12-4 16,0-5-11-16,-2-7 6 0,-6 13-10 0,1-8-7 15,-2 1-7-15,-1 0 2 0,-2-2-2 0,-3 0-3 16,1-2-3-16,-1 0 7 0,0-1 5 0,0 0 4 16,-1 1 1-16,1-2 5 0,2-2 7 0,2 0 3 15,9 2-2-15,-15-4 3 0,8 0 4 0,2 0-1 16,5 4-18-16,-7-9-33 0,6 3-40 0,1 6-31 15,7-16-39-15,-4 8-42 0,6-1-38 0,0 1-53 16,4 2-55-16,10-6-52 0,-5 4-314 0,-1 1-780 16,2-2 345-16</inkml:trace>
  <inkml:trace contextRef="#ctx0" brushRef="#br0" timeOffset="19308.82">8455 3922 320 0,'0'0'372'0,"2"-18"28"0,0 10-4 16,-1 1 12-16,1-2-2 0,-2 2-2 0,0 7-8 16,4-12-6-16,-4 6-25 0,0 6-26 0,0 0-29 15,2-12-34-15,-2 12-33 0,0 0-31 0,0 0-21 16,5-2-24-16,-5 2-7 0,0 0-19 0,0 0-13 16,-4 24 6-16,3-13-1 0,-2 5 3 0,0 2 1 15,3 2 7-15,-2 7 1 0,2-2-14 0,-4 5-1 16,1-5-11-16,1 5-2 0,-3-2-6 0,5 1-15 15,1 2-8-15,-3-1-10 0,2-2-9 0,0 4-4 16,1-2-8-16,0 1-8 0,3-1-2 0,-4 0-6 16,1-1 0-16,0 0-2 15,2 0-6-15,-3-3-6 0,3-1-27 0,-2-1 0 0,0-5 0 0,0 0 0 0,1-2 0 16,-2 0 0-16,1-5-5 0,2 0-81 0,-2-3-30 16,-1-9-35-16,1 17-42 0,-1-17-38 0,0 0-32 15,-1 15-30-15,1-15-48 0,0 0-53 0,0 0-45 16,0 0-47-1,0 0-25-15,0 0-270 0,0 0-845 0,0 0 374 0</inkml:trace>
  <inkml:trace contextRef="#ctx0" brushRef="#br0" timeOffset="19527.52">8365 4383 101 0,'-10'-8'435'0,"10"8"36"0,-8-9 25 16,5 7 18-16,3 2 1 0,0 0-7 0,0 0-6 15,0 0-10-15,-7-9-25 0,7 9-44 0,0 0-49 16,0 0-41-16,12-11-29 0,-12 11-31 0,19-8-28 16,-6 5-28-16,2 0-37 0,2-2-41 0,3 3-38 15,-1-2-46-15,0 0-49 0,0 1-49 0,-2 0-36 16,-3-2-50-16,-2 2-46 0,2 0-57 0,-1-1-47 16,-3 0-45-16,1 4-54 0,0-5-67 0,-1 1-400 0,0-1-915 15,-2 0 405-15</inkml:trace>
  <inkml:trace contextRef="#ctx0" brushRef="#br0" timeOffset="25928.86">9274 4185 322 0,'-1'-10'368'0,"1"10"-3"0,0 0-3 0,0 0-8 16,0-11-4-16,0 11-6 0,0 0-2 0,-2-10-10 16,2 10-4-16,0 0-17 0,-2-11-7 0,2 11-15 0,-1-6-11 15,1 6-13-15,-6-7-14 0,6 7-11 0,0 0-6 16,-2-7-16-16,2 7-5 0,0 0-16 16,-4-6 0-16,4 6-28 0,0 0-13 0,0 0-20 15,0 0-13-15,0 0-19 0,0 0-12 0,0 0-9 16,0 0 0-16,0 0-19 0,0 0-3 0,0 0-16 0,0 0-9 15,0 0 6-15,0 0-15 0,0 0 5 0,0 0-2 16,-1 25-3-16,2-16 3 0,-1 2-15 0,0 0 2 16,0-1-2-16,-3 1 3 0,2 2-1 15,0-1-5-15,0-2 5 0,-2 0-6 0,-1 0-21 16,4 1-6-16,-1-3-10 0,1 2-12 0,-1-3-10 0,1-7-20 16,0 12-11-16,1-6-18 0,-1-6-24 15,3 9-25-15,-1-4-38 0,-2-5-43 0,9 4-49 0,-4-2-61 16,-5-2-65-16,16-4-74 0,-8 2-421 15,1-3-970-15,0-1 430 0</inkml:trace>
  <inkml:trace contextRef="#ctx0" brushRef="#br0" timeOffset="26131.94">9321 4028 22 0,'0'0'394'0,"0"0"6"0,0-10-6 0,0 10-2 15,0 0-17-15,0 0-27 0,0 0-25 0,0 0-35 16,1-8-31-16,-1 8-25 0,0 0-27 0,0 0-28 16,0 0-14-16,0 0-44 0,0 0-48 15,0 0-54-15,0 0-47 0,0 0-53 0,0 0-55 16,0 0-58-16,12 16-65 0,-7-8-45 0,1 0-222 0,1 1-571 16,-1-1 254-16</inkml:trace>
  <inkml:trace contextRef="#ctx0" brushRef="#br0" timeOffset="26600.58">9505 4217 140 0,'0'0'408'0,"7"-13"6"16,-7 13 2-16,0 0 1 0,1-13 1 16,0 8-7-16,-1 5-16 0,0 0-9 0,2-12-18 15,-2 12-25-15,0-7-26 0,0 7-23 0,0 0-31 16,2-7-25-16,-2 7-26 0,0 0-21 0,3-6-25 15,-3 6-16-15,0 0-19 0,0 0-15 0,0 0-12 0,0 0-10 16,0 0-13-16,16 10-9 0,-16-10-6 16,7 8 0-16,-5-2-17 0,1 1-23 0,-1 1-21 15,0 0-27-15,0 1-29 0,-2-1-26 0,3-2-13 16,-3 3-11-16,0-9-20 0,-3 15-11 0,6-7-9 16,-3-8 4-16,-3 12-1 0,3-12 3 0,0 11 8 15,0-11 18-15,0 0 24 0,0 0 5 0,0 0 14 16,0 0 8-16,3 11 19 0,-3-11 17 0,0 0 13 15,14-8 11-15,-14 8 10 0,17-11 8 0,-11 6 15 16,3-1 1-16,1-1 1 0,-1 0 21 0,-3 0 2 16,2 0 0-16,0-1 1 0,-1 4 0 0,-2-1 5 0,0 1 5 15,1 0-4-15,-6 4-6 0,9-8-7 0,-5 6-4 16,-4 2-5-16,7-4-8 0,-7 4-3 16,0 0-7-16,8-2-4 0,-8 2-6 0,0 0 3 15,11 6-4-15,-6-2-3 0,-1-1 0 0,-4-3-1 16,8 9-3-16,-6-2-1 0,2-1-22 0,-1 0-32 15,1 1-36-15,-2-1-52 0,3 0-41 0,-2-1-43 0,1 1-35 16,-2 0-37-16,-2-6-45 0,0 0-34 16,7 11-41-16,-7-11-220 0,0 0-682 0,7 3 302 15</inkml:trace>
  <inkml:trace contextRef="#ctx0" brushRef="#br0" timeOffset="27092.58">9909 4153 21 0,'0'0'384'0,"0"0"11"0,5-7 10 16,-5 7 5-16,4-5-10 0,-4 5-10 0,0 0-11 15,0 0-19-15,0 0-24 0,0 0-33 0,5-6-32 16,-5 6-28-16,0 0-26 0,0 0-27 0,0 0-22 16,0 0-14-16,0 0-17 0,0 0-14 0,0 0-12 15,8 13-9-15,-8-13-12 0,0 11-9 0,1-5-5 16,-1-6-11-16,1 13-7 0,1-5-7 0,-2 0-2 15,2 1-4-15,-2 1-3 0,0-2-7 0,1-1-2 16,1 0-2-16,-2-7-6 0,-2 12-10 0,4-4-13 16,-2-8-17-16,0 9-15 0,0-9-12 0,2 9-3 15,-2-9 5-15,0 6 1 0,0-6-3 0,0 0 8 16,0 0-3-16,8 3-2 0,-8-3 8 0,0 0-1 16,0 0 5-16,20-7 2 0,-12 0 3 0,1 3 3 15,0-4 7-15,0 0-3 0,4-1 3 0,-6 2 7 16,1-2 7-16,-2 3 6 0,0-2 5 0,1 1 14 15,-3 2 15-15,1 0 8 0,0 1 2 0,-5 4 1 16,8-6-5-16,-8 6-7 0,7-5-8 0,-7 5-3 16,4-4-4-16,-4 4-8 0,0 0-1 0,0 0 1 15,9-1-6-15,-9 1-1 0,0 0-4 0,0 0 1 16,8 8-2-16,-8-8 0 0,4 7 3 0,-1-2-4 16,0 0 0-16,0 1 2 0,-2 1-6 0,2 0 1 15,-1-1 1-15,2 3 2 0,-4-3-11 0,1 1-30 16,-1-7-35-16,0 0-31 0,3 17-39 0,-3-17-46 15,4 9-29-15,-3-5-24 0,-1-4-25 0,0 0-39 0,0 0-69 0,0 0-44 16,14 3-224-16,-14-3-693 0,0 0 307 0</inkml:trace>
  <inkml:trace contextRef="#ctx0" brushRef="#br0" timeOffset="27936.22">10293 4191 190 0,'0'0'283'0,"0"0"-13"0,0 0-3 0,0 0-11 0,0 0-11 16,0 0-11-16,0 0-3 0,0 0-25 0,0 0-11 15,0 0-18-15,0 0-11 0,0 0-13 0,0 0-25 16,0 0-1-16,0 0-15 0,0 0-4 0,0 0-13 16,6 6-5-16,-6-6 0 0,0 0-3 0,0 0-2 15,0 0 11-15,6 4-2 0,-6-4-8 0,9 3-5 16,-4-2-6-16,-5-1 1 0,13 2-19 0,-5-2 9 15,-8 0-5-15,15-3-10 0,-5 2-7 0,-1-1-1 16,0-2 3-16,-1 1-7 0,-3 0 12 0,-5 3 6 16,12-5 6-16,-9 2 5 0,1-2 19 0,-4 5 15 15,8-9 0-15,-6 5-8 0,-2 4-13 0,3-8-7 16,-3 8-11-16,0 0-6 0,-3-10-12 0,3 10-2 16,-2-9-5-16,2 9-4 0,0 0-6 0,-9-7-5 15,9 7-6-15,-5-2-3 0,5 2-2 0,0 0-10 16,0 0 2-16,0 0-3 0,-16 4 1 0,16-4-4 15,-8 9 0-15,4-3 4 0,0 0-4 16,0 4 0-16,-1-1 1 0,0 0 0 0,0 1-1 0,-2 1 2 16,3 1-8-16,1 0-5 0,0 0-5 0,0-2-5 15,-3 1 0-15,5-3-4 0,-1 3 2 0,2-4 10 16,2 3 4-16,0-3 0 0,3-1 4 0,6-1 0 16,0-2 5-16,6 3 3 0,2-3-1 0,2-3-4 15,8 2 7-15,-1-5 0 0,-1 0-8 0,1-4 5 16,-6 3-3-16,-4-3 4 0,1 3 3 0,-2-4 7 15,0 1 2-15,0 0 0 0,-4-3 5 0,1-1 1 16,0-2 12-16,-3-2 29 0,2 1 16 0,-3 1 2 16,-3 2-2-16,1 3-2 0,-5-2-12 0,2 2-3 15,-1 2-6-15,-3 1-8 0,-1 5-5 0,3-8-4 16,-3 8-6-16,1-8-8 0,-1 8-6 0,0 0-5 16,0 0-3-16,0 0 1 0,-6-7-5 0,6 7-2 15,0 0-2-15,0 0-6 0,0 0 3 0,0 0 0 16,0 0 1-16,0 0 0 0,0 0-5 0,0 0 3 15,0 0 0-15,0 0 3 0,0 0 0 16,0 0 0-16,0 0 2 0,6 23 6 0,-6-23-4 0,8 3-1 16,-8-3 2-16,9 3-3 0,-9-3 6 0,13 2-7 15,-7-3 0-15,-6 1 3 0,15 1-1 0,-8-1 2 16,-7 0-2-16,14 0 1 0,-14 0 2 0,12-1-3 16,-12 1-6-16,12 0 1 0,-12 0-2 0,10 1 1 15,-10-1-5-15,7 2-1 0,-7-2 1 0,3 4 1 16,-3-4-2-16,4 7 2 0,-4-7-3 0,2 10 5 15,-2-4 2-15,0-6 0 0,0 13-1 0,0-13 2 16,-2 14-2-16,1-9 2 0,-2 2 1 0,3-7 0 16,-1 13 5-16,1-13-2 0,1 10 0 0,-1-10 4 15,2 11-1-15,2-7 3 0,-1-1-4 0,5 4 6 16,4-4 4-16,-1 1-4 0,2-2 2 0,-2 1-8 16,2-3-13-16,1 0-26 0,-2 0-28 0,2-1-38 15,-14 1-49-15,16-6-52 0,-4 4-56 0,-4 0-63 16,-8 2-94-16,10-8-408 0,-8 1-892 0,-2 7 395 15</inkml:trace>
  <inkml:trace contextRef="#ctx0" brushRef="#br0" timeOffset="28982.97">11809 3851 216 0,'0'0'431'0,"0"-11"3"0,0 11-18 15,2-7-19-15,-2 7-25 0,2-5-28 0,-2 5-23 16,0 0-34-16,0 0-28 0,0 0-28 0,0 0-26 15,0 0-24-15,-6-9-23 0,6 9-18 0,0 0-16 16,-19 11-7-16,8-3-17 0,-3 3-4 0,-4 1-15 16,-1 7-8-16,-1 3-7 0,-1-2-2 0,1 0-8 15,1-1-5-15,0 2-4 0,0-2-3 0,6-5-42 16,1 1 12-16,-1-2-3 0,4-3-8 0,2-1 5 16,1 0-3-16,2-1 0 0,1 2-3 0,1-4 3 15,-1 2 4-15,3-8 1 0,3 12-4 0,-1-4 16 16,3 0-7-16,3 1 2 0,1-2 0 0,-2 0-1 15,1-1 1-15,4 1 2 0,-3 0 1 0,0-1-2 16,3 0-1-16,-5 1 2 0,2 1-5 0,1-2-2 16,2-2-2-16,-6 2-1 0,1 0 0 0,-1-2-2 15,0 1-3-15,0 1-6 0,-2-1 2 0,-1-1-1 0,-3-4-1 16,2 9 2-16,-2-9 2 0,0 9 4 16,0-9-2-16,-7 11 1 0,3-6 0 0,-5 3 2 15,0-3 2-15,0 2-5 0,-5-2-18 0,1 3-4 16,0-3-12-16,-1-2-12 0,1 0-18 0,-4 2-22 15,4-2-18-15,0 0-4 0,6-2-17 0,0 1-18 0,7-2-26 16,-11-2-44-16,11 2-43 0,0 0-53 0,0 0-40 16,0 0-273-16,0 0-669 0,16-16 296 15</inkml:trace>
  <inkml:trace contextRef="#ctx0" brushRef="#br0" timeOffset="29768.05">11833 4223 98 0,'4'-3'397'0,"-4"3"15"0,0 0 7 0,7-7-8 0,-7 7-7 0,0 0-13 15,5-4-16-15,-5 4-16 0,0 0-20 0,0 0-23 16,0 0-27-16,0 0-24 0,6-4-32 0,-6 4-21 16,0 0-28-16,0 0-17 0,0 0-19 15,0 0-19-15,0 0-14 0,0 0-14 0,0 0-10 16,0 0-7-16,0 0-8 0,4 13-9 0,-4-13-7 0,5 10-5 15,-2-3-4-15,-1-2-12 0,0 1-26 0,0 2-19 16,1-2-22-16,-1-1-26 0,0 3-20 0,2-2-11 16,-2-2-22-16,1 3-8 0,-3-7-23 15,4 10-2-15,-4-10 6 0,2 6 3 0,-2-6 17 16,5 5 6-16,-5-5 18 0,0 0 10 0,5 4 10 0,-5-4 16 16,0 0 23-16,0 0 6 0,16-9 21 0,-12 4-8 15,3 1 25-15,0-3 16 0,1-1 20 0,-2 1 14 16,2 0 1-16,1-1 15 0,-2 2 8 0,1-2 4 15,-2 2 5-15,2 1-5 0,-3-1-5 0,1 1-10 16,1 3-6-16,0-1-10 0,0 1-5 0,-7 2-10 16,11-2-4-16,-11 2-5 0,10 0-3 0,-10 0-2 15,10 3-4-15,-3-2-8 0,-3 3 0 0,1 0 0 16,0 1-4-16,-1 1-1 0,-2 0-6 16,1-1 5-16,-1 2-3 0,2-1 0 0,-4 0-6 0,2 2-4 15,-2-8-8-15,2 11-12 0,-2-5-5 0,0-6-6 16,1 7 7-16,-1-7 3 0,2 6 5 0,-2-6 5 15,0 0 7-15,0 0 1 0,0 0 7 0,6 5-2 16,-6-5-2-16,0 0 7 0,0 0-2 0,14-17 6 16,-10 13 0-16,1-1 5 0,1-1 3 0,2-2 3 15,0 1 3-15,1-1-2 0,-5 0 2 0,4 3-5 16,-1 1-4-16,1 0 1 0,-2-1 0 0,2 2-8 16,-2 0 0-16,2 1-1 0,0 1 2 0,-8 1-2 15,16 0-5-15,-10 1-2 0,3 1 1 0,-1 1-4 16,-2 0 5-16,1 2-2 0,1-2-4 0,-3 2 3 15,2-1 0-15,-2 0-2 0,-1 1 0 0,-1-1 4 16,1 1-2-16,-4-5 0 0,6 10-3 0,-3-7 1 16,-3-3 4-16,7 7-5 0,-7-7 1 0,4 5 4 15,-4-5 1-15,0 0-3 0,3 4 10 0,-3-4 2 16,0 0 2-16,0 0-2 0,0 0 0 0,0 0-3 16,10-13 1-16,-6 7 2 0,2-3-5 0,-2 0 1 15,3-1 7-15,-1 0 12 0,1-1 4 0,1-4 2 16,-2 5-2-16,1-1-4 0,-1 0-4 0,1 0 0 15,0 2-3-15,-3 1 8 0,0 1-10 0,1-1-7 16,-1 2-1-16,-2 1 1 0,-2 5-6 0,8-10-7 16,-6 6-20-16,-2 4-26 0,4-6-37 0,-4 6-41 15,5-8-54-15,-5 8-54 0,8-3-39 0,-3 1-43 16,-5 2-44-16,14-2-37 0,-3 1-362 0,-5-1-822 16,-6 2 365-16</inkml:trace>
  <inkml:trace contextRef="#ctx0" brushRef="#br0" timeOffset="30142.97">12690 3967 308 0,'1'-10'392'16,"-1"10"3"-16,2-15 19 0,0 5-8 0,-4 3-7 16,2-1-8-16,-5-1-21 0,1 0-6 0,-2 0-11 15,3 3-16-15,-3-2-12 0,-2 1-15 0,8 7-17 16,-8-9-26-16,8 9-22 0,-7-7-25 0,7 7-24 15,0 0-21-15,-9-7-24 0,9 7-12 0,0 0-12 16,0 0-12-16,0 0-10 0,-16 16-10 0,14-4 9 16,0 5 4-16,0 3-3 0,-3 7 1 0,-2-1 2 15,5 3-5-15,-1 1-4 0,-1 1-12 0,4 2-5 16,-2-1-5-16,0 0-6 0,0 0-1 0,0-2-14 16,1 2 1-16,-3-2-6 0,4-4-36 0,0 3-15 15,0 1 0-15,-4-4 0 0,4 1 0 0,0-2 0 16,-2 1 0-16,1-7 0 0,2 6 0 0,-1-7 0 15,0-2 0-15,0 0 0 0,-1-5 0 0,2 2 0 16,1-4 0-16,-2-9 0 0,-2 13-73 0,2-13-43 16,0 10-24-16,0-10-24 0,0 0-19 0,-1 11-25 15,1-11-32-15,0 0-54 0,0 0-42 0,0 0-39 16,0 0-47-16,0 0-34 0,0 0-35 0,10-26-292 16,-10 26-847-16,-5-25 376 0</inkml:trace>
  <inkml:trace contextRef="#ctx0" brushRef="#br0" timeOffset="30346.05">12516 4350 76 0,'0'0'388'15,"0"0"17"-15,0 0 21 0,-2-10 2 0,2 10-1 16,0 0-18-16,0 0-29 0,2-8-25 0,-2 8-31 16,0 0-32-16,0-9-35 0,0 9-24 0,5-4-27 15,-5 4-31-15,8-8-30 0,-4 5-38 0,3-1-44 16,0 0-50-16,-7 4-48 0,20-8-53 0,-8 5-53 15,-1-3-48-15,2 4-46 0,1-1-33 0,3-2-48 16,-3 0-33-16,-3 2-233 0,3 0-630 0,-3-2 279 16</inkml:trace>
  <inkml:trace contextRef="#ctx0" brushRef="#br0" timeOffset="30767.82">12828 4222 327 0,'0'0'344'0,"0"0"7"15,0 0-3-15,4-9-9 0,-4 9-5 0,1-4-10 16,-1 4-9-16,0 0-10 0,4-6-11 0,-4 6-20 16,0 0-21-16,0 0-16 0,6-5-34 0,-6 5-19 15,0 0-22-15,0 0-16 0,0 0-17 0,0 0-17 16,0 0-8-16,0 0-11 0,0 0-11 0,14 9-8 16,-11-6-10-16,-3-3-9 0,4 9-4 0,-2-5-4 15,-2-4-8-15,2 12-2 0,-2-7-6 0,0-5-1 16,-2 13-9-16,0-6 5 0,2-7-6 0,-7 11-5 15,3-7-13-15,-4 3-11 0,4-2-4 0,-5 0-12 16,1-1-16-16,8-4-4 0,-16 5-5 0,9-3 5 16,7-2 0-16,-14 1 9 0,14-1 10 0,0 0 6 15,-15-3-5-15,15 3 2 0,-5-8 5 0,5 2 1 16,0 6 4-16,3-12-3 0,1 2 8 0,0 3-4 16,1-2 1-16,-1 3 2 0,2 0 0 0,2-1 3 15,-3 1-4-15,1 3 4 0,0 0-5 0,0-3 2 16,-6 6 1-16,8-4 0 0,-3 1-4 0,-5 3 6 15,11-1 0-15,-11 1-2 0,0 0-3 0,14 4-2 16,-10-1 5-16,0 1 11 0,1 1-2 0,-1-1-14 16,-4-4-22-16,10 11-24 0,-6-6-42 0,0 1-29 15,1-1-36-15,2 2-32 0,0-1-40 0,0 3-45 16,3-6-45-16,-1 2-271 0,-2-1-646 0,4-2 285 16</inkml:trace>
  <inkml:trace contextRef="#ctx0" brushRef="#br0" timeOffset="31314.56">13169 4172 16 0,'0'0'364'0,"3"-6"13"16,-3 6 6-16,0-9-6 0,0 9 0 0,0 0-6 0,0 0-12 16,2-9-3-16,-2 9-22 0,0 0-18 0,0 0-21 15,0 0-25-15,0-7-31 0,0 7-25 0,0 0-22 16,0 0-22-16,0 0-16 0,0 0-25 0,0 0-10 15,0 0-10-15,0 0-10 0,0 0-13 0,-15 15-7 16,9-11-7-16,2 2-12 0,-3 1-2 0,1-1-6 16,1 1-3-16,-4 1-7 0,4 0 0 0,-3-1-8 15,3 1 0-15,1-3-6 0,-1 3-1 0,0-3-3 16,3 3-26-16,0-2 5 0,2-6-7 0,0 15-3 16,0-8-1-16,0 1-5 0,4-1 6 0,1 1-8 15,4-2-4-15,2 3-5 0,0-4-2 16,1-2-4-16,3 1-1 0,4 0 0 0,-4-1 0 0,3-3 7 15,3 0 2-15,-4-3 1 0,10-3 4 0,-8 2 2 16,-2-2 3-16,-1-3 0 0,0 1 0 0,0-2 4 16,-1-1-7-16,1 0 4 0,-3-2 6 0,1 1 4 15,-7 3 9-15,4-8-1 0,0 4 4 16,-2-1 25-16,-2 0 15 0,-1 5-5 0,0-1-1 0,-2 4-4 16,-2 0 2-16,-2 6-5 0,6-11-9 0,-5 7-9 15,-1 4-3-15,0 0-3 0,0 0-3 0,0 0-2 16,-5-12-3-16,5 12-5 0,0 0-1 0,0 0-2 15,0 0 1-15,-20 13-2 0,15-7 1 0,1 0 2 16,-3 2 0-16,0-1 0 0,3 3-1 0,1-1-1 16,1 2-4-16,0-1-4 0,0-1-2 0,2 2-4 15,0-1-5-15,0-3 3 0,0-7-5 0,6 17-6 16,-3-10 1-16,1 0 0 0,6 0-9 0,-10-7-13 16,13 14-21-16,-5-10-13 0,2 0-14 15,1-1-7-15,3-1-27 0,-1-4-20 0,5 2-24 0,-5-1-28 16,6-2-38-16,-6 0-49 0,5-1-55 0,-1 0-343 15,0 0-745-15,0-3 329 0</inkml:trace>
  <inkml:trace contextRef="#ctx0" brushRef="#br0" timeOffset="31798.82">14144 4211 12 0,'0'0'355'0,"0"0"-15"16,0 0-15-16,9-10-15 0,-9 10-9 0,5-7-5 15,-5 7-26-15,6-7-4 0,-4 3-18 16,-2 4-9-16,10-6-16 0,-4 2-15 0,-6 4-22 15,9-6-13-15,-2 4-21 0,-7 2-13 0,12-4-20 16,-12 4-6-16,12-4-16 0,-12 4-2 0,10-2-16 0,-10 2-8 16,0 0-11-16,18 1-4 0,-18-1-14 0,13 3 1 15,-13-3-7-15,12 7-3 0,-6-4-8 0,-6-3-2 16,9 9 1-16,-5-4-2 0,-4-5-10 16,2 9 1-16,-2-9-3 0,-2 12 2 0,2-12-1 15,-6 9 1-15,1 0 1 0,-3-3-6 0,-4 1 8 0,-1-2-2 16,2 0 3-16,-7 1 1 0,-1-1-4 0,1-3-3 15,-2 2 0-15,3-2 5 0,3 0 0 16,1-2-1-16,1 2 1 0,3-4 17 0,2 2 8 16,7 0-1-16,-13-6-5 0,8 3-5 0,5 3-9 15,-2-13-21-15,2 13-15 0,7-18-20 0,2 7-22 16,5-2-19-16,6-3-19 0,-7 4-32 0,8 2-35 16,3-3-24-16,-2 2-18 0,-2 2-30 0,8 0-22 0,-7 2-28 15,2-2-19-15,-4 1-12 0,-1 3-193 16,0-1-552-16,-2 0 244 0</inkml:trace>
  <inkml:trace contextRef="#ctx0" brushRef="#br0" timeOffset="32111.26">14429 4028 59 0,'-6'-14'160'15,"6"14"28"-15,-7-10 21 0,4 5 19 0,3 5 24 16,-8-13 17-16,4 5 15 0,-1-1 6 0,1 1 8 16,0 0 19-16,0 1 13 0,2 1 11 0,2 6 7 15,-5-11-6-15,5 11-3 0,-4-8-10 0,4 8-19 16,0 0-35-16,-8-10-29 0,8 10-32 0,0 0-22 15,0 0-28-15,0 0-17 0,0 0-12 0,0 0-6 16,0 0-11-16,0 0-7 0,-1 36-2 0,2-18-11 16,-6 10-11-16,9-2 0 0,-4 3 0 0,-1-1-1 15,2 2-11-15,-1 0-5 0,0 1-10 0,0 0-1 16,-1 0-8-16,-2 0-6 0,3-1-9 0,-3 1 1 16,1-2-1-16,-1-1-4 0,2 1 0 0,-4-3-3 15,5 0 1-15,-4-8-4 0,4 2-19 0,-4-3-20 16,3 0-23-16,-3-1-21 0,4-4-21 0,0 1-21 15,-2-3-25-15,2-10-28 0,0 15-31 0,0-15-46 16,0 0-34-16,2 14-40 0,-2-14-43 0,0 0-39 16,0 0-32-16,13 3-52 0,-13-3-307 0,0 0-838 15,0 0 370-15</inkml:trace>
  <inkml:trace contextRef="#ctx0" brushRef="#br0" timeOffset="32298.71">14369 4429 380 0,'0'0'441'0,"0"0"43"16,0 0 18-16,0-13-5 0,0 13-31 0,5-9-39 16,-5 9-43-16,8-10-38 0,1 4-40 0,0 1-28 15,0-1-29-15,8-2-23 0,0 4-27 0,-1-3-20 16,1 1-15-16,3 2-27 0,-3 0-44 0,-4 1-54 16,0-1-64-16,1 3-77 0,-1-4-67 0,1 3-81 15,-5-1-85-15,4-3-101 0,-3 2-311 0,-4-1-809 16,1 0 358-16</inkml:trace>
  <inkml:trace contextRef="#ctx0" brushRef="#br0" timeOffset="33282.86">15112 3978 301 0,'2'-7'436'0,"-2"7"1"0,4-13-6 15,-1 8-9-15,-3 5-7 0,2-9-16 16,1 4-11-16,-3 5-16 0,3-9-16 0,-3 9-23 16,0-8-18-16,0 8-31 0,0 0-33 0,3-5-28 15,-3 5-23-15,0 0-23 0,0 0-32 0,0 0-14 0,0 0-18 16,0 0-6-16,0 0-13 0,0 0-11 0,0 0-9 16,-11 30-15-16,7-17 5 0,-5 3-6 15,3 2-3-15,-4 0-10 0,1 7-5 0,0-2-5 16,-2 2-22-16,2-2-2 0,0 1 0 0,-1 0-3 0,-2-1-2 15,3-6 3-15,-1 6 2 0,1-7-2 0,0 0-2 16,0-2-6-16,0 0-16 0,4-3-9 0,-1-1-7 16,2 1-6-16,-1-5-1 0,2 0-2 15,-1-1 3-15,4-5 8 0,-4 8 11 0,4-8 3 0,-4 6 8 16,4-6 11-16,0 0 7 0,0 0-2 0,0 0-1 16,0 0-2-16,0 0 10 0,0 0-2 0,4-27 0 15,-2 18 6-15,3 0 5 0,-1 1-4 0,-1-3 4 16,2 1-3-16,-2 2 11 0,2-1-1 0,-1 2-6 15,-1 1-1-15,2 0-5 0,-5 6-4 0,4-10-2 16,0 7 1-16,-4 3-10 0,5-8-1 0,-5 8-1 16,8-3-4-16,-8 3 3 0,12 0-1 0,-12 0-1 15,9 5 0-15,-4 0 0 0,1-2-5 0,0 2 0 16,0-2-8-16,-2 3-6 0,5 0-10 0,-1 0 1 16,0 2-10-16,0-1-6 0,-1-1-6 0,-1 1-4 15,4-3-5-15,-5 2 1 0,-1-2 3 0,1-1 1 16,-1 2 7-16,1-2 3 0,-5-3 11 0,9 4 3 15,-9-4 4-15,9 0 2 0,-9 0 8 0,11-4 2 16,-4 2 1-16,3-2 5 0,-2 0-1 0,0-1 7 16,3-2 10-16,-3 0 2 0,-3-2 8 0,0 3 7 15,1-2 2-15,1 1 4 0,-2 1-2 0,0-1-1 16,-1 2-2-16,0 0 7 0,-4 5-1 0,6-9 2 16,-6 9-4-16,8-6-3 0,-8 6-5 0,3-5-4 15,-3 5-3-15,0 0-4 0,6-4-8 0,-6 4 0 16,0 0-1-16,0 0 3 0,0 0-3 0,0 0 0 15,14 9-2-15,-12-3 1 0,3 0-1 0,-2 0 2 16,0-1-4-16,0 2 2 0,-1-1 4 0,2 0-6 16,-1 0-23-16,4 1-19 0,-5 0-17 0,2-1-27 15,0-1-26-15,-1 0-33 0,-3-5-27 0,7 6-33 16,-3-3-23-16,-4-3-27 0,0 0-37 0,11 0-37 16,-11 0-44-16,9-4-28 0,-5-1-255 0,1-3-713 15,2-1 317-15</inkml:trace>
  <inkml:trace contextRef="#ctx0" brushRef="#br0" timeOffset="33454.68">15404 4039 187 0,'-1'-7'348'0,"1"7"11"0,0 0 12 0,1-9 0 16,-1 9-11-16,0 0-31 0,0 0-16 0,0 0-29 16,-2-8-37-16,2 8-24 0,0 0-28 0,0 0-34 15,0 0-57-15,0 0-65 0,0 0-65 0,0 0-44 16,0 0-50-16,0 0-78 0,0 0-82 0,0 0-254 15,14 22-577-15,-10-16 257 0</inkml:trace>
  <inkml:trace contextRef="#ctx0" brushRef="#br0" timeOffset="34063.92">15570 4180 244 0,'0'0'417'0,"0"0"2"0,0 0-6 15,0 0-20-15,0 0-13 0,7-11-22 0,-7 11-23 16,0 0-21-16,0 0-23 0,2-4-27 0,-2 4-33 16,0 0-23-16,0 0-21 0,0 0-21 0,0 0-18 15,8-3-18-15,-8 3-18 0,0 0-8 0,11 5-10 16,-11-5-12-16,8 7-9 0,-3-4-12 0,-1 0-4 16,0 2-6-16,2 0-8 0,-6-5-10 0,4 8-8 15,-3-2-9-15,-1-6-8 0,0 11-4 0,0-11-4 16,-3 11-5-16,0-5-1 0,-3-1-2 0,-2 1-4 15,0-1-3-15,1 2-3 0,-5-2-12 0,1-3-3 16,0 1 3-16,-2 0-1 0,2-3 3 0,3 3 3 16,0-3 2-16,8 0 11 0,-13-3 1 0,13 3 11 15,-12-4 4-15,8 0 0 0,4 4 7 0,-2-13 7 16,2 13-3-16,2-14 7 0,2 4-5 0,1 2 1 16,-1-2 0-16,4 2-2 0,0 1 3 0,0 0-7 15,0 1 3-15,1 1-6 0,-2 1-4 0,2 1 0 16,2 0-4-16,-1 2-4 0,-1 1 2 0,1 3-5 15,-3-2 3-15,2 2-1 0,2 2 1 0,-3 1-5 16,0 0 2-16,-1 1-1 0,-1 4 0 0,1 1 1 16,-3 0 4-16,1 5 2 0,-1-1 3 0,1-1-8 15,-4 2-4-15,0 3 3 0,-1 1 6 0,-1 3 0 16,-3 1 2-16,4-6-1 0,-2 5 1 0,2 1-5 16,0 0 5-16,0-6 0 0,2 1 0 0,-2-3 1 15,4 2 0-15,-1-3 2 0,-1 0 1 16,1-7-3-16,1 1 3 0,-2-1-1 0,1-1 4 0,-3-8 5 15,7 9 0-15,-7-9 15 0,12 6 12 0,-7-4 9 16,-5-2 4-16,19 2 9 0,-19-2 4 0,18-4 12 16,-5 1 14-16,-3 0-8 0,2-2-5 0,0-3-4 15,2 1-5-15,-2 0-8 0,1 0-5 0,-2 0-11 16,3-1-1-16,-5 2-4 0,0 0-5 0,1 2-9 16,-3-2-14-16,-7 6-25 0,11-6-31 0,-11 6-48 15,12-6-55-15,-12 6-62 0,7-8-55 0,-7 8-46 16,0 0-63-16,0 0-79 0,0 0-355 0,7-13-870 15,-7 13 385-15</inkml:trace>
  <inkml:trace contextRef="#ctx0" brushRef="#br0" timeOffset="34718.57">15934 4249 121 0,'0'0'436'15,"3"-12"13"-15,-2 5-14 0,1 1-12 0,-2 6-12 16,2-9-15-16,-2 9-26 0,3-7-18 0,-3 7-23 0,0 0-27 16,2-6-27-16,-2 6-21 0,0 0-29 0,0 0-22 15,0 0-26-15,0 0-19 0,0 0-20 16,0 0-20-16,4-6-18 0,-4 6-3 0,0 0-9 16,0 0-10-16,0 0-12 0,0 0 0 0,4 17-10 15,-4-17-5-15,1 13-5 0,-1-6-1 0,2 0-8 0,-2-7-1 16,-2 17-4-16,6-9-4 0,-3 0-15 0,1-2-12 15,-2-6-13-15,2 13-13 0,-2-8-4 0,0-5-10 16,1 7-4-16,-1-7-2 0,3 7 9 16,-3-7 5-16,5 4 8 0,-5-4-3 0,0 0 7 15,13 4 2-15,-13-4 6 0,15-4-3 0,-6 0 5 16,0 2-8-16,1-3 6 0,-1 1 2 0,-1-6 2 0,1 6 1 16,-1-3 1-16,-3 3 1 0,4-3 2 0,-3 3 2 15,-1 0 10-15,2 1-1 0,-7 3-3 0,9-6 2 16,-6 2 1-16,-3 4 2 0,8-4-7 15,-8 4 3-15,6-4-4 0,-6 4-6 0,0 0-1 16,0 0 0-16,7-4-5 0,-7 4 4 0,0 0-1 0,0 0-2 16,0 0 4-16,9 8 5 0,-9-8-5 0,4 8-5 15,-4-8-8-15,6 5-16 0,-4-1-15 16,-2-4-11-16,6 6-7 0,-6-6 4 0,0 0-1 16,9 10 0-16,-9-10 0 0,6 5 1 0,-6-5 11 15,0 0 1-15,9 4 5 0,-9-4 11 0,0 0 3 0,0 0 11 16,15-4-1-16,-15 4-10 0,9-6 11 0,-4-1-2 15,-1 4 9-15,1-2-1 0,2 0 3 0,-3-1 8 16,-1 1 7-16,5 0 6 0,-2-2 4 16,-1 2 28-16,2 1 12 0,-2 1-3 0,-5 3-12 15,9-8-5-15,-7 5-1 0,-2 3-5 0,0 0-2 16,8-5-7-16,-8 5-4 0,0 0-4 0,7-3 1 0,-7 3-5 16,0 0 4-16,0 0-5 0,11 7 1 0,-7-4-3 15,-4-3-1-15,8 8-2 0,-6-5-20 16,2 2-14-16,0 0-17 0,-4-5-30 0,5 8-20 15,-1-4-36-15,-4-4-22 0,5 3-23 0,-5-3-32 16,0 0-25-16,0 0-38 0,6 8-49 0,-6-8-293 16,0 0-669-16,0 0 296 0</inkml:trace>
  <inkml:trace contextRef="#ctx0" brushRef="#br0" timeOffset="34906.14">16363 4071 125 0,'0'0'300'16,"2"-6"-18"-16,-2 6-21 0,0 0-34 0,0 0-27 15,0 0-24-15,0 0-27 0,0 0-36 0,0 0-44 16,0 0-36-16,0 0-43 0,0 0-49 0,0 0-54 16,0 0-52-16,8 19-100 0,-8-19-287 0,8 10 127 15</inkml:trace>
  <inkml:trace contextRef="#ctx0" brushRef="#br0" timeOffset="35291.61">16499 4240 107 0,'0'0'355'0,"0"0"-7"0,0 0-18 0,9-7-9 0,-9 7-9 15,0 0-12-15,9-6-11 0,-9 6-20 0,7-5-15 16,-7 5-22-16,6-4-23 0,-6 4-24 0,5-5-14 15,-5 5-23-15,12-2-13 0,-12 2-15 0,11 0-7 16,-11 0-14-16,11 1-6 0,-4 2-24 0,-7-3 1 16,10 5-14-16,-5-2-1 0,-2 2-18 15,1 0 1-15,0 1-5 0,-4-6-3 0,2 9-6 0,-2-2-2 16,0-7-2-16,0 9-7 0,0-9-13 0,-4 11 2 16,-1-5-1-16,-1 0 3 0,-2 0-6 0,3-1 14 15,-4-2-10-15,0 0-5 0,1 2-8 0,-3-3 11 16,3-1-3-16,1 2 9 0,-1-3-6 15,8 0 8-15,-15 0-2 0,15 0 7 0,-11-1-1 0,11 1-3 16,-11-3-1-16,11 3 8 16,-5-7-18-16,5 7 14 0,-7-7-15 0,5 2-19 0,2 5-9 0,-1-13-9 0,1 13-18 15,2-13-17-15,1 7-26 0,-2-3-23 16,3 2-26-16,0-2-26 0,2 1-30 0,0 0-48 16,1 0-27-16,3-1-38 0,-1 1-200 0,0 1-560 15,0-1 248-15</inkml:trace>
  <inkml:trace contextRef="#ctx0" brushRef="#br0" timeOffset="35613.21">16586 3942 56 0,'0'0'392'0,"-4"-12"38"0,4 12 0 0,0-9 4 0,-2 3-3 16,2 6-4-16,-3-9-10 0,3 9-8 0,0 0-24 15,-1-7-18-15,1 7-28 0,0 0-27 0,0 0-31 16,0 0-30-16,0 0-34 0,-2-9-20 16,2 9-22-16,0 0-22 0,0 0-11 0,0 0-17 15,0 0-11-15,0 0-7 0,5 34-13 0,-4-20-10 16,1 5-9-16,0-4-7 0,-1 4-6 0,0 0-5 0,1 0-1 16,0 6-3-16,-1-6-10 0,1 0-7 0,-2 0-4 15,1-2 1-15,0-1-7 0,-1 1 4 16,2 0-9-16,0-2 0 0,-2-3-23 0,1 1-19 15,6-3-21-15,-6 0-31 0,0-2-31 0,-1 0-37 16,0-8-40-16,3 12-32 0,-3-7-26 0,2 2-29 0,-2-7-30 16,3 7-20-16,-3-7-29 0,0 0-30 0,6 7-58 15,-6-7-286-15,0 0-781 0,0 0 347 16</inkml:trace>
  <inkml:trace contextRef="#ctx0" brushRef="#br0" timeOffset="37237.92">3712 5164 64 0,'-6'-6'345'0,"6"6"-3"0,0 0-10 16,0 0-10-16,0 0 6 0,0 0-10 0,-3-8 4 16,3 8-9-16,0 0-15 0,0 0-13 0,-2-7-7 15,2 7-16-15,0 0-21 0,0 0-14 0,0 0-19 16,0 0-19-16,0 0-21 0,0 0-21 15,5-10-15-15,-5 10-18 0,0 0-11 0,12 1-13 0,-12-1-12 16,12 6-4-16,-1-2-11 0,-3 2-5 0,1 1-8 16,0 1-4-16,1 0-4 0,-1-1-6 0,-1 3-5 15,5 1-6-15,-6-2-2 0,1 1-4 0,-3 0-3 16,-1 1-16-16,1-2-9 0,0-1-9 16,-2 0-5-16,-3 1 1 0,1-1-7 0,0-1 0 0,-1-7 4 15,-2 12 2-15,2-12 6 0,-3 9 1 0,3-9 2 16,-4 7 5-16,4-7 10 0,-6 4 10 0,6-4 19 15,0 0 18-15,-8 2 22 0,8-2 22 0,0 0 19 16,0 0 5-16,-9-13 6 0,8 6-5 0,1 7 4 16,1-20 8-16,3 8-13 0,0 0-10 0,2-3-12 15,-1 0-5-15,4-1-12 0,0 3-9 0,2-1-6 16,0 2-9-16,-3 1-7 0,0 2-1 0,-1 0-9 16,2 2-2-16,-3 0 1 0,1 1-13 0,-2 0-1 15,3 2-4-15,-3 0 0 0,0 1-29 0,-5 3-19 16,10-4-33-16,-10 4-24 0,10-1-36 0,-10 1-30 15,11 3-43-15,-11-3-34 0,11 3-48 0,-6 1-42 16,-1 1-48-16,-4-5-43 0,9 11-47 0,-5-2-361 16,1-1-889-16,-4 3 393 0</inkml:trace>
  <inkml:trace contextRef="#ctx0" brushRef="#br0" timeOffset="37581.58">4070 5356 409 0,'0'0'513'0,"0"0"3"0,0 0 3 16,0 0-11-16,0 0-14 0,0 0-28 0,0 0-22 16,0 0-10-16,0 0-37 0,0 0-26 0,0 0-40 15,0 0-43-15,0 0-28 0,0 0-30 0,0 0-28 16,0 0-21-16,0 0-31 0,0 0-4 0,0 0-12 15,0 0-21-15,-24-4-7 0,24 4-19 0,0 11-5 16,-3-1-2-16,2 1-10 0,1-11-7 0,-1 22 6 16,1-13-16-16,-2 2-15 0,2-11-27 0,0 21-19 15,0-9-19-15,-1-1-17 0,0-1-13 0,1 0-15 16,0-3-14-16,-2 0-21 0,2-7-15 0,0 12-20 16,3-8-10-16,-3-4-16 0,0 0-10 0,3 12-1 15,-3-12-10-15,0 0-2 0,2 5-13 0,-2-5-19 16,0 0-22-16,0 0-18 0,0 0-19 0,0 0-25 15,0 0-21-15,9-24-26 0,-9 24-25 0,3-20-198 16,-1 9-624-16,1-5 277 0</inkml:trace>
  <inkml:trace contextRef="#ctx0" brushRef="#br0" timeOffset="37800.28">4094 5257 190 0,'0'0'359'0,"0"0"14"0,0 0 8 0,3-12-3 15,-3 12-4-15,1-6-9 0,-1 6-10 0,0 0-11 16,0 0-14-16,0 0-13 0,0 0-20 0,0 0-23 16,0 0-29-16,0 0-26 0,0 0-18 0,0 0-25 15,0 0-20-15,0 0-36 0,0 0-37 0,0 0-48 16,0 0-50-16,0 0-49 0,0 0-43 0,0 0-48 16,0 0-42-16,0 0-39 0,0 0-48 0,0 0-50 15,7-4-48-15,-7 4-251 0,0 0-686 0,0 0 303 16</inkml:trace>
  <inkml:trace contextRef="#ctx0" brushRef="#br0" timeOffset="38175.21">4469 5279 179 0,'0'0'374'0,"0"0"1"0,0 0-4 0,0 0 1 0,0 0-5 16,0 0-8-16,0 0-8 0,0 0-7 16,0 0-4-16,0 0-13 0,0 0-17 0,0 0-10 0,0 0-15 15,0 0-5-15,0 0-26 0,0 0-12 0,0 0-21 16,0 0-13-16,0 0-18 0,0 0-24 0,0 0-18 15,0 0-21-15,0 0-15 0,0 0-11 16,11-18-21-16,-5 15-13 0,5 0-13 0,-5 2-11 16,4-3-16-16,-2 4-19 0,0-2-17 0,-8 2-23 0,15-1-23 15,-9 0-32-15,-6 1-36 0,12-1-39 0,-12 1-40 16,11-2-43-16,-11 2-34 0,0 0-37 0,9 3-26 16,-9-3-21-16,6 4-16 0,-6-4-20 0,0 0-267 15,-4 11-720-15,4-11 320 0</inkml:trace>
  <inkml:trace contextRef="#ctx0" brushRef="#br0" timeOffset="38378.28">4461 5387 140 0,'0'0'346'0,"0"0"12"0,0 0 16 0,0 0 10 16,-8 1 11-16,8-1 2 0,0 0-3 0,0 0-7 0,0 0-16 15,0 0-23-15,0 0-22 0,0 0-25 0,0 0-26 16,0 0-26-16,0 0-29 0,0 0-22 0,27-2-18 15,-27 2-18-15,12-3-13 0,-3-1-19 0,2 2-23 16,-2-2-33-16,1 1-46 0,3-1-54 0,-3 1-67 16,3 0-73-16,0-1-64 0,-2 3-55 0,-11 1-78 15,21-4-86-15,-12 2-332 0,1 0-844 0,-10 2 373 16</inkml:trace>
  <inkml:trace contextRef="#ctx0" brushRef="#br0" timeOffset="52375.84">5226 5309 69 0,'0'0'223'0,"0"0"-3"0,0 0 16 16,0 0-2-16,-2-7-3 0,2 7-5 0,0 0 2 15,0 0-5-15,0 0-7 0,0 0 9 0,0 0 5 16,0 0-13-16,0 0 6 0,0 0-6 0,0 0 2 15,0 0-2-15,0 0 0 0,0 0 2 0,0 0-7 16,0 0-6-16,0 0 0 0,0 0-7 0,0 0-9 16,0 0-12-16,0 0-10 0,0 0-22 0,0 0-12 15,0 0-23-15,0 0-10 0,10-8-13 0,-10 8-7 16,0 0-11-16,13 2-8 0,-13-2-8 0,14 5-4 16,-5-1-9-16,2 0-7 0,-2 2-4 0,0 1-1 15,0 0-5-15,1 1 1 0,-2 0-5 0,0 3-5 16,1-1-8-16,-2 0-7 0,-3 0-11 0,1 5-4 15,-2-5-9-15,1 1-7 0,-3 0-10 0,0-3-5 16,-1 2 0-16,0 0 1 0,-2-2 3 0,1-1 0 16,1-7 3-16,-4 12 7 0,0-6-3 0,1 0 13 15,3-6 3-15,-5 8 3 0,5-8 7 0,-2 4 18 16,2-4 20-16,0 0 19 0,0 0 14 0,0 0 15 16,0 0-5-16,0 0 3 0,-4-25-1 0,8 15 8 15,2-1-9-15,2-3-9 0,-1 0-6 0,6-1-1 16,-1 1-13-16,0-2-2 0,1 4-8 0,1-3-3 0,2 5-4 15,-3-1-2-15,2 2-9 0,-4 3-17 16,2 0-13-16,-4 1-29 0,1 1-30 0,3 0-36 16,-4 1-43-16,-1 2-46 0,3 1-52 0,-2 1-49 15,-9-1-44-15,12 4-49 0,-5-1-47 0,-2 1-352 0,-5-4-856 16,7 8 379-16</inkml:trace>
  <inkml:trace contextRef="#ctx0" brushRef="#br0" timeOffset="52891.35">5662 5425 25 0,'0'0'377'0,"0"0"-2"0,0 0-14 15,9-6-30-15,-9 6-16 0,0 0-12 0,3-5-23 0,-3 5-20 16,2-7-24-16,-2 7-20 0,0 0-26 0,7-6-23 15,-7 6-11-15,0 0-20 0,7-6-15 16,-7 6-8-16,8-4-15 0,-8 4-13 0,8 0-10 16,-8 0-7-16,0 0-11 0,16 1-13 0,-16-1 7 0,11 3-9 15,-7 2-5-15,-4-5-8 0,8 4-2 0,-5 0-4 16,2 0-12-16,-5-4 3 0,3 11-11 16,-2-6-11-16,-1-5-8 0,1 12-7 0,0-5 1 15,-1-7-8-15,-5 12-4 0,0-5 6 0,-1 2-6 16,-2-2-3-16,1-1 0 0,-1 0 8 0,1-1-2 0,-3-2 5 15,5 1 3-15,0-1 1 0,5-3 5 0,-13 3 20 16,7-2 12-16,6-1 21 0,-10 2 19 0,10-2 24 16,0 0 15-16,-9-6 14 0,9 6 5 15,-2-11 1-15,2 1-6 0,0 10-5 0,3-16-11 0,1 7-3 16,-2 1-5-16,3-1-14 0,1 2-5 0,-3 1-8 16,4 0-4-16,-2-2-16 0,0 4 0 0,-1-2-4 15,-4 6-5-15,9-7-6 0,-3 6-3 0,-6 1-6 16,12-1 2-16,-12 1-4 0,11 0 2 0,-11 0-8 15,13 4 2-15,-7-1-6 0,1 2 2 0,-1 3 4 16,2-1-8-16,-2 2-18 0,-1-2-14 0,2-3-23 16,0 4-28-16,2-2-22 0,0-1-39 0,-1 2-34 15,2 0-32-15,-1 0-34 0,-1-2-45 0,3 0-44 16,-1-1-48-16,-1 1-238 0,4-3-669 0,-3 0 296 16</inkml:trace>
  <inkml:trace contextRef="#ctx0" brushRef="#br0" timeOffset="53250.63">6083 5401 288 0,'0'0'414'16,"10"-5"-31"-16,-10 5 4 0,9-6-17 0,-4 4-23 16,-5 2-14-16,13-3-17 0,-8 2-24 0,-5 1-18 15,12-7-26-15,-6 4-20 0,-6 3-26 0,10 0-23 16,-10 0-16-16,12 0-18 0,-12 0-18 0,11 5-13 15,-5-3-8-15,0 1-16 0,-3 0-11 0,3 2-7 16,0 1-7-16,-4 0-10 0,2-1-5 0,0 1-4 16,-3 0-5-16,-1-6-9 0,2 13 4 0,-2-6-4 15,-4 2-3-15,0-3-4 0,-4 0 0 0,2 0 2 16,-4 1-2-16,-1 0-7 0,-1-1 3 0,0-2-4 16,-6 2 0-16,2-3 1 0,2-2-8 0,1 2 7 15,-6-4 2-15,6-1-1 0,0 2 13 0,3-1 15 16,0-2 17-16,2 0 7 0,2 0-8 0,1-2-3 15,-1-2-4-15,1 1-5 0,5 6-10 0,-1-13-21 16,1 13-21-16,3-15-34 0,-1 6-43 0,3 0-50 16,4-4-67-16,3 1-68 0,-3 2-58 0,5 1-78 15,4-1-62-15,-4 2-273 0,4 1-795 0,-1-2 353 16</inkml:trace>
  <inkml:trace contextRef="#ctx0" brushRef="#br0" timeOffset="53578.68">6240 5152 393 0,'0'0'430'0,"-3"-12"23"0,2 5 4 0,-3 0-5 15,3-1 4-15,1 8-1 0,-1-14-9 0,-2 10-12 16,3 4-20-16,-1-10-14 0,1 10-32 0,0 0-30 16,0-10-31-16,0 10-23 0,0 0-36 0,0 0-23 15,0 0-27-15,0 0-22 0,-1-8-23 0,1 8-9 16,0 0-22-16,0 0-15 0,0 0-4 0,0 0-13 15,0 0-16-15,0 0 4 0,-4 29-10 0,3-19-5 16,2 2-3-16,-4 4-3 0,2 0-11 0,-2 1-2 16,3 2-5-16,-1 0-30 0,2 0-9 0,-2 6 0 15,1 0 0-15,0-6 0 0,-1 2 0 0,1-2 0 16,0 2 0-16,0-3 0 0,0 1 0 0,0-4 0 16,0 2 0-16,0-5-45 0,1 2-103 0,2-4-41 15,-2-1-46-15,0 0-48 0,1-1-31 0,0-3-27 0,1 0-25 16,-3-5-18-16,5 8-18 0,0-5-35 15,-5-3-12-15,13 1-318 0,-13-1-830 0,10-2 367 16</inkml:trace>
  <inkml:trace contextRef="#ctx0" brushRef="#br0" timeOffset="53828.63">6366 5428 115 0,'0'0'226'0,"6"-3"24"16,-6 3 23-16,0 0 19 0,6-3 12 15,-6 3 9-15,0 0 17 0,5-3 7 0,-5 3 7 16,0 0-3-16,0 0-9 0,0 0-12 0,0 0-17 15,5-5-19-15,-5 5-22 0,0 0-24 0,0 0-23 16,0 0-23-16,0 0-24 0,0 0-16 0,0 0-16 0,0 0-15 16,0 0-14-16,0 0-8 0,0 0-6 15,0 0-15-15,3 19-2 0,-3-13-9 0,0-6-6 16,2 12-6-16,-2-12-6 0,2 11-6 0,-1-4-12 16,0-1-30-16,0 0-33 0,2 0-40 0,-3-6-42 15,4 11-38-15,-4-11-37 0,1 6-42 0,-1-6-16 0,3 5-24 16,-3-5-12-16,0 0-22 0,0 0-62 15,0 0-53-15,0 0-235 0,0 0-708 0,2-25 313 16</inkml:trace>
  <inkml:trace contextRef="#ctx0" brushRef="#br0" timeOffset="54000.46">6460 5241 284 0,'0'0'388'0,"0"-9"14"16,0 9 1-16,0 0-5 0,0 0-20 0,0 0-27 15,0 0-26-15,0 0-39 0,0 0-27 0,-3-9-31 16,3 9-28-16,0 0-50 0,0 0-55 0,0 0-67 0,0 0-36 16,0 0-43-16,0 0-56 0,0 0-48 15,0 0-47-15,13 18-62 0,-8-12-47 0,0 2-203 16,2-1-555-16,-1 1 246 0</inkml:trace>
  <inkml:trace contextRef="#ctx0" brushRef="#br0" timeOffset="54734.66">6593 5409 298 0,'0'0'419'0,"0"0"26"0,0 0 6 15,0 0-6-15,0 0-3 0,0 0-6 0,0 0-15 16,0 0-20-16,0 0-20 0,0 0-18 0,0 0-36 0,0 0-29 16,0 0-29-16,0 0-33 0,0 0-34 15,0 0-22-15,0 0-20 0,0 0-19 0,0 0-14 16,0 0-12-16,0 0-5 0,0 0-8 0,2 10-18 15,1-3-31-15,-1-1-18 0,2 2-16 0,-4 0-18 16,3-1-16-16,-3-7-17 0,5 15-18 0,-4-8-14 16,0-1-10-16,2 1-10 0,1-2-11 0,-4-5 3 15,2 10 0-15,-2-10 4 0,2 7 8 0,-2-7 13 16,1 6 10-16,-1-6 11 0,0 0 7 0,5 3 4 16,-5-3 1-16,0 0 14 0,0 0 3 0,18-9 7 15,-13 5 2-15,0 0 12 0,1-1 7 0,0-1 5 0,-3 1 3 16,3-1 0-16,-1 1 7 0,-1 1 4 15,2-1 3-15,-1 1 9 0,-5 4-4 0,9-6 4 16,-9 6 1-16,8-3 0 0,-8 3-6 0,5-7-2 16,-5 7-5-16,0 0-1 0,6-4-5 0,-6 4-4 0,0 0-7 15,0 0 0-15,0 0-2 0,10 1-3 0,-10-1 1 16,0 0-2-16,7 5 2 0,-7-5-5 16,8 5 0-16,-4-1-1 0,-1 1 6 0,2-1-4 15,-1 1 1-15,0-1-4 0,1 2 2 0,-1-2 1 16,5 2 2-16,0-1 0 0,0-1-1 0,1 0 2 0,-4-1 3 15,3 0-2-15,3-2-1 0,0-1 3 0,-1-3-3 16,3-1 2-16,2-2-1 0,0-1 2 16,-2-2 10-16,-4 2 19 0,5-5-8 0,-2 1-3 15,1-2-2-15,-2 1-1 0,-2-3-2 0,4-8-4 16,-4 8 23-16,2-2 27 0,-5 3-6 0,0 3-13 0,-2 1 5 16,-1 1-11-16,1 2 0 0,-4 1-14 0,-1 6-7 15,3-9 3-15,-3 9-18 0,0-7-5 0,0 7-10 16,0 0-3-16,0 0-1 0,0 0-4 15,0 0-3-15,0 0 7 0,0 0-2 0,-21 8 7 0,19 0-5 16,-1 2 3-16,2 1-1 0,-1-2 4 0,4 0 0 16,0 2-3-16,0 0 7 0,0 0 0 0,1 1 0 15,2-1-1-15,-1 0 1 0,3-2-1 0,-3 0 0 16,1 1 0-16,0-3 3 0,-2-2-2 16,1 2-1-16,0-1 1 0,1-2 0 0,-3 3-3 0,-2-7-2 15,5 9 2-15,-3-6-4 0,-2-3 2 0,2 9-8 16,-2-9-15-16,0 8-12 0,0-8 1 0,-5 9-16 15,1-4-15-15,-3-2-16 0,-2-1-25 0,-3 2-34 16,0-2-36-16,0-1-44 0,-1 0-48 16,-1-1-48-16,3-1-56 0,-1-3-67 0,1 1-349 0,2 1-857 15,0 0 380-15</inkml:trace>
  <inkml:trace contextRef="#ctx0" brushRef="#br0" timeOffset="79912.5">7904 5298 112 0,'-8'-4'299'0,"8"4"-8"16,0 0-3-16,-7-4-15 0,7 4-1 0,-7-6 4 16,7 6 2-16,-2-5-2 0,2 5 5 0,0 0-8 15,-4-7 0-15,4 7-12 0,0 0 2 0,-4-6-6 16,4 6-5-16,0 0-9 0,0 0-11 0,0 0-11 15,0 0-15-15,0 0-9 0,0 0-16 0,0 0-20 16,0 0-18-16,0 0-14 0,0 0-16 0,9-11-13 16,-9 11-12-16,10 2-11 0,-10-2-10 0,19 5-14 0,-7-1 1 15,-2 1-6-15,0 1-7 0,1-1-7 16,-1 3-20-16,-3-2-15 0,1 2-12 0,0 1-9 16,-3 2-1-16,-3 1-2 0,0 0-2 0,-1-1 1 15,-2 0 3-15,-2-2-1 0,-3 0 1 0,2 0 3 0,-2 0 3 16,-4-1 0-16,1 1 2 0,-3-2 4 15,2-3-2-15,-2 3 7 0,1-2-3 0,-1-3 1 16,-1 2 4-16,3 0 1 0,-2-3 13 0,4-1 14 16,0 0 11-16,8 0 7 0,-13-2 11 0,6-1 12 15,7 3 3-15,-11-6-3 0,7 0 0 0,2 0 0 0,2 6-15 16,-1-14-6-16,4 3-18 0,3 3-26 0,-1-2-24 16,6-4-44-16,1 3-56 0,3 0-74 15,3 1-72-15,2 2-68 0,-2 0-58 0,12-1-72 16,-3 1-370-16,-7 3-906 0,1 2 401 0</inkml:trace>
  <inkml:trace contextRef="#ctx0" brushRef="#br0" timeOffset="80349.89">8257 5095 388 0,'2'-12'431'0,"-2"0"7"0,0 0-6 0,0 2 0 15,0 0-5-15,2-2-13 0,-4 4-9 16,2-2-22-16,-1 1-19 0,-2 2-16 0,1 0-27 0,2 7-22 16,-4-11-32-16,1 5-15 0,3 6-17 0,-5-10-23 15,5 10-24-15,-6-6-13 0,0 4-14 0,6 2-14 16,-8-4-20-16,8 4-24 0,-9 0 12 0,9 0-16 16,0 0-12-16,-14 4-18 0,9 0 6 15,-3 5 12-15,2-1-5 0,-2 7 10 0,2 0 7 0,1 2-9 16,1 3-8-16,1 5 8 0,3 1-6 0,1 3-4 15,3-1-69-15,1 2-11 0,2 2 0 0,2 2 0 16,2 13 0-16,-3-11 0 0,3 8 0 0,-4-7 0 16,2 7 0-16,-5-9 0 0,2-1 0 0,-1 1 0 15,0 0 0-15,-1-2 0 0,0 0 0 0,0-5 0 16,-3 4 0-16,2-4 0 0,-2-1 0 0,0-3 0 16,-1-4 0-16,-2-1 0 0,0-1 0 0,0-1 0 15,2-3 0-15,-2 1 0 0,0-2 0 0,1-2 0 16,1-1 0-16,-3-1 0 0,3-3 0 0,0-6 0 15,-4 11 0-15,4-11 0 0,0 8-9 0,0-8-206 16,-4 6-21-16,4-6-42 0,0 0-69 0,0 0-58 16,0 0-65-16,-19-14-74 0,10 5-405 0,3 0-1026 15,-2-5 454-15</inkml:trace>
  <inkml:trace contextRef="#ctx0" brushRef="#br0" timeOffset="80568.6">8065 5688 387 0,'5'-5'529'16,"-5"5"19"-16,0 0 1 0,4-7-20 0,-4 7-28 15,3-7-31-15,-3 7-30 0,4-8-49 0,-4 8-30 16,6-9-42-16,-3 5-24 0,3 0-41 0,-1 1-27 16,5-4-24-16,1 3-20 0,1-1-53 0,8-1-51 15,-3 1-33-15,4 0-54 0,7 0-54 0,-2-1-64 16,4 3-63-16,-2-2-76 0,0-1-69 0,-1 1-81 15,2 3-74-15,-8-3-271 0,7 1-821 0,-6 0 364 16</inkml:trace>
  <inkml:trace contextRef="#ctx0" brushRef="#br0" timeOffset="81495.35">9036 5307 105 0,'4'-9'356'0,"-4"9"-6"16,0 0 7-16,0 0 3 15,4-7 3-15,-4 7 8 0,0 0-1 0,2-7-4 0,-2 7-8 0,0 0-15 16,0 0-19-16,0 0-25 0,0 0-30 0,0 0-29 16,3-5-21-16,-3 5-28 0,0 0-21 0,0 0-23 15,0 0-18-15,0 0 10 0,0 0-10 0,0 0-17 16,0 0-6-16,5 15-15 0,-4-8-3 0,1 0-21 16,-1 3 4-16,-1-2-13 0,1 0-1 0,-1 3-5 15,0 0-4-15,0 1-18 0,2-1 7 0,-2 0 0 16,-2 0-18-16,4-2-20 0,-1 2-20 0,-1-2-22 15,0 2-28-15,1-1-28 0,1-3-41 0,0-1-1 16,-2-6-50-16,0 13-34 0,2-8-25 0,-2-5-26 16,2 9-29-16,-2-9-33 0,0 0-45 0,5 2-28 15,-5-2-245-15,0 0-710 0,0 0 314 0</inkml:trace>
  <inkml:trace contextRef="#ctx0" brushRef="#br0" timeOffset="81698.48">9082 5202 343 0,'2'-10'462'0,"-2"10"0"0,0 0-3 0,0-9-6 16,0 9-21-16,0 0-29 0,0 0-36 0,2-7-37 16,-2 7-32-16,0 0-35 0,0 0-32 0,0 0-41 15,0 0-45-15,0 0-48 0,0 0-52 0,0 0-71 16,0 0-82-16,0 0-78 0,10 17-71 0,-7-11-85 15,2 1-336-15,-4 1-733 0,3 2 326 0</inkml:trace>
  <inkml:trace contextRef="#ctx0" brushRef="#br0" timeOffset="82213.98">9275 5387 118 0,'0'0'463'0,"0"0"-4"0,0 0-9 16,0 0-4-16,0 0-20 0,8-6-15 0,-8 6-17 16,0 0-26-16,0 0-25 0,0 0-29 0,0 0-31 15,0 0-30-15,0 0-30 0,0 0-24 0,0 0-23 16,0 0-15-16,0 0-21 0,0 0-13 0,0 0-15 16,7 7-9-16,-4-2-7 0,-3-5-12 0,3 11-9 15,1-4-14-15,-2 2 1 0,-2-3-8 0,0 4-19 16,1 0-11-16,-1 0-18 0,0-3-13 0,0 3-19 15,-1-2-12-15,1-8-14 0,-1 14-19 0,0-7-10 16,-2 0-3-16,3-7-3 0,-1 8 3 0,1-8 13 16,0 0-5-16,0 0 22 0,0 9 11 0,0-9 13 0,0 0 6 15,0 0 9-15,0 0 8 0,0 0 19 16,16-13 10-16,-8 6 7 0,-2 0 0 0,2-1 5 16,2-1 7-16,0 2-5 0,-2-2-2 0,3 1 3 15,-1 0 2-15,-1 1 12 0,1 0-6 0,-3 0-3 16,1 1-2-16,-2 3-6 0,0 0-3 0,0-2-8 0,-6 5 1 15,9-4-4-15,-9 4 0 0,8-5-9 0,-8 5 1 16,5-2-4-16,-5 2-1 0,0 0-2 16,0 0 0-16,12 5-2 0,-12-5-1 0,6 8 1 15,-3-3 1-15,0-1-5 0,0 2 5 0,-1 2-4 0,-1-1 4 16,3 0-6-16,-4 0 7 0,2 3-6 0,1-1 3 16,-2 1 1-16,1-2-10 0,-1 1-1 0,0-3-17 15,-1-6-20-15,0 9-19 0,0-9-17 0,2 9-35 16,-2-9-32-16,2 7-32 0,-2-7-14 0,0 0-20 15,3 5-11-15,-3-5-45 0,0 0-43 0,0 0-45 16,0 0-24-16,0 0-236 0,11-14-668 0,-5 8 295 16</inkml:trace>
  <inkml:trace contextRef="#ctx0" brushRef="#br0" timeOffset="82713.87">9659 5377 399 0,'0'0'451'0,"0"0"-3"0,7-4-12 0,-7 4-14 0,0 0-16 15,0 0-23-15,0 0-21 0,0 0-23 0,0 0-33 16,7-1-30-16,-7 1-30 0,0 0-29 0,0 0-21 16,0 0-23-16,0 0-19 0,0 0-16 0,0 0-16 15,2 12-9-15,-2-12-12 0,3 8-13 0,0-2-7 16,0 2-16-16,-2-2 3 0,1 3-7 0,-1 0-10 15,0 2-4-15,1-2-2 0,-1-2-4 0,0 1-5 16,3 2-5-16,-4-3-8 0,1-1-16 16,-1-6-7-16,2 14-5 0,-1-7-5 0,-1-7-1 0,1 7-1 15,-1-7 0-15,1 7 8 0,-1-7 2 0,3 5 3 16,-3-5 6-16,0 0-1 0,0 0 0 0,11-1-4 16,-11 1 7-16,8-9-1 0,-2 6 9 0,0-2 6 15,2-3-1-15,-1 1-3 0,-1 0 4 0,2 0 8 16,1 0 6-16,-1-2 0 0,-1 5 2 0,-2-1 5 15,1 0 2-15,1 0 0 0,-2 3-5 0,0-3-1 16,-5 5-4-16,7-7-1 0,-7 7-1 0,5-6-7 16,-5 6-4-16,5-4-6 0,-5 4-3 0,0 0-1 15,0 0 0-15,0 0-4 0,15 6-2 0,-15-6 0 16,8 9 0-16,-4-6-3 0,1 2 0 0,0 1-3 16,-1-1 1-16,0 1 2 0,0 0-2 0,-2 0-2 15,2 0-14-15,-1 1-19 0,1-2-26 0,-1 1-34 16,-3-6-33-16,3 8-40 0,0-4-36 0,-3-4-54 15,0 0-31-15,0 0-36 0,7 5-59 0,-7-5-71 16,0 0-322-16,0 0-838 0,18-5 371 0</inkml:trace>
  <inkml:trace contextRef="#ctx0" brushRef="#br0" timeOffset="83635.53">10116 5437 208 0,'0'0'290'0,"0"0"-17"15,0 0-22-15,0 0-23 0,0 0-18 0,0 0-18 16,0 0-11-16,0 0-13 0,0 0-5 0,0 0-19 16,0 0-6-16,0 0-8 0,0 0-4 0,0 0-8 15,0 0-10-15,0 0 0 0,0 0-5 0,0 0 1 16,0 0-10-16,0 0 5 0,0 0 1 0,0 0-6 15,0 0-6-15,0 0-1 0,0 0-4 0,0 0-18 16,1 11 9-16,-1-11 2 0,0 0-6 0,9 2-7 16,-9-2 1-16,7 1 4 0,-7-1-9 0,0 0-7 15,10 1 4-15,-10-1 10 0,9 0-2 0,-9 0 14 16,0 0 2-16,0 0 5 0,9-2-2 0,-9 2 5 16,0 0-1-16,4-6-12 0,-4 6-7 0,0 0-3 15,4-7-6-15,-4 7-6 0,0 0-6 0,0 0-10 16,-3-12-7-16,3 12 2 0,-5-8-2 0,5 8-2 0,-5-9-10 15,5 9-4-15,-8-6-5 0,4 4 5 16,4 2-7-16,-9-3 2 0,9 3-4 0,0 0 0 16,0 0-6-16,-10-2 1 0,10 2-4 0,0 0 4 15,-9 5-5-15,9-5-1 0,-9 4 3 0,3 0 1 0,2 0-1 16,4-4-4-16,-8 11-9 0,7-5-4 0,-3 3-4 16,3-2 0-16,-4 2-12 0,4-2 6 15,3 1 4-15,2-1 1 0,0 1 2 0,2 1 6 16,1 0 0-16,-1 0 0 0,4-1 5 0,0 1 0 15,1-2 2-15,0-1 5 0,1 0 2 0,-1-2-4 0,3-2 5 16,3 2 11-16,-5-2-4 0,1-2 19 0,5-2 4 16,-5 2 5-16,0-3 1 0,-2 0 11 15,1-1 7-15,-1-1 3 0,-2 0-2 0,0-2 7 16,0-3 4-16,-3 2 1 0,0-2-9 0,-1 1 0 0,4-5 19 16,-4-1 28-16,0-1 26 0,-1 6-4 0,0-2-19 15,-2 3-4-15,1-2-13 0,-2 0-10 0,-1 2-7 16,1 4-13-16,-1 5-7 0,-1-11-6 0,1 11-9 15,0 0-5-15,-1-9-7 0,1 9-5 0,0 0-3 16,0 0-1-16,0 0-3 0,-8-2-1 0,8 2 0 16,0 0-16-16,0 0 7 0,0 0-1 0,0 0-1 15,0 0 0-15,0 0-5 0,-8 13-6 0,8-13 5 16,0 0 3-16,0 0 2 0,0 0 1 0,0 0-4 16,7 13 2-16,-7-13 2 0,9 5 0 0,-4-2 2 15,2 0-6-15,1-2 1 0,0 2 10 0,0-2-8 16,2 1 7-16,0 1-7 0,-4-2-4 0,4 1 6 15,-2-1-2-15,0-1 0 0,-8 0-6 0,12 4 2 16,-6-3 4-16,-6-1-3 0,10 3 2 0,-4-1-10 16,-6-2 6-16,9 3 4 0,-9-3-2 0,8 6-4 15,-8-6 4-15,5 8-3 0,-2-5 1 0,-1 3-10 16,-2-6 13-16,2 11-1 0,-2-11-3 0,0 12-1 16,0-6 5-16,0-6 0 0,-2 12 0 0,0-7 3 15,2-5 1-15,0 12-4 0,-2-6 4 0,2-6-1 16,-2 9 1-16,2-9 1 0,-2 10-14 0,2-10 18 15,0 0-4-15,0 9 3 0,0-9 0 0,4 8 1 16,-4-8 0-16,7 5 2 0,1-4-2 0,2-1-22 16,4 0-31-16,0-1-34 0,-3 0-43 0,4-3-61 15,1-1-77-15,-2 0-80 0,-3 1-91 0,5-1-97 16,-6 1-340-16,2-1-941 0,-3 2 417 0</inkml:trace>
  <inkml:trace contextRef="#ctx0" brushRef="#br0" timeOffset="85666.4">11376 5202 59 0,'-7'-5'371'0,"7"5"9"0,-7-7-1 0,3 1-11 16,4 6-4-16,-6-8-6 0,2 5-5 0,4 3-9 15,-9-7-12-15,6 3-9 0,3 4-9 0,-7-7-16 16,7 7-13-16,-8-5-10 0,3 2-13 0,5 3-20 15,-6-4-14-15,6 4-17 0,0 0-19 0,-7-5-22 16,7 5-21-16,0 0-15 0,0 0-19 0,0 0-12 16,0 0-5-16,0 0-17 0,-9 13-2 0,7-2-4 15,2 0-3-15,0 6 18 0,0 1-2 0,1 7-13 16,0 2-2-16,-2-1 0 0,2 4-3 0,1 1-4 16,-2-2-10-16,-2 1-5 0,4-2-4 0,-2 2-2 15,-2-2 9-15,-3-2-17 0,5 1-6 0,-1-2-1 16,-2 2 4-16,3-9-10 0,0 1 0 0,0-1-11 15,0 0 8-15,3-2-5 0,-3-3-1 0,1-1 4 16,2 1 1-16,-1-2-6 0,2-1 3 0,-2 0-3 16,0-2-6-16,-1 0 0 0,2-3-5 0,-3-5-24 15,3 11-10-15,-2-6-23 0,-1-5-16 0,0 0-32 0,3 7-35 16,-3-7-32-16,0 0-38 0,0 0-79 16,0 0-81-16,0 0-63 0,0 0-69 0,-24-17-54 15,14 9-318-15,0-4-943 0,0-3 416 0</inkml:trace>
  <inkml:trace contextRef="#ctx0" brushRef="#br0" timeOffset="85885.12">11097 5516 181 0,'-7'-6'368'0,"7"6"29"0,-3-6 29 16,3 6 16-16,0 0 12 0,-3-7 4 0,3 7 3 0,0 0-8 15,0 0-16-15,-2-9-29 0,2 9-25 0,0 0-34 16,0 0-42-16,4-9-32 0,-4 9-28 15,7-6-20-15,-1 2-27 0,3 0-34 0,1 1-32 16,3-1-37-16,0 1-38 0,4 0-45 0,1 2-48 0,-4-3-43 16,4 2-50-16,0 1-53 0,4-2-46 0,-2 0-48 15,-2-1-40-15,0 2-42 0,0-1-38 0,1-1-38 16,-6 1-324-16,0 2-817 0,1 0 363 16</inkml:trace>
  <inkml:trace contextRef="#ctx0" brushRef="#br0" timeOffset="86291.27">11494 5410 194 0,'9'1'324'0,"-9"-1"5"16,0 0 3-16,0 0-11 0,6 3-8 15,-6-3 0-15,0 0-13 0,0 0-16 0,0 0-12 0,9-5-18 16,-9 5-20-16,0 0-19 0,8-2-20 0,-8 2-18 16,0 0-19-16,9-1-18 0,-9 1-18 0,0 0-13 15,8 4-13-15,-8-4-8 0,7 4-5 0,-1 0-15 16,-6-4-8-16,5 7-7 0,-2-2 1 0,1 2-14 15,-2-1-5-15,-2-6-5 0,0 13-3 0,0-6-1 16,0-7-8-16,-6 14 3 0,2-7-17 0,0-1-3 16,-6-1-13-16,1 1-10 0,0-1-12 0,2-1-2 15,-4-1 8-15,0 1-2 0,-1-3 6 0,3-1 7 16,2 0 15-16,7 0-12 0,-13-2 36 0,13 2 18 16,-10-5 22-16,10 5 21 0,-5-9 10 0,5 9-3 15,-2-11-1-15,2 4-7 0,0 7-10 0,7-14 1 16,-2 5-8-16,0 3-5 0,-1 1-5 0,5-2-4 15,-2 2-8-15,1-3-8 0,-3 5-4 0,3-2-2 16,-2 2-4-16,-6 3-5 0,13-2-5 0,-13 2 1 16,10-2-8-16,-10 2-1 0,13 4 2 0,-8-1 1 15,3-2-7-15,-3 5 1 0,4-2-19 0,-5 1-25 16,5 0-29-16,-3 2-32 0,2-3-27 0,-1 3-48 16,4-2-45-16,-1 2-43 0,0-1-51 0,1-1-66 15,6 2-57-15,-5-5-249 0,6-1-742 0,3-1 328 16</inkml:trace>
  <inkml:trace contextRef="#ctx0" brushRef="#br0" timeOffset="86838.01">11947 5377 343 0,'0'0'405'0,"0"0"15"0,3-4 0 15,-3 4-12-15,0 0-11 0,0 0-5 0,0 0-13 16,3-7-13-16,-3 7-19 0,0 0-29 0,0 0-23 15,0-8-27-15,0 8-25 0,0 0-28 0,0 0-19 16,0 0-28-16,0 0-17 0,0 0-20 0,0 0-14 16,0 0-9-16,0 0-12 0,0 0-15 0,-19 14-4 15,13-9-10-15,0-1-1 0,2 1-7 0,-5 1-7 16,1 0-6-16,0 0-4 0,1 1-6 0,1 2-3 16,-2-1-2-16,3 1-3 0,-4-2-13 0,4 1-7 15,0 1-17-15,1-1-7 0,0-3-6 0,1 2-5 16,3-7-3-16,-3 12 2 0,3-6 1 0,0-6 3 15,3 12-1-15,2-7 5 0,2 0 4 0,-1 1 1 16,6-3 4-16,-1 1 1 0,6-2 1 0,2-2 2 16,2-1 0-16,0-2 1 0,0-1-1 0,7-3 4 15,0 1-3-15,-1-3 2 0,-5 4 2 0,-6-2 3 16,5-1 2-16,-2 1 0 0,-3-4-4 0,-1 2 2 16,-1 0-4-16,0 0-1 0,-3 2 11 0,-2 1 3 15,-4-2 1-15,3 0 3 0,-4 4 0 0,2-4 3 16,-2 3-5-16,-4 5 2 0,2-10-4 0,-2 10-4 0,1-8 1 15,-1 8-4-15,0 0-5 0,0 0 0 0,-10-9-5 16,3 7 3-16,7 2 0 0,-18 0-4 16,9 4-9-16,0 0 14 0,-4-1-2 0,2 5-1 15,-3 2 1-15,3-2-1 0,2-1 0 0,2 2-17 0,-1 0-4 16,3 1 0-16,0-1-7 0,3 1-7 0,2-1 6 16,0 1 1-16,5-2-2 0,0 3-2 0,3-5-9 15,-1 2-13-15,4-1-14 0,2-2-10 16,4 2-10-16,0-3-15 0,2 1-23 0,-2-2-31 15,3-1-26-15,1-2-22 0,1-1-27 0,-4-3-36 0,1 1-55 16,2-2-50-16,-2 2-266 0,-2-4-697 0,0-1 308 16</inkml:trace>
  <inkml:trace contextRef="#ctx0" brushRef="#br0" timeOffset="87298.4599">12859 5383 30 0,'0'0'383'0,"-2"-9"-1"16,2 9-1-16,-2-9-21 0,2 9-10 0,0 0-23 15,2-11-27-15,-2 11-17 0,0-7-22 0,0 7-25 16,7-6-23-16,-7 6-22 0,6-7-22 0,-1 5-18 16,-5 2-14-16,14-3-17 0,-7 3-8 0,1-2-16 15,4 4-7-15,-3 1-6 0,1-1-16 0,2 0-10 16,-1 2-7-16,-2-3-2 0,1 6-8 0,-4-3-5 16,-2 0-9-16,3 3-3 0,-3 0-4 0,-2-1-3 15,-2-6 0-15,1 9 3 0,-1-9-17 0,-3 15 16 16,-1-9-5-16,-2 3 1 0,-3-3-1 0,-3 0 0 15,3 0 0-15,-4 0-2 0,1-1 3 0,-1-2-12 16,-5 0 10-16,3-1-3 0,1 0-2 0,3-1 7 0,0-1-2 0,1 0 27 16,10 0 20-16,-13-3 12 0,13 3 7 0,-10-6-6 15,6 3-5-15,4 3-6 0,-4-11-9 0,4 4-12 16,0 7-25-16,4-14-29 0,2 6-31 0,2-2-42 16,1 2-53-16,7-1-69 0,1-1-66 0,2 5-68 15,6-4-75-15,-6 4-292 0,0-1-770 0,4 2 341 16</inkml:trace>
  <inkml:trace contextRef="#ctx0" brushRef="#br0" timeOffset="87704.66">13241 5186 217 0,'4'-7'450'0,"2"1"-7"15,-4-1-11-15,0 2-6 0,0-1 5 0,2-1-12 16,-4 7-7-16,0-12-17 0,0 5-15 0,0 7-14 0,0-9-20 15,0 9-27-15,-4-9-14 0,4 9-22 16,0 0-27-16,-4-9-21 0,4 9-26 0,0 0-21 16,-2-6-18-16,2 6-17 0,0 0-17 0,0 0-20 15,0 0-11-15,-10 0-10 0,10 0-8 0,0 0-3 16,-13 15-9-16,9-6 5 0,-2 1-9 0,2 1 2 16,-2 6 0-16,1 1-1 0,-1 1-5 0,1 6 0 15,0 3-10-15,0 3 3 0,1 1-22 0,2 2-38 16,0 0 0-16,0-1 0 0,-1 1 0 0,-1 2 0 15,2-2 0-15,0-2 0 0,2 3 0 0,-2-3 0 0,2 0 0 16,0-3 0-16,0 0 0 0,0-1 0 0,0-3 0 16,0-4 0-16,-4-3 0 0,4 0 0 15,0-2 0-15,0-4 0 0,0 1 0 0,0-3 0 16,-2-3 0-16,2-7 0 0,0 13 0 0,-2-8 0 0,2-5 0 16,0 8 0-16,0-8 0 0,0 0-71 0,0 0-87 15,0 0-42-15,-6 7-49 0,6-7-51 0,0 0-57 16,0 0-40-16,-14-20-52 0,9 8-51 15,-1-2-39-15,-1 0-290 0,3-2-898 0,-3-2 398 0</inkml:trace>
  <inkml:trace contextRef="#ctx0" brushRef="#br0" timeOffset="87876.5">13069 5654 128 0,'2'-6'353'0,"-2"6"30"0,4-7 36 16,-4 7 26-16,2-8 28 0,-2 8 17 0,1-7-2 15,-1 7 1-15,4-8 1 0,0 2-37 0,-4 6-30 16,5-8-37-16,2 2-43 0,2 1-35 0,1-1-31 15,7-1-27-15,0 0-28 0,1 2-28 0,5 3-36 16,3 0-51-16,-3-2-61 0,0 3-78 0,-3-1-86 16,9-2-86-16,-9 3-103 0,-1 0-98 0,0-2-127 15,-5 1-423-15,3-3-1034 0,-5 0 457 0</inkml:trace>
  <inkml:trace contextRef="#ctx0" brushRef="#br0" timeOffset="88485.7399">14126 5385 113 0,'7'-9'390'16,"-5"-2"3"-16,2 0 3 0,-1-2-8 0,0 2-11 15,-1 1-14-15,-2-1-2 0,0 2-10 0,0-1-15 0,0 0-9 16,0 2-19-16,-3-2-19 0,-2 5 6 0,1-2-18 15,4 7-24-15,-4-11-25 0,2 7-20 0,2 4-28 16,-9-7-23-16,4 4-13 0,5 3-16 16,-14 0-11-16,3 0-7 0,-1 4-12 0,0 0-11 0,1 0-5 15,-5 5-8-15,0 0-4 0,2 4-7 0,-3-2-7 16,0 1-8-16,3 2 2 0,-5 5-8 0,6 2-4 16,1-5-2-16,4 0 0 0,-1 3-7 0,1-3-8 15,4 1-22-15,2-1-21 0,2 1-7 0,0-2-13 16,8 2-30-16,-2-2-29 0,4-3-37 0,2 3-32 15,6-3-39-15,-3-1-42 0,10 0-21 0,0-3-16 16,-4-2-19-16,6 1-18 0,-6-5-26 0,10-2-25 16,-12 0-19-16,11-3-267 0,-13 1-717 0,1-3 317 15</inkml:trace>
  <inkml:trace contextRef="#ctx0" brushRef="#br0" timeOffset="89219.9299">14301 5463 194 0,'0'0'307'16,"0"0"-4"-16,0 0 2 0,0 0-9 0,3-8-9 16,-3 8-15-16,4-5-20 0,-4 5-17 0,3-5-20 15,-3 5-18-15,6-8-17 0,-6 8-22 0,7-5-15 16,-7 5-15-16,12-2-14 0,-6 1-6 0,-6 1-9 16,11-2-14-16,-11 2-10 0,14 1-5 0,-14-1-17 15,11 4-10-15,-7 0-9 0,2-2 5 0,0 1-11 16,-6-3-2-16,8 7-6 0,-6-1 2 0,-2-6 1 15,5 8-10-15,-5-4 0 0,0-4-3 0,0 13 4 16,0-13 3-16,-5 11-2 0,1-7-4 0,-2 1 2 16,-4 0-1-16,-1 0-1 0,2 1 8 0,-5-3-20 15,2 2 6-15,-2-1 9 0,3-3 3 0,0 0-3 16,3-2 5-16,8 1 16 0,-17 0 6 0,17 0 7 16,-9-2 9-16,4-4 4 0,5 6-1 0,-5-10-7 15,5 4-5-15,0 6 0 0,5-14-9 0,0 4 2 16,4 0-3-16,0 2-3 0,-3 1-2 0,-2 0-6 15,2 2-1-15,0-1-2 0,-1 2 1 0,1-1-5 16,-1 0-4-16,2 2 2 0,-7 3-4 0,9-3-6 16,-5 0-2-16,-4 3-2 0,11-2-1 0,-11 2 2 15,12 3-4-15,-4 1 3 0,-1 0-3 0,2 2-1 16,-2 2 4-16,0-1-4 0,1 0-2 0,-3 3-6 16,5-1-19-16,-2 1-2 0,-1 0-8 0,3-3-13 0,-2 2 13 15,1 0-4-15,-1-1-5 0,-2-2 8 0,3 0-8 16,-1 0 0-16,1-2-3 0,1 1 4 15,-1-4 10-15,1 0 4 0,0-2 3 0,3-2 12 16,1-2-7-16,3 0-4 0,-1-1 9 0,0-3 3 0,-2-3 8 16,1 0 24-16,-1-3 7 0,-1 3 8 0,0-2 2 15,3-6 13-15,-5 5 4 0,-3-1 2 0,0 0 6 16,-2-1-3-16,0 3 7 0,-5 2 9 16,1 0-7-16,-2 2-14 0,-1-1 2 0,1 1-7 0,-2-1-1 15,2 11-6-15,-6-11 2 0,3 3-5 0,-4 4-5 16,3-1 3-16,4 5-5 0,-10-6-3 0,5 4-1 15,5 2-5-15,-10-3-3 0,10 3 0 16,0 0-3-16,-14 5 2 0,14-5 2 0,-9 8 12 0,7-4 2 16,-1 3-1-16,0 0 10 0,2 1 4 0,1 5 5 15,-4-1 10-15,4-1-4 0,0 2-1 0,0-2-5 16,2 1-7-16,0-1-2 0,-1 2-7 0,0-1-2 16,1 0 0-16,-1-1-3 0,1 2-1 0,0-1-8 15,-2-1-1-15,4 0 1 0,-3 0-13 0,2-1-13 16,-2-1-30-16,1 0-29 0,0-3-42 0,3 1-28 15,-3-1-20-15,-2-6-60 0,7 7-47 0,-3-3-60 16,1 0-72-16,-5-4-53 0,12 0-289 0,-12 0-796 16,14-9 352-16</inkml:trace>
  <inkml:trace contextRef="#ctx0" brushRef="#br0" timeOffset="89610.4599">14899 5350 280 0,'0'0'432'0,"6"-9"17"0,-4 5 0 16,-2 4-4-16,8-10-10 0,-8 10-15 0,2-8-14 16,-2 8-9-16,3-6-18 0,-3 6-23 0,0 0-32 15,2-6-27-15,-2 6-29 0,0 0-33 0,0 0-21 16,0 0-34-16,0 0-17 0,0 0-16 0,0 0-17 16,0 0-14-16,0 0-11 0,0 0-10 0,-26 13-20 15,16-7 6-15,0 2-15 0,1 1-3 0,-2-2-7 16,0 2-1-16,0-2-11 0,2 1-1 0,-2 0-7 15,2-3-3-15,-3 1-7 0,3 1-10 0,3-3-8 16,1 0 0-16,0-2-5 0,5-2 1 0,-8 5 1 16,8-5 1-16,0 0-3 0,-6 5-1 0,6-5 5 15,0 0-1-15,-4 5 0 0,4-5-3 0,0 0 2 16,0 0-3-16,0 0-3 0,18 4-1 0,-11-1 2 16,4-1-2-16,1 3 1 0,-1 1 0 0,-1-1-2 15,3 0 6-15,-3-1-2 0,0 2-4 0,-1-1-13 16,1 0-16-16,2 0-24 0,-5-1-21 0,0 2-28 0,-1-2-24 15,1 0-26-15,-2-1-28 0,1 0-43 16,-1 1-41-16,-5-4-42 0,11 4-47 0,-7-3-63 16,-4-1-53-16,12 3-291 0,-3-4-825 0,-9 1 365 15</inkml:trace>
  <inkml:trace contextRef="#ctx0" brushRef="#br0" timeOffset="90094.7399">15102 5440 298 0,'0'0'374'0,"0"0"8"16,0 0-26-16,0 0-9 0,8-1-21 0,-8 1-25 15,0 0-14-15,0 0-16 0,0 0-19 0,0 0-20 16,0 0-20-16,0 0-13 0,0 0-14 16,0 0-12-16,0 0-18 0,0 0-8 0,0 0-11 0,8-1-17 15,-8 1-6-15,0 0-12 0,0 0-5 0,0 0 0 16,0 0-18-16,0 0-3 0,15 0-12 0,-15 0-2 15,12-5-8-15,-4 5-3 0,3 0-3 0,0-3-5 16,0 3-5-16,3-3-2 0,-3-1-5 0,3-2-1 16,4-2-2-16,0-3-4 0,-1 4 14 0,-2-3 19 15,-3 5 3-15,-2-1 0 0,-1-2-4 0,-3 1 5 16,2 2-5-16,-5 0 7 0,4 0-3 0,-7 5-13 16,4-10-2-16,-2 6-7 0,-2 4-6 0,0 0-5 15,-2-11-2-15,2 11-5 0,-12-10-4 0,9 7-3 16,3 3-2-16,-16-5-2 0,10 4-6 0,-6 2-2 15,1 3 2-15,-6 0 1 0,2 3-3 0,1-1 0 16,0 2-5-16,-2 4 6 0,4-2-3 0,0 2 5 16,1 0-5-16,3 1 4 0,4-1-5 0,-5 2 3 15,3-3 0-15,2 0-3 0,0 1 2 0,3-1 1 16,-1 1 1-16,5-4 2 0,-3 2 0 0,2-1 2 16,5 0 4-16,2-2-1 0,5 2 2 0,4-1-3 15,2-2-1-15,6 2 2 0,1-3-5 0,1 1-1 16,1-2-1-16,0 0-2 0,0 0-28 0,-1-1-34 15,-9 0-56-15,1-2-75 0,-2-3-93 0,-6 3-80 16,-2-2-127-16,-1-1-355 0,-1 0-919 0,-8 2 406 16</inkml:trace>
  <inkml:trace contextRef="#ctx0" brushRef="#br0" timeOffset="92028.45">3625 6337 95 0,'0'0'365'0,"3"-7"11"16,-3 7-5-16,0 0 10 0,0 0-10 0,0 0 1 15,0 0-9-15,0 0-6 0,1-8 0 0,-1 8-10 16,0 0-14-16,0 0-20 0,0 0-13 0,0-11-23 16,0 11-18-16,0 0-19 0,0 0-15 0,0 0-22 15,0 0-15-15,0 0-23 0,0 0-18 0,1-6-15 0,-1 6-18 16,0 0-11-16,0 0-15 0,0 0-11 16,0 0-12-16,0 0-11 0,0 0 0 0,19 8-8 15,-14-4 0-15,3 1-7 0,0 3-6 0,1-1-6 16,-2 1-1-16,1 1-5 0,0-1-3 0,1 1-3 0,-3-1-1 15,1 1-2-15,-1 1 4 0,-1 0-5 0,1-1-16 16,-2 0-18-16,-1-2 3 0,1-2-4 16,0 3-17-16,-2-2 11 0,-1 0-7 0,-1-6-1 15,3 11 6-15,-3-11-1 0,0 7 5 0,0-7 7 0,0 0 4 16,1 9 5-16,-1-9 5 0,0 0 16 0,0 0 25 16,0 0 10-16,0 0 14 0,0 0 10 0,0 0 12 15,0 0-19-15,4-26 6 0,2 15 0 16,-2-1-11-16,3-3-3 0,-2 1 5 0,0-3-6 15,4 1-8-15,-3 2 0 0,-1 1-7 0,0 3-2 0,1 0-13 16,0 0 2-16,2 4-4 0,-2-3-5 0,0 2-9 16,0 2-17-16,-1-1-23 0,1 3-21 0,-6 3-30 15,10-5-32-15,-6 2-43 0,-4 3-42 0,9 0-44 16,-9 0-59-16,10 3-44 0,-10-3-44 0,9 5-49 16,-4-2-42-16,-2 3-370 0,-3-6-924 0,4 12 409 15</inkml:trace>
  <inkml:trace contextRef="#ctx0" brushRef="#br0" timeOffset="92497.07">3951 6554 197 0,'0'0'481'15,"0"0"-3"-15,0 0-14 0,0 0-12 0,0 0-24 16,0 0-17-16,0 0-20 0,0 0-27 0,0 0-24 15,0 0-21-15,0 0-23 0,10-11-27 0,-10 11-23 16,0 0-29-16,0 0-25 0,4-6-10 0,-4 6-22 16,5-4-18-16,-5 4-16 0,7-3-16 0,-7 3-13 15,12-2-7-15,-5 0-12 0,-7 2-6 0,13-2-18 16,-6 2-3-16,5 1 2 0,-6 0-6 0,2 1-9 16,-1 0-5-16,4 1-6 0,-6-1 0 0,3 1-7 15,2 1-4-15,-5 1-1 0,1 0-1 0,-3 0-4 16,1 0-4-16,-2 2 2 0,-2-7-7 0,2 14 3 15,-4-6 2-15,-2 3-3 0,-1-1-5 0,-1-3 1 16,-2 5-5-16,-2-5-4 0,0 2-4 0,5-1 0 16,-7-1-3-16,2 1 9 0,2-2-3 0,-1 0 4 15,3-3-3-15,2 2 0 0,4-5 8 0,-6 6 4 16,6-6 12-16,0 0 4 0,-6 5 14 0,6-5 10 16,0 0-3-16,0 0 1 0,0 0-15 0,0 0 12 15,12 7-4-15,-2-7-1 0,4 0 0 0,4 0-15 16,0-2 9-16,1 1-5 0,3-1 6 0,-2 0-7 15,9 0-1-15,-10 2-21 0,0-1 6 0,1-1-17 16,-1 1-15-16,-2-1-26 0,0-1-33 0,-4 2-44 16,-2-1-45-16,3-2-58 0,-2 2-53 0,-1-1-57 15,-1-1-66-15,1 0-72 0,0-1-378 0,-1 2-931 16,1-2 413-16</inkml:trace>
  <inkml:trace contextRef="#ctx0" brushRef="#br0" timeOffset="92747.02">4503 6481 435 0,'5'-9'468'16,"-5"9"-6"-16,5-6-8 0,-2 1-27 0,-3 5-21 16,6-9-28-16,-2 5-20 0,0 0-30 0,1-2-28 0,3 2-29 15,-3 0-30-15,0 1-26 0,4-1-22 16,1-1-19-16,-4 3-21 0,2-1-18 0,-1 2-32 15,3-2-44-15,-4 2-39 0,-6 1-49 0,12-3-44 16,-12 3-50-16,12 0-38 0,-12 0-41 0,9 3-36 0,-9-3-36 16,8 4-32-16,-8-4-31 0,7 3-26 0,-7-3-216 15,0 0-628-15,0 0 278 0</inkml:trace>
  <inkml:trace contextRef="#ctx0" brushRef="#br0" timeOffset="92950.09">4539 6500 185 0,'-5'6'331'0,"5"-6"37"16,0 0 15-16,0 0 2 0,0 0 15 0,-3 6 0 16,3-6 5-16,0 0 1 0,0 0-13 0,0 0-16 15,0 0-26-15,0 0-34 0,0 0-29 0,14 2-27 0,-14-2-25 16,9 0-23-16,-1 1-28 0,3-1-18 0,-11 0-18 16,17-1-10-16,-7 1-19 0,-1 1-27 0,-1-1-36 15,2-1-40-15,0 1-46 0,1-1-51 16,-4 0-47-16,3-1-58 0,-2 0-60 0,-8 2-60 0,12 0-69 15,-1-3-81-15,-6-1-350 0,-5 4-871 0,12-5 386 16</inkml:trace>
  <inkml:trace contextRef="#ctx0" brushRef="#br0" timeOffset="94043.59">5405 6371 281 0,'0'0'354'0,"0"0"0"0,2-8 9 0,-2 8-4 15,0 0-4-15,1-9-7 0,-1 9-1 0,0 0-3 16,4-9-6-16,-4 9 1 0,0 0-6 0,0-9-4 16,0 9-4-16,1-9-8 0,-1 9 3 0,3-7-13 15,-3 7-12-15,2-9-14 0,-2 9-9 0,-1-10-17 16,1 10-3-16,-1-10-18 0,1 10-17 0,0 0-13 15,1-11-15-15,-1 11-12 0,0 0-75 0,0-11-102 16,0 11 0-16,0 0 0 0,0 0 0 0,1-7 0 16,-1 7 0-16,0 0 0 0,0 0 0 0,0 0 0 15,0 0 0-15,0 0 0 0,0 0 0 0,0 0 0 16,0 33 0-16,0-22 0 0,0 5 0 0,-1 2 0 16,0-3 0-16,-2 2 0 0,0-1 0 0,3 1 0 15,-2 0 0-15,1-1 0 0,-3 0 0 0,1-4 0 16,1 0 0-16,-1 0 0 0,1-1 0 0,-1-2 0 15,2 1 0-15,0-4 0 0,-2 1 0 0,3-7 0 16,-1 10 0-16,1-10 0 0,0 9 0 0,0-9 0 16,0 0 0-16,1 6 0 0,-1-6 0 0,0 0 0 0,0 0 0 15,3 7 0-15,-3-7 0 0,0 0 0 16,0 0 0-16,10 0-79 0,-10 0-141 0,0 0-28 16,0 0-26-16,12-5-46 0,-12 5-39 0,0 0-36 15,7-6-46-15,-7 6-52 0,4-7-401 0,-4 7-968 16,1-8 428-16</inkml:trace>
  <inkml:trace contextRef="#ctx0" brushRef="#br0" timeOffset="94590.33">5202 6635 53 0,'0'0'367'0,"0"0"-2"0,-8 2-2 0,8-2-10 16,0 0-3-16,0 0-28 0,0 0 11 15,0 0-6-15,0 0-12 0,0 0-9 0,0 0-8 16,0 0-11-16,0 0-20 0,0 0-18 0,0 0-23 0,0 0-12 15,0 0-18-15,0 0-7 0,20-10-12 0,-20 10-15 16,16-6-8-16,-4 4-9 0,4-1-13 0,1-1-8 16,1 0-8-16,2 0-14 0,0 1-9 15,1 0-13-15,0-1-12 0,-2 1 3 0,0-1-11 0,-2 4-1 16,2-4-11-16,-7 4-3 0,0-2-2 0,-2 1-11 16,-3 1 0-16,2-1-9 0,-9 1-2 0,10-2-11 15,-10 2-22-15,9-1-24 0,-9 1-32 0,6-2-29 16,-6 2-36-16,0 0-25 0,8-2-43 15,-8 2-46-15,0 0-65 0,0 0-52 0,0 0-69 0,2-9-49 16,-2 9-291-16,0 0-836 0,0 0 370 0</inkml:trace>
  <inkml:trace contextRef="#ctx0" brushRef="#br0" timeOffset="94887.14">5225 6319 318 0,'0'0'474'0,"0"0"17"16,-10-8 9-16,10 8 0 0,-2-5-4 0,2 5-11 15,0 0-12-15,0 0-20 0,-4-8-36 0,4 8-32 16,0 0-40-16,0 0-31 0,11-11-41 0,-2 8-23 16,3-3-30-16,9 1-22 0,0 1-16 0,-1-2-20 15,8 1-21-15,2-1-11 0,-3 2-11 0,1 1-16 16,0-2-11-16,-1 2-8 0,-9 0-6 0,2 2-12 15,-1-1-16-15,-1 0-22 0,-5 0-19 0,0 0-11 16,-2 2-16-16,2-2-25 0,-5 2-18 0,-1-1-23 16,-7 1-26-16,15 0-30 0,-7 0-36 0,-8 0-35 15,11-3-43-15,-11 3-51 0,12 0-39 0,-12 0-37 16,8 1-46-16,-8-1-37 0,6 6-339 0,-3-3-870 16,-3-3 386-16</inkml:trace>
  <inkml:trace contextRef="#ctx0" brushRef="#br0" timeOffset="95371.4">5747 6502 315 0,'3'3'523'0,"-3"-3"17"16,0 0-4-16,0 0-11 0,0 0-22 0,0 0-23 15,0 0-26-15,0 0-20 0,12-9-30 0,-12 9-37 16,0 0-24-16,0 0-23 0,0 0-38 0,0-8-24 15,0 8-35-15,0 0-17 0,0 0-24 0,0 0-24 16,0 0-23-16,0 0-11 0,0 0-28 0,0 0-5 16,0 0-9-16,0 0-10 0,0 0-12 0,0 0-8 15,8 13-21-15,-8-13-13 0,3 12-23 0,-1-8-5 16,-2 4-14-16,2-1-18 0,1 0-16 0,1 1-22 0,-2 2-20 16,0-4-12-16,-2 1-13 0,0-7-15 15,0 10-10-15,0-10 1 0,0 7 2 0,0-7 11 16,2 9 14-16,-2-9 14 0,0 0 13 0,3 5 7 15,-3-5 18-15,0 0 10 0,0 0 19 0,0 0 20 0,17-7 14 16,-11 3 21-16,1-3 14 0,5 3 11 16,-5-3 7-16,2 1 4 0,1 0 7 0,-2-2 4 15,3 0-4-15,-1 3-1 0,-1-1 5 0,-3 2 2 16,-1 0-4-16,0-1-5 0,2 1-7 0,-1 1-8 16,-6 3-1-16,9-4-4 0,-9 4-11 0,8 0-1 0,-8 0-3 15,9-1-5-15,-9 1-2 0,0 0-1 0,10 6 0 16,-10-6 0-16,8 8-5 0,-7-4 2 15,3 2 0-15,-4-6-4 0,4 10-14 0,-3-5-26 16,0 0-31-16,-1-5-27 0,3 11-37 0,-3-5-36 0,0-6-50 16,3 10-41-16,-1-6-48 0,-2-4-41 0,0 0-51 15,0 8-28-15,0-8-311 0,0 0-798 0,0 0 353 16</inkml:trace>
  <inkml:trace contextRef="#ctx0" brushRef="#br0" timeOffset="95840.0399">6149 6485 35 0,'7'-6'371'0,"-7"6"8"0,0 0 25 15,6-5-19-15,-6 5-3 0,0 0-8 0,0 0-10 0,7-2-19 16,-7 2-21-16,0 0-24 0,0 0-33 0,0 0-27 16,0 0-24-16,0 0-23 0,0 0-25 0,0 0-15 15,0 0-16-15,11 9-13 0,-11-9-14 0,1 8-11 16,-1-8-8-16,3 12-7 0,-2-5-8 0,2-3-9 15,-3-4-9-15,3 12-5 0,-1-6-6 0,-1-1-3 16,-1-5-6-16,1 12-4 0,1-5-16 0,-2-7-8 16,1 9-10-16,1-5-6 0,-2-4-2 0,0 0 3 15,4 9-1-15,-4-9 3 0,0 0 4 0,0 0 2 16,4 4 1-16,-4-4 1 0,0 0 1 0,0 0-1 16,17-10 3-16,-12 7 2 0,4-3 0 0,-2-1 3 15,2 2 0-15,3-1 3 0,-5-2 12 0,2 2 0 16,-1 0 10-16,0-1 3 0,1 1 2 0,-3 4 4 15,-1-4 1-15,0 4 1 0,-5 2 0 0,10-6-6 16,-4 3-5-16,-6 3-3 0,0 0-5 0,9-3-6 16,-9 3-7-16,0 0 2 0,0 0-5 0,14 4-2 15,-14-4-1-15,6 7-2 0,-2-4-1 0,-2 3 0 16,-2-6-1-16,6 9 0 0,-5-2-1 0,1-1-3 16,2-1-2-16,-3 2 1 0,2-2 4 0,-3-5-10 15,3 11-20-15,-3-11-19 0,2 9-27 0,-1-4-22 16,-1-5-26-16,4 8-30 0,-4-8-24 0,4 7-31 15,-4-7-30-15,5 3-32 0,-5-3-31 0,9 1-50 16,-9-1-39-16,13 0-337 0,-13 0-781 0,13-3 345 16</inkml:trace>
  <inkml:trace contextRef="#ctx0" brushRef="#br0" timeOffset="96690.85">6553 6543 59 0,'0'0'382'16,"0"0"-1"-16,0 0-4 0,0 0-8 0,0 0-14 15,0 0-22-15,0 0-14 0,0 0-20 0,0 0-25 16,0 0-18-16,0 0-23 0,6-2-18 0,-6 2-19 16,0 0-22-16,0 0-15 0,0 0-14 0,0 0-15 15,0 0-16-15,0 0-13 0,0 0-8 0,0 0-9 16,0 0-10-16,10 3-4 0,-10-3-6 0,10 3-10 15,-10-3 3-15,11 0-9 0,-3 2-9 0,2-2 0 16,3 0-4-16,1-2 2 0,-1 2-7 0,-2-2 3 16,-3 0 2-16,5-2 13 0,-3-2 6 0,1 3 1 15,-2-2-2-15,0 0 5 0,-1 0 10 0,-3 2 3 0,0-1 2 16,0-1-12-16,-5 5 4 0,5-9-3 16,-3 3-6-16,-2 6-4 0,1-10-8 0,-1 10-1 15,-3-11-12-15,3 11-2 0,-7-8-8 0,1 3 0 16,0 2-6-16,-1 0-2 15,7 3-11-15,-13-3 7 0,2 2-5 0,0 2-4 0,-1 3 0 16,1 0-5-16,1 1 2 0,-2 0 5 16,2 2-3-16,0 1 2 0,1 1-1 0,1 0-4 15,-1 1 5-15,4-2-2 0,0 2-4 0,1 0-2 16,3-1 1-16,0 2-4 0,2-3 3 0,3 0 1 0,2 3 2 0,-1-4-1 16,4 3 3-16,1-4-2 0,1-2 2 0,5 3 4 15,-3-3 2-15,0 1 1 0,3-2 17 0,-3-3 1 16,5 0 2-16,-4-1 8 0,3-4 13 0,-1 0 3 15,0 1 7-15,0-4 3 0,-2-2-6 0,-1 3 7 0,-3 0 9 0,3-6 6 0,-4 4-14 16,-1-2 0-16,-1 1-4 0,0 1 0 16,0-3 0-16,-1 1-10 0,-3 0-2 0,1 2 0 15,0-2-6-15,-1 4-8 0,-1 1-2 0,-2 6-11 16,4-8 8-16,-4 8-10 0,5-7-5 0,-5 7-2 0,0 0-6 16,1-8-6-16,-1 8-5 0,0 0-6 0,0 0-1 15,0 0 0-15,4-4-3 0,-4 4 4 0,0 0 0 16,0 0 0-16,0 0 4 0,0 0-3 15,0 0 0-15,0 0 6 0,0 0-1 0,11 12 8 0,-11-12-10 16,7 3 10-16,-7-3 2 0,8 5-4 0,-8-5 1 16,9 4 2-16,-5-3-3 0,-4-1 6 0,9 4-6 15,-9-4 6-15,11 2-1 0,-6-1-2 0,-5-1-4 16,7 3 7-16,-7-3 0 0,0 0 2 0,10 2-4 16,-10-2-3-16,6 2 5 0,-6-2-1 0,0 0-7 15,9 3-5-15,-9-3 9 0,0 0-3 0,7 3-5 16,-7-3 5-16,3 6-8 0,-3-6 10 0,4 4-4 15,-4-4-7-15,2 8 6 0,-2-8 3 0,1 11 0 16,-1-11-7-16,-1 11 9 0,1-5 2 0,0-6-3 16,0 13-1-16,0-13 2 0,-2 12-5 0,2-12 5 15,0 10 2-15,0-10 4 0,4 10-2 0,1-4 0 16,0-2 7-16,2-1-4 0,3 1-14 0,3-3-19 16,5 1-20-16,-4-2-40 0,-2 1-41 0,8-4-55 15,-2 0-63-15,-2-2-72 0,1 2-59 0,-6 0-85 16,-2-1-97-16,0 1-298 0,-3-2-929 0,-6 5 410 15</inkml:trace>
  <inkml:trace contextRef="#ctx0" brushRef="#br0" timeOffset="97366.37">7747 6515 90 0,'0'0'383'0,"-9"-5"-1"0,9 5 4 15,0 0 0-15,0 0-3 0,0 0-3 0,-1-7 0 16,1 7 0-16,0 0 15 0,0 0-23 0,0 0-26 16,0 0-28-16,0 0-20 0,0 0-33 0,0 0-27 15,8-9-24-15,-8 9-21 0,8-3-22 0,-8 3-20 16,9 0-17-16,-9 0-19 0,14 4-19 0,-5-2 0 16,0 3-12-16,2 1-5 0,0 0-11 0,-2 4-9 15,6-1-6-15,-7 0-9 0,-1 1 0 0,1 0-6 16,0 0-8-16,-3-1-11 0,1 1-16 0,-2 1-14 15,0-3-9-15,-1 1-10 0,-2-1-11 0,2-1-9 16,-3-7-1-16,3 11 5 0,-3-11 3 16,0 10 3-1,0-10 6-15,0 0 6 0,-1 8 7 0,1-8 5 0,0 0 13 16,0 0 20-16,4 9 25 0,-4-9 10 0,0 0 12 16,0 0 3-16,0 0 1 0,0 0 6 0,0 0 0 15,7-27-10-15,1 16-8 0,2-4 5 0,2 4-13 16,-1-3-7-16,2 1-3 0,-1 2-7 0,1 1-9 15,0 0 4-15,2 1-18 0,-4 3-20 0,0 1-25 16,7 1-37-16,-6 1-35 0,2 0-38 0,-4 2-35 16,2 1-37-16,0 1-56 0,-4 1-50 0,-2 0-47 15,1 0-50-15,2 3-28 0,-4-2-362 0,-5-3-878 16,8 8 388-16</inkml:trace>
  <inkml:trace contextRef="#ctx0" brushRef="#br0" timeOffset="98148.34">8175 6610 84 0,'0'0'396'15,"0"0"1"-15,0 0-7 0,10-11-13 0,-10 11-17 0,4-5-16 16,-4 5-26-16,8-6-9 0,-4 5-18 16,-4 1-24-16,8-7-24 0,-8 7-22 0,8-4-21 15,-8 4-25-15,9-4-14 0,-9 4-16 0,10-3-20 16,-10 3-10-16,13 0-13 0,-5 0-15 0,-8 0-6 15,11 1-10-15,-6 3-10 0,2-1-10 0,-2 0-5 0,-5-3-7 16,6 7-3-16,-1-3-4 0,-5-4-4 0,5 11-6 16,-2-7 1-16,-2 3-9 0,-1-7 2 0,0 13-5 15,0-13-7-15,-5 8-6 0,2-4-1 16,-3 3 5-16,1-4-6 0,-4 3-8 0,0-4 5 0,0 2 0 16,-1-1-2-16,0 1 1 0,2-1 3 0,0-3 3 15,2 3 6-15,6-3 12 0,-13 0 7 0,13 0 23 16,-10-3 19-16,10 3 15 0,-6-5 12 15,6 5 5-15,-6-9-4 0,5 2-4 0,1 7-3 0,1-11-5 16,-1 11-2-16,3-11-3 0,0 7-17 0,-1-3-1 16,-2 7-8-16,7-10-3 0,-3 8-2 0,2-3-11 15,-6 5-2-15,9-8-5 0,-2 7-7 0,-1-2-2 16,-6 3-2-16,12-4 0 0,-4 4-8 0,2 2 3 16,2 0 0-16,-5-2-3 0,0 3-3 0,5-2 2 15,-1 2 0-15,-1 1-13 0,3 0 9 0,-3 0 3 16,-4 0-2-16,3 1-8 0,1-1-22 0,-3 0-2 15,-1-1-16-15,1-2-13 0,-1 3-13 0,-6-4-11 16,12 6-16-16,-6-5-3 0,-1 1-1 0,3 0 3 16,-8-2 1-16,10 5 2 0,-2-4 6 0,-2-1 7 15,6 0 10-15,-12 0 3 0,15 0 8 0,-5-1 7 16,0-4 15-16,1 1-11 0,-1 1 13 0,0-3 3 16,2 3 9-16,-4-4 17 0,4 0 1 0,-2 0 8 15,0 0 17-15,-1 0 6 0,2 3-3 0,0-3 13 16,-2 1 9-16,-1 1 2 0,-2 2-6 0,0-2-2 15,1 2 0-15,-7 3-7 0,8-6-4 0,-3 4 1 16,-5 2-4-16,10-3-6 0,-10 3-4 0,9-2-6 16,-9 2 1-16,0 0-2 0,11 4 1 0,-11-4-3 15,9 3-3-15,-4 0 2 0,-5-3-4 0,7 6 1 16,-3 0-7-16,-4-6 2 0,3 9 5 0,-3-9 0 16,3 7-7-16,-3-7 9 0,-4 15 1 0,2-11-3 0,-1 2 0 15,-2-1 6-15,-5-1-1 0,1 2-2 16,-2-2 3-16,-1 1-6 0,-1-2 3 0,0 0 5 15,-5-1-3-15,7 0 3 0,1-2 0 0,2 3 5 16,-1-6 7-16,9 3 7 0,-14-4-1 0,14 4 0 0,-6-4-1 16,6 4-7-16,-4-10 9 0,4 2-8 0,0 8-4 15,4-15-18-15,-2 5-13 0,5 2-24 16,0-2-31-16,2 2-52 0,1-2-54 0,4 0-61 16,-2 3-57-16,4 0-54 0,-1-1-65 0,-2 2-332 15,-1-1-807-15,0 3 358 0</inkml:trace>
  <inkml:trace contextRef="#ctx0" brushRef="#br0" timeOffset="98445.13">8764 6328 154 0,'1'-8'420'0,"-1"8"24"16,2-12 5-16,-4 5 17 0,2 7 2 0,-2-13 0 16,0 8-12-16,2 5-14 0,-2-11-11 0,2 11-19 15,-4-10-14-15,4 10-28 0,-4-6-30 16,4 6-38-16,0 0-29 0,-2-6-31 0,2 6-25 0,0 0-28 15,0 0-16-15,0 0-21 0,0 0-16 0,0 0-18 16,0 0 0-16,-7 28-23 0,6-16-4 0,-2 3-5 16,2 2-11-16,-1 2-5 0,0 0-8 0,-2 6-10 15,3-6-30-15,0 0-22 0,-1 6 0 16,0-4 0-16,1-2 0 0,0 1 0 0,-1-3 0 0,1 1 0 16,0 1-20-16,1-2-126 0,0-2-38 0,0-4-41 15,0-1-38-15,1-1-32 0,0-2-43 0,1 0-30 16,0 0-24-16,3-4-35 0,0 1-37 0,3-2-16 15,0 1-286-15,-1-1-828 0,5-4 367 0</inkml:trace>
  <inkml:trace contextRef="#ctx0" brushRef="#br0" timeOffset="98679.45">8931 6594 185 0,'0'0'236'0,"8"-3"24"16,-8 3 24-16,6-4 18 0,-6 4 16 0,0 0 10 15,7-4 6-15,-7 4 3 0,0 0-1 0,0 0-6 16,0 0-12-16,0 0-12 0,6-3-24 0,-6 3-21 15,0 0-23-15,0 0-26 0,0 0-25 0,0 0-22 16,0 0-27-16,0 0-3 0,0 0-14 0,0 0-13 16,0 0-12-16,3 14-7 0,-3-14-11 0,1 8-6 15,-1-8-16-15,0 0-7 0,-2 13 6 0,2-13-3 16,-2 11-5-16,2-11-6 0,0 9-24 0,0-9-22 16,3 10-28-16,-3-10-37 0,0 7-29 0,0-7-38 15,0 0-39-15,1 7-39 0,-1-7-31 0,0 0-53 16,0 0-64-16,11 0-61 0,-11 0-294 0,13-4-777 15,-13 4 343-15</inkml:trace>
  <inkml:trace contextRef="#ctx0" brushRef="#br0" timeOffset="98851.37">9033 6451 88 0,'0'0'383'0,"-3"-9"11"15,3 9 10-15,-1-8-12 0,1 8-13 0,0 0-26 16,-3-8-36-16,3 8-27 0,0 0-38 0,0 0-22 15,0 0-28-15,-4-8-44 0,4 8-53 0,0 0-68 16,0 0-40-16,0 0-43 0,0 0-61 0,0 0-64 16,15 20-84-16,-8-10-65 0,-2-2-194 0,3 0-556 15,2 0 245-15</inkml:trace>
  <inkml:trace contextRef="#ctx0" brushRef="#br0" timeOffset="99554.2399">9168 6579 236 0,'0'0'425'16,"0"0"11"-16,0 0 11 0,0 0-12 0,0 0-7 16,0 0-16-16,5-14-19 0,-5 14-16 0,0 0-24 15,0 0-30-15,0 0-19 0,0 0-35 0,0 0-31 16,0 0-28-16,0 0-23 0,0 0-21 0,0 0-16 16,0 0-25-16,0 0-6 0,0 0-14 0,0 0-12 0,0 0-13 15,0 0-3-15,0 0-7 0,-8 22-15 16,7-18-21-16,1-4-15 0,0 13-21 0,0-13-24 15,0 11-14-15,0-11-14 0,0 9-13 0,0-9-10 16,1 8-4-16,-1-8 0 0,3 6 6 0,-3-6-1 16,5 7 10-16,-5-7 8 0,8 3 12 0,-8-3-9 15,10 0 10-15,-10 0 10 0,13-1 3 0,-13 1 4 16,15-6 3-16,-6 3 3 0,-1 0 2 0,-2 2 10 16,-1-6 9-16,4 6 11 0,-3-1 14 0,-6 2 2 15,11-7 7-15,-5 5 2 0,-6 2 0 0,10-5-3 0,-10 5 3 16,7-4-3-16,-7 4 1 0,6-2-4 0,-6 2-4 15,0 0-4-15,8-2-5 0,-8 2-2 16,0 0-3-16,0 0-1 0,10 0-3 0,-10 0-7 16,0 0 8-16,8 6-4 0,-8-6 3 0,7 7-3 0,0-5 1 15,-2 2 0-15,0 1 1 0,0-2-2 0,0 2 1 16,2-2 0-16,1 0 4 0,-1-1-8 0,3 1 1 16,1 0 9-16,1-3 0 0,-2-1-3 15,4-1 1-15,-2 2 2 0,2-7 0 0,1 1 4 0,2 0 11 16,-2-1 4-16,-2 1 12 0,-2-1 6 0,-2-1 0 15,2-2-13-15,-2 2 7 0,-3-3-4 0,3-1-6 16,1-3-7-16,-2 1 17 0,-3-1 4 0,-2 5-6 16,-1-2-5-16,-1 3-15 0,1-1 9 0,-2 3-9 15,0 7-5-15,-3-11 0 0,3 11-10 0,-2-8-2 16,2 8-1-16,-6-4-13 0,6 4 7 0,0 0 3 16,0 0 1-16,0 0-6 0,-16 11 6 0,13-6-2 15,3-5-1-15,-1 13 2 0,1-6 4 0,3 3-3 16,-1-3 5-16,3 3-8 0,0 0 9 0,0-1-5 15,2 1 2-15,3 0-3 0,-4 0 2 0,2-3-4 16,-2 1 4-16,2 2-4 0,-3-6 2 0,0 1-2 16,-1 1-1-16,1-1 2 0,-5-5-1 0,4 9-2 15,-1-5-1-15,-3-4-2 0,0 11-1 0,0-11 3 16,-5 9 2-16,1-6 1 0,-3 2-9 0,-3 0-25 16,0 2-30-16,-2-2-35 0,-2-3-39 0,1 2-41 15,-4 1-67-15,4-3-54 0,0 1-61 0,2-2-78 16,-2-1-361-16,13 0-867 0,-17-1 384 0</inkml:trace>
  <inkml:trace contextRef="#ctx0" brushRef="#br0" timeOffset="100241.83">10314 6579 246 0,'0'0'269'0,"0"0"-2"0,0 0-8 16,0 0-6-16,-1-10-5 0,1 10 7 0,0 0 2 16,0 0 13-16,-4-7-12 0,4 7 3 0,0 0-4 15,0 0 0-15,0 0-5 0,0-10-9 0,0 10-14 0,0 0-9 16,0 0-20-16,0 0-21 0,4-8-19 16,-4 8-17-16,5-5-14 0,-5 5-13 0,9-2-13 0,-9 2-14 15,11 0-8-15,-11 0-8 0,13-2-10 16,-13 2-15-16,16 3 1 0,-7-2-4 0,0 4-7 0,1-2-4 15,-1 2-8-15,-2 1-5 0,-1-2-2 0,2 2-3 16,-5-1-1-16,1 2-3 0,-2-2-5 0,0 4-8 16,-2-9 6-16,0 14 0 0,-3-7-6 15,-2 1 4-15,0-4-1 0,-3 3-5 0,-1-1 4 0,0-1-2 16,-2-2-1-16,-1 1-4 0,1-2 5 0,-3-1 1 16,3 0-2-16,-2-1 7 0,2 0-4 0,1-1-1 15,1-2 8-15,3 0 6 0,-2 1 0 0,3-3 5 16,5 5-3-16,-8-8 0 0,7 1-6 0,0-1-3 15,1 8-16-15,2-15-16 0,5 2-16 0,-2 3-29 16,4-2-28-16,5 1-44 0,0 0-44 0,5 2-46 16,-2 0-30-16,3-1-42 0,4 1-33 0,3 1-34 15,-8 2-296-15,3 1-722 0,-3 0 319 0</inkml:trace>
  <inkml:trace contextRef="#ctx0" brushRef="#br0" timeOffset="100538.63">10657 6386 118 0,'4'-9'259'0,"-2"4"20"15,-2 5 17-15,3-14 10 0,-2 8 13 0,-1-5 35 16,0 11-1-16,1-15 11 0,-1 8 14 0,0 7 7 16,-2-14 3-16,2 14-12 0,-3-10-4 0,3 10-29 15,-1-8-24-15,1 8-29 0,0 0-32 0,0 0-30 16,-1-7-25-16,1 7-19 0,0 0-25 0,0 0-14 16,0 0-16-16,0 0-5 0,0 0 17 0,-4 28 1 15,1-10-3-15,1 8-3 0,-1-1-4 0,2 5 3 16,-1-2-11-16,2 2-8 0,0 1-9 0,2 1-17 15,0-2-90-15,1 2 0 0,1-3 0 0,-2 4 0 16,1-2 0-16,2 1 0 0,-1 4 0 0,-2-4 0 16,0 0 0-16,0-1 0 0,-1 1 0 0,3-2 0 15,-1-4 0-15,-2-1 0 0,-1-7 0 0,0-3-136 16,0-2-104-16,3-2-41 0,-3 1-53 0,1-4-47 0,-2 0-35 16,1-8-41-16,1 10-35 0,-1-10-32 15,0 0-298-15,0 0-890 0,0 0 394 0</inkml:trace>
  <inkml:trace contextRef="#ctx0" brushRef="#br0" timeOffset="100741.7099">10583 6828 72 0,'-3'-6'434'16,"3"6"44"-16,-1-12 22 0,1 12 26 0,-2-9 4 16,1 2-18-16,1 7-17 0,-1-10-22 0,1 10-38 0,1-12-42 15,-1 12-39-15,4-9-33 0,0 4-38 0,2-1-26 16,1 1-35-16,1-2-15 0,3 0-26 15,0 2-37-15,2-1-40 0,2 1-36 0,-1 3-38 16,-2-3-54-16,1 3-32 0,1-1-53 0,-4 1-53 0,4-2-65 16,-4 2-69-16,-2 1-48 0,0 0-65 0,-1-2-57 15,-7 3-355-15,12-5-890 0,-12 5 393 0</inkml:trace>
  <inkml:trace contextRef="#ctx0" brushRef="#br0" timeOffset="101512.6">11702 6396 320 0,'0'0'457'0,"0"0"14"0,10-17-5 0,-7 12-5 16,-3 5-20-16,4-10-8 0,-4 10-19 0,2-9-5 16,0 4-16-16,-2 5-18 0,3-9-12 0,-3 9-13 15,4-7-21-15,-4 7-19 0,4-4-18 0,-4 4-26 16,0 0-36-16,0 0-28 0,4-7-21 0,-4 7-18 15,0 0-21-15,0 0-16 0,0 0-17 0,0 0-14 16,0 0-9-16,0 0-10 0,0 0-7 0,6 19-6 16,-2-9-7-16,0 2-13 0,-2 0-43 0,2 4 0 15,1 0 0-15,-3 2 0 0,-1-2 0 0,0 2 0 16,3 1 0-16,0-1 0 0,-4 1 0 0,2 0 0 16,0 0 0-16,-1-1 0 0,2-2 0 0,-2 1 0 15,0-1 0-15,4-2 0 0,-3-1-37 0,0-2-48 16,3 0 7-16,2 0 7 0,0-1 6 0,0-2 16 0,3 1-2 15,0-5 8-15,-1 1 6 0,0-2 6 16,2 2 3-16,-2-2 11 0,0-3 16 0,3-5 15 16,-3 2 13-16,-3 2 20 0,2-4 0 0,0-1 14 15,-1-1-2-15,1 1-4 0,-2-4 0 0,2 1-3 0,-6 1 14 16,2-1-2-16,-1-1-18 0,-3 3-46 0,2 0 0 16,-2 7 0-16,-2-14 0 0,-1 8 0 0,3 6 0 15,-4-14 0-15,-1 7 0 0,-3 0 0 0,0 1 0 16,3 2 0-16,-5-1 0 0,3 2 0 0,-2-1 0 15,1 0 0-15,0 1 0 0,8 3 0 0,-13-1-93 16,13 1-49-16,-11 1-37 0,11-1-38 0,-12 0-35 16,12 0-40-16,-9 4-18 0,5 0-9 0,4-4-6 15,-2 6-2-15,2-6-12 0,0 0-16 0,3 13-18 16,-3-13 1-16,8 6-8 0,-4-3-273 0,1 1-708 16,-5-4 314-16</inkml:trace>
  <inkml:trace contextRef="#ctx0" brushRef="#br0" timeOffset="102293.66">12194 6587 115 0,'0'0'384'16,"0"0"13"-16,4-4 9 0,-4 4 6 0,0 0-1 15,0 0-9-15,5-6-10 0,-5 6-23 0,5-7-27 16,-5 7-22-16,0 0-25 0,0 0-33 0,5-5-27 15,-5 5-23-15,6-3-23 0,-6 3-22 0,6-2-16 16,-6 2-20-16,0 0-17 0,15 3-5 0,-15-3-18 16,7 5-8-16,-1-1-13 0,-2 0-6 0,-4-4-10 15,5 11-2-15,0-7-8 0,-3 9-5 0,0-7-5 16,0 1-6-16,-2 2-2 0,0-9-3 0,-4 12-6 16,2-3-3-16,-4-1-13 0,2-3-8 0,-3 5-3 15,1-6-12-15,-5 2-3 0,0-2-10 0,1 2-6 0,-3-1-6 16,4-3-3-16,0 0 6 0,3 0 10 0,6-2 7 15,-15-2 3-15,15 2 8 0,-13-1 14 16,9-1 15-16,4 2 9 0,-7-11 10 0,5 6 8 16,2 5 5-16,-1-13-3 0,1 13 7 0,5-18 4 0,-3 14-3 15,5-6 0-15,-2 2-2 0,1 0-6 0,-3 2-5 16,5-1-1-16,-2 3-5 0,0 0-4 0,-2 0-5 16,-4 4-3-16,9-7-2 0,-4 5-6 15,-5 2 3-15,10-2-5 0,-10 2-7 0,11 0 1 0,-11 0 3 16,10 4-6-16,-4-3 3 0,-6-1 3 0,10 6-4 15,-3-1-2-15,-1 1 0 0,-2-1 2 0,6 2-2 16,-3 2-1-16,-1-3 1 0,3 0-2 0,-3 1 0 16,2 0-5-16,1 0 0 0,1-3 1 0,-2 1 1 15,3-1 6-15,1 0 0 0,-1-4-7 0,2 2 13 16,1-4-5-16,3-1 3 0,1-3-1 0,3-1-3 16,-1-1 4-16,-2-2-2 0,2 2 3 0,-4-3-1 15,0-2 5-15,-1 1-3 0,-2 1 1 0,2-6 1 16,-4 5-1-16,2-2 2 0,-6 3-4 0,-1 1 3 15,1 0-2-15,-3 0-1 0,-1 3-3 0,-3 0-3 16,0 7-4-16,0-11-3 0,0 11 0 0,-3-8-2 16,3 8-11-16,0 0 4 0,-13 0-4 0,13 0-7 15,-11 6-5-15,0 0-4 0,6 0 0 0,1 0-2 16,-1 2 2-16,4 0 2 0,-2 4 3 0,3-4 3 16,0 1 2-16,0 1 4 0,3-1 5 0,-2-2 4 15,4 1-2-15,-1 0 3 0,3-1-1 0,4 1 4 16,-2 0 0-16,-4-4 1 0,3 3 2 0,-3-1-2 15,2-1-1-15,-3 1 2 0,3-1 0 0,-5-1 2 16,6 2-4-16,-6-4 3 0,-2-2-2 0,4 10-1 16,-1-6-2-16,-3-4 1 0,1 10 6 0,-1-10 5 0,-4 8-2 15,4-8-2-15,-10 8-8 0,6-5-19 16,-6 2-27-16,0-3-35 0,-3 2-30 0,4-1-39 16,-2-1-34-16,-1 0-18 0,2-2-23 0,-3 0-15 15,7 0-23-15,6 0-41 0,-15 0-41 0,8-4-303 0,7 4-713 16,-8-7 316-16</inkml:trace>
  <inkml:trace contextRef="#ctx0" brushRef="#br0" timeOffset="102621.7099">12947 6497 143 0,'2'-11'451'0,"-2"11"19"0,0-15 16 16,-2 9 0-16,2 6-13 0,-2-13-15 0,-1 7-14 16,3 6-9-16,-2-10-7 0,2 10-23 0,-2-7-30 15,2 7-23-15,0 0-32 0,0-8-42 0,0 8-33 16,0 0-30-16,0 0-23 0,0 0-22 0,0 0-19 16,0 0-19-16,0 0-9 0,0 0-12 0,0 0-10 15,0 30-1-15,0-18-21 0,0 2-4 0,0 1-13 16,2 2-5-16,0 0-4 0,-2 1-6 0,0-2-2 15,3 1-10-15,-3-3-24 0,0 0-23 0,0 4-27 16,0-7-35-16,0 0-28 0,0-1-46 0,0 0-46 16,0 1-56-16,0-2-44 0,0 1-46 0,0-4-44 15,0-6-42-15,0 11-32 0,0-11-51 0,7 5-288 16,-7-5-862-16,6 2 381 0</inkml:trace>
  <inkml:trace contextRef="#ctx0" brushRef="#br0" timeOffset="102996.62">13086 6583 138 0,'5'-6'295'16,"-1"-1"15"-16,1 3 15 0,0 0 13 0,-5 4 10 16,6-10-2-16,-2 7-3 0,-4 3-6 0,5-6-6 15,-5 6-3-15,4-6-13 0,-4 6 5 0,0 0-28 16,5-5-26-16,-5 5-27 0,0 0-26 0,0 0-26 16,0 0-21-16,0 0-18 0,0 0-20 0,0 0-11 15,0 0-12-15,0 0-9 0,0 0-18 0,0 0 4 16,-16 23-9-16,10-15-8 0,-1-1-6 0,-2 2-5 0,0-3-4 15,2 3-7-15,-5-4-4 0,6 1-2 16,-3 1-13-16,3-4-3 0,1-1 0 0,-2 2-19 16,2 1 4-16,5-5 1 0,-6 3-6 0,6-3 0 15,-7 5-7-15,7-5 9 0,0 0-3 0,0 0-1 0,-4 4 0 16,4-4-3-16,0 0 6 0,0 0-5 0,0 0 4 16,0 0-5-16,0 0 6 0,0 0-7 15,11 14 5-15,-5-10-2 0,1-1 1 0,3 3-1 16,-2-3 3-16,1 2-2 0,1 1-4 0,-1-3-14 15,1 0-11-15,2 4-29 0,-3-2-20 0,-1-3-29 0,4 2-40 16,-5-1-34-16,2 0-47 0,-3-2-33 16,4-1-37-16,-10 0-50 0,13 0-60 0,-7 2-40 15,-6-2-226-15,0 0-731 0,21-3 325 0</inkml:trace>
  <inkml:trace contextRef="#ctx0" brushRef="#br0" timeOffset="103418.39">13306 6640 40 0,'12'0'338'0,"-12"0"2"0,0 0-8 0,0 0-3 15,0 0-21-15,0 0-23 0,7 1-23 0,-7-1-33 16,0 0-9-16,0 0-21 0,0 0-19 0,0 0-24 16,0 0-13-16,0 0-16 0,0 0-11 15,0 0-18-15,0 0-2 0,0 0-9 0,0 0-11 0,10 4-4 16,-10-4-6-16,0 0-9 0,10 2 5 0,-3-1-12 15,-7-1 10-15,0 0-16 0,19 0-5 0,-19 0-4 16,18 0 6-16,-7 0 4 0,1-3 3 0,-1 0 0 16,-2 1 3-16,0 0 12 0,-2-1 3 15,-7 3-6-15,11-3 16 0,-5 0 3 0,-6 3-2 0,8-5 2 16,-8 5-10-16,4-5-4 0,-4 5-15 0,0 0-1 16,0-7-11-16,0 7-6 0,0 0-1 0,-12-10-5 15,6 7-9-15,6 3-5 0,-11-1-9 0,2 1-2 16,9 0-4-16,-20 0-8 0,9 3-10 0,-3 0-1 15,5 1 0-15,-2 1-20 0,2 1-8 0,0-1 9 16,0 0-35-16,4 1 10 0,-2 1-9 0,5-1 0 16,0 1-17-16,0 0-6 0,0 1-3 0,2 1 4 15,0-9 3-15,6 14 0 0,-2-8 1 0,4 1-4 16,3-1-11-16,0 2-11 0,3-2-14 0,3-2-12 16,4 2-14-16,1-2-20 0,-2 0-9 0,9-4-12 15,3-3-17-15,-3-3-24 0,2-1-195 0,-4 1-472 16,1-2 209-16</inkml:trace>
  <inkml:trace contextRef="#ctx0" brushRef="#br0" timeOffset="103746.45">13881 6432 190 0,'-6'-10'421'15,"4"5"7"-15,2 5 13 0,-10-7 0 0,6 4-11 16,4 3-19-16,-5-7-20 0,5 7-29 0,-6-6-19 15,6 6-27-15,0 0-33 0,-3-4-30 0,3 4-37 16,0 0-15-16,0 0-22 0,0 0-20 0,0 0-17 16,0 0-11-16,0 0-12 0,-8 19-9 0,5-10-6 15,3 5 0-15,-2-2-7 0,2 0-6 0,-1 5-6 16,1-1-7-16,0 3-7 0,1-3-5 0,1 1-5 16,-2 0-10-16,0 1-5 0,3-3-2 0,-1 2-4 15,0 1-5-15,3-3-6 0,-1 1 4 0,-4 0-7 16,4-4-2-16,-4 0 1 0,4-1-9 0,-3 0-14 15,1-2-12-15,-2 0-17 0,2-2-17 0,-2-7-21 16,5 8-21-16,-3-4-17 0,-2-4-15 0,3 9-20 16,-3-9-38-16,6 4-61 0,-6-4-57 0,11 1-44 15,-5 0-45-15,-6-1-57 0,14-5-333 0,-9 2-838 16,-5 3 372-16</inkml:trace>
  <inkml:trace contextRef="#ctx0" brushRef="#br0" timeOffset="103949.52">13758 6627 205 0,'-9'0'510'0,"9"0"13"0,0 0 17 15,-9-3-9-15,9 3-17 0,0 0-15 0,-7-5-32 16,7 5-36-16,0 0-54 0,0 0-41 0,20-11-29 16,-6 8-30-16,8 0-34 0,5-1-26 0,2 2-23 15,1 0-15-15,3-1-42 0,-1-1-42 0,-3 4-58 16,0-2-57-16,-6 0-64 0,-5 2-66 0,2-3-78 15,-3 3-89-15,-3 0-92 0,-1-1-101 0,-1-1-308 0,-12 2-884 16,15-7 392-16</inkml:trace>
  <inkml:trace contextRef="#ctx0" brushRef="#br0" timeOffset="138831.34">940 7522 82 0,'0'0'338'0,"0"0"-7"0,0 0 3 16,0 0-3-16,0 0-2 0,0 0 3 0,0 0 4 15,0 0 2-15,0 0 2 0,0 0-5 0,0 0-1 0,0 0-9 16,0 0-8-16,0 0 1 0,0 0-21 16,0 0-2-16,0 0-18 0,0 0-27 0,0 0-7 15,0 0-5-15,0 0-22 0,0 0-25 0,0 0-22 16,0 0-18-16,0 0-13 0,0 0-20 0,0 0-5 0,0 0-22 16,0 0-16-16,0 0-7 0,0 0-7 15,0 0-14-15,0 0-2 0,0 15-3 0,0-15 3 16,0 15-9-16,-5-6-14 0,5 3 8 0,-1 2-1 15,-3 2 0-15,0 1-4 0,0 1-4 0,-1 0-3 16,-1 8-12-16,-2-7 10 0,0-2-8 0,1 9 4 0,-5-3-4 16,6-6 0-16,-3 0 2 0,9-17 4 0,-17 33-21 15,17-33-11-15,-14 30 4 0,14-30-13 0,-11 25-21 16,11-25 0-16,0 0-1 0,-14 30-6 16,14-30 1-16,0 0-3 0,-9 27-9 0,9-27-13 15,0 0-10-15,0 0-12 0,0 0-19 0,-6 28-22 0,6-28-23 16,0 0-28-16,0 0-26 0,0 0-37 0,0 0-53 15,0 0-66-15,6 15-82 0,-2-19-416 0,-4 4-945 16,0 0 418-16</inkml:trace>
  <inkml:trace contextRef="#ctx0" brushRef="#br0" timeOffset="139284.37">946 7606 313 0,'0'0'458'0,"5"-11"-15"0,-3 7-7 0,0-3-6 16,-2 7-10-16,3-11-15 0,0 7-11 0,-3 4-19 16,1-12-12-16,1 7-20 0,-2 5-17 0,7-10-15 15,-5 6-27-15,-2 4-16 0,3-10-17 0,-3 10 1 16,2-7-18-16,-2 7-22 0,0 0-29 0,2-7-1 15,-2 7-23-15,0 0-28 0,0 0-10 0,5-6-22 16,-5 6 0-16,0 0-11 0,0 0-23 0,0 0 5 16,0 0-10-16,0 0-14 0,0 0-7 0,6 19 1 15,-4-8-9-15,0 1 3 0,-1 3-6 0,2 3-2 16,1 0-5-16,-2-2 7 0,0 5-11 0,1 4 4 16,-3-6 3-16,3 6-13 0,-3-5 11 0,1-1-12 15,-1 0 2-15,0 0-6 0,2 1-6 0,-4 0 0 16,2-3 0-16,0 0 0 0,0 0 0 0,0-3 0 15,0-4 0-15,2 1 0 0,-2 0 0 0,0 0 0 16,2-2 0-16,-2-2 0 0,2 1 0 0,1-2 0 16,-3-6 0-16,3 9-40 0,-2-2-26 0,-1-7-25 15,5 7-19-15,-5-7-26 0,4 7-25 0,-4-7-23 16,0 0-31-16,5 8-44 0,-5-8-48 0,0 0-49 16,0 0-55-16,0 0-38 0,11-22-48 0,-11 15-322 15,0 7-886-15,-1-16 393 0</inkml:trace>
  <inkml:trace contextRef="#ctx0" brushRef="#br0" timeOffset="139503.07">852 7809 112 0,'0'0'512'0,"-7"-4"7"0,7 4 6 0,0 0-3 15,0 0-24-15,-7-6-24 0,7 6-33 0,0 0-18 16,0 0-29-16,0 0-31 0,0 0-48 0,-6-10-22 15,6 10-36-15,0 0-40 0,0 0-43 0,16-4-36 16,-6 4-48-16,-1 0-52 0,3 2-59 0,-12-2-58 16,24 2-57-16,-5-2-57 0,-1 2-64 0,-5 1-54 15,6-2-60-15,-2 0-67 0,-1-1-313 0,-3-1-811 16,6 1 359-16</inkml:trace>
  <inkml:trace contextRef="#ctx0" brushRef="#br0" timeOffset="139893.6">1192 7804 25 0,'0'0'434'16,"0"0"-3"-16,0 0-13 0,0 0-22 0,0 0-22 16,0 0-28-16,0 0-31 0,0 0-28 0,17-3-28 15,-17 3-28-15,0 0-26 0,12 3-24 16,-12-3-15-16,8 5-20 0,-8-5-10 0,11 9-20 15,-5-3-12-15,0 1-9 0,0 0-9 0,-1 1-9 16,-1 2-9-16,0 0-6 0,-1-2-6 0,2 1-5 0,-3 2-14 16,1-4-2-16,-3-7-17 0,0 18-24 0,1-10 9 15,-1-8-9-15,-1 11-5 0,1-11-7 16,-3 11 2-16,3-11 7 0,0 0-14 0,-2 13 15 16,2-13 8-16,0 0 4 0,0 0 30 0,0 0 17 15,2 8 3-15,-2-8 13 0,0 0-2 0,0 0 10 16,0 0 1-16,11-27-5 0,-2 16-11 0,-3 0-6 0,2 3-7 15,2-3-7-15,0 0-2 0,-1 2-3 16,2 1-10-16,6-2-16 0,-4-1-13 0,-5 5-29 16,4 2-28-16,1-1-38 0,-2 1-38 0,3 2-56 15,-2-2-56-15,-12 4-58 0,22-4-51 0,-12 5-61 16,-10-1-249-16,21 3-724 0,-21-3 321 0</inkml:trace>
  <inkml:trace contextRef="#ctx0" brushRef="#br0" timeOffset="140362.24">1523 7921 63 0,'0'0'478'16,"0"0"-11"-16,0 0-5 0,0 0-18 0,0 0-22 16,0 0-29-16,0 0-28 0,0 0-27 0,0 0-31 15,0 0-33-15,0 0-27 0,0 0-26 0,0 0-19 16,0 0-26-16,0 0-16 0,0 0-18 0,0 0-12 15,0 0-15-15,0 0-14 0,0 0-12 0,0 0-10 16,0 0-12-16,0 0-5 0,0 0-11 0,0 0 0 16,0 0-5-16,0 0-9 0,0 0-1 0,32-12 1 15,-32 12-3-15,14 1 1 0,-14-1-5 0,23 2-1 16,-13-2-5-16,3-2 4 0,1-1-8 0,-1 1-1 16,-1-2 2-16,-1 1 0 0,3-1-4 0,-3-3 1 15,1 2-2-15,-2-2-3 0,0 1-3 0,-2-1 4 16,0 1-3-16,-2-1 8 0,-6 7 7 0,8-13-3 15,-8 13-2-15,5-9-3 0,-5 9-3 0,0 0-11 16,-2-10 3-16,2 10 0 0,0 0-6 0,-7-12 2 16,7 12 2-16,-14-4-7 0,14 4 0 0,-13-1 2 15,13 1-4-15,-19 2-4 0,9 1-3 0,1 1 9 16,-2 3-1-16,1-1 2 0,2 3-2 0,-2-1 0 16,3 0 1-16,-5 5-1 0,7-4 2 0,0 0 3 15,1 0-12-15,-2 2-9 0,3-3-7 0,3-8-14 16,4 21-13-16,0-11-19 0,1-1-6 0,2 1-17 15,0-3-9-15,4 0-21 0,1-1-16 0,1-1-10 16,5-1-13-16,-2 0-23 0,2-2-22 0,1-1-23 16,2-1-32-16,0-5-37 0,-1 3-44 0,1-5-307 15,0 3-707-15,-3 0 313 0</inkml:trace>
  <inkml:trace contextRef="#ctx0" brushRef="#br0" timeOffset="140862.13">2025 7872 188 0,'0'0'443'0,"0"0"-11"0,0 0-12 0,9-5-14 15,-9 5-20-15,0 0-21 0,8-4-31 16,-8 4-32-16,0 0-23 0,10-6-26 0,-10 6-24 16,0 0-24-16,0 0-24 0,10-4-17 0,-10 4-13 15,0 0-20-15,11 0-16 0,-11 0-11 0,0 0-12 0,0 0-15 16,16 4-4-16,-16-4-11 0,9 7-6 0,-5-2-8 15,-4-5-10-15,11 11 5 0,-8-4-10 16,-3-7-3-16,5 12-6 0,-5-5-6 0,0-7-6 16,0 14-5-16,0-14-2 0,-3 18-10 0,1-11-8 15,2-7-7-15,-14 12-13 0,6-5-3 0,-2-1-5 0,-1 0 10 16,-1-2 3-16,2 0 0 0,-3-3 6 0,4 3-2 16,9-4 9-16,-17 2 15 0,17-2 15 0,0 0 17 15,-18-4 22-15,18 4 18 0,-10-7 21 16,10 7 10-16,-4-12-1 0,4 12 0 0,2-13-1 15,-2 13-8-15,6-20-4 0,-1 11-9 0,0 0-12 16,1 1-11-16,-6 8-7 0,11-11-5 0,-4 7-5 0,-7 4-7 16,15-7-6-16,-8 5-4 0,-7 2-3 15,17-2-1-15,-17 2-8 0,15 2 3 0,-5 2-5 16,-2-1 2-16,1 3-3 0,0-3 1 0,-3 2-1 16,2 2-4-16,0 0 2 0,1 0 0 0,-3 0-4 15,-1-3 3-15,0 3 0 0,1 0-2 0,-6-7 1 16,10 12 2-16,-1-5 0 0,-4-2-2 0,1 0 1 0,-6-5-4 15,12 10-19-15,-8-6-28 0,3 1-34 16,-7-5-34-16,0 0-51 0,18 6-45 0,-18-6-90 16,0 0-81-16,23-11-107 0,-23 11-355 0,11-13-912 15,-11 13 404-15</inkml:trace>
  <inkml:trace contextRef="#ctx0" brushRef="#br0" timeOffset="141408.87">2929 7536 442 0,'0'0'504'0,"0"0"-9"16,0 0-5-16,0 0-22 0,0 0-26 0,0 0-23 15,0 0-33-15,6-2-29 0,-6 2-41 0,0 0-27 16,0 0-29-16,0 0-31 0,0 0-20 0,0 0-22 15,0 0-20-15,0 0-18 0,0 0-11 0,-11 18-18 16,11-18-8-16,-8 13-14 0,3-5-9 0,-2 2-13 16,1 6 2-16,2-3-22 0,-4 2 7 0,5-4-12 15,-4 1-15-15,4-2-31 0,-1 4-38 0,4 1-45 16,-3-2-51-16,2-5-55 0,3 4-46 0,1-2-61 16,1 2-61-16,2 0-74 0,-1-3-55 0,2 1-274 15,2-1-817-15,1 1 362 0</inkml:trace>
  <inkml:trace contextRef="#ctx0" brushRef="#br0" timeOffset="142049.34">3166 7876 434 0,'0'0'547'0,"7"-4"15"16,-7 4 6-16,2-8-13 0,-2 8-20 0,4-7-8 0,-4 7-29 15,2-8-4-15,-2 8-24 0,2-6-23 16,-2 6-26-16,0 0-30 0,1-9-28 0,-1 9-38 16,0 0-31-16,0 0-32 0,4-6-26 0,-4 6-23 15,0 0-164-15,0 0-49 0,0 0 0 0,0 0 0 0,0 0 0 16,0 0 0-16,0 0 0 0,0 0 0 0,0 0 0 16,0 0 0-16,-10 18 0 0,6-9 0 15,-1-1 0-15,1 1 0 0,-1 1 0 0,-1 2 0 16,1-5 0-16,-1 5 0 0,1-1 0 0,-1-1 0 0,1 1 0 15,-2-4 0-15,4 3 0 0,-1-2 0 0,1-2 0 16,1 0 0-16,2-6 0 0,-6 12 0 16,4-8-61-16,2-4-71 0,-1 8 18 0,1-8 9 15,0 0 15-15,-2 8 17 0,2-8 0 0,0 0 13 0,0 0 7 16,0 0 19-16,0 0 18 0,0 0 7 0,0 0 9 16,17-22 12-16,-12 15 10 0,3-5 9 0,-2-2 6 15,6 0 5-15,-3-2 6 0,-1-1 3 0,0 1 11 16,0 0-1-16,1-1 0 0,-2 1 7 0,-1 1 14 15,1 2 2-15,-3-3-2 0,2 5-5 0,-2 1-77 16,0 2 0-16,1-1 0 0,-2 3 0 0,-1 1 0 16,1-1 0-16,-3 6 0 0,1-7 0 0,-1 7 0 15,4-9 0-15,-4 9 0 0,0 0 0 0,5-4 0 16,-5 4 0-16,0 0 0 0,0 0 0 0,0 0 0 16,0 0 0-16,0 0 0 0,0 0 0 0,5 23 0 15,-6-12 0-15,2 1 0 0,-1-2 0 0,0 7 0 16,4-2 0-16,-3-3 0 0,-1 1 0 0,2-1 0 15,0 4 0-15,1-2 0 0,-2-3 0 0,0 1 0 16,1 2 0-16,0-2 0 0,1-1 0 0,3-2 0 16,-3 3 0-16,0-3 0 0,3 0 0 0,-4 1 0 15,3-2-36-15,-2-3-178 0,0 0-25 0,-3-5-12 16,3 7-2-16,-3-7-24 0,7 4-39 0,-7-4-36 16,0 0-23-16,0 0-31 0,0 0-24 0,0 0-23 15,2-20-313-15,-2 20-828 0,-5-17 367 0</inkml:trace>
  <inkml:trace contextRef="#ctx0" brushRef="#br0" timeOffset="142252.43">3182 7898 13 0,'0'0'347'0,"0"0"23"16,0 0 38-16,-9 2 15 0,9-2 12 0,0 0 12 16,0 0 3-16,0 0-8 0,0 0-11 0,0 0-15 15,0 0-16-15,0 0-35 0,0 0-34 0,0 0-40 16,0 0-21-16,0 0-30 0,0 0-24 0,0 0-27 15,0 0-39-15,0 0-39 0,0 0-37 0,25-6-58 16,-14 6-54-16,0-3-59 0,-1 3-58 0,2-2-72 0,6-2-76 16,-2 0-64-16,3 1-70 0,2 0-74 15,-3-1-273-15,2-3-848 0,1 1 375 0</inkml:trace>
  <inkml:trace contextRef="#ctx0" brushRef="#br0" timeOffset="142486.74">3547 7677 284 0,'7'-4'446'0,"-7"4"0"0,6-2-18 15,-6 2-18-15,9-5-27 0,-9 5-28 0,9 0-23 16,-9 0-25-16,11-2-27 0,-11 2-18 16,12 0-24-16,-12 0-20 0,9 7-15 0,-5-5-17 15,-4-2-20-15,9 7-12 0,-6-3-18 0,0 1-13 0,-3-5-12 16,3 13-12-16,-2-7-8 0,-1 4-11 0,-1 0-19 15,-1-1-37-15,-3 0-40 0,1 2-53 0,-2-1-58 16,1 0-67-16,-2 0-65 0,1-1-79 16,-2 0-84-16,-2-1-311 0,3 0-795 0,0 1 352 15</inkml:trace>
  <inkml:trace contextRef="#ctx0" brushRef="#br0" timeOffset="142986.63">4370 7789 197 0,'4'-5'451'0,"-4"5"12"16,7-10-1-16,-5 3-10 0,-2 7-8 0,5-9-5 15,-5 9-5-15,1-11-19 0,-1 11-5 0,-1-10-37 16,1 10-20-16,-1-9-13 0,1 9-30 0,-3-9-24 16,3 9-25-16,-3-7-30 0,3 7-26 0,0 0-17 15,-7-5-23-15,7 5-7 0,-6-3-32 0,6 3-8 16,0 0-4-16,-14 5-15 0,7-1-15 0,2 1-4 15,0 5-9-15,-3-1-10 0,1 6-4 0,2 3-5 16,-1 1-9-16,3 6 7 0,-3 0-7 0,4 0-1 16,-6 2-11-16,8 1 4 0,-1-1-7 0,1 0-8 15,-1 1-20-15,0-1 0 0,-1-2 0 0,2 0 0 16,0-1 0-16,0-5 0 0,0 1 0 0,0-1 0 16,2-3 0-16,-2 1 0 0,0-3 0 0,1-3-26 15,-1 2-46-15,2-3-10 0,-2 1-15 0,4-2-10 16,-4-3-22-16,0 2-25 0,0-8-21 0,1 10-25 15,-1-10-17-15,2 7-12 0,-2-7-14 0,0 0-4 16,2 7-11-16,-2-7-28 0,0 0-39 0,0 0-33 16,0 0-37-16,0 0-14 0,0 0-288 0,0 0-756 15,0 0 335-15</inkml:trace>
  <inkml:trace contextRef="#ctx0" brushRef="#br0" timeOffset="143205.31">4149 8143 35 0,'-5'-6'423'0,"5"6"26"0,-5-6 12 0,5 6 15 16,0 0 6-16,-5-7 0 0,5 7-5 0,0 0-7 16,0 0-11-16,-4-7-28 0,4 7-19 0,0 0-33 15,0 0-38-15,0 0-28 0,0 0-39 0,0 0-26 0,5-15-27 16,1 13-40-16,-6 2-40 0,12-7-46 16,-2 2-43-16,3 2-50 0,0 0-60 0,5-4-47 15,1 3-54-15,1-1-53 0,2 1-55 0,-3-1-45 16,11-2-42-16,-9 1-48 0,9 2-43 0,-2 1-31 0,-9-2-277 15,1 1-815-15,0 1 361 0</inkml:trace>
  <inkml:trace contextRef="#ctx0" brushRef="#br0" timeOffset="143534.65">4553 8000 51 0,'0'0'284'0,"0"0"20"0,0 0 25 0,0 0 30 15,0 0 36-15,8-2 16 0,-8 2 20 0,0 0 11 16,0 0 10-16,0 0 2 0,0 0-14 0,0 0-14 0,9-3-24 0,-9 3-30 0,0 0-26 15,0 0-29-15,0 0-42 0,10-1-21 0,-10 1-22 16,0 0-30-16,0 0-23 0,0 0-18 0,11 1-17 16,-11-1-18-16,12 5-17 0,-6 0-9 0,-1 0-12 15,2 2-15-15,-2-2-40 0,-1 3-33 0,2 1 0 16,-3-1 0-16,-1-1-17 0,-2 1-45 0,1 1-14 16,-3 1-11-16,-2-4-9 0,-1 2-14 0,-3-1-2 15,-1-1-8-15,-1 0-14 0,-3-3-6 0,2 0-8 16,-4 0-2-16,2-3 14 0,-1 1 11 0,2-2 10 15,1-1 13-15,1-2 13 0,2 1 11 0,3 0 6 16,-2-2 8-16,5-1 7 0,2 6 3 0,-2-16 6 16,2 16-7-16,7-13 10 0,-3 4-6 0,2 0-13 15,2 0-18-15,2 2-33 0,1-1-34 0,0 1-29 16,5-1-23-16,-3 5-27 0,0 1-25 0,0-1-27 16,1 2-26-16,-2 1-26 0,0 0-17 0,-1 1-204 15,-2 0-597-15,0 1 265 0</inkml:trace>
  <inkml:trace contextRef="#ctx0" brushRef="#br0" timeOffset="143862.69">4708 8028 215 0,'0'0'286'0,"0"0"31"0,0 0 22 0,0 0-7 15,0 0 4-15,7 0-7 0,-7 0-11 0,0 0-11 16,0 0-16-16,13-6-14 0,-13 6-12 0,6-3-18 16,1-1-20-16,-7 4-21 0,10-3-22 0,-4 1-18 0,-6 2-17 15,18 1-18-15,-9 2-11 0,3-2-11 16,-3 4-17-16,-3-2-7 0,6 1-8 0,-5 1-14 15,1 1-9-15,-4 0-1 0,0 0-6 0,1-2-6 16,0 5-4-16,-3-4-18 0,0 1-20 0,0 2-16 16,-2-8-8-16,-2 12-3 0,2-12-2 0,-2 11-1 15,-1-7 3-15,3-4 1 0,-4 8 4 0,4-8 2 16,-6 4 11-16,6-4 24 0,-6 4 29 0,6-4 29 16,0 0 20-16,0 0 12 0,0 0 19 0,-4-17 4 15,4 17 1-15,6-19-14 0,-2 10-15 0,6-6-9 0,0 3-8 16,1-2-16-16,3 0 2 0,-2 1-8 0,3 1-9 15,-1 1-23-15,-1 3-24 0,-1 3-37 0,-1 0-42 16,1 0-60-16,-5 2-34 0,4-1-66 16,-3 2-68-16,0 1-58 0,-8 1-69 0,13 1-59 0,-13-1-281 15,0 0-832-15,13 3 369 0</inkml:trace>
  <inkml:trace contextRef="#ctx0" brushRef="#br0" timeOffset="144440.68">5685 7901 297 0,'0'0'367'15,"2"-10"-1"-15,-2 2 11 0,0 8-3 0,0-11 21 0,0 11 7 16,0-16-10-16,-4 7-5 0,2 3-17 0,-1-2-4 16,-1 0-14-16,0 2-8 0,0-2-6 0,4 8-9 15,-2-8-32-15,2 8-13 0,-3-8-35 0,3 8-28 16,0 0-24-16,-1-7-30 0,1 7-18 0,0 0-34 16,0 0-1-16,0 0-16 0,0 0-1 0,0 0-9 15,0 0-9-15,-5 31-4 0,3-14-1 0,0 3-1 16,0 7 0-16,-2 0-2 0,1 1-3 0,0 1-1 15,1-2-8-15,-2 1-39 0,1-2-20 0,-1-1 0 16,1 0 0-16,0 1 0 0,-2-7 0 0,1 1 0 16,0 4 0-16,1 1 0 0,-1-6 0 0,1 0 0 15,1-2 0-15,0-4 0 0,0-1 0 0,0-1 0 16,2-1 0-16,0-2-67 0,0 1-100 0,0-9-34 16,2 15-37-16,-1-12-30 0,-1-3-28 0,4 8-36 15,-4-8-37-15,5 2-42 0,-5-2-46 0,0 0-26 16,0 0-334-16,9-13-886 0,-8 4 392 0</inkml:trace>
  <inkml:trace contextRef="#ctx0" brushRef="#br0" timeOffset="144643.76">5472 8167 273 0,'0'0'389'0,"-8"-7"33"16,8 7 25-16,-7-6 24 0,1 2 14 0,1-1 1 15,5 5-11-15,-6-6-15 0,6 6-16 0,-5-4-19 0,5 4-22 16,-8-5-39-16,8 5-28 0,-5-5-35 0,5 5-32 15,0 0-26-15,-4-5-29 0,4 5-29 0,0 0-40 16,0 0-45-16,8-9-55 0,1 5-53 16,0 2-49-16,8-3-62 0,2 2-50 0,2-1-60 0,9-2-53 15,-4 0-38-15,1 2-38 0,2 0-34 0,-9 0-39 16,2 0-27-16,4-2-303 0,-6 3-822 0,1-3 364 16</inkml:trace>
  <inkml:trace contextRef="#ctx0" brushRef="#br0" timeOffset="144893.7">5823 7978 94 0,'3'-7'119'0,"-3"7"48"15,4-12 42-15,-4 5 37 0,2 1 32 0,-2 6 31 16,3-12 32-16,-2 5 19 0,-1 7 18 0,-4-14 15 16,4 14 5-16,3-12 7 0,-3 7 3 0,0 5-3 15,1-9 9-15,-1 9-8 0,0 0-8 0,1-10-16 16,-1 10-22-16,0 0-23 0,0 0-33 0,3-6-31 16,-3 6-28-16,0 0-30 0,0 0-20 0,0 0-43 15,0 0-152-15,0 0 0 0,0 0 0 0,0 0 0 16,0 0 0-16,0 29 0 0,1-19 0 0,-2 1 0 15,-2 6 0-15,3 1 0 0,-1-1 0 0,1-1 0 16,-1 1 0-16,-4-1 0 0,4-3 0 0,-2-1 0 16,0 0 0-16,3-2 0 0,-2 2 0 0,-1-4-30 15,2 3-331-15,1-4-49 0,0-7-40 0,0 12-48 16,3-7-52-16,0 1-432 0,-3-6-1065 0,13 5 471 16</inkml:trace>
  <inkml:trace contextRef="#ctx0" brushRef="#br0" timeOffset="145690.37">6033 8044 268 0,'0'0'413'0,"6"-3"13"0,-6 3-2 16,0 0 0-16,0 0-12 0,7-4-15 0,-7 4-14 16,0 0-22-16,0 0-23 0,0 0 0 0,0 0-30 15,0 0-28-15,6-5-34 0,-6 5-16 0,0 0-33 0,0 0-20 16,0 0-21-16,0 0-21 0,13 3-9 0,-13-3-13 15,8 4-15-15,-1 1-6 0,-2-4-15 0,0 4-7 16,1-1-8-16,-1 1-7 0,0 1-7 16,0-3-3-16,-1 3-15 0,-4-6-11 0,2 11-15 0,-1-5-9 15,-1-6-11-15,0 12-14 0,0-12-6 0,-5 13-7 16,-2-6-10-16,-1-2-14 0,0 2-10 0,-4-2-15 16,-1 1-2-16,3-2 6 0,-3 0 4 0,3-2 8 15,1 2 12-15,1-4 2 0,8 0 17 0,-13 0 19 16,13 0 15-16,0 0 23 0,-10-4 15 0,10 4 15 15,-4-7 9-15,4 7 9 0,3-13-3 0,2 3-7 16,-1 1 6-16,2-1 5 0,2-1-9 0,3 2 1 16,-2 0-11-16,6-2-6 0,0 2-1 0,-1 1-4 15,4 0-4-15,-2 1-2 0,-3 2-4 0,0 3-2 16,-1-1-4-16,1 2-4 0,1 1 0 0,-2 0-5 16,-1 0-1-16,2 3-2 0,-4 0 2 0,1 1-4 15,0 1 1-15,-2 0-3 0,1-1 1 0,0 2-1 16,-1 1 1-16,-3-2-2 0,-1 1-2 0,0-1 1 15,-2 1-8-15,3-1-11 0,-5-5-9 0,4 13-7 16,-3-7-4-16,-1-6-2 0,0 9 0 0,0-9 0 16,2 8 2-16,-2-8 6 0,0 0 7 0,0 0 7 15,2 7 7-15,-2-7 13 0,0 0 13 0,0 0 5 16,0 0 3-16,0 0 2 0,16-7 4 0,-16 7 6 16,11-10 1-16,-7 4 3 0,4-1-3 0,-2 1 4 15,4-2-6-15,-4 3-2 0,2-2 11 0,0 1-5 16,-1 3-6-16,4-1-2 0,-7 0 1 0,2 2-8 15,-6 2-4-15,10-4-5 0,-10 4-2 0,10 0-1 16,-10 0-5-16,9 2 4 0,-9-2-3 0,12 7-4 0,-8-4 4 16,-1 1 1-16,1 2 0 0,0 0-5 0,1-1-1 15,-1 1-2-15,1 1-4 0,-2 0-6 16,2-3 0-16,0 4 1 0,4-4 0 0,0 2 1 16,1-3 2-16,-2 1 0 0,2-2 3 0,0 0 2 0,2-2 2 15,-3 0 2-15,3 0-2 0,-5-2 5 0,-7 2-2 16,19-5 4-16,-10 0 9 0,-3 0 10 0,0-2 3 15,0-2 5-15,-5 1 2 0,3 2 2 16,-2-3-7-16,0-1 0 0,-1 2-2 0,0 1 1 0,-1 7-3 16,0-13 5-16,0 13-9 0,0-10 0 0,0 10 1 15,-2-10-2-15,2 10-5 0,0 0-3 0,2-7 0 16,-2 7-4-16,0 0-20 0,0 0-26 0,0 0-45 16,0 0-37-16,0 0-50 0,2-7-46 0,-2 7-67 15,0 0-52-15,0 0-78 0,0 0-82 0,0 0-317 16,0 0-879-16,0 0 389 0</inkml:trace>
  <inkml:trace contextRef="#ctx0" brushRef="#br0" timeOffset="146330.96">7448 8083 340 0,'0'0'368'0,"0"0"4"15,0 0-5-15,0 0 1 0,0 0-6 0,0 0-5 0,0 0-6 16,0 0-6-16,-3-8-15 0,3 8-15 15,0 0-6-15,0 0-25 0,0 0-19 0,0 0-22 16,0 0-18-16,0 0-20 0,0 0-22 0,8-11-18 16,-8 11-19-16,6-3-17 0,-6 3-15 0,10-3-7 0,-1 1-15 15,2 0-16-15,0 4-1 0,-11-2-15 0,17 1-3 16,-5 3-6-16,1-1-8 0,-1 4-4 16,0-1-6-16,-2 1-7 0,-1 0-4 0,-1 2-16 15,0-2-14-15,-3 2-4 0,0-1-7 0,-2-1-2 0,-2-1-3 16,-1-6 10-16,-4 16-6 0,-1-7-1 0,-3-1-3 15,1 0 2-15,-5 1-7 0,-4-1-4 0,-2-2-3 16,0 2-6-16,-1-3-2 0,5-1 5 0,-2 1 5 16,5-1 3-16,-2-1 4 0,3-1 10 0,2-1 2 15,-2-1 7-15,10 0 12 0,-13-1 16 0,13 1 7 16,-10-4 10-16,5 1 1 0,5 3-4 0,-5-11-5 16,2 5-4-16,3 6-14 0,0-16-18 0,0 6-31 15,3 1-36-15,-1 0-46 0,2 0-55 0,4-2-41 16,-2 2-39-16,1 0-45 0,-1 0-52 0,4 3-52 15,2-2-32-15,-3 2-254 0,3 0-747 0,-3 2 330 16</inkml:trace>
  <inkml:trace contextRef="#ctx0" brushRef="#br0" timeOffset="146627.76">7569 7904 337 0,'0'-6'406'0,"1"-5"32"0,-1 0 22 15,0 11 10-15,0-15 3 0,2 7-6 0,-2 1 1 16,0 7 11-16,1-12-5 0,-1 12-8 0,0-10-16 0,4 6-15 16,-4 4-23-16,0 0-28 0,0-10-32 0,0 10-36 15,0 0-36-15,0 0-28 0,0 0-29 16,0 0-74-16,1-9-149 0,-1 9 0 0,0 0 0 16,0 0 0-16,0 0 0 0,1 26 0 0,1-14 0 0,-2 5 0 15,1 0 0-15,0 2 0 0,1-1 0 0,-2 7 0 16,3-4 0-16,-2 3 0 0,1-4 0 15,0 0 0-15,0-2 0 0,-2 1 0 0,1-1 0 0,-1 0 0 16,2-3 0-16,-2 0 0 0,3-3 0 0,0-2 0 16,-3 1-268-16,2-3-102 0,1-2-33 0,-1 0-16 15,1 1-29-15,-3-7-29 0,9 7-28 0,-4-4-379 16,3-1-957-16,-1-1 424 0</inkml:trace>
  <inkml:trace contextRef="#ctx0" brushRef="#br0" timeOffset="147018.29">7831 8089 5 0,'0'0'343'0,"0"0"16"0,6-4 26 0,-6 4 11 15,4-4 11-15,-4 4-3 0,0 0-5 0,0 0-11 16,7-6-8-16,-7 6-17 0,0 0-17 0,1-6-25 16,-1 6-19-16,0 0-32 0,0 0-33 0,0 0-12 15,5-5-23-15,-5 5-28 0,0 0-11 0,9-1-13 16,-9 1-23-16,0 0-21 0,15 2-8 0,-7 0-12 15,-1 0-5-15,0 2-16 0,2 0-5 0,0 1-11 16,0 0-3-16,-3 3-6 0,2-2-10 0,-3 0-7 16,-1 0-11-16,1 0-9 0,-3 0-9 0,1 1-7 15,-3-7-12-15,-1 16-6 0,-4-8-9 0,1 0-8 16,-2 0-9-16,-2-2-25 0,-1-1-6 0,-1 1-10 16,-6 1-3-16,4-4 4 0,0 3 6 0,0-5 14 15,2 0 10-15,0 0 8 0,4-1 9 0,6 0 26 16,-14-3 23-16,9-1 19 0,5 4 13 0,-8-8 1 15,5 2 0-15,2-1-3 0,0-3-3 0,-1 0-3 0,2 2-4 16,0-4-10-16,2 3-25 0,2-1-28 0,-3 0-31 16,3 1-53-16,1 1-53 0,4-1-50 15,1 4-54-15,-1 0-56 0,9 1-51 0,-1 1-44 16,0 2-244-16,0 2-737 0,2-1 325 0</inkml:trace>
  <inkml:trace contextRef="#ctx0" brushRef="#br0" timeOffset="147794.25">8109 8146 93 0,'0'0'394'16,"0"0"0"-16,0 0 10 0,0 0-2 0,12-1-4 16,-12 1-5-16,0 0-11 0,0 0-14 0,0 0-20 15,0 0-22-15,0 0-22 0,0 0-28 0,0 0-30 16,0 0-25-16,0 0-23 0,0 0-21 0,0 0-21 15,0 0-12-15,0 0-19 0,0 0-11 0,0 0-10 16,0 0-15-16,0 0-7 0,0 0-8 0,0 0-13 16,0 0-5-16,0 0-3 0,0 0-8 0,9 0-6 15,-9 0 0-15,0 0-3 0,5 4 0 0,-5-4-3 16,9 1-1-16,-9-1-3 0,14 3-3 0,-6-3-3 16,2-1 1-16,2-1-2 0,2 2-7 0,4-2 2 15,2-1 7-15,-3-1-9 0,-3 1 1 0,-1 0-1 16,6-2 4-16,-8-1-10 0,0 1 4 0,-1 0-1 31,-1-1 0-31,0-1 2 0,-6 2 7 0,4 0 10 0,-4-2 2 0,1 3 1 0,-1-3-8 16,-3 7-1-16,3-11-7 0,-3 11-4 0,-3-12-2 15,3 12-3-15,-8-8-1 0,3 5-4 0,-2 1 1 16,-5-1-7-16,6 0-1 0,-6 3-4 0,1 3 0 16,0-2-3-16,-1 4-17 0,1-1-12 0,1 4-17 15,-5 2-20-15,2 0-11 0,0 1-17 0,3 2-5 16,4-3-10-16,-3 3-11 0,4-1-5 0,0-3 0 15,3 1 6-15,1 0 8 0,1 0 10 0,0-2 20 16,1 1 5-16,1-3 12 0,1 2 7 0,4 0 18 16,0-4 8-16,5 1-2 0,-1 0 10 0,9-3 11 15,-3-2 24-15,5 0 21 0,0-3 16 0,9-2 16 16,-1-2 19-16,-2 0 18 0,-7-1 12 0,8-4 5 16,-2 1 1-16,0-2 8 0,-2-1 7 0,-5 4 1 15,2-5-8-15,-7 4-16 0,1-2-4 0,-4 2-3 16,-1-1-11-16,-2 4-1 0,-1-3-13 0,-2 2-7 15,1 3 1-15,-2-3-12 0,-2 4-8 0,-3 5-11 16,6-6-7-16,-6 6-12 0,5-7-16 0,-5 7-13 0,0 0-6 16,0 0-5-16,0 0-2 0,0 0-13 15,0 0-12-15,-24 16 2 0,20-12 1 0,-1 3 5 16,2-1 3-16,0 1 5 0,2 0 4 0,1-7 2 16,1 13 9-16,2-3 0 0,2-4 11 0,2 2-2 15,0-2 0-15,2 0 3 0,0 0 0 0,-1 0 4 16,1-1 2-16,0-2-1 0,-3 1 3 0,0-1-2 15,0 0-3-15,1-1 5 0,-7-2-3 0,8 4-1 16,-8-4 6-16,5 5-8 0,-5-5-1 0,4 4-2 0,-4-4 1 16,0 0 6-16,0 0-5 0,0 0 9 0,-12 7 4 15,12-7-2-15,-15 5 3 0,5 0-2 0,-1-1 1 16,-1 0-2-16,-1-1-24 0,0 0-29 16,2 0-44-16,-2-1-50 0,4 1-45 0,4 0-50 0,-2-1-50 15,7-2-44-15,-9 4-47 0,9-4-60 0,0 0-286 16,0 0-787-16,0 0 347 0</inkml:trace>
  <inkml:trace contextRef="#ctx0" brushRef="#br0" timeOffset="148247.34">8990 8117 382 0,'0'0'462'16,"3"-8"-2"-16,-3 8-2 0,0 0-13 0,0 0-24 16,0 0-27-16,1-7-25 0,-1 7-32 0,0 0-32 15,0 0-31-15,0 0-28 0,0 0-30 0,0 0-25 16,0 0-23-16,0 0-19 0,0 0-17 0,0 0-11 16,0 0-17-16,0 0-6 0,0 0-12 0,0 0-5 15,0 0-8-15,0 0-6 0,0 0-9 0,-4 28-9 16,4-28-16-16,-1 9-14 0,1-9-9 0,1 11-8 15,-1-11-9-15,2 9-13 0,-2-9-10 0,1 6-7 16,-1-6-6-16,2 7 4 0,-2-7 9 0,0 0 1 16,2 7 7-16,-2-7 5 0,0 0 3 0,0 0 11 15,12-1 14-15,-12 1 10 0,13-5 5 0,-8 1 8 16,4 0 14-16,0 1 7 0,-2 0 4 0,2-4 6 16,-1 1 4-16,-1 3 3 0,2-2 4 0,-4 2 7 15,2-1-4-15,-1 0-3 0,0 2-4 0,-6 2-7 16,9-5-11-16,-9 5-3 0,10-3-5 0,-10 3-7 15,7-1-7-15,-7 1-3 0,0 0-6 0,15 3 0 16,-10-1-13-16,1 4-36 0,-2-2-41 0,3 0-54 16,-3 0-51-16,2 2-47 0,-2-1-49 0,2 0-41 0,-2 0-45 15,4 2-51-15,1-2-54 0,-1 1-331 16,3-3-856-16,-2 0 380 0</inkml:trace>
  <inkml:trace contextRef="#ctx0" brushRef="#br0" timeOffset="148559.79">9405 7956 191 0,'2'-16'423'0,"0"3"47"0,0 3 2 0,-1 0-3 0,-1 1-14 15,1 2-12-15,-1 7-5 0,1-13-15 0,-1 13-12 16,2-7-13-16,-2 7-13 0,0 0-22 0,0-10-21 16,0 10-28-16,0 0-30 0,0 0-29 0,0 0-29 15,1-8-21-15,-1 8-21 0,0 0-18 0,0 0-24 16,0 0-17-16,0 0-2 0,0 0-17 0,-1 25-11 15,-1-12-13-15,0 5-6 0,1 0-7 0,-3 0-13 16,-1 7-56-16,1-3 0 0,1-2 0 0,-2 6 0 16,1-2 0-16,1-5 0 0,-1 0 0 0,1-2 0 15,3 2 0-15,-3-3 0 0,0-1 0 0,0-3 0 16,2-1-40-16,1 0-149 0,-1 0-41 0,1-3-41 16,1-1-42-16,-1-7-19 0,1 12-2 0,-1-12-16 15,3 6-20-15,-3-6-25 0,0 0-10 0,11-3-16 16,-11 3 3-16,9-9-270 0,-4 3-744 0,-1-4 329 15</inkml:trace>
  <inkml:trace contextRef="#ctx0" brushRef="#br0" timeOffset="148731.62">9413 8127 532 0,'0'0'98'0,"0"-11"45"0,0 11 44 0,0-11 35 15,0 11 34-15,-2-9 39 0,2 9 43 0,0 0 32 16,-2-9 20-16,2 9 10 0,0 0 6 0,0 0 6 16,0 0 6-16,0-9-9 0,0 9-16 0,0 0-30 15,7-5-29-15,-7 5-34 0,9-4-34 0,1 3-29 16,1-1-26-16,2 0-20 0,6-1-34 0,0 1-52 15,-2 0-61-15,2-1-62 0,-2 2-54 0,-3 1-72 16,-4 1-69-16,2-2-93 0,-2 1-90 0,-2 1-109 16,-8-1-465-16,13-2-1053 0,-13 2 466 0</inkml:trace>
  <inkml:trace contextRef="#ctx0" brushRef="#br0" timeOffset="149418.96">8829 7929 97 0,'0'0'401'0,"0"0"16"16,3-5 2-16,-3 5 10 0,0 0-2 0,0 0-7 15,4-4-19-15,-4 4-16 0,0 0-30 0,0 0-32 16,0 0-26-16,5-4-32 0,-5 4-27 0,0 0-28 16,0 0-27-16,0 0-21 0,0 0-20 0,0 0-11 15,0 0-12-15,0 0-12 0,0 0-13 0,0 0-13 16,-3 21-39-16,3-21-38 0,-4 11-53 0,2-3-50 16,0-2-85-16,0 2-70 0,-2 0-78 0,1-2-100 15,-3 2-369-15,2 1-866 0,1-3 384 0</inkml:trace>
  <inkml:trace contextRef="#ctx0" brushRef="#br0" timeOffset="150529.34">10497 8220 281 0,'0'0'400'0,"0"0"0"0,6-8-11 15,-6 8-4-15,3-6-4 0,-3 6-13 0,3-7-11 16,-3 7-7-16,0 0-26 0,0-10-14 0,0 10-11 16,0 0-14-16,-4-14-15 0,4 14-11 0,-5-6-18 15,5 6-18-15,-8-6 0 0,8 6-20 0,-5-4-16 16,5 4-21-16,-8-5-18 0,8 5-8 0,-5-5-22 15,5 5-12-15,0 0-14 0,-12-1-7 0,12 1-8 16,-10 1-14-16,10-1-5 0,-16 6-10 0,7-1 0 16,-3-1-6-16,2 1-3 0,0 1-6 0,-3 1-1 0,0 3-9 15,3-2 2-15,-5 4 0 0,4-4-17 16,-1 4-26-16,0 1 0 0,2-5-5 0,0 5-15 16,2-4-13-16,3 1-17 0,0 1-13 0,1 0-7 15,3-5-5-15,1 5 10 0,2-3 3 0,3 3 3 0,4-2 7 16,3-2 5-16,6 4 8 0,2-4 5 0,9 4 4 15,3-6 6-15,2-3 5 0,0-4 4 16,3-1 16-16,-3-3 18 0,0-2 15 0,2-2 20 16,-2-1 20-16,-2-5 18 0,-5 2 13 0,1-3 18 0,-2 1-5 15,-3-2 2-15,0 0 5 0,-1-4 8 0,1 4 3 16,-6-3-19-16,0-2-6 0,-2 1 1 0,-6 4-11 16,0-1 0-16,-4 0-17 0,3-6 1 0,-5 9-15 15,-1 0 1-15,-1 2-5 0,1 2-6 0,-1 2-2 16,-1 3-6-16,0 7-3 0,3-12-14 0,-2 6-17 15,-1 6 0-15,0 0 0 0,1-8 0 0,-1 8 0 16,0 0 0-16,0 0 0 0,0 0 0 0,0 0 0 16,0 0 0-16,0 0 0 0,-6 28 0 0,3-17 0 15,2 2 0-15,0-2 0 0,-1 6 0 0,0-1-5 16,-1 2 3-16,3-2 1 0,-3 2-2 0,-3-3 2 16,2 0-7-16,-1 2-12 0,3-1-16 0,0-5-17 0,2 8-14 15,0-7-10-15,0-1-11 0,0 0 0 16,0 1-7-16,0-1-1 0,2-3-1 0,3 0 4 15,-4-2 4-15,4-2 5 0,1 0 8 0,0 2 10 0,-1-5 4 16,-5-1 11-16,11 4 5 0,-3-4 4 0,-8 0 6 16,16-2 5-16,-8 0 2 0,2-2 10 0,1 1 4 15,-2-1 5-15,1 0 11 0,-1 0 8 16,-3 0 5-16,3-1 9 0,-2 0 5 0,1 2 0 0,-2 0 3 16,-1 0 3-16,-5 3-12 0,11-5 4 0,-11 5 0 15,5-4-1-15,-5 4-3 0,4-4-4 0,-4 4-3 16,7-2-4-16,-7 2-7 0,0 0 7 15,0 0-8-15,0 0-5 0,0 0 5 0,0 0-1 0,0 0-1 16,10 9 1-16,-7-7 0 0,-3-2-7 0,0 0-12 16,4 10-17-16,-4-10-22 0,4 8-20 0,-1-2-23 15,1-2-29-15,1-1-33 0,0 1-29 0,2 0-35 16,5-1-36-16,-5 0-24 0,3-2-31 0,1 3-44 16,1-3-40-16,2-2-25 0,-3 2-246 0,3-2-728 15,-1-1 323-15</inkml:trace>
  <inkml:trace contextRef="#ctx0" brushRef="#br0" timeOffset="151310.4">11323 8218 343 0,'0'0'345'0,"0"0"12"0,2-6 14 16,-2 6-1-16,0 0 0 0,4-7-6 0,-4 7-17 16,0 0-15-16,7-6-17 0,-7 6-27 0,5-3-26 15,-5 3-26-15,0 0-23 0,11-3-20 0,-11 3-19 16,9-3-20-16,-9 3-18 0,8-1-13 0,-8 1-18 0,12 3-11 15,-12-3-9-15,11 5-7 0,-6-2-13 0,0 2-6 16,1-1-8-16,-1 0-5 0,-1 3-5 16,-1-1-3-16,-1 0-7 0,2 1-3 0,-3-1-11 15,-1-6-14-15,-1 11-13 0,1-11-8 0,-4 15-11 0,0-9-4 16,1 2-10-16,-4-2-10 0,-2-1 4 0,0 2-12 16,-1-2 9-16,-3 0-14 0,0-2-3 0,0-1 11 15,0 1 11-15,1-2 6 0,1 1 5 16,0-2 19-16,11 0 19 0,-11-2 16 0,11 2 15 0,-12-5 7 15,10 1 15-15,2 4 1 0,-3-11 6 0,3 3-1 16,3-1-5-16,-1 2-10 0,5-2 1 0,0 1-14 16,0-1-4-16,1 0 0 0,-1 5-4 0,2-2-3 15,0 0-3-15,0 2-7 0,0-1-1 0,1 1-3 16,-2 3 0-16,-2 1-4 0,3-1-3 0,-9 1 5 16,17 2-2-16,-11 2-4 0,3-1-3 0,-4 1 2 15,0 1 0-15,1-1-2 0,-1 3-3 0,-1-3 3 16,1 3 0-16,-2-3 0 0,0 3-10 0,1-1-16 15,-1 0 1-15,-3-6-8 0,2 10 4 0,-1-4-1 16,-1-6 2-16,4 9 0 0,-3-4 8 0,-1-5 4 16,5 5 8-16,-5-5 5 0,0 0-2 0,7 4 7 15,-7-4 0-15,10-1 1 0,-10 1 10 0,17-8 3 16,-8 3 2-16,2-1-1 0,-3 1-2 0,5-2-1 16,-3 2-2-16,1-2 2 0,3 0-3 0,-3 0 3 15,1 3-1-15,-3-3-4 0,-2 3 1 0,2 0-5 16,-2 1 0-16,0 2 2 0,-7 1-4 0,10-5 0 15,-3 5-2-15,-7 0 0 0,9-1-3 0,-9 1-3 16,11 3 0-16,-11-3 4 0,9 4-5 0,-6-2 4 16,3 3 1-16,-3-1-1 0,-3-4 1 0,4 8-2 0,-4-8 0 15,3 10-2-15,-1-6-7 0,1 2-15 16,-3-6-9-16,3 7-15 0,-3-7 12 0,3 7-12 16,-3-7 1-16,3 5 5 0,-3-5 15 0,0 0 2 15,5 4 5-15,-5-4 1 0,0 0 5 0,0 0 6 0,0 0 16 16,16-5 15-16,-11 1 8 0,-5 4 4 0,7-7 10 15,-1 2 9-15,1 0 5 0,-7 5 6 0,8-7 7 16,0 0 8-16,-2 3 4 0,1 0-5 16,-7 4-2-16,9-6-10 0,-2 3-6 0,-7 3-7 0,7-5-7 15,-7 5-5-15,8-2-10 0,-8 2-4 0,9 0 0 16,-9 0-2-16,10 2-2 0,-10-2-9 0,10 7-31 16,-4-6-30-16,-1 3-40 0,1 2-42 15,0-2-42-15,3 3-45 0,-4-3-41 0,3 4-50 0,-4-2-54 16,2-2-54-16,2 2-286 0,-8-6-764 0,10 7 337 15</inkml:trace>
  <inkml:trace contextRef="#ctx0" brushRef="#br0" timeOffset="151872.76">12024 8242 121 0,'0'0'309'0,"7"-5"-2"15,-7 5-11-15,7-4-10 0,-7 4 1 0,8-5-21 16,-3 3-1-16,-5 2-18 0,0 0-13 0,9-4-3 15,-9 4-31-15,5-4-20 0,-5 4-23 0,0 0-7 16,8-2-26-16,-8 2-6 0,0 0-19 0,0 0-13 16,10 5-15-16,-10-5-6 0,6 5 0 0,-6-5-8 15,7 8 6-15,-5-5-17 0,-2-3-15 0,2 11 3 16,0-3-2-16,-2-1-7 0,0-7 0 0,-4 14-3 16,4-7-1-16,-5 1-4 0,1 0-5 0,0-1-3 15,-3-3 7-15,2 3 1 0,-2-1-2 0,1-3 2 16,-2 0 6-16,-2 2-11 0,5-4 4 0,5-1 1 15,-13-1 6-15,13 1 12 0,-12-1 11 0,4-2 9 16,8 3 8-16,-7-6 7 0,7 6 9 0,-4-9 1 16,3 1-1-16,1 8-7 0,0-12 3 0,0 3-3 0,0 9 1 15,5-13-9-15,-1 6-7 0,1 3-8 16,1-2-5-16,-1 2-9 0,2-1 0 0,-7 5-7 16,9-6-6-16,-2 5-1 0,-7 1-4 0,15 0-6 15,-8 0-6-15,4 4-1 0,-2 3 1 0,1-2-4 0,0 5 3 16,-3 0-4-16,4 5 0 0,-4 0 0 0,-1 3 0 15,-1 6 2-15,0 1-3 0,-1 0 0 16,-1-1 3-16,-5 1-3 0,-1 0 2 0,1-1-1 16,-7-1 0-16,4 2 2 0,-3-7 2 0,1 6-4 0,-4-5 1 15,1-2-1-15,-1 0 3 0,0-1 4 0,0-2-3 16,-3-1 1-16,1-1 0 0,2-3-2 0,-1-2 3 16,2 0 0-16,-3-3 1 0,4 0 3 15,3-2 4-15,2 1 2 0,4-3 19 0,-12 0 11 0,12 0 7 16,0 0-2-16,-8-11-6 0,7 4-6 0,1 7-7 15,3-21-11-15,3 6-17 0,2-1-25 0,2 1-35 16,2-2-40-16,4-3-40 0,4 0-46 16,-1 2-53-16,-3 6-47 0,0 1-51 0,3 1-66 0,0 2-367 15,-1 0-831-15,0 2 368 0</inkml:trace>
  <inkml:trace contextRef="#ctx0" brushRef="#br0" timeOffset="152372.65">12318 8361 346 0,'0'0'411'0,"2"-6"-9"0,-2 6-1 0,0 0-24 16,2-8-19-16,-2 8-27 0,0 0-21 0,0 0-22 15,0 0-19-15,0 0-23 0,3-6-25 0,-3 6-13 16,0 0-29-16,0 0-19 0,0 0-13 0,0 0-16 15,0 0-11-15,0 0-20 0,0 0-4 0,0 0-11 16,0 0-9-16,0 0-6 0,0 0-7 0,0 0 0 16,0 0-4-16,0 0-5 0,11-5-5 0,-11 5-4 15,7 0-4-15,-7 0-4 0,11-1-1 0,-2 0-7 16,-2-1 0-16,4 0-1 0,0-1-3 0,-1 0-3 16,2-4-3-16,3 0 2 0,-1-1-4 0,3-2 0 15,-4 3 17-15,-2 0 2 0,-4 4-2 0,0-5 5 16,1 4 5-16,-3 0 10 0,-5 4 2 0,7-6 2 15,-7 6-2-15,7-5-14 0,-7 5-6 0,4-6-8 16,-4 6-4-16,0 0-2 0,0 0-7 0,0 0-5 16,0 0 1-16,-20-5-6 0,13 5 3 0,7 0-3 15,-23 8-4-15,12-5 0 0,-2 4 0 0,0-1-1 16,0 2-4-16,1 0 1 0,3 0 3 0,0 1-2 0,1 0 2 16,0 1-2-16,3 1 1 0,3-1 2 15,2 6 1-15,1-5 3 0,2 0-2 0,2 0-3 16,5 2-4-16,5 0 1 0,-1-1-7 0,1-2-1 0,2 0-11 15,2-2-24-15,8 0-22 0,-8-3-24 0,3-3-32 16,4 1-35-16,3-4-25 0,-1-1-25 0,-6-1-24 16,-1-2-24-16,-1-2-30 0,0 4-41 15,3-8-37-15,-4 6-34 0,-5 1-235 0,2 1-688 0,-2-2 305 16</inkml:trace>
  <inkml:trace contextRef="#ctx0" brushRef="#br0" timeOffset="156171.04">13710 8419 281 0,'0'0'346'0,"-4"-10"0"16,4 10-16-16,0-8 2 0,0 8-5 0,2-10-14 15,-2 10 5-15,0-11-9 0,0 11-24 0,-2-10-4 16,2 10-5-16,0-10 0 0,0 10-6 0,0-8-4 16,0 8 1-16,0-9-14 0,0 9-16 0,0 0 0 15,0-9-14-15,0 9-9 0,0 0-21 0,0 0-21 16,0 0-13-16,0-10-24 0,0 10-10 0,0 0-17 15,0 0-15-15,0 0-19 0,0 0-10 0,0 0-1 16,0 0-14-16,0 0-4 0,0 0-10 0,0 0 6 16,0 0-6-16,0 0 0 0,0 0-6 0,0 0-6 15,0 26-2-15,2-15-6 0,-2-1 6 0,0 0-2 16,2 2-1-16,-2-1-10 0,5 3-4 0,-4-4-14 16,-1 4-7-16,4-3-5 0,-2-2-12 0,0 2-9 15,1 1-7-15,1-3-2 0,-2 1-2 0,2-1 2 16,1-4 0-16,0 2 4 0,-1-2 3 0,1-1 4 15,-3 1 3-15,-2-5 5 0,9 5 7 0,-3-5 0 16,-6 0 7-16,12-3 2 0,-12 3 4 0,13-3 2 16,-9-2 11-16,2 2 8 0,0-7 8 0,1 3-13 15,-3-4 10-15,2 1 2 0,0-1 9 0,1 1 3 16,-3-1 4-16,-2 0 1 0,5 1 6 0,-5 4 8 0,0-1-6 16,0 1 3-16,3-2-6 0,-1 3-14 0,-4 5 8 15,3-6-10-15,-3 6-5 0,4-5 2 0,-4 5-2 16,0 0 1-16,11-1-6 0,-11 1-3 15,12 1 1-15,-12-1-1 0,13 4-3 0,-6-2-2 0,2 2-5 16,2 0-8-16,-2 4-12 0,3-5-2 0,-4 2-2 16,1 2-8-16,-2-4-8 0,-2-1-2 0,3 2 0 15,-3-2 6-15,-5-2 5 0,8 4 8 0,-8-4 5 16,5 2 10-16,-5-2 16 0,0 0-4 0,0 0 10 16,0 0 12-16,0 0 13 0,0 0 3 0,0 0 8 15,-9-26 7-15,2 17 11 0,1-3 5 0,0 4 9 16,0-2 15-16,0 0 0 0,1 0 6 0,-1 1 0 15,2 0-22-15,1 0 0 0,-2 3-5 0,1 1-9 16,4 5-57-16,-2-10-8 0,2 10 0 0,-5-6 0 16,5 6 0-16,0 0 0 0,0 0 0 0,0 0-26 15,0 0-100-15,11-8-29 0,-11 8-45 0,14 2-44 16,-3 0-39-16,1 1-44 0,1 1-27 0,-2 0-20 16,3 2-35-16,-3-3-25 0,3 1-13 0,-3 0-12 15,2-1-267-15,-4 0-786 0,2 1 348 0</inkml:trace>
  <inkml:trace contextRef="#ctx0" brushRef="#br0" timeOffset="156452.22">14229 8328 1 0,'0'0'289'16,"3"-4"1"-16,-3 4 1 0,0 0 3 0,7-4-1 15,-7 4 0-15,0 0 5 0,6-6-2 0,-6 6 5 0,0 0-4 16,0 0 1-16,5-3-10 0,-5 3-16 0,0 0-13 15,0 0-26-15,0 0-21 0,4-4-23 16,-4 4-22-16,0 0-22 0,0 0-14 0,0 0-12 16,0 0-15-16,0 0-10 0,0 0-10 0,0 0-11 0,0 0-4 15,4 17-9-15,-3-11 0 0,-1-6-9 0,2 13-4 16,0-7-4-16,-2 5-3 0,2-1-5 0,-2 0-2 16,3 1-2-16,-3 0-4 0,3 3-2 15,-2-6-2-15,-1 3-29 0,1-1-31 0,-1-3-33 0,0-7-48 16,2 11-43-16,-2-11-47 0,2 9-44 0,-2-9-41 15,2 8-73-15,-2-8-64 0,4 2-273 0,-4-2-761 16,0 0 337-16</inkml:trace>
  <inkml:trace contextRef="#ctx0" brushRef="#br0" timeOffset="156624.06">14277 8226 212 0,'0'0'378'0,"0"0"-3"0,0 0-17 0,-5-6-34 16,5 6-31-16,0 0-39 0,0 0-33 0,0 0-46 16,0 0-64-16,0 0-67 0,0 0-51 0,0 0-68 15,0 0-63-15,0 0-53 0,0 0-198 0,0 0-422 16,22 12 186-16</inkml:trace>
  <inkml:trace contextRef="#ctx0" brushRef="#br0" timeOffset="156952.1">14600 8119 250 0,'0'0'414'0,"2"-13"14"15,0 7 25-15,-2 6 4 0,-2-13 0 16,2 4-16-16,0 9-5 0,-4-10-4 0,4 10 0 16,-3-10-10-16,3 10-28 0,-2-8-24 0,2 8-41 15,-4-6-21-15,4 6-38 0,0 0-28 0,0 0-27 0,0 0-24 16,0 0-25-16,-4-5-17 0,4 5-11 0,0 0-17 15,0 0-7-15,-7 19-17 0,5-10-4 16,-1 2-14-16,2 2-2 0,-3 2-14 0,4 0-1 16,-2 2-10-16,2 0-13 0,0 2-39 0,0-4 0 0,0 4 0 15,0-1 0-15,2-1 0 0,0 3 0 0,-1-5 0 16,0 3 0-16,0-4 0 0,2-2 0 16,-1 0-20-16,0 1-104 0,-2-2-29 0,0-1-32 15,0 1-40-15,0-11-40 0,2 12-35 0,0-7-35 0,-2-5-14 16,2 7-14-16,-2-7-25 0,0 0-36 0,0 0-16 15,0 0-7-15,0 0-249 0,0 0-753 0,0 0 333 16</inkml:trace>
  <inkml:trace contextRef="#ctx0" brushRef="#br0" timeOffset="157530.1">14524 8287 1 0,'0'0'210'0,"-14"-3"21"0,14 3 19 15,-11-4 11-15,6 2 8 0,5 2 8 0,-10-1 9 16,10 1 10-16,-10-2-3 0,10 2 5 0,0 0-8 15,-9-1 10-15,9 1-11 0,-8-3-10 0,8 3-11 16,0 0-22-16,0 0-15 0,0 0-20 0,0 0-14 16,0 0-25-16,0 0-19 0,0 0-16 0,17-10-13 15,-3 5-15-15,3 1-8 0,2-2-10 0,2 1-10 16,7-2-10-16,-1 0-3 0,2 0-8 0,1-1-7 16,-2 1-3-16,0-2-6 0,-6 2-1 0,-4 0 0 15,9-1-9-15,-8 1-6 0,-4 0-3 0,2 2 0 16,-5 0-1-16,-1 0-3 0,-2 0 7 0,-2 1 5 15,0 2 20-15,-1-2 8 0,-1 0 1 0,-5 4 3 16,8-3 0-16,-8 3-4 0,7-6-4 0,-7 6 4 16,2-4-12-16,-2 4-6 0,0 0 1 0,0 0-10 0,0 0-6 15,1-8-7-15,-1 8-5 0,0 0-8 16,0 0 3-16,0 0-15 0,0 0 3 0,0 0 0 16,0 0-4-16,0 0 2 0,0 0 12 0,0 0-13 0,-15 19-2 15,14-12 2-15,-3 1 3 0,2 2 1 0,0-2 3 16,2 2-8-16,-1-1 7 0,-3 2-10 0,4-2-6 15,0 2-14-15,1-4-9 0,2 4-8 16,-2-2-11-16,-1-9-6 0,4 12-11 0,-2-6-1 0,0-2-3 16,-2-4-2-16,5 10 4 0,-1-6 2 0,1-1 17 15,-5-3 1-15,11 4 6 0,-11-4 6 0,13 0 7 16,-6 0 4-16,-7 0 2 0,20-6 7 0,-14 2 0 16,2 3 6-16,-1-4 1 0,-1 1 2 0,0 2 5 15,1-1 4-15,-7 3 7 0,10-9-2 0,-4 7 6 16,-1-3 1-16,-5 5 0 0,5-4-1 0,-5 4-2 15,8-2 0-15,-8 2-3 0,9-2-1 0,-9 2-1 16,0 0-1-16,14 2 0 0,-8 0 1 0,-6-2-3 16,13 2 3-16,-6 0 2 0,0 1-1 0,5 1-7 15,-7-1-41-15,1-1-47 0,-6-2-53 0,11 5-29 16,-6-3-54-16,-5-2-42 0,7 1-70 0,-7-1-82 16,0 0-324-16,0 0-811 0,12-10 359 0</inkml:trace>
  <inkml:trace contextRef="#ctx0" brushRef="#br0" timeOffset="158202.72">15831 8097 71 0,'0'0'348'0,"0"0"13"0,0 0-18 0,14-10-1 16,-14 10 6-16,0 0-15 0,0 0-4 0,0 0-6 15,0 0-9-15,0 0-21 0,0 0-23 0,0 0-26 16,0 0-27-16,0 0-23 0,0 0-21 0,12 0-18 16,-12 0-21-16,11 2-10 0,-5 3-15 0,2-2-15 15,2 2-7-15,1 1-8 0,-2 3-9 0,5-1-7 0,0 2-8 16,-3 0-4-16,-1-2-8 0,-1 1-4 0,2 3-5 16,-4-4-4-16,2 2-6 0,-4-2 0 15,2 2-6-15,-5-4-1 0,1 1-1 0,1 3-4 16,-3-4-6-16,-1-6-2 0,0 13 4 0,0-13-1 0,-3 7 2 15,3-7-2-15,-7 7 0 0,7-7 10 0,-4 1 16 16,4-1 23-16,0 0 17 0,0 0 12 0,0 0 11 16,-12-10 4-16,12 10-5 0,3-14-5 0,2 5-6 15,0-2-8-15,3-2-6 0,4-1-5 0,-2-1-8 16,1 3-5-16,2 0-4 0,-4 5-8 0,1-2-4 16,5 0-9-16,-4 2-10 0,1 1-27 0,0 1-24 15,-1 4-43-15,2-1-43 0,-4 0-43 0,5 0-53 16,-2 2-55-16,-2 1-43 0,1 2-56 0,-4 0-61 15,3 0-42-15,-5 1-289 0,3 0-824 0,-5-1 364 16</inkml:trace>
  <inkml:trace contextRef="#ctx0" brushRef="#br0" timeOffset="159229.67">16257 8182 49 0,'0'0'421'0,"5"-7"21"0,-5 7 1 31,2-7-11-31,-2 7-18 0,4-6-19 0,-4 6-17 0,4-7-17 0,-4 7-25 16,2-6-25-16,-2 6-25 0,0 0-27 0,4-9-27 15,-4 9-22-15,0 0-20 0,5-6-22 0,-5 6-21 16,6-4-14-16,-6 4-13 0,10-2-16 0,-10 2-9 16,11-1-14-16,-11 1-8 0,12 4-3 0,-5-4-14 15,1 3-8-15,0 0-6 0,-2-1-3 0,-1 2-8 0,3 1 0 16,-4 0-9-16,0-1-13 0,-2 2-18 15,2 0-4-15,-1 0-7 0,-3-6-7 0,0 14 0 16,0-14-4-16,-6 11-8 0,0-2-7 0,0-2-10 16,-3 0-4-16,0 0-12 0,0-1-12 0,-3-1 8 15,3-1-1-15,-2-1 10 0,-1 1 8 0,2 0 8 0,2-4 10 16,0 0 15-16,8 0 17 0,-12 0 22 16,12 0 16-16,-9-4 13 0,4 0 15 0,5 4 5 0,-5-12-1 15,5 12-6-15,0-14 3 0,2 6 4 0,0 0-5 16,3-2 0-16,-1 1-9 0,2 2-3 0,2-1-9 15,-1 0 3-15,1 3-7 0,-3 0-5 0,3 1-7 16,-3 0 1-16,3 2-6 0,-1-1-4 0,-7 3-4 16,14-1-2-16,-2 2 1 0,-2 2-1 0,-3-2-4 15,1 2 1-15,-1-1 1 0,2 3-6 0,-4 0 5 16,1-1-3-16,3 2 1 0,-4 0-1 0,-1-1-11 16,1 3-19-16,-1-2-2 0,1-1-20 0,0 1-8 15,-1 0-9-15,-1-2 0 0,2 0 1 0,-1 1-5 16,1 0-5-16,1-1 10 0,0-1 4 0,2 1 6 15,-1-4 11-15,3 1 5 0,-1-2 0 0,1-1 6 16,3 0 5-16,-3-1 6 0,3 1 3 0,-1-4 3 16,1 1 9-16,0-2 16 0,2 1 9 0,1-4 0 15,-5 2 21-15,1 1 5 0,-1 2 9 0,0-3 7 16,-1 1 4-16,1 0-1 0,-1 1 2 0,0 0-3 16,-2 0 1-16,0 0 0 0,-2 2-3 0,0 1-10 15,0-1-1-15,-6 4-3 0,11-5-6 0,-7 3-9 16,-4 2-5-16,12-2-1 0,-12 2-4 0,12 2-5 15,-12-2 2-15,11 3-5 0,-6 1-1 0,0 0-1 16,1-1-6-16,-6-3 0 0,7 9-1 0,-5-3 3 16,-2-6 2-16,0 13-7 0,-1-5 4 0,1-8 1 15,-5 16 4-15,-3-9-2 0,2 2 0 0,-3-2 3 16,-1 0 0-16,-3-3 1 0,1 2-2 0,-5-1-2 16,0-2 2-16,4 0 2 0,-1-1 0 0,3 1 3 0,2-2 3 15,-2-1 17-15,11 0 7 0,-17-3 7 16,9 1-9-16,4-2-2 0,4 4-6 0,-8-10-7 15,6 4-3-15,-2 0-12 0,4 6-14 0,4-19-25 16,-2 8-24-16,3-1-31 0,1 2-30 0,3-5-46 0,4 2-36 16,0 1-28-16,1-1-30 0,-1-1-16 0,0 2-13 15,1 1-6-15,-2 0 12 0,-4 2-2 16,1-1 15-16,-2 0 27 0,1 0 23 0,0 1 19 16,-3-2 20-16,-1 2 32 0,0 0 34 0,0 0 26 0,-1-1 24 15,-2 1 31-15,2-1 31 0,-2 2 37 0,-1-2 19 16,-1 0 26-16,-1 1 27 0,0-1 36 0,0-1 40 15,1 2 26-15,-2-1 32 0,1 1 29 0,1 1 17 16,-2 0 11-16,3 8 12 0,-5-11 8 0,5 11-1 16,-3-7-9-16,3 7-14 0,-3-7-21 0,3 7-25 15,0 0-26-15,0 0-28 0,-3-6-28 0,3 6-12 16,0 0-21-16,0 0-5 0,0 0-20 0,0 0-13 16,0 0-8-16,1 25-10 0,1-13-2 0,-2-1-16 15,0 7-7-15,2-2-54 0,-1 10 0 0,1-7 0 16,-1-1 0-16,1 10 0 0,0-3 0 0,-1 0 0 15,0-6 0-15,2-1 0 0,1 0 0 0,-2-1-92 16,2 2-144-16,0-1-69 0,2-2-54 0,1-1-78 16,-1-3-64-16,1-3-66 0,0 2-382 0,2-3-1029 15,1-4 455-15</inkml:trace>
  <inkml:trace contextRef="#ctx0" brushRef="#br0" timeOffset="159495.23">17018 8143 93 0,'0'0'368'0,"3"-5"15"0,-3 5 23 16,0 0 16-16,0 0-1 0,6-3-1 0,-6 3-13 16,0 0-9-16,0 0-7 0,0 0-15 0,0 0-24 15,5-5-21-15,-5 5-31 0,0 0-22 0,0 0-25 16,0 0-35-16,0 0-19 0,0 0-24 0,0 0-17 16,0 0-13-16,0 0-16 0,5 13-11 0,-5-13-14 0,2 10-6 15,-1-3-14-15,-1-7-12 0,1 12 0 16,-2-5-9-16,1-7-2 0,0 14-12 0,1-7-14 15,-1-7-3-15,1 12-30 0,1-8-20 0,-2-4-29 16,-2 11-33-16,2-11-35 0,0 0-39 0,0 9-28 0,0-9-13 16,0 0-30-16,0 0-31 0,0 0-57 0,0 0-69 15,0 0-56-15,0 0-60 0,17-14-254 16,-10 5-815-16,0-1 361 0</inkml:trace>
  <inkml:trace contextRef="#ctx0" brushRef="#br0" timeOffset="159667.13">17081 7991 251 0,'0'0'365'0,"-5"-4"24"16,5 4 8-16,-5-5 5 0,5 5-7 0,0 0-22 0,-7-4-32 15,7 4-33-15,0 0-29 0,0 0-32 0,0 0-30 16,0 0-38-16,0 0-45 0,0 0-35 0,0 0-52 16,0 0-50-16,0 0-72 0,0 0-67 0,10 27-76 15,-3-18-75-15,5 2-323 0,-2-2-666 0,0 1 294 16</inkml:trace>
  <inkml:trace contextRef="#ctx0" brushRef="#br0" timeOffset="160401.26">17268 8138 317 0,'0'0'420'0,"0"0"33"0,0 0 15 16,0 0 8-16,0 0 3 0,0 0-14 0,3-7-16 15,-3 7-16-15,0 0-23 0,0 0-22 0,0 0-28 16,0 0-35-16,0 0-27 0,0 0-52 0,0 0-19 15,0 0-30-15,0 0-19 0,0 0-30 0,0 0-9 16,0 0-11-16,0 0-17 0,0 0-9 0,3 15-21 16,-2-7-20-16,1-2-18 0,-1 3-20 0,0 1-12 15,0-2-17-15,-1 1-15 0,4 0-17 0,-3-2-13 16,1-1-11-16,-1 2-7 0,-1-8-4 0,1 10 0 16,2-5 7-16,-3-5 9 0,6 7 9 0,-6-7 4 15,4 5 8-15,-4-5 7 0,9 0 1 0,-9 0 2 16,13-5 4-16,-4 2 14 0,-2-3 5 0,2 0 10 15,0 0 4-15,-1 0 8 0,2-1 1 0,-2 1 10 16,-2-1 6-16,2 1 7 0,-3 0 1 0,0 1 1 16,0 1 5-16,0 0 1 0,-5 4-13 0,7-6 2 0,-3 3 1 15,-4 3-7-15,6-7-6 0,-6 7-4 16,0 0-3-16,6-1-4 0,-6 1-4 0,0 0-2 16,0 0-6-16,7-3-3 0,-7 3 1 0,0 0 0 15,7 8 5-15,-3-3-5 0,-1 1-2 0,-1-1 3 0,5 2-1 16,-4-2 1-16,1 1-5 0,0 1 0 0,0-2 0 15,0 1-3-15,2 3-1 0,1-4-3 16,-2-1-3-16,4 3 1 0,-3-5-3 0,4 3 7 16,2-5 1-16,-2 4 0 0,4-4 4 0,4 0-2 0,-1-4 2 15,3-3 2-15,-2 0-1 0,2-1 3 0,-2-2-4 16,7-3 6-16,-2-1-3 0,-6 3 3 0,-1-3-1 16,3-5 0-16,-1 1 8 0,-4 5 19 0,-3-1 7 15,0-1-3-15,-4 5 1 0,0-1 5 0,-5 3 6 16,2-3-6-16,-1 4-5 0,-2 0-15 0,-1 7-3 15,0-10-8-15,0 10 2 0,-6-7-12 16,6 7-14-16,-11-3-4 0,11 3-7 0,-18 4 3 0,12 1-3 16,-2 0-6-16,1 4 3 0,0-2 0 0,2 2 2 15,1 0 1-15,0 0 2 0,3 1 1 0,1 0 4 16,1 0 2-16,2 1 6 0,3-1-2 0,1 1 3 16,-1-3-6-16,4 0 8 0,1 2 9 0,-2-2-7 15,1 1 1-15,-1-3-3 0,0-1 5 0,-2 0-5 16,0 1 5-16,-3-3-2 0,1 0 3 0,-1 2 0 15,-4-5-3-15,5 4-2 0,-5-4 0 0,6 3-1 16,-6-3-2-16,0 0 2 0,1 8 5 0,-1-8-3 16,0 0 1-16,-10 7-19 0,3-3-18 0,0-2-30 15,-2 1-29-15,-2 2-34 0,0 1-47 0,5-4-45 16,-5 1-46-16,4 0-38 0,-2 2-33 0,3-3-35 16,6-2-25-16,-8 6-19 0,8-6-295 0,0 0-777 15,0 0 343-15</inkml:trace>
  <inkml:trace contextRef="#ctx0" brushRef="#br0" timeOffset="160604.34">18121 8274 70 0,'0'0'345'16,"12"0"3"-16,-12 0 33 0,7-1 15 0,-7 1-2 16,0 0-3-16,9-2-14 0,-9 2-17 0,0 0-19 15,0 0-23-15,0 0-30 0,0 0-28 0,0 0-23 0,0 0-27 16,7 4-21-16,-7-4-20 0,0 0-14 0,0 0-14 15,-11 14-13-15,5-5-15 0,1-2-10 16,-1 1-14-16,0 1-50 0,0-1-56 0,-3 1-67 16,1-1-67-16,-1 1-90 0,-6 0-100 0,5 1-112 0,0-4-307 15,-3 0-822-15,1-3 364 0</inkml:trace>
  <inkml:trace contextRef="#ctx0" brushRef="#br0" timeOffset="167697.31">1713 8448 177 0,'0'0'367'0,"0"0"9"15,0 0 0-15,0 0 0 0,-1-13-15 0,1 13-5 16,0 0-14-16,-1-9-7 0,1 9-23 0,0 0 1 16,0 0-17-16,0 0-15 0,0 0-20 0,0 0-22 15,0 0-21-15,0 0-25 0,-6-7-19 0,6 7-24 16,0 0-22-16,0 0-15 0,0 0-12 0,0 0-8 16,-15 24-3-16,9-14-4 0,-6 8-4 0,0 4-11 15,-2 0-4-15,3 2-6 0,-4 3 0 0,1-1-3 16,2 3-6-16,1 2-2 0,1-1-4 0,-1 1-7 15,-1 0-2-15,1-1-1 0,2 0-2 0,0-1-4 16,5-1-6-16,-3-3 2 0,5 2-5 0,2-9-7 16,0 1-5-16,2 1 0 0,2-4-1 0,0 2 9 15,6-3-7-15,1 0 2 0,2 0-2 0,3-2-4 16,0-2-3-16,2 1 2 0,0-2-9 0,-1 1-5 16,0-1-22-16,-1 0 0 0,0-1-13 0,-7-1-21 15,3-2-31-15,-2-2-33 0,0 2-33 0,-5-1-41 16,4-2-55-16,-4 1-45 0,-5-4-60 0,8 3-63 15,-8-3-389-15,0 0-883 0,0 0 391 0</inkml:trace>
  <inkml:trace contextRef="#ctx0" brushRef="#br0" timeOffset="168087.8599">2000 8775 422 0,'-3'-12'437'0,"3"12"-2"16,-1-11 8-16,-1 4-4 0,-1 0-5 0,3 7-11 16,-3-10-10-16,-1 6-11 0,4 4-5 0,-2-8-28 15,2 8-14-15,0 0-34 0,-5-7-28 0,5 7-28 16,0 0-32-16,0 0-24 0,0 0-32 0,0 0-17 15,0 0-10-15,0 0-29 0,0 0-1 0,0 0-15 16,0 0-7-16,0 0-13 0,7 32-3 0,-4-19-12 16,-1 3-3-16,0 0-22 0,-2 2-1 0,2 2 3 15,1 4-9-15,-2-5 2 0,0 0-6 0,1 6-8 16,0-6-2-16,-2 0 0 0,0-4 1 0,0 3-3 16,0-6 1-16,0-2-3 0,2 3-26 0,0-3-19 15,-2 3-18-15,1-2-32 0,1-5-24 0,-1 0-36 16,0 2-30-16,-1-8-36 0,1 11-41 0,-1-11-28 15,2 8-26-15,-2-8-22 0,1 6-23 0,-1-6-30 16,0 0-38-16,0 0-29 0,0 0-313 0,0 0-813 16,0 0 360-16</inkml:trace>
  <inkml:trace contextRef="#ctx0" brushRef="#br0" timeOffset="168431.54">1945 8797 349 0,'0'-9'397'0,"2"-1"10"0,1-1 3 16,-1 1 8-16,2 1-6 0,-1-1-18 16,0-1-14-16,1 3-25 0,0 0-20 0,1-1-20 15,2 0-27-15,0 2-15 0,0 0-28 0,-1 1-20 16,4 0-28-16,-1 4-20 0,2-2-18 0,-1 4-16 16,2 0-17-16,1 0-16 0,1 2-9 0,3 2-10 0,-4 2-14 15,0 0-10-15,-2 1-2 0,0-1-8 16,0 2-5-16,-3 0-8 0,3 7-2 0,-5-4-5 15,-2-1-2-15,-1 2-12 0,-2 0 1 0,-5 2 1 16,2-1 1-16,-7 2-1 0,-4 0-8 0,-1-3 2 16,-3 2-9-16,-1-3-16 0,-1-2-12 0,1 1-9 0,4-3-7 15,3-2 0-15,-2 0-2 0,4-1 4 16,1-2-1-16,1-1-12 0,7-1-22 0,-12 0-30 16,12 0-38-16,-4-6-36 0,4 6-35 0,0 0-40 15,0 0-37-15,14-18-49 0,-4 14-55 0,2-4-40 16,2 3-296-16,4-2-783 0,1 2 346 0</inkml:trace>
  <inkml:trace contextRef="#ctx0" brushRef="#br0" timeOffset="169729.37">2361 8850 232 0,'7'-6'358'0,"-7"6"-7"16,0 0 14-16,1-8-12 0,-1 8 7 0,0 0 0 15,4-8-16-15,-4 8-11 0,4-7-13 0,-4 7-21 16,5-7-24-16,-3 2-21 0,-2 5-20 0,5-6-29 0,-5 6-21 16,8-8-16-16,-3 6-22 0,2 0-16 0,-7 2-13 15,15-2-15-15,-8 2-11 0,-7 0-10 16,13 4-8-16,-4-2-11 0,-1 0-5 0,-2 0-8 16,0 2-8-16,-6-4-3 0,10 6-4 0,-5-1-5 15,-1-1-4-15,-2 3-2 0,1-1-8 0,-3-6-2 0,1 13-5 16,-2-4 4-16,-2 0-3 0,-1 0-7 0,-1 1 1 15,-4-4-4-15,2 1-1 0,-1 2 5 16,-2-3-4-16,-3 1 5 0,5-1-3 0,-4-3 0 16,3 2 1-16,2-1 3 0,1-3 8 0,-2 2 16 15,8-3 8-15,-10 0 13 0,10 0 7 0,-9-7 7 0,9 7-1 16,-5-11 3-16,3 4-7 0,5-3-5 0,1-1-2 16,4-4-8-16,-3 4-3 0,1-1-5 15,3-2-4-15,3-1-3 0,-1 1-4 0,2 0-1 16,0 1-3-16,2 1-7 0,0 0 4 0,3 2-5 0,0-1-5 15,-1 2 4-15,0-1-4 0,-4 2-2 0,4-1 1 16,-2 3-3-16,-2 1-3 0,-3-1 4 0,1 3-2 16,-1-1 1-16,-4 2 0 0,2 0-6 0,-2-1 6 15,-6 3-5-15,12-4-3 0,-12 4 1 16,7-1 3-16,-7 1-3 0,0 0 0 0,8-2 1 0,-8 2-1 16,0 0-4-16,0 0 2 0,0 0-3 0,0 0 5 15,0 0-3-15,9 5 1 0,-9-5-2 0,4 6 6 16,-4-6-5-16,-3 10 0 0,3-10 1 0,-2 11 2 15,1-5-1-15,1-6 7 0,-4 13-8 16,0-5 3-16,2-1-1 0,2-7 0 0,0 13-3 0,-2-7 7 16,2-6-6-16,1 14 2 0,-1-6 1 0,1 0 0 15,1 1 4-15,2-1-1 0,0 2 1 0,-1-2-6 16,5 1 3-16,-2 0 1 0,1 0 2 0,-3-3-1 16,2 0-4-16,0 2 5 0,-1-3 2 0,1 0-2 15,-3 0 1-15,1-1-5 0,-4-4 4 0,5 6-5 16,-5-6-4-16,4 6 7 0,-4-6-3 0,0 0-1 15,0 0 3-15,3 10 0 0,-3-10 3 0,0 0 0 16,-8 6 0-16,8-6 0 0,-6 4 4 0,6-4-6 16,-8 5 1-16,8-5 5 0,-9 4-5 0,9-4 5 15,-10 2-2-15,10-2 4 0,0 0-3 0,-9 1 2 16,9-1-3-16,0 0 8 0,-8 2 2 0,8-2 9 16,0 0 6-16,0 0 8 0,0 0 4 0,0 0 2 15,-9-9-3-15,9 9-2 0,0 0-5 0,3-11-4 16,-3 11-4-16,5-12-5 0,0 4-4 0,3 0 3 15,1-2-5-15,5-2-7 0,0 1 2 0,2-1 4 16,6-4-12-16,-5 4 12 0,3-5-10 0,-6 5 8 16,9-3-5-16,-10 3 14 0,1 1-12 0,-1 0-3 15,-3 2-2-15,-2 1 4 0,1-1-1 0,-2 0 4 16,1 2-6-16,-3-1 0 0,-1 2-7 0,-1-1 12 16,0 3-2-16,-3 4-10 0,6-9 4 0,-6 9 5 15,2-6-13-15,-2 6 0 0,6-4-3 0,-6 4-5 16,0 0 5-16,0 0-3 0,0 0 1 0,0 0-2 15,0 0-1-15,-21 12 2 0,17-7 7 0,0 1-3 0,0 2 0 16,0-2 1-16,1 2-4 0,0 0 4 16,2 3 1-16,1-1 2 0,0 0 1 0,1 0-1 15,0 0 0-15,2 1 3 0,1-1-2 0,-1-2-4 16,1 2 11-16,0 0-5 0,-1-2-2 0,1 0 3 16,-2-1-1-16,2 2-1 0,0-2-3 0,-2 1 4 0,3-2-1 15,-1-1 0-15,-1 1 5 0,-2 1-1 16,2-1-10-16,-3-6-4 0,2 10-7 0,1-4 0 15,-3-6-3-15,-2 11-5 0,2-11 5 0,-2 10-2 16,-1-5-5-16,3-5-2 0,-5 10 3 0,1-7 2 16,4-3-2-16,-10 5 3 0,5-1 4 0,5-4 3 0,-8 3 9 15,8-3 0-15,-7 2 2 0,7-2 2 16,0 0 4-16,0 0 5 0,0 0 6 0,-13-7 5 16,13 7 4-16,0 0 1 0,3-14-6 0,-3 14 2 15,8-17-8-15,-4 7 2 0,4 1 0 0,5-3-4 0,-2 4-1 16,-1-1-2-16,2 2-2 0,3-1 0 0,1 1-1 15,-2 2-5-15,-1 2 7 0,-1 0-1 16,1 1-1-16,5 2-2 0,-5 0-1 0,-1 0 3 16,0 1-3-16,-3 2-2 0,2 0 2 0,-3 2-4 15,-1-1 3-15,2 3-1 0,-6-2-8 0,6 2-1 0,-5 0-9 16,1 0-6-16,-4 1-8 0,3-1-13 0,-2 0-8 16,-2-7-3-16,1 13-4 0,-1-8-9 0,0-5-1 15,-1 11-13-15,1-11-9 0,0 0-1 16,-2 14-8-16,2-14 9 0,0 0 0 0,0 0-6 15,0 0-30-15,0 0-39 0,0 0-27 0,0 0-26 0,0 0-32 16,0 0-43-16,0 0-42 0,23-25-49 0,-15 16-241 16,2 1-686-16,3-4 303 0</inkml:trace>
  <inkml:trace contextRef="#ctx0" brushRef="#br0" timeOffset="169901.2">3265 8697 175 0,'0'0'378'0,"0"0"1"0,0 0 4 0,-1-11-11 16,1 11-6-16,0 0-24 0,0 0-23 16,-3-8-29-16,3 8-28 0,0 0-34 0,0 0-20 15,0 0-44-15,0 0-56 0,0 0-65 0,0 0-69 0,0 0-56 16,0 0-59-16,0 0-66 0,0 0-71 0,15 3-270 16,-15-3-593-16,0 0 263 0</inkml:trace>
  <inkml:trace contextRef="#ctx0" brushRef="#br0" timeOffset="170619.78">3474 8670 100 0,'0'0'388'0,"0"0"15"16,2-14 18-16,-2 14-5 0,-2-10-7 0,2 10-10 16,-2-7-1-16,2 7-9 0,-4-11-4 0,4 11-15 15,-3-7-23-15,3 7-11 0,0 0-26 0,-3-8-29 0,3 8-30 16,0 0-29-16,0 0-24 0,0 0-24 0,0 0-24 15,0 0-15-15,0 0-17 0,0 0-10 16,0 0-14-16,0 0-7 0,-9 27-2 0,7-15-15 16,0 3-5-16,2 4-3 0,-3-2-6 0,2 2-11 0,-2 0-1 15,2 0-3-15,-3-1-6 0,3 2-5 0,0-2-2 16,-3 1 0-16,3-1-1 0,-1-1-19 0,4-1-11 16,-2-3-6-16,3-1-11 0,0 1-11 15,0-3 0-15,2-1-6 0,-3 0 4 0,3-1-4 16,3 0 9-16,1-2-6 0,0-2 2 0,3-1 8 0,-1-2 5 15,0-4 3-15,1 1-2 0,-2-1 9 0,2-3-4 16,-3 2 5-16,-1-3 3 0,-1-1 0 0,-1-2 4 16,-2 2 6-16,0 1 5 0,-3 0-5 0,2-3 4 15,-3 2-5-15,-3-3 1 0,1 4-6 16,-2-1 7-16,-1 2-12 0,1 0-3 0,-1 0 5 0,-2 2-4 16,1-1 4-16,6 5-2 0,-14-3 2 0,8 0 0 15,6 3-5-15,-13 0 4 0,13 0-3 0,-10 0-4 16,10 0-11-16,-9 2-11 0,9-2-12 0,-9 1-9 15,9-1-6-15,0 0 0 0,0 0 0 16,0 0 3-16,-5 7-10 0,5-7-9 0,0 0-15 0,0 0-6 16,25 3-10-16,-13-6 0 0,2-1-9 0,2 1-14 15,2-3-1-15,1 1 5 0,1-2-3 0,0-1 8 16,-1 1 12-16,-5-3 6 0,4 2 10 0,-4-3 13 16,-2 5 4-16,2-3 10 0,-4 0 11 0,-1 2 8 15,0 0 12-15,-4 2 16 0,-1 0 22 0,1 0 8 16,-4 0 19-16,-1 5-10 0,3-9 9 0,-3 9 4 15,1-12 13-15,-1 12 16 0,-1-10 12 0,1 10 19 16,0 0 11-16,-5-10 13 0,5 10 11 0,-3-6 8 16,3 6 3-16,0 0-2 0,-5-5-11 0,5 5-12 15,0 0-13-15,0 0-11 0,0 0-13 0,0 0-6 16,0 0-5-16,0 0-9 0,0 0-6 0,0 0-1 16,-5 18 7-16,4-8-12 0,-1 0-5 0,1 3-2 15,1-1-3-15,-1 3-2 0,-1 2-6 0,2-2-4 16,-2 1 3-16,2 1-4 0,0 0-1 0,-1-2 0 15,1-3-17-15,1 1-26 0,1 0-30 0,-2-2-46 16,2 1-46-16,-1-2-56 0,3 0-41 0,0-1-49 16,0 1-57-16,1-2-58 0,2-4-71 0,-7-4-306 15,18 6-847-15,-6-4 374 0</inkml:trace>
  <inkml:trace contextRef="#ctx0" brushRef="#br0" timeOffset="171072.8">3922 8891 54 0,'0'0'331'0,"0"0"3"0,0 0-9 0,0 0-23 15,0 0-17-15,0 0-26 0,0 0-19 0,0 0-22 16,0 0-10-16,0 0-24 0,0 0-10 0,14-4-6 16,-14 4-37-16,0 0-11 0,0 0 3 0,0 0-27 15,0 0-9-15,0 0-7 0,0 0-7 0,0 0 1 16,0 0 5-16,0 0-1 0,14 6 11 0,-14-6 0 15,11 2-1-15,-11-2-5 0,0 0-1 0,16 0 1 16,-16 0-5-16,15 0-8 0,-15 0-3 0,19-3-3 16,-6-1-4-16,-3 2 5 0,-1-3 2 0,0 1-2 15,-3-2-1-15,2 1 7 0,0 1 7 0,-2 1 2 16,-1-2-3-16,-5 5 1 0,7-6-7 0,-7 6-1 16,1-11-11-16,-1 11-6 0,0 0-5 0,-4-10-11 15,4 10-1-15,-6-6-3 0,-2 3-8 0,2 0 0 16,6 3 0-16,-14-4-3 0,3 2-7 0,1 1-2 15,10 1 0-15,-19 1-6 0,7 1-1 0,2 2-3 16,-1 3 0-16,2-2 6 0,0 1-6 0,1 1 1 16,-1 1 2-16,3-1 0 0,-1 2 2 0,4-1-2 15,-1 1-4-15,2-1 7 0,4 1 0 0,0-1 1 16,3 0-2-16,2 2 1 0,2-4 0 0,6 2 3 16,2-1-4-16,2-2 2 0,4-1-2 0,4 0-9 15,-5-2-14-15,-1-2-24 0,9-3-24 0,-10 3-29 16,-2-3-40-16,0-2-50 0,0-1-41 0,-6 2-65 15,-1-3-67-15,4-1-66 0,-6 4-314 0,-4-3-797 16,-5 7 352-16</inkml:trace>
  <inkml:trace contextRef="#ctx0" brushRef="#br0" timeOffset="171728.9">5086 8781 158 0,'0'0'323'0,"1"-8"1"0,-1 8-7 0,0-11 3 0,0 11 0 16,0-10 5-16,0 2 15 0,0 8-4 0,-4-11 8 15,3 4 1-15,1 7 2 0,-4-10-6 0,2 6 4 16,2 4-4-16,-5-11-6 0,2 7-5 0,3 4-18 16,-4-8-13-16,4 8-15 0,-5-6-30 0,5 6-21 15,0 0-22-15,-6-4-24 0,6 4-10 0,0 0-30 16,0 0-17-16,0 0-16 0,0 0-11 0,0 0-10 15,-14 14-5-15,12-3-20 0,-2 1-68 0,0 3 0 16,0 2 0-16,0 2 0 0,1 6 0 0,1-4 0 16,-1 3 0-16,2 3 0 0,-2-2 0 0,3-5 0 15,0 5 0-15,-1 1 0 0,1-3 0 0,0-4 0 16,0 0 0-16,0 0 0 0,-3 5 0 0,-2-4 0 16,4-2 0-16,1 0 0 0,0-2 0 0,-1 3 0 15,0 0 0-15,1-3 0 0,0 0 0 0,0 0 0 16,-2-4 0-16,1 0 0 0,1-2 0 0,0-5 0 15,0-5 0-15,0 13-121 0,0-13-102 0,0 8-26 0,0-8-26 16,-1 7-18-16,1-7-39 0,0 0-33 0,0 0-44 16,0 0-55-16,0 0-31 0,0 0-333 15,0 0-896-15,-13-15 396 0</inkml:trace>
  <inkml:trace contextRef="#ctx0" brushRef="#br0" timeOffset="172291.26">4746 9089 207 0,'-5'-4'408'0,"5"4"33"16,-9-7 37-16,9 7 25 0,-9-5 15 0,5 2-1 16,4 3-8-16,-6-7 6 0,6 7-9 0,-4-4-21 15,4 4-20-15,0 0-34 0,0 0-35 0,-4-6-35 16,4 6-40-16,0 0-24 0,0 0-37 0,0 0-32 16,0 0-30-16,9-13-51 0,-1 8-147 0,3 1 0 15,1 0 0-15,6-3 0 0,0 3 0 0,2-4 0 16,0 2 0-16,8-2-93 0,-1 3-84 0,3-1-35 15,-3 0-36-15,-2 0-40 0,2 1-21 0,-5 0-17 16,-2 2-9-16,2 1-6 0,-2-2-12 0,0 1-7 16,-3 0-4-16,-4 0 5 0,1-1 19 0,-4 4 16 15,0-1 18-15,1 1 31 0,-6-3 17 0,-5 3 24 16,10-1 29-16,-10 1 23 0,9-2 37 0,-9 2 20 16,0 0 31-16,9-1 44 0,-9 1 37 0,0 0 46 15,7-3 52-15,-7 3 38 0,0 0 32 0,0 0 32 16,0 0 43-16,7-1 28 0,-7 1 31 0,0 0 12 15,0 0 5-15,0 0-1 0,9-5-7 0,-9 5-7 16,0 0-15-16,4-5-8 0,-4 5-20 0,0 0-22 16,6-6-14-16,-6 6-29 0,8-4-20 0,-8 4-16 15,9-1-23-15,-9 1-11 0,14 0-14 0,-14 0-10 0,13 3-10 16,-3 2-9-16,0-1-13 0,-3 0 2 16,-1 1-13-16,3 2-1 0,-4 0-12 0,1 1-25 15,-2-1-21-15,-2 1-23 0,-1 0-19 0,-2 2-10 16,-3 0-17-16,0-5-11 0,0 5-11 0,-2-2-13 0,-4-2-3 15,-1 0-3-15,-2-1-1 0,-1 0 7 0,3-1 8 16,-3-1 12-16,2-2 14 0,2-1 5 0,1 1 10 16,9-1 12-16,-14-4 4 0,6 2 10 15,2-2 9-15,6 4-1 0,-8-10 1 0,5 5-6 0,3 5-8 16,-2-13-18-16,2 13-32 0,5-16-37 0,1 7-35 16,1 1-35-16,-1 1-40 0,1 2-50 0,3-1-44 15,3 1-48-15,-2-1-203 0,3 1-637 16,3 0 282-16</inkml:trace>
  <inkml:trace contextRef="#ctx0" brushRef="#br0" timeOffset="172650.55">5373 8946 49 0,'0'0'417'0,"0"0"15"0,0 0 5 0,0 0 1 15,0 0-15-15,0 0-18 0,0 0-28 0,0 0-33 16,0 0-31-16,3-21-29 0,-3 21-36 0,8-1-22 15,-8 1-27-15,11-4-22 0,-11 4-19 0,17 0-17 16,-8 4-14-16,0-1-15 0,0-2-8 0,1 3-13 16,0 3-13-16,0-3-5 0,-1 2-11 0,0 3-4 15,0-3-11-15,-6 2-29 0,2-3-24 0,-1 1-18 16,1 3-21-16,-3-2-10 0,1-2-3 0,-2 2 5 16,-1-7-7-16,0 9-3 0,0-9 9 0,0 0 3 15,-2 12 12-15,-2-8 6 0,4-4 4 0,0 0 17 16,0 0 18-16,0 0 15 0,0 0 12 0,0 0 16 15,0 0 20-15,0 0 6 0,-12-15-4 0,12 15-9 16,1-12-5-16,-1 12-5 0,6-20-3 0,-1 10-11 16,0 2-7-16,4-3-6 0,1 0-26 0,2-3-18 15,2 3-37-15,0 0-51 0,2 2-47 0,7-2-38 0,-4 5-33 16,1 1-42-16,-4 0-50 0,6 1-55 16,0 2-326-16,-3 0-755 0,9 1 334 0</inkml:trace>
  <inkml:trace contextRef="#ctx0" brushRef="#br0" timeOffset="173056.71">6489 8832 53 0,'7'-5'443'0,"-4"-5"12"0,3 2 10 15,-3-2-2-15,0 3-5 0,1 1-1 0,-2-3-19 0,1-1-15 16,-2 3-16-16,0 0-14 0,1-1-21 0,-2 8-7 16,1-11-10-16,0 4-17 0,-1 7-13 0,0-11-17 15,0 11-26-15,0 0-25 0,0-9-30 16,0 9-28-16,0 0-15 0,0 0-28 0,0 0-25 0,0 0-7 16,0 0-17-16,0 0-101 0,0 0-6 0,0 0 0 15,0 0 0-15,2 27 0 0,0-12 0 0,-2 3 0 16,1-1 0-16,-1 2 0 0,2 2 0 0,-5 3 0 15,4-5 0-15,1 1 0 0,-1-1 0 0,-2 0 0 16,2 1 0-16,-4-2 0 0,3 1 0 0,0-1 0 16,0-2 0-16,-1-1 0 0,-3-2 0 0,4-1 0 15,0 0 0-15,0-2-112 0,0 1-92 0,2-2-21 16,-2-9-23-16,-3 13-11 0,3-13-16 0,1 10-9 16,-1-10 0-16,4 7 3 0,-4-7-26 0,0 0-36 15,0 0-36-15,0 0-8 0,0 0-15 0,0 0-15 16,0 0-214-16,-10-22-683 0,10 22 301 0</inkml:trace>
  <inkml:trace contextRef="#ctx0" brushRef="#br0" timeOffset="173915.52">6393 8988 121 0,'-9'-3'241'0,"9"3"19"0,0 0 11 16,-9-4 3-16,9 4 3 0,-5-3 8 0,5 3 7 15,0 0 2-15,0 0 9 0,0 0 7 0,0 0 1 16,0 0 3-16,0 0 1 0,-6-3-13 0,6 3-10 0,0 0-14 15,0 0-14-15,0 0-15 0,0 0-9 0,0 0-34 16,0 0-22-16,0 0-16 16,0 0-17-16,18-12-20 0,-7 9-15 0,6-3-22 15,3 1-15-15,1-2-31 0,-2 1-20 0,3 2-25 0,8-1-26 0,0-2-33 16,-1 1-42-16,-1 1-22 0,2-1-26 0,-10 1-28 16,2-1-24-16,-2 0-18 0,0 0-10 0,-1-1-9 15,-8 3-10-15,3-1-8 0,-2 0-3 0,-1 1-9 16,-2 1 0-16,-2 1 6 0,-2-2 9 0,-5 4 29 15,7-6 20-15,-7 6 14 0,3-7 32 0,-3 7 35 16,0 0 28-16,-4-11 33 0,4 11 29 0,0 0 30 16,0 0 28-16,-6-11 28 0,6 11 26 0,-4-4 25 15,4 4 13-15,0 0 18 0,-5-8 24 0,5 8 12 0,0 0 16 16,0 0 6-16,-3-8 9 0,3 8-1 0,0 0-5 16,0 0-6-16,0 0-25 0,0 0-14 15,0 0-22-15,0 0-11 0,0 0-16 0,0 0-16 16,0 0-7-16,0 0-8 0,0 0-7 0,0 0-6 0,0 0-2 15,-5 24 1-15,5-15-7 0,0 1 0 0,0 2-4 16,1 0-6-16,-1 0-6 0,-1 0-1 0,2 1-4 16,1-1-4-16,-2 5 3 0,0-5-4 15,0 1-7-15,0-1 1 0,0 1-3 0,-2-2 1 0,2-2-7 16,0-3-8-16,2 2-8 0,-2-8-4 0,0 12-4 16,0-12-4-16,-2 9 7 15,2-9 3-15,0 0 4 0,0 0 4 0,4 7 5 0,-4-7-4 16,0 0 2-16,0 0-1 0,13-4 0 0,-13 4-4 15,14-5 0-15,-8 0 6 0,2 1 2 0,-1 1-1 16,0-1 4-16,2-3 2 0,-1 5-4 0,-3-1 0 16,2 0-1-16,0 0 0 0,-7 3-3 0,10-5 1 15,-5 2 0-15,-5 3-5 0,14-2 0 0,-9 1 0 16,-5 1-4-16,13 3 2 0,-5-2-3 0,-2 2 3 16,1 1-5-16,-1-1 4 0,1 1-1 0,-3 2-2 15,3-1 4-15,-2 1-2 0,-1-2 3 0,1 4 0 16,-2-3 0-16,0 3-1 0,2-4-3 0,-5-4 0 15,4 10 1-15,-4-10 2 0,3 6-2 0,-3-6 6 16,2 5 0-16,-2-5 8 0,3 6 2 0,-3-6 8 16,0 0-2-16,0 0-7 0,0 0 5 0,0 0 8 15,18-12-4-15,-14 7-3 0,1 1-2 0,3-3 2 0,-1-1-2 16,1 1 0-16,-1 1-1 0,0-1 0 16,-1 3 0-16,0-1 1 0,1 1-3 0,-7 4-4 15,10-7 2-15,-6 6-2 0,-4 1-5 0,8-7 0 16,-8 7-1-16,7-1-3 0,-7 1-3 0,0 0 0 15,11 4 4-15,-11-4-4 0,7 4 3 0,-7-4-1 0,10 4 1 16,-6 2 0-16,0-1-4 0,-4-5 4 0,5 8-2 16,-2-5 1-16,1 2 3 0,-4-5-4 15,5 11-18-15,-2-5-22 0,0-1-27 0,0 2-32 0,-1-1-36 16,2-2-33-16,-4-4-38 0,4 8-25 0,-4-8-23 16,5 6-19-16,-5-6-34 0,0 0-48 0,0 0-32 15,0 0-252-15,13-9-694 0,-13 9 307 0</inkml:trace>
  <inkml:trace contextRef="#ctx0" brushRef="#br0" timeOffset="174071.81">7237 8884 105 0,'0'0'365'0,"0"0"17"0,2-7-1 0,-2 7 10 16,0 0-7-16,3-8-18 0,-3 8-21 0,0 0-32 16,0 0-23-16,0 0-35 0,0 0-27 0,0 0-25 15,0 0-24-15,0 0-22 0,0 0-41 0,0 0-35 16,0 0-44-16,0 0-64 0,0 0-64 0,0 0-57 15,11 15-59-15,-8-7-70 0,1-2-51 0,1 2-256 16,0 0-631-16,0 0 279 0</inkml:trace>
  <inkml:trace contextRef="#ctx0" brushRef="#br0" timeOffset="174480.19">7329 9024 233 0,'0'0'400'0,"0"0"31"16,0 0 12-16,0 0 2 0,0 0-1 0,0 0-14 15,0 0-12-15,5-17-15 0,-5 17-21 0,0 0-22 16,3-7-29-16,-3 7-26 0,0 0-35 0,0 0-26 16,0 0-26-16,0 0-27 0,0 0-18 15,0 0-23-15,0 0-20 0,0 0-9 0,0 0-1 0,0 0-22 0,15 11-12 16,-13-6 0-16,1 0-33 0,-3-5-21 0,5 10-25 16,-2-4-12-16,-2 1-20 0,2 0-15 0,-3-7-17 15,0 9-9-15,0-9-6 0,0 0-3 0,1 10 7 16,-1-10 7-16,3 4 7 15,-3-4 9-15,0 0 9 0,6 5 2 0,-6-5 11 0,0 0 0 0,0 0 4 16,0 0-2-16,0 0 7 0,15-9-1 0,-12 3 0 16,3 1 4-16,2-1 0 0,-5 1 5 0,4 1 2 15,-2 0 0-15,-1-1 4 0,2 0 3 0,-6 5 0 16,13-6-2-16,-8 2 3 0,-5 4-4 0,11-3 3 16,-5 2-3-16,0-2 0 0,-6 3-1 0,12 0 2 15,-12 0-1-15,11 2 0 0,-11-2 1 0,12 2-4 16,-6 0-1-16,-2 1 3 0,-4-3-5 0,10 7-7 15,-5-5-14-15,-5-2-34 0,8 6-36 0,-4-3-45 16,-4-3-39-16,6 3-26 0,-6-3-24 0,0 0-20 16,6 3-29-16,-6-3-29 0,0 0-56 0,0 0-309 15,0 0-728-15,0 0 323 0</inkml:trace>
  <inkml:trace contextRef="#ctx0" brushRef="#br0" timeOffset="175120.77">8364 8918 124 0,'2'-7'250'0,"1"1"-2"0,-2-1-12 16,-1 7 1-16,6-17 8 0,-5 9 10 0,-1 2 1 16,0 6 9-16,1-14 10 0,0 7 20 0,2 0 0 0,-3 7 9 15,0-13 3-15,0 13 1 0,0-11-1 0,1 5-9 16,-1 6-2-16,2-9-9 0,-2 9-4 0,0 0-13 15,-2-12-16-15,2 12-14 0,0 0-27 0,0 0-22 16,0 0-32-16,-1-8-12 0,1 8-14 0,0 0-10 16,0 0-16-16,0 0-11 0,0 0-1 0,-23 16-6 15,13-6-16-15,-2 1-1 0,0 4-8 0,1 1-2 16,-4 3-4-16,0 1-8 0,4-3-6 0,0 1-3 16,-1 3-5-16,2-3 1 0,2 0-1 0,1 0-10 15,2 1-4-15,-1-4-11 0,4 0-11 0,2-2-13 16,1 2-8-16,3-2-5 0,6-2-32 0,3 2-28 15,-1-2-37-15,-1-4-38 0,7 3-50 0,1-4-33 16,2 0-41-16,4 1-27 0,-6-6-29 0,1-1-10 16,1 2-16-16,-2-5-17 0,1-1-13 0,-1 0-2 15,-2-4-11-15,-1 0-246 0,-1 1-710 0,-6-2 315 16</inkml:trace>
  <inkml:trace contextRef="#ctx0" brushRef="#br0" timeOffset="175823.77">8589 9048 42 0,'0'0'110'16,"6"-5"17"-16,-6 5 26 0,4-5 26 0,-4 5 17 0,6-4 25 15,-6 4 15-15,0 0 11 0,8-5 10 16,-8 5 3-16,0 0 7 0,5-5 15 0,-5 5-9 16,4-5 5-16,-4 5-12 0,4-6-6 0,-4 6-20 0,0 0-12 15,7-5-23-15,-7 5-15 0,6-4-20 0,-6 4-23 16,4-4-17-16,-4 4-12 0,0 0-16 16,0 0-10-16,12 0-10 0,-12 0-11 0,0 0-10 15,13 4-5-15,-9-1-13 0,-4-3 2 0,6 8-6 0,-2-5-9 16,-1 4 1-16,-3-7-4 0,2 10-6 0,0-4 3 15,-2 2-18-15,0-8-4 0,-3 13-7 0,1-7-10 16,-1 0-14-16,-2-1 6 0,0 0-16 0,-5 0-2 16,2 1-10-16,-1-1-9 0,0-1 10 0,-1 0-7 15,2-3 2-15,0 1 15 0,8-2 9 0,-12-1 3 16,12 1 6-16,-12-2 11 0,12 2 20 0,-8-6 4 16,6 0 7-16,2 6-1 0,-5-16 4 0,4 9 2 15,1-2 1-15,1-1 7 0,2 1 1 0,1 1-4 16,-1 1-5-16,1-2 2 0,0 4 1 0,0 0-1 15,1 0-6-15,-5 5-1 0,8-7-2 0,-4 4-2 16,-4 3-5-16,7-7-6 0,-7 7 0 0,9 0 0 16,-9 0-3-16,12 3 1 0,-12-3-4 0,9 2 1 15,-3 1-2-15,-1 2 3 0,-5-5 0 0,10 6-2 16,-5-1 2-16,0 0-1 0,0 1 0 0,-2-1 4 16,2 1-2-16,-1-1-8 0,3 1 9 0,-3 0 0 0,3-3-1 15,-4 3 2-15,4-1 2 0,0 1-2 16,0-2-1-16,3 0 0 0,-2-3 0 0,2 0 3 15,2 1 3-15,-2-4-1 0,1 1 3 0,1-2-5 16,-1-1 3-16,1 1-3 0,-1-4 5 0,1 2 21 0,-2-2 12 16,3-4 18-16,-3 1 10 0,0 1 7 15,-2-2 9-15,2-1-3 0,-1-2 6 0,-1-3-7 16,-2 3-1-16,2-1 4 0,-4 0-2 0,-1 0 2 0,0-1-4 16,-3 4-4-16,3 0 2 0,-2 1 2 0,-1 4 5 15,1 0-8-15,-1 7 0 0,0-12-20 0,0 12-1 16,0-10-8-16,0 10-9 0,0 0-13 15,1-8-8-15,-1 8-1 0,0 0-6 0,0 0 0 0,0 0-2 16,0 0-5-16,0 0 1 0,0 0-1 0,0 0-4 16,-1 32 6-16,1-20-1 0,-1 0-4 0,2 4 0 15,-1 0 4-15,0-5-10 0,-1 6 8 0,2-2-6 16,-1-2-1-16,-1 3 13 0,1-1-5 0,0 0-2 16,-1-2-5-16,1 0-16 0,-2-1-20 0,2 0-24 15,2-3-28-15,-1 2-33 0,0 0-36 0,-1-3-30 16,3-1-59-16,-1 1-42 0,2-3-33 0,0 0-41 15,-4-5-49-15,10 4-52 0,-5-2-371 0,-5-2-903 16,15-6 399-16</inkml:trace>
  <inkml:trace contextRef="#ctx0" brushRef="#br0" timeOffset="176511.11">9186 8920 180 0,'5'-3'350'0,"-5"3"12"0,6-8 9 0,-2 4 16 15,-4 4-2-15,3-6-7 0,-3 6-4 0,0 0-8 16,6-5-16-16,-6 5-22 0,0 0-15 0,0 0-26 16,0 0-30-16,0 0-25 0,3-7-20 0,-3 7-25 15,0 0-21-15,0 0-20 0,0 0-14 0,0 0-10 0,0 0-15 16,-18 16-9-16,9-10-7 0,0 3-11 0,-1-2-4 16,-3 0-10-16,0 3-4 0,0 0-10 15,-3-1-3-15,3 1-7 0,0-2-3 0,3-1 1 16,3-4-9-16,-3 4 0 0,4-3 2 0,-1 0-1 0,1-2-5 15,6-2 0-15,-7 2 0 0,7-2-1 0,-7 3 0 16,7-3 1-16,-5 5 3 0,5-5 10 0,0 0 5 16,0 0-3-16,0 0-7 0,0 0-3 15,0 0-5-15,0 0-2 0,0 0-6 0,0 0-4 0,0 0-3 16,0 0 3-16,0 0-6 0,0 0 1 0,0 0-9 16,0 0 0-16,0 0 3 0,27-5-8 0,-27 5 4 15,10 2 1-15,-10-2 1 0,10 3-3 16,-5-1-2-16,0 2 2 0,2 0 3 0,-2 0-9 0,4 2 9 15,-3 1-3-15,2 2-2 0,-3-5 1 0,4 3 4 16,-3 0-10-16,2 1 8 0,-2-2 2 0,1 1 1 16,2 0-7-16,1-1 4 0,-1-1-1 0,1 1-3 15,2-3 2-15,-1 0-1 0,3-2 2 0,-1 1 0 16,1-5 2-16,4-1 3 0,2 1-2 0,1-3-4 16,6-4 3-16,-9 2 0 0,6-5 1 0,-6 2-3 15,0 0 6-15,-2-2-4 0,3-4-1 0,-3 5 0 16,-5-1 6-16,-2 6 3 0,1-4 4 0,-2 1-1 15,-1 1 4-15,-4 0 10 0,3 1 1 0,-3 1 3 16,-2 3-9-16,-1 4-3 0,3-10-8 0,-3 10 1 16,0 0-8-16,-9-11 0 0,9 11-4 0,-10-3-6 15,10 3 6-15,-14 2-2 0,2 1 2 0,3 1 0 16,0 3 0-16,-1 0-4 0,1 0 3 0,0 2 0 16,1 1 4-16,1-2-7 0,1 2 4 0,2-2 2 0,0 2-13 15,1-4 7-15,2 3 4 0,1-9-4 0,3 13 4 16,3-5 3-16,-1 0 1 0,6-4-5 15,-1 3 5-15,2-4 3 0,8 2-18 0,-2-2 1 16,3-2-5-16,7-1-12 0,-1 1-15 0,0-1-25 0,1 0-19 16,-9-1-31-16,3 0-37 0,-2 1-45 0,1-2-35 15,-2-1-40-15,-1 1-46 0,-5 1-48 0,-2-1-68 16,3-1-47-16,-1-1-288 0,0 2-834 16,-7 1 369-16</inkml:trace>
  <inkml:trace contextRef="#ctx0" brushRef="#br0" timeOffset="179489.53">10461 9109 164 0,'1'-7'210'0,"-1"7"-1"15,2-7 2-15,-2 7-2 0,1-10 4 0,-1 10 4 16,1-7 8-16,-1 7 9 0,0 0 9 0,2-11 9 16,-2 11 9-16,0 0 5 0,-3-11 16 0,3 11 11 15,-1-8 11-15,1 8-3 0,0 0-6 0,-3-12-2 16,3 12-5-16,-4-7 2 0,4 7-12 0,-2-10-4 15,2 10-13-15,-2-8-11 0,2 8-13 0,0 0-17 16,-2-9-15-16,2 9-31 0,0 0-4 0,0 0-26 0,0 0-20 16,0 0-12-16,-1-6-13 0,1 6-17 15,0 0-11-15,0 0-4 0,0 0-10 0,0 0-6 16,0 0-10-16,0 0-27 0,0 0-14 0,0 28 0 16,0-17 0-16,0 0 0 0,0 5 0 0,0-4 0 0,0 3 0 15,0-2 0-15,0-1 0 0,-3 6 0 0,3-1 0 16,0-5 0-16,0 3 0 0,0-4 0 15,0-4 0-15,0 1 0 0,0-8-68 0,3 16-57 0,-3-9-29 16,0-7-29-16,2 10-26 0,-1-7-30 0,-1-3-35 16,6 4-39-16,-6-4-29 0,0 0-41 0,0 0-38 15,14-10-42-15,-10 5-27 0,-2-5-265 0,3 2-817 16,0-2 362-16</inkml:trace>
  <inkml:trace contextRef="#ctx0" brushRef="#br0" timeOffset="179692.61">10479 8935 113 0,'0'0'390'0,"0"0"7"0,0 0 2 15,0-10-8-15,0 10-9 0,0 0-13 0,0 0-28 16,0 0-28-16,0 0-33 0,0 0-28 0,0 0-25 16,0 0-32-16,0 0-27 0,0 0-44 0,0 0-43 15,0 0-41-15,0 0-50 0,0 0-50 0,0 0-44 16,9 20-40-16,-6-15-47 0,3 6-46 0,2-2-50 0,2 0-30 15,-3 1-202-15,1 1-562 0,5 0 249 16</inkml:trace>
  <inkml:trace contextRef="#ctx0" brushRef="#br0" timeOffset="180114.37">10641 9153 86 0,'0'0'352'0,"0"0"4"0,0 0 23 0,0 0 22 16,0 0 1-16,0 0 0 0,-1-26-7 0,1 26-4 15,-3-11-22-15,3 11-22 0,0-10-23 0,0 10-25 0,2-10-26 16,-2 10-29-16,2-9-23 0,0 3-25 0,-2 6-19 16,6-4-19-16,-6 4-22 0,9-5-13 15,-4 4-9-15,-5 1-19 0,0 0-11 0,18 3-9 0,-18-3-10 16,9 5-8-16,-2-3-6 0,-3 2-5 16,0 1-17-16,1 0-23 0,-2 2-18 0,1 4-31 0,0-2-24 15,-2-3-28-15,1 4-15 0,-3-3-15 0,2 1-6 16,-2-8-4-16,0 11 0 0,0-11 4 0,-2 12-2 15,2-12 10-15,0 9 20 0,0-9 10 0,0 0 23 16,-1 6 24-16,1-6 25 0,0 0 20 0,0 0-5 16,0 0 18-16,0 0 10 0,0 0 3 0,19-16-7 15,-14 10 10-15,0 0 5 0,4-3 1 0,-3 4 2 16,1 0 2-16,0-1 6 0,2-3 1 0,-2 4-4 16,-4 1-1-16,3-1-5 0,-1 3-2 0,2-3-6 15,-7 5 5-15,9-5-9 0,-9 5-3 0,9-3-6 16,-9 3-3-16,8-1-8 0,-8 1 2 0,0 0 0 15,15 4 2-15,-15-4 4 0,5 6-8 0,-2-1-3 16,1-1 6-16,0 3-3 0,2 1 0 0,-1-2-29 16,-1 2-25-16,-4-8-45 0,5 11-44 0,0-6-39 15,0 4-53-15,0-4-63 0,2-1-71 0,2 0-359 16,4-1-784-16,5-1 347 0</inkml:trace>
  <inkml:trace contextRef="#ctx0" brushRef="#br0" timeOffset="180661.13">11602 9102 343 0,'0'0'377'0,"0"0"3"15,0 0-6-15,0 0-6 0,0 0 0 0,0 0-1 16,0 0-2-16,-19-11-5 0,19 11-6 0,0 0-16 0,-6-10-16 15,6 10-21-15,-3-4-16 0,3 4-33 0,0 0-23 16,2-11-21-16,-2 11-26 0,7-7-14 16,-7 7-19-16,7-7-20 0,-2 4-13 0,0-1-14 15,-5 4-12-15,13-1-9 0,-6 0-8 0,-7 1-9 0,16 1-10 16,-6 3-5-16,-1-1-9 0,0 3 1 0,0-1-10 16,-3 1-8-16,0-1-7 0,-2 3-10 0,0 1-1 15,1 0-10-15,-7 1 5 0,2-10-9 0,-2 12-5 16,-3-2-2-16,1-1-4 0,-3 0-3 0,0-1-2 15,-3-1-2-15,0-1 5 0,-1 0 3 0,0 0 0 16,2-1 4-16,-3-2-1 0,3 0 10 0,1-3 1 16,8 0 13-16,-15-3 10 0,15 3 5 0,-12-3 5 15,5-2 14-15,1-3 5 0,4 2 1 0,-1-4-1 16,2 1-9-16,1-1 3 0,0-1-7 0,3 1-2 16,-1-2-4-16,4 2-3 0,-2 1-6 0,1 0-2 15,2 1 0-15,0 1-7 0,1 0-2 0,-2 5-3 16,5-3-1-16,-1 2-4 0,0 2 2 0,2 2-3 15,0 2-2-15,-2 1 1 0,1-1-4 0,-1 4 2 16,2 1 2-16,2 1-1 0,-2 2 4 0,-4-2-4 16,1 0-1-16,-2 3 4 0,5 0-2 0,-7-1-14 15,2-3-19-15,-2 3-12 0,0-3-18 0,0 3-25 16,-1-4-12-16,0-1-28 0,0-1-18 0,-2 0-13 16,3 0-20-16,-1-2-28 0,-4-3-40 0,14 4-35 0,-5-1-45 15,2-3-51-15,5-2-51 0,-7 2-307 0,9-4-799 16,-3 2 354-16</inkml:trace>
  <inkml:trace contextRef="#ctx0" brushRef="#br0" timeOffset="182082.67">12540 9017 56 0,'0'0'347'0,"3"-11"6"0,-1 5 4 16,-2-1-1-16,0-3 3 0,2 1 6 0,1-1 15 15,-1 0 9-15,2 2 0 0,-4-3-7 0,2 1-5 16,0-1 15-16,-1 1 15 0,3-1-7 16,-4 0-22-16,2 2-14 0,0 3-24 0,0-2-21 0,-2 8-20 15,0-11-20-15,3 6-29 0,-3 5-25 0,1-9-28 16,-1 9-20-16,0 0-123 0,2-6-54 0,-2 6 0 15,0 0 0-15,0 0 0 0,0 0 0 0,0 0 0 16,0 0 0-16,0 0 0 0,-6 30 0 0,2-15 0 16,-2 4 0-16,3 0 0 0,-7 5 0 0,2 1 0 15,0-3 0-15,1 3 0 0,-2 0 0 0,-3 0 0 16,1-1 0-16,2-1 0 0,0-3 0 0,-2 1 0 16,2-4 0-16,0-2 0 0,0-2 0 0,1-3 0 15,3 0 0-15,-1 0 0 0,2-5 0 0,0 1 0 16,2-2 0-16,2-4 0 0,-6 7 0 0,6-7 0 15,0 0 0-15,-5 3 0 0,5-3 0 0,0 0 0 16,0 0 0-16,0 0 0 0,0 0 0 0,0-23 0 16,0 23 0-16,4-17 0 0,-3 7 0 0,2 4 0 0,0-3 0 15,-1 1 0-15,2 1 0 0,-4 0 0 16,3 1 0-16,-3 6 0 0,7-9 0 0,-3 2 0 16,-4 7 0-16,5-5 0 0,-5 5 0 0,8-5 0 0,-3 3 0 15,-5 2 0-15,11-3 0 0,-2 3 0 0,-9 0 0 16,13 4 0-16,-5-2 0 0,1 4 0 0,-1-1 0 15,2 0 0-15,-1 2 0 0,0 0 0 0,2 0 0 16,-2 0 0-16,-1 1 0 0,-1-1 0 0,3-3 0 16,-4 2 0-16,1-3 0 0,1 2 0 0,-3-2 0 15,3 1 0-15,-2-1-8 0,1-1-90 0,-1 0 5 16,-6-2 7-16,14 0 7 0,-5 0 2 0,-9 0 1 16,16-4 7-16,-8 1 5 0,3-3 5 0,-1-1 5 15,-1 0 8-15,2 3 4 0,-3-3 3 0,2-1 4 16,-1 1 7-16,-3-3 3 0,4 5 2 0,-4-2 1 15,-1 2 4-15,1 0 3 0,-1-3 2 0,-1 4 6 16,1-1 4-16,-5 5-1 0,7-8-15 0,-3 3-3 16,-4 5 3-16,7-6-1 0,-1 2 6 0,-6 4-1 15,8-4-1-15,-8 4 2 0,9-5 1 0,-3 3 5 16,-6 2-6-16,12-2-4 0,-12 2 6 0,11 1-1 16,-11-1-1-16,11 6 4 0,-9-4-1 0,7 2 0 15,-6 2-1-15,1-1 5 0,0 1-7 0,-4-6 5 16,3 11 3-16,-3-1-6 0,-1-3 4 0,1 2-4 0,-1 1-8 15,-2-2-2-15,-1-2 1 0,0 3 0 16,-2-3-1-16,2-2 3 0,-3 0 7 0,1 4-7 16,-1-6 7-16,0 1 4 0,7-3 3 0,-11 4 5 15,5-3 4-15,6-1 17 0,0 0 5 0,-13-3 10 0,13 3 11 16,-8-7 4-16,8 0-3 0,-5 1 2 0,5 6-2 16,1-13 0-16,-1 13-10 0,2-13-3 0,0 3-8 15,2 2 0-15,0 1-5 0,0 1-3 16,0 0-2-16,0 1-6 0,-4 5 1 0,9-10-2 0,-5 8-7 15,4 0-5-15,-8 2 4 0,11-3-5 0,-11 3 4 16,11 4-6-16,-11-4 3 0,14 2 0 16,-6 3 2-16,-3-2 8 0,1 1-9 0,-1 1-7 0,2 0 3 15,-2 1-2-15,1 0 5 0,0-1-2 0,-1-1 1 16,0 2 6-16,2 2-6 0,-1-3 3 0,1-1-5 16,-1 0 1-16,0-1 1 0,2 1 1 0,1-2 0 15,3 0 6-15,-1-2-1 0,-1 2-6 0,3-4 1 16,0 1 0-16,1-3 1 0,-3 0-3 0,2-2 0 15,0 2 4-15,-2-3 3 0,0 3-7 0,-1-4 4 16,-1 1 1-16,-1 0-2 0,0 0 3 0,0-3 1 16,-5 5-7-16,3-1 0 0,-4 2 2 0,-2 4 0 15,5-11 2-15,-3 6-7 0,-2 5 11 0,5-7-5 16,-5 7-8-16,0 0 2 0,5-5-4 0,-5 5-2 16,0 0 0-16,0 0 1 0,0 0-3 0,4-5 3 15,-4 5-2-15,0 0 0 0,0 0 6 0,0 0-4 16,0 0 6-16,0 0 3 0,0 0 1 0,11 8-1 15,-11-8 3-15,6 3 2 0,-6-3-3 0,0 0 1 16,10 5 2-16,-6-4 1 0,-4-1-5 0,9 6 4 16,-5-1 0-16,-4-5 1 0,10 6-2 0,-3-5 0 0,-3 1-3 15,-4-2 2-15,9 4 0 0,-2 1-3 16,-2 0-2-16,-1-1 2 0,0 2-5 0,-4-6 2 16,5 9 0-16,-3-3 6 0,2-2-3 0,-2 3 1 0,0 0-1 15,1 1 2-15,-3-8-1 0,-3 13-1 0,3-13-10 16,-4 13-32-16,6-6-38 0,-2-7-46 0,-2 11-52 15,2-11-36-15,0 7-30 0,0-7-29 0,7 7-57 16,0-5-73-16,2-2-60 0,4-2-289 0,7 0-819 16,7-1 363-16</inkml:trace>
  <inkml:trace contextRef="#ctx0" brushRef="#br0" timeOffset="182926.22">13624 9122 154 0,'0'0'352'16,"0"0"14"-16,0 0-3 0,-3-7 12 0,3 7-4 16,0 0-3-16,0 0-22 0,0 0-18 0,0-11-15 15,0 11-23-15,0 0-28 0,0 0-23 0,0 0-27 16,0 0-19-16,4-7-25 0,-4 7-14 0,0 0-22 16,0 0-12-16,0 0-15 0,0 0-17 0,18 7-8 15,-18-7-7-15,7 6-10 0,-2-2-6 0,-5-4-9 16,6 8-4-16,-3-2-7 0,-3-6 0 0,2 11-7 15,-2-4-7-15,0-7 2 0,-2 17-2 0,-1-11-5 16,-1 0 0-16,0 4-2 0,-4-2-3 0,4-2-3 16,-5 1-3-16,0-1-1 0,-2-2 2 0,4 1-5 15,0-2 3-15,1 2 6 0,-2-3-2 0,8-2 2 16,-12-2 2-16,12 2-1 0,-11-2 13 0,11 2 9 0,-8-6 13 16,6-1 2-16,2 7-6 0,-2-12-3 15,2 5-3-15,0 7-4 0,2-15-2 0,0 7-6 16,2 0-5-16,4 1-2 0,-4 1 1 0,1 0-9 15,-1 3 0-15,2-3-4 0,2 3-3 0,1 1-3 0,4 2 0 16,-2 0-5-16,-2 1 5 0,2 3-5 0,1 2-1 16,3 3 2-16,-3 3 0 0,1 1 2 15,3 2 0-15,-5 3-2 0,4 2-3 0,-3 3 3 16,-3 3 2-16,2-3-4 0,-2 2 3 0,-2 2 1 0,-1-1-2 16,-3 0-2-16,-3-2 2 0,-2 5-4 0,1-4 6 15,-5 1-2-15,0-2 3 0,-2-4-5 0,2-3-1 16,-3 2 6-16,0 5-8 0,-1-10-1 0,0 1-8 15,-1-3 5-15,-1 0-1 0,5-4-2 0,-1-1 3 16,-1-1 6-16,-1-2 1 0,2-2 1 0,1 1 2 16,7-3 3-16,-14 1 0 0,14-1 4 0,-13-4 1 15,6-1 5-15,-2-2 8 0,4-2 9 0,-1 0 1 16,2-2-2-16,1-5 5 0,1 1 10 0,0-2 0 16,4 2-3-16,2-2-3 0,1-1-5 0,3 0-6 15,-1 0 7-15,5-5 0 0,-1 8 2 0,7-9-8 16,-5 10-2-16,8-6-2 0,-1 1-7 0,0 2 2 15,1 0-6-15,1 0 0 0,0 0 2 0,1 0-3 16,-3 2 1-16,-3 1-4 0,-2 1 0 0,2 0-1 16,-1 2 2-16,-3-1-5 0,1-1 2 0,-3 2 4 15,0-1-3-15,-1 3 0 0,-1-1 2 0,-3 0-2 16,1 0 6-16,0 2-5 0,-3 3 4 0,-1-1-5 16,1 3 0-16,-4 3-1 0,2-10-5 0,-2 10 0 15,0-8-5-15,0 8 2 0,0 0-8 0,-6-9 5 16,6 9-5-16,0 0-1 0,-19 4 4 0,11-2 4 0,-3 3-6 15,-1 3 3-15,1 3 3 0,-3 2-2 16,3 0 0-16,0 3 1 0,-1 0 3 0,1-3 0 16,3 1 0-16,3 1-1 0,0-2-1 0,3-2-4 0,2 0-2 15,0 1-3-15,4-2-1 0,1-1-4 0,2-1-2 16,2 1-8-16,1-3-16 0,4-2-8 0,2 1-24 16,4-4-24-16,-1 2-26 0,0-3-23 0,2-3-42 15,4-3-30-15,-8 3-31 0,2-2-32 0,-1 0-49 16,0-3-61-16,0 2-374 0,-5-2-831 0,3 1 369 15</inkml:trace>
  <inkml:trace contextRef="#ctx0" brushRef="#br0" timeOffset="183488.59">14721 9286 68 0,'0'0'328'0,"0"0"-3"16,0 0-8-16,0 0-19 0,0 0-13 0,0 0-6 15,0 0-4-15,0 0-4 0,0 0 2 0,0 0 5 16,0 0 8-16,0-12 0 0,0 12-1 0,0 0-1 16,0-11-11-16,0 11-16 0,0 0-12 0,5-10-20 15,-2 3-22-15,-3 7-22 0,4-6-12 0,1 1-18 0,0 1-19 16,1 0-15-16,-6 4-13 0,11-5-11 0,0 3-4 15,-3 0-14-15,4 0-10 0,-2 0-10 16,2 1-7-16,-2 4-4 0,1-1-6 0,-2 2-4 0,1 1-6 16,-2-1-3-16,0 1-2 0,-3 2-4 0,4 0-15 15,-7 3-6-15,-1-3-4 0,-1 4-8 0,-1-4-1 16,-1 3-9-16,-5-1 2 0,2 1 2 16,-3-4 7-16,-2 1-6 0,-1 0 8 0,1-1 2 0,-4-2 3 15,3 1 1-15,-3-2 3 0,0-2 2 0,4 0 0 16,-4-1 20-16,5 0 15 0,0 0 14 0,9 0 15 15,-16-5-11-15,10 0-1 0,1 0-1 0,1 1-10 16,2-4-11-16,-1 1-18 0,3-2-27 0,1-3-45 16,3 2-56-16,0 0-64 0,3-4-73 0,2-2-53 15,2 9-61-15,1-4-69 0,3-2-62 0,-1 0-310 16,2 1-874-16,-1 2 387 0</inkml:trace>
  <inkml:trace contextRef="#ctx0" brushRef="#br0" timeOffset="183816.64">14915 8946 275 0,'0'-11'412'15,"-2"0"24"-15,4 0 34 0,-6 3 20 0,3-2 14 16,1 10-5-16,-3-11-1 0,1 7-4 0,2 4-23 16,0-10-25-16,0 10-37 0,0 0-40 0,0 0-34 15,0-9-37-15,0 9-31 0,0 0-30 0,0 0-23 16,0 0-26-16,0 0-16 0,0 0-17 0,6 21-12 15,-4-10-13-15,0 1-18 0,1 3-8 0,3 3-41 16,-4 1-63-16,0-1 0 0,0 3 0 0,1 2 0 0,1 1 0 16,-4-5 0-16,0 0 0 0,2 0 0 15,-2 7 0-15,2-6 0 0,-2-2 0 0,3 0 0 16,-2 0 0-16,2-2 0 0,-2-3 0 0,0 3-63 16,0-4-123-16,1-2-34 0,-2-1-26 0,3-3-28 0,-2 1-31 15,0-1-24-15,-1-6-19 0,4 8-24 0,-2-4-25 16,-2-4-24-16,11 7-17 0,-11-7-21 0,7 0-231 15,-7 0-746-15,0 0 331 0</inkml:trace>
  <inkml:trace contextRef="#ctx0" brushRef="#br0" timeOffset="184050.96">15068 9234 101 0,'5'-5'247'0,"-5"5"22"0,8-6 21 0,-8 6 17 16,6-6 11-16,-6 6 21 0,7-6 6 15,-7 6 20-15,6-4 2 0,-6 4-1 0,4-3-5 0,-4 3-9 16,0 0-20-16,0 0-25 0,0 0-31 0,4-6-25 15,-4 6-31-15,0 0-22 0,0 0-14 0,0 0-30 16,0 0-14-16,0 0-18 0,0 0-9 16,7 14-12-16,-5-8-12 0,0 1-4 0,0-1-14 0,1 1-12 15,-1 1 0-15,1 0-10 0,-1-2-17 0,-2-6-30 16,2 14-31-16,-2-10-33 0,2 2-32 0,-2-6-40 16,0 0-41-16,0 0-32 0,0 16-25 0,0-16-13 15,2 3-14-15,-2-3-16 0,0 0-47 0,0 0-50 16,0 0-35-16,0 0-270 0,0 0-732 0,0 0 324 15</inkml:trace>
  <inkml:trace contextRef="#ctx0" brushRef="#br0" timeOffset="184207.17">15160 9062 136 0,'0'0'348'16,"6"-9"13"-16,-6 9 7 0,0 0 5 0,3-8-4 15,-3 8-17-15,0 0-26 0,0 0-28 0,-1-8-33 16,1 8-29-16,0 0-23 0,0 0-33 0,0 0-44 15,0 0-72-15,0 0-56 0,0 0-49 0,0 0-67 16,0 0-73-16,14 20-70 0,-10-13-69 0,3 2-202 16,0 0-566-16,2 1 250 0</inkml:trace>
  <inkml:trace contextRef="#ctx0" brushRef="#br0" timeOffset="184691.43">15322 9218 269 0,'0'0'403'0,"0"0"9"0,6-13 7 16,-4 8-6-16,-1-1-8 0,-1 6-12 0,4-8-20 16,-4 8-28-16,3-7-27 0,-3 7-34 0,3-9-24 15,-3 9-32-15,7-3-26 0,-7 3-23 0,9-4-20 0,-9 4-18 16,9-1-15-16,-9 1-14 0,13 2-12 16,-7 3-12-16,-1-3-11 0,0 3-11 0,2 0-8 15,-2 1-13-15,-2-3-16 0,0 3-17 0,0 2-13 16,-2-2-16-16,0 1-13 0,-1-7-7 0,-2 14-3 0,0-7 0 15,-2-2-12-15,1 2-5 0,-2-1 3 0,0-2-2 16,-2-1 7-16,1 2 1 0,-1-2 6 16,-2 0 7-16,4 1 10 0,5-4-1 0,-11 1 9 0,11-1 5 15,-14-1 18-15,14 1 15 0,-10-4 14 0,10 4 5 16,-8-7 17-16,5 3 10 0,-2-3 10 0,5 7 2 16,-2-14-5-16,0 7-5 0,5-3-6 0,-2 3-2 15,-1 7-8-15,5-12-8 0,-1 4-8 0,1 3-3 16,0 0-4-16,1 0-5 0,1 3-3 0,-2-2-4 15,1 1 0-15,1 0-2 0,-7 3-6 0,15-2-3 16,-8 2-2-16,2 2-1 0,1-1 1 0,-1 3-5 16,-1 0 3-16,3 2-5 0,-3-3 4 0,1 7-1 15,-2-3-1-15,2 3 2 0,-1-2-3 0,1 0 2 16,-1 3 2-16,-2-1-5 0,1-3-18 0,0 1-23 16,-1 2-25-16,1-6-19 0,-3 0-31 0,1 3-20 15,0-3-25-15,-1 0-12 0,-1 1-14 0,-3-5-18 16,7 5-37-16,-7-5-47 0,0 0-47 0,8 0-32 15,-8 0-266-15,0 0-688 0,0 0 305 0</inkml:trace>
  <inkml:trace contextRef="#ctx0" brushRef="#br0" timeOffset="185206.94">16184 9011 273 0,'6'-9'369'0,"1"-1"-9"16,-1 1 19-16,2 0-10 0,-3-1-11 0,1 2-2 16,-1-1 3-16,-1 3 1 0,0 0-11 0,0-1-15 0,-4 7-21 15,2-10-16-15,-1 5-15 0,-1 5-29 0,0 0-16 16,2-11-19-16,-2 11-19 0,0 0-22 15,-3-10-19-15,3 10-18 0,0 0-11 0,-11-1-15 16,11 1-9-16,0 0-14 0,-14 4-8 0,5 0-7 0,-1 3 5 16,-1 1-5-16,0 3 0 0,-5 2 9 0,4 1-8 15,-5 8-8-15,-2-3-8 0,2 1-2 0,-2 2-7 16,2-1 5-16,4 3 1 0,2-6-21 16,2-2-3-16,-1 6-2 0,1-5 3 0,7 0-26 0,0-1-19 15,4 0-9-15,4-1-19 0,3-1-30 0,4-2-36 16,1 2-46-16,4-3-55 0,8-1-61 0,0 0-39 15,0-2-53-15,-5-3-49 0,9-3-54 0,-9-1-61 16,0-2-266-16,1-1-853 0,-3-2 378 0</inkml:trace>
  <inkml:trace contextRef="#ctx0" brushRef="#br0" timeOffset="186034.87">16377 9205 119 0,'0'0'376'16,"-4"-6"-4"-16,4 6 14 0,0 0-7 0,0 0-9 15,0 0-10-15,0 0-11 0,0 0-11 0,0 0-24 16,0 0-16-16,0 0-21 0,0 0-26 0,0 0-20 16,0 0-21-16,0 0-23 0,0 0-20 0,0 0-15 15,0 0-16-15,0 0-14 0,0 0-12 0,0 0-8 16,0 0-3-16,0 0-5 0,0 0-7 0,0 0-3 15,0 0 2-15,0 0-9 0,0 0-5 0,0 0-4 16,10-9-9-16,-10 9-5 0,14-4-1 0,-6 3-2 16,1-4-3-16,1 1 2 0,2-2 1 0,-3 1 0 15,2-1-5-15,-2 0 12 0,-3 3-8 0,2-3 6 16,0-2-13-16,-2 4 11 0,-2-2-2 0,0 1-3 0,-2-1 4 16,-2 6 7-16,4-11-1 0,-4 11-11 0,3-9-6 15,-3 9-6-15,0-8-7 0,0 8-4 0,-5-8-15 0,5 8 5 0,-11-6-5 0,5 4 3 16,6 2-9-16,-14-5 3 0,4 3-6 0,1 2 1 0,-3 2 6 15,1 0-16-15,-1 3 0 0,1 1 8 0,-1 0 2 16,-2 4-3-16,1 1 1 0,3-4-3 0,-1 5 3 16,2 2-3-16,1-3 2 0,0 0-1 15,3-2-3-15,0 2-2 0,4-1-4 0,-2 1-4 0,3-1-2 16,2 0 2-16,0-3-3 0,1 2 4 0,2-1 5 16,2 0-3-16,2-3 5 0,2 1 4 15,1-1-5-15,5-1 4 0,1 0-4 0,0-3 4 0,2-1 3 16,3-1-2-16,-3-1 7 0,1-2-9 0,0-1 3 15,-3-1 7-15,2 1 1 0,-1-3 8 0,-2 0 2 16,-1-1 3-16,-5 1 8 0,1-3-7 0,2 1-1 16,-5-1 1-16,-1 3 0 0,1 1-3 0,-3-1 2 15,2-1 1-15,-3 2 0 0,-1 1 0 0,1 2-8 16,-2-3 2-16,-3 7-9 0,3-7 2 0,-3 7-3 16,0 0-13-16,6-6 7 0,-6 6-1 0,0 0-2 15,0 0 1-15,0 0-6 0,0 0-2 0,3-4 3 16,-3 4-6-16,0 0-6 0,0 0 0 0,0 0-6 15,2 20-7-15,-2-20-7 0,-2 12-5 0,2-12-11 16,3 8-11-16,-2-3-7 0,-1-5-5 0,0 0 0 0,0 12 0 16,0-12 0-16,2 7 8 0,-2-7 11 15,0 0 4-15,0 0 7 0,2 7 7 0,-2-7 7 16,0 0 3-16,0 0 6 0,17-7 2 0,-17 7 0 16,11-7 8-16,-4 3 6 0,-1 0 3 0,2-4 4 0,-2 3 6 15,3 1 7-15,-3 0 0 0,1 0 1 0,-1 0 3 16,-1-1 2-16,-5 5-5 0,9-5 1 15,-9 5-2-15,9-2-5 0,-9 2 0 0,7-5-4 16,-7 5 0-16,0 0 3 0,10 1-3 0,-10-1 0 0,11 4 1 16,-6-2 0-16,0 3-4 0,-1 0-2 0,-4-5-32 15,8 12-37-15,-3-9-49 0,-5-3-37 0,10 12-45 16,-3-7-46-16,-3 1-37 0,1-3-48 16,2-2-68-16,0 1-35 0,0-1-255 0,-7-1-753 0,18 0 333 15</inkml:trace>
  <inkml:trace contextRef="#ctx0" brushRef="#br0" timeOffset="186362.91">17160 8904 337 0,'4'-11'383'0,"0"0"22"0,1 0 11 0,-3 2 15 16,1 2 11-16,-2 3-10 0,-1 4-13 0,4-8-11 15,-4 8-21-15,2-7-21 0,-2 7-28 0,0 0-36 16,0 0-21-16,3-7-31 0,-3 7-33 0,0 0-20 15,0 0-12-15,0 0-29 0,0 0-10 0,0 0-13 16,0 0-13-16,0 0 19 0,-7 33 0 0,5-18-11 16,0 1-5-16,-1 2-18 0,1 1 2 0,-2 0-14 15,1 6-3-15,1 0-11 0,-1-7 7 0,1 1-21 16,0 6-6-16,1 1-5 0,1-6 8 0,-1-2-18 16,1 0-6-16,-1-2-9 0,1 0-29 0,0-3 0 15,1-1 0-15,0-3 0 0,-1 2 0 0,0-4-11 16,0 0-80-16,0-7-27 0,0 8-31 0,0-8-23 15,1 8-15-15,-1-8-17 0,0 0-30 0,0 0-42 0,0 0-45 16,0 0-20-16,0 0-19 0,0 0-18 0,12-18-18 16,-12 18-25-16,1-14-29 0,-2 5-231 15,-1-1-737-15,-1 0 326 0</inkml:trace>
  <inkml:trace contextRef="#ctx0" brushRef="#br0" timeOffset="186534.75">17021 9113 127 0,'-10'0'297'0,"10"0"29"0,0 0 23 15,-12-2 49-15,12 2 17 0,0 0 18 0,0 0-5 0,0 0-8 16,-9-1-15-16,9 1-27 0,0 0-20 0,0 0-27 16,0 0-30-16,0 0-34 0,0 0-37 0,0 0-34 15,12-17-50-15,-5 14-46 0,2-2-59 0,4 1-58 16,4-1-78-16,1-1-67 0,1 3-69 0,1 0-55 16,-1 2-58-16,10-2-47 0,-10-1-46 0,0 1-228 15,0 1-718-15,0 0 318 0</inkml:trace>
  <inkml:trace contextRef="#ctx0" brushRef="#br0" timeOffset="186972.14">17347 9043 138 0,'0'0'259'0,"0"0"20"0,0 0 22 15,0 0 13-15,0 0 16 0,5 2 11 0,-5-2 8 16,0 0 2-16,0 0 0 0,0 0-14 0,0 0-13 16,0 0-23-16,0 0-24 0,0 0-27 0,0 0-28 15,0 0-22-15,0 0-23 0,9 1-22 0,-9-1-17 16,0 0-14-16,6 6-14 0,-1-3-11 0,2 3-12 15,-2-1-8-15,1 1-11 0,2 2-7 0,1 1-4 16,-4 0-10-16,3 4-4 0,-3-3 0 0,0 0-5 16,-1 2-7-16,-3-2-2 0,1 0-5 0,1 1-9 15,-3-3-13-15,0 1-7 0,-1 2-5 0,1-11-2 0,-4 12-13 16,3-6 0-16,1-6 1 0,-5 7 8 16,5-7 4-16,-4 8 8 0,4-8 3 0,0 0 1 15,-8 1 1-15,8-1 4 0,0 0 15 0,0 0 5 16,0 0 0-16,1-26-1 0,2 16-3 0,3 0-2 0,1-1-2 15,2 1-5-15,0-2 2 0,2 1-2 0,0 4 1 16,0 0-10-16,-3 1 3 0,2 0-7 0,-3 2 2 16,2 2 1-16,-1 1-3 0,2-1-3 15,-10 2-1-15,14 2 1 0,-14-2-2 0,13 3-2 0,-8 1 4 16,0 2-2-16,2-1 0 0,-3-1 3 0,2 4-2 16,-4-1 3-16,3 1 0 0,-2-2-3 0,0 1-3 15,0-1-16-15,0 0-19 0,0-1-29 0,-3-5-25 16,2 11-14-16,-2-11-44 0,3 7-23 0,-3-7-22 15,2 5-12-15,-2-5-23 0,0 0-66 0,0 0-73 16,0 0-49-16,0 0-234 0,0 0-712 0,17-15 315 16</inkml:trace>
  <inkml:trace contextRef="#ctx0" brushRef="#br0" timeOffset="187128.3599">17602 8952 295 0,'0'0'369'0,"0"0"-2"15,-4-7-3-15,4 7-25 0,-1-7-24 0,1 7-32 16,0 0-26-16,0 0-31 0,-5-8-20 0,5 8-52 16,0 0-36-16,0 0-52 0,0 0-68 0,0 0-67 15,9-6-69-15,-9 6-62 0,18 0-62 0,-10 0-186 16,10 0-486-16,-5 0 215 0</inkml:trace>
  <inkml:trace contextRef="#ctx0" brushRef="#br0" timeOffset="187503.27">17927 8816 109 0,'0'0'411'0,"-8"-10"26"0,3 4 30 0,-3 1 6 16,-2-2-5-16,1 1-21 0,2 1-16 16,-2 0-25-16,0 3-6 0,1-2-20 0,2 1-19 15,-1 0-32-15,7 3-27 0,-15-3-36 0,9 3-29 16,6 0-29-16,-11 3-9 0,5 1-10 0,-2 4-8 0,2 1-5 15,-2 6-14-15,-1 0 2 0,6 5-3 0,-3 4-14 16,1 3-15-16,1 0-6 0,3 2-9 0,0-1-11 16,0 2-5-16,-1 0-10 0,5 3-84 0,-2 0-7 15,2 1 0-15,-1 1 0 0,0-1 0 0,1-2 0 16,0 1 0-16,0 0 0 0,0-4 0 0,1 2 0 16,0-1 0-16,0 1 0 0,-4-3 0 0,4-2 0 15,-3-6 0-15,3-2 0 0,-3 0 0 0,2-1 0 16,-1-5 0-16,-2 0 0 0,3-2 0 0,-3 0 0 15,1-3-106-15,3 0-105 0,-4-7-26 0,1 9-10 16,-1-9-14-16,3 5-11 0,-3-5-31 0,0 0-37 16,0 0-39-16,0 0-34 0,0 0-35 0,0 0-16 15,-14-24-288-15,8 12-815 0,0-5 361 0</inkml:trace>
  <inkml:trace contextRef="#ctx0" brushRef="#br0" timeOffset="188034.49">17646 9292 56 0,'-4'-10'300'15,"1"2"15"-15,0 1 22 0,-1 1 22 0,4 6 18 16,-3-13 8-16,1 7-6 0,2 6-4 0,-4-8-7 16,4 8-10-16,-5-7-20 0,5 7-17 0,-1-7-25 15,1 7-26-15,0 0-29 0,0-13-20 0,0 13-29 16,7-5-21-16,-2-2-19 0,2 2-14 0,3 1-17 16,2-2-27-16,5 0-19 0,1 1-24 0,-1-1-20 0,2 2-26 15,-3-1-32-15,1 1-27 0,2 0-41 16,-1 1-31-16,1-1-29 0,0-2-36 0,-1 2-30 15,-4 1-17-15,3-1-14 0,-7 2-2 0,4 0-5 16,-3-1 3-16,-4 2 5 0,3-3 16 0,-4 2 20 0,-6 2 9 16,9-1 28-16,-9 1 7 0,0 0 30 0,10-3 30 15,-10 3 31-15,0 0 31 0,0 0 29 0,0 0 30 16,0 0 29-16,0 0 29 0,0 0 22 16,0 0 20-16,0 0 19 0,0 0 22 0,0 0 13 0,0 0 9 15,0 0 4-15,0 0-5 0,0 0-5 0,0 0-11 16,0 0-12-16,0 0-16 0,0 0-15 0,0 0-13 15,0 0-10-15,0 0-9 0,0 0-2 0,0 0-13 16,0 0-5-16,0 0-8 0,-13 18-6 0,13-18-1 16,1 11-5-16,-2-4-5 0,1-7 0 0,1 12-9 15,-1-12 1-15,0 12-5 0,0-7 3 0,0-5-8 16,-1 10-15-16,1-10-11 0,-1 9-5 0,1-9 0 16,0 0-11-16,2 8-8 0,-2-8-19 0,7 2-12 15,-7-2-9-15,0 0-1 0,16-5-2 0,-16 5-3 16,13-5-1-16,-4 2 2 0,0-3-1 0,0 1 7 15,0 0 6-15,0 0 12 0,-2 0-1 0,0 1 1 16,0 1 4-16,0 1 0 0,-7 2 3 0,10-5-1 16,-10 5-7-16,9-2-7 0,-9 2-6 0,10 0-1 15,-10 0-12-15,10 0-10 0,-10 0-17 0,8 6-14 16,-8-6-17-16,9 3-13 0,-4 2-27 0,-1-1-7 16,-4-4-25-16,8 4-15 0,-3 1-3 0,-5-5-141 15,7 7-398-15,-7-7 177 0</inkml:trace>
  <inkml:trace contextRef="#ctx0" brushRef="#br0" timeOffset="188862.4499">18289 9122 256 0,'0'0'283'0,"0"0"-4"0,5-5-12 0,-5 5 2 16,0 0-13-16,0 0-11 0,9-3-7 0,-9 3-17 15,0 0-1-15,7-1-13 0,-7 1-29 0,0 0-11 0,9-3-15 16,-9 3-29-16,9 0-3 0,-9 0-20 0,10 0-6 16,-10 0-14-16,8 4-5 0,-8-4-9 0,9 4-4 15,-5 3-11-15,1-4-4 0,-1 2-12 0,-2 1 1 16,1 1-5-16,0 1 0 0,-2 0-8 0,-1-1-1 16,0-7-1-16,-1 14 2 0,-1-8-7 0,0 0-5 15,-2 1 3-15,0-3-2 0,-2 2 10 0,1-1-3 16,-2 0-10-16,-3-3 11 0,1 1-9 0,0 1 4 15,1-3-2-15,1 1 4 0,7-2-3 0,-14-2 0 16,14 2-2-16,-12-3 4 0,8-3 5 0,-1 3 10 16,5 3 0-16,-6-13 7 0,5 6 0 0,-1 0 3 15,2 7 3-15,3-13 1 0,-1 3-6 0,3 2 0 16,-2 0-10-16,2 3 0 0,-1-1-1 0,1 1-4 16,0-1-1-16,3 2-5 0,-8 4-5 0,11-2 2 15,-3 2-19-15,5 2 6 0,-4 1 0 0,1 2 1 16,1 3 0-16,0 3-3 0,-1 5-2 0,0 0-4 15,-1 2 10-15,0 4-1 0,0 4-2 0,0-1 4 16,-7 0-4-16,4-2 1 0,-5 3-2 0,0 0 5 16,0 2 2-16,-1-3 11 0,-2-2-4 0,1-3 2 15,-2-1 3-15,0-3-5 0,-2 5 2 0,-2-6-3 0,0 0 0 16,2-5-2-16,-1 1 1 0,2-3 4 16,-2-1 2-16,2-3 8 0,-1-1 12 0,5-3 11 15,-9 4 7-15,9-4 1 0,-13-1-3 0,13 1 9 16,-12-7-3-16,7 0 0 0,0-4-2 0,0 2-5 0,1-3-2 15,1-3-3-15,1-1-7 0,1-4-4 16,2 5-2-16,4-3-7 0,0 2-2 0,3-1-2 16,1 0-4-16,2 0-1 0,0 0-4 0,7-2-1 15,-6 4 0-15,11-5-6 0,0 4 0 0,4 0-1 0,-2-2 4 16,4 0-7-16,-1 0-2 0,3 2 5 0,-1-2 0 16,0 2-2-16,-3 1-2 0,-3 3-2 0,-10 2 5 15,-2 3 4-15,3-2-7 0,-6 3 1 16,-3 2 6-16,0 0-5 0,1 2-4 0,-7 2 0 0,9-5-5 15,-9 5 4-15,2-6-7 0,-2 6 0 0,0 0-2 16,0 0 0-16,-11-9-1 0,11 9-1 0,-12-2-1 16,12 2-2-16,-12-1 1 0,12 1 0 0,-13 4 1 15,7-2 0-15,-1 3-1 0,1-1-3 0,0 2 6 16,1-1 2-16,-2 5 0 0,0-3 0 0,4 2-2 16,0 0 4-16,0 2 4 0,2-2-3 0,1 2 1 15,0-2 0-15,0-2-9 0,1 2-1 0,5 2-3 16,0-3-14-16,3 2-16 0,4-1-25 0,0 0-32 15,6-1-23-15,1-2-46 0,1-1-22 0,8-1-33 16,2 0-35-16,-1-2-39 0,0-2-31 0,0-7-41 16,-2 1-259-16,2-5-685 0,0 0 303 0</inkml:trace>
  <inkml:trace contextRef="#ctx0" brushRef="#br0" timeOffset="189112.4">19099 8920 139 0,'0'0'374'16,"0"0"-12"-16,-4-6-7 0,4 6-14 0,0 0-26 16,0 0-26-16,0 0-17 0,0 0-6 0,0 0 6 15,0 0 5-15,21 14-9 0,-18-3-7 0,4-1-2 16,-1 1-5-16,-1 4-1 0,2 4-11 0,-4 0-20 16,1 6-12-16,-1 0-4 0,-2 3-17 0,-1-1-12 15,-2 4-18-15,-2-4-15 0,-3 6-14 0,1-4-9 16,-5 3-14-16,-1-1-7 0,-6 1-10 0,1-2-5 15,-4 2-27-15,-9 5-33 0,6-9-42 0,-2-2-62 16,0-3-73-16,-3 0-68 0,4-2-83 0,-3-4-74 16,4-4-86-16,6-4-406 0,0 2-941 0,1-3 417 15</inkml:trace>
  <inkml:trace contextRef="#ctx0" brushRef="#br0" timeOffset="194088.8">2165 10025 16 0,'0'0'347'16,"0"0"8"-16,0-9 5 0,0 9 3 0,0 0-5 15,0 0-5-15,0 0-2 0,-3-10-3 0,3 10-12 0,0 0-7 16,0 0-11-16,0 0-14 0,-1-9-19 15,1 9-15-15,0 0-28 0,0 0-23 0,0 0-24 16,0 0-23-16,0 0-20 0,0 0-23 0,0 0-10 16,0 0-28-16,0 0 8 0,0 0-11 0,0 0-8 0,0 0-10 15,-4 36-6-15,2-20-14 0,-1 3 5 0,1 0-1 16,-2 5-9-16,1-5 2 0,-4 8-6 0,0-3-6 16,-3 4 1-16,-2-1-7 0,-1 1-1 15,-1 1-25-15,-1-4-3 0,1 1 1 0,-3 0 1 16,-2-2-2-16,4-1 2 0,-3-1-1 0,0-1-2 0,1-2 5 15,6-5 0-15,-2-3-4 0,4-2-2 0,1-1 5 16,1 0 1-16,3-5-1 0,-4 2 0 0,6-2 4 16,2-3 4-16,0 0 6 0,-7 5-2 15,7-5-2-15,0 0-1 0,0 0-4 0,-9-10 4 16,9 10 1-16,3-16-7 0,-1 7 1 0,1-4 7 0,-1 2-7 16,2 0 10-16,0-2-11 0,0 2-1 0,1 0-2 15,-2 0 3-15,2 3-6 0,-1-1 0 0,-2 3-3 16,2 1 0-16,1 1-1 0,2 1 0 0,-1-1-6 15,4 1 6-15,-2 3-2 0,2 0 0 0,0 1-2 16,-1 3 8-16,3-2-3 0,-2 2-1 0,-1 1-2 16,1 2-1-16,-2-1 3 0,-1 1 4 0,0 1 5 15,2-2-7-15,-2 3-2 0,2-2-13 0,-2 0-9 16,0 0-12-16,-2 0-11 0,1-3-4 16,-1 1-6-16,0-2-1 0,-2 1-4 0,-3-4 10 0,11 6 3 15,-6-3 4-15,-5-3 13 0,10 0 4 0,-10 0 0 16,15-4 6-16,-7 2 1 0,0-5 0 0,3 4 6 15,-2-2 0-15,-1-2 4 0,-1 0 3 0,3 0 1 16,-1-1 5-16,0 1-2 0,-1 0 5 16,-1 0 8-16,-2 2 1 0,3-1 7 0,-4 1 4 0,2 2-5 15,-6 3 5-15,6-5-7 0,-6 5-3 0,5-5 0 16,-5 5-4-16,5-5-1 0,-5 5-3 0,0 0 1 16,8-1-1-16,-8 1 0 0,0 0-4 0,0 0 5 15,13 7-4-15,-13-7 1 0,5 5-3 0,-5-5 2 0,3 10-14 0,-1-5-23 16,-2-5-26-16,4 10-36 0,-4-10-24 15,6 10-55-15,-1-7-35 0,-5-3-23 0,4 8-55 16,-4-8-53-16,8 3-74 0,-8-3-295 0,0 0-773 16,0 0 342-16</inkml:trace>
  <inkml:trace contextRef="#ctx0" brushRef="#br0" timeOffset="194260.65">2391 10237 30 0,'0'0'383'0,"0"0"-8"16,0 0-17-16,0 0-24 0,0 0-26 0,0 0-34 0,-8-7-29 16,8 7-31-16,0 0-41 0,0 0-43 0,0 0-33 15,0 0-48-15,0 0-53 0,0 0-54 16,0 0-60-16,0 0-43 0,18 27-53 0,-13-23-189 16,0 4-436-16,2 1 193 0</inkml:trace>
  <inkml:trace contextRef="#ctx0" brushRef="#br0" timeOffset="194682.43">2479 10351 178 0,'0'0'372'0,"0"0"10"0,0 0 15 15,0 0 10-15,0 0-5 0,0 0-1 0,0 0-9 16,0 0-11-16,0 0-22 0,0 0-24 0,0 0-35 0,0 0-27 16,0 0-33-16,0 0-25 0,0 0-22 15,0 0-22-15,0 0-18 0,0 0-14 0,0 0-17 16,4 5-14-16,-4-5-8 0,0 11-6 0,0-11-11 15,-2 13-10-15,1-4-8 0,1 1-7 0,-1 1-16 0,1-3-24 16,-3 3-19-16,3-4-15 0,0 1-15 16,0-8-14-16,-2 13-9 0,2-13-2 0,-1 9-9 0,1-9 8 15,0 9 8-15,0-9 6 0,0 0 14 16,1 7 4-16,-1-7 0 0,0 0 7 0,0 0 0 16,0 0 1-16,0 0 2 0,23-13 4 0,-17 6-3 0,3 3 1 15,-1-5-4-15,1 2 10 0,2-1 1 0,-2 0-1 16,0 2 1-16,-1-1 4 0,1 1-1 0,-4 2-3 15,1 0 0-15,-1 2-1 0,2-2 3 16,-7 4-4-16,11-4-2 0,-11 4 2 0,12-1-1 16,-12 1 3-16,12 4-1 0,-8-2 1 0,-4-2 1 0,9 6 1 15,-4-1 0-15,-1-1-2 0,0 0 0 0,1 3 1 16,0 1 4-16,-2-2 0 0,-2 0-3 0,2 1 1 16,-3-7-36-16,2 12-36 0,1-7-30 0,-3-5-39 15,4 10-25-15,-4-10-24 0,2 5-33 0,-2-5-42 16,0 0-60-16,12 3-56 0,-12-3-242 0,0 0-679 15,18-6 301-15</inkml:trace>
  <inkml:trace contextRef="#ctx0" brushRef="#br0" timeOffset="195120.91">2832 10405 211 0,'0'0'360'0,"6"-5"-2"0,-6 5-3 15,0 0-4-15,0 0-10 0,0 0-15 16,0 0-9-16,0 0-19 0,0 0-19 0,0 0-22 0,0 0-28 16,0 0-26-16,0 0-18 0,0 0-17 0,0 0-15 15,0 0-18-15,0 0-17 0,0 0-11 0,0 0-10 16,0 0-8-16,0 0-12 0,0 0-4 0,0 0-5 16,0 0-6-16,16 5-3 0,-16-5-5 0,13 0-6 15,-4-1-1-15,4 1-9 0,0-3 7 0,-2 1-9 16,1 0 1-16,-1-3-2 0,3 0-7 0,-3 0 2 15,-1-1-5-15,-1 0-3 0,-4 1-1 0,-1 1-1 16,1-1 4-16,-5 5 1 0,9-7 4 0,-9 7-7 16,0-7-8-16,0 7 2 0,0 0-6 15,-13-10 1-15,7 7 0 0,-2 1 1 0,8 2-2 0,-18 2 5 16,8-2-4-16,-3 2 3 0,2 0-7 0,-1 2 1 16,-2 1 1-16,0 2-3 0,1 0 2 0,3 1-4 15,-2 4 2-15,0 0-2 0,1-3 0 0,4 0-3 16,0 0 1-16,2 0 2 0,1-1 1 0,4 0 1 15,0-8-9-15,7 14-8 0,2-7-13 0,1 0-21 16,3 0-29-16,6-3-39 0,3 1-38 0,7-3-52 16,-1 2-47-16,-2-3-37 0,1-4-62 0,1 1-36 15,-1-4-310-15,-10 3-752 0,1-3 333 0</inkml:trace>
  <inkml:trace contextRef="#ctx0" brushRef="#br0" timeOffset="195933.34">3189 10346 290 0,'0'0'312'0,"0"0"-10"0,0 0-1 0,0 0-4 16,9-9-1-16,-9 9-24 0,0 0-5 0,0 0-14 16,7-6-21-16,-7 6-22 0,0 0-15 0,0 0-19 15,10-5-20-15,-10 5-20 0,0 0-16 0,0 0-10 16,17 3-16-16,-17-3-14 0,9 4 2 0,-9-4-12 15,8 9-2-15,-8-9-9 0,8 10-10 0,-4-4-10 16,-4-6-2-16,4 11-4 0,-4-11-8 0,-1 16 6 16,1-16-4-16,-6 16 2 0,2-6-5 0,-1-1-7 15,-5-1 7-15,1-1-8 0,-1 1 2 0,-3-1-4 16,-2 0-1-16,2-2-2 0,2 0-1 0,0-1-2 16,0-1 8-16,5-1 1 0,-2 0 21 0,8-2 2 15,-14-2 15-15,14 2 16 0,-9-9 6 0,6 4 0 16,3 5-6-16,-2-15-6 0,2 8-9 0,1-3-4 15,2 0-5-15,2 1-10 0,0 1-6 0,0-1 4 16,4 1-6-16,-3 0-6 0,2 3-1 0,2 0-2 16,-5 1-8-16,6 2-3 0,-5 0 1 0,4 0-3 15,-2 1-3-15,2 2-3 0,1 3 1 0,-3-2 1 16,-1 1-4-16,3 3 6 0,-3-3-7 0,2 5 3 16,-3-3-1-16,3 1-2 0,-3 2 1 0,0-1 3 0,1 0-1 15,-2-2 1-15,-1 1 0 0,1-2-1 16,0 1-3-16,-4 1 6 0,-1-6-1 0,5 6 1 15,-1-2 4-15,-4-4-2 0,8 4 4 0,-2-3 2 16,-6-1 0-16,14-4 1 0,-7 0-2 0,3 1-2 16,-1-2 8-16,-2-1-7 0,4 0 1 0,-1-1-1 0,-3-1 4 15,0-1 13-15,1 0 4 0,-2-1 0 16,-1 1 4-16,0 0-4 0,-1 0 3 0,-1 0 5 16,-1 2-3-16,1 2 1 0,-3 5-6 0,0-10-3 15,0 10-4-15,0 0-4 0,0-10-9 0,0 10 0 16,0 0-5-16,0 0 0 0,0 0-3 0,0 0-5 0,0 0 3 15,0 0 1-15,0 0 1 0,0 0-1 16,0 0-1-16,0 0 1 0,-17 13 3 0,17-13-1 16,0 0-1-16,0 0-1 0,0 0 3 0,0 0 6 15,0 0 2-15,12 14-3 0,-12-14-3 0,7 3 2 0,-7-3-1 16,10 2-2-16,-3-2 0 0,-7 0-2 16,13 1-1-16,-13-1 0 0,12 1 0 0,-7-1 1 15,-5 0-3-15,12 1 0 0,-7 2-1 0,-5-3-3 16,13 4 1-16,-7-2 1 0,-2 0-3 0,1 3-1 15,-1-1 3-15,2 1-1 0,-2 1-1 0,0-2-1 0,0 4-2 16,-1-2 4-16,0 2 1 0,-1-1 1 0,-1 0-5 16,0-1 4-16,-1-6 1 0,0 15-2 15,2-10 3-15,-2-5-1 0,1 11 2 0,-1-11 1 16,2 6 2-16,-2-6 4 0,4 6 0 0,-4-6 4 16,13 1-3-16,-3-2-17 0,3-4-24 0,0 5-31 0,1-2-45 15,2-5-60-15,0 1-44 0,-5 0-48 0,1 1-62 16,0 1-71-16,3-5-69 0,-5 4-274 0,-4 2-795 15,1-4 352-15</inkml:trace>
  <inkml:trace contextRef="#ctx0" brushRef="#br0" timeOffset="196667.55">4314 10282 1 0,'0'0'370'0,"-1"-13"6"0,-1 7 11 15,2 6 7-15,2-12 3 0,-2 12 7 0,-2-11 1 16,2 11-11-16,0-9-13 0,0 9-10 0,-1-9-16 15,1 9-9-15,-2-8-21 0,2 8-9 0,0 0-17 16,0 0-25-16,2-11-15 0,-2 11-30 0,0 0-22 16,0 0-19-16,3-6-29 0,-3 6-12 0,0 0-18 0,0 0-20 15,0 0-12-15,0 0-7 0,0 0-16 16,18 20 2-16,-13-12-8 0,1 4-17 0,3 1 3 16,1 1-9-16,-1 4-9 0,0-3 1 0,0 3-3 0,0 0-7 15,-2 0-3-15,3-2 15 0,-3 2-22 16,-2 0-17-16,3-3-15 0,-3-1-9 0,3 1-11 0,-3-3-17 15,-1-3-8-15,0 1 3 0,0-2 1 16,-1 0 5-16,-1-2 3 0,0-1 6 0,2 1 5 0,-4-6 3 16,8 8 10-16,-5-6 1 0,-3-2 6 0,13-1 3 15,-13 1 11-15,21-6 16 0,-11-1 8 0,4-4 10 16,-1-1 11-16,-2-1 11 0,1-1-4 0,5-7 18 16,-5 5 15-16,0-10 0 0,2 2-9 0,-4-2-2 15,-1-2-4-15,-1 5-11 0,1-2 3 0,-6 6-33 16,1 0-26-16,0 2 0 0,0 1 0 0,-1 4 0 15,0 2 0-15,1 0 0 0,-3 3 0 0,2-3 0 16,-2 4 0-16,-1 6 0 0,3-7 0 0,-3 7 0 16,0 0 0-16,2-9 0 0,-2 9 0 0,0 0 0 15,0 0 0-15,0 0 0 0,0 0 0 0,0 0 0 16,0 0 0-16,4 28-120 0,-4-21-130 0,1 5-59 16,3 0-59-16,-2 3-44 0,-1-2-49 0,0 4-52 15,1-7-26-15,-4 7-332 0,5-5-941 0,-4-1 417 16</inkml:trace>
  <inkml:trace contextRef="#ctx0" brushRef="#br0" timeOffset="197151.81">4717 10429 356 0,'0'0'387'0,"0"0"27"0,0 0-15 0,0 0 7 15,0 0 0-15,0 0-15 0,0 0-6 0,0 0-17 16,0 0-17-16,0 0-23 0,0 0-26 0,0 0-27 15,0 0-27-15,0 0-27 0,0 0-22 0,0 0-23 0,0 0-21 16,0 0-14-16,0 0-17 0,0 0-8 0,0 0-18 16,0 0-15-16,0 0-6 0,0 0-4 15,0 0-5-15,0 0-10 0,10 0-9 0,-10 0 1 16,7 5-4-16,-1-3 1 0,-6-2-11 0,11 3 1 0,-3-2-5 16,-1 0-2-16,4 1-2 0,0-2-1 0,-1-1-6 15,1 1 4-15,0-3-4 0,-1 1 1 16,-1-1-4-16,1-1 2 0,-2 2-4 0,-1-2-1 0,-1 1-1 15,-6 3 1-15,11-8-1 0,-7 5-3 0,-4 3-2 16,5-6 5-16,-2 1-3 0,-3 5 6 0,3-9 1 16,-3 9-9-16,0 0-5 0,-6-11-5 0,6 11 2 15,-6-6-1-15,6 6-3 0,-11-6 0 0,5 4-4 16,6 2 0-16,-10-1-1 0,10 1 0 0,-14 1-2 16,14-1 4-16,-11 4 0 0,2 0-1 0,2 1 0 15,0 2-3-15,2-2 5 0,-1 2 2 0,0 1-3 16,2-1 1-16,-2 3 0 0,3-2 6 0,2 2-17 15,0-3-9-15,1-7-6 0,2 15-9 0,0-5-13 16,4-2-19-16,-2-2-16 0,3 1-23 0,2-1-16 16,0-2-14-16,8 5-21 0,1-5-1 0,-2-1-38 15,3-3-15-15,1 1-21 0,1-2-15 0,1-2-20 16,-1-1-26-16,-1-3-29 0,6-4-15 0,-6 2-22 16,2-5-243-16,-3 3-657 0,-4-2 291 0</inkml:trace>
  <inkml:trace contextRef="#ctx0" brushRef="#br0" timeOffset="197417.37">5200 10217 99 0,'0'-8'316'0,"0"8"10"15,-4-6 20-15,4 6 18 0,-2-9 12 0,2 9 11 0,0 0-1 16,-3-9 5-16,3 9-15 0,-3-4-11 0,3 4-16 16,0 0-16-16,0 0-19 0,-6-5-27 15,6 5-17-15,0 0-34 0,0 0-17 0,0 0-24 0,0 0-22 16,0 0-9-16,0 0-7 0,-8 16 1 0,6-11-5 15,0 4-16-15,1 4-8 0,-2-1 2 0,1 4-7 16,-1-2-30-16,1 4-1 0,0-1-8 0,2-2-8 16,-3 3-6-16,3-1-2 0,-1 1-9 0,1-1-8 15,0-1-4-15,0-1-5 0,0-2-32 0,1-1-25 16,1 0-29-16,-1-1-34 0,2 0-42 0,-2-2-46 16,1-2-54-16,0 0-54 0,1-1-53 0,1-1-40 15,-1 1-49-15,-3-6-55 0,14 3-61 0,-9-2-294 16,-5-1-893-16,17-3 395 0</inkml:trace>
  <inkml:trace contextRef="#ctx0" brushRef="#br0" timeOffset="198292.16">5361 10395 107 0,'0'0'313'0,"5"-1"7"0,-5 1 2 15,0 0-7-15,7-4 0 0,-7 4-8 0,0 0-8 16,7-3-10-16,-7 3-17 0,0 0-12 0,0 0-21 15,9-1-16-15,-9 1-14 0,0 0-19 0,11 0-17 16,-11 0-20-16,12 0-8 0,-12 0-22 0,10 3-17 16,-10-3-7-16,13 5-13 0,-8-4-4 0,1 3-14 15,-1-2-9-15,-5-2-8 0,8 6-3 0,-2-1-2 16,-3 1-9-16,0-1-4 0,-1 1-4 0,-2-6-3 16,0 13-2-16,-4-6 0 0,-1 2-5 0,-1-1 4 0,-3 0-3 15,0-2-1-15,-2 0-5 0,-2-1-4 0,1 0-3 16,-2 0 0-16,1-2-1 0,1 0 1 15,0-2 1-15,0 1 4 0,1-2 6 0,2-3 10 16,9 3 11-16,-14-5 16 0,10 0 2 0,0 1-5 0,2-4-1 16,2 8-5-16,-1-13-7 0,4 2-5 0,4 1-6 15,2 1-5-15,3-2-12 0,4 2-13 0,-2 0-14 16,2 1-22-16,1 1-25 0,1-2-17 16,1 2-22-16,8 1-27 0,4 0-18 0,-12 1-18 0,0 2-1 15,1 2-4-15,0-3 2 0,-4 4 4 0,-3-1 10 16,1 1 8-16,-1 0 14 0,-3 1 9 0,-2-1 13 15,1 0 13-15,0 0 8 0,-9 0 11 0,9 1 10 16,-9-1 6-16,9 0 9 0,-9 0 14 0,8 2 24 16,-8-2 17-16,0 0 20 0,9 0 19 0,-9 0 19 15,0 0 30-15,0 0 4 0,0 0 14 0,8-6 1 16,-8 6 13-16,0 0 23 0,0 0 2 0,0 0 5 16,3-6-3-16,-3 6-5 0,0 0-6 0,0 0-8 15,0 0-7-15,0 0-13 0,0 0-12 0,0 0-13 16,0 0-11-16,0 0-10 0,0 0-13 0,0 0-2 15,0 0-6-15,0 0-5 0,0 0-4 0,-26 12-3 16,20-3-2-16,-1-2-5 0,1 2-4 0,1-1 1 16,-4 2-3-16,4-1-1 0,-2 1-3 0,2 0 0 15,0 0-1-15,-1 1-3 0,1-2 2 0,1 1-4 16,1-2-7-16,2-1-8 0,-2 1-1 0,2-1-3 16,1-7-4-16,0 11 6 0,0-11-2 0,4 11 7 15,1-5-1-15,0-3 6 0,7 1-1 0,-2-3 0 16,3 0 1-16,5-1-5 0,1-2 6 0,1-2 2 15,2 1-2-15,0-3 1 0,4-4 0 0,-8 3 0 16,0 0 14-16,-1-2 4 0,2 1-1 0,-9 0 3 16,6-1 6-16,-9 3 13 0,2 0 8 0,-1 0 6 15,-3 2 0-15,0 0 1 0,-1 0-2 0,-4 4-2 16,8-6-9-16,-8 6-1 0,5-5-4 0,-5 5-8 16,0 0-4-16,5-4-4 0,-5 4-8 0,0 0-4 0,0 0 2 15,0 0-6-15,0 0-3 0,0 0 2 0,0 0-2 16,0 0 0-16,0 0-1 0,0 0-2 15,0 0-3-15,0 0 2 0,0 0 2 0,0 0-7 0,0 0 8 16,-6 26-3-16,6-26 4 0,1 8-3 0,-1-8 1 16,0 10-7-16,0-10-4 0,2 9-4 0,2-4-11 15,-4-5-4-15,4 8-17 0,-3-2-14 0,-1-6-18 16,5 6-20-16,-1-1-24 0,-4-5-32 0,5 6-32 16,1-4-51-16,-6-2-41 0,10 0-64 0,-10 0-59 15,10-7-53-15,-5 3-261 0,0-2-774 0,1-2 342 16</inkml:trace>
  <inkml:trace contextRef="#ctx0" brushRef="#br0" timeOffset="198464.04">6007 10257 145 0,'-2'-7'369'16,"2"7"-8"-16,-5-6-12 0,5 6-30 0,0 0-33 15,-4-7-26-15,4 7-26 0,0 0-31 0,0 0-18 16,-3-7-34-16,3 7-40 0,0 0-47 0,0 0-58 15,0 0-67-15,0 0-58 0,0 0-48 0,0 0-40 16,0 0-209-16,0 0-448 0,27 8 198 0</inkml:trace>
  <inkml:trace contextRef="#ctx0" brushRef="#br0" timeOffset="198760.8">6261 10184 202 0,'0'0'378'0,"2"-7"25"0,2 0 7 0,-4 7 11 15,2-8 2-15,-2 8 1 0,-1-8-5 0,1 8-2 16,0 0-18-16,-3-10-1 0,3 10-4 0,-3-7-24 16,3 7-19-16,0 0-33 0,0 0-29 0,-3-7-29 15,3 7-38-15,0 0-14 0,0 0-26 0,0 0-14 16,0 0-18-16,-6 19-12 0,2-8-10 0,1 1-8 16,2 4-9-16,-2 2-12 0,1 0-1 0,1 0-8 0,1 1-3 15,0-1-15-15,0-1-30 0,1 3-42 0,-1-1 0 16,-3 0 0-16,5-2 0 0,-2 1 0 15,1-2 0-15,-1 1 0 0,0-3 0 0,-1-1 0 16,-1-2 0-16,1 0 0 0,1-2 0 0,0-2 0 0,0-7 0 16,-1 14 0-16,-2-8-4 0,3-6-171 0,0 0-38 15,0 12-34-15,0-12-30 0,0 0-38 16,-1 5-39-16,1-5-53 0,0 0-60 0,0 0-54 16,0 0-348-16,0 0-941 0,0 0 417 0</inkml:trace>
  <inkml:trace contextRef="#ctx0" brushRef="#br0" timeOffset="199589.27">6117 10434 121 0,'0'0'335'15,"0"0"7"-15,-14-2 11 0,14 2 10 0,-9-1-5 16,9 1-3-16,-9-2-2 0,9 2 3 0,0 0-3 16,-9-3-11-16,9 3-6 0,0 0-20 0,0 0-13 15,0 0-22-15,-7-2-12 0,7 2-24 0,0 0-23 16,0 0-21-16,0 0-24 0,0 0-31 0,0 0-33 15,0 0-32-15,24-12-28 0,-11 10-36 0,5-2-47 16,1 2-50-16,0-3-46 0,9 0-42 0,0 0-36 16,-6 4-27-16,0-2-26 0,7-2-33 0,-10 1-17 15,2 2-9-15,-5-2-5 0,-2 1 13 0,-1 0 15 16,-1 0 17-16,-2 2 34 0,-2-2 23 0,-8 3 31 16,11-3 24-16,-11 3 34 0,8-3 18 0,-8 3 35 15,0 0 34-15,0 0 29 0,0 0 29 0,6-1 26 16,-6 1 9-16,0 0 17 0,0 0 6 0,0 0 5 15,0 0 11-15,0 0-1 0,0 0 0 0,0 0 8 16,0 0 0-16,0 0 5 0,0 0 4 0,0 0 7 16,0 0-2-16,3 10 2 0,-3-10-15 0,0 0-7 15,0 9-1-15,0-9-9 0,0 0-9 0,1 12-11 16,-1-12 3-16,-1 8-14 0,1-8 4 0,1 10-9 16,0-4 4-16,-1-6-6 0,5 12-10 0,-1-4-16 15,2-2-5-15,1 0-11 0,-2 0-13 0,5-1-13 16,0 0-8-16,-1-1-14 0,3 0-12 0,-1-1-2 15,1-1-2-15,1 1 5 0,-1-3 3 0,0 2 8 16,1-2 8-16,-3-2 4 0,-4-1 17 0,3 1 22 16,-2-2 12-16,-2-1 20 0,0 1 15 0,1-3 7 0,-2 2 7 15,-1-2 20-15,-3 7 1 0,6-11 19 16,-5 5 22-16,-1-2 11 0,0 8 2 0,2-9 6 16,-2 9 9-16,1-10 5 0,-1 10 6 0,0-7-7 15,0 7 3-15,0 0-12 0,0 0-13 0,-1-11-19 0,1 11-6 16,0 0-17-16,0 0-12 0,0 0-11 0,0 0-8 15,0 0-7-15,0 0-6 0,0 0-2 0,0 0 2 16,0 0 0-16,-4 27 2 0,1-17 7 16,1 1 15-16,-2 2-12 0,3-1 9 0,-2 6-2 0,1-1 1 15,0 2 5-15,0-1-9 0,-2 2 1 0,4-1-3 16,-3 5-4-16,2-6-9 0,1 8-2 0,0 1 4 16,0-2-11-16,0-6 7 0,-3 0-20 15,5 7 3-15,-1-9-7 0,-1 3-2 0,-1-3-4 0,-2-1 7 16,2-3-9-16,1-1 1 0,1-3-3 0,-2 2 3 15,-2-3-2-15,3-8-6 0,0 11 2 0,0-11-3 16,0 8-1-16,0-8 0 0,-1 9 7 0,1-9-5 16,0 0 3-16,-5 4 0 0,5-4-5 0,-9 0 16 15,9 0-8-15,0 0 3 0,-15-8-3 0,10-1 6 16,-1 4-5-16,1-5 1 0,0-1-7 0,1 1 2 16,3-2-7-16,-3-4 5 0,3 0 3 0,1 4 0 15,-1-5 6-15,1 7-5 0,0 10-5 0,2-21-21 16,3 10-7-16,-2 2-19 0,2-1-32 0,3 4-41 15,1-2-45-15,0-1-60 0,7 2-75 0,-3 1-62 16,-1 0-58-16,5 0-66 0,4-1-90 0,4 0-339 0,-3 2-981 16,9-6 435-16</inkml:trace>
  <inkml:trace contextRef="#ctx0" brushRef="#br0" timeOffset="199870.4499">6956 10468 382 0,'-8'-3'436'0,"8"3"3"0,-5-5-3 0,5 5-18 0,0 0-20 16,-5-5-21-16,5 5-28 0,0 0-28 15,0 0-29-15,0 0-31 0,-1-8-29 0,1 8-24 0,0 0-23 16,10-11-17-16,-4 9-21 0,1-2-13 0,3 2-23 15,4-1-25-15,-1 1-23 0,3 0-33 16,2 1-35-16,-4 1-38 0,3-3-36 0,-5 3-47 16,1 0-29-16,-1 1-36 0,-1-1-45 0,-3 2-61 0,1-2-44 15,-9 0-34-15,11 3-230 0,-7-1-654 0,-4-2 290 16</inkml:trace>
  <inkml:trace contextRef="#ctx0" brushRef="#br0" timeOffset="200057.91">7011 10539 95 0,'-6'5'353'0,"6"-5"10"0,0 0 19 0,-6 5 17 16,6-5 12-16,0 0 4 0,0 0-7 0,0 0-21 15,0 0-29-15,0 0-29 0,0 0-30 0,0 0-31 16,0 0-32-16,0 0-23 0,0 0-18 0,27-6-28 16,-16 3-37-16,2 0-49 0,0-1-61 0,5 2-65 15,1-2-61-15,8-3-57 0,-8 2-48 0,3 2-57 16,-1-4-59-16,6 1-33 0,0 0-312 0,-6 0-727 15,5-2 321-15</inkml:trace>
  <inkml:trace contextRef="#ctx0" brushRef="#br0" timeOffset="200292.23">7418 10388 16 0,'0'0'351'16,"0"0"19"-16,0 0 12 0,4-6 15 0,-4 6 1 15,0 0-7-15,0 0-16 0,0 0-25 0,0 0-21 16,0 0-31-16,4-4-29 0,-4 4-27 0,0 0-24 15,0 0-22-15,0 0-19 0,0 0 1 0,0 0 0 16,10 14-9-16,-7-8-13 0,0 3-10 0,1-1-11 16,2 2-9-16,-5 0-13 0,0 1-6 0,-1 1-11 0,0-1-14 15,0 2-6-15,0 1-7 0,-2 2-6 16,-4-1-15-16,0 1-33 0,-3 1-41 0,-2-2-56 16,-2-1-70-16,-1-2-64 0,0 2-66 0,-9 1-83 15,5-5-90-15,-5 1-368 0,4 0-893 0,1-1 395 0</inkml:trace>
  <inkml:trace contextRef="#ctx0" brushRef="#br0" timeOffset="201245.13">8415 10367 371 0,'0'0'468'16,"-1"-10"5"-16,1 10 4 0,0 0-9 0,0-8-16 15,0 8-17-15,0 0-25 0,0 0-20 0,-1-12-14 0,1 12-26 16,0 0-27-16,0 0-37 0,0 0-15 16,0 0-24-16,0 0-30 0,4-8-20 0,-4 8-32 15,0 0-12-15,0 0-26 0,0 0 2 0,0 0-27 16,0 0-15-16,0 0-5 0,0 0-9 0,0 0-2 15,0 0-10-15,4 28-4 0,-2-21-7 0,-2 3-5 0,0 2-11 16,1 0-4-16,0-1 14 0,1 1-19 16,0-1-14-16,-1 1 11 0,1 2 1 0,0-4-5 0,0 2 6 15,0 1-4-15,2-3-26 0,-1 2-8 0,-1-3-1 16,2 2-12-16,0-1 4 0,0-1 0 0,-3-3 4 16,4 3-4-16,0-3 8 0,2 1-3 0,-3 0 4 15,3-3 5-15,-1 1 2 0,0-2 2 0,1 0-5 16,2 0 18-16,-9-3 14 0,14 0 13 0,-7-2 4 15,-7 2 8-15,17-5 10 0,-10 1-6 0,2-2 28 16,0-3-12-16,0 3 4 0,-2-2 11 0,6-6 5 16,-4 0-2-16,-3 2-60 0,2-2-25 0,0 1 0 15,-1-3 0-15,0 0 0 0,-1 1 0 0,0 3 0 16,1-1 0-16,-3-3 0 0,0 4 0 0,0 2 0 16,-2 2 0-16,1-1 0 0,-1 1 0 0,-2 1 0 15,3 1 0-15,-3 6 0 0,2-9 0 0,-2 9 0 16,0 0 0-16,4-10 0 0,-4 10 0 0,1-4 0 15,-1 4 0-15,0 0 0 0,0 0 0 0,0 0 0 0,0 0 0 16,0 0 0-16,0 0 0 0,0 0 0 16,0 0 0-16,-10 17 0 0,8-10 0 0,0 1 0 15,-1 0 0-15,-1 2 0 0,0-2 0 0,0 2 0 0,1-1 0 16,2 1 0-16,-2 0 0 0,3 0 0 0,-2 1 0 16,2-1 0-16,0-1 0 0,2 0 0 0,2 0 0 15,0 1 0-15,0-2 0 0,1 2 0 16,3-2 0-16,1-1 0 0,-2 1 0 0,4-1 0 0,4 2 0 15,0-3 0-15,-1 1 0 0,3-3-138 0,0 3-105 16,-1-3-22-16,2-4-16 0,-5 3-23 0,1-3-17 16,-1 2-8-16,-1-5-15 0,0 1-21 0,-2 1-35 15,2-4-34-15,-1 0-361 0,-2-3-860 0,3 4 380 16</inkml:trace>
  <inkml:trace contextRef="#ctx0" brushRef="#br0" timeOffset="201495.07">9075 10466 99 0,'0'0'450'0,"0"0"21"0,3-5 17 16,-3 5 8-16,0 0-7 0,0 0-13 0,0 0-12 16,0 0-12-16,0 0-27 0,2-8-25 0,-2 8-36 15,0 0-37-15,0 0-38 0,6-5-22 0,-6 5-30 16,0 0-26-16,10-5-19 0,-6 3-22 0,-4 2-22 15,10-4-26-15,-5 3-37 0,3-1-33 0,4 2-37 16,-2-2-38-16,0 1-50 0,2 1-53 0,-2 0-48 16,2 0-56-16,-1 0-49 0,-11 0-45 0,13 1-45 0,-7-1-50 15,-6 0-37-15,10 4-330 0,-10-4-852 0,7 3 377 16</inkml:trace>
  <inkml:trace contextRef="#ctx0" brushRef="#br0" timeOffset="201698.15">9142 10543 234 0,'-4'3'330'0,"4"-3"34"16,-5 5 37-16,5-5 32 0,0 0 23 0,-5 6 8 0,5-6 4 15,0 0-3-15,0 0-4 0,0 0-21 0,-6 3-32 16,6-3-28-16,0 0-30 0,0 0-33 0,0 0-33 16,0 0-27-16,0 0-25 0,0 0-27 15,0 0-36-15,0 0-44 0,20 0-56 0,-20 0-54 0,18-3-77 16,-6 2-88-16,1 0-80 0,2-1-89 0,-4-1-97 15,7-2-103-15,-8 3-420 0,3-1-1016 0,-3-2 449 16</inkml:trace>
  <inkml:trace contextRef="#ctx0" brushRef="#br0" timeOffset="203478.9799">9938 10070 64 0,'0'0'259'0,"0"0"-2"0,0 0 0 0,0 0-2 0,-2-8 7 16,2 8 6-16,0 0 8 0,-4-6 31 0,4 6-17 16,0 0 2-16,0 0-4 0,0 0 7 15,0 0-8-15,0 0-2 0,0 0-2 0,0 0-9 16,0 0-11-16,0 0-11 0,0 0-17 0,0 0-23 0,0 0-20 16,0 0-26-16,0 0-16 0,0 0-18 0,0 0-17 15,0 0-17-15,0 0-5 0,0 0-13 0,0 0-4 16,0 0-6-16,3 31-8 0,-2-19-30 0,-2 3-6 15,1 1-4-15,0 0 4 0,1-1-4 0,0 2-3 16,-1 2-2-16,1-1-2 0,-2 0-5 0,2-1 4 16,1 1-1-16,-1 1-3 0,-1-2-1 0,0 0 6 15,1-3-5-15,2 0-2 0,-3-3 2 0,1-1-5 16,-1 0 1-16,-1-3 1 0,2 0-4 0,0 2 0 16,-1-9 2-16,2 10-2 0,-2-10 3 0,-2 9-3 15,2-9 8-15,0 0-6 0,-1 8 4 0,1-8-13 16,0 0-7-16,0 0-8 0,0 0-5 0,0 0-14 15,0 0-26-15,-1 7-38 0,1-7-55 0,0 0-63 16,0 0-47-16,0 0-43 0,0 0-57 0,0 0-47 0,0 0-61 16,0 0-287-16,0 0-824 0,0 0 364 15</inkml:trace>
  <inkml:trace contextRef="#ctx0" brushRef="#br0" timeOffset="203916.37">9638 10622 273 0,'0'0'311'0,"0"0"-10"0,0 0 1 0,-9 0-6 15,9 0-5-15,0 0-3 0,0 0-15 0,0 0 3 16,0 0-13-16,0 0-9 0,0 0-14 0,-8 0-4 15,8 0-25-15,0 0 0 0,0 0-14 0,0 0-9 16,0 0-10-16,0 0-9 0,0 0-4 0,0 0-9 16,0 0-3-16,0 0-10 0,0 0-2 0,0 0-3 15,0 0 3-15,0 0-2 0,0 0 1 0,0 0 0 16,0 0-2-16,0 0-4 0,0 0-13 0,0 0-18 16,0 0-8-16,25-7-9 0,-6 4-2 0,9 0-17 15,4-1-3-15,3 0-6 0,2 3-3 0,2-5-7 16,15-1-5-16,3 4-2 0,-2-3-6 0,-1-1-5 15,-5 1-3-15,-13 1-1 0,0 0-9 0,-2 1 5 16,-2 1-5-16,-4 0-1 0,-9 1 3 0,0-1-7 16,-3 3-2-16,-3-1 1 0,-2-1-2 0,-2 2-3 15,-3-2 2-15,-6 2-3 0,10 0-1 0,-10 0-16 16,9-2-14-16,-9 2-24 0,8-2-34 0,-8 2-51 0,0 0-44 16,0 0-69-16,0 0-55 0,0 0-63 15,0 0-59-15,0 0-59 0,0 0-402 0,0 0-960 16,0 0 426-16</inkml:trace>
  <inkml:trace contextRef="#ctx0" brushRef="#br0" timeOffset="204291.29">9775 10837 374 0,'0'0'481'0,"0"0"28"0,0 0 12 16,0 0-5-16,0 0-17 0,0 0-23 0,0 0-25 15,0 0-21-15,0 0-23 0,0 0-16 0,0 0-32 16,0 0-19-16,0 0-24 0,0 0-28 0,-8-12-28 16,8 12-27-16,0 0-24 0,0 0-22 0,0 0-21 15,0 0-17-15,0 0-22 0,0 0-12 0,0 0-24 16,0 0-11-16,0 0-5 0,0 0-10 0,0 0 0 15,0 20-54-15,0-12-11 0,3 3 0 0,-3 0 0 16,0 0 0-16,1 2 0 0,-1-1 0 0,0 6 0 16,-1-7 0-16,0 6 0 0,-2-2 0 0,0-1 0 15,1-2 0-15,-1 0-15 0,-1-2-128 0,1 0-34 16,-1 0-29-16,0-2-30 0,-2 1-29 0,4-2-35 16,-2-1-23-16,4-6-12 0,-3 12-8 0,3-12-15 15,-2 8-12-15,2-8-18 0,0 7-25 0,0-7-308 0,5 5-779 16,-5-5 345-16</inkml:trace>
  <inkml:trace contextRef="#ctx0" brushRef="#br0" timeOffset="204666.2">9754 10815 96 0,'7'-10'363'0,"-1"2"0"0,2 0 0 15,-3 1 4-15,-1 1-5 0,2-2-4 0,-2 4-17 16,-4 4-12-16,7-9-10 0,-3 6-18 0,-4 3-15 16,6-6-25-16,-6 6-23 0,5-4-30 0,-5 4-22 15,0 0-20-15,8-2-22 0,-8 2-12 0,0 0-13 16,12 9-12-16,-7-3-3 0,2 3-9 0,-1-1 1 16,-1 3-5-16,4 0 2 0,-2 3-4 0,-4-2-6 15,3 2-3-15,-3 3-6 0,3-1-2 0,-2-5-5 16,-1 7-6-16,1-4-2 0,-2 1-6 0,1 3-6 15,-2-3-4-15,1-4-5 0,-1 3 0 0,0-1-4 16,2-2-8-16,-3 2-2 0,0-2-1 0,1-1-3 16,2 1-4-16,-2-2-5 0,2-3-11 0,-3-6-13 15,2 14-11-15,0-10-17 0,0 3-31 0,2-3-27 16,-4-4-29-16,3 8-23 0,1-4-35 0,-4-4-26 16,9 4-31-16,-9-4-37 0,0 0-38 0,12 0-49 15,-12 0-43-15,7-8-307 0,-7 8-777 0,3-7 343 16</inkml:trace>
  <inkml:trace contextRef="#ctx0" brushRef="#br0" timeOffset="204884.9">9829 10950 70 0,'-7'-3'384'0,"7"3"33"0,0 0 19 16,-8-3 8-16,8 3 17 0,0 0 1 0,0 0-2 0,0 0-5 15,-5-5-6-15,5 5-15 0,0 0-19 0,0 0-23 16,0 0-24-16,0 0-31 0,0 0-36 15,0 0-20-15,0 0-33 0,0 0-26 0,0 0-22 16,0 0-24-16,22-6-43 0,-10 5-31 0,0-2-35 0,1 3-47 16,5-4-51-16,0 1-44 0,-5 3-52 0,6-3-64 15,-5 2-64-15,6-3-68 0,1 2-60 0,-4 2-73 16,3-2-84-16,-3-1-353 0,-3 3-966 0,-2-3 428 16</inkml:trace>
  <inkml:trace contextRef="#ctx0" brushRef="#br0" timeOffset="205614.03">11252 10272 197 0,'0'0'382'0,"0"0"-4"0,0 0 13 15,0 0 3-15,0 0 3 0,1-12-3 16,-1 12-5-16,0 0-6 0,0 0-10 0,0 0-14 0,0 0-17 16,0 0-11-16,0-11-24 0,0 11-32 0,0 0-21 15,0 0-17-15,2-9-23 0,-2 9-22 0,0 0-24 16,5-7-21-16,-5 7-9 0,4-3-17 0,-4 3-17 16,9-4-14-16,-9 4-8 0,14-2-12 0,-5 4-10 15,1 0-1-15,0 1-9 0,0 1-10 0,2 1 2 16,1 2-13-16,-3-1 4 0,4 2-8 0,-6 0-8 15,-2 2-6-15,0 0 6 0,0 0-11 0,-2 1-13 16,-1 1-11-16,-2-1-14 0,-2 0-6 0,0 2 1 16,-4-2-7-16,0 0-8 0,-3-3 0 0,-1 2 0 15,-2-3-4-15,-4 4 0 0,-1-3 2 0,1-2 6 16,-2-1 5-16,5-2 4 0,1 1 5 0,-3-4 7 16,1 0 3-16,1 1 13 0,4-1 4 0,-3-2 14 15,0-2 2-15,1 0 8 0,1 0 8 0,1-3 6 16,0-1-2-16,3-1-2 0,0-1 0 0,3-2-4 0,1 1-7 15,3-6-9-15,-1 2-17 0,3 5-13 0,5-7-22 16,4 1-40-16,1 2-51 0,0 0-40 16,3 3-54-16,2 1-45 0,0 0-42 0,0 4-46 0,3-1-65 15,-2 2-39-15,-1 1-272 0,2 2-800 0,-8 2 355 16</inkml:trace>
  <inkml:trace contextRef="#ctx0" brushRef="#br0" timeOffset="205926.57">11389 10099 246 0,'-3'-11'377'0,"3"-2"33"0,-2-2 27 0,-1 0 4 15,2 2 10-15,1 3 9 0,-1-1-6 0,-1 1-11 16,2 1 1-16,2 0-4 0,-2 9-12 0,1-12-8 16,-1 5-17-16,0 7-25 0,0-8-34 0,0 8-30 15,0 0-32-15,0-10-24 0,0 10-31 0,0 0-21 16,0 0-29-16,0 0-26 0,0 0-151 0,0 0 0 15,0 0 0-15,0 0 0 0,3 30 0 0,-2-12 0 16,-1 1 0-16,0 4 0 0,2-2 0 0,-2 4 0 16,0-6 0-16,0 5 0 0,-2 1 0 0,4-6 0 15,-2 1 0-15,2 4 0 0,-2-5 0 0,1-1 0 16,0 0 0-16,1-1 0 0,-1-1 0 0,1-5 0 16,2 2 0-16,-2-1 0 0,0-1 0 0,2-3-215 0,2 1-128 15,-3-1-34-15,1-2-27 0,0 1-26 16,-1-3-35-16,5 0-33 0,-2 0-37 0,1-2-286 15,-7-2-890-15,14 1 395 0</inkml:trace>
  <inkml:trace contextRef="#ctx0" brushRef="#br0" timeOffset="206395.21">11550 10268 157 0,'4'-10'346'15,"-4"10"14"-15,5-9 24 0,-5 9 7 0,2-9 11 0,0 5 4 16,-2 4-3-16,0 0-5 0,2-10-10 0,-2 10-17 15,0 0-13-15,0 0-17 0,3-9-26 0,-3 9-22 16,0 0-26-16,0 0-33 0,0 0-23 16,0 0-27-16,0 0-16 0,0 0-21 0,0 0-12 0,0 0-18 15,0 0-20-15,0 0-3 0,11 21-10 0,-5-10-8 16,-1-2-7-16,-2 2-9 0,3 2-5 0,-1 2-4 16,0-1-9-16,3 1 10 0,-2 1-17 0,-1-2-3 15,0 0-5-15,0-2-2 0,1 0-15 0,-2-1-27 16,1-1-5-16,0-1-15 0,-2-1-6 0,0 0-6 15,-1-2-4-15,1-1 7 0,1 1 3 0,-4-6 4 16,4 7 10-16,-4-7 7 0,2 4 5 0,-2-4 3 16,0 0 14-16,13-2 8 0,-5-4 9 0,-2-1 7 15,2-2 8-15,3-4 3 0,2 0 10 0,1-2 3 16,-5-1 2-16,5-8-2 0,-1 0 3 0,-2 0 2 16,-1 2 0-16,-2 4 6 0,-1 1 1 0,0 1 5 15,-1 0 8-15,-1 3 4 0,-2 0-7 0,1 5-5 16,0-1 4-16,-1 2-34 0,-2 0-35 0,-1 7 0 15,2-9 0-15,-2 9 0 0,2-7 0 0,-2 7 0 16,0 0 0-16,6-6 0 0,-6 6 0 0,0 0 0 16,0 0 0-16,0 0 0 0,0 0-31 0,0 0-104 15,0 0-26-15,0 0-34 0,0 0-44 0,0 0-42 16,-3 25-53-16,3-25-36 0,-3 18-43 0,1-7-50 0,2 1-53 16,-2-1-327-16,1 0-912 0,-2 0 404 15</inkml:trace>
  <inkml:trace contextRef="#ctx0" brushRef="#br0" timeOffset="206926.34">11155 10716 152 0,'0'0'259'0,"0"0"-10"0,-13 0-2 0,13 0-10 0,-6 1-8 16,6-1-9-16,0 0-11 0,-11 1-4 0,11-1 1 15,0 0-4-15,-11 0-4 0,11 0-2 0,0 0 3 16,-13-2-5-16,13 2 5 0,-8-3 2 0,8 3 6 15,0 0-1-15,-9 0 8 0,9 0-1 0,0 0 5 16,-8-1 1-16,8 1-2 0,0 0 5 0,0 0-4 16,0 0 3-16,0 0-6 0,-9 3 2 0,9-3-6 15,0 0 4-15,0 0-6 0,0 0-4 0,0 0-8 16,0 0-12-16,0 0-14 0,0 0-19 0,0 0-22 16,0 0-3-16,28-10-18 0,-9 7-18 0,3 0-91 15,9-1 0-15,2 2 0 0,5 0 0 0,16-4 0 16,-2 4 0-16,-1 2 0 0,-11-3 0 0,10 3 0 15,-13-1 0-15,4-2 0 0,-2 2 0 0,0 0 0 16,-5-2 0-16,3 2 0 0,-1-1 0 0,-7 2 0 16,0-2 0-16,-9 2 0 0,1-2 0 0,-10 0 0 15,0 2 0-15,2-2 0 0,-2-1 0 0,-1 1 0 0,-3 2 0 16,1-2 0-16,-8 2 0 0,10-2 0 16,-10 2 0-16,8 0 0 0,-8 0 0 0,0 0 0 15,9-2 0-15,-9 2 0 0,0 0-23 0,0 0-341 16,0 0-62-16,0 0-27 0,0 0-52 0,0 11-64 0,0-11-407 15,0 0-1056-15,-23 11 467 0</inkml:trace>
  <inkml:trace contextRef="#ctx0" brushRef="#br0" timeOffset="207448.5">11193 11102 220 0,'-8'2'342'0,"8"-2"-3"16,0 0 3-16,-6 4-2 0,6-4 3 0,0 0 0 15,0 0-13-15,0 0 5 0,0 0-13 0,0 0-15 16,0 0-14-16,0 0-16 0,0 0-18 0,0 0-13 15,0 0-21-15,0 0-20 0,0 0-20 0,0 0-24 16,0 0-17-16,12-16-16 0,-12 16-13 0,9-3-11 16,-9 3-12-16,11-3-9 0,-2 3-12 0,-9 0-11 0,17 1-4 15,-9 2-5-15,0-1-8 0,3 1-1 16,-2 0-9-16,1 2-3 0,-5-1-5 0,3 2-1 16,-2 1-2-16,1-1-3 0,-3 0-1 0,2 2-4 0,-2-1-2 15,-3-2-2-15,0 4 1 0,-1-2-5 0,0-7-2 16,-2 15 2-16,-4-7-5 0,1 0-2 15,-2 0-6-15,-4 0-3 0,2-1-3 0,-7 0-5 16,2-2-4-16,-4 1-2 0,2-3 2 0,-1 1 2 0,4-3 6 16,-5 2 2-16,0-1 1 0,7-4 9 0,-1 2 10 15,1-3 12-15,0 0 16 0,4-1 9 0,1-1 2 16,-1-3 4-16,2-2-5 0,4 1-7 0,-2-2 0 16,3-2-7-16,0 1-1 0,3 0-19 0,0-3-17 15,-1 2-22-15,2-2-30 0,0 2-34 0,0 4-47 16,2-2-47-16,-1 2-50 0,1 1-51 0,4 1-51 15,-2 3-49-15,2-3-51 0,-2 3-344 0,5 0-846 16,-3 1 375-16</inkml:trace>
  <inkml:trace contextRef="#ctx0" brushRef="#br0" timeOffset="207760.9799">11251 10910 340 0,'0'0'414'0,"0"-16"37"0,1 11 24 15,-1 5 6-15,0-15-10 0,0 9 1 0,0 6-12 16,1-11 5-16,1 5-9 0,-2 6-15 0,0 0-14 16,0-11-26-16,0 11-30 0,0 0-32 0,0 0-36 15,0 0-29-15,0-9-36 0,0 9-23 0,0 0-25 16,0 0-19-16,0 0-17 0,0 0-19 0,0 0-88 16,3 26-47-16,-1-15 0 0,-1-1 0 0,2 3 0 15,-1 1 0-15,1 2 0 0,-1 0 0 0,-2 1 0 16,3-2 0-16,-2 3 0 0,2 0 0 0,2 0 0 15,-3-1 0-15,0 0 0 0,-1-1 0 0,0-3 0 16,2-1 0-16,-2 4 0 0,0-5 0 0,2 1 0 16,0-2 0-16,-2-2-14 0,1-1-278 0,0-1-27 0,2-1-44 15,0-1-22-15,0 2-51 0,-4-6-56 0,11 4-36 16,-5-3-366-16,3 1-968 0,-9-2 428 16</inkml:trace>
  <inkml:trace contextRef="#ctx0" brushRef="#br0" timeOffset="208104.66">11585 10997 106 0,'0'0'407'0,"6"-9"28"0,-6 9 21 0,2-6 16 16,-2 6 0-16,4-6-2 0,-4 6-7 0,0 0-4 16,2-8-2-16,-2 8-2 0,1-6-13 0,-1 6-16 15,0 0-18-15,0 0-22 0,0 0-24 0,0 0-30 16,0 0-34-16,0 0-27 0,0 0-27 0,0 0-27 15,0 0-64-15,0 0-153 0,0 0 0 0,0 0 0 16,0 0 0-16,0 0 0 0,0 0 0 0,0 0 0 16,0 0 0-16,-3 28 0 0,3-17 0 0,0 1 0 15,0 4 0-15,-2 0 0 0,2-1 0 0,-2-2 0 16,2 1 0-16,0 2 0 0,0-3 0 0,0 1 0 16,0-4 0-16,0 2 0 0,0 1 0 0,2-2 0 15,2 0 0-15,-2 0 0 0,3-2 0 0,-1 1 0 16,0 1 0-16,2-5 0 0,2 1 0 0,-3-1 0 15,2-3-124-15,-1 0-206 0,1 1-39 0,1-3-28 0,-8-1-31 16,13 0-42-16,-5 0-39 0,-8 0-19 0,11-5-312 16,-6 0-909-16,-1 0 402 0</inkml:trace>
  <inkml:trace contextRef="#ctx0" brushRef="#br0" timeOffset="208338.9799">11563 11078 253 0,'-9'-2'419'0,"9"2"46"0,-8-3 20 0,8 3 25 0,0 0 4 16,-10 0 8-16,10 0-15 0,0 0 12 0,0 0-7 15,0 0-16-15,0 0-27 0,-10-1-22 0,10 1-30 16,0 0-36-16,0 0-32 0,0 0-37 0,0 0-31 16,0 0-33-16,18-10-163 0,-5 6-85 0,0 2 0 15,8-2 0-15,5-5 0 0,-5 3 0 0,7-1 0 16,2 1 0-16,-1-1 0 0,-1-1-183 0,0-2-167 15,0 1-61-15,-7 4-45 0,-1 0-78 0,8-4-66 16,-8 3-344-16,0-2-1020 0,-1 2 451 0</inkml:trace>
  <inkml:trace contextRef="#ctx0" brushRef="#br0" timeOffset="208682.77">12383 10545 370 0,'0'0'420'0,"4"-8"19"0,-4 8 1 15,5-5-15-15,-5 5-11 0,0 0-10 0,0 0-17 16,7-5-25-16,-7 5-22 0,5-3-33 0,-5 3-29 16,8-3-27-16,-8 3-25 0,10-3-25 0,-10 3-18 15,11-3-23-15,-3 2-17 0,2 0-17 0,-4 0-34 16,3 0-35-16,0 1-48 0,-9 0-48 0,14-1-41 16,-14 1-58-16,13 0-47 0,-13 0-33 15,9 1-42-15,-9-1-47 0,5 3-41 0,-5-3-27 0,0 0-29 16,4 5-210-16,-4-5-664 0,0 0 294 0</inkml:trace>
  <inkml:trace contextRef="#ctx0" brushRef="#br0" timeOffset="208854.6">12378 10662 114 0,'-4'4'341'0,"4"-4"26"0,0 0 45 16,-6 8 26-16,6-8 24 0,0 0 13 0,-4 5-7 15,4-5-18-15,0 0-20 0,0 0-50 0,0 0-27 16,0 0-45-16,0 0-21 0,0 0-38 0,19-3-32 15,-19 3-49-15,23-4-62 0,-12 4-72 0,1-2-96 16,0 0-87-16,0 2-91 0,-1 0-94 0,0-2-91 16,-3-2-384-16,3 3-875 0,-11 1 388 0</inkml:trace>
  <inkml:trace contextRef="#ctx0" brushRef="#br0" timeOffset="211175.21">13481 10294 11 0,'0'0'304'0,"1"-8"-2"0,-1 8-2 0,0 0-5 16,2-8-6-16,-2 8-5 0,0 0 6 0,2-7 0 15,-2 7 1-15,0 0 3 0,4-8-1 0,-4 8-8 16,0 0-7-16,0-8-2 0,0 8-3 0,0 0-3 16,0 0-2-16,0-11-18 0,0 11-3 0,0 0-12 15,0-8-13-15,0 8-13 0,0 0-4 0,0-11-26 16,0 11-2-16,5-8-28 0,-5 8-15 0,0-8-14 16,5 3-5-16,-5 5-12 0,8-8-14 0,-5 4-7 0,3 1-13 0,-1-3-10 15,-1 1-2-15,6 2-1 0,-2 0-12 0,-1-1-10 16,3 1 0-16,-2 2-3 0,3-1 0 0,-1 2-11 15,1 0-11-15,-3 2-3 0,1 1 5 0,3 0-4 16,-1 3 10-16,-2 1-16 0,-2-1 2 0,2 2-3 16,-3 1-6-16,1 2 4 0,-2-2-2 0,-1 2-1 15,-3 1-4-15,0-1-5 0,-2 1-30 0,-2 1 4 16,-8 3-2-16,2-1-2 0,-2-2 7 0,-1 2-4 16,-10 2-4-16,8-7 3 0,-6 1 0 0,5-3 5 0,-2 1-2 15,-2-2 6-15,0 0 3 0,2-2 0 0,5-2 7 16,1-3 14-16,2 1 2 0,-2 0 13 15,11-1 14-15,-13-2 8 0,8-2 1 0,-2-1 16 16,7 5 7-16,-7-14-6 0,3 4-2 0,4 1-5 0,-2-3-4 16,8-5-8-16,-4 4 15 0,5-3-16 0,0 1-6 15,2-1-3-15,0 1-7 0,-5 4 6 0,8 0-6 16,-3 0-2-16,1 2 7 0,-2 1-9 0,1 0-2 16,-1 4 0-16,-1-1-2 0,0 0-2 0,0 3-3 15,0 0 1-15,-7 2-7 0,13 0-1 0,-13 0 1 16,12 1 4-16,-6 1-1 0,-2 2 1 0,4-1-2 15,-4 2-1-15,0 1 4 0,3 2-4 0,-3 1 6 16,3 3-5-16,-5-3-3 0,4 2 1 0,-6 2 4 16,4 2 3-16,-4 2-2 0,0-2-1 0,2 0-2 15,-4 2 2-15,2-2 7 0,-2 2 1 0,2 0-3 16,-3-2 1-16,3-3 2 0,2 4-2 0,-2-1-3 16,-2-3-1-16,2 1 4 0,0 2 4 0,-2-3-3 15,2 3 1-15,2-2-4 0,-2-3-1 0,-5 1 6 0,5-1-3 16,6 3 3-16,-6-5-7 0,1 3 1 15,-1-7-1-15,1 7 6 0,-1-11-4 0,0 10-4 16,0-3 8-16,0-7-7 0,2 10 13 0,-2-10-10 0,0 0 1 16,0 8 6-16,0-8-1 0,0 0 8 15,0 0 4-15,0 0 14 0,0 0 9 0,0 0 8 16,0 0-9-16,0 0 9 0,0 0 13 0,13-17-3 16,-9 12 1-16,4-2-3 0,0 0-56 0,-3-3 0 0,5 2 0 15,4-3 0-15,-2 1 0 0,2-1 0 0,1 1 0 16,3-2 0-16,-1 2 0 0,0 0 0 0,-2-1 0 15,3 3 0-15,-2-1 0 0,-2 5 0 0,-1-4 0 16,1 2 0-16,-4 2 0 0,2 1 0 0,-3 0 0 16,0-2 0-16,-1 2 0 0,-3 1 0 0,-5 2 0 15,14-3 0-15,-12 0 0 0,-2 3 0 0,7-3 0 16,-7 3 0-16,0 0 0 0,8-3-82 0,-8 3-121 16,0 0-53-16,0 0-59 0,6-4-35 0,-6 4-24 15,0 0-33-15,0 0-45 0,0 0-63 0,0 0-359 16,0 0-945-16,-19 18 419 0</inkml:trace>
  <inkml:trace contextRef="#ctx0" brushRef="#br0" timeOffset="211690.7">13314 10908 56 0,'0'0'280'0,"0"0"-9"0,0 0-10 0,-4-5-9 16,4 5-7-16,0 0-9 0,0 0-2 0,0 0-11 15,0 0 2-15,0 0-5 0,0 0-9 0,0 0 3 16,0 0-6-16,-6-6-3 0,6 6-4 0,0 0-6 16,0 0-7-16,0 0-7 0,0 0-3 0,0 0-8 15,-5-5-9-15,5 5-9 0,0 0-4 0,0 0-8 16,0 0-6-16,0 0-5 0,0 0 0 0,0 0-1 16,0 0 1-16,0 0 6 0,0 0 3 0,0 0-5 15,0 0-4-15,0 0-19 0,0 0-8 0,30 0-14 16,-10 0-7-16,12-1 0 0,4-1-16 0,16 0-5 15,5 0-6-15,-1-5-8 0,7 3-3 0,2 2-4 0,33-3-4 16,-38 2-3-16,3-3 11 0,-7 3 4 16,-5-1 7-16,-15 3 0 0,-4-2 0 0,-3-4-8 15,-8 6-6-15,-6-1-2 0,-1-1 1 0,-3 2-9 0,1 1 1 16,-6-1-9-16,-6 1-8 0,11-3-9 0,-4 3-28 16,-7 0-39-16,0 0-50 0,0 0-53 15,0 0-59-15,0 0-59 0,0 0-57 0,0 0-67 0,0 0-68 16,0 0-74-16,-30 0-277 0,21 2-894 0,-4 0 396 15</inkml:trace>
  <inkml:trace contextRef="#ctx0" brushRef="#br0" timeOffset="212096.8299">13531 11148 247 0,'0'0'515'0,"0"0"18"0,0 0 14 0,0 0 0 16,-9-7-14-16,9 7-23 0,0 0-1 0,0 0-24 0,-3-4-18 15,3 4-30-15,0 0-28 0,0 0-30 16,0 0-35-16,0 0-32 0,0 0-33 0,0 0-26 15,-2-8-28-15,2 8-27 0,0 0-22 0,0 0-22 0,0 0-22 16,0 0-132-16,0 0 0 0,0 0 0 0,0 0 0 16,-6 17 0-16,4-11 0 0,1 3 0 15,-1 2 0-15,-2 1 0 0,0-2 0 0,1 1 0 0,-2 5 0 16,1-5 0-16,0 4 0 0,1 2 0 0,-1-6 0 16,-2 3 0-16,6-5 0 0,-6 3 0 0,4-3 0 15,-2 1 0-15,-1-1 0 0,1-1-12 0,0 1-238 16,1-3-31-16,1 0-48 0,0 1-30 0,2-7-18 15,-7 6-21-15,7-6-38 0,-5 5-33 0,5-5-30 16,0 0-299-16,0 0-863 0,-8 3 383 0</inkml:trace>
  <inkml:trace contextRef="#ctx0" brushRef="#br0" timeOffset="212456.12">13412 11184 240 0,'9'-11'377'0,"0"1"10"0,0-5 21 0,4 2-10 15,-2-2-1-15,-1 2-7 0,1 0-11 0,0 0-13 16,-2 4-9-16,-2 1-10 0,-1 0-14 0,3 1-18 0,-4 3-17 16,2-1-19-16,-3 1-22 0,-4 4-19 0,9-7-21 15,-9 7-30-15,10-4-26 0,-10 4-11 0,8 0-19 16,-8 0-8-16,11 9-5 0,-4-2-15 0,0 1 2 16,-2 2 4-16,1 2-13 0,-2 0-4 0,3 2 0 15,-2 2-8-15,2-2-3 0,-3 3-4 0,1-3 0 16,-3 0-11-16,0 1-13 0,2 1-1 0,-2-3-4 15,1 3-24-15,-3 2 11 0,0-3 2 0,3 1-9 16,-3 0 3-16,0-3-7 0,2-2 0 0,-2 4-24 16,0-3 0-16,2-1 0 0,-2 1 0 0,2 0 0 15,0-1 0-15,1-2 0 0,-3 2 0 0,2-4 0 16,-2 1 0-16,0-8-28 0,4 9-27 0,-2-6-21 16,-2-3-24-16,0 0-29 0,2 9-25 0,-2-9-25 0,0 0-32 15,0 0-49-15,0 0-43 0,0 0-42 16,0 0-37-16,0 0-43 0,0 0-41 0,0 0-39 15,3-21-258-15,-3 21-825 0,-7-16 365 0</inkml:trace>
  <inkml:trace contextRef="#ctx0" brushRef="#br0" timeOffset="212674.81">13522 11283 347 0,'-5'0'421'0,"5"0"21"0,0 0 16 16,0 0 13-16,0 0 2 0,0 0 5 0,0 0-1 15,0 0 1-15,0 0-7 0,0 0-15 0,0 0-16 16,0 0-25-16,0 0-25 0,0 0-30 0,0 0-25 16,0 0-32-16,0 0-31 0,0 0-31 0,0 0-27 15,27-4-40-15,-16 4-99 0,3-1-75 0,4-2 0 16,0 1 0-16,2 1 0 0,-4-3-136 0,-2 2-117 16,1 0-74-16,-1 2-90 0,-3-2-91 0,2 0-95 15,-1-1-389-15,-1 0-1074 0,-2 2 476 0</inkml:trace>
  <inkml:trace contextRef="#ctx0" brushRef="#br0" timeOffset="-208870.69">15639 10354 109 0,'0'0'335'0,"0"0"4"15,0 0 4-15,-3-8-11 0,3 8 6 0,0 0-9 16,0 0 9-16,-3-7-3 0,3 7-4 0,0 0-2 16,-4-7-12-16,4 7-6 0,0 0-7 0,-4-6-19 0,4 6-16 15,0 0-8-15,-4-8-7 0,4 8-14 0,0 0-3 0,-3-10-16 0,3 10-6 16,0 0-20-16,0 0-19 0,5-11-24 0,-5 11-17 15,6-7-9-15,-2 3-20 0,2 0-8 0,0 1-14 16,4-2-6-16,0 2-13 0,0 0-1 0,4 1-7 16,-1 2-15-16,2 2-2 0,-2-2 0 0,1 3-15 15,-1 0 1-15,0 2-5 0,-1-1-8 0,-1 3-14 16,-1-1-1-16,-1 2-8 0,-3-1-2 0,1 0 0 16,-3 2-2-16,-2 1-3 0,-2-1-4 0,0 2 5 15,-4-1-6-15,0 2 2 0,-3-3-2 0,-2 0-4 16,-7 1-4-16,4 1 0 0,-6-3 1 0,-1 1-6 15,2-2 11-15,-2-1 1 0,3-1 3 0,2-1 9 0,3-2-2 16,1-1 5-16,-2-2 9 0,12 1 4 16,-16-2 16-16,10-4 8 0,0 2-8 15,2-4-4-15,-1-2 14 16,4-2-6-16,0 0 3 0,2 0-7 0,3-5 9 0,-2 2-9 16,3-2-5-16,3 2-4 0,0 1-1 0,-2 0 2 15,1 3-5-15,1 1-2 0,-1 1 0 0,0-1-8 16,-3 6 7-16,5-2-5 0,0 2 0 0,-1-1-5 15,-2 3-2-15,3 1-7 0,1 1 12 0,-10 0-2 16,17 5 1-16,-8 0-6 0,0 1-1 0,0 2 7 0,-3 1-2 0,3 1 2 16,-2 1-4-16,-2 4-2 0,1 1 3 0,-2 2 1 15,1-2 1-15,-4 2 1 0,4 6 1 0,-3-6 1 0,-2 0-2 16,1 0 3-16,-1 2 1 0,1-1 7 0,-2 0-7 16,0-1-1-16,1 0-7 0,0 1 7 0,0-2-1 15,-3-1 0-15,2 1 1 0,2 2-5 16,-1-4 5-16,0-2 4 0,0-1 0 0,0-1 3 0,1 0-8 15,1-1-2-15,-2 0 0 0,0-3 8 0,1-1 0 16,-1-6-2-16,0 11-5 0,0-11 10 0,1 7-3 16,-1-7 4-16,0 0 9 0,2 8 5 0,-2-8 9 15,0 0 16-15,0 0 1 0,12-3 0 0,-12 3 20 16,13-8 10-16,-4 3-9 0,-1-2-70 0,2 0 0 16,0-1 0-16,0 2 0 0,7-5 0 0,-3 2 0 15,0-1 0-15,-4 3 0 0,-1 0 0 0,3 0 0 16,-1 0 0-16,2 1 0 0,-3 1 0 0,1-3 0 15,1 4 0-15,-5 0 0 0,0 2 0 0,2-2 0 16,-1 0 0-16,-2 1 0 0,-6 3-160 0,9-4-201 16,-5 0-65-16,-4 4-61 0,0 0-68 0,13-3-57 15,-13 3-320-15,0 0-1010 0,6-8 448 0</inkml:trace>
  <inkml:trace contextRef="#ctx0" brushRef="#br0" timeOffset="-208667.62">16133 10443 57 0,'0'0'404'0,"4"-7"30"0,-2 2 19 0,-2 5 3 0,4-10 0 15,0 5-13-15,-4 5-26 0,3-10-25 16,1 5-36-16,-4 5-29 0,7-9-37 0,-5 4-34 16,2 0-19-16,-4 5-37 0,9-8-47 0,-4 4-52 15,0 1-56-15,0-1-58 0,-5 4-69 0,11-3-68 0,-5 0-51 16,-6 3-47-16,0 0-48 0,15 3-44 0,-15-3-19 15,7 4-273-15,-7-4-683 0,4 6 302 0</inkml:trace>
  <inkml:trace contextRef="#ctx0" brushRef="#br0" timeOffset="-208495.77">16165 10480 160 0,'-8'7'259'0,"5"-3"20"0,3-4 16 15,-5 6 20-15,5-6 16 0,0 0 20 0,-4 5 7 16,4-5 7-16,0 0-3 0,0 0-9 0,0 0-24 15,-5 5-28-15,5-5-25 0,0 0-33 0,0 0-22 16,0 0-34-16,0 0-45 0,0 0-41 0,0 0-63 16,0 0-68-16,30-6-68 0,-19 4-63 0,-1-1-57 15,-1 1-62-15,4-2-69 0,-3 0-340 0,-1 1-745 16,3-1 329-16</inkml:trace>
  <inkml:trace contextRef="#ctx0" brushRef="#br0" timeOffset="-208245.84">16388 10356 221 0,'0'0'395'0,"8"-6"25"0,-8 6 2 15,0 0 4-15,4-6-10 0,-4 6-18 0,0 0-23 16,6-5-23-16,-6 5-25 0,0 0-29 0,7-2-28 16,-7 2-26-16,0 0-25 0,0 0-19 0,13 6-17 15,-13-6-16-15,10 7-14 0,-5-3-14 0,-1 2-15 16,1 2-11-16,0-2-14 0,0 2-7 0,-3 2-7 15,1 1-12-15,-1-1-8 0,-2 1-7 0,-1 0-4 16,-1 2-38-16,-2-2-34 0,-1-1-47 0,-2 5-47 0,1-5-48 16,0-1-62-16,-2 1-53 0,-6 1-60 0,4-3-68 15,1-2-54-15,-3-1-270 0,6-2-786 16,1 0 348-16</inkml:trace>
  <inkml:trace contextRef="#ctx0" brushRef="#br0" timeOffset="-207698.97">16734 10299 13 0,'0'0'437'0,"-3"-16"30"16,-1 8-2-16,3-1-3 0,-1 1-6 0,2 8-10 15,-2-11-19-15,2 3-20 0,0 8-12 0,-1-11-20 16,1 11-32-16,-2-9-30 0,2 9-29 0,3-6-31 16,-3 6-28-16,0 0-36 0,0 0-12 0,0 0-18 15,7-4-20-15,-7 4-1 0,0 0-26 0,15 16-8 16,-10-8-20-16,1 1-4 0,-1 2-8 0,0 0-11 16,3 4-4-16,-2-1 2 0,-3 1-3 0,3 1-16 15,1 0 0-15,-2-2-4 0,1-1-8 0,-2-2-16 16,1 0-16-16,-1 1-9 0,1 0-14 0,-2 0-3 15,-1-1-13-15,1-1-4 0,1-1-2 0,-3-3 0 16,0 0 4-16,-1-6 3 0,1 9 5 0,2-5 10 16,-3-4 9-16,0 0 4 0,4 7 15 0,-4-7 5 15,0 0 6-15,0 0 1 0,0 0 14 0,12-13 6 16,-6 4 5-16,-1-1 14 0,4-4 1 0,0-3 15 16,-2-7-5-16,1-1 1 0,-3-2 4 0,3-3 2 15,-1-2-10-15,-1 3-7 0,0-4 8 0,0 3 15 16,2 0 4-16,0 2 18 0,-3 2 16 0,0 2 1 15,-1 5-115-15,0 2 0 0,1 1 0 0,-2 6 0 0,-1 1 0 16,0 0 0-16,0 2 0 0,-2 7 0 0,3-9 0 16,-3 9 0-16,2-4 0 0,-2 4 0 0,0 0 0 15,0 0 0-15,0 0 0 0,0 0 0 16,1 21 0-16,-4-11-54 0,3 3-216 0,0 0-46 0,2-3-53 16,0 6-50-16,1 0-55 0,2-1-49 0,1-1-438 15,-2 0-1042-15,1-3 461 0</inkml:trace>
  <inkml:trace contextRef="#ctx0" brushRef="#br0" timeOffset="-207324.06">17066 10399 358 0,'0'0'411'0,"0"0"12"0,0 0-5 0,0 0-11 16,0 0-17-16,0 0-21 0,14-14-25 0,-14 14-22 15,0 0-20-15,3-9-19 0,-3 9-24 0,4-3-29 16,-4 3-23-16,7-5-20 0,-7 5-20 0,7-4-17 16,-7 4-14-16,11-2-17 0,-5 1-16 0,-6 1-11 15,14 2-7-15,-6-1-9 0,-1 3-10 0,0-2-4 16,0 3-9-16,-2 0-12 0,1 0-5 0,-1-1-3 16,-1 2 0-16,0-1-6 0,-3 2-3 0,0-1-7 15,-1-6-2-15,-1 15-4 0,-3-8-2 0,1-1 2 16,-2 0-3-16,-4-2 0 0,-1 3 0 0,0-4 1 15,0 1 0-15,-2-2 0 0,1-1 1 0,0 0 2 0,3-1 19 16,8 0 14-16,-16-2 16 0,10-1 9 16,-1-2 5-16,7 5 3 0,-7-11-7 0,5 2-9 15,4-2-11-15,-1 0-7 0,3 0-30 0,5-5-23 0,0 4-43 16,1-3-53-16,3 2-55 0,3 0-74 0,6-2-52 16,2 1-48-16,-6 10-62 0,8-7-61 0,-6 4-363 15,-1 1-888-15,2 1 393 0</inkml:trace>
  <inkml:trace contextRef="#ctx0" brushRef="#br0" timeOffset="-207027.25">17363 10204 115 0,'0'0'369'0,"-2"-12"19"0,1 3 18 0,1 1 16 0,-2-2 5 16,0 1-5-16,-1-1 1 0,2 3-5 0,1 7-5 15,-2-13-4-15,1 6-15 0,1 7-3 0,-1-9-27 16,1 9-18-16,0 0-31 0,0-10-21 0,0 10-39 15,0 0-32-15,0 0-15 0,0 0-29 0,0-10-19 16,0 10-19-16,0 0-19 0,0 0-11 0,0 0-9 16,0 0-7-16,0 34-8 0,-1-18-7 0,1 1-13 15,0 2-22-15,-2 0-45 0,4 5 0 0,-2-5 0 16,-2 1 0-16,4 4 0 0,-2 1 0 0,0-5 0 16,-2-1 0-16,4 5 0 0,-2-5 0 0,1-2 0 15,1 0 0-15,0-5 0 0,2 3 0 0,-2-4 0 16,1 0-123-16,-1 0-84 0,1-1-41 0,-2-4-46 15,3 0-31-15,-1 0-28 0,-3-6-35 0,5 5-56 16,-5-5-42-16,10 2-43 0,-10-2-270 0,10-7-867 16,-5 3 384-16</inkml:trace>
  <inkml:trace contextRef="#ctx0" brushRef="#br0" timeOffset="-206855.4199">17514 10410 16 0,'0'0'257'0,"0"0"11"0,8-3 13 0,-8 3 17 16,0 0 6-16,6-2 18 0,-6 2 4 0,0 0 2 15,0 0 3-15,0 0-5 0,0 0-8 16,7-4-23-16,-7 4-28 0,0 0-31 0,0 0-22 16,0 0-37-16,0 0-43 0,0 0-64 0,0 0-71 0,0 0-74 15,0 0-70-15,0 0-63 0,0 0-82 0,3-6-95 16,-3 6-226-16,11-3-662 0,-4-2 294 16</inkml:trace>
  <inkml:trace contextRef="#ctx0" brushRef="#br0" timeOffset="-206449.26">18140 10144 250 0,'-2'-16'383'15,"-3"7"6"-15,0 0-4 0,-2 0-11 0,1-2-8 16,-3 4-1-16,1 0-7 0,0-1-3 0,0 2-5 15,0 1-10-15,3 0-13 0,-2 0-15 0,2 2-32 16,5 3-19-16,-10-5-26 0,10 5-24 0,-6-5-28 16,6 5-14-16,-7-2-17 0,7 2-17 0,0 0-9 15,-9 9-6-15,4-4-7 0,0 6-5 0,0 0-6 16,0 4 0-16,-2 2 5 0,1 2-21 0,1 1 6 16,-1 3-11-16,-2 4-5 0,4 1-7 0,-1-1-18 15,0 3 6-15,1-3-1 0,-1 3-8 0,2-3-7 16,2 2-1-16,0 1-4 0,0-1-3 0,1-3 1 15,0-1 4-15,1-4-3 0,0-2-7 0,0 6-2 16,1-6 1-16,-1 0-6 0,4 6 1 0,-2-8 2 16,-2-2-5-16,-1-3-1 0,0 2-12 0,0-4 11 0,0-3-20 15,0 3-29-15,2-1-6 0,-2-3-33 16,0-6-23-16,-2 11-23 0,2-11-27 0,0 0-27 16,-1 7-43-16,1-7-63 0,0 0-52 0,0 0-48 0,-12-1-67 15,12 1-57-15,-8-11-371 0,3 2-944 0,-2-1 418 16</inkml:trace>
  <inkml:trace contextRef="#ctx0" brushRef="#br0" timeOffset="-206261.81">17789 10500 373 0,'0'0'435'0,"-1"-7"28"16,1 7 22-16,-2-9-3 0,2 9-19 15,-1-9-25-15,1 9-30 0,0 0-33 0,1-11-34 0,-1 11-39 16,3-10-32-16,-3 10-28 0,5-8-24 0,-1 2-28 15,1 1-40-15,5-1-36 0,-2 1-56 0,1 1-61 16,2-1-73-16,2-1-69 0,1 2-55 0,-1 2-70 16,0-2-68-16,7 0-50 0,-1 2-344 0,-5-1-792 15,4 0 351-15</inkml:trace>
  <inkml:trace contextRef="#ctx0" brushRef="#br0" timeOffset="-205668.2">18094 10354 233 0,'0'0'322'0,"0"0"0"0,2-6 11 16,-2 6 10-16,0 0 5 0,0 0-3 0,2-8 2 16,-2 8-10-16,0 0-8 0,5-7-4 0,-5 7-15 15,0 0-14-15,3-4-13 0,-3 4-18 0,0 0-18 16,0 0-21-16,4-7-19 0,-4 7-22 0,0 0-20 16,0 0-18-16,0 0-14 0,0 0-16 0,0 0-13 15,0 0-13-15,15 3-6 0,-15-3-10 0,8 6-10 16,-3-2-8-16,-1 1-1 0,2-1-11 0,-2 1-5 15,0 0-4-15,0 1-2 0,-2-2-4 0,-2-4-6 16,5 9-1-16,-5-9-5 0,3 7-4 0,-3-7-4 0,1 6-4 16,-1-6-1-16,0 0 1 0,3 6 2 15,-3-6 3-15,0 0-3 0,0 0 7 0,0 0-4 16,0 0 3-16,0 0-1 0,0 0-2 0,0 0 1 16,0 0 2-16,0 0-5 0,0 0-2 0,0 0 0 0,0 0-2 15,0 0 0-15,-2-25-2 0,2 25-2 0,0-13 4 16,0 13-3-16,-1-12 5 0,0 3-5 15,1 1-3-15,0 8-5 0,-3-15 6 0,3 6 1 16,-1 1-3-16,1 8 2 0,-1-13 3 0,-1 5 2 0,2 8 4 16,-1-12 6-16,1 12 7 0,-1-11-5 0,0 4 3 15,1 7 8-15,1-10 3 0,-1 10 7 0,0-8 0 16,0 8 4-16,0-9 1 0,0 9 8 0,0 0-3 16,1-9 0-16,-1 9-10 0,0 0 7 0,0 0-3 15,0 0-11-15,0 0 3 0,1-6-17 0,-1 6-2 16,0 0-7-16,0 0-3 0,0 0 4 0,0 0-7 15,0 0 1-15,0 0 2 0,4 28-3 0,-2-17-3 16,-1 1 2-16,0 5-2 0,0-2 1 0,1 3 1 16,-2 0-2-16,2 0-4 0,-1 3 10 0,-2-5-7 15,-1 0 0-15,4 1 6 0,-4-1 10 0,0-3-11 16,2-1-6-16,0 0 3 0,2 0-27 0,-2-2-20 16,0 1-23-16,2-2-17 0,-2-1-20 0,0-8-25 15,3 10-29-15,-2-4-21 0,-1-6-24 0,4 9-15 16,-2-5-31-16,2 0-20 0,-4-4-21 0,7 5-28 15,-7-5-34-15,0 0-47 0,12-3-22 0,-12 3-297 16,0 0-779-16,9-10 345 0</inkml:trace>
  <inkml:trace contextRef="#ctx0" brushRef="#br0" timeOffset="-205230.79">18404 10404 131 0,'3'-5'350'0,"-3"5"14"0,0 0-19 0,2-9-1 15,-2 9 0-15,0 0-12 0,2-6 9 0,-2 6-12 16,2-8-14-16,-2 8-11 0,0 0-19 0,2-9-23 16,-2 9-26-16,5-9-20 0,-5 9-22 0,0 0-18 15,5-6-21-15,-5 6-16 0,8-2-15 0,-8 2-14 0,10 0-12 16,-10 0-12-16,13 2-6 0,-7 3-13 15,0-2-7-15,0 1-8 0,0 1-7 0,1 0-3 16,-1 0-7-16,-1 1-2 0,-1-1-8 0,-3 2 0 16,2 0-3-16,-2-1-9 0,1 4 2 0,-4-1-2 0,0 1-2 15,-1-1 2-15,-3-2-5 0,-2 0-5 0,-1 2 1 16,-1-3-6-16,-2 0 1 0,-2-2 0 16,1 2-5-16,1-2 2 0,0-1 4 0,2-1 3 0,-1-1 0 15,2-1 2-15,9 0 4 0,-13-3-3 0,13 3 8 16,-10-7-4-16,4 1-1 0,6 6-5 0,-3-11 1 15,4 1-11-15,3-1-8 0,0 2-10 0,4-6-24 16,0 5-26-16,2-4-25 0,-1 1-28 0,7 4-18 16,-6 2-27-16,5-3-22 0,-2 2-14 0,4 1-31 15,-5 4-25-15,2 1-18 0,-1-2-18 0,5 3-7 16,-5 0-9-16,5 3-10 0,-5-2-184 0,-2 4-551 16,2-2 244-16</inkml:trace>
  <inkml:trace contextRef="#ctx0" brushRef="#br0" timeOffset="-204652.8">18631 10376 13 0,'0'0'94'0,"5"4"42"15,-5-4 27-15,0 0 20 0,0 0 22 0,0 0 16 16,0 0 14-16,0 0 4 0,0 0-1 0,0 0 4 16,0 0-1-16,10-9 13 0,-10 9-4 0,0 0 3 15,0 0-3-15,3-7-2 0,-3 7-15 0,0 0-13 16,0 0-16-16,0 0-20 0,0 0-18 0,0 0-23 16,0 0-15-16,0 0-12 0,0 0-14 0,0 0-13 15,0 0-8-15,0 0-11 0,0 0-4 0,0 0-5 16,-1 22-9-16,1-22 2 0,0 13-10 0,0-5-4 15,-2 2-3-15,5-3 0 0,-3 0-8 0,1 2 1 16,-1 0-2-16,2-1-3 0,-2-8-2 0,0 14-6 16,1-8-15-16,0 0-6 0,-1-6-8 0,4 11 0 15,-3-4-2-15,2-3-8 0,-3-4 2 0,7 8 3 16,-3-6-6-16,3 1 15 0,-7-3-5 0,13 0 9 16,-13 0-7-16,12-5 9 0,-5 2 0 0,-1-2 5 15,2 0 1-15,-2 0 5 0,3-2 11 0,-4 2 9 16,2-1 3-16,-4 1 4 0,2-1 14 0,-1 1 7 15,-4 5-3-15,4-11-3 0,-4 11-3 0,1-9-8 16,-1 9-1-16,-1-12-3 0,1 12-3 0,0 0-1 0,-1-12-3 16,1 12-2-16,-4-8-2 0,4 8-3 0,0 0-4 15,-5-9-7-15,5 9 2 0,0 0-7 0,-4-3-4 16,4 3-10-16,0 0-9 0,0 0 1 16,0 0-2-16,0 0-7 0,0 0-4 0,18 16 0 0,-13-9-3 15,3-2 0-15,-1 2-3 0,1 1 4 0,-1-4-5 16,0 1 5-16,-2-1 1 0,3 0 6 0,-8-4 6 15,9 3 4-15,-4-2 1 0,-5-1 3 0,0 0-2 16,13-2 8-16,-13 2 13 0,7-9 2 0,-3 2 8 16,0-1 8-16,0-3 4 0,0-3 8 0,-3 2 1 15,4-6 9-15,-5 2 30 0,4 0 12 0,-3 0-13 16,0 5-6-16,1-2-3 0,-2 2-6 0,-2 0-12 16,1 1-1-16,-1 2-13 0,-1 0-2 0,-2 1-8 15,1 3-2-15,4 4-6 0,-7-9-11 0,3 7-31 16,4 2-31-16,0 0-42 0,-13 1-39 0,13-1-63 15,0 0-43-15,0 16-61 0,6-7-76 0,5 3-80 16,-4-2-357-16,7 0-883 0,-2-2 391 0</inkml:trace>
  <inkml:trace contextRef="#ctx0" brushRef="#br0" timeOffset="-204027.96">17004 11054 309 0,'-5'-7'364'16,"5"7"1"-16,-4-10-3 0,3 4-14 0,1 6-9 15,-1-11-8-15,-1 3-10 0,2 8-9 0,2-13-2 0,-4 6-6 16,2 7-6-16,2-12-5 0,-1 7-3 0,-1 5-19 15,3-10-14-15,-3 10-10 0,1-10-21 0,-1 10-13 16,4-7-18-16,1 3-17 0,-5 4-24 0,7-7-13 16,0 5-17-16,-7 2-14 0,16-2-9 0,-4 4-14 15,-2-1-5-15,5 3-15 0,-3 0-5 0,1 2 0 16,1 4-14-16,-4-2-6 0,2 0-7 0,-1 4-7 16,1 1 2-16,-2-1 9 0,-1 3-12 0,0-2-15 15,-3-2 0-15,-1-1-22 0,-2 3-10 0,-2-2-20 16,0-2-23-16,-1 0-20 0,0-1-15 0,-4 1-7 15,3-1-5-15,1-8-6 0,-4 10 2 0,2-6 9 16,2-4 26-16,-5 7 6 0,5-7 22 0,-4 5 25 16,4-5 21-16,0 0 25 0,0 0 26 0,0 0 18 15,0 0 7-15,0 0-1 0,3-30 5 0,3 19-2 16,3-3 4-16,-2-1-5 0,4 0-5 0,0 1-3 16,-1-1-8-16,1 0-6 0,1 2-7 0,-3 4 0 15,0-1-5-15,1 3-12 0,-1 0-22 0,1-2-23 16,0 3-39-16,-1 2-50 0,1 0-49 0,0 2-62 0,2 1-44 15,-2-1-52-15,1 5-43 0,-3 0-47 16,2 1-42-16,-2-1-43 0,-1 1-247 0,0 3-797 16,2-1 352-16</inkml:trace>
  <inkml:trace contextRef="#ctx0" brushRef="#br0" timeOffset="-203059.43">17477 11043 377 0,'0'0'398'0,"0"0"27"15,0 0 7-15,0 0 3 0,0 0-8 0,3-21-15 0,-3 21-14 16,2-7-19-16,-2 7-16 0,0-10-28 0,0 10-28 16,3-4-20-16,-3 4-36 0,0 0-24 0,4-9-29 15,-4 9-12-15,0 0-26 0,0 0-18 0,0 0-16 16,10 0-17-16,-10 0-10 0,0 0-12 0,10 9-9 16,-5-5-6-16,-1 1-8 0,0 1-6 0,-2 0-10 15,1 1-11-15,3 1-15 0,-3 0-4 0,-2-3-12 16,-1-5-11-16,3 14-11 0,-3-7-4 0,0-7-1 15,-2 11-7-15,0-6-3 0,2-5-2 0,-5 10 1 16,-2-6-3-16,2-1 0 0,-1 0-5 0,-1 0 7 16,7-3 6-16,-12 1 5 0,12-1 11 0,-12-1-3 15,12 1 13-15,-10-5 13 0,10 5 15 0,-8-7 15 16,5 3 7-16,3 4 8 0,-3-12 2 0,2 6-4 16,1 6 4-16,1-16 3 0,2 10-8 0,-1-2 0 15,-1 1-11-15,3 0 5 0,-4 7-7 0,4-11-5 16,0 6-9-16,-4 5-2 0,6-9-4 0,-2 7-2 15,1-2-8-15,-5 4 5 0,9-2-9 0,-9 2 3 16,12 0-1-16,-12 0-5 0,10 4-2 0,-5-2-1 16,-5-2 2-16,11 5 1 0,-7 0-3 0,3 0 1 0,-3-1 2 15,1 1 2-15,2 2-9 0,-3-1 3 16,0-2-1-16,1 2-2 0,0-1-6 0,-1-1-4 16,1 1-1-16,0-1-9 0,-5-4 1 0,9 7-5 15,-4-5-1-15,-1 2 6 0,4-2 2 0,-2 0-5 0,-6-2 8 16,14 3-3-16,-2-4 12 0,-3-1-4 0,2-1 4 15,3 0 0-15,-4-2 3 0,1 0 16 16,1-1 5-16,-1-2 4 0,-2 0 10 0,1 0 6 16,-2-1 6-16,-2 0-3 0,2-2 6 0,-1 0 2 0,-2 0-3 15,-1-1-3-15,3-3 1 0,-5-2 4 0,6 3 7 16,-6-2-9-16,0 4 7 0,0 0-3 0,2 2 1 16,-1 0 9-16,-1 2-10 0,-2 2 2 0,1-1-10 15,-1 7 3-15,3-11-14 0,-3 11-7 0,3-7-9 16,-3 7-7-16,0 0 4 0,0 0 0 0,2-5-8 15,-2 5-8-15,0 0 3 0,0 0-3 0,0 0 0 16,0 0 7-16,0 0-3 0,1 27 3 0,2-16 1 16,-3 1-2-16,2-1-3 0,-2 5-5 0,2 0 12 15,-2 0-8-15,-2 1 2 0,0-2 6 0,2-1-12 16,-1 2-4-16,2-2-12 0,-1-1-3 0,2 0-14 16,1-2-13-16,-2 1 7 0,3-1-3 0,0 0-3 15,4 0 0-15,-2-3-2 0,4 0-1 0,1 0 5 16,0-2-2-16,4 0 5 0,3-2 4 0,-4-2 5 15,-1-1 8-15,2-2 0 0,-2-1 4 0,1-2 3 16,3-1 8-16,1-1-4 0,-3-2 11 0,-3 0 1 16,-2 0 5-16,-1 1 11 0,0-3 1 0,-2 1 1 15,0 0 11-15,-1 0 9 0,-1-1-9 0,0 0 1 16,-1 2-5-16,-1-1-2 0,-3 3-3 0,0 6-2 0,0-11-3 16,0 11 0-16,-3-11-6 0,3 11-9 0,-6-7 7 15,6 7-2-15,-8-4-6 0,8 4 1 16,0 0 0-16,-10 0 4 0,10 0-7 0,0 0 2 15,-12 10 4-15,9-6 0 0,0 3-1 0,1-1-1 0,2-6-2 16,0 17-6-16,0-9 11 0,2 1-12 16,-1 1-2-16,4 0-1 0,-1-1-3 0,3 0-2 0,-1-2 2 15,1 0-2-15,1-1-2 0,0 0-8 0,2-2-11 16,0 1-14-16,2-3-14 0,0 0-20 0,0 0-20 16,0-2-28-16,-1 0-46 0,3-2-39 0,-2 0-43 15,1 0-25-15,-3-3-48 0,0 2-49 0,1-4-51 16,-3 4-302-16,-1-3-806 0,-3 2 357 0</inkml:trace>
  <inkml:trace contextRef="#ctx0" brushRef="#br0" timeOffset="-202871.97">18143 10940 392 0,'-5'-5'456'16,"1"-1"44"-16,-1 0 35 0,0 1 15 0,5 5 7 15,-9-8-15-15,4 5-23 0,5 3-15 0,-5-7-25 16,5 7-27-16,-4-6-38 0,4 6-35 0,0 0-39 15,0 0-36-15,0 0-42 0,-2-9-42 0,2 9-52 16,12-4-67-16,-1 4-63 0,6-1-66 0,1 1-65 16,1 0-59-16,-6 1-69 0,9-1-82 0,-1 0-73 15,1 4-89-15,9-4-88 0,-3 0-368 0,1-3-996 16,-1 2 440-16</inkml:trace>
  <inkml:trace contextRef="#ctx0" brushRef="#br0" timeOffset="-202465.8199">18813 11073 240 0,'0'0'432'0,"0"0"16"16,0 0-9-16,0 0-14 0,0 0-23 0,0 0-21 15,0 0-15-15,0 0-11 0,0 0-14 0,0 0-19 16,-17-19-16-16,17 19-19 0,-4-5-15 0,4 5-17 15,-2-10-8-15,2 10-13 0,-2-8-10 0,2 8-17 16,0 0-21-16,2-10-18 0,-2 10-21 0,3-8-12 0,-3 8-21 16,7-4-14-16,-7 4-10 0,10-5-11 0,-3 4-7 15,-7 1-6-15,15 1-8 0,-8 0-7 16,2 3-13-16,3-2-5 0,-3 2-2 0,-3-1-21 16,-1 1-15-16,2 0-16 0,-2 2-2 0,-3-1-12 0,1 3-5 15,-3-8-1-15,0 12 0 0,-4-4 1 0,0-1-2 16,-1 0 4-16,-4 0 6 0,2 1 6 15,-5-1-2-15,-1-1 4 0,2-1 3 0,-2 1 4 0,0-3-2 16,0-1 3-16,-1 1 6 0,3-2 2 0,-8-1 1 16,7-1 4-16,6 1 1 0,-3-3-1 0,0 0 6 15,4-2-5-15,5 5-24 0,-5-11-33 0,3 5-51 16,2 6-50-16,3-17-54 0,5 2-49 0,1 6-50 16,3-3-56-16,5 1-57 0,7-2-49 0,0 1-293 15,2 2-831-15,-2 1 367 0</inkml:trace>
  <inkml:trace contextRef="#ctx0" brushRef="#br0" timeOffset="-202135.3299">19063 10858 157 0,'0'0'325'16,"-2"-16"21"-16,0 10 16 0,1-2 13 0,-2 0 5 16,3 8 9-16,-2-12-2 0,-1 7 7 0,3 5-1 15,-4-9-5-15,4 9-8 0,-2-8-16 0,2 8-18 16,0 0-15-16,-3-6-42 0,3 6-14 0,0 0-30 15,0 0-25-15,0 0-17 0,0 0-29 0,0 0-15 16,0 0-8-16,0 0 9 0,-7 23-6 0,6-7-9 0,-1 1-9 16,0 3-4-16,0 6-8 0,1 2-15 0,-2 2-10 15,2-1-6-15,0 3-87 0,0 2-6 0,-1-1 0 16,0 0 0-16,-1 1 0 0,-1-1 0 0,4 2 0 16,-5-2 0-16,3-3 0 0,-1 4 0 0,1-5 0 15,-1-1 0-15,2 3 0 0,-2-7 0 0,2-5 0 16,1-2 0-16,-3 1 0 0,2-6 0 0,-2-1 0 15,3-2-117-15,0 1-111 0,-1-4-35 0,1-6-21 16,-1 11-29-16,1-11-18 0,0 8-23 0,0-8-55 16,0 0-53-16,8 1-35 0,-8-1-326 0,0 0-890 15,0 0 394-15</inkml:trace>
  <inkml:trace contextRef="#ctx0" brushRef="#br0" timeOffset="-201947.87">18966 11261 132 0,'0'0'408'0,"-1"-10"35"0,1 10 39 0,-3-10 28 16,3 10 8-16,0 0-4 0,-1-9-8 0,1 9-18 16,5-7-27-16,-5 7-30 0,5-9-44 0,1 4-39 15,5 1-41-15,-1 0-29 0,3-3-32 0,6 3-21 16,3-1-43-16,-2 1-56 0,-2-2-57 0,2 3-65 16,1 1-67-16,-5-2-63 0,-2 3-80 0,3-3-78 0,-5 2-63 15,-1-1-80-15,-1 0-80 0,-2 2-345 16,-8 1-921-16,14-7 409 0</inkml:trace>
  <inkml:trace contextRef="#ctx0" brushRef="#br0" timeOffset="-199165.9499">17013 11453 59 0,'0'0'352'0,"0"0"-2"0,1-10-3 16,-1 10-17-16,2-7-14 0,-2 7-6 0,0 0-10 15,1-13-11-15,-1 13-3 0,-1-7-7 0,1 7-6 0,-2-9-10 16,2 9-2-16,-1-8-5 0,1 8-4 0,-2-9-8 16,2 9-12-16,-3-7 0 0,3 7-1 0,-4-8-3 15,4 8-12-15,0 0 2 0,-5-8-19 16,5 8 8-16,0 0-19 0,-2-8-14 0,2 8-20 0,0 0-15 16,0 0-20-16,0 0-12 0,-4-4-9 0,4 4-15 15,0 0-12-15,0 0-6 0,0 0-11 0,-4 21 0 16,1-12-7-16,1 3-1 0,-3 4 1 0,0 1-7 15,1 8-1-15,-1 0-4 0,-2 1-6 0,2-7 3 16,0 6-7-16,-3 1-10 0,2-1-15 0,0-2 0 16,-1-4 0-16,2 0 0 0,-1 1 0 0,-5 1 0 15,4-2 0-15,-2-1 0 0,0 0 0 0,1 0 0 16,0-1 0-16,-2-1 0 0,3-5 0 0,0 3 0 16,1-3 0-16,1-3-10 0,1-2-14 0,0-1 3 15,2-1 9-15,2-4 3 0,-4 8 8 0,4-8-4 16,-5 6 16-16,5-6 9 0,0 0-5 0,0 0 10 15,0 0-14-15,0 0-11 0,-6-22 0 0,6 11 0 0,2-3 0 16,-1-1 0-16,-1-2 0 0,3 0 0 0,-1 0 0 16,1 1 0-16,-1 3 0 0,2-2 0 15,0 4 0-15,0 3 0 0,-2-2 0 0,0 3 0 16,0 1 0-16,2 0 0 0,-4 6 0 0,5-7 0 0,-5 7 0 16,7-6 0-16,-7 6 0 0,11-2 0 0,-11 2 0 15,15 4 0-15,-6 1 0 0,-1-3 0 0,0 4 0 16,1 1 0-16,-3 1 0 0,3-2 0 0,-1 0 0 15,-2 2 0-15,0-1 0 0,1 2 0 0,-2-3 0 16,0 1 0-16,-1-1 0 0,1 0 0 0,-1-2 0 16,0 1 0-16,1-1 0 0,-5-4 0 0,6 7 0 15,-6-7 0-15,5 4 0 0,-5-4 0 0,0 0 0 16,7 1 0-16,-7-1 0 0,0 0 0 0,12-6 0 16,-7 1 0-16,2 1 0 0,-1-3 0 0,-1 0 0 15,4-1 0-15,-2 1 0 0,-2 0 0 0,0 0 0 16,0 2 0-16,0-1 0 0,-1 1 0 0,1-1 0 15,-5 6 0-15,6-7 0 0,-6 7 0 0,6-6 0 16,-6 6 0-16,5-3 0 0,-5 3 0 0,0 0 0 16,0 0 0-16,0 0 0 0,0 0 0 0,12 6 0 15,-12-6 0-15,6 10 0 0,-5-4 0 0,3 0 0 16,-3 0 0-16,2 1 0 0,0 1 0 0,0-2 0 0,-2 2 0 16,-1-8 0-16,7 10 0 0,-5-3-54 0,1-4-104 15,-3-3-27-15,4 8-27 0,-4-8-21 0,0 0-40 16,5 4-43-16,-5-4-50 0,0 0-62 15,0 0-47-15,16-14-33 0,-12 4-323 0,1 1-899 0,-1-4 397 16</inkml:trace>
  <inkml:trace contextRef="#ctx0" brushRef="#br0" timeOffset="-199009.75">17198 11499 301 0,'0'0'379'0,"0"0"19"0,0 0 10 0,3-8-2 16,-3 8-22-16,0 0-25 0,0 0-34 0,0 0-33 15,0 0-40-15,0 0-24 0,0 0-32 0,0 0-47 16,0 0-63-16,0 0-57 0,0 0-54 0,0 0-71 16,0 0-74-16,0 0-79 0,6 23-77 0,-3-16-229 15,3 0-601-15,1 0 267 0</inkml:trace>
  <inkml:trace contextRef="#ctx0" brushRef="#br0" timeOffset="-198384.8799">17382 11689 189 0,'0'0'422'16,"0"0"22"-16,0 0-2 0,0 0-10 0,0 0-12 15,0 0-17-15,0 0-24 0,6-12-20 0,-6 12-18 0,0 0-17 16,1-7-23-16,-1 7-23 0,2-6-26 0,-2 6-20 16,0 0-17-16,4-6-26 0,-4 6-21 15,0 0-22-15,8-1-15 0,-8 1-19 0,0 0-12 16,14 5-10-16,-9-2-11 0,2 2-9 0,-4 0-5 0,4-1-6 15,-3 3-8-15,-1 0-6 0,0-2-6 0,-2 3-10 16,-1 0-5-16,0-8-13 0,-2 15-19 16,-2-7-9-16,-1 1-18 0,-4-2-15 0,0-1-19 0,-3 2-14 15,0-2-11-15,0-2 1 0,-6 0-1 0,5 0 10 16,1-2 10-16,1 2 11 0,5-3 10 0,6-1 12 16,-14 1 19-16,14-1 13 0,-12-3 14 0,12 3 15 15,-6-9 11-15,6 9 7 0,0-10 0 0,0 10-3 16,5-16 1-16,-2 9 3 0,2-2-2 0,4 0 1 15,-2 1 5-15,1 0-6 0,1 1-1 0,1 1-3 16,1 0-5-16,-1-2 0 0,0 4-5 0,-1 0-2 16,0 1-6-16,2 2 3 0,-3-1-5 0,-8 2-7 15,15 0 1-15,-6 3-1 0,0 0-1 0,-1 3-1 16,2 3-5-16,-5-1 4 0,2 3-1 0,-4-1 2 16,3 6-1-16,-2 0 5 0,-2 2-3 0,-1 1 0 15,2-1 1-15,-7 1 2 0,3 6-1 0,-3-6-1 16,-1 1 0-16,1-2 2 0,-3 0-2 0,1-2-1 15,1 3-1-15,0-1 0 0,0-3-1 0,1-4 2 0,1 1-5 16,0-2 1-16,0-3 4 0,3 2 0 0,0-9-3 16,-3 9 7-16,3-9 11 0,0 9 19 15,0-9 21-15,4 4 14 0,-4-4 15 0,12 1 0 16,-2-2 16-16,8-2-3 0,2-2 11 0,2 0 11 0,5-2-2 16,1-1 1-16,1 0-7 0,-2-4 1 0,-1 4-7 15,-7 1-33-15,1 1-77 0,1 1 0 0,-6-1 0 16,-2 2 0-16,-3 0 0 0,-2 1 0 0,-2 1 0 15,2-1 0-15,-8 3 0 0,9-5 0 0,-9 5-47 16,5-3-271-16,-5 3-81 0,0 0-62 0,5-3-71 16,-5 3-73-16,0 0-367 0,0 0-1052 0,0 0 465 15</inkml:trace>
  <inkml:trace contextRef="#ctx0" brushRef="#br0" timeOffset="-198181.81">17910 11837 388 0,'0'0'434'15,"7"-3"2"-15,-7 3-9 0,0 0-26 0,0 0-33 16,0 0-35-16,0 0-38 0,0 0-30 0,0 0-33 16,0 0-41-16,0 0-42 0,0 0-65 0,0 0-54 15,5-4-62-15,-5 4-52 0,0 0-59 0,0 0-74 16,0 0-71-16,0 0-258 0,0 0-590 0,6-4 262 15</inkml:trace>
  <inkml:trace contextRef="#ctx0" brushRef="#br0" timeOffset="-182176.69">3038 12007 109 0,'0'-10'389'0,"0"10"-5"0,0 0-7 0,2-9-12 16,-2 9-10-16,4-10-9 0,-4 10 3 0,2-8-11 0,-2 8-5 15,2-6 6-15,-2 6-14 0,3-6-4 16,-3 6-17-16,0 0-11 0,2-7-14 0,-2 7-15 15,0 0-15-15,0 0-14 0,2-9-6 0,-2 9-22 16,0 0-17-16,0 0-14 0,0 0-17 0,4-5-7 0,-4 5-19 16,0 0-17-16,0 0-21 0,0 0-15 15,0 0-8-15,0 0-6 0,0 0-3 0,0 0-14 16,0 0-2-16,3 18-6 0,-3-8 0 0,-2 0-7 16,0 1-7-16,-2 2-2 0,1 2-1 0,-3 2-5 0,-1 0-2 15,-3 8 8-15,-1-4-12 0,-3 3 5 0,-4 0-1 16,4 1-7-16,-3 2 2 0,1-3 3 0,0-2-11 15,2-2-24-15,1-4 9 0,3 1 0 16,-1-6-6-16,2 3 4 0,2-3-8 0,1-3 6 0,2-2-3 16,0 0 1-16,2-1 4 0,2-5-10 0,-1 10 16 15,1-10-8-15,0 0 9 0,2 10 1 0,1-5-1 16,-3-5 6-16,11 6-15 0,-6-4 18 0,2 1-3 16,0-1-2-16,5-1-1 0,-2 1 2 0,3 1 1 15,-2-3 1-15,2 0-1 0,2 0 5 0,2-1-7 16,1-2 16-16,1 3-13 0,-1-3 3 0,1 1 5 15,-1-1 3-15,1 0 0 0,0 0 6 0,-1-1 7 16,1 0-2-16,-1 1 9 0,0 1 0 0,0 0 0 16,-8-1 6-16,2-1 3 0,-3 3-41 0,-2-2 0 15,1 2 0-15,-8 1 0 0,12-4 0 0,-6 3 0 16,-6 1 0-16,0 0 0 0,0 0 0 0,9-3 0 16,-9 3 0-16,4-7 0 0,-4 7 0 0,2-8 0 15,-2 8 0-15,-1-11 0 0,-1 1 0 0,2 10 0 16,-6-16 0-16,1 5 0 0,-4-5 0 0,2 1 0 15,0-3 0-15,-2-4 0 0,-1-1 0 0,-1-3 0 16,0 0 0-16,3 0 0 0,-4 0 0 0,4 2 0 16,1 7 0-16,0 1 0 0,1 0 0 0,3 4 0 15,-1 1 0-15,2 1 0 0,-1 2 0 0,2 3 0 16,1 5 0-16,-5-10 0 0,5 10 0 0,-3-8 0 16,3 8 0-16,-2-7 0 0,2 7 0 0,0 0 0 15,0 0 0-15,0 0 0 0,0 0 0 0,0 0 0 16,0 0 0-16,16 19 0 0,-9-11 0 0,-3-2-434 15,3 1-245-15,-3 1-501 0,-4-8-1278 0,13 11 566 16</inkml:trace>
  <inkml:trace contextRef="#ctx0" brushRef="#br0" timeOffset="-181801.78">3476 12030 464 0,'0'0'496'15,"0"0"6"-15,0 0-2 0,0 0-22 0,-6-10-6 16,6 10-22-16,0 0-19 0,-2-7-18 0,2 7-20 0,0 0-28 16,0 0-26-16,0 0-28 0,0 0-31 0,0 0-36 15,0 0-27-15,0 0-21 0,0 0-25 16,0 0-12-16,0 0-21 0,0 0-14 0,0 0-18 15,0 0-1-15,0 0-18 0,1 25-12 0,2-14 3 0,-1 1-11 16,1 4-8-16,-2-3-7 0,-1 2-17 0,2 1 6 16,-1 0-1-16,1 9-1 0,-2-5-13 15,2-2-7-15,-2-2 7 0,0 3 0 0,-3 0 0 16,2-4-12-16,1 3 3 0,-1-3-27 0,-1-4-15 16,1 3-22-16,1-4-23 0,0 1-18 0,0-3-24 0,-1 1-21 15,1-9-22-15,0 13-25 0,0-13-21 0,0 9-15 16,2-4-31-16,-2-5-35 0,0 0-33 0,5 5-40 15,-5-5-53-15,0 0-38 0,0 0-353 16,0 0-865-16,17-14 383 0</inkml:trace>
  <inkml:trace contextRef="#ctx0" brushRef="#br0" timeOffset="-181411.25">3409 12056 271 0,'-2'-8'435'0,"0"0"-7"0,0 1 1 16,2 7-6-16,-3-14-2 0,2 7-7 0,-1-1 0 15,2 8-9-15,0-10-17 0,0 10-24 0,0-12-26 16,2 6-18-16,-2 6-34 0,11-12-25 0,-4 5-19 16,2 1-25-16,2-1-21 0,1 3-20 0,1 0-16 15,6 1-12-15,0-1-18 0,0 4-13 0,2-2-6 16,-1 4-10-16,-1 0-12 0,3 1-16 0,-3 0-8 15,-6 0-9-15,5 2 3 0,-3 1-17 0,-2 0-4 16,-4-1-1-16,1 3-13 0,-2-1 7 0,1 2-4 16,-4 0-3-16,0 0-1 0,-3 0-4 0,-2 2-5 15,0 1 3-15,-3-1-1 0,-3 0-1 0,-4 5-6 16,-3 0 0-16,-1-2 6 0,-7 2 3 0,-1-2-13 16,4-3-7-16,-1-2 2 0,0 1 2 0,1-2 2 15,0-2 1-15,5-1-5 0,0-2 5 0,3 1-3 16,2-3-8-16,2 1-7 0,6-2-33 0,-13-2-30 15,13 2-49-15,-7-5-42 0,7 5-57 0,0 0-71 16,0 0-70-16,0 0-71 0,21-14-92 0,-9 13-415 16,8-3-1021-16,0 3 452 0</inkml:trace>
  <inkml:trace contextRef="#ctx0" brushRef="#br0" timeOffset="-181176.93">3954 12273 225 0,'0'0'527'0,"11"3"10"0,-11-3-3 15,0 0-16-15,0 0-27 0,0 0-33 0,0 0-37 16,0 0-38-16,0 0-43 0,10-14-32 0,-10 14-32 16,0 0-32-16,12-8-23 0,-12 8-31 0,13-7-40 15,-7 4-49-15,-6 3-50 0,15-1-56 0,-15 1-55 16,0 0-54-16,22 0-53 0,-22 0-57 0,12 1-46 15,-12-1-54-15,9 3-52 0,-9-3-36 0,0 0-259 16,0 0-726-16,0 0 321 0</inkml:trace>
  <inkml:trace contextRef="#ctx0" brushRef="#br0" timeOffset="-180989.47">3919 12366 259 0,'-4'4'471'0,"4"-4"16"16,0 0 19-16,0 0-7 0,0 0 6 0,0 0-10 0,0 0-20 15,0 0-53-15,0 0-31 0,0 0-44 16,0 0-33-16,0 0-39 0,25 4-14 0,-25-4-30 16,21-4-27-16,-9 3-45 0,-1 1-62 0,3 1-76 15,-14-1-79-15,17 0-75 0,-4 2-85 0,-6-1-89 0,7 0-88 16,-3-1-90-16,-11 0-320 0,20 1-870 0,-10 0 385 16</inkml:trace>
  <inkml:trace contextRef="#ctx0" brushRef="#br0" timeOffset="-180192.78">5030 12101 390 0,'0'-9'443'0,"0"9"-1"0,1-7-6 16,-1 7-7-16,4-8-18 0,-4 8-12 0,0 0-16 15,0-8-14-15,0 8-17 0,0 0-24 0,0 0-23 16,0 0-27-16,0 0-34 0,0 0-31 0,0 0-15 16,0 0-23-16,0 0-25 0,0 0-13 0,0 0-15 15,0 0-15-15,0 0-10 0,0 0-7 0,0 0-11 16,-13 28-9-16,10-17-3 0,0 2-9 0,-1 1-4 0,-4 3-8 15,1-3-2-15,-1 2-4 0,0 1-3 16,2 0-3-16,-6 5-2 0,3-5-8 0,-2-1 2 16,-3 6-6-16,3-6 2 0,1 0-5 0,0-3-2 0,2 4-7 15,2-6-11-15,-2-1-8 0,3 0 1 0,1-2-1 16,-1 1 1-16,4-4 2 0,1-5-1 0,-4 9 4 16,4-9 1-16,1 10 4 0,-1-10-2 15,9 6 2-15,-2-5 9 0,3 3-2 0,2-2 3 0,3 1 1 16,0 0 0-16,4-2-3 0,-1 1 4 0,1-2 0 15,2 2 6-15,-3-2-3 0,2 0 2 0,-3 0 2 16,-2 0 5-16,1 0 4 0,-3 0 14 0,0-2 13 16,0 2 16-16,-3-1 18 0,1 0 17 0,-3 0 22 15,-8 1 5-15,12-1 20 0,-12 1-58 0,9-2-95 16,-9 2 0-16,9-4 0 0,-9 4 0 0,4-5 0 16,-4 5 0-16,1-8 0 0,-1 8 0 0,-3-14 0 15,1 4 0-15,-4-1 0 0,-1-4 0 0,1-3 0 16,-3-4 0-16,-1-2 0 0,2 6 0 0,-2-3 0 15,0 2 0-15,2 1 0 0,3 1 0 0,-2-1 0 16,-2 3 0-16,3 4 0 0,2-1 0 0,0 2 0 16,0 2 0-16,2 3 0 0,-1-2 0 0,1 1 0 15,2 6 0-15,-5-9 0 0,5 9 0 0,-3-7 0 16,3 7 0-16,0 0 0 0,0 0 0 0,-2-6 0 16,2 6 0-16,0 0 0 0,0 0 0 0,0 0 0 15,0 0-132-15,14 16-409 0,-14-16-51 0,12 9-54 16,-6-4-401-16,2 4-1134 0,1-5 502 0</inkml:trace>
  <inkml:trace contextRef="#ctx0" brushRef="#br0" timeOffset="-179895.9799">5330 12151 290 0,'4'-5'425'0,"-1"-2"28"0,-3 7 20 0,4-9 10 0,-1 5 3 16,-3 4-7-16,3-8-6 0,-3 8-20 15,0 0-8-15,5-6-37 0,-5 6-45 0,0 0-22 16,2-4-43-16,-2 4-34 0,0 0-26 0,0 0-30 16,0 0-20-16,0 0-20 0,0 0-14 0,8 14-19 0,-4-5-9 15,-2 1-11-15,3 2-15 0,1 0-10 0,-3 5-9 16,0-1 1-16,2-1-17 0,-1 2-8 16,0 0 7-16,-3 1-18 0,3 0 2 0,-3 0-11 0,2-3-29 15,-2 1-29-15,1-3-35 0,0-1-37 0,-1-1-30 16,-1 1-36-16,0-2-27 0,0-2-29 0,-1-1-28 15,1-7-18-15,0 12-27 0,0-12-7 0,1 9 3 16,-1-9 7-16,0 0-10 0,-4 7-14 0,4-7-14 16,0 0-19-16,0 0-21 0,0 0-18 0,0 0-222 15,-6-24-653-15,2 14 290 0</inkml:trace>
  <inkml:trace contextRef="#ctx0" brushRef="#br0" timeOffset="-179552.31">5361 12151 234 0,'0'0'376'0,"0"-14"14"0,0 14 16 16,0-10 8-16,1 4 3 0,-1 6-2 0,1-12-8 15,-1 12-11-15,3-12-19 0,-2 6-21 0,2 0-22 16,2 0-22-16,0-1-29 0,1-1-22 0,2 1-28 16,3 0-19-16,1 1-10 0,1 1-28 0,3-1-20 15,2 4-14-15,-1 1-12 0,3-2-15 0,-2 6-14 16,0-1-14-16,-5 1-2 0,5-1-16 0,-5 1-2 15,1 3 0-15,-3-1-15 0,-1 1-8 0,-1 3-7 16,-1-2 0-16,-3 3-11 0,-1 0 2 0,-1-1-4 16,-3 1-4-16,-3 6 6 0,-1-4-4 0,-2 2-2 15,-6-1-2-15,-1 3 1 0,-5 2-15 0,3-5-10 16,-4-2-1-16,-4 4-7 0,0 0-4 0,4-7 1 16,9 0-2-16,-3-2-6 0,0-1 0 0,4 0-13 15,0-2-12-15,2 1-23 0,1-3-28 0,6-1-42 0,-9 3-44 16,9-3-60-16,0 0-66 0,0 0-64 15,0 0-77-15,0 0-58 0,16 9-318 0,-16-9-898 16,16 6 398-16</inkml:trace>
  <inkml:trace contextRef="#ctx0" brushRef="#br0" timeOffset="-178505.68">6545 12245 71 0,'7'-10'443'15,"-6"4"21"-15,-1 6 9 0,1-10-1 0,-1 10-11 16,2-8-10-16,-2 8-15 0,0 0-22 0,-2-11-4 16,2 11-20-16,0 0-13 0,0-10-22 0,0 10-10 15,0 0-25-15,0 0-24 0,0 0-20 0,0 0-24 16,0 0-23-16,0 0-26 0,0 0-20 0,0 0-22 15,0 0-15-15,0 0-21 0,0 0-11 0,0 0-10 16,0 0-7-16,0 0-11 0,0 28-49 0,-1-17-37 16,1 3 0-16,-1 1 0 0,1 2 0 0,-2-1 0 15,4 4 0-15,-2-4 0 0,-3 2 0 0,1-1 0 16,-1 1 0-16,-1 0 0 0,2-1 0 0,-2-2 0 16,3 3 0-16,-1-4 0 0,2-4 0 0,-1 3 0 0,0-2 0 15,1-1 0-15,1 1 0 0,0-3-96 16,1-1-66-16,-1 1-26 0,-1-8-28 0,4 10-21 15,-2-5-25-15,-2-5-13 0,5 6-21 0,-5-6-7 16,5 2-16-16,-5-2-17 0,0 0-18 0,0 0-1 0,0 0-2 16,0 0-7-16,0 0 3 0,-1-20 6 0,1 20-205 15,-10-17-606-15,4 9 269 0</inkml:trace>
  <inkml:trace contextRef="#ctx0" brushRef="#br0" timeOffset="-178302.6">6467 12446 346 0,'-5'-5'23'0,"1"0"31"15,-1 0 28-15,-1 1 1 0,6 4 32 0,-9-7 20 16,4 3 29-16,1-1 17 0,4 5 15 0,-10-4 14 15,10 4 17-15,-8-5 23 0,8 5 22 16,-5-5 19-16,5 5 20 0,-5-4 25 0,5 4 9 16,0 0 3-16,0 0 3 0,-9-3 0 0,9 3-3 0,0 0-14 15,0 0-11-15,0 0-20 0,0 0-20 0,0 0-36 16,0 0-18-16,14-8-32 0,-4 8-16 0,3-3-23 16,-1 2-13-16,5 1-17 0,2-2-31 0,1 2-33 15,-1-2-51-15,2 1-42 0,-2-2-41 0,0 2-50 16,-8 1-54-16,10-2-67 0,-5-1-33 0,-2 1-68 15,-3 4-45-15,0-1-65 0,3-2-50 0,-7 1-353 16,-7 0-927-16,0 0 410 0</inkml:trace>
  <inkml:trace contextRef="#ctx0" brushRef="#br0" timeOffset="-177397.05">7371 12211 421 0,'0'0'462'0,"0"-12"8"16,0 12 0-16,5-8-4 0,-5 8-2 0,3-8-5 15,-3 8-7-15,5-7-17 0,-5 7-8 0,4-7-25 16,-4 7-22-16,6-7-18 0,-6 7-24 0,3-7-20 16,-3 7-28-16,0 0-42 0,0 0-11 0,2-5-34 15,-2 5-17-15,0 0-21 0,0 0-22 0,0 0-18 16,0 0-15-16,0 0-8 0,0 0-46 0,0 0-56 0,-6 21 0 15,2-10 0-15,0 0 0 0,-1 7 0 0,-2-3 0 16,1 2 0-16,0 0 0 0,-2 0 0 16,-2 2 0-16,0-2 0 0,-1 1 0 0,1-2 0 0,-3 1 0 15,3-2 0-15,-1 0 0 0,1 2 0 0,0-2 0 16,1-2 0-16,-1 0 0 0,3 1 0 0,0-4 0 16,2-2 0-16,-1-1 0 0,3 0 0 0,1-1 0 15,2-6-7-15,-4 9-37 0,4-9 1 0,-3 7 8 16,3-7 6-16,0 0 4 0,8 9 2 0,-3-7 2 15,4 1 7-15,1-1-3 0,1-1 0 0,2 0 7 16,2 1-4-16,2-4 6 0,0 4-7 0,2-2 3 16,2-3 8-16,-3 3 3 0,2 0-2 0,-1-1 5 15,2-1 4-15,-1 4 10 0,-2-4 2 0,-4 0 9 16,-1-1 2-16,0 1 6 0,-3 1-5 0,0 0 25 16,-2-1 4-16,-8 2 6 0,13-2-65 0,-8 1 0 15,-5 1 0-15,8-3 0 0,-8 3 0 0,8-4 0 16,-8 4 0-16,4-4 0 0,-4 4 0 0,0 0 0 15,0-11 0-15,0 11 0 0,-3-13 0 0,1 7 0 0,-2-4 0 16,-1 0 0-16,-1-4 0 0,1 2 0 16,-3-4 0-16,1 1 0 0,-1-2 0 0,-3 1 0 15,0-5 0-15,1 4 0 0,3 1 0 0,-1-1 0 16,2-1 0-16,-3 4 0 0,4 3 0 0,1 1 0 16,0 2 0-16,0 1 0 0,3 2 0 0,-3-2 0 0,4 7 0 15,-5-11 0-15,5 11 0 0,-3-8 0 0,3 8 0 16,0 0 0-16,-3-8 0 0,3 8 0 0,0 0 0 15,0 0 0-15,0 0 0 0,0 0 0 0,0 0 0 16,0 0-260-16,11-3-198 0,-11 3-29 0,0 0-37 16,20 11-42-16,-10-7-417 0,-1 1-1065 0,2 1 472 15</inkml:trace>
  <inkml:trace contextRef="#ctx0" brushRef="#br0" timeOffset="-177022.14">7821 12240 172 0,'2'-7'467'15,"-2"7"14"-15,3-11 12 0,0 8 5 0,-3 3-5 16,0 0-14-16,1-12-13 0,-1 12-20 0,2-7-11 16,-2 7-7-16,0 0-36 0,0 0-19 0,3-7-50 15,-3 7-37-15,0 0-27 0,0 0-26 0,0 0-30 0,0 0-23 16,0 0-18-16,0 0-12 0,0 0-18 15,0 0-12-15,0 0-12 0,2 23-13 0,-2-7-4 16,0-5-6-16,0 1-13 0,2-1-6 0,-2 8-63 0,1-3-3 16,-1 1 0-16,0-1 0 0,0-1 0 0,-1 2 0 15,1-1 0-15,0-1 0 0,0 0 0 16,0 1 0-16,1 0 0 0,-2-6 0 0,2 2 0 16,-2-1 0-16,1-1 0 0,-2-1 0 0,4 3 0 0,-1-4 0 15,0-1 0-15,2-1-66 0,-2 1-63 0,-1-7-21 16,5 9-26-16,-5-9-29 0,4 9-24 0,-4-9-22 15,4 7-25-15,-4-7-26 0,0 0-20 0,0 0-31 16,0 0-32-16,0 0-23 0,0 0-10 0,0 0-9 16,0 0-256-16,0 0-739 0,1-24 327 0</inkml:trace>
  <inkml:trace contextRef="#ctx0" brushRef="#br0" timeOffset="-176584.75">7823 12230 241 0,'0'0'302'0,"0"0"1"16,4-8-1-16,-4 8 13 0,2-11 7 0,-2 11-4 15,3-11 8-15,1 5 18 0,-4 6 2 0,3-12-2 16,-2 3-1-16,3 3-5 0,-4 0-2 0,4-2 8 15,-4 8-16-15,6-13 3 0,-1 4-16 0,-1 4-20 16,2-1-6-16,-1 1-25 0,1-1-17 0,0 0-31 0,4 0-24 16,-1 1-21-16,3 2-12 0,2-1-23 15,-1 2-9-15,0-1-15 0,0 0-12 0,0 6-18 16,1-2-79-16,-2 3-3 0,0-3 0 0,-1 3 0 16,-2 1 0-16,1 1 0 0,-5 0 0 0,1 2 0 0,1 2 0 15,-2-1 0-15,-2 2 0 0,-2 1 0 16,2 4 0-16,-3 0 0 0,-3-2 0 0,0-3 0 15,-2 1 0-15,0 0 0 0,-4 2 0 0,-1 0 0 16,2-4 0-16,-5 1 0 0,-1 0 0 0,5-4 0 0,-1 1 0 16,-1-5 0-16,0 4 0 0,1-3 0 0,0 0 0 15,1 1 0-15,1-3-25 0,8-2-88 16,-14 4-23-16,8-3-33 0,6-1-38 0,-9 2-42 16,9-2-46-16,-10 0-57 0,10 0-45 0,0 0-65 0,0 0-64 15,-10 2-351-15,10-2-950 0,0 0 421 0</inkml:trace>
  <inkml:trace contextRef="#ctx0" brushRef="#br0" timeOffset="-170460.8499">5676 12542 95 0,'0'0'148'0,"4"-6"-1"16,-4 6 6-16,0 0 2 0,0 0 8 0,0 0 8 0,0 0 4 15,5-5 11-15,-5 5 9 0,0 0 7 0,0 0 13 16,0 0 7-16,0 0 14 0,0 0 11 16,0 0 3-16,5-6 5 0,-5 6-6 0,0 0 0 15,3-6 5-15,-3 6-11 0,0 0-2 0,0 0-9 0,0 0-9 16,4-7-5-16,-4 7-7 0,0 0-5 0,1-8-12 15,-1 8-12-15,0 0-5 0,0 0-11 16,0 0-6-16,0 0-9 0,0-10-4 0,0 10-7 0,0 0-5 16,0 0-13-16,0 0-13 0,-4-9-5 0,4 9-14 15,0 0-9-15,0 0-12 0,0 0 0 0,0 0-28 16,0 0-5-16,0 0 2 0,0 0-5 0,0 0-8 16,0 0-3-16,-16 21-3 0,12-10-2 0,-1-1-1 15,0 1-2-15,-3 5 0 0,1-5-1 0,-1 4-1 16,-1-1 2-16,2 0-8 0,2-3-1 0,-1 1-20 15,2-2-1-15,-1 1-1 0,4-1-7 0,-2 0-4 16,4-1-3-16,1-2 10 0,1 2 1 0,4-2-3 16,3 0-2-16,0-2-8 0,8 0-4 0,1-2-4 15,3 1-12-15,6-4-4 0,1 0-11 0,1-1-19 16,-10 0-20-16,3-2-35 0,-2-1-37 0,0-2-52 16,-4 2-32-16,-3 0-55 0,-1 2-46 0,-1-3-71 15,-1 3-68-15,-1-3-301 0,-3 2-871 0,-1 0 385 16</inkml:trace>
  <inkml:trace contextRef="#ctx0" brushRef="#br0" timeOffset="-169179.9">8120 12620 82 0,'0'0'371'0,"0"0"5"0,0 0 2 16,0 0 0-16,0 0-4 0,0 0-3 0,0 0-9 15,0 0-5-15,0 0-13 0,0 0-9 16,0 0-14-16,0 0-9 0,0 0-19 0,0 0-14 0,0 0-8 16,0 0-14-16,0 0-8 0,-13-4-18 0,13 4-6 15,0 0-20-15,0 0-20 0,0 0-14 0,0 0-25 16,0 0-17-16,0 0-6 0,0 0-23 0,0 0-3 15,0 0-14-15,0 0-13 0,0 0-9 0,31 4-12 16,-21 1 2-16,0-1-6 0,-3-2-6 0,3 4-18 16,-1 0 14-16,-1 0-7 0,-3 0-7 0,3-1-3 15,-1 2-9-15,-3-1-10 0,0 0-10 0,-1-1-2 16,1 1-14-16,-1 0 4 0,-3-6-15 0,2 12-4 16,-2-12-5-16,-3 12-1 0,3-12 0 0,-3 9 3 15,2-4-1-15,-3 0 7 0,4-5 5 0,-7 7 7 16,7-7 3-16,-5 5 2 0,5-5 10 0,0 0 2 15,-7 2 16-15,7-2 14 0,0 0 15 0,0 0 8 16,0 0 0-16,0 0 1 0,-1-18-13 0,1 18 0 16,7-14-2-16,-2 8 1 0,-1-2-1 0,5-2-4 0,0 1-5 15,-1 2-3-15,2 0-6 0,0 1 3 16,5-2-6-16,1 2-5 0,-4 2 3 0,3 2 1 16,2-1-6-16,-4 2-3 0,1 2 2 0,3-1 1 15,-4 3 0-15,-1-1-3 0,0 2-1 0,-2 2 0 0,-1-3-8 16,0 3-4-16,1-1-8 0,-5 0-4 15,-1 2 0-15,0-2-19 0,-1 1-1 0,-3-6-13 16,2 12 0-16,0-8-6 0,-2-4 5 0,0 0 6 0,0 13 9 16,0-13 7-16,0 0 9 0,-2 9 8 0,2-9 9 15,0 0 16-15,0 0 8 0,0 0 18 0,0 0 6 16,0 0 8-16,0 0 8 0,0 0-4 0,6-27-3 16,-2 18-1-16,1 0 5 0,3 0-5 0,-1 0-13 15,1 2-1-15,1-2 0 0,-1 3-10 0,0 0 1 16,1 0-6-16,0 2-13 0,-3 1 7 0,2 3-3 15,-8 0 1-15,16-1-14 0,-16 1 13 0,15 1-2 16,-9 2 3-16,1 0-5 0,0 1-2 0,-2-1 3 16,0 2-3-16,1 0 2 0,0 1 0 0,-4 0 3 15,1 0 8-15,-1-1-16 0,1 2-4 0,-3-7-8 16,2 9-12-16,0-4-12 0,-2-5-9 0,4 7-14 16,-4-7-10-16,2 5-13 0,-2-5-17 0,0 0-26 15,9 6-28-15,-3-3-33 0,-6-3-31 0,15 2-25 16,-5-1-35-16,0 0-30 0,-2 2-46 0,0-3-56 0,0 1-36 15,0 0-294-15,-8-1-802 0,14 0 354 16</inkml:trace>
  <inkml:trace contextRef="#ctx0" brushRef="#br0" timeOffset="-168586.29">9324 12627 392 0,'0'0'447'0,"0"0"14"0,0 0 10 0,0 0-3 16,0 0 2-16,0 0-13 0,-9-2-5 0,9 2-15 15,0 0-26-15,0 0-36 0,0 0-39 0,0 0-39 16,14-13-27-16,-14 13-27 0,15-7-22 0,-6 2-15 16,1 2-31-16,2-3-18 0,-2 4-2 0,0-1-27 15,6 0-22-15,-6 0-13 0,2 1-31 0,0 2-37 16,-2 0-39-16,2 0-48 0,-2 2-53 0,-3-2-63 16,-7 0-67-16,15 0-59 0,-10 1-55 0,-5-1-44 15,5 5-38-15,-5-5-31 0,1 7-315 0,-1-7-854 16,0 0 378-16</inkml:trace>
  <inkml:trace contextRef="#ctx0" brushRef="#br0" timeOffset="-168351.97">9338 12738 281 0,'0'0'365'0,"0"0"28"16,0 0 27-16,-4 3 10 0,4-3 3 0,0 0-1 15,0 0-10-15,0 0-10 0,0 0-13 0,0 0-2 0,0 0-20 16,0 0-18-16,0 0-16 0,0 0-26 15,0 0-24-15,0 0-28 0,0 0-24 0,0 0-20 16,0 0-24-16,31-6-26 0,-23 5-13 0,2 1-17 16,0-2-12-16,-1 0-16 0,2 2-14 0,-1-2-21 0,-2 2-38 15,-8 0-32-15,15-1-44 0,-15 1-38 0,12-1-41 16,-12 1-45-16,11 0-51 0,-11 0-52 0,7-3-43 16,-7 3-71-16,0 0-72 0,6-4-71 0,-6 4-385 15,0 0-978-15,0 0 433 0</inkml:trace>
  <inkml:trace contextRef="#ctx0" brushRef="#br0" timeOffset="-165633.43">10106 13354 206 0,'0'0'303'0,"0"0"4"0,0 0-6 16,0 0 2-16,0 0 3 0,0 0-4 0,0 0 0 0,0 0-5 16,0 0-2-16,0 0-4 0,0 0 2 0,0 0-2 15,0 0-3-15,-14-10 1 0,14 10-8 0,0 0-5 16,-1-12-6-16,1 12-5 0,0-12-4 0,0 12-2 16,-2-14-6-16,4 7-11 0,-2-4-9 0,0 3-5 15,1-3-14-15,1 0-10 0,0-3-14 0,2-1-16 16,-1-5-12-16,1 3-10 0,-1-2-7 0,4-5-137 15,-2-1-8-15,5-1 0 0,-4-2 0 0,-1 0 0 16,-1 0 0-16,2-1 0 0,-1 1 0 0,0 1 0 16,-1 2 0-16,3 6 0 0,-5-6 0 0,-1 7 0 15,3 0 0-15,-1 1 0 0,1 3 0 0,-3 2 0 16,0 1 0-16,1 3 0 0,-1 0 0 0,1 2 0 16,-2 6 0-16,2-11 0 0,-2 11 0 0,1-9 0 15,-1 9 0-15,0 0 0 0,1-7 0 0,-1 7 0 0,0 0 0 16,0 0 0-16,0 0 0 0,0 0 0 15,0 0 0-15,0 0 0 0,0 0 0 0,0 0 0 16,0 0 0-16,0 0 0 0,0 0 0 0,0 0 0 16,-1 24 0-16,2-15 0 0,-2 1 0 0,2 1 0 0,-1 0 0 15,0 0 0-15,0 0 0 0,3 0 0 0,-3 0 0 16,0 1 0-16,2-3-68 0,-1 1-26 16,1 0 4-16,-1-3 2 0,0 0 2 0,-1-7 10 0,2 13 5 15,0-5 4-15,-2-8 10 0,3 8 6 0,-3-8 8 16,5 4 8-16,-5-4 5 0,9 2 5 0,-9-2 2 15,15-3 10-15,-8 0 3 0,3-3 4 16,1 1 2-16,-2-2 6 0,3 0 4 0,2-4 6 0,-4 4-4 16,0 0 10-16,-2 0-2 0,0 1 4 0,-1-1 6 15,2 1-4-15,-4 2-2 0,0-1-5 0,1 1 5 16,-6 4-6-16,7-6 3 0,-7 6 0 0,6-4-8 16,-6 4-3-16,6-4-6 0,-6 4 2 0,0 0-2 15,0 0 0-15,0 0-1 0,0 0-3 0,0 0-1 16,0 0 4-16,10 8-3 0,-10-8 4 0,4 10-5 15,-3-5-1-15,2 1-12 0,-3-6-13 0,4 13-10 16,-1-9-24-16,0 3-33 0,1-1-21 0,-2 2-32 16,1-4-31-16,-1 3-36 0,2-3-40 0,1 0-33 15,-1 2-30-15,2-3-46 0,-6-3-64 0,13 4-384 0,-6-3-882 16,-7-1 390-16</inkml:trace>
  <inkml:trace contextRef="#ctx0" brushRef="#br0" timeOffset="-164977.3299">10721 12780 285 0,'0'0'402'0,"-14"-18"-11"0,14 18 15 0,0 0-15 16,-2-9-4-16,2 9-6 0,0 0-4 0,0 0-16 15,-1-7-12-15,1 7-18 0,0 0-22 0,0 0-18 16,0 0-17-16,-5-6-23 0,5 6-21 0,0 0-32 16,0 0-18-16,0 0-24 0,0 0-16 0,0 0-19 15,0 0-12-15,0 0-11 0,0 0-11 0,0 0-14 16,0 0-4-16,0 0-9 0,0 0-6 0,0 0-4 15,0 0-8-15,-2 23-4 0,2-23-9 0,0 12 3 16,0-1-4-16,0-3 1 0,0 1-3 0,2-1-2 16,-2 1-11-16,0-2-12 0,1 2-7 0,-1-9-7 15,3 13-5-15,-1-6 0 0,0 0-6 0,-1 0-1 16,3-2 2-16,-4-5-2 0,1 10 9 0,-1-10-2 16,4 8 2-16,0-5 4 0,-4-3 3 0,10 5 3 15,-10-5 4-15,10-2-1 0,-10 2-2 0,13-3 2 16,-3 1 2-16,-1-2 1 0,-1-3 9 0,2-1 2 15,-4 3 0-15,3-4 9 0,-1 2 5 0,1-2-5 16,-2 0 8-16,-1-1 1 0,-2 1 4 0,1-1 1 0,-1 1 0 16,0 0 13-16,0 3 4 0,-1 0-11 0,-3 6 12 15,2-11 0-15,1 8-2 0,-3 3-8 0,1-9 0 16,-1 9-5-16,0 0-4 0,0 0-11 16,2-9 0-16,-2 9-5 0,0 0-5 0,2-5-6 0,-2 5 0 15,0 0-8-15,0 0 1 0,0 0-3 0,0 0 4 16,0 0-1-16,0 0 0 0,0 0-3 0,0 0-7 15,1 25-1-15,-1-25-6 0,2 11-6 0,0-5-9 16,1 0-9-16,1 0-7 0,-2 1-12 0,2 0-9 16,2 1-13-16,-2 1-12 0,0-3-19 0,3 0-21 15,1 1-17-15,0 1-18 0,4-2-26 0,-2-2-32 16,0 2-16-16,-1-3-28 0,2 0-22 0,0 0-37 16,-1-1-34-16,4-4-32 0,-2 0-304 0,0-1-760 15,0-1 336-15</inkml:trace>
  <inkml:trace contextRef="#ctx0" brushRef="#br0" timeOffset="-164571.18">11491 12512 47 0,'2'-6'462'0,"3"2"11"0,-3-2 13 15,-2 6 8-15,3-9-6 0,-3 9-17 0,2-7-9 0,-2 7-23 16,-2-10-14-16,2 10-15 0,0 0-16 0,-2-10-25 0,2 10-24 0,0 0-32 0,-2-7-25 16,2 7-29-16,0 0-30 0,0 0-25 0,-5-6-24 0,5 6-19 15,0 0-14-15,0 0-17 0,0 0-11 0,-16 7-20 16,7 2-2-16,1 1-13 0,-2 4-10 0,-1 3-32 16,-3 8-42-16,-1 0 0 0,1 1 0 15,1 2 0-15,1 0 0 0,1-1 0 0,2 3 0 0,-4 0 0 16,4 2 0-16,2 1 0 0,-3-1 0 0,2 2 0 15,1-5 0-15,0 7 0 0,3-4 0 16,2 1 0-16,0 0 0 0,-2-3 0 0,4-1 0 0,4 0 0 16,2 1 0-16,1-3 0 0,3-3 0 0,5 2 0 15,1-4 0-15,4 0 0 0,3-1-74 0,0 0-63 16,3-2-26-16,2 0-34 0,-4-1-39 0,0-6-39 16,1 3-36-16,-9-7-28 0,-2 2-27 0,-4-3-40 15,1-4-55-15,1 3-49 0,-8-4-276 0,-4-2-852 16,9 2 377-16</inkml:trace>
  <inkml:trace contextRef="#ctx0" brushRef="#br0" timeOffset="-162352.78">11821 12620 149 0,'0'0'281'15,"0"0"-4"-15,0 0-9 0,0 0-13 0,1-9-6 16,-1 9-10-16,0 0-5 0,0 0-11 0,4-11 0 15,-4 11-7-15,0 0-10 0,0-9 4 0,0 9-8 16,0 0 3-16,4-5-16 0,-4 5-5 0,3-10-10 16,-3 10 0-16,3-7-10 0,-3 7-4 0,4-7-10 15,-4 7-10-15,5-6-16 0,-1 3-3 0,-4 3-8 0,8-8-13 16,-4 5-6-16,2-1-12 0,-6 4-7 16,11-6-7-16,-7 3-9 0,3 0-7 0,2 2-6 15,-2-1-6-15,4 0-4 0,-1 2-4 0,1 2-7 0,-3 0-5 16,1 0 2-16,2 2-8 0,-3 1-3 0,0-1 2 15,-2 4-3-15,4-2-6 0,-3 1-1 0,-1 4 2 16,-1-3 1-16,-3-2-3 0,3 3-1 0,-3 1-1 16,0 1-2-16,-1-4-2 0,-1 1-11 0,-1 2 0 15,-1-1-1-15,0-3-6 0,2-6-2 0,-5 16 0 16,3-11-2-16,0 2 6 0,2-7 2 0,-3 8 1 16,3-8 1-16,-5 6 9 0,5-6-3 0,0 0 7 15,-4 7 3-15,4-7 9 0,0 0 23 0,0 0 4 16,0 0-1-16,0 0-6 0,0 0-3 0,0 0 0 15,0 0 11-15,0 0 3 0,11-24-2 0,-9 18-4 16,4-2-6-16,-2-3-1 0,1 3-3 0,3-3-5 16,-4 4-2-16,1-3-2 0,2 1 1 0,0 1-6 15,-2 0 3-15,3 3-3 0,-2 1-5 0,0-2 3 16,1 2-3-16,-1 0-2 0,-1 1 6 0,3-1-10 16,-8 4 0-16,12-3 1 0,-5 3-3 0,-7 0-2 15,15 1 6-15,-8 1-9 0,1 0 5 0,-1 3-3 16,1-2 0-16,-2 0-2 0,-1 3 2 0,1-1 1 15,0 3-2-15,-1-4-1 0,-2 3-2 0,-1 1-5 0,2-2-5 16,-3 2-2-16,3-2 1 0,-4-6-3 0,0 12 0 16,2-6-3-16,-2-6 0 0,1 8 10 15,-1-8 1-15,0 0 4 0,0 10 2 0,0-10 6 0,0 0 1 16,0 0 4-16,1 7 5 0,-1-7 17 0,0 0 0 16,0 0-1-16,0 0 3 0,0 0-1 0,0 0 1 15,13-18 2-15,-7 13-2 0,-2-3-8 0,1 1 1 16,1-3-3-16,0 6-2 0,2-4-2 0,-1 1 1 15,1 0-4-15,-3 2-2 0,1 0 1 0,-1 0-1 16,2 1-2-16,-2 1-3 0,1 0-1 0,-6 3-2 16,14-4-1-16,-14 4 0 0,13 4-6 0,-8-4 5 15,4 4-5-15,-4 1 7 0,3 0-5 0,-3-1 1 16,-1 3-1-16,2-1 1 0,-1 1-2 0,0 2 2 16,-3-3 0-16,0 2 1 0,-1 0 2 0,1-1-4 15,-1 3 1-15,-1-3 5 0,1 3-3 0,-1-10 4 16,0 13-4-16,0-7-3 0,0-6 4 0,2 10 2 15,0-5-7-15,-2-5-4 0,0 9-3 0,0-9-1 16,0 7-6-16,0-7-8 0,0 0-10 0,0 0-11 16,2 10-16-16,-2-10-15 0,0 0-18 0,0 0-16 15,0 0-14-15,2 5-26 0,-2-5-21 0,0 0-20 16,0 0-38-16,0 0-66 0,0 0-68 0,0 0-327 16,0 0-750-16,0 0 331 0</inkml:trace>
  <inkml:trace contextRef="#ctx0" brushRef="#br0" timeOffset="-161905.15">12657 12704 216 0,'5'-1'364'16,"-5"1"-7"-16,0 0-4 0,0 0-5 0,5-9-17 0,-5 9-1 0,0 0-8 15,0 0-7-15,0 0-13 0,0 0-15 0,0-6-11 16,0 6-19-16,0 0-7 0,0 0-17 0,0 0-10 16,-12-7-23-16,12 7-20 0,-7-2-17 0,7 2-16 15,0 0-14-15,0 0-17 0,-16 0-10 0,16 0-13 16,-11 5-6-16,5-4-11 0,2 4-8 0,4-5-5 16,-13 8-2-16,9-2-10 0,-5-1-6 0,5 1-5 0,-3 1-4 15,2 1-4-15,-1 0-2 0,1-2-6 0,1 1 1 16,2 0-3-16,-2 0-3 0,4-7-6 15,-3 12 2-15,1-5-3 0,2-1-4 0,0-6 1 0,0 12 0 16,0-12-4-16,5 11 5 0,-1-5-1 0,2-1-2 16,1-2 3-16,5 1 2 0,-4 1-7 0,4-2 6 15,2-1-3-15,-2 0-4 0,2 0 2 16,-1 0 0-16,0-2-1 0,0 2-2 0,-1-2 1 0,0 0 2 16,-1 0-1-16,-2-2-2 0,-9 2-6 0,16-2-5 15,-11 2-2-15,-5 0-14 0,10 0-16 0,-10 0-23 16,10-2-31-16,-10 2-35 0,9-4-47 0,-9 4-52 15,4-3-43-15,-4 3-55 0,0 0-59 0,6-6-56 16,-6 6-321 0,0 0-825-16,1-11 365 0</inkml:trace>
  <inkml:trace contextRef="#ctx0" brushRef="#br0" timeOffset="-161170.8299">13272 12481 251 0,'-2'-11'376'16,"2"11"-1"-16,0 0 1 0,0 0-11 0,0 0-8 16,0 0-10-16,0 0-13 0,-2-11-11 0,2 11-10 15,0 0-19-15,0 0-24 0,0 0-22 16,0 0-26-16,0 0-28 0,0 0-25 0,0 0-19 0,0 0-18 16,0 0-15-16,0 0-12 0,0 0-5 0,0 0-11 15,0 0-18-15,-17 20 0 0,9-10-9 0,6 0-2 16,-5 0-10-16,1 1-3 0,-1 5-9 0,-2 1-3 15,0-1 4-15,2-2-7 0,-4 1-3 0,0 1-5 16,0-1 1-16,-1 0-6 0,-1-1 4 0,-1-1-7 16,1 0 3-16,-3-1-6 0,7-5 4 0,-8 2-3 15,5-1-3-15,3-2-2 0,-5 0-1 0,5-3 1 16,3 0 1-16,-1-1 4 0,7-2-3 0,-14 0-1 16,14 0 3-16,-11-2 1 0,11 2-2 0,-6-9 1 15,2 3 2-15,2-2 13 0,1 1-1 0,1-3 0 16,1 0-7-16,1-1-1 0,0 1-2 0,0-1 0 15,0 0 1-15,2 2 7 0,-1 0-3 0,1 2-1 16,0 3-3-16,-4 4-1 0,5-8-1 0,0 3-6 16,-5 5-2-16,7-3-2 0,-7 3-6 0,11-2 1 0,-11 2 0 15,13 7 0-15,-6-4-1 0,-1 1-3 16,1 2 0-16,3 3 2 0,-2-2-1 0,-3 3 2 16,3-2-2-16,-3 2 4 0,2 1-3 0,0-1-1 15,-3 0 1-15,1 0-2 0,1-1 4 0,1 0 0 0,-2-1-3 16,1 1 6-16,-1-2-6 0,-1-1 4 0,0-2 3 15,2 2-4-15,2-3 5 0,-1 3-5 16,-1-4 3-16,6-1 0 0,-1-1 1 0,-2 3 1 0,3-4 1 16,-1-2-3-16,3 1 1 0,-3 0-2 0,-3-2 2 15,1 1 1-15,1 0 0 0,-2-1-1 0,-3-1-1 16,3 2-4-16,-2-2-1 0,0 2-9 0,-6 3-11 16,9-6-18-16,-9 6-29 0,6-5-37 0,-6 5-46 15,10-3-47-15,-10 3-50 0,0 0-42 0,5-2-50 16,-5 2-49-16,0 0-20 0,0 0-29 0,0 0-236 15,0 0-728-15,0 0 323 0</inkml:trace>
  <inkml:trace contextRef="#ctx0" brushRef="#br0" timeOffset="-160526.04">12024 13123 176 0,'0'0'251'0,"0"0"1"16,0 0-2-16,0 0-7 0,0 0-6 0,0 0-6 16,-9-3-11-16,9 3-6 0,0 0-5 0,0 0-9 15,-5-4-4-15,5 4-8 0,0 0-3 0,-6-6-4 16,6 6 4-16,0 0-1 0,-9-3-2 0,9 3-2 15,0 0-3-15,-10-2-5 0,10 2-6 0,0 0 0 16,-9 0-9-16,9 0-3 0,0 0-13 0,0 0-4 16,-8-3-8-16,8 3-9 0,0 0-11 0,0 0 4 15,0 0-9-15,0 0 0 0,0 0-5 0,0 0-3 16,0 0 3-16,0 0-13 0,0 0-13 0,0 0-3 16,0 0-8-16,29-3-5 0,-12 3 7 0,12-2 4 0,5 2-1 15,5-6-5-15,16 5-5 0,6-2-7 16,6 2-5-16,26-4-2 0,-2-4-5 0,3 4-4 15,0 1-2-15,-2-11-6 0,5-2 1 0,1 5-1 16,-6-4-1-16,-31 8-5 0,4 0 14 0,-7 0 13 0,-3 3-7 16,-15 1-5-16,-2 0 9 0,1 3-16 0,-6-3-1 15,-4 2-3-15,-11 2 1 0,4 0-11 16,-6-3 3-16,-2 3-3 0,-5-1 5 0,-3 0-4 0,-6 1-1 16,12-2 4-16,-12 2-11 0,9 0-20 0,-9 0-10 15,8 2-8-15,-8-2-15 0,0 0-18 0,0 0-25 16,0 0-28-16,12-2-34 0,-12 2-44 0,0 0-50 15,0 0-33-15,0 0-13 0,0 0-19 0,0 0-38 16,0 0-55-16,0 0-47 0,0 0-319 0,-16 20-831 16,10-18 368-16</inkml:trace>
  <inkml:trace contextRef="#ctx0" brushRef="#br0" timeOffset="-158854.46">12514 13452 57 0,'0'0'426'0,"0"0"16"15,2-7-2-15,-2 7-1 0,5-4-11 16,-5 4-18-16,0 0-20 0,0 0-15 0,0 0-16 16,0 0-20-16,-1-10-13 0,1 10-33 0,0 0-19 0,0 0-23 15,0 0-24-15,0 0-15 0,0 0-18 0,0 0-22 16,0 0-18-16,0 0-19 0,0 0-10 0,0 0-16 15,0 0-11-15,0 0-10 0,0 0-10 16,0 0-4-16,0 0-10 0,0 0-3 0,-6 22-7 0,3-14-6 16,3 2 5-16,-4 0-11 0,3 1-9 0,-1 1-1 15,0 0-2-15,-4 3-12 0,1 1 3 0,-1-3 4 16,0 3 6-16,0-1-15 0,3-4-1 0,-1 2-4 16,0-2-8-16,-1 0-14 0,1 0-5 0,-1 0-2 15,0-1-1-15,3-1-3 0,0-5 4 0,0 3 2 16,2-7 2-16,-5 8 0 0,5-8 8 0,-3 6-3 15,3-6 6-15,0 0 15 0,-1 8 9 0,1-8 0 16,0 0-2-16,0 0 4 0,0 0 5 0,0 0 13 16,0 0-4-16,11-24 23 0,-4 15 8 0,0 0 2 15,0-2-2-15,-1-2-1 0,1-1 7 0,2-2-4 16,-2 0-2-16,0 1 2 0,-1-3-2 0,-1 3-68 16,4-3 0-16,-5 0 0 0,-1-1 0 0,-1 2 0 15,2-2 0-15,-1 2 0 0,0-2 0 0,2 2 0 16,-2 5 0-16,1 0 0 0,-1 1 0 0,-1 3 0 0,2 0 0 15,-4 1 0-15,2 2 0 0,-2 5 0 16,3-11 0-16,-3 11 0 0,4-6 0 0,-4 6 0 16,2-5 0-16,-2 5 0 0,0 0 0 0,0 0 0 15,0 0 0-15,0 0 0 0,16 16 0 0,-11-7 0 0,5 4 0 16,0 2 0-16,-5 0 0 0,3 0 0 0,-5 2 0 16,3-1 0-16,1 0 0 0,0 1 0 15,-3-2 0-15,-2 1 0 0,3-3 0 0,-1 0 0 0,-2-1 0 16,0 0 0-16,2-1 0 0,-2 2 0 0,-2-4 0 15,2 1 0-15,2-1 0 0,-3-3 0 0,0 1 0 16,0-1 0-16,-1-6 0 0,4 10 0 0,-4-10 0 16,2 9 0-16,-2-9 0 0,0 0 0 0,2 5-62 15,-2-5-177-15,0 0-42 0,0 0-60 0,0 0-63 16,0 0-70-16,0 0-68 0,0 0-433 0,0 0-1056 16,0 0 467-16</inkml:trace>
  <inkml:trace contextRef="#ctx0" brushRef="#br0" timeOffset="-158635.78">12487 13545 129 0,'-12'2'456'16,"12"-2"31"-16,0 0 28 0,0 0 1 0,0 0-14 16,0 0-29-16,0 0-28 0,-7-4-32 0,7 4-41 15,0 0-40-15,0 0-32 0,0 0-34 0,30-10-23 16,-17 7-27-16,5 0-26 0,1-1-10 0,0 0-23 15,4 1-47-15,-5 0-28 0,2 1-55 0,-2 0-51 16,-1 1-64-16,-3 0-67 0,0 0-58 0,4-3-59 0,-5 4-61 16,-1-3-91-16,-1 2-393 0,-2 1-886 15,0-1 392-15</inkml:trace>
  <inkml:trace contextRef="#ctx0" brushRef="#br0" timeOffset="-157995.28">13994 12773 301 0,'0'0'423'0,"0"0"14"16,0 0-5-16,0 0-2 0,0 0-1 0,2-11-12 15,-2 11-9-15,0 0-12 0,0 0-13 0,0 0-13 16,0 0-18-16,0 0-31 0,0 0-33 0,4-7-16 15,-4 7-31-15,0 0-23 0,0 0-26 0,0 0-16 16,0 0-27-16,0 0-18 0,0 0-10 0,0 0-14 16,0 0-7-16,1 24-12 0,0-15-7 0,0 2 9 15,-1 1-19-15,2 3-4 0,0 2-12 0,0-2 6 16,-2 1-10-16,0 0-6 0,4 1-6 0,-4-1-4 16,0-2-8-16,1 3-1 0,-1-1 2 0,0 0 1 15,0-4-2-15,0 5-6 0,0-5-3 0,0-1 0 16,2-1-12-16,-2-1-12 0,2 1-16 0,-2 0-15 15,0-4-5-15,0-6-20 0,3 11-24 0,-3-11-20 16,2 10-24-16,-2-10-31 0,3 6-38 0,-3-6-35 16,4 6-39-16,-4-6-27 0,6 1-29 0,-6-1-39 15,0 0-48-15,0 0-32 0,0 0-345 0,11-11-860 0,-11 11 381 16</inkml:trace>
  <inkml:trace contextRef="#ctx0" brushRef="#br0" timeOffset="-157760.97">13888 12986 1 0,'-5'-3'353'0,"5"3"14"0,0 0 13 16,-8-6 24-16,8 6 9 0,0 0 6 15,0 0 0-15,0 0-8 0,0 0-9 0,-5-4-7 0,5 4-3 16,0 0-33-16,0 0-28 0,0 0-22 0,0 0-44 16,0 0-19-16,0 0-15 0,14-10-37 0,-3 6-28 15,2 1-9-15,5 2-39 0,2-3-28 0,5 0-31 16,4 2-32-16,-1-2-40 0,1 1-44 0,2 2-46 15,1-2-53-15,-3-1-38 0,0 3-40 0,-3-1-33 16,2 1-42-16,0 1-52 0,-7 0-46 0,9 0-49 16,-10 0-270-16,0-3-785 0,-2 3 347 0</inkml:trace>
  <inkml:trace contextRef="#ctx0" brushRef="#br0" timeOffset="-157448.54">14587 12814 105 0,'2'-5'391'0,"6"-2"39"0,-5 4 14 16,-3 3 4-16,7-9 9 0,-7 9-4 0,5-7 0 15,-5 7-5-15,4-7-6 0,-4 7-8 0,2-5 8 16,-2 5-19-16,0 0-21 0,0 0-25 0,7-6-31 16,-7 6-22-16,0 0-42 0,0 0-29 0,0 0-26 15,0 0-23-15,4-3-24 0,-4 3-22 0,0 0-90 16,0 0-68-16,2 17 0 0,1-8 0 0,-1 3 0 15,-1 6 0-15,1-1 0 0,0 2 0 0,-2-3 0 16,2 4 0-16,1-1 0 0,0 6 0 0,-2-5 0 16,0 6 0-16,2-2 0 0,-1-5 0 0,1-1 0 0,-2 0 0 15,2-2 0-15,-2-2 0 0,0-1 0 0,-2 0 0 16,2-3-75-16,-2-1-240 0,1-2-34 16,0-7-16-16,-2 11-27 0,0-7-21 0,2-4-29 15,0 0-29-15,-6 6-30 0,6-6-311 0,0 0-878 0,0 0 388 16</inkml:trace>
  <inkml:trace contextRef="#ctx0" brushRef="#br0" timeOffset="-156933.04">14585 12787 293 0,'2'-12'408'0,"0"7"8"15,0-2 8-15,2 1-7 0,-1 0-34 0,3-1-30 16,0-2-35-16,2 2-26 0,1 0-23 0,3-1-19 15,-1 2-22-15,3-3-11 0,3 1-20 0,2 1-19 16,-5-1-15-16,5 4-17 0,0-1-10 0,0 1-12 16,3 0-11-16,-1 1-14 0,-1 2-9 0,2-1-8 15,-4 2-11-15,2 2-9 0,-1 0-5 0,-2 2-6 16,-3-2-8-16,-2 4-3 0,-2-1-6 0,1-1-5 16,-2 4-1-16,-2 0-3 0,2 1-5 0,-2-1-2 15,-4-1 4-15,1 3 0 0,-4-1 5 0,2 1 0 16,-4 1 4-16,-2-2 3 0,-1 2 0 0,-4-1-1 15,-1 2 1-15,-3-3 11 0,-3 2-2 0,-2-2 4 16,2 0-2-16,-3-2-2 0,1 1 7 0,0-4 0 16,1 2 4-16,2-3 5 0,2 1 1 0,3-2 18 15,-1-1 6-15,0 1-2 0,4-1 13 0,7-1-14 16,-13 0 8-16,13 0-2 0,0 0 1 0,-13 2-14 16,13-2-6-16,0 0-5 0,-8 2-10 0,8-2 1 15,0 0-18-15,0 0-2 0,0 0-5 0,0 0-1 16,-9 0-14-16,9 0 6 0,0 0-3 0,0 0-1 15,6 12 4-15,0-5-8 0,-1 2-4 0,4 2 0 16,0-2 1-16,1 4-1 0,3 2-4 0,-1-2 6 16,0 2-10-16,9 3 4 0,-6-4 9 0,-2 0 2 0,1-2-4 15,-1 1-4-15,-3-1-17 0,1-3-19 0,-3-1-18 16,-1-1-19-16,1 1-29 0,-2-2-37 16,0 0-39-16,-2 0-52 0,-2-2-49 0,-2-4-25 15,8 6-34-15,-8-6-30 0,4 6-35 0,-4-6-68 16,0 0-413-16,0 0-950 0,0 0 421 0</inkml:trace>
  <inkml:trace contextRef="#ctx0" brushRef="#br0" timeOffset="-156198.84">15094 13104 341 0,'0'0'419'0,"12"0"19"16,-12 0 2-16,0 0-3 0,0 0-6 0,0 0-6 16,0 0-11-16,0 0-17 0,0 0-14 0,0 0-17 15,0 0-18-15,0 0-18 0,0 0-26 0,7-4-19 16,-7 4-11-16,0 0-23 0,0 0-22 0,0 0-26 16,0 0-17-16,0 0-24 0,0 0-17 0,2-6-16 15,-2 6-3-15,0 0-25 0,0 0-20 0,0 0-6 16,0 0-4-16,0 0-12 0,0 0-10 0,0 0 2 15,8 11-6-15,-8-11-9 0,4 11-4 0,-2-6 3 16,1 3-19-16,-2-2-18 0,-1 3-6 0,5-1-21 16,-5-3-12-16,0-5-17 0,3 13-2 0,-3-13-18 15,-1 9-2-15,1-9 0 0,-2 9 1 0,2-9 6 16,2 9 7-16,-2-9 11 0,0 0 6 0,0 0 7 16,0 6 6-16,0-6 11 0,0 0 14 0,0 0 8 15,0 0 0-15,0 0 4 0,0 0 4 0,15-14 2 16,-6 6 11-16,0-3-1 0,0 1 0 0,5-2 11 15,-5 5-8-15,-1-2 2 0,4 2 1 0,0 0 6 16,-3-1 7-16,-3 5-3 0,5-3-8 0,-5 2 0 16,1-3-6-16,0 4-4 0,-7 3-6 0,7-5-1 15,-7 5-3-15,11 0-1 0,-11 0-1 0,10 1 0 16,-10-1 4-16,10 6-6 0,-5-4-1 0,-1 2 1 16,-4-4 4-16,7 9-12 0,-4-5 5 0,-3-4-5 15,7 9-8-15,-5-6 3 0,-2-3-8 0,4 9 2 16,-4-9 0-16,4 8 4 0,-4-8 0 0,2 5 4 0,-2-5 2 15,0 0 3-15,3 4 6 0,-3-4 4 0,0 0 1 16,0 0 2-16,0 0-2 0,0 0-3 16,14-8 4-16,-6 1 0 0,-1 1 10 0,1-2-12 15,3-2 4-15,-1 2 8 0,0-2-3 0,-1 3 4 0,0 0 5 16,-2 1 0-16,1 0 8 0,0 2 5 0,-3 1-3 16,0-1-6-16,-5 4 4 0,6-7-15 15,-6 7-5-15,7-4 2 0,-7 4-5 0,0 0-2 16,12 3 0-16,-12-3 1 0,11 7-3 0,-5 0 12 0,0-2-15 15,-2 1-2-15,3 0 2 0,-1 2 2 0,-1 0 1 16,-1-1-8-16,-1-1 17 0,3 2-12 0,-2-2-16 16,1 1-13-16,0 0-14 0,-1 1-26 0,0-4-17 15,1 1-22-15,-1 0-16 0,-1 0-24 0,3-1-21 16,-1 0-24-16,-1 0-32 0,-4-4-31 0,13 2-39 16,-6 1-39-16,-1-2-59 0,7-2-47 0,-1-1-57 15,-3-1-254-15,1-2-812 0,-1-2 360 0</inkml:trace>
  <inkml:trace contextRef="#ctx0" brushRef="#br0" timeOffset="-155917.65">15766 12772 281 0,'0'0'426'0,"3"-8"22"0,-3 8 3 15,2-6 2-15,-2 6-9 0,0 0-16 0,5-9-23 16,-5 9-21-16,0 0-23 0,0 0-28 0,0 0-26 15,4-3-26-15,-4 3-35 0,0 0-17 0,0 0-5 16,15 15-8-16,-6-7 3 0,4 5-10 0,-3 0-13 16,3 4-32-16,1 5 10 0,-2 2-13 0,0 1-7 15,-4 0-15-15,-2 5-13 0,-2-2-3 0,1 1-10 16,-5 2-15-16,-2 1-3 0,-6-1 0 0,0 0-18 16,-2 2-9-16,-6-4-5 0,-1 4-63 0,-5-6 0 15,-1 0 0-15,-2-4 0 0,-1 0-45 0,-2-2-110 16,1 0-82-16,3-5-87 0,-3 0-107 0,2-1-110 0,8-4-91 15,0-3-339-15,3-1-1053 0,2-1 466 16</inkml:trace>
  <inkml:trace contextRef="#ctx0" brushRef="#br0" timeOffset="-147333.93">2073 13569 308 0,'-6'-6'348'0,"6"6"-2"0,0 0 6 16,-4-8-1-16,4 8 4 0,0 0-8 0,-2-8-17 15,2 8-7-15,-3-7-7 0,3 7-8 0,-2-8-8 0,2 8-8 16,-3-6-13-16,3 6-8 0,0 0-18 0,-1-9-13 16,1 9-27-16,0 0-18 0,0 0-19 15,0 0-21-15,0 0-22 0,0 0-9 0,-3-8-16 16,3 8-12-16,0 0-15 0,0 0-5 0,0 0-13 16,0 0-5-16,0 0-6 0,7 31-1 0,-5-18-11 15,2 4 0-15,-1 0-2 0,-1 2-4 0,2-1-5 0,-1 7-4 16,-2-5-2-16,0 0 6 0,2 3-5 0,-1-4-1 15,2 6-7-15,-5-4 3 0,2 3-4 16,-2-7-3-16,0 3-3 0,-1-2-4 0,1-1 11 16,0-4-7-16,-2-1-1 0,2-1-4 0,0 0-2 0,1-1-18 15,-1-1-13-15,1-3-20 0,0-6-31 0,-3 14-28 16,3-14-35-16,0 7-44 0,0-7-40 0,3 7-44 16,-3-7-49-16,0 0-63 0,7 4-82 15,-7-4-376-15,0 0-910 0,0 0 403 0</inkml:trace>
  <inkml:trace contextRef="#ctx0" brushRef="#br0" timeOffset="-146927.4">1984 13560 330 0,'-4'-5'388'0,"1"-3"-8"0,1-3-9 0,1 5-4 16,-3-2-9-16,3-1-7 0,1 0-22 16,0 0-26-16,1-1-31 0,2 0-17 0,1 1-25 15,6-2-15-15,1-2-20 0,5 1-11 0,2 1-11 16,6-2-7-16,0 2-10 0,3-1-13 0,0 2-7 0,2 2-15 16,-1 1-9-16,2 1-11 0,0 3-10 0,0 3-11 15,-1 0-8-15,1 3-10 0,-8-1-6 16,-2 1-7-16,-1 3-5 0,-2 1-5 0,-2 2-2 15,-2 0-8-15,-2 4-1 0,-3 2 3 0,-4 0-2 0,-4 3 4 16,0 2 13-16,-8 3 4 0,-1 4-2 0,-8-3-1 16,-3 3 1-16,-18 7-3 0,3 0 2 0,-6-5-4 15,3 4-4-15,8-14 1 0,1 2-9 16,0-6-1-16,0 1-2 0,7-4-2 0,3-4 2 0,8-3-5 16,1-2 4-16,1 1-6 0,3-1 4 0,0 0-3 15,6-3 2-15,-9 3-31 0,9-3-48 0,0 0-64 16,0 0-70-16,0 0-81 0,0 0-77 0,0 0-75 15,40-6-85-15,-30 6-350 0,8 1-927 16,1 0 410-16</inkml:trace>
  <inkml:trace contextRef="#ctx0" brushRef="#br0" timeOffset="-146505.62">2329 13899 402 0,'-4'-5'448'0,"4"5"2"0,-6-6-2 16,6 6-11-16,-5-5-13 0,5 5-17 0,-5-7-14 16,5 7-29-16,0 0-27 0,-5-6-28 0,5 6-37 15,0 0-29-15,0 0-28 0,0 0-21 0,0 0-27 16,0 0-12-16,0 0-17 0,0 0-10 0,0 0-16 16,0 0-13-16,0 0-12 0,14 21-8 0,-12-16-4 15,5 2-5-15,-2-1-12 0,0 4-3 0,-2-3-8 16,4 0-20-16,-3-1-11 0,2 0-10 0,-2-1-18 15,-3 1-7-15,-1-6-4 0,8 7 1 0,-7-4 3 16,-1-3 7-16,0 0 4 0,0 0 4 0,0 0 5 16,0 0 4-16,0 0-2 0,0 0 8 0,0 0 10 15,0 0-6-15,0 0 5 0,13-13 3 0,-8 9 0 16,0-4-1-16,1 1 5 0,0 1 2 0,-1 0-3 16,-2 1-11-16,6-3 3 0,-2 4-5 0,0 1 0 15,-2-1-3-15,1 0 0 0,-6 4-5 0,10-4-2 16,-2 4 6-16,-8 0-5 0,10 1-8 0,-10-1-2 15,13 1 7-15,-7 1-2 0,1 0-1 0,2 7-5 16,-4-5-28-16,1 0-36 0,-1 0-37 0,2 3-48 16,0-1-43-16,-2-2-60 0,3 3-39 0,-1-1-57 15,-1-1-61-15,4-1-54 0,0 0-278 0,2-4-809 16,3 0 358-16</inkml:trace>
  <inkml:trace contextRef="#ctx0" brushRef="#br0" timeOffset="-146240.06">2842 13736 33 0,'0'0'439'0,"0"-20"29"0,-3 10 17 0,2 2 18 15,1 8 4-15,-1-14-8 0,-1 8-11 0,2 6-15 16,-1-11-4-16,1 11-27 0,0-9-27 0,0 9-28 16,0 0-38-16,-1-7-33 0,1 7-34 0,0 0-29 15,0 0-30-15,0 0-27 0,0 0-21 0,0 0-16 16,0 0-14-16,0 0-18 0,0 0-10 0,0 0-9 15,1 35-15-15,-1-24-53 0,0 0-40 0,1 6 0 16,-1 2 0-16,2-1 0 0,-4 1 0 0,1-2 0 16,0 2 0-16,1-1 0 0,1-3 0 0,-2 4-31 15,1-4-203-15,1 2-50 0,2-6-60 0,-2 0-62 16,2 0-36-16,2-3-56 0,0-1-49 0,0-3-355 16,-5-4-975-16,17 7 432 0</inkml:trace>
  <inkml:trace contextRef="#ctx0" brushRef="#br0" timeOffset="-145958.87">3055 13722 146 0,'2'-10'364'0,"-2"10"28"15,3-15 37-15,-1 8 11 0,-2 7-1 0,0-12-6 16,0 12-11-16,2-7-19 0,-2 7-21 0,0 0-28 16,0-8-31-16,0 8-27 0,0 0-33 0,0 0-25 15,0 0-11-15,0 0-12 0,0 0-6 0,0 0-14 16,0 0-18-16,0 0-16 0,-4 36-16 0,4-24-4 15,-3 0-21-15,3 5-12 0,0-1-4 0,0 0-18 16,0 0-20-16,-2 0 5 0,1 2-7 0,2-2-8 16,-2-4 0-16,0 5-8 0,1-1-19 0,0-5-18 15,0 0-19-15,2-1-14 0,0-1-37 16,-1-2-37-16,0 3-37 0,0-2-44 0,-1-8-34 0,4 9-37 16,-3-4-28-16,-1-5-22 0,2 7-30 0,-2-7-44 15,0 0-42-15,0 0-35 0,0 0-305 0,0 0-816 16,0 0 360-16</inkml:trace>
  <inkml:trace contextRef="#ctx0" brushRef="#br0" timeOffset="-145755.8">2806 13831 323 0,'0'0'389'0,"0"0"15"0,-12-5-7 0,12 5-11 15,0 0-9-15,0 0-18 0,-5-4-22 16,5 4-27-16,0 0-31 0,0 0-25 0,0 0-34 0,0 0-18 15,0 0-21-15,0 0-12 0,0 0-15 0,0 0-16 16,0 0-31-16,28 6-31 0,-15-5-52 0,0-1-68 16,9 2-73-16,-2-4-52 0,2 2-76 0,6 3-74 15,0-9-63-15,-7 5-253 0,8 0-689 16,-7 1 305-16</inkml:trace>
  <inkml:trace contextRef="#ctx0" brushRef="#br0" timeOffset="-145490.22">3205 13809 207 0,'0'0'409'0,"0"0"31"16,0 0 22-16,0 0 10 0,0 0 6 0,0 0 1 15,0 0-5-15,0 0-10 0,1-7-22 0,-1 7-17 0,0 0-30 16,0 0-32-16,0 0-36 0,0 0-35 0,0 0-29 16,0 0-27-16,0 0-23 0,0 0-24 0,0 0-19 15,0 0-15-15,13 15-24 0,-9-8-11 16,1 0-8-16,0 0-8 0,-3 3-11 0,2-2-9 15,-1 1-25-15,-3-9-32 0,2 18-20 0,3-10-39 0,-5-8-24 16,2 12-17-16,-1-6-24 0,-1 1-30 16,0-7-26-16,1 12-20 0,-1-12-25 0,0 0-31 0,3 11-7 15,-3-11-23-15,1 5-26 0,-1-5-36 16,0 0-32-16,0 0-40 0,0 0-39 0,0 0-34 16,0 0-236-16,0 0-760 0,0 0 337 0</inkml:trace>
  <inkml:trace contextRef="#ctx0" brushRef="#br0" timeOffset="-145302.78">3338 13763 275 0,'0'0'352'15,"3"-8"15"-15,-3 8 9 0,0 0-1 0,3-10-4 0,-3 10-16 16,1-4-19-16,-1 4-29 0,0 0-29 0,0 0-28 16,0 0-32-16,0 0-29 0,0 0-38 0,0 0-44 15,0 0-60-15,0 0-70 0,0 0-65 16,0 0-57-16,22 15-64 0,-16-6-68 0,-1-3-65 15,2 2-203-15,-1 1-591 0,-6-9 261 0</inkml:trace>
  <inkml:trace contextRef="#ctx0" brushRef="#br0" timeOffset="-144927.87">3473 13884 198 0,'0'0'384'0,"0"0"11"0,8-15 17 0,-8 15 0 16,0 0-7-16,0 0-8 0,0 0-15 0,0 0-14 0,0 0-24 15,-4-11-23-15,4 11-35 0,0 0-31 16,0 0-28-16,0 0-24 0,0 0-20 0,0 0-18 16,0 0-20-16,0 0-13 0,0 0-16 0,5 17-3 15,-2-11-12-15,1 1-14 0,-3 0-12 0,-1-7-7 16,1 14-14-16,3-3-17 0,-2-3-19 0,0 2-9 16,-1-4-10-16,0 0-7 0,-1-6-8 0,1 10-10 15,-1-10 2-15,2 9 2 0,-2-9 4 0,0 0 8 16,1 6 1-16,-1-6 0 0,0 0 3 0,0 0 1 15,0 0-1-15,0 0 1 0,13-12 3 0,-9 7 3 16,1-1-3-16,0-1 2 0,0 0 3 0,1-1 1 0,0 2 3 16,-1 2 4-16,1-1 0 0,-2 1-4 0,0-2 6 15,1 3-2-15,-5 3-3 0,9-7-3 16,-3 6 3-16,-6 1-3 0,12-2-4 0,-12 2 0 16,10 0 3-16,-10 0-2 0,13 2-1 0,-7 0 1 15,0 3-4-15,0-1-21 0,4 0-44 0,0 2-36 0,-1-1-48 16,2-1-38-16,1 0-40 0,0-1-41 15,-1 0-44-15,0 1-44 0,3-4-32 0,-3 1-299 16,0-1-747-16,1 2 331 0</inkml:trace>
  <inkml:trace contextRef="#ctx0" brushRef="#br0" timeOffset="-144348.5799">3883 13885 73 0,'0'0'287'0,"0"0"1"0,0 0 3 16,0 0 3-16,0 0-8 0,0 0-3 0,2-12-2 15,-2 12-2-15,0 0-14 0,0 0-11 0,0 0-14 16,10-4-14-16,-10 4-17 0,0 0-18 0,0 0-16 16,0 0-18-16,0 0-16 0,14 1-14 0,-14-1-14 15,0 0-6-15,14 11-15 0,-10-7-10 0,0 1-6 16,-1 0-10-16,0 1-7 0,-3-6-3 0,5 11-7 16,-2-4-5-16,-5 0-5 0,2-7 3 0,-2 12-5 15,1-6-4-15,-3 0-2 0,4-6 2 0,-8 10-4 16,-1-8-3-16,0 2-6 0,1 0 2 0,-2-3 2 15,1 1 3-15,9-2-1 0,-16 1 0 0,16-1 1 16,-18-4 1-16,11 1 20 0,1 0 10 0,0-2 2 16,1-2-4-16,1 0-2 0,4 7-10 0,-3-11-8 15,3 11-1-15,-1-12-4 0,1 12-6 0,4-13-5 0,0 9-2 16,1-2-4-16,2 3-1 0,2-1-2 16,2 2-2-16,2 0-1 0,2 2-1 0,2 3-4 15,-1 0 3-15,3-1-5 0,-2 5-1 0,-3-2 3 16,0 3-3-16,2 2-3 0,-4 2 3 0,-1-5 3 15,1 7 5-15,-2-2-2 0,-1 2 0 0,-1 4-2 0,-3 0-2 16,1 1 4-16,-6 1-1 0,-6 4 0 0,-2 0 0 16,0 0 0-16,-2 1-2 0,-1-2 3 15,-2 1-3-15,0-2 0 0,3-3 2 0,-3-5 0 16,2 1-1-16,-1 0 0 0,-1-1-3 0,4-7 3 16,3 0 2-16,0-3-6 0,-2 3 8 0,4-4 2 0,-1 1-1 15,5-4 1-15,-9 4-1 0,9-4 1 0,-11-1 2 16,11 1-3-16,-12-8 3 0,7 3 0 0,-1 0 4 15,-1-3 7-15,2-1 6 0,1 1 10 16,-1-2 3-16,3-1-5 0,-2 3 2 0,0-3-7 16,4-1-4-16,2 0-6 0,1 4-8 0,3-3-2 0,2 1-11 15,6 0-20-15,3-1-30 0,7 1-32 0,-2 5-54 16,7-5-46-16,3 4-66 0,0 4-53 0,0-1-60 16,0 0-80-16,0 2-367 0,1-1-874 0,-1 1 387 15</inkml:trace>
  <inkml:trace contextRef="#ctx0" brushRef="#br0" timeOffset="-143723.5799">4774 13860 33 0,'0'-17'414'15,"0"17"-2"-15,-1-12-5 0,1 12-16 0,-3-14-9 16,3 14-12-16,0 0-10 0,-1-13-9 0,1 13-11 16,0 0-11-16,-8-7-18 0,8 7-20 0,0 0-7 15,0 0-35-15,-2-8-24 0,2 8-27 0,0 0-20 16,0 0-19-16,0 0-20 0,0 0-13 0,0 0-11 16,0 0-14-16,0 0-9 0,0 0-10 0,0 0-5 15,0 0-10-15,-8 35-5 0,7-24-4 0,0-2-5 16,-1 3-6-16,2 1 0 0,-1-2-13 0,2 3-2 15,-1-3-3-15,0 3 4 0,2-3-7 0,-2 4-10 16,1-2-13-16,1-4-9 0,0 1-10 0,3 0 1 16,-1-1-10-16,-1-1 2 0,4-2-4 0,1 2-4 15,0-2-6-15,0-1 6 0,2-1-10 0,2-3 3 16,1-1 6-16,0-1 2 0,0-1 2 0,4-4 7 16,2 0 2-16,-2-3 0 0,-1 1 3 0,0-3 3 15,-3-3 3-15,-1 2 2 0,-1-1 8 0,-1 0 11 16,-1 0 12-16,-3 0 4 0,2 1 6 0,-4 1 2 15,1-1 14-15,-3 4 4 0,2-2 3 0,-2 1 1 16,-2 9 0-16,2-12 0 0,-2 12-2 0,2-10-5 16,-2 10-6-16,0 0-4 0,0 0-6 0,0 0-7 15,0 0-5-15,-6-14-5 0,6 14-9 0,0 0 1 16,0 0 5-16,0 0-4 0,0 0 1 0,0 0-5 16,-18 20 3-16,16-11-2 0,-1 1 6 0,3-10-5 15,0 19 0-15,0-5-5 0,3-3 9 16,-2 4-2-16,0-1-4 0,4 0 2 0,-1 3 3 0,1-2-5 15,5-3 3-15,-4 1 2 0,1 2 3 0,4-1-9 16,0 0-6-16,2-1-15 0,1-4-18 0,0 2-24 16,1-1-26-16,1-2-37 0,0-1-32 0,-3-2-39 15,5-2-29-15,-5-2-45 0,-2-1-34 0,2 0-21 16,-3-2-22-16,-10 2-19 0,18-7-12 0,-12 3 3 16,0-1 0-16,-3-1 1 0,1 1-201 0,-4 5-618 15,5-9 273-15</inkml:trace>
  <inkml:trace contextRef="#ctx0" brushRef="#br0" timeOffset="-143504.8899">5514 14091 236 0,'0'0'292'0,"0"0"-31"16,0 0-26-16,0 0-30 0,0 0-40 0,0 0-51 16,0 0-62-16,0 0-72 0,0 0-88 0,0 0-131 15,0 0-259-15,0 0 115 0</inkml:trace>
  <inkml:trace contextRef="#ctx0" brushRef="#br0" timeOffset="-142380.15">2254 15025 247 0,'0'-12'382'0,"0"12"-3"16,1-10-11-16,-1 10-13 0,2-10-14 0,-2 10-13 16,1-11-6-16,-1 11-3 0,1-7-7 0,-1 7-5 0,0 0-14 15,0-11-12-15,0 11-12 0,1-7-14 0,-1 7-18 16,0 0-20-16,0 0-12 0,0 0-29 15,3-7-15-15,-3 7-21 0,0 0-12 0,0 0-17 16,0 0-7-16,0 0-9 0,0 0-5 0,0 0 5 16,0 0-4-16,0 0-3 0,0 28-4 0,-4-20-7 0,3 3-6 15,-2 2-8-15,-1-1-4 0,1 1-8 0,-3 4-1 16,-1-2-7-16,0 1-8 0,0-1 4 0,-1-1-3 16,0 3-8-16,-2-4-1 0,2 4-1 15,1-3-8-15,0-3 4 0,1-2-5 0,1 0-5 16,2-2 2-16,-1 0-2 0,2-1-5 0,-2-1 0 0,4-5 3 15,-1 9-7-15,1-9 8 0,0 0 4 0,7 9-2 16,-1-4-1-16,0-3-2 0,5 1-4 0,2-3-1 16,5 2 3-16,1 0-3 0,1-2-3 15,0 1 9-15,-2-2-3 0,4 2-6 0,-1-1 2 16,-3-1 0-16,1-1 3 0,-3 2-3 0,-4-1 2 0,0-2 2 16,-1 3 8-16,-3 0 15 0,0-1 26 0,-8 1 14 15,11-2 20-15,-11 2 7 0,8-4 13 0,-8 4-43 16,0 0-68-16,10-1 0 0,-10 1 0 0,0 0 0 15,4-3 0-15,-4 3 0 0,0 0 0 16,-1-11 0-16,1 11 0 0,0 0 0 0,-7-17 0 0,3 9 0 16,-1 0 0-16,-3-2 0 0,1-2 0 0,-1 0 0 15,-4-2 0-15,1 1 0 0,2-3 0 0,-3 2 0 16,3 0 0-16,0 2 0 0,1 0 0 16,-1 1 0-16,5 2 0 0,-2 0 0 0,2 3 0 0,1 1 0 15,3 5 0-15,-7-10 0 0,7 10 0 0,-5-8 0 16,5 8 0-16,-4-6 0 0,4 6 0 0,0 0 0 15,-4-5 0-15,4 5 0 0,0 0 0 0,0 0 0 16,0 0 0-16,0 0 0 0,0 0 0 0,19 10 0 16,-7-6-144-16,-1-1-374 0,2 4-34 0,3-2-39 15,1 0-26-15,-5 0-345 0,6-1-1042 0,2 1 461 16</inkml:trace>
  <inkml:trace contextRef="#ctx0" brushRef="#br0" timeOffset="-142096.3899">2692 15053 283 0,'0'0'340'0,"7"-4"23"0,-7 4 25 0,0 0 13 0,2-9 14 16,-2 9 0-16,0 0 2 0,-1-7-5 0,1 7-3 15,0 0-4-15,0 0-15 0,-1-10-23 0,1 10-21 16,0 0-31-16,0 0-34 0,0 0-22 0,0 0-27 0,0 0-33 16,0 0-21-16,0 0-17 0,0 0-14 0,0 0-14 15,0 0-15-15,0 0-8 0,0 27-14 16,1-18-11-16,0 4-8 0,0-1-6 0,1 0-1 15,-2 3-12-15,2 2-10 0,0 0 0 0,0-2-2 16,-2 1-3-16,1 0-8 0,1-2-30 0,-1 5-17 0,-1-2-36 16,3-6-38-16,-1 0-39 0,-1 0-44 0,1 0-45 15,-1-1-39-15,1-1-38 0,0-3-42 16,0 1-32-16,-2-7-27 0,2 9-30 0,-2-9-28 16,2 7-47-16,-2-7-255 0,0 0-814 0,0 0 360 15</inkml:trace>
  <inkml:trace contextRef="#ctx0" brushRef="#br0" timeOffset="-141721.4799">2757 15050 233 0,'0'0'393'0,"0"-15"-2"16,2 8 13-16,-1-1-2 0,-1 8 3 0,1-12 4 0,0 5-8 15,-1 7-10-15,2-12-14 0,0 7-14 16,-2 5-24-16,3-11-24 0,-1 6-23 0,-2 5-30 15,4-9-22-15,0 5-21 0,-4 4-27 0,9-10-19 16,-3 6-15-16,3-2-21 0,2 2-11 0,1 1-13 16,0 0-13-16,3 2-10 0,2 0-14 0,-4 2-5 0,1-1-11 15,-3 3-5-15,3 1-7 0,-1-1-7 16,-2 2-7-16,-1-1-1 0,-3 3-2 0,1 0-6 16,-4 0 3-16,1 0-2 0,0 4-10 0,-4-1-1 15,-1 1-4-15,-4 1 0 0,2 1-2 0,-7-1 2 16,-4 2 2-16,-1 0-1 0,-1-1-1 0,-2-2-1 0,-1 0 0 15,-1-2-1-15,1 2-1 0,-1-4-1 16,2 0 1-16,5-3 7 0,1 0 0 0,4-1-3 16,-2-1-1-16,2-1-3 0,7-1-16 0,-9 4-34 15,9-4-44-15,0 0-56 0,0 0-72 0,0 0-74 16,0 0-58-16,0 0-59 0,0 0-60 0,45-4-62 16,-24 4-332-16,9 0-930 0,0 2 411 0</inkml:trace>
  <inkml:trace contextRef="#ctx0" brushRef="#br0" timeOffset="-141502.72">3397 15249 484 0,'0'0'518'16,"3"-8"8"-16,-3 8-8 0,0 0-19 0,3-9-25 15,-3 9-31-15,4-5-33 0,-4 5-38 0,5-7-41 16,-5 7-28-16,7-7-35 0,0 3-31 0,0 1-23 0,-7 3-25 15,17-3-40-15,-3 2-42 0,-5 1-42 0,-1 0-48 16,-8 0-48-16,15 0-57 0,-6 1-57 16,-3 1-61-16,-6-2-37 0,12 3-44 0,-7 2-40 15,-5-5-41-15,8 3-29 0,-8-3-275 0,5 4-728 16,-5-4 322-16</inkml:trace>
  <inkml:trace contextRef="#ctx0" brushRef="#br0" timeOffset="-141299.68">3423 15321 259 0,'-9'8'338'0,"9"-8"26"0,-5 2 29 0,5-2 10 16,0 0 13-16,-9 3 1 0,9-3 0 0,0 0 0 15,-5 2-14-15,5-2-16 0,0 0-27 0,0 0-29 16,0 0-27-16,0 0-33 0,0 0-30 0,0 0-22 16,0 0-16-16,35-5-29 0,-17 1-29 0,1 3-42 15,-1-2-51-15,1 0-61 0,-1 2-64 0,2 0-74 16,2-2-78-16,-4-1-81 0,-4 4-80 0,3-5-86 15,-4 2-362-15,0 0-902 0,-1 2 399 0</inkml:trace>
  <inkml:trace contextRef="#ctx0" brushRef="#br0" timeOffset="-140220.68">3882 15697 351 0,'0'0'373'0,"0"0"-2"16,0 0 0-16,0 0 2 0,0 0 0 0,0 0 4 0,0 0-1 15,0 0-2-15,0 0-7 0,0 0-18 16,0 0-9-16,0 0-11 0,0 0-14 0,8-11-11 15,-8 11-13-15,2-9-1 0,2 3-17 0,1-4-20 16,-2 1-11-16,3-7-17 0,1 1-6 0,4-2-9 16,1-5-19-16,0 0-16 0,2-2-20 0,1 1-12 0,6-5-13 15,0 3-79-15,-3-3-51 0,1 3 0 16,0-4 0-16,-1 1 0 0,0 2 0 0,-2 0 0 16,0 2 0-16,-1 2 0 0,-5 4 0 0,2 1 0 15,-5 0 0-15,1 4 0 0,-2 4 0 0,-2-2 0 16,0 3 0-16,0 2 0 0,-2-1 0 0,-2 7 0 15,6-7 0-15,-6 7 0 0,4-8 0 0,-4 8 0 16,2-3 0-16,-2 3 0 0,0 0 0 0,0 0 0 16,0 0 0-16,0 0 0 0,0 0 0 0,10 13 0 15,-10-3 0-15,0-2 0 0,0 2 0 0,1 1 0 16,1 0 0-16,-2-11 0 0,-2 22 0 0,4-10 0 0,-4 1 0 16,2-1 0-16,-1-3 0 0,0 3 0 0,1-12 0 15,-3 17 0-15,3-17 0 0,0 12 0 0,0-12 0 16,0 0 0-16,-1 13 0 0,1-13 0 0,0 0 0 15,5 10 0-15,-5-10 0 0,9 1-37 16,-9-1-11-16,0 0 3 0,19-5 1 0,-19 5 16 0,21-4-3 16,-9-3 2-16,1 2 3 0,0 0-2 0,0-1 9 15,-2-1 2-15,2 0 3 0,-3 2 0 0,-1-2 1 16,1 0-1-16,0 1 5 0,-1 2 1 0,-2-2 3 16,-7 6 0-16,10-7 7 0,-5 3 4 0,-5 4 10 15,0 0-10-15,11-5-1 0,-11 5 3 0,7-2-8 16,-7 2 3-16,0 0-5 0,0 0-4 0,0 0 0 15,0 0 13-15,0 0-1 0,18 10-9 0,-18-10 8 16,8 10-4-16,-6-5 3 0,-2-5-3 0,8 10-24 16,-4-4-24-16,-4-6-27 0,9 11-17 15,-5-6-28-15,1 2-25 0,-5-7-23 0,7 9-28 0,-1-4-32 16,3 0-34-16,-9-5-24 0,15 3-35 0,-7-1-38 16,-8-2-37-16,19-2-45 0,-10-3-338 0,-9 5-842 15,19-10 373-15</inkml:trace>
  <inkml:trace contextRef="#ctx0" brushRef="#br0" timeOffset="-130696.18">5013 15129 87 0,'0'0'304'0,"0"0"1"16,-3-6 5-16,3 6-1 0,0 0 7 0,-3-11 3 15,3 11 0-15,-3-6-19 0,3 6 3 0,-4-10-14 16,4 10-17-16,0-10-6 0,0 10-10 0,-2-12-11 16,2 12-12-16,0-8-15 0,0 8-17 0,-1-11-16 15,1 11-17-15,6-11-10 0,-5 6-19 0,-1 5-10 16,4-11-19-16,-3 6-8 0,3-2-14 16,0 3-8-16,-4 4-10 0,8-10-5 0,-4 7-12 0,3-1-4 15,1 2-4-15,-1 0-6 0,2 0-10 0,3 3 1 16,-2 1-3-16,0 2-4 0,0 0-3 0,1-1-6 15,-1 3-1-15,-2-2 0 0,-3 0-7 0,2 4 2 16,1 0-2-16,-2-1 2 0,-2 2-1 0,-1-1-4 16,-3 1-2-16,1-1 5 0,-1 3-1 0,-2 0-2 15,-4-1 3-15,0-1 2 0,-2 2-3 0,-1-3 2 16,-2 0-6-16,2 1 7 0,-8-1-2 0,0 0-1 16,2-1 1-16,3-1-2 0,-1-3 5 0,-1 1-3 15,1-3-1-15,4 2 5 0,-2-3 1 0,-1 0 16 16,4 0 10-16,8 0 6 0,-16-3 12 0,9-2 6 15,1 2-3-15,3-3-3 0,-1 0-10 0,2-3-4 16,0 0-4-16,2-1-4 0,2-1 1 0,1 0-9 16,3 0-6-16,0 0 1 0,1 0-1 0,1 1-4 15,0 1-2-15,1 0-2 0,2 1-1 0,-1 2-5 16,0-2 4-16,-1 3-3 0,2 0 0 0,-2 0-7 16,0 2-1-16,-2 1 7 0,0 1 0 0,-7 1-5 15,15-1-5-15,-8 1 5 0,1 2-2 0,-8-2 3 16,14 4-5-16,-10-1 1 0,1 0-3 0,0 1 8 15,3 1-5-15,-5 0-3 0,3 3 4 0,0-1 4 16,-1 2-4-16,0-1-11 0,-1 2 8 0,0-2 1 16,-2 4 4-16,1-3 2 0,-2 2-5 0,-1 0 3 15,2 6 3-15,-2-2 0 0,0 2-3 0,0 0 1 0,-2-2-1 0,1 2 0 16,-2-5 2-16,2 3-2 0,-3 3 4 0,2 1 1 16,-1-2-3-16,1-1 8 15,-1 0-5-15,-1-3-11 0,3 2 11 0,-2-4-3 16,1 2-2-16,1-1 1 0,-3-2 0 0,2-3 7 0,-1 2-6 15,0-1 2-15,2-3-7 0,1-5 3 0,0 11 5 16,0-11-4-16,-5 7 0 0,5-7-2 16,0 0 9-16,-1 7 1 0,1-7 6 0,0 0 19 15,0 0 9-15,0 0 1 0,0 0 0 0,0 0 1 16,0 0 4-16,0 0-5 0,0 0 1 0,26-11-8 0,-16 4 14 16,1 1-1-16,4 0-15 0,0-3 2 0,2 2 1 15,1 0-13-15,1-1 3 0,2 2-2 16,-1 1-5-16,2-3-3 0,-4 2 5 0,2 1-9 15,0-1 2-15,-3 2-15 0,-3-1 12 0,-2 3-2 16,-1-1-2-16,-1 0-3 0,-2 1 0 0,-2-1-6 0,-6 3 0 16,13-2 0-16,-6 2 0 0,-7 0 0 15,0 0 0-15,9-2 0 0,-9 2 0 0,0 0 0 0,0 0 0 0,7-1-27 0,-7 1-59 0,0 0-18 32,0 0-42-32,0 0-43 0,0 0-40 0,0 0-42 0,0 0-60 0,0 0-62 0,0 0-67 0,0 0-78 15,0 0-366-15,-19 16-977 0,19-16 433 0</inkml:trace>
  <inkml:trace contextRef="#ctx0" brushRef="#br0" timeOffset="-130211.79">4913 15656 48 0,'-8'-2'321'0,"8"2"-1"15,-8-4 0-15,8 4-9 0,0 0-1 0,-12 0-6 16,12 0 1-16,-6-2-2 0,6 2-7 0,-8-5-6 15,8 5-6-15,0 0-5 0,-10-2-12 0,10 2-15 16,0 0-11-16,-8-2-13 0,8 2-13 0,0 0-10 16,0 0-8-16,0 0-9 0,-7-3-10 0,7 3-6 15,0 0-9-15,0 0-7 0,0 0-9 0,0 0-9 16,0 0-10-16,0 0-16 0,0 0-14 0,25-7-8 0,-11 6-10 0,13-2-3 0,0-1-6 0,7 1-14 31,2 0 2-31,1 0-11 0,16 0-1 0,-3 3-5 0,1-6-1 0,-13 4-7 0,-1 1-7 0,1-1 6 16,-3 0-11-16,-4 2-2 0,-3-3 10 0,0 2-13 15,-10 1-1-15,-4-2-8 0,-1 2 7 0,-3-1-6 16,-3 1-1-16,-7 0 1 0,13 0 0 0,-13 0-2 16,11-2 2-16,-11 2-20 0,7 2-23 0,-7-2-21 15,0 0-24-15,0 0-30 0,9-4-40 0,-9 4-47 16,0 0-51-16,0 0-57 0,0 0-49 0,0 0-65 16,0 0-80-16,0 0-370 0,-23 11-941 0,14-7 416 15</inkml:trace>
  <inkml:trace contextRef="#ctx0" brushRef="#br0" timeOffset="-129836.81">5019 15889 413 0,'-1'-18'463'15,"1"18"5"-15,0 0-14 0,-1-10-17 0,1 10-29 16,0 0-23-16,0 0-24 0,-3-8-19 0,3 8-24 16,0 0-26-16,0 0-24 0,0 0-26 0,-2-8-27 15,2 8-23-15,0 0-23 0,0 0-18 0,0 0-20 16,0 0-4-16,0 0-10 0,-8 19-7 0,3-13-5 16,3 3-2-16,-1 1-5 0,2 0 0 0,-2 2 1 15,1 1-12-15,-2-2-7 0,0 6-8 0,3-3-5 16,-1-2-16-16,-3 3 2 0,-1 0-4 0,2-3-8 15,-4 1-3-15,6-3-1 0,-6 6-1 0,1-3-8 16,4-3-3-16,-1 0-13 0,-1 0-17 0,1-2-12 16,0-2-22-16,0-1-22 0,2-1-22 0,2-4-28 0,-5 8-21 15,5-8-17-15,0 0-31 0,0 0-57 16,0 0-37-16,0 0-24 0,0 0-40 0,0 0-50 16,23-17-53-16,-18 8-308 0,-1-3-810 0,-1 2 359 15</inkml:trace>
  <inkml:trace contextRef="#ctx0" brushRef="#br0" timeOffset="-129508.77">4945 15874 230 0,'4'-5'341'0,"4"-5"12"16,-2 3-5-16,3 0 10 0,-2-2-1 0,-1 2-5 16,-1 1-8-16,3-1-10 0,-2 2-9 0,-1 1-10 15,0-2-16-15,2 3-16 0,-7 3-19 0,9-3-26 16,-2 0-24-16,-7 3-20 0,9-4-14 0,-9 4-16 15,12 1 2-15,-5 2-3 0,0 1-11 0,1 0-5 16,-3 2-11-16,5 3 1 0,-5-1-9 0,3 1-13 16,-2 2-3-16,2 4-11 0,-1-3-10 0,-2-1-4 15,-1 4-11-15,1 2-9 0,-2-6-4 0,0 4-6 16,-1-2-15-16,-2-2-5 0,0-2 7 0,0 3-11 16,2 0 1-16,-5-1-3 0,3 0-1 0,-1-2-8 15,-1 1 2-15,2-2-11 0,0-8-20 0,-2 14-9 16,2-8-16-16,-3 0-16 0,3-6-22 0,1 12-30 15,-1-12-28-15,2 12-35 0,-2-12-36 0,0 0-40 16,5 11-42-16,-2-7-31 0,-3-4-53 0,0 0-59 16,0 0-49-16,15 1-318 0,-15-1-857 0,0 0 380 15</inkml:trace>
  <inkml:trace contextRef="#ctx0" brushRef="#br0" timeOffset="-129274.45">5041 15989 53 0,'0'0'457'16,"-10"-4"33"-16,10 4 22 0,-5-3 1 0,5 3-9 15,0 0-12-15,0 0-14 0,0 0-37 0,0 0-20 16,0 0-36-16,0 0-43 0,-9-3-30 0,9 3-31 16,0 0-16-16,0 0-36 0,0 0-18 0,0 0-29 15,0 0-18-15,0 0-29 0,29-8-29 0,-17 7-37 16,1 1-30-16,-1-2-38 0,4 2-40 0,-3-2-39 15,4 1-55-15,1-1-52 0,3-1-52 0,-1 0-50 16,-2 3-42-16,2-4-52 0,-1 0-64 0,0 1-383 16,0 0-897-16,-3-4 396 0</inkml:trace>
  <inkml:trace contextRef="#ctx0" brushRef="#br0" timeOffset="-128805.81">6169 15220 40 0,'3'-14'446'16,"1"3"-3"-16,0 0 3 0,-2 1 0 0,0-2-17 16,-1 1-14-16,0 5-19 0,1-3-21 0,-2 9-16 15,0-13-25-15,1 6-20 0,-1 7-24 0,-1-10-20 16,1 10-19-16,-6-10-30 0,3 6-23 0,3 4-19 16,-7-5-17-16,7 5-18 0,-11-1-16 0,11 1-12 15,-14 5-7-15,5 1-6 0,-3 6 6 0,1 2-7 16,-1 2 1-16,-2 5 5 0,0 3-15 0,0 3 2 15,2 3-12-15,0 2-10 0,0-2-7 0,3 1-1 16,2 1-10-16,-2-2-2 0,1 2-8 0,-1 0 0 16,3-3-15-16,1 2 3 0,-1-3 6 0,3 2-11 15,1-4 8-15,1-1-19 0,1 2 2 0,3 0-24 16,0-9-17-16,4 1-12 0,4 4-20 0,0-8-16 16,3 1-22-16,1-2-18 0,6 4-27 0,1-2-32 15,1-3-41-15,-2-3-35 0,-3-1-41 0,2-3-34 16,0 3-34-16,0-3-52 0,0-3-57 0,-7 0-360 15,5-3-891-15,-1 0 395 0</inkml:trace>
  <inkml:trace contextRef="#ctx0" brushRef="#br0" timeOffset="-127712.31">6475 15370 112 0,'0'0'318'0,"0"0"3"0,0 0-8 15,0 0 16-15,0 0-6 0,3-13 0 0,-3 13-12 16,0 0-8-16,0 0-7 0,0 0-10 0,3-7-11 16,-3 7-12-16,0 0-17 0,0 0-16 0,3-7-11 0,-3 7-16 15,0 0-14-15,0 0-18 0,3-8-13 16,-3 8-20-16,5-5-17 0,-5 5-11 0,0 0-12 16,10-1-9-16,-10 1-12 0,18 2-8 0,-12 1-5 15,1-1-8-15,3 0-11 0,0 5-2 0,0-2-5 0,3 2-2 16,-3 2-6-16,1-2 0 0,-1 1-5 0,-1 1-7 15,-3 0-2-15,1 1 0 0,3 3 0 0,-5-4-3 16,0 2-4-16,-1-3-2 0,-2 0-12 16,-2 1-2-16,2-2-7 0,-1 1-1 0,-1-8-1 0,-1 12-2 15,-2-6 0-15,3-6 6 0,-2 11 0 0,-1-6 1 16,3-5 5-16,0 0 2 0,-4 7 4 0,4-7 2 16,-5 4 6-16,5-4 9 0,0 0 13 0,0 0 9 15,0 0 5-15,0 0 10 0,-10-14-4 0,9 6-2 16,1 8 2-16,3-17 2 0,4 6-9 0,-2 2-2 15,0-1-3-15,3-3-3 0,2 4-4 0,-1 0-20 16,-2 1 13-16,6 3-5 0,-1-1 2 16,-1 1-7-16,3 1-14 0,-1-1 12 0,5 2-3 0,-5 1-6 15,5 1 2-15,-6 2 3 0,2 1-1 0,-2-1-5 16,0 3-4-16,-2 0 4 0,1 2-2 0,-2-2-1 16,1 4-2-16,-5-2-9 0,1 1 11 0,-1-2-6 15,-3 2-9-15,2 0-9 0,-3 0-25 0,-1 0-1 16,0-7-3-16,0 12-1 0,0-5 6 0,0-7 2 15,0 0 15-15,-3 11 3 0,3-11 8 0,-4 4 1 16,4-4 4-16,0 0 1 0,0 0 11 0,0 0 8 16,0 0 5-16,0 0-1 0,-8-17 10 0,8 17-5 15,3-15 3-15,-1 5-4 0,2 1 0 0,0 1 0 16,2 2-4-16,-2 0-3 0,2 1 0 0,3-3-1 16,0 4-5-16,-1 2 3 0,-2 0-1 0,-6 2-1 15,16-6 0-15,-9 6 0 0,-7 0-2 0,14 0-2 16,-5 2 1-16,-1 0-2 0,-2 2 1 0,0-2-1 15,-3 2 2-15,1 3-1 0,1-3 3 0,0 7-1 16,0-4 1-16,-3 3 0 0,0 0-1 0,1 0 5 16,0 2-3-16,-2-2-24 0,0 0-22 0,0 1-36 15,2 0-33-15,0-2-54 0,3-2-31 0,0 3-37 16,2-3-44-16,1 1-54 0,9-2-57 0,1-2-61 16,-2-1-245-16,2-2-755 0,-1 1 334 0</inkml:trace>
  <inkml:trace contextRef="#ctx0" brushRef="#br0" timeOffset="-127415.5">7354 15523 51 0,'0'0'438'0,"0"0"22"16,6-10-6-16,-6 10 1 0,2-2-12 0,-2 2-13 16,0 0-17-16,0 0-18 0,0 0-22 0,0 0-34 15,0 0-31-15,0 0-26 0,0 0-29 0,0 0-22 16,0 0-27-16,0 0-21 0,0 0-10 0,0 0-16 15,0 0-13-15,0 0-1 0,-29 12-10 0,20-6-17 16,1 0-4-16,-2 2-11 0,2-2-8 0,0 4-3 16,-1-5-15-16,-1 5-5 0,4-3-5 0,-3 1-10 15,2 1-10-15,1-1-6 0,0-1-2 0,1 1-1 16,2-1-4-16,1-1 1 0,-1 3-7 0,3-2-10 16,0-7-18-16,4 13-12 0,1-3-21 0,3-1-26 15,3-3-32-15,3 3-35 0,4 1-27 0,-1-3-31 16,2-2-25-16,1 0-38 0,1-1-30 0,8-1-32 15,-7 0-39-15,-3-1-34 0,9-2-52 0,-6-2-333 16,5-3-831-16,-4 3 368 0</inkml:trace>
  <inkml:trace contextRef="#ctx0" brushRef="#br0" timeOffset="-126722.86">8128 15319 85 0,'1'-10'397'0,"-1"10"2"0,0 0 8 16,1-10-11-16,-1 10 2 0,0 0-4 0,0 0-7 0,0 0-11 15,-4-14-19-15,4 14-15 0,0 0-23 0,0 0-25 16,0 0-19-16,0 0-25 0,-4-8-27 0,4 8-29 16,0 0-19-16,0 0-21 0,0 0-14 0,0 0-9 15,0 0-15-15,-24 15-7 0,16-7-6 16,1 1-9-16,-6 6-12 0,1-1-4 0,0 2-4 0,-5 3-7 15,1 1-7 1,-1 0-8-16,-1-1-4 0,5-4-3 0,-6 5-8 16,1-1-3-16,3-6-3 0,-2 1-1 0,-2 2-3 15,-3 0-3-15,6-5 2 0,0-3-4 0,2 2-10 16,3-5 0-16,1 0 0 0,1-2 2 0,1-1 2 16,0-1-1-16,8-1 9 0,-10-1-4 0,10 1 0 15,-9-10-2-15,8 5-3 0,-3-2-3 0,4-4 3 16,1-2-1-16,2 0 2 0,-1-2-8 0,1-1 3 15,2 0 9-15,2 1-12 0,-4 5-4 0,4-2 7 16,-1 2-4-16,-1-2-2 0,2 5-3 0,-2-3 4 16,1 3-12-16,-6 7 11 0,12-8 1 0,-7 4-5 15,-5 4-3-15,14 0 0 0,-14 0 0 0,19 3-10 16,-10 1 5-16,1 3 4 0,-1 0 2 0,0 3-2 16,1-4 1-16,-1 3-1 0,-1 0 3 0,2 5-4 15,2-3-1-15,-5 1-2 0,2-3 5 0,-1 2 5 16,1-1-11-16,-1 0 6 0,2-3 7 0,-1 2 1 15,0 0-10-15,0-1 13 0,1-1-3 0,-1 0-12 16,2-3-6-16,1 1-5 0,-6-2-5 0,6 0-9 16,-1-1-14-16,2-1-18 0,-3 1-18 0,2-2-14 15,-3-2-32-15,1 1-35 0,-10 1-42 0,20-5-38 16,-13 4-28-16,-1-3-57 0,-6 4-54 0,11-6-55 16,-11 6-400-16,0 0-906 0,10-6 402 0</inkml:trace>
  <inkml:trace contextRef="#ctx0" brushRef="#br0" timeOffset="-125973.04">6630 15970 89 0,'0'0'151'0,"-7"-4"13"0,7 4 1 0,-5-5 8 16,5 5 8-16,-7-4 7 0,7 4 4 0,-8-4 5 15,8 4 6-15,-10-6 0 0,10 6 3 0,-9-2 2 16,9 2 3-16,-5-4 4 0,5 4-14 0,-6-5 6 16,6 5-10-16,-6-4-13 0,6 4-12 0,0 0-9 15,0 0-20-15,-5-8-9 0,5 8-13 0,0 0 0 16,0 0-4-16,0 0-11 0,-6-4-8 0,6 4-5 15,0 0-4-15,0 0 2 0,0 0 2 0,0 0 5 16,0 0 7-16,0 0 4 0,0 0 2 0,0 0 1 16,0 0 6-16,0 0 6 0,16-4 9 0,-3 2 8 15,7 1 2-15,11 1 7 0,4 0-4 0,3-2-14 16,18 0-8-16,4-3 8 0,4 3-3 0,29-1-19 16,-3-2-5-16,-24 3-7 0,30-5-3 0,-4 1-18 15,5 2 5-15,-5-4-15 0,-1 4-5 0,-26-1 7 16,27-1 3-16,-1-1-5 0,-32 7-1 0,-6-3-9 15,-13 0-2-15,-4 0-29 0,-1-1-26 0,-3 3 0 16,-11 1 0-16,0-3 0 0,-10 1 0 0,2 1 0 0,-3-1 0 16,-2 2 0-16,-8 0 0 0,14 0 0 15,-14 0 0-15,7-1-74 0,-7 1-78 0,8-1-40 16,-8 1-44-16,0 0-46 0,0 0-46 0,0 0-53 16,0 0-60-16,0 0-64 0,-14 14-429 0,4-10-1011 15,1 2 448-15</inkml:trace>
  <inkml:trace contextRef="#ctx0" brushRef="#br0" timeOffset="-125582.52">7354 16182 318 0,'0'0'392'0,"-7"-4"1"15,7 4 7-15,-4-6-1 0,4 6-1 16,-5-7 2-16,5 7-6 0,-3-6-3 0,3 6-14 16,-4-7-7-16,4 7-7 0,0 0-11 0,-2-8-18 0,2 8-14 15,0 0-23-15,0 0-19 0,0 0-32 16,0 0-24-16,-7-3-21 0,7 3-23 0,0 0-16 15,0 0-18-15,0 0-23 0,0 0-14 0,0 0-7 16,0 0-13-16,-9 18-5 0,4-7-8 0,0 0-5 16,1 1-10-16,-3 5-3 0,0-2-9 0,0 2-9 0,0 2-16 15,1-2-22-15,-2 0 0 0,3 1 0 0,-2-3-6 16,-1 1-74-16,1-2-40 0,0 0-41 16,0-4-46-16,2 3-40 0,3-4-60 0,-1-3-44 15,1 0-49-15,-1 0-36 0,3-6-43 0,-3 7-33 16,3-7-303-16,-2 6-882 0,2-6 391 0</inkml:trace>
  <inkml:trace contextRef="#ctx0" brushRef="#br0" timeOffset="-125238.84">7207 16141 307 0,'6'-18'414'0,"2"2"16"0,0-2 5 15,1 3 4-15,0 0-4 0,4-1-7 0,-2 2-15 16,2 2-5-16,-1-1-11 0,-1 2-17 0,3 1-18 15,-5 3-32-15,0 1-20 0,-1 1-30 0,-8 5-33 16,11-6-16-16,-3 4-32 0,-8 2-17 0,15 0-23 16,-15 0-16-16,18 11-14 0,-9-3-12 0,-3 1-5 15,2 5-8-15,2 1-8 0,-2 2-5 0,-3 2 2 16,3 5-21-16,-4-5-1 0,-2 1 10 0,0 5-11 16,0-6-16-16,0 0-2 0,0 0 0 0,0 1-13 15,-2-1-10-15,0-3-29 0,3 2 0 0,-4 0 0 16,1-2 0-16,0-3 0 0,0-1 0 0,0 2 0 15,1-5 0-15,-2 3 0 0,1-12 0 0,0 19 0 16,2-9 0-16,-2-10 0 0,3 14 0 0,-1-6-85 16,1-3-28-16,2 2-36 0,5 0-36 0,-6-3-34 15,-4-4-40-15,10 9-39 0,-6-8-55 0,1 1-48 16,-5-2-66-16,10 3-60 0,-10-3-330 0,0 0-926 16,0 0 410-16</inkml:trace>
  <inkml:trace contextRef="#ctx0" brushRef="#br0" timeOffset="-125004.52">7345 16275 408 0,'-10'-5'481'0,"3"0"17"0,0 3 13 0,1-4 4 16,6 6-16-16,-13-3-5 0,13 3 5 0,-5-6-9 16,5 6-14-16,-5-3-14 0,5 3-19 0,0 0-25 15,0 0-30-15,0 0-30 0,-4-8-25 0,4 8-33 16,0 0-33-16,0 0-26 0,0 0-131 0,18-6-110 15,-5 4 0-15,-2 0 0 0,3 0 0 0,-1 0 0 16,5 0 0-16,0 1 0 0,2-1 0 0,2-1 0 16,-4-1 0-16,1 3 0 0,-1 0 0 0,1-2-217 15,0 1-186-15,-7 0-99 0,5-1-117 0,-5 1-456 16,-12 2-1166-16,23-2 516 0</inkml:trace>
  <inkml:trace contextRef="#ctx0" brushRef="#br0" timeOffset="-124239.08">9054 15504 268 0,'0'0'466'0,"-1"-14"-4"0,1 14 2 0,-1-7-1 15,1 7-1-15,0 0-9 0,-2-10-11 16,2 10-15-16,0 0-10 0,-2-9-21 0,2 9-15 15,0 0-31-15,0 0-27 0,0 0-27 0,0 0-25 0,0-10-33 16,0 10-24-16,0 0-27 0,0 0-20 0,0 0-10 16,0 0-20-16,0 0-11 0,-7 21-11 0,3-10-10 15,3 1-11-15,-5 5-7 0,3 2-5 16,-3-2-12-16,2 6-7 0,-2 2-55 0,3-6-8 0,-3 5 0 16,3-3 0-16,2 2 0 0,1-3 0 0,-3-2 0 15,2 0 0-15,0-1 0 0,0 2 0 0,1-1 0 16,0-3 0-16,0 0 0 0,0-2 0 0,1 0 0 15,-1-4 0-15,1 1 0 0,-1-2 0 0,0 1 0 16,0-9 0-16,1 11-26 0,-1-11-156 0,2 7-35 16,-2-7-35-16,4 7-27 0,-4-7-24 0,0 0-48 15,0 0-39-15,0 0-32 0,0 0-24 0,0 0-31 16,0 0-331-16,0 0-875 0,7-24 387 0</inkml:trace>
  <inkml:trace contextRef="#ctx0" brushRef="#br0" timeOffset="-123989.14">8852 15707 262 0,'0'0'342'0,"-7"-2"2"15,7 2 9-15,-9-3 21 0,9 3 3 0,0 0 12 16,-12-1 1-16,12 1-9 0,0 0-9 0,0 0-9 16,-11-1-14-16,11 1-15 0,0 0-26 0,0 0-28 15,0 0-21-15,-5-4-18 0,5 4-15 0,0 0-16 16,0 0-18-16,0 0-23 0,0 0-19 0,30-2-10 15,-11 2-13-15,1-2-17 0,6-2-8 0,6 3-27 16,0 0-21-16,3-1-26 0,0 1-21 0,3-1-31 16,-5-4-35-16,3 5-41 0,-3-2-48 0,0 2-41 15,-2-2-55-15,-1 2-49 0,0-1-42 0,-9 2-38 16,2-1-53-16,3-1-46 0,-8 2-303 0,1-4-838 16,-7 1 371-16</inkml:trace>
  <inkml:trace contextRef="#ctx0" brushRef="#br0" timeOffset="-123661.09">9641 15546 73 0,'0'0'385'0,"0"0"18"0,9-12 25 0,-6 7 10 16,-3 5 15-16,2-6-3 0,-2 6-3 0,2-10 1 0,-2 10 1 15,2-6-8-15,-2 6-21 0,0 0-21 0,0 0-36 16,3-5-33-16,-3 5-29 0,0 0-28 0,0 0-35 15,0 0-23-15,0 0-23 0,0 0-20 16,0 0-15-16,0 0-14 0,-1 22-17 0,0-11-9 16,-2 3-13-16,1-1-14 0,-1 3-2 0,2 2-40 0,-4 0-48 15,1 7 0-15,3-7 0 0,-1 0 0 0,0 2 0 16,1-4 0-16,-1 2 0 0,0-1 0 16,0-5 0-16,2 1 0 0,-1-1 0 0,1-2 0 0,-1 0 0 15,1-1 0-15,-1-1-144 0,1-8-59 16,-2 11-34-16,2-11-39 0,0 8-30 0,0-8-24 0,0 0-42 15,0 0-45-15,0 0-49 0,5 3-32 0,-5-3-326 16,0 0-893-16,0 0 396 0</inkml:trace>
  <inkml:trace contextRef="#ctx0" brushRef="#br0" timeOffset="-123176.83">9611 15546 250 0,'2'-14'409'0,"-2"14"15"15,2-16-7-15,0 9 0 0,1-2-3 16,-2-1-6-16,2 2-19 0,0 1-16 0,0-2-17 16,1 1-26-16,1-2-30 0,1 3-25 0,2-2-28 15,3 1-23-15,-1 1-23 0,4-4-22 0,1 1-16 0,-3 6-22 16,4-3-12-16,1 2-12 0,-4 2-17 0,1 0-6 16,-1 0-12-16,0 3-10 0,-1-1-8 0,-12 1-5 15,20 1-6-15,-12 2-9 0,4 0-7 16,-3 0-2-16,-2 2-2 0,-7-5-6 0,13 14-6 15,-9-9-1-15,0 2-3 0,-3 1 0 0,1 0-1 16,-2 1-4-16,0 0-1 0,-3 2 0 0,-2-1-1 0,-4 5 0 16,0-2 3-16,-5 2-4 0,-2-4-3 15,0 3 2-15,-1-2-1 0,-1-2-1 0,1 1 0 16,0-4 4-16,-1 1 8 0,4-1 10 0,1-3 10 16,3 1 18-16,0-3 18 0,1 1 6 0,2-2 13 15,7-1 17-15,-9 2-2 0,9-2 2 0,0 0-2 0,-7 4-2 16,7-4-2-16,-8 1-19 0,8-1-85 0,0 0 0 15,0 0 0-15,0 0 0 0,0 0 0 16,0 0 0-16,0 0 0 0,0 0 0 0,17 16 0 16,-7-11 0-16,1 2 0 0,2 2 0 0,1 1 0 15,-1 3 0-15,0-1 0 0,2 0 0 0,-2-1 0 0,1 0 0 16,-2 2 0-16,0 0 0 0,0 0 0 0,-1-2 0 16,-1-2 0-16,-1 0 0 0,0 1 0 15,-1-2-12-15,1 1-207 0,-1 0-50 0,1 1-61 16,-2-5-45-16,-3 1-42 0,1 0-43 0,-5-6-52 15,11 7-422-15,-11-7-1010 0,9 4 447 0</inkml:trace>
  <inkml:trace contextRef="#ctx0" brushRef="#br0" timeOffset="-122505.1">10041 15815 192 0,'0'0'416'0,"0"0"25"0,0 0 6 0,5-4 6 16,-5 4-1-16,0 0-2 0,0 0-10 0,0 0-10 16,0 0-3-16,0 0-17 0,6-4-16 0,-6 4-18 15,0 0-15-15,0 0-23 0,0 0-24 0,0 0-30 16,0 0-23-16,0 0-27 0,0 0-24 0,0 0-25 0,0 0-19 16,0 0-21-16,0 0-14 0,0 0-16 15,0 0-13-15,0 0-85 0,0 0-17 0,0 0 0 16,4 14 0-16,-4-14 0 0,1 8 0 0,-1-8 0 15,3 10 0-15,-2-4 0 0,-1-6 0 0,1 10 0 16,-1-10 0-16,0 12 0 0,0-12 0 0,0 0 0 0,0 12 0 16,0-12 0-16,0 0 0 0,0 0 0 15,2 10 0-15,-2-10 0 0,0 0 0 0,0 0 0 16,0 0 0-16,0 0 0 0,0 0 0 0,0 0 0 16,0 0 0-16,0 0-6 0,15-8 1 0,-15 8-1 15,8-12-2-15,-1 4 4 0,-1 1-1 0,-1 1-2 0,2-1 11 16,0-2 4-16,0 2 6 0,-1 2 1 0,-1 0-15 15,1 0 0-15,-2-1 0 0,2 4 0 16,-6 2 0-16,8-5 0 0,-4 3 0 0,-4 2 0 16,11-3 0-16,-11 3 0 0,0 0 0 0,12 4 0 15,-7-2 0-15,-5-2-7 0,9 6 5 0,-4 0 2 0,0-1 2 16,-1 1-8-16,0-1 0 0,-2 0 0 16,2 1-9-16,-4-6-5 0,5 11-1 0,-3-6-11 15,1 0-2-15,-3-5-10 0,4 9 20 0,-4-9-10 16,3 5 6-16,-3-5 9 0,0 0 6 0,3 5 2 15,-3-5 7-15,0 0 2 0,0 0-1 0,0 0 6 0,0 0-13 16,0 0 11-16,15-10 0 0,-10 6 0 0,1 0-3 16,-1-1 3-16,0 1-2 0,0-3 5 15,3 1 1-15,0 1 2 0,-3 2 2 0,1-3 2 16,-1 4 0-16,-5 2-4 0,9-6-1 0,-4 3-1 16,-5 3-1-16,9-3-7 0,-9 3 1 0,8 0-1 0,-8 0 2 15,0 0-4-15,13 5 3 0,-8-3-1 0,0 3 3 16,-5-5-5-16,8 8 4 0,-3-3-4 0,1 0-29 15,-1-1-44-15,2 5-38 0,2-3-39 16,-2 2-39-16,1-2-43 0,0 0-44 0,1 1-35 16,1-1-42-16,1-3-50 0,1 2-50 0,2-2-64 15,-1-2-268-15,1-1-855 0,0 0 377 0</inkml:trace>
  <inkml:trace contextRef="#ctx0" brushRef="#br0" timeOffset="-122223.93">10595 15535 351 0,'3'-10'421'0,"-3"10"9"0,4-16-7 0,-1 9-14 15,-3 0-8-15,0 7-9 0,3-8-8 16,-3 8-11-16,3-7-24 0,-3 7-28 0,0 0-31 16,5-6-31-16,-5 6-28 0,0 0-20 0,0 0-8 15,13 8-12-15,-6 0-9 0,0 4-2 0,2 2 1 0,1 4 2 16,1 5-19-16,2-1 2 0,-4 5-14 15,0 1-11-15,-1 1-3 0,-4 0-11 0,-2 0-20 16,1-1-3-16,-2 1-12 0,-4-3-4 0,1 2-9 16,-5 1-14-16,2-2 2 0,-6 2-10 0,-1-1-9 15,1-3-36-15,-3 1-41 0,-3-2-50 0,-2 1-52 0,-3 0-63 16,-2-3-77-16,2-1-76 0,-5-1-89 16,3-3-104-16,-5-2-452 0,1 1-1072 0,1-4 474 15</inkml:trace>
  <inkml:trace contextRef="#ctx0" brushRef="#br0" timeOffset="-119068.27">11249 15802 124 0,'0'0'363'0,"0"0"-1"15,0 0 8-15,0 0 1 0,0 0 5 0,0 0 0 16,-11-2-2-16,11 2-7 0,0 0-7 0,0 0-9 0,0 0-12 15,0 0-14-15,0 0-11 0,0 0-25 0,0 0-17 16,0 0-29-16,0 0-23 0,-1-8-20 16,1 8-27-16,16-7-14 0,-5 4-19 0,2 0-13 15,6-2-14-15,1 1-16 0,0 1-1 0,-2 0-27 16,3 1-17-16,-2 2-24 0,0 0-42 0,-3 1-37 0,-4 1-36 16,0 0-36-16,-3-1-34 0,0 0-60 0,-2 1-43 15,-3 1-44-15,-4-3-43 0,7 6-23 16,-7-6-44-16,0 0-45 0,0 0-250 0,0 0-766 15,-18 17 339-15</inkml:trace>
  <inkml:trace contextRef="#ctx0" brushRef="#br0" timeOffset="-118802.68">11261 15974 77 0,'-3'5'373'0,"3"-5"21"0,0 0 17 16,0 0 12-16,0 0 16 0,0 0 8 0,-6 4-9 0,6-4-7 15,0 0-8-15,0 0-18 0,0 0-23 0,0 0-11 16,0 0-19-16,0 0-42 0,0 0-13 16,0 0-25-16,0 0-29 0,0 0-18 0,19-2-23 15,-19 2-22-15,18-5-17 0,-7 1-17 0,1 2-18 16,1 0-10-16,-1-1-12 0,2-1-4 0,2 2-17 0,3-2-1 16,-3 2-22-16,-2-2-36 0,-1 2-34 15,1 1-45-15,-3-2-39 0,2 3-53 0,-2-2-51 16,-2 0-55-16,-1 1-63 0,2-1-57 0,-10 2-57 15,0 0-65-15,17 3-60 0,-17-3-316 0,0 0-941 16,0 0 417-16</inkml:trace>
  <inkml:trace contextRef="#ctx0" brushRef="#br0" timeOffset="-117209.03">11948 16114 333 0,'0'0'471'0,"0"0"13"0,0 0 3 0,0 0 7 16,0 0-16-16,0 0-11 0,0 0-15 0,0 0-23 15,0 0-18-15,1-12-27 0,-1 12-20 0,0 0-21 16,0-13-23-16,0 13-14 0,0-10-18 0,0 10-18 16,1-13-23-16,2 4-17 0,-2 0-21 0,4-3-14 15,-3-1-4-15,2 2-8 0,3-7-28 0,-1 2-155 16,1-2 0-16,1 1 0 0,3-6 0 0,-3 5 0 16,2-5 0-16,1 0 0 0,-2-1 0 0,1 1 0 15,0-1 0-15,-1-3 0 0,-3-1 0 0,4 3 0 16,-4 0 0-16,3-1 0 0,-5 11 0 0,1 1 0 15,0 1 0-15,-4 4 0 0,2-1 0 0,0 6 0 16,-3 4 0-16,4-10 0 0,-4 10 0 0,3-8 0 16,-3 8 0-16,0 0 0 0,4-3 0 0,-4 3 0 15,0 0 0-15,0 0 0 0,6 17 0 0,-3-9 0 16,-2 3 0-16,-1 3 0 0,-1 2 0 0,1 0 0 16,0 1 0-16,0 0 0 0,0 0 0 0,0-1 0 15,0 0 0-15,-3 1 0 0,1-5 0 0,2 0 0 16,-2 0 0-16,4 0 0 0,-4-3 0 0,2 1 0 15,0-4 0-15,0-6 0 0,2 13 0 0,-2-13-48 16,0 7-28-16,0-7 15 0,5 7 6 0,-5-7 15 16,9 2 1-16,-9-2 3 0,0 0 4 0,23-10 6 15,-17 4-1-15,3 1 8 0,2-4 1 0,-1 2 11 16,-1-2 2-16,1 1 9 0,0-1-7 0,-2 1 2 16,1 1 5-16,1 0-3 0,-4 0 15 0,-2 3 1 15,1-1-6-15,-5 5-1 0,4-6-4 0,-4 6 1 16,5-4-7-16,-5 4 3 0,9-2-4 0,-9 2 4 15,0 0-1-15,0 0-4 0,9 8-6 0,-7-3 4 16,-2-5 2-16,2 12-4 0,1-6 3 0,-1 2 1 16,0 2 3-16,0-1-2 0,2 0-13 0,2 0-18 15,-4-2-26-15,1 2-25 0,0-3-23 0,2 0-28 16,-1 1-30-16,-2-2-36 0,6 0-36 0,0 1-25 16,-3-3-45-16,3 0-31 0,-1 0-41 0,-7-3-56 15,12 0-43-15,-12 0-279 0,0 0-819 0,15-4 362 16</inkml:trace>
  <inkml:trace contextRef="#ctx0" brushRef="#br0" timeOffset="-115131.31">12781 15727 43 0,'0'0'273'0,"0"0"-6"0,-5-5 0 0,5 5-2 15,0 0 1-15,-4-6 5 0,4 6-9 0,0 0 4 16,-5-6 11-16,5 6-3 0,0 0 2 0,-2-7-11 16,2 7-1-16,0 0-11 0,-4-7-17 0,4 7-8 15,0 0-16-15,0 0-18 0,0-11-17 0,0 11-16 16,0 0-19-16,4-8-14 0,-4 8-16 0,0 0-11 15,2-8-13-15,-2 8-8 0,0 0-11 0,7-6-8 16,-7 6-8-16,7 0-8 0,-7 0-6 0,0 0-2 0,18 6-9 16,-11-2-3-16,1 1-2 0,-2 1 0 15,4 1-5-15,-3 1-6 0,-1 0-2 0,2-1 2 16,-6 1-3-16,2-1-4 0,-1 2 1 0,-1 0-2 16,0-1 2-16,-4 1-3 0,2-9 5 0,-5 16 1 0,-1-8-5 15,-2 0 3-15,0-1-2 0,-1 2 3 0,-3-1-6 16,-1 1 5-16,-3-2-3 0,1 0-1 15,-2 0-5-15,4-3 0 0,-1-2 2 0,2 1 3 16,0-1 2-16,0-2-2 0,6 2 3 0,6-2-2 16,-17-5 5-16,9 1 6 0,-1 0-3 0,7-1 0 0,2-5-1 15,-4-2-1-15,4 3 0 0,2-5-1 0,1-1-3 16,5 0 2-16,-6 1-2 0,8 0 1 16,-4 0-3-16,1 3-1 0,0 1 0 0,2 2 0 15,2-3-4-15,-4 5 0 0,3-1-2 0,4 2 1 16,-3-2-3-16,-1 5 0 0,1-5 1 0,0 7 5 15,3 0-5-15,-8 0-5 0,-6 0 0 0,13 2 4 0,-5 0-2 16,-1 1 2-16,-1 2 1 0,-2 0 5 0,0 2 4 16,2 2 1-16,-4 1 9 0,2 0 9 15,-1 4 0-15,1-4-1 0,-2 6 4 0,-2 2-5 16,0 0 1-16,0 0 4 0,-2 1 8 0,-2-2 1 16,1 2-1-16,-1-1-5 0,2 0-2 0,-4 3 3 0,4-2-7 15,0-2 0-15,0 0-6 0,0 0 0 0,-2-1-5 16,2 0 11-16,1 0-11 0,-1 1 2 15,0-3-2-15,0 2-2 0,2 1 0 0,-2-5-5 16,0 3 1-16,0 1 1 0,2-4-1 0,-4 3 2 16,6-3-3-16,-4-1 3 0,2 0-7 0,0 5 4 0,0-4-5 15,0-4 5-15,0 0-4 0,0-1-1 0,-4 1 3 16,4-8-4-16,2 14 2 0,-2-14-2 16,2 10 2-16,-2-10 1 0,0 8 0 0,0-8 2 15,0 0 3-15,0 9 0 0,0-9 7 0,0 0 24 16,0 0 26-16,0 0 23 0,0 0-1 0,0 0-3 0,0 0-1 15,0 0 6-15,0 0 2 0,0 0-2 0,0 0-9 16,16-26 3-16,-11 18-11 0,3-3-1 16,0 3 6-16,1 1-8 0,1-1-16 0,4-3-53 15,-2 0 0-15,1 1 0 0,3 0 0 0,-6 2 0 16,2 1 0-16,-1 1 0 0,0-1 0 0,1 1 0 0,-3 1 0 16,-3 1 0-16,1 1 0 0,0 1 0 15,-2-3 0-15,1 2 0 0,-6 3 0 0,9-5 0 0,-9 5 0 16,7-5 0-16,-7 5 0 0,0 0 0 15,7-2 0-15,-7 2 0 0,0 0 0 0,4-5 0 0,-4 5 0 16,0 0-57-16,0 0-130 0,0 0-40 0,0 0-43 16,0 0-48-16,5-3-53 0,-5 3-59 0,0 0-64 15,2-8-51-15,-2 8-337 0,0 0-956 0,2-18 423 16</inkml:trace>
  <inkml:trace contextRef="#ctx0" brushRef="#br0" timeOffset="-114647.05">13578 15474 11 0,'4'-11'369'0,"-4"11"-13"0,2-10-3 16,-2 10-2-16,0 0-16 0,3-12 7 0,-3 12-10 16,0-9-11-16,0 9-3 0,0 0-16 0,0 0-16 0,0 0-15 15,0 0-17-15,-2-15-20 0,2 15-21 0,0 0-22 16,0 0-20-16,0 0-20 0,0 0-13 16,0 0-13-16,0 0-9 0,0 0-5 0,-25 12 3 15,14-3-3-15,2 5-12 0,0 0-2 0,-5 2 7 16,-1 6 1-16,-1 1-11 0,3 3-5 0,-1-1-1 0,-1 3-11 15,5-2 5-15,-3 3 4 0,0 0-10 0,5 1-8 16,-3 0 0-16,3 0 2 0,3 0-9 16,-4 1-7-16,7-2-6 0,-7 0-10 0,2-1-1 15,3 2-1-15,1-3-8 0,3-1 7 0,-2 1-8 16,7-2-3-16,-1 0-1 0,-1-6-1 0,3 0 0 0,1-1-7 16,4 5-8-16,-2-4-2 0,4-3 0 0,-1 0-4 15,-1-2-5-15,-2 1-9 0,2-3-11 16,2 2-13-16,-2-2-25 0,-3-3-26 0,1 0-33 15,1 0-28-15,-2-3-39 0,0 1-22 0,-3-3-30 16,-1 0-19-16,1-1-29 0,-5-3-21 0,9 4-40 0,-9-4-50 16,9 2-44-16,-9-2-288 0,0 0-792 0,0 0 351 15</inkml:trace>
  <inkml:trace contextRef="#ctx0" brushRef="#br0" timeOffset="-113631.68">13722 15672 273 0,'0'0'365'0,"0"0"-8"0,-2-8-15 16,2 8 4-16,0 0-1 0,0 0-4 0,-2-8-7 15,2 8-16-15,0 0-18 0,0 0-23 0,0 0-26 16,0 0-23-16,0 0-26 0,0 0-23 0,0 0-22 16,0 0-14-16,0 0-17 0,0 0-15 0,0 0-10 15,15-2-14-15,-15 2-9 0,0 0-6 0,16 10-8 16,-9-5-7-16,-1 0-10 0,3 2-3 0,1-1-6 16,-4 2-4-16,1 0-4 0,1 0-8 0,-2 1 0 15,-2-2 0-15,2 2-5 0,-3 0-1 0,-1-2-1 16,2 1-2-16,-2 0-1 0,0 0 1 0,-2-8-3 15,-4 13 1-15,2-6-3 0,0-2 1 0,-2 1-3 16,1 1-4-16,3-7 3 0,-8 8 2 0,2-5-2 16,6-3 3-16,-6 6-1 0,6-6 3 0,-5 4 3 15,5-4 0-15,0 0-2 0,0 0 5 0,0 0 0 16,0 0 5-16,0 0 1 0,-6-15-1 0,6 15-3 16,8-17-2-16,-3 9 3 0,2-1-2 0,0-2-5 15,2 3-2-15,-1-2-4 0,2 0 2 0,-1 2-3 16,2-1-1-16,0 4-1 0,0-3-3 0,0 4 3 15,3 0-3-15,-3 1 0 0,1 3 0 0,-1-1-5 16,2 1 0-16,-1 0 3 0,-2 2-3 0,-3 0 0 16,3 2-1-16,-1-1 2 0,-5 2-4 0,5 1 5 15,-2 3-1-15,-3-3-3 0,-1-1 7 0,-1 3-5 16,0-1 2-16,-2 0-4 0,0-7 2 0,0 12 3 16,0-12-1-16,0 11 3 0,0-11 3 0,0 8-2 15,0-8 6-15,0 7 2 0,0-7 2 0,0 0 4 16,0 0 9-16,0 0 6 0,0 0 1 0,0 0 2 15,0 0 3-15,0 0-5 0,0 0 0 0,9-19 0 16,-7 12-5-16,-2 0-3 0,4-2 0 0,1 1 0 16,0-2-6-16,-3 5 2 0,3-1 3 0,-1-1 4 15,0 2 0-15,0 0-4 0,2 1-2 0,-6 4-1 16,6-8-1-16,-6 8-7 0,5-1-2 0,-5 1-5 16,0 0 0-16,0 0 6 0,17 5-7 0,-14-1 2 15,2 1-5-15,-1 0 2 0,-4-5 2 0,7 11-4 16,-5-4-1-16,0 2 6 0,2 1-1 0,1-2-5 15,0 2-2-15,-5-3-16 0,2 2-24 0,0-3-26 16,0 2-50-16,-2-8-29 0,4 13-50 0,-3-8-41 16,5 2-44-16,-3-1-43 0,-3-6-55 0,11 9-52 15,-5-7-307-15,-6-2-801 0,12 2 355 0</inkml:trace>
  <inkml:trace contextRef="#ctx0" brushRef="#br0" timeOffset="-113334.84">14387 15826 214 0,'0'0'399'0,"0"0"9"0,4-6-5 16,-4 6-4-16,0 0-5 0,0 0-13 0,0 0-17 16,0 0-19-16,0 0-20 0,-9-10-27 0,9 10-20 15,0 0-19-15,-13-1-19 0,13 1-18 0,0 0-21 16,-18 6-19-16,11-3-18 0,-1 2-15 0,-2 0-14 15,1 1-15-15,0 1-11 0,3 0-10 0,-6 0-13 16,5 2-1-16,1 1-10 0,1-3-9 0,-4 1-10 16,4-1-4-16,-3 0-6 0,7 1-7 0,-3-2-13 15,2 1-7-15,0-1-9 0,2-6-8 0,4 13-16 16,0-7-18-16,1 2-32 0,2 0-38 0,4-5-38 16,0 5-43-16,2-5-27 0,6 2-26 0,2-2-41 15,-2 0-38-15,3-2-42 0,6 0-42 0,-1-2-322 16,-7-2-779-16,-2-1 345 0</inkml:trace>
  <inkml:trace contextRef="#ctx0" brushRef="#br0" timeOffset="-112756.88">14865 15686 280 0,'0'0'415'0,"4"-11"6"0,-3 6 3 16,-1 5 4-16,2-9-9 0,-2 9-19 0,2-9-21 16,-2 9-26-16,0-9-18 0,0 9-22 0,0 0-23 15,2-7-30-15,-2 7-27 0,0 0-30 0,0 0-22 16,0 0-18-16,0 0-21 0,0 0-15 0,0 0-12 16,0 0-12-16,0 0-5 0,0 0-18 0,0 0-5 15,-21 17-8-15,12-7-7 0,-1-1-3 0,-1 2-4 16,-1 2-5-16,0 1-2 0,-1 1-10 0,0-1 4 15,1 1-10-15,-5-1 6 0,4-1-8 0,-7 5-3 16,1-5-4-16,4-2 2 0,-1 3-4 0,1-3 2 16,-2-1-6-16,4-1-1 0,3-1-7 0,-1-4-4 15,1 0 3-15,3 1-3 0,-2-2 4 0,4-2 0 16,5-1 2-16,-9 2 0 0,9-2-1 0,0 0 0 16,-10-6-6-16,10 6-3 0,-3-13-2 0,3 13-1 15,3-14 2-15,-1 5-5 0,5-1 2 0,-4 2 5 16,2-3-2-16,2 4-4 0,0-3-1 0,-1 3-2 15,-1 3 3-15,3-4 0 0,-3 3-2 0,2 2 3 16,0-1-5-16,-7 4 1 0,11-2 1 0,-2 0 1 16,-9 2 1-16,13 3-4 0,-6-1 3 0,0 2 0 15,2 2-1-15,-3-1 0 0,3 3-1 0,-4-1 1 16,3-1 0-16,-2 4 2 0,1-1 0 0,-1-1 2 16,-1-2 0-16,2 1 4 0,-3 0 0 0,2 1-2 15,-1-1 1-15,-1-3 2 0,1 1-3 0,0 3 2 16,1-3 0-16,-1-2 2 0,2 2 3 0,-3 0-3 15,0-1 0-15,-4-4-10 0,10 4-4 0,-5-2-11 16,-5-2-7-16,10 5-18 0,-10-5-27 0,12-3-28 16,-12 3-25-16,10-1-41 0,-10 1-52 0,9-3-38 15,-9 3-46-15,10-4-53 0,-5 1-73 0,-5 3-334 16,0 0-828-16,4-11 367 0</inkml:trace>
  <inkml:trace contextRef="#ctx0" brushRef="#br0" timeOffset="-112134.8">13747 16211 7 0,'0'0'259'0,"0"0"-3"0,0 0 3 0,0-7-17 0,0 7-8 15,0 0-9-15,0 0-10 0,0 0-12 16,0 0-11-16,-2-8-7 0,2 8-8 0,0 0-7 16,-5-6-7-16,5 6-6 0,0 0 8 0,-7-5 0 15,7 5 1-15,0 0 3 0,-4-4-4 0,4 4 6 16,-5-5 1-16,5 5 2 0,0 0 4 0,-8-2 0 0,8 2 0 16,0 0-5-16,-8-4 4 0,8 4-3 15,0 0 1-15,0 0-6 0,-4-7-1 0,4 7 2 16,0 0 7-16,0 0-11 0,0 0-11 0,0 0-24 15,0 0-8-15,20-4-17 0,-7 4-12 0,17 0-4 16,1 0-17-16,10 0-7 0,15-2-3 0,6 4-3 16,4-4-8-16,31 5-4 0,-3-2-5 0,5-5-3 15,-7 0-7-15,0 2-6 0,0 0-3 0,-30 2-1 16,0 2 2-16,-2-1-3 0,-3-1-4 0,-7 0-4 16,-12 1-3-16,-6 0 7 0,-4 2-5 0,-7-1-5 15,-4-7 3-15,-2 5-8 0,-3 0 3 0,-1 3-23 16,-5-1-14-16,2-1-22 0,-8-1-17 0,10 3-28 15,-5-3-31-15,-5 0-39 0,0 0-40 0,0 0-46 16,9 0-32-16,-9 0-22 0,0 0-36 0,0 0-41 16,0 0-72-16,-24 5-371 0,10-2-897 0,3 0 397 15</inkml:trace>
  <inkml:trace contextRef="#ctx0" brushRef="#br0" timeOffset="-111353.55">14124 16439 411 0,'2'-10'471'0,"-2"10"1"16,0 0-11-16,0-8-10 0,0 8-16 0,0 0-15 16,0 0-28-16,0 0-17 0,0 0-27 0,-2-8-23 15,2 8-38-15,0 0-25 0,0 0-32 0,0 0-25 16,0 0-22-16,0 0-19 0,0 0-22 0,0 0-15 15,0 0-9-15,0 0-12 0,0 0-8 0,0 0-12 16,-2 26-2-16,0-19-17 0,0 3-6 0,0-1-6 16,-1 4-10-16,-2-3 3 0,3 0-6 0,-1 3-9 15,1-2-4-15,-2 0 2 0,-3 1-8 0,1-2 2 16,1 5 3-16,-2-3-11 0,3-5 2 0,-3 4 0 16,3-3-3-16,0 2-1 0,-2-4-8 0,4-1-1 15,2-5 5-15,-4 11-4 0,4-11 6 0,-3 6-4 16,3-6 7-16,-4 4-3 0,4-4 8 0,0 0 15 15,0 0-2-15,0 0 5 0,0 0-10 0,0 0-1 16,0 0 3-16,0 0 8 0,0 0 1 0,13-24 5 16,-7 17 4-16,0-4 14 0,1-2-9 0,-1 3 5 15,1-1-3-15,-2 0 7 0,4-3-1 0,-3 0-2 16,3-1 0-16,-1 6-45 0,0-6-15 0,-1 6 0 16,-1-1 0-16,1 2 0 0,-2-1 0 0,2 0 0 15,-3 0 0-15,0 3 0 0,0 2 0 0,-4 4 0 16,8-9 0-16,-4 7 0 0,-4 2 0 0,2-7 0 15,-2 7 0-15,0 0 0 0,0 0 0 0,3-6 0 16,-3 6 0-16,0 0 0 0,0 0 0 0,0 0 0 16,0 0 0-16,11 14 0 0,-9-5 0 0,2 0 0 15,2 2 0-15,-4-1 0 0,0 6 0 0,2 0 0 16,-4-1 0-16,5 1 0 0,-3-2 0 0,0-2 0 16,-2 2 0-16,2-2 0 0,0 1 0 0,-2-2 0 15,0 0 0-15,0 2 0 0,2-5 0 0,-1 3 0 16,-1-1 0-16,0-2 0 0,0-1 0 0,0 3 0 15,2-3 0-15,-2-7 0 0,3 11 0 0,-3-6 0 16,0-5-1-16,0 0-148 0,0 10-14 0,0-10-11 16,0 0-15-16,0 0-22 0,0 0-53 0,0 0-18 15,0 0-50-15,0 0-49 0,0 0-41 0,0 0-56 16,0 0-380-16,0 0-929 0,0 0 412 0</inkml:trace>
  <inkml:trace contextRef="#ctx0" brushRef="#br0" timeOffset="-111134.93">14097 16575 47 0,'-9'0'399'0,"9"0"10"0,0 0 8 15,0 0 3-15,-9-1-7 0,9 1-3 0,0 0-4 16,0 0-2-16,0 0-10 0,0 0-17 0,0 0-19 16,0 0-28-16,0 0-18 0,0 0-27 0,0 0-38 15,0 0-22-15,0 0-21 0,0 0-19 0,0 0-24 16,0 0-35-16,27-10-25 0,-13 10-36 0,3-1-34 15,-1 1-49-15,2-3-57 0,5 3-60 0,5-7-62 16,-1 5-68-16,-8 0-80 0,3 2-86 0,-2-3-446 16,-4 0-950-16,2-2 421 0</inkml:trace>
  <inkml:trace contextRef="#ctx0" brushRef="#br0" timeOffset="-110666.3">14452 16402 34 0,'0'0'381'0,"0"0"6"16,0 0-2-16,1-11-5 0,-1 11-4 0,0 0 9 16,2-6 4-16,-2 6-2 0,0 0-6 0,0 0-2 0,0 0-18 15,1-8-6-15,-1 8-14 0,0 0-24 0,0 0-18 16,0 0-20-16,3-5-21 0,-3 5-19 15,0 0-18-15,6-6-28 0,-6 6-16 0,5-4-20 16,-5 4-13-16,6-2-22 0,-6 2-13 0,0 0-11 16,12-3-10-16,-12 3-3 0,6-1-20 0,-6 1 0 0,0 0-2 15,13 1-14-15,-13-1-12 0,10 3-2 0,-10-3-6 16,7 4-5-16,-2-1 2 0,-5-3-3 16,6 7-9-16,-4-2-3 0,-2-5-5 0,2 10 5 15,1-3-2-15,-1 1-1 0,-2-1-1 0,1 2-5 16,-1-9-2-16,-3 14 0 0,0-5 0 0,1 0 0 0,-2-1 0 15,0 2 0-15,-1-2 0 0,2 0 0 0,0-1 0 16,0-2 0-16,3-5 0 0,-7 11 0 16,6-7 0-16,1-4 0 0,-6 9 0 0,6-9 0 15,0 4 0-15,0-4 0 0,0 0 0 0,0 0 0 16,0 0 0-16,12 5 0 0,-4-4 0 0,5-2 0 0,1 0 0 16,-2-1 0-16,8 0 0 0,-2 0 0 0,2-5 0 15,1 3 0-15,0-1-68 0,0 2-90 0,0 0-68 16,8-3-82-16,-3 0-97 0,1 0-120 15,2 3-559-15,0-6-1174 0,-10 5 519 0</inkml:trace>
  <inkml:trace contextRef="#ctx0" brushRef="#br0" timeOffset="-109978.96">15638 15834 92 0,'0'0'420'0,"2"-8"5"0,-2 8-5 0,0 0-5 0,2-8 1 15,-2 8-16-15,0 0-9 0,3-7-14 0,-3 7-3 16,0 0-30-16,0 0-19 0,0 0-11 15,0 0-30-15,0 0-25 0,0 0-29 0,0 0-20 16,0 0-28-16,3-5-23 0,-3 5-19 0,0 0-16 16,0 0-8-16,0 0-15 0,0 0-8 0,-1 29-6 0,0-19-7 15,1 8-11-15,0 0 5 0,-1 0-10 0,1 0-1 16,-2 0-6-16,1 1-6 0,-1 6-3 16,2 0-7-16,-3 0-2 0,3-5-1 0,0-3-3 15,0 2-4-15,0 0-3 0,-1-1-2 0,1-2-4 16,-2 0-3-16,2 0-3 0,0-4 0 0,2 1-2 0,-2-2-2 15,0-2-3-15,0-1-22 0,1 0-4 0,-1-8-18 16,1 12-11-16,-1-12-17 0,0 10-17 16,0-10-21-16,1 8-18 0,-1-8-14 0,3 4-38 15,-3-4-49-15,0 0-46 0,0 0-44 0,13-2-46 16,-13 2-60-16,6-10-51 0,-5 3-323 0,-1 7-856 0,5-17 380 16</inkml:trace>
  <inkml:trace contextRef="#ctx0" brushRef="#br0" timeOffset="-109713.39">15550 16104 270 0,'0'0'396'0,"0"0"14"0,-5-4 15 0,5 4 2 16,-4-5-7-16,4 5-9 0,0 0-12 16,-5-8-20-16,5 8-18 0,0 0-20 0,0 0-18 15,0 0-20-15,0 0-27 0,0 0-12 0,0 0-18 16,0 0-18-16,0 0-25 0,0 0-30 0,7-13-14 0,0 9-18 15,3 2-15-15,0-3-3 0,1 3-26 16,1-3-10-16,6 1-13 0,0-2-14 0,0 2-16 16,2 0-28-16,1 1-30 0,-2 0-25 0,3-1-32 15,-1 2-32-15,0-1-41 0,1 0-45 0,-1 0-42 16,0 1-42-16,1 0-41 0,-3 1-47 0,-1 1-48 0,3-3-50 16,-10 1-304-16,7-1-826 0,-6 3 365 0</inkml:trace>
  <inkml:trace contextRef="#ctx0" brushRef="#br0" timeOffset="-108932.33">16346 15843 340 0,'0'0'422'0,"0"0"12"15,0-14 5-15,0 14 4 0,-2-11-1 0,2 11-5 0,-2-8-7 16,2 8-8-16,-4-9-7 0,4 9-17 16,-2-8-23-16,2 8-35 0,-3-7-26 0,3 7-35 15,0 0-34-15,0 0-26 0,-1-8-27 0,1 8-19 16,0 0-22-16,0 0-14 0,0 0-24 0,0 0-9 16,0 0-9-16,0 0-7 0,0 0-10 0,0 25-8 0,0-13-6 15,0-2-9-15,1 2-2 0,0 3-3 16,-1 0-17-16,2 1 9 0,-1 0-14 0,-1 2 10 15,0-1-14-15,0-2-5 0,-1 2 0 0,-1-1-5 16,2-1-1-16,-1-3-16 0,-1 0 1 0,0-2-10 16,0 1-8-16,1-4 1 0,-1-1-2 0,2-6-8 0,-2 9 1 15,2-9 1-15,0 10 2 0,0-10 10 16,1 7 3-16,-1-7 9 0,0 0 5 0,0 0 3 16,0 0 1-16,0 0-6 0,0 0 3 0,0 0 3 15,0 0-8-15,1-29 0 0,1 16-1 0,1-4 3 16,0-1 5-16,-1-1-5 0,1 0 3 0,0-6 1 0,-1 1 0 15,2 3-5-15,0 3-1 0,1-1 4 16,1 1-5-16,1-8 0 0,2 3 4 0,1-1 10 16,0 7 2-16,-1 0 1 0,0 3 7 0,0 0-13 15,-1 4 3-15,-1 1-1 0,-1 0-6 0,2 1 2 0,0-1 2 16,-3 2-7-16,2 3 2 0,-2 1-5 0,1-1 1 16,0 2-3-16,-6 2 2 0,11-2-4 15,-11 2 3-15,0 0-5 0,15 3 2 0,-10 1-4 16,-1 0 4-16,1 0 0 0,0 3 0 0,-2 2 2 15,1-1-2-15,-3 1-2 0,1 1 0 0,-2 0 7 16,-2 0-3-16,1 1-1 0,-2 2-1 0,-1-2 6 16,-2 1-1-16,-1-1-1 0,-3 2-2 0,1-3 6 0,3-1-6 15,-2 0 7-15,-2-2-6 0,2 1 7 16,1-3 1-16,1 0-1 0,-2-1 6 0,3-1-10 16,-2 1 1-16,1-2-2 0,6-2 8 0,-14 6-1 15,9-5-6-15,5-1 0 0,-11 6 4 0,11-6 0 0,-6 3 1 16,6-3-6-16,-9 4-7 0,9-4 5 0,0 0 6 15,-6 1 2-15,6-1-7 0,0 0 2 16,0 0-4-16,-4 4 2 0,4-4-1 0,0 0 9 16,0 0-1-16,14 20 13 0,-5-13-3 0,0 0-2 0,6 0 1 15,0 5-5-15,2-5 1 0,6 7-2 0,-6-4 5 16,-2-1-8-16,0 1-1 0,1-1 2 0,-1-1 3 16,0 2-29-16,-2-4-22 0,-3 0-40 15,-1 1-48-15,1 0-55 0,-3-4-62 0,-2 2-57 16,0-2-60-16,-1 1-53 0,-4-4-56 0,7 4-66 15,-7-4-332-15,0 0-942 0,0 0 417 0</inkml:trace>
  <inkml:trace contextRef="#ctx0" brushRef="#br0" timeOffset="-108182.52">16718 16043 244 0,'0'0'428'0,"0"0"9"15,0 0-11-15,0 0-11 0,9-7-10 0,-9 7-21 16,0 0-18-16,0-9-24 0,0 9-19 0,0 0-24 0,0 0-17 16,0 0-28-16,2-9-22 0,-2 9-26 0,0 0-21 15,0 0-19-15,0 0-22 0,0 0-16 16,0 0-14-16,0 0-15 0,0 0-13 0,0 0-9 15,0 0-6-15,0 0-10 0,0 0-7 0,0 0-7 16,0 0-2-16,7 19-2 0,-5-14-6 0,-2-5-6 0,3 12-4 16,-3-5-2-16,0 0-1 0,1 2-5 0,1-3-10 15,-2-6-5-15,0 14-14 0,0-7-4 16,0-7-1-16,1 9 2 0,-1-9-4 0,0 8 8 16,0-8-5-16,2 4 3 0,-2-4 5 0,0 0 4 15,3 7 5-15,-3-7 0 0,0 0-1 0,0 0 0 0,0 0 3 16,0 0 0-16,10-15 9 0,-6 9 2 0,-2 0 4 15,2 0 0-15,0-4 7 0,0 4 11 16,1-2 4-16,0 1 1 0,2 2 3 0,-2-1 3 16,0 1-1-16,-5 5 0 0,8-9-1 0,-3 5-2 15,0 1-3-15,-5 3-7 0,7-8-10 0,-7 8-5 0,7-5-4 16,-7 5-4-16,9 0-1 0,-9 0-1 0,11 4-3 16,-6 0 5-16,-5-4-7 0,11 6 0 15,-11-6 0-15,7 8-4 0,-7-8 0 0,5 12 0 16,-2-5-3-16,-3-7-18 0,2 13-2 0,-2-7-3 15,0-6-2-15,2 10 0 0,-1-5-2 0,-1-5 4 0,3 6 3 16,-3-6 3-16,0 0 5 0,2 7 5 0,-2-7 5 16,0 0 2-16,0 0 4 0,0 0-3 0,0 0 1 15,0 0-2-15,0 0 7 0,0 0-9 16,12-16 5-16,-10 9 2 0,2 1-3 0,1 1 1 16,-1-1-2-16,0 1 2 0,0 1-3 0,0-1 2 0,1 0 2 15,-5 5 0-15,7-6 0 0,-7 6-3 0,5-7 2 16,-5 7 1-16,6-3-2 0,-6 3 0 0,0 0 0 15,6-4-2-15,-6 4-1 0,0 0 0 16,0 0 3-16,0 0-7 0,0 0 6 0,14 8 0 16,-12-5-4-16,4 3 4 0,-6-6-1 0,3 8-1 0,1-2 0 15,-1 0 3-15,0-1 1 0,-1 1 0 0,3-1 1 16,-5-5-2-16,8 7-12 0,-6-2-29 16,2-2-25-16,-4-3-30 0,7 8-35 0,-7-8-34 15,5 7-40-15,0-5-45 0,-5-2-36 0,6 5-43 16,-6-5-47-16,0 0-37 0,12 3-342 0,-12-3-817 0,0 0 361 15</inkml:trace>
  <inkml:trace contextRef="#ctx0" brushRef="#br0" timeOffset="-107713.88">16303 16344 264 0,'0'0'338'0,"-11"0"4"0,11 0 3 16,-9-2 2-16,9 2-1 0,-7-1-1 15,7 1 0-15,-8-4-2 0,8 4-8 0,0 0-10 16,-10-4-6-16,10 4-17 0,0 0-15 0,0 0-21 15,0 0-19-15,0 0-13 0,0 0-8 0,-7-2-25 16,7 2-15-16,0 0 3 0,0 0-18 0,0 0 1 16,0 0-6-16,0 0-21 0,0 0-4 0,0 0-7 15,0 0-10-15,0 0-17 0,0 0-4 0,0 0-16 16,29-6-7-16,-9 3-9 0,6 0-12 0,3 2-3 16,9-2-11-16,12-1-2 0,4 2-7 0,3 0-1 0,2-1-15 15,-1 1 8-15,3 1 2 0,3-1-5 0,-2 0-6 16,1 0 0-16,-8 0-3 0,-4-1 4 0,0 1-9 15,-15 3 2-15,-5-1-1 0,-2 0 2 16,-8 1-28-16,-9-1-20 0,1 0-16 0,-4 0-23 16,-1 0-26-16,-8 0-31 0,11 0-23 0,-11 0-38 15,9 0-34-15,-9 0-23 0,0 0-19 0,0 0-28 0,0 0-48 16,0 0-46-16,0 0-52 0,0 0-50 0,-23 11-292 16,13-10-846-16,10-1 374 0</inkml:trace>
  <inkml:trace contextRef="#ctx0" brushRef="#br0" timeOffset="-106932.8">16497 16600 94 0,'-1'-9'460'0,"1"9"1"16,0-8 1-16,0 8-14 0,0 0-22 0,0 0-28 16,0 0-26-16,-3-8-36 0,3 8-25 0,0 0-28 15,0 0-29-15,0 0-29 0,0 0-24 0,0 0-22 16,0 0-22-16,0 0-15 0,0 0-18 0,0 0-10 16,0 0-9-16,0 0-11 0,0 0-13 0,0 0 0 15,0 29-10-15,-1-22-7 0,1 3-6 0,-2 1-5 16,1-1-5-16,-1-1-2 0,0 1-9 0,-3 1-6 15,3-1 3-15,-1-1-3 0,1 1-5 0,-1 0-3 16,0-3 0-16,1 1-2 0,1-1-2 0,-1 0-3 16,0-1-10-16,2-6-9 0,-4 10 3 0,4-10-2 15,-1 7-1-15,1-7 4 0,0 0 3 0,-3 7 3 16,3-7 11-16,0 0-8 0,0 0 2 0,0 0 2 16,0 0-1-16,0 0 14 0,0 0 9 0,13-23-3 15,-9 14-1-15,1-3 6 0,1-1 6 0,1-3-2 16,0 0 0-16,0-2-2 0,0 0-1 0,1 0 5 15,-2 1 6-15,1 0 5 0,1 3 15 0,-2 3-5 16,0 0-1-16,-1 3-9 0,-1-3 3 0,0 5 0 16,0 0-10-16,0 0-3 0,-2 1 0 0,-2 5-8 15,7-8-6-15,-4 5-4 0,-3 3-6 0,6-6 4 16,-6 6-16-16,0 0-5 0,0 0 6 0,0 0-4 16,0 0 3-16,14 11-1 0,-8-3-4 0,-2 1-2 15,-2 1-6-15,6 4 10 0,-5-1-7 0,3 0 4 16,-3 0-3-16,0 0 10 0,1 0-12 0,-1-1 1 15,-1 4-2-15,1-4 6 0,0 0-2 0,-2 0 0 16,-1-2-3-16,2 1 5 0,-2 0-4 0,2-1 2 16,-1-3-4-16,-2 1 3 0,1-8 8 0,0 14-7 15,1-8-1-15,-1-6-26 0,-1 9-13 0,1-9-19 16,0 0-23-16,1 11-22 0,-1-11-13 0,0 0-25 16,-1 7-25-16,1-7-23 0,0 0-34 0,0 0-48 15,0 0-58-15,0 0-38 0,0 0-61 0,0 0-40 16,0 0-320-16,0 0-852 0,-13-18 377 0</inkml:trace>
  <inkml:trace contextRef="#ctx0" brushRef="#br0" timeOffset="-106698.48">16470 16704 201 0,'0'0'393'16,"0"0"38"-16,0 0 17 0,0 0 13 0,-12 1-1 15,12-1-4-15,0 0-7 0,0 0-14 0,0 0-9 16,0 0-21-16,0 0-17 0,0 0-14 0,0 0-33 15,0 0-31-15,0 0-25 0,0 0-36 0,0 0-29 16,0 0-26-16,21-16-19 0,-8 13-11 0,0-2-27 16,4 2-33-16,3-1-35 0,0-2-21 0,0 0-24 15,1 3-28-15,-1-1-35 0,-1-1-20 0,-2 0-29 16,1 2-33-16,-1-2-32 0,-5 0-29 16,0 2-34-16,-1 0-24 0,1 1-49 0,-2-1-46 0,2 2-50 15,-2-4-72-15,-2 4-390 0,-8 1-917 0,12-6 406 16</inkml:trace>
  <inkml:trace contextRef="#ctx0" brushRef="#br0" timeOffset="-105337.4299">17234 15759 183 0,'-4'-4'290'0,"4"4"-16"16,0 0-22-16,-5-8-13 0,5 8-6 0,-5-5-9 0,5 5-5 15,-5-6-3-15,5 6-5 0,-6-5 4 0,6 5-9 16,-5-4-1-16,5 4 4 0,-6-5-7 16,6 5 2-16,0 0-2 0,-3-5 0 0,3 5-7 15,0 0-6-15,0 0-12 0,0 0-11 0,0 0-14 16,0 0-9-16,0 0-24 0,0 0-2 0,0 0-17 16,0 0-10-16,0 0-5 0,0 0-9 0,12 14-9 15,-3-3-5-15,4 2-6 0,4 6-2 0,2 3-7 16,0 2-1-16,2 1-6 0,-1 7 1 0,-2 1-13 15,4 10 8-15,-2 0 1 0,-8-8 3 0,4 8-2 16,-6-11-4-16,-2 1 1 0,0 2-1 0,-4 0 0 16,-4-2 17-16,0 0-3 0,-3 0 4 0,-5 2-1 0,-2-3 1 15,1-1-5-15,-5 0-5 0,0 1 0 16,-2-3-2-16,-3 1-8 0,0-3-1 0,0 0-6 16,0-3-9-16,-1-1 7 0,0-1-6 0,1 0 1 15,1-4-2-15,4-4-6 0,-1 1 4 0,1-3 0 16,2 0-7-16,-2 2 6 0,4-8-6 0,0 2 6 15,1-2-12-15,1 1-1 0,3-3-7 0,0-2-7 16,-1 2-9-16,6-4-7 0,-8 5-7 0,8-5-16 16,-6 4-14-16,6-4-14 0,-6 2-22 0,6-2-15 15,0 0-17-15,0 0-20 0,0 0-41 0,0 0-35 16,0 0-39-16,0 0-38 0,0 0-33 0,0 0-62 16,0 0-336-16,0 0-802 0,0 0 355 0</inkml:trace>
  <inkml:trace contextRef="#ctx0" brushRef="#br0" timeOffset="-66777.33">1882 17168 23 0,'0'0'371'0,"0"0"-6"0,0 0-12 15,0 0-14-15,0 0-2 0,0 0-26 0,0 0-12 16,0 0-8-16,0 0-18 0,0 0-13 0,0 0-14 16,0 0-16-16,0 0-18 0,-8-12-14 15,8 12-21-15,0 0-15 0,0 0-16 0,0 0-16 16,0 0-17-16,0 0-18 0,0 0-8 0,0 0-3 0,0 0-6 16,0 0 3-16,0 0 2 0,-16 27-3 0,13-19-4 15,-2 3-3-15,-1 5-3 0,-2 2-4 0,2-1-4 16,-2 2-6-16,2 3-4 0,-6 2-4 0,1 1-4 15,-2-1-1-15,1 2-6 0,1 0-6 16,0-3-1-16,-1 0-3 0,-1 0-2 0,3-1-3 16,0-6 0-16,1 0-5 0,2-2-3 0,1 2 3 15,-2-5-5-15,4-2-5 0,0 0-1 0,4-9-5 16,-6 10 3-16,5-2-2 0,1-8 0 0,0 0 1 16,-2 13 4-16,2-13 3 0,0 0-3 0,8 7-1 15,-8-7 4-15,14 3-1 0,-1-4-2 0,1 0 0 16,7 1-1-16,-1-3-2 0,2 5 2 0,-1-5-2 15,9 2 3-15,-9-1-4 0,1-1 0 0,0 1 0 16,-2 0-1-16,0-1-2 0,-3 3 4 0,1 0 1 16,-5 0-5-16,0-1 5 0,-13 1-2 0,23 0 3 15,-23 0 10-15,15-1 11 0,-7-1 20 0,-8 2 17 16,0 0 24-16,17-2 16 0,-17 2 16 0,0 0 19 16,0 0 25-16,15-5 5 0,-15 5 5 0,0 0 5 15,4-4-6-15,-4 4 1 0,0 0-38 0,1-14-136 16,-1 14 0-16,-6-15 0 0,0 4 0 15,0 1 0-15,-3-5 0 0,-2-2 0 0,-3-6 0 16,-2-2 0-16,1 1 0 0,0 0 0 0,-3-1 0 16,5 3 0-16,2 4 0 0,0 2 0 0,2-1 0 0,0 2 0 15,3 3 0-15,0 3 0 0,2-1 0 0,0 0 0 16,4 10 0-16,-7-13 0 0,7 13 0 0,-5-9 0 16,5 9 0-16,0 0 0 0,-5-8 0 15,5 8 0-15,0 0 0 0,0 0 0 0,0 0 0 16,0 0 0-16,0 0 0 0,0 0 0 0,0 0-161 15,0 0-296-15,19 19-58 0,-8-15-56 0,-2 5-73 16,3-5-331-16,0 1-1054 0,2 0 466 0</inkml:trace>
  <inkml:trace contextRef="#ctx0" brushRef="#br0" timeOffset="-66433.66">2274 17290 128 0,'0'0'476'16,"0"0"-3"-16,-2-21-22 0,2 21 8 0,0 0-18 0,0 0-20 15,1-12-29-15,-1 12-29 0,0 0-27 0,0 0-28 16,0 0-32-16,0 0-36 0,0 0-21 0,0 0-28 16,0 0-16-16,0 0-19 0,0 0-8 15,0 0-1-15,0 0-6 0,0 0-9 0,0 0-2 16,3 44-6-16,-3-33-8 0,0 6-9 0,1 0-9 15,-2-1-7-15,1 1-14 0,0 0 2 0,0 1-5 16,0 0-15-16,-2 0-4 0,5-2 1 0,-3-3-15 16,0 4 0-16,0-2-2 0,0 2-8 0,1-5 2 15,-1-12-26-15,0 28-12 0,4-17-18 0,-3 0-15 16,-1-11-11-16,2 21-30 0,-2-21-28 0,-2 12-41 16,2-12-18-16,0 0-32 0,0 18-19 0,0-18-28 15,0 7-20-15,0-7-46 0,0 0-60 0,0 0-77 16,0 0-330-16,0 0-841 0,0 0 373 0</inkml:trace>
  <inkml:trace contextRef="#ctx0" brushRef="#br0" timeOffset="-66043.13">2246 17316 202 0,'0'0'468'15,"-4"-15"-6"-15,4 15-27 0,-1-19-15 0,1 19-27 16,-1-13-23-16,1 13-27 0,0 0-24 0,2-19-26 16,-2 19-25-16,4-14-24 0,-4 14-26 0,5-11-22 15,-5 11-24-15,9-10-16 0,-9 10-16 0,18-9-14 16,-6 7-13-16,-1-2-13 0,-11 4-8 0,29 0-11 16,-12 2-8-16,-4 2-8 0,0-2-9 0,3 4-6 15,-3-1-1-15,-1 0-7 0,-1 0-2 0,-2 1-1 16,1 1-5-16,-1 1-4 0,-1-1-1 0,-3 1-1 15,-5-8 4-15,9 17 5 0,-9-6-2 0,0-11-1 16,-8 23 1-16,-2-7-2 0,-4-2-4 0,-6 2-4 16,-3 1 2-16,1-2-4 0,-2-1 3 0,0-1-4 15,5-5-3-15,0-2 13 0,6-1 17 0,2-2 9 16,0 1 12-16,11-4 6 0,-16 2-14 16,16-2 1-16,0 0-5 0,-19 0-16 0,19 0-21 15,0 0-46-15,-6-9-60 0,6 9-65 0,0 0-60 16,0 0-72-16,0 0-85 0,35-10-82 0,-14 10-94 15,-1-2-282-15,10 2-892 0,-1 1 396 0</inkml:trace>
  <inkml:trace contextRef="#ctx0" brushRef="#br0" timeOffset="-65734.56">2869 17512 14 0,'0'0'472'0,"-16"-5"-8"0,16 5 5 0,0 0-5 16,0 0-14-16,-14-4-13 0,14 4-18 0,0 0-22 16,0 0-31-16,0 0-33 0,0 0-23 15,0 0-40-15,0 0-29 0,0 0-28 0,0 0-19 16,0 0-18-16,22-21-22 0,-22 21-19 0,22-5-14 15,-11 3-22-15,2 0-23 0,-13 2-27 0,24-1-29 16,-11 1-22-16,-13 0-24 0,21-1-27 0,-21 1-32 16,16 0-21-16,-16 0-31 15,17 1-38-15,-17-1-40 0,11 0-42 0,-11 0-47 0,0 0-35 16,13 0-51-16,-13 0-319 0,0 0-769 0,0 0 340 16</inkml:trace>
  <inkml:trace contextRef="#ctx0" brushRef="#br0" timeOffset="-65484.53">2867 17628 192 0,'0'0'396'0,"0"0"18"0,-10 7-5 0,10-7 7 15,0 0-7-15,0 0-17 0,0 0-18 0,0 0-18 16,0 0-21-16,0 0-21 0,0 0-23 16,0 0-20-16,0 0-20 0,0 0-21 0,0 0-23 15,37-13-20-15,-37 13-17 0,26-3-23 0,-11-1-10 16,-1 1-16-16,-1 2-11 0,2-2-10 0,-2 0-13 15,1 1-6-15,-14 2-16 0,24-5-22 0,-12 3-16 16,-1 0-25-16,-11 2-18 0,16-7-29 0,-16 7-28 0,10-4-37 16,-10 4-26-16,10-7-46 0,-10 7-42 15,0 0-55-15,15-5-49 0,-15 5-52 0,0 0-78 16,6-10-260-16,-6 10-776 0,0 0 343 0</inkml:trace>
  <inkml:trace contextRef="#ctx0" brushRef="#br0" timeOffset="-63250.07">3908 17236 264 0,'0'0'359'15,"0"0"-8"-15,0 0-11 0,-4-11-10 0,4 11-20 16,0 0-4-16,0 0-16 0,0 0-17 0,-5-10-11 16,5 10-16-16,-3-4-13 0,3 4-13 0,0 0-17 15,-9-3-8-15,9 3-10 0,0 0-17 0,-6-4-14 16,6 4-12-16,0 0-7 0,-12 2-5 0,12-2-6 15,-10 5-9-15,5-1-5 0,0 2-6 0,-2 0-1 16,0 0-10-16,-1 1-8 0,2 2-5 0,-1 0-7 16,0 1-9-16,-2 0-8 0,4 2-4 0,0-1-7 15,-2 0-3-15,-1 4-5 0,2-3-5 0,4 0-3 16,-4-2-2-16,3 5 0 0,-1-2-6 0,0 2 1 16,3-4-3-16,2-1-2 0,-1 2-9 0,1-1-5 15,2-2-3-15,2 0 0 0,0-1-5 0,1 0-4 16,3-3-3-16,0 1 5 0,0 0-3 0,1-2 2 15,1-2-1-15,-2 0 1 0,2 1 3 16,-1-2 2-16,-10-1 4 0,21-1 0 0,-21 1 0 0,15-5 3 16,-6 1 8-16,1 0 4 0,-1-1 5 0,-9 5 5 15,13-13 6-15,-7 6 5 0,-2 1 8 0,-4 6 3 16,8-12 2-16,-6 6 0 0,5-2 3 0,-7 8 6 16,1-12-5-16,-1 12-6 0,0 0 0 15,3-18 2-15,-3 18-5 0,0 0-1 0,0-14-7 16,0 14-1-16,0 0-3 0,0 0 0 0,0 0-3 15,0-14-7-15,0 14-4 0,0 0-10 0,0 0 3 16,0 0-9-16,0 0 2 0,0 0 1 0,0 0-3 16,0 0 0-16,0 0 1 0,0 0 6 0,0 0-7 0,0 0-14 15,0 0 0-15,0 0-5 0,0 0-9 16,7 34-2-16,-2-28 0 0,-5-6-6 0,6 9-5 16,-3-3-5-16,-3-6-5 0,12 7 8 0,-7-2-4 15,-5-5-1-15,11 6 11 0,-11-6 4 0,16 5 1 16,-16-5 3-16,16-1 9 0,-16 1-2 0,20-4 6 15,-10-1 1-15,-1 2 3 0,0-3 12 0,0-3 16 16,-9 9 8-16,15-16-4 0,-9 6 6 0,-1-1 4 16,-1 1 3-16,-4 10 5 0,5-21-10 0,-3 10 4 15,-2 11-4-15,1-20 1 0,-1 20 4 0,-3-19-12 16,3 19-9-16,-9-15 8 0,3 10-11 0,6 5-4 16,-16-11 4-16,6 8-6 0,10 3 5 0,-15-4-3 15,15 4-2-15,-14-2-9 0,14 2 5 0,0 0-3 16,-16-5 5-16,16 5-6 0,0 0-5 0,-12 3-15 15,12-3-15-15,0 0-17 0,0 0-15 0,0 0-26 16,0 0-24-16,0 0-41 0,0 0-50 0,0 0-43 16,0 0-56-16,0 0-62 0,0 0-58 15,36 18-77-15,-36-18-276 0,18 0-845 0,-18 0 375 16</inkml:trace>
  <inkml:trace contextRef="#ctx0" brushRef="#br0" timeOffset="-62781.43">4210 17051 70 0,'0'0'456'0,"0"0"-13"0,0 0-12 16,-1-13-15-16,1 13-27 0,0 0-22 0,0 0-29 15,0 0-24-15,0-16-22 0,0 16-26 0,0 0-22 16,0 0-24-16,9-9-20 0,-9 9-18 0,0 0-17 16,0 0-17-16,12-9-17 0,-12 9-11 15,0 0-17-15,14-6-9 0,-14 6-10 0,0 0-9 16,15 1-6-16,-15-1-13 0,0 0-4 0,19 5-9 16,-19-5-4-16,11 5-5 0,-11-5-2 0,7 8-4 0,-7-8-5 15,6 11 2-15,-4-4-11 0,-2-7 10 0,0 18 1 16,-2-8 6-16,-1 2-9 0,0 0 9 15,-4 2-5-15,-1 2-1 0,-1-1-6 0,1 1 1 16,-1-2-1-16,0 0-3 0,3-3 0 0,-1-1-4 16,1-1 4-16,2-1 4 0,0 0 7 0,-1-1 8 15,5-7 8-15,0 0 13 0,-2 11 12 0,2-11 6 16,0 0 23-16,0 0-8 0,0 0-4 0,0 0-5 16,17 6-8-16,-17-6-15 0,30-7 4 0,-11 1-10 15,0 0-5-15,-1 0-2 0,3 2-7 0,-1-3-9 16,-1 1-18-16,2-1-23 0,-4 2-24 0,0 0-30 15,-5 3-45-15,-1-2-55 0,-11 4-57 0,17-5-62 16,-11 5-75-16,-6 0-73 0,16-1-89 0,-16 1-331 16,0 0-925-16,0 0 410 0</inkml:trace>
  <inkml:trace contextRef="#ctx0" brushRef="#br0" timeOffset="-61422.09">4874 17501 62 0,'-13'2'326'0,"13"-2"-12"0,0 0-7 0,0 0-18 16,0 0-17-16,-19 0-6 0,19 0-8 0,0 0-4 15,-16 1-12-15,16-1-17 0,0 0-5 0,-21 0 1 16,10 0-6-16,-1-1-9 0,12 1-2 0,-19-4 5 16,7 4-8-16,1-3 3 0,0 0 2 0,11 3 4 15,-19-9 3-15,9 3-3 0,0 0-3 0,2-1 0 16,0-2-11-16,-1 0-14 0,1-2-11 0,-3-3-12 16,4-2-13-16,1-3-13 0,-5-7-15 0,6 0-8 15,4 1-15-15,-2-2-8 0,-2 2-9 16,6 6-6-16,-1 1-7 0,4-9-12 0,0 9-2 15,4 2-5-15,-2-3-4 0,9-7-10 0,3 4-4 16,0 0 1-16,2 3-3 0,1 1-7 0,2 3-2 16,-6 5-6-16,2 1-5 0,0 3 7 0,1 2-6 15,-3 0 0-15,2 3 0 0,-19 1-5 0,35 5 2 0,-24-1-4 16,2 0 5-16,2 4-6 0,-3 0 0 0,-3 1 6 16,-3 1-5-16,1 1-4 0,-2 4 5 15,0 1-4-15,-7 1 0 0,-4 0 2 0,1 2 1 16,-4 4-3-16,-5 1-4 0,-3 0 6 0,-3-2 6 15,-1-1-3-15,-2-2 2 0,0-4-1 0,-1 2 0 16,0-3-1-16,1 0 3 0,-3-3-5 0,9-4 18 16,-3 0-14-16,2-2 6 0,7-2 12 0,-2 0 10 15,13-3 12-15,-20 3 0 0,12-4 8 0,8 1-5 16,-14-1 5-16,14 1-3 0,-10-5-12 0,10 5-28 16,-9-5-9-16,9 5 0 0,0 0 0 0,-5-14-3 15,5 14-84-15,0 0-37 0,0 0-51 0,0 0-48 16,12-17-50-16,-12 17-56 0,20-2-65 0,-5 3-71 15,-2-1-81-15,-13 0-383 0,33 4-1007 0,-15-1 446 16</inkml:trace>
  <inkml:trace contextRef="#ctx0" brushRef="#br0" timeOffset="-60844.1">5616 17095 64 0,'0'0'331'0,"0"0"-4"0,0 0-15 15,3-14-6-15,-3 14-8 0,0 0-9 0,-3-12 2 16,3 12-9-16,0 0-1 0,3-12-7 0,-3 12 1 16,0 0-9-16,0-13 8 0,0 13-5 0,0 0-3 15,-5-11-7-15,5 11-5 0,0 0-6 0,-1-14-8 16,1 14-14-16,0 0-12 0,-4-9-13 0,4 9-17 15,0 0-35-15,-7-7-8 0,7 7-12 0,0 0-11 16,0 0-7-16,-21 4 7 0,10 3-2 0,-2 2 3 16,-1 6-12-16,0-2-11 0,0 3-2 15,-2 3-6-15,-1 4-4 0,3 1-11 0,-1 2-7 16,1 0-5-16,0-1-13 0,3 1 8 0,2 1-11 0,-1-2 0 16,1 3-9-16,3-1-5 0,-2 1-2 0,1-2-29 15,3 0 0-15,2-2 0 0,2 1 0 0,-1-5 0 16,4-1 0-16,1 5 0 0,3-6 0 15,1 1 0-15,5 3 0 0,-1-7 0 0,3-1 0 16,-3-1 0-16,5 2-11 0,5 1-55 0,-2-3-24 16,-3 0-25-16,-2-2-23 0,-1-1-30 0,0-1-30 15,-2-1-24-15,-2-2-19 0,-1-1-26 0,2 0-20 16,0-2-16-16,-8 1-21 0,4-3-27 0,-7-1-28 16,10-1-46-16,-10 1-343 0,0 0-832 0,11-6 368 15</inkml:trace>
  <inkml:trace contextRef="#ctx0" brushRef="#br0" timeOffset="-60062.93">5773 17392 183 0,'0'0'343'16,"0"0"-4"-16,0 0-5 0,0 0 9 0,0-20-5 16,0 20-8-16,0-7-10 0,0 7-12 0,2-7-24 15,-2 7-17-15,0 0-18 0,5-9-18 0,-5 9-16 16,2-6-25-16,-2 6-19 0,6-3-16 0,-6 3-18 16,9-3-12-16,-2 1-17 0,-7 2-8 0,14 0-15 15,-14 0-9-15,19 4-5 0,-10-2-10 0,0 2-4 16,3 0-9-16,-3-1-3 0,2 1-6 0,-2 2-5 15,0 1-6-15,0-1-1 0,0 2 2 0,0 1-8 16,-3-2-5-16,2 1 1 0,-4 0-3 0,-1-1-2 16,-1 1-4-16,0-1-8 0,0 3-6 0,-2-3-2 15,0 2-4-15,0-9 4 0,-4 14 5 0,3-9-7 16,-3 0 7-16,4-5 0 0,-3 7 6 0,3-7 9 16,0 0 17-16,0 0 33 0,0 0 23 0,0 0 19 15,0 0 9-15,0 0 4 0,-10-19 1 0,13 10 1 16,-1-3-11-16,1 2-7 0,1-2-17 0,1-4-1 15,0 5-11-15,1-4-13 0,1 1-4 0,-1 3-4 16,2 2-13-16,1-2 3 0,-2 3-7 0,1-1-13 16,-2 2-13-16,4 1-15 0,-3 1-15 0,-2 2-19 15,3 1-20-15,-8 2-25 0,12-4-15 0,-12 4-23 16,9 0-26-16,-9 0-28 0,0 0-22 16,11 0-4-16,-11 0-33 0,6 4-16 0,-6-4-23 15,0 0-23-15,0 0-26 0,0 0-34 0,5 13-32 0,-5-13-261 16,0 0-705-16,3 8 311 0</inkml:trace>
  <inkml:trace contextRef="#ctx0" brushRef="#br0" timeOffset="-59391.2">6154 17512 111 0,'0'0'314'0,"0"0"-8"0,0 0 5 0,0 0 4 15,0 0-8-15,0 0-8 0,0 0-1 0,0 0 0 16,-1-9-12-16,1 9-9 0,0 0-4 0,0 0-16 16,0 0-10-16,0 0-15 0,1-7-13 0,-1 7-16 0,0 0-15 15,0 0-19-15,0 0-14 0,0 0-11 0,0 0-18 16,0 0-11-16,0 0-14 0,0 0-13 15,0 0-12-15,0 0-5 0,0 0-9 0,7-10-9 16,-7 10-5-16,0 0-8 0,0 0-2 0,0 0-5 16,0 0-2-16,0 0-7 0,0 0-1 0,23 11-4 15,-23-11-4-15,6 6-2 0,-6-6-4 0,0 0 2 16,8 8-2-16,-6-1-3 0,-2-7 2 0,5 10-2 16,-5-10-3-16,2 12-1 0,-2-2 2 0,0-10-2 15,0 0 3-15,-4 18-3 0,-1-8 2 0,0-2 2 16,0 0-1-16,-2 1-2 0,-1-1 1 0,0 0 1 15,0-1 2-15,-1 0-5 0,2 0 1 0,-1 0-1 16,3 1 1-16,5-8 2 0,-11 8-3 0,6-3-3 16,5-5 2-16,-9 6 4 0,9-6 13 0,0 0 11 15,-6 5 21-15,6-5 6 0,0 0 12 0,0 0 14 16,0 0-2-16,0 0-6 0,0 0 0 0,0 0-11 16,0 0 1-16,0 0-12 0,27 1-5 0,-27-1-6 15,23-2-3-15,-12-1-8 0,3 0 7 16,3 1-7-16,-2 1-28 0,-2-2-29 0,5 1-31 0,-5-1-41 15,0 3-42-15,-13 0-57 0,30-6-55 0,-16 6-42 16,-2-3-44-16,-12 3-54 0,24-5-68 0,-14 2-370 16,-10 3-898-16,22-8 397 0</inkml:trace>
  <inkml:trace contextRef="#ctx0" brushRef="#br0" timeOffset="-58875.7">6378 17145 78 0,'0'-14'328'0,"0"14"-13"0,0 0-22 0,0 0-11 15,6-12-18-15,-6 12-9 0,0 0-15 0,0 0-6 16,11-7-11-16,-11 7-16 0,0 0-12 0,0 0-5 16,12-7-6-16,-12 7-9 0,0 0-9 0,17-5-9 15,-17 5-9-15,10-4-10 0,-10 4-1 0,13-2-14 16,-13 2-10-16,14-2-10 0,-14 2-8 16,0 0-7-16,17-2-11 0,-17 2-14 0,0 0-5 15,18 3-9-15,-18-3-5 0,9 4-7 0,-9-4 1 16,7 9-5-16,-7-9-3 0,5 14 0 0,-5-4 0 0,2 1-5 15,-2-11 3-15,-6 20 0 0,4-7 0 0,-7 0-6 16,3 3-4-16,-5-2 10 0,0-2-9 16,1 2-4-16,2-4 2 0,-1-2-1 0,3 0-4 15,2-1 17-15,4-7 18 0,-9 9 16 0,9-9 18 16,-5 7 14-16,5-7 7 0,0 0 5 0,0 0-4 16,0 0-6-16,0 0-16 0,0 0-5 0,0 0-8 15,19 9-9-15,-6-11-7 0,-13 2-2 0,30-3-5 16,-14 0-3-16,3 0 5 0,-4 1-15 0,6-1-25 15,-4-1-14-15,0 2-20 0,1-1-21 0,-4 3-34 16,-4-2-29-16,-10 2-35 0,23-2-51 0,-15 2-41 16,-8 0-50-16,18 0-45 0,-18 0-61 0,11 0-59 15,-11 0-287-15,0 0-801 0,13 9 355 0</inkml:trace>
  <inkml:trace contextRef="#ctx0" brushRef="#br0" timeOffset="-58516.41">6712 17496 87 0,'0'0'462'15,"0"0"-4"-15,0 0-13 0,0 0-22 0,0 0-14 16,0 0-22-16,0 0-19 0,0 0-23 0,-25-3-26 15,25 3-27-15,0 0-19 0,0 0-22 0,0 0-20 16,0 0-20-16,0 0-20 0,0 0-16 0,0 0-17 16,0 0-14-16,0 0-14 0,0 0-13 0,32-1-10 15,-32 1-5-15,23-2 3 0,-11 0-8 0,3 1-5 16,2-2-8-16,2 1-4 0,0-1-8 0,0 1-12 16,2-1 2-16,-1 1-11 0,-2-1-6 0,-3 2 0 15,-2 0-11-15,0 1 0 0,-13 0-3 0,17-1-6 16,-17 1 1-16,13-3-17 0,-13 3-23 0,9-1-26 15,-9 1-35-15,0 0-39 0,0 0-41 0,0 0-50 16,13-1-43-16,-13 1-37 0,0 0-47 0,0 0-49 16,0 0-63-16,0 0-347 0,0 0-857 0,0 0 380 15</inkml:trace>
  <inkml:trace contextRef="#ctx0" brushRef="#br0" timeOffset="-58032.14">7289 17393 95 0,'0'0'384'16,"0"0"-3"-16,0 0-5 0,-5-11-5 0,5 11-6 15,0 0-3-15,-3-11-10 0,3 11-16 0,0 0-12 16,0 0-17-16,-4-10-21 0,4 10-15 0,0 0-34 15,0 0-26-15,0 0-22 0,0 0-22 0,0 0-15 16,0 0-19-16,0 0-14 0,0 0-12 0,0 0-10 16,28 11-12-16,-20-5-9 0,1 3-9 0,0-2-9 15,-1 2-1-15,-2 1-8 0,2-1-6 0,-1 0-15 16,-2 1-13-16,0-1-12 0,1 0-8 0,-5-2-16 16,-1-7-8-16,5 16-11 0,-3-8-6 0,-2-8 1 15,1 13 1-15,-1-13 4 0,-1 9-2 0,1-9 5 16,0 0 6-16,-5 14 1 0,5-14 3 0,-4 7 7 15,4-7 7-15,0 0 4 0,-8 7 8 0,8-7 9 16,0 0 11-16,0 0 15 0,0 0 8 0,0 0 9 16,0 0 7-16,0 0 3 0,-9-25 3 15,9 14-8-15,0 11-5 0,3-21-3 0,2 9-7 16,0-4-6-16,3 1 0 0,1-1-6 0,-3 2-1 16,4-1-7-16,-1 2 1 0,-1 3-3 0,-2 0-8 0,3 2 0 15,-1 0-1-15,-3 3-3 0,-5 5-17 0,12-8-20 16,-1 5-24-16,-11 3-35 0,14-3-45 0,-14 3-37 15,14 0-34-15,-14 0-25 0,14 5-36 16,-14-5-32-16,0 0-42 0,10 10-46 0,-5-6-310 16,-5-4-753-16,7 11 334 0</inkml:trace>
  <inkml:trace contextRef="#ctx0" brushRef="#br0" timeOffset="-57704.1">7555 17528 391 0,'0'0'448'0,"0"0"-4"0,0 0-13 0,0 0-8 0,0 0-9 15,0 0-17-15,0 0-18 0,0 0-26 0,17-25-30 16,-17 25-32-16,0 0-32 0,0 0-26 0,0 0-28 16,0 0-24-16,0 0-15 0,0 0-19 0,0 0-15 15,14 12-14-15,-14-12-12 0,6 13-12 0,-2-2-5 16,-2-1-11-16,1 1-8 0,0 1-6 15,-2-1-7-15,0 0-9 0,0 3-2 0,-2-5-2 0,1 4-6 16,0-13-10-16,-1 18 5 0,0-8-9 16,1-10-14-16,-2 14-15 0,2-14-19 0,0 13-15 15,0-13-28-15,0 0-23 0,0 12-7 0,0-12-11 0,0 0-6 16,0 0-19-16,0 0-34 0,0 0-35 16,0 0-22-16,0 0-18 0,0 0-35 0,0 0-56 15,21-21-58-15,-19 12-285 0,9-7-731 0,-2-2 324 16</inkml:trace>
  <inkml:trace contextRef="#ctx0" brushRef="#br0" timeOffset="-57204.2199">7707 17207 323 0,'0'0'330'0,"0"-11"-15"0,0 11-21 0,0 0-25 16,0 0-20-16,6-15-26 0,-6 15-22 0,8-7-20 15,-8 7-15-15,12-6-20 0,-12 6-13 0,12-4-5 16,-4 1-15-16,-8 3-11 0,14-2-12 0,-2-1-11 16,-12 3 0-16,15 0-13 0,-15 0-5 15,14 1 1-15,-14-1-15 0,13 2-7 0,-13-2-5 16,11 3 0-16,-11-3 6 0,13 5-17 0,-9 0 2 15,-4-5 1-15,8 13 4 0,-6-7-3 0,1 5 3 16,-2-1 11-16,-1 0-7 0,0 3 14 0,-2-2-11 16,-4 1 5-16,1-1-4 0,-4 3 2 0,-2 0 9 15,-1 1 6-15,1-4-3 0,-3 0 0 0,5-3-2 16,-2 2 5-16,0-2-1 0,2-1-7 0,3-2 4 16,-3 1 1-16,9-6-2 0,-9 9 7 0,9-9 10 15,-7 5 18-15,7-5 11 0,0 0 2 0,-7 5 15 16,7-5 1-16,0 0-3 0,0 0-11 0,0 0-7 15,0 0-10-15,0 0-9 0,35-4-6 0,-16 1-3 16,0-1-12-16,0-1-3 0,1 0-7 0,2 1-1 16,5-3-9-16,-6 3-3 0,5 0-17 0,-5 0-11 15,-2 1-14-15,-1-1-21 0,-1 1-18 0,-2 2-26 16,-1-2-27-16,-3 1-34 0,-1 2-31 0,2-3-38 16,-12 3-31-16,15 0-38 0,-15 0-29 0,13-1-40 15,-13 1-33-15,13 0-295 0,-13 0-728 0,0 0 322 16</inkml:trace>
  <inkml:trace contextRef="#ctx0" brushRef="#br0" timeOffset="-56813.69">8115 17157 90 0,'0'0'385'0,"0"0"-18"0,6-15-4 0,-6 15-9 16,5-9-10-16,-5 9-23 0,4-5-17 0,-4 5-28 0,0 0-22 15,0 0-23-15,0 0-19 0,5-9-16 16,-5 9-23-16,0 0 3 0,0 0 6 0,0 0-7 16,14 17 1-16,-10-9 0 0,1 3-9 0,0 3-1 15,1 3 2-15,0 3-10 0,0 3-4 0,-3-3-5 16,3 5-5-16,-3-1 3 0,-3 4-5 0,0-2-4 16,0 1-12-16,-5 2-12 0,-1-4-8 0,0 1-10 15,-4 0-10-15,0 3-10 0,-3-4-3 0,-1 1-15 16,-3-1-3-16,2 0-4 0,-1 0-3 0,-4-2-12 15,1-1-10-15,-2-1 2 0,0-2-5 0,4-6-7 16,0 0-2-16,1 0 1 0,-1-3 3 0,7 0-4 16,-4-1-1-16,4 0 3 0,-2-5-18 0,3 1 11 15,0 1-2-15,1-2 2 0,2 0-4 0,1-1-1 16,5-3 1-16,-9 3-7 0,9-3-16 0,-6 4-6 16,6-4-23-16,0 0-27 0,0 0-28 0,0 0-43 15,-12 4-51-15,12-4-45 0,0 0-80 0,0 0-83 16,0 0-116-16,0 0-371 0,0 0-963 15,0 0 426-15</inkml:trace>
  <inkml:trace contextRef="#ctx0" brushRef="#br0" timeOffset="-50535.65">3828 17937 63 0,'0'0'196'16,"0"0"1"-16,0 0-3 0,0 0-6 0,0 0-2 15,0 0 0-15,0 0-3 0,0 0-1 0,0 0 2 16,0 0-1-16,0 0 2 0,0 0-5 0,0 0 2 16,0 0 7-16,0 0 6 0,0 0-8 0,0 0-4 15,0 0-8-15,0 0-8 0,0 0-11 0,7 6-5 16,-7-6-1-16,0 0-10 0,14-2-8 15,-14 2-6-15,15 0-6 0,-15 0-9 0,17 0-5 16,-6 0-7-16,-11 0-6 0,23 0-8 0,-13 0-2 16,-10 0 0-16,21 2-4 0,-3-1 5 0,-7-2 2 15,3 1 2-15,-1 0 3 0,6 0 1 0,-6 0 1 0,1 1-2 16,5-2 1-16,-5 1 4 0,4-2-8 0,0 4-4 16,1-2-6-16,-1 0-4 0,1 0-4 15,1 0-8-15,-1 1-3 0,-1-1-5 0,3 0-8 16,1-1 1-16,-4 1-4 0,2 0-5 0,9 1-4 15,-9-2 2-15,-1 1-7 0,3-2 6 0,-2 2-2 16,1 0 7-16,-1-1 10 0,2 0-7 0,-1-1-2 16,-1 0 0-16,0 0-2 0,0 2 2 0,0-3-2 15,0 2-2-15,0-1 12 0,0 1-24 0,-1-1 0 16,0 0 0-16,0 2 0 0,-2-3-4 0,2 3-3 16,-3 0-3-16,2-1 0 0,1 1-2 0,-6 0-10 15,2 0 11-15,1 0-3 0,0 0-9 0,-1 0 0 16,-1 0 8-16,0 0-1 0,0 0-2 0,0 0-6 15,1 0 25-15,-2 0-23 0,2-2 1 0,0 2-1 16,2 0 4-16,-4-1 1 0,4 1-11 0,-3-1 3 16,3-1 1-16,-4 2 5 0,-1 0-3 0,6-1 2 15,-6 1 11-15,2 0-17 0,0-1-8 0,-1 1 6 16,-1 0-3-16,-12 0 0 0,25 0 7 16,-12 0 0-16,-2 0-3 0,2-2 2 0,-13 2 0 15,24 0-5-15,-12 0 5 0,-1 0 2 0,3 2 4 16,-2-2-3-16,5-2-5 0,-4 2 4 0,5 0-2 15,-5 0 1-15,6 0-2 0,-1 0 6 0,0-1-9 16,-5 1 2-16,6-2 14 0,-1 2-15 0,1-1 0 16,0-2-2-16,-2 2 2 0,2 2 8 0,-1-3-4 15,0 2-3-15,0-2-5 0,1 2 5 0,2 0 0 16,0 0-1-16,-2 0-2 0,2-1 8 0,-1 1-3 16,-3 0 4-16,2 0-4 0,1 1-4 0,-3-2 3 15,-3 1-1-15,5 0 5 0,0-2-5 0,-2 2-2 16,3 0 0-16,-2 0 8 0,-1 0-3 0,1 0-7 15,-6 2-1-15,4-2 1 0,0 0 4 0,2 1 3 16,-1-1-3-16,1 0 10 0,-1 2-20 0,-2-4 11 16,0 2 9-16,4 0-11 0,-1 0 3 0,-6 0 0 15,-1 2-1-15,4-1 10 0,-2-1-11 0,1 1 1 16,-1 1-7-16,0-2 7 0,-2 0 3 16,2-2 0-16,1 4 1 0,0-1-8 0,0-1 6 15,3 0-6-15,-3 1 10 0,0-1-10 0,-1 0 4 16,1 0 1-16,-1 0-5 0,6-1 4 0,-8 1 5 15,9 1-7-15,-8 1 0 0,2-4 7 0,-1 2-2 0,1 0-8 16,3 2 6-16,1-2-1 0,-5-2 3 0,1 2-4 16,-2 0 0-16,7 2-3 0,-6-2 4 15,5-2 8-15,-5 1-10 0,7 0 8 0,-2 1-5 16,3 0 6-16,-3-2-10 0,1 2 1 0,-5 0-1 16,4 0 1-16,2 2 3 0,-1-2-5 0,-6 1 5 15,5-2 0-15,0 2-5 0,0-1 2 0,-4 1 10 16,0-1-10-16,4 2 4 0,1-1-8 0,-1-1 6 15,0 0 4-15,1 0-8 0,0 2 1 0,2-2 5 16,-1 0 0-16,1 0-5 0,0 0 3 0,0 0 1 16,-2 2-1-16,3-2 4 0,-1-1-2 0,-1 1-4 15,0 0 3-15,-1-1 3 0,0 2-3 0,-6 0 1 16,0-1-5-16,1 0 9 0,-1 0-5 16,6-1 0-16,-3 1 1 0,-4 0-1 0,1 0-1 0,3-1 1 15,-2 1 2-15,-2 0 13 0,2-2-13 0,-3 2-2 16,-11 0-3-16,25-1 1 0,-11 1-2 0,-2-2 3 15,0 2 1-15,2-1 7 0,-1 1-13 0,5 0 4 16,-7 0 3-16,2-1-7 0,2-1 5 16,-2 1 1-16,5 2-2 0,-1 1 0 0,-2-4 1 15,3 2 3-15,0 0 5 0,1 0-17 0,-1 2 9 16,1-1 2-16,-1-1-3 0,1 1 0 0,-1 1-1 16,-1-1-3-16,2-1 4 0,-6 0 2 0,6 2 0 15,-8-2-1-15,3 2-1 0,-2-2-4 0,2 0 4 16,-4 3-6-16,0-3 3 0,3 3-2 0,-3-3 3 15,-2 1-5-15,5 1 3 0,-2-2-4 0,1 1 6 16,0-1-5-16,0 0 4 0,2 0 4 0,-4 0-2 16,2 2-2-16,1 0 2 0,-3-2 4 0,-4 1 0 15,-6-1-2-15,14-1 0 0,-14 1 10 0,12 0-10 16,-12 0 3-16,0 0-1 0,8-4 0 0,-8 4 12 16,0 0-16-16,8 0 0 0,-8 0 2 0,0 0-3 15,0 0 1-15,0 0 0 0,0 0-11 0,0 0-13 16,0 0-21-16,0 0-33 0,0 0-43 0,0 0-45 15,0 0-57-15,0 0-37 0,0 0-54 0,9 8-52 16,-9-8-78-16,0 0-73 0,0 0-306 16,0 0-894-16,-17 20 396 0</inkml:trace>
  <inkml:trace contextRef="#ctx0" brushRef="#br0" timeOffset="-49420.4">5639 18155 43 0,'0'0'278'0,"0"0"-2"0,0 0-11 15,0 0-11-15,0 0-13 0,0 0-6 0,0 0-14 16,0 0-7-16,0 0-1 0,0 0-10 0,0 0-11 16,0 0-4-16,0 0-8 0,0 0 7 0,0 0-7 15,0 0 3-15,0 0 5 0,-47-25 7 0,47 25 6 16,0 0 6-16,0 0-7 0,0 0-7 0,0 0-7 16,0 0-13-16,0 0-17 0,4-27-9 0,0 22-11 15,1-1-16-15,1 3-13 0,3-2-7 0,-1 0-13 16,5 1-12-16,-2 1-5 0,1 0-8 0,-2 1-4 15,3 0-11-15,-1 1-3 0,5 2-7 0,-5-1-4 16,-2 1 1-16,-10-1-12 0,0 0-1 0,0 0-1 16,0 0-2-16,0 0 4 0,56 19-10 0,-56-19-3 15,0 0 0-15,16 16-3 0,-16-16 2 0,0 0-1 16,0 0-1-16,13 32 1 0,-13-32 1 16,0 0-4-16,0 0 0 0,-3 38 1 0,3-38-1 15,0 0 0-15,0 0 10 0,-22 40-8 0,22-40 1 16,-17 22 0-16,17-22 0 0,-25 22-3 0,25-22 2 15,-27 23 0-15,10-12 1 0,17-11-1 0,-37 25-2 16,22-14 1-16,15-11-3 0,-28 23-1 0,28-23 2 16,-22 17 2-16,22-17-2 0,-18 15-1 0,18-15-1 15,0 0 4-15,-27 22-5 0,27-22 1 0,0 0 4 16,-20 14-4-16,20-14 1 0,0 0-2 0,0 0-1 16,0 0 2-16,-26 18 2 0,26-18-4 0,0 0 2 15,0 0 5-15,0 0-7 0,0 0 0 0,0 0 2 16,0 0 1-16,0 0 0 0,0 0-3 0,0 0 5 15,0 0 1-15,0 0 0 0,0 0-2 0,0 0 2 16,-19 16 1-16,19-16 6 0,0 0 0 0,0 0 16 16,0 0 8-16,0 0 14 0,0 0 12 0,0 0 7 15,0 0 16-15,0 0 5 0,0 0 2 0,0 0 9 16,0 0-11-16,102-6-4 0,-102 6-6 16,64-5-1-16,-31 3 4 0,3-2 0 0,1 0 8 15,1 0-5-15,-38 4-1 0,64-6-48 0,-34 5-37 16,-30 1 0-16,47-4 0 0,-47 4 0 0,33-2 0 15,-33 2 0-15,0 0 0 0,36-4 0 0,-36 4 0 0,0 0 0 16,0 0 0-16,0 0 0 0,0 0 0 16,0 0 0-16,0 0 0 0,0 0 0 0,0 0 0 15,0 0 0-15,37-4 0 0,-37 4 0 0,0 0 0 16,0 0 0-16,0 0 0 0,0 0 0 0,0 0 0 16,0 0 0-16,0 0 0 0,0 0 0 0,0 0 0 15,0 0 0-15,0 0 0 0,0 0 0 0,0 0 0 16,0 0 0-16,0 0-285 0,0 0-56 0,0 0-64 15,0 0-57-15,0 0-67 0,0 0-500 0,0 0-1113 16,0 0 492-16</inkml:trace>
  <inkml:trace contextRef="#ctx0" brushRef="#br0" timeOffset="-33065.5">9420 17529 78 0,'0'0'319'0,"0"0"-1"15,-8-10 14-15,8 10 3 0,-7-9 25 16,7 9 11-16,-4-7 7 0,4 7 8 0,0 0 1 16,-4-13-4-16,4 13-3 0,-2-11-2 0,2 11-8 0,-2-10-4 15,2 10-13-15,0 0-19 0,0 0-15 0,-4-10-32 16,4 10-26-16,0 0-25 0,0 0-33 0,0 0-22 16,0 0-22-16,0 0-19 0,0 0-9 0,0 0-18 15,0 0-9-15,0 0-11 0,0 0-11 16,9 31-28-16,-5-16-54 0,-1 1 0 0,1 2 0 15,-1 0 0-15,1 8 0 0,0-3 0 0,-1 4 0 16,0-9 0-16,0 2 0 0,-2-2 0 0,2-1 0 0,-1 1 0 16,-1-2 0-16,0-1 0 0,1-3 0 0,-1-2 0 15,0 0 0-15,2 0 0 0,-2-1-119 16,0-1-58-16,-1-1-19 0,0-7-24 0,2 10-20 16,0-3-19-16,-2-7-20 0,2 6-7 0,-2-6-16 15,0 0-31-15,0 0-22 0,0 0-18 0,0 0-19 16,0 0-16-16,0 0-301 0,0 0-768 0,0 0 340 15</inkml:trace>
  <inkml:trace contextRef="#ctx0" brushRef="#br0" timeOffset="-32861.56">9427 17706 12 0,'0'0'184'0,"0"0"22"16,-4-11 30-16,4 11 19 0,0 0 24 0,0 0 17 16,-3-13 6-16,3 13 13 0,0 0 13 0,0 0 7 15,0 0 10-15,2-16-1 0,-2 16-11 0,0 0-16 16,0 0-20-16,0 0-30 0,0 0-21 0,4-15-30 15,-4 15-25-15,7-7-20 0,-7 7-22 0,15-10-32 16,-6 6-30-16,-9 4-45 0,23-9-41 16,-12 5-49-16,4 1-44 0,1-2-35 0,2 1-54 15,0 0-37-15,0 1-45 0,-5 2-47 0,-13 1-40 16,26-10-43-16,-13 9-256 0,-2-2-701 0,-11 3 310 16</inkml:trace>
  <inkml:trace contextRef="#ctx0" brushRef="#br0" timeOffset="-32549.12">9678 17492 5 0,'0'0'400'0,"0"0"22"0,-7-15 13 0,7 15 13 15,-3-8 1-15,3 8-2 0,0 0-10 0,0 0-4 16,-7-12-9-16,7 12-18 0,0 0-10 0,0 0-22 16,0 0-34-16,-8-8-32 0,8 8-36 0,0 0-15 15,0 0-33-15,0 0-23 0,0 0-20 0,0 0-8 16,0 0-29-16,0 0-10 0,0 0-21 0,-3 30-5 15,3-30-15-15,1 22-5 0,-2-12-18 0,1-10 1 16,1 24-8-16,-1-5-10 0,0-1 2 0,1-3-9 16,0-2-3-16,2 4-5 0,-2-1-4 0,2-1-28 15,-2 1-6-15,2-4-2 0,1 0-27 0,-2 0-8 16,2-2-19-16,1-1-22 0,-1 1-8 0,1-1-18 16,-1-3-17-16,0 4-30 0,0-2-25 15,-1-2-21-15,-3-6-22 0,9 11-19 0,-9-11-25 0,7 8-14 16,-7-8-23-16,5 7-19 0,-5-7-17 0,0 0-21 15,0 0-23-15,6 4-34 0,-6-4-262 0,0 0-731 16,0 0 324-16</inkml:trace>
  <inkml:trace contextRef="#ctx0" brushRef="#br0" timeOffset="-29832.17">9205 17253 154 0,'9'-3'203'0,"-9"3"0"15,0 0 2-15,6-3 0 0,-6 3 1 0,0 0-1 16,0 0-3-16,0 0-4 0,12-5-3 0,-12 5-2 16,0 0-3-16,0 0-1 0,0 0-6 0,4-11 6 15,-4 11-20-15,0 0-8 0,0 0-4 0,0 0-26 16,0-13-5-16,0 13-24 0,0 0 0 0,0 0 4 16,-13-10-26-16,13 10-11 0,-13-4-3 0,3 3-8 15,10 1 2-15,-26-3 3 0,11 3-1 0,0-1 2 16,2 1 0-16,-1 0-5 0,0 1-11 0,1-1-2 15,1 0-12-15,1 2 8 0,2-1-8 0,0 0 0 16,3 2-6-16,6-3-3 0,-14 3-5 0,14-3 5 16,-9 1-5-16,9-1-1 0,0 0-3 0,-9 0 5 15,9 0-11-15,0 0 2 0,0 0 0 0,-9 3-2 16,9-3-3-16,0 0-6 0,0 0 6 0,-4 7 6 16,4-7-6-16,0 0-1 0,-3 8 8 15,3-8 7-15,-1 7 6 0,1-7 12 0,3 11 7 16,-3-11 3-16,4 14 3 0,-1-6 13 0,2 3 0 15,0 0 5-15,2 3 0 0,-1 4 3 0,3-1 5 0,1 7 1 16,2-1-5-16,1 2-2 0,-6 1-4 0,1-2-4 16,0 4 5-16,2 0 4 0,-6 1-4 0,0 0-3 15,-2 0-1-15,-4 1-9 0,0 2-6 16,-2-3-7-16,1 1-3 0,-1 2-6 0,-4-4-3 16,3 3-4-16,-3-4-4 0,3 3 0 0,3-3-5 15,-4-1 2-15,2 0-2 0,0-2-3 0,4-24 15 16,0 0-7-16,-3 53 2 0,3-53-7 15,0 0 3-15,0 35-4 0,0-35 2 0,0 0-3 0,0 0 1 16,9 38 5-16,-9-38-8 0,0 0-5 0,0 0 0 16,8 26 0-16,-8-26 1 0,0 0-1 15,0 0-2-15,0 0-4 0,14 28 3 0,-14-28 1 0,0 0 1 16,0 0 1-16,0 0-1 0,0 0 2 0,20 21 15 16,-20-21 26-16,0 0 8 0,0 0 11 0,31 4 9 15,-31-4 5-15,0 0 1 0,47 0-3 0,-47 0-6 16,42-2-6-16,-42 2 2 0,49-4-11 15,-49 4-2-15,41-1-7 0,-41 1-9 0,38-4-28 16,-38 4-15-16,0 0 0 0,42-3 0 0,-42 3 0 16,0 0 0-16,0 0 0 0,0 0 0 0,36-2 0 15,-36 2 0-15,0 0 0 0,0 0 0 0,0 0 0 16,0 0 0-16,0 0 0 0,0 0-98 0,0 0-116 16,0 0-69-16,0 0-77 0,0 0-70 0,0 0-72 15,0 0-77-15,0 0-376 0,0 0-1033 0,0 0 457 16</inkml:trace>
  <inkml:trace contextRef="#ctx0" brushRef="#br0" timeOffset="-28879.27">9970 17601 249 0,'0'0'315'0,"0"0"-10"16,0-11-20-16,0 11 2 0,0 0-23 0,0 0-10 16,0 0-23-16,0 0 5 0,0 0-20 0,0 0-9 15,4-15-15-15,-4 15-17 0,0 0-19 0,0 0-9 16,0 0-28-16,0 0-8 0,0 0-24 0,0 0-6 16,0 0 3-16,0 0-5 0,0 0-8 15,0 0-11-15,0 0-6 0,0 0-2 0,23 26-1 0,-20-19-2 16,-1 0-6-16,2 4-7 0,0-1-9 0,0-2 3 15,2 3-2-15,-6-11 0 0,4 11-3 0,-3-5-4 16,-1-6-6-16,4 11 16 0,-4-11-19 0,10 12 1 16,-7-8-2-16,-3-4 8 0,10 7-1 15,-10-7-2-15,9 4-5 0,-9-4 2 0,13 0 2 16,-13 0 1-16,18-3 16 0,-8 1 13 0,-10 2 11 16,23-8 1-16,-13 3 0 0,0-1 6 0,1-2 4 15,-4 4 6-15,4-4 6 0,-5-3 12 0,2 4 10 16,-1-1 4-16,-3 0 6 0,-4 8 8 0,10-13 8 15,-7 6-6-15,-3 7-8 0,5-11-1 0,-5 11-4 16,3-11 0-16,-3 11 1 0,4-7 8 0,-4 7-24 16,0 0-5-16,0 0-16 0,2-8-8 0,-2 8-5 15,0 0-12-15,0 0 1 0,0 0-12 0,0 0 3 16,0 0-10-16,0 0 14 0,0 0-16 0,0 0-4 16,-10 36-4-16,8-28-1 0,0 5 25 0,-1 2-24 15,1 1 3-15,-6-1 3 0,2 1-1 0,3 1 0 16,-1 0-4-16,1-1 2 0,0 1-1 0,2 0-6 15,-3-1 0-15,3 2-4 0,-3-1 3 0,4 0 1 16,0 0-2-16,0 0-9 0,0-1-1 0,-3 2-3 16,3-3 9-16,2-3-6 0,-4 0 18 15,0-1-18-15,-1-2 4 0,-1 2 0 0,0-2-4 0,-2-1 2 16,2 1 6-16,1-5-4 0,-1 1-2 0,-3 0 0 16,2-1 7-16,5-4 8 0,-15 3-4 0,15-3 7 15,-12 1-1-15,3-4 7 0,-2-1 10 0,1 0-4 16,1-3-6-16,0 2-1 0,1-4-10 15,2 0-15-15,2 0-3 0,1 0 0 0,-1 0-16 16,4 0-72-16,3 0-52 0,-1 0-53 0,5 1-56 16,2-2-59-16,6-1-59 0,-3 6-57 0,0-1-58 15,6-1-66-15,-4 2-348 0,6 0-971 0,-4 0 429 16</inkml:trace>
  <inkml:trace contextRef="#ctx0" brushRef="#br0" timeOffset="-28457.5">10524 17701 273 0,'0'0'339'0,"0"0"3"0,0 0-10 0,0 0-10 16,1-16 1-16,-1 16-27 0,0 0-28 15,0 0-19-15,5-14-21 0,-5 14-24 0,0 0-21 16,8-10-19-16,-8 10-16 0,0 0-15 0,14-4-15 16,-14 4-17-16,0 0-12 0,22 1-13 0,-22-1 0 15,0 0-6-15,18 9-15 0,-18-9-9 0,10 7-2 16,-4-3-6-16,-1 1 1 0,-1 2-9 0,-4-7-5 16,3 16-4-16,-2-7 1 0,-1-9-5 0,-3 18 5 15,0-9 1-15,-5 0 3 0,-1-1-3 0,-1 0-5 16,1 0-2-16,-4-2-7 0,1 0 2 0,-5 0 11 15,-1-2-10-15,5-1 6 0,3-1 11 0,-1-2 28 16,11 0 19-16,-20-4 17 0,11 0 21 0,0 2 2 16,9 2-7-16,-9-11-7 0,5 2-5 0,4 9-12 15,-2-18-12-15,3 8-7 0,-1 10-30 0,9-18-36 16,-1 7-48-16,-1 3-56 0,5-4-57 0,3 3-53 16,1 1-45-16,-1-1-65 0,3 1-70 0,1 2-343 15,-4 2-799-15,4 0 354 0</inkml:trace>
  <inkml:trace contextRef="#ctx0" brushRef="#br0" timeOffset="-28160.69">10637 17459 256 0,'-4'-11'397'0,"0"-1"22"15,0 0 4-15,0 2 19 0,1 1 8 0,3 9-1 16,-5-12-5-16,5 12-15 0,-5-12-8 0,5 12-23 15,-4-9-33-15,4 9-33 0,0 0-44 0,0 0-17 16,0 0-41-16,0 0 6 0,-6-10-44 0,6 10-2 16,0 0-32-16,0 0-8 0,0 0-6 0,0 37 2 15,0-37-13-15,6 27-7 0,-5-10-13 0,1 1-15 16,0 1-3-16,1 0-12 0,1 1-8 0,0 4-6 16,0-3-11-16,-1 2 2 0,0-2-14 0,0-4-41 15,-1 9-7-15,-1-8-54 0,0-1-46 16,1 1-41-16,-2-3-42 0,1-3-40 0,-2 0-46 15,3-2-20-15,0 1-43 0,-2-11-26 0,3 13-27 16,-3-13-46-16,8 8-26 0,-8-8-366 0,12 4-892 16,-12-4 396-16</inkml:trace>
  <inkml:trace contextRef="#ctx0" brushRef="#br0" timeOffset="-27817.02">10773 17700 146 0,'0'0'280'0,"0"0"8"0,4-11 17 15,-4 11-9-15,0 0 8 0,6-10 5 0,-6 10-5 16,0 0-4-16,8-10-11 0,-8 10-24 0,0 0-20 16,0 0-23-16,10-9-23 0,-10 9-18 0,0 0-18 15,0 0-12-15,17-1-17 0,-17 1-12 0,0 0-19 16,24 12-9-16,-20-7-5 0,-4-5-4 0,14 11-14 16,-8-2-9-16,-2-2-9 0,0 2-10 0,0 0-1 15,-3-1-1-15,-1-8-5 0,5 17-1 16,-5-9-9-16,0-8-10 0,-6 13-6 0,6-13-6 15,-3 11 4-15,3-11-4 0,-5 8 0 0,5-8 5 16,0 0-4-16,-9 7 7 0,9-7-3 0,0 0 3 16,0 0 6-16,0 0-2 0,0 0 6 0,0 0 1 15,-8-21 1-15,8 21-4 0,0 0-7 0,11-24 5 16,-7 14-7-16,1 1-4 0,-5 9-2 0,15-18-25 16,-6 10-22-16,-1-1-35 0,2 1-35 0,1 1-35 15,1 3-21-15,-1-1-40 0,1 2-33 0,-12 3-46 16,18-3-42-16,-18 3-51 0,22 4-211 0,-22-4-640 15,17 4 285-15</inkml:trace>
  <inkml:trace contextRef="#ctx0" brushRef="#br0" timeOffset="-27442.1099">11091 17732 268 0,'0'0'394'0,"0"0"-6"0,6-22-2 0,-6 22-9 15,3-11-23-15,-3 11-22 0,4-11-21 0,-4 11-26 16,6-9-23-16,-6 9-18 0,7-9-24 0,-7 9-20 16,8-6-28-16,-8 6-16 0,12-5-14 0,-12 5-16 15,13 1-13-15,-13-1-19 0,14 6-7 0,-4-3-5 16,-2 2-10-16,3 0-9 0,-4 3-8 0,-1-1-6 16,-1 0-1-16,-1 2-7 0,1 0-4 0,-4 1-8 15,-1-10-13-15,0 14-6 0,0-14-3 0,-4 17-1 16,1-9-4-16,-2 1-7 0,-3-2 5 0,2 0-8 15,-6-1 7-15,2 0-4 0,-2-3-4 0,0 0 9 16,1-1 3-16,1-1 1 0,10-1 7 0,-19 0 13 16,19 0 13-16,-14-4 13 0,14 4-2 0,-10-5-2 15,10 5-4-15,-7-11-3 0,7 11-5 0,-1-12-1 16,1 12-13-16,0-19-18 0,0 19-32 0,7-14-40 16,-7 14-41-16,11-16-43 0,-1 9-50 0,2 1-46 15,2 1-27-15,1-2-59 0,3 2-44 16,0 1-284-16,-4 3-719 0,5 0 318 0</inkml:trace>
  <inkml:trace contextRef="#ctx0" brushRef="#br0" timeOffset="-27035.95">11500 17651 92 0,'0'-10'321'15,"0"10"0"-15,0 0 7 0,0 0-5 0,0-22 13 16,0 22-8-16,1-10 2 0,-1 10-6 0,-1-11-10 15,1 11-11-15,0 0-17 0,0-12-21 16,0 12-26-16,0 0-24 0,0 0-25 0,0 0-17 16,0 0-25-16,0 0-16 0,-2-11-15 0,2 11-10 15,0 0-15-15,0 0-9 0,0 0-5 0,0 0-11 0,3 31-4 16,1-20-5-16,-2-3-7 0,-2-8-11 0,3 21 2 16,-1-14-5-16,-1 3-1 0,-1-10-3 0,1 13-3 15,3-6-3-15,-4-7-2 0,3 10 0 16,-3-10 0-16,5 8 0 0,-5-8-7 0,9 7 1 15,-9-7-3-15,9 9-2 0,-9-9 4 0,10 6-4 16,-5-1-6-16,-5-5 5 0,6 5-5 0,-6-5-2 16,7 8 0-16,-7-8-3 0,6 7-3 0,-6-7 5 15,5 7-1-15,-5-7-2 0,0 0-8 0,0 12 3 16,0-12 5-16,-2 7-3 0,2-7 4 0,-9 9 6 16,5-5-5-16,-4 0-1 0,-3-1 0 0,-1 3 0 15,0-5 2-15,1 2-12 0,0-2-8 0,-1 0-11 16,12-1-19-16,-19 0-19 0,19 0-27 0,-15 0-28 15,15 0-35-15,-12-3-23 0,12 3-51 0,-9-3-36 16,9 3-33-16,0 0-60 0,0 0-33 0,0 0-273 16,0 0-716-16,0 0 317 0</inkml:trace>
  <inkml:trace contextRef="#ctx0" brushRef="#br0" timeOffset="-26645.42">11730 17553 47 0,'3'-13'411'15,"-2"1"16"-15,-1 12-2 0,4-23 2 0,-4 12-2 16,3 1-5-16,-3 10-6 0,2-19-4 0,-2 19-8 16,2-17-17-16,-2 17-14 0,3-12-26 15,-3 12-13-15,4-11-22 0,-4 11-35 0,0 0-31 0,0 0-22 16,0 0-20-16,0 0-33 0,0 0-12 15,0 0-19-15,0 0-15 0,0 0-16 0,0 0 0 0,0 0-10 16,9 47 8-16,-5-29-25 0,-4 1-7 16,1 7-3-16,0 1-7 0,-1-2-10 0,0-6-3 0,3 8-5 15,-6-2 0-15,2-6-7 0,1 8-1 0,-1-2-6 16,1-7-4-16,0 1 1 0,-4-1-8 0,4-1-5 16,2-1-3-16,-4-2-5 0,2-1-19 0,-4-4-20 15,4-9-20-15,-1 16-27 0,1-16-22 16,-2 13-26-16,1-9-17 0,1-4-25 0,0 0-18 15,0 0-37-15,0 0-39 0,0 0-34 0,0 0-21 16,0 0-22-16,0 0-16 0,0 0-21 0,0 0-24 16,0 0-17-16,0 0-10 0,0 0-217 0,0 0-698 15,8-38 309-15</inkml:trace>
  <inkml:trace contextRef="#ctx0" brushRef="#br0" timeOffset="-26442.34">11732 17772 95 0,'-7'-6'180'16,"7"6"20"-16,-9-5 17 0,9 5 27 0,-10-3 19 15,10 3 17-15,0 0 29 0,-12-10 27 0,7 6 14 16,5 4 16-16,0 0 11 0,-11-6 3 0,11 6-2 16,0 0-20-16,-5-8-16 0,5 8-33 0,0 0-28 15,0 0-28-15,0 0-31 0,0 0-24 0,0 0-18 16,15-18-25-16,-15 18-31 0,21-5-42 0,-5 4-43 16,-2-1-56-16,0 2-48 0,-14 0-49 0,33 0-64 15,-12 1-60-15,-2 0-37 0,-5 0-38 16,4-3-34-16,2 3-33 0,-3-1-44 0,-2 0-271 15,-2 1-752-15,-13-1 333 0</inkml:trace>
  <inkml:trace contextRef="#ctx0" brushRef="#br0" timeOffset="-25973.71">12028 17706 192 0,'0'0'318'0,"0"0"6"0,0 0 16 0,0 0 0 16,0 0 6-16,0 0-6 0,0 0-3 0,0 0-8 15,0 0-10-15,0 0-19 0,7-6-20 16,-7 6-27-16,0 0-23 0,0 0-20 0,0 0-25 16,0 0-20-16,0 0-18 0,11-5-13 0,-11 5-17 0,0 0-13 15,0 0-15-15,9 10-6 0,-9-10-13 0,5 7-7 16,-5-7-5-16,4 11-5 0,-3-5-10 16,-1 1-6-16,0-7-1 0,-1 14-12 0,-1-6-4 15,-4-1-10-15,1 1-9 0,-4-1-11 0,0-1-9 16,-4 2-4-16,1-2-3 0,3-2-12 0,-4 1-1 15,3-4 8-15,10-1 1 0,-20 2 9 0,12 0 0 16,8-2 2-16,0 0 4 0,-18-3 1 0,18 3 5 16,-12-3 0-16,12 3 2 0,-6-7-1 0,6 7 5 15,-2-11 6-15,2 11-3 0,2-16 0 0,-2 16-3 16,4-14 0-16,1 5-4 0,0 4 3 0,-5 5-2 16,11-11 6-16,-5 7-11 0,1-2 5 0,-7 6 3 15,14-6 1-15,-6 4-4 0,-8 2 1 0,15-2-5 16,-15 2 9-16,15 3-7 0,-15-3-2 0,18 5 7 15,-10 1-5-15,-1-3 2 0,0 5 2 0,3-2 0 16,-2 1 1-16,-2 2 3 0,1-1-6 0,-2 0 3 16,2 0 4-16,0 0-8 0,-1 2-36 0,1 0-30 15,-1-3-29-15,0-1-31 0,2 3-39 0,-1-3-33 16,-1-2-41-16,3 1-49 0,1-3-41 0,2 0-302 16,2 0-691-16,-2-2 306 0</inkml:trace>
  <inkml:trace contextRef="#ctx0" brushRef="#br0" timeOffset="-25676.9">12381 17608 255 0,'0'0'379'0,"-11"-18"11"0,6 9 9 0,1 0 3 16,2 1 14-16,-3-2 11 0,0-1 1 0,5 11-9 15,-2-10-29-15,2 10-18 0,-2-11-23 0,2 11-17 16,0 0-37-16,-2-11-18 0,2 11-36 0,0 0-26 15,0 0-29-15,0 0-13 0,0 0-20 0,0 0-11 16,0 0-19-16,0 0-18 0,0 0-8 0,0 0-7 16,0 0 6-16,0 0-26 0,2 43-9 0,-2-29-6 15,-2 4-10-15,4-1 20 0,-2 1-26 0,0-2-2 16,-2 2-4-16,2 1-7 0,0-3 2 0,-2 1-5 16,2 2 0-16,2-2-9 0,0 0-31 15,-2-2-37-15,0-3-49 0,2 1-43 0,0-3-42 16,-2 2-41-16,0-4-49 0,0 1-44 0,1-2-27 15,-1-7-32-15,0 0-29 0,1 15-39 0,2-12-342 16,-3-3-857-16,0 0 380 0</inkml:trace>
  <inkml:trace contextRef="#ctx0" brushRef="#br0" timeOffset="-25238.55">12329 17798 331 0,'0'0'412'0,"-7"-6"1"0,7 6-2 0,-10-8-6 16,10 8-4-16,-7-6-9 0,2 5-12 0,5 1-14 0,0 0-26 16,0 0-21-16,0 0-26 0,0 0-24 0,-11-8-20 15,11 8-30-15,0 0-17 0,0 0-25 0,0 0-12 16,0 0-18-16,0 0-16 0,0 0-16 0,0 0-8 16,0 0-10-16,0 0-13 0,33-3-17 15,-21 3-19-15,3 0-8 0,3-1-20 0,2 2-19 16,-2-2-14-16,5 0-14 0,-5-2-12 0,0 2-2 15,1 1-5-15,-2 1 5 0,-6-2 7 0,1 1 0 16,-12 0 4-16,20-1 4 0,-20 1 5 0,9-1 3 16,-9 1-5-16,0 0-2 0,13 1 0 0,-13-1 0 15,0 0-2-15,0 0 1 0,0 0 6 0,0 0 5 16,10 2 1-16,-10-2-2 0,0 0 1 0,0 0 1 16,0 0 2-16,0 0 4 0,0 0-1 0,-12 22 1 15,12-22 3-15,0 0 1 0,-5 13 2 0,5-13-5 16,0 0 3-16,0 13 8 0,0-13 0 0,0 0-8 15,2 14 6-15,-2-14-2 0,0 12 13 16,0-12-7-16,-2 11-5 0,4-6-3 0,-2-5 3 16,3 12-18-16,-3-12-34 0,0 0-33 0,0 0-40 15,-2 13-28-15,2-13-25 0,0 0-25 0,0 0-38 0,4 7-42 16,-4-7-36-16,0 0-48 0,0 0-291 0,0 0-711 16,0 0 314-16</inkml:trace>
  <inkml:trace contextRef="#ctx0" brushRef="#br0" timeOffset="-25097.93">12639 17676 11 0,'0'0'185'0,"1"-16"-24"16,-1 16-15-16,0 0-23 0,0 0-31 0,0 0-26 16,0 0-49-16,0 0-62 0,0 0-81 0,0 0-137 15,0 0 60-15</inkml:trace>
  <inkml:trace contextRef="#ctx0" brushRef="#br0" timeOffset="-24769.88">12820 17740 1 0,'0'0'388'16,"4"-8"-19"-16,-4 8-13 0,0 0-8 0,4-9-9 15,-4 9-16-15,0 0-8 0,0 0-25 16,0 0-26-16,2-11-19 0,-2 11-29 0,0 0-22 15,0 0-22-15,0 0-5 0,0 0-21 0,0 0-16 16,-25 2-9-16,25-2-8 0,-13 12-12 0,4-6-13 16,0 4-4-16,0 2-10 0,-2-1-10 15,4-2-3-15,0 2-7 0,-1-2-6 0,0 1-3 0,2 1-6 16,-1-3-3-16,1 2-5 0,6-10 1 0,-5 15-6 16,0-6-1-16,5-5 2 0,0-4-1 0,0 13-1 15,5-8-1-15,-5-5 2 0,9 11-4 0,-2-7-4 16,3 2-11-16,2-2-5 0,-1 0-7 0,3-2-10 15,6-1-22-15,-2 0-20 0,-1-1-14 0,0-1-29 16,-4 0-34-16,5-1-23 0,-5-1-44 0,1 2-35 16,-3 0-56-16,3-3-45 0,-3 2-303 0,-11 2-694 15,18-4 307-15</inkml:trace>
  <inkml:trace contextRef="#ctx0" brushRef="#br0" timeOffset="-24084.57">13329 17592 373 0,'6'-9'401'0,"-6"9"-4"15,7-7-21-15,-7 7-15 0,7-5-4 0,-7 5-10 16,7-7-11-16,-7 7-18 0,6-6-22 0,-6 6-8 16,0 0-28-16,7-7-14 0,-7 7-21 0,0 0-19 15,0 0-20-15,7-5-24 0,-7 5-17 0,0 0-14 16,0 0-8-16,0 0 5 0,0 0 11 0,9 21 6 15,-7-13-3-15,1 2-8 0,1 2 5 16,-2 0 1-16,2 2-12 0,-2 3-14 0,-2-2-15 16,1 2-14-16,-1 0-6 0,-1-6-1 0,1 7-6 15,-2 0-10-15,-2-3 1 0,0 2-12 0,1-1-1 16,-1 0-13-16,0-5 1 0,1 0-4 0,1 3 1 16,2-6-9-16,-5 1-5 0,5-1 0 0,0-8 1 15,5 11 4-15,-5-7 1 0,5 2 2 0,-5-6-4 16,8 6-2-16,5-3 4 0,-3-1 9 0,3-1 0 15,6 1 5-15,0-1 1 0,4-2-6 0,-3-1-3 16,0 1 0-16,-4-4-2 0,3 3-1 0,0 1-11 16,-1-2 4-16,-5 3-2 0,1-3-9 0,-5 0-5 15,4 1-37-15,-3-1-19 0,-1-2-45 0,0 3-34 16,-5-1-47-16,-4 3-50 0,0 0-52 0,16-1-63 16,-16 1-51-16,0 0-61 0,9-5-76 0,-9 5-386 15,0 0-991-15,0 0 439 0</inkml:trace>
  <inkml:trace contextRef="#ctx0" brushRef="#br0" timeOffset="-23865.8299">13498 17642 182 0,'-10'-19'425'16,"8"13"12"-16,2 6-6 0,-4-19-9 0,4 19-8 15,-5-13-19-15,5 13-26 0,4-17-26 0,-4 17-35 16,1-12-29-16,-1 12-29 0,8-13-25 0,-3 9-19 15,4-3-29-15,-2 3-17 0,4-2-14 0,0 2-16 16,0 0-14-16,0 1-34 0,3 1-38 0,-1 0-42 16,-13 2-42-16,25-2-35 0,-25 2-48 0,21 0-35 15,-10 2-35-15,0-2-37 0,-11 0-32 0,14 7-40 16,-14-7-31-16,12 6-9 0,-12-6-6 0,8 9-176 16,-8-9-565-16,0 0 250 0</inkml:trace>
  <inkml:trace contextRef="#ctx0" brushRef="#br0" timeOffset="-23662.76">13546 17695 231 0,'0'0'450'0,"-12"6"18"0,12-6 13 0,0 0 0 16,0 0-10-16,0 0-16 0,0 0-21 0,0 0-27 16,0 0-39-16,0 0-32 0,0 0-31 0,0 0-36 15,0 0-24-15,0 0-29 0,0 0-21 0,0 0-32 16,17-22-51-16,-17 22-53 0,21-1-70 0,-21 1-64 15,22-2-62-15,-11 2-59 0,5-1-66 0,-16 1-56 16,24-1-61-16,-10 1-60 0,-14 0-283 0,31 1-782 16,-15 0 346-16</inkml:trace>
  <inkml:trace contextRef="#ctx0" brushRef="#br0" timeOffset="-22975.42">13875 17732 80 0,'0'0'401'0,"0"0"5"0,0 0 7 16,0 0-6-16,0 0-3 0,0 0-16 0,0 0-13 15,0 0-23-15,0 0-22 0,0 0-26 0,0 0-25 16,0 0-24-16,0 0-21 0,0 0-30 0,0 0-18 16,0 0-21-16,0 0-15 0,0 0-12 0,13-17-23 15,-13 17-12-15,14 2-15 0,-14-2-4 0,19 6-9 16,-14-4-7-16,7 4-10 0,-3 0-4 0,-1-1-8 15,0 1-5-15,-2 2-4 0,-2-2-3 0,1 2-11 16,-3 1 2-16,0-2-7 0,-2 3-3 0,0-10-5 16,-6 13-4-16,4-5 0 0,-3 0 1 0,-1-2-11 15,-4 2 1-15,1-1-7 0,-2-5-3 0,-1 3-3 16,-1-1-4-16,-1 0 0 0,1-4 3 0,0 2 2 16,2-1 5-16,0 0 4 0,-1-2 4 0,5 1 0 15,7 0 3-15,-15-4 0 0,11 1 4 0,-2-3-2 16,4 1-1-16,2 5-1 0,-2-15 5 0,2 5 0 15,0 10 1-15,4-21-6 0,1 8 6 0,0 3 0 16,2 0 1-16,-1-1 1 0,3 2-2 16,3-3-2-16,-4 3 0 0,3 4-3 0,1-2-1 15,-1 4-1-15,1-2 2 0,1 5-2 0,-3-1 7 16,-10 1-8-16,19 1 4 0,-10 3-9 0,3 0 3 16,-2 4 3-16,-3 0 3 0,3 3-6 0,-2 2 0 0,-1 2 6 15,-1 1-4-15,-3 1 2 0,-1 2 5 16,0-2-3-16,-2 2 2 0,0 0 0 0,-2-1-3 15,0 2 3-15,-1-1-2 0,-1 6-3 0,-1-8 5 16,5-17 2-16,0 0-5 0,-12 50-3 0,12-50 2 16,-8 28 1-16,8-28-1 0,0 0 1 0,-4 37 1 15,4-37 1-15,0 0 1 0,0 0-1 0,-3 37 2 16,3-37-2-16,0 0 4 0,0 0-2 0,0 0 3 16,0 0 1-16,15 30 7 0,-15-30 12 0,0 0 11 15,0 0 17-15,35 7 9 0,-35-7 2 0,0 0 12 16,47-5 1-16,-47 5-3 0,0 0-2 0,72-13-3 15,-48 7-5-15,-24 6 4 0,39-12-9 16,-39 12-7-16,36-10-3 0,-36 10-3 0,30-10-10 16,-30 10-3-16,23-10-8 0,-9 7-2 0,-14 3-36 15,23-5-29-15,-23 5-44 0,13-4-48 0,-13 4-63 16,9-4-66-16,-9 4-58 0,10-2-74 0,-10 2-76 16,0 0-84-16,0 0-310 0,0 0-932 0,0 0 413 15</inkml:trace>
  <inkml:trace contextRef="#ctx0" brushRef="#br0" timeOffset="-19866">14208 17748 91 0,'0'0'348'15,"0"0"-5"-15,0 0-10 0,0 0-3 0,0 0-9 16,0 0-9-16,0 0-14 0,0 0-9 0,-6-15-17 16,6 15-16-16,0 0-17 0,0 0-23 0,0 0-4 15,0 0-19-15,0 0-23 0,0 0-15 0,0 0-14 16,0 0-17-16,0 0-25 0,0 0-4 0,0 0-5 16,0 0-18-16,0 0-5 0,0 0-9 0,0 0-2 15,0 0-5-15,0 0-5 0,0 0-7 0,0 0-3 16,0 0-6-16,12 26-4 0,-10-21-3 0,-2 1 0 15,2 2-1-15,1 0 0 0,1 2-7 0,-4-2 0 16,4 0-2-16,-2 0 1 0,-1-1-4 0,3 1 2 16,-3-1-6-16,1-2-4 0,-2-5-8 0,2 11 2 15,2-6 0-15,-4-5-5 0,5 9 3 0,-1-6 4 16,-4-3 0-16,5 5 2 0,-5-5-1 0,6 3-3 16,-6-3 3-16,0 0 2 0,16-4 4 0,-9 0 9 15,-7 4-1-15,13-6 4 0,-8 1 2 0,0 1 13 16,1-1 7-16,3-2 5 0,-4-1 1 0,0 5 0 15,-1-3 0-15,2 2 0 0,-6 4 2 0,7-8 2 16,0 4-4-16,-7 4-5 0,5-6 1 0,-5 6 0 16,6-5-4-16,-6 5-3 0,0 0-6 0,7-3-5 15,-7 3-6-15,0 0-3 0,0 0 3 0,4-5-6 16,-4 5 0-16,0 0-2 0,0 0 0 16,10 7-5-16,-10-7 3 0,0 0-2 0,10 6-4 15,-7-1 3-15,-3-5 0 0,4 7-7 0,0-3-8 16,-4-4-8-16,5 6-9 0,0-1-3 0,-5-5-6 0,5 3 0 15,-5-3-1-15,4 7 0 0,-4-7 10 0,4 1 4 16,-4-1 1-16,0 0 6 0,7 1 2 16,-7-1-2-16,0 0 7 0,0 0-10 0,18-6 13 15,-12 3-4-15,-1 0 6 0,-5 3-4 0,12-6 4 16,-8 2 1-16,1 0 1 0,-5 4 2 0,10-5 5 16,-10 5-2-16,7-5 2 0,-7 5 4 0,7-7-6 15,-7 7 1-15,5-2 4 0,-5 2-7 0,0 0-1 16,8-1-1-16,-8 1-1 0,0 0-1 0,0 0 3 15,12 4 1-15,-12-4-7 0,6 5 7 0,-6-5 7 16,5 6-11-16,-5-6 2 0,0 0-9 0,9 10-30 16,-9-10-26-16,4 9-35 0,-4-9-46 0,5 6-45 15,-5-6-45-15,5 5-49 0,-5-5-62 0,0 0-96 16,11 3-239-16,-11-3-740 0,0 0 328 0</inkml:trace>
  <inkml:trace contextRef="#ctx0" brushRef="#br0" timeOffset="-19694.16">14607 17675 275 0,'0'0'414'0,"1"-18"-14"0,-1 18-31 16,0 0-42-16,0 0-31 0,0-15-27 0,0 15-23 16,0 0-57-16,0 0-55 0,0 0-55 0,0 0-57 15,0 0-67-15,0 0-73 0,0 0-70 0,17 2-258 16,-17-2-481-16,0 0 214 0</inkml:trace>
  <inkml:trace contextRef="#ctx0" brushRef="#br0" timeOffset="-19022.45">15040 17628 381 0,'0'0'486'0,"-6"-17"4"0,3 11-6 0,3 6-6 0,0 0-7 16,-6-18-11-16,6 18-8 0,-5-8-24 16,5 8-27-16,0 0-37 0,0 0-31 0,-7-11-43 15,7 11-28-15,0 0-28 0,0 0-26 0,0 0-24 16,0 0-16-16,0 0-20 0,0 0-3 0,0 0-6 16,-18 24-6-16,14-12-19 0,-2 5-9 0,-1-2-10 15,0 4-3-15,0-2-15 0,1 3-2 0,1-2-11 16,-9 5-3-16,8-5-10 0,-5 5 2 0,2-5-6 15,-3 5-7-15,-1 0-7 0,5-6-41 0,-1-1-18 16,1-1-22-16,2-1-18 0,-2-3-16 0,2 0-5 16,1-3-1-16,1 1 4 0,4-9 5 0,-5 12 13 15,1-8 4-15,4-4 12 0,0 0 10 16,-4 10 7-16,4-10 13 0,0 0-2 0,0 0 14 0,0 0-1 16,0 0 10-16,0 0 10 0,0 0-6 0,0 0 4 15,0 0 5-15,4-35 3 0,-4 35 8 0,4-18 5 16,-3 10 6-16,-1 8 6 0,4-11-3 0,-4 11 0 15,8-14 0-15,-8 14-4 0,5-10-5 16,-5 10 2-16,6-11 1 0,-6 11-9 0,0 0-2 16,7-10-1-16,-7 10-4 0,0 0-5 0,0 0-4 15,12-2-5-15,-12 2 11 0,0 0-3 0,0 0-8 16,21 2 8-16,-21-2-7 0,10 9 3 0,-10-9-6 16,15 8-3-16,-9-2-2 0,1-3-20 0,-7-3-11 15,13 9-8-15,-7-6-4 0,-6-3-4 0,11 7-3 16,-11-7-4-16,9 6 3 0,-9-6 3 0,8 6 5 15,-8-6 7-15,0 0 5 0,11 3 4 0,-11-3 4 16,0 0 4-16,13-3 4 0,-13 3 3 0,11-6 1 16,-11 6 0-16,9-8 1 0,-9 8 4 0,0 0 2 15,9-13 3-15,-9 13 2 0,11-6 8 0,-11 6 0 16,7-8 3-16,-7 8 3 0,0 0-6 0,0 0 0 16,9-7-1-16,-9 7-2 0,0 0-3 0,0 0-2 15,0 0 4-15,10 0-3 0,-10 0 1 0,0 0 4 16,0 0-4-16,0 0 3 0,15 15 0 0,-12-9-11 15,-3-6-23-15,6 10-49 0,-6-10-42 16,9 9-45-16,-9-9-58 0,7 11-30 0,-2-8-58 16,-5-3-44-16,0 0-57 0,13 11-47 0,-7-11-311 15,-6 0-835-15,0 0 370 0</inkml:trace>
  <inkml:trace contextRef="#ctx0" brushRef="#br0" timeOffset="-18850.6099">15191 17766 149 0,'3'-11'311'0,"-3"11"-17"0,0 0-21 0,0 0-25 0,0 0-26 15,0 0-21-15,0 0-18 0,0 0-23 16,0 0-22-16,4-12-45 0,-4 12-32 0,0 0-57 16,0 0-54-16,0 0-50 0,0 0-62 0,0 0-176 15,0 0-366-15,0 0 162 0</inkml:trace>
  <inkml:trace contextRef="#ctx0" brushRef="#br0" timeOffset="-18100.79">15358 17700 168 0,'0'0'403'0,"0"0"-9"0,-3-23 8 0,3 23-4 15,0 0 8-15,-5-18-3 0,5 18 7 0,-3-9-11 16,3 9-9-16,0 0-9 0,0 0-19 0,-8-16-13 15,8 16-22-15,0 0-41 0,0 0-23 0,0 0-13 16,0 0-45-16,0 0-24 0,0 0-6 0,0 0-30 16,0 0-23-16,0 0-10 0,0 0-10 0,0 0-13 15,0 0-6-15,0 0-13 0,-1 43-5 16,0-26 1-16,3 0-3 0,-3 1-9 0,2 0-11 16,-1-1-4-16,1 0 2 0,0 2-5 0,-2-2-7 15,1-6-16-15,-1 7-23 0,1-3-4 0,0 3-30 16,0-3-17-16,1-2-16 0,-2-2-11 0,3 1-5 15,1-1-6-15,0-2 5 0,-3-9 1 0,5 12 12 16,-5-12 9-16,7 7 17 0,-7-7 0 0,9 4 9 16,-9-4-1-16,14 0 9 0,-14 0 2 0,18-11 5 15,-6 6 5-15,-4-4 17 0,-1-2 7 0,1 3 2 16,5-5 4-16,-8 2 3 0,3-1 6 0,0-3 7 16,-5 3 4-16,-1 3 10 0,-2 9 6 0,7-20 0 15,-7 20-6-15,1-15 4 0,-1 15-6 0,0-16-11 16,0 16-2-16,0 0-3 0,0 0-7 0,-2-15 0 15,2 15-1-15,0 0 2 0,0 0-7 0,-4-7 0 16,4 7-3-16,0 0 5 0,0 0-5 16,0 0 4-16,0 0-5 0,0 0 1 0,0 0-1 15,0 0 9-15,0 0-8 0,-18 21 1 0,18-21-5 16,0 0-5-16,0 0-2 0,9 21 0 0,-9-21-5 16,5 10-2-16,-5-10 3 0,10 8 0 0,-5-5-2 15,-5-3 5-15,13 6-1 0,-5-2 1 0,-8-4 6 16,21 1-7-16,-8-1 5 0,5-1 2 0,-1-3-2 15,-3 1 3-15,2-1-2 0,2-2 3 0,-3 3-3 16,1 1 4-16,1-3-2 0,-5 1 3 0,-1 1-3 16,-1 1 3-16,-10 2-3 0,14-4-2 0,-14 4 1 15,13 0-2-15,-13 0-1 0,11 0 1 0,-11 0-1 16,0 0 1-16,12 3 2 0,-12-3-2 0,0 0 1 16,6 9 0-16,-6-9 0 0,3 9 1 0,-3-9-1 15,0 10 8-15,0-10-5 0,0 0-3 0,-2 18 3 16,2-18 4-16,-1 16-6 0,1-16 2 0,-5 14 2 15,4-6 0-15,1-8 0 0,-2 14 1 0,2-14 0 16,0 15-1-16,0-15 2 0,0 15-3 0,0-15 3 16,-1 12 3-16,1-12-4 0,3 9 2 15,-3-9-15-15,3 9-18 0,-3-9-29 0,6 8-37 16,-6-8-41-16,7 4-50 0,-7-4-40 0,12 3-46 16,-12-3-43-16,14-2-41 0,-14 2-44 0,0 0-341 15,20-6-805-15,-20 6 356 0</inkml:trace>
  <inkml:trace contextRef="#ctx0" brushRef="#br0" timeOffset="-17772.72">16056 17935 349 0,'0'0'393'0,"2"-17"-2"15,-2 17-7-15,0 0 1 0,0 0-4 0,0 0-1 16,-5-19-7-16,5 19-11 0,0 0-7 0,0 0-14 0,0 0-19 16,0 0-28-16,-5-14-23 0,5 14-23 15,0 0-33-15,0 0-27 0,0 0-19 0,0 0-18 16,0 0-14-16,0 0-12 0,0 0-15 0,0 0-11 16,0 0-4-16,0 0-16 0,9 31-3 0,-9-31 3 15,0 21-20-15,-1-15-10 0,1-6-28 0,0 19-14 16,1-10-22-16,-1 1-29 0,0-10-29 0,0 0-29 15,0 0-33-15,-2 22-22 0,2-22-30 0,0 0-14 16,2 9-9-16,-2-9-5 0,0 0-38 0,0 0-44 16,0 0-57-16,0 0-51 0,0 0-302 0,0 0-766 15,0 0 340-15</inkml:trace>
  <inkml:trace contextRef="#ctx0" brushRef="#br0" timeOffset="-17600.91">16073 17740 237 0,'0'0'404'0,"0"0"-10"16,0 0-24-16,-4-17-21 0,4 17-31 0,0 0-34 15,0 0-36-15,0 0-42 0,0 0-45 0,0 0-34 16,0 0-44-16,0 0-49 0,0 0-62 0,0 0-57 16,0 0-58-16,0 0-74 0,21 30-240 0,-21-30-496 15,9 16 220-15</inkml:trace>
  <inkml:trace contextRef="#ctx0" brushRef="#br0" timeOffset="-16740.22">16241 17944 302 0,'0'0'435'0,"0"0"15"0,0 0-7 15,0 0 1-15,0 0-7 0,-4-33-7 0,4 33-12 16,0 0-13-16,-3-11-21 0,3 11-28 0,0 0-34 15,0 0-28-15,0 0-34 0,0 0-25 0,0 0-28 16,0 0-28-16,0 0-16 0,0 0-16 0,0 0-13 16,0 0-10-16,0 0-21 0,0 0-5 0,0 0-7 15,0 0-13-15,0 0 5 0,7 37-23 0,-7-37-6 16,1 17 2-16,1-9-8 0,-2 3-5 0,0-11-8 16,0 12-11-16,0-12-11 0,1 11-3 0,-1-11-8 15,0 0-9-15,3 13 1 0,-3-13-2 0,0 0-1 16,0 0 4-16,5 6-1 0,-5-6-5 15,0 0 5-15,0 0-2 0,19-3-1 0,-19 3 4 16,13-6 0-16,-4 1 1 0,-9 5 3 0,15-11-5 16,-9 6 3-16,1-3 4 0,-2 4-6 0,-5 4 11 0,11-11-10 15,-7 7 2-15,-4 4-5 0,8-8 1 0,-8 8 7 16,5-9-3-16,-5 9-4 0,0 0 1 0,6-6 8 16,-6 6-12-16,0 0 2 0,0 0-3 0,0 0-1 15,7-6 3-15,-7 6-3 0,0 0 1 0,0 0-2 16,0 0 0-16,0 0 5 0,0 0 3 0,0 0-5 15,0 0 2-15,13 19 3 0,-9-14 1 0,-4-5 0 16,8 12 1-16,-8-12 2 0,9 14-3 16,-5-7-1-16,-4-7 4 0,9 12-14 0,-1-4-4 0,-8-8-6 15,6 9 1-15,-6-9 7 0,7 9 1 16,-7-9-1-16,10 7 10 0,-10-7-5 0,0 0 0 16,12 4 2-16,-12-4 2 0,0 0 2 0,0 0 0 15,21-4 0-15,-21 4 1 0,14-7-1 0,-5 1 2 16,-9 6 1-16,13-9 3 0,-13 9-1 0,11-11 0 15,-11 11-4-15,8-10 0 0,-8 10 3 0,5-7 0 16,-5 7-2-16,0 0 0 0,8-10 6 0,-8 10-5 16,0 0-3-16,0 0 2 0,10-5-5 0,-10 5 4 15,0 0-2-15,0 0 2 0,0 0-2 0,0 0 4 16,0 0-5-16,0 0-2 0,0 0 6 16,0 0-2-16,0 0 2 0,0 0-1 0,0 0-2 0,15 18 3 15,-15-18 0-15,0 0-1 0,5 11-6 0,-5-11-21 16,0 0-14-16,4 12-10 0,-4-12-6 0,0 0 1 15,4 10-1-15,-4-10 4 0,0 0 3 16,0 0 4-16,5 9 5 0,-5-9 8 0,0 0 3 16,0 0 3-16,0 0 5 0,0 0 6 0,0 0 1 15,0 0 0-15,0 0 5 0,0 0 0 0,28-16 3 16,-28 16 3-16,8-7-2 0,-8 7-2 0,8-9 3 16,-8 9 0-16,7-8 0 0,-7 8 4 0,0 0 0 15,12-8-2-15,-12 8 0 0,0 0-2 0,0 0 0 16,0 0 2-16,0 0-2 0,0 0-2 0,0 0 6 15,0 0-1-15,21 11 2 0,-21-11-3 0,0 0 5 16,8 11-1-16,-8-11-5 0,7 9-52 0,-7-9-37 16,0 0-39-16,10 8-30 0,-10-8-31 0,2 7-40 15,-2-7-44-15,0 0-79 0,12 5-74 16,-12-5-221-16,0 0-708 0,0 0 313 0</inkml:trace>
  <inkml:trace contextRef="#ctx0" brushRef="#br0" timeOffset="-16083.98">17340 17864 112 0,'0'0'255'16,"0"0"9"-16,0 0 3 0,0 0 9 0,0 0 7 15,0 0-5-15,0 0 9 0,0 0 14 0,0 0-5 16,0 0 4-16,0 0 3 0,0 0-7 0,0 0-7 15,-2-9-2-15,2 9-10 0,0 0-1 0,0 0-18 16,0 0-7-16,0 0-7 0,0 0-5 0,0 0-3 16,0 0-9-16,0 0 3 0,0 0-15 0,0 0-20 15,0 0-1-15,0 0-12 0,0 0-15 0,0 0-13 16,0 0-12-16,0 0-12 0,0 0-17 16,0 0-14-16,0 0-10 0,0 0-11 0,0 0-9 15,0 0-37-15,0 0-32 0,0 0 0 0,0 0 0 0,0 0 0 16,2 27 0-16,0-16 0 0,-4-1 0 15,2 1 0-15,0 1 0 0,0-1 0 0,0 0 0 16,0 0 0-16,0 1 0 0,0-2 0 0,0-1 0 16,0 1 0-16,-1-3 0 0,0 0 0 0,1-7 0 15,0 11 0-15,0-11 0 0,0 8 0 0,0-8 0 16,0 0-75-16,0 0-85 0,0 0-26 0,-4 15-22 16,4-15-46-16,0 0-61 0,0 0-47 0,0 0-52 15,0 0-52-15,0 0-58 0,0 0-348 0,0 0-944 16,0 0 418-16</inkml:trace>
  <inkml:trace contextRef="#ctx0" brushRef="#br0" timeOffset="-15912.15">17310 17732 340 0,'0'0'355'0,"-1"-18"-6"0,1 18-6 15,0 0-16-15,-3-13-21 0,3 13-25 0,0 0-26 16,-3-12-27-16,3 12-31 0,0 0-23 0,0 0-41 15,0 0-55-15,0 0-31 0,0 0-51 0,0 0-53 16,0 0-66-16,0 0-76 0,0 0-52 0,0 0-213 16,30 28-502-16,-23-21 223 0</inkml:trace>
  <inkml:trace contextRef="#ctx0" brushRef="#br0" timeOffset="-15427.88">17463 17872 46 0,'0'0'415'0,"0"0"-1"0,0 0 1 0,0 0-19 15,0 0-6-15,0 0-19 0,0 0-22 16,0 0-21-16,14-11-22 0,-14 11-24 0,0 0-27 16,0 0-27-16,0 0-21 0,0 0-23 0,0 0-20 15,0 0-18-15,9 8-13 0,-9-8-15 0,8 10-12 16,-6-4-12-16,-2-6-7 0,8 12-7 0,-4-1-10 15,0-3-2-15,-4-8-14 0,3 17-8 0,-3-9-7 16,0-8-27-16,0 16-16 0,0-16-12 0,-1 14-18 16,1-14-11-16,0 11-3 0,0-11 2 0,-2 8 4 15,2-8 6-15,0 0 7 0,-4 10 5 0,4-10 4 16,0 0 5-16,0 0 2 0,0 0 13 0,0 0 12 16,0 0 13-16,0 0 8 0,0 0 7 15,0 0 8-15,0 0-4 0,19-29 7 0,-10 20 1 16,-3 2-1-16,1 3-3 0,0-4-6 0,-7 8-9 15,16-10 1-15,-9 6 2 0,-7 4-8 0,13-7 0 16,1 6-4-16,-14 1-6 0,13 0 1 0,-13 0-4 0,14 0-3 16,-14 0-1-16,12 6-3 0,-12-6 2 15,8 6-4-15,-4 0 2 0,-4-6-2 0,8 11-2 16,-8-11 2-16,8 10 2 0,-7-4-5 0,-1-6-19 16,3 11-20-16,-3-11-32 0,0 0-25 0,0 0-24 15,3 18-29-15,-3-18-25 0,2 5-31 0,-2-5-18 16,0 0-17-16,0 0-42 0,0 0-47 0,0 0-35 15,11 4-293-15,-11-4-708 0,0 0 313 0</inkml:trace>
  <inkml:trace contextRef="#ctx0" brushRef="#br0" timeOffset="-14412.12">18482 17762 155 0,'0'0'390'0,"5"-18"-9"15,-5 18-1-15,0 0-8 0,1-18-11 0,-1 18-10 16,1-12-10-16,-1 12-7 0,0 0-17 0,-2-20-13 16,2 20-17-16,-5-12-14 0,5 12-17 0,0 0-14 15,0 0-11-15,-8-19-23 0,8 19-15 0,0 0-21 16,-8-10-19-16,8 10-12 0,0 0-21 0,-9-5-8 15,9 5-8-15,0 0-12 0,0 0-10 0,-23 4-4 16,23-4-11-16,-17 11-4 0,7-3-5 0,-4 3-6 16,6-1-6-16,-8 3-2 0,3 1-3 0,1 2-6 15,3-1-1-15,-7 8-3 0,3-3 3 0,3-2-9 16,3 0-2-16,-1 0-2 0,3 0-4 0,1 0-2 16,-2 0-17-16,4 0-13 0,4 0-7 0,1-3-12 15,0-2-6-15,3 1-5 0,3 1-22 0,7-3-22 16,-16-12-33-16,0 0-36 0,39 32-31 0,-39-32-42 15,32 16-24-15,-32-16-31 0,26 12-29 16,-26-12-38-16,27 6-46 0,-27-6-40 0,0 0-224 16,41 3-717-16,-30-5 317 0</inkml:trace>
  <inkml:trace contextRef="#ctx0" brushRef="#br0" timeOffset="-13552.95">18612 17970 1 0,'0'0'336'0,"0"0"5"0,0 0 3 0,0 0-1 15,0 0 9-15,-4-12-2 0,4 12 1 16,0 0-4-16,0 0-18 0,0 0-16 0,0 0-21 16,0 0-18-16,0 0-21 0,0 0-24 0,0 0-22 15,0 0-23-15,0 0-18 0,0 0-18 0,0 0-14 16,0 0-14-16,0 0-15 0,0 0-10 0,0 0-8 15,0 0-9-15,0 0-4 0,0 0-12 0,0 0-2 16,0 0-6-16,0 0-1 0,0 0-4 0,15-6-7 16,-15 6-1-16,0 0 1 0,0 0-2 0,25 2 10 15,-25-2-6-15,18-1 14 0,-18 1 9 0,19-1 5 16,-19 1-3-16,16-4 4 0,-5 2-5 0,-11 2 5 16,14-7 6-16,-14 7 5 0,12-6 1 0,-12 6-3 15,9-9 2-15,-9 9-12 0,6-10 5 0,-6 10-9 16,0 0-16-16,3-17 0 0,-3 17-9 0,0 0-5 15,0 0-3-15,0 0-15 0,0 0-3 0,-12-23-4 16,12 23 4-16,-12-5-8 0,12 5 4 0,0 0-7 16,-22 0 1-16,22 0-6 0,0 0 5 0,-30 10-9 15,19-4 2-15,11-6 2 0,-23 18 13 16,12-10-21-16,1 0 9 0,1 6 0 0,1-4-7 16,-1 0-12-16,2-1-6 0,1 2-3 0,1 0-5 15,5-11-2-15,-10 16-1 0,9-7-2 0,1-9 2 16,0 0 12-16,0 0-2 0,4 24-5 0,-4-24 6 15,0 0 3-15,0 0 0 0,0 0 11 0,43 29-4 16,-43-29 4-16,29 6 4 0,-29-6-3 0,32 3 3 16,-19-5 0-16,2 1 11 0,0 0-8 0,4-1 2 15,-6-2 2-15,1-1 0 0,-3-2 6 0,-1 1 2 16,4-4 5-16,-3 2 7 0,-1 0-4 0,-3 0 0 16,1 0 8-16,-8 8 16 0,13-14-17 15,-8 8 1-15,-5 6 1 0,8-11-7 0,-8 11-5 16,0 0 1-16,7-10-9 0,-7 10 4 0,0 0-7 0,0 0-3 15,8-7-4-15,-8 7-4 0,0 0 1 0,0 0-1 16,0 0 4-16,0 0 3 0,0 0 9 0,0 0-15 16,0 0 1-16,0 0-7 0,0 0 8 15,0 0-12-15,0 0 1 0,10 26 0 0,-10-26 2 16,0 0 8-16,0 0-11 0,0 0 4 0,0 15-4 16,0-15 2-16,0 0-1 0,0 0 2 0,0 0-1 15,0 0 4-15,3 11-3 0,-3-11 4 0,0 0-2 16,0 0 6-16,0 0-5 0,11 5 7 0,-11-5 1 15,0 0-7-15,0 0 5 0,17 0-7 0,-17 0 8 16,0 0 1-16,0 0-2 0,17-1-1 0,-17 1 3 16,0 0 0-16,0 0-3 0,0 0 2 0,19-2 1 15,-19 2-2-15,0 0 1 0,0 0-3 0,0 0-5 16,16 2 2-16,-16-2 1 0,0 0 2 0,13 5 5 16,-13-5-1-16,12 8-1 0,-2-4-27 15,-10-4-49-15,10 10-53 0,-10-10-53 0,12 8-60 16,-12-8-47-16,14 7-50 0,-14-7-44 0,0 0-38 15,0 0-51-15,21 11-319 0,-14-11-859 0,-7 0 380 16</inkml:trace>
  <inkml:trace contextRef="#ctx0" brushRef="#br0" timeOffset="-13224.89">19260 17784 50 0,'0'0'366'0,"4"-12"26"0,-4 12-9 0,4-14 8 0,-4 14 3 15,0 0 5-15,3-17 8 0,-3 17-22 0,0 0-12 16,4-15-16-16,-4 15-22 0,0 0-33 0,0 0-30 16,0 0-25-16,0 0-27 0,7-12-21 0,-7 12-16 15,0 0-15-15,0 0-2 0,0 0 9 16,0 0 13-16,0 0-11 0,0 0 2 0,2 53-17 16,-4-36-14-16,0 1-6 0,0 1-15 0,-1 0-18 0,2 5-2 15,-2-3-7-15,2 2-5 0,0-2-11 16,-2-2-16-16,3 4-6 0,0-23-9 0,0 0 4 15,-7 57-5-15,7-57-20 0,-4 31-31 0,4-31-29 16,0 0-24-16,-4 36-27 0,4-36-31 0,0 0-19 16,0 0-24-16,0 0-26 0,0 38-30 0,0-38-33 15,0 0-20-15,0 0-30 0,0 0-22 0,0 0-22 16,0 0-22-16,0 0-20 0,0 0-22 0,0 0-2 16,0 0-9-16,0 0-219 0,0 0-681 0,0 0 303 15</inkml:trace>
  <inkml:trace contextRef="#ctx0" brushRef="#br0" timeOffset="-12990.58">19158 18001 188 0,'0'0'336'0,"0"0"21"15,0 0 28-15,0 0 17 0,-8-11 10 0,8 11 12 16,0 0 3-16,0 0-6 0,0 0-6 0,0 0-4 16,0 0-42-16,0 0-26 0,0 0-30 0,0 0-27 15,0 0-29-15,0 0-26 0,0 0-19 0,0 0-27 16,0 0-19-16,0 0-9 0,0 0-29 0,0 0-30 15,0 0-37-15,0 0-40 0,0 0-35 0,14-17-21 16,-14 17-40-16,17-2-32 0,-17 2-22 0,24 2-39 16,-5-5-36-16,-1 3-22 0,1 0-14 0,-2-1-16 15,1 3-21-15,-2-2-28 0,2 2-20 0,0-2-23 16,-1 2-12-16,1-2 2 0,-4 2-239 0,-2-1-646 16,-1 2 286-16</inkml:trace>
  <inkml:trace contextRef="#ctx0" brushRef="#br0" timeOffset="-12568.8">19457 17987 968 0,'0'0'-50'0,"0"0"33"0,0 0 40 15,0 0 24-15,15 2 29 0,-15-2 30 0,0 0 27 16,0 0 29-16,0 0 25 0,0 0 11 0,0 0 20 16,0 0 11-16,0 0 13 0,0 0 9 0,0 0 0 15,0 0-6-15,0 0-12 0,15-4-10 0,-15 4-17 16,0 0-17-16,0 0-13 0,0 0-24 0,0 0-8 16,0 0-21-16,0 0-9 0,19 2-17 0,-19-2-7 15,8 7-13-15,-8-7-3 0,12 11-9 0,-6-4-6 16,0 0-8-16,-6-7-5 0,0 0-6 0,0 0-6 15,0 0-2-15,0 0-5 0,0 0-4 0,16 49-4 16,-16-49-2-16,0 0-6 0,0 0 4 0,0 0-5 16,0 0 1-16,0 0 0 0,0 0-1 15,0 0 4-15,0 0-3 0,0 0 7 0,0 0-5 0,0 0 6 16,0 0-1-16,0 0-3 0,0 0-2 0,0 0-3 16,0 0 2-16,0 0-3 0,-7 24 0 0,7-24-1 15,0 0-3-15,0 0 3 0,0 0-1 0,0 0 1 16,0 0-2-16,0 0 2 0,23-41-5 15,-23 41-4-15,7-7 2 0,-7 7-4 0,0 0 1 16,10-9 4-16,-10 9 0 0,0 0 1 0,10-6-4 16,-10 6 0-16,0 0-2 0,12-3 1 0,-12 3 0 15,0 0-2-15,0 0 1 0,0 0-3 16,0 0 4-16,21 9-4 0,-21-9 3 0,6 7-2 0,-6-7-12 16,0 0-34-16,0 0-32 0,0 0-36 0,0 0-35 15,0 0-40-15,0 0-40 0,0 0-43 0,0 0-41 16,0 0-46-16,30 33-306 0,-30-33-724 0,8 0 320 15</inkml:trace>
  <inkml:trace contextRef="#ctx0" brushRef="#br0" timeOffset="-12396.97">19693 17953 36 0,'0'0'318'0,"0"0"-9"15,0 0-18-15,-1-20-15 0,1 20-15 0,0 0-28 16,0 0-15-16,0 0-23 0,0 0-18 0,0 0-22 15,0 0-20-15,0 0-28 0,0 0-34 0,0 0-37 16,1-11-46-16,-1 11-50 0,0 0-66 0,0 0-72 16,0 0-207-16,0 0-438 0,22 26 194 0</inkml:trace>
  <inkml:trace contextRef="#ctx0" brushRef="#br0" timeOffset="-11850.22">19830 18101 120 0,'0'0'271'0,"0"0"-26"0,0 0-19 16,0 0-26-16,0 0-22 0,0 0-14 0,0 0-14 15,-12-36-20-15,12 36-10 0,0 0-10 0,0 0-9 16,0-15-10-16,0 15-6 0,0 0 1 0,0 0 1 15,2-14 8-15,-2 14 1 0,0 0 6 0,0 0 9 16,1-18 9-16,-1 18 4 0,1-13 0 0,-1 13 6 16,0 0-3-16,2-18 13 0,-2 18 2 0,1-14-2 15,-1 14 9-15,0-16 14 0,0 16 26 0,0-24 10 16,0 12 5-16,0 12 1 0,4-24-11 16,-3 9-3-16,2 1-10 0,-1 3 0 0,-2 11 16 15,5-22-8-15,-5 22-17 0,4-23-7 0,-4 23-2 16,4-15 5-16,-4 15-14 0,0 0-11 0,2-18-2 15,-2 18-15-15,0 0-2 0,0 0-5 0,2-15-8 16,-2 15-14-16,0 0-2 0,0 0-22 0,0 0-4 16,0 0-10-16,0 0-6 0,0 0-9 0,0 0-5 15,0 0-20-15,0 0-19 0,0 0 0 0,0 0 0 16,-19 33 0-16,16-9 0 0,-1 2 0 0,3 3 0 16,-2 3 0-16,3-1 0 0,0-31 0 0,3 66 0 15,-2-34 0-15,-2 2 0 0,1-34 0 0,2 61 0 16,0-29 0-16,0-3 0 0,-2-29 0 0,-1 57 0 15,0-32 0-15,1-25 0 0,-3 39 0 0,3-39 0 16,-2 36 0-16,2-36 0 0,0 0 0 0,-3 33 0 16,3-33 0-16,0 0 0 0,0 0-91 0,0 0-68 15,-4 32-33-15,4-32-32 0,0 0-37 0,0 0-29 16,0 0-51-16,0 0-41 0,0 0-29 16,0 0-36-16,0 0-32 0,0 0-340 0,0 0-888 15,0 0 393-15</inkml:trace>
  <inkml:trace contextRef="#ctx0" brushRef="#br0" timeOffset="-11287.84">19767 18204 74 0,'0'0'283'0,"0"0"18"15,0 0 9-15,-18-38 10 0,18 38-2 0,0 0-10 16,0 0 4-16,0 0 0 0,0 0 4 0,-14-23-5 16,14 23-6-16,0 0-11 0,0 0-12 0,0 0-18 15,0 0-13-15,0 0-28 0,0 0-22 16,0 0-17-16,0 0-23 0,0 0-16 0,0 0-16 15,0 0-20-15,0 0-18 0,0 0-23 0,42-29-30 16,-42 29-20-16,34-5-23 0,-34 5-17 0,39-7-17 16,-39 7-3-16,41-7-15 0,-41 7-1 0,41-8-15 15,-23 5 10-15,0-1 10 0,1 1 1 0,-5 0 1 16,-4 1 9-16,-10 2 8 0,16-5 4 0,-16 5-1 16,10-3 3-16,-10 3 8 0,0 0 6 0,0 0 7 15,12-5 9-15,-12 5 8 0,0 0 6 0,0 0 0 16,0 0 1-16,0 0-1 0,0 0-2 0,0 0 1 15,10-6-10-15,-10 6 3 0,0 0-6 0,0 0 3 16,0 0 0-16,0 0 2 0,0 0-3 0,0 0 1 16,0 0-3-16,0 0 11 0,0 0-6 0,0 0 1 15,0 0-3-15,0 0 2 0,0 0-2 0,0 0 5 16,0 0-1-16,0 0-2 0,0 0-1 0,0 0 4 16,6 59 1-16,-6-59-1 0,0 0 2 0,0 0-6 15,0 0 2-15,22 17 3 0,-22-17-3 0,0 0-1 16,0 0 4-16,0 0-8 0,43 3 1 15,-43-3 10-15,0 0-9 0,0 0 0 0,0 0-3 16,0 0 4-16,0 0 12 0,55-17 6 0,-55 17 1 16,0 0 5-16,0 0 7 0,22-13 4 0,-22 13 6 15,0 0 4-15,0 0 1 0,0 0-2 0,14-11 1 16,-14 11-7-16,0 0-4 0,0 0-6 0,0 0-6 16,0 0-3-16,0 0 1 0,0 0-7 0,0 0-2 15,0 0-7-15,0 0-2 0,0 0-12 0,0 0-16 16,0 0-21-16,0 0-29 0,0 0-30 0,0 0-40 15,0 0-52-15,42 23-36 0,-42-23-44 0,0 0-45 16,0 0-33-16,23 18-66 0,-23-18-267 16,0 0-739-16,0 0 328 0</inkml:trace>
  <inkml:trace contextRef="#ctx0" brushRef="#br0" timeOffset="-10714.41">20390 18037 261 0,'0'0'309'0,"0"0"-11"0,0 0-23 0,0 0-16 16,0 0-10-16,0 0-21 0,0 0-15 0,0 0-24 15,7-12-4-15,-7 12-22 0,0 0-15 0,0 0-23 16,0 0-8-16,0 0-17 0,0 0-6 16,0 0-10-16,0 0-16 0,0 0-1 0,0 0-8 15,0 0-11-15,0 0 2 0,0 0-14 0,20 18 5 16,-20-18-13-16,0 0 3 0,0 0-6 0,0 0 0 15,0 0 1-15,0 0-9 0,0 0-3 0,0 0-5 16,0 0-2-16,0 0 4 0,0 0-2 0,0 0-1 16,0 0-2-16,0 0 3 0,-25 58-2 0,25-58 3 15,0 0-2-15,0 0 4 0,0 0 3 0,0 0-11 16,0 0 9-16,0 0 7 0,-23-6-8 0,23 6 11 16,0 0 1-16,0 0 8 0,0 0 15 0,0 0-20 15,0 0 4-15,0 0 3 0,0 0-15 0,0 0 2 16,0-37 1-16,0 37-4 0,0 0-6 0,0 0 3 15,0 0-4-15,0 0-1 0,0 0-7 0,0 0 3 16,0 0-3-16,0 0 0 0,0 0-6 0,0 0 6 16,58 60 7-16,-52-41-5 0,-6-19-1 0,13 36 5 15,-13-36-4-15,11 44 7 0,-11-44-4 0,3 38 6 16,-3-38-3-16,1 45-2 0,-1-45 8 16,-5 43-11-16,5-43-4 0,-10 32 3 0,10-32 4 15,-12 26 3-15,12-26 1 0,-17 24-6 0,17-24-5 16,-16 17 1-16,16-17 6 0,0 0 2 0,-25 20 11 15,25-20 18-15,0 0 19 0,0 0 1 0,-35 4 9 16,35-4 16-16,0 0 13 0,0 0-2 0,0 0 1 16,0 0-5-16,0 0-2 0,-46-28-7 0,46 28-3 15,0 0-9-15,-13-27-4 0,13 27-11 16,0 0 2-16,0 0-26 0,2-38-34 0,-2 38-40 0,0 0-45 16,0 0-45-16,29-40-66 0,-29 40-50 0,23-12-63 15,-23 12-65-15,37-13-357 0,-37 13-794 0,37-11 352 0</inkml:trace>
  <inkml:trace contextRef="#ctx0" brushRef="#br0" timeOffset="-9933.25">20635 18102 128 0,'10'-10'270'0,"-10"10"-16"0,5-6-15 0,-5 6-7 16,0 0-9-16,8-8-10 0,-8 8-20 0,0 0-8 16,0 0-11-16,9-6-10 0,-9 6-10 0,0 0-14 15,0 0-19-15,0 0-13 0,14-5-6 0,-14 5-12 16,0 0-14-16,0 0-9 0,0 0 2 0,0 0-14 16,0 0-4-16,0 0-6 0,0 0-4 0,0 0-9 15,0 0 4-15,0 0-10 0,0 0-3 0,24 49-1 16,-24-49-5-16,0 0 0 0,0 0 1 0,0 0-4 15,0 0-2-15,0 0 0 0,0 0 5 16,0 0-2-16,-36 39 0 0,36-39 1 0,0 0-7 16,0 0 2-16,0 0 5 0,-35 4 16 0,35-4 1 15,0 0-3-15,0 0-2 0,0 0 4 0,0 0 3 16,0 0 11-16,0 0-14 0,0 0 3 0,0 0-9 16,0 0 6-16,-32-47-4 0,33 42-9 0,-1 5 1 15,0 0 0-15,0 0-8 0,18-22 1 0,-18 22 2 16,9-6 4-16,-9 6-16 0,13-5 0 0,-13 5 2 15,0 0 3-15,20 0-5 0,-20 0-3 0,0 0 1 16,0 0-3-16,0 0 0 0,0 0 2 0,40 27 2 16,-40-27-8-16,0 0 5 0,16 20-3 0,-16-20 8 15,0 0-4-15,0 0-1 0,18 23-1 0,-18-23 1 16,0 0 5-16,0 0-2 0,17 18 3 0,-17-18 5 16,0 0-3-16,0 0-1 0,0 0-1 0,0 0 4 15,31 13-2-15,-31-13-2 0,0 0 0 0,0 0 1 16,0 0-1-16,67-22 0 0,-41 9 3 0,1 0 3 15,-2-3 10-15,1 0 0 0,-3-2 6 16,-3-1-11-16,2-2 7 0,-3-4-5 0,-1 2 2 16,-3-2-11-16,-1 1 27 0,0 2-2 0,-6 1-6 15,-4 4-3-15,0 1 5 0,-2-1-3 0,-2 17-2 16,-1-25-2-16,1 25-1 0,-6-19-2 0,6 19 9 16,-12-16-16-16,2 10 4 0,10 6-6 0,-17-8 3 15,17 8-4-15,-20-3 1 0,20 3 5 0,-22 4 0 16,22-4 2-16,-16 13 18 0,9-2 2 0,0 5 3 15,1 1-4-15,3 9 6 0,0-1 1 0,2 1-10 16,2 3-3-16,2-2 2 0,-3-27-7 0,11 54 3 16,-3-28-3-16,-8-26-2 0,16 48-4 0,-7-25-2 15,-9-23 6-15,16 31-10 0,-16-31 3 16,19 29-1-16,-19-29-4 0,18 23 2 0,-18-23-5 16,18 17-13-16,-18-17-24 0,0 0-37 0,25 15-46 15,-25-15-31-15,0 0-32 0,32 7-43 0,-32-7-53 16,0 0-62-16,0 0-64 0,0 0-232 0,0 0-680 15,50-20 301-15</inkml:trace>
  <inkml:trace contextRef="#ctx0" brushRef="#br0" timeOffset="-9197.32">22402 17910 288 0,'-2'-17'365'16,"-1"7"3"-16,3 10-1 0,-2-19-1 0,-2 8 11 15,0 2 9-15,3 1-8 0,-3-2-17 0,2 1-13 16,2 9-10-16,-6-14-20 0,6 14-11 0,-5-11-6 15,5 11-35-15,-6-9-18 0,6 9-24 0,-6-9-22 16,6 9-19-16,-8-5-18 0,8 5-19 0,-10-2-9 16,10 2-4-16,0 0-5 0,-25 12 2 0,15-5 11 15,-4 5 3-15,1 1-2 0,-5 6-3 0,4 4 7 16,-2 3-7-16,5 0-4 0,1 2-11 0,1 1-5 16,3 0-4-16,-1 3-98 0,7-32-17 0,-6 61 0 15,3-29 0-15,1-1 0 0,2 3 0 0,0-34 0 16,-2 67 0-16,3-35 0 0,2 1 0 0,-1-2 0 15,-2-31 0-15,1 63 0 0,0-34 0 0,-1-29 0 16,3 53 0-16,-4-28 0 0,1-25 0 0,-3 36 0 16,3-36 0-16,0 0 0 0,-5 43 0 15,5-43 0-15,0 0 0 0,0 0 0 0,-5 29 0 16,5-29 0-16,0 0 0 0,0 0 0 0,0 0-178 16,0 0-172-16,0 0-80 0,0 0-66 0,0 0-58 15,0 0-477-15,0 0-1116 0,0 0 494 0</inkml:trace>
  <inkml:trace contextRef="#ctx0" brushRef="#br0" timeOffset="-8728.68">21990 18287 310 0,'0'0'440'0,"0"0"-8"15,0 0 8-15,0 0-15 0,0 0-24 0,-20-36-19 16,20 36-25-16,0 0-38 0,0 0-32 0,0 0-29 15,0 0-21-15,0 0-32 0,0 0-19 0,0 0-22 16,34-30-12-16,-34 30-33 0,0 0-27 0,36-12-27 16,-36 12-34-16,32-6-26 0,-32 6-33 0,37-5-27 15,-37 5-37-15,42-5-28 0,-42 5-13 0,41-3-15 16,-41 3-14-16,39-6-21 0,-39 6-24 0,37-1-23 16,-37 1-20-16,36-5-1 0,-36 5-6 0,0 0-3 15,37-2 1-15,-37 2 19 0,0 0 14 0,0 0 25 16,0 0 33-16,0 0 27 0,0 0 48 15,40-1 39-15,-40 1 35 0,0 0 37 0,0 0 38 0,0 0 34 16,0 0 29-16,0 0 21 0,0 0 27 0,0 0 21 16,0 0 10-16,0 0 23 0,0 0 11 0,0 0 27 15,0 0-6-15,0 0 5 0,0 0-6 0,0 0-5 16,0 0-18-16,-1-37-19 0,1 37-20 16,0 0-24-16,0 0-13 0,0 0-16 0,0 0-13 15,0 0-10-15,0 0-7 0,0 0-12 0,0 0-3 16,0 0-8-16,0 0-14 0,0 0-2 0,0 0-6 15,0 0-8-15,-12 87-5 0,12-87-19 0,0 0-25 16,0 0-28-16,1 36-33 0,-1-36-42 0,0 0-25 16,0 0-39-16,0 0-32 0,0 0-31 0,0 0-47 15,4 33-30-15,-4-33-48 0,0 0-39 0,0 0-291 16,0 0-734-16,0 0 324 0</inkml:trace>
  <inkml:trace contextRef="#ctx0" brushRef="#br0" timeOffset="-8556.8499">22469 18053 345 0,'4'-18'437'15,"-4"18"10"-15,0 0-21 0,0 0-34 0,0 0-29 16,0 0-45-16,0-11-28 0,0 11-33 0,0 0-31 16,0 0-48-16,0 0-48 0,0 0-51 0,0 0-55 15,0 0-37-15,0 0-71 0,0 0-67 0,0 0-75 16,0 0-98-16,0 0-195 0,32 54-563 0,-32-54 249 15</inkml:trace>
  <inkml:trace contextRef="#ctx0" brushRef="#br0" timeOffset="-8056.83">22565 18203 157 0,'0'0'382'16,"0"0"-9"-16,0 0-1 0,0 0-12 0,0 0-17 15,0 0 3-15,0 0-20 0,0 0-11 0,0 0-22 16,0 0-16-16,0 0-18 0,0 0-26 0,0 0-21 16,0 0-14-16,0 0-22 0,0 0-17 0,0 0-17 15,0 0-19-15,0 0-8 0,0 0-10 0,0 0-10 16,0 0-11-16,0 0-5 0,0 0-9 0,0 0-6 16,0 0-3-16,0 0-5 0,0 0-1 15,0 0-10-15,0 0-3 0,0 0 2 0,0 0-6 16,0 0-3-16,0 0-4 0,0 0-3 0,0 0-3 15,0 0 5-15,64-7-9 0,-64 7-2 0,0 0-3 16,0 0 4-16,0 0-8 0,42-17 6 0,-42 17-4 16,0 0-1-16,0 0-8 0,15-17-1 0,-15 17 2 15,0 0-3-15,0 0-7 0,0 0 4 0,0 0-5 16,0 0 2-16,0 0-2 0,0 0-1 0,0 0 1 16,0 0-6-16,0 0 6 0,0 0 2 15,0 0-5-15,0 0 2 0,0 0-8 0,-71-25-5 0,71 25 3 16,0 0-6-16,0 0 4 0,0 0-1 15,-46 29-3-15,46-29-4 0,0 0-5 0,-21 25-5 16,21-25-6-16,0 0 0 0,-15 24 1 0,15-24-6 16,0 0 6-16,0 0-1 0,0 0 0 0,0 0-16 15,0 0 0-15,27 57-20 0,-27-57-21 0,26 17-3 16,-26-17-8-16,35 16 4 0,-9-5-1 0,-26-11-15 16,47 13-5-16,-18-12-4 0,-29-1-12 0,49 1-12 15,-49-1-14-15,50-6-26 0,-50 6-24 0,56-6-37 16,-28 0-40-16,-28 6-236 0,38-11-575 0,-13 0 255 15</inkml:trace>
  <inkml:trace contextRef="#ctx0" brushRef="#br0" timeOffset="-7697.52">23059 17900 27 0,'0'0'408'15,"0"-21"-18"-15,0 21-8 0,0 0-9 0,0 0-18 16,0 0-4-16,3-11-19 0,-3 11-7 0,0 0-7 16,0 0-16-16,0 0-16 0,0 0-13 0,0 0-12 15,0 0-11-15,0 0-26 0,0 0-20 0,0 0-18 16,0 0-6-16,0 0-18 0,0 0 10 0,0 0 5 16,0 0 12-16,0 0-20 0,0 0-4 0,-12 59-4 15,11-40-12-15,-3 6-13 0,4-25-25 0,-4 52 0 16,4-52-9-16,-4 52-10 0,2-25-4 0,2-27-21 15,2 45-5-15,-2-45-2 0,0 45-4 0,0-45-19 16,4 37-17-16,-4-37-17 0,6 33-7 16,-6-33-16-16,5 32-19 0,-5-32-16 0,0 0-25 15,0 0-21-15,7 30-25 0,-7-30-25 0,0 0-29 16,0 0-25-16,0 0-22 0,0 0-30 0,0 0-38 16,0 0-35-16,0 0-29 0,0 0-49 0,0 0-69 15,0 0-257-15,0 0-795 0,0 0 351 0</inkml:trace>
  <inkml:trace contextRef="#ctx0" brushRef="#br0" timeOffset="-7307">23213 18221 86 0,'0'0'326'0,"0"0"1"15,0 0-5-15,0 0-8 0,0 0-8 0,0 0-1 16,0 0-30-16,0 0 6 0,34-27-13 0,-34 27-19 15,0 0-20-15,0 0-21 0,0 0-5 0,0 0-17 16,28-13-15-16,-28 13-15 0,0 0-15 0,0 0-17 16,0 0-6-16,0 0-16 0,36-5-17 0,-36 5-5 15,0 0-1-15,0 0-21 0,0 0-3 0,0 0-6 16,38 18-5-16,-38-18-7 0,0 0 2 0,0 0-5 16,16 21-8-16,-16-21-5 0,0 0-1 0,0 0-5 15,0 0 1-15,0 0-5 0,0 0 3 16,-13 49 0-16,13-49-4 0,0 0-5 0,0 0 1 15,-35 27 4-15,35-27 7 0,-24 9-6 0,24-9-4 16,0 0 0-16,-38 7 2 0,38-7 1 0,0 0-4 16,0 0 10-16,-47-1-3 0,47 1-6 0,0 0 10 15,0 0-5-15,0 0 2 0,-40-19-4 0,40 19-2 16,0 0 3-16,-13-21-10 0,13 21-15 0,0 0-26 16,0 0-34-16,0 0-20 0,9-49-36 0,-9 49-46 15,0 0-35-15,22-27-38 0,-22 27-42 0,23-17-37 16,-23 17-338-16,0 0-721 0,41-15 319 0</inkml:trace>
  <inkml:trace contextRef="#ctx0" brushRef="#br0" timeOffset="-6963.34">23345 18006 95 0,'-6'-15'302'0,"5"-1"7"0,-3-1 11 0,4 17 17 16,-1-31-8-16,1 19 5 0,0 12-16 0,0-22 12 15,2 11 0-15,-2 11-10 0,4-16-9 0,-4 16-15 16,0 0-13-16,6-19-23 0,-6 19-28 0,0 0-23 16,4-11-23-16,-4 11-19 0,0 0-15 0,0 0-17 15,0 0-7-15,0 0-13 0,0 0 2 0,0 0 10 16,9 36-6-16,-9-20-5 0,0 0-7 16,-2 2-11-16,1 8-15 0,-1-1-6 0,2-25-8 15,-4 51-5-15,4-51-8 0,-7 45 1 0,7-45-12 16,-5 45-3-16,5-45-1 0,-7 44-8 0,7-44 8 15,-5 36-12-15,5-36-3 0,-5 35-3 0,5-35 0 16,-4 33-7-16,4-33-13 0,0 0-18 0,-5 29-21 16,5-29-29-16,0 0-27 0,0 0-25 0,0 0-39 15,0 0-34-15,0 0-24 0,0 0-36 0,0 0-29 16,14 32-34-16,-14-32-25 0,0 0-39 0,0 0-42 16,0 0-307-16,0 0-786 0,0 0 348 0</inkml:trace>
  <inkml:trace contextRef="#ctx0" brushRef="#br0" timeOffset="-6104.17">23272 17604 159 0,'0'0'311'0,"-13"-18"-2"0,13 18-5 0,-8-13-15 16,8 13-10-16,0 0-6 0,-5-17-9 16,5 17-10-16,0 0-8 0,-4-13-5 0,4 13-28 0,0 0 10 15,0 0-10-15,0 0-24 0,0 0-12 0,0 0-25 16,21-15-5-16,-21 15-32 0,18-4 3 0,-18 4-19 16,25-2 8-16,-6 1-14 0,-1 1-7 0,1-1-3 15,2-1-6-15,-1 1-2 0,8-4-9 16,0 5 0-16,-6-1-10 0,0-1-7 0,-2 2 7 15,2-2-7-15,-2 0-17 0,1 0-1 0,-1 0-2 16,-2 2 1-16,-18 0-10 0,25-2 11 0,-25 2-6 16,17 2 7-16,-17-2-7 0,0 0-5 0,21-2 9 15,-21 2-9-15,0 0-4 0,0 0-3 0,0 0 1 16,0 0-1-16,0 0-8 0,19 2 3 0,-19-2-3 16,0 0-2-16,0 0-2 0,0 0 6 0,0 0-1 15,4 13 1-15,-4-13-3 0,0 0 0 0,0 0 10 16,0 0 21-16,-4 33 11 0,3-18 3 0,0 2 8 15,-1 9 16-15,2 1 2 0,-1 5 6 16,2 1 1-16,-5 14 0 0,2 0-3 0,-2 4-4 16,0 1 2-16,-1-2-10 0,4 1-6 0,1 0 5 15,-3-5-13-15,5 2-8 0,-2-3-3 0,-4-8-7 16,5 10-5-16,-2 0 4 0,-1-14-3 0,1 2-2 16,0 0-6-16,1-35-2 0,0 65-4 0,-3-31 0 15,5-4 0-15,-2-30-2 0,0 56-1 0,-6-33 2 16,6-23-7-16,-1 43 4 0,1-43-3 0,-2 33 5 15,2-33-6-15,0 0 5 0,-3 34-6 0,3-34 1 16,0 0-4-16,0 0 0 0,-5 33 2 16,5-33-6-16,0 0 9 0,0 0-1 0,0 0 11 0,0 0 7 15,0 0-6-15,-13 26 10 0,13-26-6 16,0 0 8-16,0 0-4 0,0 0-3 0,0 0-2 16,0 0-4-16,-38 5 0 0,38-5-2 0,0 0 4 15,-39 0-6-15,39 0-8 0,0 0 4 0,-57-2 11 16,57 2-14-16,-60-1-1 0,30-1-4 0,30 2 9 15,-58-3-2-15,27 2-13 0,31 1 12 0,-65-2 5 16,30-1-22-16,35 3-2 0,-49-3 0 0,49 3 6 16,-45-3-4-16,45 3 1 0,-32-2 4 0,32 2-4 15,0 0-1-15,0 0 8 0,-41-4 3 0,41 4 3 16,0 0-6-16,0 0 9 0,0 0-9 0,0 0 1 16,-33-7 12-16,33 7-13 0,0 0-4 0,0 0 7 15,0 0-2-15,0 0 4 0,0 0 1 0,0 0-3 16,0 0 4-16,0 0-4 0,0 0 3 0,0 0-1 15,0 0 4-15,0 0-9 0,0 0-1 0,0 0-8 16,0 0-23-16,0 0-14 0,0 0-12 0,0 0-41 16,0 0-31-16,0 0-41 0,0 0-67 15,-26-12-44-15,26 12-51 0,0 0-51 0,0 0-62 16,0 0-84-16,0 0-337 0,0 0-936 0,0 0 415 16</inkml:trace>
  <inkml:trace contextRef="#ctx0" brushRef="#br0" timeOffset="-1040.42">24022 18017 208 0,'0'0'296'0,"-12"-3"-12"16,12 3-14-16,0 0-6 0,-9-3-4 15,9 3-9-15,0 0-9 0,0 0 5 0,-11-4-13 16,11 4 4-16,0 0-7 0,0 0 13 0,0 0 12 15,-7-3 11-15,7 3 9 0,0 0 9 0,0 0-5 16,0 0-28-16,0 0-13 0,0 0-4 0,32-11-2 16,-13 6-7-16,3 2-5 0,9-4-18 0,-1 0-17 15,1 1-13-15,0 1-25 0,-1-1-7 0,1 2-13 16,-1 0-11-16,-5-1-16 0,-4 4-8 0,-2-2-8 16,-4 3-11-16,-4 0-9 0,0 0-18 0,-1-4-16 15,-10 4-35-15,0 0-36 0,15 0-41 16,-15 0-31-16,0 0-33 0,0 0-51 0,0 0-49 15,0 0-58-15,0 0-60 0,0 0-64 0,-25 20-72 0,12-14-371 16,2 0-942-16,-5 2 417 0</inkml:trace>
  <inkml:trace contextRef="#ctx0" brushRef="#br0" timeOffset="-743.61">24017 18114 135 0,'0'0'355'0,"0"0"0"0,0 0 3 0,0 0-2 16,0 0-4-16,0 0-2 0,0 0-3 0,0 0-9 15,0 0-6-15,0 0-12 0,0 0-10 0,0 0-10 16,0 0-15-16,0 0-16 0,0 0-16 0,0 0-12 16,0 0-4-16,0 0 2 0,0 0-14 0,0 0-16 15,0 0-6-15,0 0-9 0,0 0-32 0,92 2 0 16,-92-2-17-16,0 0-21 0,57-7-13 15,-57 7-3-15,39-4-18 0,-39 4-15 0,32-3-37 16,-32 3-37-16,0 0-47 0,42-4-53 0,-42 4-65 16,0 0-65-16,37-3-69 0,-37 3-64 0,21-4-67 15,-10-1-95-15,-4 3-381 0,6-3-981 0,-3-1 435 16</inkml:trace>
  <inkml:trace contextRef="#ctx0" brushRef="#br0" timeOffset="-446.8">24533 17886 106 0,'14'-12'450'0,"-14"12"8"0,5-9 9 0,-5 9-3 16,6-5-8-16,-6 5-15 0,7-5-20 0,-7 5-24 16,0 0-28-16,0 0-34 0,8-5-31 0,-8 5-31 15,0 0-20-15,0 0-2 0,17 10-26 16,-10-4-5-16,2 3-12 0,1 4-4 0,-1 0-8 15,-1 4-14-15,0-2-20 0,-2 3-13 0,-1-1-10 16,-1 1-10-16,-4-18-19 0,0 0-7 0,4 52-7 16,-4-52-6-16,0 0-14 0,-11 52-1 0,11-52-17 15,-19 32-19-15,19-32-55 0,-24 27-43 0,10-16-46 16,14-11-50-16,-35 21-53 0,35-21-56 0,-38 15-57 16,38-15-60-16,-42 10-49 0,42-10-64 0,-28 5-39 15,28-5-291-15,0 0-891 0,-36 4 394 0</inkml:trace>
  <inkml:trace contextRef="#ctx0" brushRef="#br0" timeOffset="725.8">25273 17725 272 0,'0'0'348'0,"0"0"-3"0,0 0-8 0,0 0-18 15,0 0-6-15,0 0 2 0,0 0-11 0,-4-10-8 16,4 10-3-16,0 0-7 0,0 0-6 0,0 0-10 0,0 0-6 16,0 0-13-16,0 0-11 0,0 0-14 0,0 0-22 15,0 0-12-15,0 0-18 0,0 0-21 0,0 0-16 16,0 0-17-16,0 0-17 0,0 0-7 15,0 0-8-15,0 0-10 0,0 0-10 0,13 18-4 16,-13-8-7-16,0 1-7 0,0 4-7 0,5 1-1 16,-5 1-6-16,2 0-5 0,1 2-3 0,-1 0 2 15,-2 0-3-15,0 1-7 0,-2-1 1 0,-1-1-11 16,3 2 9-16,-2-2-1 0,2-18-8 0,0 0-3 16,-3 51-18-16,3-51-3 0,0 0-7 0,-2 38-10 15,2-38-9-15,0 0-8 0,0 0-13 0,0 38-9 16,0-38-6-16,0 0-9 0,0 0-6 0,0 0-12 15,0 0-15-15,0 0-11 0,0 0-19 0,0 0-39 16,0 0-24-16,5 30-38 0,-5-30-47 0,0 0-36 16,0 0-63-16,0 0-301 0,0 0-752 0,0 0 334 15</inkml:trace>
  <inkml:trace contextRef="#ctx0" brushRef="#br0" timeOffset="1116.33">25313 17717 8 0,'2'-14'364'0,"-2"14"4"0,6-11-14 16,-6 11-12-16,4-13-13 0,-4 13-3 0,0-12-3 15,0 12-21-15,7-12-19 0,-7 12-16 0,7-15-17 16,-1 8-11-16,2-3-13 0,2 6-18 0,1-1-15 15,-1 0-17-15,-10 5-15 0,29-6-11 0,-11 3-6 0,-4 6-10 0,7-3-13 0,-5 2-14 0,-1 1-7 16,2 1-12-16,-4-1-7 0,5 3-8 0,-9-1-7 16,3 2-12-16,-2 0-7 0,-3 1-7 0,0 1-5 15,0 0 0-15,-4 1 0 0,0 1 3 0,-5-1-7 16,2-10 6-16,-6 24 8 0,-6-9 0 0,-1-2-1 16,-3 0 2-16,-6 4 1 0,-1-3-11 15,-1-2-4-15,-3 0-3 0,2-1-1 0,5-2-3 16,4 0-6-16,-1-2-10 0,4-3-17 0,7-1-14 15,6-3-22-15,-16 3-22 0,9 0-45 0,7-3-56 16,0 0-69-16,0 0-48 0,0 0-50 0,0 0-66 16,0 0-61-16,0 0-274 0,0 0-795 0,0 0 351 15</inkml:trace>
  <inkml:trace contextRef="#ctx0" brushRef="#br0" timeOffset="1741.16">25489 18025 191 0,'-4'-11'411'0,"4"11"-5"0,-4-13-3 0,4 13-13 16,0 0-26-16,4-17-29 0,-4 17-26 0,6-15-24 16,-2 8-23-16,-4 7-26 0,12-11-22 15,-7 6-19-15,-5 5-17 0,9-9-22 0,-9 9-18 16,15 0-16-16,-15 0-13 0,13 0-12 0,-4 4-6 15,-1-1-14-15,-1 3-9 0,-1-1-15 0,-2 2 1 16,0 2-7-16,-1-2-9 0,-1 2-3 0,-2 0-5 16,-2-1-3-16,-1 0 1 0,3-8 1 0,0 0-4 15,0 0 0-15,-35 35-12 0,35-35 5 0,0 0-12 16,-30 17 2-16,30-17-4 0,0 0 5 0,-33 5 1 16,22-3-2-16,-1-5 7 0,12 3 21 0,-13-3 29 15,13 3 24-15,-9-9 20 0,9 9 14 0,-2-13 15 16,2 13-12-16,3-17-2 0,-3 17-10 0,6-19-2 15,-2 8-9-15,-1 3-13 0,1-2-2 0,2 2-3 16,-6 8-23-16,10-13-6 0,-6 4-3 0,3 4-10 16,-7 5-10-16,8-6 1 0,-8 6-9 0,14-4-2 15,-14 4-3-15,0 0-6 0,23 8-6 16,-16 1 3-16,0-1-2 0,4 5 1 0,2 4-3 0,-13-17-2 16,14 33-4-16,-14-33 5 0,11 37-4 15,-11-37 1-15,9 37 2 0,-7-12-4 0,-2-25-2 16,-2 39 1-16,2-39 1 0,-3 39-16 0,3-39-14 15,-6 36-8-15,6-36-4 0,-11 32-4 0,11-32-3 16,-10 28 0-16,10-28-8 0,-15 19 5 0,15-19 6 16,0 0 3-16,0 0 7 0,-22 26 7 0,22-26-2 15,0 0 8-15,0 0 2 0,0 0 5 0,-23 12 5 16,23-12 5-16,0 0 15 0,0 0 3 0,0 0 7 16,0 0 9-16,0 0 14 0,0 0 15 0,0 0 29 15,0 0-8-15,-44-38 1 0,44 38 13 0,0 0-25 16,0 0-5-16,0 0 1 0,8-45-15 0,-8 45-19 15,0 0-27-15,0 0-24 0,0 0-50 0,23-40-63 16,-23 40-72-16,0 0-78 0,26-14-71 0,-26 14-77 16,0 0-91-16,32-10-393 0,-32 10-992 0,36-4 439 15</inkml:trace>
  <inkml:trace contextRef="#ctx0" brushRef="#br0" timeOffset="2537.88">26052 17842 56 0,'0'0'386'0,"0"0"3"0,0 0-6 15,-2-11-12-15,2 11-14 0,0 0-10 0,0 0-17 16,0 0-7-16,0 0-10 0,0 0-13 0,0 0-9 16,0 0-16-16,10-20-13 0,-10 20-18 15,0 0-15-15,8-7-14 0,-8 7-24 0,0 0-13 16,11-7-23-16,-11 7-12 0,14-5-18 0,-14 5-9 16,18-5-17-16,-8 3-5 0,-10 2-8 0,21 1-15 0,-21-1-7 15,21 4-6-15,-10-2-5 0,-1 3-10 16,-10-5-9-16,17 9 1 0,-7-3 0 0,0 1-13 15,-5 0-5-15,-5-7-3 0,8 14 1 0,-8-14-1 16,1 20-3-16,-1-11 0 0,0-9-9 0,-3 21-3 16,-3-11-6-16,-1 0-1 0,-5 2-11 0,4-4 1 15,-1 1-4-15,0 0-4 0,-1-2 1 0,4 0 2 16,-3-1 1-16,9-6 4 0,-11 5 7 0,11-5 7 16,-7 6 8-16,7-6 22 0,0 0 16 0,-7 7 12 15,7-7-2-15,0 0-2 0,0 0-5 0,0 0-3 16,0 0-3-16,0 0-7 0,0 0-3 0,0 0-7 15,0 0 2-15,0 0 2 0,34-1-7 0,-34 1-8 16,0 0 3-16,20 1-6 0,-20-1 1 0,14 3-4 16,-14-3-2-16,12 7-2 0,-2 0-1 15,-10-7-4-15,9 11 5 0,-5-4-2 0,-4-7-6 16,0 0-8-16,0 0-4 0,0 0-2 0,0 0 0 0,0 0-4 16,0 0-2-16,0 0-4 0,-13 63-6 0,13-63 0 15,0 0 1-15,-24 20 1 0,24-20 3 0,0 0-1 16,-32 16 5-16,32-16 4 0,0 0 3 15,-29 9 2-15,29-9 3 0,0 0 6 0,0 0 6 16,0 0 0-16,0 0 0 0,-36 4 2 0,36-4-2 16,0 0 1-16,0 0-17 0,0 0-27 0,0 0-38 15,0 0-38-15,0 0-51 0,0 0-35 0,0 0-41 16,-18-29-39-16,20 26-46 0,-2 3-50 0,0 0-51 16,0 0-271-16,20-17-765 0,-20 17 338 0</inkml:trace>
  <inkml:trace contextRef="#ctx0" brushRef="#br0" timeOffset="3147.1">26368 17885 293 0,'0'0'377'15,"0"0"-18"-15,6-10-9 0,-6 10-12 0,4-9-18 16,-4 9-18-16,0 0-11 0,9-9-8 0,-9 9-6 16,8-10-11-16,-8 10-15 0,0 0-11 0,10-7-14 15,-10 7-14-15,9-5-13 0,-9 5-16 0,0 0-15 16,17-8-15-16,-17 8-17 0,0 0-13 0,13-4-12 16,-13 4-16-16,13-1-7 0,-13 1-7 0,12 1-6 15,-12-1-15-15,13 3 3 0,-13-3-15 0,11 3-8 16,-11-3-3-16,9 7-8 0,-3-3-4 0,-6-4-5 15,7 10 2-15,-7-10-4 0,7 11-5 0,-4-4-3 16,-3-7-1-16,-5 14 3 0,5-14-6 16,-2 15-1-16,-3-5 1 0,-2-2 2 0,1-1-3 15,-1 0 4-15,1 1-1 0,-4-2 1 0,-1 1-3 16,7-3 2-16,4-4 3 0,-12 6 0 0,12-6-1 16,-11 5 6-16,11-5 17 0,-6 5 16 0,6-5 11 15,0 0 18-15,0 0 5 0,0 0-3 0,0 0-4 16,0 0-12-16,0 0-7 0,0 0-6 0,0 0-12 15,0 0-2-15,17 8-5 0,-17-8-1 0,16 4-6 16,-5 1-2-16,-1-2-5 0,-2 3-3 0,1-2-3 16,-2 0-4-16,2 2 4 0,-4-1-5 0,1 2-6 15,-6-7-8-15,0 0-6 0,0 0-6 0,0 0-2 16,0 0-2-16,0 0-2 0,0 0 4 0,0 0 3 16,7 56-1-16,-7-56 0 0,0 0 3 0,0 0 4 15,-29 22 0-15,29-22 2 0,0 0 1 0,-28 12-1 16,28-12 1-16,0 0 6 0,-27 11-2 0,27-11 2 15,0 0 0-15,0 0 4 0,0 0 0 0,-31 9-1 16,31-9-11-16,0 0-15 0,0 0-10 16,0 0-24-16,0 0-22 0,0 0-27 0,0 0-25 15,0 0-46-15,0 0-43 0,0 0-47 0,0 0-37 16,0 0-46-16,0 0-54 0,0 0-47 0,0 0-261 16,0 0-773-16,0 0 342 0</inkml:trace>
  <inkml:trace contextRef="#ctx0" brushRef="#br0" timeOffset="3787.58">26906 17784 327 0,'0'0'433'0,"5"-11"3"0,-5 11 1 0,9-11-17 16,-9 11-2-16,7-9-6 0,-7 9-1 0,0 0-8 16,4-10-13-16,-4 10-10 0,0 0-16 0,0 0-20 15,0 0-34-15,0 0-26 0,0 0-27 0,0 0-33 16,0 0-16-16,0 0-22 0,0 0-2 0,0 0 14 16,0 0 7-16,0 0-6 0,0 0-1 15,-23 41-8-15,13-25-12 0,-1 5 2 0,-3-4-165 16,1 6-15-16,-2 1 0 0,2 1 0 0,-3 0 0 15,1-1 0-15,1 1 0 0,1-2 0 0,13-23 0 16,-16 42 0-16,11-18 0 0,5-24 0 0,-8 42 0 16,8-42 0-16,4 40 0 0,-4-40 0 0,9 38 0 15,0-16 0-15,-9-22 0 0,22 42 0 0,-12-26 0 16,-10-16-296-16,27 32-131 0,-16-16-56 0,-11-16-66 16,25 25-62-16,-25-25-361 0,21 14-1051 0,-21-14 466 15</inkml:trace>
  <inkml:trace contextRef="#ctx0" brushRef="#br0" timeOffset="4740.46">27036 17846 129 0,'0'0'431'0,"0"0"9"0,5-18-9 15,-5 18-8-15,0 0-23 0,0 0-17 0,0 0-28 16,9-7-31-16,-9 7-21 0,0 0-49 0,0 0-30 16,0 0-27-16,0 0-22 0,0 0-17 0,0 0-13 15,0 0-15-15,0 0-13 0,0 0-11 0,0 0-10 16,2 40-11-16,-4-29-9 0,0 0-7 0,2 2-10 15,0 3-5-15,-4 1 0 0,2-2-10 0,-2 1-4 16,0-3-4-16,2 0-7 0,-2-1-3 0,4-12-14 16,0 0-11-16,0 0 1 0,0 0-4 0,-12 48 0 15,12-48 2-15,0 0 4 0,0 0 5 16,0 0 0-16,0 0 5 0,0 0 3 0,0 0 14 16,-9 25 4-16,9-28 10 0,0 3 21 0,0 0 12 15,0 0 1-15,0 0 2 0,0 0 11 0,12-40 3 16,-8 23 1-16,0-1 18 0,-1-2 3 0,3-7-7 15,-4 0-2-15,-2 1-19 0,4 1-1 0,2 1 1 16,-4 7 12-16,1 1-11 0,-1 1-5 0,-2 15-2 16,-1-26 3-16,1 26 3 0,5-15-6 0,-5 15-4 15,2-13-17-15,-2 13-9 0,0 0-8 0,0 0-14 16,0 0 3-16,2-16-34 0,-2 16 0 0,0 0 0 16,0 0 0-16,0 0 0 0,0 0 0 0,0 0 0 15,19 36 0-15,-15-26 0 0,0 1 0 0,1-1 0 16,-3 2 0-16,5 0 0 0,-5 0 0 0,3-1 0 15,-3 2 0-15,3-2 0 0,-5-11 0 0,6 22 0 16,-2-11 0-16,2-3 0 0,-6-8 0 0,8 17-2 16,-5-9-39-16,-3-8 0 0,4 10-2 15,-4-10 6-15,0 0 6 0,6 11 4 0,-6-11 13 16,0 0 5-16,0 0 1 0,0 0 8 0,0 0 4 16,0 0 31-16,0 0-20 0,25-18 24 0,-20 9-14 15,1 0 4-15,1-1 5 0,-4-2 0 0,1 1-1 0,1-5-28 16,-1 5-5-16,2-2 0 0,-3 2 0 0,-3 11 0 15,9-17 0-15,-9 17 0 0,5-13 0 16,-5 13 0-16,4-14 0 0,-4 14 0 0,4-7 0 16,-4 7 0-16,0 0 0 0,0 0 0 0,0 0 0 15,0 0 0-15,0 0 0 0,5-11 0 0,-5 11 0 16,0 0 0-16,0 0 0 0,0 0 0 0,0 0 0 16,9 28 0-16,-9-28 0 0,5 17 0 0,-1-6 0 15,-4-11 0-15,5 21 0 0,-3-10 0 0,0 0 0 16,0 0 0-16,2 1 0 0,2-2 0 0,0 3 0 15,1-1 0-15,-3-1 0 0,0 0-187 0,-4-11-119 16,10 16-55-16,-5-10-39 0,-1 0-40 0,-4-6-41 16,4 9-48-16,-4-9-386 0,0 0-990 0,13 4 437 15</inkml:trace>
  <inkml:trace contextRef="#ctx0" brushRef="#br0" timeOffset="5068.53">27513 17875 95 0,'0'0'380'0,"0"0"17"0,9-12 27 0,-9 12 12 15,4-5 15-15,-4 5 4 0,0 0 7 0,0 0-18 16,0 0-6-16,10-12-9 0,-10 12-26 0,0 0-31 16,0 0-37-16,0 0-25 0,0 0-20 0,0 0-39 15,0 0-14-15,0 0-23 0,0 0-26 0,0 0-17 16,0 0-22-16,0 0-11 0,0 0-15 0,0 0-12 15,0 0-16-15,0 0-3 0,-26 33-11 0,18-22-5 16,-1 0-10-16,0 4-10 0,0-2-34 0,2-2-22 16,2 1 0-16,-1-2 0 0,3 1 0 15,3-11 0-15,-6 18 0 0,6-8 0 0,0-10 0 16,4 17 0-16,-2-10 0 0,-2-7-10 0,0 0-79 16,0 0-28-16,40 25-20 0,-40-25-40 0,28 9-45 15,-10-7-37-15,0-2-41 0,0 0-51 0,0-1-30 0,-5 1-62 16,7-5-58-16,-4 3-367 0,-2-2-939 15,3-1 415-15</inkml:trace>
  <inkml:trace contextRef="#ctx0" brushRef="#br0" timeOffset="5677.76">27895 17901 208 0,'0'0'288'0,"7"-7"-4"0,-7 7-7 0,0 0-5 16,0 0-7-16,10-9 5 0,-10 9 2 0,0 0-3 15,10-10-4-15,-10 10-1 0,0 0-2 0,4-9-2 16,-4 9-9-16,0 0-5 0,0 0-10 0,0 0-8 16,0 0-12-16,11-5-16 0,-11 5-19 0,0 0-25 15,0 0-13-15,0 0-22 0,0 0-15 16,0 0-10-16,0 0-11 0,0 0-8 0,0 0-9 15,0 0-5-15,0 0-9 0,-18 25-6 0,12-15-3 16,-1-1-8-16,0 1-3 0,-2 1-4 0,3 0 0 16,-6 2-1-16,1-1-3 0,4 1-16 0,1-2-24 15,1-1-16-15,0 0-15 0,5-10-17 0,0 0-20 16,0 0-23-16,0 0-23 0,0 0-31 0,0 0-31 16,12 67-25-16,-12-67-44 0,18 18-41 0,-18-18-45 15,31 13-41-15,-31-13-273 0,27 7-714 0,-27-7 317 16</inkml:trace>
  <inkml:trace contextRef="#ctx0" brushRef="#br0" timeOffset="6615.04">28151 17982 100 0,'9'-7'327'0,"-9"7"-6"0,0 0-15 0,4-9-20 0,-4 9-13 15,0 0-20-15,0 0-17 0,0 0-8 16,0 0-24-16,8-9-22 0,-8 9-19 0,0 0-12 16,0 0-16-16,0 0-17 0,13-4-13 0,-13 4-12 15,0 0-20-15,0 0 2 0,13 11-14 0,-13-11 0 16,4 7-16-16,-4-7 7 0,9 10-9 0,-9-10-4 16,3 12-6-16,-3-12-9 0,2 11-7 0,-2-11 5 15,-2 11-2-15,2-11 4 0,-2 15-5 0,2-15-5 16,-8 11 3-16,8-11-1 0,-9 8-1 0,9-8-5 15,-10 6-1-15,10-6 7 0,-13 4-3 0,13-4-3 16,-16 1 8-16,16-1 23 0,0 0-7 0,-19-2 28 16,19 2 17-16,-7-5 8 0,7 5 4 15,0 0 11-15,-8-11 6 0,8 11-4 0,-2-11 0 16,2 11-5-16,0-12-10 0,0 12-8 0,4-13-6 16,-4 13-4-16,5-12-5 0,-5 12-11 0,8-10-3 15,-5 5-9-15,-3 5-3 0,11-8-12 0,-11 8-3 16,11-5-2-16,-11 5-3 0,13-1-1 0,-13 1-5 15,14 3-1-15,-14-3-4 0,13 5-2 0,-13-5-1 16,12 4 2-16,-5 1 0 0,-1-1-3 0,0 1-4 16,-6-5 3-16,8 10 0 0,-4-4-4 0,1 0 1 15,-5-6 0-15,7 12-2 0,-5-6 2 0,-2-6-3 16,0 0-7-16,0 0-1 0,0 0 8 0,0 0-2 16,0 0 1-16,0 0 6 0,30 36-3 0,-30-36 0 15,0 0 2-15,21 4 0 0,-9-4 0 0,-1-3 3 16,0-1-3-16,5-2 1 0,1-2-1 0,-2-2 2 15,2 0-1-15,2-3 1 0,-5 1 1 0,5-6 3 16,0 0 0-16,-1-5 18 0,-1 1 39 16,-1-1 42-16,2 1 1 0,-6-2-9 0,-1 2-3 15,-6 6 7-15,3-1 10 0,-4 0-29 0,-4 1-11 16,2 4-3-16,-2 12-12 0,0-18-11 0,0 18-1 16,-6-20-11-16,6 20-7 0,-8-11-5 0,8 11-3 0,-8-6-10 15,8 6 1-15,0 0-2 0,-20 0 12 16,20 0-11-16,0 0-5 0,-19 13-2 0,13-4 3 15,1 1 2-15,-7 5-3 0,3-1-1 0,3 2-2 16,2-2 2-16,-2 4-2 0,-2-2 1 0,3 1-3 16,-5 6 3-16,3-5-3 0,2-1 3 0,3 2-4 15,-1-1-9-15,2-1-4 0,-1 0-1 0,5 0-4 16,-3-17-4-16,0 0 2 0,10 48 2 0,-10-48-6 16,18 28-2-16,-18-28-2 0,22 25 0 0,-22-25-6 15,18 16-3-15,-18-16-1 0,0 0 5 0,31 18 2 16,-31-18 5-16,0 0 3 0,28 7 3 0,-28-7 2 15,0 0 7-15,0 0 2 0,0 0 9 0,0 0 9 16,0 0 4-16,37-20-3 0,-35 14-1 16,1 0 0-16,-3 6-1 0,1-15-2 0,-1 15 2 15,-6-17-5-15,6 17-3 0,-5-16-2 0,1 10 0 16,4 6-2-16,-11-11 3 0,7 7 0 0,4 4-1 16,-11-7-2-16,11 7-3 0,-9-7 2 0,9 7 0 15,-11-2-3-15,11 2-15 0,-10-2-10 0,10 2-20 0,0 0-14 16,-17-2-33-16,17 2-22 0,0 0-32 15,-14 0-25-15,14 0-28 0,0 0-13 0,0 0-16 16,0 0-35-16,0 0-42 0,0 0-66 0,0 0-347 16,0 0-786-16,25 14 348 0</inkml:trace>
  <inkml:trace contextRef="#ctx0" brushRef="#br0" timeOffset="7146.17">28767 18068 217 0,'0'0'380'0,"0"0"0"0,0 0-14 16,0 0-9-16,0 0-10 0,0 0-21 0,0 0-21 16,0 0-23-16,0 0-26 0,0 0-20 0,0 0-27 15,0 0-24-15,0 0-19 0,0 0-19 0,0 0-15 16,0 0-17-16,0 0-8 0,0 0-14 0,0 0-8 15,0 0-8-15,0 0-2 0,2 6-8 0,-2-6-4 16,0 0-9-16,0 0-3 0,0 0-5 0,0 0 3 16,0 0-5-16,0 0 0 0,0 0-5 0,58 15-1 15,-58-15-7-15,0 0-4 0,38 0 0 0,-38 0-4 16,25-5 4-16,-12 3 4 0,-2-2-10 0,3-1-2 16,-4-1 3-16,1 3 0 0,-2-2 7 0,-2 0 14 15,-7 5 1-15,14-8-8 0,-9 3 3 0,-5 5-11 16,4-9 1-16,-4 9 10 0,4-9-21 0,-4 9-8 15,0 0-1-15,0 0-4 0,-9-19 4 16,9 19-6-16,-9-8-5 0,9 8-1 0,-13-3 3 0,13 3-7 16,-18-3 3-16,18 3-1 0,-17 6 0 15,5-2-2-15,-1 2 2 0,0 2 4 0,2 0-6 16,11-8 2-16,0 0 3 0,-39 37 2 0,39-37-3 16,-20 25 2-16,20-25 4 0,-12 25 0 0,12-25-4 15,0 0 2-15,-14 30-6 0,14-30 5 0,0 0-1 16,0 0 1-16,0 0 1 0,0 0 2 0,17 45-1 15,-17-45 4-15,0 0-3 0,40 16 3 0,-40-16 5 16,35 4-11-16,-35-4-5 0,42-1-9 0,-42 1-12 16,40-3-37-16,-40 3-24 0,41-8-35 0,-41 8-31 15,36-9-31-15,-36 9-26 0,0 0-32 0,34-12-37 16,-34 12-43-16,0 0-49 0,26-18-267 0,-26 18-691 16,0 0 305-16</inkml:trace>
  <inkml:trace contextRef="#ctx0" brushRef="#br0" timeOffset="7802.27">29536 17858 161 0,'5'-7'357'0,"1"-2"-3"0,1-2 1 0,-2 0 8 15,4-3-16-15,-5 2-10 0,1 2-7 0,-1-2-11 16,2 1-3-16,2 1-8 0,-4 1-1 0,-2 0-8 16,-2 9-15-16,5-11-15 0,-5 11-20 0,5-10-24 15,-5 10-23-15,2-8-20 0,-2 8-21 0,0 0-24 16,0 0-15-16,0 0-15 0,0 0-9 0,0 0-15 16,0 0-11-16,0 0-1 0,-35 14-6 0,19-2-8 15,1 1-7-15,-5 3-5 0,5-5-4 0,-6 8-3 16,3-2-3-16,4-2-7 0,1 0-17 0,2 0-8 15,3-2-5-15,2-2 0 0,-2 4-1 0,7-5 3 16,-3 0 2-16,7 2 0 0,-1-2 3 0,2-1 1 16,4 2 1-16,1 2-2 0,1-5-2 0,4 5 5 15,1-3-5-15,2 1 3 0,-1 1-4 0,1-3 0 16,-17-9-1-16,0 0 4 0,39 23-4 16,-39-23-5-16,20 14 2 0,-20-14 4 0,0 0-6 15,20 18-2-15,-20-18 0 0,0 0 1 0,0 0-1 16,0 0 2-16,13 24-3 0,-13-24 0 0,0 0 6 0,0 0-5 15,0 0 4-15,0 0 0 0,0 0 0 0,0 0 2 16,-42 40-1-16,42-40 0 0,-28 11 0 16,28-11 3-16,-27 10-1 0,27-10-2 0,0 0 6 15,-37 12-12-15,37-12-19 0,0 0-9 0,-27 10-12 16,27-10-11-16,0 0-15 0,0 0-27 0,0 0-31 16,0 0-62-16,0 0-34 0,0 0-53 0,0 0-48 15,0 0-58-15,0 0-58 0,0 0-297 0,0 0-803 16,0 0 355-16</inkml:trace>
  <inkml:trace contextRef="#ctx0" brushRef="#br0" timeOffset="8661.43">29789 18080 71 0,'0'0'406'0,"0"0"9"0,6-13 18 16,-6 13-10-16,0 0 0 0,7-13 3 0,-7 13-12 15,0 0-14-15,0 0-13 0,5-11-19 0,-5 11-21 16,0 0-20-16,0 0-32 0,0 0-35 0,0 0-31 16,0 0-24-16,0 0-20 0,0 0-30 0,0 0-15 15,0 0-15-15,0 0-10 0,0 0-14 0,0 0-5 16,0 0-15-16,0 0-4 0,0 0-9 0,0 0-11 16,0 0 0-16,0 0-28 0,0 0-9 15,0 0-11-15,0 0 0 0,0 0-8 0,0 0-1 16,0 81-10-16,0-81-2 0,0 0 5 0,0 0-3 15,0 0-2-15,0 0 10 0,0 0-3 0,0 0 8 16,0 0 5-16,0 0-3 0,0 0 6 0,9 25 6 16,-9-25 15-16,0 0-2 0,0 0 3 0,0 0 5 0,0 0 15 15,0 0 6-15,30-39-4 0,-22 32-1 16,0-1 12-16,-8 8 7 0,14-16-8 0,-9 11 9 16,1-3 17-16,-6 8-28 0,9-11 2 0,-9 11 11 15,8-7-21-15,-8 7-3 0,0 0-35 0,10-8-17 16,-10 8 0-16,0 0 0 0,0 0 0 0,0 0 0 15,8-8 0-15,-8 8 0 0,0 0 0 0,0 0 0 16,0 0 0-16,0 0 0 0,0 0 0 0,0 0 0 16,0 0 0-16,0 0 0 0,0 0 0 0,0 0 0 15,0 0 0-15,0 0-20 0,0 0-41 0,19 57-5 16,-19-57-3-16,0 0 1 0,0 0 0 0,0 0 11 16,0 0 5-16,0 0 4 0,0 0 11 0,0 0 8 15,0 0 6-15,13 21 4 0,-13-21 0 16,0 0 6-16,0 0 5 0,0 0-6 0,20-12 6 15,-20 12-3-15,0 0 9 0,17-14 8 0,-8 8 8 16,-9 6-3-16,10-9-1 0,-10 9 4 0,13-9 2 16,-13 9 0-16,10-9-4 0,-10 9 1 0,8-7-5 15,-8 7 12-15,0 0-15 0,0 0-3 0,11-3 3 16,-11 3-4-16,0 0-4 0,0 0-1 0,0 0-5 16,23 9 0-16,-23-9 4 0,0 0 4 0,0 0 0 15,0 0 0-15,0 0-10 0,0 0-1 0,23 39-10 16,-23-39-10-16,0 0-3 0,0 0 3 0,0 0-4 15,14 23 0-15,-14-23 4 0,0 0-2 0,0 0 6 16,0 0 3-16,0 0 8 0,0 0 5 0,0 0-1 16,0 0 7-16,16 21-2 0,-16-21-4 15,0 0 8-15,0 0-2 0,0 0 5 0,0 0-2 0,0 0 0 16,43-26 1-16,-33 21-1 0,-1-1 6 16,-1 0-2-16,-2 2-1 0,-6 4 4 0,16-7 2 0,-11 3 2 15,-5 4 0-15,13-3 4 0,-13 3-12 16,8-4 2-16,-8 4-2 0,0 0-3 0,11-1 1 15,-11 1-2-15,0 0-1 0,0 0 0 0,0 0 0 16,0 0 4-16,0 0 1 0,0 0-1 0,0 0-2 16,0 0-2-16,38 34-22 0,-38-34-35 0,0 0-41 15,0 0-41-15,0 0-44 0,0 0-47 0,15 23-44 16,-15-23-26-16,0 0-40 0,0 0-55 0,0 0-52 16,0 0-326-16,0 0-842 0,0 0 373 0</inkml:trace>
  <inkml:trace contextRef="#ctx0" brushRef="#br0" timeOffset="8864.54">30385 17897 295 0,'0'0'402'0,"0"0"-3"0,0-14-1 0,0 14-26 16,0 0-25-16,0 0-33 0,-6-11-33 0,6 11-26 15,0 0-27-15,0 0-22 0,0 0-25 16,0 0-30-16,0 0-33 0,0 0-50 0,0 0-57 15,0 0-46-15,0 0-47 0,0 0-35 0,0 0-37 16,0 0-43-16,0 0-59 0,0 0-34 0,0 0-193 16,0 0-522-16,0 0 230 0</inkml:trace>
  <inkml:trace contextRef="#ctx0" brushRef="#br0" timeOffset="9192.56">30478 17875 101 0,'0'0'389'0,"0"0"13"0,3-17 18 16,-3 17 8-16,0 0 13 0,0-14 10 0,0 14-3 15,0 0-12-15,0 0-3 0,0 0-7 0,1-19-20 16,-1 19-33-16,0 0-27 0,0 0-41 0,0 0-33 16,0 0-23-16,0 0-37 0,0 0-16 0,0 0-25 15,0 0-5-15,0 0-22 0,0 0-16 0,11 39-11 16,-11-21-17-16,0-1 0 0,0 2-14 0,-1 2-10 15,0-2-10-15,1-19 0 0,0 0-9 0,-9 70-7 16,9-70-2-16,-3 37-10 0,3-37-5 0,-6 37-22 16,6-37-11-16,-4 35 0 0,4-35 0 0,-5 27 0 15,5-27-28-15,0 0-58 0,-10 28-23 16,10-28-31-16,0 0-39 0,0 0-37 0,0 0-22 16,0 0-22-16,-11 26-11 0,11-26-36 0,0 0-23 0,0 0-27 15,0 0-17-15,0 0-32 0,0 0-18 0,0 0-20 16,0 0-227-16,0 0-726 0,0 0 321 0</inkml:trace>
  <inkml:trace contextRef="#ctx0" brushRef="#br0" timeOffset="9786.17">30369 18049 74 0,'0'0'210'0,"0"0"21"0,0 0 13 0,-7-6 16 16,7 6 16-16,0 0 7 0,0 0 15 0,0 0-2 15,0 0 7-15,0 0 0 0,0 0 7 0,-7-10-3 16,7 10-11-16,0 0-11 0,0 0-15 0,0 0-11 15,0 0-17-15,0 0-5 0,0 0-21 0,0 0-13 16,0 0-7-16,0 0-6 0,0 0-27 0,0 0-17 16,19-11-13-16,-19 11-16 0,23-5-15 15,-5-1-14-15,4 2-24 0,5-3-14 0,-7 2-11 16,7-2-13-16,-5 3-8 0,6-4-11 0,-8 5-9 16,-2-2-5-16,3 2 1 0,-6-2-1 0,4 2 2 15,-6-2 1-15,0 1-1 0,-4 0 7 0,-9 4-2 16,15-4-1-16,-15 4 5 0,10-7 3 0,-10 7 0 15,7-6-1-15,-7 6 1 0,0 0 1 0,0 0 0 16,-3-19 3-16,3 19-3 0,0 0 6 0,-6-17 4 16,6 17 5-16,0 0-4 0,-12-9-1 0,12 9 1 15,0 0-5-15,0 0-5 0,-9-8-1 16,9 8-2-16,0 0 2 0,0 0 2 0,0 0-1 0,-18 22 0 16,13-11 2-16,5-11-2 0,-6 22 3 15,3-8-2-15,1 3 1 0,1 1-2 0,-1-2-6 0,2-16 1 16,0 0 2-16,0 0-5 0,-4 54 2 0,4-54 4 15,0 0-14-15,-1 32-8 0,1-32-4 0,0 0-3 16,0 0-3-16,0 0-7 0,7 36-3 16,-7-36 0-16,0 0 8 0,0 0 1 0,0 0 4 0,0 0 2 15,0 0 2-15,0 0 4 0,21 19 8 16,-21-19-5-16,0 0-9 0,0 0 4 0,0 0 2 16,0 0 4-16,0 0 10 0,0 0 4 0,60-30 5 15,-60 30 14-15,14-8-15 0,-8 3 4 0,-1 2 2 16,-5 3-3-16,10-6 2 0,-10 6-4 0,6-5 2 15,-6 5-4-15,0 0-2 0,13-4-2 0,-13 4-2 16,0 0-3-16,0 0-2 0,0 0-22 0,0 0-12 16,0 0-31-16,0 0-38 0,0 0-32 0,0 0-46 15,0 0-24-15,0 0-39 0,55 24-31 16,-55-24-33-16,0 0-35 0,0 0-21 0,32 4-49 0,-32-4-255 16,0 0-727-16,0 0 321 0</inkml:trace>
  <inkml:trace contextRef="#ctx0" brushRef="#br0" timeOffset="10020.49">30983 17900 36 0,'3'-12'341'0,"3"2"1"0,-1 0-6 0,-5 10-3 15,7-15 0-15,-7 15-6 0,7-7-19 0,-7 7-26 16,0 0-28-16,7-9-11 0,-7 9-36 0,0 0-15 16,0 0-4-16,0 0 33 0,21 16 0 0,-21-16 4 15,13 23-8-15,-6-6-1 0,0 9 4 0,-5 3-12 16,-2-29-18-16,5 55-13 0,-5-55-14 15,-7 56-16-15,2-28-16 0,-2 4-12 0,-2-3-7 16,-2-1-9-16,-3 0-14 0,-3 2-5 0,-2-2-12 0,-4-3-34 16,0 0-40-16,-4-2-37 0,-1-2-60 0,-1 1-57 15,-3-4-65-15,0-2-64 0,0 0-75 0,-3-4-90 16,2 3-395-16,2-4-913 0,-4-3 405 0</inkml:trace>
  <inkml:trace contextRef="#ctx0" brushRef="#br0" timeOffset="15485.21">31422 17897 188 0,'0'0'256'0,"0"0"-10"0,0 0-8 0,0 0-4 15,0 0-3-15,0 0-8 0,0 0 1 0,0 0-15 16,0 0-6-16,0 0 4 0,0 0-3 0,0 0-4 16,-19 2-16-16,19-2 9 0,0 0-1 0,0 0-1 15,0 0 5-15,-11-2-3 0,11 2 1 0,0 0 3 16,0 0 7-16,0 0 1 0,0 0 0 0,0 0 6 15,0 0 0-15,0 0 4 0,0 0-1 0,0 0 2 16,0 0 10-16,0 0-17 0,0 0-16 0,0 0-25 16,0 0-16-16,0 0-21 0,0 0-8 0,0 0-20 15,34-11-8-15,-24 8-8 0,-10 3-15 0,20-1-3 16,-9 1 1-16,-1 0-11 0,0-3-11 0,-10 3-3 16,22-3 9-16,-12 2-18 0,-10 1-1 0,16-1-5 15,-9-1 1-15,-7 2-9 0,0 0-19 0,15-1 12 16,-15 1-2-16,0 0 1 0,11-3-10 0,-11 3-4 15,0 0 0-15,0 0 0 0,0 0 0 0,14 0 0 16,-14 0 0-16,0 0 0 0,0 0-9 0,0 0 1 16,0 0 6-16,1 14-2 0,-1-14 0 15,0 0-9-15,-7 23 9 0,1-13-5 0,3 4 10 16,-5 1-3-16,2 3-2 0,-1-3-3 0,0 1 1 16,7-16 9-16,-21 33-7 0,21-33-4 0,-18 33 12 15,5-10-1-15,13-23 0 0,-14 30 1 0,14-30-6 0,-19 31-1 16,19-31-22-16,-15 30-26 0,15-30-40 0,-12 30-35 15,12-30-29-15,0 0-50 0,-9 23-38 16,9-23-47-16,0 0-22 0,0 0-37 0,0 0-42 16,0 0-63-16,0 0-61 0,0 0-305 0,0 0-886 15,0 0 392-15</inkml:trace>
  <inkml:trace contextRef="#ctx0" brushRef="#br0" timeOffset="15877.23">31839 17679 123 0,'9'-15'428'15,"-9"15"3"-15,6-9-3 0,-6 9-6 0,5-9-13 16,-5 9-12-16,0 0-17 0,8-13-16 0,-8 13-21 15,0 0-24-15,6-10-22 0,-6 10-18 0,0 0-21 16,0 0-12-16,0 0-30 0,11-8-15 0,-11 8-24 16,0 0-19-16,0 0-14 0,0 0-18 0,0 0-8 15,0 0-12-15,0 0-9 0,0 0-8 0,0 0-9 16,2 36-10-16,-2-24-7 0,3 3-4 16,-2 3-4-16,-1-1-3 0,0 2-8 0,0-2-6 15,-4 1 1-15,4 1 0 0,-2 0-6 0,-1-3-9 16,0 2-15-16,1 0-4 0,1-3 5 0,-1-1-35 15,0-4-11-15,1 2-18 0,-1-1-24 0,1-1-27 0,-1 0-22 16,2-10-33-16,-3 13-30 0,3-13-12 16,-3 8-23-16,3-8-26 0,0 0-44 0,0 0-62 15,0 0-42-15,0 0-68 0,0 0-235 0,0 0-759 16,0 0 337-16</inkml:trace>
  <inkml:trace contextRef="#ctx0" brushRef="#br0" timeOffset="16423.89">31730 17837 98 0,'0'0'355'0,"0"0"5"0,0 0 4 0,0 0 8 16,0 0 7-16,0 0 1 0,0 0-5 0,0 0-15 16,0 0-17-16,-6-10-17 0,6 10-8 0,0 0-26 15,0 0-33-15,0 0-26 0,0 0-19 0,0 0-28 16,0 0-20-16,33-16-14 0,-24 9-18 0,1 5-14 15,-10 2-15-15,30-8-20 0,-16 5-12 0,2-1-15 16,-2 3-17-16,4-1-16 0,0-1-8 0,-4 1-18 16,4 1-8-16,-1-2-5 0,-6-2 3 0,-11 5-1 15,23-1 2-15,-23 1 0 0,16-4 4 0,-16 4 3 16,12-3 7-16,-12 3 10 0,0 0 9 0,12-4 2 16,-12 4-1-16,0 0 4 0,0 0-10 0,0 0-4 15,0 0-1-15,10-5-3 0,-10 5-2 0,0 0 4 16,0 0-7-16,0 0-2 0,0 0 0 0,0 0-1 15,0 0-1-15,0 0-1 0,0 0 0 0,0 0-5 16,0 0 9-16,0 0-1 0,0 0 3 16,0 0-1-16,-17 38-2 0,16-28-2 0,-1 1 2 0,0-1-2 15,1 1 6-15,-3 2-14 0,3-2-12 16,-1-2-8-16,0 1-11 0,0 0-15 0,2-10 8 16,0 14-9-16,0-14 5 0,-2 12 0 0,2-12 8 15,0 0-2-15,4 10 1 0,-4-10 4 0,12 5-8 16,-12-5 8-16,0 0 2 0,22-1 2 0,-22 1-1 15,0 0 5-15,25-5 6 0,-25 5-2 0,18-5 1 16,-18 5 5-16,14-2-4 0,-14 2 5 0,16-2-4 16,-16 2 5-16,0 0 2 0,20 2 5 15,-20-2 5-15,12 4-8 0,-12-4 5 0,9 4-1 16,-9-4 1-16,7 10-1 0,-7-10-33 0,5 9-47 0,-5-9-41 16,4 10-47-16,-4-10-48 0,0 0-50 0,5 14-54 15,-5-14-352-15,0 0-737 0,11 8 326 16</inkml:trace>
  <inkml:trace contextRef="#ctx0" brushRef="#br0" timeOffset="16892.52">32341 18029 487 0,'0'0'500'0,"0"0"14"0,0 0-12 16,-14-35-16-16,14 35-17 0,0 0-12 16,0 0-27-16,0 0-23 0,0 0-36 0,0 0-33 15,0 0-42-15,0 0-28 0,0 0-18 0,0 0-26 16,-4-10-22-16,4 10-18 0,0 0-20 0,0 0-22 16,0 0-4-16,0 0-14 0,0 0-18 0,-11 33-11 15,11-33-8-15,0 0-2 0,0 0-13 0,-17 41-7 16,17-41-2-16,-10 26-12 0,10-26-4 0,0 0-1 15,-14 43-5-15,14-43-1 0,-15 28-7 16,15-28-3-16,-18 27-2 0,18-27 2 0,-8 22-3 16,8-22-15-16,0 0 6 0,-9 35 9 0,9-35-7 15,0 0-10-15,0 0 9 0,1 37-4 0,-1-37-8 16,0 0 3-16,0 0 12 0,35 26-7 0,-35-26-3 16,29 6-4-16,-29-6 6 0,35 1-8 0,-35-1 2 15,0 0-10-15,55-3 10 0,-55 3-5 0,0 0 3 16,43-9 0-16,-43 9 3 0,0 0-7 0,37-10 2 15,-37 10-2-15,0 0-6 0,32-9-18 0,-32 9-12 16,0 0-17-16,0 0-37 0,28-8-53 0,-28 8-47 16,0 0-54-16,0 0-49 0,0 0-48 0,0 0-35 15,0 0-40-15,0 0-24 0,0 0-39 0,0 0-367 16,0 0-912-16,0 0 404 0</inkml:trace>
  <inkml:trace contextRef="#ctx0" brushRef="#br0" timeOffset="17142.47">32353 18023 259 0,'-4'-13'388'0,"4"13"26"0,0 0 17 0,1-20 16 0,-1 20 1 16,0 0-11-16,4-17-12 0,-4 17-16 0,6-11-23 15,-6 11-25-15,16-9-39 0,-6 4-27 0,1 1-29 16,2 1-28-16,6-1-23 0,-2 4-22 0,-4-4-20 15,5 3-19-15,-1-1-26 0,-4 1-32 16,1-1-40-16,-1 1-50 0,-1-1-46 0,-12 2-46 16,20 0-60-16,-20 0-43 0,13-2-72 0,-13 2-46 15,0 0-47-15,0 0-19 0,0 0-9 0,15 5-28 16,-15-5-257-16,0 0-722 0,0 0 319 0</inkml:trace>
  <inkml:trace contextRef="#ctx0" brushRef="#br0" timeOffset="17345.55">32357 18090 121 0,'0'0'325'0,"0"0"23"0,-30 19 24 0,30-19 41 15,0 0 19-15,0 0 13 0,0 0-10 0,0 0-12 16,0 0-39-16,0 0-39 0,0 0-37 0,0 0-25 16,0 0-31-16,0 0-30 0,0 0-23 0,0 0-27 15,0 0-45-15,0 0-40 0,86 1-47 0,-86-1-72 16,0 0-72-16,50-3-56 0,-50 3-53 0,0 0-41 15,42 0-41-15,-42 0-50 0,0 0-35 0,37 1-279 16,-37-1-713-16,0 0 315 0</inkml:trace>
  <inkml:trace contextRef="#ctx0" brushRef="#br0" timeOffset="17704.82">32691 18166 4 0,'0'0'342'0,"0"0"-2"16,0 0-2-16,23-12-13 0,-23 12-11 0,0 0-14 16,15-7-17-16,-15 7-14 0,0 0-15 0,22-2-28 15,-22 2-18-15,0 0-19 0,23 4-16 0,-23-4-19 16,15 8-17-16,-15-8-15 0,19 11-15 0,-19-11-4 16,11 13-8-16,-7-4-17 0,-4-9-5 0,6 14-2 15,-6-14-9-15,0 18-13 0,0-18 5 0,0 0-4 16,-8 28 2-16,2-20 2 0,6-8 4 15,-14 14 4-15,3-8-7 0,11-6-1 0,0 0-5 16,0 0-3-16,-54 18 6 0,54-18 5 0,-31 4 2 16,31-4-11-16,0 0 3 0,-42-2 0 0,42 2 0 15,0 0 1-15,0 0-3 0,-39-11-2 0,39 11-5 16,0 0-5-16,0 0-5 0,-19-18 2 0,19 18-10 16,0 0-23-16,0 0-27 0,0 0-41 0,2-41-36 15,-2 41-44-15,0 0-52 0,0 0-34 0,31-38-38 16,-19 27-38-16,4 3-26 0,0-3-33 0,0 4-263 15,2 0-681-15,-2-1 302 0</inkml:trace>
  <inkml:trace contextRef="#ctx0" brushRef="#br0" timeOffset="18048.5">32886 17910 360 0,'0'0'400'0,"16"-44"11"0,-16 44 5 0,0 0 6 15,14-29-2-15,-14 29-8 0,0 0-17 16,0 0-33-16,0 0-35 0,10-27-32 0,-10 27-36 16,0 0-25-16,0 0-24 0,0 0-14 0,0 0-12 15,0 0 6-15,0 0-3 0,0 0 3 0,0 0-7 16,0 0-14-16,0 0-8 0,0 0-10 0,0 0-10 16,-24 101-10-16,24-101-9 0,-8 35 3 0,8-35-12 15,-10 44-15-15,7-19-16 0,1 0-1 0,1 1-6 16,1-1-10-16,-1 2 0 0,2-4-10 0,-1 2-5 15,1 0-2-15,-2-5-2 0,-2 6-12 0,2-8 2 16,0-3-22-16,-3 2 3 0,4-17-13 0,-5 22-19 16,2-10-11-16,3-12-22 0,-2 16-23 15,2-16-24-15,-5 13-23 0,5-13-22 0,0 0-13 16,0 0-18-16,-5 16-26 0,5-16-43 0,0 0-32 16,0 0-38-16,0 0-38 0,0 0-51 0,0 0-59 15,0 0-355-15,0 0-880 0,0 0 389 0</inkml:trace>
  <inkml:trace contextRef="#ctx0" brushRef="#br0" timeOffset="18236.05">32957 18351 236 0,'0'0'377'0,"10"8"-18"0,-10-8-5 0,0 0-30 16,0 0-18-16,0 0-18 0,0 0-43 0,0 0-21 15,0 0-16-15,0 0-26 0,16 3-40 0,-16-3-42 16,0 0-41-16,0 0-45 0,0 0-51 0,0 0-67 16,0 0-62-16,0 0-62 0,0 0-253 0,0 0-521 15,0 0 232-15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9-27T08:18:20.51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Group>
    <inkml:annotationXML>
      <emma:emma xmlns:emma="http://www.w3.org/2003/04/emma" version="1.0">
        <emma:interpretation id="{A8955D7D-1FBA-4901-BC1A-EFD1B73805B7}" emma:medium="tactile" emma:mode="ink">
          <msink:context xmlns:msink="http://schemas.microsoft.com/ink/2010/main" type="inkDrawing" rotatedBoundingBox="4965,-2024 21578,6831 16956,15503 342,6647" semanticType="callout" shapeName="Other">
            <msink:sourceLink direction="with" ref="{F34E409E-5507-4F32-841F-0BA65967A0FA}"/>
            <msink:sourceLink direction="with" ref="{1B6D62A8-95E5-4930-9509-311DB781BA5C}"/>
          </msink:context>
        </emma:interpretation>
      </emma:emma>
    </inkml:annotationXML>
    <inkml:trace contextRef="#ctx0" brushRef="#br0">7317 1287 150 0,'0'0'149'0,"0"0"-3"0,0 0-4 16,-2 4-3-16,2-4-5 0,0 0-10 0,0 0 3 16,0 0-2-16,0 0 0 0,0 0-8 0,0 0 0 15,0 0 24-15,0 0-3 0,0 0-8 0,0 0-11 16,0 0-4-16,0 0-8 0,0 0 5 0,0 0-1 15,0 0-7-15,-9 2 1 0,9-2-7 0,0 0-6 16,0 0 7-16,0 0-13 0,0 0 1 0,0 0-7 16,0 0-4-16,-7 5 0 0,7-5-2 0,0 0 6 15,0 0 7-15,0 0-8 0,0 0 0 0,0 0-2 16,0 0 2-16,0 0-11 0,0 0 1 0,0 0-3 16,0 0 7-16,0 0-6 0,0 0 3 0,0 0 1 15,0 0-7-15,0 0 4 0,0 0-4 16,0 0-10-16,0 0 5 0,0 0-5 0,0 0 3 15,0 0-9-15,0 0 1 0,0 0-3 0,0 0-6 16,23-1 5-16,-23 1 4 0,16-2-2 0,-4 2 2 16,1 2 0-16,3-2-3 0,-4 0 2 0,8 0 6 0,-4-2-10 15,2 1-2-15,-1 1-5 0,2-1 2 0,0 1-2 16,-1 0-1-16,0-2-2 0,0 3-6 16,-3-1 0-16,-2 1-8 0,2-1 3 0,3 0-4 15,0 0-2-15,0 0-4 0,-5-1 6 0,0 2-6 16,2-1 0-16,2-1 2 0,-4 1-6 0,2 0 2 15,0 0 0-15,-2 0-1 0,4 0 0 0,-5 0-5 16,2 1 3-16,-2-3-4 0,-1 3 0 0,1 0 0 16,0-1 0-16,2 0 1 0,-2 0 0 15,1 0 1-15,1 0-3 0,2 0 0 0,0 1 0 0,1-1-4 0,-1 1 2 0,-1-2-1 16,-2 2 0-16,5-1 5 0,-4 0-5 0,-1 2 4 31,1-4 1-31,-3 2-3 0,7 3 1 0,-5-3-6 0,2 0 7 0,-3 1 1 16,-2-2-1-16,4 1-1 0,-1 0 2 0,0 0 5 15,-2 0 2-15,1 0 5 0,0 0 1 0,-1 1-3 16,1-1 3-16,0 1-4 0,0-1 2 0,-1-1-2 16,-1 2-2-16,5-1-1 0,-6 0 0 0,3 2-3 15,1-2 0-15,-2 1 1 0,2-2-3 0,0 2 1 16,1-1-3-16,-1 0 1 0,-3 0 0 0,2 2-1 16,-1-2 1-16,0 0-2 0,1 0 7 0,-1 0-7 15,1 1 2-15,-1-1-2 0,1 0 2 0,-2 0-1 16,3 0-2-16,-2 1 0 0,2-1-1 0,0 2-4 15,-3-2 6-15,4 0-9 0,-2 0 6 0,2 0 2 16,-1 3-2-16,0-2 4 0,2 0-1 0,-2-1-1 16,2 2-2-16,-4-1 1 0,3-1-4 0,0 0 5 15,-1 0-2-15,5 1 2 0,-5-2 0 0,-2 1 0 16,2 1 1-16,0-1-5 0,0 0 4 0,-1 2-2 16,1-4 3-16,0 2-2 0,1 0-1 0,-1 0 1 15,1 0-3-15,0 2-2 0,4-2 6 0,0 0-3 16,-5 0 6-16,2 0-5 0,-1 0-1 0,4 4 0 15,-5-4 2-15,3 1-4 0,-2 2 7 0,-1-3-6 16,0 0-2-16,0 0 3 0,0 0 1 0,-1 0-1 16,-2 3 4-16,2-3-3 0,-4 0 1 0,2 2 0 15,-2 0-3-15,-8-2 2 0,17 0 3 16,-5 0-6-16,-3 0 3 0,1 0-1 0,0 0 5 16,2 0-4-16,-1 0 0 0,0 0 1 0,1-2 0 15,1 2-2-15,2 0 1 0,-2 2-6 0,1-2 8 0,-2 2-2 16,-1-1 2-16,2-1-3 0,1 0 3 0,-1 1-3 15,-2 1 1-15,0-2 3 0,3 1-3 16,-5 0-2-16,1-1-2 0,-3 2 3 0,5-2 4 16,-4 1-4-16,2 0 3 0,0-1-1 0,-2 2 1 15,3-4-5-15,-2 4 2 0,0-1 2 0,2-1 1 16,0 0-5-16,-2 2 1 0,-1-2 4 0,3 1-1 16,-2-1-1-16,1 2 1 0,3-1-3 0,-3 0 4 15,1-2 0-15,0 2-2 0,-1-1-1 0,-2 1 2 16,1-1 2-16,1 0 0 0,0 0 0 0,2 0-6 15,-2 2 5-15,0-2-2 0,3 2-4 0,-2-2 3 16,1 0 1-16,1 0 3 0,-2 1-3 0,2-1 0 16,-1 0 0-16,0-1 0 0,-2 1-2 0,2 0 1 15,1 0 2-15,-2 0-2 0,0 0 4 0,1 1-3 16,1-2 2-16,1 2-2 0,-2-1-2 0,1 0 5 16,-1 0-3-16,6 0 0 0,0 0-3 0,-5 0 3 15,0-1-3-15,-1 1 8 0,0 1-5 0,6-1-1 16,-6 0 1-16,0 1 3 0,2 1-5 0,-1-4 3 15,1 2-1-15,-1 0-1 0,0 2 2 16,0-2 0-16,0 0 0 0,3 2 2 0,-1-2-3 0,3-2-2 16,-5 4 2-16,-2-2 0 0,3 1 0 0,-2-1-2 15,2 0 4-15,-1 0-4 0,0 0 3 0,6 2 0 16,-6-2-1-16,4 0 1 0,1 0-2 0,-4 0-2 16,4 0 4-16,-5 2-2 0,5-4 2 15,-2 2 1-15,2 2-5 0,-4-2 3 0,4 1 0 16,-1-2 2-16,1 2-3 0,-5-1-2 0,0 1 5 15,0-2-2-15,3 1 1 0,-5 1-3 0,3-1 0 16,0 0 5-16,0 0-2 0,0 0-1 0,3 0-1 0,0 0 3 16,-4 0-1-16,2 2 1 0,2-2-4 0,2-2 3 15,0 2-2-15,-1 0 2 0,-1 0-1 16,4 0 4-16,-8 0 0 0,7 2-2 0,-5-2-1 16,3 1 3-16,-5 1-5 0,5-5 8 0,0 3-1 15,1-2 2-15,-1 2 1 0,2 0-1 0,0 0 1 16,-4 0 1-16,3 0 1 0,0 2-4 0,-6-1 4 15,5-1 6-15,-4-1-3 0,0 1-3 0,-4 0 0 16,2-2 3-16,-2 2-5 0,0 2-1 0,-3-2-2 16,-7 0 5-16,16 0-6 0,-10 0-2 0,-6 0 0 15,12 1-2-15,-6 1 4 0,-6-2 1 0,10 0-1 16,-10 0-2-16,10-2 0 0,-10 2 5 0,10-1-5 16,-10 1-1-16,13 0 3 0,-4 0-5 0,-9 0 2 15,10 1 3-15,-2-1 3 0,-8 0-3 0,11 0 5 16,-11 0 7-16,12 0 5 0,-12 0 3 0,11 0 1 15,-11 0 2-15,7 0 0 0,-7 0 9 0,0 0 4 16,0 0 5-16,10 0 3 0,-10 0 4 16,0 0-4-16,0 0 0 0,0 0 1 0,0 0 2 15,0 0-13-15,0 0 13 0,0 0-23 0,10 0-4 16,-10 0-7-16,0 0-1 0,0 0-12 0,0 0-16 0,0 0-26 16,0 0-24-16,0 0-35 0,0 0-39 0,0 0-51 15,0 0-56-15,0 0-45 0,0 0-43 0,0 0-54 16,0 0-65-16,0 0-425 0,0 0-946 15,0 0 419-15</inkml:trace>
    <inkml:trace contextRef="#ctx0" brushRef="#br0" timeOffset="58526.56">2193 3211 61 0,'0'0'204'0,"0"0"9"0,0 0 6 0,0 0 4 16,0 0 0-16,0 0-3 0,0 0 1 16,0 0-2-16,0 0-4 0,0 0 1 0,0 0-12 15,0 0 9-15,0 0 4 0,0 0-4 0,0 0 0 16,0 0-10-16,0 0 2 0,0 0 4 0,0 0-1 0,0 0-8 15,0 0-3-15,0 0-13 0,0 0-4 0,0 0-9 16,0 0-8-16,0 0-7 0,0 0-13 16,0 0-5-16,0 0-9 0,0 0-3 0,0 0-6 15,0 0-5-15,-20 3-6 0,20-3-4 0,0 0-3 16,0 0-8-16,0 0 0 0,0 0-10 0,0 0-9 16,0 0-1-16,0 0-8 0,0 0-5 0,0 0-2 0,30-6-13 15,-17 5-1-15,-1 1-6 0,6-1-2 0,1 0-1 16,1 0-7-16,3-2-3 0,5-1 2 15,-2 4-10-15,-4 0-3 0,5-2 4 0,1 0 3 16,-6 2-7-16,6-1 0 0,-6-1 3 0,7 4-3 16,-2-4-7-16,-5 2 0 0,1 0-3 0,5-1 7 15,-9 0-6-15,8 1-2 0,-5 0 3 0,-1-1-4 16,6 0 1-16,-6 1-4 0,0 1 7 0,7-3-6 16,-8 2 1-16,8 0 5 0,-8-2-1 0,2 4 0 15,0-2-5-15,5 0-1 0,-6-2 5 0,2 2-5 16,5 0-2-16,2 2 4 0,-10-2-4 0,1 0 4 15,8-3 2-15,-9 3 1 0,1 1-3 0,2-3 3 16,5 2-6-16,-6-2-1 0,-3 2 5 0,3-1 1 16,-2 0-4-16,1 1 1 0,8-1-2 0,-7 1-2 15,7 0 1-15,-1-4 7 0,0 3-2 0,-1 0-1 16,2-1 1-16,-2 4-7 0,2-4 2 0,-1-1 9 16,0 0-6-16,0 2-1 0,-1 0-3 0,-6 0 3 15,1 0-3-15,6 0 5 0,-6 2-2 0,5-1 3 16,-6 0-6-16,0-4 1 0,1 6 1 0,6-5-3 15,-7 3 10-15,6-1-1 0,-5 0-4 0,0 2-3 16,-2-2 0-16,12 1 4 0,-5-2-2 0,-4 3 5 16,-1-1-5-16,5 1-4 0,-6-1 2 0,6-1 1 15,1 1 0-15,-6 0 4 0,7 1-3 0,-7-2 3 16,7 1-1-16,-3 0 0 0,2 1-6 0,0-1 5 16,3 1-5-16,0-2 1 0,-2 1 4 0,2-1 1 15,-2 1-4-15,1 1 9 0,1-1-7 0,0-1-2 16,-3 1 0-16,2-1 2 0,-2 2 4 0,2-1-7 15,-2 0 2-15,1-3-1 0,1 3 8 0,-3 0-6 16,1 0 0-16,2-1-2 0,-1-2 0 0,-1 2 5 16,2 0-2-16,-1 1-1 0,0 0 0 0,-2-1-3 15,1 2 0-15,-5 0 1 0,-3-2 5 0,1 1-9 16,0 0 8-16,-5 0-4 0,-2-1 0 0,-2 0 5 16,1 2 4-16,-13-1-4 0,18 1-8 15,-18-1-4-15,10 0 5 0,-10 0 2 0,0 0-10 16,12 1-22-16,-12-1-21 0,0 0-36 0,0 0-37 15,0 0-55-15,0 0-48 0,0 0-42 0,0 0-60 0,0 0-65 16,0 0-74-16,0 0-426 0,-40 1-971 0,23-1 430 16</inkml:trace>
    <inkml:trace contextRef="#ctx0" brushRef="#br0" timeOffset="99256.34">4852 5446 15 0,'9'-1'218'0,"-9"1"-9"0,0 0-5 15,0 0-8-15,0 0-4 0,0 0-6 0,0 0-4 0,0 0-2 16,0 0-4-16,0 0-9 0,0 0 4 16,0 0-9-16,0 0 1 0,0 0 3 0,8-1 4 15,-8 1 0-15,0 0 9 0,0 0-4 0,0 0 3 16,0 0-1-16,0 0-1 0,0 0 1 0,0 0-8 0,0 0 3 15,0 0-6-15,0 0-7 0,0 0-8 16,0 0-7-16,0 0-5 0,0 0-6 0,0 0-3 0,0 0-5 16,0 0-5-16,0 0-4 0,0 0-6 15,0 0-4-15,0 0-10 0,0 0-4 0,15 1-5 0,-15-1-6 16,10-1-1-16,-2 1 0 0,1-1-5 16,4-1-1-16,0 1-6 0,0 2-8 0,5-1 2 0,2-1-4 15,1 1-5-15,-3 0 1 0,4 0-3 0,-2 0 1 16,1 0-3-16,-1 0-4 0,1-1 8 0,-1 0-6 15,-1 2-5-15,3-1 12 0,-1 0-15 0,0-1 11 16,6 0-9-16,-5 0-2 0,-2 1 2 0,2 0-4 16,6-3-10-16,-1 3-2 0,1 0-2 0,-7 1 0 15,1-2 2-15,5-2-6 0,0 2-1 0,-5 1-4 16,4-1-2-16,-6 2-1 0,3-1 4 0,0 0-13 16,-3-1 14-16,2 0-6 0,6-1-4 0,-6 2 3 15,-3-2 10-15,3 2-15 0,1-1-1 0,-4 0 1 16,3 2 0-16,-1 0 3 0,0-1-5 0,-2 2 8 15,1-2-11-15,-3-2 6 0,1 1-6 0,0 2 7 16,-4-1-3-16,4-1 1 0,2 0 0 0,-1 0 0 16,2 1-8-16,-1-1 9 0,3 0-2 0,5 0-1 15,2 1 7-15,-3-2-6 0,3-2-6 0,0 3 4 16,1 0 12-16,-5 0-14 0,2-1-2 0,2 2 5 16,-7 0-4-16,6-2-1 0,-1 2 6 0,-1 0-7 15,4 2 8-15,-12-4-4 0,3 1-2 0,1-1 6 16,5 2 1-16,1-1-8 0,-8 2 3 0,8-2 1 15,-1 2 14-15,0-1-19 0,-6 2 10 0,7-1-5 16,-2 1 0-16,0 0 6 0,0-2-6 0,-5 1-5 0,-1-1 7 16,7 1 5-16,-1 0 0 0,3 0-7 0,-1-1-11 15,-1 2 11-15,4-1-1 0,-2-1-3 0,2-3 10 16,0 2-7-16,0 4 2 0,-3-3 0 16,3-2-3-16,0 2 2 0,-2 0 2 0,2 3-4 0,1-1 2 15,1-2 13-15,-1-2-14 0,-1 1-3 0,1 4 8 16,-2-2-7-16,1 0-1 0,-2 1 6 0,1 0-8 15,0-3 8-15,-2 1-6 0,1 1 12 0,0-2-7 16,0 4-4-16,0-3 2 0,-3-2-7 0,2 5 9 16,2-3-1-16,0 0 1 0,-4-1-4 0,5 2-1 15,1-4 1-15,0 3 0 0,-1-1 1 0,0-2 1 16,3 2 0-16,-2 1-7 0,1-3 5 0,2 2 0 16,0 1 2-16,1 0 5 0,0 0-8 0,-3 0 9 15,4 3-3-15,-4-3-17 0,2-3 14 0,-3 1 2 16,3 2 7-16,-2 0-7 0,1-2 1 0,-2 1-2 15,2 0-1-15,-2 1-4 0,3 0 4 0,0-2 2 16,-1 2 2-16,0-2-6 0,0 2-2 0,-4 2 8 16,-3-4-3-16,-7 4-5 0,-1-2 7 0,-1 0-8 15,-6 1 1-15,0-1 9 0,-4 0-1 0,-1 0-4 16,-8 0 0-16,13-3-3 0,-13 3-12 0,9 0-4 16,-9 0-17-16,0 0-21 0,9-1-25 0,-9 1-33 15,0 0-43-15,0 0-56 0,0 0-62 0,0 0-66 16,0 0-51-16,0 0-63 0,0 0-67 0,0 0-363 15,-18 11-961-15,7-8 425 0</inkml:trace>
    <inkml:trace contextRef="#ctx0" brushRef="#br0" timeOffset="111189.63">9052 5415 122 0,'0'0'191'0,"0"0"-3"16,0 0 0-16,0 0-1 0,0 0-2 0,0 0-5 16,0 0 7-16,0 0-10 0,0 0-11 0,0 0-10 15,0 0-8-15,0 0-2 0,0 0-9 0,0 0-1 16,0 0-6-16,0 0-6 0,0 0-6 0,0 0 2 15,0 0-3-15,0 0 5 0,0 0 0 0,0 0 0 16,0 0 0-16,0 0 0 0,0 0 8 0,0 0-5 16,0 0 2-16,6-3-2 0,-6 3 2 0,0 0-9 15,0 0-2-15,0 0-6 0,0 0-15 0,0 0-6 16,0 0-9-16,13 2-1 0,-13-2-3 0,10-3-3 16,-10 3 3-16,13 3 6 0,-2-6 4 0,-1 2 5 15,10 0-4-15,-1-1-1 0,8 3-6 0,2-3-4 16,6 0-7-16,-2 1-2 0,6-4-4 0,13 4 1 15,4 1 4-15,3-4-1 0,4 4-2 0,-1-2-5 16,2-1-1-16,1 3-9 0,1 0-7 0,-11-1-3 16,5-1 5-16,-2 1 6 0,-6 1 6 0,-13 0-2 15,-2 0 3-15,-1-1-2 0,-2 1-7 0,-1-1-1 16,-1 0-4-16,-1-3-8 0,-3 3 1 0,-8-1-5 16,10 0 2-16,-9 3-18 0,1-2 6 0,-4 1-1 15,0-2-1-15,-1 2-4 0,-5 0 0 0,-1 0 1 16,-4 0-2-16,-7 0-10 0,13-2 1 0,-13 2-15 15,10 0-13-15,-10 0-17 0,8-2-21 0,-8 2-23 16,0 0-25-16,0 0-25 0,10 0-30 0,-10 0-34 16,0 0-28-16,0 0-38 0,0 0-29 0,0 0-26 15,0 0-35-15,4 6-60 0,-4-6-361 0,0 0-838 16,0 0 371-16</inkml:trace>
    <inkml:trace contextRef="#ctx0" brushRef="#br0" timeOffset="-199528.87">4402 8811 144 0,'0'0'236'16,"0"0"-5"-16,0 0-4 0,0 0-5 0,0 0-5 16,0 0-16-16,0 0 0 0,0 0-9 0,0 0 0 15,0 0-14-15,0 0-5 0,0 0-2 0,0 0-11 16,0 0-2-16,0 0-6 0,0 0 5 0,0 0-6 16,0 0 0-16,0 0-2 0,0 0 1 0,0 0-2 15,0 0-1-15,0 0-6 0,0 0-1 0,0 0-10 16,0 0 1-16,0 0-8 0,0 0-4 0,0 0-2 15,0 0-2-15,0 0-8 0,0 0 2 0,0 0-4 16,0 0-8-16,0 0-5 0,0 0-7 0,0 0-7 16,0 0-10-16,13-2-4 0,-13 2-9 0,13 1-4 15,-3-2-8-15,1 1 0 0,0 0-2 0,2-1-5 0,0 2-6 16,4-2 26-16,2 2-8 0,2-2-11 0,-3 0 5 16,2 2-1-16,-1-1-10 0,2 1 4 0,-1-2-4 15,1 2-2-15,9-2-6 0,-9 1 1 16,-1 0 0-16,-2 0 0 0,5 0 1 0,-3 2 0 0,2-2 4 15,5-2 2-15,-5 2 0 0,5-1 0 0,-7 0-6 16,-1 1 3-16,2-2-3 0,-3 1-4 0,5 1-4 16,-3 0-2-16,2 0 0 0,-2 1-15 15,2-2 14-15,0 1 0 0,-2-1-1 0,2 2 1 0,0-1-7 16,-3 0 0-16,3 0 0 0,-2 1 1 0,-1-2-1 16,4 1-14-16,-2 0 15 0,-2 0-3 0,2 1-1 15,0-2 3-15,-2 1-4 0,2-1 4 0,-1 1-4 16,2 0 3-16,-2-2-1 0,1 2 1 0,-1 0 0 15,2 0-2-15,-3 2 2 0,2-2 4 0,-2 1-5 16,1-1 3-16,-1 0 5 0,0 0 0 0,0 0 1 16,1 0-3-16,0-3 3 0,-1 5 1 0,1-2 1 15,0 0 1-15,-2 0 5 0,0 0-2 0,2 0 6 16,-2 1-8-16,1-4 2 0,-1 3 3 0,1 0-10 16,-1-1 2-16,-4 1-3 0,4-1 4 0,-5 2-1 15,5-2 2-15,-4 1-12 0,2-1 4 0,-3 1 1 16,0 0-6-16,5-1 8 0,0-2-9 0,-2 5-1 15,4-2 4-15,-4 0-2 0,5 0-5 0,0 0 8 16,-3-2-5-16,3 1-2 0,-1 1 5 0,1 0-5 16,0 0 5-16,1 0-6 0,-3-1 6 0,3-1-5 15,0 4 2-15,-2-2-3 0,8 0-1 0,-6 1 1 16,0-1 5-16,7 0-5 0,-1 0-7 0,-11 1 16 16,5-1-6-16,6-1 1 0,0 1 1 0,0 0-3 15,0-3 1-15,0 3-4 0,0 0 6 0,2 0 4 16,-1 2-10-16,2-2 3 0,-1-2-1 0,4 2 0 15,-2-1 4-15,2 2-3 0,-3-1-4 0,3 0-8 16,2 0 16-16,-2 0-4 0,0 0-2 0,-1 0 2 16,3 0 2-16,-2 0-5 0,-2 0-2 0,2 0 7 15,-1 0-2-15,2 0 1 0,4 0 0 0,-1 0 3 0,1 0-3 16,13-1-4-16,-14 2-3 0,2-1 10 0,-2 0-7 16,2 0-1-16,0 0-2 0,11 0 7 15,-13 0 1-15,3 0-8 0,-2 0 4 0,0-3 0 16,0 5 7-16,1-4-5 0,11 0 0 0,-13 0 3 0,-2 0 0 15,4 1-7-15,12 0 0 0,-12-2 3 0,11 5-1 16,2-4 6-16,-1 1-12 0,-14 0 6 0,16 1 4 16,-1-2-7-16,1 2-7 0,-3 0 10 0,-11 0-2 15,12-3 8-15,-12 6-5 0,-4-2-2 0,-1 0 8 16,-1-1-6-16,-5-1-5 0,0 1 4 0,-6-1 5 16,-2 1-2-16,1-1-2 0,-1-1 3 0,-5 1-1 15,2 0 1-15,-6-1-5 0,2 4 1 0,-2-4 0 16,0 2-2-16,0-1 2 0,-5 1 1 0,3 0-1 15,-1-1-12-15,0 2 13 0,-9-1-7 0,14-1-6 16,-5 1-7-16,-9 0-2 0,13 1-3 0,-13-1-5 16,10 0-5-16,-3 0-5 0,-7 0-13 0,0 0-19 15,0 0-13-15,0 0-22 0,11-1-28 0,-11 1-27 16,0 0-32-16,0 0-49 0,0 0-57 0,0 0-60 16,0 0-82-16,0 0-430 0,0 0-945 0,0 0 417 15</inkml:trace>
    <inkml:trace contextRef="#ctx0" brushRef="#br0" timeOffset="-174759.44">9252 8789 85 0,'0'0'154'0,"0"0"-1"0,0 0-6 0,-9-4 0 16,9 4-5-16,0 0-6 0,0 0-5 0,0 0-2 16,0 0-9-16,0 0 1 0,-6-5-2 0,6 5-1 15,0 0-2-15,0 0 2 0,-7-3-5 0,7 3 3 16,0 0-7-16,0 0-13 0,-9-4-4 0,9 4 3 16,0 0-1-16,0 0-1 0,0 0-4 0,0 0-6 15,0 0 0-15,0 0-2 0,0 0-5 0,0 0-2 16,0 0-2-16,0 0 0 0,-4-3 6 0,4 3-3 15,0 0-1-15,0 0-8 0,0 0-3 0,0 0 10 16,0 0-2-16,0 0 2 0,0 0 0 0,0 0-4 16,0 0 3-16,0 0 5 0,-12 1 1 0,12-1 1 15,0 0 3-15,0 0-3 0,0 0-1 0,0 0 7 16,0 0 2-16,0 0 0 0,0 0 5 0,0 0 10 16,0 0 6-16,0 0 6 0,0 0 9 0,0 0 0 15,0 0 1-15,0 0 3 0,0 0-2 0,0 0-13 16,0 0-12-16,0 0-9 0,20-8-10 0,-8 5-5 15,3 0-6-15,6 0-4 0,9 2-5 0,2-3-4 16,0 0-4-16,9 3-5 0,12-2-10 0,3 0-1 16,1 1-2-16,7-1-10 0,1 0 1 0,25-1-6 15,-26 1 9-15,28-4-10 0,-28 5-1 0,-2 0-6 16,4-3 2-16,-2 2 0 0,2-1-7 0,-6 5 3 16,-5-2-5-16,-16-1 3 0,0-1 0 0,-5 1-3 0,1 2 2 15,-1 0 0-15,-3 0 0 0,-2-1-1 0,-1-2-3 16,-7 3-2-16,-2-3 4 0,2 0 1 0,-2 1 0 15,0-2-1-15,-1 3 3 0,-5 0-5 16,-1-3 1-16,-1 1 0 0,-1 1-1 0,0 1 3 0,-2 0-6 16,-2-2-5-16,4 3-12 0,-10 0-3 0,10-4-13 15,-10 4-11-15,9 0-9 0,-9 0-20 0,7-1-9 16,-7 1-23-16,0 0-18 0,0 0-26 0,11 0-19 16,-11 0-36-16,0 0-25 0,0 0-26 0,0 0-29 15,0 0-36-15,0 0-42 0,0 0-36 0,0 0-308 16,0 0-765-16,0 0 340 0</inkml:trace>
    <inkml:trace contextRef="#ctx0" brushRef="#br0" timeOffset="-120483.76">15844 9904 50 0,'0'0'223'0,"0"0"-3"0,0 0-9 0,0 0-2 16,0 0-2-16,0 0-7 0,0 0-5 0,0 0-6 15,0 0-3-15,0 0-4 0,0 0-7 0,0 0-3 16,0 0 6-16,0 0-14 0,0 0 0 0,0 0 3 0,0 0-5 15,0 0 1-15,0 0 0 0,0 0 2 16,0 0-4-16,0 0-5 0,0 0 5 0,0 0 0 16,0 0-4-16,0 0-5 0,0 0 4 0,0 0-6 0,0 0 0 15,0 0-4-15,0 0-2 0,0 0-5 0,0 0-6 16,0 0-3-16,0 0-2 0,0 0-4 16,0 0-7-16,0 0 2 0,0 0-4 0,0 0-8 0,0 0-2 15,0 0-1-15,0 0 0 0,0 0 0 0,0 0-3 16,0 0 1-16,0 0-7 0,0 0-4 0,0 0 2 15,13-1-24-15,-13 1 11 0,0 0 2 0,0 0-6 16,0 0-10-16,0 0-14 0,0 0 4 0,0 0-7 16,11 0-5-16,-11 0-6 0,10-2-11 0,-2 0 2 15,-8 2 1-15,15 0 7 0,-4-2-31 0,0 0-6 16,3 2 0-16,-2-2 0 0,2 4 0 0,-2-4 0 16,1 2 0-16,1 0 0 0,-1-3 0 0,5 5 0 15,-1-2 0-15,2 1 0 0,-5-2 0 0,-1-1 0 0,1 2 0 16,0 2 0-16,-3-2 0 0,7 0 0 15,-5-4 0-15,2 4 0 0,-2 0 0 0,0 0 0 16,0 0 0-16,1 2 0 0,3-4 0 0,-2 2 0 16,0 0 0-16,-2-2 0 0,6 1 0 0,-1-1 0 0,-2 2 0 15,3-2 0-15,-2 3 0 0,1-2 0 0,-1-1 0 16,2 1 0-16,1 1 0 0,-2 0 0 16,1 0 0-16,3-1 0 0,-4 1 0 0,1 0 0 0,0-1 0 15,0 1 0-15,1 1 0 0,-1 0 0 0,3-2 0 16,-2 2 0-16,-2-1 0 0,1-1 0 0,-2 1 0 15,1 0 0-15,1-1 0 0,-1 2 0 0,-4-1 0 16,0 1 0-16,4-1 0 0,-2 1 0 0,-2-1 0 16,-1 0 0-16,1 2 0 0,7-1 0 0,-7 0 0 15,2-3 0-15,3 0 0 0,-1 1 0 0,3 2 0 16,-2 1 0-16,0-1 0 0,3-2 0 0,6-1 0 16,0 0 0-16,3 1 0 0,-2-1 0 0,-1 2 0 15,2-2 0-15,-2 0 0 0,1 0 0 0,-2 2 0 0,-5 0 0 16,1 2 0-16,0-2 0 0,-4 0 0 15,1 0 0-15,2 0 0 0,-3 0 0 0,2-2 0 16,-1 2 0-16,-2-1 0 0,0 1 0 0,1 0 0 0,0 1 0 16,2-1 0-16,-3 2 0 0,2-1 0 0,2 0 0 15,-3-1 0-15,8 2 0 0,1-2 0 0,-6 0 0 16,-3 0 0-16,1 2 0 0,3-1 0 0,4 0 0 16,-6-1 0-16,0-1 0 0,1 2 0 0,-2 0 0 15,2-1 0-15,0 2 0 0,-3-2 0 0,3 0 0 16,-3 1 0-16,-1-5 0 0,2 3 0 0,1 0 0 15,-2-1 0-15,1 0 0 0,2 1 0 0,-3 0 0 16,3-1 0-16,0 1 0 0,3-3 0 0,-3 4 0 16,1-2 0-16,4 2 0 0,-8-1 0 0,10 1 0 15,-7-1 0-15,7-1 0 0,-7 0 0 0,8 1 0 16,-4 0 0-16,5-3 0 0,-2 5 0 0,-2-3 0 16,3-2 0-16,1 3 0 0,0 0 0 0,4 0 0 0,-3-1 0 15,4-1 0-15,-3 2 0 0,1-2 0 16,0-3 0-16,-1 5 0 0,-1-1 0 0,-2 2 0 15,2 0 0-15,0 1 0 0,-1-3 0 0,-2 3 0 16,3-1 0-16,-2 0 0 0,-1-2 0 0,-1 2 0 0,0-2 0 16,-6 2 0-16,-1-1 0 0,0 0 0 0,0 0 0 15,-1 1 0-15,-1-2 0 0,3 2 0 0,-1 0 0 16,0-2 0-16,1 2 0 0,-2-1 0 0,9-2 0 16,-6 3 0-16,3 0 0 0,1 0 0 0,1 0 0 15,0-1 0-15,0 0 0 0,1 1 0 0,1 0 0 16,0-1 0-16,-2 2 0 0,0-3 0 0,0 1 0 15,-6 1 0-15,-3 0 0 0,1-2 0 0,-1 1 0 16,-6 1 0-16,0 0 0 0,-3-1 0 0,1 0 0 16,-11 1 0-16,14-1 0 0,-8-1 0 0,-6 2 0 15,9 0 0-15,-9 0 0 0,8-1 0 0,-8 1 0 16,0 0 0-16,0 0 0 0,10-1 0 0,-10 1 0 16,0 0 0-16,0 0 0 0,0 0 0 0,0 0 0 15,0 0 0-15,0 0 0 0,0 0-1 0,0 0-195 0,0 0-46 16,0 0-35-16,0 0-47 0,0 0-39 15,0 0-31-15,0 0-46 0,0 0-72 0,-31-3-395 16,12 3-984-16,-3-2 436 0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9-27T08:18:10.104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Group>
    <inkml:annotationXML>
      <emma:emma xmlns:emma="http://www.w3.org/2003/04/emma" version="1.0">
        <emma:interpretation id="{24573C3C-8E55-4619-9994-26C33874116C}" emma:medium="tactile" emma:mode="ink">
          <msink:context xmlns:msink="http://schemas.microsoft.com/ink/2010/main" type="writingRegion" rotatedBoundingBox="8618,1561 9081,1561 9081,1839 8618,1839"/>
        </emma:interpretation>
      </emma:emma>
    </inkml:annotationXML>
    <inkml:traceGroup>
      <inkml:annotationXML>
        <emma:emma xmlns:emma="http://www.w3.org/2003/04/emma" version="1.0">
          <emma:interpretation id="{DFA220DF-277C-4F6D-A835-3B6DD7252AB0}" emma:medium="tactile" emma:mode="ink">
            <msink:context xmlns:msink="http://schemas.microsoft.com/ink/2010/main" type="paragraph" rotatedBoundingBox="8618,1561 9081,1561 9081,1839 8618,183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F97EB36-7239-4CF1-9B2D-E1B3AFC93E2E}" emma:medium="tactile" emma:mode="ink">
              <msink:context xmlns:msink="http://schemas.microsoft.com/ink/2010/main" type="line" rotatedBoundingBox="8618,1561 9081,1561 9081,1839 8618,1839"/>
            </emma:interpretation>
          </emma:emma>
        </inkml:annotationXML>
        <inkml:traceGroup>
          <inkml:annotationXML>
            <emma:emma xmlns:emma="http://www.w3.org/2003/04/emma" version="1.0">
              <emma:interpretation id="{2893E36B-A66D-42FB-84E6-6BDC35D5517B}" emma:medium="tactile" emma:mode="ink">
                <msink:context xmlns:msink="http://schemas.microsoft.com/ink/2010/main" type="inkWord" rotatedBoundingBox="8618,1561 9081,1561 9081,1839 8618,1839"/>
              </emma:interpretation>
              <emma:one-of disjunction-type="recognition" id="oneOf0">
                <emma:interpretation id="interp0" emma:lang="" emma:confidence="0.5">
                  <emma:literal>z</emma:literal>
                </emma:interpretation>
                <emma:interpretation id="interp1" emma:lang="" emma:confidence="0">
                  <emma:literal>Z</emma:literal>
                </emma:interpretation>
                <emma:interpretation id="interp2" emma:lang="" emma:confidence="0">
                  <emma:literal>2</emma:literal>
                </emma:interpretation>
                <emma:interpretation id="interp3" emma:lang="" emma:confidence="0">
                  <emma:literal>.</emma:literal>
                </emma:interpretation>
                <emma:interpretation id="interp4" emma:lang="" emma:confidence="0">
                  <emma:literal>V</emma:literal>
                </emma:interpretation>
              </emma:one-of>
            </emma:emma>
          </inkml:annotationXML>
          <inkml:trace contextRef="#ctx0" brushRef="#br0">8658 1613 64 0,'0'0'292'0,"-8"0"-3"0,8 0-3 16,0 0-6-16,0 0 7 0,0 0 9 0,0 0-1 15,0 0 1-15,0 0-9 0,0 0-6 0,0 0-7 16,0 0-1-16,0 0-12 0,-5-14-14 0,5 14-22 16,0 0-15-16,0 0-19 0,0 0-6 0,12-12-13 15,-7 10-14-15,2-1-10 0,1-1-10 0,-1 1-10 16,3-1-12-16,0 2-11 0,0 0-10 0,-2 2-7 16,3-1-6-16,0-2-7 0,-1 3-13 0,-1-2-8 15,0 2-2-15,1 1-10 0,-10-1-4 0,13 1-5 16,-8 0-5-16,-5-1 3 0,11 6-8 0,-5-4-5 15,-2 3-2-15,-4-5 1 0,8 8-6 0,-5-2-1 16,-2 1 2-16,-1-7-6 0,3 12-1 0,-5-4 2 16,0 1 4-16,-2 4-2 0,-1-2 1 0,-4 3-1 15,0 2 2-15,-1-4 0 0,-6 1 7 0,2 1-5 16,-1 0 0-16,-4 2 8 0,2-3-10 0,2-1-2 16,0-1 2-16,2 0-3 0,0-5 3 0,4 1 2 15,3 1 7-15,-2-2 12 0,2-4 14 0,6-2 11 16,0 0 15-16,-9 8 21 0,9-8 15 0,0 0 12 15,0 0-5-15,-2 5-2 0,2-5-17 0,0 0-6 16,37-7-5-16,-16 3-15 0,7 1-11 16,1-3-5-16,3-4-44 0,4 4-53 0,0 2-48 15,-4-1-63-15,0 0-65 0,1-2-76 0,-2 0-93 0,-4 2-102 16,2 0-105-16,-10-4-363 0,2 6-1036 0,-1-3 458 16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9-27T08:17:05.86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Group>
    <inkml:annotationXML>
      <emma:emma xmlns:emma="http://www.w3.org/2003/04/emma" version="1.0">
        <emma:interpretation id="{6F3B237D-E370-446A-BF35-138204340DFA}" emma:medium="tactile" emma:mode="ink">
          <msink:context xmlns:msink="http://schemas.microsoft.com/ink/2010/main" type="writingRegion" rotatedBoundingBox="27132,8986 32882,8861 32947,11847 27197,11972"/>
        </emma:interpretation>
      </emma:emma>
    </inkml:annotationXML>
    <inkml:traceGroup>
      <inkml:annotationXML>
        <emma:emma xmlns:emma="http://www.w3.org/2003/04/emma" version="1.0">
          <emma:interpretation id="{84A68B59-D2EB-46A2-8BF8-504C33E37AA9}" emma:medium="tactile" emma:mode="ink">
            <msink:context xmlns:msink="http://schemas.microsoft.com/ink/2010/main" type="paragraph" rotatedBoundingBox="27350,8982 32882,8861 32904,9843 27371,996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226B227-0259-4EAD-9FC2-A401FC4FE61C}" emma:medium="tactile" emma:mode="ink">
              <msink:context xmlns:msink="http://schemas.microsoft.com/ink/2010/main" type="line" rotatedBoundingBox="27350,8982 32882,8861 32904,9843 27371,9964"/>
            </emma:interpretation>
          </emma:emma>
        </inkml:annotationXML>
        <inkml:traceGroup>
          <inkml:annotationXML>
            <emma:emma xmlns:emma="http://www.w3.org/2003/04/emma" version="1.0">
              <emma:interpretation id="{FAD27D74-63E8-459B-84B1-779914F03D39}" emma:medium="tactile" emma:mode="ink">
                <msink:context xmlns:msink="http://schemas.microsoft.com/ink/2010/main" type="inkWord" rotatedBoundingBox="27352,9066 28170,9049 28183,9658 27365,9675"/>
              </emma:interpretation>
              <emma:one-of disjunction-type="recognition" id="oneOf0">
                <emma:interpretation id="interp0" emma:lang="" emma:confidence="0.5">
                  <emma:literal>=</emma:literal>
                </emma:interpretation>
                <emma:interpretation id="interp1" emma:lang="" emma:confidence="0">
                  <emma:literal>-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_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27844 9416 372 0,'4'-7'458'15,"-4"7"7"-15,6-7 9 0,-3 2-7 0,-3 5-13 16,1-8-12-16,-1 8-25 0,3-10-21 0,-3 10-31 15,2-9-35-15,-2 9-33 0,5-8-25 0,-1 4-33 16,3 0-22-16,-1 2-23 0,5-3-33 0,2 2-28 16,1 1-36-16,5-2-32 0,-2 3-38 0,1 0-40 15,-4 2-49-15,0-1-56 0,4 1-57 0,0 1-55 16,-5 0-52-16,-3 1-53 0,-4 0-60 0,5 1-48 16,-4-2-273-16,-1 3-773 0,-1-2 342 0</inkml:trace>
          <inkml:trace contextRef="#ctx0" brushRef="#br0" timeOffset="203.08">27940 9533 396 0,'-3'6'454'0,"3"-6"10"0,0 0 7 16,0 0-12-16,0 0-19 0,0 0-27 0,0 0-29 16,0 0-32-16,28-10-38 0,-21 6-30 0,1 2-30 15,0-1-23-15,0 3-24 0,3-4-18 0,0 1-25 16,3 1-36-16,-4-1-38 0,0 1-46 0,-1 1-53 15,4-1-50-15,-6-1-48 0,5-1-56 0,-2 3-45 16,2-1-43-16,-1 1-51 0,-2-2-46 0,2 2-46 16,3 1-256-16,-5 0-704 0,2 0 312 0</inkml:trace>
          <inkml:trace contextRef="#ctx0" brushRef="#br0" timeOffset="-249.95">27376 9152 267 0,'-3'-10'297'0,"3"10"-7"0,-2-10-1 0,2 10 2 16,0-11-8-16,0 11-1 0,-2-11 8 15,2 11-16-15,-3-10-5 0,-1 6 0 0,4 4-6 0,-2-7 2 16,2 7-2-16,-4-9-2 0,4 9-7 0,-2-6-11 15,2 6-19-15,0 0-15 0,0 0-27 0,0 0-22 16,-2-7-13-16,2 7-20 0,0 0-14 0,0 0-8 16,0 0-11-16,0 0-4 0,0 0-4 0,6 29-4 15,-4-17-3-15,0 5 0 0,1 0-1 0,-3 3-4 16,1-1-6-16,0 6-6 0,1 0-5 0,0 3-4 16,-2-5-8-16,-2 2-3 0,2 2-8 0,0-2 5 15,0-1-7-15,0 2-9 0,0 0 2 0,0-7-2 16,0 8 1-16,0-1-4 0,2-6-5 0,-2-2 1 15,4 1 0-15,2-2 1 0,-2-1-4 0,3-2-3 16,3-1-1-16,2-2 5 0,3 0-3 0,1-4 0 16,2 0 4-16,0 1-2 0,0-5-3 0,5-2-3 15,-3-1 8-15,-2-1-2 0,2-2 1 0,-2 0 20 16,-5-2 7-16,4-2 3 0,-6 1 12 0,4-3-5 16,-5 3-3-16,-4-5-8 0,3 3 3 0,-3-3 3 15,2 1-8-15,-4-1-6 0,1-3-1 0,-4 3-3 16,-2-5-5-16,-2 4-7 0,-3-3 2 0,-4 2-9 15,-1 0-3-15,-4 2-8 0,-1 0 11 0,-3 3-8 0,-2 1 0 16,0 2 4-16,-6-1 0 0,5 3-3 0,-5 1-15 16,4 2-20-16,3 1-18 0,0 2-34 15,2-1-45-15,5 1-44 0,1-1-57 0,5 2-48 16,-3-1-37-16,5-1-17 0,5-2-38 0,-5 10-49 0,5-10-55 16,0 0-369-16,12 12-913 0,-4-9 404 0</inkml:trace>
        </inkml:traceGroup>
        <inkml:traceGroup>
          <inkml:annotationXML>
            <emma:emma xmlns:emma="http://www.w3.org/2003/04/emma" version="1.0">
              <emma:interpretation id="{19358AB3-EC12-4620-8256-E4FE066B4896}" emma:medium="tactile" emma:mode="ink">
                <msink:context xmlns:msink="http://schemas.microsoft.com/ink/2010/main" type="inkWord" rotatedBoundingBox="28550,8955 29156,8942 29167,9420 28561,9433"/>
              </emma:interpretation>
              <emma:one-of disjunction-type="recognition" id="oneOf1">
                <emma:interpretation id="interp5" emma:lang="" emma:confidence="0.5">
                  <emma:literal>hit</emma:literal>
                </emma:interpretation>
                <emma:interpretation id="interp6" emma:lang="" emma:confidence="0">
                  <emma:literal>hot</emma:literal>
                </emma:interpretation>
                <emma:interpretation id="interp7" emma:lang="" emma:confidence="0">
                  <emma:literal>hut</emma:literal>
                </emma:interpretation>
                <emma:interpretation id="interp8" emma:lang="" emma:confidence="0">
                  <emma:literal>ht</emma:literal>
                </emma:interpretation>
                <emma:interpretation id="interp9" emma:lang="" emma:confidence="0">
                  <emma:literal>hat</emma:literal>
                </emma:interpretation>
              </emma:one-of>
            </emma:emma>
          </inkml:annotationXML>
          <inkml:trace contextRef="#ctx0" brushRef="#br0" timeOffset="4738.72">28575 9138 33 0,'0'0'383'0,"-1"-12"2"15,1 2 14-15,0 1-7 0,0 9 12 0,0-16-4 0,0 10 2 16,0 6-2-16,0-14-21 0,1 4-20 0,-1 10-15 16,0-12-10-16,0 6-13 0,0 6-11 0,0-9-18 15,0 9-18-15,2-10-13 0,-2 10-24 0,0 0-20 16,-2-9-26-16,2 9-25 0,0 0-15 0,0 0-14 15,0 0-31-15,0 0-2 0,0 0-18 0,0 0 0 16,0 0-9-16,0 0-6 0,-6 26-5 0,4-14-2 16,-1 5-14-16,1-6-10 0,1 6 6 0,0 1-8 15,-2 6-5-15,2-3-8 0,2-2 0 0,-2 0-7 16,2 6 5-16,0-6-1 0,1 1-15 0,-2-1-3 16,0-2-12-16,0 1-3 0,1-1-7 0,0-2-1 15,-1 0-5-15,0-4-5 0,2 2 0 0,-2-4-4 16,2-1-3-16,-2-2 6 0,0-6 3 0,1 11 6 15,-1-11 8-15,3 7-4 0,-3-7 9 0,5 4-4 16,-5-4 8-16,0 0-1 0,16-6 8 0,-8-1-8 16,1 1 10-16,-1-2 1 0,2-2 3 0,2-3 5 15,-4 3 2-15,0-1 3 0,4-2 11 0,-5 2-5 16,1 2 3-16,0-2 6 0,-3 4 0 0,4-1 5 16,-6 1-2-16,1 4-6 0,-4 3-6 0,8-8-2 15,-5 5-23-15,-3 3 0 0,6-4 0 0,-6 4 0 0,9-2 0 16,-9 2 0-16,0 0 0 0,14 5 0 15,-9-1 0-15,2 3 0 0,-1-2 0 0,2 1 0 16,-1 3 0-16,1-3-31 0,1 3-39 0,-4-1-24 16,3 0-25-16,-2 1-24 0,-1 0-31 0,1-1-37 0,0-2-27 15,-1-1-37-15,-1 1-25 0,0-1-19 16,-1 0-19-16,-3-5-31 0,7 3-50 0,-7-3-31 0,0 0-324 0,11-7-838 16,-11 7 371-16</inkml:trace>
          <inkml:trace contextRef="#ctx0" brushRef="#br0" timeOffset="5063.67">28944 9004 344 0,'2'-7'410'0,"-2"7"32"0,1-12 26 16,1 6 14-16,-2 6 3 0,3-9-5 0,-3 9 4 16,1-7-2-16,-1 7-3 0,0 0-19 0,0-9-21 15,0 9-35-15,0 0-33 0,0 0-37 0,0 0-35 0,3-7-30 16,-3 7-30-16,0 0-24 0,0 0-22 15,0 0-16-15,0 0-19 0,0 0-81 0,-3 25-77 16,3-9 0-16,0 0 0 0,0 2 0 0,0 2 0 16,0-1 0-16,4 7 0 0,-3-2 0 0,-1-3 0 0,3-2 0 15,-3 5 0-15,0-4 0 0,4 5 0 0,-4-7 0 16,1 1 0-16,3-2 0 0,-2 2 0 0,1-5 0 16,1-1 0-16,-2 0 0 0,2-3 0 15,0 0 0-15,-1-4 0 0,-1-1 0 0,-1 2 0 0,-1-7-94 16,3 8-144-16,-3-8-33 0,3 6-42 0,-3-6-28 15,0 0-19-15,0 0-16 0,0 0-15 16,0 0-28-16,0 0-4 0,5-31 0 0,-7 22-6 16,1-1-257-16,0-1-743 0,-4 1 329 0</inkml:trace>
          <inkml:trace contextRef="#ctx0" brushRef="#br0" timeOffset="5251.11">28962 9238 316 0,'-4'-9'89'16,"4"9"46"-16,-1-6 44 0,1 6 37 0,0 0 28 15,0 0 44-15,-4-7 22 0,4 7 30 0,0 0 24 16,0 0 26-16,0 0 20 0,-1-7 8 0,1 7 22 15,0 0 4-15,0 0-19 0,0 0-11 0,0 0-22 16,0 0-29-16,0 0-33 0,0 0-38 0,11-7-35 16,-11 7-26-16,12-2-46 0,1 1-58 0,-2-2-72 15,2 0-68-15,0 1-65 0,0 4-67 0,1-1-74 16,1-2-83-16,3-1-72 0,0 2-67 0,0-2-75 16,-4 3-412-16,0-4-1005 0,-1 2 445 0</inkml:trace>
        </inkml:traceGroup>
        <inkml:traceGroup>
          <inkml:annotationXML>
            <emma:emma xmlns:emma="http://www.w3.org/2003/04/emma" version="1.0">
              <emma:interpretation id="{15CDCF88-DA64-417E-B43D-A19F183C6087}" emma:medium="tactile" emma:mode="ink">
                <msink:context xmlns:msink="http://schemas.microsoft.com/ink/2010/main" type="inkWord" rotatedBoundingBox="29491,8987 30177,8972 30197,9902 29512,9917"/>
              </emma:interpretation>
              <emma:one-of disjunction-type="recognition" id="oneOf2">
                <emma:interpretation id="interp10" emma:lang="" emma:confidence="0.5">
                  <emma:literal>0 t</emma:literal>
                </emma:interpretation>
                <emma:interpretation id="interp11" emma:lang="" emma:confidence="0">
                  <emma:literal>of</emma:literal>
                </emma:interpretation>
                <emma:interpretation id="interp12" emma:lang="" emma:confidence="0">
                  <emma:literal>ot</emma:literal>
                </emma:interpretation>
                <emma:interpretation id="interp13" emma:lang="" emma:confidence="0">
                  <emma:literal>It</emma:literal>
                </emma:interpretation>
                <emma:interpretation id="interp14" emma:lang="" emma:confidence="0">
                  <emma:literal>it</emma:literal>
                </emma:interpretation>
              </emma:one-of>
            </emma:emma>
          </inkml:annotationXML>
          <inkml:trace contextRef="#ctx0" brushRef="#br0" timeOffset="5657.27">29526 9314 191 0,'0'0'428'0,"0"0"14"15,0 0 7-15,0 0-1 0,0 0-7 0,0 0-5 16,9-11-9-16,-9 11-21 0,2-11-17 0,-2 11-13 15,3-10-30-15,-3 10-16 0,4-8-22 0,-1 1-23 16,3 1-21-16,-2 2-25 0,-1-1-16 0,2-1-20 16,-5 6-28-16,11-8-14 0,-6 5-15 0,2 0-20 15,1 0-14-15,1 3-10 0,0-2-11 0,4 2-16 0,-2 2-6 16,0 0-10-16,0 2-9 0,-2 1 4 16,1 1-13-16,2 2-7 0,-5 1-3 0,0-2-2 15,-1 1-5-15,2 0-12 0,-6 1-4 0,2 0-5 16,-3 1 0-16,-2 0-9 0,-2 1 0 0,0-3 0 0,-4 2-3 15,0-2-10-15,-2 1-4 0,-8-1 3 16,2-2-3-16,-4 1 7 0,2-4-2 0,-1 1 2 16,0 0 2-16,4-3 1 0,3 1-2 0,-3-4 12 0,1 1 2 15,1-2 3-15,5 0 1 0,0-3 3 0,1-1-3 16,2-2-4-16,0-2-21 0,4 1-34 0,3-3-24 16,0 2-49-16,4-4-46 0,5 1-47 0,3-1-60 15,5-3-46-15,-1 8-47 0,4-5-66 0,8 0-62 16,-2 1-369-16,3 3-943 0,0 3 417 0</inkml:trace>
          <inkml:trace contextRef="#ctx0" brushRef="#br0" timeOffset="6001.08">29985 9056 397 0,'0'0'473'16,"1"-13"6"-16,1 5 7 0,-2-1 31 0,2 0-11 15,-2 9-17-15,0-13-21 0,0 13-7 0,1-8-27 16,-1 8-14-16,-1-10-32 0,1 10-32 0,0 0-38 16,0 0-30-16,0-9-30 0,0 9-28 0,0 0-28 15,0 0-15-15,0 0-34 0,0 0 1 0,0 0-8 16,0 45-9-16,-2-16-1 0,2 1-28 0,0 3-108 16,-1 12 0-16,0 1 0 0,2-9 0 0,0 11 0 15,2 0 0-15,-3 0 0 0,1-12 0 0,2 10 0 16,-3-13 0-16,0 2 0 0,-3 1 0 0,6-2 0 15,-3-4 0-15,1 5 0 0,-1-5 0 0,-1 2 0 16,-2-4 0-16,2-4 0 0,2-1 0 0,-2-5 0 16,2-1 0-16,2-5 0 0,-2-1 0 0,-1-3 0 15,-1 2 0-15,1-1 0 0,0-9-72 0,1 10-275 0,-1-10-60 16,3 4-68-16,-3-4-63 0,0 0-54 16,0 0-368-16,0 0-1040 0,3-22 460 0</inkml:trace>
          <inkml:trace contextRef="#ctx0" brushRef="#br0" timeOffset="6188.53">29907 9553 150 0,'0'0'494'0,"-2"-12"8"15,2 12 29-15,-1-9 25 0,1 9 8 0,-1-9-5 16,1 9-27-16,1-10-35 0,-1 10-34 0,4-10-38 0,-2 3-37 16,4 3-43-16,3-3-32 0,1-1-32 0,0 2-30 15,2 0-29-15,4 1-21 0,-1-2-42 0,3 0-37 16,0 0-45-16,0 0-51 0,1 2-62 15,-2 0-52-15,-4 0-64 0,3 1-72 0,-2 1-75 0,-3 1-76 16,1 0-74-16,4-5-90 0,-9 3-377 0,4-1-993 16,-3-1 439-16</inkml:trace>
        </inkml:traceGroup>
        <inkml:traceGroup>
          <inkml:annotationXML>
            <emma:emma xmlns:emma="http://www.w3.org/2003/04/emma" version="1.0">
              <emma:interpretation id="{A49290C0-4307-4294-BAE0-4F5A9C5B7293}" emma:medium="tactile" emma:mode="ink">
                <msink:context xmlns:msink="http://schemas.microsoft.com/ink/2010/main" type="inkWord" rotatedBoundingBox="30655,8970 32884,8922 32894,9420 30666,9469"/>
              </emma:interpretation>
              <emma:one-of disjunction-type="recognition" id="oneOf3">
                <emma:interpretation id="interp15" emma:lang="" emma:confidence="0.5">
                  <emma:literal>basket</emma:literal>
                </emma:interpretation>
                <emma:interpretation id="interp16" emma:lang="" emma:confidence="0">
                  <emma:literal>bosket</emma:literal>
                </emma:interpretation>
                <emma:interpretation id="interp17" emma:lang="" emma:confidence="0">
                  <emma:literal>baskets</emma:literal>
                </emma:interpretation>
                <emma:interpretation id="interp18" emma:lang="" emma:confidence="0">
                  <emma:literal>boskets</emma:literal>
                </emma:interpretation>
                <emma:interpretation id="interp19" emma:lang="" emma:confidence="0">
                  <emma:literal>Gasket</emma:literal>
                </emma:interpretation>
              </emma:one-of>
            </emma:emma>
          </inkml:annotationXML>
          <inkml:trace contextRef="#ctx0" brushRef="#br0" timeOffset="7141.55">30665 9416 349 0,'0'0'401'0,"0"0"24"16,0 0-3-16,0 0-1 0,0 0-12 0,0 0-12 16,0 0-15-16,0 0-12 0,0 0-11 0,0 0-19 15,0 0-1-15,0 0-18 0,0 0-2 0,0 0-16 16,0 0-16-16,0 0-12 0,10-19-13 0,-8 13-21 16,2-2-21-16,0-3-15 0,1 2-18 0,1-2-16 15,-2-1-7-15,6-2-17 0,-2-2-12 0,-1-1-12 16,0 2-10-16,1-2-15 0,0-1-92 0,-1-1-6 15,-3 0 0-15,5-9 0 0,-5 3 0 0,-2 7 0 16,2-8 0-16,-3 8 0 0,1-1 0 0,-1 1 0 16,-1 2 0-16,-1 4 0 0,2 0 0 0,-1 3 0 15,-1 1 0-15,1 8 0 0,-3-11 0 0,3 11 0 16,0-8 0-16,0 8 0 0,0 0 0 0,-2-7 0 16,2 7 0-16,0 0 0 0,0 0 0 0,0 0 0 15,-16 12 0-15,11-5 0 0,-1 3 0 0,-1 0 0 0,0 5 0 16,-2 1 0-16,1-2 0 0,4 0 0 15,-3 6 0-15,3 5 0 0,-3-6 0 0,2 7 0 16,4-1 0-16,1-1 0 0,3-4 0 0,-5 5 0 16,7-1 0-16,2-5 0 0,-1 0 0 0,2-2 0 15,1 2 0-15,6 2 0 0,-3-4 0 0,2-2-5 0,0-2-52 16,2-2 7-16,0 0 5 0,0-3 7 16,0-1 2-16,-4-3 10 0,2 0 0 0,-2-4 6 15,1 1 5-15,-3-2 8 0,0-3 13 0,0-1 7 16,-2-2 10-16,0-2 3 0,-3 2 12 0,1-2 3 0,-2-2-4 15,-4 0-6-15,0 1-9 0,-1-3 1 0,-2 2-2 16,2 1 2-16,-4-1-2 0,-1 1-21 16,-1-1 0-16,1 3 0 0,1 0 0 0,-6 2 0 15,8 1 0-15,-4 0 0 0,1 0 0 0,1 2 0 0,5 3-39 16,-9-4-38-16,9 4-38 0,-8 0-39 0,8 0-33 16,0 0-22-16,0 0-23 0,0 0-34 0,-5 8-64 15,5-8-55-15,10 10-71 0,2-5-63 16,0 0-352-16,5 0-943 0,1 1 418 0</inkml:trace>
          <inkml:trace contextRef="#ctx0" brushRef="#br0" timeOffset="7907">31163 9307 213 0,'0'0'486'0,"0"0"-5"0,5-7 4 0,-5 7-17 15,1-7-23-15,-1 7-25 0,3-5-31 0,-3 5-23 16,4-6-37-16,-4 6-30 0,0 0-34 0,3-8-25 16,-3 8-30-16,4-4-25 0,-4 4-18 0,0 0-21 15,0 0-15-15,19 6-17 0,-13-4-15 0,-1 2-15 16,1 3-25-16,3-1-6 0,-3 2-19 0,1 1-13 16,-5 1-12-16,4-1-13 0,-4 0-15 0,-1 1-2 15,-1 1-7-15,0-1-4 0,-1-1 0 0,-3 0-2 16,0-1 3-16,-2 0 0 0,-3-2-8 0,0 1-4 15,-1-1-2-15,1-2 5 0,-4 1 4 0,2-2 5 16,-2-1 6-16,1 0 4 0,5 0 3 0,7-2 10 16,-14-2 6-16,14 2 9 0,-12-5 20 0,7 2 5 15,5 3 9-15,-5-10 2 0,4 4 0 0,2-3-2 16,0-2 1-16,2 3 1 0,-1-3-8 0,2 3-2 16,3-2-2-16,-1 3 0 0,0-1 1 0,2 2-3 15,-3-1-6-15,2 3 0 0,-2 1-6 0,1-1 2 16,-6 4-6-16,11-3-3 0,-4 0-1 0,-7 3-3 15,13 1-4-15,-13-1 1 0,11 5 0 0,-2 0-1 16,0-1-2-16,-3 2 2 0,2 1-1 0,-1 1 0 16,-1 1-1-16,1-1-1 0,0 2 1 0,-2-3 1 15,0 1 0-15,4 2 1 0,-3-3-1 0,1 1 3 16,-2-3-2-16,1 1 5 0,2-1 9 0,-2-3 16 16,1 2 12-16,3-1 9 0,1-3 7 0,1-2 5 15,0-2 6-15,5 0-3 0,1-4-2 0,-4-1 4 16,3 0-8-16,-4-1 6 0,1-2 8 0,0-1-9 15,-2-2-8-15,0-2-5 0,-2 2 5 0,-2-2-16 16,1 2-5-16,-4-1 1 0,0 0-4 0,2 2-7 16,-3-3-4-16,-3 5 1 0,0 1-6 0,0 4-4 0,-1-1 0 15,0 8-11-15,2-11-16 0,-2 11-6 0,0-9-10 16,0 9 4-16,0 0-1 0,0 0 5 16,0 0 1-16,0 0-7 0,-8 31 9 0,7-22-6 15,1 2 16-15,1-1-2 0,2 4-3 0,-1 1-8 0,4-4 7 16,-1 1 1-16,1 0-11 0,-1-2 15 0,-1-2-3 15,0 2 3-15,-1 0 2 0,2-2 1 0,-2-2 2 16,1-1-5-16,-4-5 1 0,5 9-1 0,-4-6 2 16,-1-3 0-16,3 9-27 0,-3-9 5 0,1 10 4 15,-1-10-3-15,-1 8 7 0,1-8-5 0,0 0-4 16,-5 14-14-16,3-10-18 0,-3 0-17 0,-2-1-16 16,2 2-30-16,5-5-26 0,-16 6-28 0,6-2-23 15,2-3-22-15,1 0-22 0,7-1-27 0,-16 1-30 16,10 0-52-16,6-1-46 0,0 0-317 0,-12-7-776 15,12 7 343-15</inkml:trace>
          <inkml:trace contextRef="#ctx0" brushRef="#br0" timeOffset="8250.65">31806 9153 354 0,'2'-10'484'16,"1"1"12"-16,-2-1 2 0,-1 0-20 0,0 2-26 16,-1-2-24-16,1 10-13 0,-3-12-11 0,3 12-20 15,3-11-16-15,-3 11-25 0,-3-9-23 0,3 9-31 16,0 0-27-16,0 0-43 0,-1-9-5 0,1 9-35 16,0 0-23-16,0 0-12 0,0 0-17 0,0 0-9 15,0 0-15-15,0 0-13 0,1 25-4 0,-1-10-13 0,0 0-2 16,0 6 0-16,3-2 1 0,-2 5-19 15,0 1-2-15,2-7 2 0,-1-1-7 0,1 1-7 16,0 0-8-16,-1-2-1 0,1 1-13 0,-2 0 1 16,2-3-16-16,-2-3-27 0,1 0-34 0,-2 2-36 0,2-7-42 15,0 0-56-15,-2 2-57 0,0-8-42 0,5 8-43 16,-2-3-19-16,-3-5-27 0,0 0-37 16,0 0-65-16,0 0-353 0,0 0-906 0,0 0 400 15</inkml:trace>
          <inkml:trace contextRef="#ctx0" brushRef="#br0" timeOffset="8609.96">32002 9174 257 0,'3'-5'334'0,"-3"5"9"0,5-6 26 0,-5 6 6 0,3-8-1 16,-3 8-14-16,1-6-13 0,-1 6-22 0,0 0-17 16,0 0-21-16,0 0-23 0,0 0-28 0,0 0-23 15,0 0-21-15,0 0-2 0,0 0-3 16,0 0-6-16,-18 14-4 0,9-6-11 0,0 4-14 0,-2 1-19 15,-2 0-10-15,4-4-11 0,-4 2-12 0,-1 3-14 16,4-1-3-16,0-2-9 0,2-4-6 16,-1 1-6-16,1-1-6 0,2-1-3 0,1-1-9 0,1-2-6 15,4-3 1-15,-6 8-1 0,6-8-1 16,-5 4 1-16,5-4-5 0,-4 3 2 0,4-3 4 0,0 0-6 16,0 0-4-16,0 0-7 0,0 0-3 0,0 0-3 15,0 0-2-15,0 0-2 0,0 0-4 0,18-11-5 16,-18 11 1-16,15 3-2 0,-6-2 0 0,0-1 1 15,4 1-1-15,-3 4-4 0,8 0 1 0,-7-1 2 16,1 3-10-16,0-2-18 0,0 0-17 0,-3 2-19 16,2 1-32-16,0-3-36 0,-2 2-34 0,2-2-39 15,-3 0-40-15,0 0-26 0,-3 0-39 0,1-1-43 16,-1-2-49-16,-5-2-32 0,8 4-292 0,-8-4-786 16,0 0 349-16</inkml:trace>
          <inkml:trace contextRef="#ctx0" brushRef="#br0" timeOffset="9062.97">32198 9293 137 0,'0'0'331'0,"0"0"-3"0,0 0-5 16,0 0-16-16,0 0-16 0,0 0-11 0,0 0-24 15,0 0-12-15,0 0-13 0,0 0-26 0,0 0-18 16,0 0-19-16,0 0-16 0,0 0-26 0,0 0-11 15,0 0-2-15,0 0-6 0,0 0-15 0,0 0-4 16,0 0-3-16,0 0 3 0,0 0 3 0,0 0-4 16,0 0 9-16,0 0-1 0,0 0-6 0,0 0-6 15,9 0-4-15,-9 0-14 0,14-3 0 0,-2 1-7 16,-6-1-4-16,3 0-2 0,1 0-3 0,-3 0 1 16,1-1 4-16,0-1 6 0,-1-1 0 0,-4 2 5 15,-3 4 1-15,6-8 0 0,-3 5-2 0,-3 3-3 16,7-6-6-16,-7 6-5 0,2-9-10 0,-2 9-2 15,0 0-6-15,0 0-6 0,-7-10-8 0,7 10 1 16,-11-4-6-16,11 4 0 0,-11-1-1 0,-7 1-2 16,5 2-1-16,-1 1-4 0,-1 0 2 0,1 2 1 0,2 1-1 15,1-1-3-15,-2 1 2 0,3 0-2 16,1 2-2-16,-1-1 8 0,3 2-3 0,1 0-5 16,2-1 4-16,-1 2-10 0,2-1 0 0,3-3-5 15,3 5-2-15,1-2-3 0,3 2-7 0,2-2-15 0,5 0-20 16,4 2-24-16,8-1-24 0,-6-2-34 0,7 1-13 15,0-4-38-15,1-1-19 0,2-2-25 16,-1-2-42-16,-1-2-39 0,1-1-45 0,-7-1-301 16,-3-3-715-16,7-2 316 0</inkml:trace>
          <inkml:trace contextRef="#ctx0" brushRef="#br0" timeOffset="9406.64">32648 8964 149 0,'-4'-4'385'0,"0"-3"11"16,4 7 9-16,-2-8-3 0,2 8-11 0,-4-7-21 16,4 7-18-16,-5-6-4 0,5 6-7 0,0 0-14 15,0 0-21-15,-5-4-18 0,5 4-20 16,0 0-26-16,0 0-15 0,0 0-18 0,0 0-20 16,0 0-9-16,0 0 5 0,0 0 4 0,-4 15-13 0,4-5-12 15,0-10-1-15,-3 28-12 0,4-13 3 0,1 6-8 16,2-3-18-16,-4 8-8 0,2 0-10 0,5 1-11 15,-3 3-9-15,3 1-8 0,-3-2-8 16,0-2-8-16,2 1-3 0,-1-9-11 0,0-1-12 0,-2 1 3 16,3 1 1-16,-2-3-4 0,-1-6-12 0,-2 1-19 15,2-2-9-15,-3-1-11 0,2-4-43 0,-2-5-24 16,0 0-27-16,4 15-22 0,-4-11-25 0,0-4-17 16,1 7-13-16,-1-7-22 0,0 0-34 15,0 0-45-15,0 0-32 0,0 0-36 0,0 0-41 0,-17-25-36 16,14 16-42-16,-4-3-302 0,-2-4-837 0,2 2 370 15</inkml:trace>
          <inkml:trace contextRef="#ctx0" brushRef="#br0" timeOffset="9625.34">32548 9231 154 0,'-5'-2'307'0,"5"2"22"0,0 0 22 0,0 0 20 0,0 0 17 16,0 0 15-16,-5-6 3 0,5 6 2 0,0 0-9 15,0 0-13-15,0 0-23 0,0 0-37 0,0 0-25 16,19-7-24-16,-7 4-15 0,5 2-24 0,3-1-23 15,-20 2-23-15,0 0-15 0,78-8-19 16,-78 8-15-16,41-6-16 0,-41 6-18 0,38-7-1 0,-38 7-12 16,34-7-12-16,-34 7-9 0,0 0-11 0,36-10-24 15,-36 10-22-15,0 0-35 0,30-10-36 0,-30 10-50 16,0 0-48-16,0 0-51 0,0 0-48 0,26-11-83 16,-26 11-62-16,0 0-74 0,0 0-44 15,0 0-286-15,0 0-864 0,0 0 382 0</inkml:trace>
        </inkml:traceGroup>
      </inkml:traceGroup>
    </inkml:traceGroup>
    <inkml:traceGroup>
      <inkml:annotationXML>
        <emma:emma xmlns:emma="http://www.w3.org/2003/04/emma" version="1.0">
          <emma:interpretation id="{9B3707AA-D9F9-4C5F-8C8D-B1478281E377}" emma:medium="tactile" emma:mode="ink">
            <msink:context xmlns:msink="http://schemas.microsoft.com/ink/2010/main" type="paragraph" rotatedBoundingBox="27164,10315 32881,10297 32887,11908 27169,1192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B63188C-3C26-4821-A8E7-E70D350D7909}" emma:medium="tactile" emma:mode="ink">
              <msink:context xmlns:msink="http://schemas.microsoft.com/ink/2010/main" type="inkBullet" rotatedBoundingBox="27164,10429 27677,10427 27679,10903 27166,10905"/>
            </emma:interpretation>
            <emma:one-of disjunction-type="recognition" id="oneOf4">
              <emma:interpretation id="interp20" emma:lang="" emma:confidence="0">
                <emma:literal>r;</emma:literal>
              </emma:interpretation>
              <emma:interpretation id="interp21" emma:lang="" emma:confidence="0">
                <emma:literal>ri</emma:literal>
              </emma:interpretation>
              <emma:interpretation id="interp22" emma:lang="" emma:confidence="0">
                <emma:literal>rim</emma:literal>
              </emma:interpretation>
              <emma:interpretation id="interp23" emma:lang="" emma:confidence="0">
                <emma:literal>rid</emma:literal>
              </emma:interpretation>
              <emma:interpretation id="interp24" emma:lang="" emma:confidence="0">
                <emma:literal>r,</emma:literal>
              </emma:interpretation>
            </emma:one-of>
          </emma:emma>
        </inkml:annotationXML>
        <inkml:trace contextRef="#ctx0" brushRef="#br0" timeOffset="13125.58">27189 10513 91 0,'0'0'320'0,"0"0"3"0,0 0-10 16,-7-2-6-16,7 2-1 0,0 0 8 0,0 0 12 15,-6-4-10-15,6 4-2 0,0 0 5 0,-7-4-7 0,7 4-7 16,0 0 1-16,0 0-12 0,-4-8-14 0,4 8-14 15,0 0-18-15,0-9-17 0,0 9-23 0,0 0-17 16,0 0-14-16,0 0-11 0,4-12-19 16,-4 12-22-16,7-6-11 0,-7 6-10 0,9-3-2 0,0 3-23 15,-9 0-9-15,18 2-4 0,-7 0-8 0,3 3-7 16,-1-1-3-16,3 4-13 0,-3 1 3 0,5 0-11 16,-5 2-1-16,1-2-3 0,-5 2-1 0,2-1-8 15,-2 1 2-15,-2-2-9 0,-1 1 3 0,1 1-21 16,0-4-7-16,-2 4 0 0,-3-3-7 0,1-2-4 15,1 5 2-15,-4-6-10 0,0-5-5 0,2 13 1 16,-2-7 3-16,0-6 3 0,-2 11 5 0,2-11 2 16,-3 11 6-16,2-6 2 0,1-5 5 0,-5 6 1 15,5-6 11-15,0 0 1 0,0 0 6 0,0 0 7 16,0 0 10-16,0 0 8 0,0 0 6 0,-12-15-1 16,12 15 3-16,3-16 3 0,2 4-8 0,-1-5 6 15,5 2-6-15,-1-4-5 0,6-2 1 0,-5 3-6 16,4 2-5-16,-1 0 1 0,-1 3-4 0,1-1-2 15,1 3-6-15,-4 2-1 0,0 0 6 0,0 1-7 0,0 1 0 16,-3 4-6-16,2-2-6 0,0 0-10 16,-5 2-10-16,-3 3-14 0,11-5-16 0,-11 5-21 15,9-1-32-15,-9 1-35 0,0 0-29 0,9 1-38 16,-9-1-37-16,9 6-23 0,-9-6-17 0,1 9-27 0,-1-2-24 16,0-7-27-16,0 10-28 0,0-10-325 0,-6 11-782 15,4-6 346-15</inkml:trace>
        <inkml:trace contextRef="#ctx0" brushRef="#br0" timeOffset="13531.7501">27666 10741 174 0,'0'0'422'0,"0"0"23"0,0 0 6 0,0 0 7 15,0 0-2-15,0 0-12 0,0 0-10 0,0 0-7 16,0 0-13-16,0-24-10 0,0 24-25 0,0 0-18 16,0 0-25-16,0 0-30 0,2-7-33 15,-2 7-25-15,0 0-29 0,0 0-25 0,0 0-21 0,0 0-20 16,0 0-17-16,0 0-16 0,0 0-14 0,0 0-7 15,0 0-13-15,0 0 1 0,0 24-12 0,2-15-11 16,-4 1-2-16,4 1-13 0,-2-2 1 0,0 2-5 16,-2 0-4-16,2-2-41 0,0 4 0 0,0-5 0 15,0 1 0-15,0 2 0 0,0-1 0 0,0-3-43 16,0-7-56-16,0 12-27 0,0-12-31 0,0 11-29 16,0-5-45-16,0-6-35 0,2 7-24 0,-2-7-25 15,0 0-29-15,4 6-30 0,-4-6-49 0,0 0-34 16,0 0-357-16,0 0-881 0,0 0 390 0</inkml:trace>
        <inkml:trace contextRef="#ctx0" brushRef="#br0" timeOffset="13747.7101">27628 10589 34 0,'0'-10'368'15,"0"10"18"-15,2-10 16 0,-2 10 4 0,2-9-1 16,-2 9 0-16,0 0-11 0,0-7-9 0,0 7-9 15,0 0-22-15,0 0-28 0,2-8-29 0,-2 8-29 16,0 0-29-16,0 0-25 0,0 0-28 16,0 0-20-16,0 0-35 0,0 0-47 0,0 0-56 0,0 0-68 15,0 0-55-15,0 0-42 0,0 0-37 0,0 0-42 16,0 0-41-16,0 0-55 0,0 0-58 0,23 12-340 16,-14-9-767-16,3 2 340 0</inkml:trace>
      </inkml:traceGroup>
      <inkml:traceGroup>
        <inkml:annotationXML>
          <emma:emma xmlns:emma="http://www.w3.org/2003/04/emma" version="1.0">
            <emma:interpretation id="{8D9731DF-1269-4BC0-9413-EDCDAB4FB1EB}" emma:medium="tactile" emma:mode="ink">
              <msink:context xmlns:msink="http://schemas.microsoft.com/ink/2010/main" type="line" rotatedBoundingBox="28003,10313 32881,10297 32883,10759 28005,10775"/>
            </emma:interpretation>
          </emma:emma>
        </inkml:annotationXML>
        <inkml:traceGroup>
          <inkml:annotationXML>
            <emma:emma xmlns:emma="http://www.w3.org/2003/04/emma" version="1.0">
              <emma:interpretation id="{581AC382-C90F-4763-9402-5DFBCDE4E2EA}" emma:medium="tactile" emma:mode="ink">
                <msink:context xmlns:msink="http://schemas.microsoft.com/ink/2010/main" type="inkWord" rotatedBoundingBox="28004,10603 28224,10602 28225,10734 28005,10735"/>
              </emma:interpretation>
              <emma:one-of disjunction-type="recognition" id="oneOf5">
                <emma:interpretation id="interp25" emma:lang="" emma:confidence="0.5">
                  <emma:literal>=</emma:literal>
                </emma:interpretation>
                <emma:interpretation id="interp26" emma:lang="" emma:confidence="0">
                  <emma:literal>.</emma:literal>
                </emma:interpretation>
                <emma:interpretation id="interp27" emma:lang="" emma:confidence="0">
                  <emma:literal>-</emma:literal>
                </emma:interpretation>
                <emma:interpretation id="interp28" emma:lang="" emma:confidence="0">
                  <emma:literal>,</emma:literal>
                </emma:interpretation>
                <emma:interpretation id="interp29" emma:lang="" emma:confidence="0">
                  <emma:literal>L</emma:literal>
                </emma:interpretation>
              </emma:one-of>
            </emma:emma>
          </inkml:annotationXML>
          <inkml:trace contextRef="#ctx0" brushRef="#br0" timeOffset="13982.01">28036 10647 264 0,'0'0'497'0,"0"0"23"15,0 0 8-15,5-11-8 0,-5 11-25 0,4-4-31 16,-4 4-39-16,6-6-39 0,-6 6-38 0,6-7-37 15,1 6-35-15,-7 1-23 0,13-6-34 0,-7 5-40 16,6-3-32-16,-1 4-48 0,-2 0-41 0,0-3-48 16,-9 3-42-16,13-1-53 0,-7 1-54 0,-6 0-56 15,10 1-32-15,-10-1-34 0,0 0-44 0,7 5-21 16,-7-5-40-16,0 0-312 0,0 0-733 0,0 0 324 16</inkml:trace>
          <inkml:trace contextRef="#ctx0" brushRef="#br0" timeOffset="14185.08">28018 10723 87 0,'0'0'267'0,"-4"6"21"0,4-6 13 16,0 0 13-16,0 0 18 0,-9 6 25 0,9-6 11 15,0 0 6-15,0 0 11 0,0 0-1 0,0 0 0 0,0 0-31 16,0 0-28-16,0 0-31 0,0 0-26 16,0 0-32-16,24-4-20 0,-12 3-25 0,-2 0-15 15,0 0-18-15,1-2-15 0,2 1-15 0,-1 1-15 16,1-3-30-16,1 4-37 0,-3 0-45 0,0-2-53 0,1 1-57 15,0-1-53-15,0 0-53 0,-2-1-56 0,-4 2-44 16,-6 1-55-16,16-3-51 0,-10 2-356 16,-1-2-840-16,-5 3 371 0</inkml:trace>
        </inkml:traceGroup>
        <inkml:traceGroup>
          <inkml:annotationXML>
            <emma:emma xmlns:emma="http://www.w3.org/2003/04/emma" version="1.0">
              <emma:interpretation id="{3A49ED6B-E0E7-472A-885C-AE7026A272EE}" emma:medium="tactile" emma:mode="ink">
                <msink:context xmlns:msink="http://schemas.microsoft.com/ink/2010/main" type="inkWord" rotatedBoundingBox="28628,10413 30612,10406 30613,10766 28629,10773"/>
              </emma:interpretation>
              <emma:one-of disjunction-type="recognition" id="oneOf6">
                <emma:interpretation id="interp30" emma:lang="" emma:confidence="0.5">
                  <emma:literal>inner</emma:literal>
                </emma:interpretation>
                <emma:interpretation id="interp31" emma:lang="" emma:confidence="0">
                  <emma:literal>inaner</emma:literal>
                </emma:interpretation>
                <emma:interpretation id="interp32" emma:lang="" emma:confidence="0">
                  <emma:literal>inners</emma:literal>
                </emma:interpretation>
                <emma:interpretation id="interp33" emma:lang="" emma:confidence="0">
                  <emma:literal>[inner</emma:literal>
                </emma:interpretation>
                <emma:interpretation id="interp34" emma:lang="" emma:confidence="0">
                  <emma:literal>Tinner</emma:literal>
                </emma:interpretation>
              </emma:one-of>
            </emma:emma>
          </inkml:annotationXML>
          <inkml:trace contextRef="#ctx0" brushRef="#br0" timeOffset="15904.58">28639 10530 18 0,'0'0'288'16,"0"0"-6"-16,0 0-11 0,-1-10-2 0,1 10-8 16,0 0-3-16,-3-6-5 0,3 6 6 0,0 0-8 15,-2-9-2-15,2 9 0 0,0 0-12 0,0 0-4 16,-4-6-5-16,4 6-4 0,0 0-5 0,0 0-4 15,0 0-5-15,0 0-10 0,4-11-4 0,-4 11-9 0,0 0-9 16,0 0-7-16,0 0-8 0,0 0-14 0,0 0-12 16,0 0-10-16,0 0-13 0,0 0-19 15,0 0-7-15,0 0-13 0,0 0-7 0,0 0-13 16,0 0-5-16,0 0-3 0,0 0-7 0,0 0-5 0,0 0-3 16,0 0-4-16,0 0-1 0,-2 33-3 15,0-22-2-15,4 0-2 0,-4 1-1 0,2 2-1 0,0-2-3 16,0 1 0-16,0 0-5 0,2-2 0 0,-2 1 5 15,2 5-4-15,-4-2 0 0,4-2-2 0,-1-2-1 16,-1 0-2-16,1-2-3 0,2 1 8 0,-5-2-8 16,2-1 2-16,2 1 3 0,-2-8-4 0,0 10 0 15,0-10 2-15,0 8-2 0,0-8-2 0,1 7 1 16,-1-7 0-16,0 0-9 0,0 0-11 0,0 0-15 16,0 0-16-16,-1 9-30 0,1-9-62 0,0 0-74 15,0 0-65-15,0 0-44 0,0 0-65 0,12-21-69 16,-9 15-381-16,1-4-906 0,0-1 401 0</inkml:trace>
          <inkml:trace contextRef="#ctx0" brushRef="#br0" timeOffset="16123.2801">28639 10437 336 0,'0'0'382'0,"0"0"29"16,2-8 9-16,-2 8 2 0,0 0-5 0,0 0-9 15,0 0-16-15,2-7-19 0,-2 7-20 0,0 0-24 16,0 0-28-16,0 0-31 0,0 0-26 0,0 0-23 16,0 0-22-16,0 0-25 0,0 0-30 0,0 0-41 15,0 0-42-15,0-9-60 0,0 9-58 0,0 0-65 16,0 0-51-16,0 0-39 0,0 0-36 0,0 0-35 16,0 0-44-16,0 0-45 0,0 0-323 0,0 0-752 15,15 15 333-15</inkml:trace>
          <inkml:trace contextRef="#ctx0" brushRef="#br0" timeOffset="26228.15">28911 10539 254 0,'0'0'309'0,"0"0"4"15,-6-4 10-15,6 4 2 0,0 0 17 0,0 0-4 16,-4-6 3-16,4 6-6 0,0 0-7 0,-3-7-10 16,3 7-7-16,0 0-14 0,0 0-13 0,-1-8-9 15,1 8-13-15,0 0-14 0,0 0-14 0,-1-9-14 0,1 9-11 16,0 0-9-16,0 0-27 0,0 0-1 16,0 0-25-16,-4-5-9 0,4 5-18 0,0 0-13 15,0 0-18-15,0 0-3 0,0 0-15 0,0 0-14 16,0 0-8-16,0 0-5 0,0 0-2 0,0 0-9 0,0 0 3 15,0 0-6-15,4 22-6 0,-4-22 0 0,1 16-5 16,-2-8 3-16,3 3-6 0,-2 0 1 0,0 0-8 16,0-3-9-16,2 3-11 0,-2-2-1 15,0 2 2-15,1 1-1 0,-1-5-13 0,2 1 4 0,-2-8 3 16,0 13-5-16,0-7 1 0,0-6 5 0,2 11-5 16,-2-11 5-16,1 8 3 0,-1-8 4 0,0 0 6 15,0 8-1-15,0-8 23 0,0 0 12 0,0 0-5 16,0 0 6-16,0 0 0 0,0 0 6 0,0 0 0 15,20-19 1-15,-16 14 1 0,1-4 12 0,1 1 1 16,0 0-2-16,0-1 1 0,2 0 1 0,-3 0-10 16,3 1 4-16,-2-1 9 0,-2 4 0 0,0-1-1 15,0 1-38-15,-1 1-17 0,-3 4 0 0,7-7 0 16,-7 7 0-16,5-4 0 0,-5 4 0 0,5-5 0 16,-5 5 0-16,0 0 0 0,0 0 0 0,9-2 0 15,-9 2 0-15,0 0 0 0,8 11 0 0,-4-7 0 16,-1 0 0-16,2 3 0 0,-1-1 0 0,0 2 0 15,0-1 0-15,-1 1 0 0,2-1 0 0,-3-1 0 16,2 2 0-16,2-1-46 0,-2 0-75 0,-1-2-17 16,2 2-25-16,-3-3-23 0,2 0-27 0,0 2-27 15,-4-6-26-15,8 10-22 0,-6-7-16 0,-2-3-25 16,0 0-43-16,8 3-43 0,-8-3-46 0,8-1-315 16,-8 1-838-16,0 0 370 0</inkml:trace>
          <inkml:trace contextRef="#ctx0" brushRef="#br0" timeOffset="26716.35">29268 10562 299 0,'3'-5'420'0,"-3"5"7"0,0 0-5 16,0 0-12-16,6-6-24 0,-6 6-16 0,0 0-22 15,0 0-23-15,0 0-25 0,6-2-31 0,-6 2-25 0,0 0-24 16,0 0-28-16,0 0-19 0,0 0-20 0,0 0-15 15,0 0-13-15,9 11-12 0,-7-6-13 16,2-1-18-16,-4-4 1 0,3 12-11 0,-1-6-7 16,2 3-5-16,-2-4-8 0,-1 3-1 0,0 0-9 0,2 1-1 15,-1 1-7-15,2-1 1 0,-2 1-7 0,0-4-2 16,0 1-2-16,-2 4-4 0,2-5-8 0,0 0-5 16,-2-6-6-16,1 11 7 0,1-7 1 15,-2-4 2-15,0 0 4 0,1 7 4 0,-1-7 6 16,0 0 4-16,0 0 4 0,0 0 6 0,0 0 5 0,19-11 5 15,-15 7 8-15,1-5 0 0,0 3-2 0,2-2-1 16,0 0 8-16,0-1-13 0,0 1 6 0,0 0 3 16,-1 0-1-16,0 0 10 0,1-1-2 15,-3 4-2-15,0 0-3 0,1-1 2 0,-5 6-6 0,7-5 4 16,-7 5-19-16,5-6 2 0,-5 6-6 16,4-4-5-16,-4 4-9 0,0 0-7 0,0 0-1 0,11 0 0 15,-11 0-1-15,0 0-3 0,11 6-1 0,-6-4 3 16,-1 2-12-16,0 1 3 0,1-1 6 0,-1 3-9 15,2-3-18-15,2 4-25 0,-4-4-5 0,1 2-23 16,-1 0-22-16,0-3-29 0,-2 3-26 0,2-2-27 16,-4-4-35-16,7 7-41 0,-7-7-35 0,3 7-28 15,-3-7-30-15,0 0-40 0,4 3-70 0,-4-3-336 16,0 0-853-16,0 0 379 0</inkml:trace>
          <inkml:trace contextRef="#ctx0" brushRef="#br0" timeOffset="27591.1401">29691 10619 178 0,'0'0'429'0,"0"0"-2"0,0 0-19 16,0 0-15-16,0 0-16 0,0 0-18 0,0 0-15 15,0 0-19-15,0 0-22 0,0 0-28 0,0 0-21 16,0 0-26-16,0 0-20 0,0 0-22 0,0 0-26 15,0 0-11-15,0 0-14 0,0 0-14 0,0 0-12 16,0 0-9-16,0 0-10 0,0 0 0 0,0 0-11 16,0 0 0-16,0 0-6 0,6 3-6 0,-6-3-5 15,8 3-4-15,-8-3-9 0,14 1 3 0,-7-1-5 16,4 0-4-16,-1 0-4 0,1 0-3 0,0 0-2 16,0-2-1-16,-2 0-5 0,-1-1 6 0,-2-1 9 15,3 1 4-15,-1-2-1 0,-1-1 34 0,1-1-3 16,-2 5 4-16,-1-3-2 0,-1 0 11 0,0-1-10 15,-4 6-9-15,3-11-2 0,-2 6-10 0,-1 5 1 16,-3-12-6-16,3 12-10 0,-5-13-5 0,0 8-1 16,1-1-6-16,4 6-3 0,-10-4-10 0,4 0-1 0,6 4 2 15,-13-1-8-15,13 1-4 0,-18 4 3 16,12-1-1-16,-4 4 1 0,3-1-7 0,-1 4 7 16,-1-1-1-16,2 1-3 0,1 1 1 0,2 0-13 15,0-1 6-15,0 1-5 0,0 0-5 0,0 1-4 16,3 0 4-16,1-3-3 0,-1 4-1 0,3-2-1 0,2 0 5 15,0-2 1-15,2 1-3 0,2-3 5 16,3 0 0-16,0-1-1 0,7-2 6 0,2 2 2 16,1-6-8-16,0 0 4 0,9-4 3 0,-1 0-2 15,-1-4 13-15,2-1-8 0,-2 1 4 0,-3-3-6 0,1-2-3 16,-1-1 5-16,2-3 11 0,-5 2-3 0,1-2-6 16,-1 2 11-16,-9 1 13 0,-1-1-4 0,0 4-2 15,-5 0 3-15,1 2-1 0,-3 1-7 16,-1 0 1-16,-1 2-3 0,-2 0-9 0,-1 6-2 0,-3-11 5 15,3 11-9-15,-10-7 4 0,1 4 0 0,-1 2-4 16,0-1-6-16,-3 1 4 0,1 0-3 0,1 2 8 16,11-1-2-16,-13 3-3 0,7-3 1 0,6 0 2 15,-8 4-2-15,8-4-4 0,0 0 7 16,-8 2 4-16,8-2-6 0,0 0 6 0,0 0-1 0,0 0 5 16,22 9-2-16,-10-6-4 0,0 0-5 0,1-3 6 15,5 1-6-15,-4-1 2 0,-1 1 0 16,-2-1 3-16,3 0-2 0,-2 1-2 0,-2-1-2 0,0 0 4 15,-2 0-3-15,-8 0 7 0,10 1-12 0,-5 2-4 16,-5-3 9-16,11 2-3 0,-11-2-2 0,7 4-4 16,-4 1 5-16,-3-5-4 0,2 10 4 0,-2-4 4 15,0-6-6-15,0 15-1 0,-1-4 3 0,-1-3-13 16,-2 3 18-16,1-1-6 0,-1-1 2 0,-2-1 0 16,3 0 0-16,2 1 6 0,-1-3-4 0,2-6 5 15,-3 13-3-15,2-8 1 0,1-5-1 0,2 12 4 16,1-6-1-16,3 3 3 0,4-3 0 0,2-2-4 15,10 3 1-15,-2-4-8 0,8 0-18 0,3 0-20 16,-3-3-27-16,0-1-32 0,0-3-57 0,-7 2-38 16,-2 1-44-16,-5-3-58 0,-2 0-55 0,0 1-55 15,0-2-76-15,-3 5-54 0,-2-4-292 0,-7 4-899 16,0 0 397-16</inkml:trace>
        </inkml:traceGroup>
        <inkml:traceGroup>
          <inkml:annotationXML>
            <emma:emma xmlns:emma="http://www.w3.org/2003/04/emma" version="1.0">
              <emma:interpretation id="{A940413B-45D0-4AE6-A62C-5ECFC747F82C}" emma:medium="tactile" emma:mode="ink">
                <msink:context xmlns:msink="http://schemas.microsoft.com/ink/2010/main" type="inkWord" rotatedBoundingBox="30964,10303 32881,10297 32883,10743 30965,10749"/>
              </emma:interpretation>
              <emma:one-of disjunction-type="recognition" id="oneOf7">
                <emma:interpretation id="interp35" emma:lang="" emma:confidence="0.5">
                  <emma:literal>radius</emma:literal>
                </emma:interpretation>
                <emma:interpretation id="interp36" emma:lang="" emma:confidence="0">
                  <emma:literal>Vadis</emma:literal>
                </emma:interpretation>
                <emma:interpretation id="interp37" emma:lang="" emma:confidence="0.5">
                  <emma:literal>22 bins</emma:literal>
                </emma:interpretation>
                <emma:interpretation id="interp38" emma:lang="" emma:confidence="0">
                  <emma:literal>robins</emma:literal>
                </emma:interpretation>
                <emma:interpretation id="interp39" emma:lang="" emma:confidence="0">
                  <emma:literal>rabies</emma:literal>
                </emma:interpretation>
              </emma:one-of>
            </emma:emma>
          </inkml:annotationXML>
          <inkml:trace contextRef="#ctx0" brushRef="#br0" timeOffset="29981.29">30974 10600 104 0,'0'0'386'0,"0"0"-7"0,0 0-4 16,0 0-15-16,0 0-13 0,0 0-7 0,0 0-9 15,0 0-14-15,0 0-12 0,-7-8-8 0,7 8-9 16,0 0-12-16,0 0-8 0,-2-8-10 0,2 8-9 16,0 0-16-16,0 0-10 0,0 0-14 0,0 0-12 15,0 0-9-15,0 0-11 0,4-15-17 0,-4 15-20 0,0 0-9 16,5-2-13-16,-5 2-19 0,0 0-11 0,7-5-8 16,-7 5-9-16,12-2-9 0,-6 2-5 15,-6 0-10-15,21 2-6 0,-11 1-1 0,0 0-6 16,4 2-7-16,-2 1-8 0,3 4-14 0,-5-3-4 0,-1-2-13 15,1 1-1-15,-2-1-11 0,0 2 2 0,-2 2-11 16,2-1 9-16,-4 0-3 0,0-1-2 0,-3-1-1 16,1-1 1-16,-2 3-5 0,2 2 4 15,-2-1-9-15,0-9-2 0,-3 14-1 0,2-9 5 16,-3 4 1-16,3-2 4 0,-3-2 3 0,4-5 5 0,-5 10 7 16,1-7 6-16,4-3 4 0,0 0 9 0,-4 7 24 15,4-7 14-15,0 0 14 0,0 0 14 0,0 0 1 16,0 0 0-16,-4-25-10 0,7 16 5 15,-1-4 2-15,5 3-10 0,-2-7 1 0,3 2-13 0,-1 0 4 16,3 0-6-16,1 2-8 0,-2 0-20 0,-2 2-18 16,3 2-19-16,2 1-27 0,-3 1-35 0,1 2-56 15,2-2-51-15,-2 4-63 0,1 0-64 0,0 2-50 16,-2 0-55-16,3 3-60 0,-5 1-379 0,-7-3-932 16,9 2 412-16</inkml:trace>
          <inkml:trace contextRef="#ctx0" brushRef="#br0" timeOffset="30481.17">31306 10636 405 0,'0'0'435'16,"0"0"-6"-16,0 0-3 0,22-10-16 0,-22 10-15 16,6-8-16-16,-6 8-24 0,4-6-20 15,0 3-30-15,-4 3-26 0,5-8-25 0,-5 8-24 0,6-5-24 16,-6 5-23-16,7-4-16 0,-7 4-19 0,7-3-20 15,-7 3-16-15,0 0-9 0,14 1-11 0,-14-1-11 16,12 3-7-16,-12-3-10 0,9 5-6 0,-4 0-9 16,1-1-5-16,1 0-6 0,-2 0-10 0,-1 3-4 15,-2-3-7-15,2 4-6 0,-1-3-5 0,-3-5 0 16,1 10-1-16,-1-10-5 0,-1 9 3 0,1-9-3 16,-5 11 3-16,-1-6-2 0,3-1 1 0,-6 1-1 15,0 3 1-15,0-2 1 0,-4 0 1 0,3-2 3 16,2-1-1-16,2-1-1 0,6-2 6 0,-13-1 8 15,7 3 17-15,6-2 19 0,-8 2 20 0,8-2 13 16,0 0 6-16,-7-10-3 0,7 10-4 0,0-10-10 16,0 10-3-16,4-12-2 0,-1 5-13 0,-1 1-6 15,2-2-3-15,1 4-1 0,-5 4-16 0,8-11 0 16,-4 9-5-16,0-3-2 0,1 1-8 0,-5 4-5 16,11-4 3-16,-3 1-1 0,-8 3-4 0,10 0-6 15,-10 0-2-15,11 0 3 0,-11 0-3 0,12 4 1 16,-7-1-20-16,2 1 12 0,-2-1-2 0,-5-3-12 15,11 8-7-15,-4-2-7 0,-3-1-12 0,3 1-15 16,1 1-23-16,1-1-19 0,0 0-18 0,0 1-26 0,1 1-17 16,-1-5-26-16,1 0-29 0,-1 1-22 0,1-1-25 15,-1-2-27-15,-1 1-30 0,-8-2-35 0,17-3-43 16,-7-1-17-16,0 0-254 0,-4 1-725 16,3-2 320-16</inkml:trace>
          <inkml:trace contextRef="#ctx0" brushRef="#br0" timeOffset="30809.22">31701 10611 15 0,'0'0'372'0,"0"0"20"0,5-8 14 0,-5 8 12 15,7-7 0-15,-4 3-11 0,-3 4-14 0,7-6-13 16,-7 6-31-16,6-7-27 0,-6 7-29 0,6-1-27 16,-6 1-27-16,8-5-26 0,-8 5-20 0,10-2-27 15,-10 2-14-15,11 2-17 0,-4 0-16 0,0-1-12 16,1 2-17-16,-1 0-8 0,-2 2-8 0,2 0-5 15,-1-1-9-15,-1 1-9 0,-1 1-6 0,0-1 2 16,-2 0-12-16,1 2-2 0,-3-7-4 0,1 10-6 16,-1-10-2-16,-3 11 0 0,-3-5-4 0,1 4 1 15,-4-4-1-15,0-1-3 0,-1 3-1 0,-3-2 2 16,-2 1-1-16,-3-1-2 0,5-1-1 0,0-2 1 16,4 0 1-16,-1 0 3 0,5-1-1 0,5-2-6 15,-11 2-2-15,11-2-17 0,-9-4-25 0,9 4-35 16,0 0-32-16,-3-11-44 0,3 11-53 0,6-19-44 15,-3 11-40-15,3-3-39 0,1 0-50 0,0-5-50 16,2 3-317-16,-3 1-802 0,0 0 355 0</inkml:trace>
          <inkml:trace contextRef="#ctx0" brushRef="#br0" timeOffset="31106.02">31760 10388 59 0,'0'0'340'0,"-2"-15"28"0,1 7 10 16,1-1 17-16,-3 2 9 0,3 7 16 0,-3-10 6 15,0 4 6-15,3 6 6 0,-4-9-11 0,4 9-4 16,-2-9-11-16,2 9-15 0,-3-7-15 0,3 7-18 16,0 0-26-16,0 0-34 0,0 0-23 0,0 0-31 15,0 0-24-15,0 0-30 0,-2-7-23 0,2 7-18 16,0 0-18-16,0 0-71 0,0 0-66 0,0 0 0 16,10 21 0-16,-5-10 0 0,-3 0 0 0,1 2 0 15,2 4 0-15,-2-1 0 0,-1 1 0 0,1 0 0 16,1 1 0-16,-3-1 0 0,2 1 0 0,0-1 0 0,-3-1 0 15,2 0 0-15,0-3 0 0,1 3 0 16,-1-2 0-16,1-2 0 0,-2 5 0 0,0-4 0 16,5-2 0-16,-2 0-250 0,2-1-100 0,-1-2-50 15,3 3-38-15,-3-6-41 0,2 0-56 0,5 1-35 0,-6-3-292 16,-6-3-934-16,19 0 414 0</inkml:trace>
          <inkml:trace contextRef="#ctx0" brushRef="#br0" timeOffset="31340.3401">32050 10576 209 0,'0'0'389'0,"4"-3"14"0,-4 3-5 0,0 0-6 15,0 0-1-15,0 0-11 0,0 0-12 0,0 0-21 16,0 0-25-16,0 0-29 0,0 0-35 16,0 0-24-16,0 0-25 0,0 0-18 0,0 0-19 0,0 0-17 15,8 13-14-15,-8-13-14 0,2 10-13 0,-1-5-18 16,-1-5 1-16,1 14-14 0,1-4-8 0,-1-2-6 15,2-1-5-15,-2 0-10 0,-1-7-23 16,1 13-20-16,0-9-25 0,-1-4-34 0,3 8-32 0,-3-8-47 16,4 6-30-16,-4-6-30 0,1 5-21 0,-1-5-49 15,0 0-64-15,0 0-68 0,0 0-326 0,0 0-773 16,0 0 342-16</inkml:trace>
          <inkml:trace contextRef="#ctx0" brushRef="#br0" timeOffset="31527.8001">32113 10439 376 0,'0'0'449'0,"0"0"21"0,-6-7 6 0,6 7-11 15,0 0-19-15,-4-4-39 0,4 4-38 0,0 0-39 16,0 0-31-16,0 0-35 0,0 0-36 0,-3-6-52 16,3 6-66-16,0 0-83 0,0 0-82 0,0 0-52 15,0 0-49-15,0 0-70 0,0 0-80 0,13 25-74 16,-7-18-231-16,3 3-661 0,1 0 292 0</inkml:trace>
          <inkml:trace contextRef="#ctx0" brushRef="#br0" timeOffset="32262">32290 10603 391 0,'0'0'470'0,"3"-13"28"15,-3 13 14-15,0 0-3 0,0 0-9 0,-7-12-9 16,7 12-14-16,-4-7-13 0,4 7-25 0,0 0-32 15,0 0-35-15,0 0-32 0,-2-9-38 0,2 9-33 16,0 0-32-16,0 0-21 0,0 0-26 0,0 0-24 16,0 0-11-16,0 0-23 0,0 0-16 0,0 0-10 15,0 0-12-15,0 0-14 0,0 0-19 0,0 0-17 16,5 24-10-16,-5-24-8 0,3 12-17 0,-2-6-14 16,1 1-17-16,0 0-14 0,2 0-9 0,-3 0-9 15,3-2-14-15,-1 1-5 0,0 0-3 0,-3-6 0 16,4 8 8-16,-4-8 2 0,6 5 5 0,-2 0 8 0,-4-5 5 15,8 3 7-15,-8-3 5 0,12 1 7 16,-12-1-1-16,13-4 3 0,-5-1 2 0,-1 0 8 16,0-1 4-16,-1 2 9 0,1-4 4 0,3 1 4 15,-5 0 7-15,1-3-2 0,1 2 10 0,-2 1 1 16,0 1 4-16,-1-2 1 0,-2 1-4 0,1 1 13 0,-3 6-6 16,6-9 8-16,-3 2 4 0,-3 7 6 15,5-8 4-15,-5 8-4 0,3-6 12 0,-3 6-19 16,5-5-5-16,-5 5-4 0,0 0-12 0,5-5-3 15,-5 5-1-15,0 0-5 0,0 0-6 0,0 0 4 0,11 11-16 16,-7-5-8-16,0 0 1 0,1 0 1 0,-1 0-4 16,0 2-6-16,2 0 3 0,-2-2 0 15,3 0-1-15,-4 1 6 0,4-1 2 0,-4-1 4 16,3-2 2-16,1 4 1 0,0-5-3 0,4 0 7 0,-3-1 5 16,3-4-3-16,3 3 1 0,4-4 3 0,-18 4-1 15,46-17 7-15,-46 17-2 0,51-26-2 0,-33 16 0 16,5-4 2-16,-23 14 2 0,32-24 4 15,-32 24-9-15,28-24 5 0,-28 24 9 0,21-29-12 0,-21 29 1 16,14-25 4-16,-14 25 5 0,0 0-18 0,10-28 1 16,-10 28 2-16,0 0-3 0,0 0-6 0,0 0 3 15,0 0-3-15,0 0-7 0,0 0 11 0,0 0-4 16,0 0-4-16,0 0 3 0,0 0 0 0,0 0-7 16,0 0 14-16,0 0-3 0,0 0 5 0,0 0 2 15,0 0-4-15,0 0 1 0,0 0 1 0,0 0-4 16,-43 78 4-16,43-78 0 0,0 0 0 0,0 0-1 15,28 46 4-15,-28-46 0 0,14 20-1 0,-14-20-9 16,0 0-1-16,19 24 12 0,-19-24 0 0,0 0-3 16,0 0 2-16,14 19-2 0,-14-19 4 0,0 0-5 15,0 0-3-15,0 0-1 0,0 0-3 0,0 0-8 16,0 0-15-16,0 0-16 0,0 0-19 0,0 0-32 16,0 0-28-16,0 0-51 0,-38 38-71 0,38-38-91 15,-53 1-103-15,20-1-121 0,-3-2-327 0,-3-3-963 16,-16-2 426-16</inkml:trace>
        </inkml:traceGroup>
      </inkml:traceGroup>
      <inkml:traceGroup>
        <inkml:annotationXML>
          <emma:emma xmlns:emma="http://www.w3.org/2003/04/emma" version="1.0">
            <emma:interpretation id="{4A959592-3D8E-42EF-B77E-09760FAEE232}" emma:medium="tactile" emma:mode="ink">
              <msink:context xmlns:msink="http://schemas.microsoft.com/ink/2010/main" type="line" rotatedBoundingBox="29020,11044 32040,10907 32081,11809 29061,11946"/>
            </emma:interpretation>
          </emma:emma>
        </inkml:annotationXML>
        <inkml:traceGroup>
          <inkml:annotationXML>
            <emma:emma xmlns:emma="http://www.w3.org/2003/04/emma" version="1.0">
              <emma:interpretation id="{9E869020-CD16-492B-B82A-F6C204B67146}" emma:medium="tactile" emma:mode="ink">
                <msink:context xmlns:msink="http://schemas.microsoft.com/ink/2010/main" type="inkWord" rotatedBoundingBox="29020,11044 29924,11003 29965,11905 29061,11946"/>
              </emma:interpretation>
              <emma:one-of disjunction-type="recognition" id="oneOf8">
                <emma:interpretation id="interp40" emma:lang="" emma:confidence="0.5">
                  <emma:literal>of</emma:literal>
                </emma:interpretation>
                <emma:interpretation id="interp41" emma:lang="" emma:confidence="0">
                  <emma:literal>off</emma:literal>
                </emma:interpretation>
                <emma:interpretation id="interp42" emma:lang="" emma:confidence="0">
                  <emma:literal>F</emma:literal>
                </emma:interpretation>
                <emma:interpretation id="interp43" emma:lang="" emma:confidence="0">
                  <emma:literal>out</emma:literal>
                </emma:interpretation>
                <emma:interpretation id="interp44" emma:lang="" emma:confidence="0">
                  <emma:literal>Of</emma:literal>
                </emma:interpretation>
              </emma:one-of>
            </emma:emma>
          </inkml:annotationXML>
          <inkml:trace contextRef="#ctx0" brushRef="#br0" timeOffset="33011.83">29096 11383 208 0,'-1'-7'250'15,"1"7"2"-15,0 0 5 0,-2-9 3 0,2 9 14 16,0 0 13-16,-3-8 7 0,3 8 13 0,0 0 16 16,0 0 10-16,0 0 9 0,0 0 4 0,4-11-6 15,-4 11-7-15,0 0-11 0,2-6-11 0,-2 6-20 16,7-6-24-16,-7 6-26 0,7-6-14 0,0 3-19 0,1-2-21 15,3 0-19-15,0 0-13 0,1 1-14 16,7 1-14-16,1 1-18 0,0 0-7 0,-2 4-11 16,-2-1-14-16,2 1-2 0,-5 2-10 0,1-2-8 15,-1 5-10-15,-1-3-3 0,-3 3-8 0,1 1-6 0,-2-2 5 16,-1 2-10-16,-3-1-7 0,-2 2 1 0,-3 0 0 16,1-9-2-16,-8 16 3 0,-1-8-3 15,-5 4-6-15,-2-3 3 0,-11 1 5 0,0-1-9 16,-1-1 18-16,0-2-21 0,-2-2 4 0,2-1 3 0,0-2-1 15,9-1-4-15,6-1 0 0,-1-2 20 0,4 0-12 16,1-2 4-16,2-2-2 0,4-3-13 0,-2 1-6 16,6-4 0-16,3-3 0 0,1 0 0 15,5 0 0-15,7-4 0 0,-1-1 0 0,3 3 0 0,1 0-6 16,-4 6-50-16,2-1-23 0,4-1-39 0,6 5-40 16,-1-2-54-16,1 1-67 0,1 3-59 0,-2 3-66 15,2 0-64-15,0-3-56 0,-9 5-402 0,1 1-1001 16,-4-1 444-16</inkml:trace>
          <inkml:trace contextRef="#ctx0" brushRef="#br0" timeOffset="33386.75">29541 11135 353 0,'-3'-14'393'16,"3"5"21"-16,0 9 35 0,0-16 18 0,-2 6 10 15,1 2-7-15,1 1 7 0,1-3-2 0,-1 10 11 16,-4-15-4-16,4 9-10 0,0 6-22 0,-1-9-28 15,1 9-34-15,0 0-34 0,-1-10-37 0,1 10-28 16,0 0-29-16,0 0-29 0,0 0-166 0,0 0-65 16,0 0 0-16,0 0 0 0,0 0 0 0,0 0 0 15,2 28 0-15,1-11 0 0,0 7 0 0,4 2 0 16,-3 1 0-16,1 1 0 0,0-1 0 0,0 3 0 16,-1-1 0-16,1 1 0 0,-1 0 0 0,0 1 0 15,-2 3 0-15,7 13 0 0,-4-14 0 0,0 2 0 16,1 1 0-16,0 0 0 0,0 10 0 0,1-13 0 15,-2-2 0-15,2 5 0 0,-1-5 0 0,0-2 0 16,-3-2 0-16,0-2 0 0,-1-6 0 0,0-1 0 16,-2-7 0-16,1-2 0 0,-1 2 0 0,2-4 0 15,-2-7 0-15,2 12 0 0,-2-12 0 0,2 5 0 0,-2-5 0 16,0 0 0-16,0 0 0 0,0 0 0 0,0 0-411 16,0 0-68-16,-11-21-33 0,6 9-18 15,2-3-26-15,-3-2-395 0,-1-2-1029 0,-7-3 455 16</inkml:trace>
          <inkml:trace contextRef="#ctx0" brushRef="#br0" timeOffset="33602.95">29426 11584 84 0,'0'0'416'0,"-5"-5"24"0,5 5 30 16,0 0 34-16,-4-7 24 0,4 7 18 0,0 0-7 0,0-9-9 16,0 9-6-16,0 0-17 0,3-13-26 0,2 9-32 15,-1-3-41-15,2 0-32 0,4-2-46 0,2 2-29 16,3-1-26-16,2-2-31 0,2-1-24 15,0 4-201-15,1 0-19 0,1-1 0 16,7-1 0-16,-1 2 0 0,2 1 0 0,2-4 0 0,0-1 0 0,-1 4 0 16,-8 2-26-16,-2 2-234 0,0-3-45 0,1 1-51 15,0 3-57-15,-3-1-60 0,2-2-62 0,-1 4-436 16,-2-2-1051-16,3-1 465 0</inkml:trace>
        </inkml:traceGroup>
        <inkml:traceGroup>
          <inkml:annotationXML>
            <emma:emma xmlns:emma="http://www.w3.org/2003/04/emma" version="1.0">
              <emma:interpretation id="{6B43BDE8-2C16-4FCD-94A7-C622DC155E53}" emma:medium="tactile" emma:mode="ink">
                <msink:context xmlns:msink="http://schemas.microsoft.com/ink/2010/main" type="inkWord" rotatedBoundingBox="30405,11041 32043,10967 32062,11398 30424,11473"/>
              </emma:interpretation>
              <emma:one-of disjunction-type="recognition" id="oneOf9">
                <emma:interpretation id="interp45" emma:lang="" emma:confidence="0.5">
                  <emma:literal>Coke</emma:literal>
                </emma:interpretation>
                <emma:interpretation id="interp46" emma:lang="" emma:confidence="0.5">
                  <emma:literal>Coke e</emma:literal>
                </emma:interpretation>
                <emma:interpretation id="interp47" emma:lang="" emma:confidence="0">
                  <emma:literal>Cake</emma:literal>
                </emma:interpretation>
                <emma:interpretation id="interp48" emma:lang="" emma:confidence="0">
                  <emma:literal>cake</emma:literal>
                </emma:interpretation>
                <emma:interpretation id="interp49" emma:lang="" emma:confidence="0">
                  <emma:literal>coke</emma:literal>
                </emma:interpretation>
              </emma:one-of>
            </emma:emma>
          </inkml:annotationXML>
          <inkml:trace contextRef="#ctx0" brushRef="#br0" timeOffset="33951.09">30663 11166 137 0,'7'-5'417'16,"1"-1"15"-16,-1-1 1 0,-2 0 3 0,-1 2-13 16,-2-2-4-16,2-2-8 0,-1 2-4 15,-3 7-9-15,-3-15-1 0,3 15-6 0,-4-13-8 0,1 5-8 16,-1-1-16-16,-1 2-8 0,-2 0-18 0,2 2-21 15,-2-1-22-15,3 3-27 0,4 3-25 0,-9-6-26 16,9 6-22 0,-12-3-21-16,12 3-154 0,-14 1-15 0,5 4 0 15,-4 1 0-15,-2 7 0 0,-1-1 0 0,-6 6 0 0,1 3 0 16,0-1 0-16,3 3 0 0,1-1 0 16,2 0 0-16,1 0 0 0,6-6 0 0,0 3 0 15,2-2 0-15,2 0 0 0,3 1 0 0,1 0 0 16,4-5 0-16,2 1 0 0,2 4 0 0,2-2 0 0,5-2 0 15,-1 0-304-15,11-3-51 0,-1 0-34 0,1 0-26 16,2-3-19-16,3-2-16 0,-9-5-18 0,6 0-10 16,1-1-339-16,-7-3-884 0,-3-3 392 15</inkml:trace>
          <inkml:trace contextRef="#ctx0" brushRef="#br0" timeOffset="34685.28">30891 11294 275 0,'0'0'372'0,"0"0"14"0,0 0 4 0,0 0-9 0,0 0-12 16,0 0-13-16,0 0-17 0,0 0-19 0,0 0-21 15,0 0-19-15,0 0-33 0,0 0-21 0,0 0-26 16,0 0-20-16,0 0-23 0,0 0-13 16,0 0-20-16,0 0-11 0,14 9-12 0,-14-9-11 0,5 8-9 15,-1-2-10-15,-3 0-6 0,-1-6-6 0,4 16-8 16,-4-11-7-16,0 4-4 0,0-1-3 0,0-8-4 15,-5 17-1-15,1-11-10 0,0 4 2 16,-2 0-2-16,0-2 3 0,0-2-7 0,-1-3 4 0,-3 4-2 16,0-3 2-16,-1-3-2 0,-1 2-3 0,2-3 3 15,-4 0-5-15,4-3 0 0,-3 2 0 0,5 0 1 16,8 1 0-16,-15-8 1 0,9 4 8 0,-1-1 9 16,2-1 4-16,1-2 6 0,2-2-1 0,0 0-6 15,2 2 13-15,2-1 4 0,-2 9-2 0,4-13-2 16,-3 9-3-16,3-2-6 0,0 0 0 0,-4 6-7 15,10-5-6-15,-5 3-2 0,-5 2-2 0,14-2-6 16,-14 2-4-16,13 3-2 0,-6-1-1 0,0 2-10 16,-1 0 10-16,4 1-5 0,-2 0 1 0,1 2-3 15,-3-4 0-15,2 3-6 0,-2 1-4 0,1 0 11 16,2-1 4-16,1 1-7 0,-4-1 3 0,2 0-11 16,0-1-1-16,-2 1-9 0,-1-1-1 0,3-2-7 15,0 3-5-15,2-2-3 0,-4-2 0 0,3 3 4 16,-2-4 2-16,5-2 5 0,-12 1 2 0,18-2 3 15,-6-3 5-15,0-2-2 0,4 0-3 0,-5 0 8 16,5-3 6-16,0-1 7 0,-3-1 4 0,1-2 7 16,-1-2 6-16,1-7 6 0,-1 2 2 0,-1-2 1 15,-4 6 4-15,-3-2 9 0,0 2 3 0,-1-4 9 16,-1 5 2-16,-2-1 2 0,-1 5-10 0,-2 0-12 16,0 2 10-16,-2 1 6 0,0-1-7 0,1 3 1 15,-1 1-3-15,0 1-1 0,-2-1-10 0,6 6-3 0,-9-3 5 16,9 3-11-16,-9 0-1 0,9 0-1 15,-9 4-8-15,2 1 1 0,2 0 3 0,1 3 4 16,1 5 2-16,-1-2-4 0,0 5 6 0,4 2 18 16,0-1-9-16,4 3-6 0,-2-3 3 0,1 2-5 0,-1-2-6 15,4 2 0-15,-3-2-4 0,1 2 6 16,0-2-9-16,-2-1 8 0,1-4-22 0,1 0 12 16,-3 0-9-16,1-3-14 0,-1 1-13 0,0-3-16 15,2-1-13-15,-2 0-23 0,-1-6-23 0,1 7-23 16,-1-7-23-16,0 0-33 0,2 7-50 0,-2-7-44 0,0 0-45 15,0 0-50-15,0 0-39 0,13-18-48 16,-7 10-47-16,-3-3-302 0,1-1-867 0,2-2 384 16</inkml:trace>
          <inkml:trace contextRef="#ctx0" brushRef="#br0" timeOffset="35044.56">31315 11200 119 0,'6'-4'353'0,"-1"1"25"0,1-2 29 16,-6 5 16-16,11-4 8 0,-5 0 3 0,-6 4-2 15,8-5-11-15,-8 5-14 0,0 0-23 0,5-3-29 0,-5 3-12 16,0 0-25-16,0 0-33 0,0 0-35 0,5-4-21 16,-5 4-21-16,0 0-24 0,0 0-21 0,0 0-17 15,0 0-11-15,0 0-11 0,-16 17-17 16,7-9-6-16,-1-1-10 0,-3 4-4 0,-1 0-12 0,-2 1-6 16,0-3-8-16,2-1-11 0,1-1 11 0,1-1-16 15,2 0-7-15,1-3-5 0,3 2-1 0,1-2-1 16,5-3-2-16,-8 6-11 0,8-6 8 0,-7 3-4 15,7-3 3-15,-4 6 1 0,4-6-3 16,0 0 0-16,-6 2-2 0,6-2 4 0,0 0-9 0,0 0 1 16,0 0-10-16,0 0-5 0,0 0 6 0,0 0-3 15,20 8 4-15,-15-6-3 0,4 2 2 0,1 0-8 16,0-1-3-16,0 1 6 0,1 3 0 0,-1-3-1 16,0 2-2-16,0-2-4 0,2 2-23 0,-2-1-12 15,0-1-26-15,0 2-23 0,-1-2-28 0,-2 1-33 16,0-3-38-16,0 1-37 0,1 0-48 0,3-2-60 15,-11-1-54-15,13 2-58 0,-2-2-61 16,-5 1-378-16,-6-1-955 0,19-2 423 0</inkml:trace>
          <inkml:trace contextRef="#ctx0" brushRef="#br0" timeOffset="35577.88">31545 11317 133 0,'0'0'332'16,"0"0"6"-16,0 0 2 0,0 0-14 0,0 0-2 16,0 0-19-16,0 0-24 0,0 0-5 0,0 0-17 15,0 0-18-15,0 0-16 0,0 0-10 0,0 0-13 0,0 0-15 16,0 0-13-16,0 0-5 0,0 0-15 0,0 0-9 16,0 0-14-16,0 0-12 0,0 0-7 0,0 0-11 15,0 0-2-15,0 0-5 0,0 0-5 0,13 6-1 16,-13-6 3-16,0 0 1 0,10 2-2 0,-10-2-3 15,9 3 0-15,-9-3-3 0,15 0-10 0,-7 0 0 16,0 0 4-16,2-1-4 0,1-1-1 0,1-1-22 16,-2 0-2-16,1-4-2 0,1 3-1 0,-3 1 4 15,2-2 8-15,-2 1-3 0,-1-3-1 0,4 1 10 16,-7 2 1-16,0-2 13 0,-1 1-16 0,-4 5-1 16,6-8 0-16,-3 2 0 0,-3 6-14 0,5-6-1 15,-5 6-11-15,0 0-3 0,-5-11-10 0,5 11-5 16,-7-5-7-16,7 5 6 0,-13-4-11 0,6 4 9 15,-6 0-3-15,0 0-3 0,1 4-4 0,-7 0 0 0,0 3-5 16,-1-2 1-16,3 2 0 0,-2 2 6 16,4-1-1-16,-2 3-3 0,3-4-5 0,3 1 4 15,3 2-4-15,2-2 4 0,-1-2-1 0,5 1-9 16,-1 3 6-16,3-5-3 0,0-5-2 0,4 14 3 0,2-7 0 16,3 0-2-16,7 3-4 0,0-2 5 0,12-2-4 15,-1 1-4-15,0-5-10 0,2 0-1 16,3-1-15-16,-1-1-24 0,1-1-22 0,0-2-31 15,1 1-32-15,-1-1-26 0,-1-2-44 0,-3-3-43 0,-6 6-42 16,6 0-53-16,-9-3-66 0,3 0-47 0,-3-1-315 16,-3 1-849-16,2 1 376 0</inkml:trace>
        </inkml:traceGroup>
      </inkml:traceGroup>
    </inkml:traceGroup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9-27T08:15:10.92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Group>
    <inkml:annotationXML>
      <emma:emma xmlns:emma="http://www.w3.org/2003/04/emma" version="1.0">
        <emma:interpretation id="{1A2F0641-EAD8-4284-82AE-D79FD84FBCDF}" emma:medium="tactile" emma:mode="ink">
          <msink:context xmlns:msink="http://schemas.microsoft.com/ink/2010/main" type="inkDrawing" rotatedBoundingBox="6470,9785 7995,9781 7996,9799 6471,9804" semanticType="underline" shapeName="Other">
            <msink:sourceLink direction="with" ref="{59157068-3E72-496E-91B8-D3D077CC351C}"/>
          </msink:context>
        </emma:interpretation>
      </emma:emma>
    </inkml:annotationXML>
    <inkml:trace contextRef="#ctx0" brushRef="#br0">6502 9803 34 0,'0'0'126'0,"0"0"-4"15,0 0-3-15,0 0-8 0,0 0 1 0,0 0-10 0,0 0-3 16,0 0-9-16,0 0-3 0,0 0-3 15,0 0-3-15,0 0-4 0,0 0 0 0,0 0-10 16,0 0 0-16,0 0-6 0,0 0-1 0,0 0 2 16,0 0-3-16,0 0 0 0,0 0-3 0,0 0 0 15,0 0-3-15,0 0-5 0,0 0 4 0,0 0-4 16,0 0 3-16,0 0-4 0,0 0-4 0,0 0-1 16,0 0 0-16,0 0 0 0,0 0-2 0,0 0-3 0,0 0 3 15,0 0-1-15,0 0 4 0,0 0-2 16,-9 0-4-16,9 0 2 0,0 0-10 0,0 0 7 15,0 0 0-15,0 0-1 0,0 0 1 0,0 0 3 0,0 0-1 16,0 0 6-16,-12-2-5 0,12 2 2 0,0 0-1 16,0 0 1-16,0 0-1 0,0 0-5 0,0 0 2 15,0 0 2-15,0 0-9 0,0 0-1 16,-10-3 0-16,10 3-1 0,0 0-1 0,0 0 3 0,0 0-3 16,0 0-4-16,0 0 17 0,0 0-13 0,0 0 7 15,0 0-6-15,0 0-2 0,0 0-4 0,0 0 3 16,0 0 1-16,0 0-3 0,0 0-4 0,0 0 4 15,0 0 2-15,0 0 0 0,0 0-3 0,0 0 6 16,0 0 3-16,0 0-3 0,0 0 7 0,0 0 0 16,0 0 9-16,0 0-3 0,0 0 2 0,0 0 21 15,31 3 16-15,-18-1 16 0,5-1 5 0,2-1 0 16,9-3-8-16,1 3 3 0,2 0-3 0,5 0 5 16,14-2-5-16,-1 1-8 0,4 0-6 0,4-2-9 15,2 1-6-15,4-1-1 0,26 1-9 0,-26 0-4 16,0 3-2-16,2-2-6 0,1-1 2 0,0 2-4 15,-3 2-3-15,-7-1 0 0,-1 0 1 0,-4-1-7 16,-16 2 1-16,0 1-2 0,-4-2-2 0,-3 0-4 0,0-1-1 16,-8 1-5-16,-2 2 0 0,-2-2-2 15,0-1-1-15,-5 0-1 0,2 0-6 0,-3 0 5 16,0 0-3-16,-3 0-4 0,-1 1 2 0,-7-1 3 16,10-1-3-16,-10 1-2 0,11 0-3 0,-11 0-6 0,0 0-10 15,0 0-13-15,11 0-11 0,-11 0-11 0,0 0-19 16,0 0-28-16,0 0-26 0,0 0-34 0,0 0-30 15,0 0-39-15,0 0-41 0,0 0-58 16,0 0-59-16,0 0-314 0,0 0-754 0,0 0 334 0</inkml:trace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9-27T08:19:34.226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context xml:id="ctx1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4-09-17T12:09:37.841"/>
    </inkml:context>
    <inkml:brush xml:id="br1">
      <inkml:brushProperty name="width" value="0.06667" units="cm"/>
      <inkml:brushProperty name="height" value="0.06667" units="cm"/>
      <inkml:brushProperty name="color" value="#7030A0"/>
      <inkml:brushProperty name="fitToCurve" value="1"/>
    </inkml:brush>
  </inkml:definitions>
  <inkml:traceGroup>
    <inkml:annotationXML>
      <emma:emma xmlns:emma="http://www.w3.org/2003/04/emma" version="1.0">
        <emma:interpretation id="{DA05F5A9-1561-44F0-8C50-FC54296182CE}" emma:medium="tactile" emma:mode="ink">
          <msink:context xmlns:msink="http://schemas.microsoft.com/ink/2010/main" type="writingRegion" rotatedBoundingBox="2648,3241 13132,2987 13216,6466 2732,6719"/>
        </emma:interpretation>
      </emma:emma>
    </inkml:annotationXML>
    <inkml:traceGroup>
      <inkml:annotationXML>
        <emma:emma xmlns:emma="http://www.w3.org/2003/04/emma" version="1.0">
          <emma:interpretation id="{1905BA91-F2E3-4624-89AC-BBA704A107E5}" emma:medium="tactile" emma:mode="ink">
            <msink:context xmlns:msink="http://schemas.microsoft.com/ink/2010/main" type="paragraph" rotatedBoundingBox="9169,3320 13101,2980 13204,4171 9273,4512" alignmentLevel="3"/>
          </emma:interpretation>
        </emma:emma>
      </inkml:annotationXML>
      <inkml:traceGroup>
        <inkml:annotationXML>
          <emma:emma xmlns:emma="http://www.w3.org/2003/04/emma" version="1.0">
            <emma:interpretation id="{C2B6BF11-CB6B-4758-B844-ACC6E4046A71}" emma:medium="tactile" emma:mode="ink">
              <msink:context xmlns:msink="http://schemas.microsoft.com/ink/2010/main" type="line" rotatedBoundingBox="9169,3320 13101,2980 13204,4171 9273,4512"/>
            </emma:interpretation>
          </emma:emma>
        </inkml:annotationXML>
        <inkml:traceGroup>
          <inkml:annotationXML>
            <emma:emma xmlns:emma="http://www.w3.org/2003/04/emma" version="1.0">
              <emma:interpretation id="{334ADC84-E294-423C-B168-5FA5D6B53B94}" emma:medium="tactile" emma:mode="ink">
                <msink:context xmlns:msink="http://schemas.microsoft.com/ink/2010/main" type="inkWord" rotatedBoundingBox="9210,3791 10053,3718 10086,4097 9243,4170"/>
              </emma:interpretation>
              <emma:one-of disjunction-type="recognition" id="oneOf0">
                <emma:interpretation id="interp0" emma:lang="" emma:confidence="0.5">
                  <emma:literal>AZ</emma:literal>
                </emma:interpretation>
                <emma:interpretation id="interp1" emma:lang="" emma:confidence="0">
                  <emma:literal>AL</emma:literal>
                </emma:interpretation>
                <emma:interpretation id="interp2" emma:lang="" emma:confidence="0">
                  <emma:literal>Ah</emma:literal>
                </emma:interpretation>
                <emma:interpretation id="interp3" emma:lang="" emma:confidence="0">
                  <emma:literal>At</emma:literal>
                </emma:interpretation>
                <emma:interpretation id="interp4" emma:lang="" emma:confidence="0">
                  <emma:literal>Al</emma:literal>
                </emma:interpretation>
              </emma:one-of>
            </emma:emma>
          </inkml:annotationXML>
          <inkml:trace contextRef="#ctx0" brushRef="#br0">9335 3910 259 0,'2'-9'461'0,"-2"9"12"15,1-10 14-15,-1 10 7 0,0-10 4 0,0 10-3 16,1-9-2-16,-1 9-13 0,3-11-22 0,-3 11-14 15,1-10-16-15,0 5-13 0,-1 5-20 0,0 0-29 16,3-10-27-16,-3 10-30 0,0 0-35 0,1-6-25 16,-1 6-24-16,0 0-76 0,0 0-149 0,0 0 0 15,0 0 0-15,0 0 0 0,3-6 0 0,-3 6 0 16,0 0 0-16,0 0 0 0,0 0 0 0,-9 19 0 16,4-8 0-16,1 0 0 0,-3 3 0 0,1 1 0 15,1 2 0-15,-1 0 0 0,-2 1 0 0,0-3 0 16,2 3 0-16,-2-3 0 0,2 3 0 0,2-6 0 15,-1 1 0-15,1-2 0 0,1-1 0 0,-2 0 0 16,3-2 0-16,-2 0 0 0,4-8 0 0,-3 9 0 16,3-9 0-16,-4 7 0 0,4-7 0 0,0 0 0 15,-1 6 0-15,1-6 0 0,0 0 0 0,0 0 0 16,0 0 0-16,0 0 0 0,12-27 0 0,-6 17 0 16,2-7 0-16,-1-1 0 0,7-8 0 0,-2 3 0 15,0-2 0-15,-2 7 0 0,-1-7 0 0,1 9 0 16,-3-1 0-16,2-2 0 0,-2 3 0 0,1 1 0 15,-1 7 0-15,-2-1 0 0,-1 0 0 0,0 2 0 16,-1 1 0-16,0 3 0 0,-3 3 0 0,6-6 0 16,-6 6 0-16,4-8 0 0,-4 8 0 0,0 0 0 15,4-4 0-15,-4 4 0 0,0 0 0 0,0 0 0 16,2 27 0-16,-1-11 0 0,-1-1 0 0,1 3 0 0,2 1 0 16,-3-1 0-16,2 0 0 0,1 1 0 15,-2-1 0-15,3 0 0 0,-1-2 0 0,-1 2 0 16,3-2 0-16,-1 0 0 0,1 1 0 0,0-1 0 0,-1-4 0 15,0-1 0-15,0 0 0 0,2-1 0 0,-1-2 0 16,-1 1 0-16,0-4 0 0,0 1 0 0,0-1 0 16,-4-5 0-16,4 8 0 0,-4-8-79 15,4 5-228-15,-4-5-53 0,0 0-48 0,0 0-36 16,0 0-47-16,0 0-43 0,8-13-394 0,-8 13-1006 0,-2-13 445 16</inkml:trace>
          <inkml:trace contextRef="#ctx0" brushRef="#br0" timeOffset="203.09">9297 4016 329 0,'0'0'502'0,"-10"1"24"0,10-1 14 0,0 0 10 0,0 0-18 16,0 0-33-16,0 0-37 0,0 0-41 0,0 0-45 16,0 0-41-16,0 0-30 0,0 0-39 15,23-14-29-15,-13 12-21 0,1-2-30 0,3 3-37 0,3-2-49 16,4 1-65-16,0 1-72 0,-2-3-76 0,3 1-84 15,-3-1-62-15,2 0-57 0,-1 3-61 0,2-2-78 16,-3-1-347-16,-1-3-870 0,0 4 385 0</inkml:trace>
          <inkml:trace contextRef="#ctx0" brushRef="#br0" timeOffset="609.23">9698 3843 30 0,'0'0'478'16,"0"0"20"-16,0 0 11 0,0 0-5 0,-1-9-16 15,1 9-25-15,0 0-25 0,0 0-22 0,5-8-21 16,-5 8-18-16,0 0-24 0,3-11-26 0,-3 11-33 16,7-4-29-16,-7 4-23 0,5-5-26 15,-5 5-29-15,7-2-20 0,-7 2-14 0,11-4-5 0,-11 4-32 16,10 1-10-16,-10-1-7 0,12 4-19 0,-6-3-7 15,0 3-8-15,0-1-12 0,-1 1-5 0,1 1-3 16,-2 1-4-16,0-2-3 0,0 1-7 16,-3 2-4-16,2-1-5 0,-1 3 6 0,-1-1-11 0,-1-8 1 15,-3 17 2-15,0-8-5 0,-1 1-3 0,1-1-12 16,-3 3 7-16,1-3 7 0,0 0-6 0,-2-2 6 16,3 1-5-16,0-4-4 0,0 3 1 0,1-3 0 15,3-4 0-15,-3 8 5 0,3-8 4 0,0 0 3 16,-4 6 16-16,4-6 6 0,0 0-1 0,0 0-9 15,14 0-3-15,-4 0-27 0,5-4 0 0,3 1 0 16,-1-2 0-16,3 0 0 0,1-1 0 0,1 1-77 16,6 2-64-16,-8-2-61 0,1 2-68 0,-1-2-80 15,-2 1-78-15,-1-1-98 0,2-3-92 0,-5 2-313 16,2-2-1006-16,-4-2 445 0</inkml:trace>
        </inkml:traceGroup>
        <inkml:traceGroup>
          <inkml:annotationXML>
            <emma:emma xmlns:emma="http://www.w3.org/2003/04/emma" version="1.0">
              <emma:interpretation id="{44BC595A-6CF8-4661-B4F5-D071B905D8CC}" emma:medium="tactile" emma:mode="ink">
                <msink:context xmlns:msink="http://schemas.microsoft.com/ink/2010/main" type="inkWord" rotatedBoundingBox="10758,3360 11125,3328 11158,3711 10792,3743"/>
              </emma:interpretation>
              <emma:one-of disjunction-type="recognition" id="oneOf1">
                <emma:interpretation id="interp5" emma:lang="" emma:confidence="0.5">
                  <emma:literal>+</emma:literal>
                </emma:interpretation>
                <emma:interpretation id="interp6" emma:lang="" emma:confidence="0">
                  <emma:literal>t</emma:literal>
                </emma:interpretation>
                <emma:interpretation id="interp7" emma:lang="" emma:confidence="0">
                  <emma:literal>x</emma:literal>
                </emma:interpretation>
                <emma:interpretation id="interp8" emma:lang="" emma:confidence="0">
                  <emma:literal>X</emma:literal>
                </emma:interpretation>
                <emma:interpretation id="interp9" emma:lang="" emma:confidence="0">
                  <emma:literal>4</emma:literal>
                </emma:interpretation>
              </emma:one-of>
            </emma:emma>
          </inkml:annotationXML>
          <inkml:trace contextRef="#ctx0" brushRef="#br0" timeOffset="1218.47">10907 3382 349 0,'0'0'422'16,"3"-10"15"-16,-3 10 2 0,2-5 8 0,-2 5 2 16,0 0 2-16,0 0 3 0,-2-11-5 0,2 11-5 0,0 0-15 15,0 0-15-15,0-9-24 0,0 9-25 0,0 0-26 16,0 0-34-16,0 0-37 0,0 0-28 15,0 0-29-15,0 0-23 0,0 0-21 0,0 0-16 16,0 0-22-16,0 0-8 0,0 0-17 0,3 29-75 16,-3-18-29-16,2 5 0 0,-1 1 0 0,-2 2 0 0,-2 0 0 15,-2 5 0-15,1-4 0 0,2-2 0 16,2 1 0-16,-3 1 0 0,1-1 0 0,0-1 0 16,2-2 0-16,0 0 0 0,-3 1 0 0,1-4 0 15,2-1 0-15,0 1 0 0,0-13 0 0,0 16 0 0,0-6 0 16,-1-5 0-16,0 4-37 0,1-9-203 0,0 0-21 15,4 12-22-15,-4-12-31 0,0 0-25 0,0 0-52 16,0 0-46-16,0 0-39 0,0 0-32 16,0 0-310-16,0 0-886 0,0 0 392 0</inkml:trace>
          <inkml:trace contextRef="#ctx0" brushRef="#br0" timeOffset="1469.62">10802 3575 18 0,'0'0'369'16,"-7"-1"4"-16,7 1 19 0,0 0 23 0,0 0-2 16,-9-3 1-16,9 3-1 0,0 0-2 0,0 0-4 0,-9-2-12 15,9 2-14-15,0 0-13 0,0 0-6 0,0 0-11 16,0 0-7-16,0 0-11 0,0 0-16 0,0 0-23 16,0 0-20-16,0 0-34 0,0 0-25 0,25-10-25 15,-7 7-18-15,-1-2-17 0,12 2-16 0,-1-1-103 16,-1 1-36-16,1-1 0 0,0 0 0 0,-8 1 0 15,1-1-31-15,-1 3-135 0,-2 0-57 0,-5-1-56 16,0-1-67-16,0 0-72 0,-1 2-78 0,0-2-91 16,-2 1-355-16,2-2-1019 0,-12 4 452 0</inkml:trace>
        </inkml:traceGroup>
        <inkml:traceGroup>
          <inkml:annotationXML>
            <emma:emma xmlns:emma="http://www.w3.org/2003/04/emma" version="1.0">
              <emma:interpretation id="{9E9263C9-0A89-4951-9BE5-D585B47EAC55}" emma:medium="tactile" emma:mode="ink">
                <msink:context xmlns:msink="http://schemas.microsoft.com/ink/2010/main" type="inkWord" rotatedBoundingBox="11680,3103 13101,2980 13204,4171 11783,4294"/>
              </emma:interpretation>
              <emma:one-of disjunction-type="recognition" id="oneOf2">
                <emma:interpretation id="interp10" emma:lang="" emma:confidence="0.5">
                  <emma:literal>"*y</emma:literal>
                </emma:interpretation>
                <emma:interpretation id="interp11" emma:lang="" emma:confidence="0.5">
                  <emma:literal>at ,</emma:literal>
                </emma:interpretation>
                <emma:interpretation id="interp12" emma:lang="" emma:confidence="0">
                  <emma:literal>&amp; ,</emma:literal>
                </emma:interpretation>
                <emma:interpretation id="interp13" emma:lang="" emma:confidence="0">
                  <emma:literal>ah ,</emma:literal>
                </emma:interpretation>
                <emma:interpretation id="interp14" emma:lang="" emma:confidence="0.5">
                  <emma:literal>x $ ,</emma:literal>
                </emma:interpretation>
              </emma:one-of>
            </emma:emma>
          </inkml:annotationXML>
          <inkml:trace contextRef="#ctx0" brushRef="#br0" timeOffset="4750.23">12332 3441 413 0,'0'0'496'0,"0"0"22"0,0 0 5 0,0 0-10 0,0 0-16 15,0 0-17-15,0 0-11 0,0 0-25 0,0 0-27 16,0 0-26-16,0 0-31 0,0 0-33 0,0 0-29 16,0 0-34-16,0 0-32 0,0 0-26 0,0 0-20 15,0 0-20-15,7 2-20 0,-7-2-20 0,0 0-13 16,0 0-7-16,0 10-15 0,0-10 1 0,0 8-12 15,0-8-10-15,1 11-11 0,0-6-32 0,-1-5-11 16,2 13-28-16,-2-8-19 0,0-5-26 0,2 11-17 16,-2-5-14-16,0-6-11 0,0 0-9 0,0 12-3 15,0-12 4-15,2 6 8 0,-2-6 11 0,0 0 12 16,0 0 10-16,2 7 12 0,-2-7 7 0,0 0 11 16,0 0 3-16,0 0 8 0,0 0-1 0,14-14 10 15,-5 7 4-15,-1-3 10 0,2 1-1 0,-3 1 13 16,2 0 16-16,0-2 3 0,0 3 7 0,-1 0-2 15,-1 1 3-15,0 1 2 0,-2 1 0 0,0 1-8 16,-1-2-2-16,-4 5-5 0,6-6-2 0,-6 6-6 16,7-4-5-16,-7 4-1 0,0 0-1 0,0 0-3 15,11 1-1-15,-11-1 0 0,7 6-4 0,-7-6 1 16,5 9-3-16,-3-4 1 0,0 1-1 0,-2-6 4 16,2 10-6-16,0-3-7 0,0 0-6 0,-2-7-8 15,1 8-2-15,-1-8-6 0,0 0 5 0,4 10 10 16,-4-10-2-16,3 3 0 0,-3-3 7 0,0 0 4 15,0 0 4-15,7 1-1 0,-7-1 0 0,0 0 1 16,13-8 1-16,-9 4 4 0,3-2-2 0,2 2-1 16,-2-3 3-16,-1 1 5 0,-2 2 1 0,2-1 4 15,1 2 1-15,-7 3-3 0,8-8 6 0,-4 6-1 16,-4 2-2-16,7-5-2 0,-7 5-5 0,5-3-6 16,-5 3 0-16,0 0-4 0,9-1 2 0,-9 1 2 15,0 0-3-15,0 0 7 0,7 9-5 0,-5-4-3 16,-2-5 1-16,8 8 4 0,-5-2-4 0,-1 0 0 15,-1 0 6-15,-1-6-4 0,4 11 0 0,0-5 6 16,-4-1-6-16,0-5 6 0,2 12-9 0,1-9-14 16,-3-3-21-16,4 8-25 0,-2-4-33 0,-2-4-29 15,3 7-33-15,-3-7-39 0,0 0-38 0,5 5-32 16,-5-5-38-16,0 0-44 0,0 0-75 0,0 0-377 16,0 0-869-16,0 0 384 0</inkml:trace>
          <inkml:trace contextRef="#ctx0" brushRef="#br0" timeOffset="5187.62">11750 3668 275 0,'0'0'347'0,"0"0"-5"16,0 0-1-16,-16-3 2 0,16 3 5 0,0 0-2 16,0 0-5-16,0 0 3 0,-5 3-9 0,5-3-15 15,0 0-8-15,0 0-15 0,0 0-11 16,0 0-9-16,0 0-12 0,0 0-10 0,0 0-13 0,0 0-16 16,0 0 1-16,0 0-10 0,0 0-5 0,0 0 2 15,0 0-11-15,0 0-9 0,0 0-3 0,0 0-12 16,0 0-17-16,0 0-19 0,0 0-12 0,0 0-8 15,41-4-16-15,-8 4-61 0,8-3-46 16,10-1 0-16,8 3 0 0,7-1 0 0,25-5 0 0,1 3 0 16,0 0 0-16,-28 1 0 0,28-4 0 0,-34 6 0 15,0-1 0-15,-1 2 0 0,-22 0 0 0,1-1 0 16,-5 1 0-16,-8 0 0 0,-4 0 0 16,-6 0 0-16,-1 0 0 0,-2 0 0 0,-3 0 0 15,-7 0 0-15,14-1 0 0,-14 1 0 0,7-2 0 0,-7 2-82 16,0 0-192-16,0 0-54 0,0 0-47 0,0 0-45 15,0 0-52-15,0 0-76 0,0 0-401 16,-46 3-1028-16,29-2 455 0</inkml:trace>
          <inkml:trace contextRef="#ctx0" brushRef="#br0" timeOffset="5534.19">12100 3896 39 0,'-6'-7'471'0,"6"7"18"0,-2-8 12 0,2 8 6 16,-3-7-20-16,3 7-18 0,-2-10-25 0,2 10-11 16,0 0-15-16,0-14-16 0,0 14-22 15,0-6-26-15,0 6-30 0,0 0-34 0,0 0-31 16,0 0-29-16,0 0-28 0,0 0-23 0,2-8-27 0,-2 8-12 15,0 0-19-15,0 0-16 0,0 0-9 0,0 0-3 16,-6 25-14-16,2-13-2 16,2 4-16-16,-2-4 1 0,2 4-7 0,-3 2 0 0,-1-3-13 0,1 4-5 15,1-2-18-15,-4 0-30 0,2-2-41 0,0 2-44 16,1-4-38-16,-1 1-46 0,-1-3-51 0,4-2-45 16,-1 2-50-16,-1-4-32 0,1-1-32 0,0-1-31 15,4-5-29-15,-2 6-3 0,2-6-9 0,0 0-244 16,0 0-764-16,0 0 339 0</inkml:trace>
          <inkml:trace contextRef="#ctx0" brushRef="#br0" timeOffset="5860.1599">12094 3866 13 0,'4'-10'225'0,"0"2"32"16,-1-2 19-16,-1 2 21 0,2 1 6 0,-4 7 18 15,5-11 13-15,-2 6 16 0,-3 5 7 0,4-7 4 16,-4 7-3-16,4-6-6 0,-4 6-11 0,0 0-18 15,2-6-23-15,-2 6-37 0,0 0-15 0,7-3-20 16,-7 3-19-16,0 0-21 0,0 0-20 0,0 0-15 16,0 0-2-16,12 8 5 0,-8 2 5 0,1-1-6 15,3 2-6 1,-4-1-11-16,4 6-9 0,-4-5-14 0,0 2-16 0,1 3 5 0,-1-4-12 0,0 4-9 16,1 0-6-16,-2 1-2 0,-1 1-15 0,-2-1-4 15,1-5-10-15,2 1 0 0,-3 1-8 0,1-1-2 16,-1 0-36-16,0-3 0 0,0 1 0 0,0-3 0 15,-1 0-27-15,1-8-53 0,1 13-32 0,-1-7-27 16,0-6-29-16,-2 8-17 0,2-8-22 0,1 8-24 16,-1-8-34-16,0 0-59 0,0 0-33 0,0 0-56 15,0 0-39-15,0 0-32 0,0 0-308 0,5-28-857 16,-3 16 380-16</inkml:trace>
          <inkml:trace contextRef="#ctx0" brushRef="#br0" timeOffset="6110.0999">12040 3968 101 0,'0'0'386'0,"0"0"30"0,-13 0 35 0,13 0 15 0,-7 1 8 15,7-1 0-15,0 0-6 0,0 0-10 0,0 0 2 16,0 0-11-16,0 0-28 0,0 0-21 0,0 0-29 16,0 0-31-16,0 0-36 0,0 0-34 0,0 0-25 15,28-9-23-15,-14 6-21 0,6 1-23 0,0 0-18 16,3-1-17-16,4 3-16 0,-4-3-28 0,-4 2-42 15,4-1-25-15,-3 0-41 0,0 2-40 0,-2-2-33 16,-4 2-39-16,0 2-43 0,-3-4-54 0,1 1-50 16,1-2-61-16,-3 2-61 0,0-2-64 0,-1-1-81 15,-3 1-391-15,-6 3-1003 0,9-8 443 0</inkml:trace>
          <inkml:trace contextRef="#ctx0" brushRef="#br0" timeOffset="6672.59">12965 3037 267 0,'0'-11'371'0,"0"11"10"15,0-8 7-15,0 8 3 0,0 0-1 0,0-11-7 16,0 11-7-16,0 0-9 0,0 0-6 0,-3-10-13 16,3 10-16-16,0 0-18 0,0 0-21 0,0 0-25 15,3-5-30-15,-3 5-22 0,0 0-24 0,0 0-26 16,0 0-18-16,0 0-15 0,0 0-13 0,0 0-10 15,14 15-13-15,-10-2-8 0,3 5-12 0,6 5-1 16,-1 4-8-16,0 1-1 0,5 2-12 0,-4 1-1 16,3 1-2-16,1 10-7 0,-7-8-5 0,1-4-4 15,0 4-3-15,-2-2 3 0,-2 2 2 0,-3 1 14 16,-4 1-2-16,3-2 0 0,-6 0-5 0,-3 11 0 16,1-12 2-16,-6 2 8 0,-5 8-23 0,-2 0 3 15,1-11-1-15,-6 9 2 0,-4-1-6 0,4-10-3 16,-8 7 4-16,-5 1 3 0,11-13 5 0,-11 7-14 15,9-8 4-15,-2-1-1 0,0-2-11 0,5 0 5 16,1-5-10-16,0 1-12 0,0 0 0 0,8-6 0 16,-1-2 0-16,6-2 0 0,1 1 0 0,1-3 0 15,1-2 0-15,7-3 0 0,-8 7 0 0,8-7 0 16,-9 4 0-16,9-4 0 0,0 0 0 0,-10 3 0 16,10-3 0-16,0 0 0 0,0 0-86 0,0 0-59 15,0 0-58-15,0 0-66 0,0 0-69 0,0 0-64 16,0 0-76-16,-8-15-99 0,8 15-373 0,0 0-1027 15,0 0 455-15</inkml:trace>
        </inkml:traceGroup>
      </inkml:traceGroup>
    </inkml:traceGroup>
    <inkml:traceGroup>
      <inkml:annotationXML>
        <emma:emma xmlns:emma="http://www.w3.org/2003/04/emma" version="1.0">
          <emma:interpretation id="{F731FD41-FA88-42AD-8B3B-66FA64173693}" emma:medium="tactile" emma:mode="ink">
            <msink:context xmlns:msink="http://schemas.microsoft.com/ink/2010/main" type="paragraph" rotatedBoundingBox="2675,4370 9333,4209 9358,5229 2700,539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F1B1185-01A8-44C2-A4CD-B47768B8B24E}" emma:medium="tactile" emma:mode="ink">
              <msink:context xmlns:msink="http://schemas.microsoft.com/ink/2010/main" type="line" rotatedBoundingBox="2675,4370 9333,4209 9358,5229 2700,5390"/>
            </emma:interpretation>
          </emma:emma>
        </inkml:annotationXML>
        <inkml:traceGroup>
          <inkml:annotationXML>
            <emma:emma xmlns:emma="http://www.w3.org/2003/04/emma" version="1.0">
              <emma:interpretation id="{703C9538-D11A-4130-9735-53B1C4F166B8}" emma:medium="tactile" emma:mode="ink">
                <msink:context xmlns:msink="http://schemas.microsoft.com/ink/2010/main" type="inkWord" rotatedBoundingBox="2681,4627 3778,4600 3797,5363 2700,5390"/>
              </emma:interpretation>
              <emma:one-of disjunction-type="recognition" id="oneOf3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13680.46">2714 4691 119 0,'-5'7'294'0,"5"-7"-4"15,0 0 8-15,0 0-1 0,0 0 1 0,0 0 24 16,0 0-2-16,-7 2 9 0,7-2 5 0,0 0 2 16,0 0 2-16,0 0-15 0,0 0 0 0,0 0-7 15,0 0-22-15,0 0 2 0,0 0-17 0,0 0-8 16,0 0-13-16,0 0-4 0,0 0-13 0,0 0-10 15,0 0-5-15,-10-9-21 0,10 9-16 0,0 0-5 0,-1-9-15 16,1 9-15-16,0 0-11 0,-1-7-10 16,1 7-18-16,0 0-103 0,0 0-12 0,5-10 0 15,-5 10 0-15,5-8 0 0,0 5 0 0,1-1 0 16,3 1 0-16,3-1 0 0,-2 2 0 0,4 0 0 16,-1 0 0-16,5 1 0 0,-4 2 0 0,0-1 0 0,0 3 0 15,3 0 0-15,1 1 0 0,-7 1 0 16,2 1 0-16,-2 1 0 0,-3-1 0 0,1 2 0 15,-3 1 0-15,-1-1 0 0,1 1 0 0,-5 2 0 16,-1 2 0-16,-1-1 0 0,-5 0 0 0,-3 3-37 16,-3 1-15-16,-2-2-3 0,-5 4 4 0,-2 2 3 15,-2-7 4-15,5-2 4 0,1 0 6 0,2-2 9 16,4-4-1-16,-1 1 21 0,2-3 23 0,2-1 34 16,1-2 29-16,-2 2 21 0,9-2 14 0,-13-4-68 15,6 1-48-15,4-4 0 0,-1-2 0 0,-1-2 0 16,4-1 0-16,-1-3 0 0,2-1 0 0,2-1 0 15,-1 0 0-15,0 2 0 0,3-2 0 0,-2 2 0 16,2 3 0-16,0-5 0 0,0 6 0 0,0 0 0 16,2 1 0-16,0 2 0 0,1-1 0 0,1 1 0 15,-2 1 0-15,0 1 0 0,2 2 0 0,1 0 0 0,-3 0 0 16,2 0 0-16,1 4 0 0,-9 0 0 0,18 0 0 16,-5 4 0-16,-3-3 0 0,0 4 0 0,1-1 0 15,1 3 0-15,1-1 0 0,0 7 0 16,-2-2 0-16,-1 3 0 0,1 0 0 0,-4 4 0 15,0 1 0-15,-4 0 0 0,2 7 0 0,-5 0 0 0,2 3 0 16,-2 1 0-16,-4-3 0 0,1 0 0 0,-2-1 0 16,-1 1 0-16,1-1 0 0,-2 0 0 15,1-1 0-15,1-6 0 0,0 6 0 0,0-1 0 16,2-4 0-16,1-2 0 0,-1-2 0 0,0 1 0 16,2 1 0-16,1-1 0 0,0-5 0 0,0 5 0 0,3-2 0 15,-2-4 0-15,0-1 0 0,1 1 0 0,-1-1 0 16,1 1 0-16,1-5 0 0,-2 0 0 15,2 1 0-15,-1-2 0 0,-2-5 0 0,4 10 0 16,-4-10 0-16,3 6 0 0,-3-6 0 0,4 7 0 0,-4-7 0 16,0 0 0-16,2 8 0 0,-2-8 0 0,0 0 0 15,4 4 0-15,-4-4 0 0,0 0 0 0,0 0 0 16,0 0 0-16,14-2 0 0,-14 2 0 0,11-1 0 16,-11 1 0-16,15-5 0 0,-8 2 0 15,2-1 0-15,0 0 0 0,2 1 0 0,1 0 0 0,0-2 0 16,0 0 0-16,0 0 0 0,1 0 0 0,5-1 0 15,-3-2 0-15,-2 4 0 0,2-3 0 0,-1 1 0 16,-2 2 0-16,2-1 0 0,4-1 0 0,-7 2 0 0,2-2 0 16,-3 1 0-16,3 3 0 0,-4-2 0 0,2 1 0 15,-3 1 0-15,1-1 0 0,-3 0 0 0,-6 3 0 16,9-4 0-16,-9 4 0 0,9 0 0 0,-9 0 0 16,5-4 0-16,-5 4 0 0,0 0 0 0,0 0 0 15,0 0 0-15,8 0 0 0,-8 0 0 0,0 0 0 16,0 0 0-16,0 0-230 0,0 0-244 0,0 0-64 15,0 0-85-15,0 0-432 0,0 0-1142 0,0 0 505 16</inkml:trace>
          <inkml:trace contextRef="#ctx0" brushRef="#br0" timeOffset="13992.88">3566 4945 301 0,'-4'-6'416'0,"4"6"-3"0,0 0-1 0,-2-9-6 0,2 9-15 16,0 0-13-16,-3-7-11 0,3 7-6 0,0 0-13 16,0 0-19-16,-5-5-10 0,5 5-22 0,0 0-21 15,0 0-25-15,0 0-24 0,0 0-26 16,9-8-20-16,-9 8-18 0,11-4-24 0,-4 2-10 15,5 0-15-15,0 0-9 0,1 1-13 0,0 0-8 0,1-1-38 16,0 2-30-16,-2 0-40 0,0 2-47 0,-1-2-57 16,-1 1-56-16,-1-1-64 0,-2 1-57 0,-7-1-49 15,11 2-43-15,-6 1-28 0,-5-3-22 0,4 9-250 16,-4-9-755-16,-4 11 335 0</inkml:trace>
          <inkml:trace contextRef="#ctx0" brushRef="#br0" timeOffset="14180.35">3557 5055 86 0,'-10'4'409'0,"10"-4"42"0,-4 2 28 0,4-2 27 0,0 0 14 16,0 0 8-16,-7 3 3 0,7-3-12 0,0 0-15 15,0 0-31-15,0 0-36 0,0 0-36 0,0 0-36 16,0 0-33-16,30-6-38 0,-18 4-28 0,2 0-25 16,-1-2-27-16,6 1-20 0,-2 0-21 15,0 1-21-15,4 0-44 0,-8-1-100 0,0 2-8 16,0-1 0-16,-1 0-110 0,1 1-70 0,-4 1-74 0,1-2-77 15,0 0-71-15,-4 0-66 0,-6 2-82 0,11-2-433 16,-11 2-1065-16,0 0 472 0</inkml:trace>
        </inkml:traceGroup>
        <inkml:traceGroup>
          <inkml:annotationXML>
            <emma:emma xmlns:emma="http://www.w3.org/2003/04/emma" version="1.0">
              <emma:interpretation id="{A920DCA6-2566-4512-A74B-90F155F3BCC9}" emma:medium="tactile" emma:mode="ink">
                <msink:context xmlns:msink="http://schemas.microsoft.com/ink/2010/main" type="inkWord" rotatedBoundingBox="4948,4545 6173,4516 6186,5040 4960,5070"/>
              </emma:interpretation>
              <emma:one-of disjunction-type="recognition" id="oneOf4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19113.43">4990 4877 102 0,'0'0'111'0,"0"0"-9"0,-8-2-12 0,8 2-10 16,0 0-11-16,0 0-4 0,0 0-6 0,0 0-15 16,0 0 1-16,0 0-9 0,0 0-6 0,0 0-4 15,0 0 10-15,0 0 5 0,0 0 15 0,0 0 6 16,0 0 18-16,0 0 22 0,0 0 14 0,0 0 18 15,0 0 15-15,0 0 18 0,-2-7 14 0,2 7 15 16,0 0 17-16,0 0 16 0,0 0 2 0,0 0 6 16,0 0 8-16,8-16 6 0,-8 16-3 0,1-7 1 15,-1 7 1-15,0 0-3 0,2-11-16 0,-2 11-4 16,2-7-8-16,-2 7-10 0,1-7-10 0,-1 7-8 16,0 0 3-16,0-12-9 0,0 12-7 0,0-7-5 15,0 7-1-15,0 0-20 0,-1-10 0 0,1 10-2 16,0 0-7-16,0 0-13 0,0-9-1 0,0 9-11 15,0 0-3-15,0 0-14 0,0 0-8 0,0 0-15 16,-2-9-5-16,2 9-73 0,0 0 0 0,0 0 0 16,0 0 0-16,0 0 0 0,0 0 0 0,0 0 0 15,0 0 0-15,0 0 0 0,0 0 0 0,-5 21 0 16,5-21 0-16,-2 15 0 0,0-4 0 0,0-2 0 16,-2 3 0-16,3-1 0 0,-2 0 0 0,-1 1 0 15,2 0 0-15,1 0 0 0,-2 0 0 0,2 0 0 16,-1 1 0-16,1-2 0 0,1 0 0 0,1 0 0 15,2 0 0-15,1-4 0 0,0 4 0 0,2 0 0 16,0-2-39-16,1-2-13 0,-1 1-2 0,6-1 2 16,-2 0 11-16,-1-2 0 0,2-3 9 0,0 2 0 0,-1-2 6 15,0-1 5-15,-2-1 2 0,2-1 6 0,-4-1-2 16,4-1 12-16,0-2 10 0,0 2 3 16,-1-3 15-16,-4-1 10 0,1 2 4 0,-2-2 2 15,0-1-18-15,2 0 17 0,-1-1-1 0,-1 3 9 0,-4-2-3 16,3 1 5-16,-3 7-12 0,2-12-38 0,-2 5 0 15,0 7 0-15,3-10 0 0,-2 3 0 0,-1 7 0 16,1-6 0-16,-1 6 0 0,2-7 0 16,-2 7 0-16,0 0 0 0,2-6 0 0,-2 6 0 0,0 0 0 15,0 0 0-15,0 0 0 0,0 0 0 0,0 0 0 16,0 0 0-16,0 0 0 0,0 0 0 0,0 0 0 16,0 0 0-16,0 0 0 0,0 0 0 0,8 16 0 15,-8-16 0-15,4 10-23 0,-3-6-22 0,3 2-11 16,-4-6-4-16,8 9-1 0,-2-5-2 0,3 2-7 15,1 1 3-15,0-3 3 0,2 0 4 0,-1-1 6 16,3 0 4-16,4-3 8 0,0 0 8 0,-1 0-8 16,-2-3 16-16,-3 0 3 0,-1-1 9 0,1-1 10 15,-2 1 17-15,0-2 10 0,0 0 10 0,-3-1 1 16,-2-1 19-16,0 0 7 0,-2 1-8 0,-2-2-2 16,-1-2-5-16,-3 0-3 0,-1 0 5 0,-1 0-10 15,-4-1 1-15,-3-1-14 0,3 4 2 0,-6 0-7 16,3 2 8-16,-2-1-1 0,1 2-1 0,1 1 3 15,1 0-13-15,-2 1 6 0,4 1-10 0,0 2-5 16,3-2 1-16,6 3-12 0,-12-4-24 0,12 4-30 16,-6-2-23-16,6 2-21 0,0 0-16 0,0 0-27 15,0 0-49-15,0 0-33 0,0 0-39 0,27 11-56 16,-17-7-61-16,2-1-40 0,3-2-53 0,3 0-399 16,-4-2-949-16,6 0 420 0</inkml:trace>
          <inkml:trace contextRef="#ctx0" brushRef="#br0" timeOffset="19628.94">5527 4616 136 0,'0'0'396'16,"-8"-6"8"-16,8 6 14 0,0 0-1 0,-5-6 5 15,5 6-2-15,-4-7-1 0,4 7-11 0,-5-4-11 16,5 4-22-16,-4-9-14 0,4 9-21 0,0-8-19 16,0 8-17-16,0 0-35 0,-2-9-32 0,2 9-15 15,0 0-24-15,2-9-15 0,-2 9-18 0,0 0-25 16,4-5-11-16,-4 5-17 0,7-8-12 0,-4 5-11 16,-3 3-13-16,9-3-8 0,-2 1-6 0,-7 2-7 15,10-4-8-15,-10 4-5 0,12-2-6 0,-12 2-9 16,11 2-4-16,-11-2 0 0,11 1-10 0,-7 2 9 15,-4-3-10-15,10 5 3 0,-6-3-4 0,-4-2-5 16,8 9 3-16,-7-5-9 0,2 1-2 0,-3-5 5 16,2 11-4-16,0-6 6 0,-2-5-9 0,0 15 3 15,0-8 1-15,-4 2 3 0,0 0-1 0,1-2-4 16,-2 3-1-16,-1-1 8 0,-2 1-5 0,3-2 10 16,-1-1-6-16,1 0-5 0,-1-1-5 0,2-1 8 15,1 1-3-15,3-6-3 0,-7 8 4 0,7-8 2 16,-3 6 6-16,3-6 6 0,0 0 9 0,-3 5 8 15,3-5-3-15,0 0 17 0,0 0-5 0,0 0 5 16,9 7-28-16,0-7-17 0,2 0 0 0,2-1 0 16,6 1 0-16,-1-3 0 0,1 2 0 0,-1-1 0 15,-1 1 0-15,3-3 0 0,1 1 0 0,-4 0-91 16,0 2-104-16,-4-1-60 0,-1 0-67 0,2-1-53 16,-4 1-63-16,1 2-63 0,1-1-76 0,-6 0-330 15,6 2-981-15,-5 0 434 0</inkml:trace>
          <inkml:trace contextRef="#ctx0" brushRef="#br0" timeOffset="20253.79">6053 5037 13 0,'0'0'363'0,"0"0"3"15,0 0 0-15,0 0 5 0,3 7-8 0,-3-7-6 16,0 0-10-16,0 0-7 0,0 0-4 0,0 0-11 16,0 0-7-16,0 0-13 0,0 0-3 0,0 0-16 15,0 0-10-15,0 0-7 0,0 0-14 0,0 0-10 16,0 0 1-16,0 0-21 0,0 0-18 0,0 0-4 15,-18-15-2-15,13 9-12 0,0-1-8 0,-3-1-12 16,1-3-3-16,-4-3-8 0,4 1-10 0,-4 0-3 16,2-4-4-16,0 2-132 0,2-1-9 0,-2-2 0 15,2 0 0-15,1 2 0 0,0-2 0 0,2 1 0 16,-2 0 0-16,3-1 0 0,0 2 0 0,2-1 0 16,0 1 0-16,0 0 0 0,1 3 0 0,2 2 0 15,1 0 0-15,-2 0 0 0,3 0 0 0,2 0 0 16,0 0 0-16,1 1 0 0,3-2 0 0,5 2 0 0,-2 0 0 15,4 5 0-15,-4 2 0 0,4-4 0 16,2 4 0-16,0 2 0 0,-7 2 0 0,4 0 0 16,-3 1 0-16,-2 5 0 0,1-4 0 0,-2 0 0 15,0 3 0-15,-2 0 0 0,-3-3 0 0,0 2 0 16,-2 1 0-16,1 2 0 0,0 0 0 0,-4 2 0 16,0-3 0-16,0 4 0 0,-4-1 0 0,0 2 0 15,-4 2 0-15,-3 0 0 0,-4-1 0 0,2 1 0 16,-2-4 0-16,0 2 0 0,-2-2 0 0,2-2 0 15,0-1 0-15,3 0 0 0,0-3 0 0,1 0 0 0,5-1 0 16,-1 0 0-16,-1-2 0 0,8-1 0 0,-12 5 0 16,12-5 0-16,-9 1 0 0,9-1 0 15,0 0 0-15,0 0-34 0,0 0-166 0,0 0-54 16,-8-6-74-16,8 6-52 0,0 0-60 0,0 0-59 16,18-13-68-16,-5 9-349 0,3-1-990 0,5 1 438 0</inkml:trace>
        </inkml:traceGroup>
        <inkml:traceGroup>
          <inkml:annotationXML>
            <emma:emma xmlns:emma="http://www.w3.org/2003/04/emma" version="1.0">
              <emma:interpretation id="{A7CF8672-9A28-4B4B-BD49-BADC7238587F}" emma:medium="tactile" emma:mode="ink">
                <msink:context xmlns:msink="http://schemas.microsoft.com/ink/2010/main" type="inkWord" rotatedBoundingBox="6422,4279 9333,4209 9357,5209 6446,5279"/>
              </emma:interpretation>
              <emma:one-of disjunction-type="recognition" id="oneOf5">
                <emma:interpretation id="interp17" emma:lang="" emma:confidence="0.5">
                  <emma:literal>2)</emma:literal>
                </emma:interpretation>
                <emma:interpretation id="interp18" emma:lang="" emma:confidence="0">
                  <emma:literal>L)</emma:literal>
                </emma:interpretation>
                <emma:interpretation id="interp19" emma:lang="" emma:confidence="0">
                  <emma:literal>T)</emma:literal>
                </emma:interpretation>
                <emma:interpretation id="interp20" emma:lang="" emma:confidence="0">
                  <emma:literal>y)</emma:literal>
                </emma:interpretation>
                <emma:interpretation id="interp21" emma:lang="" emma:confidence="0">
                  <emma:literal>1)</emma:literal>
                </emma:interpretation>
              </emma:one-of>
            </emma:emma>
          </inkml:annotationXML>
          <inkml:trace contextRef="#ctx1" brushRef="#br1">6731 4337 28 0,'0'0'315'16,"0"-10"-10"-16,0 10-5 0,4-5-5 0,-4 5 0 15,0-10-12-15,2 3-4 0,-2 7-1 0,0-6-7 16,0 0-12-16,0 6 2 0,3-4-12 0,-3 4-9 15,0-5-5-15,0 5-12 0,0 0-13 0,0 0-12 16,0 0-11-16,1-7-10 0,-1 7-12 0,0 0-8 16,0 0-12-16,0 0-15 0,0 0-9 0,0 0-9 15,0 0-11-15,0 0-13 0,1-5-5 0,-1 5-12 16,0 0-7-16,0 0-6 0,0 0-10 0,0 0-3 16,0 0-4-16,-8 17-3 0,2-12-5 0,0 5 5 15,-1 1-5-15,-4 6 1 0,4-6-6 0,-5 6 6 0,-1 3-1 16,6 4 3-16,-10-5 1 0,4 3-3 15,0-1-2-15,0 4 1 0,-5 4 4 0,8-5 2 0,-7 12-11 16,5-11-5-16,-1 0 2 0,-5 8-2 16,8-8-6-16,-8 6-3 0,7-8 5 0,0 4-4 0,2 0-1 15,2-4 0-15,0 2-4 0,2-3-2 0,2-1 9 16,1 0-7-16,2 2 4 0,4-4-6 0,-1 0 5 16,2 0-4-16,0 0-3 0,0-3 0 0,6 6 5 15,0-5-4-15,-1-1-1 0,0-1 2 0,0 0-1 16,1-1-5-16,-1-1 0 0,2 0-1 0,-2 0 4 15,-1-2-1-15,-2 0-4 0,-2-6-2 0,3 4-11 16,-3-5-8-16,-3 0-2 0,3 0 1 0,-3 1-9 16,2-2 1-16,-4-3-8 0,7 4-6 0,-7-4 0 15,6 4-17-15,-6-4-18 0,0 0-19 0,6 0-32 16,-6 0-58-16,0 0-35 0,0 0-31 0,7-6-30 16,-7 6-45-16,0 0-33 0,6-13-58 0,-1 7-328 15,-3 0-810-15,-2 0 359 0</inkml:trace>
          <inkml:trace contextRef="#ctx1" brushRef="#br1" timeOffset="720.6565">6844 4692 53 0,'0'0'308'0,"7"-4"-5"0,-7 4-5 15,0 0-7-15,4-3-5 0,-4 3-9 0,0 0 1 16,9-4-1-16,-9 4 1 0,6-4-6 0,-6 4-13 0,0 0-5 31,4-5-8-31,-4 5-13 0,3-3-10 0,-3 3-15 0,0 0-8 0,6-5-13 0,-6 5 0 0,0 0-17 16,1-3-10-16,-1 3-12 0,0 0-8 0,0 0-14 16,0 0-11-16,0 0-15 0,0 0-8 0,0 0-12 15,0 0-11-15,0 0-6 0,19 7-10 0,-14-4-5 16,3 3-4-16,-3 0-8 0,1 4-3 0,5-1-4 15,-3 3-3-15,-1 1-3 0,0-1-4 0,-1 3 1 16,4-2-4-16,-7 2-4 0,2-1 2 0,0-2-4 16,-4 5-1-16,-1-3-1 0,0-1-2 0,0 1-5 15,0-5-2-15,-1 1-8 0,-5 2 2 0,2-2-7 16,1-1-3-16,-3-1 1 0,2-1 4 0,-3-3-1 16,1 3 3-16,0-4 2 0,5 1 5 0,-5 0-2 15,6-4 2-15,-6 4 3 0,6-4 0 0,0 0 4 16,0 0 9-16,-7-10 16 0,7 10 5 0,0-14 7 15,0 5 8-15,1-1 1 0,4-4 3 0,0-3-1 16,-2 2-8-16,7-9-6 0,-2 2-2 0,4 0 7 16,-4 4-8-16,3-1-3 0,2-2-2 0,-5 9-3 15,2-4-1-15,3 4-1 0,-5-1-3 0,2 2-4 16,-6 4-2-16,4-1-4 0,-5 1 0 0,4 0-6 16,-2 1-7-16,2 1-22 0,-1 2-21 0,-5-2-23 0,-1 5-30 15,7-4-27-15,-3 1-27 0,4 1-33 0,-8 2-35 16,10-2-32-16,-10 2-23 0,0 0-28 15,0 0-31-15,13 4-16 0,-11-3-46 0,-2-1-19 16,8 7-252-16,-8-3-720 0,0-4 320 0</inkml:trace>
          <inkml:trace contextRef="#ctx1" brushRef="#br1" timeOffset="1344.5098">7182 4952 265 0,'0'0'313'0,"0"0"-6"0,0 0-4 16,0 0-8-16,0 0-2 0,5-15 20 0,-5 15-26 16,2-5 0-16,-2 5 0 0,6-5-1 0,-6 5-6 15,0 0-12-15,0-5-7 0,0 5-13 16,0 0-11-16,0 0-13 0,5-5-14 0,-5 5-12 16,8-3-16-16,-8 3-13 0,0 0-14 0,5-4-17 0,-5 4-15 15,0 0-8-15,7-3-13 0,-7 3-12 0,0 0-10 16,8-1-5-16,-8 1-8 0,0 0-13 0,17 1-5 15,-17-1-3-15,7 3-4 0,-7-3-4 16,6 4-10-16,1 1 0 0,-2-4-5 0,1 4-1 0,0-2-5 16,0 2-3-16,-1 1 0 0,-2-1 0 0,2 1-2 15,-4 1-3-15,3 0 0 0,-1 1 1 0,3-2-7 16,-6 2 2-16,0 1 1 0,-2 1 0 0,0-2-1 16,0-1-4-16,1 6 4 0,-1-4-4 0,-8 1 3 15,7-2-1-15,-7 2-2 0,9-2 0 0,-11 0 3 16,7 1 2-16,-2-2-4 0,1-2-1 0,-1 2 1 15,1-1 2-15,5-1-3 0,-5 0-3 0,0 0 5 16,0-1 0-16,6-4 5 0,0 8-6 0,0-8-1 16,-7 6-1-16,3-4 4 0,4-2-1 0,0 0 3 15,-1 4 1-15,1-4-3 0,0 0 8 0,0 0 8 16,0 0 4-16,0 0 6 0,0 0 1 0,0 0 14 16,0 0-10-16,0 0 2 0,0 0 11 0,0 0 6 15,0 0 6-15,24-4 4 0,-16 0-8 0,4 1-3 16,1-2-5-16,0 1-5 0,5-2 2 0,-1 1-3 15,-2-1-10-15,3 0-4 0,-1 0 4 0,-1 1-25 16,1 2-21-16,-2-2-18 0,2-1-36 0,-4 1-37 16,-5 1-46-16,2 0-68 0,-5 2-72 0,6-2-71 15,-8-1-83-15,6-4-85 0,-9 3-406 0,0-1-1014 16,0 7 448-16</inkml:trace>
          <inkml:trace contextRef="#ctx1" brushRef="#br1" timeOffset="2206.1715">7462 4507 64 0,'0'0'189'0,"0"0"19"0,0-8 3 31,0 8 3-31,0 0 3 0,0 0 1 0,-3-4 0 0,3 4 3 0,-2-4 2 0,2 4-7 0,0 0 6 16,0 0-6-16,-2-7-3 0,2 7 0 0,-1-7-10 31,1 7-1-31,1-7-1 0,-1 7-10 0,2-4-11 16,-2 4 2-16,0 0-13 0,5-7-1 0,-5 7-9 15,2-6-8-15,-2 6-8 0,8-3-8 0,-5-2-10 16,-3 5-8-16,3-4-14 0,-3 4-6 0,9-3-9 16,-8 0-2-16,5 1-6 0,-6 2-11 0,5-3-7 15,-5 3-9-15,9-2-4 0,-9 2-10 0,0 0 1 0,17 4-7 16,-11-3-5-16,0 3-3 0,-3 0-4 0,2 0-4 16,1 4-2-16,0-2-2 0,-1 1-4 15,-3-3 4-15,2 6 4 0,-2-3-8 0,-2-3-1 16,5 4-1-16,-5 1-4 0,2-1 4 0,-2 0-2 0,-2 1-1 15,1 1 6-15,-3-2-6 0,4 2-2 0,-6 0 2 16,-1 3 1-16,1-4-1 0,5-3 1 0,-5 4-3 16,0-1 1-16,0-1 5 0,1 1-6 15,3-1-1-15,-4-4-1 0,-1 2 4 0,3 1 1 0,3-3-3 16,-7 0 2-16,4 0 0 0,4-4-1 0,-1 6 6 16,-2-1 14-16,3-5 10 0,-3 5 12 0,3-5 12 15,0 0 8-15,-1 5 16 0,1-5 16 0,0 0 6 16,0 0-7-16,0 0-9 0,0 0 2 0,0 0 14 15,25-7-3-15,-18 4-10 0,1-2-3 0,3 4-1 16,1-2-5-16,-4 0-18 0,2-1 1 0,-1-2-6 16,2 3-5-16,-4-2-7 0,3 3-4 0,-2-2-9 15,0 1 1-15,-2-1-29 0,2 2-5 0,-2 0 0 16,0-1 0-16,-6 3 0 0,10-6 0 0,-7 3 0 16,-3 3 0-16,7-1 0 0,-7 1-5 0,6-4-77 15,-6 4-24-15,0 0-18 0,0 0-32 0,0 0-30 16,0 0-42-16,4-8-37 0,-4 8-40 0,0 0-46 15,0 0-40-15,0 0-50 0,0 0-37 0,0 0-368 16,0 0-916-16,0 0 406 0</inkml:trace>
          <inkml:trace contextRef="#ctx1" brushRef="#br1" timeOffset="2705.7057">7746 4907 123 0,'0'0'244'16,"0"0"-3"-16,0 0 1 0,0 0 0 0,0 0-2 15,0 0-1-15,0 0 3 0,0 0 3 16,0 0 0-16,0 0 0 0,0 0 1 0,-9-15 0 16,9 15-3-16,0 0 1 0,0 0-4 0,0 0-6 15,0 0-4-15,0 0-3 0,0 0-1 0,0 0-7 0,0 0-12 16,6-3-7-16,-6 3-10 0,0 0-10 0,5-4-4 15,-5 4-8-15,13-3-11 0,-7 0-12 16,1 3-9-16,3-4-10 0,-1 4-12 0,9-5-8 16,-5 4-5-16,6-4-10 0,-5 1-10 0,5 1-2 0,-2 0 8 15,-3-1-18-15,3 0-3 0,-2-1-12 0,-4 3-5 16,4 0 2-16,-4-2-4 0,-2 1-5 0,1 3-12 16,-3-1-4-16,-7 1-1 0,14-4-8 0,-8 4 5 15,-6 0-5-15,10-3 0 0,-10 3-2 0,7-1 4 16,-7 1-21-16,0 0-8 0,6-4-22 0,-6 4-22 15,0 0-14-15,0 0-23 0,0 0-23 0,0 0-21 16,0 0-23-16,0 0-40 0,0 0-29 0,0 0-44 16,0 0-44-16,0 0-48 0,0 0-53 0,0 0-68 15,-29-7-329-15,22 4-880 0,0 0 389 0</inkml:trace>
          <inkml:trace contextRef="#ctx1" brushRef="#br1" timeOffset="4206.6909">8291 4744 197 0,'0'0'284'0,"0"0"-9"0,0 0-11 16,0 0-7-16,3-8-7 0,-3 8-8 0,0 0-10 15,5-6-4-15,-5 6-10 0,0 0-6 0,0 0-17 0,0 0-14 16,2-4-3-16,-1-1-1 0,-1 5-30 16,0 0 3-16,0 0-11 0,0 0-18 0,0 0-8 15,0 0-12-15,0 0-13 0,0 0-4 0,13 2-12 16,-13-2-4-16,13 7-7 0,-7-3 4 0,4 1-13 0,-3 0-8 15,2 3-4-15,1 1 1 0,-2 2-7 0,-1-4-6 16,0 3-5-16,6 3 4 0,-3-1-1 16,-3-1-10-16,1 5-1 0,-3-5 3 0,1 3-3 15,-4-5-5-15,2 3 0 0,-4-2 1 0,1 0 0 0,-1 0 0 16,0 0-5-16,0 0 0 0,-1-3 3 0,-3-1-7 16,4 2 2-16,-6-1-5 0,4 0 9 0,1-2 4 15,-3 3-4-15,-2-7-2 0,6-1 1 0,-6 6 8 16,6-6 20-16,0 0 9 0,-3 1 21 0,3-1 8 15,0 0 8-15,0 0 11 0,-11-8 15 0,11 0 10 16,0 3 4-16,0-6 3 0,1 2-6 0,4-2 4 16,0-3-13-16,-3-1 1 0,3-3-8 0,3 1-13 15,-3 0 0-15,1 1-15 0,0 1-3 0,-3-4-6 16,7 6-12-16,-5-2 6 0,-3 2-11 0,5 5-8 16,-3-1-3-16,2 1-2 0,1 0-7 0,-1 2 4 15,0 2-7-15,-3-1-3 0,1 2-8 0,-1-1-11 16,2 1-16-16,0-3-16 0,-5 6-8 0,5-3-31 15,-5 3-20-15,5-3-21 0,-5 3-28 0,0 0-27 16,0 0-28-16,11 0-22 0,-11 0-38 0,0 0-13 16,0 0-24-16,6 9-22 0,-5-6-32 0,-1-3-37 15,6 8-28-15,-6-3-262 0,0 1-725 0,-1 0 320 16</inkml:trace>
          <inkml:trace contextRef="#ctx1" brushRef="#br1" timeOffset="4707.3907">8659 4957 53 0,'0'0'356'0,"0"-8"3"0,0 8-7 0,4-5 4 16,-4 5 1-16,1-7-12 0,-1 7 2 0,0-5-18 16,0 5-6-16,0 0-15 0,5-5-17 15,-5 5-18-15,0 0-22 0,0 0-20 0,0 0-24 16,0 0-21-16,0 0-19 0,0 0-18 0,0 0-17 0,0 0-11 16,0 0-10-16,0 0-11 0,0 0-5 0,0 0 3 15,0 0-8-15,3 14-7 0,-3-14-8 0,-3 9-6 16,3-4-8-16,0 1 3 0,0 2-12 15,-5 0-6-15,5 0-3 0,-1-1-4 0,-2 1-3 0,2 0-5 16,1 1-6-16,-3 2 0 0,0-3-2 0,1 3 4 16,2-2-9-16,-1-1 0 0,1 1 1 0,0 0-7 15,-3-2 4-15,3 5-5 0,0-6 0 0,0-2 3 16,0 3-1-16,0 0-3 0,3-4 1 0,-3 4-6 16,0-7 1-16,-3 6 2 0,3-6-2 0,-1 7 0 15,1-7-3-15,-2 5 9 0,2-5-5 0,0 0 4 16,0 0-3-16,0 0 5 0,0 5-3 0,0-5 5 15,0 0-8-15,0 0-28 0,0 0-22 0,0 0-27 16,0 0-34-16,0 0-45 0,7-17-46 0,-5 12-55 16,1-1-43-16,0-1-52 0,1 0-61 0,2-4-54 15,-3 3-310-15,2-3-835 0,-3 1 370 0</inkml:trace>
          <inkml:trace contextRef="#ctx1" brushRef="#br1" timeOffset="5582.1795">8829 4571 186 0,'0'0'258'0,"-6"-8"-5"16,6 8-6-16,0 0-3 0,0 0-6 0,0 0-5 16,0-6-4-16,0 6-13 0,0 0-2 0,0 0-1 15,-1-8-8-15,1 8 3 0,1-6-8 0,-1 6-15 16,4-3 7-16,-4 3-12 0,8-7 8 0,-7 4-6 15,-1 3 1-15,7-7-12 0,-5 4-12 0,-2 3-11 16,8-5-13-16,-5 1-14 0,-3 4-10 0,10-4-10 16,-7 2-11-16,-3 2-13 0,10-6 1 0,-4 5-19 15,-6 1-2-15,10-3-11 0,-5 3-2 0,-5 0-8 16,13 0-3-16,-13 0-5 0,13 2-5 0,-6-1-5 16,2 0 1-16,-5 3-2 0,2 0-5 0,0 0 0 15,-1 1 1-15,0 1-8 0,-2-2 0 0,-3 2-1 16,5-2-5-16,-5 4 8 0,5-1-4 0,-3 0 2 15,-4 1-2-15,2-1 0 0,-3 4-3 0,-3-2 5 16,5-4-1-16,-2 6-2 0,-2-1-6 0,0-2 5 16,-1 1 2-16,0-1 2 0,2 0-4 0,-2 1 4 15,1-2-2-15,-1-1 1 0,2 1-6 0,1-2 6 16,-5 1-4-16,6-2-2 0,-1 1 1 0,3-5 4 16,-5 7-5-16,4-4 3 0,1-3-6 0,-6 5 8 15,6-5 2-15,0 0 4 0,0 5 11 0,0-5 7 16,0 0 13-16,0 0 4 0,0 0 8 0,0 0 2 15,12 2 3-15,-12-2 17 0,10 0 18 0,-10 0 6 16,14-2 2-16,-7 0-11 0,2 1 0 0,-2-1-2 16,4 0-5-16,-11 2 5 0,18-1-9 0,-10 1-12 15,5 0-1-15,-6-4-7 0,5 3-8 0,-12 1-2 16,14 0-13-16,-4-3 2 0,-3 3-3 0,-7 0-8 16,7-4-3-16,-7 4 1 0,0 0-5 0,12-2 4 0,-12 2-13 15,0 0 5-15,7-1-18 0,-7 1-22 0,0 0-11 16,0 0-25-16,6-4-16 0,-6 4-33 0,0 0-32 15,0 0-46-15,0 0-37 0,0 0-45 16,0 0-37-16,0 0-48 0,0 0-65 0,1-6-52 0,-1 6-353 16,0-5-894-16,0 5 395 0</inkml:trace>
          <inkml:trace contextRef="#ctx1" brushRef="#br1" timeOffset="6082.9941">9207 4453 276 0,'0'0'289'0,"0"0"-19"15,5-8-24-15,-5 8-12 0,0 0-8 0,0 0-15 16,0 0-4-16,0 0-5 0,0 0-6 0,0 0-1 15,0 0 1-15,0 0 0 0,0 0-11 0,13 3 7 16,-13-3 0-16,13 7-14 0,-10-2-8 0,0-2-6 16,3 2-5-16,-2 4-10 0,0-2-5 0,8 2-9 15,-5 1-6-15,0 0-11 0,2 3-5 0,-1 4-10 16,-1 3-7-16,5 0-8 0,-6 2-7 0,-4 0-7 16,4 0-4-16,0 1-7 0,-2 3-10 0,-2-3-2 15,-2-2-3-15,1 3-6 0,-1-1-6 0,0-2-1 16,-1 6-5-16,1-6-2 0,-6-4 0 0,6 5-4 15,-7-3-2-15,2 0-7 0,5-2 2 0,-8 3-4 16,2-4 3-16,0 3-7 0,1-3 3 0,-3-3 2 16,1 4-2-16,2-3-3 0,-7 1 1 0,5 0 2 15,0-2-2-15,-6 0-2 0,4-1 2 0,-2-2 1 16,-1 0-2-16,1-2 1 0,-2 2-4 0,3-3 5 0,2-1 0 16,-2-3-1-16,-1 6-3 0,4-7 3 15,0-1 1-15,1 3 0 0,-1-1-1 0,2 2-7 16,5-5 3-16,0 0 4 0,-13 0-2 0,13 0 0 15,-6 1-4-15,6-1 8 0,0 0-27 0,0 0-25 0,-9 2-29 16,9-2-34-16,0 0-32 0,-5-10-48 0,5 10-45 16,0-8-39-16,0 8-59 0,0-10-71 15,0 5-356-15,0-2-816 0,1 3 361 0</inkml:trace>
        </inkml:traceGroup>
      </inkml:traceGroup>
    </inkml:traceGroup>
    <inkml:traceGroup>
      <inkml:annotationXML>
        <emma:emma xmlns:emma="http://www.w3.org/2003/04/emma" version="1.0">
          <emma:interpretation id="{6EC793BC-A5CF-42F6-A559-A24EED2C42CF}" emma:medium="tactile" emma:mode="ink">
            <msink:context xmlns:msink="http://schemas.microsoft.com/ink/2010/main" type="paragraph" rotatedBoundingBox="4871,5549 9851,5792 9802,6799 4822,655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B367E88-A206-41DC-875F-E8D9C3C1790D}" emma:medium="tactile" emma:mode="ink">
              <msink:context xmlns:msink="http://schemas.microsoft.com/ink/2010/main" type="line" rotatedBoundingBox="4871,5549 9851,5792 9802,6799 4822,6556"/>
            </emma:interpretation>
          </emma:emma>
        </inkml:annotationXML>
        <inkml:traceGroup>
          <inkml:annotationXML>
            <emma:emma xmlns:emma="http://www.w3.org/2003/04/emma" version="1.0">
              <emma:interpretation id="{41048E15-6E25-418D-A0A4-5390CE35C332}" emma:medium="tactile" emma:mode="ink">
                <msink:context xmlns:msink="http://schemas.microsoft.com/ink/2010/main" type="inkWord" rotatedBoundingBox="4870,5577 7836,5722 7788,6701 4822,6556"/>
              </emma:interpretation>
              <emma:one-of disjunction-type="recognition" id="oneOf6">
                <emma:interpretation id="interp22" emma:lang="" emma:confidence="0.5">
                  <emma:literal>(met</emma:literal>
                </emma:interpretation>
                <emma:interpretation id="interp23" emma:lang="" emma:confidence="0">
                  <emma:literal>(much</emma:literal>
                </emma:interpretation>
                <emma:interpretation id="interp24" emma:lang="" emma:confidence="0">
                  <emma:literal>(meh</emma:literal>
                </emma:interpretation>
                <emma:interpretation id="interp25" emma:lang="" emma:confidence="0">
                  <emma:literal>(max</emma:literal>
                </emma:interpretation>
                <emma:interpretation id="interp26" emma:lang="" emma:confidence="0">
                  <emma:literal>(mean</emma:literal>
                </emma:interpretation>
              </emma:one-of>
            </emma:emma>
          </inkml:annotationXML>
          <inkml:trace contextRef="#ctx0" brushRef="#br0" timeOffset="26643.1">4866 5784 145 0,'0'0'311'16,"0"0"-10"-16,0 0-1 0,0 0-10 0,0 0-10 0,0 0-1 15,0 0-8-15,0 0-2 0,0 0-6 0,0 0-5 16,0 0-13-16,0 0 5 0,0 0-7 0,-2-10-2 15,2 10-4-15,0 0-3 0,0 0-8 16,-3-8 17-16,3 8-22 0,0 0-7 0,0 0-20 0,0 0-22 16,4-14-19-16,-4 14-13 0,8-8-17 0,0 3-16 15,-3 1-5-15,6-3-11 0,0 3-10 0,6-4-8 16,-4 3-22-16,5 0 5 0,-2 1-5 0,-2 2-7 16,3-3-8-16,-3 3 0 0,4 1-8 0,-7 0 0 15,2 2-1-15,0 0-8 0,-3 1-5 0,0-2-4 16,2 5 2-16,-4-3-2 0,1 1-4 0,-3 1 0 15,0 0 2-15,-1 1-3 0,-1-1-10 0,-1 3 11 16,1 0 2-16,-2-2-4 0,1 4 8 0,-3 1-5 16,-1 1 2-16,-1 0 3 0,1 0 0 0,-2 0 0 15,-2 4 1-15,0-3 4 0,-3 3-5 0,-2-1 0 16,-1 0 1-16,2 0-1 0,-4-1-2 0,1 1 2 16,-3-2-3-16,2 4 2 0,-2-4-2 0,1-1 1 15,0 0-6-15,-1 0 1 0,4-1 6 0,1-2-15 16,0-1 12-16,-6 1-1 0,6-1 2 0,3 2-4 15,-1-2 2-15,-1-2 1 0,1 2-3 0,3-2-2 16,0-1 2-16,-1 0 2 0,2 1-4 0,4-5 2 16,-8 8-3-16,6-4-1 0,2-4 4 0,-7 6-2 15,7-6-4-15,-5 6 2 0,5-6 1 0,0 0 2 16,-5 4 5-16,5-4-4 0,0 0 12 0,0 0 8 16,0 0 5-16,-6 3 6 0,6-3 8 0,0 0 3 15,0 0 11-15,0 0-4 0,0 0 1 0,0 0 4 16,0 0 0-16,0 0-2 0,0 0 5 0,0 0 3 15,35-5 6-15,-22 2 3 0,6-2-36 0,1 3-38 16,8-5 0-16,1 2 0 0,3 0 0 0,3-3 0 16,0 1 0-16,2 0 0 0,-3 1 0 0,-1-1 0 0,-1 3 0 15,-4-2 0-15,-1-1 0 0,-8 5 0 16,-1-4 0-16,0 4 0 0,-4 0 0 0,-1 1 0 16,-2-1 0-16,-2 0 0 0,-3 0 0 0,2 2 0 0,-8 0 0 15,10-1 0-15,-10 1 0 0,7-3 0 0,-7 3 0 16,0 0 0-16,9-2 0 0,-9 2 0 0,0 0 0 15,0 0 0-15,0 0 0 0,0 0 0 0,6-3 0 16,-6 3 0-16,0 0 0 0,0 0 0 0,0 0 0 16,0 0 0-16,0 0 0 0,0 0 0 0,0 0 0 15,0 0 0-15,0 0 0 0,0 0 0 0,0 0-235 16,0 0-116-16,0 0-68 0,0 0-76 0,5-6-112 16,-5 6-407-16,0 0-1099 0,0 0 486 0</inkml:trace>
          <inkml:trace contextRef="#ctx0" brushRef="#br0" timeOffset="28127.12">5442 6273 211 0,'0'0'296'0,"0"0"-5"0,0 0 1 15,3 7 9-15,-3-7-3 0,0 0 6 16,0 0-4-16,0 0 8 0,0 0-7 0,0 0-4 0,0 0-5 16,0 0-7-16,0 0-7 0,0 0 1 0,0 0 14 15,0 0 0-15,0 0-10 0,0 0 0 0,0 0 0 16,0 0-12-16,0 0 11 0,0 0 2 16,0 0 1-16,0 0 7 0,0 0 5 0,0 0-2 0,0 0-16 15,0 0-141-15,0 0-138 0,3-18 0 0,-1 10 0 16,2-1 0-16,1 0 0 0,0-1 0 0,2-2 0 15,2-1 0-15,-2-1 0 0,1-4 0 0,-1 1 0 16,1 0 0-16,0 0 0 0,1 0 0 0,-3-1 0 16,2-1 0-16,-2 0 0 0,4 2 0 0,-3-2 0 15,-1 1 0-15,1 4 0 0,-3 3 0 0,4 1 0 16,-4-2 0-16,0 2 0 0,-1 2 0 0,2-2 0 16,-3 5 0-16,1-1 0 0,-3 6 0 0,5-10 0 15,-5 10 0-15,8-7 0 0,-8 7 0 0,2-6 0 16,-2 6 0-16,3-5 0 0,-3 5 0 0,0 0 0 15,0 0 0-15,0 0 0 0,0 0 0 0,0 0 0 16,0 0 0-16,0 0 0 0,0 0 0 0,9 14 0 16,-9-14 0-16,0 14 0 0,1-8 0 0,2 1 0 15,-2 1 0-15,0 0 0 0,2-1 0 0,-3-7 0 16,1 11 0-16,1-3 0 0,1-2 0 0,-3-6 0 0,4 11 0 16,-2-5 0-16,2-2 0 0,-4-4 0 15,5 8 0-15,-1-5 0 0,1 1 0 0,-5-4 0 16,13 2 0-16,-13-2 0 0,10 2 0 0,-10-2 0 15,14-2 0-15,-14 2 0 0,13-3 0 0,-8 1 0 0,2-1 0 16,0-2 0-16,1 1 0 0,1-2 0 0,-1 2 0 16,-3-3 0-16,2 3 0 0,-1 0 0 0,-1 0 0 15,-5 4 0-15,11-7 0 0,-8 3 0 16,-3 4 0-16,6-4 0 0,-6 4 0 0,7-5 0 0,-7 5 0 16,0 0 0-16,6-5 0 0,-6 5 0 0,0 0 0 15,0 0 0-15,0 0 0 0,0 0 0 0,0 0 0 16,13 7 0-16,-10-3 0 0,3 3 0 15,-3-3 0-15,3 4 0 0,-2-2 0 0,0 2 0 0,0 0 0 16,0 0 0-16,0-2 0 0,-1 1-46 0,2-2-94 16,-3 3-26-16,2-3-27 0,5 2-26 0,-3-1-31 15,0-1-53-15,3-2-55 0,2 0-68 0,2-4-87 16,-1 1-417-16,3-2-1007 0,2-3 446 0</inkml:trace>
          <inkml:trace contextRef="#ctx0" brushRef="#br0" timeOffset="28798.84">6360 5735 297 0,'0'0'357'0,"4"-9"1"0,-2 4 9 0,-2 5-12 0,3-8 19 15,-3 8-7-15,3-9-10 0,-3 9-8 16,0-9-3-16,0 9-2 0,0-9 1 0,0 9-13 16,0-9 2-16,0 9 1 0,0-8-14 0,0 8-12 15,0 0-7-15,-2-11-21 0,2 11-18 0,-2-7-27 0,2 7-24 16,0 0-28-16,0 0-23 0,0 0-21 16,0 0-18-16,0 0-14 0,0 0-12 0,0 0-8 15,0 0-20-15,0 0 6 0,-14 29-65 0,6-12-9 16,0 1 0-16,-2 7 0 0,-3 3 0 0,2 1 0 0,-3 1 0 15,0 2 0-15,1-2 0 0,0 3 0 0,0 1 0 16,-3 11 0-16,6-10 0 0,-4 9 0 0,5-9 0 16,1-2 0-16,1 2 0 0,0-1 0 15,3 0 0-15,1-1 0 0,3-1 0 0,2-3 0 16,0 3 0-16,4-5 0 0,0 1 0 0,4-4 0 0,2 1 0 16,2-3 0-16,-2-1 0 0,1-6 0 0,0-2-141 15,0 1-86-15,1 0-34 0,-1-4-43 0,-1-1-59 16,0 0-48-16,-3-2-63 0,3-3-57 15,-2 3-383-15,0-4-989 0,0 0 438 0</inkml:trace>
          <inkml:trace contextRef="#ctx0" brushRef="#br0" timeOffset="29579.91">6565 5897 448 0,'0'0'477'0,"1"-7"-3"0,-1 7-6 16,1-7-13-16,-1 7-24 0,3-8-33 0,-3 8-20 15,0 0-25-15,3-5-33 0,-3 5-34 0,0 0-33 16,0 0-24-16,0 0-30 0,0 0-20 0,0 0-19 15,0 0-20-15,0 0-13 0,0 0-16 0,0 0-22 16,0 0 2-16,8 16-10 0,-5-9-4 0,-3-7-10 16,2 13-7-16,1-8-4 0,-2 6-4 0,2-3-16 15,-2 2 7-15,0 1-7 0,1-2-2 0,-1-3-3 16,0 5-14-16,0-4 11 0,2 0-3 0,-2 0-2 16,-1-7-1-16,0 11-5 0,0-11-3 0,0 9 3 15,0-9-3-15,1 8 2 0,-1-8 7 0,0 0-7 16,4 5 4-16,-4-5 2 0,0 0 11 0,0 0-8 15,0 0-2-15,0 0 1 0,0 0-2 0,20-18 6 16,-12 11 2-16,0-1 1 0,-1-2 10 0,0-2 6 16,2 1 3-16,-3 0 12 0,2-2 4 0,0 2 0 15,-1 3 2-15,-4-1 0 0,3 1-7 0,-2 1 4 16,3-1-3-16,-3 4 4 0,-1-2 0 0,-3 6-7 16,9-7-10-16,-5 4-2 0,-4 3-10 0,4-5-4 0,-4 5-5 15,0 0-8-15,6-5-19 0,-6 5-1 0,0 0 0 16,0 0 0-16,0 0 0 0,8 10 0 15,-8-10 0-15,6 10 0 0,-2-2 0 0,0 0 0 16,-1 1 0-16,-1-3 0 0,2 2 0 0,-4-1 0 0,4-1 0 16,-1 5 0-16,0-7 0 0,0 1 0 0,1 1 0 15,-4-6 0-15,2 8-10 0,-2-8-23 0,4 7-6 16,-4-7 13-16,3 6 4 0,-3-6 4 16,0 0-8-16,7 4 11 0,-7-4 9 0,9-2-7 0,-9 2 7 15,10-5 4-15,-4-1 6 0,1-1-1 0,2 0-16 16,-1 0 12-16,-1-1 4 0,0 0 0 0,2 1 1 15,-4 3 0-15,1-3 9 0,-1 0 5 0,-1 3-7 16,-4 4 10-16,8-8-2 0,-4 5-5 0,-4 3-2 16,5-4-2-16,-5 4-12 0,0 0 2 0,0 0-5 15,0 0-2-15,0 0 3 0,13 5 8 0,-13-5-2 16,5 10-7-16,-3-5 6 0,2 1-1 0,-1 5-4 16,-1-4 4-16,1 1-2 0,-1 2 5 0,1-3-4 15,0 1 7-15,-1-1-3 0,1 0-37 0,-2 0-37 16,2-3-36-16,-3-4-38 0,3 15-49 0,0-10-38 15,-3-5-35-15,2 9-48 0,-2-9-31 0,3 8-32 16,-3-8-52-16,9 6-58 0,-5-6-359 0,-4 0-919 16,15 0 407-16</inkml:trace>
          <inkml:trace contextRef="#ctx0" brushRef="#br0" timeOffset="29892.33">7224 5977 221 0,'0'0'407'16,"0"0"21"-16,0 0-1 0,5-5 4 0,-5 5-11 16,0 0-4-16,0 0-10 0,0 0-12 0,0 0-18 15,-1-10-23-15,1 10-14 0,0 0-23 0,0 0-26 16,0 0-21-16,0 0-30 0,0 0-28 0,0 0-21 16,-15-6-22-16,15 6-17 0,0 0-12 0,-15 4-16 15,15-4-5-15,-13 6-18 0,3-2-15 0,3 2-4 16,-2 1-5-16,-1 0-26 0,2 1 9 0,-1 0-7 15,0 3 3-15,3-4-23 0,-3 3 11 0,2 1-4 16,3-1-14-16,-2-1-8 0,2 3-9 0,2-2-10 16,0-1-8-16,1 1-11 0,2 0-17 0,3-1-22 15,5 0-29-15,-1-1-34 0,2-1-29 0,7 0-27 16,-4-2-42-16,7-4-58 0,-1 2-52 0,4-3-52 16,8 0-80-16,-2-5-405 0,1-2-939 0,-1-3 416 15</inkml:trace>
          <inkml:trace contextRef="#ctx0" brushRef="#br0" timeOffset="30420.48">7722 5861 216 0,'0'0'420'0,"6"-8"15"15,-3 3-5-15,-3 5-14 16,7-8-6-16,-7 8-12 0,2-6-12 0,-2 6-12 0,5-6-12 15,-5 6-14-15,0 0-22 0,4-6-23 16,-4 6-40-16,0 0-18 0,0 0-31 0,0 0-20 0,0 0-26 16,0 0-19-16,0 0-19 0,0 0-10 0,0 0-16 15,0 0-6-15,-9 21-11 0,4-10-7 0,0 0-18 16,-5 1 1-16,-1 2-4 0,-2 2-7 0,1 1-18 16,-2-3 9-16,-3 8 4 0,-3-3-7 0,1-2-2 15,0 2-4-15,-3-3-13 0,0-1 4 0,7-4-6 16,-2 1 4-16,3-2-2 0,-1 0-4 0,5-4-3 15,2 0 1-15,1-1 5 0,-1-1-9 0,3-3 7 16,5-1-5-16,0 0 4 0,-11 0-5 0,11 0-18 16,-2-12 18-16,0 2-4 0,4-1-3 0,1-2-2 15,0 2 1-15,4-5-4 0,-1 0 2 0,-1 0 1 16,5 5 0-16,-3 0 1 0,2-3-8 0,-1 6 7 16,0-2-8-16,-1 2 9 0,-4 2 2 0,3 1-1 15,-3 2-4-15,4-1 3 0,-7 4-8 0,7-4 2 16,-7 4-2-16,0 0 0 0,15 4-3 0,-15-4 5 15,10 6 1-15,-4 2-6 0,1-1 4 0,0 1 1 16,-1 2-2-16,1-2 0 0,-1 0 1 0,1 2 3 16,3 1 3-16,-4-2-3 0,2 6 3 0,2-3 0 15,-1-3-3-15,1 7-12 0,3-4 15 0,-4-4 2 16,0 1-5-16,0 1-13 0,1-3-17 0,-2-1-15 16,1 1-21-16,0-3-21 0,0 1-27 0,-3-1-23 15,1-2-27-15,-1-1-44 0,3 1-34 0,-9-2-53 0,14 0-49 16,-14 0-55-16,14-5-59 0,-8 4-343 15,-6 1-867-15,8-7 384 0</inkml:trace>
        </inkml:traceGroup>
        <inkml:traceGroup>
          <inkml:annotationXML>
            <emma:emma xmlns:emma="http://www.w3.org/2003/04/emma" version="1.0">
              <emma:interpretation id="{41B5AD7A-FB7B-4345-AF2A-9FDA444A8280}" emma:medium="tactile" emma:mode="ink">
                <msink:context xmlns:msink="http://schemas.microsoft.com/ink/2010/main" type="inkWord" rotatedBoundingBox="8354,5719 9851,5792 9815,6527 8318,6454"/>
              </emma:interpretation>
              <emma:one-of disjunction-type="recognition" id="oneOf7">
                <emma:interpretation id="interp27" emma:lang="" emma:confidence="0.5">
                  <emma:literal>From</emma:literal>
                </emma:interpretation>
                <emma:interpretation id="interp28" emma:lang="" emma:confidence="0.5">
                  <emma:literal>+ Rm</emma:literal>
                </emma:interpretation>
                <emma:interpretation id="interp29" emma:lang="" emma:confidence="0">
                  <emma:literal>+ Run</emma:literal>
                </emma:interpretation>
                <emma:interpretation id="interp30" emma:lang="" emma:confidence="0">
                  <emma:literal>+ Rin</emma:literal>
                </emma:interpretation>
                <emma:interpretation id="interp31" emma:lang="" emma:confidence="0">
                  <emma:literal>+ Ran</emma:literal>
                </emma:interpretation>
              </emma:one-of>
            </emma:emma>
          </inkml:annotationXML>
          <inkml:trace contextRef="#ctx0" brushRef="#br0" timeOffset="32965.22">8584 6173 286 0,'-2'-9'434'0,"2"9"8"0,-1-9 8 15,0 3 1-15,1 6-4 0,0-11-10 0,0 11-22 16,-1-14-4-16,-1 6-15 0,2 8-3 0,-1-12-5 16,1 5-11-16,0 7-18 0,-3-11-9 0,3 11-20 15,-2-6-16-15,2 6-22 0,0 0-17 0,-1-11-22 16,1 11-25-16,0 0-19 0,0 0-23 0,0 0-118 15,-1-7-68-15,1 7 0 0,0 0 0 0,0 0 0 0,0 0 0 16,0 0 0-16,0 0 0 0,0 0 0 16,-3 22 0-16,2-8 0 0,-2 0 0 0,1 4 0 15,-1 0 0-15,0-1 0 0,0 2 0 0,-1 1 0 16,0 5 0-16,0-2 0 0,-1 1 0 0,1-5 0 16,3 0 0-16,-2 0 0 0,-1-2 0 0,1-1 0 0,1 1 0 15,0-4 0-15,2-1 0 0,-3-2 0 16,3 0 0-16,-1-2 0 0,1-8 0 0,0 11 0 0,0-11 0 15,0 9 0-15,0-9-3 0,0 0-285 0,0 0-44 16,2 8-61-16,-2-8-38 0,0 0-38 0,0 0-26 16,0 0-16-16,0 0-368 0,0 0-951 15,-4-35 422-15</inkml:trace>
          <inkml:trace contextRef="#ctx0" brushRef="#br0" timeOffset="33183.91">8385 6301 87 0,'-7'-4'247'0,"7"4"17"0,-9-5 22 0,4 3 12 0,5 2 31 15,-10-6 19-15,5 5 20 0,5 1 13 0,-8-3 12 16,8 3 4-16,0 0 6 0,-8-4 4 0,8 4-7 16,0 0-7-16,0 0-22 0,0 0-16 0,0 0-31 15,-5-6-27-15,5 6-30 0,0 0-29 0,0 0-22 16,23-7-27-16,-4 3-18 0,3 1-16 0,-1-1-13 16,0 2-29-16,7-1-37 0,-1 1-33 0,1-3-34 15,-7 5-48-15,7-2-31 0,-6 0-42 0,4 0-41 16,-5 1-52-16,-2-1-62 0,3 0-43 0,-1 2-52 15,-3-3-51-15,0 1-49 0,2 1-94 0,-1-2-281 16,1-2-906-16,-2-1 401 0</inkml:trace>
          <inkml:trace contextRef="#ctx0" brushRef="#br0" timeOffset="33956.52">9022 6080 197 0,'-1'-10'468'16,"1"10"18"-16,-3-9 26 0,2 3 9 0,1 6-1 15,-3-12-12-15,3 12-11 0,-1-9-14 0,1 9-15 16,-2-7-15-16,2 7-16 0,0 0-30 0,0 0-28 0,-2-9-39 16,2 9-33-16,0 0-34 0,0 0-23 15,-1-8-36-15,1 8-23 0,0 0-22 0,0 0-58 16,0 0-111-16,0 0 0 0,0 0 0 0,0 0 0 15,1 28 0-15,-1-17 0 0,0 5 0 0,0-3 0 0,-1 2 0 16,1 1 0-16,-1 1 0 0,-1-1 0 0,2 0 0 16,0-1 0-1,0 1 0-15,-1 1 0 0,1-6 0 0,1 1 0 0,-1 1 0 0,0-4 0 0,-1 1 0 16,1-1 0-16,0-9 0 0,0 14 0 16,-2-10-34-16,2-4-169 0,2 9 6 0,-2-9 7 15,0 0 5-15,1 8 20 0,-1-8 8 0,0 0 12 16,0 0 10-16,0 0 14 15,0 0 11-15,0 0 11 0,0 0 11 0,3-25 13 0,-4 14 19 0,-4-7 16 16,4 0 15-16,1 0 16 0,-2-6 22 0,1 5 21 16,2-6 21-16,-2-2 11 0,1 4 6 0,1 4 10 15,2-6 4-15,0 0 0 0,3 6 1 0,3-5 5 16,-2 5-10-16,6-3-8 0,-1 0-6 0,-1 6-10 16,7-4-7-16,-6 5-6 0,9-3 1 0,-7 5-6 15,0 0-11-15,0-1 3 0,-2 6-4 0,2-2-8 16,2 2 5-16,-3 2-11 0,0 0 2 0,-1 3-4 15,-2-1-3-15,1 1-1 0,-3 2 0 0,0 1-11 16,-8 0 4-16,16 1-4 0,-9 2 1 0,-1 1 0 16,-2 0 1-16,2 2-1 0,-2 3 1 0,-1 0-5 15,-1 1 17-15,-3 0-11 0,0 1 0 0,-5 4-1 16,-2 0 6-16,-3 2-6 0,2-4-2 0,-3 3-3 16,-4-3 14-16,-3 5 4 0,2-7-1 0,-4 5-3 15,-3-5 8-15,4 0 5 0,1-2 0 0,-1-3-2 16,2 0 8-16,-1-1-4 0,1 1 5 0,6-2-2 0,1-1-3 15,2-2 9-15,1 0 25 0,8-1 11 16,-11 0 8-16,11 0 1 0,-10 3-10 0,10-3 0 16,-6 3-44-16,6-3-23 0,0 0 0 15,0 0 0-15,0 0 0 0,0 0 0 0,21 10 0 0,-6-5 0 16,2 4 0-16,3-2 0 0,3 7 0 16,3 0 0-16,-3 1 0 0,1-1 0 0,-2 1 0 15,1 1 0-15,-7-3 0 0,-2 0 0 0,3-2 0 16,-3 0 0-16,-5-1 0 0,1-2 0 0,-1 2-45 0,-1-2-119 15,2 0-33-15,-4 1-41 0,0-2-45 16,-1-3-45-16,0 1-39 0,-1-2-36 0,1 4-56 0,2-6-71 16,-7-1-334-16,12 3-934 0,-12-3 414 15</inkml:trace>
          <inkml:trace contextRef="#ctx0" brushRef="#br0" timeOffset="34646.92">9459 6237 289 0,'0'0'433'0,"0"0"11"15,0 0 3-15,0 0-5 0,0 0-20 0,0 0-12 16,0 0-19-16,0 0-16 0,0 0-12 0,0 0-21 16,0 0-20-16,0 0-19 0,0 0-22 0,0 0-33 15,0 0-24-15,0 0-25 0,0 0-20 0,0 0-23 16,0 0-21-16,0 0-19 0,0 0-7 0,0 0-17 15,0 0-10-15,0 0-7 0,0 0-8 0,4 6-8 16,-4-6-6-16,1 7-6 0,-1-7-4 0,3 8-11 0,-3-8 9 16,1 9-7-16,-1-9-10 0,0 9 0 0,0-9-6 15,0 10-7-15,0-10-8 0,1 9-13 0,-1-9-7 16,0 0-4-16,-1 11-2 0,1-11 6 0,0 0-10 16,0 0 2-16,0 10 6 0,0-10 6 0,0 0 5 15,0 0 6-15,0 0 5 0,0 0 1 0,0 0-2 16,0 0 1-16,0 0-3 0,19-19 2 0,-10 13-1 15,0-2 5-15,0 1 5 0,-1-3 5 0,-1 3 7 16,1-1 6-16,-1 2 1 0,0-1 10 0,-4 2-6 16,3 1-4-16,-6 4-7 0,7-6 3 0,-7 6-1 15,7-4-12-15,-7 4 5 0,0 0-7 0,5-4 1 16,-5 4-12-16,0 0 16 0,0 0-13 0,16 8-3 16,-13-5-1-16,0 2 2 0,1 0 1 0,-1 2 0 15,-3-7 0-15,6 11 4 0,-5-4-9 0,-1-1 3 16,0-6-1-16,2 11 5 0,-2-5-13 0,0-6 3 15,0 10 4-15,0-10 2 0,0 0-3 0,2 8 3 16,-2-8 3-16,0 0 15 0,0 0-7 0,0 0 5 16,9 0-5-16,-9 0 3 0,0 0-8 0,13-18 2 15,-7 7-2-15,3 4 3 0,-3-3 1 0,3-1 3 16,-1 2-2-16,2-1-1 0,-2-1 7 0,-2 3 15 16,0 3-6-16,0-1-2 0,-2 1-2 0,-4 5-3 15,6-7-5-15,-6 7-1 0,5-5-13 0,-5 5 5 16,5-3-2-16,-5 3 0 0,0 0-6 0,0 0 9 0,10 11-4 15,-7-5-3-15,0-1-3 0,-3-5 6 0,3 15-4 16,0-8 5-16,1 2-1 0,-3-2 1 0,3 2 3 16,-1-4-5-16,-2 1-6 0,2 0-23 15,-3-6-8-15,6 10-14 0,-4-6-10 0,2 3-18 0,0-4-16 16,-4-3-24-16,6 8-31 0,-6-8-38 0,7 1-40 16,-7-1-26-16,9 2-35 0,-9-2-27 0,6 1-29 15,-6-1-44-15,0 0-56 0,0 0-357 16,10-6-866-16,-10 6 383 0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17T12:12:40.862"/>
    </inkml:context>
    <inkml:brush xml:id="br0">
      <inkml:brushProperty name="width" value="0.06667" units="cm"/>
      <inkml:brushProperty name="height" value="0.06667" units="cm"/>
      <inkml:brushProperty name="color" value="#7030A0"/>
      <inkml:brushProperty name="fitToCurve" value="1"/>
    </inkml:brush>
    <inkml:context xml:id="ctx1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1" timeString="2022-09-27T08:18:30.896"/>
    </inkml:context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Group>
    <inkml:annotationXML>
      <emma:emma xmlns:emma="http://www.w3.org/2003/04/emma" version="1.0">
        <emma:interpretation id="{209A9C09-B412-4ECA-994D-C83C6DD5BBD7}" emma:medium="tactile" emma:mode="ink">
          <msink:context xmlns:msink="http://schemas.microsoft.com/ink/2010/main" type="writingRegion" rotatedBoundingBox="835,-134 33840,414 33547,17995 542,17446"/>
        </emma:interpretation>
      </emma:emma>
    </inkml:annotationXML>
    <inkml:traceGroup>
      <inkml:annotationXML>
        <emma:emma xmlns:emma="http://www.w3.org/2003/04/emma" version="1.0">
          <emma:interpretation id="{51EC0466-1734-4E9E-9CC8-DB8EF067F951}" emma:medium="tactile" emma:mode="ink">
            <msink:context xmlns:msink="http://schemas.microsoft.com/ink/2010/main" type="paragraph" rotatedBoundingBox="28668,397 33809,221 33843,1216 28702,1393" alignmentLevel="7"/>
          </emma:interpretation>
        </emma:emma>
      </inkml:annotationXML>
      <inkml:traceGroup>
        <inkml:annotationXML>
          <emma:emma xmlns:emma="http://www.w3.org/2003/04/emma" version="1.0">
            <emma:interpretation id="{AF937689-3EFB-47DC-B277-E900F61F6751}" emma:medium="tactile" emma:mode="ink">
              <msink:context xmlns:msink="http://schemas.microsoft.com/ink/2010/main" type="line" rotatedBoundingBox="28668,397 33809,221 33843,1216 28702,1393"/>
            </emma:interpretation>
          </emma:emma>
        </inkml:annotationXML>
        <inkml:traceGroup>
          <inkml:annotationXML>
            <emma:emma xmlns:emma="http://www.w3.org/2003/04/emma" version="1.0">
              <emma:interpretation id="{B5257804-28DC-4786-8386-383DCAE9B3ED}" emma:medium="tactile" emma:mode="ink">
                <msink:context xmlns:msink="http://schemas.microsoft.com/ink/2010/main" type="inkWord" rotatedBoundingBox="28677,678 29685,644 29706,1260 28698,1295"/>
              </emma:interpretation>
              <emma:one-of disjunction-type="recognition" id="oneOf0">
                <emma:interpretation id="interp0" emma:lang="" emma:confidence="0.5">
                  <emma:literal>find</emma:literal>
                </emma:interpretation>
                <emma:interpretation id="interp1" emma:lang="" emma:confidence="0.5">
                  <emma:literal>fig mid</emma:literal>
                </emma:interpretation>
                <emma:interpretation id="interp2" emma:lang="" emma:confidence="0">
                  <emma:literal>fix mid</emma:literal>
                </emma:interpretation>
                <emma:interpretation id="interp3" emma:lang="" emma:confidence="0">
                  <emma:literal>Lie mid</emma:literal>
                </emma:interpretation>
                <emma:interpretation id="interp4" emma:lang="" emma:confidence="0">
                  <emma:literal>fin mid</emma:literal>
                </emma:interpretation>
              </emma:one-of>
            </emma:emma>
          </inkml:annotationXML>
          <inkml:trace contextRef="#ctx0" brushRef="#br0">28704 994 175 0,'0'0'333'0,"-2"-6"14"15,2 6 2-15,-2-10 0 0,2 10 2 0,0 0-4 16,-3-2-18-16,3 2-12 0,0 0-15 0,0 0-14 16,0 0-18-16,0 0-23 0,0 0-21 0,0 0-25 15,0 0-20-15,0 0-18 0,0 0-16 0,0 0-12 0,0 0 0 16,-7 14-12-16,8-5-5 0,-2-1-4 0,2-2-8 15,2 4-11-15,-3 2-11 0,3-1-7 16,-3 8-7-16,3-5-6 0,-1 1-5 0,0 0 0 16,2 0-12-16,-2 0-5 0,0 0-29 0,0-3-29 15,-1 2-36-15,1-1-29 0,3-5-35 0,-2 0-33 0,-1 2-31 16,3-8-33-16,-3 3-27 0,2 0-29 16,-4-1-24-16,0-4-26 0,0 0-27 0,0 0-37 15,0 0-218-15,0 0-652 0,0 0 289 0</inkml:trace>
          <inkml:trace contextRef="#ctx0" brushRef="#br0" timeOffset="203.0746">28868 1031 71 0,'0'-7'373'0,"0"7"7"16,5-5 13-16,-5 5-4 0,0 0-11 0,0 0-9 15,1-4-13-15,-1 4-28 0,0 0-25 0,0 0-31 16,0 0-25-16,0 0-24 0,0 0-27 0,0 0-28 15,0 0-13-15,0 0-14 0,0 0-14 0,-11 15-15 16,9-10-11-16,-5 0-8 0,1 1-10 0,1 5-9 16,-1-2-3-16,-4 4-9 0,1-1-7 0,2-1 0 15,1-4-7-15,-1 5-6 0,2-6-2 0,-1 2-5 16,4 1-5-16,-3-1-4 0,2-3-3 0,-1 2-7 16,4 0-7-16,-2-1-16 0,-2-1-5 0,4-5 2 15,0 9-1-15,0-9 6 0,4 9-2 0,-2-5 4 16,2-1 6-16,-1 0-2 0,-3-3-2 0,10 11 0 15,-7-10-1-15,2 4 0 0,0-1 1 0,3-3 2 0,-2 2-2 16,-6-3-8-16,7 7-8 0,-1-7-16 16,-6 0-21-16,7 2-19 0,-7-2-25 0,0 0-23 15,0 0-34-15,13 0-40 0,-13 0-42 0,0 0-60 16,13-6-61-16,-8 2-333 0,1 2-746 0,0-4 330 16</inkml:trace>
          <inkml:trace contextRef="#ctx0" brushRef="#br0" timeOffset="797.244">29047 1144 268 0,'0'0'385'0,"0"0"-19"15,0 0-28-15,0 0-31 0,0 0-25 0,6 0-24 16,-6 0-18-16,0 0-25 0,0 0-27 0,0 0-13 15,0 0-18-15,0 0-16 0,0 0-15 0,0 0-15 16,0 0-13-16,0 0-9 0,0 0-12 0,0 0-13 16,0 0-2-16,0 0-1 0,0 0-4 0,0 10-9 15,0-10 5-15,0 0-13 0,0 0-6 0,0 0 0 16,0 0-2-16,0 0-8 0,0 0 5 0,0 0 4 16,13-8-7-16,-13 8 11 0,0 0 13 0,7-4-12 15,-1 1-5-15,-6 3-1 0,5-4 6 0,0 0 7 16,-2-1 8-16,-3 5-2 0,5-7 2 0,-3 1-3 15,-2-1-7-15,3 2 11 0,0-2-4 0,-3 2-11 16,0-2-4-16,0 7-3 0,-3-9-3 0,3 2-3 16,0 7-1-16,-5-5-6 0,0 0 0 0,2 1-5 15,3 4-5-15,-7-6 2 0,4 3-4 0,3 3-1 16,-10-2 3-16,10 2-8 0,0 0-3 0,-16 5-1 16,10-2 1-16,6-3 2 0,-13 6-1 0,8 0-2 15,-2 1 2-15,-1 6 6 0,1-1-5 0,1-1-4 16,-1 1 3-16,2-4 0 0,-1 3 4 0,-1 0-5 15,2-3 2-15,4 4-4 0,-2-2-1 0,-1-1-4 0,2-1-11 16,2 1 0-16,0-1 0 0,0 3 4 16,2-5 2-16,-2 1 0 0,4 0 7 0,3-1 2 15,0-1 10-15,2 3-2 0,7-2-1 0,0 0 17 16,2-4 9-16,1 1 10 0,4-3 6 0,-3 3 18 16,-5-3 6-16,7 0 7 0,-6-3-3 0,1 1 0 0,-4 1-5 15,1-2-5-15,-1-1-5 0,0 0-7 16,-6 1-5-16,3-2-11 0,-2 0-31 0,3 2-36 15,-6-2-41-15,2 1-60 0,-1-2-53 0,-3 1-59 16,-3 5-60-16,4-6-65 0,-2 1-80 0,-2 5-247 16,0 0-755-16,-7-10 334 0</inkml:trace>
          <inkml:trace contextRef="#ctx0" brushRef="#br0" timeOffset="2439.766">29396 668 226 0,'-2'-6'253'0,"2"6"13"15,0 0 0-15,0 0 6 0,0-5-7 0,0 5 0 16,0 0-1-16,0 0-19 0,4-3 4 0,-4 3-14 15,0 0-2-15,0 0-14 0,0 0-8 0,0 0-13 16,0 0-14-16,0 0-20 0,0 0-3 0,0 0-13 16,8 13-3-16,-5-8-9 0,-1 0-9 0,3 5-10 15,1-2-8-15,1 1-7 0,2 2-9 0,1 3-6 16,3-1-7-16,4 4-7 0,3-3-11 0,-3 5-4 16,3-4-7-16,0 1 1 0,-1-4-9 0,-5 1-3 15,-1-4-5-15,0 2-3 0,0-1-7 0,-2-1-9 16,-1-3-12-16,-5 0-9 0,5-1-10 0,-2 0-11 15,-5-1-7-15,-3-4-11 0,7 7-13 0,-7-7-13 16,6 3-26-16,-6-3-17 0,0 0-18 0,3 3-17 16,-3-3-55-16,0 0-61 0,0 0-43 0,6-14-52 15,-12 6-298-15,6 8-712 0,0-14 315 0</inkml:trace>
        </inkml:traceGroup>
        <inkml:traceGroup>
          <inkml:annotationXML>
            <emma:emma xmlns:emma="http://www.w3.org/2003/04/emma" version="1.0">
              <emma:interpretation id="{7D8BA8D2-E075-4BCB-992E-1B5C16679E2D}" emma:medium="tactile" emma:mode="ink">
                <msink:context xmlns:msink="http://schemas.microsoft.com/ink/2010/main" type="inkWord" rotatedBoundingBox="29408,372 30805,324 30831,1085 29435,1133"/>
              </emma:interpretation>
              <emma:one-of disjunction-type="recognition" id="oneOf1">
                <emma:interpretation id="interp5" emma:lang="" emma:confidence="0.5">
                  <emma:literal>Density</emma:literal>
                </emma:interpretation>
                <emma:interpretation id="interp6" emma:lang="" emma:confidence="0">
                  <emma:literal>Density'</emma:literal>
                </emma:interpretation>
                <emma:interpretation id="interp7" emma:lang="" emma:confidence="0">
                  <emma:literal>Density's</emma:literal>
                </emma:interpretation>
                <emma:interpretation id="interp8" emma:lang="" emma:confidence="0">
                  <emma:literal>Densify</emma:literal>
                </emma:interpretation>
                <emma:interpretation id="interp9" emma:lang="" emma:confidence="0">
                  <emma:literal>Densify'</emma:literal>
                </emma:interpretation>
              </emma:one-of>
            </emma:emma>
          </inkml:annotationXML>
          <inkml:trace contextRef="#ctx0" brushRef="#br0" timeOffset="2142.3558">29617 604 58 0,'3'-3'354'0,"-3"3"-1"16,0 0 5-16,0 0 7 0,0 0 2 0,0 0 0 15,0 0-2-15,5-3-6 0,-5 3-10 16,0 0-7-16,0 0-15 0,0 0-17 0,0 0-20 0,0 0-16 16,0 0-19-16,0 0-17 0,0 0-12 15,0 0-37-15,0 0-14 0,0 0-13 0,0 0-17 0,0 0-20 16,0 0-15-16,0 0-14 0,0 0-9 0,2 13-14 16,-2-13-6-16,-4 11-6 0,-1-4 6 0,1-1 2 15,0 5 2-15,-2-1-6 0,-4 2 1 16,3 1-7-16,0-1 4 0,-3 0-16 0,1 3 2 15,0 0-4-15,-2 0-1 0,0-2-10 0,-2 6 1 16,0-1-5-16,1-6-4 0,5-1 3 0,-4-1-5 0,4 4-3 16,1-10 2-16,-1 5-28 0,5-3-18 0,-2-1-18 15,-2 0-19-15,5-1-18 0,-2-1-20 0,3-3-19 16,-3 7-7-16,3-7-13 0,-6 5-10 16,6-5 1-16,0 0-20 0,0 0-5 0,0 0-11 15,-1 3-22-15,1-3-18 0,0 0-12 0,0 0-34 0,0 0-49 16,0 0-37-16,0 0-25 0,6-16-10 15,-6 7-253-15,0 2-696 0,0-2 308 0</inkml:trace>
          <inkml:trace contextRef="#ctx0" brushRef="#br0" timeOffset="3064.6202">30116 860 274 0,'6'3'320'0,"-6"-3"-11"0,0 0-21 0,0 0-12 15,0 0-21-15,0 0-1 0,0 0-19 0,0 0-13 16,0 0-21-16,0 0-2 0,0 0-9 0,0 0-9 16,0 0 2-16,0 0-8 0,0 0 2 0,0 0 1 15,0 0 10-15,0 0-1 0,0 0 7 0,0 0 3 16,0 0-2-16,0 0-5 0,-27-5-1 0,17 4-1 16,3-2-2-16,1-1-5 0,-7-1 4 0,6 0 5 15,-5 0-13-15,2-1 6 0,-2-5-12 0,-1 0 3 16,3-3-13-16,-2 3-14 0,-1-1-14 0,3-1-5 15,0-1-12-15,2 0-11 0,-4-7-5 0,4 0-10 16,-1-4-16-16,2 3-5 0,1 1-3 0,5 0-2 16,-4 2-18-16,4-3-46 0,1 4 0 0,0 2 0 15,0-8 0-15,4 9 0 0,-1 1 0 0,3-2 0 16,0 1 0-16,-2 4 0 0,3-1 0 0,-1 0 0 16,2 1 0-16,4 2 0 0,-6 3 0 0,6-2 0 15,1 2 0-15,-4 3 0 0,4 0 0 0,0-2 0 16,-2 3 0-16,2 4 0 0,0-2 0 0,0 2 0 15,-2 2 0-15,2 1-7 0,-4 0-60 0,1 1 0 16,-3 2-5-16,0-2 3 0,-1 3 1 0,1 2 8 16,-1 1 7-16,-2-2 3 0,-4 1 5 0,1 5 7 15,-2-3 3-15,1-1 4 0,-4 1 0 0,-2 0 4 16,4-1 3-16,-5 1 10 0,-3 1-3 0,-3-1 2 16,1 0 0-16,-3 3 3 0,2-5 4 0,-1 3-1 15,-2-7 6-15,5 3-5 0,4-3 5 0,-3 0-2 16,4-2 6-16,-1-2-5 0,-2 0 1 0,2 2-1 15,7-2-5-15,-9-1-10 0,9-2-18 0,-4 5-21 16,-2-4-18-16,6-1-34 0,-7 4-31 0,7-4-28 16,0 0-41-16,-3 4-38 0,3-4-39 0,0 0-44 15,0 0-48-15,0 0-50 0,0 6-30 0,0-6-269 16,0 0-789-16,20 5 350 0</inkml:trace>
          <inkml:trace contextRef="#ctx0" brushRef="#br0" timeOffset="4035.218">30497 921 27 0,'0'0'338'0,"0"0"0"0,0 0-10 0,0 0-2 0,0 0-8 15,0 0 2-15,0 0 0 0,-1-9-18 0,1 9-6 16,1-5-10-16,0-1-8 0,-1 6-14 0,0-6-16 16,0 6-11-16,0-10-9 0,0 10-10 0,-1-7-13 15,1 7-10-15,-4-5-12 0,2 0-10 0,2 5-10 16,-3-8-9-16,-1 5-7 0,-2 0-9 0,6 3-4 15,-5-6-13-15,5 6-7 0,-8-3-4 0,8 3-15 16,-11-3-8-16,11 3-9 0,0 0-11 0,-20 5-9 16,20-5 0-16,-13 0-11 0,6 3-6 0,-4 1-5 15,2-1 0-15,-1 2-7 0,1-1-4 0,-2 5 0 16,-2-1 3-16,2 4-5 0,-2 1-7 0,3-5 0 16,0 2-11-16,1 4-17 0,2-3-16 0,-2-1-14 15,2 1-15-15,-1 3-13 0,5-1-16 0,1-2-3 16,1 2-9-16,4 0-13 0,2-8-20 0,4 0-37 15,7 6-19-15,-3-2-32 0,0 1-15 0,12-2-7 16,0 1-14-16,0-6-7 0,-6-1-11 0,7-1-8 16,-1-4-17-16,1-2-17 0,-9 2-25 0,8-3-241 15,-10 0-628-15,0-4 278 0</inkml:trace>
          <inkml:trace contextRef="#ctx0" brushRef="#br0" timeOffset="4299.8068">30693 953 5 0,'0'0'303'16,"0"0"-6"-16,0 0-4 0,0 0-15 0,0 0-7 16,0 0-20-16,0 0-12 0,0 0-17 0,0 0-17 15,0 0-19-15,0 0-22 0,0 0-6 0,0 0-30 16,0 0-13-16,0 0-10 0,0 0-17 0,16 8-1 15,-12-4-12-15,-4-4-9 0,7 5-7 0,-7-3-8 16,0-2-1-16,10 9-14 0,-10-9-1 16,3 7-4-16,1-1-4 0,-2 1 2 0,2 2-7 15,-4-9-3-15,-3 9-1 0,2-2-4 0,-5-1 2 0,5 2-4 16,-5-2-3-16,0 3 5 0,-1-5-5 0,0 3-7 16,-3 0 4-16,-3-6-18 0,13-1 6 0,-19 5 4 15,12-2-3-15,7-3 2 0,-13 3 0 0,13-3 12 16,-13 0-2-16,13 0 11 0,0 0 17 15,-12-8 14-15,12 8 11 0,-6-11 7 0,6 4 6 16,3-1 7-16,0-2 1 0,2 5 2 0,-3-8-7 0,3 3 4 16,3 4-1-16,-3-2 2 0,1 1 4 0,-6 1-5 15,7-2-8-15,-1 6-5 0,-6 2-10 0,6-5-4 16,-5 2-13-16,-1 3-1 0,4-5-7 16,-4 5-10-16,0 0-2 0,8-2 0 0,-8 2-1 15,0 0-6-15,0 0 2 0,14 7-10 0,-10-3 5 16,-2 2-7-16,3-1 2 0,0 2-18 0,-3-3-26 0,4 5-31 15,1 1-20-15,-1-5-30 0,4 7-27 0,-3-6-42 16,2 2-33-16,1-1-43 0,3-2-63 0,1-2-48 16,-5 1-231-16,2-1-657 0,5-3 290 15</inkml:trace>
        </inkml:traceGroup>
        <inkml:traceGroup>
          <inkml:annotationXML>
            <emma:emma xmlns:emma="http://www.w3.org/2003/04/emma" version="1.0">
              <emma:interpretation id="{C2896857-AC7F-4D63-B2CD-D69FE976BB52}" emma:medium="tactile" emma:mode="ink">
                <msink:context xmlns:msink="http://schemas.microsoft.com/ink/2010/main" type="inkWord" rotatedBoundingBox="30978,734 32236,691 32251,1119 30993,1163"/>
              </emma:interpretation>
              <emma:one-of disjunction-type="recognition" id="oneOf2">
                <emma:interpretation id="interp10" emma:lang="" emma:confidence="0.5">
                  <emma:literal>of</emma:literal>
                </emma:interpretation>
                <emma:interpretation id="interp11" emma:lang="" emma:confidence="0">
                  <emma:literal>It</emma:literal>
                </emma:interpretation>
                <emma:interpretation id="interp12" emma:lang="" emma:confidence="0">
                  <emma:literal>If</emma:literal>
                </emma:interpretation>
                <emma:interpretation id="interp13" emma:lang="" emma:confidence="0.5">
                  <emma:literal>o t</emma:literal>
                </emma:interpretation>
                <emma:interpretation id="interp14" emma:lang="" emma:confidence="0">
                  <emma:literal>. t</emma:literal>
                </emma:interpretation>
              </emma:one-of>
            </emma:emma>
          </inkml:annotationXML>
          <inkml:trace contextRef="#ctx0" brushRef="#br0" timeOffset="4893.402">31006 848 208 0,'0'0'360'0,"0"0"-3"16,0 0-10-16,0 0-23 0,0 0-14 0,0 0-19 15,0-6-13-15,0 6-22 0,0 0-17 0,0 0-16 16,0 0-24-16,0 0-9 0,0 0 1 0,0 0 0 16,5 15 6-16,-4-9-5 0,-1 1-12 0,2 3-12 15,-2 1-13-15,-2-1-14 0,2 4-10 0,0-3-15 16,0 3-9-16,-1-1-9 0,-2-1-6 0,3 1-14 15,0-3-3-15,0 3-7 0,-2-1-5 0,2-4-8 16,-1 2-6-16,-3 2-14 0,4-3-31 0,-2 2-30 16,2-3-23-16,-4 0-30 0,4 1-29 0,0-9-29 15,0 0-20-15,-3 8-10 0,3-8-15 0,0 0-4 16,0 0-18-16,0 0-37 0,0 0-24 0,0 0-7 16,0 0 7-16,0 0 5 0,9-23 6 0,1 11 14 15,-7 3 8-15,2-5 23 0,0 0 20 0,2 3 22 16,-6 1 33-16,9-1 27 0,-7-3 35 0,4 7 17 15,3-3 41-15,-1-2 26 0,-3 6 33 0,-2 1 31 16,2 0 32-16,-6 5 28 0,8-10 23 0,-6 5 14 16,-2 5 10-16,4-6 9 0,-4 6 7 0,0 0-13 15,3-9-5-15,-3 9-6 0,0 0 5 0,0 0-17 16,5-4-20-16,-5 4-9 0,0 0-7 0,0 0-20 16,0 0-9-16,0 0-8 0,0 0-2 0,0 0 1 15,0 0 1-15,0 0-5 0,-7 19-2 0,0-14-18 16,1 0-7-16,1 4-2 0,-1-5-5 0,-1 4-8 15,1 1-5-15,-1-2 1 0,1 2-5 0,-1-2-3 16,4 0-5-16,-1-1-1 0,-2 1 1 0,6-7-4 16,-6 10 2-16,5-6-12 0,1-4-3 0,-1 8-1 15,1-8 5-15,-5 9-1 0,5-9-3 0,13 8 1 16,-13-8 1-16,6 6 2 0,-6-6-4 0,17 6 2 16,-13-2-2-16,6-3-1 0,3 7-20 0,-6-7-5 15,3 1-14-15,-10-2-15 0,10 6-30 0,-2-4-18 16,-8-2-29-16,15 1-45 0,-15-1-29 0,13 0-49 15,-13 0-54-15,13-3-53 0,-13 3-315 0,0 0-724 16,14-8 320-16</inkml:trace>
          <inkml:trace contextRef="#ctx0" brushRef="#br0" timeOffset="5519.2411">31255 999 380 0,'0'0'458'0,"0"0"-6"16,6 0-18-16,-6 0-27 0,0 0-33 0,0 0-40 15,0 0-23-15,0 0-35 0,0 0-26 0,0 0-26 16,0 0-25-16,0 0-19 0,0 0-22 0,0 0-17 16,0 0-11-16,0 0-12 0,0 0-15 0,0 0-12 15,0 0-9-15,0 0-9 0,13 4-3 16,-13-4-8-16,13 0-4 0,-6 4-6 0,-1-1-3 15,7-6-6-15,-3 3-1 0,-10 0-4 0,20-4 0 0,-6 2-3 16,-3 2-4-16,-2-2 0 0,1-3 1 0,-1 1-6 16,2 2 2-16,-2-5 5 0,1 0 3 0,-3 3 6 15,0-1-4-15,-1-2 0 0,-1-2-5 16,0 3-7-16,-4 0-5 0,1-2 3 0,-2 3-10 16,0-1-3-16,0 1-1 0,-3 0-3 0,3 5 0 0,-9-7-5 15,6 5-4-15,-4-1-2 0,7 3-3 0,-13-1 6 16,8-1 0-16,5 2-5 0,-18 5 2 15,7-2-2-15,-5 0 1 0,6 2 1 0,0 2-1 16,-1 1 1-16,4 0-1 0,-3-2-2 0,1 2 3 16,-1 2-4-16,1-1 0 0,4-3 1 0,-1 4 1 15,4-1 1-15,-2 0 3 0,3 2-2 0,1-5 2 0,-5 4 2 16,11 2 1-16,-6-1 3 0,6 1 1 0,5-2-2 16,1 1 0-16,2 0 3 0,0-2-2 15,2 2-1-15,0-2 1 0,7-2 2 0,-5-2-3 16,2 0 4-16,2 0 0 0,-3-5-2 0,1 2-1 15,-2-4-2-15,1 2-5 0,1-5-8 0,-2 4 2 0,1-3-5 16,-6-3-15-16,0 4-22 0,0 1-13 0,-3-1-23 16,-10 3-30-16,14-6-44 0,-7 2-36 0,-1 1-56 15,-6 3-49-15,0 0-65 0,11-8-43 16,-11 8-264-16,0-5-728 0,0 5 323 0</inkml:trace>
          <inkml:trace contextRef="#ctx0" brushRef="#br0" timeOffset="7736.5191">31968 710 136 0,'0'-5'257'0,"0"5"11"0,0 0 3 16,0 0-1-16,0 0 0 0,2-4-8 16,-2 4-10-16,0 0 6 0,0 0-2 0,0 0-3 15,0 0-5-15,0 0-6 0,0 0-2 0,0 0-7 0,0 0-13 16,0 0-9-16,0 0-12 0,0 0-15 0,0 0-10 15,0 0-17-15,0 0-11 0,0 0-4 0,0 0-7 16,8 16-8-16,-5-10-14 0,3 1-6 0,4 1-11 16,-2 4-6-16,4 1-9 0,1 0-9 0,0-1-8 15,5 5-9-15,-2 1-32 0,4-4-32 0,1 3-46 16,1-1-35-16,-9-6-44 0,2 1-28 0,1-1-27 16,-3 1-35-16,0-3-33 0,-6-2-42 0,3 1-44 15,-1-2-49-15,1-5-268 0,-10 0-715 16,0 0 316-16</inkml:trace>
        </inkml:traceGroup>
        <inkml:traceGroup>
          <inkml:annotationXML>
            <emma:emma xmlns:emma="http://www.w3.org/2003/04/emma" version="1.0">
              <emma:interpretation id="{E6A595B7-A861-4326-90E7-006FCE4EFA6D}" emma:medium="tactile" emma:mode="ink">
                <msink:context xmlns:msink="http://schemas.microsoft.com/ink/2010/main" type="inkWord" rotatedBoundingBox="31960,575 33819,511 33843,1216 31985,1280"/>
              </emma:interpretation>
            </emma:emma>
          </inkml:annotationXML>
          <inkml:trace contextRef="#ctx0" brushRef="#br0" timeOffset="7470.9557">32197 612 158 0,'0'0'360'15,"0"0"-4"-15,0 0 5 0,0 0 0 0,0 0-7 16,7-3-1-16,-7 3-10 0,0 0-5 0,0 0-14 16,0 0-17-16,0 0-16 0,0 0-19 0,0 0-21 15,0 0-21-15,0 0-24 0,0 0-21 0,0 0-21 16,0 0-14-16,0 0-22 0,0 0-10 0,0 0-15 16,-1 15-10-16,1-15-3 0,-12 10 1 0,11-2 4 15,-5 2-13-15,-1 2-11 0,-4 0-1 0,3 1-11 16,-3-1-4-16,4 4-2 0,-9 2-6 0,3 1-6 15,-3-2 0-15,4-1-5 0,-3 2-3 0,4-5-3 16,-5 4-2-16,6-1-2 0,-1-2-26 0,1-3-30 16,1 0-28-16,2-5-39 0,1 2-34 0,3-2-32 15,-1 0-27-15,3-1-27 0,-1-2-20 0,2-3-8 16,-4 7-17-16,4-7-36 0,0 0-48 0,0 0-32 16,0 0-14-16,0 0-227 0,18-15-670 0,-16 9 297 15</inkml:trace>
          <inkml:trace contextRef="#ctx0" brushRef="#br0" timeOffset="8439.8274">32625 577 270 0,'0'0'392'0,"0"0"11"0,-9-16 3 0,9 16-10 0,0 0 1 16,0-8-11-16,0 8-6 0,0 0-6 0,0 0-12 15,0 0-15-15,0 0-17 0,0 0-19 0,0 0-14 16,0 0-22-16,0 0-16 0,0 0-27 15,0 0-21-15,0 0-26 0,0 0-17 0,0 0-25 16,0 0-13-16,0 0-27 0,0 0-2 0,0 0-14 16,-7 20 19-16,2-12 21 0,-4 9 6 0,-3-4-19 0,1 0-11 15,2 3-10-15,-2 3-11 0,0 3-11 0,-1-2-4 16,-1 4-6-16,-1-2-3 0,2 1-8 0,0-2 0 16,2 1-10-16,0 0 3 0,1 0-18 15,0-6-10-15,8 1-25 0,-5-4-29 0,6 5-13 16,0-1-14-16,0 1-27 0,7 2-17 0,-1-2-25 0,7 1-23 15,0 3-22-15,-2-8-27 0,2 3-22 0,4-6-21 16,2 3-22-16,-6-6-22 0,1 3-22 0,-1-2-32 16,-2-6-39-16,5 2-22 0,1-5-45 15,-4 0-242-15,4 2-754 0,-4-4 334 0</inkml:trace>
          <inkml:trace contextRef="#ctx0" brushRef="#br0" timeOffset="9018.8017">32834 672 82 0,'4'-8'502'16,"-4"8"-2"-16,2-4 2 0,-2 4-15 0,1-4-23 15,-1 4-26-15,0 0-22 0,0 0-29 0,0 0-27 16,0 0-28-16,0 0-35 0,0 0-34 0,0 0-30 15,0 0-20-15,0 0-24 0,0 0-17 0,0 0-15 16,0 0-25-16,-7 21 4 0,7-13-15 0,0 2-10 16,-2-1-5-16,1 2-12 0,-2 0-2 0,2 2-10 15,-1 2-8-15,-2-2-9 0,4 0-6 0,-1 5-2 16,-4-4-1-16,5 0-9 0,-1 0-9 0,-1-3-5 16,2 0 4-16,-4-3-26 0,4 0-27 0,0 1-29 15,0 3-30-15,-1-7-34 0,1-5-34 0,0 11-29 16,0-11-30-16,1 8-26 0,3-5-54 0,-4-3-78 15,0 0-88-15,16 0-61 0,-16 0-284 0,17-8-859 16,-4-1 380-16</inkml:trace>
          <inkml:trace contextRef="#ctx0" brushRef="#br0" timeOffset="9019.8017">33056 807 24 0,'0'0'437'15,"0"0"14"-15,0 0-9 0,0 0-9 0,0 0-16 16,0 0-21-16,0 0-15 0,0 0-18 0,0 0-25 16,0 0-19-16,0 0-31 0,0 0-23 15,0 0-26-15,0 0-20 0,0 0-28 0,7 0-32 16,-7 0-28-16,0 0-37 0,20-6-39 0,-9 5-29 16,2-1-34-16,0 2-32 0,4-3-39 0,-1 1-48 0,3 0-43 15,-1 2-54-15,1-3-51 0,-1 2-67 0,3-1-70 16,-1 2-254-16,-5-3-720 0,4 1 318 15</inkml:trace>
          <inkml:trace contextRef="#ctx0" brushRef="#br0" timeOffset="9392.7132">33545 672 409 0,'6'-4'474'15,"-3"1"-10"-15,-3 3 2 0,0 0-16 0,3-5-16 16,-3 5-27-16,0 0-23 0,0 0-26 0,0 0-32 16,1-4-28-16,-1 4-27 0,0 0-26 0,0 0-21 15,0 0-31-15,0 0-24 0,0 0-16 0,0 0-19 16,0 0-11-16,-13 11-13 0,7-6-9 0,2 2-10 16,1-1-6-16,-2 2-12 0,-1 0-7 0,-3 1-3 15,-4 1-11-15,3 2-1 0,2-2-6 0,-2 2-7 16,1-2-1-16,3 5-6 0,-1-7-7 0,3 6 4 15,-2-2-2-15,3 0-8 0,-1-5-16 0,4 8-9 16,0-5-8-16,0 3-12 0,0-3-20 0,6 1-10 16,1 1-20-16,3 0-20 0,-3-4-17 0,5 1-23 15,-4 0-21-15,5-3-25 0,-3-2-45 0,0 3-35 16,2-4-39-16,-1-1-27 0,-11-2-35 0,29-5-39 16,-16 1-284-16,-5 1-742 0,-5-2 328 0</inkml:trace>
          <inkml:trace contextRef="#ctx0" brushRef="#br0" timeOffset="9564.5476">33505 848 34 0,'-11'-5'300'0,"11"5"8"16,-10-1 1-16,10 1 2 0,0 0 4 0,0 0-11 0,-15-5 3 16,15 5-1-16,-5-4-10 0,5 4-9 0,-6-1-10 15,6 1-14-15,0 0-15 0,0 0-17 0,0 0-16 16,0 0-18-16,0 0-24 0,0 0-17 0,20 0-18 15,-10-2-14-15,-3 1-22 0,5 1-22 16,0-3-30-16,4 2-37 0,3-1-36 0,-2 1-31 16,-3-1-33-16,2 0-57 0,0 0-26 0,-1-1-52 15,-2 0-63-15,3 2-50 0,-3-3-63 0,0-3-207 0,-2-3-654 16,-4 4 289-16</inkml:trace>
          <inkml:trace contextRef="#ctx0" brushRef="#br0" timeOffset="9876.9767">33710 562 331 0,'0'0'415'0,"1"-5"-5"0,-1 5-12 16,0 0-18-16,2-4-22 0,-2 4-21 0,0 0-24 16,0 0-20-16,0 0-23 0,0 0-25 0,0 0-17 15,0 0-14-15,0 0 9 0,17 16 0 0,-16-7-2 16,6 3-8-16,2 0-6 0,-2 7-1 0,3 0 1 15,2 3-12-15,-5 0-22 0,3 4-8 0,-2-3-14 16,2 1-25-16,-4 3-4 0,-2-2-11 0,1-1-21 16,-1 1 9-16,-1-1-17 0,-3 1-4 15,-3-3-15-15,-1 2 1 0,-3-3-16 0,-4-1-3 0,3 2-24 16,-6 2-28-16,-2 1-33 0,0-8-41 0,-10 11-42 16,3-9-48-16,-1 7-49 0,4-12-54 0,0-1-51 15,-4 1-57-15,8-6-62 0,0-2-67 0,0 0-281 16,4 0-857-16,0-1 380 0</inkml:trace>
        </inkml:traceGroup>
      </inkml:traceGroup>
    </inkml:traceGroup>
    <inkml:traceGroup>
      <inkml:annotationXML>
        <emma:emma xmlns:emma="http://www.w3.org/2003/04/emma" version="1.0">
          <emma:interpretation id="{BDE6CA7B-8908-4AAF-82C9-48B0D092B6B4}" emma:medium="tactile" emma:mode="ink">
            <msink:context xmlns:msink="http://schemas.microsoft.com/ink/2010/main" type="paragraph" rotatedBoundingBox="5463,89 28643,474 28612,2318 5433,1932" alignmentLevel="4"/>
          </emma:interpretation>
        </emma:emma>
      </inkml:annotationXML>
      <inkml:traceGroup>
        <inkml:annotationXML>
          <emma:emma xmlns:emma="http://www.w3.org/2003/04/emma" version="1.0">
            <emma:interpretation id="{31AC8BFD-8C3F-4871-8542-B2F866AC176F}" emma:medium="tactile" emma:mode="ink">
              <msink:context xmlns:msink="http://schemas.microsoft.com/ink/2010/main" type="line" rotatedBoundingBox="5463,89 28643,474 28612,2318 5433,1932"/>
            </emma:interpretation>
          </emma:emma>
        </inkml:annotationXML>
        <inkml:traceGroup>
          <inkml:annotationXML>
            <emma:emma xmlns:emma="http://www.w3.org/2003/04/emma" version="1.0">
              <emma:interpretation id="{B8917EA6-1117-4E21-B5AB-5F5167E750CA}" emma:medium="tactile" emma:mode="ink">
                <msink:context xmlns:msink="http://schemas.microsoft.com/ink/2010/main" type="inkWord" rotatedBoundingBox="14006,341 15903,372 15895,886 13998,855"/>
              </emma:interpretation>
              <emma:one-of disjunction-type="recognition" id="oneOf3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1" brushRef="#br1">14090 658 66 0,'0'0'229'0,"0"0"-5"15,0 0 1-15,0 0 4 0,0 0-3 0,0 0-2 16,0 0-4-16,0 0-1 0,0 0-1 16,0 0-7-16,0 0 18 0,0 0-13 0,0 0 16 15,0 0 0-15,0 0-3 0,0 0-2 0,0 0-4 16,0 0-1-16,0 0-7 0,20-37-7 0,-20 37-8 16,0 0-11-16,0 0-4 0,0 0-5 0,0 0-4 15,0 0-16-15,0 0 0 0,0 0-10 0,0 0-7 16,0 0-11-16,0 0-4 0,0 0-3 0,0 0-8 15,0 0-4-15,-7-42-1 0,7 42-3 0,0 0-2 16,0 0 0-16,0 0-6 0,0 0-10 0,0 0-6 16,0 0-5-16,0 0-13 0,0 0-12 0,0 0-2 15,0 0-11-15,0 0-8 0,-19-30-5 0,19 30-4 16,0 0-4-16,0 0-9 0,0 0 7 0,0 0-2 16,0 0-11-16,0 0-5 0,0 0 1 0,0 0 0 15,0 0 10-15,0 0-13 0,0 0 2 0,0 0-1 16,0 0-2-16,0 0 0 0,-45 63-1 15,45-63-17-15,0 0-4 0,-14 33-7 0,14-33-1 0,0 0-10 16,-12 36-6-16,12-36-3 0,-8 22-6 16,8-22-5-16,0 0-3 0,-4 34-2 0,4-34-4 15,0 0 2-15,0 0 4 0,0 37 9 0,0-37 0 16,0 0 7-16,0 0 7 0,0 0 3 0,17 32 5 16,-17-32 5-16,0 0 7 0,0 0 2 0,27 17-3 0,-27-17 9 15,0 0 3-15,0 0 0 0,33 3 2 16,-33-3 6-16,0 0 12 0,0 0 9 0,0 0 1 15,48-22 12-15,-48 22 0 0,0 0 0 0,0 0 5 16,27-20 2-16,-27 20 1 0,0 0-3 0,15-21-2 16,-15 21 0-16,0 0 4 0,0 0-1 0,17-26-1 15,-17 26-6-15,0 0-8 0,0 0 2 0,0 0-5 16,17-23 0-16,-17 23 1 0,0 0-9 0,0 0-7 16,0 0 4-16,0 0-8 0,0 0 5 0,0 0-4 15,0 0-6-15,0 0-2 0,0 0 3 0,0 0 0 16,0 0 1-16,0 0-10 0,0 0-6 0,0 0-6 15,0 0-9-15,0 0-2 0,0 0-7 16,0 0-5-16,0 0-7 0,59 24 9 0,-59-24-1 0,0 0 4 16,31 19 5-16,-31-19 4 0,30 9 2 0,-30-9 6 15,30 8 1-15,-30-8 6 0,0 0 1 0,50 1 5 16,-50-1-1-16,0 0 1 0,54-7 6 0,-54 7 15 16,23-10 5-16,-23 10 5 0,0 0 10 0,34-20 13 15,-34 20 6-15,17-16 12 0,-17 16 0 16,0 0 0-16,15-30-2 0,-15 30-7 0,0 0-6 15,3-34-10-15,-3 34 0 0,0 0-5 0,0 0-1 16,-17-44-3-16,17 44-2 0,0 0-5 0,-23-24-9 16,23 24 7-16,0 0-1 0,-16-17-4 0,16 17-9 15,0 0 3-15,0 0-5 0,0 0-1 0,0 0-3 16,-23-17-22-16,23 17-22 0,0 0-22 0,0 0-15 16,0 0-15-16,0 0-24 0,0 0-16 0,0 0-33 15,0 0-28-15,0 0-50 0,0 0-61 0,0 0-64 16,0 0-58-16,0 0-414 0,0 0-919 0,66 58 406 15</inkml:trace>
          <inkml:trace contextRef="#ctx1" brushRef="#br1" timeOffset="296.78">14947 674 87 0,'0'0'417'0,"0"0"-1"0,0 0-21 15,0 0-15-15,0 0-19 0,0 0-7 0,0 0-10 16,0 0-7-16,0 0-13 0,0 0-15 0,0 0-19 16,0 0-30-16,0 0-23 0,0 0-25 0,0 0-24 15,0 0-17-15,0 0-19 0,0 0-16 0,0 0-12 16,0 0-15-16,0 0-21 0,0 0-25 0,0 0-26 15,60-5-40-15,-60 5-33 0,0 0-46 16,0 0-51-16,0 0-46 0,33 6-47 0,-33-6-52 0,0 0-51 16,0 0-43-16,0 0-321 0,0 0-749 0,0 0 331 15</inkml:trace>
          <inkml:trace contextRef="#ctx1" brushRef="#br1" timeOffset="515.48">14867 804 148 0,'0'0'386'16,"0"0"23"-16,0 0-4 0,0 0-3 0,0 0-15 16,0 0-10-16,0 0-10 0,0 0-23 0,0 0-23 15,0 0-30-15,0 0-23 0,0 0-26 0,0 0-22 16,0 0-20-16,0 0-21 0,0 0-21 0,0 0-17 16,0 0-11-16,0 0-28 0,99-10-25 0,-99 10-34 15,0 0-32-15,50-4-37 0,-50 4-42 0,0 0-32 16,37-3-66-16,-37 3-60 0,0 0-73 15,47 0-72-15,-47 0-355 0,37-6-786 0,-37 6 348 16</inkml:trace>
          <inkml:trace contextRef="#ctx1" brushRef="#br1" timeOffset="1187.2">15555 663 177 0,'0'0'536'16,"0"0"18"-16,0 0-3 0,0 0-14 0,0 0-21 15,0 0-10-15,0 0-12 0,5-49-13 0,-5 49-16 16,0 0-22-16,0 0-30 0,0 0-27 0,0 0-28 16,0 0-29-16,0 0-33 0,0 0-31 0,0 0-36 15,0 0-28-15,0 0-25 0,0 0-17 0,0-34-40 16,0 34-119-16,0 0 0 0,0 0 0 15,0 0 0-15,0 0 0 0,0 0 0 0,0 0 0 16,0 0 0-16,0 0 0 0,0 0 0 0,0 0 0 16,0 0 0-16,0 0 0 0,-20 109 0 0,20-109 0 15,-11 35 0-15,11-35 0 0,-11 33 0 0,11-33 0 0,-10 33 0 16,10-33 0-16,-13 24 0 0,13-24 0 0,0 0-73 16,-13 25-37-16,13-25 11 0,0 0 12 15,0 0 18-15,0 0 9 0,0 0 11 0,0 0 18 16,0 0 31-16,0 0 15 0,0 0 7 0,0 0 1 15,0 0 17-15,0 0 15 0,0 0 7 0,0 0-8 16,0 0-2-16,0 0 3 0,33-101-9 0,-22 72 1 16,0 1-14-16,3-1 0 0,0 0-4 0,5 0-17 15,1-1-12-15,-6 2 0 0,4 2 0 0,-2 1 0 16,-1 4 0-16,-15 21 0 0,25-30 0 0,-25 30 0 16,18-23 0-16,-18 23 0 0,0 0 0 0,18-21 0 15,-18 21 0-15,0 0 0 0,0 0 0 0,0 0 0 16,0 0 0-16,16-20 0 0,-16 20 0 0,0 0 0 15,0 0 0-15,0 0 0 0,0 0 0 0,0 0 0 16,0 0 0-16,8 71 0 0,-8-71 0 0,1 44 0 16,-1-44 0-16,1 38 0 0,-1-38 0 0,0 45 0 15,0-45 0-15,2 40 0 0,-2-40 0 0,3 42 0 16,-3-42 0-16,4 35 0 0,-4-35 0 0,4 37 0 16,-4-37 0-16,9 43 0 0,-9-43 0 15,8 33 0-15,-8-33 0 0,5 28 0 0,-5-28 0 16,0 0 0-16,6 31 0 0,-6-31 0 0,0 0 0 15,0 0 0-15,0 0 0 0,7 28 0 0,-7-28 0 16,0 0-94-16,0 0-105 0,0 0-35 0,0 0-30 0,0 0-51 16,0 0-66-16,0 0-55 0,0 0-56 15,0 0-81-15,0 0-295 0,0 0-939 0,0 0 416 16</inkml:trace>
          <inkml:trace contextRef="#ctx1" brushRef="#br1" timeOffset="1405.9">15604 752 159 0,'0'0'418'0,"0"0"32"0,0 0 28 16,0 0 14-16,0 0-2 0,0 0-10 0,0 0-7 15,0 0-10-15,-34-17-18 0,34 17-12 0,0 0-25 16,0 0-32-16,0 0-39 0,0 0-25 0,0 0-31 16,0 0-31-16,0 0-30 0,0 0-31 15,0 0-42-15,0 0-40 0,0 0-47 0,0 0-57 16,0 0-37-16,101-14-38 0,-101 14-43 0,39-2-53 15,-39 2-49-15,39-2-42 0,-39 2-58 0,36-1-23 16,-36 1-37-16,36-3-46 0,-36 3-55 0,38-3-301 0,-38 3-843 16,40-1 373-16</inkml:trace>
        </inkml:traceGroup>
        <inkml:traceGroup>
          <inkml:annotationXML>
            <emma:emma xmlns:emma="http://www.w3.org/2003/04/emma" version="1.0">
              <emma:interpretation id="{A435DD0F-80B1-4BA9-A2DA-EF94E117D1A9}" emma:medium="tactile" emma:mode="ink">
                <msink:context xmlns:msink="http://schemas.microsoft.com/ink/2010/main" type="inkWord" rotatedBoundingBox="15978,703 17000,720 16991,1211 15969,1194"/>
              </emma:interpretation>
              <emma:one-of disjunction-type="recognition" id="oneOf4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1" brushRef="#br1" timeOffset="1827.71">15979 705 17 0,'0'0'406'0,"0"0"35"0,0 0 16 0,0 0 28 15,0 0 6-15,0 0-6 0,0 0-11 0,0 0-2 16,0 0-15-16,0 0-11 0,0 0-28 0,0 0-27 16,0 0-34-16,0 0-32 0,0 0-33 0,0 0-30 15,0 0-31-15,0 0-25 0,0 0-21 0,0 0-22 16,0 0-16-16,0 0-24 0,0 0-7 0,0 0-20 16,0 0-9-16,0 0-23 0,0 0-29 15,22 33-22-15,-22-33-4 0,0 0-38 0,0 0-17 16,8 33-16-16,-8-33-16 0,0 0-11 0,0 0-8 15,0 0-5-15,2 32-1 0,-2-32-2 0,0 0 0 0,0 0 9 16,0 0 13-16,0 0 10 0,0 0 10 16,0 0 14-16,0 0 6 0,0 0 8 0,0 0 3 15,0 0 12-15,0 0 2 0,37 3 0 0,-37-3 11 16,0 0 3-16,0 0 13 0,0 0 4 0,0 0 2 16,53-31 13-16,-53 31 5 0,0 0 4 0,20-16 5 15,-20 16-11-15,0 0 3 0,0 0-6 0,0 0 0 16,0 0-5-16,21-16-3 0,-21 16-7 0,0 0 1 15,0 0-6-15,0 0 0 0,0 0-1 0,0 0 1 16,0 0-2-16,0 0 1 0,0 0-7 0,0 0-16 16,47 26-25-16,-47-26-34 0,0 0-42 0,20 21-43 15,-20-21-48-15,0 0-55 0,26 22-62 0,-26-22-65 16,0 0-67-16,29 15-402 0,-29-15-932 0,0 0 413 16</inkml:trace>
          <inkml:trace contextRef="#ctx1" brushRef="#br1" timeOffset="2421.28">16397 759 61 0,'0'0'395'0,"0"0"-3"0,0 0-18 0,0 0-21 16,0 0-28-16,0 0-25 0,0 0-17 0,0 0-27 15,0 0-33-15,0 0-7 0,0 0-21 0,0 0-19 16,0 0-17-16,36-18-19 0,-36 18-16 0,0 0-10 15,0 0-19-15,0 0 1 0,0 0-18 0,0 0-8 16,0 0-7-16,0 0-5 0,0 0-15 0,0 0-8 16,0 0 3-16,0 0-19 0,41 28 4 15,-41-28 3-15,0 0-2 0,0 0-3 0,0 0-2 0,0 0 2 16,0 0-5-16,0 0-7 0,0 0-3 16,0 0-7-16,-50 50 3 0,50-50-14 0,0 0 0 15,-36 7 3-15,36-7 4 0,0 0-5 0,0 0 3 0,0 0 22 16,-43-6-5-16,43 6-2 0,0 0 5 0,0 0 5 15,0 0 3-15,0 0 9 0,0 0-4 16,-11-44 2-16,11 44-6 0,0 0 6 0,0 0-5 0,0 0-6 16,0 0-3-16,32-50 0 0,-32 50 0 15,0 0 0-15,0 0-14 0,27-16 6 0,-27 16-4 16,0 0-2-16,0 0 0 0,0 0 1 0,0 0-1 16,68 36-3-16,-68-36-5 0,22 33 7 0,-9-10-2 15,-3 1 5-15,-10-24-8 0,19 49 9 0,-14-23 3 16,2-1 4-16,-5-7 1 0,-2 8 1 0,0 2 4 15,-2-9-8-15,-5 8 5 0,2-8 6 0,-4 4-5 16,-4-1-3-16,3-6-2 0,0-1 0 0,-3-1-2 16,1-2 2-16,0-2 10 0,2-1-5 0,-1-3 3 15,0 0-1-15,1-3 1 0,10-3 15 0,-19 2 25 16,19-2 29-16,0 0 15 0,-21-8 15 0,12 3 12 16,1-5 10-16,8 10 2 0,-7-21 1 0,4 10-3 15,0-6-9-15,5 0-9 0,-1-1-12 0,2 4-4 16,3-4-18-16,2 1-8 0,-8 17-34 0,19-33-28 15,-19 33-30-15,25-27-46 0,-25 27-69 16,31-19-68-16,-5 6-72 0,-26 13-88 0,53-12-85 16,-26 8-113-16,-27 4-291 0,47-10-917 0,-47 10 405 15</inkml:trace>
          <inkml:trace contextRef="#ctx1" brushRef="#br1" timeOffset="2936.79">16693 735 473 0,'0'0'487'0,"0"0"-2"0,0 0-19 16,0 0-32-16,0 0-34 0,0 0-37 0,0 0-31 15,0 0-32-15,0 0-28 0,0 0-30 0,0 0-28 16,0 0-22-16,0 0-24 0,0 0-21 0,0 0-13 15,0 0-16-15,0 0-12 0,0 0-15 0,0 0-2 16,0 0-12-16,0 0-7 0,0 0-4 16,0 0-6-16,0 0-7 0,0 0-8 0,0 0 4 15,0 0-5-15,0 0-6 0,0 0-4 0,0 0-1 16,0 0-14-16,0 0-4 0,0 0-4 0,40 55-6 16,-40-55-2-16,0 0-2 0,0 0-5 0,0 0 3 15,0 0-6-15,0 0 4 0,22 13 3 0,-22-13 0 16,0 0 2-16,0 0-4 0,0 0 3 0,0 0 1 15,0 0 1-15,0 0-2 0,55-24-2 0,-55 24 10 16,0 0 6-16,29-21 6 0,-29 21 7 0,0 0 7 16,22-17 10-16,-22 17 8 0,0 0 4 0,0 0 3 15,19-14 2-15,-19 14 0 0,0 0-5 0,0 0 1 16,0 0-14-16,0 0-3 0,0 0-12 0,0 0-2 16,0 0 1-16,0 0-10 0,0 0-2 0,0 0-5 15,0 0-2-15,0 0 0 0,0 0 3 0,0 0-2 16,0 0-6-16,0 0-2 0,0 0-19 0,51 32-13 15,-51-32-20-15,14 20-19 0,-14-20-33 0,0 0-25 16,20 30-26-16,-20-30-43 0,14 18-43 16,-14-18-26-16,0 0-47 0,20 19-45 0,-20-19-58 0,0 0-355 15,0 0-834-15,0 0 369 0</inkml:trace>
        </inkml:traceGroup>
        <inkml:traceGroup>
          <inkml:annotationXML>
            <emma:emma xmlns:emma="http://www.w3.org/2003/04/emma" version="1.0">
              <emma:interpretation id="{D50DFEA0-7080-4695-9E4E-C90713480702}" emma:medium="tactile" emma:mode="ink">
                <msink:context xmlns:msink="http://schemas.microsoft.com/ink/2010/main" type="inkWord" rotatedBoundingBox="17215,349 20765,408 20756,915 17207,856"/>
              </emma:interpretation>
              <emma:one-of disjunction-type="recognition" id="oneOf5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1" brushRef="#br1" timeOffset="3264.91">17215 461 249 0,'0'0'489'16,"0"0"12"-16,0 0-9 0,0 0-15 0,0 0-30 16,0 0-31-16,0 0-27 0,0 0-26 0,15-38-33 15,-15 38-29-15,0 0-33 0,0 0-26 0,0 0-24 16,0 0-20-16,0 0-21 0,0 0-20 0,0 0-18 15,0 0-6-15,0 0-16 0,0 0 8 16,0 0 8-16,0 0-6 0,0 0 1 0,0 0-6 16,9 104-10-16,-6-79-7 0,-3-25-9 0,6 49 2 15,-6-49-19-15,2 40-9 0,-2-40-5 0,0 51-1 16,1-26-19-16,-1-25 17 0,-3 41-24 0,3-41 0 16,-2 33 15-16,2-33-21 0,0 0 1 0,-9 39-39 15,9-39-34-15,0 0-31 0,-7 27-34 0,7-27-30 16,0 0-34-16,0 0-34 0,0 0-26 0,0 0-37 15,0 0-78-15,0 0-83 0,0 0-89 0,0 0-354 16,0 0-942-16,0 0 417 0</inkml:trace>
          <inkml:trace contextRef="#ctx1" brushRef="#br1" timeOffset="4202.18">17404 714 357 0,'0'0'363'0,"0"0"-22"0,0 0-12 16,0 0-19-16,0 0-17 0,0 0-6 0,0 0-16 15,0 0-19-15,0 0-9 0,0 0-15 0,0 0-19 16,0 0-18-16,0 0-15 0,0 0-20 0,0 0-14 16,0 0-13-16,0 0-17 0,0 0-10 0,0 0-9 15,0 0-12-15,0 0-14 0,0 0-9 0,0 0-9 16,0 0-5-16,0 0-8 0,0 0-3 0,0 0-5 15,0 0-9-15,0 0-4 0,58 24-1 0,-58-24 9 16,0 0-15-16,0 0-5 0,0 0 5 0,0 0-9 16,-3 37-3-16,3-37 7 0,0 0-4 0,0 0-6 15,0 0 4-15,-38 34-19 0,38-34 0 0,0 0 3 16,-28 8 7-16,28-8-4 0,0 0 6 0,0 0 9 16,0 0-2-16,0 0 4 0,0 0 1 0,0 0 0 15,0 0 14-15,0 0 9 0,0 0-5 0,0 0 2 16,-43-36 0-16,43 36 5 0,0 0 5 0,0 0 1 15,0 0-7-15,0 0 2 0,0 0-5 0,29-64-6 16,-29 64 6-16,0 0-12 0,0 0-3 16,0 0 0-16,23-21-1 0,-23 21-6 0,0 0-3 15,0 0 2-15,0 0 2 0,0 0-4 0,0 0-7 16,42 3 4-16,-42-3-3 0,0 0 2 0,0 0 2 16,0 0 1-16,33 39-5 0,-33-39 4 0,12 25 0 15,-12-25 1-15,0 0 4 0,14 36 1 0,-14-36-10 16,0 0 12-16,10 27-1 0,-10-27-2 0,0 0-1 15,0 0 6-15,11 24 4 0,-11-24-1 0,0 0 4 16,0 0-1-16,0 0-4 0,32 6 1 0,-32-6 1 16,0 0-3-16,0 0 4 0,0 0 2 0,64-30 11 15,-64 30 9-15,25-22-1 0,-25 22 10 0,32-29 5 16,-19 15 18-16,-13 14 1 0,26-26 6 0,-26 26 2 16,13-21 0-16,-13 21-4 0,0 0-10 0,13-22-6 15,-13 22-11-15,0 0-7 0,0 0-10 0,0 0-5 16,0 0-7-16,0 0-3 0,0 0-5 0,0 0 4 15,0 0-4-15,0 0-2 0,0 0-1 0,0 0-1 16,0 0 2-16,0 0 2 0,0 0-12 16,0 0 4-16,0 0 2 0,0 0-1 0,0 0 0 15,0 0 6-15,0 0-5 0,0 0 6 0,0 0 2 16,0 0-1-16,0 0-2 0,0 0 6 0,0 0-5 16,0 0 5-16,0 0-4 0,0 0 2 0,0 0-5 15,0 0 3-15,0 0-1 0,0 0-2 0,42 2 3 16,-42-2-6-16,0 0-2 0,0 0-1 0,0 0-2 15,0 0-1-15,0 0-4 0,0 0-2 0,46 13 4 16,-46-13-2-16,0 0 2 0,0 0-1 0,0 0-5 16,15 21 3-16,-15-21 1 0,0 0 4 0,0 0-3 15,0 0 1-15,0 0 1 0,0 0 1 0,7 34 2 16,-7-34 0-16,0 0 0 0,0 0 0 0,0 0-1 16,0 0 0-16,0 0 1 0,-2 34 3 0,2-34-3 15,0 0 0-15,0 0 1 0,0 0 1 0,0 0-4 16,0 0 19-16,0 0-14 0,0 0 0 0,-5 45-8 15,5-45-4-15,0 0-1 0,0 0 1 16,0 0 7-16,0 0-1 0,18 22-3 0,-18-22-4 16,0 0-21-16,0 0-12 0,37 1-32 0,-37-1-50 15,0 0-49-15,0 0-52 0,0 0-61 0,0 0-60 16,59-18-86-16,-59 18-292 0,0 0-788 0,18-20 349 0</inkml:trace>
          <inkml:trace contextRef="#ctx1" brushRef="#br1" timeOffset="6935.91">18580 526 29 0,'0'0'335'0,"0"0"-2"0,0 0 0 15,0 0-3-15,0 0 2 0,0 0-2 0,0 0-5 16,0 0 5-16,0 0 7 0,0 0-2 0,0 0-3 16,0 0-6-16,0 0-14 0,0 0-4 15,0 0-16-15,0 0-9 0,0 0-15 0,0 0-13 0,0 0-21 16,0 0-24-16,0 0-13 0,0 0-27 0,0 0-15 16,0 0-26-16,0 0-12 0,0 0-18 0,0 0-12 15,0 0-15-15,0 0-4 0,0 0-7 0,0 0-6 16,0 0-1-16,0 0-10 0,0 0-12 15,0 0 8-15,0 0-19 0,0 0 11 0,0 0-3 16,59 55-7-16,-59-55-3 0,18 31-24 0,-7-13-16 16,-11-18-9-16,16 36-10 0,-16-36-9 0,19 30-8 15,-19-30-5-15,11 35-8 0,-11-35-9 0,11 26 0 16,-11-26 0-16,8 23 6 0,-8-23 2 0,0 0 4 16,0 0-1-16,12 27 12 0,-12-27 7 0,0 0 7 15,0 0 10-15,0 0 20 0,0 0 28 0,0 0 22 16,0 0 6-16,0 0 17 0,0 0 19 0,0 0 12 15,0 0 2-15,0 0 14 0,0 0 20 0,0 0-15 16,56-64-10-16,-46 38-7 0,2 3 3 0,-1-4-17 16,0-1-3-16,1-1-12 0,-1-2-5 0,0 3-8 15,2-1-2-15,-2 2-12 0,-11 27 6 0,22-47-40 16,-16 30-6-16,-6 17 0 0,12-26 0 0,-12 26 0 16,0 0 0-16,11-27 0 0,-11 27 0 0,0 0 0 15,0 0 0-15,0 0 0 0,0 0 0 16,0 0 0-16,0 0 0 0,0 0 0 0,0 0-37 0,0 0-58 15,0 0-5-15,0 0-42 0,0 0-38 0,0 0-33 16,0 0-37-16,0 0-50 0,0 0-37 0,0 0-20 16,0 0-37-16,0 0-20 0,-12 98-20 0,12-98-19 15,0 0-295-15,-1 36-810 0,1-36 358 0</inkml:trace>
          <inkml:trace contextRef="#ctx1" brushRef="#br1" timeOffset="7435.8">18985 735 26 0,'0'0'412'0,"0"0"17"0,0 0 4 0,0 0-7 16,0 0-8-16,0 0-8 0,0 0-9 0,0 0-20 16,0 0-15-16,0 0-19 0,0 0-24 0,0 0-12 15,0 0-13-15,0 0-40 0,0 0-24 16,0 0-26-16,0 0-24 0,0 0-17 0,0 0-16 15,0 0-19-15,0 0-12 0,0 0-16 0,0 0-10 16,0 0-11-16,0 0-13 0,0 0-9 0,0 0-5 0,0 0-10 16,0 0-1-16,0 0-6 0,0 0 0 0,0 0-6 15,0 0-6-15,0 0 1 0,84-18-3 16,-84 18-5-16,36-7-3 0,-36 7 5 0,31-7-2 16,-31 7-4-16,0 0-3 0,34-9 1 0,-34 9 22 15,0 0-22-15,26-13-1 0,-26 13 4 0,0 0 4 16,0 0 7-16,0 0-8 0,18-22 2 0,-18 22-8 15,0 0-5-15,0 0-2 0,0 0-4 0,0 0-8 16,0 0 5-16,0 0-3 0,0 0-3 0,0 0 0 16,-59-35-5-16,59 35 4 0,0 0-3 0,0 0 3 15,-49 7 1-15,49-7-6 0,0 0 9 0,0 0-2 16,-42 27-8-16,42-27 14 0,-16 15-11 0,16-15 4 16,0 0-2-16,-23 25 5 0,23-25-6 0,0 0-8 15,-14 26-4-15,14-26 0 0,0 0-2 16,0 0-5-16,-3 32 1 0,3-32-2 0,0 0-1 0,0 0-9 15,37 26-4-15,-37-26-16 0,36 16-26 0,-36-16-23 16,47 11-23-16,-19-7-22 0,-28-4-32 0,62 3-40 16,-34-3-30-16,-28 0-34 0,59-6-30 0,-33 0-44 15,-26 6-39-15,48-16-48 0,-29 9-230 16,5-12-737-16,-1 5 325 0</inkml:trace>
          <inkml:trace contextRef="#ctx1" brushRef="#br1" timeOffset="7779.47">19526 510 261 0,'0'0'485'0,"0"0"27"15,0 0 20-15,0 0 7 0,0 0-6 0,-17-37 12 16,17 37-10-16,0 0-15 0,0 0-27 0,0 0-28 16,0 0-37-16,0 0-35 0,0 0-38 0,0 0-33 15,0 0-32-15,0 0-31 0,0 0-29 0,0 0-21 16,0 0-21-16,0 0-91 0,0 0-97 15,0 0 0-15,0 0 0 0,0 0 0 0,0 0 0 16,0 0 0-16,0 0 0 0,0 0 0 0,0 0 0 16,0 0 0-16,0 0 0 0,0 0 0 0,0 0 0 15,0 0 0-15,0 0 0 0,12 110 0 0,-12-110 0 0,5 34 0 16,-5-34 0-16,6 33 0 0,-6-33 0 16,8 24 0-16,-8-24 0 0,0 0 0 0,2 36 0 15,-2-36 0-15,0 0 0 0,5 28 0 0,-5-28 0 16,0 0 0-16,0 0-123 0,0 0-202 0,0 0-13 15,7 32-20-15,-7-32-29 0,0 0-42 0,0 0-38 16,0 0-41-16,0 0-368 0,0 0-949 0,0 0 419 16</inkml:trace>
          <inkml:trace contextRef="#ctx1" brushRef="#br1" timeOffset="8170.01">19721 645 97 0,'0'0'413'0,"0"0"3"16,0 0-12-16,0 0-14 0,0 0-10 0,0 0-22 15,0 0-12-15,0 0-19 0,0 0-25 0,0 0-23 16,0 0-30-16,0 0-26 0,0 0-21 0,0 0-24 16,0 0-23-16,0 0-19 0,0 0-12 0,0 0-8 15,0 0-16-15,0 0-13 0,63 5-14 0,-63-5-3 16,0 0-12-16,28 13-7 0,-28-13-5 0,0 0-9 15,23 17-5-15,-23-17-3 0,0 0-11 0,13 23 1 16,-13-23-5-16,0 0 0 0,0 0-9 0,0 36-1 16,0-36 2-16,0 0 4 0,0 0-5 0,-27 32-4 15,27-32 2-15,-27 13 0 0,27-13 8 0,-31 11-3 16,31-11-4-16,0 0 4 0,-37 6 3 0,37-6 20 16,0 0 33-16,0 0 27 0,0 0 15 0,0 0 14 15,0 0 14-15,-49-19-1 0,49 19-17 16,0 0-10-16,-4-28-4 0,4 28-21 0,0 0-27 15,0 0-22-15,0 0-30 0,36-60-49 0,-36 60-64 16,30-21-78-16,-11 12-70 0,-19 9-71 0,51-12-74 16,-20 8-75-16,-31 4-384 0,58-3-934 0,-29 3 413 15</inkml:trace>
          <inkml:trace contextRef="#ctx1" brushRef="#br1" timeOffset="8747.98">20171 686 10 0,'0'0'469'0,"0"0"24"0,0 0 12 0,0 0 0 15,0 0-16-15,0 0-11 0,0 0-6 0,15-41-16 16,-15 41-23-16,0 0-30 0,0 0-28 0,0 0-37 16,0 0-39-16,0 0-30 0,0 0-33 0,0 0-26 15,0 0-31-15,0 0-15 0,0 0 7 16,0 0-38-16,0 0-8 0,0 0-23 0,0 0-7 15,0 0-12-15,0 0-4 0,0 0-4 0,-79 43-12 16,79-43-10-16,-19 22-26 0,19-22-18 0,0 0-22 16,-22 25-12-16,22-25-17 0,0 0-15 0,-14 23-10 15,14-23-4-15,0 0-10 0,0 0 5 0,0 0 2 16,0 0 4-16,0 0 5 0,13 44 6 0,-13-44 1 16,0 0 4-16,37 18 5 0,-37-18 6 0,36 8 1 15,-36-8 8-15,42 0 4 0,-42 0 3 0,54-5 7 16,-54 5 1-16,43-7 10 0,-43 7 16 0,39-12 8 15,-39 12 14-15,34-12 18 0,-34 12 17 0,22-13 42 16,-22 13-21-16,24-17 15 0,-24 17 15 0,0 0-1 16,19-18 18-16,-19 18-12 0,0 0-3 0,0 0-12 15,13-25-8-15,-13 25-6 0,0 0 4 0,0 0-56 16,0 0-39-16,0 0 0 0,0 0 0 0,0 0 0 16,0 0 0-16,0 0 0 0,0 0 0 0,0 0 0 15,0 0 0-15,-5-41 0 0,5 41 0 16,0 0 0-16,0 0 0 0,0 0 0 0,0 0 0 15,0 0 0-15,0 0 0 0,0 0 0 0,0 0 0 16,0 0 0-16,0 0 0 0,0 0 0 0,0 0 0 16,0 0 0-16,0 0 0 0,14 87 0 0,-14-87 0 0,0 0 0 15,6 31 0-15,-6-31 0 0,0 0 0 16,0 0 0-16,12 31 0 0,-12-31-85 0,0 0-121 16,0 0-19-16,0 0-18 0,13 23-35 0,-13-23-46 15,0 0-39-15,0 0-34 0,0 0-37 0,0 0-45 16,0 0-381-16,0 0-931 0,69-38 412 0</inkml:trace>
          <inkml:trace contextRef="#ctx1" brushRef="#br1" timeOffset="8919.83">20549 541 286 0,'0'0'433'0,"0"0"27"0,0 0 2 0,0 0-21 16,0 0-34-16,-28-33-41 0,28 33-34 0,0 0-31 15,0 0-33-15,0 0-43 0,0 0-55 0,0 0-60 16,0 0-73-16,0 0-89 0,0 0-75 0,0 0-78 16,0 0-70-16,0 0-75 0,0 0-199 0,0 0-593 15,0 0 262-15</inkml:trace>
          <inkml:trace contextRef="#ctx1" brushRef="#br1" timeOffset="9216.64">20764 541 226 0,'0'0'511'0,"0"0"19"0,0 0 21 16,0 0 2-16,0 0 7 0,0 0-6 0,0 0-13 15,0 0-30-15,0 0-40 0,0 0-33 0,0 0-48 16,0 0-38-16,0 0-38 0,0 0-33 0,0 0-29 16,0 0-30-16,0 0-24 0,0 0-20 15,0 0-21-15,0 0-11 0,0 0-13 0,0 0-14 16,0 0-116-16,0 0-3 0,0 0 0 0,0 0 0 15,-19 75 0-15,19-75 0 0,-7 37 0 0,7-37 0 16,-7 36 0-16,7-36 0 0,-9 37 0 0,9-37 0 16,-6 29 0-16,6-29 0 0,-7 26 0 0,7-26 0 15,0 0 0-15,0 0 0 0,-4 39-248 0,4-39-57 16,0 0-32-16,0 0-22 0,0 0-20 0,0 0-29 16,0 0-42-16,0 0-29 0,16 29-35 0,-16-29-272 15,0 0-851-15,0 0 377 0</inkml:trace>
        </inkml:traceGroup>
        <inkml:traceGroup>
          <inkml:annotationXML>
            <emma:emma xmlns:emma="http://www.w3.org/2003/04/emma" version="1.0">
              <emma:interpretation id="{40597CC3-6414-4ED6-84AF-130D931D3F02}" emma:medium="tactile" emma:mode="ink">
                <msink:context xmlns:msink="http://schemas.microsoft.com/ink/2010/main" type="inkWord" rotatedBoundingBox="20641,579 22202,605 22194,1110 20633,1084"/>
              </emma:interpretation>
              <emma:one-of disjunction-type="recognition" id="oneOf6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1" brushRef="#br1" timeOffset="10044.55">20641 698 226 0,'0'0'353'0,"0"0"8"16,0 0 9-16,0 0 0 0,0 0 0 0,0 0-12 16,0 0-1-16,0 0-11 0,0 0-19 0,0 0-24 15,0 0-19-15,0 0-17 0,0 0-14 16,0 0-14-16,0 0-17 0,0 0-18 0,0 0-14 15,0 0-20-15,0 0-15 0,0 0-9 0,0 0-20 16,0 0-11-16,0 0-8 0,0 0-17 0,0 0-5 16,0 0-17-16,0 0-22 0,87-18-2 0,-87 18-13 15,50-7-3-15,-50 7 3 0,41-3-12 0,-41 3-7 16,38-4-4-16,-38 4-2 0,0 0 1 0,40-7-3 16,-40 7 5-16,0 0-3 0,31-7-2 0,-31 7 1 15,0 0 1-15,0 0 0 0,0 0-1 0,0 0-2 16,0 0 1-16,0 0 4 0,33-4-2 0,-33 4 8 15,0 0-1-15,0 0-1 0,0 0 2 0,0 0-2 16,0 0-1-16,0 0 2 0,0 0-1 0,0 0-6 16,0 0 0-16,0 0 0 0,0 0-4 0,0 0-2 15,0 0 0-15,0 0-1 0,0 0 2 0,0 0 3 16,0 0-5-16,0 0-3 0,0 0 5 0,0 0-3 16,9 46 4-16,-9-46-10 0,0 0-17 15,0 0-10-15,0 0-6 0,1 37-14 0,-1-37-12 16,0 0-2-16,0 0-3 0,10 26-6 0,-10-26 4 15,0 0 1-15,0 0 11 0,0 0 3 0,22 18 3 16,-22-18 9-16,0 0-1 0,0 0 8 0,0 0 6 16,0 0 6-16,0 0 10 0,60-20 10 0,-60 20 11 15,0 0 8-15,22-27 15 0,-22 27 9 0,0 0 9 16,20-26 20-16,-20 26 15 0,0 0 9 0,12-24 0 16,-12 24-3-16,0 0 3 0,0 0 3 0,0 0 2 15,0 0 5-15,6-28-12 0,-6 28-3 0,0 0-7 16,0 0-8-16,0 0-8 0,0 0-2 0,0 0-18 15,0 0 3-15,0 0-10 0,0 0 14 0,0 0-27 16,0 0-1-16,0 0-2 0,0 0-2 0,0 0-4 16,0 0-4-16,0 0 3 0,0 0 1 0,0 0-2 15,0 0-2-15,0 0 6 0,0 0-3 0,-22 106-3 16,22-106 9-16,3 39 6 0,-3-39-10 0,4 43 10 16,-5-22-12-16,-1 4 4 0,4-4-1 15,-1-2 4-15,-1 0-8 0,0 0 3 0,-3-4 0 16,1 2-4-16,-1-2-2 0,0 0-5 0,1-4 12 15,2-11-8-15,-8 21 16 0,5-13-11 0,3-8-3 16,-4 11-7-16,4-11 13 0,0 0-9 0,-9 12 17 16,9-12 7-16,-9 5-18 0,9-5 4 0,0 0 21 15,0 0-22-15,0 0 5 0,-26-12-2 0,26 12 0 16,-10-15-3-16,5 7-1 0,0-3 18 0,5 11-26 16,-10-15 5-16,6 5 3 0,4 10-1 0,-5-15-2 15,5 15 1-15,-3-12-7 0,3 12 3 0,0 0-18 16,0 0-28-16,0 0-18 0,0 0-26 0,0 0-26 15,0 0-51-15,0 0-61 0,0 0-69 0,21-51-70 16,-21 51-62-16,0 0-68 0,39-9-69 0,-39 9-316 16,33-8-948-16,-33 8 420 0</inkml:trace>
          <inkml:trace contextRef="#ctx1" brushRef="#br1" timeOffset="10263.3">21351 826 363 0,'0'0'529'0,"0"0"15"0,0 0-5 15,0 0-19-15,0 0-39 0,0 0-35 0,0 0-37 16,0 0-23-16,0 0-42 0,0 0-31 0,0 0-34 16,0 0-26-16,0 0-31 0,0 0-25 0,0 0-22 15,0 0-14-15,0 0-13 0,0 0-50 0,0 0-54 16,0 0-61-16,0 0-65 0,0 0-73 0,0 0-88 15,-51 52-97-15,51-52-119 0,0 0-401 0,-25 20-931 16,25-20 413-16</inkml:trace>
          <inkml:trace contextRef="#ctx1" brushRef="#br1" timeOffset="12557.15">21839 599 87 0,'0'0'333'0,"0"0"3"0,0 0 0 15,0 0-6-15,0 0-5 0,0 0 1 0,0 0-1 16,0 0-12-16,0 0-7 0,0 0-15 0,0 0-15 16,0 0-17-16,0 0-25 0,0 0-21 15,0 0-27-15,0 0-22 0,0 0-15 0,0 0-17 16,0 0-15-16,0 0-6 0,0 0-15 0,0 0-9 0,0 0-10 16,0 0-7-16,0 0-11 0,0 0-5 0,52 53-12 15,-52-53 0-15,25 26-10 0,-25-26 4 16,17 29-6-16,-17-29-8 0,13 28-14 0,-13-28-11 0,7 22-5 15,-7-22-13-15,0 0-23 0,4 33 3 16,-4-33-1-16,0 0-6 0,0 0-3 0,0 0-2 16,0 0 2-16,-2 39 7 0,2-39 7 0,0 0 6 15,0 0 11-15,0 0 20 0,0 0 20 0,0 0 21 16,0 0 13-16,0 0 28 0,0 0 10 0,0 0 12 16,0 0-1-16,0 0-10 0,0 0-6 0,0 0-6 15,0 0-11-15,40-86-7 0,-40 86-7 0,18-33-1 16,-18 33-11-16,24-28-5 0,-11 15-7 0,-13 13-5 15,23-21-16-15,-23 21-16 0,20-14-22 0,-20 14-21 16,0 0-24-16,32-12-30 0,-32 12-31 0,0 0-30 16,0 0-34-16,37-5-26 0,-37 5-35 0,0 0-35 15,0 0-31-15,0 0-40 0,41 17-33 0,-41-17-246 16,0 0-698-16,0 0 309 0</inkml:trace>
        </inkml:traceGroup>
        <inkml:traceGroup>
          <inkml:annotationXML>
            <emma:emma xmlns:emma="http://www.w3.org/2003/04/emma" version="1.0">
              <emma:interpretation id="{34421CDB-6E1C-4BE4-A57C-055134086BBD}" emma:medium="tactile" emma:mode="ink">
                <msink:context xmlns:msink="http://schemas.microsoft.com/ink/2010/main" type="inkWord" rotatedBoundingBox="5463,89 23427,388 23411,1362 5447,1063"/>
              </emma:interpretation>
              <emma:one-of disjunction-type="recognition" id="oneOf7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1" brushRef="#br1" timeOffset="13338.22">22216 726 53 0,'0'0'422'0,"0"0"3"0,0 0-4 0,0 0-11 16,0 0-24-16,0 0-13 0,0 0-17 0,0 0-24 16,0 0-25-16,0 0-35 0,0 0-23 0,0 0-26 15,0 0-26-15,0 0-23 0,0 0-15 0,0 0-16 16,0 0-19-16,0 0-14 0,0 0-11 0,0 0-14 15,0 0-8-15,0 0-7 0,0 0-10 0,0 0-6 16,0 0-12-16,0 0-17 0,60 2-24 0,-60-2-11 16,0 0-8-16,0 0-13 0,0 0-11 0,-4 42-6 15,4-42-9-15,0 0-14 0,0 0 9 0,0 0-15 16,-29 34-11-16,29-34 22 0,0 0 1 0,-26 14 10 16,26-14 14-16,0 0 8 0,0 0 6 0,0 0 12 15,0 0 13-15,-38 2 26 0,38-2 21 0,0 0 17 16,0 0 13-16,0 0 11 0,0 0 5 15,0 0-7-15,0 0 5 0,-13-58-4 0,13 58-5 16,0 0-7-16,0 0-5 0,0 0-8 0,0 0-6 16,24-52-3-16,-24 52-6 0,0 0-12 0,0 0-4 15,28-16-4-15,-28 16-5 0,0 0-1 0,0 0-5 16,30-5-5-16,-30 5 2 0,0 0-5 0,0 0 2 16,0 0-2-16,0 0-2 0,0 0 1 0,60 28 1 15,-60-28-4-15,0 0 1 0,23 21-1 0,-23-21-16 16,0 0-14-16,17 28-17 0,-17-28-10 0,0 0-14 15,17 25-12-15,-17-25-6 0,0 0 1 0,18 19-3 16,-18-19-2-16,0 0 1 0,0 0 10 0,35 11-3 16,-35-11 4-16,0 0 10 0,0 0 14 0,45-7-1 15,-45 7 13-15,0 0-4 0,0 0 9 0,40-14 3 16,-40 14 16-16,0 0 4 0,31-16 15 0,-31 16 9 16,0 0 5-16,23-19 11 0,-23 19 1 0,0 0 5 15,18-17 8-15,-18 17 0 0,0 0 6 0,0 0-2 16,28-21 3-16,-28 21-3 0,0 0-6 15,19-14-1-15,-19 14-1 0,0 0-5 0,0 0-5 16,0 0-2-16,32-14-2 0,-32 14-2 0,0 0-7 0,0 0-5 16,0 0 5-16,41 0 2 0,-41 0-10 0,0 0 0 15,0 0 10-15,0 0-12 0,38 15 1 0,-38-15-5 16,0 0 5-16,18 19-5 0,-18-19 0 16,0 0-6-16,0 0-1 0,8 32-7 0,-8-32-4 15,0 0-4-15,0 0 1 0,0 0 6 0,0 0 8 16,-20 48-2-16,20-48 5 0,0 0 1 0,-30 21 2 15,30-21-3-15,-24 9 6 0,24-9 0 0,0 0-5 16,-38 6 7-16,38-6-2 0,0 0 3 0,0 0 0 16,0 0 12-16,-48-7 4 0,48 7-3 0,0 0 1 15,0 0-5-15,0 0-11 0,-24-30-27 0,24 30-28 16,0 0-43-16,0 0-56 0,10-39-66 0,-10 39-68 16,0 0-86-16,36-36-317 0,-36 36-746 0,35-23 331 15</inkml:trace>
          <inkml:trace contextRef="#ctx1" brushRef="#br1" timeOffset="13650.64">22767 517 416 0,'0'0'496'0,"0"0"10"0,0 0 1 16,0 0 2-16,0 0-7 0,-10-45 2 0,10 45-11 15,0 0-9-15,0 0-21 0,0 0-33 0,0 0-31 16,0 0-32-16,0 0-39 0,0 0-28 0,0 0-39 15,0 0-27-15,0 0-24 0,0 0-22 0,0 0-24 16,0 0-17-16,0 0-16 0,0 0-13 0,0 0-84 16,0 0-34-16,0 0 0 0,0 0 0 0,0 0 0 15,0 0 0-15,0 0 0 0,0 0 0 0,-6 101 0 16,6-101 0-16,3 43 0 0,-3-43 0 0,1 39 0 16,-1-39 0-16,5 44 0 0,-5-44 0 0,5 38 0 15,-5-38 0-15,7 31 0 0,-7-31 0 0,0 0-29 16,2 33-167-16,-2-33-20 0,0 0-31 0,0 0-26 15,0 0-7-15,0 34-26 0,0-34-15 0,0 0-16 16,0 0-33-16,0 0-67 0,0 0-427 0,0 0-935 16,0 0 415-16</inkml:trace>
          <inkml:trace contextRef="#ctx1" brushRef="#br1" timeOffset="14103.65">23061 469 279 0,'0'0'515'0,"0"0"-15"0,0 0-24 0,0 0-19 16,0 0-12-16,2-53-22 0,-2 53-13 0,0 0-15 16,0 0-13-16,0 0-14 0,0 0-23 0,0 0-13 15,0 0-25-15,2-34-15 0,-2 34-27 0,0 0-34 16,0 0-21-16,0 0-20 0,0 0-27 0,0 0-25 15,0 0-12-15,0 0-17 0,0 0-15 0,0 0-15 16,0 0-8-16,0 0-3 0,0 0-9 0,0 0-11 16,0 0-1-16,0 0-2 0,0 0-7 0,-30 87 0 15,21-60 0-15,1 0 2 0,-2 2-3 16,1 3 3-16,-1 1 0 0,0 2-1 0,-3 9-27 16,3-9-12-16,-4 8 0 0,2 2 0 0,3-10 0 15,-2 8 0-15,2 3 0 0,1-12 0 0,0 2 0 16,1-4 0-16,1 3 0 0,-1-3 0 0,-1 0 0 15,3-6 0-15,-1 1 0 0,2-1 0 0,2-7 0 16,2-2 0-16,-2-1 0 0,2-16 0 0,0 27 0 16,0-27 0-16,3 18 0 0,-3-18 0 0,-1 17-74 15,1-17-48-15,0 0-6 0,0 0-15 0,0 16-17 16,0-16-34-16,0 0-43 0,0 0-34 0,0 0-40 16,0 0-35-16,20-6-51 0,-20 6-57 0,15-19-73 15,-2 5-278-15,3-8-872 0,3 1 387 0</inkml:trace>
          <inkml:trace contextRef="#ctx1" brushRef="#br1" timeOffset="14666.03">23339 576 202 0,'0'0'420'0,"0"0"-8"0,0 0-13 0,0 0-13 16,0 0-19-16,0 0-24 0,0 0-6 0,0 0-16 15,0 0-26-15,0 0-28 0,0 0-33 0,0 0-29 16,0 0-26-16,0 0-28 0,0 0-9 0,0 0-25 16,0 0-12-16,0 0-7 0,0 0-13 15,0 0-6-15,0 0-8 0,0 0-7 0,0 0-6 16,0 0-5-16,0 0-6 0,0 0-4 0,0 0-2 15,-82 33-7-15,82-33-3 0,0 0-8 0,-16 15-1 16,16-15-12-16,0 0-8 0,0 0-7 0,0 0 3 0,0 0-4 16,0 0 11-16,-14 24-3 0,14-24-2 0,0 0 5 15,0 0-2-15,0 0 1 0,0 0-2 16,0 0 2-16,51 29-4 0,-51-29-1 0,27 9-2 16,-27-9 3-16,28 12 2 0,-28-12 0 0,0 0-3 15,37 16-1-15,-37-16 5 0,19 10-7 0,-19-10-3 16,0 0 0-16,0 0-2 0,24 21 0 0,-24-21 1 15,0 0 0-15,0 0 4 0,0 0-6 0,9 28 7 16,-9-28 6-16,0 0 15 0,0 0 3 0,0 0-1 16,0 0 5-16,-43 44 3 0,43-44-1 0,-44 18 1 15,19-8-2-15,25-10 0 0,-40 11-4 0,40-11-4 16,-27 8 6-16,27-8 19 0,0 0 16 0,0 0 12 16,-34 6 13-16,34-6 18 0,0 0 16 0,0 0-3 15,0 0-6-15,0 0-15 0,0 0-13 0,0 0-13 16,0 0-17-16,0 0-21 0,0 0-24 0,0 0-25 15,0 0-32-15,0 0-44 0,0 0-48 0,0 0-64 16,0 0-71-16,0 0-63 0,0 0-56 0,0 0-71 16,0 0-350-16,0 0-885 0,0 0 391 0</inkml:trace>
          <inkml:trace contextRef="#ctx1" brushRef="#br1" timeOffset="-30828.03">5633 659 185 0,'0'0'271'0,"0"0"9"16,0 0 5-16,0 0 1 0,0 0 2 15,0 0 4-15,0 0-7 0,0 0-1 0,0 0-1 16,0 0 2-16,0 0 3 0,0 0 1 0,0 0-7 15,0 0-4-15,0 0-12 0,0 0-5 0,0 0-9 16,0 0-13-16,0 0-2 0,0 0-19 0,50-50-7 16,-50 50-18-16,0 0 1 0,0 0-18 0,0 0 5 15,0 0-20-15,0 0-10 0,0 0-17 0,0 0-15 16,0 0-9-16,0 0-16 0,0 0-13 0,0 0-2 16,0 0-2-16,0 0-33 0,0 0-2 0,0 0-10 15,0 0 3-15,0 0-9 0,0 0 1 0,0 0 2 16,0 0-6-16,0 0-4 0,0 0 13 0,0 0-16 15,0 0 1-15,-40 80-8 0,40-80-1 0,-24 38 0 16,7-18-2-16,2 1 2 0,0-1-2 0,15-20-17 16,-29 30-14-16,17-16-6 0,12-14 5 0,-26 27-9 15,26-27-10-15,-18 18-2 0,18-18-2 0,0 0 1 16,-20 26 0-16,20-26 3 0,-9 11-1 0,9-11 12 16,-5 8 0-16,3-4 5 0,2-4 8 15,0 0 5-15,0 0-2 0,10 17 5 0,-3-12-2 16,2-2-5-16,1-1 9 0,-10-2 2 0,27 6 8 15,-13-3-5-15,4-1-1 0,2 0 4 0,7 2-3 16,-11-4 1-16,1 4 0 0,-4-3-1 0,5-1 6 0,-5 2 1 16,-13-2 6-16,28 0 2 0,-15 2 3 15,1-2 4-15,-14 0-3 0,24 1 9 0,-24-1-3 16,14 0 4-16,-14 0 5 0,14 1 1 0,-14-1 23 16,0 0 13-16,0 0 19 0,16 0 6 0,-16 0 12 15,0 0 12-15,0 0 11 0,0 0-12 0,0 0-113 16,12-6 0-16,-12 6 0 0,0 0 0 0,0 0 0 15,0 0 0-15,0 0 0 0,0 0 0 0,0 0 0 16,-17-73 0-16,17 73 0 0,-11-36 0 0,11 36 0 16,-14-43 0-16,14 43 0 0,-10-39 0 0,10 39 0 15,-10-28 0-15,10 28 0 0,-12-30 0 16,12 30 0-16,0 0 0 0,-10-28 0 0,10 28 0 0,0 0 0 16,0 0 0-16,-10-25 0 0,10 25 0 0,0 0 0 15,0 0 0-15,0 0 0 0,0 0 0 0,0 0 0 16,0 0 0-16,0 0 0 0,0 0 0 0,0 0 0 15,0 0 0-15,0 0 0 0,0 0-313 0,0 0-132 16,0 0-57-16,0 0-57 0,0 0-76 0,0 0-322 16,0 0-1035-16,82 41 458 0</inkml:trace>
          <inkml:trace contextRef="#ctx1" brushRef="#br1" timeOffset="-30468.7501">6024 733 430 0,'0'0'486'0,"0"0"19"0,0 0-3 0,0 0-13 15,0 0-21-15,0 0-23 0,0 0-15 0,0 0-20 16,0 0-6-16,0 0-27 0,0 0-30 0,0 0-30 16,0 0-29-16,-8-55-34 0,8 55-34 0,0 0-15 15,0 0-36-15,0 0-9 0,0 0-14 0,0 0-28 16,0 0-14-16,0 0-10 0,0 0-15 0,0 0 1 15,0 0-5-15,0 0-9 0,0 0-5 0,0 0-10 16,0 0-4-16,0 0-4 0,0 0-2 0,-14 110 0 16,14-110-8-16,-7 32-3 0,7-32 16 0,-4 33-19 15,4-33-6-15,-7 31 1 0,6-18-2 16,0-3-6-16,0 3-28 0,1-13-8 0,-2 19-22 16,1-7-5-16,1-12-19 0,-1 15-7 0,-1-7-22 15,2-8-16-15,0 11-22 0,0-11-22 0,0 0-22 16,0 0-17-16,-1 17-20 0,1-17-17 0,0 0-13 15,0 0-37-15,0 0-48 0,0 0-58 0,0 0-50 16,0 0-375-16,0 0-880 0,0 0 389 0</inkml:trace>
          <inkml:trace contextRef="#ctx1" brushRef="#br1" timeOffset="-30109.46">5998 698 360 0,'0'0'422'0,"0"0"-12"0,11-45 6 16,-11 45-3-16,0 0-10 0,14-26-6 0,-14 26-13 16,0 0-17-16,14-26-26 0,-14 26-29 0,0 0-33 15,23-25-26-15,-23 25-24 0,18-15-23 16,-18 15-19-16,0 0 2 0,35-18-21 0,-35 18-14 16,36-8-19-16,-36 8-17 0,40-7-10 0,-40 7-14 15,38-1-11-15,-38 1-7 0,0 0-8 0,58 9-9 16,-58-9-5-16,23 7-10 0,-23-7-8 0,0 0-6 15,29 17-2-15,-29-17-6 0,0 0 2 0,14 23-3 16,-14-23-2-16,0 0-2 0,0 0-1 0,-14 48 1 16,14-48-3-16,-27 28-1 0,6-10 0 0,-1-1 3 15,-4-2-6-15,2 0 1 0,-3-1-2 0,27-14 2 16,-49 22 6-16,33-14 1 0,16-8 13 0,0 0 13 16,-37 8 18-16,37-8-15 0,0 0 5 0,0 0-8 15,0 0-5-15,0 0-1 0,-32 8-19 0,32-8-41 16,0 0-54-16,0 0-75 0,0 0-98 0,0 0-93 15,0 0-90-15,0 0-86 0,0 0-429 0,0 0-1025 16,0 0 454-16</inkml:trace>
        </inkml:traceGroup>
        <inkml:traceGroup>
          <inkml:annotationXML>
            <emma:emma xmlns:emma="http://www.w3.org/2003/04/emma" version="1.0">
              <emma:interpretation id="{FB1D7074-E557-450F-904F-FC4D74CA5352}" emma:medium="tactile" emma:mode="ink">
                <msink:context xmlns:msink="http://schemas.microsoft.com/ink/2010/main" type="inkWord" rotatedBoundingBox="6462,363 10323,427 10311,1125 6451,1061"/>
              </emma:interpretation>
              <emma:one-of disjunction-type="recognition" id="oneOf8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1" brushRef="#br1" timeOffset="-29859.49">6519 898 515 0,'0'0'563'0,"0"0"21"0,0 0-11 0,0 0-10 16,0 0-14-16,0 0-25 0,0 0-35 0,0 0-41 15,0 0-39-15,0 0-48 0,0 0-60 0,0 0-17 16,0 0-36-16,0 0-39 0,0 0-35 0,0 0-42 16,0 0-47-16,0 0-50 0,0 0-56 15,0 0-53-15,50-27-63 0,-50 27-70 0,0 0-60 0,0 0-65 16,0 0-68-16,0 0-46 0,0 0-46 0,0 0-287 15,0 0-843-15,0 0 373 0</inkml:trace>
          <inkml:trace contextRef="#ctx1" brushRef="#br1" timeOffset="-29679.95">6461 1023 211 0,'0'0'483'0,"-8"1"39"15,8-1 36-15,0 0 15 0,0 0 11 0,0 0-27 16,0 0-33-16,0 0-47 0,0 0-45 0,0 0-45 15,0 0-41-15,0 0-34 0,0 0-36 0,0 0-32 16,27-17-31-16,-27 17-56 0,17-5-59 0,-17 5-95 16,20-4-85-1,-9 4-95-15,6-2-75 0,-4 2-80 0,5-1-73 0,0-2-77 16,-4 3-390-16,3-4-944 0,0 1 418 16</inkml:trace>
          <inkml:trace contextRef="#ctx1" brushRef="#br1" timeOffset="-28836.37">7499 785 224 0,'0'0'464'0,"0"0"18"0,0 0-4 15,0 0-8-15,0 0-9 0,0 0-15 0,0 0-5 16,0 0-19-16,0 0-19 0,0 0-16 0,0 0-23 16,-16-50-17-16,16 50-22 0,0 0-31 15,0 0-30-15,0 0-35 0,0 0-23 0,0 0-29 16,0 0-14-16,0 0-28 0,0 0-11 0,0 0-13 16,0 0-13-16,0 0-9 0,0 0-10 0,0 0-4 0,0 0-3 15,0 0-11-15,0 0-6 0,0 0-5 0,-52 55-10 16,52-55-7-16,-11 26 1 0,11-26-34 0,0 0-16 15,-13 36-21-15,13-36-36 0,0 0-9 16,-9 33-20-16,8-22-5 0,1-2-7 0,1 1-2 16,2 1-7-16,-1-3 2 0,6-1-3 0,-1 0 6 15,2-2 15-15,4-1 6 0,0 1 14 0,1-5 12 16,-1 0 7-16,-13 0 10 0,0 0 1 0,0 0 11 16,0 0 19-16,55-19 14 0,-55 19 19 0,0 0 9 15,26-19 7-15,-26 19 10 0,0 0 17 0,18-19 3 16,-18 19 5-16,0 0 1 0,0 0-1 0,16-23-2 15,-16 23-7-15,0 0 2 0,0 0-6 0,0 0-6 16,0 0-10-16,0 0 1 0,0 0-15 0,0 0 3 16,0 0-6-16,11-25-2 0,-11 25-8 0,0 0 2 15,0 0-7-15,0 0 5 0,0 0-1 0,0 0-10 16,0 0 2-16,0 0-14 0,0 0-5 0,0 0 1 16,0 0 3-16,0 0-3 0,0 0-3 0,0 0 3 15,0 0-3-15,0 0 2 0,0 0 4 16,0 0 2-16,50 35 2 0,-50-35 4 0,0 0 7 0,0 0 3 15,0 0-2-15,0 0 5 0,0 0-2 0,0 0 5 16,0 0 13-16,0 0 9 0,45-14-3 0,-45 14 8 16,0 0-5-16,0 0 1 0,8-28-2 0,-8 28 11 15,0 0-4-15,0 0 2 0,8-34-11 0,-8 34-7 16,0 0 3-16,0 0-2 0,0 0-6 0,-11-46-4 16,11 46-1-16,0 0-7 0,-23-24 5 15,23 24-2-15,0 0-2 0,-32-18 1 0,32 18-5 16,0 0 9-16,-26-11-9 0,26 11-3 0,0 0-16 15,0 0-41-15,0 0-51 0,0 0-31 0,0 0-26 0,0 0-39 16,0 0-44-16,0 0-83 0,0 0-69 16,0 0-75-16,0 0-367 0,0 0-919 0,0 0 407 15</inkml:trace>
          <inkml:trace contextRef="#ctx1" brushRef="#br1" timeOffset="-28242.76">7848 608 332 0,'0'0'426'0,"0"0"-10"0,0 0-13 0,0 0-6 16,0 0-5-16,0 0-5 0,0 0-13 0,0 0-11 16,0 0-15-16,0 0-16 0,0 0-6 0,0 0-20 15,0 0-24-15,0 0-15 0,0 0-23 0,0 0-19 16,0 0-14-16,0 0-23 0,0 0-17 0,0 0-11 15,0 0-22-15,0 0-13 0,0 0-17 0,0 0-7 16,0 0-13-16,0 0-8 0,30-62-5 0,-30 62-16 16,0 0-6-16,0 0-8 0,0 0-8 0,31-9-7 15,-31 9-4-15,0 0-5 0,0 0-1 0,0 0-7 16,0 0-3-16,0 0-3 0,0 0-4 0,0 0 0 16,0 0-1-16,0 0 0 0,0 0 1 15,0 0 0-15,0 0-6 0,24 54-2 0,-24-54 5 16,0 0-1-16,0 0 3 0,0 0-3 0,-44 54-2 0,44-54 11 15,-27 26-6-15,27-26 0 0,-19 17 1 0,19-17-4 16,0 0 15-16,-20 15-10 0,20-15 0 0,0 0 8 16,0 0-9-16,0 0 9 0,0 0 15 15,0 0 1-15,0 0-6 0,0 0 8 0,0 0-6 16,0 0-3-16,0 0 0 0,0 0-1 0,67 13-2 16,-67-13-2-16,50-7 2 0,-50 7-10 0,48-6-26 15,-48 6-19-15,40-2-38 0,-40 2-43 0,37-5-60 16,-37 5-65-16,0 0-74 0,37 0-64 0,-37 0-63 15,0 0-69-15,0 0-418 0,43 0-1008 0,-43 0 446 16</inkml:trace>
          <inkml:trace contextRef="#ctx1" brushRef="#br1" timeOffset="-25241.47">8509 982 182 0,'0'0'247'0,"0"0"0"15,0 0-6-15,0 0 11 0,0 0 1 0,-6 3 3 16,6-3-17-16,0 0 8 0,0 0 0 0,0 0 5 16,0 0-2-16,0 0-12 0,0 0 12 0,0 0-5 15,0 0 7-15,0 0-9 0,0 0-9 16,0 0-1-16,-15-8-3 0,8 5 2 0,0-1-9 16,7 4-1-16,0 0 7 0,0 0-21 0,0 0-14 15,-45-29-12-15,45 29-4 0,-25-23-6 0,25 23-8 0,-21-28-19 16,21 28-12-16,-32-37-19 0,22 21-16 0,0-7-3 15,10 23-3-15,-14-33-3 0,14 33-5 16,-11-36-5-16,11 36-16 0,-5-35 15 0,5 35-8 16,0 0-12-16,5-44-12 0,-5 44-3 0,13-22-7 15,-13 22-10-15,23-24-26 0,-23 24 0 0,31-22 0 16,-31 22-19-16,36-17-25 0,-36 17 2 0,42-7-17 16,-42 7-4-16,41-4-2 0,-41 4 0 0,38 0 2 15,-38 0 2-15,0 0 1 0,49 9-2 0,-49-9 7 16,0 0 3-16,32 15 2 0,-32-15 4 0,0 0 4 15,14 20 1-15,-14-20 6 0,0 0 7 0,0 0-2 16,0 0-2-16,0 0 10 0,-18 53 0 0,18-53 9 16,-28 22-3-16,28-22 4 0,-39 28 0 0,23-17 2 15,-8 4 1-15,24-15 0 0,-38 14 7 0,38-14-1 16,-33 9 5-16,33-9-1 0,0 0 4 0,-31 4-2 16,31-4 9-16,0 0-3 0,0 0-1 0,0 0 0 15,0 0-9-15,0 0-32 0,0 0-45 0,0 0-58 16,0 0-55-16,0 0-40 0,0 0-62 0,0 0-56 15,0 0-65-15,0 0-68 0,0 0-333 0,0 0-882 16,0 0 390-16</inkml:trace>
          <inkml:trace contextRef="#ctx0" brushRef="#br0" timeOffset="-212409.2218">9394 860 228 0,'0'0'290'0,"0"0"-15"0,3-6-8 16,-3 6-6-16,0 0-11 0,0 0-14 0,0 0-5 16,10-7-31-16,-10 7-14 0,0 0-8 0,0 0-13 15,7-5-15-15,-7 5-17 0,0 0-12 0,6-5-7 16,-6 5-16-16,0 0-15 0,0 0-9 0,0 0 2 15,0 0-18-15,0 0-8 0,21 5-6 0,-21-5 3 16,12 6-11-16,-9-3-5 0,-3-3-4 0,8 7-1 16,-3-2-13-16,-1 0 3 0,-4-5-2 0,6 8-5 15,-5-1-5-15,3 0 2 0,-4-1 3 0,0 2 0 16,0 1-4-16,-1-1 1 0,-3 5-1 0,2-4-1 16,-2-1 4-16,0 2-2 0,-1 1 0 0,-3 5 1 31,1-8 0-31,-2 6-4 0,2-6 3 0,-3 6 4 0,1-5-7 0,4 1 1 0,-3-4-3 0,4 3 2 15,-3-2 1-15,1-1 2 0,0-1-5 0,6-5 6 16,-2 7-7-16,2-7 0 0,-5 8 3 0,0-5 0 16,5-3 3-16,0 0-4 0,0 0 4 0,0 8 11 15,0-8 13-15,0 0 1 0,0 0 19 0,0 0 8 16,0 0 25-16,0 0 13 0,0 0 6 0,0 0 4 16,0 0-16-16,0 0-5 0,24-3-4 0,-11-2-16 15,0 2-5-15,5-3-7 0,-5-2-23 0,4 2-38 16,3 1-62-16,-4-3-57 0,7-2-57 0,-4 3-63 15,-4 1-83-15,4 1-73 0,-6-3-232 0,4-3-687 16,-4 3 305-16</inkml:trace>
          <inkml:trace contextRef="#ctx0" brushRef="#br0" timeOffset="-211815.9666">9532 445 99 0,'0'0'330'0,"0"0"-8"16,0 0-8-16,0 0-12 0,18-3-8 0,-18 3-13 15,0 0-14-15,0 0-17 0,0 0-15 0,0-4-15 16,0 4-26-16,0 0-8 0,7-2-18 0,-7 2-9 31,0 0-18-31,0 0-9 0,0 0-11 0,5-5-11 0,-5 5-4 0,0 0-16 0,7-5-14 0,-7 5-4 16,0 0-9-16,7-1-3 0,-7 1-10 0,0 0-12 15,7-2-1-15,-7 2-6 0,9-3 2 0,-9 3-9 16,4-4 0-16,-4 4-9 0,0 0 3 0,11 0-4 16,-11 0-3-16,0 0 2 0,0 0-11 0,0 0-4 15,12 4 5-15,-11-1-11 0,-1-3 8 0,6 3 3 16,0 2-10-16,-6-5 8 0,7 3-11 0,-3 2 9 16,-4 1-5-16,0-6 17 0,3 8-16 0,1-2 1 15,-4-1-3-15,0 2-3 0,0 1 9 0,0-1 2 16,-4 3-1-16,3-3-3 0,1 4 5 0,0-2-13 15,-2 4 11-15,-4-3-8 0,1-2-2 0,0 7 11 16,3-7 2-16,-4 2-5 0,0-3 4 0,0 1-1 16,6 1 2-16,-1-3-4 0,-3-1 8 0,2-1-5 15,-3 1-4-15,5-5 3 0,0 6 11 0,0-6 19 16,0 5 14-16,0-5 29 0,0 0 22 0,-3 5 18 16,3-5 13-16,0 0 7 0,0 0-19 0,0 0-14 15,0 0-12-15,23-13-8 0,-6 10-7 0,1-4-12 16,-3 5-7-16,3-3-23 0,1-1-17 0,1-3-17 15,-3 5-29-15,3-2-39 0,-3 1-53 0,-2 1-50 16,-1-2-62-16,3 2-59 0,-3 0-83 0,4 2-70 16,-4-2-278-16,-1-2-786 0,0 3 347 0</inkml:trace>
          <inkml:trace contextRef="#ctx0" brushRef="#br0" timeOffset="-211362.9699">9894 878 45 0,'0'0'343'0,"0"0"-9"0,0 0-5 0,0 0-10 16,0 0-11-16,0 0-1 0,0 0 2 0,0 0-16 15,0 0-6-15,0 0-8 0,0 0-19 0,0 0-3 16,0 0-6-16,0 0-5 0,0 0-3 0,0 0-10 16,0 0-7-16,0 0-10 0,0 0-11 0,0 0-28 15,18-7-17-15,-18 7-17 0,13-5-13 0,-6 2-16 16,12-2-11-16,-2 1-11 0,2-2-10 0,4-2-12 16,1 0-13-16,2 2-32 0,-2 0-37 0,2-2-42 15,0 3-46-15,-4-2-56 0,1-1-51 0,2 4-73 16,-1 1-61-16,-4-2-89 0,4 1-49 0,-9 1-252 15,0 0-792-15,0-3 351 0</inkml:trace>
          <inkml:trace contextRef="#ctx0" brushRef="#br0" timeOffset="-213052.0902">9091 693 230 0,'0'0'288'0,"0"0"-12"0,0 0-3 15,-9-6-11-15,9 6-1 0,0 0-6 0,0 0-2 16,0 0-12-16,0 0-1 0,0 0-7 0,0 0-4 0,0 0-18 16,0 0-12-16,0 0-4 0,0 0-11 0,0 0-8 15,0 0-16-15,0 0-9 0,0 0-7 16,0 0-12-16,0 0-12 0,0 0-14 0,0 0-11 15,0 0-9-15,0 0-13 0,0 0-6 0,0 0-10 16,0 0-13-16,0 0-4 0,0 0-7 0,16 10-3 16,-10-6 0-16,4 0-10 0,-3 3-5 0,1 3-12 15,-2-6-9-15,7 7-6 0,-6-3-2 0,0 2-14 16,1-2-3-16,0 0-9 0,-2 1-6 0,-3-2 0 16,2 4-11-16,0-4 16 0,-2 1-5 0,-2 2 8 15,2-3-7-15,-3 0 9 0,0 1 0 0,0-8 8 16,-3 10-3-16,3-10 3 0,0 10 3 0,0-10 11 15,3 6 0-15,-3-6 8 0,3 5-2 0,-3-5 23 16,0 0 17-16,0 0 28 0,0 0 21 0,0 0 25 16,0 0 2-16,0 0-10 0,0 0 4 0,0 0-9 15,-9-19 0-15,9 9 0 0,0 0 0 0,0 2-7 16,2-8-6-16,-2 4-1 0,4-2-3 0,-3-2-10 16,1 2-5-16,3-1 0 0,0-1-10 0,-2 4-6 15,2-1 1-15,1-1-2 0,-2 6-3 0,-1-3-8 0,2 3-1 16,0 2-5-16,-2-2-5 0,3 2-5 0,-5 1-3 15,4 1-3-15,-1-1-16 0,-1 3-23 16,-3 2-24-16,10-7-23 0,-7 5-26 0,-3 2-34 16,7-3-38-16,-7 3-32 0,0 0-40 0,11 3-34 15,-11-3-38-15,0 0-56 0,10 6-38 0,-7-5-290 16,-3-1-759-16,0 0 336 0</inkml:trace>
        </inkml:traceGroup>
        <inkml:traceGroup>
          <inkml:annotationXML>
            <emma:emma xmlns:emma="http://www.w3.org/2003/04/emma" version="1.0">
              <emma:interpretation id="{8415D106-67EE-48CB-80D3-CBF1F888A1D9}" emma:medium="tactile" emma:mode="ink">
                <msink:context xmlns:msink="http://schemas.microsoft.com/ink/2010/main" type="inkWord" rotatedBoundingBox="10508,429 14911,502 14887,1902 10485,1829"/>
              </emma:interpretation>
              <emma:one-of disjunction-type="recognition" id="oneOf9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-210783.9659">10505 710 166 0,'1'-6'364'0,"-1"6"-13"15,4-6-7-15,-4 6-11 0,0-5-15 0,0 5 0 16,2-4-15-16,-2 4-13 0,0 0-22 0,6-5-21 16,-6 5-20-16,0 0-17 0,0 0-24 0,0 0-12 15,0 0-31-15,5-2-16 0,-5 2-17 16,0 0-14-16,0 0-8 0,12 8-11 0,-9-5-6 0,2 2-10 16,1 2-5-16,1 0-8 0,3 1-2 0,-1 1-10 0,1 0-2 0,-7 1-3 0,7 2-2 0,-5-1-3 15,4 0-2-15,-2 0-9 0,-1 3 4 0,-2 1-3 16,1-4-4-16,-3 3-1 0,4-3-4 15,-9-1-2-15,6 0-2 0,-6 0-7 0,3 0-5 0,-1-1 3 16,-3-1-4-16,2 1 1 0,-1 0-9 0,-1-4 1 31,4-5 4-31,-4 9 8 0,4-9-6 0,-2 9 4 16,2-9 21-16,-1 5 35 0,1-5 20 0,0 0-8 16,0 0 0-16,0 0 0 0,1-27-2 0,4 13 11 0,-4-5-12 0,6 0 3 0,-3-3-6 31,-2-3-4-31,8 3-2 0,0 1-4 0,1-1-7 0,-2 0-3 15,7 0-6-15,-2 3 4 0,3-1 6 0,-4 1-1 16,-4 7-4-16,-4 0-4 0,5 2-4 0,-5 2-5 16,0 3 0-16,-2-1-5 0,1 0-7 0,1 1-18 15,-1 2-30-15,-4 3-37 0,4-7-38 16,-4 7-50-16,9 0-32 0,-9 0-31 0,9 7-42 16,-9-7-45-16,12 11-44 0,-4-6-39 0,-3 7-295 0,-3-6-750 15,2 3 333-15</inkml:trace>
          <inkml:trace contextRef="#ctx0" brushRef="#br0" timeOffset="-210424.7122">10847 880 355 0,'0'0'438'15,"0"0"4"-15,0 0-16 0,0 0-21 0,0 0-31 16,0 0-19-16,0 0-35 0,14-10-27 0,-14 10-34 16,0 0-28-16,0 0-27 0,0 0-27 0,0 0-19 15,0 0-20-15,4 13-7 0,-4-13-21 0,2 12-9 16,-2-4-9-16,0 1-12 0,-2 0-8 0,4 3-3 16,-2-2-6-16,0 3-6 0,-2 1-15 0,2-6 2 15,2 6-3-15,-4-5-5 0,-2 3-1 0,4-1-3 16,0 1-2-16,0-4-1 0,0 7-3 0,-1-6-4 15,1 2-2-15,0-2-6 0,0-1 6 0,-5-2-3 16,5-6-2-16,-1 11-1 0,1-11-5 0,0 8-9 16,0-8-4-16,0 0-4 0,6 5-8 0,-6-5-10 15,0 0-13-15,0 0-41 0,0 0-62 0,0 0-57 16,0 0-54-16,14-19-66 0,-1 8-82 0,-3-3-318 16,4-2-778-16,-1-4 345 0</inkml:trace>
          <inkml:trace contextRef="#ctx0" brushRef="#br0" timeOffset="-209687.2912">11014 492 231 0,'0'0'344'0,"0"0"-17"16,0 0-20-16,-3-5-13 0,3 5-12 0,0 0-16 16,0 0-10-16,2-8-10 0,-2 8-22 0,0 0-11 15,-5-6-10-15,5 6-13 0,0 0-7 0,0 0-16 0,6-6-4 16,-6 6-18-16,0 0-12 0,6-5-16 0,-6 5-5 15,4-4-13-15,2 2-8 0,-6 2-13 0,4-3-11 16,-4 3-7-16,12-5-7 0,-8 3-5 16,-4 2-8-16,10-4-3 0,-1 4-2 0,-9 0-8 15,12-1-7-15,-12 1-2 0,10-2-1 0,-10 2-8 16,12 0 2-16,-6 3-2 0,1 0 0 0,-7-3-5 0,11 5-4 16,-5-4-2-16,-5 2 1 0,5 1 6 0,-4 0-13 15,-2-4 4-15,5 8-5 0,-3-2 6 0,2-1-8 16,-3 3 11-16,-2-1 6 0,1 3-9 0,0-4 2 15,-4 3-4-15,2 2 1 0,2-3 5 0,-5 4 1 16,-3-1 0-16,3 3-4 0,-1-1 8 16,-1-2-5-16,0 3 1 0,-2-3 15 0,5-2-18 0,-5 3-1 15,3-5 3-15,2-2 6 0,1 0 4 0,0-1 2 16,1 0 6-16,2-4 4 0,-5 5 16 16,4 0 10-16,1-5 3 0,0 0 16 0,-4 5 16 0,4-5 7 15,0 0 9-15,0 0 8 0,0 0 5 0,0 0 17 16,0 0-15-16,0 0-11 0,0 0-11 0,22-3-10 15,-7-2-6-15,3-2-12 0,-3 2 5 0,3-2-15 16,-1 1-11-16,5-2-8 0,1-1-23 0,3 1-51 16,-2 1-49-16,2 0-79 0,1-2-65 0,-3 2-78 15,5 2-92-15,8-2-86 0,-11 3-358 0,-2 0-914 16,-5 2 405-16</inkml:trace>
          <inkml:trace contextRef="#ctx1" brushRef="#br1" timeOffset="17874.18">14331 1880 55 0,'0'8'345'0,"0"-8"-2"0,0 0 5 16,0 0 14-16,0 0-1 0,0 0 8 0,0 0-4 15,-7 5 0-15,7-5-9 0,0 0-10 0,0 0-11 16,-18-7-14-16,12 5-12 0,-2-2-5 0,2 0-13 16,-3-2-18-16,-3 1-3 0,1 1 1 0,5-1 2 15,-6-3-13-15,1-1-19 0,0-3 3 0,-1 4 2 16,1-4-33-16,0-3-20 0,-1-2-11 16,1 1-16-16,-1-10-21 0,-2 2-106 0,3-1-39 15,1 0 0-15,2 1 0 0,3-2 0 0,1 8 0 0,3-2 0 16,-3 1 0-16,2-1 0 0,2 4 0 0,2 1 0 15,0-2 0-15,1 5 0 0,1 2 0 0,4-1 0 16,0 0 0-16,1 1 0 0,4 0 0 16,3 3 0-16,-3 1 0 0,8 4 0 0,1 1 0 15,0-1 0-15,-5 2 0 0,2 3 0 0,1 2 0 16,-3-2 0-16,-6 1 0 0,0 0 0 0,-2 4 0 0,0-1 0 16,-2 3 0-16,-1-2 0 0,-1 2 0 0,-5-1 0 15,0-9 0-15,-3 20-20 0,-1-4-1 16,1-4 2-16,-5-2-1 0,-1 5 7 0,-5-3 7 15,-1 1-5-15,-2 1 6 0,1-3-2 0,-5-2 2 16,-2 3 6-16,5-5 16 0,0 0-16 0,3-2 1 16,1-1 5-16,3-1-6 0,-1 0 4 0,2-3 1 15,1 0 2-15,9 0-2 0,-12 3 2 0,12-3 6 0,-9 0-4 16,9 0-10-16,0 0-16 0,-11-3-37 16,11 3-30-16,0 0-43 0,0 0-53 0,0 0-61 15,0 0-59-15,0 0-49 0,28-8-48 0,-11 8-62 16,10-3-59-16,-5 6-390 0,10-7-980 0,-1 5 434 15</inkml:trace>
          <inkml:trace contextRef="#ctx1" brushRef="#br1" timeOffset="18124.12">14665 1693 89 0,'0'0'493'0,"0"0"17"0,0 0 3 16,3-11-18-16,-3 11-28 0,0 0-40 0,5-8-41 16,-5 8-32-16,6-6-42 0,0 3-36 0,1-1-30 15,5 0-24-15,-1 0-23 0,7 0-27 0,-1 1-36 16,2 0-31-16,-6 3-39 0,1-1-47 16,-1-1-39-16,1 2-44 0,-3-2-50 0,2 2-36 0,-2 0-37 15,-3 4-37-15,-8-4-45 0,12 1-57 0,-5 1-41 16,-7-2-261-16,0 0-680 0,8 10 301 15</inkml:trace>
        </inkml:traceGroup>
        <inkml:traceGroup>
          <inkml:annotationXML>
            <emma:emma xmlns:emma="http://www.w3.org/2003/04/emma" version="1.0">
              <emma:interpretation id="{4E4C59EA-F33A-449A-B428-0D524611B675}" emma:medium="tactile" emma:mode="ink">
                <msink:context xmlns:msink="http://schemas.microsoft.com/ink/2010/main" type="inkWord" rotatedBoundingBox="14678,1572 15131,1579 15127,1851 14674,1843"/>
              </emma:interpretation>
              <emma:one-of disjunction-type="recognition" id="oneOf10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1" brushRef="#br1" timeOffset="18342.81">14681 1800 369 0,'0'0'480'15,"0"0"18"-15,-5 1 4 0,5-1-3 0,0 0-32 16,0 0-30-16,0 0-29 0,0 0-42 0,0 0-32 15,0 0-35-15,0 0-31 0,0 0-29 0,0 0-28 16,23-13-20-16,-16 10-23 0,2 1-15 0,2 0-26 16,0-1-32-16,1 2-43 0,-1-2-45 0,7 2-47 15,-3 0-43-15,1-2-50 0,4 0-48 0,-2 1-28 16,0-2-29-16,0 2-36 0,-2-1-41 0,2 1-38 16,-2-3-28-16,1 1-280 0,-6-1-716 0,0 2 318 15</inkml:trace>
          <inkml:trace contextRef="#ctx1" brushRef="#br1" timeOffset="18593.03">15054 1588 270 0,'0'0'368'0,"0"0"4"0,0 0-4 16,9-8-11-16,-9 8-14 0,0 0-6 0,0 0-10 15,0 0-19-15,0 0-16 0,11-1-22 16,-11 1-18-16,0 0-18 0,0 0-18 0,0 0-14 15,0 0-15-15,17 10-16 0,-12-3-8 0,1-1-17 16,-6-6-8-16,10 13-19 0,-4-4-12 0,-3 1-6 16,2 1-12-16,-2 0-10 15,-1 1-3-15,-2-2-11 0,0 4 1 0,-2 1-9 0,-4 3-36 0,0-4-26 16,-1 1-59-16,-1 2-55 0,-2-3-73 0,-4 1-64 16,-2-2-84-16,2-2-84 0,-5-1-360 0,6-2-849 15,-1-1 376-15</inkml:trace>
        </inkml:traceGroup>
        <inkml:traceGroup>
          <inkml:annotationXML>
            <emma:emma xmlns:emma="http://www.w3.org/2003/04/emma" version="1.0">
              <emma:interpretation id="{F97FFCE3-60CB-48ED-BBDA-EEC03EF3C7D8}" emma:medium="tactile" emma:mode="ink">
                <msink:context xmlns:msink="http://schemas.microsoft.com/ink/2010/main" type="inkWord" rotatedBoundingBox="15553,1272 17203,1299 17194,1818 15544,1790"/>
              </emma:interpretation>
              <emma:one-of disjunction-type="recognition" id="oneOf11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1" brushRef="#br1" timeOffset="23218.38">15757 1477 75 0,'0'0'280'0,"0"0"5"15,0 0 1-15,0 0 9 0,0 0 9 0,0 0 10 16,6-11 13-16,-6 11 9 0,0 0 12 0,2-4 3 16,-2 4 3-16,0 0-8 0,0 0-7 15,0 0-14-15,0 0-13 0,0 0-16 0,0 0-18 16,0 0-14-16,0 0-22 0,0 0-27 0,0 0-10 0,0 0-38 16,0 0-15-16,0 0-13 0,0 0-25 0,0 0-15 15,0 0-12-15,0 0-7 0,0 0-14 0,0 0-1 16,0 0-9-16,0 0-7 0,-8 35 3 15,3-17-12-15,-5-1-4 0,1 0-4 0,-4 6-4 16,-4 4 0-16,3-5-3 0,-1-1-3 0,1 0-2 16,-1 0 3-16,3-5-5 0,0-4 3 0,1 1-9 15,3 1 2-15,1-5 0 0,-2 2-6 0,4-5-1 16,1-1 4-16,0-1-1 0,0 2 5 0,4-6 1 16,-8 5 3-16,8-5 2 0,0 0 1 0,-8 6 5 15,8-6 7-15,0 0-3 0,0 0-9 0,0 0-7 16,0 0 11-16,0 0-11 0,0 0-9 0,-7-25 2 15,8 18 7-15,-1 7-8 0,3-18-9 0,-3 18 8 16,3-16 10-16,-3 16-16 0,2-14-1 0,1 8 2 16,0 0-4-16,-3 6-4 0,5-8 0 0,-1 2-2 15,-4 6-4-15,8-7 3 0,-4 5-3 0,-4 2 1 16,11-6 1-16,-11 6 3 0,12 0-1 0,-4 1 3 16,-8-1-12-16,16 5 18 0,-6-1-10 0,1-2 2 15,0 5-6-15,-2-3-3 0,-1 2-12 0,4 1-4 16,-1-2-17-16,-1 2-14 0,1 0-8 0,0-1-4 15,0 1-2-15,-1 1 0 0,1-2 3 0,0 0 4 16,-2-1 1-16,1-1 10 0,-3 0 5 0,0-2 8 16,1-1 8-16,-8-1 7 0,14 1-2 0,-6-2 11 15,-1-2 5-15,0-1 11 0,0 0 13 0,2-4 16 16,-2 2 8-16,2-4 20 0,-3 0 7 0,3-5 0 16,-5-1 1-16,1 0 19 0,0-10-15 0,-2 6-4 15,1-5-11-15,-3-3 9 0,0 1-14 0,-2-3-10 16,-4 1 1-16,1 2 6 0,-3 0-13 0,4 1-9 15,-5 7 5-15,2 1-8 0,-2 0-2 0,3 2 5 16,-3 1-7-16,0 6 4 0,5 0 5 0,-1 1-4 16,0 1 3-16,0 2 4 0,4 5-19 0,-4-7 3 15,4 7-16-15,-4-6-4 0,4 6-1 0,0 0 6 16,-7-3 0-16,7 3-5 0,0 0 13 0,-10 9-9 16,4-1 4-16,1 3-2 0,0 0 3 0,1-2-5 15,-1 4 5-15,3 4 7 0,-2-1-10 0,0-5 6 16,3 5 1-16,-2-3-1 0,2-3 2 15,1 7-2-15,-1-1-2 0,1-3-3 0,0 3-8 0,1 0 5 16,3-5-6-16,1 0-3 0,0 0 5 0,1-1 5 16,3-1 3-16,3 2-4 0,2-2 4 0,2 1 1 15,2-3 1-15,0 1 1 0,4-4-2 0,0 0 5 16,3 1 2-16,3-3-4 0,1-3 5 16,-8 2-4-16,-2-2 4 0,2 0-1 0,-1 1 4 15,-3-4-2-15,-3 3 4 0,-1-3-5 0,-1 2 7 16,-1 2-1-16,-2-5 0 0,-9 5-5 0,14-7 8 0,-9 4-3 15,-5 3 0-15,10-4 4 0,-10 4-4 0,5-7 0 16,-5 7 2-16,0 0-4 0,0 0-6 0,0-14-8 16,0 14 2-16,0 0 1 0,0 0 0 0,-14-8 2 15,14 8-9-15,-9-3 3 0,9 3-3 16,0 0-4-16,-15-3 6 0,15 3-6 0,0 0 1 16,-13 1 8-16,13-1-2 0,-13 7-2 0,13-7-2 15,-9 9 6-15,3-2-4 0,2-1 0 0,-1 1-5 16,1 3-7-16,-1-1-7 0,1 1-4 0,2 0-12 15,-1 2 2-15,2-2-3 0,-2 1-5 0,5-1 9 16,-2 1-5-16,1-3 8 0,4 3 5 0,0-1 1 16,0-2 7-16,4-1 1 0,0 0 7 0,1 1 3 15,4-2-1-15,2 1 4 0,2-1 4 0,-2-3 7 16,2 0 4-16,0-2 5 0,-1-1 12 0,2 0 10 16,-1-5 7-16,0 3 0 0,-6-2 8 0,2 1-3 15,3-5-1-15,-4 2 6 0,-2 0 17 0,1-1 0 16,-2 0-13-16,0-1 2 0,-2 0 0 0,2 2 12 15,-1-1-10-15,-4 3 0 0,0 0-6 0,-5 4-2 16,10-11 4-16,-10 11-10 0,7-6-1 0,-7 6 0 16,6-4-6-16,-6 4-12 0,0 0 3 0,0 0-10 15,7-7-15-15,-7 7 0 0,0 0 0 0,0 0 0 16,0 0 0-16,0 0 0 0,0 0 0 0,12 11 0 16,-12-11 0-16,4 11 0 0,-2-5-19 0,0 2-19 15,-1 2-8-15,2-1-19 0,0 1-7 0,-1-1-13 16,-1-1-2-16,1-2-11 0,0-1-8 0,-2-5 1 15,4 13 7-15,-3-9 1 0,-1-4 13 0,4 7 7 16,-4-7 13-16,5 6 5 0,-5-6 9 0,8 0 7 16,-8 0 6-16,14-4 6 0,-8 2 4 0,5-3 4 15,-2-1 6-15,2 0 8 0,-2-1 9 0,0 1 6 16,2-2 11-16,-2 1 4 0,2 1 6 0,-3-3 4 16,2 5-2-16,-4 0 1 0,0 1 7 0,-1 0-2 15,0-4-2-15,-5 7-1 0,8-4-9 0,-8 4 1 16,4-4-7-16,-4 4 1 0,0 0-6 0,7-4-4 15,-7 4-2-15,0 0-3 0,0 0 5 0,0 0-4 16,12 8-2-16,-12-8 3 0,5 6 1 0,-5-6-3 16,7 8-6-16,-3-7 4 0,-1 4 2 15,-3-5 0-15,12 7-1 0,-7-5 1 0,-5-2 2 0,15 7-2 16,-3-3-2-16,-12-4 4 0,17-1 0 0,-17 1 4 16,20-3 0-16,-10 0-2 0,4-2 9 0,-2 0-14 15,3-3 8-15,-5 2 0 0,1-1-8 0,0-2 6 16,-2-5-4-16,0 6 4 0,-4-3-3 15,3 2-2-15,-2-3 3 0,-2 1-6 0,0 1 4 16,-2-3-6-16,1 2 3 0,-3 11-7 0,1-12 1 16,-1 12 1-16,0-11-6 0,0 11-8 0,0 0-7 15,0 0 0-15,0 0 1 0,0 0-1 0,0 0-6 0,0 0-7 16,0 0-2-16,-22 15 1 0,16-7 2 0,3 2-5 16,1 0-9-16,2 0-7 0,0-1 0 15,0 1 0-15,2 1 3 0,2-1 5 0,3 1 2 16,-4-3 4-16,1 1 1 0,1 1 2 0,1-1 2 15,-3-3 5-15,2 0 3 0,0 2 3 0,-1-3 4 16,0 3-2-16,-1-2 2 0,1-1 4 0,-4-5 1 16,5 9-1-16,-5-3-1 0,0-6-1 0,1 8 0 15,-1-8 2-15,0 8 5 0,0-8 1 0,0 0 3 16,-4 9 0-16,2-4 7 0,2-5-4 0,-12 5 4 16,6-3 0-16,6-2 4 0,-13 3 0 0,13-3 3 15,-10 0 0-15,10 0 3 0,-9 0 5 0,9 0 3 16,0 0 4-16,-12-5 5 0,12 5 7 0,0 0 3 15,-7-10 3-15,7 10-5 0,0-12-6 0,0 12-2 16,7-11 0-16,-3 2-6 0,5 2 0 0,-3 0-4 16,5-2-4-16,-1 2-2 0,3-1 0 0,1-2-2 15,4 6-3-15,-2-3 3 0,2 5-3 0,-5-2 0 16,1 2-4-16,-1 2 1 0,-2-1-4 0,-3-1 3 16,0 2-3-16,-8 0 2 0,15 0-3 0,-15 0 0 15,10 3-3-15,-6 1 1 0,-4-4 2 0,8 4 1 16,-3 1-2-16,-5-5 3 0,1 9 1 0,-1-9-7 15,1 14-15-15,-1-8-13 0,0-6-8 0,0 12-8 16,0-6-7-16,0-6-15 0,2 11-18 0,-2-11-12 16,0 0-15-16,0 0-3 0,0 0-6 0,-2 14 4 15,2-14 5-15,3 5-6 0,-3-5-27 0,0 0-26 16,0 0-35-16,0 0-37 0,0 0-45 0,18-12-46 16,-9 8-260-16,-9 4-654 0,12-12 289 15</inkml:trace>
          <inkml:trace contextRef="#ctx1" brushRef="#br1" timeOffset="23390.22">17169 1522 373 0,'0'0'476'0,"0"0"-12"0,-4-12-13 0,4 12-34 16,0 0-39-16,0-9-37 0,0 9-38 15,0 0-26-15,0 0-33 0,-1-6-49 0,1 6-59 16,0 0-72-16,0 0-68 0,0 0-60 0,0 0-65 15,0 0-68-15,0 0-65 0,19-5-72 0,-19 5-188 16,18 2-565-16,-18-2 251 0</inkml:trace>
        </inkml:traceGroup>
        <inkml:traceGroup>
          <inkml:annotationXML>
            <emma:emma xmlns:emma="http://www.w3.org/2003/04/emma" version="1.0">
              <emma:interpretation id="{19E2204D-FB63-4416-9147-C9536ED9F0B9}" emma:medium="tactile" emma:mode="ink">
                <msink:context xmlns:msink="http://schemas.microsoft.com/ink/2010/main" type="inkWord" rotatedBoundingBox="17236,1265 20511,1319 20497,2183 17221,2128"/>
              </emma:interpretation>
              <emma:one-of disjunction-type="recognition" id="oneOf12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1" brushRef="#br1" timeOffset="23702.64">17391 1471 335 0,'4'-8'453'0,"-4"8"20"0,0 0 6 0,0 0-1 16,0 0-8-16,2-8-18 0,-2 8-22 0,0 0-24 16,0 0-23-16,0 0-32 0,0 0-29 0,0 0-38 15,0 0-31-15,0 0-34 0,0 0-21 0,0 0-20 16,0 0-10-16,0 0-21 0,0 0-13 0,-9 30-12 16,6-14-11-16,0 1-12 0,2 1-11 0,0 1-8 15,-2 1-6-15,2 4-4 0,-1 2-8 0,0-6-5 16,1-2-7-16,0 1-6 0,0-1 0 0,-2-1-12 15,3 1-1-15,-1 0-34 0,-2-1-24 0,2-2-35 16,1-3-32-16,-1-1-34 0,-1 0-35 16,1-3-45-16,2-2-36 0,-1-6-40 0,-1 10-27 0,1-10-15 15,0 0-23-15,0 0-37 0,5 8-80 0,-5-8-289 16,0 0-817-16,0 0 361 0</inkml:trace>
          <inkml:trace contextRef="#ctx1" brushRef="#br1" timeOffset="24452.47">17247 1706 155 0,'0'0'374'0,"0"0"7"15,-10-1-5-15,10 1-2 0,0 0-16 0,0 0-11 16,-7-6-33-16,7 6-17 0,0 0-16 0,0 0-20 0,0 0-20 16,0 0-24-16,0 0-23 0,0 0-20 15,0 0-24-15,0 0-24 0,0 0-20 0,27-8-17 16,-14 6-22-16,1 0-22 0,4 0-17 0,2-1-19 15,-2 2-15-15,3 0-16 0,7-1-1 0,-9-2-20 16,2 1 2-16,0 2-15 0,-2-2 7 0,-1-1 8 16,1 0-2-16,-4 2 3 0,-4 1 9 0,1-2 7 15,-12 3 0-15,14-2 5 0,-14 2 6 0,0 0 20 16,15-5 4-16,-15 5 12 0,6-4 11 0,-6 4 10 16,0 0-1-16,8-4 11 0,-8 4-9 0,0 0 0 15,0 0 5-15,0 0 2 0,0 0-9 0,0 0-1 16,0 0-5-16,0 0-5 0,0 0-7 0,0 0-9 15,0 0-1-15,0 0-5 0,0 0-6 0,0 0 2 16,15 8 0-16,-15-8-4 0,0 0 5 0,0 13-5 16,0-13 1-16,0 0 2 0,3 15 1 0,-2-8 0 15,2 1-22-15,-1 1-10 0,2-1-4 0,0 0-11 16,-4-8-15-16,9 13 1 0,-4-6-3 0,0-3-6 16,3 3 2-16,-8-7 3 0,14 9 6 0,-14-9 7 15,13 4 17-15,-13-4 1 0,15 1 21 0,-15-1 8 16,14-4 26-16,-14 4 15 0,15-8 17 0,-8 3 22 15,-7 5 14-15,10-12 13 0,-4 5 9 0,1 0 12 16,-3 1 9-16,-4 6 2 0,5-15 6 0,-3 9 7 16,-2 6 6-16,2-13 3 0,-2 13 3 15,3-9 2-15,-3 9-14 0,0 0-4 0,0 0-29 16,0-14-17-16,0 14-7 0,0 0-14 0,0 0-13 0,0 0-7 16,0 0-7-16,0 0-7 0,0 0-8 0,0 0-3 15,0 0 4-15,0 0-8 0,0 0-7 0,-10 29-6 16,9-18 1-16,0 7 1 0,-2 1 1 15,3-1-11-15,-1 6 5 0,2 1 1 0,0-7-2 16,1 6-4-16,-4-4 0 0,4-1-5 0,-1-2 3 16,1-1 5-16,-2 2-5 0,2-2 3 0,-2-1-10 15,1-1 0-15,-1-14 4 0,0 20 0 0,1-11 2 16,-1-9-10-16,0 0 1 0,-2 18 1 0,2-18-5 16,0 0 0-16,0 14 5 0,0-14-9 0,0 0 6 15,0 0 1-15,0 0 3 0,0 0 4 0,-8 8-7 16,8-8 1-16,0 0 5 0,0 0 3 0,-27-15-4 15,27 15-1-15,-18-15 4 0,11 9-3 0,-2-5-14 16,1 3-1-16,2-1-4 0,1 1-18 0,-1-2-28 16,2 2-38-16,4 8-35 0,-2-12-30 0,2 12-43 15,2-19-57-15,5 11-70 0,3-1-69 0,4 0-87 16,3 1-442-16,10-4-1009 0,5 1 447 0</inkml:trace>
          <inkml:trace contextRef="#ctx1" brushRef="#br1" timeOffset="24874.24">18336 1682 101 0,'0'0'400'0,"0"0"6"15,-3-11-7-15,3 11-6 0,0 0-29 0,2-14-15 16,-2 14-17-16,0 0-17 0,2-11-17 0,-2 11-23 16,0 0-27-16,5-11-22 0,-5 11-23 0,5-8-23 15,-5 8-16-15,8-7-22 0,-8 7-12 0,14-5-13 16,-4 1-15-16,-10 4-8 0,16-2-10 0,-16 2-14 16,14-2-7-16,-14 2-9 0,15 2-5 0,-15-2-9 15,13 1-2-15,-13-1-5 0,8 3-9 0,-8-3 0 16,8 5-9-16,-8-5 0 0,6 7-2 0,-6-7 0 15,0 11-5-15,0-11 2 0,-9 13 1 0,1-5-6 16,0 2 5-16,-1-3 1 0,-6 1-4 0,1 1 1 16,-1-2 2-16,3-2-1 0,-1-1 1 0,2 1-8 15,-1-1 6-15,2-2 0 0,2-2 7 0,1 0 0 16,7 0-4-16,-13 0-7 0,13 0-26 0,0 0-29 16,-8-9-31-16,8 9-38 0,0 0-39 0,9-22-34 15,1 13-43-15,3-2-53 0,4 0-52 0,6-5-57 16,0 3-276-16,-4 2-731 0,8-5 324 0</inkml:trace>
          <inkml:trace contextRef="#ctx1" brushRef="#br1" timeOffset="25217.91">18661 1465 7 0,'0'0'341'0,"-8"-16"23"15,8 16 25-15,-5-11 40 0,5 11 13 16,-7-10 14-16,2 3-1 0,5 7-7 0,-5-10-4 15,5 10-10-15,-5-11-6 0,5 11-16 0,0 0-29 16,-5-4-35-16,5 4-30 0,0 0-42 0,0 0-25 16,0 0-31-16,0 0-25 0,0 0-21 0,0 0-23 15,0 0-7-15,0 0-23 0,0 0-13 0,-5 31-2 0,5-5 4 16,0-1-2-16,1 4-12 0,2 3-63 16,-2 1-33-16,-1 1 0 0,0 2 0 0,1-2 0 15,-1 1 0-15,-1-2 0 0,0 0 0 0,-1 1 0 16,0-2 0-16,-2-1 0 0,1-1 0 0,2 1 0 15,-4-3 0-15,4 1 0 0,-3-4 0 0,3-6 0 16,1-1 0-16,-3-2 0 0,2-4 0 0,1-12 0 16,2 22 0-16,1-12 0 0,-3-10 0 0,1 15 0 15,-1-15 0-15,5 10-12 0,-5-10-206 0,7 9-34 16,-7-9-49-16,0 0-37 0,12 4-40 0,-12-4-40 16,0 0-36-16,0 0-45 0,23-15-28 0,-23 15-272 15,3-17-867-15,-3 17 384 0</inkml:trace>
          <inkml:trace contextRef="#ctx1" brushRef="#br1" timeOffset="25420.99">18540 1901 277 0,'0'0'401'0,"-7"-14"28"15,7 14 30-15,-4-8 27 0,4 8 0 0,0 0-10 16,-3-10-13-16,3 10-21 0,0 0-31 0,0 0-26 16,0 0-33-16,5-12-45 0,-5 12-28 0,0 0-31 15,20-8-32-15,-10 3-46 0,5 3-39 0,3-2-43 16,4 0-43-16,8-2-41 0,-1 2-39 15,-3 0-49-15,1-1-46 0,3-1-58 0,-2 2-37 0,-1-5-37 16,1 5-32-16,-9 1-50 0,0-1-41 16,0-1-59-16,-6 0-250 0,4 0-753 0,-7 0 333 15</inkml:trace>
          <inkml:trace contextRef="#ctx1" brushRef="#br1" timeOffset="26405.13">19531 1412 210 0,'-5'-16'437'0,"4"9"10"16,-1-1 5-16,1-2 9 0,1 2-4 0,-1-2-13 15,-1 0-13-15,2 10-2 0,0-12-6 0,0 12-7 16,0-11-14-16,0 11-26 0,-1-7-36 0,1 7-36 16,0 0-40-16,0-10-30 0,0 10-27 0,0 0-25 15,0 0-27-15,0 0-14 0,0 0-21 0,0 0-9 16,0 0-5-16,3 35-1 0,-6-9-24 0,2 1-7 15,0 2-10-15,-2 0-3 0,3 6 0 0,-5 0-10 16,1-2-4-16,0 2 0 0,-1-1-9 0,-1-2-25 16,-1 0-13-16,1 0 0 0,-4-2 0 0,1-3 0 15,-2 1 0-15,1-3 0 0,0-1 0 0,0-1 0 16,1-7 0-16,-1-2 0 0,2-4 0 0,3 0 0 16,0 0 0-16,-2-5 0 0,7-5 0 0,-7 9 0 15,7-9 0-15,-4 6 0 0,4-6 0 0,0 0 0 16,0 0 0-16,0 0 0 0,0 0 0 0,0 0 0 15,-8-21 0-15,8 21 0 0,3-22 0 0,-2 6 0 16,2 0 0-16,-2 0 0 0,3 4 0 0,-3 0 0 16,4 1 0-16,-2-1 0 0,2 1 0 0,-4 2 0 15,3 1 0-15,-4 8 0 0,4-13 0 0,-4 13 0 16,4-9 0-16,-4 9 0 0,3-7 0 0,-3 7 0 16,0 0 0-16,0 0 0 0,7-9 0 0,-7 9 0 15,0 0 0-15,0 0 0 0,16 3 0 0,-16-3 0 16,0 0 0-16,17 8 0 0,-12-3 0 0,4 0 0 15,-9-5 0-15,12 11 0 0,-6-5 0 16,3-2 0-16,-1 3 0 0,-2-4 0 0,-6-3 0 16,15 9 0-16,-6-5 0 0,0 1 0 0,3-2-54 0,-2-1-31 15,2 0 4-15,0-2-1 0,-2 0 16 16,4-2 3-16,-1 0 4 0,0-2 7 0,1 1 5 0,-1-2 5 16,1 0 4-16,-4-1 4 0,2 1 2 15,-1 0 5-15,-2-1 14 0,1 2 9 0,-1-2 0 16,-2 1 8-16,-2 0 11 0,-5 5 16 0,9-5-1 15,-4 1-2-15,-5 4-10 0,7-3 3 0,-7 3-5 16,4-5-5-16,-4 5 3 0,0 0-9 0,0 0-1 0,7-2-1 16,-7 2-4-16,0 0 5 0,0 0-1 0,0 0-2 15,0 0-4-15,0 0 1 0,0 0-2 16,5 13 1-16,-3-7 4 0,1 0 0 0,3 2-2 16,-1-1-8-16,-1 0-18 0,3 1-20 0,0-1-23 15,1 0-25-15,-2-2-27 0,1-1-17 0,-2-1-21 16,1 0-31-16,2-1-33 0,-8-2-52 0,11 0-33 15,-11 0-26-15,11-8-28 0,-2 0-14 0,-3 0-47 16,-1-2-316-16,-2-3-800 0,4-1 354 0</inkml:trace>
          <inkml:trace contextRef="#ctx1" brushRef="#br1" timeOffset="26561.36">19931 1531 20 0,'0'0'357'15,"0"0"2"-15,0 0 18 0,2-15 5 0,-2 15-2 16,2-3-10-16,-2 3-25 0,0 0-25 0,0-8-37 15,0 8-34-15,0 0-25 0,0 0-28 0,0 0-33 16,0 0-51-16,0 0-74 0,0 0-79 0,0 0-41 16,0 0-67-16,0 0-82 0,0 0-72 0,6 26-259 15,-3-18-609-15,0 3 271 0</inkml:trace>
          <inkml:trace contextRef="#ctx1" brushRef="#br1" timeOffset="27186.18">20045 1725 59 0,'0'0'420'0,"0"0"14"16,0 0 13-16,0 0-10 0,0 0-15 0,0 0-12 15,0 0-18-15,7-15-28 0,-7 15-30 0,4-9-24 0,-4 9-26 16,4-8-25-16,-4 8-29 0,1-6-22 0,-1 6-23 16,4-5-25-16,-4 5-15 0,0 0-18 15,6-4-15-15,-6 4-9 0,0 0-14 0,0 0-8 16,16 11-11-16,-14-7-10 0,2-1-8 0,1 4-15 15,-1-1-8-15,-1-1-10 0,-1 3-13 0,1-1-7 16,-2 0-13-16,-1-7-14 0,-1 16-13 0,-2-7-2 16,-1 0-5-16,-3-2-15 0,-1 1-8 0,-2 1-15 15,-2-2-18-15,-5 0-14 0,0-4-6 0,-1 2 8 16,4-5 18-16,1 2 8 0,0-4 14 0,13 2 8 16,-17-3 12-16,10-1 10 0,2-2 30 0,0 2 27 15,1-4 12-15,1-1 12 0,3 1 13 0,-1-2-1 16,2 0 6-16,2 0 6 0,1 1-5 0,1-1-1 15,0 3-5-15,3-1-4 0,1 1 0 0,0 0-3 16,0 2-2-16,2 3-2 0,-3 0-3 0,-1 2 0 16,5 0-6-16,-2 2 3 0,0 1 3 0,3 4 3 15,0 3 6-15,-2-1 3 0,1 4 0 0,-2 3-1 16,-1 1 12-16,0 5 6 0,-4-2-2 0,2 3-4 16,-6 3-6-16,-2-2-3 0,-1-6-2 0,2 2-4 15,-1-1-3-15,-6 5-4 0,4-6 2 0,-4 0-9 16,5-1 0-16,1 2-8 0,-2-4-1 0,0 2 0 15,1-5 1-15,-1 3-6 0,2-5 2 0,1-10-4 16,-1 18 1-16,-1-9-2 0,2-9 2 0,2 13 1 16,-2-13 0-16,2 8 0 0,-2-8 5 0,5 7 8 15,-5-7 13-15,14 5 17 0,-14-5 19 0,22 1 14 16,-8-1-8-16,-14 0 11 0,33-6 9 0,-15 2-4 16,3 1 14-16,7-7-6 0,-8 4 0 0,1-2-8 15,4-2-10-15,-6 3-10 0,0-1-9 16,1 0-9-16,-1-1-53 0,-4 0-7 0,2 3 0 0,-5 1 0 15,-2-1 0-15,0 1 0 0,-2 0 0 0,-8 5 0 16,14-4-120-16,-9 1-87 0,-5 3-59 0,0 0-70 16,10-6-62-16,-10 6-53 0,0 0-75 0,4-7-456 15,-4 7-1062-15,0 0 470 0</inkml:trace>
        </inkml:traceGroup>
        <inkml:traceGroup>
          <inkml:annotationXML>
            <emma:emma xmlns:emma="http://www.w3.org/2003/04/emma" version="1.0">
              <emma:interpretation id="{B3479508-6B7B-4CA6-B6A6-CB4AE3339289}" emma:medium="tactile" emma:mode="ink">
                <msink:context xmlns:msink="http://schemas.microsoft.com/ink/2010/main" type="inkWord" rotatedBoundingBox="8833,429 21254,635 21234,1839 8813,1632"/>
              </emma:interpretation>
              <emma:one-of disjunction-type="recognition" id="oneOf13">
                <emma:interpretation id="interp25" emma:lang="" emma:confidence="1">
                  <emma:literal/>
                </emma:interpretation>
              </emma:one-of>
            </emma:emma>
          </inkml:annotationXML>
          <inkml:trace contextRef="#ctx1" brushRef="#br1" timeOffset="27795.44">20409 1739 222 0,'2'-12'405'0,"-2"12"15"15,4-11 1-15,-1 7-11 0,-3 4-20 0,5-9-23 16,-5 9-27-16,2-7-20 0,-2 7-16 0,4-5-22 16,-4 5-24-16,0 0-24 0,3-7-25 0,-3 7-19 15,0 0-24-15,0 0-17 0,0 0-16 0,0 0-12 16,0 0-13-16,0 0-7 0,0 0-6 0,13 16-16 15,-12-11-7-15,-1-5-6 0,4 11-7 0,-2-7-5 16,3 3-7-16,-5-7-4 0,3 11-7 0,1-5-2 16,-3-1-5-16,3 1-17 0,-4-6-11 0,5 9-7 15,-2-7-6-15,-3-2-5 0,7 6 3 0,-7-6 8 16,5 5-1-16,-5-5 2 0,8 1 2 0,-8-1 3 16,0 0-4-16,15-6 6 0,-7 4-2 0,-2-3 5 15,2-1 8-15,0 0 6 0,1-1 8 0,-3 0 4 16,-1 3 3-16,3-1-2 0,-1 0 6 0,-1 2 11 15,-3-2-1-15,-3 5 3 0,9-5-8 0,-9 5-9 16,7-5-3-16,-7 5-6 0,0 0-7 0,9-2-2 16,-9 2 1-16,0 0-8 0,0 0-1 0,9 6 1 15,-7-1-4-15,1 1 4 0,-3-6 0 0,4 11-4 16,-2-5 0-16,2 1-11 0,0 1-13 0,-2-1-12 16,1-1-14-16,1 0-6 0,-2-1-4 0,1 1-2 15,-3-6-2-15,4 7 7 0,-4-7 5 0,6 5 5 16,-6-5 3-16,10 3 8 0,-10-3 2 0,13-3 9 15,-13 3 1-15,18-6-1 0,-10 1 4 0,-1 2 5 16,1-4 9-16,2 2 7 0,-2-1-1 0,0-2 3 16,2 4 12-16,-5-1 5 0,3 0 0 0,-2 1 5 15,-1 2-2-15,-5 2-2 0,8-5-2 0,-8 5-4 16,6-3-3-16,-6 3-4 0,0 0-2 16,5-3-5-16,-5 3-1 0,0 0-1 0,0 0 1 15,0 0 4-15,14 5-5 0,-14-5-6 0,8 8-16 0,-4-4-26 16,0 1-26-16,0 0-40 0,1-2-35 0,-5-3-42 15,11 8-31-15,-6-5-18 0,0 0-16 0,-5-3-35 16,0 0-41-16,17-2-40 0,-9-1-28 0,-8 3-210 16,10-6-657-16,-4 0 290 0</inkml:trace>
          <inkml:trace contextRef="#ctx1" brushRef="#br1" timeOffset="27951.64">20906 1560 204 0,'0'0'311'0,"0"0"-6"0,0 0-19 16,-1-9-26-16,1 9-24 0,0 0-22 0,0 0-25 16,0 0-21-16,0 0-16 0,0 0-23 0,0 0-38 15,0 0-50-15,-4-5-62 0,4 5-42 0,0 0-55 16,0 0-56-16,0 0-195 0,0 0-399 0,16 22 177 16</inkml:trace>
          <inkml:trace contextRef="#ctx1" brushRef="#br1" timeOffset="28310.93">21048 1717 22 0,'0'0'394'0,"0"0"2"0,0 0 3 16,0 0-12-16,0 0-7 0,0 0-20 0,0 0-18 16,0 0-16-16,14-7-18 0,-14 7-27 0,9-9-27 15,-7 6-30-15,-2 3-20 0,9-6-20 0,-2 3-22 16,-7 3-18-16,16-7-15 0,-11 7-16 15,-5 0-13-15,18 0-13 0,-6 0-11 0,-4 2-7 0,-1 1-10 16,2-1-7-16,-3 2-6 0,3 1-12 0,-3 0-6 16,-2 1-10-16,2-1-11 0,-2-1-10 0,-2 3-7 15,-1 1-6-15,-1-8 2 0,3 14 1 0,-3-14 0 16,-4 14 0-16,-1-4 7 0,-2-3-2 16,0 1-6-16,-2 0 4 0,-1-1-6 0,-8 0-10 15,1 1 5-15,1 0-15 0,-1-4-3 0,6-1 11 16,-1-2 4-16,1 1 5 0,3 0 0 0,-1-4 10 15,9 2 0-15,-14-6 1 0,10 2 4 0,-2-4-8 0,1 0-22 16,5 8-14-16,-6-22-39 0,5 11-15 0,2-5-36 16,1 4-21-16,0 0-25 0,2 0-31 15,6-1-36-15,-2 2-35 0,1 1-50 0,1-3-224 16,3 0-606-16,2 5 269 0</inkml:trace>
          <inkml:trace contextRef="#ctx1" brushRef="#br1" timeOffset="28592.12">21131 1428 8 0,'0'-21'417'0,"0"12"15"0,0-2 16 0,0 1 21 16,1 2 8-16,-1 8-3 0,-1-13-18 0,1 13-14 16,0 0-23-16,4-15-28 0,-4 15-43 0,0 0-39 15,1-6-30-15,-1 6-32 0,0 0-37 0,0 0-22 16,0 0-21-16,0 0-19 0,0 0-13 0,0 0-12 15,9 38-9-15,-6-13-8 0,0 1-12 0,-1 1-12 16,0 1 3-16,1 3-14 0,-1 0-3 0,2-4-7 16,-3 4-4-16,-1-3-3 0,-2-2-9 0,4-1-6 15,0-7-32-15,-1 2-33 0,0-3-44 0,0-2-48 16,3 2-51-16,0-1-59 0,0-6-68 0,3 6-66 16,-1-7-59-16,4-2-78 0,0-1-382 0,0-2-953 15,1-1 422-15</inkml:trace>
          <inkml:trace contextRef="#ctx0" brushRef="#br0" timeOffset="-202837.032">8933 441 19 0,'0'0'236'0,"0"0"-10"0,0 0-12 0,0 0-8 15,0 0-1-15,0 0-8 0,0 0-3 0,0 0-8 0,0 0-5 16,0 0-10-16,0-5-5 0,0 5-15 0,0 0-9 16,0 0-9-16,0 0-9 0,0 0-6 0,0 0-14 15,0 0 0-15,0 0-8 0,0 0-10 16,0 0 4-16,0 0-13 0,0 0 5 0,0 0-4 16,0 0 0-16,0 0 11 0,0 0-10 0,0 0 4 15,0 0-3-15,0 0-7 0,0 0 3 0,0 0 2 0,0 0 10 16,0 0 0-16,6-3 5 0,-6 3-9 0,0 0 6 15,0 0 0-15,0 0-9 0,0 0 3 0,0 0-4 16,0 0 0-16,0 0-2 0,0 0-8 16,0 0 1-16,0 0-6 0,7-2 0 0,-7 2-7 15,0 0-5-15,0 0-5 0,0 0-4 0,0 0-3 16,0 0 0-16,0 0-8 0,0 0-6 0,0 0-4 0,0 0 2 16,0 0 0-16,0 0-2 0,0 0 0 15,0 0-4-15,0 0 2 0,0 0-1 0,0 0 2 16,0 0 1-16,0 0 4 0,0 0 2 0,0 0 4 15,0 0 6-15,0 0 1 0,0 0 3 0,0 0 1 16,0 0 1-16,0 0 2 0,0 0-2 0,0 0-9 0,0 0-3 16,0 0 0-16,0 0-1 0,0 0-8 0,0 0 1 15,0 0-4-15,0 0-3 0,0 0-5 0,0 0-2 16,0 0 2-16,0 0-5 0,0 0-1 0,0 0-4 16,0 0 1-16,0 0-6 0,0 0-2 0,0 0-2 15,0 0-3-15,0 0-2 0,0 0 2 0,-7 14-1 16,7-14 2-16,-3 11 0 0,0-3 0 0,2 1 0 15,0 4 3-15,-4 1 0 0,0 0-4 0,-1 1 4 16,-1 5 4-16,-1-2 1 0,3 5-3 0,-4-1 3 16,-1 0 0-16,3 1 0 0,-2-1-1 0,2 0-15 15,-1-1-12-15,5 0-14 0,-4 0 0 0,1 0-11 16,7-1 1-16,-1-3-1 0,2 4 2 0,6 1-8 16,1-2 2-16,0 2 2 0,5-1-8 0,3 0-10 15,0 1-3-15,0-3-8 0,-1 4-4 0,0-4-27 16,0 0-3-16,-6-4-19 0,0-2-6 0,1 1-14 15,2-6-19-15,-6 5-26 0,-1-6-36 0,0 1-41 16,-1-5-52-16,1 3-45 0,-6-6-191 0,9 9-612 16,-9-9 271-16</inkml:trace>
        </inkml:traceGroup>
        <inkml:traceGroup>
          <inkml:annotationXML>
            <emma:emma xmlns:emma="http://www.w3.org/2003/04/emma" version="1.0">
              <emma:interpretation id="{22E8245E-9D16-45D4-998E-26CFA032A38E}" emma:medium="tactile" emma:mode="ink">
                <msink:context xmlns:msink="http://schemas.microsoft.com/ink/2010/main" type="inkWord" rotatedBoundingBox="11322,348 28640,636 28625,1576 11306,1287"/>
              </emma:interpretation>
              <emma:one-of disjunction-type="recognition" id="oneOf14">
                <emma:interpretation id="interp26" emma:lang="" emma:confidence="0.5">
                  <emma:literal>1-5)</emma:literal>
                </emma:interpretation>
                <emma:interpretation id="interp27" emma:lang="" emma:confidence="0">
                  <emma:literal>1-4)</emma:literal>
                </emma:interpretation>
                <emma:interpretation id="interp28" emma:lang="" emma:confidence="0">
                  <emma:literal>1-4</emma:literal>
                </emma:interpretation>
                <emma:interpretation id="interp29" emma:lang="" emma:confidence="0">
                  <emma:literal>14)</emma:literal>
                </emma:interpretation>
                <emma:interpretation id="interp30" emma:lang="" emma:confidence="0">
                  <emma:literal>1.4)</emma:literal>
                </emma:interpretation>
              </emma:one-of>
            </emma:emma>
          </inkml:annotationXML>
          <inkml:trace contextRef="#ctx0" brushRef="#br0" timeOffset="-201757.8761">11371 378 171 0,'0'0'264'16,"0"0"-14"-16,0 0-10 0,0 0-12 0,0 0-11 16,0 0-13-16,0 0-13 0,0 0-16 0,0 0-18 15,0 0-10-15,0 0-18 0,0 0-6 0,0 0-13 16,0 0-5-16,0 0-1 0,7 13 0 0,-2-6-7 16,3 2 7-16,-3-2 5 0,2 4-6 0,3-3-7 15,-2 4 0-15,2-1 2 0,0 3 5 0,1 0-6 16,2 2-2-16,4 5-4 0,-3-3 4 0,-1 4-3 15,0-2-5-15,-1 5-2 0,1 0-8 16,-5 0-2-16,5 0 1 0,-3 6 3 0,-3-8-7 0,0 2-4 16,-2 2-3-16,-4-2 3 0,-2 5-16 0,-2-6-2 15,0 1-3-15,-4-1-4 0,-5 1-4 0,-8 7 0 16,2-1-4-16,-5-2-2 0,-3-2-3 0,6-5 0 16,1-2-3-16,-1-2-6 0,-3-2 0 0,3 3-25 15,5-4-25-15,2-4-39 0,1 3-22 0,2-4-40 16,3 2-33-16,0 1-43 0,1 0-53 0,1-3-50 15,5 1-72-15,0 0-249 0,0-11-681 0,5 14 301 16</inkml:trace>
          <inkml:trace contextRef="#ctx0" brushRef="#br0" timeOffset="-10301.2207">25590 717 256 0,'0'0'304'0,"0"0"3"15,0 0 5-15,0 0-2 0,-2-5-3 0,2 5 12 16,0 0 0-16,-4-5-2 0,4 5 0 0,0 0-10 16,0 0-11-16,0 0-6 0,6-9-11 15,-6 9-11-15,0 0-12 0,0 0-19 0,0 0-9 0,0-5-12 16,0 5-17-16,0 0-18 0,0 0-17 0,0 0-16 15,0 0-18-15,0 0-13 0,0 0-15 0,0 0-13 16,0 0-12-16,0 0-11 0,0 0-12 0,0 0-9 16,13 11-1-16,-8-7-7 0,1 3-6 0,-4 3 1 15,5 2-8-15,-2-1 2 0,3 4-4 0,-3 1-1 16,1-3-2-16,0 2-4 0,-2 3-6 0,-1-3-8 16,1 3-1-16,-2-1-3 0,-2-1-3 0,0 1-12 15,0-1-7-15,-2 5-5 0,-2-5-1 0,2-7-5 16,1 4 1-16,2-4-2 0,-2 0-1 15,-2 0 5-15,3-4 2 0,0 1 5 0,0-6 5 16,-1 5 5-16,1-5 5 0,0 0 8 0,1 6 6 0,-1-6 17 16,0 0-1-16,0 0-3 0,0 0 3 0,0 0-7 15,16-21-1-15,-13 11 6 0,7-3-7 0,-2-1-2 16,4 1 1-16,-4-1-6 0,2 1 3 0,0-1-1 16,3-3-3-16,0 4-1 0,-1-1-2 15,-2 4 2-15,3-1-1 0,-5 3-4 0,5-4 2 0,-6 7 3 16,5 0-5-16,-5-2-1 0,-1 1 0 0,1 3-4 15,-2 1-3-15,-5 2-2 0,18-2 3 0,-18 2-2 16,14 5 3-16,-1-2-1 0,-6 6 0 0,3-5-3 16,-1 5 2-16,1 1 2 0,-2 2 1 0,-1-4 1 15,0 3 2-15,2 3 0 0,-6-3-1 16,4 1-3-16,-1 3-6 0,-5-2 1 0,3 0-5 0,1 1-6 16,-2-6-6-16,-2 4-5 0,2-6-5 0,0-1-2 15,-5 6-5-15,2-11-2 0,2 8-3 16,-2-2 7-16,0-6 8 0,3 12 5 0,-3-12 8 15,1 4 9-15,-1-4 20 0,0 0 11 0,0 0 0 16,0 0-2-16,14-14-1 0,-9 7-2 0,2 1-1 0,0-8 0 16,0 3 0-16,-1 1 2 0,7-3-3 15,-3 1 4-15,-2 0-1 0,0 0 6 0,-1 3 2 16,1 1 8-16,-5-1 8 0,3 2-3 0,-2 1 4 16,-1-1 0-16,3 2 0 0,-1 0-2 0,-3 2-7 15,4-1-2-15,-6 4-3 0,5-6-7 0,-5 6-5 16,2-2-3-16,-2 2-2 0,0 0-7 0,0 0-2 0,0 0 3 15,0 0-1-15,11 8 5 0,-9 1-5 16,2-2-1-16,-3-1-1 0,4 4 6 0,-2 4-2 16,1-3 0-16,-4 3 0 0,6-4 1 0,-4 4 0 15,4-1 2-15,-2 6-1 0,-2-11-1 0,5 7 1 16,-3-5-1-16,-2 5 2 0,2 0-1 0,-3-3 2 0,4 1-1 16,-2-3 1-16,-3-2 0 0,4-1-1 15,-3 0 0-15,-1-7-1 0,5 9 3 0,-5-9-1 16,1 7 6-16,-1-7 0 0,1 5 5 0,-1-5 3 15,0 0-3-15,0 0 2 0,0 0-4 0,0 0-14 16,0 0-28-16,0 0-47 0,0 0-47 0,0 0-59 16,0 0-73-16,0 0-54 0,0 0-77 0,5-28-80 0,-5 28-345 15,-3-12-880-15,9 3 390 0</inkml:trace>
          <inkml:trace contextRef="#ctx0" brushRef="#br0" timeOffset="-9612.1548">26571 1166 311 0,'0'0'302'0,"-4"-12"1"0,4 5-8 16,-3 1-17-16,3-3-2 0,0 9 0 0,-3-13 0 16,3 8-8-16,0 5-13 0,0-13-6 0,0 13-6 15,0-8-8-15,0 8-5 0,-4-9-15 0,4 9-12 16,0 0-15-16,0 0-15 0,0-7-14 0,0 7-18 16,0 0-17-16,0 0-13 0,0 0-11 0,0 0-15 15,0 0-11-15,0 0-9 0,0 0-5 0,0 0-12 16,0 0 8-16,0 0-2 0,0 0-6 0,-24 17-2 15,17-10-4-15,4 1-4 0,-3 0-6 0,-7 1-1 16,3 3-3-16,-3-3 0 0,8 3-5 0,-3-3-3 16,-3 0 2-16,4 3-8 0,1-1 2 0,-1-2-4 15,6 1 2-15,-5-2-8 0,6-1 4 0,-6 5 0 16,6-8-2-16,-6 9 0 0,6-7 1 0,3 2 2 16,2 5 2-16,0-6-2 0,7 1 2 0,1 2-1 15,-1 0-1-15,6-3 3 0,-4-1 0 0,5 1 3 16,-1-3 4-16,-1 1 13 0,0-3 6 0,2 0 17 15,0-2 10-15,-2 0 4 0,-1 2 8 0,2-4 9 16,-5 2-1-16,0-2-1 0,-2 1 2 0,-11 1-7 16,15-3 1-16,-15 3-6 0,11-3-6 0,-11 3-6 15,0 0 0-15,16 0-6 0,-16 0-10 0,0 0-9 16,4 0-28-16,-4 0-26 0,0 0-28 0,0 0-34 16,9-2-32-16,-9 2-46 0,0 0-49 0,0 0-49 15,0 0-55-15,0 0-51 0,0 0-46 0,0 0-48 16,0 0-408-16,0 0-933 0,0 0 413 0</inkml:trace>
          <inkml:trace contextRef="#ctx0" brushRef="#br0" timeOffset="-9190.9131">27087 1043 156 0,'0'0'335'0,"0"0"10"0,0 0 18 0,0 0-10 16,-13-2 5-16,13 2-1 0,0 0-6 0,0 0-8 0,0 0-13 16,0 0-13-16,0 0-9 0,0 0-15 0,0 0-11 15,0 0-19-15,0 0-17 0,0 0-24 0,0 0-27 31,13-10-20-31,-13 10-15 0,18-7-19 0,-6 4-12 0,2 0-15 0,3 0-11 0,0 1-16 0,-1-1-6 16,1-4-11-16,-2 3-12 0,2 4-19 0,-3-5-13 16,0 7-21-16,-1-4-16 0,-6 1-23 0,5 0-21 15,-5 1-30-15,-7 0-37 0,13-2-49 0,-13 2-55 16,11 0-47-16,-11 0-48 0,8 3-31 0,-8-3-40 16,11 3-41-16,-11 2-256 0,0-5-745 0,0 10 329 15</inkml:trace>
          <inkml:trace contextRef="#ctx0" brushRef="#br0" timeOffset="-8972.2517">27084 1238 244 0,'0'0'389'0,"-4"4"3"0,4-4-6 0,0 0-12 16,0 0-16-16,0 0-12 0,4 7-14 0,-4-7-27 15,0 0-13-15,0 0-25 0,0 0-9 0,21-3-15 16,-15-1-9-16,1 3-18 0,3-2-9 0,-3-1-16 16,5 2-11-16,-2-1-19 0,1 1-15 15,2-3-17-15,0 2-12 0,0 0-10 0,-2 1-9 0,4-3-15 16,-5 2-6-16,5 1-6 0,-7 0-12 0,-3 0-3 16,5-1-8-16,-10 3-19 0,15-3-21 0,-11 2-32 15,-4 1-37-15,0 0-32 0,10-2-49 0,-10 2-37 16,6-2-50-16,-6 2-41 0,0 0-50 0,0 0-49 15,5-5-48-15,-5 5-300 0,0 0-776 0,-5-8 343 16</inkml:trace>
          <inkml:trace contextRef="#ctx0" brushRef="#br0" timeOffset="-8019.3516">27734 722 147 0,'5'-4'300'0,"-5"4"-1"0,7-8-8 15,-5 5 2-15,-2 3-1 0,6-6 4 0,-6 6-3 16,4-3-3-16,-4 3 2 0,0 0-3 0,4-5-4 16,-4 5-8-16,3-3-10 0,-3 3-12 0,0 0-14 15,0 0-9-15,6-3-18 0,-6 3-10 16,0 0-18-16,0 0-12 0,0 0-17 0,0 0-18 0,0 0-15 16,0 0-13-16,0 0-11 0,0 0-16 0,0 0-9 15,8 6-9-15,-6 2-6 0,1-4-8 0,-1 5-1 16,6-1-12-16,-3 3-1 0,3 4 2 0,0-1-10 15,-1 3-8-15,-1-3 1 0,1 2 1 16,0 7-6-16,0 2 0 0,1-4-1 0,-6 0 2 16,0 4-5-16,4-3-3 0,-4 0 3 0,1-7-6 0,-1 1 0 15,-1 1-8-15,4-1-8 0,-3-2-3 0,1 3-3 16,0-7-5-16,-3-1 2 0,4-2-2 0,-1 3 3 16,-3-5 2-16,3 1 0 0,0 0 3 0,-3 0 5 15,3 1 3-15,-3-7 7 0,3 6 11 0,-2-3 23 16,-1-3 8-16,0 0 9 0,0 0 9 15,0 0 10-15,19-11 33 0,-14 6 16 0,3-7 5 0,-3 4 4 16,2-6-3-16,5 2 6 0,-5-8 3 0,5-1-5 16,-1-3-7-16,-2-1-15 0,2 0-105 0,-4-2-6 15,10-4 0-15,-2-1 0 0,-7 6 0 0,5 3 0 16,-1-6 0-16,-2 7 0 0,2 4 0 16,-3-3 0-16,-3 6 0 0,1 3 0 0,-3 2 0 0,2 2 0 15,-3 0 0-15,1-1 0 0,-1 4 0 0,1 0 0 16,-2 1 0-16,1-1 0 0,-2 0 0 0,-1 5 0 15,1-7 0-15,-1 7 0 0,2-5 0 0,-2 5 0 16,0 0 0-16,0 0 0 0,3-5 0 0,-3 5 0 16,0 0 0-16,0 0 0 0,0 0 0 15,0 0 0-15,0 0 0 0,0 0 0 0,0 0 0 0,0 0-192 16,0 0-241-16,5 17-47 0,0-7-78 16,0-1-94-16,5 3-328 0,-1-5-1060 0,4-1 469 15</inkml:trace>
          <inkml:trace contextRef="#ctx0" brushRef="#br0" timeOffset="-984.1485">28302 1046 172 0,'0'0'225'0,"0"0"5"0,0 0 0 0,0-6 4 15,0 6 6-15,0 0-1 0,0 0 0 16,-2-5 3-16,2 5 0 0,0 0 4 0,0 0 17 16,-5-5 6-16,5 5-7 0,0 0-13 0,0 0-19 0,0 0-15 15,0 0-12-15,0 0-16 0,0 0-14 0,0 0-13 16,0 0-20-16,-6-6-16 0,6 6-8 16,0 0-18-16,0 0-11 0,0 0-7 0,0 0-12 15,0 0-4-15,-13 8-8 0,7-4-5 0,0 0-9 16,-1-1-3-16,2 0-6 0,-3 6-5 0,-4-3 1 0,0 4-4 15,5 3 0-15,-3 2-4 0,-2-4-1 0,2 3 2 16,2 0-5-16,1-1-2 0,0-1-5 16,1 2-9-16,2-6-19 0,-2 7-13 0,6-8-10 15,-2 2 7-15,4 0 3 0,2-2-1 0,2 3-1 16,1-5-7-16,4 5-2 0,2 0-3 0,3-3 0 0,-3-4 0 16,6 0-9-16,-7-1-13 0,7-2-12 0,0 3-18 15,-5-5-26-15,5 1-24 0,-2-4-27 16,-3 0-31-16,3 0-35 0,-4-2-37 0,1-1-36 15,-1 2-41-15,0-5-212 0,-3 3-613 0,0 2 271 16</inkml:trace>
          <inkml:trace contextRef="#ctx0" brushRef="#br0" timeOffset="-437.4031">28512 1139 226 0,'0'-7'323'0,"0"7"-19"0,0 0-7 0,0 0-12 15,0 0-23-15,0 0-20 0,0 0-6 0,0 0-15 0,0 0-16 16,-3-8-19-16,3 8-16 0,0 0-19 0,0 0-7 15,0 0-24-15,0 0-8 0,0 0-12 16,0 0-12-16,0 0-5 0,0 0-11 0,0 0-17 16,0 0-10-16,0 0 1 0,16 14-7 0,-10-13-3 15,-6-1-8-15,7 7-3 0,-7-2-7 0,0-5-9 0,6 6 0 16,-6 1-7-16,0-2-8 0,0-5 5 16,0 10-6-16,0-4 6 0,0 2-1 0,0-1-4 15,-6-1-2-15,4-1 5 0,-3 3-3 0,-1-2-4 16,-1-2-2-16,1 1 0 0,0 2 4 0,-1-6 2 15,1 4 2-15,-1-3 0 0,2-1 5 0,-3 1 9 16,8-2 5-16,0 0 13 0,-15-5 18 0,10 2 17 16,1-3 12-16,1 0 10 0,3 6 13 0,-6-10 9 15,5 4-2-15,1 0-6 0,0 0 4 0,0-1-1 16,3 1-7-16,0-3-6 0,-2 4-8 0,1-1-8 16,-1 1-16-16,-1 5 0 0,4-9-7 0,-2 6-11 15,4-3-8-15,-6 6-5 0,7-1-6 0,-7 1-2 0,0 0-4 16,15 4-6-16,-7 0-2 0,0-2-2 15,-1 1 7-15,-1 3-6 0,0-4-7 0,4 3-17 16,-6 2-24-16,5-2-21 0,-5 3-19 0,6-1-35 16,-3-3-26-16,0 1-26 0,-1 0-34 0,1 0-39 15,3-2-33-15,-1 1-46 0,1-3-42 0,-2-1-238 0,-8 0-653 16,13-1 289-16</inkml:trace>
        </inkml:traceGroup>
      </inkml:traceGroup>
    </inkml:traceGroup>
    <inkml:traceGroup>
      <inkml:annotationXML>
        <emma:emma xmlns:emma="http://www.w3.org/2003/04/emma" version="1.0">
          <emma:interpretation id="{53B0AB09-5AA0-44AB-9ACA-324431C90EA4}" emma:medium="tactile" emma:mode="ink">
            <msink:context xmlns:msink="http://schemas.microsoft.com/ink/2010/main" type="paragraph" rotatedBoundingBox="2083,2062 5749,2072 5746,2906 2081,289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107DDCB8-A264-487A-A410-FF4A525B11CE}" emma:medium="tactile" emma:mode="ink">
              <msink:context xmlns:msink="http://schemas.microsoft.com/ink/2010/main" type="line" rotatedBoundingBox="2083,2062 5749,2072 5746,2906 2081,2896"/>
            </emma:interpretation>
          </emma:emma>
        </inkml:annotationXML>
        <inkml:traceGroup>
          <inkml:annotationXML>
            <emma:emma xmlns:emma="http://www.w3.org/2003/04/emma" version="1.0">
              <emma:interpretation id="{1B6D62A8-95E5-4930-9509-311DB781BA5C}" emma:medium="tactile" emma:mode="ink">
                <msink:context xmlns:msink="http://schemas.microsoft.com/ink/2010/main" type="inkWord" rotatedBoundingBox="2083,2062 5749,2072 5746,2906 2081,2896">
                  <msink:destinationLink direction="with" ref="{A8955D7D-1FBA-4901-BC1A-EFD1B73805B7}"/>
                </msink:context>
              </emma:interpretation>
              <emma:one-of disjunction-type="recognition" id="oneOf15">
                <emma:interpretation id="interp31" emma:lang="" emma:confidence="1">
                  <emma:literal/>
                </emma:interpretation>
              </emma:one-of>
            </emma:emma>
          </inkml:annotationXML>
          <inkml:trace contextRef="#ctx1" brushRef="#br1" timeOffset="41808.07">2218 2314 277 0,'0'0'367'16,"0"0"15"-16,0 0 0 0,0 0 3 0,0 0 3 15,0 0 1-15,0 0-6 0,0 0-7 0,-10-8-14 16,10 8-19-16,0 0-16 0,0 0-12 0,0 0-11 15,0 0-32-15,0 0-11 0,0 0-23 0,-1-14-16 16,1 14-23-16,0 0-20 0,0 0-9 0,0 0-18 16,0 0-22-16,0 0-12 0,0 0-14 0,0 0-13 15,-7-8-13-15,7 8-5 0,0 0-17 0,0 0-8 16,0 0-8-16,0 0 0 0,0 0-8 0,-7 13-3 16,1-4-2-16,0 1-9 0,0 1 2 0,-3 5-6 15,1 0 5-15,-1 0 1 0,0 3-6 0,0-2-4 16,0 6 1-16,0-5-3 0,3 0-3 0,-2 1-14 15,3-2-13-15,1 1-9 0,0-2-18 0,2-3 0 16,1-2-9-16,1 2-2 0,1-4 3 0,1 0 1 16,2-1 6-16,0-1 7 0,4-2 3 0,-3 0 7 15,5-1 7-15,-1 0 1 0,0-5 5 0,2 1 10 16,1-2-6-16,1 1 9 0,-3-3 17 0,2-1 5 16,-1-2 4-16,-2 1-1 0,3-1 7 0,-4 0 20 15,0-2 0-15,0 2-6 0,-2-1 9 0,2-2-11 16,-2-1 13-16,-2 2-5 0,0-1-2 15,-2 2-4-15,2-1-2 0,-4 9-9 0,4-12 1 16,-4 12 6-16,3-10-22 0,-3 10 2 0,5-7-5 16,-5 7 3-16,0 0-5 0,4-9-3 0,-4 9-2 0,0 0-3 15,0 0-7-15,0 0 7 0,0 0-4 0,0 0 0 16,11-1 3-16,-11 1-2 0,0 0-3 16,17 13-10-16,-11-7-9 0,2 0-8 0,-2 0-15 15,3 1-9-15,1 1-10 0,-3 0-6 0,1 1-1 16,-2-3-2-16,1 2 0 0,1-1 1 0,0-1 9 15,0 1 1-15,2-2 11 0,0-2 4 0,0 1 8 16,-1-3 2-16,3 0 6 0,-2-3 5 0,1 2 8 16,0-5 2-16,0 1 15 0,-3-2 11 0,2 1 18 15,-2-4 17-15,-2 2 6 0,0 0 16 0,0-3 5 16,-3 0 0-16,0 1-10 0,-2 0-5 0,-2-2-1 16,0 1-11-16,-2-1 1 0,-1 2-7 0,-1-1-5 15,-1 3-10-15,-3-1-2 0,2 0-3 0,1 3 0 16,-2-2-6-16,8 7 1 0,-14-8 0 0,14 8-6 15,-7-6-7-15,4 4-25 0,3 2-29 0,-6-4-41 16,6 4-27-16,0 0-18 0,0 0-14 0,0 0-38 16,0 0-43-16,0 0-48 0,0 0-44 0,26 12-46 15,-15-12-54-15,0 1-391 0,-11-1-889 0,25 2 393 16</inkml:trace>
          <inkml:trace contextRef="#ctx1" brushRef="#br1" timeOffset="42339.2">2794 2127 70 0,'-10'-1'283'0,"10"1"-21"0,0 0-12 15,-7-2-12-15,7 2-4 0,0 0 2 0,0 0-5 16,0 0 3-16,0 0 1 0,0 0 3 0,0 0 10 16,-15-3 6-16,15 3 7 0,0 0 1 0,0 0 3 15,0 0-1-15,0 0-3 0,0 0-3 0,0 0-10 16,0 0-8-16,0 0-13 0,0 0-13 0,0 0-17 16,0 0-18-16,0 0-17 0,0 0-16 0,0 0-19 15,0 0-7-15,0 0-16 0,0 0-12 0,0 0-6 16,0 0-12-16,25-6-13 0,-25 6-4 0,13 0-12 15,-13 0-3-15,14 3-8 0,-7-1-6 0,0 1-2 16,-1 0-7-16,1 0 4 0,-7-3-4 0,12 10-5 16,-8-3-4-16,0 2-1 0,-3 0-2 0,2 1 0 15,-3-10-3-15,-3 20-1 0,-2-10 5 0,-3 5-3 16,-2 0 1-16,0 1-2 0,-7 5 1 0,1-3 1 16,-5-1-3-16,7-2-1 0,-1-2 4 0,1-1 2 15,4-5-5-15,1 1 1 0,2-2 13 16,2-1 11-16,5-5 24 0,-6 7 22 0,6-7 23 0,0 0 3 15,0 0-13-15,0 0-3 0,0 0-13 0,38-14-6 16,-7 3-15-16,3 2-1 0,3-1-13 0,1 0 0 16,1-1-6-16,-1 1-42 0,-2 5-28 0,-1-5-37 15,-6 6-49-15,-7 1-56 0,-4-1-64 0,1 3-78 16,-8 1-75-16,-11 0-78 0,25 0-77 16,-25 0-398-16,11 7-1030 0,-11-7 456 0</inkml:trace>
          <inkml:trace contextRef="#ctx1" brushRef="#br1" timeOffset="43151.61">3264 2761 136 0,'0'0'387'0,"0"0"-8"0,0 0-6 0,0 0-12 15,0 0-1-15,-30-15-16 0,30 15-10 0,0 0-12 16,-11-4-18-16,11 4-8 0,-11-6-8 16,11 6-11-16,-9-5-7 0,9 5-1 0,-11-6-4 15,3 1-1-15,8 5-5 0,-9-10 11 0,3 2-20 16,-1 1 3-16,2-5-17 0,0-3-9 0,0-3-5 0,0-1-36 15,1-6-17-15,3-3-17 0,2 0-16 0,3-2-11 16,0 0-15-16,1 3-8 0,1 0-9 16,3 0 0-16,-1 4-14 0,1 4-79 0,6-2 0 15,-6 9 0-15,3-4 0 0,-1 4 0 0,1 1 0 16,-2 1 0-16,0 3 0 0,2-1 0 0,0 3 0 16,1 3 0-16,1 0 0 0,3 0 0 0,-3 2 0 0,-1 0 0 15,5 2 0-15,-6 0 0 0,1 3 0 16,-1 1 0-16,-1-1 0 0,1 1 0 0,-3 4 0 15,0-2 0-15,-2 3 0 0,1-2 0 0,-2 2 0 16,-2 0 0-16,-2 0 0 0,0 0 0 0,-3 1 0 16,-3 3 0-16,-1 0 0 0,-5-2 0 0,-4 2 0 15,-6 3 0-15,0-2 0 0,-4-1 0 0,-4-1-3 16,-1 0 6-16,0-5-7 0,-2 0 1 0,5-2-7 16,6-3 6-16,1 0-3 0,6-1 1 0,-1-3 2 15,3-2-7-15,11 2-17 0,-21-2-27 0,16-1-36 16,0-1-52-16,5 4-49 0,-6-10-53 0,6 10-60 15,1-11-70-15,-1 11-62 0,10-8-69 0,-1 4-67 16,1 1-293-16,-10 3-937 0,21-6 414 0</inkml:trace>
          <inkml:trace contextRef="#ctx0" brushRef="#br0" timeOffset="-200241.6396">3781 2093 53 0,'0'0'121'0,"12"-1"0"0,-12 1-4 0,0 0-10 0,0 0 4 16,10 0-12-16,-10 0 0 0,0 0-4 0,0 0 1 15,0 0 0-15,10 0 8 0,-10 0 6 0,0 0 8 16,6-4 9-16,-6 4 10 0,0 0 11 0,0 0 11 16,0 0 14-16,0 0 15 0,0 0 9 0,0 0 10 15,0 0 14-15,0 0 1 0,0 0 10 0,0 0 5 16,0 0-8-16,3-4-3 0,-3 4-3 0,0 0-4 15,0 0-7-15,0 0-3 0,0 0-11 0,0 0-12 16,0 0-5-16,0 0-9 0,0 0-12 0,0 0-5 16,0 0-13-16,0 0-3 0,0 0-11 0,0 0-19 15,0 0-12-15,0 0-8 0,0 0-5 0,0 0-16 16,0 0-4-16,0 0-11 0,-2 13-12 0,2-13-1 16,0 0-2-16,-4 8-6 0,2-2-8 0,0 1 2 15,-4 5-3-15,2 3 4 0,-4-2-10 0,-3 3-1 16,-1 6 1-16,2 1-2 0,0-1 1 0,-1 3-4 15,1 0 0-15,-1-2-1 0,3 2-1 0,-3 0 2 16,2-1-3-16,-2 5-1 0,5-6-1 0,-1 1 1 16,1 1-2-16,1-4 4 0,-3 3-7 0,7-1 3 15,-3-1 2-15,2 2-1 0,-2-7-5 0,4 0-4 16,4-3 6-16,-2 3-9 0,2-2-9 0,-3-2-2 16,1 1 1-16,8-1 1 0,-3 0-12 0,0 0 1 15,0-1-7-15,5-4-6 0,1 5-5 0,0-5-9 16,-2-1-8-16,-1 0-7 0,0 0-7 0,3 0-14 15,-5-3-1-15,1 0-4 0,0-2-8 0,-5 3-6 16,-1 0-12-16,3-1-13 0,-6-4-26 0,10 1-14 16,-10-1-33-16,7 1-23 0,-7-1-26 0,0 0-45 15,0 0-76-15,0 0-41 0,8-4-282 0,-8 4-756 16,5-9 334-16</inkml:trace>
          <inkml:trace contextRef="#ctx0" brushRef="#br0" timeOffset="-199694.917">3992 2388 245 0,'0'0'318'0,"0"0"-11"0,0 0-15 0,0-4-13 16,0 4-6-16,0 0-7 0,0 0-1 0,4-5 3 16,-4 5-4-16,0 0-9 0,3-5-10 0,-3 5-12 15,0 0-10-15,0 0-12 0,0 0-13 16,0 0-20-16,0 0-19 0,0 0-16 0,0 0-15 15,4-7-14-15,-4 7-17 0,0 0-11 0,0 0-6 0,0 0 12 16,20 10-10-16,-14-8-3 0,1 3-12 0,0-2-5 16,1 0-16-16,-1 9 1 0,1-8-6 0,2 2-3 15,2 5-10-15,-8-1 0 0,3-1-9 16,-1 3-9-16,1 1-3 0,-1-3-7 0,-3 0-6 0,1-1 2 16,-4 4-4-16,0-4-3 0,-1-1-7 0,-2 3-3 15,1-2-5-15,1 0 6 0,-3-1 1 0,-1-1 1 16,4-4 2-16,-2 3 7 0,-3 0 2 0,2-3 3 15,4-3 11-15,0 0 19 0,-7 4 17 0,7-4 22 16,0 0 12-16,-7-10 5 0,7 10 0 0,1-11 16 16,-1 0-5-16,4-3-4 0,-1 0-4 0,1-1-3 15,4-1-17-15,0-1 1 0,1 0-6 16,-1 2-3-16,2-6-9 0,0 7-5 0,0-1-3 0,-1 1-6 16,1 7-3-16,-1-7-8 0,4 6-1 0,-12-1 0 15,5 5-7-15,-1 0-2 0,1-1-13 0,-6 2-20 16,0 3-27-16,7-6-26 0,-2 4-29 0,-5 2-26 15,2-5-33-15,-2 5-14 0,0 0-37 0,0 0-35 16,0 0-32-16,0 0-25 0,0 0-26 0,12 13-40 16,-12-10-36-16,0-3-278 0,-2 9-740 0,2-9 328 15</inkml:trace>
          <inkml:trace contextRef="#ctx0" brushRef="#br0" timeOffset="-194798.7378">4242 2634 149 0,'-1'-5'270'0,"1"5"-5"0,0 0-15 0,0 0-10 16,-2-6-5-16,2 6-9 0,0 0-5 0,0 0-3 16,0 0-1-16,0 0 0 0,-4-9 0 0,4 9-9 15,0 0-3-15,0-4-2 0,0 4 0 0,0 0-8 16,0 0 2-16,0 0 1 0,6-7-2 0,-6 7-7 16,0 0-1-16,0-5-5 0,0 5-10 0,0 0-10 15,0 0-13-15,0 0-10 0,7-3-12 0,-7 3-13 16,0 0-7-16,6-3-18 0,-6 3-3 0,0 0-6 15,7-3-4-15,-7 3-15 0,0 0-8 0,6-2-5 16,-6 2-5-16,0 0-6 0,0 0-6 0,0 0-5 16,0 0-5-16,10-2-4 0,-10 2-6 0,0 0-1 15,0 0-5-15,0 0-1 0,7 8 0 0,-6-5-4 16,-1-3 2-16,6 7-5 0,-2-3-1 0,-1 1-1 16,-3-5 2-16,4 11-1 0,-2-5-1 0,-2 0 0 15,0 0-2-15,0 1 0 0,0 2 1 0,-6 0 1 16,6-2-1-16,-1 2 5 0,-4-1-3 0,3 1 2 15,-3 2-1-15,0-1 2 0,2 2-3 0,-3-4 1 16,-4 0 0-16,7 1 1 0,-7-3 0 0,4 0 0 0,3 4 3 16,-2-6-2-16,-1 3-5 0,0-3 2 0,5 1 1 15,-5-2 2-15,6 2-4 0,0-5 1 0,-6 10-2 16,1-9 2-16,5-1 1 0,-2 4 0 16,2-4-1-16,0 0 2 0,0 6 0 0,0-6 0 15,0 0 1-15,-4 5 1 0,4-5 3 0,0 0 3 0,0 0 5 16,0 0 10-16,0 0 8 0,0 0 6 15,0 0 15-15,0 0 2 0,0 0-2 0,17-2 1 16,-17 2-23-16,14-4-4 0,4-1 9 0,-6 1 1 16,7-1-25-16,-2 0-47 0,0 4-50 0,9-9-45 0,-3 3-42 15,1 1-87-15,-5 4-77 0,0-2-94 0,-2-3-99 16,-1 1-295-16,-2-1-894 0,-4-2 395 0</inkml:trace>
          <inkml:trace contextRef="#ctx0" brushRef="#br0" timeOffset="-193969.9236">4464 2108 125 0,'0'0'292'0,"0"0"-6"0,0 0-4 0,0 0-8 16,0 0-10-16,0 0-7 0,0 0-13 0,0 0-14 15,0 0-8-15,0 0-18 0,0 0-6 0,0 0-16 16,0 0-6-16,0 0-2 0,0 0-6 0,0 0-9 0,0 0 4 16,0 0-9-16,0 0-9 0,0 0-2 0,0 0-3 15,0 0-11-15,0 0-3 0,0 0-4 16,0 0-10-16,-3-10-7 0,3 10-3 0,0 0-9 16,0 0-7-16,5-3-2 0,-5 3-11 0,0 0-10 0,5-3-9 15,-5 3-3-15,6-4-6 0,-6 4-9 0,0 0-2 16,0 0-11-16,11-1 0 0,-11 1 1 0,8-4-8 15,-8 4-1-15,11 0-6 0,-11 0-1 16,9 0-5-16,-9 0-6 0,11 4-8 0,-5-1 7 0,-6-3-10 16,8 3-4-16,-2 1-4 0,0 2-4 0,0-4 0 15,-6 1 1-15,5 2 0 0,-3 7 6 0,3-7-3 16,0 3 1-16,-2 0 2 0,-3 0 3 0,0 3 0 16,0-3 2-16,0-1 5 0,0 4-2 0,-2 1-2 15,1-3 3-15,-4 2 3 0,0-2-1 0,3 0 3 16,-3-1 3-16,-1 4-2 0,0-3-5 0,5 0 7 15,-5 0-3-15,0-1 2 0,5 0 1 0,-5 0-1 16,6-3-3-16,-6 1 5 0,6-3 2 0,-1 3 1 16,-3-1-5-16,4-5 1 0,0 0 0 0,-2 7 2 15,2-7 3-15,0 0 6 0,0 4-8 0,0-4 5 16,0 0 9-16,0 0 10 0,2 6 11 0,-2-6 6 16,0 0-3-16,0 0 3 0,18-5-9 0,-18 5 3 15,13-9-8-15,0 6-6 0,6 0-2 0,-5-3-2 16,3 1-13-16,0-1-19 0,-4 1-30 0,3-3-26 15,0 5-39-15,-3-7-46 0,1 5-47 0,0-2-51 16,-2 4-68-16,-2 0-71 0,-2 1-331 0,-1 2-782 16,-1-3 347-16</inkml:trace>
          <inkml:trace contextRef="#ctx0" brushRef="#br0" timeOffset="-193470.0884">4664 2610 150 0,'0'0'303'0,"0"0"4"0,0 0 7 0,0 0 11 16,0 0 2-16,0 0-5 0,0 0 1 0,0 0-3 16,0 0-4-16,0 0-1 0,0 0 0 0,0 0-5 15,0 0-6-15,0 0-8 0,0 0-21 0,0 0 8 16,0 0-8-16,0 0-13 0,13 0-12 0,-13 0-31 16,0 0-14-16,5-3-20 0,-5 3-21 0,8-2-16 15,-8 2-19-15,9-7-20 0,-3 7-27 0,5-3-36 16,-5 0-37-16,2-1-32 0,1 1-33 0,2 0-51 15,2 0-56-15,2-3-42 0,2 3-57 0,-3 0-76 16,-1-4-58-16,4 2-76 0,-4 1-389 0,4-2-933 16,-3-1 412-16</inkml:trace>
          <inkml:trace contextRef="#ctx0" brushRef="#br0" timeOffset="-192953.9862">4992 2442 304 0,'0'0'363'15,"-1"-7"-10"-15,1 7-25 0,3-2-18 0,-3 2-17 16,5-6-19-16,-5 6-18 0,0 0-20 0,5-3-24 15,-5 3-19-15,7-1-9 0,-7 1-45 0,0 0-5 16,0 0-11-16,0 0-16 0,13 8-26 0,-12-5 7 16,8 2-24-16,-2-1 6 0,1 4-10 0,0 0 0 15,-1 0-6-15,4 2-5 0,-1 2-14 0,0 0 1 16,-4-1 1-16,1-1-9 0,3 3-3 0,-3-2 1 16,-5 3 1-16,2-3-12 0,2 0-2 0,-5 3 0 15,-1-1 2-15,0-5-6 0,0 2-5 0,0-2-3 16,-6 0-3-16,6-3 3 0,-1 2-1 0,-5-2 3 15,1 1-6-15,5-4 1 0,-6 2 3 0,6-4 5 0,-7 2 10 16,7-2 16-16,0 0 16 0,-13-1 17 0,13 1 16 16,-6-7 20-16,6 1 20 0,0-3 15 0,0 1 4 15,3-1-4-15,1-8-7 0,5 3-2 16,-1-1-14-16,0-2-1 0,-1 0-8 0,4 0-10 16,2 0-10-16,0-1-6 0,-2 6-13 0,1-1-4 0,-4 3-6 15,4 0-7-15,-1 0-9 0,-6 2 1 0,-1 3-11 16,3-2-11-16,-3-1-26 0,-2 6-34 15,2-2-39-15,-4 4-45 0,4-7-56 0,-4 7-67 16,5-2-36-16,-5 2-12 0,0 0-46 0,0 0-56 0,1 14-55 16,-1-14-252-16,-6 13-763 0,3-9 338 0</inkml:trace>
          <inkml:trace contextRef="#ctx0" brushRef="#br0" timeOffset="-192563.4158">5296 2632 2 0,'0'0'438'0,"10"-5"11"16,-10 5-5-16,4-4-4 0,-4 4-9 0,4-5-8 15,-4 5-11-15,0 0-16 0,2-5-19 0,-2 5-18 16,0 0-24-16,0 0-28 0,2-3-10 0,-2 3-21 15,0 0-28-15,0 0-34 0,0 0-20 0,0 0-19 16,0 0-15-16,0 0-30 0,0 0-18 0,0 0-17 16,0 0-2-16,12 13-7 0,-12-6-5 0,3 0-15 15,0 3-3-15,-2-2-7 0,2 0-10 0,-2 1-4 16,4 1 0-16,-5-1-7 0,3 5-5 0,-3-3 1 16,0-1-20-16,1 0 3 0,-1 0-8 0,0 1-11 15,-1 1-3-15,1-2-11 0,0 1-4 0,0-2-7 16,0-1-11-16,0-2-7 0,0 2-15 0,0-2-8 15,0-2-10-15,0 3-13 0,0-7-11 0,-3 8-16 16,3-8-9-16,3 5-16 0,-3-5-8 0,0 0-22 16,0 0-64-16,0 0-48 0,0 0-51 0,0 0-59 15,0 0-49-15,7-23-285 0,-4 14-792 0,-6-6 350 16</inkml:trace>
          <inkml:trace contextRef="#ctx0" brushRef="#br0" timeOffset="-191844.8778">5359 2205 218 0,'0'0'280'0,"0"0"0"0,0 0-7 16,0 0-1-16,0 0-6 0,0 0-2 0,0 0-12 16,0 0-8-16,0 0-9 0,0 0-1 0,0 0-21 15,0 0-6-15,0 0-12 0,0 0-8 0,0 0-10 16,0 0-14-16,0 0-13 0,0 0-8 0,8-15-9 15,-8 15-12-15,7-4-11 0,-7 4-10 0,2-6-10 16,-2 6-14-16,8-4-2 0,-8 4-4 0,9-3-14 16,-8 0-3-16,8 0-2 0,-9 3-9 0,10 0-5 15,-10 0-6-15,11-2-1 0,-11 2-4 0,13 0-6 16,-13 0-3-16,7-4 1 0,-7 4-5 0,12 4-3 16,-12-4-3-16,7 2 3 0,-1 1-7 0,-6-3 1 0,7 6 7 15,-7-6-11-15,6 4-2 0,-2 2 4 16,-3-1-4-16,1 0 2 0,2 3 2 0,-2-1-4 15,-2 1 1-15,0 1 1 0,-2-1 0 0,2-1 2 16,-4 1-3-16,4 0 0 0,-3 1 9 0,-3-1-13 0,2-2 5 16,-3 3 1-16,1-2-2 0,5-1 8 0,-9 2-6 15,8-3-6-15,1 2 7 0,-4-2-4 16,0 2 3-16,3-6-2 0,-3 4 2 0,5 1 0 16,0-6 3-16,-8 8-19 0,8-8 19 0,0 0-1 15,0 6 6-15,0-6 5 0,0 0 6 0,0 0 6 0,0 0 12 16,0 0 14-16,0 3 7 0,0-3 12 0,0 0 11 15,0 0 9-15,0 0-2 0,0 0-4 16,0 0-8-16,0 0-6 0,25-4 5 0,-17 2 1 16,-2-1-4-16,5 1-10 0,-3-2-4 0,-1 2-7 0,4-2 1 15,-4 0-5-15,1 1-8 0,-1 2-2 16,-7 1-14-16,10-7 5 0,-5 4 6 0,-5 3-6 16,10-2-9-16,-10 2 3 0,0 0-4 0,9-3-8 15,-9 3-1-15,0 0-12 0,3-4-20 0,-3 4-26 0,0 0-28 16,0 0-26-16,6-5-30 0,-6 5-42 0,0 0-44 15,0 0-55-15,0 0-41 0,4-3-43 0,-4 3-78 16,0 0-378-16,-10-8-881 0,7 3 390 16</inkml:trace>
          <inkml:trace contextRef="#ctx0" brushRef="#br0" timeOffset="-191282.4926">5553 2095 180 0,'0'0'331'15,"0"0"-18"-15,7-7-17 0,-1 6-15 0,-6 1-9 16,10-6-17-16,-4 5-12 0,-6 1-12 0,7-5-21 16,-4 3-16-16,-3 2-21 0,0 0 3 15,10-1-12-15,-10 1-17 0,0 0-17 0,13 0-1 0,-8 4-4 16,1-2 0-16,-2 3-5 0,5 0-7 0,-3 4-2 15,1-3-5-15,-1-1-7 0,2 2-3 0,-1 4 1 16,3-1-11-16,-5 3-4 0,5-1-2 0,-3 1-4 16,-1 3 1-16,-1-1 0 0,2 6 13 0,-1 2 1 15,1 1-7-15,-5-1-7 0,4 0-11 0,-2 0-1 16,-3 2-7-16,-1-2 0 0,0 4-7 0,0-5-5 16,0 3-3-16,0-2-7 0,-1 5-2 15,-3-5 0-15,-2 2-6 0,0 0-1 0,3-3-5 0,-8 2 2 16,4-3-4-16,1 3-2 0,0-4-2 0,-1 1-2 15,-2-5 0-15,1 1-1 0,-1-5-1 0,4 5-3 16,-3-3 2-16,1-2-1 0,3-2-3 0,-3 0 2 16,1 0 1-16,3 0-5 0,-5-2 2 0,5-3-1 15,-2 2 0-15,-2-1-1 0,4 0 5 0,-1-1 0 16,3-2-6-16,1-3 3 0,-6 6-1 0,6-6-1 16,-4 5 4-16,4-5-2 0,0 0 3 0,-3 3-3 15,3-3 0-15,-4 4 0 0,4-4 0 0,0 0 2 16,0 0-1-16,0 0-6 0,0 0-16 0,0 0-24 15,0 0-25-15,0 0-39 0,0 0-64 0,-5-15-64 16,5 15-55-16,-1-9-67 0,1 1-90 0,-2 5-349 16,4-5-857-16,-2 8 380 0</inkml:trace>
        </inkml:traceGroup>
      </inkml:traceGroup>
    </inkml:traceGroup>
    <inkml:traceGroup>
      <inkml:annotationXML>
        <emma:emma xmlns:emma="http://www.w3.org/2003/04/emma" version="1.0">
          <emma:interpretation id="{E1DD0E2A-65D9-41D9-B0C4-FDA3D7444C45}" emma:medium="tactile" emma:mode="ink">
            <msink:context xmlns:msink="http://schemas.microsoft.com/ink/2010/main" type="paragraph" rotatedBoundingBox="3987,3080 12363,2772 12394,3617 4018,3925" alignmentLevel="3"/>
          </emma:interpretation>
        </emma:emma>
      </inkml:annotationXML>
      <inkml:traceGroup>
        <inkml:annotationXML>
          <emma:emma xmlns:emma="http://www.w3.org/2003/04/emma" version="1.0">
            <emma:interpretation id="{9E6A4C91-7F04-46D2-A9D8-A8E86A7EF4A5}" emma:medium="tactile" emma:mode="ink">
              <msink:context xmlns:msink="http://schemas.microsoft.com/ink/2010/main" type="line" rotatedBoundingBox="3987,3080 12363,2772 12394,3617 4018,3925"/>
            </emma:interpretation>
          </emma:emma>
        </inkml:annotationXML>
        <inkml:traceGroup>
          <inkml:annotationXML>
            <emma:emma xmlns:emma="http://www.w3.org/2003/04/emma" version="1.0">
              <emma:interpretation id="{CCAC3BCC-6D03-4D40-B105-751ED1713B8A}" emma:medium="tactile" emma:mode="ink">
                <msink:context xmlns:msink="http://schemas.microsoft.com/ink/2010/main" type="inkWord" rotatedBoundingBox="4000,3430 4445,3414 4457,3729 4012,3745"/>
              </emma:interpretation>
              <emma:one-of disjunction-type="recognition" id="oneOf16">
                <emma:interpretation id="interp32" emma:lang="" emma:confidence="0.5">
                  <emma:literal>2</emma:literal>
                </emma:interpretation>
                <emma:interpretation id="interp33" emma:lang="" emma:confidence="0">
                  <emma:literal>z</emma:literal>
                </emma:interpretation>
                <emma:interpretation id="interp34" emma:lang="" emma:confidence="0">
                  <emma:literal>Z</emma:literal>
                </emma:interpretation>
                <emma:interpretation id="interp35" emma:lang="" emma:confidence="0">
                  <emma:literal>Q</emma:literal>
                </emma:interpretation>
                <emma:interpretation id="interp36" emma:lang="" emma:confidence="0">
                  <emma:literal>I</emma:literal>
                </emma:interpretation>
              </emma:one-of>
            </emma:emma>
          </inkml:annotationXML>
          <inkml:trace contextRef="#ctx1" brushRef="#br1" timeOffset="48810.33">4065 3506 282 0,'0'0'326'0,"-12"-1"-2"0,12 1-12 0,0 0-6 15,0 0 6-15,-18-4-3 0,18 4 7 0,0 0 4 16,-9-4-5-16,9 4-7 0,0 0-8 0,0 0 4 16,0 0-15-16,-10-3-6 0,10 3-7 15,0 0 3-15,0 0-15 0,0 0-16 0,0 0-15 0,0 0-9 16,-1-15-14-16,1 15-21 0,0 0-11 0,0 0-16 16,0 0-17-16,0 0-10 0,0 0-22 0,15-17-12 15,-15 17-20-15,9-6-4 0,-9 6-2 0,10-7-3 16,-10 7-14-16,16-6-5 0,-8 2-8 0,3 0 4 15,-2 2-13-15,1 0-2 0,-10 2-17 0,0 0 2 16,23-3-2-16,-15 1-5 0,-8 2 5 0,16-1-12 16,-16 1 2-16,12 0-2 0,-12 0-2 0,0 0-1 15,14 4 6-15,-14-4-10 0,9 4 2 0,-9-4-12 0,9 7 9 0,-5-2-3 16,-4-5 1-16,7 11 1 0,-5-5 0 0,-2-6 3 16,2 21-7-1,-2-21 8-15,-1 22-4 0,-3-11 5 0,-1 2-1 0,0 1-1 16,0-1 3-16,-2 0 12 0,0 2-14 0,-2-5-1 15,-1 3 4-15,-2-2-1 0,4-1-3 0,-3 2 6 0,2-2-4 16,-4 2 0-16,6-6-4 0,-3 4 3 0,0-2 5 16,3 0-4-16,-1-2-4 0,0 3 1 0,8-9-2 15,-12 13 8-15,12-13-3 0,-11 8 6 16,11-8 25-16,-9 8-4 0,9-8 28 0,0 0-19 16,-8 5-37-16,8-5 0 0,0 0 0 0,0 0 0 15,0 0 0-15,0 0 0 0,0 0 0 0,0 0 0 0,0 0 0 16,47 1 0-16,-27-5 0 0,7-2 0 15,1 2 0-15,2-1 0 0,0 2 0 0,2 0 0 16,-1-1 0-16,-2 0 0 0,-1 1 0 0,-5 0 0 16,-4-1 0-16,1 1-247 0,-3-3-328 0,2 0-135 15,0-1-401-15,-8 1-1201 0,2 0 532 0</inkml:trace>
        </inkml:traceGroup>
        <inkml:traceGroup>
          <inkml:annotationXML>
            <emma:emma xmlns:emma="http://www.w3.org/2003/04/emma" version="1.0">
              <emma:interpretation id="{C154CE3E-8FA4-447D-BF4F-793B49540C03}" emma:medium="tactile" emma:mode="ink">
                <msink:context xmlns:msink="http://schemas.microsoft.com/ink/2010/main" type="inkWord" rotatedBoundingBox="6265,3212 6459,3205 6465,3382 6272,3390"/>
              </emma:interpretation>
              <emma:one-of disjunction-type="recognition" id="oneOf17">
                <emma:interpretation id="interp37" emma:lang="" emma:confidence="0.5">
                  <emma:literal>=</emma:literal>
                </emma:interpretation>
                <emma:interpretation id="interp38" emma:lang="" emma:confidence="0">
                  <emma:literal>_</emma:literal>
                </emma:interpretation>
                <emma:interpretation id="interp39" emma:lang="" emma:confidence="0">
                  <emma:literal>-</emma:literal>
                </emma:interpretation>
                <emma:interpretation id="interp40" emma:lang="" emma:confidence="0">
                  <emma:literal>,</emma:literal>
                </emma:interpretation>
                <emma:interpretation id="interp41" emma:lang="" emma:confidence="0">
                  <emma:literal>I</emma:literal>
                </emma:interpretation>
              </emma:one-of>
            </emma:emma>
          </inkml:annotationXML>
          <inkml:trace contextRef="#ctx1" brushRef="#br1" timeOffset="49388.39">6299 3243 66 0,'0'0'486'16,"0"0"1"-16,0 0-9 0,1-11-16 0,-1 11-28 16,0 0-36-16,0 0-40 0,0 0-30 0,9-9-25 15,-9 9-35-15,8-3-23 0,-3 0-27 0,-5 3-21 16,12-3-20-16,-5 1-18 0,1 1-16 0,-8 1-15 16,15-2-12-16,-7 2-18 0,-8 0-27 0,14 0-32 15,-5 0-45-15,-2 2-48 0,-7-2-51 0,14 2-45 16,-6 0-64-16,-2 0-56 0,-6-2-52 0,8 5-51 15,-4-2-42-15,-4-3-210 0,5 5-678 16,-5-5 300-16</inkml:trace>
          <inkml:trace contextRef="#ctx1" brushRef="#br1" timeOffset="49591.6">6280 3383 290 0,'0'0'487'15,"0"0"28"-15,-7 7 32 0,7-7 15 0,0 0-7 16,0 0 3-16,0 0-7 0,0 0-21 0,0 0-40 15,0 0-48-15,0 0-46 0,0 0-38 16,0 0-37-16,24-9-34 0,-13 7-26 0,-2-1-29 16,5-1-28-16,-4 1-22 0,2 2-33 0,-2-2-47 0,0 3-60 15,0-4-67-15,0 1-68 0,1 0-56 0,-5 3-63 16,0-3-76-16,3 1-65 0,-9 2-104 0,18-6-110 16,-10 4-419-16,-8 2-1070 0,14-7 474 15</inkml:trace>
        </inkml:traceGroup>
        <inkml:traceGroup>
          <inkml:annotationXML>
            <emma:emma xmlns:emma="http://www.w3.org/2003/04/emma" version="1.0">
              <emma:interpretation id="{A25F7EC5-29AC-4009-8D9E-E1643E5872F2}" emma:medium="tactile" emma:mode="ink">
                <msink:context xmlns:msink="http://schemas.microsoft.com/ink/2010/main" type="inkWord" rotatedBoundingBox="7050,2967 10126,2854 10157,3699 7081,3812"/>
              </emma:interpretation>
              <emma:one-of disjunction-type="recognition" id="oneOf18">
                <emma:interpretation id="interp42" emma:lang="" emma:confidence="0.5">
                  <emma:literal>(max</emma:literal>
                </emma:interpretation>
                <emma:interpretation id="interp43" emma:lang="" emma:confidence="0.5">
                  <emma:literal>(me a</emma:literal>
                </emma:interpretation>
                <emma:interpretation id="interp44" emma:lang="" emma:confidence="0">
                  <emma:literal>(me-a</emma:literal>
                </emma:interpretation>
                <emma:interpretation id="interp45" emma:lang="" emma:confidence="0">
                  <emma:literal>(me x</emma:literal>
                </emma:interpretation>
                <emma:interpretation id="interp46" emma:lang="" emma:confidence="0">
                  <emma:literal>(met a</emma:literal>
                </emma:interpretation>
              </emma:one-of>
            </emma:emma>
          </inkml:annotationXML>
          <inkml:trace contextRef="#ctx1" brushRef="#br1" timeOffset="55157.99">7073 3542 233 0,'0'0'324'0,"0"0"3"0,0 0 10 15,0 0 10-15,0 0 22 0,0 0 15 0,0 0 7 16,0 0 7-16,0 0-4 0,0 0-1 0,4 4 6 16,-4-4 1-16,0 0-2 0,0 0-8 0,0 0-1 15,0 0-14-15,0 0-4 0,0 0-16 0,0 0-20 16,0 0-17-16,0 0-19 0,0 0-34 0,4-15-265 15,-4 15 0-15,1-12 0 0,0 3 0 0,2-2 0 16,0-1 0-16,2-5 0 0,4-1 0 0,-3-6 0 16,4 0 0-16,0-1 0 0,1 0 0 0,0-2 0 15,1 3 0-15,-5 6 0 0,6-6 0 0,-5 7 0 16,-1 1 0-16,1 0 0 0,-3 5 0 0,0 2 0 16,0-1 0-16,-1 4 0 0,0 0 0 0,-1 1 0 15,-3 5 0-15,4-9 0 0,-4 9 0 0,3-6 0 16,-3 6 0-16,4-7 0 0,-4 7 0 0,0 0 0 15,4-4 0-15,-4 4 0 0,0 0 0 0,0 0 0 16,0 0 0-16,0 0 0 0,0 19 0 0,0-9 0 16,-1 0 0-16,1 1 0 0,-3 0 0 0,2 1 0 15,1 0 0-15,-1 2 0 0,-3-3 0 0,3 0 0 16,-1 0 0-16,1-1 0 0,0 1 0 0,2-3 0 16,-2 2 0-16,2-3 0 0,-1-7 0 0,1 12-73 15,2-9-23-15,-3-3 9 0,5 6 12 16,2-4 10-16,-7-2 5 0,15 0 7 0,-5-4 4 0,3 0 9 15,-4-1 9-15,8-1-2 0,-6 2 4 0,-1-3 0 16,0 0 5-16,-1 0 16 0,1 2 4 0,-2-1 0 16,-2 0 3-16,1 2 6 0,-3 1 4 0,1-1-4 15,-5 4 2-15,8-4-6 0,-8 4-4 0,7-7 4 16,-7 7-8-16,5-2 4 0,-5 2-4 0,0 0 0 16,0 0 1-16,0 0-4 0,0 0 10 0,10 8-7 15,-6-4 6-15,-4-4-16 0,3 9-25 0,-1-4-39 16,2 2-42-16,1-1-42 0,-5-6-34 0,9 14-53 15,-5-8-56-15,0-2-59 0,5 3-69 0,1-1-88 16,0-4-292-16,3-2-883 0,-13 0 390 0</inkml:trace>
          <inkml:trace contextRef="#ctx1" brushRef="#br1" timeOffset="55907.82">7729 3176 98 0,'0'0'426'0,"0"0"-2"0,0 0-14 16,0 0-9-16,0 0-9 0,0 0-18 0,0 0-5 16,0 0-17-16,0 0-22 0,0 0-18 15,0 0-22-15,0 0-25 0,0 0-26 0,0 0-21 16,0 0-23-16,9 1-24 0,-9-1-19 0,0 0-19 15,11 0-14-15,-11 0-12 0,9 1-9 0,-9-1-19 0,9 5-2 16,-3-2-10-16,0 1-9 0,-3 0-7 16,-3-4-5-16,8 7-8 0,-3-1-6 0,-2 0-2 15,-3-6-3-15,5 12-7 0,-5-6-2 0,0 4-1 16,0-10-3-16,-5 15 0 0,1-7-1 0,-4 2-9 16,-3 1-4-16,-1-4 2 0,-2 1-12 0,-1 2-6 0,1-3-3 15,0-3-4-15,-2 2 3 0,4-1 4 0,0-4 7 16,2 2 1-16,1-3 2 0,9 0 13 0,-14-3 16 15,8 1 13-15,-2-2 13 0,2-2 10 16,4-1 0-16,0-1 0 0,2-4 5 0,2 1 1 16,1-1-8-16,2-4-9 0,0 4 2 0,3-1-9 15,-2 2-2-15,2 1-7 0,1 2-4 0,0 0-2 0,0 1-4 16,2 0-1-16,-1 3-8 0,1 1 1 16,0 1-6-16,-2-1 3 0,1 1-5 0,-1 2-7 15,-9 0 4-15,16 3-7 0,-9-1 5 0,-1 3-5 16,1-2 4-16,1 6-3 0,-3-1-1 0,-1 2 1 15,0 0-1-15,2 6 1 0,-5-4 1 0,0 5 2 0,-1 1 3 16,0 1 0-16,-1 1 3 0,-3 3-1 0,1-3-2 16,-4-1 9-16,4 0-2 0,0-1-2 15,-3 1 0-15,3 0-2 0,-5-1 1 0,4-1-2 16,-1 0 1-16,1-1 0 0,0-5-2 0,-1 6 6 16,3-6-9-16,-2 0 2 0,-1 0 1 0,2-1-1 15,1 0-4-15,-1-1 5 0,2 1-1 0,0-1 2 16,-1-1 1-16,1 0-1 0,1-8-2 0,1 13-3 15,-1-13 3-15,-1 10 0 0,1-10 0 0,3 9 4 16,-3-9 0-16,1 6-4 0,-1-6 9 0,2 5-1 16,-2-5 11-16,7 4 19 0,-1-1 13 0,-6-3 17 15,17 0 11-15,-7-3 2 0,4 1 9 0,8-4-4 0,2-1 1 16,4-4 1-16,-1 3-13 0,2-3-37 16,0 2-41-16,-1-3 0 0,0 1 0 0,-1 0 0 15,-2 2 0-15,-6 0 0 0,2 2 0 0,-1 0 0 16,-2 0 0-16,0 3 0 0,-4-2-88 0,0 3-131 15,-4-2-66-15,2 0-60 0,-2 2-81 0,-4-1-94 0,0 0-532 16,1-2-1138-16,-7 6 503 0</inkml:trace>
          <inkml:trace contextRef="#ctx1" brushRef="#br1" timeOffset="56267.11">8505 2990 478 0,'6'-9'538'15,"-1"-1"0"-15,0 3 1 0,-1-1-8 0,-3 2-12 16,2 1-19-16,-1-2-21 0,1 1-12 0,-3 6-22 16,3-6-17-16,-3 6-28 0,2-8-32 0,-2 8-32 15,0 0-35-15,4-5-33 0,-4 5-31 0,0 0-27 16,0 0-23-16,0 0-19 0,0 0-21 0,0 0-40 15,0 0-107-15,0 0 0 0,0 0 0 0,-22 29 0 16,7-6 0-16,-1-2 0 0,0 4 0 0,1 6 0 16,-2-3 0-16,2 2 0 0,-3 1 0 0,-5 9 0 15,5-10 0-15,1 1 0 0,3 1 0 0,0 0 0 16,4 3 0-16,-2-3 0 0,2 2 0 0,5-5 0 16,4 3 0-16,-3-3 0 0,4-1 0 0,3-1 0 15,3-2 0-15,4 0 0 0,4-3 0 0,4 1 0 16,0-3-233-16,8-1-69 0,-1-1-42 0,3-3-36 15,-1-3-42-15,-2 0-55 0,3-2-53 0,-8-2-388 16,-1-4-993-16,0-1 439 0</inkml:trace>
          <inkml:trace contextRef="#ctx1" brushRef="#br1" timeOffset="59550.45">8909 3187 127 0,'0'0'397'0,"3"-10"-4"0,-3 10 12 16,0 0-21-16,3-6-1 0,-3 6-11 0,0 0-4 15,2-9-4-15,-2 9-9 0,0 0-8 0,0 0-25 16,2-5-21-16,-2 5-19 0,0 0-20 0,0 0-29 16,0 0-22-16,0 0-28 0,0 0-21 0,0 0-18 15,0 0-18-15,0 0-13 0,0 0-15 0,0 0-12 16,0 0-7-16,0 0-10 0,0 0-4 0,11 14-7 16,-8-4-2-16,-1-4-12 0,1 1-3 0,1 4-4 15,-1-3-6-15,-1 3-5 0,2-2 2 0,-3 1-13 16,0 0 6-16,-1 1-3 0,0-3-2 0,-1 1-9 15,1 1-14-15,0-10-11 0,-1 13-10 0,-2-7-1 16,3-6 0-16,-1 11 1 0,1-11 8 0,0 6 2 16,0-6 7-16,0 0 4 0,0 0 11 0,-2 9 18 15,2-9 15-15,0 0-4 0,0 0-3 0,0 0-6 16,0 0 11-16,18-25 13 0,-14 16 6 0,6-5-9 16,-1 0-1-16,2 0-8 0,-1 1-11 0,0-1 10 15,0-1 0-15,-1 5 6 0,-2 0 7 0,0 1 4 16,0 1-2-16,-2-1 3 0,1 4-5 0,1-1-12 15,-4 3-4-15,-3 3-6 0,4-7-9 0,-4 7-1 16,5-4-7-16,-5 4 4 0,0 0-14 0,0 0 2 16,0 0 2-16,0 0-1 0,17 11 2 0,-13-5 1 15,0 2 1-15,-2 1-8 0,3 2-6 0,-2-3-16 16,-2 1-9-16,3-1-8 0,-2 1-9 0,-2-2-4 16,0-7-10-16,4 16-7 0,-4-12-8 0,0-4-3 15,2 11 4-15,-1-6 3 0,-1-5 12 0,0 0 11 16,0 10 5-16,0-10 9 0,0 0 9 0,4 4 12 15,-4-4 7-15,0 0 3 0,0 0 1 0,0 0-3 16,16-9 7-16,-11 3 5 0,1 1 3 0,0 2 2 16,2-4 3-16,-3 3 7 0,1-1 4 0,-2-1 6 15,-4 6-3-15,9-8-1 0,-5 4-5 0,-4 4-4 16,6-3 1-16,-6 3-9 0,5-5-2 0,-5 5-4 16,0 0-2-16,0 0-1 0,9-1 1 0,-9 1 2 15,0 0 0-15,10 8-3 0,-8-3-1 0,0 1 6 16,1 1-3-16,1-1-1 0,-2 1 1 0,1 3-23 15,1-1-31-15,-2 1-46 0,2-3-54 0,-4-7-53 16,5 12-61-16,-2-5-46 0,3 1-44 0,-6-8-53 16,13 12-55-16,-7-7-320 0,1 1-850 0,3-4 377 15</inkml:trace>
          <inkml:trace contextRef="#ctx1" brushRef="#br1" timeOffset="59816.0099">9459 3308 364 0,'4'-5'379'0,"-4"5"24"0,0 0 13 16,0 0 6-16,0 0-9 0,0 0-6 0,5-6-19 16,-5 6-14-16,0 0-19 0,0 0-23 0,0 0-25 15,0 0-28-15,0 0-28 0,0 0-24 0,0 0-20 16,0 0-27-16,0 0-12 0,0 0-15 0,0 0-20 16,0 0-12-16,0 0-11 0,-20 14-20 0,17-8-2 15,3-6-5-15,-8 8-15 0,4-4-8 0,-2 3-5 16,2-1-2-16,2 1-10 0,-1-1 2 0,3-6-17 15,-4 13-6-15,4-5-17 0,0-2-17 0,2 3-24 16,0-1-32-16,2 2-37 0,3-3-41 0,1 1-40 16,3 0-29-16,4 1-43 0,3-1-30 0,0-6-30 15,0 3-38-15,3-3-41 0,1-3-32 0,5 1-274 16,-5-3-761-16,7-2 337 0</inkml:trace>
          <inkml:trace contextRef="#ctx1" brushRef="#br1" timeOffset="60362.75">10023 3158 102 0,'7'-11'473'0,"-4"6"23"0,-3 5 15 0,5-8 0 16,-2 3-17-16,-3 5-15 0,0 0-15 0,0 0-11 15,2-12-13-15,-2 12-28 0,0 0-27 16,4-2-33-16,-4 2-34 0,0 0-39 0,0 0-29 15,0 0-29-15,0 0-18 0,0 0-27 0,0 0-21 0,0 0-18 16,0 0-12-16,0 0-15 0,0 0-13 0,-10 20-13 16,5-11-3-16,0 0-6 0,-4 2-12 0,2 0 3 15,-2 4-7-15,0 0-4 0,-2-1-9 0,1 0-27 16,-2 2-19-16,1-1 0 0,-1-1 0 16,0-1 0-16,-1 0 0 0,0-2 0 0,4-2 0 0,-1-1 0 15,1-2 0-15,0 0-57 0,4-3 7 0,-2 1 13 16,7-4 7-16,-9 4 12 0,9-4-4 0,-10-1 1 15,10 1 7-15,-5-10 6 0,5 10 0 0,-4-12-17 16,3 1 3-16,1 0 4 0,1 0 1 16,1-2 7-16,1 1-9 0,0 2 5 0,0-1 4 0,1 1 4 15,0 1 3-15,0 1-3 0,-3 2 7 0,5 0-1 16,-6 6-1-16,5-7 4 0,-5 7-5 0,4-6-3 16,-4 6-5-16,5-4-1 0,-5 4 3 15,0 0 2-15,10 1-4 0,-10-1 3 0,9 8 1 0,-5-5-5 16,1 3 0-16,1-1 4 0,0 4 3 0,2-4 3 15,0 5-1-15,-1 1 2 0,4 1-6 0,-4-1 6 16,4-3 0-16,-1 5-2 0,4-4-17 0,1 2-10 16,-4-3-12-16,4 1-14 0,-1-1-13 0,-4-1-6 15,2-2-13-15,-1-1-2 0,0-1-5 0,-1 2-1 16,-4-4-9-16,0 2-9 0,-6-3-20 0,12 2-24 16,-12-2-37-16,9 0-36 0,-9 0-30 0,6-5-46 15,-6 5-61-15,4-6-89 0,-4 6-328 0,0 0-848 16,0 0 375-16</inkml:trace>
          <inkml:trace contextRef="#ctx1" brushRef="#br1" timeOffset="60893.87">8848 3625 112 0,'-9'-4'277'0,"9"4"-2"16,-7-1 2-16,7 1 7 0,-11-2-3 16,11 2 12-16,-11-3 0 0,11 3 14 0,-10-3 3 15,10 3 5-15,-7-2 1 0,7 2-4 0,0 0-6 16,-8-3-13-16,8 3-10 0,0 0-16 0,0 0-11 0,0 0-14 16,0 0-6-16,0 0-19 0,0 0-18 15,0 0-21-15,0 0-17 0,0 0-15 0,0 0-15 16,29 2-4-16,0-2-24 0,2 0-9 0,8 0-11 15,14 1-5-15,8-1-14 0,31-1-6 0,3 3-2 16,-2-2-2-16,4 1-5 0,-2 1-9 0,-1-1-7 0,-28-1 3 16,0 3-11-16,-3-3 9 0,-2 4-13 0,-4-1 3 15,-4-2-7-15,-17 1-3 0,-7-2 5 16,-1 0-7-16,-7 0-1 0,-7 1 3 0,4-2-1 16,-6 2-6-16,-4-2-11 0,-8 1-6 0,13 0-19 15,-13 0-17-15,10 0-26 0,-10 0-33 0,8-2-36 16,-8 2-40-16,0 0-39 0,0 0-38 0,0 0-32 0,0 0-50 15,0 0-45-15,0 0-78 0,0 0-389 0,-27-11-922 16,27 11 407-16</inkml:trace>
        </inkml:traceGroup>
        <inkml:traceGroup>
          <inkml:annotationXML>
            <emma:emma xmlns:emma="http://www.w3.org/2003/04/emma" version="1.0">
              <emma:interpretation id="{71CE8C47-AD70-4BEF-8A69-3095819B968B}" emma:medium="tactile" emma:mode="ink">
                <msink:context xmlns:msink="http://schemas.microsoft.com/ink/2010/main" type="inkWord" rotatedBoundingBox="11706,2982 12370,2958 12389,3489 11726,3513"/>
              </emma:interpretation>
              <emma:one-of disjunction-type="recognition" id="oneOf19">
                <emma:interpretation id="interp47" emma:lang="" emma:confidence="0.5">
                  <emma:literal>R</emma:literal>
                </emma:interpretation>
                <emma:interpretation id="interp48" emma:lang="" emma:confidence="0">
                  <emma:literal>D</emma:literal>
                </emma:interpretation>
                <emma:interpretation id="interp49" emma:lang="" emma:confidence="0">
                  <emma:literal>I</emma:literal>
                </emma:interpretation>
                <emma:interpretation id="interp50" emma:lang="" emma:confidence="0">
                  <emma:literal>M</emma:literal>
                </emma:interpretation>
                <emma:interpretation id="interp51" emma:lang="" emma:confidence="0">
                  <emma:literal>P</emma:literal>
                </emma:interpretation>
              </emma:one-of>
            </emma:emma>
          </inkml:annotationXML>
          <inkml:trace contextRef="#ctx1" brushRef="#br1" timeOffset="66862.56">11956 3070 250 0,'0'0'474'0,"0"-8"15"0,0 8 7 0,0 0-9 15,0 0-18-15,0 0-25 0,0 0-25 0,0 0-27 16,0-11-27-16,0 11-31 0,0 0-34 0,0 0-30 16,0 0-34-16,0 0-13 0,0 0-37 0,0 0-19 15,0 0-11-15,0 0-20 0,5 27-14 0,-5-16-10 16,-2 7-11-16,-1-1-6 0,1 1-14 0,1 2-4 15,-2-1-6-15,1 0-6 0,1 6-6 0,-1-1-3 16,2-4-8-16,-2 0-3 0,-1-1-4 0,2 5-4 16,-2-5-5-16,3-2-4 0,-2 0 3 0,0-1-3 15,-2-1-7-15,1-3-2 0,3-1-19 0,0-1-18 16,-3-3-27-16,3-1-31 0,0-6-35 0,-2 12-37 16,2-12-36-16,0 0-37 0,-2 9-38 0,2-9-42 15,0 0-74-15,0 0-105 0,0 0-394 0,0 0-948 16,0 0 420-16</inkml:trace>
          <inkml:trace contextRef="#ctx1" brushRef="#br1" timeOffset="67424.92">11720 3128 241 0,'-3'-13'429'16,"2"8"24"-16,1 5-1 0,-4-10-14 0,4 10-26 15,0-12-25-15,0 12-16 0,0-11-15 0,2 3-19 16,-1 1-29-16,1-1-36 0,6-2-30 0,0 1-27 16,7-1-23-16,2 0-18 0,2 1-18 0,3 2-18 15,3-2-6-15,2 5-25 0,2-1-2 0,2 0-17 16,2 4-8-16,3-1-12 0,1 0-8 0,1 4-6 16,-2 3-3-16,2-1-6 0,-3 2-7 0,2 1-3 15,-3 1-1-15,-3 3-5 0,-13-3-4 0,2-2-1 16,-3 3-7-16,-2 1-8 0,-5-3-3 0,-2 0 0 15,-1 0-4-15,-1 2 1 0,-4-4 1 0,-2 5-1 16,0-10 1-16,-9 16 2 0,-4-3 0 0,-2-1 0 16,-10 2 2-16,-4 1 0 0,-3 0-1 0,-4-2 1 15,0-1 3-15,-2-2 2 0,0 0-1 0,6-2-1 16,0 0 3-16,4-4 2 0,10 1 10 0,0-2 14 16,6-2 8-16,1 1 13 0,4 0 10 0,0-1 12 15,7-1 10-15,0 0 7 0,-15 0 16 0,15 0 8 16,0 0-16-16,0 0-14 0,-7-5-14 0,7 5-8 15,0 0-6-15,0 0-16 0,0 0-5 0,0 0-2 16,18-10-14-16,-18 10-3 0,17 2 1 0,-5 0-5 16,-1 2-9-16,5 4-2 0,-2 1 0 0,0 0-12 15,3 4 6-15,-3-1-5 0,0 1 0 0,-1 1 0 16,0-1 0-16,-2 3 0 0,-2-3 0 0,1 1 0 16,-1 0 0-16,-1-4 0 0,-2 3-34 0,-2-4-8 15,2 2-15-15,-3-1-7 0,0-2-15 0,0-1-17 16,-1-1-20-16,0 0-27 0,-2-6-26 0,3 10-20 15,2-7-29-15,-5-3-20 0,0 0-32 0,2 7-32 16,-2-7-47-16,0 0-69 0,11-2-55 0,-11 2-350 16,10-7-891-16,-10 7 395 0</inkml:trace>
        </inkml:traceGroup>
      </inkml:traceGroup>
    </inkml:traceGroup>
    <inkml:traceGroup>
      <inkml:annotationXML>
        <emma:emma xmlns:emma="http://www.w3.org/2003/04/emma" version="1.0">
          <emma:interpretation id="{0CBF786C-9143-4055-A329-9CD61780EC98}" emma:medium="tactile" emma:mode="ink">
            <msink:context xmlns:msink="http://schemas.microsoft.com/ink/2010/main" type="paragraph" rotatedBoundingBox="11546,5002 31443,5305 31427,6346 11530,6043" alignmentLevel="6"/>
          </emma:interpretation>
        </emma:emma>
      </inkml:annotationXML>
      <inkml:traceGroup>
        <inkml:annotationXML>
          <emma:emma xmlns:emma="http://www.w3.org/2003/04/emma" version="1.0">
            <emma:interpretation id="{B50642E2-4217-47E0-90DA-2FA92C132EA3}" emma:medium="tactile" emma:mode="ink">
              <msink:context xmlns:msink="http://schemas.microsoft.com/ink/2010/main" type="line" rotatedBoundingBox="11546,5002 31443,5305 31427,6346 11530,6043"/>
            </emma:interpretation>
          </emma:emma>
        </inkml:annotationXML>
        <inkml:traceGroup>
          <inkml:annotationXML>
            <emma:emma xmlns:emma="http://www.w3.org/2003/04/emma" version="1.0">
              <emma:interpretation id="{19987AFE-DD11-4487-BEFD-A00A0E814EA6}" emma:medium="tactile" emma:mode="ink">
                <msink:context xmlns:msink="http://schemas.microsoft.com/ink/2010/main" type="inkWord" rotatedBoundingBox="11539,5402 12103,5411 12098,5764 11534,5756"/>
              </emma:interpretation>
              <emma:one-of disjunction-type="recognition" id="oneOf20">
                <emma:interpretation id="interp52" emma:lang="" emma:confidence="0.5">
                  <emma:literal>H</emma:literal>
                </emma:interpretation>
                <emma:interpretation id="interp53" emma:lang="" emma:confidence="0">
                  <emma:literal>,</emma:literal>
                </emma:interpretation>
                <emma:interpretation id="interp54" emma:lang="" emma:confidence="0">
                  <emma:literal>-</emma:literal>
                </emma:interpretation>
                <emma:interpretation id="interp55" emma:lang="" emma:confidence="0">
                  <emma:literal>]</emma:literal>
                </emma:interpretation>
                <emma:interpretation id="interp56" emma:lang="" emma:confidence="0">
                  <emma:literal>"</emma:literal>
                </emma:interpretation>
              </emma:one-of>
            </emma:emma>
          </inkml:annotationXML>
          <inkml:trace contextRef="#ctx1" brushRef="#br1" timeOffset="113973.11">11560 5497 371 0,'-9'2'392'0,"9"-2"2"16,0 0 1-16,0 0-7 0,0 0-9 0,0 0-4 15,0 0-7-15,0 0-4 0,0 0-11 0,0 0-20 16,0 0-25-16,0 0-36 0,0 0-20 0,0 0-33 15,22-17-24-15,-10 12-21 0,0 1-21 0,11-1-12 16,-7 2-13-16,4 1-15 0,-2 0-11 0,2-1-13 16,0 1-6-16,-1 1-11 0,-4-2-29 0,2 1-28 15,-5 2-40-15,-1 2-44 0,-4-2-53 0,1 2-54 16,0-1-55-16,-8-1-50 0,10 1-41 0,-10-1-33 16,3 6-27-16,-3-6-19 0,0 0-284 0,-13 14-742 15,5-7 329-15</inkml:trace>
          <inkml:trace contextRef="#ctx1" brushRef="#br1" timeOffset="114160.56">11548 5648 186 0,'0'0'315'0,"-7"7"23"15,7-7 27-15,0 0 35 0,-4 6 20 0,4-6 14 16,0 0 2-16,0 0-11 0,0 0-28 0,0 0-35 16,0 0-37-16,0 0-33 0,0 0-26 0,31-13-26 15,-16 10-23-15,4-2-26 0,1-1-20 0,-4 3-16 16,6-2-23-16,6-1-28 0,-9 2-38 0,3 3-45 15,-3-2-62-15,-6 3-61 0,1 0-68 0,-1-3-65 16,-2 3-49-16,3 0-68 0,-3-1-62 0,1 1-363 16,-3-4-842-16,-1 4 373 0</inkml:trace>
          <inkml:trace contextRef="#ctx1" brushRef="#br1" timeOffset="114441.73">11972 5438 312 0,'0'0'451'0,"9"-9"15"0,-7 6 6 16,2-1 0-16,-4 4-18 0,6-5-26 0,-6 5-31 15,6-5-27-15,-6 5-36 0,0 0-33 0,11-2-26 16,-11 2-27-16,12 1-14 0,-6 3-31 0,3 1 0 0,-4-2-26 16,4 3-7-16,0 4-12 0,-1-2-15 0,-1 3-12 15,1-1-10-15,-2 3-15 0,-1-2-1 0,-1 2-16 16,0-2-8-16,-3 1-14 0,-2 0-7 0,1 5-1 15,-4-1-5-15,0 1-6 0,-1-1-3 0,-5 0-43 16,2-1-33-16,-3 0-6 0,-3 2-49 0,1-5-56 16,0 2-52-16,-3 0-73 0,2-2-62 15,-3-1-50-15,3-2-54 0,3-3-52 0,0 2-325 0,6-5-876 16,1 1 389-16</inkml:trace>
        </inkml:traceGroup>
        <inkml:traceGroup>
          <inkml:annotationXML>
            <emma:emma xmlns:emma="http://www.w3.org/2003/04/emma" version="1.0">
              <emma:interpretation id="{AD425E3C-C5A9-456D-B991-6B3B1CC53BF9}" emma:medium="tactile" emma:mode="ink">
                <msink:context xmlns:msink="http://schemas.microsoft.com/ink/2010/main" type="inkWord" rotatedBoundingBox="12706,5138 13232,5146 13219,6019 12692,6011"/>
              </emma:interpretation>
              <emma:one-of disjunction-type="recognition" id="oneOf21">
                <emma:interpretation id="interp57" emma:lang="" emma:confidence="0.5">
                  <emma:literal>if</emma:literal>
                </emma:interpretation>
                <emma:interpretation id="interp58" emma:lang="" emma:confidence="0">
                  <emma:literal>iff</emma:literal>
                </emma:interpretation>
                <emma:interpretation id="interp59" emma:lang="" emma:confidence="0">
                  <emma:literal>ifs</emma:literal>
                </emma:interpretation>
                <emma:interpretation id="interp60" emma:lang="" emma:confidence="0">
                  <emma:literal>If</emma:literal>
                </emma:interpretation>
                <emma:interpretation id="interp61" emma:lang="" emma:confidence="0">
                  <emma:literal>it</emma:literal>
                </emma:interpretation>
              </emma:one-of>
            </emma:emma>
          </inkml:annotationXML>
          <inkml:trace contextRef="#ctx1" brushRef="#br1" timeOffset="114894.76">12720 5455 119 0,'0'-7'510'0,"0"7"9"16,-2-14 4-16,0 8-14 0,0-1-14 0,1 0-17 15,1 7-15-15,0-10-11 0,0 10-7 0,0 0-23 16,0-11-24-16,0 11-37 0,0 0-29 0,0 0-37 15,0 0-41-15,1-8-13 0,-1 8-32 0,0 0-22 16,0 0-22-16,0 0-14 0,0 0-15 0,0 0-13 16,0 0-16-16,2 24-9 0,-4-13-3 0,2 2-18 15,-1 2-50-15,1 2-27 0,0 1 0 0,0-2 0 16,0 2 0-16,-2-1 0 0,2-1 0 0,-2-5 0 16,0 3 0-16,0-3 0 0,0 0 0 0,1 0 0 15,-1-5 0-15,4 3 0 0,-2-9-171 0,-2 11-75 16,2-11-42-16,2 10-52 0,-2-10-52 0,0 0-78 15,0 0-93-15,0 0-391 0,0 0-1033 0,0 0 458 16</inkml:trace>
          <inkml:trace contextRef="#ctx1" brushRef="#br1" timeOffset="115066.6">12716 5298 264 0,'0'-7'476'0,"2"-2"14"0,0 2 2 16,-2-2-25-16,0 9-46 0,2-12-36 0,-2 4-42 15,0 8-38-15,2-11-29 0,0 6-36 16,-2 5-54-16,6-5-60 0,-6 5-59 0,8-2-67 16,-8 2-80-16,14 2-64 0,-3 1-71 0,-2-1-73 0,2 3-68 15,-1-1-221-15,1 2-623 0,1-3 276 0</inkml:trace>
          <inkml:trace contextRef="#ctx1" brushRef="#br1" timeOffset="115457.13">13030 5272 304 0,'4'-6'429'0,"-1"-2"15"0,0 4 17 0,1-3 6 16,-2-3-2-16,0 2-2 0,0-1 8 0,0 3-1 15,-1-2-17-15,1 1-8 0,-2 7-21 16,-2-13-19-16,2 13-24 0,0-10-20 0,0 10-22 0,-1-10-25 16,1 10-28-16,-4-8-26 0,0 5-29 0,4 3-21 15,-5-5-102-15,5 5-108 0,-9-6 0 0,9 6 0 16,-11-1 0-16,11 1 0 0,-11 2 0 0,3 1 0 15,0 4 0-15,-1-1 0 0,0 2 0 0,0 4 0 16,-2 1 0-16,2 4 0 0,-1 7 0 0,4 3 0 16,-3 2 0-16,3-1 0 0,0 3 0 0,2 1 0 15,2-2 0-15,-2 2 0 0,2-1 0 0,2 2 0 16,-3-1 0-16,3 0 0 0,0 0 0 0,2-2 0 16,-1 1 0-16,0-3 0 0,0 4 0 0,1-5 0 15,0 0 0-15,2-2 0 0,-2 0 0 0,-1-6 0 16,1 5 0-16,1-5 0 0,-1-3 0 0,0-1 0 15,-2-3 0-15,2 1 0 0,-2-2 0 0,0-1 0 16,0-1 0-16,-2 1 0 0,2-10 0 0,-2 12 0 16,2-12 0-16,0 0 0 0,-2 12 0 0,2-12 0 15,-5 4 0-15,5-4 0 0,0 0 0 0,0 0-262 16,0 0-228-16,-18-17-79 0,14 6-74 0,-4-3-396 16,2-3-1123-16,3-3 497 0</inkml:trace>
          <inkml:trace contextRef="#ctx1" brushRef="#br1" timeOffset="115660.21">12795 5667 80 0,'0'-8'457'0,"0"8"25"15,0 0 36-15,-2-11 24 0,2 11 0 0,0 0-21 16,0 0-34-16,4-17-11 0,-4 12-53 0,4-1-27 16,5 0-41-16,-1 0-36 0,4-2-34 0,1-2-31 15,4 2-28-15,5 2-16 0,4-2-28 0,4 1-48 16,-1 0-50-16,2 3-69 0,-4 0-71 0,3 0-67 15,-3 0-72-15,2 2-78 0,-8 1-79 0,0-2-81 16,0 0-75-16,1 1-334 0,-4 1-911 0,-4-2 403 16</inkml:trace>
        </inkml:traceGroup>
        <inkml:traceGroup>
          <inkml:annotationXML>
            <emma:emma xmlns:emma="http://www.w3.org/2003/04/emma" version="1.0">
              <emma:interpretation id="{02EA65AF-01C7-4E6D-945E-57D0D5415877}" emma:medium="tactile" emma:mode="ink">
                <msink:context xmlns:msink="http://schemas.microsoft.com/ink/2010/main" type="inkWord" rotatedBoundingBox="13750,5297 15788,5328 15777,6032 13739,6001"/>
              </emma:interpretation>
              <emma:one-of disjunction-type="recognition" id="oneOf22">
                <emma:interpretation id="interp62" emma:lang="" emma:confidence="0.5">
                  <emma:literal>Change</emma:literal>
                </emma:interpretation>
                <emma:interpretation id="interp63" emma:lang="" emma:confidence="0">
                  <emma:literal>change</emma:literal>
                </emma:interpretation>
                <emma:interpretation id="interp64" emma:lang="" emma:confidence="0">
                  <emma:literal>Charge</emma:literal>
                </emma:interpretation>
                <emma:interpretation id="interp65" emma:lang="" emma:confidence="0">
                  <emma:literal>charge</emma:literal>
                </emma:interpretation>
                <emma:interpretation id="interp66" emma:lang="" emma:confidence="0">
                  <emma:literal>Chang</emma:literal>
                </emma:interpretation>
              </emma:one-of>
            </emma:emma>
          </inkml:annotationXML>
          <inkml:trace contextRef="#ctx1" brushRef="#br1" timeOffset="176537.2999">13974 5448 174 0,'0'0'177'15,"0"0"-4"-15,0 0 1 0,0 0 0 0,0 0-2 16,0 0-3-16,0 0-3 0,0 0-4 0,0 0-7 15,0 0-9-15,0 0-3 0,0 0-3 16,0 0 1-16,0 0-3 0,0 0 6 0,0 0 5 0,0 0 0 16,0 0 6-16,0 0 6 0,0 0 7 0,0 0 0 15,4-18-1-15,-4 18 0 0,0 0-3 0,-3-7 7 16,3 7-4-16,0 0-7 0,-2-9 3 0,2 9 0 16,-6-11-2-16,4 6-11 0,-2 0-6 0,4 5-10 15,-10-9-3-15,6 6-10 0,4 3-11 0,-7-9-15 16,3 5-10-16,4 4-9 0,-10-5-9 0,6 2-10 15,4 3-5-15,-13 1-6 0,13-1-7 0,-15 5-2 16,5 1-2-16,-1 1-3 0,1 2-2 0,-1 4-8 16,0-2 2-16,-1 4-5 0,4-2-2 0,-3 2 2 15,3-2-3-15,-3 1-3 0,3 2-2 0,1-2 28 16,-2 3-2-16,2-1-1 0,3-4-15 0,-1-1 7 16,1 4-8-16,4-5-6 0,0 1-6 0,0 0-8 15,2-1-3-15,5-1-11 0,1 1-13 0,-1 1-17 16,7-1-20-16,-1-2-24 0,1-1-22 0,1-3-27 15,8 0-30-15,-3-1-41 0,0-2-28 0,1 0-22 16,-1-1-30-16,0-3-34 0,7-6-58 0,-5 5-46 16,-1-1-240-16,-1-2-721 0,-2-2 319 0</inkml:trace>
          <inkml:trace contextRef="#ctx1" brushRef="#br1" timeOffset="177005.94">14258 5358 256 0,'-2'-13'389'0,"2"13"10"0,-2-13 2 16,2 13-13-16,2-10-12 0,-2 10-14 0,-2-7-2 15,2 7-6-15,0 0-15 0,0-10-19 0,0 10-22 0,0 0-32 16,0 0-24-16,0 0-26 0,0 0-21 16,0 0-23-16,0 0-15 0,0 0-11 0,0 0 7 15,0 0-1-15,-17 19-8 0,11-9 4 0,0 6-9 16,0 0-10-16,-1 0-8 0,2-1-11 0,-2 2-27 0,2-1 3 15,-1 1-7-15,2 1-6 0,-1-1-10 0,-2-1-8 16,1-1-6-16,1 2-2 0,1-2 1 16,3-3-12-16,0 1-1 0,-2-1-11 0,1-1-15 15,0-4-5-15,2 1-5 0,0 0 0 0,0-1-7 0,0-7 2 16,0 11 5-16,0-11 2 0,7 7-3 0,-5-4 3 16,-2-3 4-16,10 1-5 0,-10-1 3 0,16-1-10 15,-6-2 13-15,3 0 1 0,-4-2-1 16,2 1-1-16,1-2-1 0,-2 1-1 0,-1-1 3 0,-2 2 7 15,2-2 6-15,-4 1 6 0,3 3 0 0,-8 2 7 16,9-5 1-16,-3 3-6 0,-6 2 2 0,6-5-4 16,-6 5 1-16,7-4-18 0,-7 4 7 0,0 0-1 15,7-2-2-15,-7 2-18 0,0 0 0 0,0 0 14 16,0 0 3-16,11 3-8 0,-6 1 6 0,-5-4-15 16,8 9-16-16,-4-5-19 0,1 1-25 0,0 1-24 15,0-2-32-15,-1 3-27 0,2 1-32 0,1-1-35 16,-1 1-46-16,0-2-40 0,1 0-36 0,-1-2-34 15,2 0-30-15,0 0-43 0,-3-1-347 0,1 0-858 16,2-2 379-16</inkml:trace>
          <inkml:trace contextRef="#ctx1" brushRef="#br1" timeOffset="177802.63">14566 5578 135 0,'4'-3'323'0,"-4"3"1"15,3-5-5-15,-3 5-2 0,7-4-7 0,-7 4-13 16,0 0 0-16,0 0-19 0,5-5-12 0,-5 5-18 16,0 0-16-16,0 0-17 0,0 0-20 0,0 0-18 15,0 0-23-15,0 0-14 0,0 0-13 0,0 0-18 16,0 0-15-16,0 0-14 0,0 0-10 0,0 0-2 16,0 0-7-16,0 0 5 0,0 0-18 0,4 15-13 15,-4-15 8-15,0 7-5 0,0-7-1 0,0 0-10 16,-4 14-2-16,3-7 2 0,1-7-6 0,-6 8-10 15,1-4-6-15,5-4-7 0,-11 10-2 0,7-6-1 0,-1 0 1 16,1 0-11-16,4-4 6 0,-12 4 5 16,8-2 2-16,4-2 4 0,-9 1-1 0,9-1 0 0,0 0 4 0,-16-3-3 0,16 3 12 0,-3-8-11 15,3 8 5-15,-6-8 8 0,6 8-1 0,-2-10 7 0,2 10 4 16,0-8 6-16,0 8-5 0,4-13-3 0,-4 7 4 16,0 6-3-16,6-9 7 0,-5 4-13 15,-1 5 0-15,7-7 0 0,-2 3-5 0,-5 4-2 16,6-5 0-16,-6 5-1 0,9-2-4 0,-9 2-5 0,13 0-2 15,-13 0 5-15,9 4-2 0,-2-1-4 0,-1 1 2 16,0-1 0-16,-2 2-2 0,1-1 8 0,-1 2-3 16,5-1-7-16,-7 1 1 0,2-1 0 15,0 1-2-15,0-2-4 0,0 0-8 0,-4-4 1 16,2 10-7-16,2-6-1 0,-4-4-6 0,0 0-1 0,3 7 4 16,-3-7 1-16,0 0-4 0,4 7 16 0,-4-7 6 15,0 0 1-15,7 3 2 0,-7-3-4 0,0 0 6 16,0 0-4-16,15-10 5 0,-10 6-3 0,4 0 7 15,0-2-3-15,-2 1 1 0,1-1 8 0,-1 0 3 16,-1 1 1-16,4-1 1 0,-5 1 3 0,1 2-1 16,2-2 7-16,-2 1 1 0,-6 4-3 0,9-3-2 15,-1 0-12-15,-8 3 4 0,9-2 0 0,-9 2-2 16,10 1-6-16,-10-1 2 0,0 0-2 0,9 5-2 16,-5-1-2-16,-4-4 1 0,8 9 3 0,-6-5-3 15,-2-4 4-15,5 11-12 0,-4-7 9 0,2 2 1 16,-2 0-6-16,-1-6-15 0,0 10 5 0,0-10-1 15,3 7-1-15,-3-7 3 0,0 0 4 0,2 8 0 32,-2-8 5-32,3 5 4 0,-3-5 4 0,0 0 1 0,0 0 1 0,0 0 7 0,0 0-8 0,0 0 6 15,18-6-5-15,-18 6 3 0,6-3-1 0,1-1 3 16,-7 4 2-16,11-4 2 0,-11 4 3 0,5-4-4 16,-5 4 2-16,8-3-6 0,-8 3-4 0,7-3-1 15,-7 3 2-15,0 0 1 0,12 0-4 0,-12 0-3 16,10 3 1-16,-10-3-1 0,9 4-9 0,-1-1 9 15,-5 0-4-15,-3-3-10 0,10 8-28 0,1-4-23 16,-3 0-43-16,-2 3-45 0,4-1-50 0,-2 1-50 16,1 1-67-16,2-4-70 0,0 2-291 0,-1-3-736 15,1 3 326-15</inkml:trace>
          <inkml:trace contextRef="#ctx1" brushRef="#br1" timeOffset="178614.93">15223 5633 70 0,'0'0'408'0,"2"-6"-19"15,-2 6-12-15,0 0-19 0,5-7-27 16,-5 7-19-16,0 0-35 0,4-5-28 0,-4 5-22 16,0 0-29-16,0 0-21 0,0 0-22 0,0 0-15 15,0 0-10-15,0 0-12 0,0 0-21 0,7-3-8 0,-7 3-4 16,0 0-10-16,0 0-7 0,0 0-9 0,5 11-15 15,-5-11 6-15,2 8-7 0,-2-8-28 16,1 9 13-16,-1-9 7 0,3 8-10 0,-3-8-7 16,-4 11 5-16,4-11-3 0,-2 10-11 0,-1-6 8 0,-2 1 0 15,5-5-2-15,-8 6 9 0,3 0-9 0,-1-4-6 16,-3 1 9-16,4 1-8 0,5-4 0 16,-9 1 6-16,9-1-1 0,-12 0 4 0,12 0-2 15,-9-5 0-15,9 5 1 0,-7-7 12 0,7 7 14 0,-6-8-4 16,4 1 11-16,2 7 2 0,-2-11 12 0,2 11-4 15,2-12 2-15,-2 12-7 0,9-14-6 0,-5 11 0 16,1-4-11-16,-1 4-5 0,-4 3-1 0,14-7-9 16,-10 6-4-16,-4 1-1 0,13 0-2 0,-13 0-2 15,12 4-9-15,-4 0 3 0,-3 0-3 0,6 5 2 16,-2 0-4-16,-2 4-1 0,2-2-1 0,0 6-2 16,-2-1 0-16,-1 0 0 0,-1-1 0 0,-3 3-2 15,1 0 1-15,-1-1 2 0,-3-1 4 0,-1 2-3 16,2 2-4-16,-4-1 2 0,1-4-3 0,-2 4 3 15,-1-3-3-15,-1 1 0 0,0-3 0 0,3-3-16 16,-4 0-3-16,-1 1-1 0,-1-3-3 0,2-1-7 16,2 2-6-16,-1-5 3 0,-1 2 5 0,-1-2-4 15,3-2 4-15,1-1 9 0,5-2-4 0,-11 0 6 16,11 0 3-16,0 0-1 0,-13-5 5 0,10 0 7 16,3 5 4-16,0 0-4 0,2-15 4 0,-2 7 6 15,4-2 0-15,-3 3 4 0,5-4 7 0,1 0-4 16,1-4 3-16,0 1 2 0,3 1-2 0,4-1 9 15,0 1 5-15,-1 0-4 0,2-1-2 0,1 1-9 16,4-3 1-16,3-1-5 0,-2 2 0 0,1-2 0 16,4 0 0-16,-1-2-2 0,2 2 18 0,0 1 8 15,-4 0-4-15,-3 0-2 0,-5 3-3 0,6-2 1 16,-8 3-1-16,1-1 12 0,-3 4 9 0,-4-1 3 16,1 3-2-16,-2 0-3 0,-4 1-6 0,2 0-5 15,-3 1-3-15,-2 5-8 0,0-12-4 0,0 12-3 0,-5-11-1 16,0 7-6-16,5 4 0 0,-19-5-2 15,6 5-3-15,1 0-2 0,-6 4 1 0,5 1 0 16,-3 0-1-16,1 2 0 0,2 1 0 0,3-2 2 16,1 1 1-16,2 1-8 0,0 2 6 0,0-2 2 0,1 2-2 15,6 1 3-15,0 0 1 0,0-1 1 0,2 0-3 16,6 1-14-16,-1 1-11 0,4-1-23 16,3 2-15-16,8 3-31 0,-5-7-37 0,8 5-40 15,1-3-55-15,0-3-41 0,4 2-59 0,0-3-71 0,0 0-346 16,2-3-802-16,-2-3 354 0</inkml:trace>
        </inkml:traceGroup>
        <inkml:traceGroup>
          <inkml:annotationXML>
            <emma:emma xmlns:emma="http://www.w3.org/2003/04/emma" version="1.0">
              <emma:interpretation id="{86E9FAE2-538B-4B9E-828A-5A3AEF69504E}" emma:medium="tactile" emma:mode="ink">
                <msink:context xmlns:msink="http://schemas.microsoft.com/ink/2010/main" type="inkWord" rotatedBoundingBox="16235,5294 16772,5302 16760,6098 16223,6089"/>
              </emma:interpretation>
              <emma:one-of disjunction-type="recognition" id="oneOf23">
                <emma:interpretation id="interp67" emma:lang="" emma:confidence="0.5">
                  <emma:literal>of</emma:literal>
                </emma:interpretation>
                <emma:interpretation id="interp68" emma:lang="" emma:confidence="0">
                  <emma:literal>If</emma:literal>
                </emma:interpretation>
                <emma:interpretation id="interp69" emma:lang="" emma:confidence="0">
                  <emma:literal>It</emma:literal>
                </emma:interpretation>
                <emma:interpretation id="interp70" emma:lang="" emma:confidence="0">
                  <emma:literal>off</emma:literal>
                </emma:interpretation>
                <emma:interpretation id="interp71" emma:lang="" emma:confidence="0">
                  <emma:literal>ot</emma:literal>
                </emma:interpretation>
              </emma:one-of>
            </emma:emma>
          </inkml:annotationXML>
          <inkml:trace contextRef="#ctx1" brushRef="#br1" timeOffset="179083.57">16241 5724 340 0,'0'0'375'0,"0"0"-14"0,0 0-4 15,-7-19-19-15,7 19-15 0,0 0-7 0,0-12-4 16,0 12-10-16,0-9-7 0,0 9-10 0,3-7-12 16,-3 7-6-16,4-8-15 0,-1 2-17 0,-3 6-18 15,4-9-23-15,-4 9-13 0,6-9-17 0,-2 6-19 16,-4 3-15-16,10-6-17 0,-4 3-10 0,1 0-12 15,-1 2-11-15,2-2-18 0,-8 3 4 0,15 1-9 16,-7-1-7-16,0 2-6 0,0 0-5 0,0 0-2 16,-1 2-6-16,-2 1-6 0,1 0-4 0,0-2-4 15,-2 2 0-15,-4-5-1 0,5 10-4 0,-3-5-3 16,-2-5-1-16,-3 13-2 0,-1-5 1 0,2-4-2 16,-2 3 2-16,-2-1 0 0,-3-1 0 0,0 0 1 15,-2-2 1-15,-3 1-14 0,2-1 11 0,-1-1 0 16,1 0 4-16,2-1-4 0,-1 2 2 0,11-3 0 15,-12 0 1-15,12 0-10 0,-11-6-15 0,11 6-31 16,-4-6-34-16,4 6-26 0,2-15-34 0,7 7-34 16,0-1-31-16,5 0-30 0,3-2-14 0,1 0-10 15,-2 1-25-15,5 3-28 0,3-4-26 0,-5 1-12 16,0 3-10-16,7-3-222 0,-8 1-631 0,0 0 279 16</inkml:trace>
          <inkml:trace contextRef="#ctx1" brushRef="#br1" timeOffset="179382.16">16557 5520 408 0,'6'-9'19'16,"1"-2"25"-16,-1 1 28 0,-1-1 32 0,-1-2 19 15,0 2 10 1,0-1 14-16,0-1 13 0,-2 2 15 16,1-1 4-16,-2 0 18 0,-1 1 44 0,1 0 19 15,3 0-14-15,-4 1 25 0,1 3 2 0,-1-4 6 0,2 6 2 16,-2 5 4-16,1-11-2 0,-1 11-3 0,0-9-10 16,0 9-25-16,0 0-21 0,-1-9-23 0,1 9-25 15,0 0-20-15,0 0-19 0,0 0-16 0,0 0-9 16,0 0-11-16,0 0 0 0,0 0-1 0,-13 32 19 15,9-14 2-15,-2 6-6 0,-1 3 8 0,2 1-13 16,-4 0-8-16,5 3-6 0,-3-1-13 0,0 0-1 16,-2 2-7-16,3 0-18 0,-2 1 3 0,2 0-8 15,1-2-7-15,-3 0-2 0,3 2-1 16,1-4-4-16,-1 0-4 0,1 1-7 0,0-1 10 0,3-3-27 16,0-1-11-16,-2-4-12 0,3 2-24 0,0-6-22 15,3 0-29-15,-1-2-30 0,0-3-45 0,-2-1-28 16,1-3-37-16,1 2-48 0,0-3-48 0,-1-2-25 15,-1-5-24-15,0 0-55 0,5 7-59 0,-5-7-303 16,0 0-857-16,0 0 379 0</inkml:trace>
          <inkml:trace contextRef="#ctx1" brushRef="#br1" timeOffset="179585.3899">16484 5875 161 0,'0'0'409'0,"3"-9"21"0,-3 9 11 16,1-7 10-16,-1 7-3 0,0 0-23 0,1-9-24 15,-1 9-30-15,1-7-23 0,-1 7-30 0,0 0-30 16,4-7-43-16,0 4-14 0,-4 3-23 0,9-5-25 16,-1 3-21-16,3-2-14 0,0 0-41 0,2 1-27 15,7 0-43-15,-1 0-47 0,0 2-47 0,2-1-40 16,-1-2-45-16,-1 2-75 0,0 1-51 0,-1-1-69 16,-1-1-77-16,-3-1-311 0,1-2-786 0,0-2 347 15</inkml:trace>
        </inkml:traceGroup>
        <inkml:traceGroup>
          <inkml:annotationXML>
            <emma:emma xmlns:emma="http://www.w3.org/2003/04/emma" version="1.0">
              <emma:interpretation id="{7E940F21-0AA1-4D34-8EF1-D45AC559A780}" emma:medium="tactile" emma:mode="ink">
                <msink:context xmlns:msink="http://schemas.microsoft.com/ink/2010/main" type="inkWord" rotatedBoundingBox="17178,5287 17585,5293 17578,5785 17170,5779"/>
              </emma:interpretation>
              <emma:one-of disjunction-type="recognition" id="oneOf24">
                <emma:interpretation id="interp72" emma:lang="" emma:confidence="0.5">
                  <emma:literal>A</emma:literal>
                </emma:interpretation>
                <emma:interpretation id="interp73" emma:lang="" emma:confidence="0">
                  <emma:literal>a</emma:literal>
                </emma:interpretation>
                <emma:interpretation id="interp74" emma:lang="" emma:confidence="0">
                  <emma:literal>f</emma:literal>
                </emma:interpretation>
                <emma:interpretation id="interp75" emma:lang="" emma:confidence="0">
                  <emma:literal>AT</emma:literal>
                </emma:interpretation>
                <emma:interpretation id="interp76" emma:lang="" emma:confidence="0">
                  <emma:literal>At</emma:literal>
                </emma:interpretation>
              </emma:one-of>
            </emma:emma>
          </inkml:annotationXML>
          <inkml:trace contextRef="#ctx1" brushRef="#br1" timeOffset="180475.7999">17247 5564 85 0,'3'-7'436'0,"0"1"9"0,-3 6 0 0,5-10 0 16,-5 10 2-16,6-9 1 0,-5 4 0 0,2-2-4 15,-3 7-11-15,3-11-12 0,0 6-11 0,0-2-8 16,-3 7-4-16,2-11-14 0,2 4-12 0,-4 7-21 15,2-10-20-15,-2 10-18 0,0-10-21 0,0 10-26 16,3-8-91-16,-3 8-175 0,0-7 0 0,0 7 0 16,0 0 0-16,0 0 0 0,0 0 0 0,0 0 0 15,0 0 0-15,0 0 0 0,0 0 0 0,0 0 0 16,0 0 0-16,-3 32 0 0,1-20 0 0,-4 4 0 0,0 0 0 16,1 2 0-16,0 1 0 0,0 0 0 15,-3 0 0-15,1-2 0 0,-2 7 0 0,1-6 0 16,2 0 0-16,1-4 0 0,-2 2 0 0,3-4 0 15,-1-1 0-15,0-1 0 0,-1-1 0 0,3-2 0 0,1-1 0 16,-1 0 0-16,3-6 0 0,-4 10 0 16,4-10 0-16,-2 6 0 0,2-6 0 0,0 0 0 15,0 0 0-15,0 0 0 0,0 0 0 0,0 0 0 16,0 0 0-16,0 0 0 0,13-27 0 0,-7 16 0 0,1-5 0 16,0-3 0-16,3-4 0 0,2-4 0 0,-3 2 0 15,1-2 0-15,2 0 0 0,-1 2 0 16,0-1 0-16,5-1 0 0,-3 1 0 0,-3-1 0 15,2 3 0-15,0 2 0 0,-1 6 0 0,-2 0 0 0,-1 2 0 16,0 3 0-16,-2 2 0 0,-1 1 0 0,0-2 0 16,-1 7 0-16,0-2 0 0,-4 5 0 0,5-8 0 15,-5 8 0-15,5-6 0 0,-5 6 0 0,0 0 0 16,0 0 0-16,5-3 0 0,-5 3 0 0,0 0 0 16,4 20 0-16,-3-5 0 0,-1 2 0 0,0 2 0 15,0 2 0-15,2 5 0 0,-2-2 0 0,0 1 0 16,1-4 0-16,-1-2 0 0,0 6 0 15,1-6 0-15,1 1 0 0,-1 0 0 0,0 6 0 0,0-8 0 16,1 0 0-16,-2 0 0 0,3-2 0 0,-1-3 0 16,-1-1 0-16,0 0 0 0,2-1 0 0,1-2 0 15,-2 0 0-15,0-2 0 0,1 0 0 0,0-1 0 16,0 1 0-16,0-2-31 0,-3-5-256 0,8 6-33 16,-4-4-53-16,-4-2-51 0,9 0-47 0,-9 0-45 15,0 0-39-15,9-4-314 0,-9 4-942 0,5-11 416 16</inkml:trace>
          <inkml:trace contextRef="#ctx1" brushRef="#br1" timeOffset="180694.5">17277 5644 137 0,'0'0'487'16,"-12"-3"23"-16,12 3 19 0,0 0 11 0,-9-3-9 15,9 3-13-15,0 0-23 0,0 0-19 0,0 0-26 16,0 0-30-16,0 0-33 0,0 0-38 0,0 0-40 15,0 0-27-15,0 0-31 0,0 0-30 0,22-9-16 16,-7 7-35-16,3 0-22 0,0 0-27 0,1 1-41 16,-1-2-56-16,4 0-39 0,-2 2-36 0,-2 0-51 15,1 1-52-15,-2-2-61 0,3 1-69 0,-1-2-63 16,-2 3-61-16,-2-2-65 0,-2 0-64 0,1 0-306 16,-2 0-913-16,-2-1 405 0</inkml:trace>
        </inkml:traceGroup>
        <inkml:traceGroup>
          <inkml:annotationXML>
            <emma:emma xmlns:emma="http://www.w3.org/2003/04/emma" version="1.0">
              <emma:interpretation id="{39CA3EB3-53B5-4CAB-811B-7E64472A5F90}" emma:medium="tactile" emma:mode="ink">
                <msink:context xmlns:msink="http://schemas.microsoft.com/ink/2010/main" type="inkWord" rotatedBoundingBox="18220,5476 19540,5496 19536,5806 18215,5786"/>
              </emma:interpretation>
              <emma:one-of disjunction-type="recognition" id="oneOf25">
                <emma:interpretation id="interp77" emma:lang="" emma:confidence="0.5">
                  <emma:literal>with</emma:literal>
                </emma:interpretation>
                <emma:interpretation id="interp78" emma:lang="" emma:confidence="0">
                  <emma:literal>withe</emma:literal>
                </emma:interpretation>
                <emma:interpretation id="interp79" emma:lang="" emma:confidence="0">
                  <emma:literal>worth</emma:literal>
                </emma:interpretation>
                <emma:interpretation id="interp80" emma:lang="" emma:confidence="0">
                  <emma:literal>wish</emma:literal>
                </emma:interpretation>
                <emma:interpretation id="interp81" emma:lang="" emma:confidence="0">
                  <emma:literal>wrath</emma:literal>
                </emma:interpretation>
              </emma:one-of>
            </emma:emma>
          </inkml:annotationXML>
          <inkml:trace contextRef="#ctx1" brushRef="#br1" timeOffset="181866.2">18227 5686 418 0,'0'0'464'0,"-6"-13"5"15,6 13 8-15,0 0-5 0,0 0-9 0,0-14-19 16,0 14 4-16,0 0-7 0,1-11-16 0,-1 11-29 16,1-6-8-16,-1 6-18 0,0 0-16 0,0-9-17 15,0 9-25-15,0 0-21 0,0 0-27 0,2-8-30 16,-2 8-23-16,0 0-22 0,0 0-20 0,0 0-23 15,0 0-137-15,0 0-9 0,0 0 0 0,0 0 0 16,0 0 0-16,0 0 0 0,0 0 0 0,0 0 0 16,0 0 0-16,1 23 0 0,-1-23 0 0,-3 15 0 15,2-5 0-15,0 0 0 0,0-3 0 0,1 3 0 16,0-1 0-16,-2 0 0 0,2-1 0 0,0-8 0 16,0 14 0-16,2-8 0 0,-2-6 0 0,0 12 0 15,1-7 0-15,-1-5 0 0,2 9 0 0,-2-9-57 16,4 5-28-16,-4-5 10 0,4 5 11 0,-4-5 3 15,0 0 9-15,13 0 4 0,-13 0 7 0,11-3 0 16,-4-1 9-16,-1 0 6 0,2-3 6 0,1 1 8 16,0 0-3-16,1-2 22 0,-1 1 10 0,-1-1 12 15,-1 1 0-15,1 0 8 0,-3 1 10 0,0-1 13 0,0 2-6 16,-1-1 12-16,2 3 0 0,-6 3 6 16,7-8-13-16,-7 8 4 0,5-7-40 0,-5 7-23 15,4-3 0-15,-4 3 0 0,0 0 0 0,0 0 0 16,0 0 0-16,8-1 0 0,-8 1 0 0,0 0 0 0,0 0 0 15,3 11 0-15,-3-11 0 0,5 8 0 0,-5-3 0 16,2 3 0-16,-2-8-5 0,3 12-81 16,0-6-1-16,2 1-5 0,-1-1 1 0,0 0 5 15,0-1 3-15,1-2 7 0,0 2 2 0,1-1 5 0,-1-2 2 16,-5-2 18-16,12 4 5 0,-4-3 5 0,-8-1 11 16,11-2 5-16,-11 2 13 0,12-4 10 15,-7-1 6-15,0 0 5 0,1-1 5 0,-3 2 5 0,2-3 10 16,-2 0 3-16,3 0 0 0,-4 0 5 0,1 1 12 15,-1-1 4-15,1 2-11 0,-3 5-4 0,5-10-1 16,-4 6 2-16,-1 4-9 0,2-7-1 0,-2 7-6 16,0 0-3-16,4-8-6 0,-4 8-8 0,0 0-9 15,0 0 7-15,0 0-2 0,0 0-1 0,2-6-1 16,-2 6 0-16,0 0 1 0,0 0-9 0,0 0 1 16,0 0-6-16,0 0-7 0,0 0-1 0,13 15-7 15,-8-12-13-15,-1 4-4 0,1-3-13 0,1 3-3 16,3-3-6-16,-1 2-7 0,2-2-8 0,2 1-7 15,-1 0 2-15,-2-2 1 0,3 0 5 0,-5-2 9 16,2 2 7-16,1-1 7 0,-1-2 9 0,0 1 2 16,-9-1-1-16,17-2 15 0,-9 1 12 0,-8 1 12 15,10-3 12-15,-5 0 6 0,-5 3 10 0,11-6 13 16,-5 3 10-16,-6 3 13 0,5-5-10 0,-5 5 23 16,7-4 6-16,-7 4 6 0,7-6-8 0,-7 6 1 15,0 0 1-15,0 0-11 0,0 0-6 0,6-2-10 16,-6 2-7-16,0 0-4 0,0 0-7 0,0 0-12 15,0 0 7-15,0 0-10 0,0 0-4 0,0 0 6 16,0 0-4-16,7 9-1 0,-7-9 1 0,0 9-3 16,0-9 0-16,0 10 1 0,0-10-5 0,0 12 2 15,1-6 0-15,-1-6-15 0,1 10-14 0,0-4-22 0,2 0-18 16,-3-6-23-16,4 11-32 0,-2-6-26 16,3 0-37-16,-5-5-34 0,8 8-42 0,-1-6-36 15,-7-2-41-15,11 1-39 0,-3-1-50 0,-8 0-29 16,16-7-344-16,-9 3-859 0,2-2 381 0</inkml:trace>
          <inkml:trace contextRef="#ctx1" brushRef="#br1" timeOffset="182038.04">18902 5550 252 0,'0'0'409'0,"0"0"31"16,3-12 14-16,-3 12 4 0,0-6-15 0,0 6-9 15,0 0-21-15,2-8-30 0,-2 8-29 16,0 0-32-16,0 0-31 0,0 0-34 0,0-8-25 15,0 8-47-15,0 0-46 0,0 0-63 0,0 0-69 0,0 0-60 16,0 0-110-16,0 0-80 0,0 0-61 0,22 5-63 16,-13 1-54-16,0-3-246 0,0 1-722 0,2 0 320 15</inkml:trace>
          <inkml:trace contextRef="#ctx1" brushRef="#br1" timeOffset="182334.84">19140 5557 160 0,'5'-5'446'0,"-3"0"16"0,-2 5 24 0,7-9 19 0,-6 5 6 16,-1 4-2-16,1-11-3 0,-1 11-5 0,2-10-12 16,-2 10-7-16,3-7-23 0,-3 7-26 0,0 0-36 15,0 0-44-15,0-9-29 0,0 9-32 0,0 0-34 16,3-6-26-16,-3 6-24 0,0 0-30 0,0 0-178 16,0 0 0-16,0 0 0 0,0 0 0 0,0 0 0 15,0 0 0-15,-3 28 0 0,0-17 0 0,1 5 0 16,1-5 0-16,-1 7 0 0,-2 0 0 0,1 0 0 15,2-3 0-15,0 3 0 0,-2-1 0 0,0 2 0 16,2-4 0-16,0 1 0 0,-2-5 0 0,2 2 0 16,1-3 0-16,-1 0 0 0,-2-1 0 0,2-1 0 15,1-8 0-15,-1 11 0 0,1-11-208 0,1 10-122 16,-1-10-29-16,0 7-20 0,0-7-17 0,0 0-53 16,0 0-48-16,0 0-36 0,0 0-307 0,0 0-910 15,0 0 402-15</inkml:trace>
          <inkml:trace contextRef="#ctx1" brushRef="#br1" timeOffset="182928.46">19050 5661 210 0,'-10'-5'358'0,"4"3"21"0,6 2 7 16,-11-6-4-16,6 5-8 0,5 1-17 0,-9-5-17 16,3 3-14-16,6 2-10 0,0 0-21 0,-9-4-6 15,9 4-17-15,-6-3-24 0,6 3-16 0,0 0-21 16,0 0-31-16,0 0-2 0,0 0-17 0,-7-3-10 15,7 3-19-15,0 0-16 0,0 0-22 0,0 0-16 16,22-4-14-16,-4 3-16 0,0-1-20 0,0-1-16 16,1 2-26-16,0-2-12 0,3 1-21 0,1 0-5 0,-2 1-4 15,8-4-6-15,-9 1-2 0,-1 0 2 16,-1 1 7-16,0-1 3 0,-8 0 7 0,2 0 7 16,-1 0 2-16,0 1 16 0,1-1-14 0,-5 2 29 15,-1-2 11-15,1 2 11 0,-7 2 19 0,8-5 7 0,-8 5 7 16,7-6 6-16,-7 6 4 0,2-7 5 0,-2 7 10 15,3-6 7-15,-3 6-3 0,0 0 8 16,0 0-2-16,0-11-8 0,0 11-4 0,0 0-13 16,0 0-6-16,0 0-9 0,0 0-5 0,0 0-9 0,0 0-3 15,0 0-4-15,0 0-1 0,0 0-6 0,0 0 1 16,0 0 2-16,-12 28-4 0,10-17-2 0,-2 1 0 16,3-1 1-16,0 2-4 0,-1-1-3 0,0 5 6 15,0-6-8-15,1 4-9 0,-2-4-9 0,3 2-12 16,0-3-7-16,2 0-10 0,-2-2-10 0,0 0-9 15,0-8-3-15,2 11 4 0,1-5 1 0,-3-6 4 16,5 7 12-16,-1-4 2 0,-4-3 7 0,7 1 3 16,-7-1 3-16,12-2 3 0,-12 2 7 0,13-5 7 15,-6 2 9-15,2-2 11 0,-1 0 7 0,1-1 8 16,-3 3 9-16,5-2 11 0,-6 1 7 0,1 1-4 16,-6 3-6-16,9-6-4 0,-4 3 4 0,-5 3-8 15,9-4-7-15,-9 4-3 0,10-1-1 0,-10 1-6 16,0 0-4-16,13 3 1 0,-8 1-4 0,0-2 1 15,-5-2-1-15,9 7-2 0,-5-2-19 0,0-2-31 16,-4-3-25-16,6 8-42 0,-2-4-35 0,0 0-41 16,-4-4-59-16,6 7-34 0,-6-7-52 0,5 2-78 15,-5-2-416-15,0 0-893 0,0 0 394 0</inkml:trace>
        </inkml:traceGroup>
        <inkml:traceGroup>
          <inkml:annotationXML>
            <emma:emma xmlns:emma="http://www.w3.org/2003/04/emma" version="1.0">
              <emma:interpretation id="{F989F119-FEB9-4AA9-BDAA-899FBFBB2EC4}" emma:medium="tactile" emma:mode="ink">
                <msink:context xmlns:msink="http://schemas.microsoft.com/ink/2010/main" type="inkWord" rotatedBoundingBox="19971,5368 21798,5396 21791,5871 19964,5844"/>
              </emma:interpretation>
              <emma:one-of disjunction-type="recognition" id="oneOf26">
                <emma:interpretation id="interp82" emma:lang="" emma:confidence="0.5">
                  <emma:literal>rosins</emma:literal>
                </emma:interpretation>
                <emma:interpretation id="interp83" emma:lang="" emma:confidence="0">
                  <emma:literal>radius</emma:literal>
                </emma:interpretation>
                <emma:interpretation id="interp84" emma:lang="" emma:confidence="0">
                  <emma:literal>robins</emma:literal>
                </emma:interpretation>
                <emma:interpretation id="interp85" emma:lang="" emma:confidence="0">
                  <emma:literal>raisins</emma:literal>
                </emma:interpretation>
                <emma:interpretation id="interp86" emma:lang="" emma:confidence="0">
                  <emma:literal>moulins</emma:literal>
                </emma:interpretation>
              </emma:one-of>
            </emma:emma>
          </inkml:annotationXML>
          <inkml:trace contextRef="#ctx1" brushRef="#br1" timeOffset="183865.74">19968 5661 70 0,'0'0'420'16,"5"-6"-10"-16,-5 6-15 0,4-7-22 0,-4 7-19 16,4-4-22-16,-4 4-20 0,2-6-16 0,-2 6-17 15,0 0-14-15,0 0-9 0,5-7-21 0,-5 7-12 0,7-2-20 16,-7 2-10-16,0 0-20 0,0 0-17 0,0 0-17 15,0 0-16-15,0 0-14 0,0 0-11 16,14 5-11-16,-8 2-10 0,-1-1-7 0,5 2-8 16,0 0-9-16,-3 2-7 0,7 1-4 0,-7 2-3 0,3-1-2 15,-3-1-7-15,0-1-1 0,-3 1-8 0,1-1-1 16,-3 0-2-16,1-2-3 0,-2 2-2 0,1-2-2 16,-2-8 0-16,-2 13-1 0,2-13-3 15,-4 10-1-15,4-10 3 0,-1 6-1 0,1-6 2 0,-6 6 5 16,6-6-1-16,0 0 1 0,-9 1 12 0,9-1 11 15,0 0 15-15,-9-10 9 0,9 10-5 0,1-13 4 16,-1 13 3-16,12-20-3 0,-5 5-6 0,2 0-10 16,6 0-5-16,-3 0-1 0,3 1-7 0,-1 3-1 15,2-1-4-15,-1 2-4 0,-5 4-2 0,3-2-22 16,3 1 9-16,-3 3-18 0,-4 1-23 0,5 3-31 16,-2-1-35-16,-2 1-33 0,2 1-34 0,-5 1-41 15,0-1-44-15,2 3-41 0,-3 0-37 0,-1 1-37 16,3 0-55-16,-3 1-340 0,0-1-823 0,-2 1 364 15</inkml:trace>
          <inkml:trace contextRef="#ctx1" brushRef="#br1" timeOffset="-244834.31">20367 5752 152 0,'0'0'428'16,"0"0"10"-16,10-15-7 0,-10 15-10 0,2-7-28 15,-2 7-18-15,0 0-22 0,4-6-20 0,-4 6-23 16,7-5-25-16,-7 5-26 0,6-4-23 0,-6 4-27 16,5-5-24-16,-5 5-17 0,0 0-20 0,8-1-13 15,-8 1-18-15,0 0-11 0,10 0-13 0,-10 0-9 16,0 0-12-16,14 5-9 0,-10-3-6 0,-4-2-4 16,8 6-8-16,-7-1-8 0,-1-5-4 0,5 8-4 15,-1-4-4-15,-4-4-11 0,2 10-11 0,-2-4-7 16,0-6-8-16,0 10 0 0,0-10-11 0,-6 14-6 15,2-9-12-15,-3 3-7 0,0-2-8 0,-2-2-10 16,-1 4-13-16,1-3-13 0,0-2-6 0,-4 1-1 16,4-2 10-16,0 1 7 0,1-2 14 0,-1-1 9 15,9 0 10-15,0 0 16 0,-15-6-5 0,10 2 17 16,5 4 7-16,-3-10 4 0,3 10 7 0,3-14 14 0,2 4 9 16,0 1 2-16,1-1 5 0,1 3-1 15,1-1-1-15,0 1 3 0,1-1-3 0,0 1-1 16,1 1-9-16,0 2 5 0,0-1 0 0,2 0-8 15,-6 3 4-15,1 1-5 0,-7 1-3 0,16 0-1 0,-8 1 0 16,-1 2-2-16,3-1-4 0,-2 2-1 0,-1-1 1 16,0 3-1-16,0-1 0 0,-1 2 2 15,0 0-1-15,1 0 2 0,-1 1-6 0,-2-1-9 16,1 1-7-16,0-1-15 0,-1 0-8 0,-1-1-15 0,1 0-7 16,-1-1-7-16,1 0 6 0,3-1-5 0,-1 0-3 15,-1 1 2-15,-5-5-5 0,17 5 12 16,-7-4-1-16,-1 1 9 0,3-3 5 0,0 0-1 0,-1 0 10 15,-1-3 4-15,2 1 4 0,-1-1 3 0,1 0 6 16,-1 0 5-16,0-3 1 0,-1 3-6 0,-1-1 10 16,2-1 18-16,-5 2 5 0,3-2 19 0,-1 4 9 15,-3-3 28-15,1 0 5 0,2 2-4 0,-2-1 12 16,1-1 4-16,-2 3 1 0,-5 2-7 0,12-6 2 16,-7 3-9-16,2 1-6 0,-7 2-12 0,9-3-2 15,-9 3-1-15,13-1-9 0,-13 1-8 0,11 1-8 16,-11-1 2-16,11 4-11 0,-7-1 4 0,3 1-2 15,-3 1-6-15,1 0-1 0,-5-5-3 0,5 9 2 16,-2-3-4-16,-1-1 0 0,-2-5 0 0,-1 14-1 16,1-14-11-16,-5 13 17 0,1-5-2 0,-4 0 3 15,0 0 2-15,-3-5-3 0,-3 6 0 0,-4-4 1 16,1 0 1-16,-4-2-1 0,3-1-3 0,1-1 0 16,-1-1-4-16,7-1 10 0,-2 1 3 0,3-2-2 15,1-1-8-15,2 0 8 0,1-2 0 0,2-1 0 16,4 6-9-16,-4-16 2 0,6 9-11 0,2-5-10 15,3 2-14-15,1-4-18 0,6 2-32 0,-1 1-42 16,1 0-34-16,2 1-37 0,0 2-43 0,0-2-41 16,1 1-43-16,-1 3-34 0,0-2-247 0,-6 0-649 15,2 2 287-15</inkml:trace>
          <inkml:trace contextRef="#ctx1" brushRef="#br1" timeOffset="-244553.12">20873 5476 165 0,'-2'-10'399'0,"1"1"32"0,0 2 12 16,1 7 8-16,0-14 4 0,-1 4 2 0,-1 2 2 16,2 8-10-16,2-12-6 0,-2 12-14 0,1-10-28 15,-1 10-27-15,0-8-34 0,0 8-33 0,0 0-32 16,0 0-28-16,1-6-34 0,-1 6-23 0,0 0-20 16,0 0-10-16,0 0-24 0,0 0-12 0,7 19-14 0,-7-8-6 15,1 2-14-15,2 5-9 0,-5 0-3 16,1 0-10-16,2 2-14 0,-3 4 5 0,0-4-30 15,1-1-29-15,0 1 0 0,-1 4 0 0,1-5 0 16,-1 0 0-16,2-2 0 0,0 0 0 0,0-2-31 0,0 0-103 16,1-2-43-16,1-1-40 0,0-2-43 0,2-1-56 15,0 1-39-15,-3-3-34 0,4-1-53 0,-1-1-48 16,1-3-42-16,-5-2-276 0,11 4-876 16,-3-6 388-16</inkml:trace>
          <inkml:trace contextRef="#ctx1" brushRef="#br1" timeOffset="-244318.8">21045 5722 192 0,'0'0'290'0,"9"-2"16"0,-9 2 10 15,0 0 5-15,0 0-2 0,0 0-6 0,8 0-10 0,-8 0-14 16,0 0-10-16,0 0-14 0,0 0-18 0,0 0-14 16,0 0-4-16,0 0-10 0,9 4-12 0,-9-4-13 15,1 6-17-15,-1-6-18 0,0 9-17 16,0-9-12-16,0 10-13 0,0-10-11 0,0 12-10 0,0-12-11 15,0 12-5-15,0-8-6 0,3 2-16 0,-3-6-3 16,1 11-27-16,-1-5-20 0,0-6-47 0,2 10-25 16,-2-10-34-16,0 7-49 0,0-7-44 0,0 0-34 15,4 6-38-15,-4-6-61 0,0 0-49 0,0 0-313 16,0 0-743-16,16-10 329 0</inkml:trace>
          <inkml:trace contextRef="#ctx1" brushRef="#br1" timeOffset="-244146.97">21142 5614 247 0,'0'-8'396'0,"0"8"28"16,0-11 11-16,0 11-6 0,0 0-27 0,3-9-32 15,-3 9-38-15,0 0-33 0,-1-9-29 0,1 9-34 16,0 0-42-16,0 0-53 0,0 0-82 0,0 0-56 16,0 0-74-16,0 0-64 0,0 0-81 0,14 3-83 15,-14-3-287-15,15 11-636 0,-6-5 282 0</inkml:trace>
          <inkml:trace contextRef="#ctx1" brushRef="#br1" timeOffset="-243397.14">21294 5705 7 0,'0'0'457'0,"0"0"19"16,0 0 16-16,0 0 12 0,0 0-7 0,0 0-9 15,0 0-27-15,0 0-25 0,0 0-19 0,0 0-23 16,0 0-31-16,0 0-41 0,0 0-32 0,0 0-51 15,0 0-10-15,0 0-29 0,0 0-23 0,0 0-15 16,0 0-13-16,0 0-19 0,0 0-12 0,0 0-15 16,0 0-10-16,0 0-25 0,-3 15-14 0,1-8-17 15,2-7-20-15,-1 14-15 0,1-6-19 0,1-1-11 16,1 0-17-16,-2-7-11 0,1 12-14 0,-1-6-6 16,0-6 1-16,2 9 1 0,-2-9 6 0,4 7 6 0,-4-7 10 15,4 4 2-15,-4-4 6 0,0 0 10 0,12 0 4 16,-12 0 5-16,14-2 1 0,-14 2 4 15,10-7 7-15,-4 2 4 0,1 0 17 0,-1 0 6 16,-2 1 9-16,0-1 11 0,1 0 7 0,-5 5 16 0,7-9 0 16,-3 2 6-16,-4 7-3 0,7-7-1 0,-7 7-7 15,5-4 0-15,-5 4-3 0,2-6-10 16,-2 6-3-16,0 0-7 0,6-4-4 0,-6 4-3 16,0 0-13-16,0 0 5 0,0 0-8 0,0 0-2 15,0 0-17-15,0 0-7 0,0 0-11 0,0 0-1 0,0 0-2 16,0 0-7-16,0 0-10 0,10 11-3 0,-8-7-9 15,1 2-6-15,1 1-3 0,1 1-7 0,0-2-3 16,4 1 2-16,-2 0 2 0,3-1 2 16,-4 0 12-16,5 0 7 0,2-1 5 0,-1 0 7 0,2-2 7 15,5 0-1-15,-8-2 9 0,2-1 6 0,2-1 1 16,2-4 10-16,0-1 4 0,-2-1 12 0,3-1 3 16,-3-3 7-16,2 1 0 0,-4-3 6 0,1 0-1 15,-3-1-2-15,-1-1 4 0,1 1 5 0,-5 2-1 16,1 1-2-16,-5 0 0 0,3 0-4 0,-4 1-6 15,-1 3-2-15,0-2-3 0,0 9-2 0,-2-13-5 16,-3 9 1-16,5 4-4 0,-8-8 0 0,8 8 1 16,-9-2-9-16,9 2 6 0,-9 2 1 0,9-2-4 15,-9 5 5-15,7 1-3 0,0 2 3 0,2-8 0 16,-1 13 1-16,1-13 0 0,4 14-1 0,0-5 4 16,0 1-3-16,2-2 3 0,0-1-2 0,0 4 0 0,-1-4 3 0,0 2-1 0,2-1 4 0,-3-2-3 15,4 1-3-15,-4-1 1 0,0-1 3 0,0-1-5 16,0 1 5-16,-4-5-4 0,7 6-2 0,-2-2-2 15,-5-4 0-15,3 7-1 0,-3-7 2 0,0 0-2 16,2 7 4-16,-2-7-1 0,0 0 3 0,-5 11 0 16,5-11-1-16,-6 6-1 0,2-2-12 0,4-4-18 15,-13 5-21-15,7-1-25 0,-2-1-42 0,0-1-39 16,2 0-41-16,-2 0-43 0,8-2-40 0,-16 2-42 16,16-2-66-16,-17-2-321 0,11 0-769 0,6 2 341 15</inkml:trace>
        </inkml:traceGroup>
        <inkml:traceGroup>
          <inkml:annotationXML>
            <emma:emma xmlns:emma="http://www.w3.org/2003/04/emma" version="1.0">
              <emma:interpretation id="{0C06BE97-743C-4330-96C6-BF5055854A4A}" emma:medium="tactile" emma:mode="ink">
                <msink:context xmlns:msink="http://schemas.microsoft.com/ink/2010/main" type="inkWord" rotatedBoundingBox="22352,5421 23670,5441 23664,5879 22345,5859"/>
              </emma:interpretation>
              <emma:one-of disjunction-type="recognition" id="oneOf27">
                <emma:interpretation id="interp87" emma:lang="" emma:confidence="0.5">
                  <emma:literal>too</emma:literal>
                </emma:interpretation>
                <emma:interpretation id="interp88" emma:lang="" emma:confidence="0">
                  <emma:literal>to</emma:literal>
                </emma:interpretation>
                <emma:interpretation id="interp89" emma:lang="" emma:confidence="0">
                  <emma:literal>took</emma:literal>
                </emma:interpretation>
                <emma:interpretation id="interp90" emma:lang="" emma:confidence="0">
                  <emma:literal>tooo</emma:literal>
                </emma:interpretation>
                <emma:interpretation id="interp91" emma:lang="" emma:confidence="0">
                  <emma:literal>tool</emma:literal>
                </emma:interpretation>
              </emma:one-of>
            </emma:emma>
          </inkml:annotationXML>
          <inkml:trace contextRef="#ctx1" brushRef="#br1" timeOffset="-243037.8499">22349 5716 70 0,'0'0'462'0,"6"-12"17"0,-3 8-2 0,-2-3-4 16,-1 7-12-16,4-10-14 0,-3 4-2 0,-1 6-6 16,3-8-32-16,-3 8 7 0,1-8-21 0,-1 8-30 15,0 0-28-15,1-9-31 0,-1 9-42 0,0 0-20 32,0 0-38-32,0 0-18 0,0 0-19 0,0 0-18 0,0 0-19 0,0 0-10 0,0 0-9 0,0 0-10 15,1 28-9-15,-1-18-14 0,2 2-7 0,-2-1-4 16,0 4-9-16,0-3-13 0,0 0 3 0,0 0-5 15,0 0-6-15,0-1-26 0,0-1-11 0,1-1 0 0,-2 0 0 16,1 0-40-16,0-9-46 0,0 13-22 0,0-13-31 16,1 11-34-16,-1-11-30 0,0 6-34 15,0-6-25-15,0 0-44 0,4 6-44 0,-4-6-41 16,0 0-48-16,0 0-17 0,0 0-378 0,18-14-903 16,-13 3 400-16</inkml:trace>
          <inkml:trace contextRef="#ctx1" brushRef="#br1" timeOffset="-242881.64">22399 5560 73 0,'0'0'250'15,"0"0"-19"-15,0 0-25 0,0 0-23 0,0 0-24 0,0 0-28 16,1-9-23-16,-1 9-17 0,0 0-22 0,0 0-25 16,0 0-35-16,0 0-36 0,0 0-38 15,0 0-50-15,9 20-110 0,-9-20-243 0,6 8 107 16</inkml:trace>
          <inkml:trace contextRef="#ctx1" brushRef="#br1" timeOffset="-242413">22555 5634 146 0,'0'0'401'0,"6"-5"13"15,-2-1-12-15,-4 6 0 0,6-5-8 0,-6 5-9 16,4-7-11-16,-4 7-10 0,4-5-17 0,-4 5-25 15,0 0-24-15,2-8-23 0,-2 8-30 16,0 0-25-16,0 0-28 0,0 0-24 0,0 0-18 0,3-5-24 16,-3 5-15-16,0 0-8 0,0 0-7 0,0 0-11 15,0 0-14-15,0 0-6 0,-17 18-16 0,14-14-4 16,0 4-14-16,-1-1-5 0,2-1-11 0,-2 0-3 16,4-6-17-16,-7 12-5 0,5-7-13 0,2-5 2 15,-1 13-4-15,-3-8-4 0,4-5-1 0,-3 7 1 16,3-7-1-16,-2 8 5 0,2-8 2 0,0 0 6 15,0 8 4-15,0-8 4 0,0 0 2 0,5 5 1 16,-5-5-1-16,6 3 2 0,2-1 0 0,-8-2 1 16,16 4 4-16,-3-2 7 0,-1 1-3 0,-1 2 1 15,3-3 1-15,2 4-1 0,1 0-1 0,-6-1 3 16,0-1-2-16,-1 0 1 0,-1 2-3 0,-5-2-6 16,4-1 3-16,-4 1 0 0,1 1-1 0,-5-5 2 15,5 6-5-15,-5-6 2 0,2 8 1 0,-2-8 1 16,0 8 0-16,0-8 4 0,-9 9 1 0,4-4 2 15,-5-1-6-15,0 1-7 0,-2-1-10 0,0 1-17 16,-1-2-17-16,-1-2-18 0,2 2-17 0,3-2-9 16,1-1-16-16,8 0-15 0,-12 3-20 0,12-3-2 15,-9 0-18-15,9 0-24 0,0 0-45 0,-10-2-46 16,10 2-46-16,0 0-39 0,0 0-241 0,0-9-656 16,0 9 291-16</inkml:trace>
          <inkml:trace contextRef="#ctx1" brushRef="#br1" timeOffset="-241850.64">23065 5509 328 0,'-6'-11'418'0,"5"5"26"15,1 6-1-15,-2-11 3 0,0 4 0 0,2 7-12 16,-2-12-3-16,2 12-3 0,1-10-3 0,-1 10-5 16,-1-8-14-16,1 8-15 0,0 0-31 0,0 0-24 0,0-12-32 15,0 12-29-15,0 0-27 0,0 0-29 0,0 0-27 16,0 0-23-16,0 0-15 0,0 0-22 0,0 0-11 15,0 0-15-15,0 0-9 0,4 34-79 16,-3-16-18-16,1 2 0 0,0 4 0 0,-1 1 0 0,-1-1 0 16,3 3 0-16,-1-2 0 0,-2-6 0 0,1 6 0 15,-2-1 0-15,1-5 0 0,-2 0 0 0,0-4 0 16,4 1 0-16,-5 0 0 0,-1-4 0 16,3-1 0-16,0 0 0 0,-1-1 0 0,2-2 0 0,0-8 0 15,0 13 0-15,-1-8 0 0,1-5-41 0,0 0-162 16,-1 9-18-16,1-9-17 0,0 0-57 0,4 5-75 15,-4-5-46-15,0 0-48 0,0 0-42 0,17-10-401 16,-10 6-981-16,-3-2 434 0</inkml:trace>
          <inkml:trace contextRef="#ctx1" brushRef="#br1" timeOffset="-241616.31">23006 5738 64 0,'0'0'449'15,"0"0"27"-15,-8-2 22 0,8 2 5 0,0 0-4 16,0 0-19-16,-6-6-25 0,6 6-20 0,0 0-23 16,0 0-39-16,0 0-23 0,0 0-32 0,0 0-42 15,0 0-33-15,1-10-38 0,-1 10-14 0,10-5-49 16,0 0-24-16,1 1-31 0,0 1-39 0,3 1-47 16,2 0-50-16,1-4-42 0,-2 5-36 0,2-3-42 15,-4 4-56-15,6-2-55 0,-1 0-47 0,0 2-47 16,-1-1-43-16,-3 1-344 0,-2 0-825 0,1 0 366 15</inkml:trace>
          <inkml:trace contextRef="#ctx1" brushRef="#br1" timeOffset="-241257.02">23298 5722 411 0,'0'0'425'0,"0"0"8"0,0 0-5 16,0 0-12-16,0 0-23 0,0 0-22 0,0 0-22 15,0 0-23-15,0 0-25 0,0 0-28 0,0 0-25 16,0 0-25-16,0 0-23 0,12-19-22 0,-12 19-19 16,0 0-26-16,10 0-6 0,-10 0-14 0,9 0-13 15,-9 0-10-15,10 5-10 0,-4-3-17 0,-6-2 3 16,8 10-10-16,-3-6-6 0,1 0-9 0,-3 0-5 16,1 1-10-16,-4-5-12 0,4 10-11 0,-3-3-16 15,-1-7 2-15,0 10-11 0,0-10-10 0,-3 11-10 16,-1-6 1-16,-1-1-7 0,-1 2-18 0,0-2-12 15,-5 0-5-15,2-1-14 0,-2 0-5 0,-1-1-1 0,1 0 5 16,1-1 11-16,-3-1 4 0,13 0 20 16,-14 0 3-16,8-3 12 0,6 3 22 0,-9-6 9 15,9 6 15-15,-4-10-4 0,5 1 1 0,-1 9 5 16,9-16 0-16,-4 8-5 0,3 0-1 0,0-2-15 0,1 3-21 16,1 0-40-16,2 1-35 0,0-2-48 0,1 5-42 15,0-1-62-15,5 2-52 0,-5 2-290 0,6 0-662 16,-6 0 294-16</inkml:trace>
          <inkml:trace contextRef="#ctx1" brushRef="#br1" timeOffset="-240866.49">23527 5769 255 0,'10'-17'440'0,"-10"17"-12"15,4-3-22-15,-4 3-28 0,0 0-33 0,7-4-21 16,-7 4-25-16,5-4-21 0,-5 4-27 16,7-3-20-16,-7 3-20 0,11-2-33 0,-11 2-12 15,7 0-20-15,-7 0-17 0,9 2-12 0,-9-2-11 0,8 6-13 16,-8-6-6-16,9 6-14 0,-7-2-5 0,2 0-10 16,-4-4-6-16,5 8-5 0,-5-8-5 0,4 9-7 15,-4-4-7-15,0-5-11 0,0 0-13 0,-4 13-9 16,4-13-3-16,-3 7-4 0,3-7-1 0,-7 8 2 15,1-5-2-15,6-3 1 0,-12 4 3 0,7-2-2 16,5-2 9-16,-10 3-2 0,10-3 0 0,-8 2 8 16,8-2 4-16,0 0-2 0,0 0 6 0,-15-4 0 15,15 4-1-15,-4-6 2 0,4 6-4 0,-5-8 1 16,5 8 0-16,-1-11-3 0,1 11 2 0,0-13-15 16,0 13-5-16,2-14-17 0,2 6-19 0,1-1-67 15,2 0-56-15,0 2-54 0,2 1-67 0,8-5-80 16,2 5-303-16,9-2-728 0,3 3 323 0</inkml:trace>
        </inkml:traceGroup>
        <inkml:traceGroup>
          <inkml:annotationXML>
            <emma:emma xmlns:emma="http://www.w3.org/2003/04/emma" version="1.0">
              <emma:interpretation id="{E669F75C-C619-40E9-A46C-F2745E7E1B82}" emma:medium="tactile" emma:mode="ink">
                <msink:context xmlns:msink="http://schemas.microsoft.com/ink/2010/main" type="inkWord" rotatedBoundingBox="24029,5450 25707,5475 25696,6216 24017,6191"/>
              </emma:interpretation>
              <emma:one-of disjunction-type="recognition" id="oneOf28">
                <emma:interpretation id="interp92" emma:lang="" emma:confidence="0.5">
                  <emma:literal>Large</emma:literal>
                </emma:interpretation>
                <emma:interpretation id="interp93" emma:lang="" emma:confidence="0">
                  <emma:literal>Larger</emma:literal>
                </emma:interpretation>
                <emma:interpretation id="interp94" emma:lang="" emma:confidence="0">
                  <emma:literal>Lounge</emma:literal>
                </emma:interpretation>
                <emma:interpretation id="interp95" emma:lang="" emma:confidence="0">
                  <emma:literal>forge</emma:literal>
                </emma:interpretation>
                <emma:interpretation id="interp96" emma:lang="" emma:confidence="0">
                  <emma:literal>Longer</emma:literal>
                </emma:interpretation>
              </emma:one-of>
            </emma:emma>
          </inkml:annotationXML>
          <inkml:trace contextRef="#ctx1" brushRef="#br1" timeOffset="-239585.54">24332 5570 314 0,'3'-9'509'0,"1"1"1"0,1 0-8 16,-4-3-11-16,0 1-21 0,3-1-24 0,-4 0-19 15,0 4-8-15,1-2-30 0,-1 9 0 0,2-12-32 16,-2 12-29-16,0-11-26 0,0 11-31 0,0 0-23 16,0-8-34-16,0 8-21 0,0 0-32 0,0 0-20 15,0 0-8-15,0 0-16 0,0 0-15 0,0 0-14 16,0 0 1-16,-13 17-10 0,6-3-13 0,-1 1 1 15,-3 3-10-15,1 5-2 0,-4 3-12 0,3-1 4 16,-5 1-10-16,2-1 0 0,-1 0-11 0,-1-3 0 16,-1 1-18-16,4-1-13 0,-2-1-17 0,-2-3-9 15,3-5-18-15,1 1-11 0,1 1-13 0,-1-4-8 16,0 1-8-16,3-4-2 0,1-3 1 0,0 2-2 16,3-2 5-16,2 0 12 0,-2-3 10 0,6-2 11 15,-6 5 6-15,6-5 8 0,0 0-5 0,-10-2 15 16,10 2 4-16,0 0-2 0,-6-11 5 0,5 1 4 15,1 3 5-15,0 7 8 0,1-20 0 0,2 10 3 16,0-2 4-16,0 2 3 0,1-1 6 0,0 2-2 16,0-1 1-16,1 2-5 0,0 1 8 0,-1 0 1 15,0 2-2-15,-2 0-3 0,-2 5 0 0,8-8-6 16,-4 5-1-16,-4 3 9 0,11-1-10 0,-11 1-2 16,9-1 2-16,-9 1-4 0,8 5 4 0,-3-3-3 15,-5-2 2-15,13 8-2 0,-5-4 5 0,-4 1-3 16,1 0-1-16,2 2 0 0,-2-1-3 0,3-2-11 0,-3 3-8 15,0-3-14-15,0 0-11 0,1 1-11 16,-3 0-10-16,4-2-5 0,-7-3-2 0,9 5-5 16,-4-4 3-16,-5-1 1 0,15 4-1 0,-8-3 10 15,3-1 8-15,1-1 5 0,1-1 7 0,-1-1 2 16,2-1 8-16,0 1 5 0,-3-2 0 0,3 0 9 0,-1 0 3 16,0 0 10-16,-2-1 12 0,0 1 9 0,-2 0 2 15,-1 0 6-15,2 0 17 0,-3 2 8 16,-1-1 7-16,-5 4-2 0,8-6 3 0,-4 3-2 15,-4 3 0-15,6-4-3 0,-6 4-11 0,0 0-1 0,9-4-1 16,-9 4-8-16,5-2 0 0,-5 2-5 0,0 0-3 16,0 0-4-16,0 0-3 0,0 0-3 0,0 0 2 15,12 4-3-15,-12-4 3 0,6 6-7 16,-3 0-1-16,-3-6 3 0,4 9-1 0,-2-3-5 0,-2-6-2 16,0 11-12-16,-2-4-4 0,2-7-2 0,-4 13-9 15,1-7-7-15,-2-1 5 0,0-1 1 0,-3 1-7 16,1 1-3-16,-1-3 2 0,-3 2 1 0,4-3 0 15,-1-1 7-15,-1 0 0 0,9-1 8 0,-10 3 3 16,10-3 5-16,-8-4 7 0,8 4-1 0,-9-6-1 16,9 6 12-16,-2-7 1 0,2 7-1 0,2-11 1 15,-2 11 4-15,10-11 5 0,0 4-7 0,-4 2 2 16,2-2-2-16,-1 3 2 0,-1-1-5 0,4 0 5 16,-4 1-5-16,0 2 0 0,1-2 2 0,-7 4-2 15,13-3 0-15,-7 2-1 0,-6 1-1 0,10-1-3 16,-10 1-3-16,0 0 2 0,10 3 2 0,-5-1-7 15,1 2 5-15,-6-4-1 0,7 9-1 0,-3-6 8 16,-1 3-5-16,0-1 3 0,1 1-4 0,-1-1-2 16,2 3 1-16,-2-3-4 0,1 0-5 0,0-1 2 15,-4-4-3-15,5 8 3 0,-1-5 1 0,-4-3 3 16,9 6 4-16,-5-5 0 0,-4-1 4 0,9 1 2 16,-9-1 2-16,10-1-3 0,-10 1 6 0,11-4 0 15,-3-2 2-15,-1 2 1 0,-2-2 2 0,-1 0-1 16,1 0 4-16,2-1-4 0,-7 0 2 0,4-2 0 15,-1 2-3-15,-1 1 0 0,2 0 3 0,-2 0-2 16,-2 6-4-16,2-11 2 0,0 7-2 0,-2 4 3 16,0 0-7-16,5-8-8 0,-5 8 2 0,0 0 1 15,0 0-6-15,0 0 0 0,0 0 2 0,2-7-3 16,-2 7 1-16,0 0 1 0,0 0 5 0,0 0 3 16,0 0-1-16,0 0 3 0,0 0-1 0,0 0 1 15,15 7 7-15,-15-7-12 0,0 0 5 0,10 4 1 16,-10-4 4-16,6 1-10 0,-6-1 9 0,8 3-2 15,-8-3-1-15,0 0 7 0,10 2 5 0,-10-2 2 16,0 0 0-16,6 2 2 0,-6-2-2 0,0 0 2 16,0 0 0-16,11 1 0 0,-11-1-4 0,0 0-5 0,0 0 0 15,6 3-2-15,-6-3-2 0,0 0-1 16,0 0-4-16,5 5-5 0,-5-5 7 0,0 0-4 16,2 8-2-16,-2-8 0 0,0 7 3 0,0-7-2 15,0 9 5-15,0-9 0 0,0 10 1 0,0-10-21 0,0 9-13 16,2-3-23-16,-2-6-50 0,6 11-56 0,-1-6-69 15,3 4-58-15,-2-2-65 0,6-1-58 16,1 1-315-16,-2-4-784 0,8 0 347 0</inkml:trace>
          <inkml:trace contextRef="#ctx1" brushRef="#br1" timeOffset="-238663.8799">25022 5736 219 0,'4'-6'328'16,"-4"6"-12"-16,0 0-15 0,0 0-18 0,0 0-11 16,0 0-18-16,0 0-9 0,0 0-11 0,0 0-17 15,0 0-9-15,0 0-25 0,0 0-16 16,0 0-3-16,0 0-33 0,0 0-11 0,0 0-27 16,0 0-4-16,0 0-8 0,0 0-13 0,0 0-2 0,0 0 0 15,0 0-11-15,7 16-14 0,-5-11 1 0,-2-5-11 16,0 12 2-16,0-12-3 0,-4 12-7 15,3-6-1-15,1-6-20 0,-4 12 17 0,0-5 1 16,1-2 0-16,-3 1-3 0,0-1 0 0,0 1 5 16,-3-1-8-16,-2-2 12 0,0-2-8 0,2 3-7 0,-3-2 3 15,1-1 0-15,1-1-4 0,10 0 4 0,-14-2-18 16,7 0 22-16,7 2-1 0,-11-5 3 0,4 0 18 16,5 0-11-16,2 5 14 0,-5-9 1 15,5 9 4-15,0-12-8 0,0 12 5 0,6-15-6 0,-5 9-1 16,6-2-7-16,-3 3 1 0,3-1 1 0,0 0-13 15,3 3-1-15,-5 0-1 0,3 1-4 0,-8 2 1 16,14-3-9-16,-6 5 1 0,-8-2-4 0,15 4-1 16,-5 3 0-16,-4 0 1 0,1 0 3 0,1 4-1 15,2 3 3-15,-3-1 6 0,-1 3-3 0,-3-2 1 16,3 4 4-16,-3 0 2 0,-2 1-1 0,1-1 3 16,-2 2 1-16,0-2 0 0,-2 1-5 0,-2 0 0 15,2 0-1-15,-3-1 6 0,1 2-7 0,-5 3 0 16,5-5 0-16,-2-1 1 0,2-1-9 0,0-1 3 15,2-4 1-15,-5-1-1 0,6-1 0 0,-1-3 2 16,-1 1-8-16,3-1 9 0,0-6-6 0,0 10 2 16,0-10-2-16,0 0 12 0,-4 8-4 0,4-8 3 15,0 0 14-15,-2 8 12 0,2-8 6 0,0 0-6 16,0 0-2-16,0 0-7 0,0 0-12 0,-17-13 10 16,12 8-5-16,0 1-4 0,-3-2-1 0,3-2-2 15,-1-1-3-15,-1 1 0 0,3-3-2 0,-3 3-2 16,2-3 3-16,1 3-2 0,1 2 0 0,-1-4-5 15,2 2 4-15,2 0-2 0,0 8-3 0,0-14-3 16,0 14-3-16,0-10-8 0,0 4 3 0,4 0 1 16,3-1-2-16,0 1-2 0,2-2 0 0,2 2-3 15,3-1 7-15,2-2-2 0,4 3 1 0,-1-1 2 16,8-1-3-16,0-1 0 0,1 0 4 0,-1 0-3 16,2 0 3-16,-2 0-1 0,6-2 0 0,0 0 4 15,-2 1 11-15,0 0 2 0,-2 0 0 0,-2-4-3 16,-3 2-3-16,-8 4 1 0,8-6 2 0,-9 5-5 0,1 0 1 15,-6 4 3-15,-1-2 5 0,1 0 1 16,-5 1 1-16,0 2-5 0,0-1-2 0,-5 5-5 16,0-10-1-16,0 10-4 0,-6-10-1 0,1 7-4 15,-2 0 2-15,-4-1-3 0,-4 3-2 0,-2 0 0 16,0 3 3-16,-2 3-2 0,3 0-12 0,3 2-8 0,1-1 1 16,0 1 0-16,1 1 7 0,4 0-4 15,-2 0 4-15,2 1 3 0,2 0 0 0,3 0 3 16,2-3 4-16,2 5 3 0,0-5 0 0,3 4 2 15,1-2-3-15,4 2 3 0,3 0 6 0,2-1 0 0,2-1 0 16,3-1 0-16,3-2-2 0,-3-2-21 0,9 1-7 16,0-2-13-16,1-2-34 0,-8 0-21 15,7-3-34-15,-9-1-44 0,1 2-31 0,-1 1-41 16,-3-1-58-16,2-3-81 0,-9-1-308 0,4-1-751 0,-5-1 332 16</inkml:trace>
        </inkml:traceGroup>
        <inkml:traceGroup>
          <inkml:annotationXML>
            <emma:emma xmlns:emma="http://www.w3.org/2003/04/emma" version="1.0">
              <emma:interpretation id="{22744B56-C895-43F7-8C41-526282892171}" emma:medium="tactile" emma:mode="ink">
                <msink:context xmlns:msink="http://schemas.microsoft.com/ink/2010/main" type="inkWord" rotatedBoundingBox="25992,5430 26634,5440 26626,5989 25983,5979"/>
              </emma:interpretation>
              <emma:one-of disjunction-type="recognition" id="oneOf29">
                <emma:interpretation id="interp97" emma:lang="" emma:confidence="0.5">
                  <emma:literal>to.</emma:literal>
                </emma:interpretation>
                <emma:interpretation id="interp98" emma:lang="" emma:confidence="0">
                  <emma:literal>to</emma:literal>
                </emma:interpretation>
                <emma:interpretation id="interp99" emma:lang="" emma:confidence="0">
                  <emma:literal>tr.</emma:literal>
                </emma:interpretation>
                <emma:interpretation id="interp100" emma:lang="" emma:confidence="0">
                  <emma:literal>tor.</emma:literal>
                </emma:interpretation>
                <emma:interpretation id="interp101" emma:lang="" emma:confidence="0">
                  <emma:literal>too.</emma:literal>
                </emma:interpretation>
              </emma:one-of>
            </emma:emma>
          </inkml:annotationXML>
          <inkml:trace contextRef="#ctx1" brushRef="#br1" timeOffset="-238085.8899">26058 5521 70 0,'2'-6'394'15,"-2"-4"11"-15,4-1 1 0,-2 3-12 0,1 2 4 16,1 0-2-16,-2 0-2 0,0 0-11 0,-2 6-4 16,2-10-14-16,-2 10-21 0,3-8-5 0,2 4-19 15,-5 4-23-15,0 0-22 0,2-8-26 0,-2 8-29 16,0 0-34-16,0 0-14 0,0 0-26 0,0 0-14 15,0 0-13-15,0 0-11 0,7 18-11 0,-5-5-6 16,2 4-19-16,-4 3-1 0,2 8-6 0,-1 1-6 0,-1 3-6 16,0-2-7-16,0-1-1 0,0 0-3 15,0 0-9-15,0 3-4 0,0-7-9 0,0 2 4 16,-3-8 2-16,3 5-4 0,-2-5-2 0,0-1-2 16,0 0-15-16,2-1-24 0,0-4-24 0,0-2-7 0,0 0-17 15,-3-4-23-15,3 1-25 0,0 0-25 16,0-8-24-16,0 13-23 0,0-13-14 0,-4 5-4 15,4-5-46-15,0 0-54 0,0 0-57 0,0 0-52 16,0 0-31-16,0 0-327 0,0 0-837 0,0 0 372 0</inkml:trace>
          <inkml:trace contextRef="#ctx1" brushRef="#br1" timeOffset="-237867.19">26010 5835 44 0,'0'0'357'0,"0"0"27"15,-9-5 19-15,9 5 11 0,-6-2 11 0,6 2 4 16,0 0-3-16,0 0-6 0,0 0-9 0,-8-2-14 16,8 2-27-16,0 0-24 0,0 0-40 15,0 0-38-15,0 0-29 0,0 0-33 0,19-17-25 0,-8 13-34 16,1-1-29-16,0 0-37 0,7 2-37 0,-2 2-36 16,-1-4-49-16,6 2-41 0,-4 1-42 15,1 0-38-15,0 0-48 0,0 1-34 0,2-1-35 16,-2 3-35-16,0-3-40 0,3 1-51 0,-5 0-297 0,0 1-760 15,-4-2 337-15</inkml:trace>
          <inkml:trace contextRef="#ctx1" brushRef="#br1" timeOffset="-237492.28">26431 5781 362 0,'0'0'418'0,"0"0"8"0,0 0 0 16,0 0-19-16,0 0-20 0,0 0-21 0,0 0-25 15,0 0-25-15,0 0-22 0,0 0-27 0,0 0-26 16,0 0-30-16,0 0-22 0,0 0-20 0,13-4-20 16,-13 4-16-16,0 0-18 0,0 0-17 0,0 0-3 15,2 10-13-15,-2-10-8 0,0 10-9 0,0-10-4 16,-2 11-9-16,2-11-5 0,-1 12-5 0,1-4-5 16,-2-1-4-16,-2 1-5 0,0 2-2 0,1-2-14 15,-4-2-9-15,3 0-11 0,-1 0-4 0,-5 1-19 16,3-3-9-16,1 0 0 0,-2-1-22 0,-1 1 6 15,-2-1 1-15,2-2 3 0,9-1 11 0,-13 2-2 16,13-2 11-16,0 0-2 0,-15-5 5 0,11 1 11 16,4 4 10-16,-4-12 10 0,4 5-1 0,0 7 2 15,8-18 0-15,-5 9 2 0,4-1-2 0,-2-1-3 16,3 0-14-16,1 2 1 0,1-1-16 0,0 3-24 16,1 0-40-16,5 0-34 0,-4 2-40 0,8 3-40 15,-7 1-40-15,1 2-46 0,6 2-40 0,-2 0-41 16,-5 0-206-16,3 1-628 0,-5 1 278 0</inkml:trace>
          <inkml:trace contextRef="#ctx1" brushRef="#br1" timeOffset="-237242.3">26621 5827 233 0,'0'0'256'0,"0"0"-11"0,5-4-13 0,-5 4-16 16,0 0-16-16,0 0-17 0,0 0-17 0,0 0-18 16,0 0-14-16,4-5-16 0,-4 5-11 0,0 0-14 15,0 0-9-15,0 0-9 0,0 0-18 0,0 0-16 0,0 0-17 16,0 0-12-16,0 0-7 0,0 0-5 16,0 0-13-16,0 0-8 0,0 0-15 0,0 0-16 15,0 0-18-15,0 0-23 0,0 0-22 0,0 0-22 16,0 0-31-16,0 0-153 0,0 0-348 0,0 0 154 15</inkml:trace>
        </inkml:traceGroup>
        <inkml:traceGroup>
          <inkml:annotationXML>
            <emma:emma xmlns:emma="http://www.w3.org/2003/04/emma" version="1.0">
              <emma:interpretation id="{1EB77D2B-A48C-4C39-9D8A-F53EABF9A31D}" emma:medium="tactile" emma:mode="ink">
                <msink:context xmlns:msink="http://schemas.microsoft.com/ink/2010/main" type="inkWord" rotatedBoundingBox="26985,5466 27915,5480 27907,6007 26977,5993"/>
              </emma:interpretation>
              <emma:one-of disjunction-type="recognition" id="oneOf30">
                <emma:interpretation id="interp102" emma:lang="" emma:confidence="0.5">
                  <emma:literal>be</emma:literal>
                </emma:interpretation>
                <emma:interpretation id="interp103" emma:lang="" emma:confidence="0">
                  <emma:literal>bed</emma:literal>
                </emma:interpretation>
                <emma:interpretation id="interp104" emma:lang="" emma:confidence="0">
                  <emma:literal>bet</emma:literal>
                </emma:interpretation>
                <emma:interpretation id="interp105" emma:lang="" emma:confidence="0">
                  <emma:literal>bye</emma:literal>
                </emma:interpretation>
                <emma:interpretation id="interp106" emma:lang="" emma:confidence="0">
                  <emma:literal>bae</emma:literal>
                </emma:interpretation>
              </emma:one-of>
            </emma:emma>
          </inkml:annotationXML>
          <inkml:trace contextRef="#ctx1" brushRef="#br1" timeOffset="-236226.96">26987 5801 125 0,'0'0'163'0,"0"0"-14"16,0 0-4-16,0 0-10 0,0 0-3 0,0 0-13 0,0 0-6 15,-6 4-3-15,6-4 2 0,0 0 8 0,0 0 2 16,0 0 8-16,0 0 6 0,0 0 13 15,0 0 10-15,0 0 21 0,0 0 26 0,0 0 31 16,0 0 14-16,0 0 13 0,0 0 9 0,0 0 4 0,0 0-11 16,0 0-8-16,0 0-13 0,0 0-7 0,17-12-17 15,-17 12-15-15,7-9-15 0,0 1-14 0,-2 1-13 16,3 0-16-16,-3-1-13 0,9-5-16 16,-6 2-7-16,-3 1-7 0,5-7-10 0,0 2-9 15,-7 4-10-15,5-5-9 0,-1-1-4 0,2 0-6 0,-4 2-6 16,1 0-17-16,-2-2-1 0,-1 5 7 0,-3 1-7 15,4 0-1-15,0-1 2 0,-3-1-6 0,4 4-3 16,-5-1 6-16,2 6-14 0,-2 4 2 16,0-14 0-16,0 14-3 0,2-8-4 0,-2 8-5 0,0 0-1 15,2-7 3-15,-2 7-24 0,0 0 9 0,0 0 2 16,0 0-5-16,0 0-3 0,0 0 1 0,0 0-1 16,0 0 7-16,0 0-5 0,0 0 3 15,-20 19 2-15,13-9-10 0,1 1 8 0,-1 3 2 0,-2 1 2 16,2 1 2-16,-2 1 0 0,3 0 4 0,-4 1-6 15,10 1-2-15,-9 4-8 0,5-2 11 0,0-4-6 16,4 3-7-16,-2-1-12 0,4 0 4 0,0 0-16 16,4 5-4-16,-1-7 0 0,-1 1-9 0,6 0-2 15,1-3 2-15,0 0 0 0,-2-3 4 0,-2-1 8 16,6 0 1-16,-5-4 3 0,2 0 3 0,-1 1 3 16,0-2 4-16,2-2 4 0,-4 0 2 0,0-3 7 15,1 2 2-15,-8-3 3 0,16-3-6 0,-16 3 11 16,11-8-1-16,-6 4 0 0,2-3 5 0,-1 0-5 15,-1-3-1-15,-7 0 7 0,2 1-9 0,2-4 7 16,-2 3-2-16,0-1-3 0,0 0 2 0,-4 0 0 16,-1 1 2-16,5 1-3 0,-4 0 1 0,-1 2-6 15,0 2 1-15,5 5-3 0,-4-9-1 0,0 4 2 16,4 5-4-16,-3-7-3 0,3 7-3 0,-4-6-6 16,4 6-11-16,0 0-6 0,-5-6-15 0,5 6 2 15,0 0-12-15,0 0 6 0,0 0-3 0,0 0 8 16,0 0 6-16,0 0 4 0,0 0 3 0,0 0 5 15,0 0 7-15,0 0-4 0,0 0 10 0,0 0 1 16,0 0 7-16,0 0 2 0,0 0-8 0,12 22 12 16,-8-20 6-16,-4-2 0 0,12 9 0 0,-1-7 9 15,0 1-6-15,2 0-2 0,0 0 2 0,2 1 4 16,0-1-10-16,-1-2 17 0,3 0-3 0,-3 0 1 16,-5-1 1-16,2 0-1 0,0 0-1 0,-1-1 5 15,0 0-6-15,-3 1 0 0,-7 0 3 0,11-3-12 16,-11 3-19-16,7-1-28 0,-7 1-47 0,7-4-59 15,-7 4-58-15,0 0-74 0,2-9-75 0,-2 9-339 0,0 0-760 16,0 0 336-16</inkml:trace>
          <inkml:trace contextRef="#ctx1" brushRef="#br1" timeOffset="-235633.34">27452 5874 270 0,'0'0'352'0,"0"0"-15"0,0 0-3 0,0 0-17 0,0 0-30 16,0 0-9-16,0 0-27 0,0 0-1 16,0 0-15-16,0 0-18 0,0 0-21 0,0 0-17 15,0 0 0-15,0 0-26 0,0 0-17 0,0 0-12 16,0 0-15-16,0 0-3 0,0 0-18 0,0 0-9 0,2 6-6 15,-2-6-6-15,0 0-7 0,0 0 7 16,0 0-8-16,0 0 3 0,0 0 0 0,0 0-3 16,0 0 0-16,9 0-10 0,-9 0-5 0,8 2-3 15,-8-2-8-15,13 2 4 0,-3-2-5 0,0 0 0 0,1 0 3 16,0-1 2-16,1-2 2 0,-1 2 5 0,2-1-1 16,-3-2-2-16,3 2 4 0,-4-3-7 0,0 2 0 15,-2-1 2-15,1-2 11 0,-3 1-3 16,0 0 2-16,1 0-2 0,-2 0-5 0,-4 5-4 0,3-11-4 15,1 5-3-15,-4 6-7 0,0-11-7 0,0 11-2 16,-4-12-5-16,-3 3 2 0,1 5-3 0,-2-2-2 16,2 1-5-16,-3 1 0 0,4 2-1 15,-8 0-1-15,4 1-4 0,-4 1 0 0,1 1 0 16,3 2-2-16,-5-1-4 0,3 5 0 0,1 0-1 0,-2 1 0 16,3 2-7-16,2 0 7 0,-1-1-13 0,-2 2 9 15,4-2 1-15,1 4-2 0,1-3 0 0,0 1 2 16,1 0 5-16,0 0 2 0,3-3-1 0,3 2 2 15,1-1 4-15,3 1 0 0,4 0 0 0,3 1 2 16,11 0 2-16,4 0-3 0,0-3 3 0,2 2 5 16,3-5-1-16,-2 0 4 0,3-2 4 0,-5-3 5 15,1-2 0-15,-13 2-3 0,14 0 1 0,-14 0-6 16,-1-3 3-16,-3 2-3 0,-5-4-3 0,3 3-1 16,-4 1-20-16,-3-1-33 0,-5 2-52 0,13-3-69 15,-6 1-101-15,-7 2-110 0,3-7-104 0,-3 7-303 16,0 0-849-16,-13-16 376 0</inkml:trace>
        </inkml:traceGroup>
        <inkml:traceGroup>
          <inkml:annotationXML>
            <emma:emma xmlns:emma="http://www.w3.org/2003/04/emma" version="1.0">
              <emma:interpretation id="{77836FFA-7522-45EF-B4C1-D7459263EA61}" emma:medium="tactile" emma:mode="ink">
                <msink:context xmlns:msink="http://schemas.microsoft.com/ink/2010/main" type="inkWord" rotatedBoundingBox="28235,5256 31443,5305 31427,6346 28219,6297"/>
              </emma:interpretation>
              <emma:one-of disjunction-type="recognition" id="oneOf31">
                <emma:interpretation id="interp107" emma:lang="" emma:confidence="0.5">
                  <emma:literal>neglected</emma:literal>
                </emma:interpretation>
                <emma:interpretation id="interp108" emma:lang="" emma:confidence="0">
                  <emma:literal>neglecter</emma:literal>
                </emma:interpretation>
                <emma:interpretation id="interp109" emma:lang="" emma:confidence="0">
                  <emma:literal>neglected/</emma:literal>
                </emma:interpretation>
                <emma:interpretation id="interp110" emma:lang="" emma:confidence="0">
                  <emma:literal>neglected,</emma:literal>
                </emma:interpretation>
                <emma:interpretation id="interp111" emma:lang="" emma:confidence="0">
                  <emma:literal>neglected?</emma:literal>
                </emma:interpretation>
              </emma:one-of>
            </emma:emma>
          </inkml:annotationXML>
          <inkml:trace contextRef="#ctx1" brushRef="#br1" timeOffset="-234896.04">28231 5636 192 0,'0'0'466'0,"4"-5"5"0,-4 5 1 15,0 0-14-15,0 0-19 0,0 0-26 0,0 0-42 16,0 0-17-16,0 0-26 0,0 0-37 0,10 0-31 0,-10 0-28 16,0 0-24-16,0 0-23 0,0 0-19 0,4 11-26 15,-4-11-14-15,3 9-10 0,-1-1-10 0,1 0-9 16,-2 3-11-16,0-1-14 0,1 1-2 16,-2 0-7-16,-2 0-7 0,2 3-7 0,0-3-3 0,-1 3-5 15,0 0-2-15,-2-1-7 0,1-1 0 0,2-2-4 16,0 0-6-16,-2-1-15 0,1-2-14 0,1-7-10 15,-1 12-6-15,1-12 3 0,-2 8-1 0,2-8 9 16,0 0 9-16,0 9 3 0,0-9 3 0,0 0-1 16,0 0-7-16,0 0 15 0,12-3 9 0,-12 3 15 15,15-9 9-15,-7 3 0 0,0-2 2 0,2 0 3 16,0 0 7-16,0-1 14 0,-1 1 0 0,0-2 14 16,0 2 3-16,0 1 3 0,0 0 4 0,-4 2-6 15,2-1-8-15,-3 2 3 0,0 1-26 0,-4 3 5 16,9-5-16-16,-9 5 6 0,7-5-12 0,-7 5-6 15,0 0-13-15,0 0 4 0,13 4-3 0,-13-4-1 16,7 8 0-16,-2-3-9 0,-2 1-2 0,1 0 5 16,0 2-22-16,1 1-1 0,-1-1-14 0,-2-1-20 15,2 0-12-15,1 2-16 0,-2-1-18 0,2-1-15 16,-1 2-18-16,2-2-28 0,2 1-29 0,-2-3-22 16,0 0-29-16,2-2-33 0,-1 0-42 0,0 0-43 15,3 0-57-15,1-3-55 0,-1 1-344 0,0-3-871 16,0-2 385-16</inkml:trace>
          <inkml:trace contextRef="#ctx1" brushRef="#br1" timeOffset="-234427.4">28661 5787 72 0,'0'0'364'15,"0"0"9"-15,0 0 11 0,0 0-15 0,0 0-11 16,0 0-20-16,0 0-15 0,0 0-13 0,0 0-21 15,0 0-12-15,0 0-29 0,0 0-24 0,0 0-16 16,0 0-18-16,0 0-19 0,0 0-14 0,0 0-14 16,0 0-17-16,0 0-6 0,0 0-12 0,0 0-6 15,0 0-9-15,0 0-8 0,5 15-5 0,-5-15-5 16,11 3-4-16,-7 0-10 0,-4-3-3 0,22 2-4 16,-11-1 0-16,1 0 6 0,0 0-4 0,3-2-6 15,1 0 2-15,-4 0 1 0,5-1 2 0,-6-2 8 16,2 2 7-16,-1-1 11 0,-4 1 6 0,-1 0-5 15,-2-1 2-15,2-1-23 0,-7 4 5 0,8-9-8 16,-7 5-8-16,-1 4-5 0,3-12-6 0,-3 6-6 16,0 6-5-16,-7-12-10 0,3 6-2 0,-1 3-4 15,-7-4-4-15,1 3 2 0,-3 1-9 0,2 2 5 16,-1 0-3-16,-4 2-4 0,3 0-15 0,-4 3-12 16,2 2-14-16,5 0-12 0,0 0-10 0,1 0-10 15,1 1-3-15,1 0-1 0,3 3 7 0,2-2-4 16,3 0-5-16,0 1 5 0,2 2-6 0,4-2 5 15,0 2 2-15,5 1-10 0,4 0-5 0,2-1-17 16,9 2-9-16,0-2-9 0,1-3-9 0,5 0-16 16,-2-4-5-16,2 2-27 0,-1-5-24 0,0 1-34 15,1-5-24-15,-4 3-35 0,0-4-23 0,-6-1-33 16,-2 1-205-16,6-3-605 0,-10 0 268 0</inkml:trace>
          <inkml:trace contextRef="#ctx1" brushRef="#br1" timeOffset="-233677.6">29146 5774 24 0,'0'0'331'0,"0"0"13"0,-2-8-4 15,2 8-14-15,0 0-10 0,0 0-10 0,0 0-27 16,9-10-9-16,-5 6 3 0,-4 4-30 0,7-5-11 16,-7 5-25-16,8-4-16 0,-2 1-18 0,-6 3-12 15,10-2-24-15,-10 2-13 0,13 0-13 0,-13 0-12 16,10 3-14-16,-10-3-7 0,11 5-9 0,-5-2-8 15,-1 0-8-15,-1 3-10 0,1 0-3 0,-2-1-1 16,-1 1-11-16,1 1-2 0,-3-7-4 0,1 12-6 16,-1-6 1-16,0-6 0 0,-2 13 2 0,-2-4-6 15,-3-2 1-15,-1-1 3 0,-3-1 2 0,0 1-2 0,-1-1-5 16,-7-3 5-16,0 0-16 0,2-2 0 16,-1 1-7-16,5-1-4 0,-1-2 8 0,4 1-4 15,0 0 6-15,1-1 3 0,9 2 1 0,-12-7 0 16,9 4 5-16,0-3 6 0,3 6-3 0,-1-12 2 15,1 12-2-15,4-13 5 0,-1 4-4 0,5 1 7 16,-2 0 4-16,5 3 0 0,-4-1-4 0,4 1-1 16,0-1-2-16,-1 2-5 0,-1 2-2 0,1 1 8 15,-2 0-7-15,3 1 2 0,-3 1-5 0,0 1-4 16,0 2 2-16,2 1-1 0,0 2 0 0,-2 1-4 16,0-1-2-16,-1 4 3 0,1 0 0 0,-3 1 3 15,1 4 3-15,-2 1 5 0,1 1 6 0,-1 0 3 16,-4 6 0-16,1-3 0 0,2-2-1 0,-3 7 2 15,-1-1-6-15,1-7 3 0,-2 12-2 0,1-5 0 16,-1 0-1-16,0 0 0 0,2-7-2 0,0-1 2 16,0-1 0-16,0 1 6 0,0-5 15 0,2 1 7 0,-2-3 0 15,0 3 1-15,0-4-2 0,2 0 1 16,-2-2-1-16,0 1 0 0,0-8 9 0,0 9 4 16,0-9 7-16,-2 8 1 0,2-8 5 0,0 0 7 15,2 10 1-15,-2-10 6 0,0 0-1 0,0 0 2 16,1 6 10-16,-1-6-3 0,0 0-2 0,0 0-5 0,0 0-5 15,0 0-10-15,0 0-9 0,0 0-8 0,0 0-11 16,-10 2-2-16,10-2-1 0,-14-8-8 16,4 5 0-16,-3-4-5 0,-7 2-4 0,2-2-2 15,-1-3 2-15,-1 6 1 0,-5-6-9 0,4 3 6 0,3 0-2 16,3 2 0-16,4-1-4 0,-1 1 7 0,3 1-12 16,-1-1-2-16,1 1 1 0,9 4 1 0,-10-9 2 15,10 9 1-15,-7-10-7 0,7 10 12 16,-3-9-9-16,3 9-10 0,0 0-9 0,2-18-5 15,5 11-1-15,0-2-8 0,1 2-6 0,2-3-12 0,4 0-10 16,4 1-20-16,-1 0-26 0,2 1-27 0,1 2-32 16,6 1-28-16,-4 1-35 0,4-3-38 0,1 2-42 15,1 3-37-15,-6-1-35 0,-3-2-59 16,3 0-48-16,-3 1-317 0,2-4-864 0,3-3 383 16</inkml:trace>
          <inkml:trace contextRef="#ctx1" brushRef="#br1" timeOffset="-233349.54">29558 5555 29 0,'-1'-7'372'0,"1"7"14"0,-2-13 18 16,2 13-2-16,-1-9-5 0,1 9-4 0,-1-10-15 15,1 10-15-15,0 0-14 0,-4-8-19 16,4 8-24-16,0 0-22 0,0 0-22 0,0 0-23 15,-3-8-15-15,3 8-25 0,0 0-22 0,0 0-17 0,0 0-23 16,0 0-7-16,0 0-20 0,0 0-5 0,0 0-14 16,0 0-6-16,-1 30 4 0,1-18-4 15,1 3-5-15,-1 4-4 0,3-2-10 0,-5 2-2 16,2 2-7-16,-2-3-4 0,3 3-7 0,0-2-2 16,-2 1-6-16,1-1-7 0,-1-2-1 0,1 2 0 0,-1-2-5 15,-2 0-1-15,3-1-2 0,0-5-9 0,1 0-15 16,-1-1-16-16,-1 1-29 0,2-1-31 0,2-1-40 15,-2-1-43-15,3-1-45 0,1-1-50 16,2 1-47-16,-1-2-44 0,-1-1-50 0,4-1-52 16,0 1-352-16,0-4-867 0,-9 0 383 0</inkml:trace>
          <inkml:trace contextRef="#ctx1" brushRef="#br1" timeOffset="-232912.16">29711 5840 288 0,'0'0'314'0,"0"0"0"0,0 0-6 0,8-3-10 0,-8 3-2 16,0 0 7-16,0 0-28 0,0 0-7 0,0 0-16 15,0 0-22-15,0 0-19 0,0 0-26 16,0 0-8-16,0 0-18 0,0 0-8 0,0 0-17 0,0 0-10 16,0 0-13-16,0 0-13 0,10 0-5 0,-10 0-18 15,0 0-5-15,12 1-4 0,-6-4-9 0,5 2 2 16,-3 0 11-16,2-1 3 0,0 0 3 0,3 0 0 15,-1-2-7-15,-3 0 1 0,-2 0 4 16,1 1 9-16,0 0 1 0,-2-1-4 0,-1 0-3 0,0 0 10 16,1 0-5-16,-6 4-7 0,7-5-5 0,-7 5-6 15,5-6-6-15,-5 6-10 0,1-6-5 0,-1 6-7 16,0 0-4-16,0 0-9 0,-6-12-4 0,0 9-1 16,6 3-4-16,-16-5-5 0,7 3-1 0,-2 0-5 15,2 2-1-15,-1 2-1 0,10-2-2 0,-16 3 1 16,10 1 2-16,-3-1-1 0,-1 4 1 0,2-1-1 15,0 1-9-15,5 2-6 0,-4-1-9 0,5 2-3 16,-2-1-13-16,3 1-4 0,1 0-10 0,1 1-12 16,2 1-11-16,0-2-27 0,4 0-23 0,0 0-30 15,2-2-23-15,5 2-24 0,0 1-9 0,3-3-19 16,0 2-27-16,3-6-31 0,1-1-34 0,7 1-34 16,-5-3-254-16,-2 1-661 0,6-1 293 0</inkml:trace>
          <inkml:trace contextRef="#ctx1" brushRef="#br1" timeOffset="-232615.3499">30156 5848 236 0,'0'0'246'15,"-2"-7"13"-15,2 7 6 0,0 0-2 0,-1-11-9 16,1 11 18-16,-1-8 18 0,1 8-5 0,0 0-11 16,-1-10 1-16,1 10-7 0,0 0-9 0,0 0-8 15,-4-8-15-15,4 8-15 0,0 0-20 0,0 0-27 16,-4-5-15-16,4 5-16 0,0 0-16 0,0 0-14 15,0 0-12-15,-14 3-9 0,14-3-12 0,-15 8-7 16,6-2-4-16,0-2-10 0,-3 4-7 16,5-2-1-16,-4 2-6 0,2 0-5 0,-1-2-3 0,3 2-4 15,0-1-4-15,1 0-16 0,-1-1-11 0,5 0-16 16,-2 0-13-16,3 3-14 0,1-9-19 0,5 17-21 16,-1-9-20-16,4 2-18 0,-1-3-18 0,5 1-17 15,4-1-15-15,1 0-23 0,2 0-17 0,1-3-10 16,1-1-17-16,0 1-9 0,1-3-14 0,8-1-20 15,-11 0 6-15,2-1-13 0,2-3-172 0,-2-2-496 16,7-2 219-16</inkml:trace>
          <inkml:trace contextRef="#ctx1" brushRef="#br1" timeOffset="-232291.21">30451 5564 295 0,'-2'-13'340'0,"2"-3"10"16,-4 4 8-16,2 2 13 0,0 3 8 0,1-2-7 15,1 9-12-15,0-13-11 0,0 13-17 0,-3-7-25 16,3 7-29-16,0 0-26 0,-3-7-28 0,3 7-26 16,0 0-18-16,0 0-21 0,0 0-18 0,0 0-12 15,0 0-9-15,-2 23-11 0,3-10-5 0,-2 1-6 16,2 4-10-16,0 8-1 0,-1-2 0 0,0 0-11 16,0 4-3-16,-1-3-2 0,1 1-1 0,-4 1-9 15,4-4-9-15,-1 4-1 0,-3-8-5 0,4 0-4 16,-1-1-4-16,0 1-7 0,1-1 1 0,-2-1-2 15,1-2-6-15,-1-2-2 0,2-4-1 0,0 2-14 16,0-3-16-16,0 1-26 0,0-9-25 0,-2 9-29 16,2-9-28-16,2 8-21 0,-2-8-22 0,0 0-27 15,2 5-28-15,-2-5-57 0,0 0-52 0,0 0-36 16,0 0-35-16,10-14-24 0,-10 14-254 0,1-15-728 16,-1 5 323-16</inkml:trace>
          <inkml:trace contextRef="#ctx1" brushRef="#br1" timeOffset="-232056.87">30316 5811 73 0,'0'0'260'0,"-9"-3"14"0,9 3 11 16,-9-6 3-16,9 6 1 0,-8-2 8 0,8 2 0 15,-4-7 8-15,4 7 2 0,0 0 9 0,-5-3 2 16,5 3-1-16,0 0-23 0,0 0-26 0,0 0-22 16,0 0-30-16,6-15-22 0,5 12-22 0,0 0-17 15,7-1-14-15,1 2-12 0,3-1-14 0,-3 3-20 16,3 0-6-16,1-2-10 0,-1 1-11 0,-2-2-10 15,0 3-25-15,0-3-14 0,-1 4-20 0,-5-1-23 16,5-2-22-16,-7 2-29 0,3-1-57 0,-5 2-49 16,0 0-42-16,-2 0-40 0,-8-1-54 0,12 2-54 15,-7-1-57-15,-5-1-228 0,8 2-711 0,-8-2 314 16</inkml:trace>
          <inkml:trace contextRef="#ctx1" brushRef="#br1" timeOffset="-231572.63">30629 5915 133 0,'0'0'338'0,"0"0"3"0,0 0-2 16,0 0-16-16,-2 5 10 0,2-5-9 0,0 0-7 16,0 0 1-16,0 0-14 0,0 0-12 0,0 0-17 15,0 0-18-15,0 0-19 0,0 0-20 0,0 0-23 16,0 0-10-16,0 0-22 0,0 0-14 0,0 0-17 15,0 0-15-15,0 0-11 0,0 0-10 0,0 0-12 16,26-9-7-16,-20 6-9 0,3 1-10 0,4 0-4 16,-1-3-9-16,2 1 0 0,-2-1-6 0,7 1-2 15,1-2-6-15,1 0-3 0,0 2 0 0,-3-2-8 16,-2 0 1-16,1 1-3 0,-2-1-1 0,-3 1-5 16,-1 0 3-16,-2 1-2 0,0-2-1 0,-1-1-1 15,0 3-5-15,-5-1-6 0,0-1 0 0,-3 6-10 16,4-10 2-16,-4 10 4 0,-4-11-6 0,-2 4 1 15,-3 2 2-15,0-2-2 0,0 4 0 0,-3-1-4 16,2 3 3-16,0 0-3 0,-2 1-5 0,1 1-7 16,1 0-3-16,-2 2 0 0,2 2-3 0,1 1 2 15,-1 2-1-15,2 2 2 0,0-1 5 0,-1 4-5 16,2-2-12-16,-1 3-13 0,3-3 4 0,0 4-10 16,1-3-3-16,-2 1-6 0,3-2-9 15,1 1 18-15,2 1-3 0,0-3 0 0,1 1 5 0,3 2-5 16,2-5 2-16,3 3-7 0,3 0-5 0,3 0-5 15,0-1-5-15,2-1-6 0,2-3-12 0,3 1-21 16,7-4-23-16,-1 1-34 0,0-4-35 0,-5 0-38 16,8-1-39-16,-11-2-26 0,2-2-200 0,-2 0-558 15,-1 0 246-15</inkml:trace>
          <inkml:trace contextRef="#ctx1" brushRef="#br1" timeOffset="-227253.5">31173 5904 121 0,'0'0'194'0,"0"0"-2"15,-1-10-10-15,1 10-9 0,0 0-1 0,2-8 3 16,-2 8-10-16,0 0-2 0,0-9-3 0,0 9 0 16,0 0 4-16,2-7-14 0,-2 7 1 0,0 0-1 15,0 0-4-15,0 0 3 0,0-12 4 0,0 12 4 16,0 0-7-16,0 0 1 0,2-7 6 0,-2 7 7 15,0 0 0-15,3-8 5 0,-3 8-1 0,0 0-1 16,4-6-7-16,-4 6-3 0,2-6-2 0,-2 6-10 16,4-4-13-16,-4 4-13 0,5-8-7 0,-5 8-7 15,5-6-6-15,0 4-10 0,-5 2-9 0,11-6-7 16,-6 3-9-16,2 0-6 0,-7 3-7 0,11-2-9 16,-5 0-4-16,-6 2-2 0,13-2-8 0,-13 2-3 15,11 0-2-15,0 0 2 0,-1 1-10 0,-3 0-2 16,1 1-2-16,-2 0-3 0,2 1 1 0,0-1-3 15,1 3-1-15,-5-3-5 0,-4-2 1 0,6 8-4 16,-1-3 4-16,-3 0-4 0,-2-5 1 0,2 11 2 16,-2-11-7-16,0 11 2 0,0-11-1 0,-2 12-1 15,-1-5 3-15,-2-2-2 0,0 3 2 0,-3-1-4 16,-1-2 8-16,-1 1-3 0,-3-1 4 0,-5 0-4 16,1-3 2-16,-3 1 2 0,2 0-2 0,-1-2-1 15,0 1 2-15,6-4 4 0,1 2 2 0,-2 0 0 16,5-1 1-16,-2-2 2 0,3 2 4 0,8 1 1 15,-10-4-1-15,10 4-2 0,-8-7-3 0,7 1 2 16,1 6-4-16,0-14 3 0,3 5-3 0,-2-1 1 16,4 0-1-16,0-2-9 0,3-2-9 0,1 1-10 15,-2-2-23-15,2 2-15 0,2 0-20 0,1 0-19 16,-3 3-3-16,-1 1-21 0,3 2-17 0,0-2-30 16,-1 2-22-16,1 2-19 0,1 0-21 0,1 0-14 15,-2 3-5-15,2 0-16 0,1 1 8 0,-1-2-5 16,0 1-7-16,-3 2-3 0,1-2 1 0,2 1-182 15,-3 1-493-15,-3-1 219 0</inkml:trace>
          <inkml:trace contextRef="#ctx1" brushRef="#br1" timeOffset="-226753.6099">31384 5512 30 0,'1'-13'206'0,"0"4"13"16,1-5 10-16,-4 3 1 0,4 1 15 0,0-2 6 15,-2 1-4-15,2-1-1 0,-1 0 7 0,1 1 12 16,5-1-3-16,-3 3 6 0,-3-2 2 0,4 5-11 16,-2-4 5-16,0 4-5 0,0 0-7 0,-3 6-16 15,5-11-13-15,-2 9-16 0,-3 2-9 0,5-8-20 16,-5 8-10-16,4-5-20 0,-4 5-17 16,0 0-15-16,2-6-16 0,-2 6-9 0,0 0-10 0,0 0-14 15,0 0-2-15,0 0-11 0,0 0-4 0,0 0-8 16,0 0-4-16,0 0-5 0,4 25-2 0,-4-10 4 15,-5 0-7-15,4 2-1 0,-2 2 11 0,1 0-11 16,-1 6-2-16,0 1-1 0,1 0-3 0,1-1 0 16,-2 1-1-16,3 1-4 0,-4 0 4 0,3-1-6 15,0-1-1-15,1-1 2 0,-2 3-2 16,1-2-2-16,1-6-1 0,-4 0 3 0,3 0-2 0,1-2-2 16,-1 1 0-16,-3-3-2 0,3 2 5 0,-2-1-11 15,0-7 4-15,1 2-1 0,1-1-1 0,-1-3 3 16,1 3-4-16,-2-1 1 0,1-2 2 0,2-7 0 15,-1 9-2-15,1-9 1 0,0 11-2 16,0-11-2-16,-5 8 5 0,5-8 2 0,0 0-5 0,-2 8-2 16,2-8 6-16,0 0 4 0,0 0-4 0,-1 6 3 15,1-6 4-15,0 0-2 0,0 0-1 0,0 0 0 16,0 0 2-16,0 0-4 0,0 0-19 0,0 0-22 16,0 0-35-16,0 0-39 0,0 0-38 15,0 0-38-15,0 0-59 0,0 0-49 0,0 0-34 0,0 0-39 16,17-18-60-16,-15 14-49 0,-2 4-267 0,0 0-801 15,7-11 355-15</inkml:trace>
        </inkml:traceGroup>
      </inkml:traceGroup>
    </inkml:traceGroup>
    <inkml:traceGroup>
      <inkml:annotationXML>
        <emma:emma xmlns:emma="http://www.w3.org/2003/04/emma" version="1.0">
          <emma:interpretation id="{B72E090C-186F-4627-AF77-E3358C6211C4}" emma:medium="tactile" emma:mode="ink">
            <msink:context xmlns:msink="http://schemas.microsoft.com/ink/2010/main" type="paragraph" rotatedBoundingBox="6466,5899 26073,6206 26051,7590 6444,7282" alignmentLevel="5"/>
          </emma:interpretation>
        </emma:emma>
      </inkml:annotationXML>
      <inkml:traceGroup>
        <inkml:annotationXML>
          <emma:emma xmlns:emma="http://www.w3.org/2003/04/emma" version="1.0">
            <emma:interpretation id="{B5807CD7-52EA-4AD6-87E6-CC50B3A74E4E}" emma:medium="tactile" emma:mode="ink">
              <msink:context xmlns:msink="http://schemas.microsoft.com/ink/2010/main" type="line" rotatedBoundingBox="6466,5899 26073,6206 26051,7590 6444,7282"/>
            </emma:interpretation>
          </emma:emma>
        </inkml:annotationXML>
        <inkml:traceGroup>
          <inkml:annotationXML>
            <emma:emma xmlns:emma="http://www.w3.org/2003/04/emma" version="1.0">
              <emma:interpretation id="{0250050C-218D-4E6E-B568-192564071F2A}" emma:medium="tactile" emma:mode="ink">
                <msink:context xmlns:msink="http://schemas.microsoft.com/ink/2010/main" type="inkWord" rotatedBoundingBox="6459,6306 7790,6327 7781,6874 6451,6853"/>
              </emma:interpretation>
              <emma:one-of disjunction-type="recognition" id="oneOf32">
                <emma:interpretation id="interp112" emma:lang="" emma:confidence="1">
                  <emma:literal/>
                </emma:interpretation>
              </emma:one-of>
            </emma:emma>
          </inkml:annotationXML>
          <inkml:trace contextRef="#ctx1" brushRef="#br1" timeOffset="94374.59">6469 6363 21 0,'0'0'274'0,"0"0"5"0,0 0-5 15,0 0 3-15,-9-2-5 0,9 2 15 0,0 0-6 16,0 0-2-16,0 0-3 0,0 0-10 0,0 0-5 15,0 0-15-15,0 0-19 0,0 0 2 0,0 0-6 16,0 0-8-16,0 0-8 0,0 0-9 16,0 0-7-16,0 0-3 0,0 0-4 0,0 0-7 0,0 0-2 15,0 0-3-15,0 0 4 0,0 0-6 0,0 0 7 16,0 0-8-16,0 0 3 0,0 0-9 0,0 0-15 16,0 0-11-16,20-5-20 0,-2 5-9 15,14 0-10-15,4-1-9 0,3 0 1 0,23-1-19 0,0-3-12 16,36 3 4-16,-4-1-9 0,6 3-6 0,-4-2-5 15,1-4-2-15,-6 3-2 0,-26 2-6 0,-3 1-3 16,0 0-5-16,-5 0 0 0,-4 0-14 0,-19 0 8 16,-2 0 4-16,-4 0-4 0,-9 0-6 0,-6 0 1 15,0 0 1-15,-3 0-13 0,-2 0 7 16,-8 0 0-16,14-2-7 0,-14 2-28 0,9 0-22 0,-9 0-36 16,0 0-40-16,0 0-44 0,0 0-47 15,7-1-40-15,-7 1-48 0,0 0-63 0,0 0-39 0,0 0-60 16,0 0-62-16,0 0-336 0,-24 11-934 0,24-11 413 15</inkml:trace>
          <inkml:trace contextRef="#ctx1" brushRef="#br1" timeOffset="95030.69">6926 6601 266 0,'0'0'462'0,"0"0"7"0,0 0-11 0,0 0-13 16,0 0-17-16,0 0-20 0,-4-10-16 0,4 10-12 16,0 0-13-16,0 0-15 0,0 0-18 0,0 0-27 15,0 0-42-15,-3-4-15 0,3 4-24 0,0 0-27 16,0 0-21-16,0 0-13 0,0 0-22 0,0 0-20 15,0 0-10-15,0 0-8 0,0 0-13 0,-6 14-11 16,4-9-11-16,-3 5 1 0,1 0-1 0,-1 1-5 16,-2 0-16-16,1 3 10 0,-1 2-11 0,0-1-17 15,-2 0 10-15,3-3-4 0,-6 3 2 0,6-2-1 16,-1-3-1-16,1 1-9 0,-4-1-4 0,3 2-3 16,0-2 1-16,0-3-3 0,0 0-6 0,2 0 3 15,1-3 2-15,4-4 4 0,-7 9-7 0,3-7 7 16,4-2-2-16,0 0 3 0,0 0-6 0,0 0 14 15,0 0-13-15,0 0 13 0,0 0-4 0,0 0-4 16,7-22-2-16,-2 12-6 0,3-4 2 0,2-3 2 16,-1 2-10-16,0-3 8 0,1 0-12 0,-2 1 10 15,1 2-15-15,-1-2 0 0,1 2 0 0,-2 1 0 0,-1 3 0 16,1 0 0-16,-1 1 0 0,0 1 0 16,0-1 0-16,-1 4 0 0,-3 1 0 0,2-1 0 15,0 1 0-15,-4 5 0 0,6-6 0 0,-6 6 0 0,4-5 0 16,-4 5 0-16,7-3 0 0,-7 3 0 0,0 0 0 15,0 0 0-15,10 8 0 0,-5-2 0 0,-1 2 0 16,1 2 0-16,0 1 0 0,0 1 0 16,2 2 0-16,0 4 0 0,-2-3 0 0,0 1 0 0,0 0 0 15,1 0 0-15,-3 1 0 0,1-2 0 0,-1-2 0 16,1-2 0-16,1 3 0 0,-3-2 0 0,0-4 0 16,0 2 0-16,1-2 0 0,-2 0 0 0,0-1 0 15,2-1 0-15,-3-6 0 0,5 11 0 0,-5-11 0 16,1 5 0-16,-1-5 0 0,4 6 0 0,-4-6-159 15,4 4-116-15,-4-4-60 0,0 0-61 0,0 0-51 16,10-13-70-16,-6 6-66 0,-4-1-331 0,1-3-989 16,-1 11 438-16</inkml:trace>
          <inkml:trace contextRef="#ctx1" brushRef="#br1" timeOffset="95249.37">6897 6728 30 0,'0'0'379'0,"-12"1"22"0,12-1-4 15,-8-1 26-15,8 1 0 0,-8-3-4 0,8 3-2 16,0 0-13-16,0 0-6 0,-9-2-10 0,9 2-20 16,0 0-20-16,0 0-23 0,0 0-25 0,0 0-34 15,0 0-33-15,0 0-11 0,0 0-32 0,0 0-13 16,0 0-34-16,0 0-30 0,30-7-45 0,-18 5-46 16,7-2-54-16,-2 4-55 0,3 0-57 0,1-2-49 15,-1-1-60-15,-1 1-58 0,2 0-63 0,-1 0-69 16,-1-2-394-16,0 0-905 0,-1-3 400 0</inkml:trace>
          <inkml:trace contextRef="#ctx1" brushRef="#br1" timeOffset="95671.17">7261 6554 149 0,'0'0'445'16,"5"-7"12"-16,-5 7-8 0,0 0-21 0,3-4-23 0,-3 4-24 16,0 0-20-16,5-6-18 0,-5 6-14 15,0 0-19-15,4-5-34 0,-4 5-11 0,0 0-26 16,7-6-23-16,-7 6-23 0,5-2-19 0,-5 2-17 16,7-4-15-16,-7 4-16 0,8-3-14 0,-8 3-13 0,0 0-9 15,12 2-11-15,-12-2-10 0,9 1-6 0,-9-1-9 16,7 4-14-16,-7-4 6 0,6 2-3 15,-6-2-1-15,6 7 5 0,-6-7-4 0,4 8 0 16,-4-8 9-16,3 8-7 0,-3-8-4 0,0 11-2 0,0-11-3 16,-3 10-7-16,1-1-3 0,-2-5 2 0,-1 4-3 15,4 0 2-15,-5 1-5 0,1-1 0 0,1-1 0 16,1-3-5-16,0 3-1 0,3-7-1 16,-8 6-1-16,8-6-3 0,-3 8 0 0,3-8 5 0,0 0 5 15,-3 4-8-15,3-4 3 0,0 0-7 0,18 4 8 16,-4-5-4-16,5 1 1 0,4-1 3 0,-2-1-14 15,5-2-22-15,-4 1-18 0,0 0-26 0,-2 1-38 16,1-1-44-16,-1-2-34 0,-3 0-56 0,-5 4-65 16,-1-4-67-16,-1 1-91 0,0 0-450 0,-5-1-984 15,-5 5 435-15</inkml:trace>
        </inkml:traceGroup>
        <inkml:traceGroup>
          <inkml:annotationXML>
            <emma:emma xmlns:emma="http://www.w3.org/2003/04/emma" version="1.0">
              <emma:interpretation id="{C237A778-BD2A-4DA2-B1A9-F9C96812FF85}" emma:medium="tactile" emma:mode="ink">
                <msink:context xmlns:msink="http://schemas.microsoft.com/ink/2010/main" type="inkWord" rotatedBoundingBox="8819,5936 10207,5958 10191,6990 8803,6968"/>
              </emma:interpretation>
              <emma:one-of disjunction-type="recognition" id="oneOf33">
                <emma:interpretation id="interp113" emma:lang="" emma:confidence="1">
                  <emma:literal/>
                </emma:interpretation>
              </emma:one-of>
            </emma:emma>
          </inkml:annotationXML>
          <inkml:trace contextRef="#ctx1" brushRef="#br1" timeOffset="98430.9">8848 6524 253 0,'-9'2'358'0,"9"-2"-8"0,0 0-25 0,0 0-1 16,-9 2-13-16,9-2-7 0,0 0-13 0,0 0-3 15,-9 0-9-15,9 0-9 0,0 0-9 0,0 0-7 16,0 0-7-16,0 0-9 0,0 0-2 0,0 0-13 15,-10 1-1-15,10-1-5 0,0 0-5 0,0 0 0 16,0 0-3-16,0 0 5 0,0 0-3 0,0 0-10 16,0 0-17-16,0 0-14 0,0 0-33 0,34-6 2 15,-13 2-15-15,10 0-8 0,3-1-5 0,17 0-11 16,6-3-2-16,1 1-15 0,31-5-2 0,-24 5-6 16,29-5-17-16,-3 2-6 0,0 2-2 0,-32 5-6 15,0 1-8-15,-6-1-13 0,-16 2-23 0,-1 1 0 16,0-2 0-16,-8 1 0 0,-8 1 0 0,-6 0 0 15,-1 0 0-15,-1 1 0 0,-3-1 0 0,-2 0 0 0,-7 0 0 16,9-1-10-16,-9 1-117 0,9-1-55 16,-9 1-52-16,0 0-64 0,0 0-9 0,0 0-48 15,0 0-33-15,0 0-54 0,0 0-49 0,-28 9-403 16,14-6-967-16,-5-2 429 0</inkml:trace>
          <inkml:trace contextRef="#ctx1" brushRef="#br1" timeOffset="98761.13">9159 6659 221 0,'0'0'498'0,"0"0"19"15,0 0 8-15,0 0-7 0,0 0-18 0,0 0-19 16,0 0-34-16,0 0-24 0,0 0-9 0,0 0-29 15,0 0-29-15,0 0-37 0,0 0-32 0,0 0-37 0,0 0-28 16,0 0-24-16,0 0-24 0,0 0-17 0,0 0-23 16,0 0-10-16,-3 11-13 0,0-1-8 15,-1 2-13-15,-1 2-2 0,-2 2-23 0,1 1 6 16,0 0-11-16,-1-1 4 0,2 0-17 0,-3 2-2 0,3-1-15 16,-2 1-42-16,1 1-33 0,1-3-41 0,1-2-51 15,1-1-53-15,-1-1-56 0,1-4-43 0,0 2-42 16,0-4-31-16,0 3-32 0,3-9-38 15,-2 11-26-15,2-11-366 0,0 0-893 0,0 0 396 0</inkml:trace>
          <inkml:trace contextRef="#ctx1" brushRef="#br1" timeOffset="99057.93">9159 6659 240 0,'4'-7'374'0,"2"0"16"16,1 0 36-16,-2 3 6 0,0-3-2 0,1 3-5 15,-2 0-14-15,-4 4-10 0,8-9-5 0,-3 7-18 16,-5 2-32-16,8-4-21 0,-8 4-40 0,7-5-31 16,-7 5-29-16,0 0-25 0,14 6-16 0,-9-1-16 15,3 2-14-15,-2 2-15 0,5 3-4 0,-4 2-5 16,1 2-4-16,-2-1-12 0,2 3-14 16,-4 1-6-16,1-2-11 0,2 0-2 0,-1 0-9 0,-4 0 1 15,2 0-20-15,1-1-2 0,-2-1-9 0,1-3 0 16,-2 0-4-16,1 0-10 0,-2 0-20 0,0-2-28 15,2-3-37-15,-3 1-46 0,0 0-40 0,0 1-52 16,0-9-40-16,0 10-42 0,0-10-34 0,0 6-19 16,0-6-29-16,0 0-41 0,0 0-47 0,0 0-30 15,0 0-274-15,0 0-811 0,0 0 359 0</inkml:trace>
          <inkml:trace contextRef="#ctx1" brushRef="#br1" timeOffset="99292.25">9145 6832 120 0,'0'0'414'0,"-14"0"35"0,14 0 24 0,0 0 26 0,-4 3 4 16,4-3 2-16,0 0-18 0,0 0-21 15,0 0-21-15,0 0-18 0,0 0-41 0,0 0-33 16,0 0-44-16,0 0-28 0,0 0-31 0,0 0-28 16,26-10-17-16,-15 8-25 0,1 1-14 0,1-1-18 0,2-2-14 15,4 3-19-15,-1-5-12 0,1 3-37 16,0-2-26-16,2 0-43 0,-1 3-26 0,-1-1-39 15,0-1-34-15,0 0-46 0,-6 2-43 0,6-2-57 16,-2 0-37-16,1 1-43 0,-1 1-34 0,-3 0-35 0,-2-1-39 16,7-1-45-16,-7 0-297 0,2 0-844 0,-2 1 374 15</inkml:trace>
          <inkml:trace contextRef="#ctx1" brushRef="#br1" timeOffset="99791.81">10064 5976 166 0,'0'0'394'0,"0"-10"11"0,0 10 8 16,0 0-6-16,0 0-13 0,5-6-15 0,-5 6-17 16,0 0-8-16,0 0-15 0,0 0-17 0,0 0-17 15,0 0-29-15,0 0-26 0,0 0-19 0,5-4-26 16,-5 4-27-16,0 0-20 0,0 0-13 0,0 0-16 16,10 21-11-16,-3-7-5 0,0 5-9 0,5 7-4 15,-2 0-7-15,0 3-1 0,3 2-4 0,-3 3 6 16,4 12 4-16,-4-11 1 0,2 12 14 0,-6-1-10 15,0-1-1-15,-6 2-2 0,-3-2 13 0,-1-11-7 16,-1-3-8-16,-4 4-11 0,-2-1-9 0,-7 7-7 16,1-10-1-16,3 1-7 0,-4-4-7 0,-5-2-5 15,3 2-11-15,-3-2 11 0,0-2-12 0,1 0-6 16,-2-4-27-16,-1 0-6 0,1-1 0 0,2-3 0 16,6-7 0-16,2 1 0 0,1-4 0 0,4-1 0 15,0 0 0-15,3-2 0 0,1 0 0 0,5-3 0 16,-10 4 0-16,10-4 0 0,-5 3 0 0,5-3-51 15,0 0-91-15,0 0-51 0,0 0-50 0,0 0-58 16,0 0-65-16,30-13-47 0,-21 11-68 0,9-5-65 16,-9 4-364-16,1-4-984 0,-1 0 435 15</inkml:trace>
        </inkml:traceGroup>
        <inkml:traceGroup>
          <inkml:annotationXML>
            <emma:emma xmlns:emma="http://www.w3.org/2003/04/emma" version="1.0">
              <emma:interpretation id="{94B02A4E-F47C-4CBB-AFDA-802000645776}" emma:medium="tactile" emma:mode="ink">
                <msink:context xmlns:msink="http://schemas.microsoft.com/ink/2010/main" type="inkWord" rotatedBoundingBox="12714,6376 14364,6402 14356,6934 12705,6908"/>
              </emma:interpretation>
              <emma:one-of disjunction-type="recognition" id="oneOf34">
                <emma:interpretation id="interp114" emma:lang="" emma:confidence="1">
                  <emma:literal/>
                </emma:interpretation>
              </emma:one-of>
            </emma:emma>
          </inkml:annotationXML>
          <inkml:trace contextRef="#ctx1" brushRef="#br1" timeOffset="-221113.33">12961 6502 245 0,'0'-12'405'0,"0"12"10"0,0-11 15 0,0 11-2 16,-1-12 5-16,-1 6-2 0,0-1-10 0,2 7-15 15,0-13-11-15,0 4-20 0,0 9-9 0,0-13-21 16,0 13-19-16,-2-10-14 0,2 10-19 0,0-10-15 16,0 10-25-16,-2-9-29 0,2 9-19 0,0 0-20 15,0 0-23-15,0-10-21 0,0 10-28 0,0 0-7 16,0 0-11-16,0 0-16 0,0 0-16 0,0 0-1 15,0 0-5-15,0 0-1 0,-3 36-13 0,3-17 0 16,-2-1-43-16,2 7 0 0,-2-6 0 0,-3 8 0 16,0-4 0-16,3 3 0 0,-2-1 0 0,0-7 0 15,1 6 0-15,-3-5 0 0,1-2 0 0,2 0 0 16,-1 0 0-16,0 1 0 0,0-7 0 0,1 5 0 16,3-5-84-16,-4 1-46 0,4 0-30 0,-2-4-24 15,0 0-33-15,2-8-33 0,0 15-25 0,4-10-29 0,-2 0-24 16,2 0-33-16,-4-5-27 0,0 0-34 0,7 4-23 15,-7-4-330-15,0 0-837 0,0 0 371 16</inkml:trace>
          <inkml:trace contextRef="#ctx1" brushRef="#br1" timeOffset="-220879.0099">12724 6638 362 0,'0'0'381'0,"0"0"10"0,0 0 14 0,0 0 7 0,-8-3-8 15,8 3-16-15,0 0-10 0,0 0-14 0,0 0-13 16,-5-3-11-16,5 3-25 0,0 0-17 0,0 0-25 16,0 0-28-16,0 0-12 0,0 0-39 0,0 0-18 15,21-13-9-15,-11 11-29 0,2 0-19 0,6-5-31 16,2 3-26-16,2-2-42 0,-3 2-43 0,12-2-47 16,0 1-62-16,-1-1-48 0,1-1-46 0,-2 3-36 15,-2-1-31-15,-9 1-41 0,2-1-36 0,1-2-22 16,-4 3-17-16,-3-2-227 0,-3 1-688 0,0 0 304 15</inkml:trace>
          <inkml:trace contextRef="#ctx1" brushRef="#br1" timeOffset="-220457.25">13120 6441 205 0,'0'0'343'0,"-2"-9"10"0,2 9 14 16,0 0 20-16,2-10-1 0,-2 10 0 0,0 0-10 15,0 0-6-15,2-9-16 0,-2 9-14 0,0 0-12 16,0 0-24-16,0 0-26 0,2-8-28 0,-2 8-23 15,0 0-25-15,0 0-26 0,0 0-19 0,0 0-15 16,0 0-20-16,0 0-9 0,0 0-9 0,-2 28-10 16,4-16-9-16,-4 3-6 0,2 3-7 0,-2-1-6 15,-1 1-10-15,1 0-1 0,0 1-10 0,-2 0 5 16,-1 0-12-16,1-1-7 0,-1 0 2 0,1-2-19 16,3-4-17-16,-3-1-11 0,2 0-9 0,0-2-9 15,2-1-6-15,0-8 1 0,-2 8 3 0,2-8 4 16,-2 7 9-16,2-7 3 0,0 0 2 0,0 0 2 15,13 0 0-15,-13 0 1 0,18-9 5 0,-7 3 4 16,0-1-3-16,-2 1 1 0,2 0 11 0,-1-1 3 16,-2 1 4-16,3-1 5 0,-4 2 3 0,2-1-3 15,0 2 0-15,-4 1 2 0,1 0-3 0,-6 3-1 0,10-4-7 16,-10 4 0-16,11 0-1 0,-11 0 2 0,11 7-7 16,-6-4 4-16,-1 1-9 0,1 3 3 15,-3 0 2-15,0-2-1 0,4 7 0 0,-3-5 0 16,-1 3 0-16,0-2 1 0,1-2-21 0,-1 1-15 0,-2 3-33 15,2-4-29-15,1-1-31 0,-3-5-33 0,4 10-35 16,-4-10-26-16,4 8-31 0,1-6-37 0,-5-2-44 16,0 0-42-16,18 1-22 0,-11-2-317 15,-7 1-773-15,15-3 342 0</inkml:trace>
          <inkml:trace contextRef="#ctx1" brushRef="#br1" timeOffset="-219674.8899">13441 6691 25 0,'0'0'291'0,"0"0"10"0,0 0 6 0,0 0-1 16,0 0-2-16,0 0-8 0,0 0-6 0,0 0-19 15,0 0-1-15,0 0-18 0,0 0-12 0,0 0-23 16,0 0-13-16,0 0-11 0,0 0-18 0,0 0-9 16,0 0-11-16,0 0-6 0,0 0-11 0,0 0-13 15,0 0-15-15,9-4-3 0,-9 4-16 0,0 0-6 16,13 0-4-16,-1-2-8 0,-1 0-7 0,-2 1-7 15,4-2-8-15,-2 0-2 0,1 0-3 0,-3-2 0 16,0 0-5-16,2 1 17 0,-6-1 3 0,2 0 4 16,-5 1 8-16,-2 4-2 0,8-8-10 0,-5 3-3 15,-3 5-6-15,-1-9-10 0,1 9-6 0,-6-8-1 16,0 3-4-16,6 5-6 0,-15-5-2 0,7 4-5 0,8 1-2 16,-15 0 1-16,3 1-2 0,3 0-3 15,-4 3-1-15,1 1-2 0,3-4-1 0,-1 7-5 16,0-1 2-16,-1-3 1 0,2 3-1 0,-3 3 1 15,2-5-1-15,3 3 0 0,-1 0 0 0,2-1-7 0,4-2 4 16,-2 3 4-16,4-8 2 0,0 13 0 0,0-13-9 16,8 14 6-16,2-6-10 0,1-3 1 15,4 1-1-15,3 2-2 0,7-2-3 0,7-3 3 16,-3 2-5-16,0-5 4 0,0 0-4 0,3-2 6 0,-3 1 1 16,-2-4-2-16,-1 1 4 0,-5-3 0 0,-3 1 2 15,2-1 2-15,-2 0 1 0,-3 0 12 0,-1-3 4 16,-3 3 10-16,-1 0 22 0,-1-2 10 15,-1 1-3-15,-3-3-2 0,1 4 2 0,1-1 5 0,-6-2-4 16,3 6-4-16,-2-6-2 0,0 5 4 0,-2 5 2 16,2-11-7-16,1 7 1 0,-3 4-10 0,0 0-4 15,2-8-8-15,-2 8-9 0,0 0 2 0,0 0-6 16,0 0-9-16,0 0 3 0,0 0 2 0,0 0-6 16,0 0-1-16,0 0 5 0,0 0-3 0,0 0-2 15,-4 30-3-15,1-24 2 0,3 2-5 0,0 0 3 16,-2 3 0-16,4-2-2 0,-2-1-5 0,0-8-4 15,-2 14-11-15,0-7-7 0,2-7-3 0,0 11-7 16,0-11-9-16,0 9-3 0,0-9 2 0,2 8 4 16,-2-8 5-16,4 4 4 0,-4-4 6 0,9 1 1 15,-9-1 1-15,17-2 3 0,-9-1 5 0,1-2-1 16,5 0 2-16,-3 0 3 0,1 0 2 0,-1-1 1 16,1 0 4-16,0 3 11 0,-3-4 7 0,-2 4 3 15,0-1 6-15,0 2 6 0,-7 2-5 0,11-4 0 16,-7 4-3-16,-4 0-5 0,0 0 0 0,12-5-8 15,-12 5 2-15,0 0-4 0,0 0 3 0,0 0-3 16,11 7 1-16,-7-3-1 0,-4-4 9 0,4 9-10 16,1-2-23-16,-2-2-33 0,1 1-42 0,0 0-44 15,3 1-62-15,-1-1-48 0,1 1-53 0,1-3-47 0,-2 0-53 16,5-1-67-16,1-2-327 0,-12-1-861 0,15 1 381 16</inkml:trace>
          <inkml:trace contextRef="#ctx1" brushRef="#br1" timeOffset="-219487.43">14346 6731 183 0,'3'4'315'0,"-3"-4"17"0,0 0 20 15,4 5 20-15,-4-5-15 0,0 0-5 16,4 4 0-16,-4-4 3 0,0 0-5 0,0 0-6 0,3 9-8 16,-3-9-9-16,0 0-23 0,-9 12-20 0,2-5-33 15,0 2-23-15,-4 0-25 0,-2 2-21 16,0 0-49-16,-1 0-65 0,-9 6-100 0,-1-1-101 0,1-3-116 15,-4 3-125-15,0-2-118 0,4-1-292 0,0-3-848 16,0-2 375-16</inkml:trace>
        </inkml:traceGroup>
        <inkml:traceGroup>
          <inkml:annotationXML>
            <emma:emma xmlns:emma="http://www.w3.org/2003/04/emma" version="1.0">
              <emma:interpretation id="{A3495ABB-E600-4074-AA23-8FF9E1C07CCE}" emma:medium="tactile" emma:mode="ink">
                <msink:context xmlns:msink="http://schemas.microsoft.com/ink/2010/main" type="inkWord" rotatedBoundingBox="15571,6593 16724,6611 16712,7356 15559,7338"/>
              </emma:interpretation>
              <emma:one-of disjunction-type="recognition" id="oneOf35">
                <emma:interpretation id="interp115" emma:lang="" emma:confidence="1">
                  <emma:literal/>
                </emma:interpretation>
              </emma:one-of>
            </emma:emma>
          </inkml:annotationXML>
          <inkml:trace contextRef="#ctx0" brushRef="#br0" timeOffset="-58978.2491">15742 6605 59 0,'0'0'276'0,"0"0"2"0,0 0 2 16,0 0-1-16,0 0 5 0,-5-3-5 0,5 3 4 15,0 0 6-15,0 0-2 0,0 0-2 0,0 0-5 16,0 0-4-16,0 0-6 0,5-6-4 0,-5 6-7 16,0 0-5-16,0 0-10 0,0 0-6 0,0 0-10 15,0 0-8-15,0 0-8 0,0 0-7 0,0 0-23 16,0 0-11-16,0 0-13 0,0 0-21 0,0 0-6 15,0 0-11-15,0 0-18 0,0 0-11 0,0 0-13 16,8 13-8-16,-8-13-7 0,0 0-9 0,-3 12-3 16,-2-6-9-16,4 2-4 0,-3 2 0 0,2 0 0 0,-2 5-10 15,-3 2 7-15,0 3-7 0,-2 0-2 0,3-2-3 16,-5 6-3-16,5-3-1 0,-5 4-5 16,2-4-1-16,-2 3 5 0,-1 1-7 0,4-5-5 15,-2 1 2-15,3-4 2 0,5-1-1 0,-9 0 2 0,5-2 0 16,5 1-2-16,-5-3-8 0,0 0 6 0,5-6-5 15,1 2 5-15,-3 0-1 0,0-2-8 16,0-1 7-16,0 0 3 0,3-5-2 0,-6 5 7 0,5-1 3 16,1-4 33-16,0 0 22 0,0 0 22 0,0 0 17 15,0 0-5-15,0 0-105 0,0 0 0 0,0 0 0 16,10-16 0-16,-7 7 0 0,3-5 0 0,-2 1 0 16,5-2 0-16,-2-7 0 0,4 0 0 0,-2 0 0 15,2 0 0-15,1 0 0 0,-5 1 0 0,6-3 0 16,-6 2 0-16,4 1 0 0,1-2 0 0,-4 1 0 15,2 2 0-15,-3 3 0 0,2 3 0 0,-3-2 0 16,-1 5 0-16,3-6 0 0,-4 9 0 0,2 1 0 16,-3 1 0-16,2-2 0 0,-3 4 0 0,1-1 0 0,-3 5 0 15,5-5 0-15,-5 5 0 0,2-5 0 0,-2 5 0 16,0 0 0-16,0 0 0 0,8 13 0 16,-3-4 0-16,-3 2 0 0,4 3 0 0,1 4 0 15,-2-5 0-15,-1 6 0 0,2 2 0 0,-2 3 0 0,2-1 0 16,-2 1 0-16,2 1 0 0,-3-3 0 0,-3 3 0 15,4-3 0-15,-1 3 0 0,0-5 0 0,-1 1 0 16,-2-4 0-16,0 1 0 0,0-1 0 0,0-3 0 16,3-1 0-16,0 1 0 0,-3 0 0 0,0-5 0 15,0 0 0-15,0-1 0 0,2-1 0 0,-2-2 0 16,0 0 0-16,0 1 0 0,0-6 0 0,2 6 0 16,-2-6 0-16,0 0 0 0,2 4 0 0,-2-4 0 15,0 0-122-15,0 0-130 0,0 0-42 0,0 0-37 16,0-16-28-16,-2 8-37 0,2 2-40 0,-4-2-41 15,-2 0-8-15,1-1-13 0,-5-2-260 0,3 4-819 16,-4-3 363-16</inkml:trace>
          <inkml:trace contextRef="#ctx0" brushRef="#br0" timeOffset="-58774.9007">15667 7000 112 0,'0'0'238'0,"0"0"16"0,-12 0 20 0,12 0 8 16,0 0 18-16,0 0 24 0,0 0 6 0,0 0 17 15,0 0 15-15,0 0 6 0,0 0-3 0,0 0-9 16,0 0-8-16,0 0-25 0,0 0-24 0,0 0-23 0,0 0-31 16,0 0-27-16,6-12-22 0,-6 12-41 15,11-7-59-15,2 1-55 0,0 1-52 0,0-1-56 16,0 3-66-16,0-5-55 0,0 3-64 0,0 2-59 16,-2 0-62-16,3-3-53 0,-2 6-299 0,2-3-786 0,-3 2 349 15</inkml:trace>
          <inkml:trace contextRef="#ctx0" brushRef="#br0" timeOffset="-58195.52">15984 7088 284 0,'0'0'391'0,"0"0"1"0,0 0-3 0,0 0-5 0,0 0-7 16,0 0-1-16,0 0-10 0,6-13-9 0,-6 13-7 15,0 0-21-15,1-4-16 0,-1 4-21 0,5-9-19 16,-5 9-23-16,1-3-15 0,-1 3-33 0,0 0-16 16,6-3-20-16,-6 3-23 0,0 0-12 0,7-3-10 15,-7 3-22-15,10 0-8 0,-10 0-11 0,0 0-7 16,14 1-8-16,-14-1-9 0,12 7-2 0,-5-6-6 16,0 3-6-16,-1 1-5 0,0-3 5 0,-3 0-9 15,2 2-4-15,0 3-2 0,-4-5 3 0,3 4 1 16,-2 3-2-16,-1-5-8 0,3 2-2 0,-4 2 6 15,2-1-6-15,-4 1-8 0,2 0 13 0,-2 1-14 16,2 0 1-16,-3 0-1 0,1 1-4 0,-2-1 5 16,-2 2 3-16,3 0-9 0,-5-1 5 0,3 4-5 15,0-5 1-15,-5 2 3 0,3-3-8 0,5 0 1 16,-4 1 8-16,1-1-9 0,-1 0 9 0,3-1-10 16,-1-1 1-16,-2-2-2 0,0 2 7 0,6-1-3 15,0-5 9-15,-2 7 12 0,-3-4 7 0,5-3 15 16,0 6 12-16,0-6 10 0,0 0 8 0,0 0 8 15,5 4 13-15,-5-4 5 0,0 0 7 0,8 0-47 16,-8 0-62-16,20-3 0 0,-8 2 0 0,2-3 0 0,2 2 0 16,-3-4 0-16,1 2 0 0,3 0 0 0,-3 1 0 15,1-1 0-15,0 0 0 0,-2 1 0 16,3 0 0-16,-6-4 0 0,0 3 0 0,1 0 0 16,-3 0 0-16,3 1-255 0,-4 0-120 0,0-3-59 0,3 2-62 15,-2 0-66-15,-3-1-450 0,1 2-1096 0,-5-6 485 16</inkml:trace>
          <inkml:trace contextRef="#ctx0" brushRef="#br0" timeOffset="-57977.8543">16564 7037 190 0,'0'0'409'0,"6"-4"-6"0,-6 4-19 16,5-8-30-16,-3 4-38 0,2-1-25 0,-4 5-35 15,9-3-27-15,-4 1-45 0,-5 2-16 0,13-3-38 16,-6-1-39-16,3 3-41 0,-1 1-30 0,-9 0-32 16,13 0-31-16,-13 0-49 0,13 1-38 0,-6 3-46 15,2-4-42-15,-7 3-24 0,6-1-185 0,-6 1-464 16,3-2 206-16</inkml:trace>
          <inkml:trace contextRef="#ctx0" brushRef="#br0" timeOffset="-57806.0061">16608 7182 329 0,'0'0'398'0,"0"0"46"0,0 7 8 15,0-7 4-15,0 0-1 0,0 0-13 0,0 0-17 16,0 0-30-16,0 0-36 0,0 0-37 0,0 0-35 15,0 0-34-15,0 0-19 0,13-11-33 0,-13 11-5 16,14-4-45-16,-5 1-34 0,-5 1-44 0,5-2-48 16,-2 1-56-16,0 2-42 0,0-4-68 0,1 2-54 0,-8 3-58 15,11-2-65-15,-5-4-79 0,-1 5-371 16,1-2-832-16,-3-1 368 0</inkml:trace>
        </inkml:traceGroup>
        <inkml:traceGroup>
          <inkml:annotationXML>
            <emma:emma xmlns:emma="http://www.w3.org/2003/04/emma" version="1.0">
              <emma:interpretation id="{62A8CCB2-6B01-461A-BEAD-EB6D1D8B7EF4}" emma:medium="tactile" emma:mode="ink">
                <msink:context xmlns:msink="http://schemas.microsoft.com/ink/2010/main" type="inkWord" rotatedBoundingBox="17148,6645 18421,6665 18413,7136 17140,7116"/>
              </emma:interpretation>
              <emma:one-of disjunction-type="recognition" id="oneOf36">
                <emma:interpretation id="interp116" emma:lang="" emma:confidence="1">
                  <emma:literal/>
                </emma:interpretation>
              </emma:one-of>
            </emma:emma>
          </inkml:annotationXML>
          <inkml:trace contextRef="#ctx0" brushRef="#br0" timeOffset="-55336.8232">17530 6912 256 0,'0'0'315'0,"0"0"9"0,1-2-2 0,-1 2-2 0,0 0-7 15,7-5-15-15,-7 5-17 0,0 0-21 16,0 0-19-16,0 0-29 0,0 0-23 0,0 0-18 16,16 5-10-16,-11-1-13 0,0 1-6 0,1-1-15 0,1 3-7 15,-1-1-13-15,5 3-4 0,-2 4-4 0,-1-5-12 16,-3 6-12-16,1-5-6 0,-2 3-7 0,-1 0-16 15,0 1 5-15,-1-5-6 0,1 4-3 0,-3-2-6 16,0 0-1-16,-3-1-3 0,2-2-4 0,0 2-7 16,-2-1-1-16,1-1-1 0,2-4-8 0,-1 1-1 15,-1 2 6-15,2-6 3 0,-2 5 3 0,2-5 0 16,0 0-3-16,0 0 9 0,0 0 24 0,0 0 7 16,-6-20 11-16,9 12 8 0,0-2-1 0,1-1-5 15,2-3-4-15,-4-1-9 0,4 0-3 0,1 0-4 16,2 2-4-16,-2-1-8 0,2 5-3 0,-5-1-8 15,4 4-18-15,-2 0-43 0,1-4-46 0,1 5-56 16,0-4-48-16,2 5-56 0,2 0-53 0,-5 4-57 16,4 0-55-16,-11 0-335 0,14 2-799 0,-4 2 353 15</inkml:trace>
          <inkml:trace contextRef="#ctx0" brushRef="#br0" timeOffset="-54900.2776">17838 7042 180 0,'0'0'358'0,"0"0"-1"0,0 0-9 0,-8-3 8 16,8 3-35-16,0 0-18 0,0 0-23 0,0-5-22 16,0 5-24-16,0 0-22 0,0 0-23 0,0 0-17 15,0 0-19-15,0 0-16 0,0 0-13 0,0 0-13 0,0 0-9 16,0 0-12-16,0 0-11 0,0 0-6 15,23 2-5-15,-23-2-7 0,13 0 5 0,-13 0-17 16,16 0-2-16,-6-2-3 0,-1-1-3 0,1 0-6 16,-2 1 2-16,1-1 2 0,-4-4 3 0,3 4 5 0,0-2 5 15,-2 0 4-15,-2-2 0 0,2 0 0 0,-2 4 0 16,-1-3-6-16,0-1-8 0,-6 2-1 16,3-2 5-16,0 7-7 0,-1-10 1 0,1 6-12 15,-3 0 4-15,3 4-1 0,-6-7-7 0,2 4 0 0,4 3 2 16,-13-3-7-16,6 1-1 0,7 2-2 0,-13 0-3 15,13 0-2-15,-19 5-3 0,11-1 1 16,-2 1-1-16,-2 0-2 0,4-1-5 0,-2 4 7 16,2-3 1-16,1 2-8 0,0 2-1 0,0-3 3 0,3 1 0 15,1 3-6-15,-1-5-3 0,2 0-9 0,4 5-5 16,-2-2-6-16,7-2-17 0,-2 1-8 0,7 3-21 16,-1-3-12-16,4-1-23 0,0-2-24 15,4 3-25-15,0-4-16 0,5 0-12 0,-4-1-20 0,-1-1-18 16,-1-1-24-16,2 0-23 0,-3-3-26 0,-2-2-18 15,2 1-225-15,-3 0-582 0,-1-3 257 0</inkml:trace>
          <inkml:trace contextRef="#ctx0" brushRef="#br0" timeOffset="-54541.013">18210 6966 149 0,'0'0'332'0,"0"0"4"0,0 0 9 0,-3-5 22 16,3 5-24-16,0 0-12 0,0 0-11 0,6-6-15 15,-6 6-17-15,1-5-23 0,-1 5-19 0,0 0-22 16,9-2-22-16,-9 2-21 0,0 0-20 0,7-1-20 16,-7 1-16-16,0 0-12 0,15 3-16 0,-9-2-15 15,0 6-4-15,-2-4-7 0,-1 0-10 0,3 3-7 16,-2-1-9-16,-1 0 0 0,3 1-6 0,-5-3-7 16,2 4-4-16,0 0 3 0,-3-1-2 0,-3 1-7 15,-1 2-6-15,-2-3 5 0,3 0-5 0,-3 1-3 16,-1-1 5-16,-1 0-5 0,-5-1-7 0,0 0-3 15,0 0-5-15,0-1-6 0,5-1 4 0,-3-2 5 16,3-1 0-16,8 0 6 0,-17-1-4 0,17 1 1 16,-13-5-1-16,10-1 1 0,-1 1 5 0,1 1 10 0,3-1 6 15,-4-2 1-15,4-2 1 0,0 3 7 16,4 0 2-16,-3-3 1 0,5 2-2 0,-5-1-2 16,4-2 10-16,-2 5-2 0,1 2-1 0,2-5 0 0,-1 3-8 15,0 1-2-15,-1 1-5 0,-4 3-1 0,8-2-6 16,-8 2-3-16,12 0-2 0,-12 0-2 15,16 5-1-15,-9-1-2 0,1-1 0 0,0 4-1 16,-1-1-2-16,1-3-3 0,-1 4 3 0,-1 1-25 0,3-1-29 16,4-1-27-16,-6 5-37 0,6-5-48 0,0 2-58 15,-1 0-48-15,6-2-67 0,-4-1-77 0,3 0-358 16,3-4-833-16,-1 3 370 0</inkml:trace>
          <inkml:trace contextRef="#ctx0" brushRef="#br0" timeOffset="-56009.5217">17169 6727 40 0,'0'-5'356'0,"0"1"-4"16,0 4 4-16,5-7 4 0,-4 0-7 0,-1 7 9 15,0-6 4-15,0 6 1 0,0-5-6 0,0 5-13 16,0 0-16-16,0 0-25 0,4-6-20 0,-4 6-22 15,0 0-26-15,0 0-25 0,0 0-21 0,0 0-23 16,0 0-17-16,0 0-29 0,0 0-7 0,0 0-7 16,3 13-5-16,3-6-14 0,-6 4-9 0,4 0-5 15,-4 5-7-15,2-1-8 0,2 7-3 0,-4 1-5 16,-3-1-4-16,3-1-8 0,-1 3 0 0,-1-2-2 16,-2 1-6-16,2-1-2 0,-2-3-10 0,1-4 6 15,-2 7-5-15,0-1-1 0,0-4-5 0,3-4 5 16,-4-1-5-16,5-3-1 0,-3-1-3 0,2-1 3 15,-2-1-4-15,3 0 2 0,1-6 1 0,-2 8 9 16,2-4 16-16,0-4 29 0,0 0 34 0,0 6 26 16,0-6 26-16,0 0 11 0,0 0-13 0,0 0-10 15,0 0-143-15,0 0 0 0,2-25 0 0,-2 9 0 16,5-2 0-16,-3 1 0 0,2-6 0 0,-3-4 0 16,-1 2 0-16,6 0 0 0,-4 1 0 0,3 0 0 0,0 1 0 15,0 1 0-15,-3 1 0 0,3-1 0 16,-3 0 0-16,4 4 0 0,-2 2 0 0,-1 0 0 15,1 4 0-15,-3-1 0 0,5 4 0 0,-4 2 0 16,-1-2 0-16,2 3 0 0,-2 0 0 0,4 2 0 0,-2-1 0 16,-3 5 0-16,2-7 0 0,-2 7 0 0,2-3 0 15,-2 3 0-15,0 0 0 0,0 0 0 0,0 0 0 16,0 0 0-16,20 10 0 0,-13-3 0 16,-1 1 0-16,1 3 0 0,3 1 0 0,-2 4 0 0,0 0 0 15,3 2 0-15,-5-1 0 0,1 3 0 0,0 3 0 16,-1 2 0-16,1-2 0 0,-1-2 0 0,-2 3 0 15,-1-2 0-15,0 1 0 0,0-3 0 16,1 0 0-16,-1-3 0 0,0-4 0 0,-1 3 0 0,0-3 0 16,-2-1 0-16,3 1 0 0,0-5 0 0,-3 1 0 15,3-2 0-15,-1 0 0 0,-2-1 0 0,0-3-20 16,0-3-174-16,6 5-16 0,-6-5-11 0,0 5-30 16,0-5-38-16,0 0-73 0,0 0-48 0,0 0-33 15,9-15-42-15,-5 7-37 0,-4 1-276 0,0-2-864 16,-4-2 383-16</inkml:trace>
          <inkml:trace contextRef="#ctx0" brushRef="#br0" timeOffset="-55806.4936">17265 6981 69 0,'0'0'302'16,"-8"2"19"-16,8-2 12 0,-10 0 16 0,10 0 19 15,0 0 0-15,0 0-6 0,0 0-19 0,0 0-18 16,-9-3-20-16,9 3-22 0,0 0-36 0,0 0-19 15,0 0-25-15,0 0-37 0,0 0-48 0,7-12-43 16,0 8-41-16,0 1-45 0,3 1-40 0,2-2-43 16,1 4-33-16,1-5-35 0,-2 3-53 0,-2-1-50 15,5 0-39-15,-2-2-35 0,-1 2-200 0,3 2-583 16,-2-4 258-16</inkml:trace>
        </inkml:traceGroup>
        <inkml:traceGroup>
          <inkml:annotationXML>
            <emma:emma xmlns:emma="http://www.w3.org/2003/04/emma" version="1.0">
              <emma:interpretation id="{F1201C67-3B25-493A-99C4-4A368E91C654}" emma:medium="tactile" emma:mode="ink">
                <msink:context xmlns:msink="http://schemas.microsoft.com/ink/2010/main" type="inkWord" rotatedBoundingBox="18839,6577 19466,6586 19452,7486 18825,7476"/>
              </emma:interpretation>
              <emma:one-of disjunction-type="recognition" id="oneOf37">
                <emma:interpretation id="interp117" emma:lang="" emma:confidence="1">
                  <emma:literal/>
                </emma:interpretation>
              </emma:one-of>
            </emma:emma>
          </inkml:annotationXML>
          <inkml:trace contextRef="#ctx0" brushRef="#br0" timeOffset="-54072.3723">18940 6920 197 0,'0'0'356'0,"0"0"-10"16,0 0-8-16,0 0-10 0,10-8-4 0,-10 8-6 15,0 0-5-15,0 0-4 0,0 0-11 0,0 0-16 16,0 0-14-16,0 0-14 0,1-4-18 0,-1 4-12 16,0 0-17-16,7-3-15 0,-7 3-28 0,0 0-15 15,4-4-18-15,-4 4-15 0,9 0-14 0,-9 0-10 16,11-3-12-16,-11 3-13 0,13 0-3 0,-13 0-8 16,18 5-10-16,-11-3-4 0,0 3-4 0,1-1-10 15,1 2-2-15,-6 0-5 0,3 0-7 0,-1-2-8 16,0 2-4-16,-4 2-2 0,2 0-2 0,0-2 3 15,-3 3 0-15,-3 2-5 0,0-4 1 0,-1 5 1 16,-3-2 2-16,-1 0-1 0,-3-2 4 0,-2 0-9 16,0-1-8-16,-5 1-2 0,5-4-3 0,-6 0 2 15,5 1-1-15,-5-1 5 0,2 0 2 0,3-6 8 16,2 2-1-16,2-2 0 0,0-3 2 0,3 1 0 16,-1-2 2-16,5-2 2 0,-5-3-5 0,6-1-8 15,2-4-10-15,1-2-19 0,5-3-17 0,2-1-17 0,5 0-23 16,0 1-21-16,3 1-36 0,1-2-13 0,6 7-27 15,-2-2-24-15,15 0-29 0,-11 3-23 16,0 1-13-16,1 3-14 0,1-2-10 0,-1 5-9 16,3 1-189-16,-8-4-546 0,2 3 242 0</inkml:trace>
          <inkml:trace contextRef="#ctx0" brushRef="#br0" timeOffset="-53571.3797">19237 7194 197 0,'-6'-2'423'0,"6"2"46"0,0-6 39 0,0 6 24 16,0 0-3-16,0-7-21 0,0 7-29 0,0 0-16 15,0 0-44-15,0-6-47 0,0 6-33 0,6-4-33 16,-4 0-39-16,3 0-58 0,3-3-46 0,7 1-61 15,0 0-57-15,-3 0-54 0,7 3-53 0,-2-3-76 16,9-2-78-16,-6-2-78 0,-4 5-72 0,5-5-73 16,-5 3-362-16,1-1-868 0,-3 0 384 0</inkml:trace>
          <inkml:trace contextRef="#ctx0" brushRef="#br0" timeOffset="-53756.2658">19307 6627 265 0,'-1'-5'334'0,"-3"0"20"0,2 0 15 0,-4 1 26 16,6-2 15-16,0 6 7 0,-1-6 0 0,1 6-7 16,-4-5-9-16,4 5-15 0,0 0-25 0,-2-7-21 15,2 7-21-15,0 0-38 0,0 0-32 0,0 0-21 16,0 0 24-16,0 0-3 0,-5 28-1 0,5-15-4 16,0 9-4-16,0 1-9 0,0 2-15 0,0 9-8 15,0 6-8-15,0-4-33 0,7 4-167 0,-7-2 0 16,4 2 0-16,-8 0 0 0,4 0 0 0,0-2 0 15,4 3 0-15,-3-2 0 0,-2-2 0 0,1-1 0 16,0 1 0-16,-6-3 0 0,6-10 0 0,0 1 0 16,-4 0 0-16,3-4 0 0,1-2 0 0,-2-5 0 15,-2 3 0-15,4-1 0 0,-2-4 0 0,2 0 0 16,0-7 0-16,0 5 0 0,2-4 0 0,-2-1 0 16,-2 3-232-16,2-8-77 0,0 0-58 0,0 0-66 0,0 0-63 15,0 0-46-15,0-21-427 0,2 8-1050 0,-4-3 465 16</inkml:trace>
        </inkml:traceGroup>
        <inkml:traceGroup>
          <inkml:annotationXML>
            <emma:emma xmlns:emma="http://www.w3.org/2003/04/emma" version="1.0">
              <emma:interpretation id="{65A18458-7C9E-4EBB-A9D5-20FC83B215CA}" emma:medium="tactile" emma:mode="ink">
                <msink:context xmlns:msink="http://schemas.microsoft.com/ink/2010/main" type="inkWord" rotatedBoundingBox="20302,6531 22106,6560 22093,7406 20289,7377"/>
              </emma:interpretation>
              <emma:one-of disjunction-type="recognition" id="oneOf38">
                <emma:interpretation id="interp118" emma:lang="" emma:confidence="1">
                  <emma:literal/>
                </emma:interpretation>
              </emma:one-of>
            </emma:emma>
          </inkml:annotationXML>
          <inkml:trace contextRef="#ctx0" brushRef="#br0" timeOffset="-52587.2377">20312 7111 45 0,'-4'-5'349'0,"2"2"22"0,2 3 38 0,-4-9 19 0,2 3 11 15,1 2-6-15,0-1-10 0,1 5-21 0,0 0-21 16,0-6-21-16,0 6-33 0,-3-7-26 0,3 7-41 16,3-7-24-16,-1 2-32 0,6 1-37 0,7-4-36 15,0 5-34-15,2-3-37 0,0 1-41 0,2 0-37 16,5-2-38-16,2 4-42 0,-6-2-49 0,4 0-31 15,2-2-32-15,-8 4-34 0,5 1-32 0,-5 0-30 16,9-4-37-16,-4-1-22 0,-5 4-236 0,-1 1-649 16,-1-1 287-16</inkml:trace>
          <inkml:trace contextRef="#ctx0" brushRef="#br0" timeOffset="-52790.3146">20821 6680 6 0,'-11'-5'395'0,"-2"-1"-15"0,0-1 4 0,2-1-9 16,-2 1-10-16,0 1-15 0,0-1 2 0,-5 2 4 16,5 0 9-16,3 2-7 0,0 1 2 0,-2-1-28 15,5 1-13-15,7 2-19 0,-13-2-18 0,6-1-12 16,7 3-30-16,-11-4-19 0,11 4-16 0,0 0-15 15,-9 3-18-15,9-3 3 0,-10 3-1 0,7 2-4 16,-3 0 0-16,2 1-3 0,1 4-1 0,-3 2-1 16,1 1-4-16,-1 2-8 0,5 5-40 0,-1 5-113 15,-2 2 0-15,-2-1 0 0,5 5 0 0,-1 6 0 16,-1-3 0-16,3 0 0 0,0 2 0 0,0 0 0 16,-1-3 0-16,0-5 0 0,2 7 0 0,-2-2 0 15,3-4 0-15,-3-1 0 0,-3-3 0 0,4-2 0 16,0 2 0-16,-2-2 0 0,2-1 0 0,0-5 0 15,0-4 0-15,-1 1 0 0,-1-2 0 0,2-1 0 16,0-5 0-16,-3 0 0 0,3-2 0 0,3 2 0 16,-3-6 0-16,-4 6-321 0,4-6-30 0,0 0-47 0,0 0-33 15,0 0-37-15,-11-2-41 0,11 2-5 16,-9-13-353-16,2 3-938 0,-5-2 414 0</inkml:trace>
          <inkml:trace contextRef="#ctx0" brushRef="#br0" timeOffset="-52321.6729">20778 6933 144 0,'0'0'310'0,"0"0"15"0,0-7 28 0,0 7-2 0,0 0 16 15,0 0 1-15,0 0 1 0,0 0-1 0,0 0-6 16,0 0-4-16,0 0-19 0,0 0-14 0,0 0-13 16,0 0-20-16,0 0-23 0,0 0-22 0,0 0-24 15,0 0-12-15,0 0-3 0,0 0-8 0,0 0-8 16,-8 19-19-16,4-13-23 0,4 1-7 0,-2-2-12 16,2 3-20-16,-4 1-7 0,2-1 1 0,1-1-23 15,-3 2-14-15,2-2-40 0,-2-1-36 0,3 5-38 16,1-3-36-16,-5-3-40 0,4 2-42 0,1-1-52 15,0-1-44-15,0-5-42 0,0 7-24 0,1-2-21 16,4-1-35-16,-5-4-46 0,7 0-45 0,-7 0-266 16,0 0-800-16,18-4 353 0</inkml:trace>
          <inkml:trace contextRef="#ctx0" brushRef="#br0" timeOffset="-52165.4621">20861 6840 229 0,'3'-5'379'0,"-1"-2"15"0,-2 2 20 0,0 5 5 15,0-9-10-15,0 1-33 0,0 8-37 16,0-4-24-16,0 4-29 0,0-5-31 0,0 5-27 16,0 0-25-16,0-10-47 0,0 10-51 0,0 0-65 15,1-5-77-15,-1 5-68 0,0 0-66 0,0 0-67 0,0 0-61 16,26 8-318-16,-20-6-667 0,5 0 296 0</inkml:trace>
          <inkml:trace contextRef="#ctx0" brushRef="#br0" timeOffset="-51774.9308">21158 6728 32 0,'0'0'472'0,"5"-6"34"16,-3 2 44-16,-2 4 11 0,0 0-7 0,-2-11-20 0,2 11 4 16,2-4-24-16,-2 4-22 0,0 0-15 0,0 0-34 15,0 0-36-15,0 0-33 0,0 0-39 0,0 0-35 16,0 0-29-16,0 0-29 0,0 0-32 0,0 0-15 15,0 0-20-15,-10 16-166 0,8-8-9 0,1 2 0 16,0 2 0-16,-4-1 0 0,0 4 0 0,5 0 0 16,-2 0 0-16,-2 2 0 0,-3 0 0 0,7-3 0 15,-3 3 0-15,-1-1 0 0,2 1 0 0,-2-1 0 16,4-3 0-16,0 2 0 0,-2-3 0 0,2-5 0 16,-4 3 0-16,4 0-201 0,0-5-180 0,4 4-38 15,-2-5-20-15,-2-4-27 0,6 5-53 0,1-5-442 16,-7 0-1042-16,13-8 461 0</inkml:trace>
          <inkml:trace contextRef="#ctx0" brushRef="#br0" timeOffset="-51603.0963">21357 6682 294 0,'5'-9'344'0,"-5"2"32"0,2 1 35 16,4 0 28-16,-6 1 17 0,0 5-3 0,0-5-6 15,0 5-10-15,-2-9-14 0,2 9-19 0,0 0-29 16,0 0-20-16,2-5-32 0,-2 5-31 0,0 0-28 15,0 0 3-15,0 0-14 0,0 0-19 0,0 20-10 16,0-10-18-16,0 2-22 0,-6 3-14 0,4-2-18 16,2 3-22-16,-4 0-6 0,4 5-10 0,0-1-74 15,0-1-40-15,-1-5 0 0,1 10 0 0,-5-6 0 0,10-1 0 16,-5 4 0-16,0-4 0 0,0-1 0 0,0-2 0 16,0 0 0-16,0 0 0 0,0-5-15 15,0 2-188-15,0-4-45 0,0-2-48 0,1 2-47 16,5-3-17-16,-6 1-23 0,0-1-17 0,0-4-39 0,6 3-56 15,-6-3-341-15,0 0-903 0,0 0 399 0</inkml:trace>
          <inkml:trace contextRef="#ctx0" brushRef="#br0" timeOffset="-50962.5962">21536 6901 176 0,'0'0'315'0,"0"0"15"0,0 0-1 0,0 0-3 15,0 0-8-15,0 0-10 0,0 0-9 0,0 0-13 16,0 0-12-16,0 0-18 0,0 0-20 0,0 0-19 16,0 0-21-16,0 0-11 0,0 0-16 0,0 0-14 15,0 0-8-15,0 0-9 0,0 0-7 0,0 0-9 16,0 0-8-16,0 0-10 0,0 0-9 0,12-3-11 16,-12 3-5-16,16 0-4 0,-6-1-7 0,-3-2 3 15,5 1 3-15,-2-2 1 0,3-1-5 0,2 0-6 16,-2 0 4-16,-7 0-2 0,5 0 9 0,-3 2 7 15,-1-2 6-15,3 0 7 0,-7 0 9 0,2 0 1 16,1 1-10-16,-4 1-6 0,3 0-5 0,-5 3-6 16,5-5-12-16,-5 5-3 0,5-3-11 0,-5 3 2 15,0 0-11-15,0 0-8 0,7-3-13 0,-7 3-1 16,0 0-3-16,0 0-4 0,0 0 5 0,0 0-19 16,0 0 9-16,-12 16-4 0,7-9 0 0,0 1-5 15,2 0-13-15,-2 2-1 0,0-1-10 0,5-1-10 16,-2 2-7-16,-4 0-3 0,6 2-1 0,0-3-6 15,-1 1-5-15,2-1 0 0,-1 1-2 0,6-2 3 16,-4 2-4-16,8 1 0 0,-3-6 0 0,0 6-1 16,0-7-8-16,6 5 3 0,0-8 5 0,-2 2 6 15,4 1 2-15,0-4 6 0,1 0 6 0,0-5 2 0,-3 2 4 16,2-1 7-16,1-4 0 0,-3-2 1 16,3 2 6-16,-3-7 0 0,0 5 1 0,-2-5 5 15,-2 2 2-15,2 0 15 0,1 1 15 0,-7 4 11 16,2-1 14-16,-1 1 5 0,-3 1 9 0,3 2-1 0,-1 0-5 15,-5 2-6-15,6-1-9 0,-6 4-11 16,6-4-2-16,-6 4-6 0,0 0-8 0,0 0 0 16,0 0 3-16,8 8-2 0,-5-3 5 0,-3 0-8 15,0 2 1-15,2-1 4 0,-1 3-4 0,-1-3-2 0,5 1 1 16,-5-1 0-16,1 2-1 0,0-1 0 0,2-1 2 16,-3-2 0-16,3 2 0 0,-3 0-3 15,2-3-12-15,-2-3-7 0,4 7-9 0,-4-7-13 16,7 3-21-16,-3-3-27 0,-4 0-23 0,0 0-20 0,19-3-37 15,-13-2-29-15,1 0-33 0,-2 0-25 0,0-2-30 16,0 1-35-16,0-2-42 0,-4-3-35 0,-2 3-267 16,-1-5-714-16,-3 1 316 0</inkml:trace>
          <inkml:trace contextRef="#ctx0" brushRef="#br0" timeOffset="-50743.9241">21836 6662 81 0,'-4'-3'435'15,"-1"-1"45"-15,1-1 36 0,4 5 27 0,-7-5 4 16,7 5 1-16,-3-4-15 0,3 4-10 0,-3-4-22 16,3 4-28-16,0 0-42 0,0 0-43 0,6-10-42 15,0 7-38-15,1 0-34 0,3 1-27 0,-2-1-27 16,8-2-23-16,0 2-25 0,-2 0-40 0,3-2-45 16,2 1-46-16,-5 0-45 0,-1 1-37 0,-1 2-41 15,2-3-49-15,-3 3-56 0,-3-3-67 0,2-1-69 16,-3 2-59-16,0 3-58 0,0-5-71 0,-3 2-434 15,-2-1-1024-15,-2 4 453 0</inkml:trace>
        </inkml:traceGroup>
        <inkml:traceGroup>
          <inkml:annotationXML>
            <emma:emma xmlns:emma="http://www.w3.org/2003/04/emma" version="1.0">
              <emma:interpretation id="{DDF82418-BCAF-4F23-B55F-F8A11F96DD8A}" emma:medium="tactile" emma:mode="ink">
                <msink:context xmlns:msink="http://schemas.microsoft.com/ink/2010/main" type="inkWord" rotatedBoundingBox="23014,6421 26069,6469 26060,7035 23005,6987"/>
              </emma:interpretation>
              <emma:one-of disjunction-type="recognition" id="oneOf39">
                <emma:interpretation id="interp119" emma:lang="" emma:confidence="0.5">
                  <emma:literal>diam.</emma:literal>
                </emma:interpretation>
                <emma:interpretation id="interp120" emma:lang="" emma:confidence="0">
                  <emma:literal>Ilium.</emma:literal>
                </emma:interpretation>
                <emma:interpretation id="interp121" emma:lang="" emma:confidence="0">
                  <emma:literal>Thiam.</emma:literal>
                </emma:interpretation>
                <emma:interpretation id="interp122" emma:lang="" emma:confidence="0">
                  <emma:literal>thiam.</emma:literal>
                </emma:interpretation>
                <emma:interpretation id="interp123" emma:lang="" emma:confidence="0">
                  <emma:literal>$hium.</emma:literal>
                </emma:interpretation>
              </emma:one-of>
            </emma:emma>
          </inkml:annotationXML>
          <inkml:trace contextRef="#ctx0" brushRef="#br0" timeOffset="-48289.972">24172 6814 150 0,'0'0'265'0,"0"0"1"0,4-4 0 0,-4 4-8 15,6-4-10-15,-6 4-9 0,0 0-14 0,0 0-13 16,0 0-12-16,11-1-19 0,-11 1-17 0,0 0-11 15,0 0-13-15,16 6-24 0,-10-2-11 0,1-2-5 16,0 1-4-16,-1 0-9 0,1 2-11 0,-2-2-13 16,3 5 0-16,-3-2-9 0,0 1-8 0,0-1 1 15,-2 1 1-15,0 1-3 0,0-1-11 0,-3 1-2 16,0-1 1-16,0 3-5 0,-3-4-3 0,-3 3-2 16,2-3-6-16,-2 1 5 0,-4-1-3 0,-3 2 1 15,-2-2-5-15,0-1-1 0,-2-2 0 0,-7 2-1 16,8-3-2-16,-1-2 2 0,1 3-2 0,5-3 11 15,-1 0-5-15,5 0-1 0,7 0 3 0,-13-3 14 16,8-1 12-16,-1 1 12 0,4-3 12 0,-2-2 2 16,8-2-13-16,-2 1 5 0,4 0 5 0,1-5-3 15,4 1-9-15,2-1 5 0,4-4-7 0,2 1-4 16,1-1-6-16,1 3 3 0,2-3-10 0,-1 3 2 16,1-4 7-16,-3 5-3 0,1-1 15 0,-2 2 2 15,-1-1 7-15,1 1-6 0,-6-1 5 0,0 5 2 0,0-3 10 16,-1-1 0-16,0 2 5 0,-5 0 3 0,-1 3 1 15,-1 1-4-15,3-1-8 0,-4-2-8 16,-1-1-2-16,-3 3-6 0,0-7-6 0,0 5-3 16,-2-5-8-16,-2 5-1 0,3 1-2 0,-5-2 7 0,4 3 2 15,-3 0-3-15,0-1 5 0,3 2-4 0,-3 3-4 16,2-1-2-16,-1 1-5 0,3-1-6 16,1 5-2-16,0 0-11 0,-6-4-1 0,6 4-3 15,0 0 4-15,-13 15-3 0,9-8 0 0,-3 8-1 0,1-1 11 16,4 5-10-16,-3-4-5 0,-1 9-2 0,-1-1-1 15,1 2 10-15,-1 2-9 0,1-2 5 0,1-2-6 16,3 2-1-16,-2-3-3 0,2 5 3 0,-3-4-2 16,5 0 5-16,-3-1 4 0,3 0-13 0,0-1-10 15,0-4-12-15,3-2-9 0,-3-2-6 0,5 1 0 16,-3-3 2-16,4 1-1 0,1-1-5 0,1-3 0 16,2-1 4-16,3-2 5 0,-1-2 2 0,1 1 2 15,4-4 5-15,-2 0 5 0,4-5 2 0,-2 1 4 16,-1-3 0-16,1 2 4 0,0-4 3 0,-4 1-1 15,1-1 3-15,-1 2 10 0,0 0 7 0,-1-2 8 16,-4 4-1-16,-1-2 5 0,-1 3 3 0,1-2 10 16,-1 3 5-16,-3-1-1 0,-3 4-3 0,8-4 0 15,-8 0-6-15,0 4-9 0,0 0 0 0,0 0-5 16,8-5-4-16,-8 5-5 0,0 0-6 0,0 0-3 16,0 0-3-16,0 0-2 0,0 0-2 0,0 0 1 15,0 0 7-15,2 12-2 0,-4-6 0 0,2 2 1 16,0-4 2-16,-3 3-2 0,0-1-2 0,1 2-7 15,2-1-11-15,0 0-6 0,2 2-10 0,-2-3-9 16,3 4-9-16,0-7-8 0,2 6-16 0,-5 1-11 16,8-4-27-16,-6-1-19 0,7 0-20 0,-8 2-25 0,7-6-31 15,-8-1-32-15,15 0-39 0,-8 0-47 16,1-4-57-16,3-7-36 0,-2 3-293 0,1-7-774 16,-2 2 342-16</inkml:trace>
          <inkml:trace contextRef="#ctx0" brushRef="#br0" timeOffset="-48118.1508">24777 6669 356 0,'0'0'392'0,"-3"-10"22"0,3 10-11 0,0 0-20 0,0-5-35 16,0 5-36-16,0 0-32 0,0 0-34 0,0 0-21 16,0 0-33-16,0 0-46 0,0 0-34 0,0 0-35 15,0 0-62-15,0 0-59 0,0 0-57 16,-11 18-68-16,11-13-86 0,0 5-301 0,0 0-601 15,4-3 265-15</inkml:trace>
          <inkml:trace contextRef="#ctx0" brushRef="#br0" timeOffset="-46992.4107">24960 6886 294 0,'6'-6'460'0,"-6"6"19"0,1-6 3 0,4 4-5 0,-5 2-17 16,1-5-18-16,-1 5-25 0,0 0-24 0,0 0-31 16,0 0-37-16,4-6-43 0,-4 6-12 0,0 0-39 15,0 0-25-15,0 0-26 0,0 0-25 0,0 0-11 16,0 0-16-16,0 0-16 0,0 0-11 0,-4 16-9 16,3-10-10-16,1 3-6 0,-6-3-10 0,6 1-29 15,-2 2-27-15,-2 0-24 0,4-2-16 0,0 0-22 16,-1 3-15-16,1-4-19 0,0 2-14 0,-5-3-14 15,5 2-3-15,5 1-1 0,-4-3 28 0,3-3-1 16,-4-2 9-16,8 5 7 0,-8-5 13 0,7 0 5 16,-7 0 10-16,13-4 4 0,-6 1 7 0,10-3 3 15,-9-6 8-15,3 5 15 0,0-4 17 0,-2-2 12 16,2 4 28-16,-8 1 15 0,3-2 11 0,4 1 9 16,-5 2 16-16,-2-2 8 0,1 4 12 0,-1-2 9 15,2 2 2-15,-4 0-4 0,-1 5-13 0,4-7-10 16,-4 7-14-16,3-4-9 0,-3 4-7 0,0 0-9 15,3-5-13-15,-3 5-8 0,0 0-6 0,0 0-8 16,0 0-6-16,0 0-3 0,0 0 5 0,0 0-8 16,0 0 1-16,0 0 0 0,2 18 2 0,-2-13-11 15,-2-1 8-15,2 3 0 0,0 0-14 0,2 0 4 16,-2 1-7-16,1-3-10 0,0 4-7 0,4-3-17 16,-4 1-7-16,2-1-2 0,1 0-8 0,2 0-1 15,-2-1 0-15,3 0-2 0,-1-2-1 0,0-1-2 16,2 1 1-16,0-1 4 0,3 0 2 0,-4-2 3 15,6-2 6-15,-1 0 2 0,-2 0 12 0,4-1 0 16,-1-3 2-16,1-1 6 0,-7 2 2 0,5-1 10 0,-5 1 13 16,-1-1 13-16,4 2 10 0,-2 1 12 15,-4-4 12-15,2 5 10 0,-3-3 0 0,1 3 10 16,-4 2-4-16,6-6 1 0,-6 6-10 0,0 0-7 16,7-3-6-16,-7 3-5 0,0 0-9 0,0 0-2 0,6-2-5 15,-6 2-8-15,0 0-2 0,0 0-2 0,0 0-8 16,0 0 6-16,0 0-15 0,0 0 3 0,0 0 1 15,3 11 4-15,-3-4-1 0,0-3-6 16,0 4-10-16,-2-2-8 0,4 0-14 0,-2 3-8 16,0-2-8-16,1 2-4 0,4-2-7 0,-4 0-3 0,5 1-9 15,-5-3-2-15,3 0-7 0,1 4-5 0,-2-1 2 16,2-5 1-16,0 2 5 0,0 0 5 0,0-3 10 16,0 0 7-16,-5-2 2 0,12 0 14 0,-12 0 2 15,14-8 4-15,-7 4 8 0,5-1 2 0,1-3 5 16,-6-6 11-16,4 8 7 0,-4-8 9 0,0 6 10 15,5-2 13-15,-6-2 12 0,1 6 5 0,0-2-1 16,2 0 12-16,-5 2 18 0,2-1 3 0,-1 3-1 16,-3 1-6-16,-2 3-9 0,5-6-4 0,-5 6-9 15,5-5-7-15,-5 5-10 0,1-3-3 0,-1 3-6 16,0 0-7-16,0 0-3 0,0 0 3 0,0 0-1 16,0 0-6-16,0 0 1 0,13 15-1 0,-14-9-1 15,2 1-3-15,-1 2 2 0,4 0-6 0,-2-3-8 16,-2-1-8-16,4 5-11 0,-3-4-4 0,1 2-8 15,-2-3-2-15,4 0-8 0,-2 0-8 0,-2 2-4 16,4-4 1-16,-4 2-3 0,0-5 3 0,3 9 9 16,-3-9 2-16,3 3 8 0,-3-3 5 0,0 0 6 15,7 3 6-15,-7-3 3 0,0 0 2 0,16-6 3 16,-6 1 4-16,-9-1-4 0,10 3 6 0,-2-8-1 16,1 4 12-16,-3 0 7 0,5-1 13 0,-4 0 11 15,-1 0 16-15,1 3 3 0,0-1 14 0,-4 2 6 0,2-1 13 16,0-1 0-16,1 3-3 0,-7 3-4 15,3-5-9-15,0 3-12 0,-3 2 11 0,0 0-16 16,1-6-2-16,-1 6-10 0,0 0-11 0,0 0 1 16,0 0-8-16,6-1-5 0,-6 1-2 0,0 0-4 0,0 0 0 15,6 9 1-15,-6-4-4 0,3-1-3 0,-3 3 1 16,1 0-2-16,-1 0 6 0,3-1-6 16,0 2-11-16,0-2-24 0,-1 2-18 0,1-1-24 15,-3-2-34-15,5 3-27 0,-3-3-38 0,1-2-36 0,2 3-52 16,0 0-54-16,-2-1-65 0,6-5-78 0,-8 3-359 15,-1-3-884-15,19-5 391 0</inkml:trace>
          <inkml:trace contextRef="#ctx0" brushRef="#br0" timeOffset="-46804.9796">26059 6993 183 0,'0'0'273'0,"3"3"-16"0,-3-3-24 0,0 0-24 16,0 0-24-16,0 0-25 0,0 0-26 0,0 0-35 16,0 0-49-16,0 0-46 0,0 0-55 0,0 0-57 15,0 0-164-15,-21-10-293 0,21 10 129 0</inkml:trace>
          <inkml:trace contextRef="#ctx0" brushRef="#br0" timeOffset="-49587.9459">23010 6772 103 0,'0'0'424'0,"0"0"16"0,0 0 12 0,0 0 7 0,0 0 5 15,1-8-8-15,-1 8-9 0,0 0-4 0,0 0-21 16,0 0-15-16,0 0-14 0,0 0-30 0,0 0-34 16,0 0-31-16,0 0-26 0,0 0-29 0,0 0-29 15,0 0-24-15,0 0-24 0,0 0-28 0,0 0-13 16,0 0-21-16,0 0-12 0,0 0-15 0,6 18-2 16,-6-8 4-16,0 0-15 0,1-1-12 0,-1 0-17 15,0 4-22-15,0-1-22 0,2 1-25 0,-4 1-15 16,2-3-36-16,0 0-14 0,-1 0-14 0,-1-2-22 15,4 3-10-15,-4-2-13 0,-2-3-5 0,4 0 2 16,0-2 13-16,0-5 21 0,0 6 15 0,0-6 11 16,0 7 25-16,0-7 22 0,0 0 1 0,0 0 11 0,0 0 11 15,17-9 15-15,-13 0 15 0,5 1 12 16,1-4 9-16,-4 1 6 0,7 0 8 0,-3-2 4 16,0 1 4-16,1 2 6 0,-1 0 5 0,-1 3 4 15,-2 1-1-15,0-1 4 0,2 3-2 0,-5-2-7 0,6 1-8 16,-7 2-4-16,3 0-10 0,-6 3 1 0,10-3-9 15,-10 3-3-15,8 1-1 0,-8-1-3 16,13 3-3-16,-7 2 0 0,1 0-6 0,-1 1 3 16,-1 0-4-16,0 1-3 0,-3 1-2 0,4-1-8 0,-1-2-12 15,-3 1-13-15,3 2-21 0,-4-2-11 0,1 3-16 16,0-5-13-16,1 1-12 0,-1-3-3 0,1 5-3 16,-3-7 29-16,2 7-4 0,-2-7 8 0,3 2 15 15,-3-2 9-15,0 0 17 0,0 0 6 0,0 0 2 16,0 0 0-16,15-14 15 0,-10 5 18 0,4 1-2 15,-2-4 17-15,-1 4 11 0,4-2 15 0,-2-2 9 16,0 2 11-16,0 4 13 0,-1-3 9 0,-1 4 4 16,1-1 1-16,-1 1-2 0,-3-3-9 0,2 7-6 15,0-2-11-15,-5 3-11 0,7-5-6 0,-7 5-6 16,8 0-2-16,-8 0-3 0,0 0-5 0,16 5 1 16,-11-2-5-16,0-2-4 0,1 4-1 0,0 1-7 15,-5-1 1-15,3 0 3 0,1-1-6 0,-2 4-12 16,2-4-32-16,-3 3-39 0,3-1-45 0,-3 1-48 15,2-2-46-15,2 0-46 0,-5 0-42 0,-1 0-45 16,7 0-58-16,-1-1-46 0,0-1-286 0,1-1-794 16,-7-2 351-16</inkml:trace>
          <inkml:trace contextRef="#ctx0" brushRef="#br0" timeOffset="-49134.5886">23655 6840 290 0,'0'0'402'0,"1"-5"7"0,-1 5 10 16,0 0-7-16,0 0-8 0,3-5-18 0,-3 5-14 15,0 0-24-15,0 0-17 0,0 0-32 0,0 0-26 16,0 0-26-16,0 0-19 0,3-3-20 0,-3 3-24 16,0 0-20-16,0 0-11 0,0 0-22 0,0 0-11 15,0 0-13-15,0 0-11 0,0 0-4 0,19 6-15 16,-14-4 3-16,-5-2-13 0,20 0-8 0,-8 1-6 0,2 2-2 15,-1-6-4-15,0 3 0 0,-2 0-6 0,7-1 1 16,-10-1-7-16,2-1-2 0,-1 1 0 16,-3-1-3-16,5 1 5 0,-4-1 9 0,-4 0 1 15,-3 3 10-15,10-6 1 0,-7 0 0 0,1 4-8 0,-4 2-3 16,4-8-2-16,-4 5-7 0,0 3-11 0,-2-11 4 16,2 11-6-16,-6-4 0 0,6 4-5 15,-4-7-6-15,4 7-7 0,-9-1 4 0,9 1-3 16,-16 3-4-16,9 0-5 0,-6 0 5 0,3 2-1 0,-3 4 2 15,0 1 1-15,6-2-4 0,-4 1-26 0,-1 2-18 16,5-2-17-16,-3 0-1 0,6-1-18 16,-5 1-14-16,6 0-16 0,1 0-5 0,-1 0-10 15,3 0-1-15,0-2-18 0,5 2-15 0,3-3-18 0,0 3-26 16,7-4-13-16,-3 1-12 0,3 1-16 0,2-2-9 16,-3 1-14-16,5-6-13 0,5 2-16 15,-5-4-2-15,5 0-17 0,2-2-11 0,-9 2-199 0,7-4-567 16,-5 2 252-16</inkml:trace>
        </inkml:traceGroup>
      </inkml:traceGroup>
    </inkml:traceGroup>
    <inkml:traceGroup>
      <inkml:annotationXML>
        <emma:emma xmlns:emma="http://www.w3.org/2003/04/emma" version="1.0">
          <emma:interpretation id="{6CC57383-E8D6-4A22-AA7A-65A2BA262F7F}" emma:medium="tactile" emma:mode="ink">
            <msink:context xmlns:msink="http://schemas.microsoft.com/ink/2010/main" type="paragraph" rotatedBoundingBox="2216,7691 9194,7648 9200,8655 2222,869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9D1636C0-3C79-4FE4-A6F5-3ED6C095C74B}" emma:medium="tactile" emma:mode="ink">
              <msink:context xmlns:msink="http://schemas.microsoft.com/ink/2010/main" type="line" rotatedBoundingBox="2216,7691 9194,7648 9200,8655 2222,8698"/>
            </emma:interpretation>
          </emma:emma>
        </inkml:annotationXML>
        <inkml:traceGroup>
          <inkml:annotationXML>
            <emma:emma xmlns:emma="http://www.w3.org/2003/04/emma" version="1.0">
              <emma:interpretation id="{7D1F0C19-E6ED-4710-B036-9280965F2964}" emma:medium="tactile" emma:mode="ink">
                <msink:context xmlns:msink="http://schemas.microsoft.com/ink/2010/main" type="inkWord" rotatedBoundingBox="2216,7770 3471,7762 3477,8690 2222,8698"/>
              </emma:interpretation>
              <emma:one-of disjunction-type="recognition" id="oneOf40">
                <emma:interpretation id="interp124" emma:lang="" emma:confidence="1">
                  <emma:literal/>
                </emma:interpretation>
              </emma:one-of>
            </emma:emma>
          </inkml:annotationXML>
          <inkml:trace contextRef="#ctx1" brushRef="#br1" timeOffset="-217562.72">3109 8183 221 0,'0'0'435'0,"0"0"1"0,-1-10-4 0,1 10-9 16,0 0-15-16,0 0-22 0,0 0-12 0,0 0-15 16,0 0-18-16,0 0-22 0,1-10-22 0,-1 10-32 15,0 0-24-15,6-6-23 0,-6 6-26 0,7-4-18 16,4 0-18-16,-3 3-15 0,3-3-16 0,3 0-12 15,-1 2-8-15,0 0-15 0,0 1-11 0,1-2-6 16,-1 2-33-16,-1 0-27 0,0 2-42 0,-2-1-49 16,0 0-52-16,-1 0-77 0,-9 0-64 0,13 0-78 15,-5 0-85-15,-8 0-393 0,9 1-895 0,-9-1 396 16</inkml:trace>
          <inkml:trace contextRef="#ctx1" brushRef="#br1" timeOffset="-217347.3599">3162 8310 368 0,'-1'8'494'0,"1"-8"29"0,-1 7 27 16,1-7 10-16,0 0-12 0,0 0-18 15,0 0-15-15,0 0-42 0,0 0-28 0,0 0-31 16,13 3-44-16,-3-6-36 0,3 2-33 16,-3-2-34-16,3-1-22 0,2 1-28 0,3-1-20 15,-5 1-20-15,5-1-17 0,-3 0-42 0,-1 1-40 0,-2-1-49 16,2 3-53-16,2-5-54 0,-3 5-66 0,1-3-66 15,-1 1-59-15,1 1-67 0,-3-2-66 16,1 2-75-16,2 0-70 0,-4-1-358 0,2 2-979 16,-3-5 433-16</inkml:trace>
          <inkml:trace contextRef="#ctx1" brushRef="#br1" timeOffset="-217840.5">2426 7805 64 0,'0'0'280'15,"0"0"2"-15,0 0 39 0,0 0 18 0,-8-1 2 16,8 1 3-16,0 0 14 0,0 0 10 0,0 0 5 16,-7-4 3-16,7 4-12 0,0 0-13 0,0 0-16 15,0 0-13-15,-4-6-14 0,4 6-21 0,0 0-13 16,0 0-15-16,-2-7-24 0,2 7-16 0,0 0-24 15,0 0-17-15,0 0-11 0,0 0-16 0,0 0-8 16,-4-7-10-16,4 7-16 0,0 0-9 0,0 0-14 16,0 0-3-16,0 0-10 0,0 0-9 0,0 0-8 15,0 0-7-15,0 0-9 0,8-9-3 0,-8 9-10 16,12-2-23-16,-5 2-12 0,3 0 0 0,3 1 0 16,-2 1 0-16,1 1 0 0,0 0 0 0,1 0 0 15,-1 3 0-15,-2-3 0 0,0 3 0 0,0 0 0 16,-2-1 0-16,-1 5 0 0,-2-5 0 0,-1 5 0 0,-1 0 0 15,0-2 0-15,-6 2 0 0,2 1 0 0,-4-1 0 16,-1 7 0-16,-7-3 0 0,-6 4 0 16,-4 0 0-16,1-2 0 0,-5-2 0 0,-1-1 0 15,-3-1 0-15,2-1 0 0,2-4 0 0,8-3 0 0,2 2 0 16,-1-5-4-16,5-1-1 0,3 0 4 0,-1-2 3 16,4-3 0-16,0 0-11 0,0-3 13 15,1-3 1-15,5-1-2 0,-1-4 0 0,5-1-3 16,5-1-2-16,-2 0-1 0,2-1 7 0,-1 1-9 0,1 4 6 15,6-2-11-15,-2-1 8 0,4 3-7 0,-4 3 6 16,3 1-8-16,-3 3-1 0,0-2 7 0,1 4-3 16,-1 1 1-16,-1-1-5 0,1 4 11 0,-2 1-2 15,0 1-1-15,0-2-16 0,-2 3 12 0,3 1 3 16,0 2-3-16,-2 2 0 0,1 1 5 0,-3-1-5 16,4 7-7-16,-5-6 17 0,4 9-6 0,-5-2 1 15,1 2-3-15,-4 1 6 0,2 7 3 0,-3-6 7 16,1 6 6-16,-2 0-5 0,0 1 9 0,0 2-5 15,-3-3 9-15,0-1-8 0,0 2 10 0,0 0-3 16,-1-1-9-16,-1 0-14 0,0-1 0 0,-1 3 0 16,0-4 0-16,-3 0 0 0,6 3 0 0,-4-8 0 15,0 9 0-15,1-1 0 0,3-2 0 0,-1-5 0 16,1 0 0-16,-1 2 0 0,1-3 0 0,0-1 0 16,4-1 0-16,-3-2 0 0,2-3 0 0,0 1 0 15,0 1 0-15,0-3 0 0,0 1 0 0,1-1 0 16,-1 1 0-16,1-1 0 0,1-2 0 0,-2-1 0 15,0-7 0-15,2 15 0 0,-2-8 0 0,1 0 0 16,-1-7 0-16,2 9 0 0,-2-9 0 0,1 8 0 16,-1-8 0-16,0 0 0 0,0 0 0 0,1 9 0 0,-1-9 0 15,0 0 0-15,0 0 0 0,0 0 0 16,0 0 0-16,0 0 0 0,0 0 0 0,3 7 0 16,-3-7 0-16,0 0 0 0,0 0 0 0,7 0 0 15,-7 0 0-15,0 0 0 0,0 0 0 0,18-10 0 0,-13 7 0 16,6-2 0-16,1-1 0 0,4-2 0 0,3 0 0 15,4-3 0-15,4-1 0 0,0 2 0 16,3-1 0-16,1-3 0 0,2 3 0 0,1 0 0 16,-4 2 0-16,0 0 0 0,-4-2 0 0,1 2 0 0,-8 4 0 15,-2 1 0-15,1 0 0 0,-7 3 0 0,0-4 0 16,-3 3 0-16,-1 0 0 0,-1 1 0 16,-6 1 0-16,12-1 0 0,-12 1 0 0,6-3 0 15,-6 3 0-15,0 0 0 0,0 0 0 0,0 0 0 0,0 0 0 16,9-1 0-16,-9 1 0 0,0 0 0 0,0 0 0 15,0 0 0-15,0 0-197 0,0 0-352 0,0 0-117 16,0 0-465-16,0 0-1223 0,-14-28 541 0</inkml:trace>
        </inkml:traceGroup>
        <inkml:traceGroup>
          <inkml:annotationXML>
            <emma:emma xmlns:emma="http://www.w3.org/2003/04/emma" version="1.0">
              <emma:interpretation id="{A41F74C8-2744-4E35-95B4-6E06510BA10F}" emma:medium="tactile" emma:mode="ink">
                <msink:context xmlns:msink="http://schemas.microsoft.com/ink/2010/main" type="inkWord" rotatedBoundingBox="4392,7759 5711,7751 5715,8311 4395,8320"/>
              </emma:interpretation>
              <emma:one-of disjunction-type="recognition" id="oneOf41">
                <emma:interpretation id="interp125" emma:lang="" emma:confidence="1">
                  <emma:literal/>
                </emma:interpretation>
              </emma:one-of>
            </emma:emma>
          </inkml:annotationXML>
          <inkml:trace contextRef="#ctx1" brushRef="#br1" timeOffset="-215863.12">4905 7919 216 0,'0'0'445'0,"-4"-14"6"0,2 9 9 16,2 5-5-16,-2-9-13 0,2 9-20 0,-3-11-15 15,3 11-23-15,-2-9-19 0,2 9-20 0,0-9-19 0,0 9-18 16,1-9-12-16,-1 9-34 0,0 0-26 0,4-10-23 15,-4 10-17-15,5-8-16 0,-5 8-21 0,9-7-9 16,-9 7-19-16,7-4-15 0,-7 4-16 16,9-4-11-16,-9 4-6 0,12-1-8 0,-12 1-13 0,11 1 0 15,-11-1-10-15,12 2-11 0,-12-2 1 0,11 2-8 16,-5 1-5-16,-6-3-8 0,6 6-1 0,-2-1-3 16,-4-5 0-16,5 8-15 0,-1-1 12 0,-3-2 4 15,-1 3-7-15,0 0 2 0,-2 1-4 16,-1 2-6-16,0-1 9 0,1 1-1 0,-2 0 5 0,-2 1-7 15,0-2 1-15,-1 1-7 0,-3 0 4 0,3-3-6 16,2-1 3-16,2-1-9 0,-1-2 11 0,0 1 5 16,4-5 5-16,-4 7 19 0,4-7 12 0,0 0 17 15,-2 7 1-15,2-7-1 0,0 0-28 0,23-2-36 16,-7-1 0-16,6-3 0 0,6-1 0 0,1 2 0 16,-1-1 0-16,0-1 0 0,-7 0 0 0,-2 3 0 15,1-3-18-15,-3 6-145 0,-3-3-54 0,-2-1-58 16,0 3-72-16,-2-1-72 0,-1 1-74 0,2-1-56 15,-5 1-403-15,-6 2-1031 0,0 0 456 0</inkml:trace>
          <inkml:trace contextRef="#ctx1" brushRef="#br1" timeOffset="-215176.17">5531 8307 223 0,'0'0'321'0,"0"0"-7"0,0 0-4 16,2 6-7-16,-2-6-12 0,0 0 6 0,0 0-17 15,0 0 13-15,0 0 3 0,0 0-4 0,0 0-1 16,0 0-3-16,0 0 5 0,0 0 1 0,0 0 2 16,0 0-11-16,0 0-7 0,0 0-10 0,0 0-18 15,0 0 3-15,0 0 10 0,0 0-2 0,-21-15-2 16,13 9-8-16,1-1-5 0,-1-1-10 0,0-2-8 15,0-1-6-15,-3-4-15 0,0 1-205 0,0-3-2 16,0 0 0-16,-1-6 0 0,4 6 0 0,-4-8 0 16,4 0 0-16,1 0 0 0,2 0 0 0,0 1 0 15,3-2 0-15,0 1 0 0,4 6 0 0,4-6 0 16,-2 7 0-16,1 1 0 0,1-1 0 0,3 3 0 16,1-2 0-16,2 4 0 0,2-1 0 0,7-4 0 15,-5 6 0-15,2 2 0 0,1 3 0 0,0-1 0 16,-2 2 0-16,5 3 0 0,-3 2 0 0,-1 0 0 15,2-3 0-15,-8 6 0 0,0 2 0 0,1-1 0 16,-4 2 0-16,3 0 0 0,-6 1 0 0,1 1 0 16,-1 0 0-16,-2 3 0 0,1-1 0 0,-3 2 0 15,-3 0 0-15,1 1 0 0,-5 0 0 0,-1 4 0 0,-2-1 0 16,-2-2 0-16,-2 2 0 0,-6 4 0 16,3-7 0-16,-2 1 0 0,1-2 0 0,-1-1 0 15,-2-1 0-15,3 0 0 0,0-4 0 0,3 1 0 16,2-4 0-16,-1 1 0 0,2-2 0 0,2-1 0 0,2 2 0 15,6-2 0-15,0 0 0 0,-16-5 0 16,12 3 0-16,4 2 0 0,-7-5 0 0,7 5 0 0,0 0 0 16,0-11 0-16,0 11 0 0,0 0 0 15,14-9 0-15,-7 5-210 0,3-1-192 0,1 0-55 0,5 2-48 16,4-2-61-16,1 4-443 0,7-4-1093 0,-1 0 485 16</inkml:trace>
          <inkml:trace contextRef="#ctx1" brushRef="#br1" timeOffset="-216300.52">4526 8106 323 0,'0'0'397'0,"4"-10"8"0,0 7 5 0,-4 3-6 16,3-10-1-16,-3 10-6 0,2-8-9 0,-2 8 24 0,2-9-18 15,-2 9-7-15,2-5-22 0,-2 5-22 0,0-9-16 16,0 9-10-16,0 0-15 0,-4-13-14 16,4 13-18-16,-5-7-17 0,5 7-16 0,-5-5-15 15,5 5-22-15,0 0-19 0,-4-7-14 0,4 7-22 0,0 0-16 16,0 0-19-16,-9 0-95 0,9 0-15 0,0 0 0 16,-13 9 0-16,7-4 0 0,2 1 0 15,-5 2 0-15,0 1 0 0,1 0 0 0,1 2 0 16,-1 1 0-16,-2 2 0 0,3-3 0 0,1 0 0 0,-2 4 0 15,0 0 0-15,2-3 0 0,3-1 0 0,-1 0 0 16,2-1 0-16,0 1 0 0,2-1 0 0,0-3 0 16,1 0 0-16,3 1 0 0,0-2 0 0,1 2 0 15,1-1 0-15,3-4 0 0,-2 0 0 0,4-1 0 16,2 1 0-16,-2-3 0 0,3-1 0 0,3-2 0 16,-4 0 0-16,0-1 0 0,2-2 0 0,-2 1 0 15,-2-1 0-15,2-1 0 0,-1 1 0 0,-3-1 0 16,2-2 0-16,-3 2 0 0,-3-3 0 0,1 3 0 15,-3 1 0-15,2-1 0 0,-1 2 0 0,-2-1 0 16,-2 6 0-16,4-9 0 0,-4 9 0 0,3-6 0 16,-3 6 0-16,2-6 0 0,-2 6 0 0,0 0 0 15,3-7 0-15,-3 7 0 0,0 0 0 0,0 0 0 16,0 0 0-16,0 0 0 0,0 0 0 0,4-4 0 16,-4 4 0-16,0 0 0 0,0 0 0 0,0 0 0 15,0 0 0-15,0 0 0 0,10 16 0 0,-6-13 0 16,-1 1 0-16,3 1 0 0,-1 0 0 0,0 1 0 15,4 0 0-15,-2 1-7 0,4-3-39 0,-1 0 13 16,-3-1-7-16,4 2 8 0,-4-3 6 0,2 0 2 16,-4-1 10-16,-5-1 3 0,13 0 7 0,-13 0 22 15,13-3 11-15,-9 1 14 0,-4 2 2 0,8-9-2 16,-6 2 7-16,-2 7-41 0,4-11-9 0,-4 3 0 16,0 8 0-16,0-13 0 0,-3 6 0 0,1-3 0 15,-3 1 0-15,1 2 0 0,0-1 0 0,-4 0 0 16,5 2 0-16,-1 1 0 0,-1 1 0 0,5 4 0 15,-8-9 0-15,8 9 0 0,-5-6 0 0,5 6 0 16,-8-5 0-16,8 5 0 0,0 0 0 0,-6-6 0 16,6 6 0-16,0 0 0 0,0 0-23 0,0 0-195 15,0 0-42-15,0 0-55 0,0 0-70 0,0 0-76 16,25-5-88-16,-17 5-448 0,-8 0-1080 0,24-4 478 0</inkml:trace>
        </inkml:traceGroup>
        <inkml:traceGroup>
          <inkml:annotationXML>
            <emma:emma xmlns:emma="http://www.w3.org/2003/04/emma" version="1.0">
              <emma:interpretation id="{EDE921A8-DE7B-4DA7-B802-06EF933BEB4F}" emma:medium="tactile" emma:mode="ink">
                <msink:context xmlns:msink="http://schemas.microsoft.com/ink/2010/main" type="inkWord" rotatedBoundingBox="6043,7668 9194,7648 9200,8625 6049,8645"/>
              </emma:interpretation>
              <emma:one-of disjunction-type="recognition" id="oneOf42">
                <emma:interpretation id="interp126" emma:lang="" emma:confidence="1">
                  <emma:literal/>
                </emma:interpretation>
              </emma:one-of>
            </emma:emma>
          </inkml:annotationXML>
          <inkml:trace contextRef="#ctx0" brushRef="#br0" timeOffset="-169775.2283">6213 7739 78 0,'0'0'366'0,"3"-5"1"0,0 0 10 16,-3 5 4-16,2-6-3 0,3 2-2 0,-5 4-2 15,6-9-5-15,-5 6-3 0,-1 3-10 0,0-5-13 16,0 5-14-16,1-4-19 0,-1 4-3 0,3-7-13 16,-3 7 4-16,3-3-32 0,-3 3-19 0,0 0-4 15,0 0-23-15,0 0-18 0,0 0-13 0,0 0-16 16,0 0-14-16,0-6-15 0,0 6-14 0,0 0-9 16,0 0-17-16,0 0-14 0,0 0-12 0,0 0-10 15,0 0-11-15,0 0-26 0,0 0-31 0,0 0 0 16,-6 16 0-16,-1-9 0 0,1 7 0 0,-1-3 0 15,-4 10 0-15,1-1 0 0,-6 3 0 0,3 1 0 16,0 2 0-16,-1 5 0 0,0 6 0 0,2-5 0 16,-1 1 0-16,-1 0 0 0,4-7 0 0,2 12 0 0,2-14 0 15,1 3 0-15,0 0 0 0,3 1 0 16,4-3 0-16,-4 0 0 0,8 0 0 0,-5-3 0 16,5 0 0-16,1 0 0 0,5 3 0 0,-5-4 0 0,10-4 0 15,-3 1 0-15,4 2 0 0,0-3 0 0,-2-3 0 16,3 3 0-16,-2-2 0 0,-2-5 0 15,-2 2 0-15,0 0 0 0,0-4 0 0,-1 2 0 0,0-3 0 16,-2-3 0-16,0 6-100 0,-1-4-40 0,0-1-15 16,-2-2-14-16,-1 6-16 0,-5-7-24 0,5 4-23 15,-1-3-23-15,-5-3-36 0,12 2-36 0,-12-2-38 16,0 0-37-16,13-5-43 0,-6-3-44 0,-6-3-250 16,5 5-798-16,0-8 353 0</inkml:trace>
          <inkml:trace contextRef="#ctx0" brushRef="#br0" timeOffset="-169055.6429">6543 7962 106 0,'3'-4'327'0,"-3"4"-6"0,0 0-6 0,6-3 1 16,-6 3-4-16,6-3-13 0,-6 3 3 0,0 0-9 16,0 0-7-16,0 0-9 0,6-1-13 15,-6 1-13-15,0 0-17 0,0 0-17 0,0 0-22 16,0 0-17-16,0 0-22 0,0 0-19 0,0 0-15 0,14 4-12 15,-8-1-9-15,-1 1-12 0,0-1-12 0,-1 2-10 16,2 2-6-16,5-1-6 0,-5 1-5 0,1 3-7 16,4 2-6-16,-3 0-1 0,-1 0-6 0,-2 1-3 15,3-1-2-15,-3 3-3 0,1-3-1 0,-5 3 0 16,5-2-3-16,-6 1-4 0,4-1-4 0,-2-3-10 16,-2 0-1-16,0-3-3 0,0 3 1 0,0-2-3 15,0-2 1-15,0 2 2 0,0-2 3 0,0-6 1 16,0 6 2-16,0-6 5 0,-2 5 0 0,2-5 14 15,-4 5 28-15,4-5 16 0,0 0 4 0,0 0 7 16,0 0 17-16,0 0 4 0,6-19 9 0,-2 8 7 16,-1-2-4-16,3 0 0 0,-1 1-12 0,3-3 1 15,-3 2 2-15,3-4-5 0,2 6-20 0,-2-7-3 16,1 4-8-16,1 1 0 0,-3-1-18 0,0 3 3 16,-1 3-7-16,1-1 6 0,-1 1-9 0,-1 2-8 15,1-2-1-15,0 2-5 0,-3 1-5 0,1 0 6 16,-1 0-2-16,1 0-1 0,-4 5-11 0,7-7-1 15,-7 4-9-15,0 3-23 0,0 0-1 0,6-6-33 0,-6 6-16 16,7-2-20-16,-7 2-25 0,0 0-32 0,2-3-36 16,-2 3-39-16,0 0-37 0,5-4-40 15,-5 4-35-15,0 0-44 0,0 0-41 0,0 0-28 16,0 0-353-16,0 0-865 0,0 0 382 0</inkml:trace>
          <inkml:trace contextRef="#ctx0" brushRef="#br0" timeOffset="-167426.5466">6870 8249 160 0,'0'0'245'0,"0"0"-3"0,0 0-3 16,0 0-3-16,0 0 2 0,0 0-4 16,0 0-1-16,0 0-5 0,0 0-2 0,0-16-3 0,0 16 3 15,0 0-9-15,1-5-8 0,-1 5-5 0,0 0-11 16,4-6-10-16,-4 6-15 0,0 0-7 0,8-3-13 16,-8 3-7-16,5-5-13 0,0 2-10 0,-5 3-8 15,4-3-12-15,2 0-10 0,-6 3-3 0,0 0-13 16,11-3-7-16,-11 3-5 0,7-5-6 0,-1 5-13 15,-6 0 1-15,11 0-7 0,-11 0-6 0,9 3-1 16,-9-3-6-16,10 3-3 0,-7-1-3 0,3 3 0 0,-1-2-2 16,-5-3 0-16,8 6-1 0,-3-1-3 15,0 1-2-15,-4 0 2 0,3-1-2 0,-2 0 1 16,-1 1-3-16,-1 1 0 0,0 2 5 0,0-3-1 0,0 6 2 16,0-6 1-16,0 1 2 0,-1 3 2 0,-1-5-3 15,2 5 7-15,-4-1-1 0,-2-3 0 0,1 4-3 16,3-3-2-16,1 0-2 0,-5-1 2 0,2 2-5 15,-3 1 7-15,5-1-7 0,-2-3-7 0,-2 2 9 16,5-2-4-16,-5 0 3 0,4-1-3 0,-2 1 2 16,3 1-5-16,1-6-3 0,-5 6 6 0,4-2 2 15,1-4-2-15,0 6 3 0,0-6-1 0,0 0-1 16,-6 3 2-16,6-3-1 0,0 0-3 0,0 0 1 16,0 7 5-16,0-7 4 0,0 0 3 0,0 0 4 15,0 0-2-15,0 0 13 0,0 0 1 0,0 0 9 16,0 0 8-16,0 0 11 0,0 0 13 0,0 0 10 0,0 0 21 15,0 0-10-15,0 0 9 0,0 0-9 16,25-7 12-16,-14 7 1 0,-2-3 4 0,2 0-1 0,-4-2-7 16,6 3-15-16,4-1-4 0,-4-2-12 0,2 1-6 15,-5 3-9-15,0-4-13 0,0 3 3 0,-2 1-3 16,-1-1-4-16,0 0-14 0,2 1 0 0,-2-2 1 16,-4 1-10-16,-3 2-8 0,10-2-16 0,-7-2-13 15,-3 4-20-15,0 0-22 0,10-1-21 0,-10 1-35 16,3-5-33-16,-3 5-42 0,0 0-58 0,4-3-61 15,-4 3-52-15,-1-7-43 0,1 7-51 0,-5-11-52 16,3 5-365-16,-4-1-943 0,-1-3 417 0</inkml:trace>
          <inkml:trace contextRef="#ctx0" brushRef="#br0" timeOffset="-166771.467">7233 7688 98 0,'0'0'248'0,"0"0"-17"0,0 0-18 0,0 0-12 16,0 0-10-16,0 0-12 0,0 0-12 0,0 0-7 15,0 0-13-15,0 0-7 0,0 0-5 0,12 0-3 16,-12 0 3-16,0 0-1 0,0 0-4 0,0 0-3 15,5 3 10-15,-5-3-6 0,0 0 4 0,0 0 7 16,0 0 11-16,0 0-9 0,0 0 5 0,0 0-2 16,0 0-4-16,0 0-3 0,0 0-1 0,0 0-2 15,0 0-6-15,2 7-10 0,-2-7-11 0,0 0-11 16,0 0-12-16,13-2-10 0,-13 2-8 0,0 0-9 16,13-2-5-16,-8-1-5 0,-5 3-9 0,18 3 0 15,-11-3-13-15,-7 0 4 0,14 0-6 0,-8 0 0 16,5 2-5-16,-4 0-4 0,0-2-7 0,1 3 2 15,-1 0-2-15,-1 0-3 0,1 0 1 0,1 3-1 16,-5 1 2-16,1 0-5 0,2-2 1 0,-4 3-5 16,3-1-1-16,-3 2 1 0,2 0-3 0,-1 0 2 15,0 2 0-15,-2-2 7 0,-1-1-3 0,-1 3-3 0,1 2-2 16,-5 2 3-16,4-7-2 0,-3 6 0 0,-2-3 7 16,-1 2-4-16,3 1-1 0,-1-5 0 15,0 0 3-15,-1-1 0 0,0-1-7 0,2 2 5 16,1-1 1-16,1-4-5 0,-2 2 2 0,3-1 5 0,1-5-6 15,-6 6 3-15,2-2-3 0,4-4 3 0,0 6 0 16,0-6 2-16,0 0 3 0,-3 6 3 0,3-6 15 16,0 0 4-16,0 0 15 0,0 0 10 0,0 0 3 15,6 6 8-15,-6-6 0 0,10-2 7 0,-10 2 1 16,17-4 3-16,-6 2 3 0,-1-4 0 16,6 3-3-16,-2-2 0 0,-1 0-4 0,2 0-2 0,3 0-9 15,-6 0-3-15,0 1-6 0,1 0 0 0,-4 1-11 16,2-1 6-16,-5 1-10 0,1-1 5 0,3 1-10 15,-7 2-4-15,-3 1-2 0,10-7-2 0,-10 7-5 16,7 0-4-16,-7 0-11 0,0 0-10 0,7-1-9 16,-7 1-25-16,0 0-21 0,0 0-24 0,0-6-36 15,0 6-35-15,0 0-48 0,0 0-37 0,0 0-32 16,0 0-26-16,0 0-40 0,0 0-40 0,0 0-53 16,0 0-331-16,0 0-826 0,0 0 365 0</inkml:trace>
          <inkml:trace contextRef="#ctx0" brushRef="#br0" timeOffset="-166020.6197">7644 8261 85 0,'0'0'257'0,"0"0"6"0,0 0-10 16,0 0-5-16,0 0-8 0,0 0-3 0,0 0-6 15,0 0 4-15,0 0-16 0,0 0-6 0,0 0-1 16,-23-5-9-16,23 5 2 0,0 0 0 0,0 0-13 16,0 0-2-16,0 0 0 0,0 0-4 0,0 0-3 15,0 0-4-15,0 0-2 0,0 0 1 0,0 0 3 16,0 0 2-16,0 0 2 0,0 0-7 0,0 0-15 16,0 0-14-16,0 0-16 0,23-5-7 0,-16 3-14 15,2 0-7-15,6 1-10 0,-6-1-12 0,3 1-5 16,2-1-11-16,3-1 3 0,-3 1-16 0,3 1 1 15,-1-1-8-15,0-1-8 0,-3 1-5 0,-3 0 0 16,1 0 0-16,-4 0-4 0,1 2-2 0,-8 0-6 16,11-4-3-16,-11 4 1 0,0 0-4 0,7-2 3 15,-7 2-14-15,0 0-9 0,10 0-19 0,-10 0-11 16,0 0-23-16,6-3-21 0,-6 3-24 0,0 0-32 16,0 0-29-16,0 0-37 0,7-7-38 0,-7 7-49 15,2-3-41-15,-2 3-38 0,0 0-34 0,5-3-22 0,-3 0-297 16,3-3-778-16,0 1 345 0</inkml:trace>
          <inkml:trace contextRef="#ctx0" brushRef="#br0" timeOffset="-165615.4656">8185 8045 215 0,'0'0'313'0,"0"0"-5"16,0 0-13-16,0 0-5 0,0-7-4 0,0 7-10 16,0 0-3-16,0 0-16 0,3-6-11 0,-3 6-10 15,0 0-16-15,0 0-18 0,0 0-17 0,0 0-12 16,0 0-25-16,4-4-8 0,-4 4-19 0,0 0-16 15,0 0-12-15,0 0-7 0,13 8-11 0,-7-4-12 16,-1 1-6-16,3 2-4 0,-1-1 5 0,1 4-17 16,-1 2 1-16,2-2-8 0,0 3-9 0,-4-5 2 15,3 6-5-15,-4-1-7 0,3-1 1 0,-7-2-2 16,1 0-4-16,-1 1 0 0,0 2-6 0,0-2-9 16,-1-3 3-16,-3 1-2 0,2 0 1 0,-2-1 0 15,1 0-3-15,-1 1-10 0,1-2 4 0,0-2-1 0,2-1 7 16,1-4-3-16,-6 8 5 0,6-2 1 15,0-6 20-15,-3 3 23 0,3-3 9 0,0 0 2 16,0 0 7-16,0 0 16 0,9-13 10 0,-4 6 7 16,1-1 5-16,1-4 5 0,2 1 0 0,2-3-4 0,-1 0 3 15,6-5-13-15,0 1-7 0,-3-2-1 0,2 2-14 16,-2-6-4-16,-1 13-5 0,1-4-3 0,-5 4-5 16,4-3-6-16,-5 1-2 0,3 2-6 15,-7 3 0-15,7 0-2 0,-9 1-5 0,3 1-3 0,-1 1-2 16,3 0-6-16,-2-1 0 0,-4 6-9 0,2-6-8 15,3 4-19-15,-5 2-15 0,2-8-26 0,-2 8-26 16,4-3-22-16,-4 3-32 0,0 0-39 0,0 0-37 16,0 0-6-16,0 0-5 0,12 8-37 0,-12-3-38 15,3 3-34-15,1-1-36 0,-4 3-319 0,0-4-750 16,-4 5 333-16</inkml:trace>
          <inkml:trace contextRef="#ctx0" brushRef="#br0" timeOffset="-165240.5809">8533 8259 163 0,'0'0'323'0,"0"0"1"16,0 0-7-16,0 0-6 0,0 0-9 0,0 0 5 15,0 0-17-15,3 4-6 0,-3-4-10 0,0 0-20 16,0 0-18-16,0 0-25 0,1 5-12 0,-1-5-18 0,0 0-15 16,0 0-20-16,0 0-17 0,0 0-15 15,0 0-13-15,-4 6 3 0,4-6-5 0,0 10 1 16,0-6-5-16,0-4-4 0,0 11-4 0,-2-4-5 16,1-2-9-16,1 1 4 0,0 2-15 0,-6 0-6 0,6-2-2 15,0 5-6-15,-4-1-3 0,2-1-2 0,1-1-6 16,0 1-5-16,-4 1-4 0,4-2-3 15,-3 0 1-15,4-1-5 0,0 1-3 0,-2 1 7 16,-2-4-8-16,4 1-1 0,3-1-4 0,-3-5 1 0,-3 7 0 16,3-7-4-16,0 7 0 0,0-7 1 15,0 0 1-15,0 0 1 0,-2 4 2 0,2-4-4 16,0 0 2-16,0 0 2 0,0 0 0 0,0 0-9 0,0 0-20 16,0 0-32-16,0 0-42 0,0 0-59 0,0 0-42 15,0 0-43-15,6-18-41 0,-4 11-57 0,2-2-73 16,-3 0-333-16,4-6-799 0,-4 2 354 0</inkml:trace>
          <inkml:trace contextRef="#ctx0" brushRef="#br0" timeOffset="-164428.2365">8687 7827 33 0,'0'0'278'16,"0"0"-16"-16,0 0-15 0,-3-5-12 0,3 5-15 15,0 0-10-15,0 0-6 0,3-6-9 0,-3 6-10 0,0 0-2 16,0 0-11-16,0 0-14 0,3-7-5 0,-3 7-5 16,0 0-1-16,0 0-5 0,0-7-6 15,0 7 4-15,0 0-10 0,6-6-6 0,-6 6 10 16,7-3-9-16,-6-1 0 0,-1 4-18 0,10-5-9 0,-7 3-13 15,3-1-10-15,-6 3-4 0,11-2-11 0,-5 1-5 16,-6 1-9-16,9-4-5 0,-3 3-4 0,-6 1-2 16,12 0-6-16,-12 0-3 0,12-2-3 0,-12 2-3 15,13 2-2-15,-13-2-3 0,11 1-2 0,-11-1-8 16,7 4 5-16,-2-1-1 0,-5-3-1 0,8 5-3 16,-4 0-1-16,-1 0-4 0,2 0 2 0,-4 0 4 15,-1 0-8-15,0 2 16 0,0-1-14 0,0 1 0 16,0 1 8-16,0-1-6 0,0 3 12 0,0-1 6 15,-4 0-4-15,2-1 5 0,-1 4-5 0,-1-5 4 0,-2 6 5 16,1-3 2-16,2-1-5 0,-1 1 0 16,-2 0 0-16,-1-3 4 0,1 1-11 0,3 0 7 15,-3 1-9-15,2-2 6 0,3-2-6 0,-5 2-4 16,6-2-1-16,-6 0 2 0,6 1 2 0,-1-2-4 0,1-4 1 16,-4 8-3-16,4-5 2 0,0-3-4 0,0 0 12 15,-2 5 1-15,2-5 15 0,0 0 13 16,-4 5 12-16,4-5 9 0,0 0 13 0,0 0 5 0,0 0 11 15,6 6 3-15,-6-6 3 0,10 0 2 0,-10 0 1 16,12-2 3-16,-12 2 9 0,20-4-19 0,-12 1-16 16,4-1 10-16,1 3-10 0,-1-2-4 0,2 1-9 15,-4-1 0-15,4 1 13 0,-5-1-28 0,0-1 13 16,-1 2-17-16,-1 2 3 0,-7 0-1 0,13-3-10 16,-13 3 1-16,10-1-1 0,-10 1-7 0,6-2-5 15,-6 2 1-15,0 0-6 0,0 0-3 0,10-2 0 16,-10 2-12-16,0 0-2 0,6-1-13 0,-6 1-25 15,0 0-22-15,0 0-54 0,0 0-26 0,0 0-29 16,0 0-33-16,0 0-31 0,0 0-37 0,1-5-32 16,-1 5-31-16,0 0-53 0,3-7-59 0,-3 7-52 15,3-6-285-15,0 0-839 0,0 0 370 0</inkml:trace>
          <inkml:trace contextRef="#ctx0" brushRef="#br0" timeOffset="-163896.0988">9104 7657 283 0,'4'-4'330'0,"-4"4"-2"15,0 0-25-15,0 0-23 0,0 0-25 0,6-4-18 0,-6 4-23 16,0 0-23-16,0 0-8 0,0 0-16 0,0 0-11 15,0 0-14-15,0 0-19 0,0 0-2 0,0 0-5 16,0 0-6-16,-3 14 3 0,3-14 6 0,0 0 4 16,3 6-4-16,-3-1 2 0,1 0 6 0,1 3 5 15,-2-5-6-15,4 8 2 0,-3-3-8 0,1 2-4 16,2 3-2-16,2 2-3 0,-5-2 1 0,5 3-11 16,0 2-3-16,1 4-7 0,-4 0-5 0,2 6-10 15,3-2-4-15,-3 2-4 0,1 4-6 0,0 3-4 16,-2-9-6-16,-1 1-6 0,0 8-4 0,-2-10-6 15,-1 2-1-15,0-2-4 0,-1 0 3 0,-2-2-11 16,0-1 1-16,3-1-3 0,-4 0-1 0,1 1 3 16,-3 3-2-16,2-3-1 0,-2-5 3 0,0 0-1 15,1 0 3-15,-5 1-6 0,2 4 2 0,0-7 4 16,-6 3-3-16,5 2 3 0,-2-8-3 0,-1 1-1 0,4 1-4 16,-4-3 3-16,1 2-3 0,3-1-3 15,-3 1 0-15,4-8 0 0,0 6-2 0,1-3 3 16,-1-2 0-16,1-1 0 0,0 1 6 0,5 0-5 15,-5-3 5-15,6-3 1 0,-8 2-6 0,8-2 3 0,-5 3-5 16,5-3-2-16,0 0-4 0,-5 3 8 0,5-3-6 16,-3 4 1-16,3-4 0 0,0 0-15 15,0 0-23-15,0 0-28 0,0 0-32 0,0 0-40 16,0 0-67-16,0 0-65 0,-5-13-50 0,5 13-63 0,0 0-62 16,5-11-58-16,-2 7-271 0,-3-1-826 0,0 5 365 15</inkml:trace>
        </inkml:traceGroup>
      </inkml:traceGroup>
    </inkml:traceGroup>
    <inkml:traceGroup>
      <inkml:annotationXML>
        <emma:emma xmlns:emma="http://www.w3.org/2003/04/emma" version="1.0">
          <emma:interpretation id="{9B2CB865-0023-4F01-8B47-D084FAAE70CD}" emma:medium="tactile" emma:mode="ink">
            <msink:context xmlns:msink="http://schemas.microsoft.com/ink/2010/main" type="paragraph" rotatedBoundingBox="4496,8938 10522,9409 10406,10891 4381,10421" alignmentLevel="3"/>
          </emma:interpretation>
        </emma:emma>
      </inkml:annotationXML>
      <inkml:traceGroup>
        <inkml:annotationXML>
          <emma:emma xmlns:emma="http://www.w3.org/2003/04/emma" version="1.0">
            <emma:interpretation id="{2DADFAD1-1F95-46E9-B11F-F719385CE880}" emma:medium="tactile" emma:mode="ink">
              <msink:context xmlns:msink="http://schemas.microsoft.com/ink/2010/main" type="line" rotatedBoundingBox="4496,8938 10522,9409 10434,10536 4408,10066"/>
            </emma:interpretation>
          </emma:emma>
        </inkml:annotationXML>
        <inkml:traceGroup>
          <inkml:annotationXML>
            <emma:emma xmlns:emma="http://www.w3.org/2003/04/emma" version="1.0">
              <emma:interpretation id="{9FFA06E0-CEC4-40AC-896E-CEE88C49EC42}" emma:medium="tactile" emma:mode="ink">
                <msink:context xmlns:msink="http://schemas.microsoft.com/ink/2010/main" type="inkWord" rotatedBoundingBox="4486,9076 5611,9164 5546,10003 4420,9915"/>
              </emma:interpretation>
              <emma:one-of disjunction-type="recognition" id="oneOf43">
                <emma:interpretation id="interp127" emma:lang="" emma:confidence="1">
                  <emma:literal/>
                </emma:interpretation>
              </emma:one-of>
            </emma:emma>
          </inkml:annotationXML>
          <inkml:trace contextRef="#ctx1" brushRef="#br1" timeOffset="-207514.87">4497 9285 109 0,'0'0'261'0,"0"0"5"15,0 0-1-15,0 0-1 0,-3-11-4 0,3 11 4 16,-2-4-4-16,2 4 17 0,-4-9 0 0,4 9-9 16,-3-9 4-16,3 9-12 0,-1-9-7 0,1 9-3 15,-3-8 0-15,3 8-1 0,0-11-15 0,0 11-14 16,2-13-10-16,-1 4-20 0,3 1-16 0,0-3-14 16,0 2-19-16,2 0-14 0,3-2-12 0,1 2-13 15,0 2-13-15,6-4-10 0,-2 2-5 0,2 2-8 16,1 3-11-16,1-1-5 0,-1 1-6 0,0 2-5 15,2-1-1-15,-4 2-8 0,2 2-3 0,0 3-5 16,0 2-2-16,-2-1 3 0,2 1-11 0,-3 2 4 16,-3 1-3-16,-3 2-6 0,2 0 2 0,-2 0-1 15,-2 1-3-15,-1 3 2 0,-2 3-2 0,-3-2 5 16,-4 4-1-16,-4-2 4 0,-2 5-1 0,-4 2 1 16,-1-3-5-16,-1-1 3 0,-4 2-1 0,0-4-1 0,-1 1 1 15,-1-1 1-15,2-1-6 0,2-1 3 16,-3 1-2-16,0-1-1 0,8-5-2 0,-4 0 2 15,6-2 0-15,-1 1 1 0,-2 0-4 0,1-2 2 16,2 0 1-16,3-2 1 0,1 1 0 0,0-2-1 0,1 0 1 16,1-1-4-16,0-1 5 0,1 2 1 0,4-6-5 15,-8 8 5-15,4-5 1 0,4-3 2 0,-4 4 8 16,4-4 16-16,0 0 7 0,0 0 2 16,-6 6 13-16,6-6 8 0,0 0 3 0,0 0 7 0,0 0-4 15,23 4 12-15,-4-3 1 0,1-4 11 0,6-1-2 16,4 2-8-16,0-3-1 0,4 1-3 0,-1-3 4 15,1 3-17-15,2-3-68 0,-3 3 0 0,-1-1 0 16,-1 0 0-16,-4 2 0 0,-9-2 0 0,1 4 0 16,0-2 0-16,-6 1 0 0,-3 0 0 0,1 0 0 15,-4 1 0-15,-1 0 0 0,-6 1 0 0,11 0 0 16,-11 0 0-16,0 0 0 0,11 0 0 0,-11 0 0 16,0 0 0-16,0 0 0 0,0 0 0 0,8 0-356 15,-8 0-106-15,0 0-50 0,0 0-72 0,0 0-463 16,0 0-1133-16,0 0 502 0</inkml:trace>
          <inkml:trace contextRef="#ctx1" brushRef="#br1" timeOffset="-206827.53">4922 9943 61 0,'0'0'330'0,"-1"7"13"16,1-7 6-16,0 0-5 0,0 0 4 15,0 0 2-15,-6 4 8 0,6-4 8 0,0 0 11 16,0 0 6-16,0 0-4 0,0 0 8 0,0 0-10 0,0 0-15 16,0 0-3-16,0 0-18 0,0 0-19 0,-8-17-10 15,8 17-17-15,0 0-18 0,6-19-15 0,-2 11-15 16,0-3-16-16,8-4-17 0,-1 1-19 0,2-2-173 15,-3 1-22-15,7-7 0 0,2-1 0 0,-4-1 0 16,3-2 0-16,0-2 0 0,0 0 0 0,5-14 0 16,-9 10 0-16,8-8 0 0,1-2 0 0,-8 11 0 15,0 1 0-15,1 1 0 0,-2 0 0 0,1 4 0 16,-2-1 0-16,0 4 0 0,-6 6 0 0,2 2 0 16,-4 3 0-16,3 1 0 0,-3 2 0 0,-2 1 0 15,1 1 0-15,-1 1 0 0,-3 5 0 0,7-7 0 16,-7 7 0-16,5-7 0 0,-5 7 0 0,0 0 0 15,0 0 0-15,5-3 0 0,-5 3 0 0,0 0 0 16,6 13 0-16,-6-13 0 0,2 17 0 0,-1-11 0 16,-1 4 0-16,2 1 0 0,-2-2 0 0,0 1 0 15,2 1 0-15,-2 0 0 0,0-1 0 0,-2-2 0 16,1 3 0-16,2-1 0 0,-1-4 0 0,0-6 0 16,-1 13 0-16,1-13 0 0,0 11 0 0,0-11-31 0,1 8-58 15,-1-8 6-15,3 5 12 0,-3-5 5 16,0 0 11-16,9 5 2 0,-9-5 5 0,17-7 7 15,-10 4 2-15,5-2 4 0,-1 0 6 0,0-1 12 0,1-1-5 16,-1 0-1-16,-1 1 1 0,1 0 3 0,-2-1 5 16,0 0-1-16,-1 2-1 0,-1 1 1 0,-1 1 12 15,-1 0 2-15,-5 3-4 0,7-6 3 0,-7 6 0 16,7-2-5-16,-7 2-1 0,0 0-1 0,7-3 5 16,-7 3-3-16,0 0-1 0,0 0 4 0,9 9-2 15,-7-4-1-15,2 0 4 0,-2 0-4 0,2 2 1 16,-2-2 5-16,1 3-4 0,-1-2-32 0,1 0-27 15,1 2-38-15,1-2-34 0,-2-1-43 0,1 1-44 16,2-1-49-16,-2-1-45 0,2 0-50 0,-2 1-82 16,4-3-410-16,2-2-928 0,-10 0 411 0</inkml:trace>
        </inkml:traceGroup>
        <inkml:traceGroup>
          <inkml:annotationXML>
            <emma:emma xmlns:emma="http://www.w3.org/2003/04/emma" version="1.0">
              <emma:interpretation id="{59157068-3E72-496E-91B8-D3D077CC351C}" emma:medium="tactile" emma:mode="ink">
                <msink:context xmlns:msink="http://schemas.microsoft.com/ink/2010/main" type="inkWord" rotatedBoundingBox="6070,9061 7853,9200 7773,10233 5990,10094">
                  <msink:destinationLink direction="with" ref="{1A2F0641-EAD8-4284-82AE-D79FD84FBCDF}"/>
                </msink:context>
              </emma:interpretation>
              <emma:one-of disjunction-type="recognition" id="oneOf44">
                <emma:interpretation id="interp128" emma:lang="" emma:confidence="1">
                  <emma:literal/>
                </emma:interpretation>
              </emma:one-of>
            </emma:emma>
          </inkml:annotationXML>
          <inkml:trace contextRef="#ctx1" brushRef="#br1" timeOffset="-206140.2">6321 9143 49 0,'7'-9'411'0,"-7"9"8"0,4-6 21 0,-4 6 0 16,1-8-1-16,-1 8-8 0,1-9-8 0,-1 9-21 16,0 0-15-16,0-12-11 0,0 12-6 0,0 0-21 15,-2-9-23-15,2 9-15 0,0 0-24 0,0 0-28 16,-1-8-27-16,1 8-21 0,0 0-28 0,0 0-18 15,0 0-18-15,0 0-16 0,0 0-18 0,0 0-14 16,0 0 2-16,-26 20-13 0,13-5-2 0,-2 8-7 16,-1 4 6-16,-1-4-12 0,-2 4 6 0,1 2-13 15,-4 1 3-15,3 0-5 0,1 1-63 0,0-1-1 16,1 2 0-16,0 1 0 0,2 0 0 0,1 0 0 16,2 0 0-16,0 0 0 0,3 2 0 0,4-2 0 15,1-2 0-15,4 2 0 0,3-2 0 0,-1 0 0 16,4-2 0-16,3 0 0 0,2 1 0 0,3-6 0 15,0 1 0-15,3 0 0 0,0 0 0 0,-1-5 0 16,2-1 0-16,-5-4 0 0,6 3 0 0,-5-5 0 16,2-1 0-16,-3-2-83 0,1 2-29 0,-2-5-19 0,-3 1-25 15,2-1-23-15,-1-1-28 0,-2 0-20 16,1 0-24-16,0-2-18 0,-4 0-10 0,0-2-17 16,-5-2-13-16,10 5-23 0,-10-5-26 0,7 2-34 0,-7-2-40 15,0 0-265-15,0 0-754 0,0 0 334 0</inkml:trace>
          <inkml:trace contextRef="#ctx1" brushRef="#br1" timeOffset="-203171.46">6728 9188 94 0,'1'-7'328'0,"-1"7"-6"0,3-7 0 0,-3 7 0 0,2-7 9 16,-2 7 3-16,6-8-2 0,-6 8 5 0,2-5 0 16,-2 5-6-16,3-8-12 0,-3 8 1 0,4-6-16 15,-4 6-13-15,4-6-11 0,-4 6-13 0,0 0-21 16,2-7-16-16,-2 7-11 0,0 0-31 0,5-5-20 16,-5 5-30-16,0 0-8 0,0 0-16 0,0 0-6 15,0 0-23-15,0 0-14 0,0 0 0 0,0 0-14 16,0 0-1-16,0 0-10 0,-5 27 0 0,4-15-5 15,-3-1-2-15,-1 5-7 0,-2 1-1 0,0 0-6 16,-5-1 0-16,3 0-3 0,-5 4-2 0,-1-4-2 16,-3 5-4-16,0-3 1 0,-2 1 1 0,6-5-33 0,-9 4 3 15,1-3 0-15,6-4 1 0,0 0 4 16,2-2-1-16,-1-1 2 0,4-2 1 0,1 0 6 16,3-2-2-16,1-2 3 0,0-1 5 0,6-1 8 15,-12 4 10-15,12-4 17 0,-10 0-1 0,10 0 2 0,-6-7-11 16,6 7 4-16,-3-11-6 0,2 4 0 0,1-3 3 15,0 1-7-15,1 1 0 0,2-5-13 16,-1 2 3-16,2 1 0 0,0-1-1 0,1 3-3 0,-1-4-4 16,0 5 5-16,1-2-17 0,3 3 13 0,-4 2 0 15,2-3-1-15,0 4-6 0,-1 0 3 0,2-1-3 16,-7 4-8-16,15 2 4 0,-15-2 2 0,17 4-2 16,-7-1-2-16,-1 1 2 0,-2 1 3 0,1 2-6 15,1 0 5-15,-3 0-2 0,0 1 2 0,1 1-3 16,2-1 5-16,-2 3-9 0,0-3-10 0,-2 2-14 15,3-1-3-15,-3 0-18 0,1-1-14 0,1 2-10 16,1-2-14-16,-2-2-19 0,2 1-19 0,1-1-13 16,1 1-22-16,0-2-22 0,0-1-16 0,1-1-4 15,1-1-36-15,-1 0-20 0,0-1-26 0,0-3-33 16,-3 2-41-16,3-3-53 0,0 0-305 0,-2-1-780 16,1 1 346-16</inkml:trace>
          <inkml:trace contextRef="#ctx1" brushRef="#br1" timeOffset="-202406.02">7044 9329 200 0,'0'0'409'0,"2"-7"4"0,-2 7 17 0,3-5-2 0,-3 5-9 16,0 0-12-16,0 0-11 0,3-7-18 0,-3 7-9 15,0 0-21-15,0 0-24 0,2-7-25 0,-2 7-18 16,0 0-35-16,0 0-22 0,0 0-23 0,0 0-25 16,0 0-13-16,0 0-25 0,0 0-13 0,0 0-17 15,0 0-13-15,0 0-8 0,0 0-13 0,0 0-8 16,0 0-6-16,0 0-3 0,4 19-4 15,-3-12-5-15,1 0-6 0,-1 1 0 0,-1 0-16 0,1-1-15 16,-1 1-14-16,0-8-5 0,0 17-20 0,2-9-13 16,-2-1-5-16,0-7-12 0,0 14-13 0,2-9 1 15,-2-5-6-15,2 10 0 0,0-5 4 0,-2-5 4 16,2 7 10-16,-2-7 9 0,0 0 5 0,5 5 10 16,-5-5 3-16,0 0 4 0,0 0 17 0,16-5 10 15,-16 5-3-15,11-9 9 0,-4 4 7 0,-1-4 4 16,3 2 11-16,-1-3 6 0,1-4 3 0,-3 6 5 15,1-3-2-15,1 3 5 0,-1-2 3 0,0 0-2 16,2 4 10-16,-2-3-5 0,-1 2 1 0,-1 0 0 16,0 3 8-16,0 1-11 0,0-3-4 0,-5 6-7 15,7-4-6-15,-7 4-4 0,5-4-5 0,-5 4-5 16,0 0-4-16,0 0-4 0,0 0 4 0,14 7-5 16,-14-7-4-16,6 8 1 0,-3-1 0 0,2 0 3 15,-2 1-4-15,1 1-3 0,-2 0-10 0,1 1-2 16,-1-4-18-16,0 4-8 0,1-3-5 0,-2-1-7 0,2 3-8 15,-3-9-4-15,3 11-1 0,-1-6 4 0,-2-5 5 16,4 8 7-16,-4-8 14 0,0 0-1 16,1 6 9-16,-1-6 2 0,0 0 9 0,0 0 0 15,12-2 6-15,-12 2 4 0,7-10 5 0,-1 6 2 0,-3-3 7 16,3 2 4-16,0-1 6 0,0-2 4 0,2 1 7 16,-3 3-4-16,-1-2 8 0,1 1-1 15,-5 5 4-15,8-9 2 0,-5 5 1 0,-3 4-7 16,6-5-3-16,-6 5-10 0,6-3 2 0,-6 3-5 15,0 0-6-15,0 0 0 0,8-1-4 0,-8 1 0 0,0 0 0 16,0 0 1-16,10 8-4 0,-10-8-1 0,2 9 2 16,1-3-2-16,-2-1-1 0,2 3-15 0,1-2-18 15,1 2-32-15,-1 0-30 0,-2-3-45 16,-2-5-41-16,10 12-57 0,-2-6-36 0,0 2-41 0,1-1-34 16,1-3-39-16,0 0-41 0,2-1-31 0,-1 0-251 15,-1-2-764-15,3 1 337 0</inkml:trace>
          <inkml:trace contextRef="#ctx1" brushRef="#br1" timeOffset="-202093.59">7720 9396 78 0,'0'0'313'0,"5"-5"5"16,-5 5 25-16,4-6-4 0,-4 6 1 0,4-6 3 16,-4 6 1-16,0 0-7 0,0 0-6 0,1-7-13 15,-1 7-20-15,0 0-18 0,0 0-20 0,0 0-25 16,0 0-21-16,0 0-22 0,0 0-16 0,0 0-19 15,0 0-12-15,0 0-12 0,0 0-11 0,0 0-14 16,-23 11-7-16,17-8-10 0,-2 5-6 0,1 0-8 16,1-1-6-16,-4 2-9 0,5 1-7 0,-3 0-3 15,2 1-4-15,-2-2-6 0,2 1-5 0,2-1-5 16,0 1 2-16,0-1-3 0,3 0-4 0,2-1-3 16,-1-8-4-16,3 14-6 0,-2-8-6 0,5 2-2 15,2-2-4-15,3 0-10 0,0 0-6 0,1 0-12 16,4-1-21-16,-6 0-17 0,4-3-26 0,-1-1-29 15,5 0-24-15,-5-1-29 0,-1-1-40 0,-1 1-35 16,-2-1-39-16,-1 1-62 0,1-5-57 0,-9 5-339 16,12-5-806-16,-12 5 357 0</inkml:trace>
          <inkml:trace contextRef="#ctx1" brushRef="#br1" timeOffset="-194162.31">7349 9931 216 0,'0'0'263'0,"0"0"-9"16,0 0-10-16,0 0-15 0,0 0-10 0,0 0-11 15,0 0-13-15,0 0-12 0,0 0-7 16,0 0-3-16,0 0-9 0,0 0-10 0,0 0 11 16,0 0-19-16,0 0-6 0,0 0-9 0,0 0 12 0,0 0-16 15,0 0 4-15,0 0 0 0,0 0-1 0,0 0 2 16,0 0 3-16,0 0-5 0,0 0 0 0,0 0 1 15,0 0-6-15,0 0 2 0,0 0 1 0,0 0-3 16,0 0 4-16,0 0 3 0,0 0 1 0,0 0 6 16,0 0-2-16,0 0 1 0,0 0-2 0,0 0-7 15,24 8-9-15,-24-8-10 0,12 0-5 0,0 0-3 16,7 0-5-16,0 0-2 0,3-2-5 0,4 0-9 16,-4 4-3-16,8-6-11 0,-2 2-8 0,-8 2-5 15,2 0-6-15,-2 0-1 0,-2-2-10 0,-4 2-4 16,-1 2 5-16,-2-1-10 0,-2-1-3 0,-1 1 3 15,-8-1-5-15,13-2-6 0,-13 2-4 0,9 1-6 16,-9-1 1-16,0 0-11 0,9 0-19 0,-9 0-18 16,0 0-20-16,0 0-31 0,0 0-33 0,0 0-30 15,9 0-26-15,-9 0-27 0,0 0-35 0,0 0-33 16,0 0-38-16,0 0-51 0,0 0-55 0,0 0-38 16,0 0-313-16,-19 8-834 0,19-8 369 0</inkml:trace>
          <inkml:trace contextRef="#ctx1" brushRef="#br1" timeOffset="-193307.78">6641 9946 11 0,'0'0'253'0,"-5"-4"0"0,5 4-10 0,0 0-3 16,-7-7-1-16,7 7-9 0,0 0-9 0,0 0-10 15,0 0-3-15,0 0-15 0,-6-3-7 0,6 3-9 16,0 0-5-16,0 0-5 0,0 0 6 0,0 0-15 16,0 0-9-16,0 0-4 0,0 0-3 0,0 0-5 15,0 0-2-15,0 0-6 0,0 0-2 0,0 0-5 16,0 0 7-16,0 0 2 0,0 0-2 0,0 0 6 16,0 0 2-16,0 0-2 0,0 0 2 0,0 0 3 15,0 0 2-15,0 0 10 0,0 0-12 0,0 0-1 16,0 0-13-16,0 0-9 0,0 0-13 0,0 0-10 15,27-4-12-15,-15 4 20 0,2-4-11 0,-3 4-10 16,7-3-6-16,0 2-6 0,1-1-5 0,-1-2-9 16,0 4 6-16,1 0-19 0,-2 0 3 0,-3 0-6 0,-3-2-6 15,3 0-26-15,-5 2 21 0,-2 0 2 0,-7 0-6 16,14 0-7-16,-14 0 2 0,9 0-4 16,-9 0 1-16,0 0-3 0,10 0 8 0,-10 0-11 0,0 0 8 15,0 0-15-15,0 0-17 0,0 0-8 0,10 0-13 16,-10 0-17-16,0 0-11 0,0 0-18 0,0 0-19 15,0 0-17-15,0 0-21 0,0 0-15 0,0 0-21 16,0 0-40-16,0 0-21 0,0 0-20 0,0 0-21 16,0 0-30-16,0 0-35 0,0 0-34 0,0 0-34 15,0 0-293-15,0 0-760 0,0 0 337 0</inkml:trace>
        </inkml:traceGroup>
        <inkml:traceGroup>
          <inkml:annotationXML>
            <emma:emma xmlns:emma="http://www.w3.org/2003/04/emma" version="1.0">
              <emma:interpretation id="{3358A4DB-9DE4-42ED-AA55-AA074134AEB9}" emma:medium="tactile" emma:mode="ink">
                <msink:context xmlns:msink="http://schemas.microsoft.com/ink/2010/main" type="inkWord" rotatedBoundingBox="8411,9261 10520,9426 10434,10536 8324,10371"/>
              </emma:interpretation>
              <emma:one-of disjunction-type="recognition" id="oneOf45">
                <emma:interpretation id="interp129" emma:lang="" emma:confidence="1">
                  <emma:literal/>
                </emma:interpretation>
              </emma:one-of>
            </emma:emma>
          </inkml:annotationXML>
          <inkml:trace contextRef="#ctx1" brushRef="#br1" timeOffset="-191480.9499">8502 9566 278 0,'0'0'341'0,"3"-10"0"0,-3 10-10 15,1-7 2-15,-1 7-1 0,1-8-2 0,-1 8-6 0,2-9-5 16,-2 9-3-16,0 0-10 0,3-9-6 0,-3 9-15 15,3-6-9-15,-3 6-18 0,0 0-8 0,0 0-15 16,1-8-20-16,-1 8-16 0,0 0-21 16,0 0-15-16,0 0-13 0,0 0-25 0,0 0-9 0,0 0-12 15,0 0-14-15,0 0-10 0,0 0-5 0,0 0-10 16,0 0-10-16,0 0-6 0,0 0-3 0,0 0-4 16,0 0-3-16,6 19 9 0,-3-9-3 0,1 0 4 15,-5 1-3-15,6 5 0 0,-1-2 16 0,-4 4-16 16,2 0 1-16,-1 0-5 0,4-1-2 0,-2 1-4 15,-2-1-2-15,1 0-3 0,-4-1-2 0,2 2-2 16,-1-1-4-16,1-1 0 0,0 2 4 0,-1-3-3 16,1-2-3-16,-2 0-11 0,1-2 5 0,1-1-3 15,0 3 4-15,0-6-4 0,0-7 6 0,-4 11-4 16,2-4-9-16,2-7-5 0,0 0 6 0,1 10 4 16,-1-10-18-16,0 0-13 0,-2 7-12 0,2-7-12 15,0 0-5-15,0 0-23 0,0 0-35 0,0 0-62 16,0 0-62-16,0 0-51 0,0 0-56 0,0 0-44 15,0 0-56-15,6-29-60 0,-5 22-356 0,2-3-925 16,-1 2 409-16</inkml:trace>
          <inkml:trace contextRef="#ctx1" brushRef="#br1" timeOffset="-191074.68">8395 9699 319 0,'0'0'336'0,"0"0"-7"0,-6-3 2 16,6 3-13-16,0 0-9 0,0 0-10 0,0 0-11 15,0 0-5-15,0 0-10 0,0 0-7 0,-11 2-16 16,11-2-13-16,0 0-19 0,0 0-13 0,0 0-12 16,0 0-12-16,0 0-12 0,0 0-20 0,0 0-14 15,0 0-7-15,0 0-14 0,36-5 6 0,-21 7-4 16,3-4 1-16,10 2-9 0,-7 0-3 0,-1 3-4 15,8-3-12-15,-7 0 2 0,2 1-1 0,5-1-2 16,-8 0-1-16,-2 1-3 0,-4-1-2 0,-1 1-14 16,-1-2-6-16,1 2-9 0,-4-1-5 0,-1 0 0 15,-8 0-1-15,13 0-13 0,-13 0 2 0,9 0-8 16,-9 0 3-16,8 2-5 0,-8-2-6 0,0 0 0 16,0 0-4-16,0 0 0 0,11-2-6 0,-11 2-12 15,0 0-7-15,0 0-15 0,0 0-14 0,0 0-15 16,0 0-20-16,0 0-19 0,8-1-26 0,-8 1-18 15,0 0-35-15,0 0-22 0,0 0-34 0,0 0-39 16,0 0-32-16,5-6-44 0,-5 6-46 0,0 0-29 16,8-4-304-16,-8 4-781 0,10-7 346 0</inkml:trace>
          <inkml:trace contextRef="#ctx1" brushRef="#br1" timeOffset="-190324.46">9294 9431 67 0,'-2'-9'313'0,"2"9"6"0,0 0-6 0,0 0-1 16,0 0-2-16,0 0-4 0,0 0 0 0,2-9-4 16,-2 9 2-16,0 0-1 0,0 0-8 0,0 0-2 15,0 0-7-15,0 0-8 0,-2-8-17 0,2 8-18 16,0 0-20-16,0 0-12 0,0 0-21 0,0 0-20 16,0 0-22-16,0 0-12 0,0 0-22 0,0 0-4 15,0 0-20-15,0 0-9 0,0 0-11 0,0 0-6 16,0 0-9-16,0 0 1 0,0 0-11 0,0 26 0 15,0-26 2-15,1 16-11 0,0-6-2 0,1 2-6 0,-1 4 2 16,-1-1-3-16,1 1-4 0,-1-1 0 16,2 1 0-16,-4 0-6 0,2-1-1 0,0 1 1 15,0-3-2-15,0-1-2 0,0 1-1 0,-1-1-2 16,1-1-1-16,-1 0 4 0,-1 0-6 0,2 0 4 0,0-3-5 16,0 0-3-16,0-8 5 0,2 14-1 0,-5-8-1 15,3-6-5-15,1 9-9 0,-1-9-14 0,0 0-21 16,0 10-21-16,0-10-26 0,0 0-22 0,0 0-24 15,0 7-27-15,0-7-24 0,0 0-29 0,0 0-43 16,0 0-40-16,0 0-53 0,0 0-45 0,0 0-29 16,0 0-289-16,0 0-774 0,2-29 342 15</inkml:trace>
          <inkml:trace contextRef="#ctx1" brushRef="#br1" timeOffset="-189730.8599">9096 9487 139 0,'0'0'329'15,"-6"-11"16"-15,3 5-23 0,3 6-7 0,-3-10-18 16,1 3-9-16,2 7-17 0,-1-13-7 0,1 13-10 16,4-12-25-16,-2 6-18 0,2-2-21 0,1 2-22 15,3 0-14-15,0-1-13 0,2 1-10 0,6-3 13 16,0 2-3-16,3-1-6 0,-1 4-7 0,-3-3-14 15,4 6-13-15,-1-3-5 0,1 2-5 0,2-1-10 16,-3 1-11-16,5 0-8 0,-2 2-4 0,7-2-3 16,-8 3-10-16,1 0 0 0,0 2-9 0,-4-1-1 15,0 2-9-15,-5-1-2 0,0-1-4 0,-1 3-3 0,-2 0 3 16,0 3-3-16,-2-1-5 0,1 0 2 16,-4 3 2-16,0 1 3 0,-2-2 13 0,0 3-7 15,-4 0 3-15,0 0 4 0,-5 4-1 0,0-1 2 16,-6 1 6-16,-1-1-7 0,-1 0 1 0,-6 3-5 0,3-5 3 15,-5 2-2-15,0-2-5 0,4-5 0 0,0-1-1 16,2 1-2-16,-1-1 0 0,8-4-2 16,-2 0 0-16,1-2 3 0,5 3-4 0,6-4 19 15,-14 3 15-15,9-3 7 0,5 0 8 0,0 0 5 0,-11 1-8 16,11-1-4-16,0 0 2 0,0 0-3 0,0 0-9 16,0 0-7-16,-9-3-5 0,9 3 0 15,0 0-7-15,0 0-6 0,0 0-2 0,0 0-6 0,0 0-3 16,0 0 0-16,0 0-5 0,32 5-2 0,-24-4 1 15,2 5 1-15,3-1-3 0,-1 2 0 0,3 0 1 16,-1 2 4-16,0-1-3 0,-1-1-1 0,-3-1-1 16,5 2 5-16,-3 0-7 0,0-2 0 0,-1 1 1 15,-2 0 1-15,0-1-3 0,1 1-3 0,-2-1 1 16,-2 0 4-16,-1-1 1 0,1-1-6 0,0-1 0 16,-1 1-4-16,-5-4-16 0,6 6-18 0,-6-6-28 15,5 5-31-15,-5-5-30 0,4 3-33 0,-4-3-40 16,0 0-33-16,0 0-23 0,9 3-49 0,-9-3-76 15,0 0-79-15,0 0-348 0,9-11-873 0,-5 5 387 16</inkml:trace>
          <inkml:trace contextRef="#ctx1" brushRef="#br1" timeOffset="-188971.07">9650 9713 278 0,'0'0'387'0,"0"0"3"0,0 0 5 16,0 0-12-16,0 0-11 0,0 0-11 0,0 0-15 0,0 0-11 15,0 0-18-15,0 0-23 0,0 0-16 0,0 0-29 16,0 0-25-16,0 0-25 0,0 0-22 16,0 0-19-16,0 0-17 0,0 0-16 0,7 1-13 15,-7-1-8-15,0 0-19 0,0 0-5 0,0 0-5 0,2 11-9 16,-2-11-2-16,0 9-6 0,0-9-11 0,-2 11-3 15,2-11-4-15,0 12-4 0,0-5-3 0,0-7-2 16,-1 12-3-16,1-12-6 0,0 13-13 0,0-13-8 16,1 9-7-16,-1-9-12 0,-2 8-4 0,2-8-3 15,0 0-3-15,1 7-3 16,-1-7 5-16,0 0 1 0,0 0 5 0,4 5 4 16,-4-5 4-16,0 0 0 0,0 0 2 0,0 0 2 0,19-10 5 15,-13 5-3-15,2-1 1 0,0-1 11 0,0-1 5 16,0 1 4-16,1 0 9 0,-1 0 2 15,-3 2 9-15,4-2 1 0,-3 0 6 0,1 0 3 16,-2 1 1-16,0 2 3 0,0 0-2 0,-5 4 0 0,9-7 0 16,-5 5-2-16,-4 2-2 0,6-5-11 0,-6 5-5 15,0 0-2-15,7-4-5 0,-7 4-7 0,0 0 1 16,0 0-3-16,0 0-3 0,0 0 3 16,12 9-2-16,-12-9-2 0,3 5-2 0,-3-5-2 0,3 10-1 15,-2-4 0-15,2-1 3 0,-3-5-2 0,1 10 2 16,-1-10-7-16,4 8 0 0,-4-8-10 0,1 6-5 15,-1-6 0-15,3 6-1 0,-3-6-3 0,0 0 5 16,0 0 2-16,3 6 0 0,-3-6 6 0,0 0 2 16,0 0 3-16,0 0 3 0,8 2-1 0,-8-2-4 15,0 0 2-15,0 0 3 0,15-9 0 0,-11 5-3 16,2 1 0-16,0-3 1 0,-1 3 1 0,0-2-2 16,1 2 7-16,-6 3 2 0,9-9 6 0,-4 7 3 15,-5 2 0-15,8-5 2 0,-8 5-1 0,5-3 4 16,-5 3-11-16,0 0-1 0,10-4 0 0,-10 4-2 15,0 0-3-15,0 0-1 0,0 0-3 0,13 7 0 16,-9-5 1-16,-4-2 0 0,6 9-1 0,-3-4 2 16,2 0-1-16,-1-1-1 0,-2 1 1 0,2 1 1 15,-4-6-1-15,8 9 0 0,-6-5-3 0,1 1 5 16,-3-5-1-16,3 8 7 0,-3-8-7 0,4 6-3 16,-4-6 2-16,4 6-1 0,-4-6-10 0,4 5-10 15,-4-5-14-15,0 0-21 0,0 0-23 0,0 0-26 16,4 6-30-16,-4-6-38 0,0 0-43 0,0 0-37 0,0 0-44 15,0 0-50-15,0 0-45 0,0 0-44 16,0 0-274-16,0 0-768 0,0 0 340 0</inkml:trace>
          <inkml:trace contextRef="#ctx1" brushRef="#br1" timeOffset="-188471.19">9145 10078 143 0,'0'0'291'0,"0"0"-20"16,0 0-19-16,0 0-14 0,0 0-17 0,0 0-12 15,0 0-6-15,0 0-15 0,0 0-5 0,0 0-15 16,0 0-14-16,0 0-4 0,0 0-12 0,0 0 9 16,16-8-18-16,-16 8 2 0,0 0 0 0,0 0 10 15,0 0-9-15,0 0 4 0,0 0 7 0,0 0 4 16,0 0 2-16,0 0 7 0,0 0 4 0,0 0 4 16,0 0 1-16,0 0 1 0,0 0 0 0,0 0 0 0,0 0-3 15,0 0-5-15,0 0-8 0,0 0-11 0,11 0-13 16,-11 0-5-16,14-2-3 0,0 1 6 15,5-2-9-15,1 2 5 0,9-1-4 0,5-2-26 16,2 0 0-16,16 0-5 0,7 0-1 0,-2 3 0 0,4-4-9 16,1-2-14-16,5 1-7 0,-3 4 2 0,2-3-8 15,-1 1 2-15,-5-1 7 0,-5 6 5 0,-18-1-10 16,-1 2 2-16,-3-2-25 0,-4-2 9 0,-9 2 2 16,-1 0-6-16,-6 2-1 0,-1-2-10 0,-3-2-3 15,-1 2-3-15,-8 0-17 0,15-1-15 0,-15 1-25 16,8 1-31-16,-8-1-35 0,0 0-33 0,0 0-32 15,5-4-34-15,-5 4-42 0,0 0-40 0,0 0-46 16,0 0-63-16,0 0-71 0,-26 2-458 0,15-2-1002 16,0-1 444-16</inkml:trace>
          <inkml:trace contextRef="#ctx1" brushRef="#br1" timeOffset="-186479">10204 9499 296 0,'0'0'354'0,"0"0"8"0,0 0-6 0,0 0-21 0,0 0-15 16,0 0-22-16,5-14-11 0,-5 14-13 0,0 0-14 15,4-4-15-15,-4 4-12 0,0 0-13 0,8-2-17 16,-8 2-17-16,0 0-6 0,0 0-10 15,19 2-11-15,-13-1-9 0,5 2-12 0,0 0-5 0,1 3-7 16,3 5-3-16,0 2 0 0,2 0-3 0,2 5 5 16,2 3 2-16,-2 3 3 0,-1 1-5 0,-2 2-3 15,-3-1 4-15,-1 3 6 0,-1 3-1 0,-2 0 14 16,-1 3-16-16,-4-2-5 0,-2 2 11 0,2 11-17 16,-6-12-1-16,-2 1-11 0,-3-2-11 0,-2 1-1 15,-1 1-4-15,-7 8-12 0,3-12-7 0,-1 0-8 16,-3 1 1-16,1-1-7 0,1-2-21 0,-2-1-36 15,-1-1 0-15,1-3 0 0,0 0 0 0,0-5 0 16,7-3 0-16,0-1 0 0,-1-2 0 0,3 0 0 16,2-5 0-16,1 1 0 0,-2-1 0 0,4-1 0 0,2-3 0 15,-3 0 0-15,5-4 0 0,-7 6 0 16,7-6 0-16,-4 5 0 0,4-5 0 0,-3 4 0 16,3-4 0-16,0 0 0 0,0 0 0 0,0 0 0 15,0 0 0-15,0 0-149 0,0 0-78 0,0 0-57 0,0 0-59 16,0 0-50-16,0 0-46 0,9-20-64 0,-6 12-56 15,1 0-324-15,1-1-956 0,1-2 424 16</inkml:trace>
        </inkml:traceGroup>
      </inkml:traceGroup>
      <inkml:traceGroup>
        <inkml:annotationXML>
          <emma:emma xmlns:emma="http://www.w3.org/2003/04/emma" version="1.0">
            <emma:interpretation id="{439EB069-8F15-4D7B-A9FB-2183519CCBEA}" emma:medium="tactile" emma:mode="ink">
              <msink:context xmlns:msink="http://schemas.microsoft.com/ink/2010/main" type="line" rotatedBoundingBox="6483,9998 10069,10170 10041,10766 6455,10594"/>
            </emma:interpretation>
          </emma:emma>
        </inkml:annotationXML>
        <inkml:traceGroup>
          <inkml:annotationXML>
            <emma:emma xmlns:emma="http://www.w3.org/2003/04/emma" version="1.0">
              <emma:interpretation id="{BE0A925E-3202-4D48-86FD-BD2077C973E4}" emma:medium="tactile" emma:mode="ink">
                <msink:context xmlns:msink="http://schemas.microsoft.com/ink/2010/main" type="inkWord" rotatedBoundingBox="6483,10008 7985,10080 7956,10666 6455,10594"/>
              </emma:interpretation>
              <emma:one-of disjunction-type="recognition" id="oneOf46">
                <emma:interpretation id="interp130" emma:lang="" emma:confidence="0.5">
                  <emma:literal>AA</emma:literal>
                </emma:interpretation>
                <emma:interpretation id="interp131" emma:lang="" emma:confidence="0">
                  <emma:literal>ALA</emma:literal>
                </emma:interpretation>
                <emma:interpretation id="interp132" emma:lang="" emma:confidence="0">
                  <emma:literal>A</emma:literal>
                </emma:interpretation>
                <emma:interpretation id="interp133" emma:lang="" emma:confidence="0">
                  <emma:literal>AZA</emma:literal>
                </emma:interpretation>
                <emma:interpretation id="interp134" emma:lang="" emma:confidence="0">
                  <emma:literal>ACA</emma:literal>
                </emma:interpretation>
              </emma:one-of>
            </emma:emma>
          </inkml:annotationXML>
          <inkml:trace contextRef="#ctx1" brushRef="#br1" timeOffset="-198661.49">6584 10141 208 0,'0'0'377'0,"0"0"2"0,0 0 5 16,0 0-2-16,0 0-4 0,9-20-2 0,-9 20-2 16,5-7-7-16,-5 7-5 0,6-4-4 0,-6 4-9 15,0 0-12-15,3-7-12 0,-3 7-14 0,0 0-18 16,0 0-5-16,4-5-18 0,-4 5-17 0,0 0-14 15,0 0-20-15,0 0-22 0,5-5-15 0,-5 5-20 0,0 0-17 16,0 0-12-16,0 0-19 0,0 0-11 0,0 0-9 16,0 0-12-16,0 0 0 0,0 0-16 15,0 0-64-15,-3 20-2 0,1-11 0 0,0 1 0 0,-3 1 0 16,0 5 0-16,0-2 0 0,-1 3 0 0,0-1 0 16,0 2 0-16,-1-2 0 0,-3 1 0 0,4 0 0 15,-3 0 0-15,-2-1 0 0,3-1 0 0,-2 0 0 16,0-2 0-16,3-2 0 0,-1-3 0 0,3 1 0 15,0-1 0-15,0-4 0 0,3 1 0 0,2-5 0 16,-4 8 0-16,4-8 0 0,0 0 0 0,-4 6 0 16,4-6 0-16,0 0 0 0,0 0 0 0,0 0 0 15,0 0 0-15,9-22 0 0,-6 13 0 0,3-1 0 16,0-6 0-16,3 1 0 0,-2 0 0 0,1-1 0 0,-1-4 0 16,-1-5 0-16,2 8 0 0,-2-2 0 15,1 0 0-15,0-6 0 0,-2 9 0 0,1 2 0 16,1-3 0-16,-2 2 0 0,-1 3 0 0,0 3 0 0,0-2 0 15,4 3 0-15,-6-1 0 0,2 3 0 0,-2-1 0 16,-2 7 0-16,3-10 0 0,-3 10 0 0,4-4 0 16,-4 4 0-16,0 0 0 0,4-7 0 15,-4 7 0-15,0 0 0 0,0 0 0 0,0 0 0 0,9 14 0 16,-5-6 0-16,-1 4 0 0,2-1 0 0,-1 3 0 16,-1 2 0-16,2-2 0 0,-1 3 0 0,-2 1 0 15,4 0 0-15,-5 0 0 0,5 0 0 0,-3 0 0 16,0 1 0-16,1-2 0 0,1-2 0 0,-3-2 0 15,0-1 0-15,2 1 0 0,0-2 0 0,-4 1 0 16,2-2 0-16,0 0 0 0,-1-4 0 0,0 2 0 16,-1-8 0-16,2 10 0 0,0-6 0 0,-2-4 0 15,1 7 0-15,-1-7 0 0,0 0 0 0,0 0-162 16,0 0-113-16,0 0-38 0,0 0-50 0,0 0-33 16,0 0-36-16,0 0-45 0,-6-25-31 0,5 18-370 15,-3-2-951-15,-2 0 421 0</inkml:trace>
          <inkml:trace contextRef="#ctx1" brushRef="#br1" timeOffset="-198458.4099">6547 10276 134 0,'-12'0'257'15,"12"0"16"-15,-11-1 8 0,11 1 4 0,-8-1 1 0,8 1 14 16,0 0 9-16,-13 0 4 0,13 0 8 0,0 0 8 16,-7 1 4-16,7-1 2 0,0 0-12 0,0 0-19 15,0 0-22-15,0 0-25 0,0 0-21 16,0 0-25-16,0 0-20 0,0 0-19 0,0 0-18 0,32 1-37 15,-20-2-38-15,6 0-48 0,1 1-54 0,-1 0-61 16,0-2-49-16,1 1-69 0,2-1-53 0,-1 2-59 16,-3-1-66-16,5 1-50 0,-5-2-286 0,1 0-774 15,1 1 342-15</inkml:trace>
          <inkml:trace contextRef="#ctx1" brushRef="#br1" timeOffset="-197427.4">7297 10190 96 0,'1'-9'463'0,"-1"9"8"0,0 0 20 0,1-8 4 15,-1 8-14-15,0 0-26 0,0 0-21 0,0 0-29 16,0-9-19-16,0 9-25 0,0 0-24 0,0 0-31 15,0 0-27-15,0 0-27 0,0 0-33 0,0 0-15 0,0 0-29 16,0 0-22-16,0 0-18 0,0 0-6 16,0 0-14-16,-10 19-10 0,9-10-8 0,-2 0-6 15,1 3-10-15,-3-1-14 0,1 1 7 0,-1 3-18 0,1 2-5 16,0-3 0-16,-2 1 8 0,0-2-22 0,2 2 0 16,0-1-5-16,-1-1-6 0,-1-2-3 0,1 0 0 15,-1 0 1-15,0-1-16 0,2-1-8 16,0-1-3-16,0-3 1 0,0 1 0 0,2-1-2 0,2-5-4 15,-6 4 2-15,6-4 0 0,-3 7 15 0,3-7-3 16,0 0-6-16,0 0 6 0,0 0 2 0,0 0 3 16,0 0 1-16,2-23-4 0,-1 12 2 0,5-6-1 15,-1-1 5-15,4-6-5 0,1-1 3 0,-1 0-6 16,0 1 5-16,0-1-8 0,1-1 3 0,-1 4 15 16,-3 4 5-16,4-1 6 0,-2 3 4 0,-1-1 5 15,-1 6 1-15,0-3 10 0,2 8-4 0,-3-4-48 16,-1 4 0-16,-1 0 0 0,-1 0 0 0,-2 6 0 15,5-8 0-15,-5 8 0 0,3-6 0 0,-3 6 0 16,5-6 0-16,-5 6 0 0,0 0 0 0,0 0 0 16,0 0 0-16,9 18 0 0,-5-7 0 0,-2 0 0 15,2 5 0-15,0 2 0 0,0 0 0 0,-1 1 0 16,0-1 0-16,1 2 0 0,-3-4 0 0,2 9 0 0,-2-7 0 16,2-2 0-16,-1 1 0 0,-1-1 0 0,1-5 0 15,-1 2 0-15,2-1 0 0,-2-1 0 16,-1 0 0-16,1 0 0 0,1-2 0 0,0-2 0 15,-2 0 0-15,2-1 0 0,-2-6 0 0,2 10 0 0,-2-10 0 16,1 7 0-16,-1-7 0 0,0 0 0 0,3 6-79 16,-3-6-62-16,0 0-22 0,0 0-37 0,0 0-40 15,0 0-54-15,0 0-31 0,0 0-32 0,0 0-34 16,0 0-41-16,7-22-35 0,-7 22-29 0,-1-12-272 16,0 5-832-16,1 7 368 0</inkml:trace>
          <inkml:trace contextRef="#ctx1" brushRef="#br1" timeOffset="-197224.32">7269 10318 123 0,'0'0'393'0,"0"0"29"0,0 0 30 0,-5 4 24 16,5-4 13-16,0 0-9 0,0 0-15 0,0 0-17 16,0 0-12-16,0 0-39 0,0 0-37 0,0 0-32 15,0 0-31-15,0 0-34 0,0 0-41 0,0 0-51 16,32-4-39-16,-21 4-64 0,2 0-73 0,-2-2-80 15,7-2-93-15,-6 2-83 0,-2 0-80 0,1 1-82 16,-2 1-87-16,-1-1-261 0,-8 1-833 0,15-5 369 16</inkml:trace>
          <inkml:trace contextRef="#ctx1" brushRef="#br1" timeOffset="-174751.71">6852 10337 43 0,'0'0'190'15,"0"0"-4"-15,0 0-1 0,0 0-1 0,0 0-4 16,0 0-2-16,0 0-1 0,0 0-9 0,0 0-5 16,0 0-6-16,0 0-6 0,0-8-2 0,0 8-1 15,0 0-6-15,0 0 1 0,0 0-4 0,0 0 8 16,0 0-8-16,0 0 1 0,0 0-5 0,0 0-9 16,0 0 1-16,0 0 0 0,0 0-9 0,0 0 2 0,0 0-15 15,0 0-7-15,0 0-5 0,0 0-11 16,0 0-4-16,0 0-4 0,0 0-14 0,0 0-4 15,0 0-11-15,0 0 1 0,0 0-12 0,0 0-2 0,0 0-9 16,0 0 1-16,0 0-4 0,0 0 3 0,0 0-6 16,0 0 5-16,0 0-7 0,6 25-1 0,-6-18-3 15,0-7-2-15,-1 13 2 0,1-6-4 16,-1 0 3-16,1-7 4 0,-1 15-7 0,1-6 3 0,-2-3-3 16,1 2 4-16,1-8-4 0,-3 16 11 0,1-9-7 15,1 2-1-15,0-1-10 0,1 0 9 0,-3 0-7 16,3-8 4-16,-1 17 9 0,-1-11-10 0,4 3 2 15,-2-9-2-15,-2 15-6 0,2-9 12 0,-1 1-12 16,1-7-1-16,0 13 5 0,0-13 1 0,-1 10 4 16,1-10-6-16,-1 6-4 0,1-6 4 0,0 10 0 15,0-10-1-15,-2 8 3 0,2-8 4 0,0 0 3 16,0 0-7-16,0 0-3 0,0 9 9 0,0-9 1 16,0 0 7-16,0 0 1 0,0 0 11 0,2 9-2 15,-2-9 18-15,0 0-9 0,0 0 1 0,0 0 2 16,5 2 7-16,-5-2-1 0,0 0 8 0,6 3-4 15,-6-3-1-15,9 2 3 0,-9-2 4 0,9 0 1 16,-9 0-3-16,10-2-1 0,-10 2 6 0,14 0 0 16,-7 0-1-16,-7 0-6 0,19-1 2 0,-9 2-3 0,0-1-4 15,2-1-2-15,-5 1 0 0,4 0-4 16,-1 0 0-16,-3 0-2 0,-7 0 2 0,15 0-8 16,-8-2 3-16,-7 2-4 0,10 0 2 0,-10 0-1 0,0 0 0 15,12-2 1-15,-12 2 5 0,0 0-4 0,10 0 6 16,-10 0 2-16,0 0-6 0,0 0 2 0,8 2 1 15,-8-2-2-15,0 0-4 0,0 0-5 16,0 0-1-16,0 0 3 0,0 0-11 0,0 0-5 0,0 0-2 16,0 0-8-16,0 0 9 0,0 0-2 0,0 0-5 15,0 0 1-15,0 0-5 0,0 0-15 0,0 0-3 16,0 0-6-16,9-2-13 0,-9 2-19 0,0 0-22 16,0 0-28-16,0 0-28 0,0 0-35 0,0 0-42 15,0 0-26-15,0 0-28 0,0 0-33 0,0 0-47 16,0 0-71-16,0 0-74 0,0 0-249 0,0 0-796 15,0 0 352-15</inkml:trace>
          <inkml:trace contextRef="#ctx1" brushRef="#br1" timeOffset="-194818.53">7717 10417 30 0,'0'0'259'0,"0"0"-5"0,0 0-5 0,0 0-4 15,0 0-6-15,0 0-5 0,0 0-7 0,0 0 4 16,0 0-17-16,0 0-9 0,0 0-4 0,0 0-6 0,0 0-3 15,-1-8-10-15,1 8-9 0,0 0 12 0,0 0-6 16,0 0-1-16,0 0-4 0,0 0-5 0,5-12-6 16,-5 12-6-16,0 0-16 0,4-7-2 0,-4 7-15 15,0 0-1-15,5-6-10 0,-5 6-11 0,5-8-11 16,-1 6-8-16,-4 2-8 0,10-5-9 0,-3 3-6 16,-2-1-3-16,-5 3-9 0,10-1-4 0,-10 1-4 15,13-1-10-15,-13 1 0 0,10 0-2 0,-10 0-2 16,13 2-6-16,-8 1-2 0,0-1-1 0,0 2-3 15,0 1-2-15,0-1 0 0,2 1-2 0,-5 0-4 16,2 1 2-16,-3 0 0 0,2 0-3 0,-3-6-3 16,3 12 7-16,-3-6-4 0,0-6 0 0,-2 12-1 15,2-12-1-15,-4 14 1 0,2-7 0 0,-3-1 0 16,1 1 2-16,-2-2-1 0,-1 1 0 0,1-1-1 16,-2 0-3-16,1-1 2 0,-1 1 3 0,1-1-1 15,0-1 1-15,7-3 2 0,-12 3-5 0,12-3 4 16,-9 1 0-16,9-1 11 0,-9 1-10 0,9-1 3 15,0 0 1-15,-11 2-1 0,11-2 0 0,0 0 0 0,0 0-2 16,-8-6 1-16,8 6-4 0,-2-8 3 16,2 8-4-16,-3-9 4 0,3 9 2 0,-1-11-3 15,1 11-3-15,-2-9 7 0,2 9-7 0,-1-9 5 16,1 9 1-16,0-8 5 0,0 8-4 0,0 0 6 0,0-10 2 16,0 10 0-16,0 0 3 0,0 0-3 0,-2-8 0 15,2 8-5-15,0 0-5 0,0 0-1 0,0 0-5 16,0 0-1-16,0 0-3 0,0 0-1 0,0 0 0 15,0 0 0-15,0 0 0 0,0 0 2 0,0 0-3 16,0 0 1-16,0 0 1 0,0 0 0 0,0 0 0 16,2 27 0-16,-2-27-5 0,-1 10-12 0,1-10-4 15,-1 8-2-15,1-8-3 0,0 9 4 0,0-9-2 16,0 0-2-16,1 8 0 0,-1-8-2 0,0 0 3 16,1 8 2-16,-1-8 1 0,0 0 7 0,5 3-6 15,-5-3 8-15,0 0 0 0,13-2 5 0,-13 2-3 16,13-4 4-16,-7 1 1 0,-6 3 10 0,12-4 10 15,-5 1 0-15,0 1 3 0,-1-2 8 0,1 0 5 16,-1 1 8-16,-6 3 2 0,11-5 2 0,-7 3 7 16,-4 2-6-16,8-3 0 0,-8 3 0 0,6-3-5 15,-6 3-3-15,0 0-11 0,9-3 0 0,-9 3-3 16,0 0-3-16,0 0-2 0,0 0-1 0,9 9-2 16,-6-6 0-16,-3-3-2 0,5 7-5 0,-4-1 1 0,-1-6 1 15,6 8 0-15,-3-2-3 0,1 0 0 0,0-1 3 16,1-2-6-16,0 3-4 0,2 2-21 15,0-4-22-15,-1 1-18 0,1 1-25 0,-1-2-23 16,-1-1-33-16,3 2-29 0,-2-3-22 0,-6-2-34 0,11 3-24 16,-7-1-41-16,-4-2-44 0,0 0-44 0,10-7-39 15,-10 7-264-15,0 0-740 0,-2-16 328 0</inkml:trace>
        </inkml:traceGroup>
        <inkml:traceGroup>
          <inkml:annotationXML>
            <emma:emma xmlns:emma="http://www.w3.org/2003/04/emma" version="1.0">
              <emma:interpretation id="{A5CC5691-D30E-4763-8979-7748678CB30C}" emma:medium="tactile" emma:mode="ink">
                <msink:context xmlns:msink="http://schemas.microsoft.com/ink/2010/main" type="inkWord" rotatedBoundingBox="9361,10136 10069,10170 10046,10651 9338,10617"/>
              </emma:interpretation>
              <emma:one-of disjunction-type="recognition" id="oneOf47">
                <emma:interpretation id="interp135" emma:lang="" emma:confidence="0.5">
                  <emma:literal>AZ</emma:literal>
                </emma:interpretation>
                <emma:interpretation id="interp136" emma:lang="" emma:confidence="0">
                  <emma:literal>As</emma:literal>
                </emma:interpretation>
                <emma:interpretation id="interp137" emma:lang="" emma:confidence="0">
                  <emma:literal>Azz</emma:literal>
                </emma:interpretation>
                <emma:interpretation id="interp138" emma:lang="" emma:confidence="0">
                  <emma:literal>Aa</emma:literal>
                </emma:interpretation>
                <emma:interpretation id="interp139" emma:lang="" emma:confidence="0">
                  <emma:literal>AZA</emma:literal>
                </emma:interpretation>
              </emma:one-of>
            </emma:emma>
          </inkml:annotationXML>
          <inkml:trace contextRef="#ctx1" brushRef="#br1" timeOffset="-188096.25">9425 10260 301 0,'0'0'447'0,"0"0"14"15,0 0 4-15,0 0-10 0,0 0-14 0,0 0-18 16,0 0-24-16,0 0-24 0,10-22-21 0,-10 22-35 15,0 0-24-15,0 0-33 0,0 0-28 0,0 0-20 16,0 0-28-16,0 0-20 0,0 0-18 0,0 0-15 16,0 0-6-16,0 0-11 0,0 30-3 0,-4-19-4 15,2 1-10-15,-2 5-6 0,0 0-8 0,1 0-10 16,-1-2-2-16,1 2-10 0,-1-2-8 0,-1-3-9 16,-2 3 2-16,2 1-3 0,1-4-7 0,-1 1-18 15,0-3-27-15,0 0-28 0,0-1-39 0,0 0-49 16,1-1-45-16,-1 1-46 0,4-3-43 0,1-6-27 15,-4 6-25-15,4-6-14 0,-3 7-14 0,3-7-9 16,0 0-48-16,0 0-18 0,0 0-255 0,0 0-722 16,0 0 319-16</inkml:trace>
          <inkml:trace contextRef="#ctx1" brushRef="#br1" timeOffset="-187760.05">9457 10217 313 0,'6'-9'331'0,"3"0"10"0,0 2 11 0,1-4-2 0,0 5 1 16,-1-2-2-16,-1 3-5 0,1 2-6 16,-3 0-12-16,-1-2-18 0,1 2-27 0,-6 3-26 15,9-2-23-15,-9 2-21 0,11 0-11 0,-11 0-5 16,9 8-4-16,-3-1-8 0,1 2 6 0,-2 2-3 0,-1 0-9 16,-1 6-7-16,3-1-3 0,-2 1-5 0,-2 1-11 0,1-2 1 0,-2 2-21 15,2 0-14-15,-5-1-11 0,4-2-6 16,0 2-11-16,-2-2-7 0,-2 1-10 0,2-3 6 0,0-1-25 15,-2 0-1-15,2 0-2 0,0 0-7 0,-1 0-11 16,1-1 11-16,-3-2-16 0,3-1 8 0,2 1-20 16,-1-1-10-16,-1-8-24 0,1 12-11 0,1-7-19 15,-2-5-20-15,3 11-21 0,-3-11-26 0,4 6-30 16,-4-6-38-16,4 4-33 0,-4-4-30 0,0 0-38 16,0 0-47-16,11-2-32 0,-11 2-32 0,0 0-23 15,7-8-13-15,-7 8-15 0,1-11-236 0,-1 11-739 16,-1-13 328-16</inkml:trace>
          <inkml:trace contextRef="#ctx1" brushRef="#br1" timeOffset="-187525.63">9462 10425 319 0,'0'0'337'0,"-14"-2"20"0,9 0 29 0,5 2 14 16,-12-3 14-16,12 3 8 0,-10-1 0 0,10 1-2 0,0 0-6 15,-9-1 5-15,9 1-27 0,0 0-2 16,0 0-26-16,0 0-32 0,-4-5-25 0,4 5-43 15,0 0-21-15,0 0-21 0,17-7-27 0,-6 6-20 16,1-2-18-16,1 0-7 0,-1 1-28 0,1 1-30 0,5-1-33 16,-5-1-33-16,2 1-26 0,-2 1-43 15,0 1-41-15,1-1-38 0,-3 0-39 0,3-1-44 0,-2 0-51 16,0 0-41-16,0 0-40 0,-2 2-41 0,-1 0-57 16,-9 0-54-16,16-1-344 0,-7 0-901 0,-1 0 399 15</inkml:trace>
          <inkml:trace contextRef="#ctx1" brushRef="#br1" timeOffset="-186994.5">9762 10471 109 0,'0'0'408'0,"0"0"6"0,0 0 2 0,7 1-15 16,-7-1-21-16,0 0-25 0,0 0-24 0,0 0-15 15,0 0-17-15,0 0-17 0,10-10-23 0,-10 10-21 16,0 0-19-16,6-5-19 0,-6 5-16 0,4-7-25 16,-4 7-13-16,6-2-19 0,-6 2-7 0,9-2-17 15,-9 2-10-15,0 0-10 0,10-3-7 0,-10 3-10 0,7-1-9 16,-7 1-6-16,0 0-7 0,12 1-3 16,-12-1-7-16,0 0-3 0,8 4-3 0,-8-4-8 15,7 3 3-15,-7-3-4 0,5 5-4 0,-5-5-1 16,4 6-2-16,-4-6 0 0,2 8-4 0,-2-8 8 0,2 11 3 15,-1-4-4-15,-1 1 1 0,0-8-2 16,-3 15 2-16,2-9-2 0,-2 2 4 0,0 3-3 0,-4-1 1 16,2-1-2-16,0-3-1 0,-1 5-1 0,-1-4-3 15,1 1-1-15,1-1 1 0,1-2-1 0,-2 1 2 16,3-1 7-16,3-5 13 0,-6 9 12 0,3-5 11 16,3-4 12-16,-3 7 14 0,3-7 16 0,0 0 22 15,0 0-2-15,-2 7 9 0,2-7 5 0,0 0 6 16,0 0 0-16,0 0 0 0,10 3-3 0,-10-3-8 15,13-2-5-15,-13 2-9 0,17-4-110 0,-6 4 0 16,2-3 0-16,-2-1 0 0,2 4 0 0,-3 0 0 16,1-2 0-16,1 0 0 0,0-1 0 0,-1 1 0 15,-2 0 0-15,-2-1 0 0,2 2 0 0,-2-1 0 16,-7 2 0-16,13-4 0 0,-8-1 0 0,3 3 0 16,-8 2 0-16,14-2-95 0,-8 0-202 0,1 0-56 15,-7 2-34-15,14-5-37 0,-9 4-47 0,0-6-47 16,0 4-423-16,0-2-1020 0,0-2 451 0</inkml:trace>
        </inkml:traceGroup>
      </inkml:traceGroup>
    </inkml:traceGroup>
    <inkml:traceGroup>
      <inkml:annotationXML>
        <emma:emma xmlns:emma="http://www.w3.org/2003/04/emma" version="1.0">
          <emma:interpretation id="{3671894F-0B18-40A0-BECF-8CB7CC2BE186}" emma:medium="tactile" emma:mode="ink">
            <msink:context xmlns:msink="http://schemas.microsoft.com/ink/2010/main" type="paragraph" rotatedBoundingBox="1776,13006 15909,13803 15859,14686 1726,1388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8E1CDCB-962E-407E-9BE7-DEBC1786C906}" emma:medium="tactile" emma:mode="ink">
              <msink:context xmlns:msink="http://schemas.microsoft.com/ink/2010/main" type="inkBullet" rotatedBoundingBox="1756,13362 2625,13411 2610,13680 1741,13631"/>
            </emma:interpretation>
            <emma:one-of disjunction-type="recognition" id="oneOf48">
              <emma:interpretation id="interp140" emma:lang="" emma:confidence="0">
                <emma:literal>→</emma:literal>
              </emma:interpretation>
            </emma:one-of>
          </emma:emma>
        </inkml:annotationXML>
        <inkml:trace contextRef="#ctx0" brushRef="#br0" timeOffset="71256.6029">1754 13507 168 0,'0'0'290'0,"0"0"-18"0,0 0-16 16,0 0-18-16,0 0-18 0,0 0-14 0,0 0-12 16,0 0-11-16,0 0-17 0,0 0-9 0,0 0-14 0,0 0 2 15,0 0-13-15,0 0-6 0,-5 3-6 0,5-3-3 16,0 0-1-16,0 0 4 0,0 0-6 15,0 0-6-15,0 0 14 0,0 0 2 0,0 0 6 0,0 0-1 16,0 0 9-16,0 0-5 0,0 0-4 0,0 0-2 16,0 0-11-16,0 0 2 0,0 0-6 0,0 0-5 15,0 0-11-15,0 0-1 0,0 0-7 0,0 0-6 16,0 0-2-16,0 0-2 0,0 0-3 0,0 0 4 16,0 0 0-16,0 0 7 0,0 0 2 0,0 0-3 15,0 0-2-15,0 0-3 0,0 0-10 0,0 0-8 16,40-3-5-16,-25-2-6 0,15 3-5 0,8 0-3 15,5 1-6-15,2-1 3 0,2 0-6 0,3-4-8 16,-1 2 1-16,5 4-6 0,-4-3 1 0,0 3 3 16,-4-2-6-16,-2 1-6 0,-5 1 3 0,-7 1-2 15,-7-2 0-15,0 2-6 0,-1-2 2 0,-5 2 3 16,-5-1-2-16,0 0 0 0,-4 0-2 0,-1 0-5 16,-9 0 4-16,13 0 4 0,-13 0-9 0,10 0 3 15,-10 0 0-15,7 2 0 0,-7-2 5 0,0 0-1 16,0 0-6-16,8 0 2 0,-8 0-9 0,0 0-13 15,0 0-27-15,0 0-22 0,0 0-25 0,0 0-20 16,12 0-25-16,-12 0-14 0,0 0-23 0,0 0-19 16,0 0-23-16,0 0-12 0,0 0-10 0,0 0-9 0,0 0-15 15,0 0-4-15,0 0 1 0,0 0 5 0,0 0 5 16,0 0 8-16,-19-8 19 0,19 8 4 0,-11-2 25 16,4 1 22-16,-2-1 9 0,9 2 28 0,-11-6 20 15,11 6 31-15,-9-1 42 0,9 1 17 0,-9-5 35 16,7 2 32-16,2 3 22 0,-6-5 27 0,6 5 19 15,-6-5 16-15,6 5 15 0,-4-4 12 0,4 4 23 16,-3-5 11-16,3 5 7 0,-6-6-2 0,6 1-2 16,0 5 3-16,0 0-1 0,0 0-3 0,0-7-6 15,0 7 5-15,0 0-7 0,-1-7-4 0,1 7-2 16,-4-3-6-16,4 3-9 0,0 0-4 0,0 0-9 16,0 0 2-16,0 0-18 0,0 0-11 0,0 0-15 15,0 0-14-15,0 0-4 0,0 0-13 0,0 0-10 16,0 0 0-16,0 0 1 0,11 13 5 0,-4-7-11 15,3 3-5-15,3 2 2 0,0-4-5 0,0 2-4 16,-5 3 1-16,4-4-8 0,-4 4 6 0,0-1-5 0,-3 0 1 16,0-2-7-16,-3-1-2 0,-2 2-6 0,0 0 5 15,-2 2-6-15,-4 0-3 0,-3-3 4 16,-6 1 3-16,-4 4-11 0,3-8-11 0,-8 10-41 16,1-10-40-16,6-4-50 0,-6 6-49 0,3-1-63 0,1-4-42 15,1-2-53-15,5 3-46 0,-6-2-60 0,12-2-57 16,-4 3-336-16,5-3-901 0,6 0 399 0</inkml:trace>
      </inkml:traceGroup>
      <inkml:traceGroup>
        <inkml:annotationXML>
          <emma:emma xmlns:emma="http://www.w3.org/2003/04/emma" version="1.0">
            <emma:interpretation id="{EFD19B04-6BD4-4CD4-BBCB-DA509F23757E}" emma:medium="tactile" emma:mode="ink">
              <msink:context xmlns:msink="http://schemas.microsoft.com/ink/2010/main" type="line" rotatedBoundingBox="3165,13085 15909,13803 15859,14686 3115,13967"/>
            </emma:interpretation>
          </emma:emma>
        </inkml:annotationXML>
        <inkml:traceGroup>
          <inkml:annotationXML>
            <emma:emma xmlns:emma="http://www.w3.org/2003/04/emma" version="1.0">
              <emma:interpretation id="{FBB147F1-95F3-4243-8EDD-C2FA5767FA51}" emma:medium="tactile" emma:mode="ink">
                <msink:context xmlns:msink="http://schemas.microsoft.com/ink/2010/main" type="inkWord" rotatedBoundingBox="3165,13085 5588,13221 5543,14009 3121,13872"/>
              </emma:interpretation>
              <emma:one-of disjunction-type="recognition" id="oneOf49">
                <emma:interpretation id="interp141" emma:lang="" emma:confidence="0.5">
                  <emma:literal>Applies</emma:literal>
                </emma:interpretation>
                <emma:interpretation id="interp142" emma:lang="" emma:confidence="0.5">
                  <emma:literal>App lies</emma:literal>
                </emma:interpretation>
                <emma:interpretation id="interp143" emma:lang="" emma:confidence="0">
                  <emma:literal>Appliers</emma:literal>
                </emma:interpretation>
                <emma:interpretation id="interp144" emma:lang="" emma:confidence="0">
                  <emma:literal>Apies</emma:literal>
                </emma:interpretation>
                <emma:interpretation id="interp145" emma:lang="" emma:confidence="0">
                  <emma:literal>APP lies</emma:literal>
                </emma:interpretation>
              </emma:one-of>
            </emma:emma>
          </inkml:annotationXML>
          <inkml:trace contextRef="#ctx1" brushRef="#br1" timeOffset="540152.97">3179 13280 169 0,'0'0'285'0,"0"0"4"0,0 0 4 0,0-8 19 0,0 8-15 16,0 0 9-16,0 0 6 0,0 0 1 16,0 0-5-16,0 0-8 0,-2-10 4 0,2 10-11 15,0 0-9-15,0 0-9 0,0 0-10 0,0-10-9 0,0 10-17 16,0 0-10-16,0 0-23 0,0 0-15 16,0 0-17-16,0 0-12 0,0 0-26 0,0 0-16 15,0 0-16-15,0 0-11 0,0 0-11 0,0 0-12 0,0 0-3 16,0 0-9-16,0 0 0 0,1 32 10 0,2-15-12 15,-3-1-2-15,-2 3-1 0,4 1-7 0,-4-1-6 16,4 8 2-16,-4-2-9 0,2 0-2 0,-2 0 2 16,-1 0-10-16,1-6 9 0,-1 0-10 0,-2 7-5 15,2-5 1-15,-4 2 1 0,3-4-3 0,1-2-10 16,-2-1 9-16,3-3-2 0,0-1-7 0,0 0-2 16,0-1-9-16,0-1-6 0,1-3-17 0,1 1-13 15,0-8-16-15,-2 14-21 0,2-5-22 0,2-2-24 16,-2-7-29-16,-2 8-25 0,2-8-14 0,0 0-31 15,0 8-36-15,0-8-34 0,0 0-44 0,0 0-46 16,0 0-48-16,0 0-337 0,0 0-831 0,4-33 368 16</inkml:trace>
          <inkml:trace contextRef="#ctx1" brushRef="#br1" timeOffset="540512.2499">3217 13334 130 0,'2'-8'379'0,"0"-2"6"0,1 2-1 0,-2 1-7 0,0-3-2 16,1 3-9-16,-2 7-6 0,5-12-10 0,-5 6-6 15,0 6-20-15,2-10-11 0,-2 10-20 0,4-8-19 16,-4 8-18-16,2-7-23 0,-2 7-21 0,0 0-21 16,2-8-22-16,-2 8-15 0,0 0-20 0,0 0-15 15,9 0-13-15,-9 0-5 0,0 0 3 0,13 8-9 16,-4-1-4-16,0 1 2 0,2 5 0 0,-4-2-4 15,3 3-8-15,-1 2-6 0,-3 1-2 0,1-2 1 16,-1 3-3-16,-2 2-5 0,1-2 1 0,-1 1-8 16,-3 0-5-16,3 5-3 0,-3-4-1 0,-1-1-16 15,0-1-2-15,0 1-6 0,1 0 6 0,-2-2-7 16,0-1 1-16,1 0-8 0,-1-4-3 0,1-1 5 16,-2 2-18-16,5-4-8 0,-2 2-15 0,2-1-15 15,1-4-26-15,2 4-28 0,-4-7-39 0,3 2-41 16,-1 0-49-16,1-3-44 0,2 0-53 0,-7-2-37 15,10 2-40-15,-10-2-36 0,0 0-29 0,10-6-359 16,-10 6-885-16,3-9 392 0</inkml:trace>
          <inkml:trace contextRef="#ctx1" brushRef="#br1" timeOffset="540730.94">3257 13585 11 0,'-14'-4'347'0,"6"6"21"16,8-2 23-16,-11-5 18 0,11 5 11 0,-12-2 6 15,12 2-10-15,-6 0-11 0,6 0-20 16,0 0-22-16,0 0-21 0,-8-3-36 0,8 3-34 16,0 0-25-16,0 0-26 0,0 0-25 0,0 0-20 0,0 0-29 15,0 0-34-15,28-5-40 0,-17 3-47 0,3 2-55 16,-1-3-62-16,4 0-50 0,4 2-59 16,-1-3-37-16,-1 4-52 0,1-4-63 0,3 0-53 0,-2 2-315 15,0-2-779-15,6-1 345 0</inkml:trace>
          <inkml:trace contextRef="#ctx1" brushRef="#br1" timeOffset="541059">3676 13515 422 0,'0'0'529'0,"0"0"18"15,0 0 4-15,0 0-7 0,0 0-12 0,0 0-10 16,0 0-19-16,0 0-25 0,0 0-30 0,-5-17-36 15,5 17-32-15,0 0-40 0,0 0-35 0,0 0-30 16,0 0-26-16,0 0-28 0,0 0-23 0,0 0-20 16,0 0-17-16,0 0-18 0,5 25-11 0,-1-14-14 15,-1-1-115-15,-1 3-3 0,3 2 0 0,-2 0 0 16,3 2 0-16,-4 2 0 0,0-4 0 0,2 1 0 16,1 2 0-16,-2-1 0 0,-1-1 0 0,2 2 0 15,-1 0 0-15,-2 0 0 0,1-3 0 0,1 2 0 16,0-2 0-16,-2 1 0 0,1-3 0 0,1-4 0 15,-1 1 0-15,0 1 0 0,-1-3 0 0,0 0 0 16,1-1-136-16,-2-7-140 0,0 13-32 0,0-13-18 16,1 7-31-16,-1-7-32 0,0 0-50 0,0 0-61 15,0 0-410-15,0 0-987 0,0 0 437 0</inkml:trace>
          <inkml:trace contextRef="#ctx1" brushRef="#br1" timeOffset="541402.6299">3675 13623 256 0,'0'-13'459'0,"-1"7"0"15,1 6-7-15,0-13-16 0,1 6-18 0,-1 7-23 16,0-14-32-16,4 7-35 0,-4 7-32 0,2-12-28 16,2 4-23-16,3 0-31 0,2 3-18 0,1-3-17 15,-1 1-20-15,1 2-14 0,4 1-12 0,-1-2-12 16,6 3-18-16,-2 1-7 0,-1 1-8 0,1 2-6 15,1 0-10-15,-7 1-10 0,4 2-8 0,-4-2-5 16,0 3-7-16,-2 1-1 0,-1 0-7 0,-2 1 0 16,-2-1-4-16,0 1-2 0,-2-1-4 0,0 4 3 15,-6-1-2-15,0 2 2 0,-2-1-3 0,-2 0 1 16,-6-1-1-16,1 2 1 0,2-4-3 0,-7 2 1 16,2-2-9-16,0-1 5 0,4-1-10 0,0-2 13 15,1 0-2-15,2-1 0 0,1-2 2 0,8 0-5 16,-12 1 3-16,12-1-3 0,-9-1-24 0,9 1-38 0,0 0-58 15,0 0-49-15,-5-7-70 0,5 7-71 16,0 0-59-16,19-8-64 0,-6 2-55 0,-3 5-313 16,7-3-849-16,3 2 376 0</inkml:trace>
          <inkml:trace contextRef="#ctx1" brushRef="#br1" timeOffset="541730.71">4107 13591 32 0,'4'-6'464'16,"-4"6"14"-16,0 0 17 0,1-12 5 0,-1 12-5 0,-1-8-6 16,1 8-14-16,-3-10-1 0,3 10-22 0,-1-10-9 15,1 10-33-15,0 0-22 0,-2-11-23 16,2 11-35-16,0 0-44 0,0 0-26 0,0-7-23 16,0 7-26-16,0 0-28 0,0 0-17 0,0 0-20 0,0 0-10 15,0 0-17-15,0 0-10 0,0 0-61 0,6 33-48 16,-2-20 0-16,-6 2 0 0,6 1 0 15,0 1 0-15,0 0 0 0,-2-2 0 0,0-1 0 16,-2 2 0-16,1 1 0 0,0 0 0 0,2 2 0 0,-4-2 0 16,2-1 0-16,-1-4 0 0,0-1 0 0,1 1 0 15,-1-1 0-15,-1-1 0 0,3 0-164 0,-2-10-67 16,-2 10-36-16,3-4-31 0,-1-6-37 0,0 0-22 16,-1 9-16-16,1-9-18 0,0 0-38 15,0 0-25-15,0 0-362 0,0 0-883 0,0 0 391 0</inkml:trace>
          <inkml:trace contextRef="#ctx1" brushRef="#br1" timeOffset="542043.13">4060 13610 175 0,'0'0'386'0,"2"-11"-5"0,2 3 9 15,-3 4-10-15,5-6-13 0,1 3-21 0,1 0-15 16,-2-1-18-16,3 4-14 0,1-3-19 0,2 3-19 15,-2-2-22-15,3 3-20 0,0-1-19 0,-1 3-17 16,5-2-17-16,-2 3-16 0,-3 0-13 0,2 3-13 16,-1-1-14-16,-2 2-13 0,-1-1-10 0,2 2-9 15,-3 2-9-15,0-2-8 0,-4 0-6 0,0 0-5 16,-1 3-4-16,-2-2-1 0,-2-6-4 0,-1 12 0 16,1-12-10-16,-4 14 6 0,-3-6-4 0,-3 1-3 15,-1-1 0-15,-2 2-4 0,1-3-5 0,-2 1-6 16,-6-2 9-16,9-1-4 0,-2-3 1 0,2 2-4 15,0-2-12-15,1 0-6 0,5 0-13 0,5-2-22 16,-11 1-37-16,11-1-44 0,0 0-58 0,-9-6-63 16,9 6-54-16,0 0-69 0,0 0-62 0,0 0-359 15,15-18-846-15,-5 12 375 0</inkml:trace>
          <inkml:trace contextRef="#ctx1" brushRef="#br1" timeOffset="542402.43">4538 13383 106 0,'1'-18'491'0,"4"-1"19"15,-4-6 30-15,1-1 6 0,-2 8-9 0,1 0-20 16,0 3-25-16,-1 4-19 0,0 0-25 0,0 0-13 16,-1 1-33-16,1 2-29 0,0 8-32 0,0-12-28 15,0 12-24-15,-1-7-32 0,1 7-27 0,0 0-28 16,0 0-20-16,0-11-19 0,0 11-31 0,0 0 2 15,0 0-56-15,0 0-78 0,0 0 0 0,0 0 0 16,-6 28 0-16,6-11 0 0,2 0 0 0,-2 2 0 16,-2 6 0-16,4 1 0 0,-2 0 0 0,0 0 0 15,0 0 0-15,1 1 0 0,-1-3 0 0,1 1 0 16,-1-5 0-16,0 3 0 0,2-5 0 0,-2 2 0 16,1-3 0-16,0 1 0 0,2-2 0 0,-3-2 0 15,2 0 0-15,1-2 0 0,-1-2 0 0,2-1 0 0,-1 2 0 16,1-4-192-16,-1 0-100 0,1-2-40 0,0 0-41 15,-4-5-34-15,8 6-37 0,-2-3-34 16,-6-3-25-16,15 0-359 0,-15 0-933 0,15-2 412 16</inkml:trace>
          <inkml:trace contextRef="#ctx1" brushRef="#br1" timeOffset="542636.76">4745 13595 61 0,'5'-7'272'0,"-5"7"17"0,6-5 18 0,-6 5 22 16,5-6 8-16,-5 6 13 0,4-4 4 0,-4 4 5 15,0 0-2-15,0 0-2 0,5-5-12 0,-5 5-16 0,0 0-17 16,0 0-27-16,0 0-33 0,0 0-21 0,0 0-23 16,0 0-36-16,0 0-4 0,0 0-14 0,0 0-14 15,4 16-13-15,-4-16-18 0,1 11-6 16,1-5-11-16,-2 2-11 0,1 0-6 0,0 2-5 0,1-3-16 16,-1 1-9-16,0-1-25 0,-1-7-28 0,0 14-33 15,1-7-36-15,-1-7-42 0,0 0-27 0,4 14-53 16,-3-11-36-16,-1-3-27 0,0 0-37 0,2 7-57 15,-2-7-53-15,0 0-344 0,0 0-817 16,0 0 362-16</inkml:trace>
          <inkml:trace contextRef="#ctx1" brushRef="#br1" timeOffset="542824.2099">4816 13428 298 0,'-7'-9'470'0,"4"6"10"0,3 3 0 0,-5-7-15 15,5 7-23-15,-5-8-31 0,5 8-35 0,-4-4-33 16,4 4-38-16,0 0-29 0,0 0-34 0,-4-7-43 16,4 7-56-16,0 0-44 0,0 0-40 15,0 0-58-15,0 0-73 0,14 15-97 0,-10-10-74 0,5 4-92 16,2-3-70-16,-3 3-240 0,7 0-697 0,-4-1 308 16</inkml:trace>
          <inkml:trace contextRef="#ctx1" brushRef="#br1" timeOffset="543605.27">4970 13583 104 0,'0'0'388'0,"0"0"18"0,0 0 5 0,0 0-14 0,-8 2-3 16,8-2-15-16,0 0-14 0,0 0-11 0,0 0-24 16,0 0-21-16,0 0-19 0,0 0-33 0,0 0-15 15,0 0-25-15,0 0-23 0,0 0-22 0,0 0-17 16,0 0-18-16,0 0-18 0,0 0-14 0,0 0-9 15,0 0-11-15,0 0-7 0,-4 5-5 0,4-5-9 16,0 0-8-16,0 0-7 0,0 0-2 0,0 0-2 16,3 12-5-16,-3-12-12 0,0 0 5 0,4 6-1 15,-4-6-1-15,0 0 1 0,7 7-2 0,-2-5-1 16,-5-2-5-16,12 4 1 0,-4-2-2 0,0-2-4 16,4-3-2-16,0 2 3 0,3-2-4 0,0-1-3 15,3-2 1-15,1 1 2 0,-3-1-4 0,0-2 1 16,-2-3-1-16,-3 5-1 0,1-1 1 0,-3-1-3 15,-2 0 6-15,3 1 0 0,-4-1 10 0,1-1 6 16,-4 3 2-16,1-1 20 0,-1 1-2 0,-1-2-5 16,-2 8 2-16,0-12-9 0,0 12-11 0,-3-12-5 15,3 12 2-15,-8-10-6 0,3 7-5 0,5 3-3 16,-12-5-4-16,2 4-1 0,10 1-3 0,-17 1-2 16,6 3-3-16,-1 1 2 0,1 2-1 0,-3 3-4 15,1 1 4-15,-1 2 2 0,2 0 5 0,2 1-8 16,0-1-2-16,4-2 1 0,0 0-7 0,1-1-2 15,3 1-8-15,0-1-13 0,2-1 10 0,3 0 5 16,1 0 3-16,2 2 6 0,2-4-5 0,3 2 3 16,6-2 5-16,1 0-3 0,1-3 4 0,3-1-10 15,6 0 16-15,-1-2-5 0,3-2 5 0,1-3-1 16,2 0-1-16,-5-4 2 0,1-2 1 0,-4 1 0 16,0 0-1-16,-6-1 3 0,-3-1 0 0,2-1 3 15,-4 1 10-15,-1 0 3 0,-1-2-3 0,-4 3 7 16,0 0-1-16,-3-1-16 0,0-2 14 0,-1 4-1 15,0 1 3-15,0 1-1 0,-2 1 3 0,-2 6-4 16,3-10-5-16,-3 10-7 0,2-7-8 0,-2 7-2 16,0 0-2-16,0 0 0 0,0 0 4 0,0 0-2 0,0 0-2 15,0 0-13-15,-15 22 12 0,13-16 0 0,2 2-2 16,-2 0 6-16,2 2-1 0,3-1 3 16,-3 1-5-16,3 0 5 0,0 0 3 0,1-2-5 15,1-1 1-15,-2 0-10 0,1 0 6 0,-1 0 6 0,1-2-2 16,0-1-2-16,-4-4 4 0,6 9-1 0,-6-9-4 15,4 4 7-15,-4-4-6 0,3 6 5 0,-3-6-7 16,0 0 0-16,2 6 0 0,-2-6 5 0,0 0 2 16,0 0-1-16,-7 11 2 0,1-8-2 15,-2 0-11-15,-3 1-9 0,0-1-16 0,-2 0-19 0,2-1-24 16,-2 1-21-16,3 0-25 0,-1-2-36 0,3 0-22 16,1 0-37-16,7-1-53 0,-10 3-43 0,10-3-55 15,-9 4-59-15,9-4-65 0,0 0-266 16,0 0-819-16,0 0 363 0</inkml:trace>
        </inkml:traceGroup>
        <inkml:traceGroup>
          <inkml:annotationXML>
            <emma:emma xmlns:emma="http://www.w3.org/2003/04/emma" version="1.0">
              <emma:interpretation id="{1336547B-A9A2-4928-90DE-197785BDA097}" emma:medium="tactile" emma:mode="ink">
                <msink:context xmlns:msink="http://schemas.microsoft.com/ink/2010/main" type="inkWord" rotatedBoundingBox="6014,13318 6580,13350 6552,13835 5987,13803"/>
              </emma:interpretation>
              <emma:one-of disjunction-type="recognition" id="oneOf50">
                <emma:interpretation id="interp146" emma:lang="" emma:confidence="0.5">
                  <emma:literal>to</emma:literal>
                </emma:interpretation>
                <emma:interpretation id="interp147" emma:lang="" emma:confidence="0">
                  <emma:literal>too</emma:literal>
                </emma:interpretation>
                <emma:interpretation id="interp148" emma:lang="" emma:confidence="0">
                  <emma:literal>tor</emma:literal>
                </emma:interpretation>
                <emma:interpretation id="interp149" emma:lang="" emma:confidence="0">
                  <emma:literal>ton</emma:literal>
                </emma:interpretation>
                <emma:interpretation id="interp150" emma:lang="" emma:confidence="0">
                  <emma:literal>two</emma:literal>
                </emma:interpretation>
              </emma:one-of>
            </emma:emma>
          </inkml:annotationXML>
          <inkml:trace contextRef="#ctx1" brushRef="#br1" timeOffset="544198.88">6189 13449 239 0,'-3'-6'402'0,"1"-1"4"16,-1-1 8-16,2-2-8 0,-2 4-4 16,1-2 2-16,-1 1-5 0,3 7-3 0,-3-14-13 15,0 7-17-15,3 7-6 0,-4-13-12 0,3 8-12 0,1 5-12 16,-3-11-14-16,3 11-11 0,-2-9-20 0,2 9-20 15,-3-6-20-15,3 6-27 0,0 0-24 0,0 0-23 16,-4-6-20-16,4 6-16 0,0 0-18 16,0 0-9-16,0 0-2 0,0 0-32 0,8 31-68 0,-4-13 0 15,-3 1 0-15,3 5 0 0,0-5 0 0,-1 6 0 16,0 3 0-16,-2-9 0 0,2 7 0 0,-1-1 0 16,-2-5 0-16,2 6 0 0,-2-8 0 0,0 0 0 15,0 2 0-15,-2-4 0 0,2 3 0 0,0-3 0 16,2 2 0-16,-1-1 0 0,0-5 0 0,1 0 0 15,-1-5 0-15,0-1 0 0,0 1 0 0,-1-7 0 16,3 12-16-16,-2-7-154 0,-1-5-19 0,0 0-39 16,0 0-56-16,3 6-42 0,-3-6-36 0,0 0-26 15,0 0-22-15,0 0-29 0,1-23-19 0,-1 23-20 16,-8-18-263-16,3 10-802 0,-1-2 354 0</inkml:trace>
          <inkml:trace contextRef="#ctx1" brushRef="#br1" timeOffset="544417.57">6036 13656 23 0,'-6'-5'233'0,"6"5"20"0,-9-3 12 0,9 3 7 16,-8-1 11-16,8 1 8 0,0 0 9 0,-8-2 10 15,8 2 3-15,0 0 14 0,0 0 4 0,0 0-6 16,0 0-8-16,0 0-10 0,0 0-14 0,0 0-20 16,-8-1-18-16,8 1-26 0,0 0-13 0,0 0-18 15,0 0-23-15,0 0-17 0,0 0-17 0,0 0-17 16,0 0-10-16,22-7-23 0,-12 5-31 0,2 0-39 15,2 3-40-15,-2-4-47 0,9 1-60 0,-1-1-71 16,7-2-51-16,-5 4-40 0,0-2-44 0,-2 2-39 16,2-3-44-16,-2 4-325 0,-4-3-800 0,-1 2 354 15</inkml:trace>
          <inkml:trace contextRef="#ctx1" brushRef="#br1" timeOffset="544792.49">6347 13595 320 0,'0'0'343'16,"0"0"2"-16,0 0 7 0,0 0 2 0,0 0-21 16,0 0-7-16,0 0-17 0,0 0-9 0,10-1-22 15,-10 1-24-15,0 0-17 0,7-4-15 0,-7 4-10 16,0 0-21-16,10-3-17 0,-10 3-14 0,8-6-14 0,-2 5-16 16,-6 1-7-16,14-3-14 0,-6 3-11 0,5 0-8 15,-3 0-9-15,2 1-10 0,0 4-7 16,1-1-10-16,0 0-6 0,-3 2-5 0,2-1-7 15,-1 2-2-15,-1 0-3 0,-3 1-6 0,0 1-7 0,1 2 2 16,-3-2-5-16,-1 1-4 0,-2 0 0 0,1 0 1 16,-3 0 2-16,-1-3-7 0,1-7 4 0,-8 16 2 15,2-6-2-15,-4 1-2 0,1-1 2 16,-4-1 0-16,1-2-1 0,-1 3-1 0,3-5 1 0,-3-3 6 16,6-1 8-16,-6-1 18 0,5 0 19 0,8 0 13 15,-14-4 10-15,4-1 10 0,5 0-17 0,-3 0-3 16,3-3-8-16,0-1-14 0,1 1 3 0,0-2-24 15,2 1-15-15,1-2-22 0,1 1-34 16,1-1-37-16,0 1-40 0,4 1-40 0,0-2-63 0,3 1-57 16,0 1-45-16,2 1-71 0,8-2-65 0,-2 1-342 15,2 0-866-15,10-1 384 0</inkml:trace>
        </inkml:traceGroup>
        <inkml:traceGroup>
          <inkml:annotationXML>
            <emma:emma xmlns:emma="http://www.w3.org/2003/04/emma" version="1.0">
              <emma:interpretation id="{8D491E2D-4753-4E7B-BA23-DF60E8D29D58}" emma:medium="tactile" emma:mode="ink">
                <msink:context xmlns:msink="http://schemas.microsoft.com/ink/2010/main" type="inkWord" rotatedBoundingBox="7421,13424 9010,13514 8983,13983 7395,13893"/>
              </emma:interpretation>
              <emma:one-of disjunction-type="recognition" id="oneOf51">
                <emma:interpretation id="interp151" emma:lang="" emma:confidence="0.5">
                  <emma:literal>Cake</emma:literal>
                </emma:interpretation>
                <emma:interpretation id="interp152" emma:lang="" emma:confidence="0">
                  <emma:literal>Coke</emma:literal>
                </emma:interpretation>
                <emma:interpretation id="interp153" emma:lang="" emma:confidence="0">
                  <emma:literal>cake</emma:literal>
                </emma:interpretation>
                <emma:interpretation id="interp154" emma:lang="" emma:confidence="0">
                  <emma:literal>Cooke</emma:literal>
                </emma:interpretation>
                <emma:interpretation id="interp155" emma:lang="" emma:confidence="0">
                  <emma:literal>coke</emma:literal>
                </emma:interpretation>
              </emma:one-of>
            </emma:emma>
          </inkml:annotationXML>
          <inkml:trace contextRef="#ctx1" brushRef="#br1" timeOffset="547055.87">7611 13576 315 0,'2'-10'335'0,"0"-1"3"0,-2 3 1 16,1-1 6-16,2-1-9 0,-3 1 3 0,0 9-3 16,0-15-13-16,-3 6-8 0,3 9-22 15,-1-14-12-15,-1 8-13 0,-1 0-14 0,3 6-14 16,-5-13-16-16,2 9-14 0,-1-1-13 0,-1 0-7 0,5 5-18 15,-10-6-2-15,4 4-29 0,6 2-6 0,-11-1-16 16,11 1-14-16,-19 3-9 0,10 3-8 0,2 1-2 16,-5 3-17-16,1 3-2 0,-1 3 4 15,2 0-3-15,-3 8-11 0,-1 1 1 0,4-2-4 0,2 2-6 16,-1-2-4-16,2 1 0 0,0 3-8 0,2-3 2 16,1-5-11-16,0 0 1 0,3-1-4 0,1 0-5 15,-1 0-3-15,2-3-14 0,2 0-8 0,1-4-6 16,2 1-1-16,0-3-3 0,3 2-8 0,4-5-7 15,1 2-20-15,3-1-21 0,-2-1-30 0,3-2-36 16,0 0-35-16,-1-1-40 0,0-2-36 0,-2-2-32 16,-3 1-27-16,2-3-43 0,-2 0-29 0,2-1-35 15,-3 0-340-15,2 0-817 0,-1-4 362 0</inkml:trace>
          <inkml:trace contextRef="#ctx1" brushRef="#br1" timeOffset="547774.45">7761 13753 50 0,'2'-6'321'16,"-2"6"5"-16,0 0-10 0,0 0-10 0,0 0-9 15,3-7-12-15,-3 7-17 0,0 0-6 0,0 0-22 16,0 0-22-16,0 0-13 0,4-9-25 0,-4 9-12 16,0 0-20-16,0 0-9 0,12 2-15 0,-12-2-16 15,9-2-11-15,-9 2-9 0,10 5-11 0,-6-1-6 0,2-1-5 16,-3 2-9-16,3-1-6 0,-1 3 0 0,-1-1-7 15,-2 0-8-15,-2-6-8 0,5 14 3 16,-5-8 4-16,0 4-6 0,0-3 6 0,0-7-9 16,-5 12-10-16,0-6 7 0,-1-1 2 0,-1 2-6 0,-1-1 1 15,-2 1-2-15,1-2-8 0,0 1 13 0,1-3-6 16,0-3 1-16,1 4 4 0,7-4 26 0,-14-4 20 16,14 4 17-16,-12-5 7 0,8 1 1 15,-1-1-3-15,5 5 8 0,-4-13-4 0,2 9-10 0,2-9-2 16,0 13-14-16,2-19-9 0,0 10-3 0,2 0-9 15,-1 2-6-15,2 2-5 0,-1-1-5 0,1 2-4 16,0-2-3-16,1 3-7 0,1 1-1 0,-7 2-5 16,14-3 0-16,-5 3-2 0,-9 0-5 0,16 3 2 15,-8 0 0-15,0 1-3 0,-2-2-1 0,0 4 0 16,2 0 1-16,0 1-3 0,-1 2-3 0,0-1-7 16,-1-1-11-16,0 3-14 0,1-2-8 0,-2-1-2 15,0 2-10-15,0-1-5 0,-1-3-3 0,2 1 6 16,0-2 1-16,-1 1 6 0,0-1 13 0,3-2-2 15,-1 0 9-15,2 0-2 0,3-2 9 0,0-5 5 16,1 2 5-16,-1-4 10 0,3-3 4 0,-1 0 2 16,1-2 19-16,1-1 7 0,-1-1 12 0,2-7 12 15,-1 0 7-15,1-1 1 0,-7 0 9 0,-1 4 8 16,0-6 0-16,0 0-1 0,-4 8 4 0,-1-1 14 16,-1-1 1-16,-2 3 2 0,1 2 4 0,0 1-1 15,-2 1-3-15,1 4-12 0,-1-1-11 0,0 8-7 16,-1-10-6-16,1 10-14 0,-3-7-3 0,3 7-20 15,0 0-2-15,0 0-4 0,0 0 0 0,0 0-2 16,0 0-8-16,0 0 4 0,-15 20 0 0,12-10-1 0,-1 3-3 16,3 5 3-16,0-3 0 0,1 4-7 15,0 0 0-15,1-1 2 0,0 0 3 0,2 6-4 16,-2-5 1-16,0 0-2 0,2-1-3 0,-2 2-1 16,2-4 4-16,-1 2-1 0,1-1-2 0,-2-4-22 0,1-2-15 15,0 0-20-15,-1 0-19 0,2-2-37 0,-4-2-33 16,1-7-30-16,4 12-24 0,-3-8-23 15,-1-4-19-15,0 0-15 0,0 0-34 0,1 7-35 16,-1-7-33-16,0 0-34 0,0 0-27 0,0 0-279 0,8-23-754 16,-6 14 334-16</inkml:trace>
          <inkml:trace contextRef="#ctx1" brushRef="#br1" timeOffset="548180.6">8379 13660 249 0,'4'-3'314'0,"-4"3"9"15,10-5-2-15,-10 5 4 0,8-5-13 0,-8 5 2 16,6-2-15-16,-6 2-12 0,0 0-20 0,0 0-26 16,0 0-26-16,0 0-22 0,0 0-4 0,0 0-16 15,0 0-14-15,0 0-4 0,0 0-14 0,-12 22-14 16,5-14-5-16,1 3-11 0,-6 1-13 0,5-4-6 16,-7 5-12-16,3-5-4 0,2 1-7 0,-3 2-4 15,0-4-13-15,4-1-1 0,0 1-6 0,3-3 3 16,1-1-5-16,-3 1-3 0,7-4 4 0,-6 7 20 15,6-7 15-15,0 0 9 0,-8 3 10 0,8-3 3 16,0 0-7-16,0 0-2 0,-7 1-5 0,7-1 2 16,0 0-9-16,0 0-13 0,0 0-7 0,0 0-5 15,0 0-12-15,0 0-9 0,0 0 0 0,0 0-6 16,0 0-2-16,0 0-4 0,0 0-4 0,21-9-1 16,-21 9-2-16,0 0-5 0,14 7 2 0,-11-5-7 15,3 1 2-15,-6-3-6 0,9 6 1 0,-4-1 4 16,2-1-3-16,-2 1-2 0,1-1 2 0,2 2 0 15,-3-1 0-15,3 2-17 0,-4-2-16 0,4 0-29 16,0 1-30-16,-1-4-36 0,2 4-54 0,2-4-52 0,0 3-43 16,2-1-47-16,-1-3-50 0,4-2-48 15,-2-1-32-15,-2 2-287 0,2-2-799 0,-1-3 354 16</inkml:trace>
          <inkml:trace contextRef="#ctx1" brushRef="#br1" timeOffset="548664.87">8657 13793 51 0,'0'0'333'0,"0"0"9"0,0 0 8 0,0 0 8 0,0 0-3 16,4-1-2-16,-4 1-14 0,0 0-13 0,0 0-16 16,0 0-24-16,0 0-18 0,0 0-15 15,0 0-24-15,0 0-24 0,0 0-18 0,0 0-16 16,0 0-19-16,0 0-16 0,0 0-13 0,0 0-8 0,0 0-14 15,0 0-9-15,0 0-6 0,0 0-6 0,10 6-2 16,-10-6 0-16,0 0 2 0,0 0-4 0,5 5-7 16,-5-5 0-16,0 0-5 0,8 4-2 0,-8-4-8 15,9-1-3-15,1 2-2 0,-10-1-6 0,16-3 0 16,-4 1-6-16,-1-2-3 0,1 2-7 0,1-3 2 16,-3 1-1-16,1-2-4 0,-4 4 0 0,2-3-2 15,0 1 3-15,-5-1 0 0,-4 5 12 0,8-7 5 16,-5 0-4-16,-3 7-4 0,1-10-7 0,-1 10-3 15,0 0-2-15,-8-15 4 0,2 12-8 0,1-1-7 16,-4 0 6-16,3 1 9 0,-6 1-9 0,1-1-2 16,0 3-2-16,-1 0-5 0,-1 0 0 0,0 4-4 15,2-2-1-15,-1 3 4 0,1 2-8 0,-1 1 0 16,0 3 5-16,4-1 0 0,-3 3-4 0,4 1 6 16,-1 1-6-16,6-4 6 0,-2 2-3 0,2-2 2 15,1 1-3-15,1-2 2 0,3 1-5 0,-1-2-7 16,2-1-4-16,1 1-7 0,0-3-9 0,4 0-19 15,2 0-28-15,5-1-31 0,1 1-39 0,3-3-28 16,2-3-35-16,7-2-43 0,2 1-35 0,0-1-40 16,-1-3-51-16,6 1-48 0,-3-2-348 0,-2 0-836 15,2-2 370-15</inkml:trace>
        </inkml:traceGroup>
        <inkml:traceGroup>
          <inkml:annotationXML>
            <emma:emma xmlns:emma="http://www.w3.org/2003/04/emma" version="1.0">
              <emma:interpretation id="{314C443A-C3AB-498F-87D1-25DE50A3791A}" emma:medium="tactile" emma:mode="ink">
                <msink:context xmlns:msink="http://schemas.microsoft.com/ink/2010/main" type="inkWord" rotatedBoundingBox="9525,13470 10096,13502 10050,14320 9478,14287"/>
              </emma:interpretation>
              <emma:one-of disjunction-type="recognition" id="oneOf52">
                <emma:interpretation id="interp156" emma:lang="" emma:confidence="0.5">
                  <emma:literal>of</emma:literal>
                </emma:interpretation>
                <emma:interpretation id="interp157" emma:lang="" emma:confidence="0">
                  <emma:literal>off</emma:literal>
                </emma:interpretation>
                <emma:interpretation id="interp158" emma:lang="" emma:confidence="0.5">
                  <emma:literal>o f</emma:literal>
                </emma:interpretation>
                <emma:interpretation id="interp159" emma:lang="" emma:confidence="0">
                  <emma:literal>oof</emma:literal>
                </emma:interpretation>
                <emma:interpretation id="interp160" emma:lang="" emma:confidence="0">
                  <emma:literal>oft</emma:literal>
                </emma:interpretation>
              </emma:one-of>
            </emma:emma>
          </inkml:annotationXML>
          <inkml:trace contextRef="#ctx1" brushRef="#br1" timeOffset="549086.64">9583 13812 308 0,'0'0'425'0,"0"0"-7"16,8-5-12-16,-8 5-14 0,0 0-17 15,2-6-19-15,-2 6-10 0,0 0-21 0,3-9-13 16,-3 9-18-16,2-5-15 0,-2 5-14 0,4-8-19 0,-4 8-16 15,6-8-23-15,-4 4-19 0,-2 4-24 0,7-5-14 16,-1 1-16-16,1 1-16 0,-7 3-10 0,13-3-14 16,-1 2-13-16,-2 2-8 0,0 2-10 15,3 0-8-15,-3-1-5 0,1 4-5 0,-1 0-6 0,-3 1-7 16,0 1-1-16,-2 0-3 0,1-1-9 0,-2 0 1 16,-3 1-5-16,-2 1-4 0,1 0-1 0,-4-1 5 15,-2-3-4-15,-1 1-3 0,-2 0 0 16,-3 3 4-16,-5-3-2 0,-1 0 1 0,-1 0-4 0,0-2 0 15,1-1 0-15,-1-3 3 0,4 1-3 0,2-2 12 16,-5 1-10-16,6 0 1 0,3-4 3 0,1 2-1 16,1-2-2-16,2 0-4 0,5 4-17 0,-8-11-26 15,7 4-38-15,1 7-46 0,2-19-56 0,5 10-63 16,3-4-65-16,4 2-61 0,3 3-78 0,10-6-65 16,1 2-262-16,2 1-833 0,0 0 369 0</inkml:trace>
          <inkml:trace contextRef="#ctx1" brushRef="#br1" timeOffset="549430.31">9914 13587 171 0,'-2'-9'375'0,"-1"3"29"16,0-4 13-16,0 1 21 0,0 0 15 0,0 3-8 16,-1-2-18-16,4 8-11 0,-4-13-20 0,0 7-2 15,4 6-3-15,-3-7-28 0,3 7-12 0,-2-8-37 16,2 8-20-16,0 0-38 0,0 0-18 0,-4-6-26 15,4 6-32-15,0 0-13 0,0 0-20 0,0 0-10 16,0 0-12-16,0 21-6 0,0-5 2 0,0 1-17 16,0 2 3-16,0 6 4 0,1 3-19 0,-1 2-66 15,0 0-26-15,0 0 0 0,-1 1 0 0,0 3 0 0,-1-2 0 16,0 0 0-16,-1 2 0 0,2 0 0 16,-4-3 0-16,0 2 0 0,-2-1 0 0,2 0 0 15,1-4 0-15,0 2 0 0,2-1 0 0,-3-3 0 0,4 1 0 16,3-7 0-16,-3-3 0 0,2-1 0 0,4 0 0 15,-4-5 0-15,2 0 0 0,1-2 0 0,-3 0-18 16,0-2-193-16,-1 0-24 0,0-7-25 16,4 7-28-16,-4-7-25 0,3 8-22 0,-3-8-28 0,0 0-33 15,0 0-20-15,0 0-25 0,0 0-14 0,0 0-289 16,0 0-805-16,1-27 356 0</inkml:trace>
          <inkml:trace contextRef="#ctx1" brushRef="#br1" timeOffset="549633.39">9751 14049 218 0,'-3'-6'274'0,"3"6"19"0,-4-8 25 16,1 2 29-16,3 6 41 0,-2-8 29 0,2 8 17 16,0 0-3-16,-1-9-1 0,1 9-4 0,0 0-18 15,0 0-20-15,3-10-16 0,-3 10-30 0,10-6-31 16,-5 4-35-16,2-1-25 0,6 0-28 0,1 2-14 16,1-1-25-16,2 0-22 0,2 2-24 0,2-1-51 15,1-1-46-15,-2 0-70 0,-1 4-62 0,-1 0-66 16,1-4-75-16,-1 2-58 0,0 0-69 0,0 0-81 15,0-3-79-15,-5 1-357 0,2 0-948 0,-4-2 420 16</inkml:trace>
        </inkml:traceGroup>
        <inkml:traceGroup>
          <inkml:annotationXML>
            <emma:emma xmlns:emma="http://www.w3.org/2003/04/emma" version="1.0">
              <emma:interpretation id="{CE4DDFA0-C394-48E3-B32B-5E4F98B38038}" emma:medium="tactile" emma:mode="ink">
                <msink:context xmlns:msink="http://schemas.microsoft.com/ink/2010/main" type="inkWord" rotatedBoundingBox="10488,13572 13421,13737 13376,14546 10443,14380"/>
              </emma:interpretation>
              <emma:one-of disjunction-type="recognition" id="oneOf53">
                <emma:interpretation id="interp161" emma:lang="" emma:confidence="0.5">
                  <emma:literal>olefination</emma:literal>
                </emma:interpretation>
                <emma:interpretation id="interp162" emma:lang="" emma:confidence="0">
                  <emma:literal>definite</emma:literal>
                </emma:interpretation>
                <emma:interpretation id="interp163" emma:lang="" emma:confidence="0">
                  <emma:literal>definition</emma:literal>
                </emma:interpretation>
                <emma:interpretation id="interp164" emma:lang="" emma:confidence="0">
                  <emma:literal>olefinic</emma:literal>
                </emma:interpretation>
                <emma:interpretation id="interp165" emma:lang="" emma:confidence="0">
                  <emma:literal>definable</emma:literal>
                </emma:interpretation>
              </emma:one-of>
            </emma:emma>
          </inkml:annotationXML>
          <inkml:trace contextRef="#ctx1" brushRef="#br1" timeOffset="550211.38">10469 14012 297 0,'0'0'344'0,"0"0"-2"0,0 0 12 0,0 0-2 16,-3-8-9-16,3 8 8 0,0 0-3 0,0 0-1 15,0-8-2-15,0 8-6 0,0 0-18 16,0 0-12-16,2-14-20 0,-2 14-6 0,3-7-19 15,-3 7-27-15,7-8-20 0,-2 4-20 0,0 1-20 0,0-1-16 16,4 0-13-16,1-1-23 0,0 3-10 0,2-1-19 16,1 2-6-16,-2 1-10 0,2 1-10 0,0 2-5 15,1 2-7-15,3-2-10 0,-3 6-1 16,-4-4-8-16,-1 3-5 0,-2-1-4 0,0 1-9 0,0 0-3 16,-3 0-1-16,-2 2-15 0,-2-1-2 0,0 0 3 15,-2-1-6-15,-2 2 6 0,-4-1-6 0,0-1 1 16,-1 0 8-16,-2-1-9 0,-1 0 28 0,0-2-2 15,-2 0-6-15,2-3 3 0,-2 1 1 0,1-3-4 16,2 0 7-16,-1 1-3 0,1-2-4 0,1-1 12 16,1 0 0-16,2-2-5 0,-1 1-4 0,1-3-14 15,-1-2 0-15,5 2-25 0,1-3-40 0,-2-1-48 16,4 2-53-16,1-4-53 0,4 1-78 0,0 2-87 16,3-2-80-16,5-1-83 0,-3 1-358 0,6-5-975 15,0 3 432-15</inkml:trace>
          <inkml:trace contextRef="#ctx1" brushRef="#br1" timeOffset="550523.8">10678 13696 106 0,'-3'-13'487'0,"-3"2"19"0,3 1 16 16,-4 1 5-16,3-2-15 0,1 2 4 0,-1-1 13 15,0 2-13-15,0-1-7 0,1 4-19 0,1-1-31 16,2 6-20-16,-5-8-32 0,5 8-33 0,0 0-38 15,-4-7-30-15,4 7-31 0,0 0-30 0,0 0-115 16,0 0-130-16,0 0 0 0,0 0 0 0,0 0 0 16,0 0 0-16,0 0 0 0,0 0 0 0,10 36 0 15,-6-21 0-15,-1 5 0 0,0 5 0 0,3 0 0 16,-1 4 0-16,-1-5 0 0,-2 3 0 0,-2 0 0 16,4 0 0-16,0-4 0 0,-3-3 0 0,2 5 0 15,-2-8 0-15,1 2 0 0,0 0 0 0,0-3 0 16,1 1 0-16,-1-1 0 0,1-4 0 0,2 1-262 15,1-3-172-15,-2 2-45 0,1-3-51 0,3-1-39 16,-1 0-417-16,-1 0-1070 0,-1-3 474 0</inkml:trace>
          <inkml:trace contextRef="#ctx1" brushRef="#br1" timeOffset="550992.45">10853 14029 168 0,'6'-8'403'0,"-6"8"16"0,2-4 3 15,-2 4-5-15,0 0 0 0,7-7-6 16,-7 7-12-16,0 0-12 0,2-5-13 0,-2 5-21 16,0 0-24-16,0 0-23 0,0 0-26 0,0 0-22 0,0 0-25 15,0 0-32-15,0 0-17 0,0 0-19 0,0 0-14 16,0 0-17-16,0 0-14 0,0 0-27 0,0 0 5 16,0 0-10-16,0 0-14 0,0 0-15 0,0 0 9 15,0 0-9-15,0 0-8 0,0 0-2 0,0 0 0 16,0 0-6-16,13 1 4 0,-13-1 2 0,0 0 1 15,0 0-7-15,14 4-2 0,-8-4-2 0,6 0 4 16,-1 0-9-16,1-4-5 0,3 2 1 0,-5-2-5 16,4 0-3-16,-2-3-4 0,0 3 7 0,-1-1-3 15,-2-1-7-15,0-1-1 0,0 3 12 0,-4 0 7 16,0-2-4-16,-5 6 21 0,5-8-3 0,-2 4-18 16,-3 4-3-16,2-8 6 0,-2 8-6 0,0-9-1 15,0 9 1-15,0 0-5 0,-10-9-8 0,5 6-13 16,5 3 0-16,-13-3 0 0,7 2 0 0,6 1 0 15,-13 1 0-15,5 2 0 0,-2 1 0 0,2 2 0 16,1-1 0-16,-3 2 0 0,-2 3 0 0,7-2 0 16,-1 3 0-16,-2 0-21 0,4 0-29 0,2-2-20 15,-1 2-12-15,2 0-10 0,2-1-14 0,2 1-17 16,-1 0-15-16,5-4-19 0,1 3-23 0,5 0-23 16,2-1-21-16,1-2-17 0,3-2-18 0,-1 0-14 0,2-3-13 15,2 2-17-15,7-1-14 0,1-3-24 16,-2-2-17-16,-2-3-11 0,4 0-19 0,0-3-214 15,-2 1-652-15,-1-1 288 0</inkml:trace>
          <inkml:trace contextRef="#ctx1" brushRef="#br1" timeOffset="551304.87">11472 13835 158 0,'-3'-10'262'0,"1"-1"20"0,-1-1 22 0,0 2 15 15,-1 1 28-15,0-2 6 0,0 1 9 0,0 2 10 0,0-1 8 16,1 4-2-16,0-1 3 0,3 6-14 0,-9-9-12 15,7 6-20-15,2 3-15 0,-6-7-20 16,6 7-24-16,0 0-25 0,-3-7-28 0,3 7-20 16,0 0-25-16,0 0-13 0,0 0-15 0,0 0-17 0,0 0 0 15,-12 20 27-15,8-7 3 0,0 4 1 0,2 2-3 16,1 6 5-16,-2 4-76 0,2-2-90 0,-1 6 0 16,4-2 0-16,-2 3 0 0,1-2 0 15,0 3 0-15,1 0 0 0,-1-1 0 0,1-1 0 0,2-1 0 16,-1-1 0-16,-2 0 0 0,3-2 0 0,-2-1 0 15,2-1 0-15,0-2 0 0,0-6 0 0,1 0 0 16,-2-3 0-16,-1-1 0 0,2-3 0 0,-3-4 0 16,-1-1 0-16,2-1-46 0,-2-6-277 0,2 7-35 15,-2-7-59-15,0 0-64 0,0 0-70 0,0 0-452 16,0 0-1086-16,-19-16 480 0</inkml:trace>
          <inkml:trace contextRef="#ctx1" brushRef="#br1" timeOffset="551726.64">11231 14152 65 0,'-2'-7'464'0,"2"7"10"15,0 0 9-15,0 0-5 0,0 0-11 0,-1-7-21 16,1 7-18-16,0 0-28 0,0 0-28 0,0 0-38 16,0 0-38-16,5-10-27 0,-5 10-41 0,11-1-15 15,-4-2-19-15,3 1-21 0,3 0-16 0,4 0-16 16,-5-2-30-16,4 3-11 0,1-3-16 0,1 2-16 15,3-2-14-15,-2-1-10 0,2 2-10 0,-1-2 2 16,-1-1-14-16,0 1-3 0,-1 1-6 0,-4 1-8 16,-3 0-8-16,1-1-7 0,-3 1 2 0,-1 2 2 15,-2-2-4-15,-6 3 0 0,10-3-5 0,-10 3 2 16,9-3 2-16,-9 3 1 0,7-1 1 0,-7 1 4 16,0 0 4-16,0 0 2 0,0 0 7 0,8-2-1 15,-8 2 9-15,0 0 1 0,0 0 6 0,0 0 2 16,0 0 4-16,0 0 7 0,0 0 0 0,0 0 7 15,0 0-4-15,8 5-4 0,-8-5 4 0,0 0 6 16,0 0 9-16,0 0-2 0,-3 12-4 0,3-12 3 16,0 0 0-16,-5 17-8 0,5-10-5 0,0-7-2 15,-2 14-2-15,2-6-2 0,2 0-3 0,-2 2-14 16,1-4-12-16,3 3-30 0,-4-2-33 0,3 0-41 0,-3-7-45 16,4 12-43-16,-2-7-55 0,-2-5-65 15,9 2-74-15,-9-2-93 0,12-1-443 0,-12 1-995 16,15-8 440-16</inkml:trace>
          <inkml:trace contextRef="#ctx1" brushRef="#br1" timeOffset="551914.1">11705 13869 224 0,'1'-5'544'0,"-1"5"-8"0,0 0-14 15,0 0-42-15,0 0-36 0,3-8-49 0,-3 8-41 0,0 0-38 16,0 0-38-16,0 0-49 0,0 0-49 0,0 0-48 15,0 0-59-15,0 0-50 0,0 0-85 16,14 14-75-16,-14-14-65 0,3 15-70 0,4-8-66 16,-2 4-283-16,0-3-671 0,0 1 298 0</inkml:trace>
          <inkml:trace contextRef="#ctx1" brushRef="#br1" timeOffset="552304.63">11748 14036 82 0,'0'0'490'15,"0"0"9"-15,0 0 7 0,0 0-5 0,0 0-9 16,0 0-25-16,8-19-19 0,-8 19 2 0,0 0-19 16,0 0-26-16,5-5-29 0,-5 5-37 0,0 0-26 15,0 0-45-15,0 0-27 0,0 0-24 0,0 0-15 16,0 0-20-16,16 12-22 0,-9-4-19 0,-1 0-15 16,-1 0-21-16,-1 3-15 0,3-1-25 0,-2 0-30 15,-1 1-16-15,-1-2-16 0,1 0-15 0,0-2-17 16,-2 0-3-16,0-2-1 0,-2-5 0 0,1 9 0 15,-1-9 14-15,3 7 1 0,-3-7 7 0,0 0 6 16,2 7 20-16,-2-7 5 0,0 0 5 0,0 0-1 16,0 0-2-16,0 0 9 0,14-18-7 0,-9 10 10 15,-1 0 4-15,1 2 8 0,3-1-7 0,-2 0 5 16,0 0 1-16,-1-1 1 0,1 2-4 0,2 1-1 16,-3 0 0-16,1 0 1 0,0 0-8 0,-1 2-3 15,2-1-1-15,-2 1-9 0,-5 3 4 0,8-4-22 16,-2 3-3-16,-6 1 0 0,10 0 0 0,-10 0 0 15,11 2 0-15,-5 1 0 0,1-1-51 0,3 3-45 16,-3-1-39-16,1 3-31 0,2-1-43 0,1 0-42 16,0-3-39-16,0 0-68 0,0 1-41 0,0 0-51 15,1-3-51-15,-1 0-381 0,-4-1-954 0,4-1 423 16</inkml:trace>
          <inkml:trace contextRef="#ctx1" brushRef="#br1" timeOffset="553273.16">12181 14021 168 0,'0'0'254'0,"5"-6"14"15,-5 6 23-15,6-9 14 0,-3 6 5 0,-3 3 8 16,6-9-11-16,-6 9-2 0,5-6-15 0,-5 6-12 16,5-5-11-16,-5 5-19 0,6-5-22 0,-6 5-22 15,0 0-18-15,0 0-21 0,8-1-17 0,-8 1-16 16,0 0-14-16,8-1-14 0,-8 1-10 0,11 4-11 0,-11-4-9 16,9 5-7-16,-5-1-11 0,1 1-2 15,2-1-10-15,-3 2-3 0,-1 0-8 0,1 0-2 16,-2-1-7-16,-2-5-1 0,4 12-4 0,-2-7-2 15,-2 3-6-15,0-8-4 0,0 12-1 0,0-12-2 16,-6 11-1-16,4-6 7 0,-5-1-6 0,1 1 4 16,-4-3 2-16,1 2-3 0,-2-1-2 0,0-1 5 15,2-2 1-15,-2 2 0 0,2-2 12 0,9 0 10 16,-12-1 16-16,12 1 4 0,-10-4 2 0,4 1 2 16,6 3 1-16,-6-9 1 0,4 2-2 0,2 7 6 0,-3-11-10 15,3 4-7-15,0 7-1 0,5-14-9 0,-1 8 0 16,-1-4-7-16,4 5-1 0,0-2-3 15,-1 2 1-15,1 0-6 0,-1 1-3 0,-6 4 0 16,12-7-4-16,-7 4-4 0,-5 3-4 0,12-1-2 0,-4 1 3 16,-8 0-5-16,13 3 1 0,-7 1-4 0,2 1-2 15,-2 1 2-15,1-1-1 0,-1 3 2 16,-1 0-4-16,3 1 2 0,-2 1 4 0,-2-1-5 16,3 2 5-16,-1 0-2 0,-2-3-9 0,2 2 6 0,-2-1 1 15,0 0 4-15,3-2-1 0,-3 1-2 0,4-1 3 16,-4-2 0-16,3-1 1 0,1 1-1 0,1-2 1 15,3-1 1-15,-1 0 2 0,7-4-1 0,0 0-7 16,2-2 9-16,-2-2-2 0,9-4 4 0,-9 0-3 16,7-3 0-16,0-4 2 0,2-3-2 0,-3 0 24 15,-1-5 25-15,0 2 0 0,-4 0-9 0,-1-4 1 16,-5 2-5-16,-1 0 8 0,-3-2 9 0,-2 0 0 16,-2 7-8-16,-3 1 1 0,-2 2-6 0,0 2-4 15,-2 3-8-15,-3 1 0 0,0 0-9 0,1 3-7 16,-3-1 0-16,-1 1-9 0,0 5-2 0,4-1 5 15,-7 3-11-15,4 0 6 0,7 1-5 0,-18 3 2 16,9 2-13-16,-1 0 13 0,0 3-2 0,5 3-3 16,-6 3 2-16,4 4 1 0,0-1-2 0,3 1 2 15,-4 0-2-15,5 1 7 0,3 0-5 0,-5 0 4 16,5-1-3-16,0 7-3 0,5-7 3 0,-5 0 0 16,5 1-1-16,-1-2-1 0,3 1 1 0,-1-2 6 15,1 2 2-15,4-2-3 0,0 0-3 0,1-1 2 16,1 0-22-16,3 0 7 0,2 1-6 0,6-4-2 15,1 1-5-15,-7-6-3 0,3 2 1 0,1-3-3 16,-2-3 2-16,-2-1-2 0,1-2 1 0,-2-3-1 16,1-2 4-16,-3 0 6 0,-3-2-3 0,-1 0 4 15,2-6 3-15,-1 2 0 0,-3-2 6 0,-1 2 5 16,-2 0 2-16,-2 0-1 0,0 1-1 0,-1 0 3 16,-1 1-1-16,0 2 8 0,-2 0 3 0,0 7 2 15,4-10 5-15,-3 5-8 0,-1 5-3 0,0 0-5 0,4-7-6 16,-4 7 0-16,0 0-1 0,0 0-1 15,0 0 6-15,0 0-2 0,0 0 2 0,0 0-2 16,0 0 0-16,-7 26 6 0,7-16-4 0,-2-3 2 16,2 3 0-16,-2-2-2 0,0 1 2 0,4 0 2 0,-2-2 0 15,2 0 2-15,2 0 0 0,1 2 2 0,4-2 5 16,0 0 3-16,6 2-2 0,4-3 3 16,1-1-10-16,0 1 2 0,9-1 3 0,2-2 0 15,-1-1-8-15,-8-2 5 0,6-2-13 0,-8 2-16 0,0-3-10 16,0 2-29-16,-2-3-24 0,-4 1-30 0,-3-1-25 15,0-1-31-15,-2-2-53 0,0 0-63 0,-5 1-61 16,-2-1-73-16,-4-3-59 0,-2 3-321 16,-3-6-867-16,-4 0 383 0</inkml:trace>
          <inkml:trace contextRef="#ctx1" brushRef="#br1" timeOffset="553476.23">13100 13930 259 0,'0'0'484'0,"-10"-10"6"0,6 6 19 15,0-3 14-15,-1 1 9 0,1 1-7 0,4 5-7 0,-4-10-17 16,4 10-8-16,-2-8-24 0,2 8-34 0,2-10-51 16,-2 10-33-16,8-10-39 0,1 4-33 0,3 3-28 15,7 1-45-15,0-1-37 0,10 2-51 16,2 1-42-16,-1-1-30 0,3 1-25 0,-3 1-62 0,-1 3-64 16,-14-3-75-16,4 1-76 0,0 0-71 0,-9 0-73 15,-1 0-70-15,-1-1-87 0,-8-1-380 0,0 0-1013 16,0 0 449-16</inkml:trace>
        </inkml:traceGroup>
        <inkml:traceGroup>
          <inkml:annotationXML>
            <emma:emma xmlns:emma="http://www.w3.org/2003/04/emma" version="1.0">
              <emma:interpretation id="{45209F41-DCEE-4244-BD57-9833B5E41AB7}" emma:medium="tactile" emma:mode="ink">
                <msink:context xmlns:msink="http://schemas.microsoft.com/ink/2010/main" type="inkWord" rotatedBoundingBox="14326,13887 15899,13975 15878,14355 14304,14266"/>
              </emma:interpretation>
              <emma:one-of disjunction-type="recognition" id="oneOf54">
                <emma:interpretation id="interp166" emma:lang="" emma:confidence="0.5">
                  <emma:literal>mass</emma:literal>
                </emma:interpretation>
                <emma:interpretation id="interp167" emma:lang="" emma:confidence="0">
                  <emma:literal>moss</emma:literal>
                </emma:interpretation>
                <emma:interpretation id="interp168" emma:lang="" emma:confidence="0">
                  <emma:literal>mars</emma:literal>
                </emma:interpretation>
                <emma:interpretation id="interp169" emma:lang="" emma:confidence="0">
                  <emma:literal>mats</emma:literal>
                </emma:interpretation>
                <emma:interpretation id="interp170" emma:lang="" emma:confidence="0">
                  <emma:literal>mags</emma:literal>
                </emma:interpretation>
              </emma:one-of>
            </emma:emma>
          </inkml:annotationXML>
          <inkml:trace contextRef="#ctx1" brushRef="#br1" timeOffset="554476.05">14333 14138 113 0,'0'0'441'0,"-4"-5"17"16,4 5 13-16,-6-6 5 0,6 6-2 0,-4-6 3 16,4 6-9-16,-4-6-17 0,4 6-9 0,0 0-20 15,0-12-22-15,0 12-30 0,0 0-32 0,4-9-27 16,-4 9-31-16,0 0-27 0,5-7-30 0,-5 7-20 0,5-4-24 15,-5 4-21-15,7-4-20 0,-7 4-12 0,0 0-13 16,14 2-15-16,-9 2-11 0,4 1 1 16,1 1-21-16,-2 2-17 0,2 1-34 0,2 3-16 15,-5-3 0-15,3 1 0 0,-2 3 0 0,-3-3 0 0,2 0 0 16,-5 1 0-16,4-3-29 0,-2 2-41 0,-2-1-7 16,0 0-10-16,0 0-2 0,-4-2-2 0,2-7-1 15,-1 12 8-15,-2-7 9 0,3-5 4 0,-6 10 8 16,2-7 9-16,4-3 9 0,0 0 9 0,-9 4 6 15,9-4 0-15,0 0 17 0,0 0 10 0,0 0 11 16,0 0 6-16,-9-11 13 0,9 11 2 0,3-12-3 16,-3 12 2-16,4-14 6 0,-2 4-4 0,0-1-2 15,5 3-2-15,2 1-7 0,-4-5-3 0,5 6 0 16,-1-5-5-16,1 6 1 0,1 0 1 0,-2 0-7 16,2 1 1-16,1 2 2 0,-2 1-5 0,4 2 0 15,-3 0-6-15,1 2 30 0,-2-1-10 0,2 3 0 16,-1-1 1-16,-2 1-6 0,0 0 0 0,0 2-17 15,-2 1-8-15,0-2-18 0,-3 1 9 0,0-1-1 16,0-1-6-16,-2 1-6 0,2 0-1 0,-4-6-10 16,4 10 15-16,-4-10 8 0,1 6 5 0,-1-6 8 15,0 0 9-15,0 0 18 0,4 5 10 0,-4-5 6 16,0 0 16-16,0 0-2 0,0 0 13 0,0 0 6 16,6-21 4-16,-2 17-3 0,-4 4 6 0,5-10-7 15,2 3 4-15,-4 2-10 0,3-2 4 0,-1 2-4 16,5-1-31-16,-4 1-30 0,2 1 0 0,-2 1 0 15,2 1 0-15,-8 2 0 0,14-6 0 0,-8 5 0 16,2 0 0-16,-8 1 0 0,15 3 0 0,-5 2 0 16,-1-2 0-16,1 3 0 0,-3 1 0 0,-1 1 0 15,1 0 0-15,-3-1 0 0,4 1 0 0,-2 2 0 0,-1-2-46 16,0 1-121-16,0-1-33 0,-1-2-31 16,1 0-28-16,2-2-37 0,-3 0-51 0,-4-4-42 15,9 7-58-15,-1-4-58 0,0-2-379 0,-8-1-958 16,14 0 423-16</inkml:trace>
          <inkml:trace contextRef="#ctx1" brushRef="#br1" timeOffset="555647.65">15064 14150 11 0,'0'0'395'0,"0"0"-1"0,10-3-5 15,-10 3-27-15,7-2-19 0,-7 2-27 16,0 0-26-16,9-1-19 0,-9 1-23 0,0 0-24 15,14 3-20-15,-10-1-19 0,-4-2-35 0,9 3-2 16,-5 0-10-16,1 0-14 0,0 2-17 0,-5-5-8 0,9 8-9 16,-6-3-14-16,2 0-8 0,-2 1-5 0,1-1-8 15,-1-1-5-15,-1 3-8 0,-2-7 0 16,5 11-3-16,-4-5-13 0,-1-6 7 0,-1 10-9 16,1-10-2-16,-5 15 4 0,0-11-5 0,-4 4 5 0,0-1-8 15,-1-1 4-15,0 0-5 0,-2-1-4 0,-2-1-6 16,3 0 11-16,-2-4 3 0,0 3-4 0,4-3 9 15,1 0 16-15,8 0 18 0,-14-3 8 16,14 3 18-16,-10-6 13 0,7 1 8 0,0-2 6 16,3 7-3-16,3-14-14 0,1 5 1 0,-2-1-2 0,3-1-10 15,-1 1-9-15,0-1-6 0,6 1-5 0,-4 1-5 16,0-1-2-16,3 2-11 0,-1 2-3 0,4-1-6 16,-3 2-4-16,1 1-6 0,-4 1-3 0,1 1-6 15,-7 2-3-15,17-1-5 0,-6 2-2 0,-5 0-4 16,3 3 4-16,0-1-1 0,-1 3 0 0,-3 0-6 15,2 1-5-15,2 1 5 0,-4 2 3 0,-1-2-6 16,3 1 1-16,-3 0 1 0,1-1-3 0,-4-2 2 16,3 1-1-16,-2 0 5 0,-2-7-4 0,3 11 4 15,-2-6 2-15,3 0 1 0,-4-5 5 0,9 5 2 16,-4-2 12-16,-5-3-2 0,18 0 9 0,-7-1-7 16,1-2 4-16,5-4-3 0,-1 0 2 0,1 0 0 15,2-4 2-15,0 0-6 0,-4-4 1 0,7 0 5 16,-9 0-3-16,6-4-4 0,-3-1 5 0,-5 5 3 15,-1-3-1-15,-1 2-6 0,0 1 9 0,-3 0 10 16,-2 4-5-16,-2-1-8 0,0 2-1 0,-2 2-5 16,-1 1-4-16,1 7-12 0,-5-12 0 0,5 12-7 15,-6-6-13-15,6 6 23 0,-10-4-11 0,10 4-1 16,0 0-8-16,0 0 12 0,-15 9-5 0,10-3-5 16,4 1 7-16,-2 2 0 0,3-1-2 0,1 1 5 15,1 2-2-15,1 0-16 0,0 1 14 0,1-1-1 16,0 1 0-16,1-1-9 0,-1 1 16 0,2-2-3 15,0 1-3-15,0-2 3 0,-1 0 4 0,0 0-5 16,0 1-1-16,2-3-5 0,-1 2 3 0,-3-4 2 16,1 4-4-16,-1-2 0 0,0 0-2 0,0-3 4 15,-3-4 4-15,4 10-8 0,-3-6-3 0,-1-4 6 16,0 10-4-16,0-10-1 0,-3 11-1 0,3-11 1 16,-5 8-5-16,-1-4 2 0,1-1 4 0,5-3 0 15,-16 4 2-15,8-4 2 0,0 2 0 0,0-1 2 16,8-1 9-16,-15 1-9 0,15-1-4 0,-13-2 12 15,7 0-1-15,6 2-2 0,-10-7 24 0,10 7 2 16,-5-4 12-16,5 4 5 0,-3-8-7 0,3 8-1 16,0 0-7-16,7-14-5 0,-1 4 0 0,3 2-6 15,2 2-4-15,6-5 5 0,1 3-5 0,6-3-5 16,3-2 0-16,-1 1-12 0,-2 1 1 0,0-1-2 0,4 0 0 16,-9 1 9-16,6-2-9 0,-10 2-5 0,9-4 10 15,-7 5-3-15,0-2-1 0,-3 0 3 16,1 2-1-16,-2 0 5 0,-4 2-4 0,0 1 4 15,-3 1 1-15,-1 2-11 0,-1-2 4 0,-1 0-7 0,-3 6 0 16,3-7 3-16,-3 7-5 0,0 0-6 0,0 0 3 16,-12-8 5-16,5 6-1 0,7 2-5 15,-15 3-1-15,5-1 1 0,1 3-7 0,0 0 16 16,-1 1-11-16,2-1 6 0,1 1 2 0,1 1 2 0,0-1-1 16,2 0 1-16,0 1 2 0,1-2-2 0,0 2-4 15,1 1 0-15,2-8 1 0,0 11 6 0,0-11-2 16,3 12-3-16,-1-6 7 0,1 1-3 0,1-2 2 15,1 4-5-15,3-1 7 0,-2 1-1 16,2 0-3-16,-2-1-4 0,4 0 12 0,-2 0-12 0,2 2 3 16,0-2 8-16,-2-1-3 0,0 0-5 0,-1 1-2 15,2-2-1-15,-5 1-3 0,0-3 8 0,0 3-6 16,-2-2 0-16,1 1 5 0,-3-6-2 0,0 9-6 16,0-9 0-16,-4 13-5 0,0-9-13 0,0 3-12 15,-1-3-17-15,-6 0-16 0,1 0-21 0,-1 1-25 16,-1-1-32-16,0-2-32 0,-2 1-34 0,1-3-47 15,-1 0-55-15,1 0-66 0,-2-2-74 0,5 1-72 16,-2-1-305-16,2 0-904 0,3-5 399 16</inkml:trace>
        </inkml:traceGroup>
      </inkml:traceGroup>
    </inkml:traceGroup>
    <inkml:traceGroup>
      <inkml:annotationXML>
        <emma:emma xmlns:emma="http://www.w3.org/2003/04/emma" version="1.0">
          <emma:interpretation id="{E30D6EC8-585B-436A-B1B9-CD341D13F5C1}" emma:medium="tactile" emma:mode="ink">
            <msink:context xmlns:msink="http://schemas.microsoft.com/ink/2010/main" type="paragraph" rotatedBoundingBox="1687,13936 23626,15044 23577,16027 1637,1491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F62305CB-F127-4F39-A003-B0F75DAD6AA0}" emma:medium="tactile" emma:mode="ink">
              <msink:context xmlns:msink="http://schemas.microsoft.com/ink/2010/main" type="inkBullet" rotatedBoundingBox="1678,14121 2740,14174 2721,14547 1659,14493"/>
            </emma:interpretation>
            <emma:one-of disjunction-type="recognition" id="oneOf55">
              <emma:interpretation id="interp171" emma:lang="" emma:confidence="0">
                <emma:literal>→</emma:literal>
              </emma:interpretation>
            </emma:one-of>
          </emma:emma>
        </inkml:annotationXML>
        <inkml:trace contextRef="#ctx0" brushRef="#br0" timeOffset="72381.9999">1712 14348 242 0,'0'0'270'16,"0"0"-3"-16,-7-2-6 0,7 2-9 0,0 0-10 0,0 0-15 15,0 0-6-15,-11-2-7 0,11 2-11 0,0 0-9 16,-10-1-11-16,10 1-6 0,0 0-1 16,-9-2-8-16,9 2-10 0,0 0-1 0,0 0-4 15,0 0 7-15,-7-1-8 0,7 1-7 0,0 0 8 0,0 0-1 16,0 0 9-16,0 0 6 0,0 0 4 0,0 0 2 15,0 0 1-15,0 0-18 0,0 0-10 0,0 0-11 16,31 3-7-16,-12-3-1 0,7-3-8 16,1-2-10-16,13 4-4 0,7-1-10 0,-1 1-8 0,7-4-10 15,-2 2-12-15,5-4-6 0,14 2-7 0,5 1 0 16,-22-1-7-16,1 3-7 0,-1-7-1 0,-1 8-3 16,-2-5-3-16,-7 6 3 0,-15-6-9 0,2 4-8 15,-3 2 4-15,-4-5-3 0,-7 3-5 0,0 2-3 16,-8 2 4-16,2-2 6 0,-1 0-12 0,-9 0-1 15,13 0-2-15,-6 4-7 0,-7-4-4 0,0 0 0 16,7-6-6-16,-7 6-8 0,0 0 1 0,10 0-1 16,-10 0 1-16,7-3-4 0,-7 3-8 0,0 0-1 15,0 0-14-15,6-4-14 0,-6 4-18 0,0 0-24 16,0 0-17-16,0 0-37 0,2-7-39 0,-2 7-28 16,-2-7-11-16,2 7-11 0,-6-7-8 0,1 4-11 15,-3-3-1-15,4 3 5 0,-3-2 1 0,0 2 5 16,1-1 17-16,-1 3 12 0,-2-2 16 0,1 1 21 15,-1-2 16-15,4 1 14 0,5 3 25 0,-15-5 8 16,15 5 12-16,-11-1 41 0,6-2 19 0,5 3 19 16,-7-4 33-16,7 4 21 0,-8-5 25 0,3 2 23 15,0-1 19-15,5 4 18 0,0 0 15 0,-9-3 18 16,9 3 14-16,-4-5 12 0,4 5 6 0,-3-3 17 0,3 3 7 16,0 0 14-16,0 0 1 0,0 0 2 0,0 0 5 15,0 0-4-15,0 0-4 0,0 0-6 16,0 0-9-16,0 0-15 0,-10-2-14 0,10 2-16 15,0 0-14-15,0 0-6 0,0 0-11 0,11 13 3 0,-3-6 3 16,2-2-3-16,0 3-3 0,1 3 0 0,2-1-3 16,0-1 6-16,-2 3-9 0,2 1-8 0,0-1-11 15,-4 1-6-15,2-1-3 0,-4 4-7 16,-1-2-11-16,1-1-4 0,-1 2-11 0,-6 0 1 0,4 0-4 16,-10-1-6-16,1 2-10 0,-3 0-20 0,-3-2-43 15,-8 2-38-15,1-1-68 0,-2-4-70 0,-9 5-82 16,3-5-74-16,-2-5-83 0,-7-1-90 0,5 3-458 15,3-5-1079-15,-3 0 478 0</inkml:trace>
      </inkml:traceGroup>
      <inkml:traceGroup>
        <inkml:annotationXML>
          <emma:emma xmlns:emma="http://www.w3.org/2003/04/emma" version="1.0">
            <emma:interpretation id="{85E46D6E-0E65-4535-ABA2-6B99C36F6620}" emma:medium="tactile" emma:mode="ink">
              <msink:context xmlns:msink="http://schemas.microsoft.com/ink/2010/main" type="line" rotatedBoundingBox="3166,14010 23626,15044 23577,16027 3117,14993"/>
            </emma:interpretation>
          </emma:emma>
        </inkml:annotationXML>
        <inkml:traceGroup>
          <inkml:annotationXML>
            <emma:emma xmlns:emma="http://www.w3.org/2003/04/emma" version="1.0">
              <emma:interpretation id="{335C7324-D9B6-442C-BDB0-02AAA7079DDB}" emma:medium="tactile" emma:mode="ink">
                <msink:context xmlns:msink="http://schemas.microsoft.com/ink/2010/main" type="inkWord" rotatedBoundingBox="3152,14301 4230,14355 4210,14741 3132,14686"/>
              </emma:interpretation>
              <emma:one-of disjunction-type="recognition" id="oneOf56">
                <emma:interpretation id="interp172" emma:lang="" emma:confidence="0.5">
                  <emma:literal>Not</emma:literal>
                </emma:interpretation>
                <emma:interpretation id="interp173" emma:lang="" emma:confidence="0">
                  <emma:literal>Mot</emma:literal>
                </emma:interpretation>
                <emma:interpretation id="interp174" emma:lang="" emma:confidence="0">
                  <emma:literal>Note</emma:literal>
                </emma:interpretation>
                <emma:interpretation id="interp175" emma:lang="" emma:confidence="0">
                  <emma:literal>Nowt</emma:literal>
                </emma:interpretation>
                <emma:interpretation id="interp176" emma:lang="" emma:confidence="0">
                  <emma:literal>Nots</emma:literal>
                </emma:interpretation>
              </emma:one-of>
            </emma:emma>
          </inkml:annotationXML>
          <inkml:trace contextRef="#ctx1" brushRef="#br1" timeOffset="560542.18">3220 14362 356 0,'-10'-1'448'15,"10"1"11"-15,0 0-1 0,-8-7 3 0,8 7-4 16,0 0-15-16,0 0-20 0,-5-7-20 0,5 7-14 16,0 0-24-16,-3-6-19 0,3 6-20 15,0 0-20-15,0 0-15 0,-5-7-23 0,5 7-20 0,0 0-20 16,0 0-25-16,0 0-23 0,0 0-16 0,0 0-30 15,0 0-10-15,0 0-15 0,0 0-6 0,0 0-18 16,0 0-1-16,0 0-8 0,0 0-11 0,5 27-5 16,-2-17-3-16,-2 1-8 0,2 1 1 0,-2 4-49 15,3-2 0-15,-3 3 0 0,1 0 0 0,-2-1 0 16,1 0 0-16,-1 4 0 0,1 0 0 0,-2 3 0 16,0-5 0-16,1 0 0 0,-3-2 0 0,2-4 0 15,-1 2 0-15,1-4 0 0,0 1 0 0,0-4 0 16,-1 0 0-16,1 1 0 0,1-8-72 0,-1 8-70 15,1-8-14-15,0 0-1 0,0 8-26 0,0-8-37 16,0 0-47-16,0 0-60 0,0 0-50 0,0 0-52 16,0 0-71-16,0 0-394 0,4-28-968 0,-7 20 429 15</inkml:trace>
          <inkml:trace contextRef="#ctx1" brushRef="#br1" timeOffset="560854.61">3149 14382 136 0,'0'0'348'0,"3"-5"7"16,-3 5 7-16,0 0-4 0,0 0-9 0,5-5-13 15,-5 5 10-15,0 0-5 0,0 0-10 0,0 0-13 16,0 0-19-16,0 0-31 0,0 0-6 0,0 0-23 16,8-2-25-16,-8 2-20 0,0 0-12 0,0 0 3 15,12 6-10-15,-7-2-7 0,6 0-10 0,-2 1-13 16,3 2-11-16,-1 0-8 0,3 4-10 0,3 1-15 15,-4 0-11-15,2 0-19 0,-4 2 5 0,2-4-7 16,3 4-10-16,-5-1-4 0,4 1-2 0,-2-1-8 16,0 0-5-16,-2-1-7 0,-3-3-23 0,4 3-14 15,-3-3-24-15,-3-1-32 0,-1-4-32 0,4 4-39 16,-4-3-34-16,0 0-26 0,-5-5-40 0,8 4-39 16,-4 0-40-16,-4-4-49 0,0 0-55 0,14-4-40 15,-14 4-286-15,4-7-802 0,-2 0 356 0</inkml:trace>
          <inkml:trace contextRef="#ctx1" brushRef="#br1" timeOffset="561120.17">3448 14392 42 0,'0'0'373'0,"-2"-14"18"16,1 8 21-16,1 6 2 0,1-14 2 0,-1 14 4 16,0-11-5-16,0 11-15 0,0-8-15 0,0 8-25 15,0 0-27-15,-2-8-29 0,2 8-29 0,0 0-23 16,0 0-27-16,0 0-2 0,0 0-9 0,0 0-4 0,0 0-5 15,0 0-21-15,10 27-13 0,-7-15-10 16,0 2-5-16,-1-2-16 0,1 5-21 0,-1-2-9 16,0 2-18-16,-1 1-4 0,3-3-11 0,-2 3-4 15,2 0-10-15,-2-1-9 0,1 2 0 0,-2-3-29 0,2-2-18 16,-1-5-37-16,2 1-33 0,-3-1-26 0,2 0-30 16,-1-1-39-16,-1-1-35 0,2-2-32 15,-3-5-25-15,5 9-41 0,-5-9-39 0,0 0-43 16,0 0-39-16,0 0-31 0,0 0-29 0,0 0-261 0,15-15-794 15,-12 4 352-15</inkml:trace>
          <inkml:trace contextRef="#ctx1" brushRef="#br1" timeOffset="561479.47">3602 14528 290 0,'7'-5'323'0,"-7"5"1"0,0 0 5 0,0 0-7 16,11-2-4-16,-11 2-17 0,0 0-4 0,9 0-23 15,-9 0-12-15,6-6-19 0,-6 6-6 16,9-1-15-16,-9 1-20 0,12 0-13 0,-12 0-17 0,13 3-7 16,-2-1-17-16,-5-2-10 0,5 3-13 0,-2 0-14 15,-2-1-11-15,4 2-6 0,-2 2-15 0,-4-2-6 16,4 3-11-16,-3-2-6 0,0 2-10 0,0 2 2 16,-4-3-8-16,3 3 0 0,-4-2-1 0,1 2-4 15,-2 1 0-15,-2-3-5 0,0 1-2 0,-4 1 1 16,-1 0-4-16,1-2-1 0,-2 0-3 0,-2-3-4 15,2 0-2-15,-3 1 17 0,-1-2 19 0,2-2 17 16,0 0 15-16,-2-1 18 0,3-1 8 0,0-2 2 16,0-2-6-16,2 0-9 0,2 1-5 0,-2-3-16 15,3-2-4-15,2 2-15 0,2-3-20 0,0-1-33 16,2 1-36-16,2-1-54 0,3 2-50 0,-1 1-59 16,7-3-67-16,1 2-77 0,0-2-71 0,2 1-73 15,4 2-361-15,-2-1-914 0,1 3 405 0</inkml:trace>
          <inkml:trace contextRef="#ctx1" brushRef="#br1" timeOffset="561810.97">4009 14415 94 0,'2'-10'518'0,"-2"10"21"0,-1-10 10 16,1 3 3-16,0 7-7 0,-1-11-9 0,-2 4-6 15,3 7-18-15,-1-9-25 0,1 9-27 0,-2-8-37 16,2 8-33-16,0 0-38 0,-3-9-37 0,3 9-33 16,0 0-29-16,0 0-30 0,0 0-20 0,0 0-24 15,0 0-17-15,0 0-75 0,0 0-87 0,-8 25 0 16,7-14 0-16,-1 1 0 0,1 2 0 0,-3 1 0 16,3 2 0-16,-1 2 0 0,-1 0 0 0,2-1 0 15,1 8 0-15,-2-7 0 0,1-3 0 0,1 2 0 16,-1-2 0-16,2 1 0 0,-1-2 0 0,1-4 0 15,-1 0 0-15,2-5 0 0,-1 0 0 0,2 3 0 16,-3-9-18-16,0 11-246 0,0-11-18 0,1 5-30 16,-1-5-51-16,0 0-34 0,0 0-26 15,0 0-26-15,0 0-25 0,0 0-15 0,0 0-298 0,0 0-852 0,-1-26 376 16</inkml:trace>
          <inkml:trace contextRef="#ctx1" brushRef="#br1" timeOffset="562014.04">3900 14552 161 0,'0'0'241'15,"-9"-4"22"-15,9 4 26 0,-8-3 29 0,8 3 8 16,-9-1 22-16,9 1 13 0,0 0 23 0,-12-2 11 16,12 2 16-16,0 0 7 0,-9-1-1 0,9 1-7 15,0 0-9-15,0 0-19 0,0 0-20 0,0 0-32 16,-7-2-30-16,7 2-29 0,0 0-29 0,0 0-25 16,24-9-19-16,-8 4-25 0,4 1-41 0,3 0-35 0,5-1-36 15,-1 0-44-15,3-3-56 0,-2 5-68 16,-6 1-73-16,7-4-72 0,2 0-76 0,-3 1-73 15,-12-2-74-15,5 2-88 0,-7 4-367 0,-3-5-1008 16,1 4 446-16</inkml:trace>
        </inkml:traceGroup>
        <inkml:traceGroup>
          <inkml:annotationXML>
            <emma:emma xmlns:emma="http://www.w3.org/2003/04/emma" version="1.0">
              <emma:interpretation id="{B3D1852F-06D5-4462-BB6B-B4A95CDD4B72}" emma:medium="tactile" emma:mode="ink">
                <msink:context xmlns:msink="http://schemas.microsoft.com/ink/2010/main" type="inkWord" rotatedBoundingBox="4963,14260 8244,14426 8204,15205 4923,15039"/>
              </emma:interpretation>
              <emma:one-of disjunction-type="recognition" id="oneOf57">
                <emma:interpretation id="interp177" emma:lang="" emma:confidence="0.5">
                  <emma:literal>integrate</emma:literal>
                </emma:interpretation>
                <emma:interpretation id="interp178" emma:lang="" emma:confidence="0">
                  <emma:literal>integrated</emma:literal>
                </emma:interpretation>
                <emma:interpretation id="interp179" emma:lang="" emma:confidence="0">
                  <emma:literal>integrase</emma:literal>
                </emma:interpretation>
                <emma:interpretation id="interp180" emma:lang="" emma:confidence="0">
                  <emma:literal>intergrade</emma:literal>
                </emma:interpretation>
                <emma:interpretation id="interp181" emma:lang="" emma:confidence="0">
                  <emma:literal>integrates</emma:literal>
                </emma:interpretation>
              </emma:one-of>
            </emma:emma>
          </inkml:annotationXML>
          <inkml:trace contextRef="#ctx1" brushRef="#br1" timeOffset="562555.61">5017 14566 100 0,'0'0'426'0,"0"0"14"0,0 0-2 0,1-11-7 15,-1 11-6-15,0 0-8 0,-1-7-6 0,1 7-13 16,0 0-10-16,0 0-11 0,-3-7-27 0,3 7-16 16,0 0-20-16,0 0-25 0,-5-7-24 0,5 7-34 15,0 0-25-15,0 0-29 0,0 0-16 0,0 0-21 16,0 0-10-16,0 0-14 0,0 0-10 0,-9 18-5 16,8-8-15-16,0-2-5 0,1 2-8 0,-1-1-7 0,1 2-5 15,0 2-10-15,0-2-9 0,1-1 5 0,-1 1-5 16,-1-1-7-16,-1 1-3 0,2 1-31 15,0-5-18-15,2 1-21 0,-1-2-26 0,0 4-2 16,-1-10-46-16,-1 12-43 0,1-12-35 0,1 9-19 0,-1-9-44 16,0 0-88-16,0 0-67 0,0 0-79 0,0 0-421 15,0 0-984-15,11-20 435 0</inkml:trace>
          <inkml:trace contextRef="#ctx1" brushRef="#br1" timeOffset="562743.07">4979 14456 15 0,'-7'-10'370'0,"2"7"19"0,5 3 15 16,-4-8-3-16,4 8-1 0,-4-8-15 15,4 8-21-15,0 0-30 0,-3-3-35 0,3 3-34 0,0 0-28 16,0 0-32-16,0 0-25 0,0 0-39 0,0 0-48 16,0 0-53-16,0 0-49 0,0 0-74 0,9 24-65 15,-2-17-67-15,1 2-84 0,2-2-64 0,-2 2-205 16,3-1-615-16,-2 0 272 0</inkml:trace>
          <inkml:trace contextRef="#ctx1" brushRef="#br1" timeOffset="563180.45">5106 14620 315 0,'0'0'403'0,"0"0"10"0,0 0 2 0,0 0-6 15,0 0-11-15,0 0-18 0,0 0-23 0,0 0-29 16,0 0-34-16,0 0-26 0,9-17-26 0,-9 17-27 15,6-4-22-15,-6 4-22 0,11-4-17 0,-3 4-16 16,-8 0-22-16,17 1-5 0,-8 2-11 0,2 0-13 16,1 1-9-16,-1 0-8 0,-1 2-10 0,1 2-6 15,-3-1-4-15,0-1-7 0,-3 3-7 0,0-1-6 16,1-1-10-16,-4 1-9 0,0-2-7 0,-1 1-15 16,-1-7 3-16,0 12-9 0,0-12-8 0,-5 9-1 15,5-9-12-15,-6 9 12 0,5-4 3 0,1-5 6 16,-7 3 3-16,7-3 5 0,0 0-4 0,0 0 25 15,0 0 9-15,0 0 4 0,-13-13 9 0,13 13 4 16,0-12 0-16,0 5-1 0,6-3 3 0,-3 1-3 16,4-6-6-16,2 5-1 0,-2 1-8 0,1-1 4 15,1 5-4-15,1-4-2 0,2-3-4 0,-3 5 2 16,2 0-5-16,-2 3-1 0,-1 3-4 0,3 1-3 16,0 0-1-16,-1 1-1 0,-1 3-2 0,0 0-1 15,-2 1 1-15,1 3-1 0,-2-2-1 0,1 2 2 16,-3 1 0-16,1 1 1 0,-3-1-2 0,2 1-1 15,-2-2-18-15,-2 3-14 0,1-2-16 0,-1-3-22 16,0-6-23-16,0 11-39 0,0-11-43 0,1 8-47 16,-1-8-26-16,0 0-26 0,5 6-58 0,-5-6-49 15,12-1-321-15,-12 1-761 0,20-9 337 0</inkml:trace>
          <inkml:trace contextRef="#ctx1" brushRef="#br1" timeOffset="563477.25">5683 14434 239 0,'-3'-7'504'0,"3"7"17"0,-4-11 8 15,1 6-1-15,0-1-7 0,3 6-1 0,-4-9-1 16,4 9-23-16,-4-8-19 0,4 8-29 0,-4-6-35 16,4 6-33-16,0 0-39 0,0 0-32 0,0 0-31 15,-2-8-33-15,2 8-23 0,0 0-25 0,0 0-19 16,0 0-18-16,0 0-22 0,0 0-110 0,1 27-28 15,0-17 0-15,2 0 0 0,-2 3 0 0,3 1 0 16,-4 2 0-16,3 0 0 0,-3 5 0 0,-2-3 0 16,4 5 0-16,-2-3 0 0,0-2 0 0,0 2 0 15,0 0 0-15,0-3 0 0,-2 1 0 0,4 2 0 16,-2-7 0-16,0 1 0 0,-3 0 0 0,4-3 0 16,-1-5-261-16,2 2-147 0,-2-8-49 0,1 10-48 0,3-8-76 15,-4-2-416-15,0 0-1080 0,11 0 479 0</inkml:trace>
          <inkml:trace contextRef="#ctx1" brushRef="#br1" timeOffset="563930.2799">5827 14606 109 0,'0'0'341'0,"8"-1"5"0,-8 1 4 0,0 0-4 15,0 0-7-15,6-3-5 0,-6 3-5 0,0 0-17 16,0 0-13-16,0 0-24 0,0 0-19 0,0 0-18 0,0 0-21 15,0 0-19-15,0 0-9 0,0 0-15 0,9 4-17 16,-9-4-10-16,0 0-13 0,4 7-9 16,-4-7-7-16,0 0-9 0,3 7-2 0,-3-7-8 15,0 0 2-15,7 4-4 0,-7-4-5 0,9 0-10 0,-2 1-5 16,4-1-15-16,2-1 5 0,-2-1-10 0,3-3-4 16,0 4-4-16,3-9-1 0,-4 7-6 0,-2-1-4 15,2-3-3-15,-3 3 0 0,-1-3-4 0,-2 4 5 16,0-4 6-16,-3 2 7 0,1 1 6 0,-5 4 5 15,4-9-6-15,-4 9-10 0,0-8-4 0,0 8-6 16,0 0-3-16,-9-8-6 0,3 3-6 0,6 5-7 16,-17-1 8-16,7 1-1 0,0 3-2 0,-4 4 0 15,3 0-3-15,-5-2-4 0,6 5-3 16,-2 1 2-16,2-2 2 0,0 3-5 0,2-2 0 0,-1 1 2 16,5-2-4-16,0 2 3 0,1-1 1 0,1-2 3 15,5 2 0-15,-1 0 5 0,2-2-5 0,5-1 2 16,-1-1 1-16,0 1-8 0,4-2-4 15,2-2-3-15,3 2-11 0,2-1-18 0,0-2-28 0,2-2-26 16,6 0-34-16,-6-2-33 0,1 0-32 0,6-3-52 16,-9 0-41-16,2-1-37 0,-4-1-49 0,0 0-40 15,0 0-37-15,-6 2-344 0,-2 0-849 0,-2-3 375 16</inkml:trace>
          <inkml:trace contextRef="#ctx1" brushRef="#br1" timeOffset="564195.87">5933 14427 25 0,'-6'-6'527'0,"6"6"12"0,0 0 7 16,-5-7-14-16,5 7-20 0,0 0-45 0,-4-4-31 15,4 4-42-15,0 0-33 0,0 0-45 0,11-11-30 16,-4 9-27-16,-7 2-19 0,19-6-29 0,-8 4-26 15,2-2-16-15,1 2-16 0,0 0-15 0,5 1-15 16,-2-3-15-16,2 2-30 0,2 0-41 0,-8 1-45 16,4-1-52-16,-4 2-49 0,0-1-48 0,1-1-62 15,-4-1-62-15,2 2-53 0,-5 1-69 0,4-1-56 16,-11 1-310-16,14 0-833 0,-8 1 369 0</inkml:trace>
          <inkml:trace contextRef="#ctx1" brushRef="#br1" timeOffset="564836.35">6328 14644 106 0,'0'0'426'16,"-4"8"0"-16,4-8-3 0,0 0-14 0,0 0-10 15,-7 2-8-15,7-2-6 0,0 0-18 0,0 0-16 16,0 0-17-16,-9-13-18 0,9 13-23 0,-2-7-23 15,2 7-28-15,0 0-26 0,3-13-22 0,-3 13-20 16,5-10-19-16,-2 5-16 0,2 1-20 0,-5 4-9 16,12-8-7-16,-2 5-26 0,-3 0-1 0,2 3-8 15,-9 0-6-15,14 0-5 0,-6 0-10 0,2 3-1 16,-4-2-15-16,0 2-2 0,-1 1-3 0,0 0-13 16,0-1-9-16,-3 4-1 0,-2-7-5 0,4 12-1 0,-5-5-1 15,1-7 1-15,-5 13-13 0,-1-4 6 16,-2-1-5-16,0 0-4 0,-3 0-8 0,0-1 3 15,-1 1-3-15,-4 0-1 0,3-3 6 0,0 1 5 16,1-3 2-16,2-1 5 0,-2 0 9 0,5-1 10 0,-1-1 11 16,8 0 14-16,-13-4 14 0,9-2 5 0,4 6 1 15,-5-9-1-15,3 2-4 0,3-3-2 16,-1 10-7-16,4-18-4 0,-2 9-5 0,2 1-11 16,2-2 3-16,1 3-1 0,-1-1-1 0,2 1 0 15,1 3-7-15,0 1-9 0,-1-1 1 0,2 4-3 0,2 0 5 16,0 4-5-16,1-1-4 0,1 5 4 0,1 3-6 15,-3 1 3-15,2-1-1 0,-2 5-1 16,1 4-2-16,-1-2 3 0,-2 0-4 0,0 3 4 16,-6 0-2-16,4 2-1 0,-3 3 4 0,-1-3-1 0,-4 2 0 15,0-4-5-15,-2 4 8 0,-1-2-1 0,0-3-8 16,-3-2 7-16,1-1-2 0,-3 2 2 0,0-3-3 16,-2-1-8-16,2 1 2 0,-1-3 1 0,-5 0 0 15,4-7 10-15,0 3-5 0,0-4 3 16,-1-1 3-16,4-1 1 0,0-1 12 0,-1-1 16 0,8-1 28 15,-13-2 2-15,13 2 25 0,-12-7 10 0,7 1 3 16,0-2-1-16,1 0 5 0,2-2-13 16,0-4-9-16,2 2-15 0,2 1 3 0,1-6-41 0,3 2-29 15,2 2 0-15,0-1 0 0,2-1 0 0,3 3-45 16,-1 2-102-16,4 0-71 0,1 0-71 0,3 4-82 16,-3-2-82-16,2 0-78 0,3 2-75 0,-2 3-317 15,1-4-997-15,-5 3 441 0</inkml:trace>
          <inkml:trace contextRef="#ctx1" brushRef="#br1" timeOffset="565226.88">6630 14690 191 0,'0'0'475'0,"0"-13"1"0,-1 7-11 16,1 6-14-16,0-9-26 0,0 9-18 0,-2-10-26 15,2 10-26-15,-1-8-29 0,1 8-39 0,0 0-17 16,1-9-27-16,-1 9-28 0,4-7-23 0,-4 7-19 16,10-3-18-16,-10 3-18 0,16 0-18 0,-6 0-12 15,-4 3-9-15,1 1-11 0,-1 1-8 0,4 1-12 16,-3 1-4-16,-1-2-10 0,0 2-4 0,1 2-7 16,-2-1-11-16,-1 2-22 0,1-1-9 0,-4 1-9 15,-1-2-6-15,-1 0-10 0,2-1-1 0,-1-7 2 16,-4 11 0-16,2-5-1 0,2-6 10 0,-3 9 3 15,3-9 6-15,-1 8 4 0,1-8 9 0,0 0 0 16,-8 2 9-16,8-2 6 0,0 0 4 0,0 0 0 16,0 0-1-16,-5-18-6 0,5 18-1 0,4-16-10 15,-4 9-10-15,4-3-12 0,2-1-19 0,0 0-16 16,1 2-25-16,2-2-27 0,1 1-25 0,4 0-35 16,0 1-39-16,-2 2-28 0,-1 1-37 0,6-1-39 15,-4 4-36-15,3-2-29 0,-3 5-23 0,0-1-236 16,-2 2-678-16,1-1 300 0</inkml:trace>
          <inkml:trace contextRef="#ctx1" brushRef="#br1" timeOffset="566369.94">6950 14670 313 0,'-5'4'324'16,"5"-4"21"-16,0 0-13 0,0 0-19 0,0 0 9 16,0 0-16-16,0 0-8 0,0 0-20 0,0 0-16 15,0 0-18-15,4-28-21 0,-4 28-28 0,5-8-20 16,-2 5-15-16,-3 3-16 0,6-8-17 0,-6 8-12 15,9-5-13-15,-4 3-9 0,-5 2-15 0,12-3-7 16,-12 3-8-16,14 0-11 0,-14 0-9 0,14 4-4 16,-9-1-5-16,2 0-5 0,-4 2-4 0,4 4 0 15,-5-4 0-15,1 1-5 0,-2 1-7 0,-1-7 4 16,-3 16 1-16,1-9-5 0,-3 4 2 0,-1-3-1 16,-2 0 3-16,-1 0 0 0,0-3-3 0,-1 1-1 15,-1-1 4-15,4-1-5 0,-2-2 5 0,1 1 20 16,8-3 19-16,-11 2 11 0,11-2 7 0,-12-5 14 15,12 5 7-15,-11-8 0 0,9 4-6 0,0-4-5 0,2 8-5 16,-3-14-10-16,5 4-7 0,-1-1-8 0,1 2 0 16,4-2-10-16,-3 4-16 0,5-4 6 0,0 3-3 15,-1-3-6-15,1 5-1 0,-1 2-5 0,1 0-5 16,3-3 0-16,-4 6-5 0,2-1-1 0,-1 1-6 16,-8 1-1-16,14 0 0 0,-5 1-1 0,0 2-1 15,0 4-3-15,-1-3 2 0,0 4 0 0,-1-1 0 16,-1 4 1-16,-1-4 1 0,1 2-3 0,-3 1 0 15,2-2-2-15,-2 2-1 0,1-1 3 0,-2-2 0 16,1 2 1-16,-1-1 1 0,1-1 0 0,0-2 1 16,-2 1 4-16,4 1-1 0,-1-3 4 0,-4-4 4 15,7 7-6-15,0-7 4 0,3 0-1 0,1-1 0 16,0-1-2-16,5-3 0 0,4-1 0 0,-3-3 0 16,0-2-4-16,2 2 6 0,-2-3-3 0,-1-1 3 15,7-4-2-15,-6-4 0 0,-3 8 4 0,-2-3-1 16,4-6 8-16,-3-2 6 0,0 1 25 0,-3-1 29 15,-1 0-5-15,-5 7-2 0,-3 0 6 0,4 1-1 16,-4 5 0-16,-2-1-16 0,0 2-5 0,-3 2-10 16,0 0-12-16,2 1 2 0,-2 1-8 0,4 6-1 15,-10-5-8-15,4 2-15 0,6 3 7 0,-11-1 2 16,11 1-2-16,-12 5-2 0,9-1 2 0,-5 2-2 0,2 3-8 16,3 3 4-16,-1 0-1 0,2 2-3 15,-1-1 4-15,2 5-3 0,-1-1 3 0,0 9 1 16,1-6-6-16,-2-2-1 0,3 3-3 0,0-4-9 15,0 2-5-15,0-1-5 0,1-1-9 0,-1-1-3 16,3-1-19-16,-1-2 5 0,5 1-10 0,-2-2-3 0,4-3 1 16,1 1-2-16,3 1-8 0,2-1-3 15,3 0-6-15,0-5-2 0,0-2 6 0,2 1 8 16,-3-1 5-16,-4-5 9 0,1 0 10 0,-3-2 7 16,0-1 17-16,0-1 15 0,-3-2 11 0,-3 1 10 0,0-1 3 15,-2-2-1-15,-3 0 1 0,0 1 6 0,-2-1 4 16,-1 0 0-16,-1-1 1 0,-3 2 7 0,-3-2-1 15,1 3 3-15,-8-1 10 0,2 1 5 16,0 2-3-16,1 0-5 0,0-2-3 0,1 4-4 16,1 2-3-16,1 1-9 0,-1-3 0 0,5 4-5 0,7 0-4 15,-13-1 0-15,13 1-4 0,-12 0-14 16,12 0-1-16,-9 1 12 0,9-1-15 0,0 0-5 16,-3 5-7-16,3-5 1 0,0 0-4 0,0 0-2 15,14 13-3-15,-4-10 0 0,1-2 2 0,6 3-5 0,2-5 2 16,4-5 1-16,4 6-3 0,1-4 0 0,-7 0 0 15,6 0 7-15,-7-3-2 0,-1 0 8 0,4-8 2 16,-1 1 3-16,-5 3 0 0,-2 0 5 16,-1 0 12-16,-4 1 5 0,-1 2 7 0,-3-2 10 0,2 2 1 15,-3 0 9-15,-2 0-2 0,0 1-2 0,-1 2-3 16,-2 5-9-16,1-11-1 0,-1 11 3 0,-3-11-1 16,3 11 0-16,0 0 1 0,-5-10 2 0,5 10-3 15,-5-3-6-15,5 3 4 0,0 0-4 0,-6-4 0 16,6 4 0-16,0 0-7 0,0 0 4 0,0 0 3 15,0 0 8-15,-13 14 14 0,13-7-8 0,-2 1-5 16,2-8 7-16,-2 19-3 0,4-9-2 0,-2 2 1 16,2 5-5-16,-1-1 0 0,2 2-3 0,-2-2 1 15,2 1-4-15,-2 1-4 0,3 0 5 0,-1-4-8 16,-1 2 3-16,3-5-17 0,-1 1-21 0,-3 0-23 16,0-3-26-16,3 2-36 0,-1-2-47 0,2 0-41 15,-1-4-53-15,3 2-56 0,-1-1-52 0,-1-3-62 16,4-2-65-16,-9-1-382 0,16 0-938 0,-5-1 416 15</inkml:trace>
          <inkml:trace contextRef="#ctx1" brushRef="#br1" timeOffset="566807.34">7922 14661 131 0,'0'0'295'0,"0"0"-9"0,0 0-2 0,0 0-3 0,0 0-15 16,0 0-2-16,0 0-5 0,0 0 3 0,0 0 0 15,0 0-8-15,0 0-13 0,0 0-14 0,0 0-9 16,10 14-24-16,-10-14-6 0,0 0-8 0,1 7-7 16,-1-7-7-16,0 0-2 0,5 5-7 0,-5-5-10 15,6 4-2-15,-6-4-10 0,10 3-6 0,-1-3-13 16,-2 1-15-16,-7-1-3 0,21-1-10 0,-10-2-9 16,0 2-9-16,1-1 14 0,-3-4-6 0,0 3-1 15,-1-1-4-15,1 2 3 0,-3-5 4 0,-1 2 5 16,1 1 0-16,-6 4-2 0,6-11-3 0,-4 6-15 15,-2 5-5-15,0-13-7 0,0 13-5 0,-2-8-10 16,2 8-4-16,-6-9-5 0,2 4-5 0,4 5-3 16,-9-3-8-16,9 3-1 0,-12 0-4 0,12 0 4 15,-18 5-5-15,11 0-1 0,-3-1-4 0,2 4 0 16,0 3 2-16,0-1-3 0,-2 4 9 0,4-3-9 16,-1-2-9-16,2 1 9 0,3 1 3 0,-2 0 0 15,0-1 2-15,2 0-1 0,2-4 4 0,0-6-8 16,0 12 6-16,0-5-1 0,2-1 5 0,3 1-2 15,0-3 3-15,6-1-5 0,-2 1-16 0,3-1-1 16,1-2-11-16,5-1-31 0,0-1-19 0,1 1-40 16,1-3-49-16,1-2-55 0,1 2-68 0,-2-1-57 15,-2 0-60-15,2-1-71 0,-7 1-370 0,4-1-910 16,-4 1 403-16</inkml:trace>
        </inkml:traceGroup>
        <inkml:traceGroup>
          <inkml:annotationXML>
            <emma:emma xmlns:emma="http://www.w3.org/2003/04/emma" version="1.0">
              <emma:interpretation id="{C142154D-DE2E-4264-8620-ADAF0247D7E6}" emma:medium="tactile" emma:mode="ink">
                <msink:context xmlns:msink="http://schemas.microsoft.com/ink/2010/main" type="inkWord" rotatedBoundingBox="8768,14637 10127,14706 10115,14942 8757,14873"/>
              </emma:interpretation>
              <emma:one-of disjunction-type="recognition" id="oneOf58">
                <emma:interpretation id="interp182" emma:lang="" emma:confidence="0.5">
                  <emma:literal>over</emma:literal>
                </emma:interpretation>
                <emma:interpretation id="interp183" emma:lang="" emma:confidence="0">
                  <emma:literal>Over</emma:literal>
                </emma:interpretation>
                <emma:interpretation id="interp184" emma:lang="" emma:confidence="0">
                  <emma:literal>order</emma:literal>
                </emma:interpretation>
                <emma:interpretation id="interp185" emma:lang="" emma:confidence="0">
                  <emma:literal>overs</emma:literal>
                </emma:interpretation>
                <emma:interpretation id="interp186" emma:lang="" emma:confidence="0">
                  <emma:literal>aver</emma:literal>
                </emma:interpretation>
              </emma:one-of>
            </emma:emma>
          </inkml:annotationXML>
          <inkml:trace contextRef="#ctx1" brushRef="#br1" timeOffset="567367.97">8824 14731 41 0,'0'0'399'0,"0"0"-1"15,0 0 14-15,-1-10-12 0,1 10 4 0,0 0-3 16,1-9 0-16,-1 9 0 0,0 0-10 0,-3-7-16 15,3 7-26-15,0 0-19 0,4-9-17 0,-4 9-28 16,3-8-30-16,-3 8-15 0,5-8-23 0,0 5-21 16,-5 3-25-16,9-7-13 0,-4 5-25 0,3-1-19 15,-8 3-11-15,13-1-11 0,-13 1-10 0,15 4-8 16,-7-2-7-16,-1 2-11 0,3 1-1 0,-3 1-6 16,1 2-12-16,-5-3-3 0,4 5 2 0,-1 0-7 15,-3-1-11-15,-3 2-8 0,0 0-1 0,0 0 0 16,-3 0-3-16,-3 0-3 0,-2 3 1 0,-1 0 4 15,1-3 1-15,-2-2 0 0,-5 2-19 16,-2-4 18-16,2 0 0 0,2 0-4 0,0-5 2 0,3 2 2 16,0-1 4-16,0 0 5 0,2-3 8 0,8 0 12 15,-14-3-4-15,14 3-6 0,-10-5-1 0,6-1-2 16,4 6-2-16,-4-16-23 0,4 7-10 0,1-1-30 16,3 1-36-16,0-1-52 0,3 0-56 0,5 0-60 15,2-2-68-15,1 1-67 0,1 3-68 0,3 0-66 16,-1 2-401-16,2 1-991 0,-1 2 440 0</inkml:trace>
          <inkml:trace contextRef="#ctx1" brushRef="#br1" timeOffset="567808">9063 14770 419 0,'0'0'501'0,"-8"-24"0"0,8 24-6 15,0 0-15-15,2-9-19 0,-2 9-19 0,2-6-28 16,-2 6-33-16,0 0-35 0,6-5-29 0,-6 5-34 16,0 0-29-16,6-5-34 0,-6 5-19 0,0 0-22 15,10 1-15-15,-10-1-20 0,12 8-14 0,-4-2-17 16,0 0-13-16,-3 0-9 0,3 2-4 0,7 2-13 16,-10-1-6-16,0 2-16 0,2-2-22 0,3 3-21 15,-6 0-5-15,0-2-13 0,0-1-16 0,-1 1-18 16,0-3 0-16,1 0-3 0,1 0-2 0,-3 0-3 15,0-1 15-15,-2-6 2 0,0 0 9 0,2 10 4 16,-2-10 20-16,4 4 21 0,-4-4 22 0,0 0 4 16,0 0 8-16,0 0 9 0,0 0 8 0,12-14-2 15,-10 5 13-15,0-2-4 0,4-1-4 0,1-3 24 16,0 0-2-16,-1-2-3 0,3 2-3 0,-2-2 4 16,-1 3-9-16,0-2-3 0,2 2-8 0,-2 4 2 15,-1 0-13-15,1 1-3 0,-2 1-3 0,-2 3-11 0,1-1-46 16,-3 6 0-16,4-6 0 0,-4 6 0 15,3-8 0-15,-3 8-28 0,0 0-81 0,0 0-36 16,0 0-43-16,0 0-44 0,10 10-40 0,-6-3-50 16,-1-1-42-16,-2 0-38 0,-1-6-43 15,5 13-31-15,-1-4-38 0,0-4-269 0,-3 6-848 0,0-4 377 0</inkml:trace>
          <inkml:trace contextRef="#ctx1" brushRef="#br1" timeOffset="568618.28">9388 14803 264 0,'0'0'325'16,"0"0"19"-16,0 0 1 0,0 0 18 0,0 0 10 16,0 0 5-16,0 0 7 0,0 0 5 0,0 0 2 15,0 0-6-15,0 0 3 0,0 0-18 0,0 0-7 16,0 0-30-16,9-10-16 0,-9 10-29 0,0 0-28 16,0 0-34-16,0 0-17 0,0 0-27 0,0 0-11 15,0 0-17-15,0 0-21 0,0 0-19 0,0 0-5 16,0 0-20-16,0 0-7 0,0 0-8 0,0 0-5 15,0 0-8-15,0 0-6 0,0 0-10 0,8 7 6 16,-8-7-3-16,0 0-18 0,9 6-31 0,-5-5 0 16,-4-1 0-16,13 0 0 0,-3 0 0 0,1-1 0 15,0 1 0-15,2-3 0 0,-2 0 0 0,3-2 0 16,-1 1 0-16,1-1 0 0,-4 0 0 0,2-1 0 16,1 2 0-16,-4-2 0 0,0 0 0 15,-3-2 0-15,0 4 0 0,-1-2 0 0,-1 1 0 0,0-1 0 16,-4 6 0-16,3-9 0 0,-3 9 0 0,-1-9 0 15,1 9 0-15,0 0 0 0,-10-10 0 0,7 7 0 16,3 3 0-16,-14-3 0 0,6 3 0 0,-2 2 0 16,-2 2 0-16,1 2 0 0,-4 3 0 0,2 0 0 15,0 2 0-15,-1-2 0 0,5 0 0 0,0 1 0 16,0-1 0-16,3 2-4 0,-1-1-62 0,3 0-3 16,2 1 6-16,0-2-4 0,2 4 1 0,3-3 9 15,1-1-7-15,2 0 13 0,5-1 4 0,0 0 8 16,3-2 4-16,6 1 1 0,2-3 8 0,3 1 1 15,-4-3 3-15,7-1 2 0,-6-2 6 0,-1-3-3 16,5-3 2-16,0 0 8 0,-1-3 9 0,-6 3 4 16,-2-2 8-16,-2-3 0 0,0 3 4 0,-2-3 12 15,-1 2 1-15,-3 0-5 0,-2 1 9 0,-1-1 2 16,-1-1-1-16,0 2-4 0,-4-1-2 0,1 2 2 0,-1 2-10 16,-1 6 7-16,0-13-4 0,0 13-11 15,-4-11-5-15,4 11 3 0,-4-7-7 0,4 7-2 16,-2-6-1-16,2 6-4 0,0 0 2 0,-8-6-6 15,8 6 0-15,0 0 7 0,0 0-7 0,0 0 2 16,-6-4-4-16,6 4 2 0,0 0 2 0,0 0 3 0,0 0 5 16,0 0-5-16,0 0 2 0,0 0 6 15,0 0-1-15,0 0 2 0,24 4-2 0,-24-4 0 16,13 0-1-16,-3 0-3 0,-10 0 0 0,17-1 0 16,-7 0 0-16,-4 2 1 0,2 0-5 0,0 1 3 0,2-2-3 15,-3 2-2-15,0 0-6 0,1 2 4 0,-2 1 2 16,-4-1-5-16,4 2 3 0,-1 2 0 15,0 1-13-15,-3-3 16 0,0 3-3 0,0 1 7 16,-2 0-1-16,-1 2-1 0,-2-1-2 0,1 1 1 0,-2-2 4 16,1 2-3-16,-2-1-3 0,4-2 4 0,-3 0 4 15,3-4-3-15,1-5-2 0,0 14 1 0,0-14-2 16,1 10-6-16,2-6-13 0,2 1-4 0,1-3-29 16,5 2-43-16,1-2-55 0,0-2-45 0,2-3-54 15,2 0-58-15,-2 1-60 0,3-3-65 0,-2-2-71 16,-3 2-388-16,0-2-966 0,-1 2 427 0</inkml:trace>
        </inkml:traceGroup>
        <inkml:traceGroup>
          <inkml:annotationXML>
            <emma:emma xmlns:emma="http://www.w3.org/2003/04/emma" version="1.0">
              <emma:interpretation id="{D0BEB916-7196-4759-A261-409D3EC24367}" emma:medium="tactile" emma:mode="ink">
                <msink:context xmlns:msink="http://schemas.microsoft.com/ink/2010/main" type="inkWord" rotatedBoundingBox="10671,14471 12670,14572 12643,15114 10644,15013"/>
              </emma:interpretation>
              <emma:one-of disjunction-type="recognition" id="oneOf59">
                <emma:interpretation id="interp187" emma:lang="" emma:confidence="0.5">
                  <emma:literal>Entire</emma:literal>
                </emma:interpretation>
                <emma:interpretation id="interp188" emma:lang="" emma:confidence="0">
                  <emma:literal>Endive</emma:literal>
                </emma:interpretation>
                <emma:interpretation id="interp189" emma:lang="" emma:confidence="0">
                  <emma:literal>Entre</emma:literal>
                </emma:interpretation>
                <emma:interpretation id="interp190" emma:lang="" emma:confidence="0">
                  <emma:literal>Enviro</emma:literal>
                </emma:interpretation>
                <emma:interpretation id="interp191" emma:lang="" emma:confidence="0">
                  <emma:literal>Entice</emma:literal>
                </emma:interpretation>
              </emma:one-of>
            </emma:emma>
          </inkml:annotationXML>
          <inkml:trace contextRef="#ctx1" brushRef="#br1" timeOffset="569274.55">10731 14659 215 0,'0'0'493'0,"2"-7"0"0,-2 7-5 15,0-9-18-15,0 9-20 0,2-9-26 0,-2 9-17 16,1-7-27-16,-1 7-22 0,0 0-22 0,0 0-24 16,0 0-36-16,0-11-34 0,0 11-30 0,0 0-25 15,0 0-27-15,0 0-14 0,0 0-16 0,0 0-11 16,0 0-15-16,0 0-2 0,6 27-16 0,-3-16-9 16,0 5-7-16,-5-4-7 0,5 7-6 0,-1-1-7 15,1 0-3-15,-2 0 27 0,2 1-10 0,-1 0-10 16,-1 6-1-16,1-6-5 0,-2-1-8 0,1 2-7 15,2-5-3-15,-5 1 0 0,4-1 3 0,-1-2-7 16,0-4-12-16,-1-2 5 0,5 3 5 0,-3-4 24 16,3-1 12-16,0 2 3 0,5-3 3 0,2 0 4 15,7-1 9-15,0-3 4 0,9 0 1 0,0-3-2 16,0-1-22-16,-6 0-60 0,5-3 0 0,-7 4 0 16,2-3 0-16,-3-1 0 0,-2 2 0 0,-1-2 0 15,-3 3 0-15,0 0 0 0,-3-2 0 0,0 1 0 16,0 1 0-16,-4 1 0 0,0-1 0 0,-1 1-29 0,-5 3-214 15,8-6-59-15,-8 6-59 0,5-8-73 16,-5 8-58-16,-1-9-70 0,1 9-400 0,-10-10-1041 16,3 6 460-16</inkml:trace>
          <inkml:trace contextRef="#ctx1" brushRef="#br1" timeOffset="569508.87">10690 14720 335 0,'-5'-5'535'0,"1"-2"32"16,-4 1 11-16,4-2-12 0,2-1-22 0,-2-1-38 0,4 3-34 16,4-4-42-16,0 0-41 0,2 1-39 0,6-5-39 15,3-1-34-15,0 3-23 0,8-5-20 16,0 3-24-16,3 1-28 0,-3 1-17 0,3 2-14 16,0 2-13-16,-7 4-41 0,3 1-38 0,-4 0-46 0,1 2-55 15,-1-2-40-15,-4 1-51 0,0 2-51 0,3 1-63 16,-7 0-56-16,0 3-47 0,-2-1-49 0,0 1-46 15,-3 1-13-15,-1-1-329 0,-4-3-852 16,0 0 376-16</inkml:trace>
          <inkml:trace contextRef="#ctx1" brushRef="#br1" timeOffset="569680.8">10779 14784 120 0,'-3'4'403'0,"3"-4"28"0,-4 6 18 16,4-6 12-16,0 0-11 0,-3 6-28 0,3-6-33 0,0 0-40 15,0 0-38-15,0 0-33 0,0 0-27 0,0 0-32 16,24-5-51-16,-13 4-54 0,-1 0-47 0,4-1-56 16,4 0-56-16,1 1-65 0,0-2-65 0,-2 0-66 15,1 2-57-15,4 1-53 0,-3 1-262 0,1-2-662 16,1-1 293-16</inkml:trace>
          <inkml:trace contextRef="#ctx1" brushRef="#br1" timeOffset="570118.09">11204 14839 227 0,'0'0'477'0,"0"0"14"0,0 0 20 15,0 0 9-15,0 0-8 0,0 0-5 0,0 0-12 16,0 0-19-16,0 0-24 0,0 0-30 0,0 0-37 16,0 0-37-16,0 0-33 0,0 0-35 0,0 0-29 15,0 0-33-15,0 0-22 0,0 0-20 0,0 0-22 16,9 5-7-16,-2 1-18 0,-4 1-11 0,2 2-19 15,0 1-21-15,0 1-29 0,1 0-28 0,-1-2-20 16,-1 1-32-16,1 2-22 0,-3-2-17 0,0-1-14 16,1-1-16-16,-2-4-16 0,2 4 10 0,-1-3 6 15,-2-5 11-15,0 9 11 0,0-9 13 0,0 0 14 16,0 0 20-16,-2 9 13 0,2-9 14 0,0 0 9 16,0 0 18-16,0 0 13 0,0 0 1 0,0 0-3 15,9-27 0-15,-2 20-1 0,0 0 10 0,-3-2-1 16,3-1 3-16,0 4 3 0,-2 1 0 0,1-2-6 15,-2 0 1-15,1 2-7 0,-5 5-17 0,9-6 12 16,-4 3-6-16,-5 3-7 0,8-5 0 0,-8 5-5 16,9 0-5-16,-9 0 5 0,0 0-5 0,14 1-5 15,-10 3 5-15,1 0-4 0,-5-4 1 0,8 11-11 16,-3-5-19-16,1 1-25 0,0 1-41 0,3-1-34 16,-1 0-37-16,-1 1-35 0,1-2-57 0,0 0-52 15,2 0-50-15,0-3-52 0,-1 2-55 0,4-3-52 16,-3-2-290-16,5 0-870 0,-1-3 385 0</inkml:trace>
          <inkml:trace contextRef="#ctx1" brushRef="#br1" timeOffset="570399.28">11720 14668 199 0,'1'-18'457'0,"-1"18"9"0,-2-12 19 15,2 12 8-15,-4-11 0 0,4 11-16 0,-3-10-15 16,3 10-8-16,0 0-34 0,0 0-21 0,0 0-30 15,-5-11-37-15,5 11-29 0,0 0-38 0,0 0-23 16,0 0-22-16,0 0-25 0,0 0-14 0,0 0-14 16,-9 30 7-16,5-17-10 0,2 4-15 0,1 2-14 15,-3 6-19-15,4 2-4 0,-2-1-13 0,2 2-10 16,-2-3-15-16,4 0-74 0,-4 0 0 0,1 1 0 0,2-1 0 16,-2-5 0-16,-2-1 0 0,1-4 0 15,2 3 0-15,-2-6 0 0,0 4-34 0,2-5-174 16,0-2-49-16,1-3-48 0,0 0-52 0,-1-6-30 15,2 9-18-15,-2-9-21 0,0 8-44 0,0-8-28 0,0 0-310 16,0 0-874-16,0 0 386 0</inkml:trace>
          <inkml:trace contextRef="#ctx1" brushRef="#br1" timeOffset="570820.44">11606 14956 37 0,'0'0'287'0,"-13"-4"21"0,7 2 13 0,6 2 21 0,-11-5 1 16,5 3 4-16,6 2-7 0,-10-2 15 15,10 2-3-15,-12-2-3 0,12 2-11 0,-7-1-14 16,7 1-22-16,0 0-20 0,-11-3-18 0,11 3-17 16,0 0-19-16,0 0-15 0,0 0-22 0,0 0-13 0,0 0-19 15,0 0-15-15,0 0-7 0,0 0-20 16,0 0-14-16,0 0-16 0,34 0-6 0,-17 0-15 0,2 0-16 16,3-3-23-16,-2 2-16 0,12-1-21 15,-1-2-18-15,-2-1-20 0,-2 0-11 0,-8 2-15 16,9-2-14-16,-10 0-11 0,0 2-2 0,-3-1 4 0,-1 1-20 15,-2-1 25-15,-2 3 2 0,0 1 4 16,-6-3 9-16,-4 3-4 0,11-4 14 0,-11 4 5 0,8-2 9 16,-8 2-13-16,0 0 25 0,0 0-2 15,0 0 9-15,11 2 4 0,-11-2 13 0,0 0 13 0,0 0 16 16,0 0 8-16,0 8 10 0,0-8 8 0,0 0 12 16,0 0 3-16,-7 14 5 0,7-14 5 0,0 8 9 15,0-8 3-15,-6 10 3 0,5-5-7 16,1-5-6-16,-3 12-4 0,1-6-4 0,0 1-5 15,2 2-6-15,0 0-3 0,0 1-6 0,0 1 0 0,0-11-6 16,0 14-4-16,0-6-21 0,0-2-17 0,2 1-16 16,-2-7-20-16,0 13-32 0,0-13-23 0,1 10-56 15,-1-10-14-15,1 6-39 0,-1-6-27 16,0 0-46-16,4 4-76 0,-4-4-62 0,0 0-302 0,0 0-782 16,10-15 346-16</inkml:trace>
          <inkml:trace contextRef="#ctx1" brushRef="#br1" timeOffset="571006.07">11995 14792 155 0,'0'0'391'0,"0"0"6"0,2-7 8 0,-2 7-15 16,0 0-16-16,0 0-28 0,0 0-29 0,-6-8-35 16,6 8-25-16,0 0-43 0,0 0-12 0,0 0-32 15,0 0-40-15,0 0-41 0,0 0-62 0,0 0-73 16,0 0-63-16,0 0-52 0,2 26-71 0,4-18-66 15,-1 2-252-15,1-1-597 0,4 2 264 0</inkml:trace>
          <inkml:trace contextRef="#ctx1" brushRef="#br1" timeOffset="571334.17">12066 14939 246 0,'0'0'435'0,"0"0"4"0,-6-16-6 0,6 16-12 16,0 0-12-16,0-10-19 0,0 10-26 0,0 0-32 15,0 0-31-15,4-12-34 0,-4 12-27 0,7-3-27 0,-7 3-23 16,11 0-16-16,-11 0-22 0,12 6-14 16,-4-4-18-16,-1 4-12 0,1 0-13 0,0 1-7 15,-3 2-7-15,1 0-11 0,-2 0-9 0,0-1-6 16,0 3-4-16,-2 0-7 0,-2-2-11 0,0-1-13 16,0 2-3-16,0-10 0 0,-2 10-1 0,2-10 3 15,-1 10 1-15,1-10 3 0,0 0 7 0,-2 6 27 16,2-6 18-16,0 0 1 0,0 0-5 0,0 0-1 15,0 0 2-15,0 0-3 0,7-25-9 0,-5 15-1 16,1 0-11-16,3 0-4 0,0-2-7 0,0 1-17 0,-4 0-13 16,6 2-21-16,-1-1-26 0,0 0-24 0,2 2-36 15,-2 0-33-15,0 2-51 0,4-2-46 16,0 1-60-16,0 4-52 0,1 0-66 0,-1 0-53 16,2 1-308-16,1 1-833 0,-1 1 370 0</inkml:trace>
          <inkml:trace contextRef="#ctx1" brushRef="#br1" timeOffset="571771.57">12399 14945 405 0,'0'0'416'0,"0"0"4"0,0 0 12 0,0 0-10 16,-6 5-13-16,6-5-13 0,0 0-15 0,0 0-26 15,0 0-22-15,0 0-34 0,0 0-26 16,0 0-30-16,0 0-24 0,0 0-22 0,0 0-25 15,0 0-9-15,0 0-17 0,0 0-12 0,0 0-13 0,0 0-14 16,0 0-6-16,0 0-11 0,15 2-9 16,-3-4-8-16,-1 2-8 0,0-2-1 0,3-1-11 15,-2 1-9-15,2-2-8 0,-3 0-12 0,2 0 8 16,-1-2-3-16,-1 1-1 0,-2-2-2 0,-2 3-3 0,4-3 0 16,-7 3-1-16,1-1-3 0,-3 0-3 0,2-1-2 15,-4 6-5-15,3-9-3 0,-3 9 0 0,0 0-1 16,-7-13-4-16,1 8 1 0,6 5-5 0,-9-7 0 15,0 5-9-15,1 0 10 0,8 2-3 16,-17-1 2-16,6 2-6 0,2 3-7 0,0 0 8 0,-3 1 0 16,3 2 3-16,1 2-3 0,1-2 5 0,-3 5 0 15,6-3 2-15,0 3 1 0,1 0-2 0,-1 4 8 16,4-4 2-16,0-1 1 0,3 1 2 0,-1-2-8 16,4 1 3-16,1 0 2 0,-2-3-7 0,4 1 0 15,-3 0-4-15,1-3-8 0,2 2-6 0,0-3-12 16,-2-3-7-16,1 0-20 0,4 3-30 0,-1-5-32 15,-2 1-38-15,7-2-42 0,-3-2-66 0,1 1-53 16,-1 0-66-16,4-1-72 0,-7 0-340 0,3-1-861 16,1 2 381-16</inkml:trace>
        </inkml:traceGroup>
        <inkml:traceGroup>
          <inkml:annotationXML>
            <emma:emma xmlns:emma="http://www.w3.org/2003/04/emma" version="1.0">
              <emma:interpretation id="{123B1F80-A247-459C-AC37-F8C2400C78BA}" emma:medium="tactile" emma:mode="ink">
                <msink:context xmlns:msink="http://schemas.microsoft.com/ink/2010/main" type="inkWord" rotatedBoundingBox="13287,14881 15358,14986 15331,15522 13260,15417"/>
              </emma:interpretation>
              <emma:one-of disjunction-type="recognition" id="oneOf60">
                <emma:interpretation id="interp192" emma:lang="" emma:confidence="0.5">
                  <emma:literal>range</emma:literal>
                </emma:interpretation>
                <emma:interpretation id="interp193" emma:lang="" emma:confidence="0">
                  <emma:literal>rouge</emma:literal>
                </emma:interpretation>
                <emma:interpretation id="interp194" emma:lang="" emma:confidence="0">
                  <emma:literal>ranger</emma:literal>
                </emma:interpretation>
                <emma:interpretation id="interp195" emma:lang="" emma:confidence="0">
                  <emma:literal>ranges</emma:literal>
                </emma:interpretation>
                <emma:interpretation id="interp196" emma:lang="" emma:confidence="0">
                  <emma:literal>ranged</emma:literal>
                </emma:interpretation>
              </emma:one-of>
            </emma:emma>
          </inkml:annotationXML>
          <inkml:trace contextRef="#ctx1" brushRef="#br1" timeOffset="572380.8">13310 14968 86 0,'-8'-6'455'0,"8"6"9"0,0 0-8 0,-5-6-10 15,5 6-7-15,-4-6-12 0,4 6-5 0,-2-7-19 0,2 7-15 16,-4-5-16-16,4 5-20 0,0 0-12 0,-1-11-26 15,1 11-16-15,0 0-25 0,0 0-27 16,3-10-22-16,-3 10-17 0,0-7-26 0,0 7-17 16,0 0-23-16,8-6-17 0,-8 6-13 0,9-3-9 0,-9 3-7 15,18 1-15-15,-9 3-14 0,5-1 1 0,-5 1-21 16,2 3 1-16,5 1-7 0,-7 1-1 0,2-1-14 16,3 6 0-16,-6-5-20 0,1 3-16 15,-2-2-20-15,-2 0-13 0,-1 2-13 0,0-1-9 0,-1 0-7 16,-1 0 0-16,-2-1-1 0,0-2 0 0,0-8 7 15,-2 11 7-15,2-11 10 0,-5 11 10 0,3-8 5 16,2-3 6-16,-6 7 25 0,6-7 18 0,-5 2 19 16,5-2 16-16,0 0 11 0,0 0 6 0,0 0 6 15,-9-15 10-15,6 8-4 0,3 7-5 0,3-20-7 16,1 9-11-16,1 1-3 0,0-7-3 0,1 6-9 16,1-5-2-16,4 2-24 0,-2-2-10 0,2 2-20 15,1 5-38-15,3-3-16 0,-4 5-33 0,5 1-41 16,-3 1-46-16,-1 2-43 0,5 0-55 0,-2 1-54 15,-2 2-50-15,1 0-52 0,-1 5-56 0,-2-2-376 16,3 3-948-16,-4-1 420 0</inkml:trace>
          <inkml:trace contextRef="#ctx1" brushRef="#br1" timeOffset="573208.72">13689 15035 245 0,'0'0'411'0,"0"0"5"15,12-20-4-15,-11 16 8 0,-1 4-7 0,6-9-15 16,-4 4-13-16,4-1-35 0,-2 2-21 0,0-2-28 16,-4 6-28-16,7-10-27 0,-3 7-30 0,1-1-17 15,-5 4-21-15,13-7-16 0,-8 5-22 0,-1-1-14 16,-4 3-12-16,19-2-11 0,-11 2-16 0,3 2-8 16,-1 2-10-16,-1-1-9 0,1 0-9 0,0 3-3 15,-5-1-8-15,1 3-4 0,1 0-2 0,-5-4-12 16,2 5-15-16,1 1-8 0,-5-2-5 0,0 2-2 15,0-1-9-15,-5-1 3 0,1 1-3 0,2-1 4 16,-5 1-3-16,1-2 0 0,-6-1 2 0,3-1 0 16,0 0 5-16,0-1 1 0,-2-2 0 0,4 0 6 15,-4 0 0-15,4-1 20 0,7-1 14 0,-11 0 20 16,11 0 21-16,-11-5 15 0,11 5 9 0,-8-9-1 0,4 3 6 16,4 0-3-16,0 6-5 0,0-18-6 15,2 8-10-15,1-1-6 0,2 3-8 0,-1-2-7 16,1 0-9-16,-1 1 1 0,2 1-12 0,1 0-4 15,2 1-4-15,-4 3-5 0,3-1 2 0,-1 0-8 0,1 3-3 16,0 0 1-16,3 0-5 0,-4 0 2 0,5 4-8 16,-4 0-5-16,6 0 2 0,-9 2 1 15,5-1 0-15,-1 2-9 0,-1 1 9 0,0 0 0 16,-1 3-4-16,0 0-1 0,0-3 5 0,0 4-9 0,-3 0-8 16,-2-2-8-16,3 2-4 0,-1-3-11 0,-4 1-4 15,4-1-4-15,-4 0-1 0,0-7-7 0,2 7-2 16,-2-7 0-16,3 8 5 0,-3-8 11 15,3 6 8-15,-3-6 9 0,0 0 8 0,0 0 1 16,6 2 4-16,-6-2 1 0,0 0-1 0,11-12-6 0,-5 7 12 16,2-1-7-16,-1-2 13 0,1-1 3 0,1 1 3 15,-1-1 8-15,0 0 0 0,3 0 2 0,-1 2 2 16,-1-2-6-16,-1-1-3 0,-1 3 3 16,4 0 1-16,-4 2-6 0,-2 1 0 0,1 0-4 0,-6 4-2 15,12-6 3-15,-8 6-7 0,-4 0-2 0,11 1 1 16,-11-1-2-16,14 7 1 0,-9-3-3 0,-1 3 1 15,2-3 2-15,0 4 2 0,0 1-4 0,-2-4-10 16,1 4-7-16,-3-2-13 0,2 0-6 16,-1-2-9-16,-1 0-6 0,-2-5 3 0,4 10 3 0,-4-10 3 15,2 8 7-15,-2-8 8 0,2 5 5 0,-2-5 6 16,0 0 6-16,0 0 3 0,8 3 1 0,-8-3 1 16,0 0 1-16,0 0 1 0,13-10-1 0,-7 8 2 15,0-4 0-15,-2 3 1 0,-4 3 2 0,9-9 0 16,-5 5 0-16,-4 4 3 0,11-6-4 0,-2 5 1 15,-2-2-1-15,0 2 0 0,-7 1-2 0,14-1-2 16,-14 1 1-16,15 1-7 0,-6 1 7 0,-4 1 1 16,1-2-1-16,-6-1-6 0,9 5-24 0,0 2-23 15,-1-4-24-15,-5 2-18 0,4-2-24 0,-3 2-45 16,-1-1-15-16,3 0-21 0,-6-4-24 0,8 7-28 16,-4-4-36-16,-4-3-39 0,11 2-39 0,-11-2-306 15,12-1-735-15,-12 1 325 0</inkml:trace>
          <inkml:trace contextRef="#ctx1" brushRef="#br1" timeOffset="574005.41">14580 14973 24 0,'0'0'348'0,"2"-5"4"0,-2 5 2 16,0 0-6-16,0 0-6 0,7-4-13 0,-7 4-14 15,0 0-10-15,0 0-15 0,0 0-23 0,5-4-22 16,-5 4-28-16,0 0-22 0,0 0-22 0,0 0-19 15,0 0-15-15,0 0-24 0,10 10-7 0,-10-10-12 16,4 6-6-16,-3 0-11 0,-1-6-11 0,1 10-9 16,-1-10-3-16,0 10-5 0,0-10-4 0,-3 11-6 15,-2-5 1-15,1 0-2 0,0-1-2 0,-4-1-5 16,0 0-1-16,-2 0-1 0,0-2-2 0,0-2-4 16,-1 1 5-16,0-2-1 0,11 1 8 0,-13-1 18 15,7-2 14-15,6 3 11 0,-11-5 8 0,11 5 4 16,-8-9 2-16,6 5 4 0,2 4-7 0,-3-13-5 15,0 5-4-15,3 8-11 0,3-12-1 0,-3 12-17 16,5-13-2-16,1 5-12 0,-1 4-7 0,3 0-13 0,3 3 9 16,2-1-2-16,4 4-6 0,-1-1-6 15,2 5 2-15,-1 3-4 0,2 0-2 0,0 2-7 16,-4 3-11-16,7 3 11 0,-6 5 3 0,4-2-3 16,-4 1 1-16,-1 1 0 0,-5 1-2 0,-1 2-3 15,0-1 3-15,-5 1-4 0,1 2 2 0,-4 1-3 16,-2-2 5-16,-4 1-2 0,1 0-2 0,-1-4 0 15,-4-4 2-15,0-2 2 0,0-1-2 0,-2-3-3 16,-1 1 4-16,-1-3-1 0,1-4 1 0,1-2 1 16,1 1 2-16,-4 0-2 0,5-3 6 0,-2-1 1 0,2-1-1 15,2-1 8-15,-2-4 3 0,9 4 17 0,-12-8 15 16,6 3 4-16,2-2-9 0,-1-2 11 16,1-1-12-16,2-1 8 0,2-1 1 0,4 0-3 15,-2-1 1-15,3-4-10 0,7-6-12 0,-1 6-1 16,1 2 3-16,7-6-4 0,4 2-6 0,2 2 1 0,0 3 1 15,2-6-5-15,0 6-3 0,-2-2-2 0,1 2-1 16,0 1-6-16,-2-1 6 0,-5 4-3 16,-1 0 4-16,0-2 0 0,3-2-2 0,-4 2 2 15,-2 0 9-15,1-1 26 0,-2 1 0 0,-5 3-6 0,-2 1 1 16,-1-3-1-16,-1 3-1 0,0-2 0 0,-3 4-16 16,-1 0-21-16,2-1-5 0,-3 7 0 0,-6-12 0 0,1 5 0 0,0 3 0 0,-2 1 0 0,1-1 0 15,6 4 0-15,-17-1 0 0,7 1 0 16,-1 1 0-16,-1 4 0 0,-1 1 0 0,-1 1 0 0,1 0 0 15,0 5 0-15,-2 0 0 0,-4 6 0 0,9-4 0 16,-1 1 0-16,2-4 0 0,3 3 0 0,1-2 0 16,1 0 0-16,3-1 0 0,1-1 0 0,1 1 0 15,3-2 0-15,7-1 0 0,3 3 0 0,6-2 0 16,-2-1 0-16,7 1-37 0,5-6-27 0,-1 1-20 16,4-2-33-16,0-2-32 0,5 0-37 0,-6-3-36 15,3 1-43-15,1-2-33 0,-5 0-48 0,-6-2-24 16,-6 3-39-16,4-2-38 0,-5 2-31 0,-4 0-309 15,3-2-852-15,-6 1 377 0</inkml:trace>
        </inkml:traceGroup>
        <inkml:traceGroup>
          <inkml:annotationXML>
            <emma:emma xmlns:emma="http://www.w3.org/2003/04/emma" version="1.0">
              <emma:interpretation id="{94718804-AC48-4D91-B704-FE57DF25438D}" emma:medium="tactile" emma:mode="ink">
                <msink:context xmlns:msink="http://schemas.microsoft.com/ink/2010/main" type="inkWord" rotatedBoundingBox="15854,14795 18381,14922 18339,15763 15811,15635"/>
              </emma:interpretation>
              <emma:one-of disjunction-type="recognition" id="oneOf61">
                <emma:interpretation id="interp197" emma:lang="" emma:confidence="0.5">
                  <emma:literal>(starting</emma:literal>
                </emma:interpretation>
                <emma:interpretation id="interp198" emma:lang="" emma:confidence="0">
                  <emma:literal>(Starting</emma:literal>
                </emma:interpretation>
                <emma:interpretation id="interp199" emma:lang="" emma:confidence="0">
                  <emma:literal>(storing</emma:literal>
                </emma:interpretation>
                <emma:interpretation id="interp200" emma:lang="" emma:confidence="0">
                  <emma:literal>(Storing</emma:literal>
                </emma:interpretation>
                <emma:interpretation id="interp201" emma:lang="" emma:confidence="0">
                  <emma:literal>(Storming</emma:literal>
                </emma:interpretation>
              </emma:one-of>
            </emma:emma>
          </inkml:annotationXML>
          <inkml:trace contextRef="#ctx1" brushRef="#br1" timeOffset="577302.07">15940 14846 289 0,'2'-3'361'0,"-2"3"-5"15,4-8 20-15,-4 8-12 0,1-8 6 16,-1 8 4-16,3-8 3 0,-3 8-2 0,0-9-5 0,0 9-9 15,0 0-11-15,0 0-21 0,1-10-10 0,-1 10-37 16,0 0-28-16,0 0-30 0,0 0-24 0,0 0-22 16,0 0-20-16,0 0-20 0,0 0-11 15,0 0-6-15,-7 23-12 0,1-7 6 0,-3 8 9 0,1 1-10 16,0 4-12-16,-1-3 7 0,-1 6-16 0,1-4-9 16,1 6-3-16,-1-2-20 0,0 2-5 0,1 0-6 15,-1 0-2-15,4 0 0 0,2 2-5 0,0-3-4 16,3-1-19-16,3 0-15 0,2-3-19 0,2-1-2 15,5 0-31-15,2 0-41 0,-3-2-50 0,5 1-38 16,-1-4-46-16,4-2-50 0,1-1-63 0,0 1-52 16,2-6-61-16,-3 1-58 0,-4-5-379 0,1-1-957 15,0-3 423-15</inkml:trace>
          <inkml:trace contextRef="#ctx1" brushRef="#br1" timeOffset="578192.48">16258 15026 174 0,'0'0'270'0,"0"0"-1"0,4-7-2 16,-4 7-7-16,0 0-5 0,0-7 6 0,0 7-7 15,0 0 7-15,0 0-10 0,4-9-3 0,-4 9-6 16,0 0-2-16,5-6-7 0,-5 6-5 0,0 0-22 16,0 0-1-16,0 0-12 0,0 0-15 0,0 0-17 15,0 0-24-15,0-8-14 0,0 8-19 0,0 0-14 16,0 0-13-16,0 0-8 0,0 0-5 0,0 0-9 16,-10 20-5-16,6-12-4 0,-2 4-5 0,1-3-2 15,1 2-5-15,1 2 0 0,-4-3-8 0,2 4 0 16,0-4-3-16,0 0-7 0,1 0 1 0,2-1-12 15,0-4 5-15,2-5-11 0,-1 15 1 0,1-9 4 16,0-6-7-16,3 10-7 0,-1-3 10 0,2 0 0 16,0-2 3-16,0 0 0 0,3 2-3 0,2-1 0 15,-2 1 5-15,-1-4-2 0,-1 2-3 0,0 0-2 16,3 1 2-16,-3-3-2 0,-5-3-3 0,9 4-5 0,-9-4 7 16,5 7-1-16,-5-7 2 0,1 7 0 15,-1-7 1-15,-1 8 4 0,1-8 0 0,-8 4 1 16,1 3 1-16,-1-5-2 0,-2 3-1 0,2-2-18 15,-5 1-14-15,2 0-22 0,-2-1-14 0,0 0-35 0,2-2-4 16,2 1-6-16,-2-1-24 0,4-1-20 16,7 0-29-16,-10-4-41 0,10 4-42 0,-9-6-43 15,9 6-30-15,-1-7-20 0,1 7-187 0,0 0-592 16,10-18 263-16</inkml:trace>
          <inkml:trace contextRef="#ctx1" brushRef="#br1" timeOffset="578536.15">16478 15000 64 0,'1'-11'413'0,"3"3"5"16,-2-2 18-16,-2 3-2 0,0 7-12 16,0-14 1-16,0 14-10 0,-1-11-10 0,0 4-8 15,1 7-18-15,-3-9-20 0,3 9-19 0,0 0-19 16,-1-10-18-16,1 10-31 0,0 0-33 0,0 0-32 0,-1-7-16 15,1 7-20-15,0 0-24 0,0 0-18 0,0 0-8 16,0 0-12-16,0 0-7 0,0 0-16 16,-3 29 5-16,3-18-12 0,-1 7 1 0,1 0-13 15,-1-1-11-15,1 3 8 0,-2-2-9 0,2 1-12 0,-1 6 3 16,1-6-5-16,-1-1-8 0,-2 1 1 0,2-1-12 16,0-2-43-16,1 0-3 0,0 0-20 0,0-3-27 15,-2-2-32-15,2 0-29 0,0-4-27 0,-1 1-29 16,1-8-18-16,0 13-26 0,0-13-24 0,-1 9-15 15,1-9-8-15,1 7-23 0,-1-7-44 0,0 0-45 16,0 0-18-16,0 0-25 0,0 0-239 0,0 0-731 16,0 0 325-16</inkml:trace>
          <inkml:trace contextRef="#ctx1" brushRef="#br1" timeOffset="578756.07">16397 15131 229 0,'0'0'387'0,"0"0"16"0,0 0 6 16,0 0-9-16,0 0-6 0,0 0-14 0,0 0-26 15,0 0-22-15,0 0-28 0,-2-6-29 0,2 6-29 16,0 0-23-16,0 0-23 0,0 0-23 0,0 0-28 16,0 0-38-16,0 0-32 0,28 0-40 0,-18 0-40 15,3-1-50-15,3 0-38 0,5 1-51 0,-5-3-37 16,6 1-46-16,-1 0-29 0,-1 1-31 0,2-2-19 15,-3 2-21-15,3-1-219 0,-5 0-587 0,2 2 259 16</inkml:trace>
          <inkml:trace contextRef="#ctx1" brushRef="#br1" timeOffset="579490.27">16753 15104 120 0,'10'2'51'0,"-10"-2"13"0,7 0 19 16,-7 0 21-16,0 0 21 0,0 0 26 0,0 0 37 16,0 0 6-16,9-3 21 0,-9 3 21 0,0 0 18 15,0 0 23-15,0 0 13 0,0 0 13 0,0 0 4 16,0 0-7-16,0 0-4 0,0 0-19 0,12 0-27 0,-12 0-27 15,0 0-23-15,9 0-20 0,-9 0-23 16,9 1-13-16,-9-1-20 0,10 3-14 0,-4-1-6 16,1 0-17-16,-7-2-8 0,10 7-11 0,-4-2-10 15,-1 0-4-15,-5-5-9 0,3 9-4 0,-1-4-6 16,0 2-1-16,-1 1-5 0,-1-8 1 0,0 12-4 0,-4-5 2 16,2-1-4-16,-5 0 1 0,0 1-4 0,-1 0-1 15,0-3-2-15,-3-1 3 0,-1 1-4 16,2-1-1-16,3-3 3 0,-4 0 1 0,11 0 9 15,-13 1 12-15,13-1 13 0,-14-3 14 0,14 3 6 0,-9-6-1 16,4 3 0-16,3-3 0 0,2 6-6 0,-4-14-18 16,4 9 10-16,0 5-19 0,4-13 6 15,-2 6-2-15,1 2-11 0,1-2 1 0,1 0-6 16,-1 3-8-16,1-2-6 0,-5 6 3 0,10-6-5 0,-4 2 1 16,-1 3-6-16,-5 1-4 0,13 0 2 0,-13 0-3 15,14 4-2-15,-7-2 0 0,-1 1-6 0,3 4 3 16,0-2-4-16,-1 3 1 0,-2-1 1 0,2 1 0 15,-2-2-10-15,0 4-5 0,-2-3-8 0,2 1-1 16,0-1-4-16,-2-1 1 0,-2 0-1 0,2 0 5 16,-4-6 5-16,8 7 3 0,-7-3-2 0,-1-4 9 15,4 4 6-15,-4-4 0 0,0 0 5 0,11 0-8 16,-11 0 13-16,0 0 1 0,14-8 4 0,-8 5-3 16,2-4 6-16,0-1-2 0,-1 1 6 0,2 0 0 15,-1-4-2-15,0 1 4 0,-2 0-6 0,2-1-7 16,1 2 13-16,-5-1 6 0,1 2 2 0,0-1 3 15,-2 4-5-15,-2 0 4 0,-1 5-3 0,3-10-3 16,-3 10-6-16,3-6-6 0,-3 6-6 0,7-4 0 16,-7 4-4-16,0 0 0 0,0 0-2 0,0 0-1 15,0 0 2-15,0 0 0 0,0 0 2 0,10 13 1 16,-10-13-3-16,4 7 0 0,-3-2 0 0,-1-5-1 16,1 12 5-16,3-8-4 0,-4-4 8 0,4 9-14 15,-1-6 3-15,-3-3 7 0,5 6 8 0,-5-6-6 16,5 5 0-16,-5-5-8 0,4 5 6 0,-4-5 0 15,0 0 2-15,5 5-1 0,-5-5-3 0,4 6 2 16,-4-6-6-16,4 6 0 0,-2-1 1 0,-2-5-1 16,5 9 0-16,-2-3-15 0,-1 1 15 0,-1-1 7 15,1 5-5-15,-2-1-3 0,1-5 9 0,0 5-8 16,-1-2-6-16,2 1 2 0,-2-9-17 0,0 12-15 16,0-12-20-16,0 9-26 0,0-9-18 0,0 11-17 15,1-6-14-15,-1-5-26 0,6 7-56 0,1-4-62 16,5-3-49-16,1 0-51 0,8-6-46 0,0 4-355 15,-1-5-844-15,8-1 374 0</inkml:trace>
          <inkml:trace contextRef="#ctx1" brushRef="#br1" timeOffset="579833.94">17444 14966 165 0,'1'-9'466'0,"-1"9"6"0,4-14 2 0,-4 10 4 15,0 4-8-15,0-11-23 0,0 11-8 0,1-8-27 16,-1 8-28-16,0 0-24 0,0-8-37 0,0 8-35 16,0 0-34-16,0 0-18 0,0 0-27 0,0 0-23 15,0 0-16-15,0 0-27 0,0 0-1 0,0 0-4 16,0 0-17-16,0 29 12 0,2-17-2 0,-2-1-9 0,0 7-11 16,0-1-3-16,2 0-12 0,-1 4-29 0,-1-3 5 15,2 8-5-15,-2-6-3 0,1 4-8 16,0-5-4-16,1-1-2 0,-1 9-7 0,0-10-14 15,-1 4 7-15,3-3-3 0,-3 8-16 0,0-9-20 16,-2-3-24-16,1-1-19 0,0-1-20 0,1-3-26 0,-3 1-18 16,1-2-16-16,2-8-20 0,-4 10-16 15,4-10-18-15,0 7-22 0,0-7-21 0,0 0-62 16,0 0-46-16,0 0-37 0,0 0-52 0,0 0-42 16,0 0-341-16,-13-22-869 0,12 14 385 0</inkml:trace>
          <inkml:trace contextRef="#ctx1" brushRef="#br1" timeOffset="580208.84">17353 15242 222 0,'0'0'335'0,"0"0"17"15,0 0 19-15,0 0 5 0,-8-1 0 0,8 1 0 0,0 0-8 16,0 0-4-16,0 0-10 0,-8-3-13 0,8 3-14 16,0 0-22-16,0 0-22 0,0 0-27 15,0 0-13-15,0 0-22 0,0 0-21 0,0 0-17 16,0 0-22-16,0 0-18 0,0 0-12 0,20-8-9 0,-10 5-14 15,4 0-11-15,2-3-17 0,1 4-18 0,-1-1-24 16,3-1 0-16,0 1-10 0,-1 2-2 0,0-1-13 16,-1 1-3-16,-2 1 2 0,-2 0-5 15,1 0-4-15,-4-3-1 0,-1 3-1 0,0 0 4 16,-9 0-5-16,14 3-4 0,-9-3-3 0,-5 0 1 0,9 3-1 16,-4 0 1-16,-5-3 0 0,5 8-3 0,-2-4 1 15,-1 1 2-15,-2-5-4 0,0 13 3 0,0-6 0 16,0-7 3-16,-2 16-2 0,0-4 1 15,0-3 0-15,1 2 2 0,-2-6 2 0,2 3-4 0,1-8 4 16,-5 12-1-16,5-4-11 0,-3-3 10 0,3-5-3 16,-1 7-9-16,1-7-14 0,-1 8-17 0,1-8-20 15,0 0-15-15,0 0-6 0,2 8-16 0,-2-8-34 16,0 0-44-16,9 1-49 0,-9-1-43 0,0 0-45 16,0 0-65-16,19-15-63 0,-15 9-289 0,5-5-796 15,-3 1 352-15</inkml:trace>
          <inkml:trace contextRef="#ctx1" brushRef="#br1" timeOffset="580365.07">17740 15140 135 0,'0'0'326'0,"0"0"4"0,0 0-11 16,0 0-16-16,-3-11-34 0,3 11-25 0,0 0-28 16,0 0-27-16,0 0-37 0,0 0-26 0,0 0-34 15,0 0-40-15,0 0-52 0,0 0-57 0,21 12-71 16,-14-8-68-16,0 2-200 0,3 2-428 0,2-3 190 15</inkml:trace>
          <inkml:trace contextRef="#ctx1" brushRef="#br1" timeOffset="580771.22">17885 15266 89 0,'0'0'331'0,"-5"-24"-2"0,5 24 2 16,0 0-3-16,1-11 6 0,-1 11 5 0,1-7-19 15,-1 7-4-15,0 0-15 0,0-8-19 0,0 8-29 16,0 0-24-16,0 0-25 0,0 0-24 0,0 0-23 16,0 0-17-16,0 0-19 0,0 0-9 0,0 0-12 15,0 0-9-15,0 0-11 0,0 0-5 0,8 25-10 16,-7-20-6-16,-1 2-8 0,2 3-4 0,-1-2-8 16,-1-1-7-16,0 3-7 0,0 0-10 0,1-3-3 15,-1-7 0-15,1 12-6 0,-1-12 1 0,-1 10 4 16,1-10 1-16,0 0 3 0,1 7 3 0,-1-7 4 15,0 0 13-15,0 0 12 0,0 0-10 0,0 0 2 16,0 0-9-16,0 0 6 0,0 0-1 0,16-21 1 16,-13 15-5-16,4-1-11 0,-1 1 7 0,2-3-5 15,-2 2-1-15,-2 3-1 0,3 1-7 0,-2-4 0 16,2 6 0-16,-7 1-6 0,12-7 2 0,-6 4-9 16,-6 3 3-16,14 0-1 0,-7 0 2 0,-7 0-2 15,14 2-1-15,-5 0-3 0,-2 2-15 0,1-1-23 16,3 4-24-16,0-3-28 0,-1 1-28 0,1 0-23 15,0 2-34-15,-4-1-35 0,2 2-35 0,0-3-35 16,0 2-50-16,-2-4-44 0,-1 0-273 0,3-1-701 16,-9-2 310-16</inkml:trace>
          <inkml:trace contextRef="#ctx1" brushRef="#br1" timeOffset="581317.97">18221 15203 154 0,'5'-6'304'0,"-5"6"2"0,4-6-11 15,-4 6-9-15,5-3-8 0,-5 3-17 0,0 0-6 16,8-4-12-16,-8 4-7 0,0 0-11 0,7-1-23 16,-7 1-10-16,0 0-10 0,0 0-16 0,11 6-9 15,-11-6 0-15,5 8-18 0,-2-5-8 0,-3-3-12 16,5 9-7-16,-2-4-24 0,-3-5 5 0,4 11-12 16,-3-4-8-16,-1-7-4 0,3 11-4 0,-3-11-13 15,-3 13 1-15,2-6-8 0,-2 1-2 0,-2-1-1 16,0 0-2-16,-2 1-4 0,-1-3-3 0,1 2-1 15,0-4 2-15,0 0 0 0,1 2-3 0,6-5 5 16,-12 3 12-16,6-3 6 0,6 0 8 0,-15-6 8 16,8 2 12-16,2 0 10 0,1-2 7 0,4 6 6 15,-6-11-7-15,4 3-10 0,0 1 1 0,2 7-4 16,2-14-3-16,-1 7-12 0,3 0-14 0,1 1-4 16,-2-1-2-16,3 2-7 0,-2 0-7 0,2 0-8 15,-1 2-3-15,3 2-1 0,2 1-3 0,0 1-7 0,0 2-5 16,1 2 1-16,-1 3 0 0,2 0-2 15,-1 4-3-15,3-1-3 0,-5 5-1 0,2 5-1 16,1 4-7-16,-5-1 6 0,1 0 3 0,-1 0 4 16,-5 4-4-16,-1-4-2 0,-2-4 2 0,-1 1-1 15,-7 4 0-15,2-2 0 0,-3 1-2 0,2-6-25 16,2 0 3-16,1-1 2 0,-3-2 5 0,-3-1 2 16,3-4 6-16,0-1-2 0,-1-3 8 0,4-1-4 15,0-2 9-15,-1 2 2 0,6-5 0 0,-8 2 6 16,8-2 8-16,-11 0 7 0,11 0-1 0,0 0-2 15,-9-11-3-15,6 3-3 0,2-1-4 0,-1-2-2 0,1-1-11 16,2-1-8-16,1 2-18 0,-1-1-20 16,0 1-28-16,2 1-32 0,-1 4-45 0,2-5-39 15,0 2-87-15,-1 2-73 0,4 0-85 0,-2 2-83 16,-5 5-279-16,17-9-861 0,-6 4 382 0</inkml:trace>
        </inkml:traceGroup>
        <inkml:traceGroup>
          <inkml:annotationXML>
            <emma:emma xmlns:emma="http://www.w3.org/2003/04/emma" version="1.0">
              <emma:interpretation id="{D725DF75-09B7-44D9-B35D-42C4A59F0523}" emma:medium="tactile" emma:mode="ink">
                <msink:context xmlns:msink="http://schemas.microsoft.com/ink/2010/main" type="inkWord" rotatedBoundingBox="18837,14869 20253,14941 20213,15731 18797,15660"/>
              </emma:interpretation>
              <emma:one-of disjunction-type="recognition" id="oneOf62">
                <emma:interpretation id="interp202" emma:lang="" emma:confidence="0.5">
                  <emma:literal>from</emma:literal>
                </emma:interpretation>
                <emma:interpretation id="interp203" emma:lang="" emma:confidence="0">
                  <emma:literal>frame</emma:literal>
                </emma:interpretation>
                <emma:interpretation id="interp204" emma:lang="" emma:confidence="0">
                  <emma:literal>frim</emma:literal>
                </emma:interpretation>
                <emma:interpretation id="interp205" emma:lang="" emma:confidence="0">
                  <emma:literal>From</emma:literal>
                </emma:interpretation>
                <emma:interpretation id="interp206" emma:lang="" emma:confidence="0">
                  <emma:literal>form</emma:literal>
                </emma:interpretation>
              </emma:one-of>
            </emma:emma>
          </inkml:annotationXML>
          <inkml:trace contextRef="#ctx1" brushRef="#br1" timeOffset="581849.08">19183 15026 321 0,'5'-11'405'0,"2"1"-4"0,-1-2-15 0,-2 3-16 0,-1 0-12 16,-2-2-23-16,-1 3-19 0,0-5-7 0,0 13-15 15,-4-12-17-15,0 5-16 0,1 0-20 0,-2 3-10 16,0-3-5-16,-1 0-10 0,1 3-8 0,-2 1-15 15,1-1-19-15,-3 3-18 0,9 1-12 0,-13-2-15 32,13 2-10-32,-19 3 1 0,12 4 2 0,-3-1 6 0,4 5-3 0,-4 1-3 0,2 3 7 0,2 5 7 15,-1 3-4-15,2 4-10 0,3-1-5 0,1 3-1 16,1 0-1-16,1 2-5 0,1 0-6 0,1-2-9 16,1 4-10-16,-2 2-5 0,0-2-10 0,1 0-3 15,-3-2-41-15,-2-1-26 0,1-1 0 0,-2 1 0 16,3-2 0-16,-3-2 0 0,1-2 0 0,-2-1 0 15,2-3 0-15,-1-1 0 0,-1-4 0 0,-1 2 0 16,2-4 0-16,2-2 0 0,-1-2 0 0,0-2 0 16,1-1 0-16,1-6 0 0,-1 10 0 0,1-10-34 15,-3 6-139-15,3-6-31 0,0 0-43 0,0 0-59 16,0 0-45-16,0 0-32 0,0 0-37 0,0 0-54 16,0 0-33-16,0-30-342 0,-3 15-920 0,-4-2 407 15</inkml:trace>
          <inkml:trace contextRef="#ctx1" brushRef="#br1" timeOffset="582067.79">18827 15352 25 0,'0'0'362'0,"0"0"16"16,0 0 2-16,0 0 15 0,-9-7-7 0,9 7-4 16,0 0-19-16,-3-4-24 0,3 4-21 0,0 0-28 15,0 0-23-15,0 0-26 0,0 0-20 0,0 0-16 16,0 0-24-16,0 0-17 0,17-5-30 0,-17 5-31 15,16 0-33-15,-3-1-38 0,0 0-43 0,6-1-48 16,0 1-52-16,3-3-39 0,1 0-42 0,4-1-41 16,-8 0-25-16,0 0-40 0,0 0-27 0,1 1-32 15,-3 1-194-15,-5 0-595 0,2-1 263 0</inkml:trace>
          <inkml:trace contextRef="#ctx1" brushRef="#br1" timeOffset="582411.46">19196 15264 129 0,'5'0'204'0,"-5"0"25"16,0 0 21-16,7-3 14 0,-7 3 12 0,0 0 7 15,0 0 7-15,6-6 2 0,-6 6 5 0,5-5 1 16,-5 5 1-16,0 0-14 0,0 0-15 0,4-5-16 16,-4 5-15-16,0 0-25 0,0 0-18 0,5-4-27 15,-5 4-19-15,0 0-17 0,0 0-19 0,0 0-10 16,0 0-11-16,13 4-11 0,-8 3-9 0,2-4-9 16,0 6-1-16,-1 1-10 0,1-6-7 0,2 10-5 15,-3-3-23-15,2 3-19 0,-4-2-23 0,1 2-24 16,-3-2-12-16,0-1-16 0,-1-3-9 0,-1-8-1 15,0 15 2-15,0-15 21 0,-1 11 1 0,1-11 7 16,-4 8 3-16,4-8 15 0,-3 5 12 0,3-5 16 16,0 0 29-16,0 0 23 0,0 0 21 0,0 0 15 15,0 0 12-15,-13-18 11 0,13 18-1 0,1-16 0 16,2 4-5-16,1-4-3 0,0 1-14 0,4 0-7 16,-2 5-11-16,4-5-3 0,-2 2-13 0,1 5-14 15,1 0-17-15,-2-2-23 0,1 5-34 0,-1-2-37 16,1 4-43-16,2 0-44 0,0 0-48 0,1 3-38 15,-12 0-28-15,19 5-38 0,-10-4-16 0,1 2-30 16,1 2-24-16,-4-2-207 0,-7-3-646 0,13 13 285 16</inkml:trace>
          <inkml:trace contextRef="#ctx1" brushRef="#br1" timeOffset="583208.15">19519 15338 221 0,'17'-20'332'0,"-17"20"-18"0,5-7-13 0,-5 7-14 16,0 0-16-16,8-9-9 0,-8 9-10 0,6-6-18 16,-6 6-18-16,0 0-26 0,12-3-18 0,-12 3-14 15,0 0-16-15,0 0-12 0,0 0-12 0,20 6-10 16,-14-2-21-16,-6-4 0 0,11 16-9 0,-6-8-6 16,0 1-5-16,-2 1-16 0,-3-1-2 0,2 1-9 15,-2-10-6-15,0 19 6 0,-1-10-9 0,0-2 0 16,1-7-10-16,-4 14 6 0,0-8-4 0,0-1 4 15,-1-1-8-15,0 0-2 0,5-4 11 0,-14 6-5 16,6-4 13-16,8-2 19 0,-15 1 17 0,15-1 26 16,-11 0 22-16,11 0 12 0,-7-4 3 0,7 4 4 15,-9-6 4-15,9 6 4 0,-8-10-7 0,8 10 2 16,0-14-23-16,0 14-10 0,3-20-12 0,-1 7-7 16,2 3-16-16,1 0-6 0,2 0-6 0,-2 1-6 15,5 0-7-15,0 0-5 0,2 4-8 0,0-1-3 16,5-1-5-16,1 3-3 0,-1 0-3 0,-2 4-7 15,2 1 8-15,-3-1-12 0,0 1-1 0,0 3-4 16,2 0 2-16,1 5-5 0,-6 1-10 0,1-2-7 16,-1 6-5-16,-2-6-11 0,-2 2-7 0,-1 0-11 15,-1-1-4-15,-1 1-4 0,-1 0-1 0,-1-2 2 16,-2 2 3-16,0-4 3 0,0-6 7 0,-2 13 8 16,2-13 3-16,-4 9 6 0,4-9 3 0,-3 6 9 15,3-6 20-15,0 0 20 0,-2 6 24 0,2-6 0 16,0 0 0-16,0 0 13 0,0 0-2 0,0 0-1 15,0 0-7-15,6-25-3 0,-1 15-7 0,2 1-3 16,0-1-9-16,2 1-1 0,0 2-4 0,-2-2-6 16,3 1-2-16,-3 1-5 0,2 0 1 0,0 1-3 15,-1 3-4-15,-2 0-4 0,2 1 1 0,2 2 1 16,-10 0-9-16,17 6 0 0,-11-3-4 0,1 1-6 16,0 3-7-16,-3-4-3 0,3 4-1 0,-4 0-1 15,1 0 0-15,-1-3-6 0,-3-4 2 0,6 11 1 16,-5-7-2-16,-1-4 7 0,3 8 3 0,-3-8 9 15,3 6 8-15,-3-6-3 0,0 0 15 0,2 4 26 16,-2-4 21-16,0 0-6 0,0 0-5 0,0 0-8 16,0 0 1-16,17-11-7 0,-10 6 1 0,1 0-7 15,1-4 2-15,-1 2-5 0,1 0-1 0,0-2-2 16,-2 4-4-16,2-2-4 0,-1-2 0 0,-2 4-1 16,1 0-6-16,0 0-1 0,-7 5-3 0,10-6-2 15,-10 6-2-15,11-2-5 0,-11 2 6 0,0 0-1 16,18 7 0-16,-15-3-1 0,-3-4 3 0,12 9-3 15,-7-1 3-15,1-2-6 0,0-1-8 0,-3 0-16 16,0 2-20-16,1-3-20 0,0 2-22 0,-2-1-31 16,-2-5-29-16,9 9-27 0,-9-9-32 0,5 6-15 15,-1-3-21-15,-4-3-30 0,4 6-34 0,-4-6-52 16,0 0-59-16,9 4-302 0,-9-4-786 0,0 0 348 16</inkml:trace>
        </inkml:traceGroup>
        <inkml:traceGroup>
          <inkml:annotationXML>
            <emma:emma xmlns:emma="http://www.w3.org/2003/04/emma" version="1.0">
              <emma:interpretation id="{BD06DE4E-EAF7-4D26-9E81-8ED61FF48411}" emma:medium="tactile" emma:mode="ink">
                <msink:context xmlns:msink="http://schemas.microsoft.com/ink/2010/main" type="inkWord" rotatedBoundingBox="20686,14896 23626,15044 23580,15956 20640,15807"/>
              </emma:interpretation>
              <emma:one-of disjunction-type="recognition" id="oneOf63">
                <emma:interpretation id="interp207" emma:lang="" emma:confidence="0.5">
                  <emma:literal>filtration)</emma:literal>
                </emma:interpretation>
                <emma:interpretation id="interp208" emma:lang="" emma:confidence="0">
                  <emma:literal>filtrating</emma:literal>
                </emma:interpretation>
                <emma:interpretation id="interp209" emma:lang="" emma:confidence="0">
                  <emma:literal>filtration]</emma:literal>
                </emma:interpretation>
                <emma:interpretation id="interp210" emma:lang="" emma:confidence="0">
                  <emma:literal>filtrations</emma:literal>
                </emma:interpretation>
                <emma:interpretation id="interp211" emma:lang="" emma:confidence="0">
                  <emma:literal>filtrations)</emma:literal>
                </emma:interpretation>
              </emma:one-of>
            </emma:emma>
          </inkml:annotationXML>
          <inkml:trace contextRef="#ctx1" brushRef="#br1" timeOffset="583848.62">21058 15011 194 0,'0'-11'340'0,"0"11"4"0,0-11-6 16,0 11 2-16,-1-11 3 0,-2 1-9 16,1 4-14-16,-2 1 5 0,4 5-3 0,-8-14-3 0,3 10-7 15,0-1-2-15,-1 0-11 0,0 1-5 0,6 4-23 16,-7-5-17-16,7 5-46 0,-8-5-7 0,8 5-18 15,-4-3-20-15,4 3-16 0,0 0-13 0,0 0-12 16,-10 8-4-16,7-3 0 0,0 5 7 0,-3-2 10 16,2 6-22-16,0 0 4 0,0 4-2 0,-1 1 2 15,-2 4-6-15,2 2-5 0,-1 2-12 0,3 0-3 16,-2 2-3-16,3-1-4 0,-4 3-10 0,3 2-4 16,1-1-7-16,1 1-28 0,1 0-35 0,0 1 0 15,0-4 0-15,-1 4 0 0,-2-1 0 0,4-3 0 16,1 0 0-16,-2-2 0 0,1-2 0 0,-1 0 0 15,0-1 0-15,1-8 0 0,-1-2 0 0,2-1 0 16,-2-2 0-16,1-3 0 0,-1-1 0 0,0-8 0 16,-1 10 0-16,-1-4 0 0,2-6 0 0,0 0-6 15,0 0-124-15,-2 9-78 0,2-9-59 0,0 0-62 16,0 0-42-16,0 0-32 0,-13-15-26 0,8 8-33 16,2-4-32-16,-2 0-355 0,-5-4-920 0,0-1 407 15</inkml:trace>
          <inkml:trace contextRef="#ctx1" brushRef="#br1" timeOffset="584067.32">20681 15428 38 0,'-4'-5'277'0,"4"5"24"0,-5-9 25 0,5 9 18 15,-5-3 22-15,5 3 26 0,0 0 10 0,0 0 19 16,-2-7 6-16,2 7 9 0,0 0 19 0,0 0-23 16,-3-8-21-16,3 8-31 0,0 0-36 0,0 0-31 15,0 0-32-15,0 0-31 0,0 0-20 0,11-5-28 16,-11 5-22-16,16-2-28 0,-5 0-37 0,1-1-26 15,4 0-48-15,-3 0-33 0,0 0-56 0,6-1-53 16,-2 4-48-16,1-3-45 0,1-2-50 0,0 1-47 16,1-1-42-16,-1 0-29 0,1 2-11 0,-4 0-17 15,2 1-13-15,1-1-17 0,-2 1 9 0,-3 1-238 16,-2-3-704-16,-2 0 312 0</inkml:trace>
          <inkml:trace contextRef="#ctx1" brushRef="#br1" timeOffset="584286.02">21031 15323 2014 0,'13'-3'-143'0,"-13"3"53"0,0 0 42 15,12-4 54-15,-12 4 43 0,0 0 35 0,10-5 34 16,-10 5 34-16,0 0 26 0,6-9 22 0,-6 9 28 15,0 0 28-15,5-4 20 0,-5 4 17 0,0 0 8 16,0 0 6-16,0 0-10 0,8-5-3 0,-8 5-18 16,0 0-7-16,0 0-24 0,0 0-24 0,0 0-7 15,0 0-40-15,0 0-18 0,0 0-14 0,0 0-5 16,0 0-28-16,0 0-5 0,9 16-10 0,-9-16-6 16,0 14-14-16,3-7-9 0,-3-7-3 0,0 16-6 15,3-7-8-15,-2 1-15 0,-1-10-24 0,3 19-22 16,-3-12-33-16,1-2-38 0,1 2-28 0,-2-7-37 15,0 0-44-15,1 16-48 0,-1-16-42 0,0 5-31 16,0-5-32-16,0 0-58 0,9 7-64 0,-9-7-315 16,0 0-847-16,0 0 374 0</inkml:trace>
          <inkml:trace contextRef="#ctx1" brushRef="#br1" timeOffset="584473.48">21236 15253 202 0,'0'0'399'0,"0"0"17"0,0 0 0 16,-2-15-16-16,2 15-23 0,0 0-34 0,-2-7-33 16,2 7-37-16,0 0-25 0,0 0-29 0,0 0-40 15,0 0-48-15,0 0-54 0,0 0-60 0,0 0-57 16,0 0-57-16,0 0-60 0,0 0-37 0,0 0-53 16,0 0-56-16,0 0-193 0,0 0-535 0,25 1 237 15</inkml:trace>
          <inkml:trace contextRef="#ctx1" brushRef="#br1" timeOffset="584739.04">21427 15176 154 0,'0'0'386'0,"0"0"-1"0,3-16 10 16,-3 12 13-16,0 4 5 0,-1-10 16 0,1 10 4 16,-3-10-11-16,3 10-4 0,-2-9-3 0,2 9-10 15,-3-6-9-15,3 6-30 0,0 0-29 0,-4-8-37 16,4 8-27-16,0 0-28 0,0 0-28 0,0 0-24 15,0 0-18-15,0 0-20 0,0 0-15 0,0 0-11 16,-2 24-16-16,-1-12-15 0,2 0-3 0,1 5-12 16,0 0-8-16,0-1-8 0,0 9-8 0,0 2-47 15,0-2-12-15,-3-8 0 0,4 2-34 0,1 0-62 16,0-1-44-16,1 1-44 0,-1-3-49 0,1-2-46 16,0-2-52-16,0-1-45 0,3-1-41 0,-3 1-50 15,6-2-41-15,-2-3-347 0,-1 0-926 0,1-2 411 16</inkml:trace>
          <inkml:trace contextRef="#ctx1" brushRef="#br1" timeOffset="585035.84">21666 15202 330 0,'4'-10'384'0,"-1"-1"17"16,-1 5 2-16,1 0 2 0,1-2-16 0,-4 8-8 15,3-8-13-15,-3 8-10 0,4-7-18 0,-4 7-20 16,0 0-30-16,2-6-28 0,-2 6-28 0,0 0-23 15,0 0-16-15,0 0-9 0,0 0 9 0,0 0 1 16,1 22-15-16,-1-22 5 0,1 22-7 0,0-8-7 16,1-1-19-16,-2 3-14 0,0 0-14 0,0 5-11 15,0-2-17-15,-2 0-9 0,2 0-8 0,0 1 1 16,2-2-1-16,-5-2-16 0,2 0-9 0,1-3-1 16,-1-3-26-16,-1 1-23 0,1 1-14 0,1-6-31 15,0 4-29-15,0-10-27 0,0 13-36 0,-1-8-32 16,1-5-27-16,0 0-21 0,1 10-12 0,-1-10-9 15,0 0-5-15,0 0-29 0,0 0-30 0,0 0-29 16,0 0-27-16,0 0-39 0,0 0-32 0,0 0-253 16,0 0-734-16,0 0 324 0</inkml:trace>
          <inkml:trace contextRef="#ctx1" brushRef="#br1" timeOffset="585238.92">21609 15371 47 0,'0'0'376'0,"0"0"21"0,-9-4 25 15,9 4 16-15,0 0 15 0,0 0 12 0,0 0-3 16,0 0-3-16,0 0-16 0,0 0-19 0,0 0-32 16,0 0-27-16,0 0-29 0,0 0-36 0,0 0-28 15,0 0-25-15,0 0-33 0,0 0-53 0,0 0-57 16,0 0-46-16,27-7-58 0,-17 6-59 0,2 2-61 16,1-2-66-16,6 2-54 0,-6 0-46 0,0-2-48 15,0 2-36-15,1-1-57 0,-1 2-29 0,-2-1-271 16,-11-1-786-16,15 0 348 0</inkml:trace>
          <inkml:trace contextRef="#ctx1" brushRef="#br1" timeOffset="585566.98">21857 15355 131 0,'0'0'240'0,"0"0"16"0,0 0 26 0,0 0 11 16,0 0 17-16,0 0 19 0,10-8 12 0,-10 8 13 16,0 0 6-16,0 0 1 0,6-9-3 0,-6 9-12 15,0 0-16-15,5-7-21 0,-5 7-23 0,0 0-28 16,0 0-28-16,0 0-19 0,0 0-30 15,0 0-18-15,19 5-22 0,-19-5-8 0,13 9-18 0,-4-5-13 16,-1 2-8-16,0 3-14 0,-2-2-12 0,1 2-33 16,-1 1-23-16,-1 0-27 0,-1-2-27 0,-2 2-28 15,1 1-12-15,-3-3-12 0,1-2-14 0,-1-6 3 16,0 10-6-16,0-10 12 0,-1 10 9 0,1-10 8 16,0 0 14-16,-4 5 8 0,4-5 11 0,0 0 9 15,0 0 4-15,0 0 8 0,0 0 2 0,0 0 9 16,0 0 3-16,-13-16 11 0,13 16 1 0,0 0 3 15,2-19-1-15,-2 19 6 0,6-19-16 0,-2 12-10 16,3-4-30-16,-1 4-15 0,3-3-24 0,-1 1-33 16,3 0-21-16,-1 3-30 0,3 2-34 0,0 1-27 15,-1 2-37-15,6 1-41 0,0 1-26 0,-5 0-236 16,-1 0-622-16,0 3 276 0</inkml:trace>
          <inkml:trace contextRef="#ctx1" brushRef="#br1" timeOffset="586035.6">22180 15391 2 0,'0'0'265'0,"0"0"8"0,0 0 13 16,0 0 3-16,0 0-2 0,0 0-3 0,0 0 5 15,0 0-13-15,0 0-11 0,12-17-4 0,-12 17-9 16,6-3-12-16,-6 3-21 0,7-6-16 0,-3 4-16 16,-4 2-22-16,0 0-16 0,8-6-18 0,-8 6-19 15,9 2-11-15,-9-2-15 0,9 4-8 0,-9-4-6 16,12 7-14-16,-7-3-6 0,-1 1-5 0,1 5 0 15,-1-5-8-15,-2 4-5 0,2-3-1 0,-3 2-13 16,-1-8-1-16,0 12-9 0,-1-4-2 0,1-8-4 16,-5 11-4-16,1-3 9 0,-1-3-8 15,-2-2 7-15,-2 1-5 0,1 1 5 0,-3-1 4 0,1-2-6 16,0-4-4-16,0 4 1 0,10-2 13 0,-15-2 16 16,7 1 11-16,8 1 16 0,-12-5 10 0,10 0 7 15,-2 0 3-15,4 5-1 0,-4-13-3 0,4 4 0 16,0 9-2-16,2-16-10 0,2 7-6 0,0 1-5 15,1-2-3-15,-1 5-13 0,0-1 0 0,1 0-8 16,1 2-2-16,-1 0-5 0,-5 4-7 0,12-5 1 16,-4 3-6-16,-1 2-6 0,-7 0 2 0,14 2-7 15,-7 0-7-15,0 1-14 0,1 4-9 0,1-3-14 16,-1 4-8-16,1-2-15 0,-3 2-14 0,2 2-17 16,-2-3-22-16,3 1-19 0,-4 4-17 0,2-5-2 15,-1 1-5-15,0-1-5 0,2-1-6 0,-2 1-4 16,0-2-9-16,-1-3-11 0,0 3-21 0,2-3-19 15,1 0-23-15,1-1-30 0,2-2-20 0,-11 1-167 16,15-4-519-16,-5-1 231 0</inkml:trace>
          <inkml:trace contextRef="#ctx1" brushRef="#br1" timeOffset="586689.29">22606 15116 123 0,'-1'-10'327'0,"-3"0"0"0,1 1 5 0,-1 3 5 0,0-3 6 15,-2 1-3-15,1 3-4 0,-1 1-14 0,6 4-17 16,-11-6-14-16,6 4-19 0,5 2-24 0,-9-4-14 16,9 4-4-16,0 0-14 0,-15 2-6 0,15-2 5 15,-9 8-12-15,5-3-3 0,0 4-5 0,-1 2-7 16,3-1-7-16,-1 2-13 16,0 0-9-16,3 4-13 0,-1 2 1 0,2-2-21 0,-2 2-12 15,4 1-10-15,-1 0-8 0,5 6-8 0,-2 3-9 16,-1-3-11-16,-3-1-11 0,3 1-2 0,-3-6-9 15,4 6 7-15,-4-7-12 0,2 0-6 0,-2-1-14 16,2-1-16-16,-2 0-16 0,0-4-21 0,2-2-18 16,-3 1-26-16,-4-2-26 0,4-2-32 0,0-7-31 15,0 11-20-15,0-11-24 0,-1 7-24 0,1-7-23 16,0 0-19-16,-7 5-26 0,7-5-25 0,0 0-21 16,0 0-1-16,-16-11-16 0,10 5 3 0,0 0 27 15,1-4 16-15,3 3 36 0,-5-1 23 0,2 0 28 16,0 0 40-16,0 0 25 0,1 1 28 0,2 2 32 15,2 5 29-15,-4-11 29 0,1 5 32 0,3 6 33 16,-2-6 21-16,2 6 26 0,0 0 22 0,-3-8 14 16,3 8 14-16,0 0 12 0,0 0 8 0,-5-7 19 15,5 7 11-15,0 0 20 0,0 0 16 0,0 0 11 16,0 0 22-16,0 0 11 0,0 0 9 0,0 0 1 16,0 0-14-16,0 0-19 0,0 0-16 0,10-7-12 15,-10 7-16-15,12-3-16 0,-2 0-12 0,0 1-11 16,2-1-16-16,-1 1-11 0,1 0-13 0,-1 0-12 15,2-2-6-15,0 2-7 0,-2 0-9 0,-1 1-6 16,-1 2-7-16,3-2-5 0,-12 1-3 0,18-2-10 16,-11 2 1-16,-7 0-7 0,13 0 1 0,-13 0-5 15,13 0-3-15,-13 0-1 0,10 0-6 0,-10 0 0 16,8 0-4-16,-8 0-3 0,6 2 0 0,-6-2 1 16,0 0-4-16,9 5-3 0,-5-1 0 0,-4-4 1 15,5 8-3-15,-2-3 1 0,-1 1 3 0,-2-6-6 16,4 13 1-16,-3-7-1 0,1-1 5 0,-2-5-3 15,0 13-9-15,0-6-19 0,0-7-21 0,0 10-18 16,1-3-26-16,-1-7-28 0,0 0-30 0,0 0-28 16,0 10-18-16,0-10-14 0,0 0-5 0,0 0-41 15,4 4-62-15,-4-4-50 0,0 0-46 0,0 0-259 16,16-15-731-16,-9 7 324 0</inkml:trace>
          <inkml:trace contextRef="#ctx1" brushRef="#br1" timeOffset="586877.43">22818 15271 55 0,'0'0'328'0,"0"0"1"15,0 0-8-15,0 0-20 0,0 0-10 0,0 0-38 16,0 0-31-16,3-11-22 0,-3 11-19 0,0 0-19 0,0 0-21 16,0 0-19-16,0 0-10 0,0 0-27 0,0 0-29 15,0 0-34-15,0 0-42 0,0 0-53 16,1 31-45-16,-1-31-50 0,6 15-41 0,-6-5-25 0,3 1-160 0,-2-2-425 0,1 1 188 15</inkml:trace>
          <inkml:trace contextRef="#ctx1" brushRef="#br1" timeOffset="587471.08">22885 15445 270 0,'0'0'284'0,"0"0"11"16,0 0 5-16,0 0 4 0,0 0 9 0,0 0 1 15,0 0-7-15,8-17-3 0,-8 17-8 0,7-7-20 16,-5 3-9-16,-2 4-27 0,0 0-22 0,7-4-24 15,-7 4-15-15,0 0-20 0,8-3-19 0,-8 3-20 16,0 0-15-16,12 4-9 0,-7 0-9 0,0-1-12 16,4 3-9-16,-5 3-5 0,0-2-10 0,0 3-18 15,-2-1-12-15,0-2-12 0,-1 4-10 0,0-2-9 16,-1 0-16-16,0-1-7 0,0-1-4 0,0-7 0 16,-2 14 8-16,0-7 1 0,2-7 1 0,-5 7 6 15,1-3-4-15,4-4 11 0,-9 4 2 0,4-1-2 16,5-3 12-16,-10 1 6 0,10-1 8 0,-8 0 13 15,8 0 16-15,0 0 6 0,-11-8 4 0,11 8 0 16,-3-10 11-16,3 10-2 0,-1-12 2 0,1 12 2 16,4-13 0-16,0 2-10 0,1 2-7 0,0 1-1 15,1 2-13-15,1-2-4 0,-1 4-4 0,4 0-6 16,-3 0-3-16,3 1-1 0,1 1-5 0,-2 2 1 16,-1 0-5-16,3 0-4 0,-2 3-3 0,-1-1-5 15,0 2-1-15,-1-1-3 0,-1 1-2 0,0 3-5 16,-2-1 0-16,1-1 0 0,-1 0 1 0,-2 1-8 15,3 0 1-15,-5-6-2 0,6 8 1 0,-6-8-2 16,3 6 6-16,-3-6 1 0,3 7 6 0,-3-7 7 16,0 0 2-16,0 0 6 0,1 6 19 0,-1-6 17 0,0 0 13 15,0 0 5-15,0 0-4 0,0 0-1 16,0 0 11-16,0 0 4 0,7-16-8 0,-3 9 2 16,-4 7-1-16,6-14-7 0,-1 5-6 0,-3 3-5 15,4-2 1-15,-1 2-3 0,0 1-8 0,2 1-3 16,-1 0-3-16,0-1-5 0,-1 3-10 0,3 0 3 0,-8 2-2 15,20 4-7-15,-12-3 1 0,2 3-2 16,-1 0-3-16,0 3-10 0,1-1-14 0,-2 1-5 16,1-1-21-16,0 2-21 0,1-2-18 0,-1 0-21 15,-1-1-25-15,3 0-32 0,-3 1-21 0,1-2-30 16,0-1-29-16,1-2-25 0,1 0-41 0,2-2-34 0,1 0-22 16,-1-2-19-16,-1-1-205 0,-2-1-643 15,1 0 285-15</inkml:trace>
          <inkml:trace contextRef="#ctx1" brushRef="#br1" timeOffset="587721.02">23482 15292 250 0,'0'-12'321'15,"0"12"11"-15,3-19 7 0,0 13-2 0,-2 1-8 16,-1 5-16-16,2-8-9 0,-2 8-18 0,3-6-22 16,-3 6-28-16,0 0-25 0,0 0-22 0,0 0-16 15,0 0-3-15,0 0 12 0,20 17-9 0,-13-6-5 16,4 13 8-16,-2-6 4 0,1 10-3 0,-3-1 6 15,3 3-10-15,-2 1-5 0,1-1-8 0,-3 1-4 16,0 1-13-16,-4-2-10 0,0 1-18 0,-4 0-17 16,-2-2-2-16,-4 4-9 0,-2-5-6 0,-4 2-14 15,-8-2-3-15,-2-2-8 0,-12 7-19 0,5-12-39 16,-3-4-58-16,-9 6-86 0,9-6-104 0,-1-2-122 16,1-5-148-16,1 0-410 0,1-2-1007 0,3-7 446 15</inkml:trace>
        </inkml:traceGroup>
      </inkml:traceGroup>
    </inkml:traceGroup>
    <inkml:traceGroup>
      <inkml:annotationXML>
        <emma:emma xmlns:emma="http://www.w3.org/2003/04/emma" version="1.0">
          <emma:interpretation id="{BAF40A56-979D-4579-8249-9208E22F8D1A}" emma:medium="tactile" emma:mode="ink">
            <msink:context xmlns:msink="http://schemas.microsoft.com/ink/2010/main" type="paragraph" rotatedBoundingBox="591,15551 23171,16949 23112,17910 532,1651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03C1D88-F66E-4112-988E-6993AE5610D8}" emma:medium="tactile" emma:mode="ink">
              <msink:context xmlns:msink="http://schemas.microsoft.com/ink/2010/main" type="inkBullet" rotatedBoundingBox="581,15713 1399,15763 1375,16153 557,16102"/>
            </emma:interpretation>
            <emma:one-of disjunction-type="recognition" id="oneOf64">
              <emma:interpretation id="interp212" emma:lang="" emma:confidence="0">
                <emma:literal>→</emma:literal>
              </emma:interpretation>
            </emma:one-of>
          </emma:emma>
        </inkml:annotationXML>
        <inkml:trace contextRef="#ctx0" brushRef="#br0" timeOffset="73616.9651">656 15905 45 0,'0'0'188'0,"0"0"-10"15,0 0-7-15,0 0 4 0,0 0-6 0,0 0-11 16,0 0-4-16,-13 10 4 0,13-10-15 0,-10 3-8 15,10-3-2-15,-8 2-8 0,8-2-5 0,0 0-4 16,-18 0-2-16,18 0 0 0,-7 1-3 0,7-1 0 16,-7 1-1-16,7-1 5 0,-11 3 3 0,11-3-1 0,-6 4-2 15,6-4 20-15,0 0 8 0,0 0 6 16,-7 4 5-16,7-4 5 0,0 0 5 0,0 0 3 16,0 0 2-16,0 0-4 0,0 0-5 0,0 0-9 15,0 0-15-15,0 0-2 0,25-11-16 0,-7 9-4 0,0 0-7 16,4-3-8-16,8 3-2 0,0-2-2 0,10-3-11 15,4 2-3-15,2 0-7 0,-2 3-5 16,2 1-6-16,4-4 0 0,0 3 4 0,-4-2-5 16,-3 4-1-16,0-3-6 0,-7-2-1 0,-6 5-2 15,-6 0-4-15,-4 0 4 0,2-3-14 0,-7 3-2 0,-7-2-3 16,4 2-4-16,-3-1-1 0,0-2-2 0,-9 3-5 16,10 0 2-16,-10 0-14 0,11 0 8 0,-11 0-6 15,0 0-3-15,7-2-7 0,-7 2-11 16,0 0-11-16,0 0-8 0,0 0-6 0,0 0-11 0,0 0-2 15,0 0-14-15,0 0-3 0,0 0-9 0,-20-6-9 16,15 3-7-16,5 3-14 0,0 0-8 0,-12-5-4 16,8 5-15-16,4 0-5 0,-12-1-15 0,7-3 2 15,-1 0-2-15,6 4-4 0,-13-2 3 0,6-4-3 16,1 3 10-16,-2 0 10 0,-2 1 11 0,2-1 9 16,1 1 14-16,-4-1 11 0,5 0 8 0,-3 0 10 15,-2 1 7-15,5-2 8 0,-1 1 16 0,-1 0 17 16,-1 3 16-16,2-4 12 0,1 0 16 0,6 4 17 15,-10-5 20-15,6 3 11 0,2-3 13 0,2 5 3 16,-10-5 10-16,7 3 16 0,3 2 3 0,0 0 5 16,-4-6 6-16,4 6 10 0,-6-4-4 0,6 4 0 15,-2-3-1-15,2 3 4 0,0 0-4 0,0 0 1 16,0 0-5-16,-5-5 0 0,5 5-3 0,0 0 4 16,0 0-1-16,0 0 0 0,0 0-9 0,0 0-2 15,0 0-8-15,0 0-15 0,0 0-2 0,26 8 5 16,-19-3 12-16,9 2-7 0,-2-1-4 0,5 1-5 15,1 5 0-15,-7-2-4 0,11 1-2 0,-4-1-8 16,-1 5-5-16,1-5-9 0,-3 7 8 0,-4-6-22 16,-5 4-1-16,4-1-5 0,-5 1-2 0,-6 2-4 15,4 1-10-15,-10-2-26 0,1-2 0 0,-7 5 0 0,-6 1 0 16,-2-1 0-16,-3-6-54 0,-2 2-92 16,-2-1-62-16,1-5-65 0,-1-2-65 0,-3-1-70 15,2 3-72-15,3-4-77 0,-2 1-398 0,6-3-1034 16,4 1 457-16</inkml:trace>
      </inkml:traceGroup>
      <inkml:traceGroup>
        <inkml:annotationXML>
          <emma:emma xmlns:emma="http://www.w3.org/2003/04/emma" version="1.0">
            <emma:interpretation id="{B52D3588-2762-45C2-8596-5E195445E9B3}" emma:medium="tactile" emma:mode="ink">
              <msink:context xmlns:msink="http://schemas.microsoft.com/ink/2010/main" type="line" rotatedBoundingBox="1778,15624 23171,16949 23112,17910 1718,16585"/>
            </emma:interpretation>
          </emma:emma>
        </inkml:annotationXML>
        <inkml:traceGroup>
          <inkml:annotationXML>
            <emma:emma xmlns:emma="http://www.w3.org/2003/04/emma" version="1.0">
              <emma:interpretation id="{EA486182-9DD7-43EA-80D6-758665082219}" emma:medium="tactile" emma:mode="ink">
                <msink:context xmlns:msink="http://schemas.microsoft.com/ink/2010/main" type="inkWord" rotatedBoundingBox="1774,15678 2789,15740 2753,16322 1738,16259"/>
              </emma:interpretation>
              <emma:one-of disjunction-type="recognition" id="oneOf65">
                <emma:interpretation id="interp213" emma:lang="" emma:confidence="0.5">
                  <emma:literal>For</emma:literal>
                </emma:interpretation>
                <emma:interpretation id="interp214" emma:lang="" emma:confidence="0">
                  <emma:literal>Fore</emma:literal>
                </emma:interpretation>
                <emma:interpretation id="interp215" emma:lang="" emma:confidence="0">
                  <emma:literal>Fora</emma:literal>
                </emma:interpretation>
                <emma:interpretation id="interp216" emma:lang="" emma:confidence="0">
                  <emma:literal>Fort</emma:literal>
                </emma:interpretation>
                <emma:interpretation id="interp217" emma:lang="" emma:confidence="0">
                  <emma:literal>Ford</emma:literal>
                </emma:interpretation>
              </emma:one-of>
            </emma:emma>
          </inkml:annotationXML>
          <inkml:trace contextRef="#ctx1" brushRef="#br1" timeOffset="607645.36">1805 15725 243 0,'0'0'272'0,"-7"-8"-3"0,7 8 6 0,0 0 3 15,-5-6-1-15,5 6 2 0,-3-4 1 0,3 4 7 16,0 0-2-16,-3-8 2 0,3 8-1 0,0 0-2 15,-3-8 2-15,3 8-6 0,0 0-8 0,-4-7-7 16,4 7-9-16,0 0-16 0,-4-6-8 0,4 6-15 16,0 0-25-16,0 0-15 0,0 0-20 0,0 0-18 15,0 0-12-15,0 0-11 0,0 0-16 0,0 0-12 16,0 0-14-16,0 0-4 0,0 0-7 0,0 0 3 16,10 25-3-16,-5-9-5 0,-1-1-1 0,1 3 4 15,0 1-6-15,-1-1-3 0,3 8 3 0,-4 0-8 16,0-1-11-16,1 1-3 0,-2-1-5 0,2 3-2 15,-4-3 0-15,1 1 0 0,-1-7 0 0,0 6-8 16,0-5 10-16,-1-1-13 0,1 0 0 0,0-1-2 16,0-1-2-16,0 1 7 0,0-6-8 0,0 3-1 15,-2-4 2-15,4 1-1 0,-4-2-8 0,0-1-4 16,2-9-11-16,0 12-6 0,-1-5-10 0,1-7-7 16,0 7-15-16,0-7-10 0,0 8-11 0,0-8-22 15,0 0-14-15,0 0-19 0,0 11-28 0,0-11-42 16,0 0-57-16,0 0-54 0,0 0-48 0,0 0-52 15,0 0-62-15,13-17-375 0,-13 17-916 0,7-21 406 16</inkml:trace>
          <inkml:trace contextRef="#ctx1" brushRef="#br1" timeOffset="607973.42">1795 15778 205 0,'0'-11'393'0,"0"11"-14"0,3-11 0 0,-3 11-4 15,0-7 1-15,0 7-10 0,0 0-10 0,0 0-12 0,1-10-18 16,-1 10-18-16,0 0-19 0,0 0-15 16,1-10-24-16,-1 10-22 0,7-3-22 0,-2-1-14 15,-5 4-20-15,16-5-8 0,-4 3-11 0,5-2-12 16,0 0-12-16,0 3-10 0,4 0-15 0,-1-2-8 15,0 1-13-15,2 1-2 0,0-1-4 0,-4 1-14 16,-4 1-7-16,4 0-7 0,-6 0-5 0,0 1-14 16,-1 1-23-16,-3-2-30 0,-3 1-30 0,-5-1-37 15,13 1-39-15,-13-1-35 0,0 0-36 0,15 2-43 16,-11 1-27-16,-4-3-13 0,4 3-14 0,-4-3-24 16,0 0-30-16,0 0-19 0,-5 13-26 0,5-13-208 15,-12 8-655-15,3-2 290 0</inkml:trace>
          <inkml:trace contextRef="#ctx1" brushRef="#br1" timeOffset="608207.75">1946 15921 47 0,'-4'4'276'0,"-1"3"24"0,1-3 20 16,4-4 28-16,-5 10 22 0,5-10 14 0,-5 4 16 16,5-4-2-16,0 0 4 0,0 0-15 0,0 0-17 15,0 0-22-15,0 0-27 0,0 0-35 0,0 0-26 16,0 0-24-16,0 0-24 0,10 15-13 0,-10-15-22 15,14 1-18-15,-14-1-17 0,21 0-21 0,-12 0-32 16,5 2-36-16,-1-2-36 0,-2 0-42 16,3-2-49-16,-3 4-42 0,3-4-49 0,-1 1-46 0,3 0-43 15,-5 0-38-15,2 1-37 0,1-2-39 0,-1 1-27 16,-2 0-338-16,-11 1-792 0,22 0 350 0</inkml:trace>
          <inkml:trace contextRef="#ctx1" brushRef="#br1" timeOffset="608617.06">2249 16077 16 0,'0'0'425'0,"-11"2"22"16,11-2 13-16,0 0 0 0,0 0 4 0,0 0-11 15,-16-1-11-15,16 1-11 0,0 0-20 0,0 0-14 16,0 0-25-16,0 0-27 0,0 0-19 0,0 0-32 15,0 0-29-15,0 0-25 0,-12-8-26 0,12 8-14 16,0 0-17-16,0 0-37 0,0 0-15 0,0 0-11 16,0 0-9-16,0 0-22 0,0 0-2 0,0 0-17 15,0 0-4-15,48 4-14 0,-38 1-1 0,-10-5-14 16,19 6-23-16,-9-2-16 0,-1 2-16 0,-9-6-21 16,13 12-15-16,-5-2-17 0,-2-2-10 0,-2 1-9 15,0 0 0-15,-4-9 0 0,1 16 0 0,-1-5 5 16,0-11-3-16,-5 18 2 0,1-10 3 0,-2 2 5 15,-7-5 5-15,8 2 8 0,-4-1 6 0,-4 1 9 16,8-4 5-16,-7 2 11 0,5-4 19 16,-3 1 15-16,10-2 20 0,0 0 23 0,-21-3 15 0,21 3 2 15,-13-7-12-15,8 0 0 0,0-1-4 0,1-2-4 16,-1 2-6-16,2-3-15 0,3 11-15 0,2-20-18 16,-1 11-26-16,-1 9-45 0,5-12-49 0,-5 12-56 15,12-15-45-15,-7 7-46 0,8 1-41 0,1-3-40 16,0 6-57-16,-3 0-20 0,1 0-283 15,1 1-782-15,-1 0 346 0</inkml:trace>
          <inkml:trace contextRef="#ctx1" brushRef="#br1" timeOffset="608991.97">2423 16118 90 0,'0'0'386'0,"0"0"13"0,0 0 12 16,0 0-6-16,0 0-6 0,0 0-9 0,0 0-21 15,-22-19-17-15,22 19-31 0,0 0-28 0,0 0-29 16,0 0-29-16,0 0-23 0,0 0-22 0,11-18-20 16,-11 18-15-16,16-2-13 0,-16 2-23 0,15 2-12 15,-15-2-9-15,22 6-11 0,-11-4-13 0,2 4-4 16,-3-1-7-16,2 0-5 0,-1 1-9 0,-3 2-7 16,2 0-2-16,-4 0-8 0,1 0-5 0,-2 0-5 15,0 0-11-15,-2 1-9 0,-3-9-4 0,2 14 2 16,-3-5-6-16,1-9-5 0,-1 15-6 0,1-15-2 15,-7 11 4-15,7-11-5 0,-6 10 10 0,6-10 2 16,-7 7 9-16,7-7 5 0,0 0 8 0,0 0 5 16,0 0 14-16,0 0 2 0,0 0 0 0,0 0 1 15,0-35-4-15,6 25-5 0,0-5 0 0,1 4-3 16,0 1-2-16,3-5-6 0,-1 5-1 0,0 0-4 16,5-2-12-16,-1 1-24 0,4 1-30 0,-3 3-39 15,-2 0-38-15,5 1-44 0,-3 2-36 0,-1-1-36 16,-2 4-42-16,0-2-52 0,-11 3-49 0,23 2-337 15,-23-2-788-15,12 2 349 0</inkml:trace>
        </inkml:traceGroup>
        <inkml:traceGroup>
          <inkml:annotationXML>
            <emma:emma xmlns:emma="http://www.w3.org/2003/04/emma" version="1.0">
              <emma:interpretation id="{2979DC1E-87C8-4A03-ABA1-BB76479BB825}" emma:medium="tactile" emma:mode="ink">
                <msink:context xmlns:msink="http://schemas.microsoft.com/ink/2010/main" type="inkWord" rotatedBoundingBox="3418,15860 7538,16115 7487,16939 3367,16684"/>
              </emma:interpretation>
              <emma:one-of disjunction-type="recognition" id="oneOf66">
                <emma:interpretation id="interp218" emma:lang="" emma:confidence="0.5">
                  <emma:literal>Compressible</emma:literal>
                </emma:interpretation>
                <emma:interpretation id="interp219" emma:lang="" emma:confidence="0.5">
                  <emma:literal>Compressive e</emma:literal>
                </emma:interpretation>
                <emma:interpretation id="interp220" emma:lang="" emma:confidence="0.5">
                  <emma:literal>Comp resistible</emma:literal>
                </emma:interpretation>
                <emma:interpretation id="interp221" emma:lang="" emma:confidence="0">
                  <emma:literal>Comp risible</emma:literal>
                </emma:interpretation>
                <emma:interpretation id="interp222" emma:lang="" emma:confidence="0">
                  <emma:literal>compressible</emma:literal>
                </emma:interpretation>
              </emma:one-of>
            </emma:emma>
          </inkml:annotationXML>
          <inkml:trace contextRef="#ctx1" brushRef="#br1" timeOffset="609585.58">3684 15954 298 0,'0'0'338'16,"0"-9"-4"-16,0 9-2 0,0 0-8 0,0-18 4 15,-3 12-6-15,3 6 2 0,-1-8-8 0,1 8-7 16,-5-11-2-16,5 11-9 0,-6-8-4 0,3 5-10 16,3 3-5-16,-9-10-16 0,9 10-10 0,-8-6-23 15,1 6-16-15,7 0-27 0,-12-1-10 0,12 1-11 16,-17 5-9-16,7 2 2 0,-1-1-4 0,-4 8-10 16,-2 7 0-16,0 2-2 0,2 1-12 0,-2 4-10 15,3-1-5-15,-1 3-21 0,0-3-4 0,2 2-10 16,3-3-6-16,-6 1-3 0,7 1-9 0,3 0-10 15,1-9-2-15,-4 5-4 0,7-5-8 0,-1-1-4 16,2-4-32-16,-2 1-11 0,6-3-18 0,1-1-10 16,2 1-10-16,1-3-21 0,2-1-23 0,5 2-22 15,-2-5-40-15,3 3-37 0,3 0-43 0,4-3-46 16,-3-1-53-16,11-3-55 0,-4 1-48 0,4-4-67 16,-9 1-377-16,7-1-951 0,-1-1 420 0</inkml:trace>
          <inkml:trace contextRef="#ctx1" brushRef="#br1" timeOffset="610476">3818 16289 215 0,'-5'-11'451'0,"5"11"-8"0,0 0-10 0,0 0-16 15,0 0-17-15,-1-13-23 0,1 13-25 0,0 0-24 16,0 0-17-16,0 0-29 0,1-12-23 0,-1 12-31 0,0 0-19 15,5-7-24-15,-5 7-19 0,0 0-19 0,10-6-17 16,-10 6-13-16,13-1-12 0,-13 1-15 16,0 0-6-16,18 1-9 0,-18-1-7 0,15 5-6 15,-7-4-10-15,-8-1-5 0,13 7-8 0,-6-2-2 16,-3 2-3-16,1-1-5 0,-5-6-3 0,10 13-4 16,-8-7 1-16,2 4-7 0,-4-10 6 0,-2 19-7 15,-1-10 3-15,-1 2-6 0,0 0 5 0,-4 0-8 16,-2-3 4-16,-1 4 2 0,0-5-1 0,-5 1 1 15,6-1-6-15,-2-4 8 0,1 1-4 0,0 0 26 16,11-4 21-16,-15 1 23 0,15-1 30 0,-14-4 1 16,14 4 6-16,-12-9-5 0,7 3 4 0,2-4-7 15,0 1-10-15,2-4-7 0,-1 3-10 0,2 10-15 16,3-23-2-16,1 11-12 0,1 0 0 0,-1 0-14 16,2 1 1-16,1 2-10 0,0-1 4 0,2 2-13 15,0 1-3-15,0 0 2 0,4 1-8 0,-13 6 4 16,19-6-8-16,-6 4 0 0,-13 2-8 0,24 0-9 15,-24 0-10-15,23 5 1 0,-14-2 0 0,2 0-9 16,-11-3-4-16,16 13 0 0,-9-5-8 0,0-1-7 16,-1 2 1-16,-2 0-12 0,0 1 2 0,-1 1-1 15,-2 0-3-15,1-2 0 0,-2-9-1 0,3 16 4 16,-3-16 7-16,-3 14 3 0,3-14-3 0,3 10 10 16,-3-10 5-16,0 0 4 0,0 11 10 0,0-11 7 15,0 0 9-15,0 0 5 0,0 0 7 0,0 0 5 16,0 0 2-16,0 0 6 0,0 0-14 0,0 0 9 15,0 0 6-15,7-31-4 0,-7 31-5 0,7-12-4 16,-7 12 3-16,9-17-6 0,-5 10 6 0,5 0-3 16,-9 7-1-16,18-12-7 0,-7 6-3 0,-1 2-1 15,2 0-3-15,2-1 9 0,-14 5-5 0,23-3-3 16,-10 3 2-16,-3 0 0 0,1 2-7 0,1 1 2 16,-3 1 1-16,3 2 2 0,-2-1-3 0,-3 2 1 15,1-1-2-15,-3 2 2 0,0 1-7 0,0 1 10 16,-1-3-8-16,-1 2 7 0,-3-9-3 0,4 15-8 15,-4-7-4-15,0-8 4 0,0 14-5 0,0-14 6 16,0 10-1-16,0-10 8 0,0 0 2 0,0 0-1 16,0 0 9-16,-3 11-2 0,3-11 3 0,0 0 5 15,0 0-1-15,0 0 4 0,0 0-2 0,14-25-2 16,-9 16 3-16,0 0-3 0,0 0 2 0,2 0-3 16,1 2 1-16,-1-1-1 0,-1 2-4 0,1-2 7 15,0 5-8-15,-7 3 5 0,9-9-3 0,-2 6-6 16,-7 3 4-16,10-6-4 0,-10 6 3 0,0 0-6 15,15 2 2-15,-15-2 3 0,0 0-6 0,12 6 3 16,-12-6-2-16,7 7-2 0,-7-7 4 0,6 11-4 16,-4-5 6-16,-2-6-2 0,3 13 3 0,-1-6 1 15,-2-7-11-15,2 15-18 0,-2-15-29 0,1 12-24 16,1-6-25-16,1-3-25 0,-3-3-24 0,0 0-27 16,13 11-35-16,-6-10-58 0,4 1-34 0,0-2-45 15,-11 0-47-15,31-8-58 0,-15 3-335 0,2-2-858 16,2 2 379-16</inkml:trace>
          <inkml:trace contextRef="#ctx1" brushRef="#br1" timeOffset="610819.67">4719 16282 178 0,'0'0'395'0,"0"0"27"16,0 0 13-16,0 0 18 0,0 0 20 0,0 0 3 15,0 0 3-15,0 0 8 0,-17-18-8 16,17 18-4-16,0 0-4 0,-3-7-16 0,3 7-23 15,0 0-31-15,0 0-31 0,0 0-34 0,0 0-38 16,0 0-30-16,0 0-30 0,0 0-68 0,0 0-170 16,0 0 0-16,0 0 0 0,0 0 0 0,0 0 0 0,0 31 0 15,-2-16 0-15,0 2 0 0,-1 0 0 16,6 2 0-16,-6 2 0 0,2 2 0 0,-1 2 0 16,-2 0 0-16,2 1 0 0,0-2 0 0,-1-4 0 15,1-1 0-15,-1-1 0 0,1 3 0 0,-1-3 0 16,0-1 0-16,-2 1 0 0,3-1 0 0,-2 0 0 15,1-2 0-15,1-2 0 0,2-2 0 0,-1-1 0 0,-1-1 0 16,2-9 0-16,0 15 0 0,0-15 0 16,0 14-188-16,0-14-149 0,3 9-25 0,-1-6-30 15,-2-3-32-15,0 0-33 0,0 0-47 0,16 1-45 16,-16-1-281-16,0 0-899 0,10-14 397 0</inkml:trace>
          <inkml:trace contextRef="#ctx1" brushRef="#br1" timeOffset="611163.34">4633 16433 29 0,'-2'-15'410'0,"2"-1"9"0,0 3 11 0,0 2 1 15,2-5-8-15,1 4-12 0,0 4 1 0,-1-3-10 16,2 2-16-16,1-2-25 0,-5 11-23 0,12-16-18 16,-1 3-23-16,1 6-19 0,3 0-19 0,2 2-21 15,3 0-18-15,0 4-19 0,1-2-16 0,-1 2-23 16,1 0-11-16,-2 2-2 0,1 0-7 15,-2 2-16-15,2 1-10 0,-1-1-25 0,-8 0 4 0,1 1-12 16,-2 2-5-16,-10-6-2 0,18 11-18 0,-12-4-4 16,-2 2-8-16,-4-9 5 0,3 20-8 0,-3-20-1 15,-7 28-8-15,-4-12-2 0,-2-1 1 0,-8 5-12 16,0-5-10-16,1-4-8 0,-2 3-16 0,-4 0-10 16,2-3-5-16,6-4-5 0,-1-4 4 15,2 2 1-15,2-2-1 0,3-3 3 0,12 0 0 0,-20-3-16 16,20 3-16-16,-13-5-20 0,8 0-20 0,5 5-26 15,-8-12-30-15,8 12-30 0,3-13-62 0,-3 13-29 16,15-16-54-16,-5 8-52 0,8 0-51 0,8-4-61 16,-7 6-344-16,7-1-906 0,0 1 401 0</inkml:trace>
          <inkml:trace contextRef="#ctx1" brushRef="#br1" timeOffset="611538.25">5068 16380 186 0,'0'0'421'0,"0"0"4"16,4-13 10-16,-4 13-5 0,0 0-12 16,1-15-16-16,-1 15-17 0,4-8-21 0,-4 8-29 15,4-8-19-15,-4 8-32 0,6-9-23 0,-6 9-25 16,9-7-29-16,-9 7-20 0,12-5-23 0,-12 5-18 16,14-1-14-16,-14 1-13 0,20 8-15 0,-11-4-8 0,4 2-11 15,-3 3-9-15,0-1-13 0,0-1-5 16,0 4-2-16,-3-1-11 0,1 0-11 0,-2 2-13 15,-1-1-4-15,-1 0-10 0,-1 0-4 0,-1-2-9 16,-2 1 3-16,2-2-2 0,-2 0-2 0,0-8 2 16,-2 11 6-16,0-6-3 0,2-5 8 0,-7 9-4 15,7-9 18-15,0 0 11 0,-7 4 16 0,7-4 8 16,0 0 3-16,0 0 6 0,0 0 4 0,-16-14-1 16,16 14-13-16,-1-15 2 0,1 5-10 0,0 10-5 15,3-22-3-15,-1 10-8 0,1 0-21 0,4-3-5 16,0 4-17-16,-1 1-22 0,1-1-23 0,3 3-33 15,-1 1-40-15,2 2-30 0,6-1-39 0,-4 3-26 16,3-1-41-16,-2 3-36 0,-1 2-31 0,0-1-36 16,0 2-36-16,-1 1-29 0,0 0-259 0,1 1-750 15,-3-1 332-15</inkml:trace>
          <inkml:trace contextRef="#ctx1" brushRef="#br1" timeOffset="612897.3">5450 16442 366 0,'0'0'406'0,"0"0"-6"16,0 0 10-16,0 0-5 0,0 0-6 0,0 0-10 15,0 0-14-15,0 0-15 0,0 0-25 0,0 0-19 16,0 0-25-16,12-18-23 0,-12 18-19 0,0 0-30 16,0 0-23-16,0 0-17 0,0 0-22 0,0 0-14 15,0 0-12-15,0 0-17 0,0 0-11 0,0 0-7 16,0 0-12-16,0 0-11 0,0 0-6 0,0 0-3 15,0 0-6-15,0 0-7 0,0 0-2 16,14-1-11-16,-14 1 4 0,0 0 0 0,20 0-5 16,-10-2-8-16,2-1 6 0,2 0-5 0,-3-1 0 0,7-1-2 15,-2-1-6-15,-4 2 1 0,4-5-5 0,-6 3-2 16,0-2 1-16,-1 2-1 0,2 0 0 0,-3-3-1 16,-8 9-3-16,9-8 2 0,-9 8 0 0,0 0-3 15,5-11 1-15,-5 11-4 0,0 0-2 16,-1-13-1-16,1 13 1 0,0 0-6 0,-14-7 0 15,14 7-2-15,-17-2-1 0,8 0-1 0,9 2 2 0,-22 2 2 16,13 1-2-16,-3 1 1 0,2-2-1 0,0 3-4 16,-2 0 0-16,2 1 2 0,2 1-4 15,-2 0 4-15,1 3-2 0,1-1 3 0,-2 4-2 16,1 1-1-16,4-3-4 0,0 2-10 0,2 0 4 16,2-1 0-16,1 3 3 0,1-4-6 0,2 1 5 15,1-1-2-15,1 0 4 0,1-2-1 0,4 1 1 16,1-2 5-16,4 2 0 0,-1-3 5 0,4-1-7 15,-1-1 8-15,2-1 4 0,1-4-4 0,2-1 0 16,9-5 4-16,-2-1-1 0,-1-1-2 0,-1-3 1 16,0 0 0-16,-3-2 2 0,-1-1 0 0,-5 3 0 15,-2-2-2-15,3-6 10 0,-8 3 1 0,-1-1 4 16,-1 0-4-16,-1 2 7 0,-2-2-5 0,1 1 6 16,-5 5 3-16,1 1-3 0,-1 1-5 0,1-2-5 15,-3 11 6-15,0-12 0 0,0 12-9 0,0 0-2 16,1-13-3-16,-1 13-9 0,0 0 1 0,0 0 1 15,0 0-4-15,0 0 0 0,0 0-2 0,0 0 6 16,0 0 0-16,-14 34 1 0,13-22-4 0,1 0 4 16,1 4 2-16,0-1-2 0,1-2 1 0,-1-1-1 15,1 1 7-15,1-2-3 0,1 0-6 0,-2 0 3 16,1 0 1-16,1-1-1 0,-1-4 8 0,-3-6-2 16,8 15-2-16,-6-10 3 0,-2-5-2 0,5 11-1 15,-5-11-1-15,2 9-8 0,-2-9 2 0,0 0 6 16,3 11-3-16,-3-11 1 0,0 0 3 0,0 11-2 15,0-11-1-15,0 0 4 0,-9 11 2 0,9-11-3 16,-9 5 1-16,9-5-4 0,-10 6 0 0,10-6 4 16,-11 4 0-16,11-4 2 0,-10 5 2 0,10-5 2 15,-9 1-2-15,9-1 0 0,0 0 8 0,0 0-3 16,0 0 2-16,-16-3-10 0,16 3 15 0,0 0 5 16,0 0 6-16,-7-7 8 0,7 7-2 0,0 0-9 15,5-16-13-15,-5 16 13 0,11-13-7 0,-2 4 8 16,-2-1-7-16,7-1-6 0,1 0-4 0,1 0 3 15,1-1-8-15,4-4 4 0,2 0 6 0,2-1-10 16,-4 4 3-16,-4 0 1 0,2 3-3 0,-5-2 1 16,1 1 2-16,-2 1-3 0,-4 2 0 0,0 3-1 15,-1-1 2-15,-3 1-4 0,-5 5-2 0,8-8-9 16,-8 8 8-16,5-7 0 0,-5 7-3 0,0 0 5 16,0 0-9-16,0 0-1 0,0 0 1 0,0 0-3 15,0 0 0-15,-37 11 5 0,26-5-8 0,2 1 3 16,-2 0 5-16,3 0-6 0,2 0-1 0,1 1 1 15,-1 0 4-15,6-8 2 0,-6 13 1 0,5-6-3 16,1-7-1-16,0 16 5 0,0-6 4 0,0-10-4 16,5 14 5-16,0-7-3 0,0-1 5 0,3 1-6 15,-3 2 0-15,3-4 3 0,-1 2-1 0,-1-1-4 16,0 0 4-16,-6-6-1 0,10 7-5 16,-4-1 5-16,0-2-1 0,-6-4 5 0,9 9-11 0,-9-9 5 15,6 10-9-15,-6-10 3 0,4 8 7 0,-4-8 5 16,1 8-9-16,-1-8 0 0,0 0 0 0,-7 14 1 15,7-14-3-15,-11 6 4 0,11-6 3 0,-12 7-2 16,12-7 3-16,-12 3 0 0,12-3 3 0,-9 1 2 16,9-1 2-16,0 0-3 0,0 0 2 15,-18-4-3-15,18 4 3 0,-5-9-1 0,5 9 7 16,-3-9-1-16,3 9-3 0,0 0-2 0,7-18-3 0,-1 9 3 16,2 2 2-16,1 1-5 0,1-2-3 0,2 2-2 15,-1 0-3-15,1 0 4 0,4 1 3 0,-3 1-3 16,1 1-4-16,3-1 8 0,-5 2-5 15,1 0 4-15,-1 0-5 0,-1 1 2 0,-11 1-3 16,18 0-3-16,-18 0 0 0,15 3 6 0,-8-1-4 16,-7-2 2-16,10 9-8 0,-6-6 3 0,-4-3 1 0,9 12 4 15,-5-4-7-15,-4-8 7 0,4 14 1 0,-4-14-13 16,1 13-3-16,-1-13 2 0,1 11-18 16,-1-3-2-16,0-8-4 0,-1 10-11 0,1-10-9 15,-1 7-13-15,1-7-12 0,0 0-13 0,1 10-13 16,-1-10-3-16,0 0-9 0,0 0-29 0,6 1-56 15,-6-1-53-15,0 0-53 0,0 0-51 0,23-17-79 16,-16 11-361-16,3-5-873 0,-3 1 386 0</inkml:trace>
          <inkml:trace contextRef="#ctx1" brushRef="#br1" timeOffset="613069.14">6453 16265 289 0,'-8'-13'488'0,"8"13"-11"0,-3-7-42 15,3 7-35-15,0 0-42 0,0 0-38 0,0 0-31 16,0 0-33-16,0 0-35 0,0 0-47 0,0 0-43 16,0 0-46-16,0 0-47 0,0 0-51 0,0 0-51 15,0 0-61-15,0 0-59 0,35 9-75 0,-25-2-64 16,-1-3-177-16,2-1-539 0,-11-3 238 0</inkml:trace>
          <inkml:trace contextRef="#ctx1" brushRef="#br1" timeOffset="613803.34">6681 16234 363 0,'0'0'449'0,"6"-14"-8"0,-6 14-14 0,0 0-14 16,0 0-9-16,2-13-7 0,-2 13-6 0,0 0-24 16,0 0-10-16,0 0-19 0,0 0-13 0,0 0-11 15,-9-16-26-15,9 16-28 0,0 0-23 0,0 0-28 16,-21 4-12-16,21-4-25 0,0 0-18 15,-22 11-10-15,12-3-20 0,3-1-3 0,-1 4-13 16,-4 3-12-16,3 1-18 0,3 2-5 0,-3 1-1 0,0 1 5 16,3 4-15-16,1 2-1 0,-1-6-11 0,5 5 1 15,-1-6-13-15,2 1-4 0,0 6-3 16,2 0 0-16,1-7-6 0,2-1-13 0,1-2-4 16,0 2-11-16,2-3-6 0,0-5-10 0,-2 1-1 15,8 1-17-15,-3-5 1 0,0 1-7 0,1-4-1 16,-2-1 3-16,-1 0 5 0,4-2-2 0,-13 0 3 0,18-6 5 15,-10-2 7-15,0 2-2 0,-1-2 0 0,-4-2 5 16,1-2-3-16,-1 2 6 0,-3-3-1 16,1 1 5-16,-2 1 1 0,-2-2 1 0,1 2 2 15,2 11 0-15,-7-18 0 0,1 9-4 0,1 2 4 16,-4-1-3-16,2 2-2 0,7 6 2 0,-10-8 1 16,0 5 0-16,10 3 5 0,-15-4-3 0,15 4 0 15,-18 0-4-15,18 0 4 0,-13 0 2 0,13 0-2 0,0 0 3 16,-17 2-2-16,17-2 5 0,0 0-8 15,-10 4 6-15,10-4 2 0,0 0-11 0,0 0 0 16,0 0 5-16,0 0 0 0,-4 7 1 0,4-7 3 16,0 0-3-16,28 3-4 0,-13-6 2 0,5 2-8 15,7-5-5-15,-6 4-1 0,5-7-7 0,2 2 6 16,-2 0-2-16,1-4 8 0,-3 0 1 0,1-1 5 16,-7 3 0-16,5-7-2 0,-5 3 9 0,3-1 28 15,-5 2 9-15,-3-1 1 0,0-1 13 0,-6 3 1 16,0 3 3-16,-1 1 6 0,-2 1-6 0,0-5-4 15,-4 11-4-15,2-14-9 0,-2 14 0 0,-2-12 1 16,2 12-7-16,0 0 0 0,-12-15-4 0,9 11 3 16,3 4-5-16,0 0 4 0,-13-10-15 0,13 10 2 15,-12 0-2-15,12 0-1 0,0 0 7 0,-14 8-7 16,9 0 2-16,0 2 2 0,0 0 4 0,1 7 5 16,2-1 0-16,-2 4-3 0,1-1 1 0,2 6 2 15,1 0-7-15,-1-5 5 0,2 5-7 0,0-6 5 16,0 0-6-16,1-1-3 0,-1 1-2 0,2-1 1 15,-3-2-15-15,1-3-8 0,3-2-18 0,-3 0-23 16,3-2-40-16,-3 0-26 0,4-1-35 0,-5-8-49 16,8 10-38-16,1-6-71 0,0-1-66 0,-9-3-63 15,21 0-73-15,-8-3-321 0,-1-1-910 0,3-4 403 16</inkml:trace>
          <inkml:trace contextRef="#ctx1" brushRef="#br1" timeOffset="614240.75">7138 16475 23 0,'0'0'293'0,"0"0"-8"0,0 0 1 0,0 0-8 16,0 0-7-16,0 0-15 0,0 0-15 0,0 0 0 0,0 0 0 15,0 0-1-15,0 0-13 0,0 0-13 0,0 0-14 16,0 0-16-16,0 0-10 0,0 0-14 0,0 0-13 16,0 0-1-16,0 0-11 0,-7 20 1 15,7-20-2-15,0 0-5 0,0 0 5 0,6 10-2 16,-6-10-6-16,10 3-10 0,0-2-11 0,-2 1-10 15,2 0-6-15,3-2-11 0,4-2-8 0,-6 0-6 0,7 0-5 16,-5-1-5-16,1-1-5 0,-1-1-6 0,0 0-1 16,-4-1-9-16,1 0 3 0,0 0 1 0,-4 1 13 15,-6 5 2-15,9-13 1 0,-5 9-1 0,-4 4-3 16,8-10-13-16,-8 10 2 0,2-8-8 16,-2 8-2-16,0 0-2 0,0 0-3 0,-14-14-1 15,14 14-2-15,-12-2-4 0,5 3 2 0,7-1-8 0,-19 6 2 16,6 0-1-16,2 0-2 0,0 1-1 0,-2 4-1 15,2-2-5-15,2 1 4 0,-5 1-1 0,8-1-1 16,-1-1-2-16,2 2 6 0,1-4 0 16,0 1 6-16,4 2 0 0,0-10 10 0,7 13-2 15,-1-4-3-15,3-2 6 0,-1 0-5 0,5-3 3 16,4 1-5-16,0 0 3 0,-4-4 0 0,5 3-8 16,-5-4-11-16,7 0-10 0,-1 0-17 0,-1 0-23 15,1-2-28-15,-2-3-34 0,1 4-46 0,2-5-47 16,-2 3-60-16,0-1-81 0,-8-1-89 0,1 1-430 15,0-4-936-15,-3 0 415 0</inkml:trace>
        </inkml:traceGroup>
        <inkml:traceGroup>
          <inkml:annotationXML>
            <emma:emma xmlns:emma="http://www.w3.org/2003/04/emma" version="1.0">
              <emma:interpretation id="{D54CB0AE-184F-4E63-8CDB-86440CE527CB}" emma:medium="tactile" emma:mode="ink">
                <msink:context xmlns:msink="http://schemas.microsoft.com/ink/2010/main" type="inkWord" rotatedBoundingBox="7955,16191 10119,16325 10078,16993 7914,16859"/>
              </emma:interpretation>
              <emma:one-of disjunction-type="recognition" id="oneOf67">
                <emma:interpretation id="interp223" emma:lang="" emma:confidence="0.5">
                  <emma:literal>Cakes,</emma:literal>
                </emma:interpretation>
                <emma:interpretation id="interp224" emma:lang="" emma:confidence="0">
                  <emma:literal>Cokes,</emma:literal>
                </emma:interpretation>
                <emma:interpretation id="interp225" emma:lang="" emma:confidence="0">
                  <emma:literal>Coker,</emma:literal>
                </emma:interpretation>
                <emma:interpretation id="interp226" emma:lang="" emma:confidence="0">
                  <emma:literal>cakes,</emma:literal>
                </emma:interpretation>
                <emma:interpretation id="interp227" emma:lang="" emma:confidence="0">
                  <emma:literal>Cake,</emma:literal>
                </emma:interpretation>
              </emma:one-of>
            </emma:emma>
          </inkml:annotationXML>
          <inkml:trace contextRef="#ctx1" brushRef="#br1" timeOffset="614818.72">8208 16388 279 0,'0'0'389'0,"4"-9"-1"0,0 4 3 15,-2-1 2-15,-2 6-1 0,3-12-3 0,-3 6-13 16,2-1-8-16,-2-1-7 0,0 8-11 0,2-16-13 15,-2 5-30-15,-3 2 7 0,2-1-19 0,-3-1 0 16,1-2-13-16,0 4-19 0,-1-1-2 0,-1 1-10 16,-2 3-9-16,2-4-12 0,0 6-13 0,0-2-28 15,-2 4-16-15,7 2-17 0,-16-5-17 0,8 5-11 16,-3 3-92-16,-5 1-36 0,0 5 0 0,0 3 0 16,-4 6 0-16,3 3 0 0,0 1 0 0,1 5 0 0,1 0 0 15,2 0 0-15,-1 1 0 0,1 1 0 16,5-2 0-16,-2-1 0 0,4 1 0 0,3-2 0 15,1-8 0-15,-1 2 0 0,5-2 0 0,0 0 0 16,3-2 0-16,3 0 0 0,5-1 0 0,-2-1 0 16,3 0-22-16,3-4-167 0,1 1-33 0,5 1-32 0,4-3-29 15,-2 0-36-15,2-5-45 0,2 1-35 16,-2-4-47-16,0-4-43 0,-8 2-379 0,-1-3-939 16,2 1 415-16</inkml:trace>
          <inkml:trace contextRef="#ctx1" brushRef="#br1" timeOffset="615552.92">8402 16593 165 0,'4'-4'261'0,"-4"4"16"0,5-4 2 15,-5 4 1-15,0 0-2 0,6-7 4 0,-6 7 4 16,8-4-14-16,-8 4-4 0,4-4-6 0,-4 4-13 16,0 0-1-16,7-6-22 0,-7 6-11 0,0 0-18 15,0 0-19-15,6-3-15 0,-6 3-11 0,0 0-19 16,13 3-12-16,-13-3-14 0,9 2-8 0,-3 2-11 15,-6-4-12-15,9 5-8 0,-1-1-8 0,-3 0-7 16,-1 1-5-16,0 0-6 0,-2 2-8 0,2-1-2 16,-4-6 1-16,3 12-7 0,-3-4-1 0,0-8 0 15,-6 12-4-15,3-6 4 0,-3 1-5 0,1 2-2 16,-3-4-3-16,0 2-4 0,-3-1 1 0,0-3 2 16,-3 0 1-16,5-1 1 0,2-1 8 0,7-1 20 15,-12-1 18-15,12 1 13 0,-9-7 7 0,9 7 7 16,-7-7 7-16,3 0-5 0,4 7 3 0,-3-14-7 15,2 7-13-15,1 7 2 0,0-17-7 0,3 8-9 16,-2-1 4-16,2 2-9 0,2 1-10 0,2-1-2 16,-2 4-6-16,-1-3-9 0,-4 7 0 0,7-8-9 15,-2 6 0-15,-5 2-4 0,12-3-5 0,-12 3-1 16,14 3-3-16,-6-1-2 0,-2 2-1 0,2 1 3 16,0 2-1-16,1-1-2 0,-1 1-3 0,0 2-4 15,-1-2 4-15,-1 2 1 0,1 0 1 0,-2 2-1 16,1-5-2-16,1 5 3 0,-3-3-6 0,2 1 5 15,-2-3-2-15,3 2-2 0,-2-3-5 0,0 1-1 16,0-1 2-16,1-3 0 0,1 2 2 0,-1 0 1 16,6-2 2-16,-2 0-1 0,2-3 0 0,0-1 2 15,0-3-1-15,2-1 7 0,-3 0-5 0,6-3 1 16,-3-1-1-16,0-2 4 0,-1 0 12 0,-2-3 9 16,2 0 3-16,-3-2-1 0,2-6-1 0,-6 4 3 15,0 0 2-15,1-4 8 0,-4 3 3 0,-1-1-5 16,1 0 10-16,-2 6 4 0,0 0-14 0,-1 1 16 15,-1 3 1-15,0 1-3 0,-1-1-6 0,1 5 8 16,1 6-6-16,-2-11-9 0,2 11-10 0,1-8-5 16,-1 8-10-16,0 0-1 0,0 0-5 0,0 0 5 15,0 0-3-15,0 0-3 0,-5 24 2 0,3-12-1 16,1 5-3-16,-2 1 9 0,3-3-12 0,0 6 5 16,-1 3-6-16,0-5-1 0,0 0-1 0,-2 0 1 15,2-1-7-15,1 0 11 0,0 1-5 0,-2-3 7 16,1-3 3-16,1 2-3 0,0 0 2 0,-2-4-4 15,2 0-5-15,-1-4 1 0,2 0-2 0,-1-7-17 16,2 14-3-16,-1-9-20 0,-1-5-20 0,4 10-22 16,-2-4-35-16,1-2-33 0,-3-4-48 0,7 8-55 15,-1-8-66-15,0 4-92 0,-6-4-94 0,12 1-472 16,-12-1-1062-16,17-1 471 0</inkml:trace>
          <inkml:trace contextRef="#ctx1" brushRef="#br1" timeOffset="616521.45">9065 16550 177 0,'2'-4'501'0,"-2"4"8"0,4-8-4 16,-4 8-11-16,4-7-13 0,-4 7-23 0,1-7-22 16,-1 7-25-16,0 0-23 0,0 0-37 0,0 0-33 15,5-7-34-15,-5 7-31 0,0 0-28 16,0 0-16-16,0 0-39 0,0 0-12 0,0 0-10 15,0 0-16-15,-20 15-12 0,11-6-15 0,0 0-5 16,-4 2-11-16,0 0-9 0,-2 2-11 0,1-2-3 16,1 1-7-16,-1 1-5 0,1-1-5 0,-1-1-3 15,1 0-6-15,2-4-6 0,3-1-4 0,2-1-10 16,-1-2 0-16,2 1-1 0,5-4-7 0,-11 5 8 16,11-5 10-16,-7 2-8 0,7-2 1 0,0 0-2 15,0 0 0-15,0 0-13 0,0 0 2 0,0 0 0 16,-1-15 2-16,1 15-3 0,0 0-2 0,9-12-1 15,-5 8-3-15,2 1 5 0,-6 3 0 0,9-7-3 16,-4 5-5-16,-5 2 7 0,12-2-8 0,-12 2 2 16,14 1-5-16,-8 1-2 0,-6-2 3 0,15 5-5 15,-8-1 7-15,-1-2-5 0,1 4 6 0,1 1-6 16,0 0-2-16,0-1 3 0,0 0 4 0,-1 4-5 16,-2-3 10-16,3 2-5 0,-2-2-5 0,-2 1 4 15,4 1 3-15,-3-1 2 0,-1-1-7 0,0 0 6 16,1-2-12-16,3 2-1 0,-8-7 6 0,15 11 6 15,-7-5-6-15,1-2-3 0,3-2 4 0,0-2 0 16,0 0 4-16,5-1 5 0,2-3-3 0,1-1 1 16,-1-3 3-16,1 0-7 0,6-3 7 0,-10 0-7 15,3-1-1-15,-3 1 8 0,0-3-8 0,-3 0 4 16,1 0 1-16,-2 1-4 0,-1 0 7 0,-3 3 17 16,-3 0-7-16,0-1 4 0,-1 1-6 0,-1 1 0 15,-2 2-1-15,0-1 3 0,-1 8-5 0,-2-13-8 16,-2 7 5-16,4 6-8 0,-8-9-5 0,3 6 2 15,5 3-1-15,-14 0-3 0,14 0 8 0,-17 3-2 16,10 0 3-16,-4 5-2 0,4-1-1 0,-5 1-5 16,6 3 4-16,-2-1-2 0,0 4 6 0,1-3-4 15,0 3-15-15,4-3 0 0,1 1-1 0,4 0-1 16,-2 0 3-16,1-1-2 0,1 2-7 0,4-4 18 16,-2 0-6-16,3 0 2 0,1 0 5 0,2-4-1 15,6 2 1-15,1-3 0 0,4 0 5 0,2-2 4 16,5-1-7-16,1-2 11 0,2-3-12 0,-1-2 5 15,0-3 2-15,-3 0 1 0,0-2 0 0,-3 0-3 16,-1-2 0-16,-5 2 3 0,-2-1 4 0,-3-2-2 16,2-1 3-16,-2 1-1 0,-3-3 2 0,-3 3 0 15,-1-2 0-15,-3 7 0 0,2-2 0 0,-4 1-6 16,-1 4 6-16,0-3-6 0,0 9 2 0,-4-10-5 16,4 10-7-16,-7-9 7 0,1 7-4 0,6 2-2 15,-12 2 5-15,12-2-7 0,-9 5 3 0,4 1-3 16,0-2-8-16,2 4 13 0,0 1 0 0,2 0 6 15,2 1-11-15,1 1 5 0,0 2 2 0,2-1 1 16,1-2 1-16,4 3-2 0,0-2-1 0,-1-2 5 16,-1 1-1-16,1-1-1 0,0-1 6 0,-2 0-1 15,2-2-9-15,-3 1-12 0,-1-2 16 0,1-1-6 16,-5-4 9-16,5 8-16 0,-2-5 9 0,-3-3-4 16,0 0 4-16,3 7 2 0,-3-7-2 0,-1 10 2 15,1-10-7-15,-4 8 13 0,4-8-7 0,-8 10-20 16,1-4-28-16,2-1-34 0,-2 1-34 0,-2 0-44 15,2-3-47-15,0 2-42 0,1 0-47 0,1-1-40 16,-2-2-42-16,7-2-42 0,0 0-63 0,-7 5-329 16,7-5-880-16,0 0 389 0</inkml:trace>
          <inkml:trace contextRef="#ctx1" brushRef="#br1" timeOffset="616740.14">10066 16785 226 0,'0'0'433'0,"15"-2"5"0,-15 2-16 16,6-1-10-16,-6 1-22 0,0 0-26 0,0 0-31 16,0 0-7-16,5 5-4 0,-5-5-18 0,0 0-26 15,0 0-24-15,-13 20-23 0,11-12-20 0,-6 1-24 16,0 0-16-16,-2 4-18 0,-3 2-17 16,4-2-24-16,-2 2-40 0,1-1-52 0,-1 0-57 15,-1 1-63-15,3-5-65 0,0-2-71 0,-3 0-83 0,2-1-100 16,-6 2-335-16,4-2-815 0,0-5 361 0</inkml:trace>
        </inkml:traceGroup>
        <inkml:traceGroup>
          <inkml:annotationXML>
            <emma:emma xmlns:emma="http://www.w3.org/2003/04/emma" version="1.0">
              <emma:interpretation id="{1E2AB3C9-419A-4F2A-A2D6-3339DD330CCF}" emma:medium="tactile" emma:mode="ink">
                <msink:context xmlns:msink="http://schemas.microsoft.com/ink/2010/main" type="inkWord" rotatedBoundingBox="11173,16494 11825,16534 11794,17021 11143,16981"/>
              </emma:interpretation>
              <emma:one-of disjunction-type="recognition" id="oneOf68">
                <emma:interpretation id="interp228" emma:lang="" emma:confidence="0.5">
                  <emma:literal>a</emma:literal>
                </emma:interpretation>
                <emma:interpretation id="interp229" emma:lang="" emma:confidence="0">
                  <emma:literal>x</emma:literal>
                </emma:interpretation>
                <emma:interpretation id="interp230" emma:lang="" emma:confidence="0">
                  <emma:literal>X</emma:literal>
                </emma:interpretation>
                <emma:interpretation id="interp231" emma:lang="" emma:confidence="0">
                  <emma:literal>&lt;</emma:literal>
                </emma:interpretation>
                <emma:interpretation id="interp232" emma:lang="" emma:confidence="0">
                  <emma:literal>A</emma:literal>
                </emma:interpretation>
              </emma:one-of>
            </emma:emma>
          </inkml:annotationXML>
          <inkml:trace contextRef="#ctx1" brushRef="#br1" timeOffset="617648.03">11651 16595 330 0,'1'-6'340'0,"-1"6"5"0,6-8-9 15,-6 8-7-15,2-7 4 0,-2 7-6 0,1-10-9 16,-1 10-5-16,0-9-10 0,0 9-1 0,0 0-14 0,-1-10-11 16,1 10-14-16,1-7-10 0,-1 7-23 15,0 0-15-15,-1-12-19 0,1 12-21 0,-8-2-15 16,8 2-16-16,0 0-13 0,0 0-17 0,-12 0-9 16,12 0-10-16,-12 8-13 0,4-2 1 0,-2 2-5 15,0 1-3-15,-7 2 0 0,-1 6-7 0,3-3 1 0,-3 6-7 16,4-5-8-16,-3 4-4 0,3-3-3 0,-2 5-11 15,-1 0 3-15,3-1-6 0,-4 1 0 0,3-1-5 16,1-7-10-16,-2 8 4 0,3-6-1 16,-6 3-3-16,6 4 5 0,-2-10-3 0,1 5-6 15,2-4-1-15,-4-1-8 0,3 0 2 0,3-4-1 16,-2-1 7-16,3 0-4 0,-2-1-1 0,2-3 2 0,4 1 1 16,-1-2 0-16,6-2 0 0,-13 2 7 0,8-1-2 15,5-1-4-15,0 0 4 0,-15-4-1 16,15 4 2-16,-8-8 13 0,4 2-5 0,3-2 9 15,1-2 0-15,-4 1 8 0,4 9 5 0,0-28-1 16,4 17 0-16,-4-5 4 0,5 5 0 0,-1-1 0 0,1-1-10 16,1 2 1-16,2 1-6 0,0 1 0 0,1-1-7 15,0 3 0-15,0 1-7 0,2 0-2 0,1 3 3 16,-1 0-22-16,2 0 0 0,-2 3 0 16,3 0 0-16,-2 3 0 0,0 0 0 0,0-1 0 15,0 4 0-15,3 1 0 0,-5 0 0 0,3 3 0 0,-4 1 0 16,1 2 0-16,-1-1 0 0,1 1 0 0,-3-1 0 15,2 2 0-15,0 0 0 0,-2 1 0 16,-1-5 0-16,-1 1 0 0,-2 0 0 0,5-1 0 16,-4 1 0-16,3-3 0 0,-3 2 0 0,5-3 0 15,0 2 0-15,-1-3 0 0,2-2-15 0,0 0 17 0,3-2-6 16,0-1 1-16,5-1-3 0,-7 0 3 0,8-5-14 16,-1 2 2-16,-2-2-19 0,0-3-6 0,0 2-10 15,-2 1-10-15,0-2-18 0,4-1-16 16,-3 1-27-16,0-2-28 0,-5 4-37 0,1 1-50 15,-1-3-36-15,-4 1-62 0,-1 2-39 0,-5 4-60 0,9-7-79 16,-9 7-348-16,8-4-932 0,-8 4 413 0</inkml:trace>
        </inkml:traceGroup>
        <inkml:traceGroup>
          <inkml:annotationXML>
            <emma:emma xmlns:emma="http://www.w3.org/2003/04/emma" version="1.0">
              <emma:interpretation id="{C592C106-CE6D-4727-AABE-D990124DBCE7}" emma:medium="tactile" emma:mode="ink">
                <msink:context xmlns:msink="http://schemas.microsoft.com/ink/2010/main" type="inkWord" rotatedBoundingBox="12592,16660 13931,16743 13910,17082 12571,16999"/>
              </emma:interpretation>
              <emma:one-of disjunction-type="recognition" id="oneOf69">
                <emma:interpretation id="interp233" emma:lang="" emma:confidence="0.5">
                  <emma:literal>incr.</emma:literal>
                </emma:interpretation>
                <emma:interpretation id="interp234" emma:lang="" emma:confidence="0">
                  <emma:literal>incur.</emma:literal>
                </emma:interpretation>
                <emma:interpretation id="interp235" emma:lang="" emma:confidence="0">
                  <emma:literal>incr..</emma:literal>
                </emma:interpretation>
                <emma:interpretation id="interp236" emma:lang="" emma:confidence="0">
                  <emma:literal>inner.</emma:literal>
                </emma:interpretation>
                <emma:interpretation id="interp237" emma:lang="" emma:confidence="0">
                  <emma:literal>invar.</emma:literal>
                </emma:interpretation>
              </emma:one-of>
            </emma:emma>
          </inkml:annotationXML>
          <inkml:trace contextRef="#ctx1" brushRef="#br1" timeOffset="622633.83">12603 16791 59 0,'-4'-9'354'0,"4"9"-1"0,-3-7 8 0,3 7-7 16,0 0 1-16,-2-8 5 0,2 8-7 0,0 0-5 16,-4-7-2-16,4 7-11 0,0 0-13 0,0 0-16 15,0 0-22-15,0 0-26 0,0 0-24 0,0 0-25 16,0 0-25-16,-2-7-17 0,2 7-21 0,0 0-16 15,0 0-14-15,0 0-6 0,0 0-15 0,8 27-11 16,-6-14-9-16,1-1-7 0,-1-1-7 0,3 5-1 16,-5-2-8-16,3 1-5 0,-1-3-7 0,0 0-4 15,-2 0 4-15,2 0 1 0,-2 1-8 0,0-2-2 16,0-1-1-16,0 0-4 0,0-2-10 0,0-8-18 16,2 13-8-16,-2-6-16 0,0-7-19 0,-2 9-13 15,2-9-28-15,-4 8-19 0,4-8-23 0,-5 4-28 16,5-4-60-16,0 0-73 0,0 0-83 0,0 0-93 15,0 0-356-15,0 0-888 0,-7-23 393 0</inkml:trace>
          <inkml:trace contextRef="#ctx1" brushRef="#br1" timeOffset="622821.3">12610 16680 150 0,'-2'-11'477'0,"2"11"-10"0,0 0-27 0,0 0-40 0,0 0-40 16,0-8-46-16,0 8-29 0,0 0-53 0,0 0-44 16,0 0-44-16,0 0-57 0,0 0-67 0,16 11-73 15,-12-5-66-15,-4-6-69 0,14 13-79 0,-8-5-223 16,1 2-531-16,-3-1 236 0</inkml:trace>
          <inkml:trace contextRef="#ctx1" brushRef="#br1" timeOffset="623211.82">12732 16863 43 0,'0'0'430'0,"9"-12"13"0,-9 12-9 0,1-8-8 15,-1 8-7-15,3-6-13 0,-3 6-16 16,0 0-23-16,4-11-28 0,-4 11-28 0,0 0-31 16,2-6-30-16,-2 6-26 0,8-2-20 0,-8 2-27 15,0 0-21-15,15 5-15 0,-6-2-15 0,0 2-15 0,0-1-9 16,0 4-13-16,-3 0-13 0,2 0-2 15,-2 0-6-15,1 1-9 0,-3 1-7 0,-2-2-7 16,1 2-7-16,-1-3-3 0,1 0-14 0,-3 1-11 16,0-8-18-16,0 11 2 0,0-11 0 0,0 10 2 0,0-10-2 15,0 0 13-15,-3 11-2 0,3-11 4 0,0 0 8 16,0 0 13-16,0 0 11 0,0 0 7 16,0 0 3-16,0 0 5 0,0 0 8 0,0 0 4 15,-2-32-6-15,4 26 0 0,3-3-6 0,1 1-11 16,-1 1 0-16,-3 1-11 0,5-2-3 0,-3 2-1 15,3 3-1-15,-2-2-4 0,1 2-6 0,-1-1-3 0,3 2-5 16,0-1 2-16,-8 3-4 0,13 0-9 16,-4 0-17-16,2 4-16 0,-2-3-28 0,0 5-28 15,1-4-32-15,0 3-38 0,1 2-34 0,3-3-36 16,-5 3-39-16,9 0-37 0,-7-2-30 0,2 2-40 16,-1-4-50-16,1 1-28 0,1 0-237 0,-3 0-747 0,2-1 331 15</inkml:trace>
          <inkml:trace contextRef="#ctx1" brushRef="#br1" timeOffset="623867.92">13306 16849 27 0,'2'-6'341'0,"0"-2"2"0,-2 8 2 16,6-9-6-16,-4 5-33 0,-2 4 18 0,2-8-10 0,-2 8-7 16,0 0-23-16,4-7-17 0,-4 7-26 15,0 0-17-15,0 0-29 0,0 0-18 0,0 0-19 16,0 0-14-16,0 0-11 0,0 0-18 0,0 0 3 15,0 0 5-15,0 0-1 0,-11 19-5 0,4-10-9 16,3 2-7-16,-3-1-11 0,1-1-9 0,-1 1-7 0,0 0-6 16,2 1-8-16,-1-1-5 0,-1 1-4 15,1-4-9-15,2 0-3 0,0 1-4 0,0 0-4 16,2-4-1-16,-1 3-2 0,3-7-3 0,-4 10 1 16,4-10-1-16,0 8-4 0,0-8 4 0,4 9-7 15,3-7 3-15,-1 2-3 0,-6-4 1 0,19 3-5 16,-6 0-6-16,5-3 6 0,-2-1 0 0,2-1 0 15,0-2-3-15,0-1 2 0,4 1-1 0,6-4-2 16,-4-1-2-16,-4 3 0 0,-2-5 5 0,-2 3-6 16,0-2 4-16,-1-1-1 0,-1 4 16 0,-3-4 1 15,-1 1 2-15,-4 1 5 0,-1-1 7 0,-1 0-6 0,0 0-3 16,-2 5-3-16,0-3 0 0,-2 8-6 16,0-14-5-16,0 14-4 0,-2-11-9 0,2 11 5 15,-6-6-2-15,6 6-3 0,-4-5-2 0,4 5-1 16,-7-2-3-16,7 2 1 0,0 0 5 0,-12 0-8 15,12 0 4-15,0 0 0 0,-11 5-3 0,7-2-1 0,4-3-3 16,-5 6 9-16,5-6 0 0,-7 8 0 16,7-8 3-16,-4 4-3 0,4-4 2 0,0 0 1 15,0 0-1-15,0 0 0 0,9 9 2 0,-9-9 1 16,9 4-1-16,-9-4-1 0,9 5-3 0,-7-3-2 16,-2-2 5-16,12 0-4 0,-6 3 1 0,-1-1-8 15,-5-2 7-15,13 1-4 0,-8 1 1 0,-5-2 1 0,9 3-1 16,-9-3-1-16,11 3-1 0,-7 0-4 15,-4-3 2-15,8 5-1 0,-7 0 0 0,-1-5 4 16,5 9-3-16,-3-3 3 0,-2-6-4 0,2 12 4 16,-2-6 3-16,0-6-4 0,3 12 0 0,-6-6 2 15,3-6-5-15,0 12 3 0,0-5 3 0,3-1-7 16,-3-6 0-16,0 12 7 0,0-8-18 0,0-4-20 16,0 10-23-16,4-5-25 0,-4-5-21 0,4 10-33 15,1-8-38-15,2 0-25 0,-7-2-35 0,13 2-39 16,-4-2-48-16,-9 0-54 0,20 0-49 0,-9-2-273 15,3 0-760-15,-3-2 336 0</inkml:trace>
          <inkml:trace contextRef="#ctx1" brushRef="#br1" timeOffset="624164.72">13917 16997 575 0,'0'0'615'0,"0"0"-5"0,0 0-20 16,0 0-25-16,0 0-25 0,0 0-40 0,0 0-35 15,0 0-38-15,0 0-51 0,0 0-33 0,0 0-30 16,0 0-33-16,0 0-45 0,0 0-47 0,0 0-66 15,0 0-71-15,0 0-71 0,0 0-74 0,0 0-88 16,0 0-84-16,0 0-88 0,0 0-102 0,-23-9-449 16,23 9-978-16,0 0 433 0</inkml:trace>
        </inkml:traceGroup>
        <inkml:traceGroup>
          <inkml:annotationXML>
            <emma:emma xmlns:emma="http://www.w3.org/2003/04/emma" version="1.0">
              <emma:interpretation id="{169455C1-3040-4661-A80C-10F29C710C96}" emma:medium="tactile" emma:mode="ink">
                <msink:context xmlns:msink="http://schemas.microsoft.com/ink/2010/main" type="inkWord" rotatedBoundingBox="14697,16600 15991,16680 15964,17130 14670,17050"/>
              </emma:interpretation>
              <emma:one-of disjunction-type="recognition" id="oneOf70">
                <emma:interpretation id="interp238" emma:lang="" emma:confidence="0.5">
                  <emma:literal>with</emma:literal>
                </emma:interpretation>
                <emma:interpretation id="interp239" emma:lang="" emma:confidence="0">
                  <emma:literal>wish</emma:literal>
                </emma:interpretation>
                <emma:interpretation id="interp240" emma:lang="" emma:confidence="0">
                  <emma:literal>withe</emma:literal>
                </emma:interpretation>
                <emma:interpretation id="interp241" emma:lang="" emma:confidence="0">
                  <emma:literal>width</emma:literal>
                </emma:interpretation>
                <emma:interpretation id="interp242" emma:lang="" emma:confidence="0">
                  <emma:literal>wrath</emma:literal>
                </emma:interpretation>
              </emma:one-of>
            </emma:emma>
          </inkml:annotationXML>
          <inkml:trace contextRef="#ctx1" brushRef="#br1" timeOffset="625539.3999">14686 16846 301 0,'0'0'578'15,"0"0"-7"-15,-1-11-17 0,1 11-24 0,0 0-34 16,0 0-31-16,0-9-35 0,0 9-36 0,0 0-37 16,0 0-45-16,0 0-35 0,0 0-27 0,0 0-30 15,0 0-22-15,0 0-18 0,0 0-17 0,0 0-21 16,0 0-9-16,15 16-19 0,-11-6-11 0,-2 1-14 16,0 1-9-16,2-1 1 0,-2 3-14 0,1 0-10 15,-1 1-7-15,0-1-23 0,1 1-21 0,-1-4-18 16,1 1-23-16,-1 1-12 0,0-3-9 0,0 0-3 15,1-1-11-15,-1-3-5 0,-1 1 6 0,1-2 2 16,-2-5 13-16,3 8 6 0,-3-8 10 0,5 4 3 16,-5-4 8-16,9 3 15 0,-9-3 16 0,0 0 18 15,13-7 10-15,-7 2 8 0,-6 5 11 0,13-12 14 16,-7 5 10-16,1-1 4 0,1 1 7 0,-2-3-1 16,0 1 11-16,1 1-2 0,-1-1 8 0,-6 9-2 15,9-13-3-15,-4 8 3 0,0-1-14 0,-5 6-7 16,8-8-6-16,-8 8-11 0,6-6-12 0,-6 6-6 15,8-5-6-15,-8 5-4 0,0 0-6 0,14-2-6 16,-14 2 1-16,0 0-20 0,14 4-3 0,-14-4 0 16,13 9 0-16,-9-6 0 0,-4-3 0 0,11 9 0 15,-7-5-10-15,4 2-28 0,-8-6 1 0,10 10-7 16,-5-6-11-16,-5-4-6 0,9 8 1 0,-9-8 8 16,9 6 3-16,-9-6 8 0,6 5 2 0,-6-5 9 15,0 0 2-15,0 0 6 0,0 0 1 0,21-6-1 16,-21 6 9-16,7-6 4 0,-7 6 2 0,11-10-1 15,-7 4 4-15,-4 6 16 0,10-15-1 0,-10 15 0 16,4-11 3-16,-4 11 8 0,5-17 10 0,-5 17-5 16,0-13-3-16,0 13 1 0,0-13-5 0,0 13-2 15,0 0-14-15,-8-16 6 0,8 16-2 0,-9-8-1 16,9 8 6-16,0 0-11 0,-10-7 2 0,10 7-6 16,0 0 9-16,0 0-6 0,-12-6-7 0,12 6 5 15,0 0-9-15,0 0-1 0,0 0-1 0,0 0 0 16,0 0 0-16,0 0 2 0,0 0 2 0,0 0-7 15,0 0 2-15,0 0-10 0,32 23-2 0,-22-17-12 16,2-1 3-16,1 1 1 0,2-2-4 0,2 2 1 16,2-2 4-16,-1 1 1 0,-7-3 8 0,2-2 4 15,-13 0 4-15,19 0 2 0,-7 1 2 0,-12-1 5 16,18-3 6-16,-8-1 7 0,-10 4 7 0,10-7-4 16,-10 7 13-16,14-8-1 0,-14 8 3 0,10-7 4 15,-10 7 4-15,9-10 10 0,-9 10 2 0,7-7 3 16,-7 7 0-16,0 0-12 0,7-11-8 0,-7 11 4 15,0 0-4-15,0 0-6 0,0 0-3 0,0 0-5 16,9-9-2-16,-9 9-18 0,0 0 10 0,0 0-5 16,0 0 5-16,0 0 0 0,0 0 2 0,0 0-7 15,5 23 2-15,-3-13 5 0,-2 1-15 0,2-1 4 16,1 2 5-16,-2 0 11 0,0 1-9 0,2 0-2 16,-3-1-1-16,1 0 5 0,2 0-6 0,-3-1 4 15,2 0-20-15,1-1-17 0,-3-10-1 0,4 12-16 16,-6-5-16-16,5-3-26 0,-3-4-22 0,0 10-27 15,0-10-22-15,0 0-32 0,0 0-58 0,6 5-55 16,-6-5-53-16,0 0-51 0,0 0-73 0,9-20-368 16,-5 9-927-16,-1-2 410 0</inkml:trace>
          <inkml:trace contextRef="#ctx1" brushRef="#br1" timeOffset="625695.61">15335 16756 45 0,'0'0'426'0,"0"0"1"0,-1-12-7 0,1 12-25 0,0 0-32 16,0 0-32-16,0 0-36 0,0-11-34 16,0 11-35-16,0 0-50 0,0 0-60 0,0 0-46 15,0 0-47-15,0 0-58 0,0 0-53 0,0 0-63 16,0 0-73-16,25 14-77 0,-25-14-162 0,13 11-501 0,-1-5 222 16</inkml:trace>
          <inkml:trace contextRef="#ctx1" brushRef="#br1" timeOffset="626008.04">15592 16774 11 0,'-1'-15'452'0,"1"5"31"0,0 10 42 0,-3-21 12 16,2 10-7-16,-2 0-18 0,3 11-9 0,-1-19-3 16,0 12-26-16,1 7-15 0,-3-12-30 0,3 12-32 15,0 0-35-15,-1-13-38 0,1 13-33 0,0 0-34 16,0 0-25-16,0 0-24 0,0 0-25 0,0 0-16 15,0 0-22-15,0 0-14 0,0 0-52 0,9 38-79 16,-4-18 0-16,-2 5 0 0,-1 0 0 0,-1 2 0 16,1 3 0-16,-2-1 0 0,-2-2 0 0,-1 0 0 15,0-2 0-15,-1 1 0 0,0-8 0 0,1 0 0 16,-1-2 0-16,0-1 0 0,3-3 0 0,-2-2 0 16,-1-3 0-16,3 1 0 0,-1-2 0 0,2-6-161 15,-2 10-67-15,-2-6-16 0,4-4-28 0,0 0-45 16,0 0-56-16,0 0-77 0,9 5-56 0,-9-5-55 15,0 0-286-15,0 0-917 0,14-13 406 0</inkml:trace>
          <inkml:trace contextRef="#ctx1" brushRef="#br1" timeOffset="626570.3999">15480 16935 146 0,'-11'-9'416'0,"11"9"15"16,-11-2-7-16,11 2-4 0,-8-4-11 0,8 4-16 15,0 0-17-15,-10-7-16 0,10 7-13 16,0 0-17-16,0 0-14 0,0 0-21 0,-9-6-9 0,9 6-22 16,0 0-21-16,0 0-6 0,0 0-31 0,0 0-17 15,0 0-18-15,0 0-15 0,0 0-16 0,0 0-19 16,17-15-9-16,-7 11-22 0,8 1-15 16,-2-3-17-16,4 1-15 0,1 2-13 0,0 0-14 15,6 0-11-15,-6-2-7 0,1-1-4 0,-3 0-2 16,2 1-5-16,-2 1 3 0,-1-3 3 0,-2 0 4 0,-5 1 1 15,0-1-2-15,-1 0 4 0,-2 1 4 0,0-2 1 16,-2 2 4-16,-6 6 7 0,8-13-7 0,-6 8 6 16,-2 5 1-16,0 0 3 0,3-17 8 15,-3 17 8-15,0 0 4 0,-3-12 4 0,3 12-1 16,0 0-6-16,0 0-10 0,-2-12-3 0,2 12 2 16,0 0-9-16,0 0-3 0,0 0 5 0,0 0-9 15,0 0 5-15,0 0-7 0,-16 33 8 0,12-22-9 0,1 1 2 16,0 3 3-16,2 2-3 0,-3 0-3 15,0 2 6-15,-1-2-8 0,4-2 2 0,-2-3 3 16,3 0-8-16,-1 0 4 0,1-12-9 0,-1 17-1 16,-2-10-9-16,3-7-6 0,0 0 6 0,3 16 6 15,-3-16-2-15,2 5-1 0,-2-5 2 0,0 0 9 16,9 2-3-16,-9-2-1 0,15-2 7 0,-15 2-5 0,17-5 11 16,-8 1-11-16,0-1-2 0,-9 5 8 15,18-6-7-15,-10 3-3 0,-1-4-1 0,-7 7 2 16,12-4 2-16,-2 3-1 0,-10 1 9 0,15-3-13 15,-15 3 2-15,16 3 6 0,-16-3-4 0,14 3 0 16,-3 1-4-16,-4-2-22 0,3 1-29 0,-3 4-35 16,0-3-41-16,-7-4-41 0,13 7-64 0,-13-7-46 0,9 6-43 15,-9-6-38-15,10 5-34 0,-10-5-46 16,0 0-31-16,7 1-249 0,-7-1-789 0,0 0 348 16</inkml:trace>
        </inkml:traceGroup>
        <inkml:traceGroup>
          <inkml:annotationXML>
            <emma:emma xmlns:emma="http://www.w3.org/2003/04/emma" version="1.0">
              <emma:interpretation id="{55421ADB-EE80-4ADB-9687-8D6B46D55955}" emma:medium="tactile" emma:mode="ink">
                <msink:context xmlns:msink="http://schemas.microsoft.com/ink/2010/main" type="inkWord" rotatedBoundingBox="16887,16582 20256,16791 20200,17704 16831,17496"/>
              </emma:interpretation>
              <emma:one-of disjunction-type="recognition" id="oneOf71">
                <emma:interpretation id="interp243" emma:lang="" emma:confidence="0.5">
                  <emma:literal>Centrifugal</emma:literal>
                </emma:interpretation>
                <emma:interpretation id="interp244" emma:lang="" emma:confidence="0.5">
                  <emma:literal>Centrifuge I</emma:literal>
                </emma:interpretation>
                <emma:interpretation id="interp245" emma:lang="" emma:confidence="0">
                  <emma:literal>centrifugal</emma:literal>
                </emma:interpretation>
                <emma:interpretation id="interp246" emma:lang="" emma:confidence="0">
                  <emma:literal>centrifuge I</emma:literal>
                </emma:interpretation>
                <emma:interpretation id="interp247" emma:lang="" emma:confidence="0">
                  <emma:literal>Centrifugate</emma:literal>
                </emma:interpretation>
              </emma:one-of>
            </emma:emma>
          </inkml:annotationXML>
          <inkml:trace contextRef="#ctx1" brushRef="#br1" timeOffset="627209.7599">17096 16767 22 0,'0'0'386'0,"4"-8"-6"15,-4 8 6-15,3-8 3 0,-3 8 1 0,3-10-3 16,-1 4-11-16,-2 6-4 0,4-11-4 0,-4 11-10 0,2-14-19 15,-1 8-13-15,-1-1-15 0,0 7-11 16,2-13-7-16,-2 13-22 0,1-12-12 0,-1 12-16 16,-3-12-11-16,3 12-16 0,-2-11-16 0,-1 6-10 15,3 5-17-15,-5-8-2 0,5 8-31 0,-6-7-14 16,6 7-23-16,-12-3 3 0,12 3-7 0,-15 3-15 16,6-1 1-16,-2 2-15 0,-6 6-30 0,4-1-40 15,-1 2 0-15,0 2 0 0,1 2 0 0,1 1 0 16,-3 4 0-16,0 3 0 0,2-1 0 0,2 0 0 15,-3 2 0-15,6-5 0 0,-1 5 0 0,2-5 0 16,3 0 0-16,0-2 0 0,2 3 0 0,4-4 0 16,-1 2 0-16,4-3 0 0,5 1 0 0,1-2 0 15,0 1 0-15,1-3 0 0,2 1 0 0,0-1-44 16,-1 0-168-16,3-1-39 0,2 0-42 0,2-6-52 16,-2 1-57-16,2-3-79 0,1-3-51 0,-1-3-407 15,-5 2-1016-15,3-4 449 0</inkml:trace>
          <inkml:trace contextRef="#ctx1" brushRef="#br1" timeOffset="628053.3">17306 16994 27 0,'0'0'336'16,"0"0"0"-16,0 0-1 0,0 0-7 0,0 0-6 15,0 0 7-15,0 0-11 0,0 0-4 0,0 0-10 16,0 0-11-16,6 0-13 0,-6 0-13 0,0 0-16 15,0 0-16-15,0 0-19 0,0 0-19 0,0 0-14 16,0 0-14-16,0 0-14 0,0 0-3 0,0 0-14 16,0 0-5-16,0 0-4 0,0 0-3 0,0 0-8 15,0 0 1-15,0 0-7 0,0 0-8 0,0 0-3 16,0 0-7-16,13-7-7 0,-13 7-5 0,0 0 0 16,13-1-17-16,-13 1 7 0,15-3-15 15,-5 0 2-15,1-2-6 0,-1 0-1 0,0 0-8 0,0-2 2 16,2 2 9-16,-5-1 7 0,0-2-3 0,-7 8-2 15,16-13 4-15,-10 9 6 0,-6 4-6 0,7-13-2 16,-7 13-1-16,4-10 3 0,-4 10-3 0,0 0-7 16,1-15-12-16,-1 15-8 0,0 0-2 0,0 0 1 15,-12-16-13-15,12 16 3 0,-13-3-2 0,13 3-8 16,-18 2-1-16,18-2-3 0,-22 6 7 0,11-1-10 16,-5 5 1-16,4 2 0 0,-1-1-1 0,0 2-1 15,3-4 5-15,-2 3-6 0,3 3-6 0,2-1 8 16,0-3-11-16,3 3 12 0,-1-3 0 0,3 1-1 15,2-1 0-15,-1 0 1 0,1-11-5 0,2 21 10 16,3-12-10-16,0-1 1 0,2 0-10 16,0 0 4-16,2 0 7 0,8 0 3 0,-1-2 4 0,2-1-13 15,4-1 2-15,6-2-3 0,2 0 6 0,-2 1-4 16,0-3 9-16,-1-3-16 0,1 1 9 0,-8 0 8 16,-1-5-4-16,1-1 0 0,-4 0-7 0,0-3 7 15,-3 3 2-15,0-4-7 0,-4 4 13 0,4-7-14 16,-5 6 14-16,0 1-4 0,-2 0-6 15,-1-2 0-15,-5 10 0 0,0 0 0 0,6-14 0 0,-6 14 0 16,0 0 0-16,4-11 0 0,-4 11 0 0,0 0 0 16,0 0 0-16,0 0 0 0,0 0 0 0,0 0 0 15,0 0 0-15,0 0 0 0,0 0 0 0,0 0 0 16,0 0 0-16,0 0 0 0,-10 36-29 16,10-26 1-16,0-10 2 0,0 13-4 0,0-13 9 0,0 13 0 15,0-13-4-15,2 10 2 0,-2-10 3 0,4 8 12 16,-4-8 4-16,0 0-6 0,7 7-4 0,-7-7 5 15,10 3 6-15,-10-3 1 0,0 0 8 0,15 0 1 16,-15 0-7-16,0 0-3 0,18-6 10 16,-18 6 0-16,13-5 2 0,-7 1 3 0,-6 4 4 15,14-7-4-15,-7 5 4 0,-7 2-5 0,10-7-6 0,-10 7 8 16,9-4-8-16,-9 4 1 0,0 0-6 0,11-1-1 16,-11 1-4-16,0 0-2 0,0 0 9 15,18 4-4-15,-18-4-8 0,12 8 16 0,-7-4-6 16,-5-4 1-16,10 11-2 0,-2-4-30 0,-2 1-32 15,1 0-26-15,-4-2-24 0,5 2-33 0,0 0-34 16,-3-2-34-16,1 3-33 0,2-4-27 0,-2-2-33 0,2 0-31 16,2 0-32-16,1-4-47 0,2-1-42 0,4-1-338 15,0-1-864-15,2-2 382 0</inkml:trace>
          <inkml:trace contextRef="#ctx1" brushRef="#br1" timeOffset="628365.73">18193 16791 70 0,'0'0'411'0,"-9"-13"15"0,6 9 0 15,3 4-12-15,-7-9-9 0,7 9-13 0,0 0-20 16,-5-8-18-16,5 8-26 0,0 0-33 0,0 0-24 16,-7-7-24-16,7 7-3 0,0 0 16 0,0 0-8 15,0 0-16-15,-10 19-14 0,6-11-8 0,4-8-11 16,-5 28 3-16,2-13-9 0,2 4-23 0,1-1-5 15,-1 7-27-15,0 0 1 0,-1-6-25 0,1 6-8 16,0 0-15-16,-1-1-6 0,0-5-12 0,1 2-6 16,-1-2-8-16,2 0-7 0,-1-1-3 0,0-2-12 15,1-4-8-15,0 4-29 0,0-5-23 0,0-1-21 16,0-1-37-16,0-1-37 0,1 0-30 0,-1-8-39 16,-1 10-28-16,1-10-41 0,0 0-27 0,1 8-37 15,-1-8-28-15,0 0-47 0,0 0-29 0,0 0-45 16,0 0-307-16,0 0-835 0,0 0 369 0</inkml:trace>
          <inkml:trace contextRef="#ctx1" brushRef="#br1" timeOffset="628974.97">18041 17072 263 0,'0'0'376'0,"0"0"26"16,0 0 22-16,-11-5 17 0,9 2 4 0,2 3-14 15,0 0-17-15,0 0-16 0,0 0-13 0,-9-10-16 16,9 10-20-16,0 0-26 0,0 0-24 0,0 0-29 15,0 0-31-15,0 0-27 0,0 0-27 0,0 0-40 16,0 0-36-16,26-11-43 0,-15 11-48 0,3 1-55 16,5 2-58-16,-2 0-46 0,2-2-54 15,1 1-34-15,1 1-48 0,-1-1-31 0,3-2-20 16,-3 1-22-16,0 1-5 0,0 1-3 0,-4-2 5 0,-1 1 32 16,-5-1 23-16,1 0 37 0,-11-1 35 0,15 2 41 15,-15-2 48-15,10 1 47 0,-5-1 53 0,-5 0 40 16,0 0 32-16,8 2 36 0,-8-2 30 0,0 0 29 15,0 0 36-15,0 0 20 0,0 0 29 16,0 0 21-16,0 0 18 0,6-6 16 0,-6 6 6 16,0 0 5-16,0 0 6 0,0 0-11 0,0 0 0 15,0 0-21-15,5-11-14 0,-5 11-19 0,0 0-22 0,0 0-25 16,0 0-18-16,0 0-9 0,0 0-25 0,0 0-10 16,0 0-12-16,15 11-16 0,-15-11-8 0,10 10 1 15,-5-5-11-15,-5-5-12 0,10 14-5 16,-6-6-1-16,1 0-8 0,0-1-11 0,-2-1 0 15,0 1-14-15,-1 1-12 0,-2-8-15 0,2 13-6 16,0-8-8-16,-2-5-9 0,-2 10-5 0,2-10-5 0,-1 9 0 16,1-9 6-16,0 0 2 0,-3 9 4 0,3-9 9 15,0 0 0-15,0 0-1 0,0 0 2 0,0 0-3 16,0 0 6-16,0 0 0 0,0 0 5 16,0 0-3-16,-7-19 3 0,7 19 2 0,1-12 2 15,-1 12 1-15,1-13-2 0,1 7 5 0,-2 6-1 16,1-9 1-16,1 3-2 0,-2 6 5 0,4-9-4 0,-4 9 2 15,5-6-3-15,-5 6 0 0,8-4 1 16,-2 1-2-16,-6 3 3 0,13-5 0 0,-13 5-2 16,12 0 0-16,-12 0 1 0,22 1 2 0,-15 0 1 15,5 0-10-15,-12-1-21 0,18 7-24 0,-12-4-30 16,5 2-35-16,-4-3-36 0,-7-2-26 0,19 7-44 16,-13-4-25-16,0 0-35 0,-6-3-23 0,0 0-20 0,9 4-15 15,-9-4-35-15,0 0-262 0,0 0-697 16,0 0 310-16</inkml:trace>
          <inkml:trace contextRef="#ctx1" brushRef="#br1" timeOffset="629158.47">18704 16835 86 0,'0'0'274'0,"0"0"-13"0,0 0-12 0,0-10-21 16,0 10-26-16,0 0-20 0,0 0-20 0,0 0-13 0,0 0-19 0,0 0-23 0,0 0-34 15,0 0-39-15,0 0-41 0,0 0-46 0,0 0-48 16,0 0-34-16,0 0-41 0,0 0-102 0,0 0-301 16,0 0 134-16</inkml:trace>
          <inkml:trace contextRef="#ctx1" brushRef="#br1" timeOffset="629517.7599">18749 16791 39 0,'0'0'322'0,"-11"-9"13"0,4 2 24 0,-2 0 46 0,0-2 19 16,1 1 9-16,-4-4 1 0,3 4 2 0,0 0-9 16,9 8-3-16,-17-12-19 0,12 7-16 15,5 5-28-15,0 0-18 0,-9-9-42 0,9 9-30 16,0 0-38-16,0 0-23 0,-10-6-21 0,10 6-4 16,0 0-32-16,0 0-8 0,-1 31-8 0,-1-14-8 0,2 11-5 15,0-2 7-15,0 1-25 0,2 4-3 16,0 0-15-16,2 2-10 0,-3-1-6 0,2 2-72 15,-1 0 0-15,1 1 0 0,-5 1 0 0,9 8 0 16,-5-10 0-16,1 1 0 0,1-2 0 0,0 0 0 16,1-1 0-16,-4-3 0 0,2-1 0 0,0 3 0 15,-1-5 0-15,-2-7 0 0,1 6 0 0,0 0 0 16,1-1 0-16,0-7 0 0,-2-3 0 0,0 1 0 0,0-5 0 16,1 1 0-16,-1-3 0 0,0 0 0 15,0 1 0-15,0-9-169 0,0 0-19 0,-2 15-20 16,2-15-23-16,0 0-52 0,0 0-58 0,0 0-46 15,0 0-37-15,0 0-39 0,0 0-47 0,-5-32-322 16,5 20-900-16,0-1 398 0</inkml:trace>
          <inkml:trace contextRef="#ctx1" brushRef="#br1" timeOffset="629720.9599">18609 17261 224 0,'0'0'384'0,"0"0"0"0,-1-15 11 0,1 15-11 15,0 0-13-15,0-11-13 0,0 11-13 0,0 0-19 16,4-11-20-16,-4 11-24 0,0 0-22 0,4-12-30 16,-4 12-23-16,4-6-21 0,-4 6-36 0,7-6-40 15,-7 6-44-15,13-7-60 0,-4 3-45 0,1 0-42 16,4 0-44-16,-2 2-36 0,-1-1-35 0,5 1-29 16,-3-2-34-16,3 2-36 0,-3-1-26 0,5-2-225 15,-5 2-591-15,-1 0 262 0</inkml:trace>
          <inkml:trace contextRef="#ctx1" brushRef="#br1" timeOffset="630111.49">18857 17096 159 0,'0'0'228'0,"0"0"19"0,0 0 14 0,0 0 6 15,0 0 7-15,0 0 0 0,-1-11-2 0,1 11-3 16,0 0-11-16,0 0-14 0,0 0-15 0,0 0-21 16,0 0-25-16,0 0-18 0,0 0-18 0,0 0-14 15,0 0-13-15,0 0-10 0,0 0-3 0,0 0-18 16,0 0-11-16,0 0-5 0,0 0-11 0,4 32-6 15,-4-32-2-15,0 15-6 0,0-15-6 16,1 13 3-16,-1-13-9 0,3 14 1 0,-2-7-2 0,-1-7-12 16,5 10-8-16,-5-10-14 0,4 13 1 0,-4-13-15 15,6 7 2-15,-6-7 2 0,7 7 4 0,-7-7 1 16,11 3 3-16,-11-3 6 0,0 0-10 0,0 0 3 16,22-9 4-16,-17 3-1 0,4 0 17 15,-1 0 1-15,1-1-3 0,-2 0 21 0,1 1 9 16,-2-2 6-16,-6 8 5 0,10-9-1 0,-6 4 3 0,-4 5 3 15,9-7-3-15,-9 7-5 0,9-6-6 16,-9 6-5-16,9-4-6 0,-9 4-4 0,0 0-8 0,0 0 0 16,16 3-5-16,-16-3-5 0,10 5 1 15,-10-5-5-15,7 8-8 0,-7-8-18 0,8 9-25 16,-4-4-25-16,-4-5-33 0,11 12-26 0,-5-6-27 16,1 0-41-16,1-1-36 0,3 1-48 0,1-4-44 15,1 2-50-15,5-1-254 0,-6-1-675 0,6-1 298 0</inkml:trace>
          <inkml:trace contextRef="#ctx1" brushRef="#br1" timeOffset="630658.2599">19310 17129 11 0,'0'0'312'16,"0"0"2"-16,0 0-11 0,0 0 1 0,0 0-7 15,0 0 0-15,0 0 13 0,0 0-20 0,0 0-20 16,5-12-26-16,-5 12-24 0,0 0-21 0,0 0-22 15,9-3-22-15,-9 3-15 0,0 0-14 0,0 0-15 16,0 0-16-16,0 0-5 0,0 0-10 0,0 0-13 16,17 10-6-16,-17-10-11 0,0 0-2 0,2 9-3 15,-2-9-5-15,1 12-7 0,-1-12-6 0,0 0-5 16,-5 16 0-16,5-16-12 0,-5 11 3 0,5-11-5 16,-6 9 1-16,6-9 3 0,-8 8-5 0,8-8 8 15,-11 3-4-15,11-3 3 0,-9 1 4 0,9-1-5 16,0 0-3-16,0 0-1 0,-20-7 5 0,20 7 1 15,-9-5 7-15,9 5 7 0,-5-7 6 0,5 7 6 16,-4-12 3-16,4 12 11 0,0 0 0 0,-1-12 0 16,1 12-6-16,0 0-4 0,0 0-8 0,5-14-4 15,-5 14-2-15,0 0-11 0,11-4 2 0,-11 4-6 16,0 0-3-16,21 12-2 0,-14-3-5 0,3 5 3 16,0 0 2-16,0 4-5 0,3 4-8 0,-5-5 7 15,-3 3-2-15,3 5 0 0,-5-4-1 0,2-2-2 16,-1 0 3-16,-2 6-3 0,-2-6-5 0,0 0-1 15,-2-2 9-15,-2-1-3 0,1 0-5 0,-2 1 1 16,-3-2 4-16,-1-2-3 0,0 2-2 16,-1-1 2-16,-1 0 0 0,0-6 2 0,2-1 5 0,-1 0-3 15,5-3 18-15,5-4 25 0,-14 10 25 0,9-9 16 16,5-1 12-16,-12 2 1 0,12-2-1 0,0 0 1 16,-11-9-10-16,11 9-7 0,-6-11-5 0,6 11-8 15,-2-14-10-15,2 14-7 0,2-21-16 16,0 10-26-16,3 0-25 0,2-1-41 0,-3 2-53 15,3-1-62-15,7-3-46 0,-2 3-52 0,3 0-44 0,2 2-47 16,-1-1-59-16,9 2-48 0,-7 4-239 0,2-3-765 16,-1 0 339-16</inkml:trace>
          <inkml:trace contextRef="#ctx1" brushRef="#br1" timeOffset="631408.07">19596 17150 231 0,'0'0'301'0,"8"-8"-17"0,-8 8-15 15,0 0-19-15,7-8-17 0,-7 8-8 0,0 0-20 16,7-5-5-16,-7 5-19 0,0 0-12 0,0 0-13 16,9-4-14-16,-9 4-16 0,0 0-12 0,0 0-10 15,0 0-23-15,0 0-4 0,0 0-8 0,12 15-3 16,-12-15-11-16,3 9-13 0,-3-9 7 0,0 0-8 15,0 17-9-15,0-17 4 0,-3 12-13 0,3-12-1 16,-2 11 1-16,2-11-2 0,-7 11-8 0,7-11 3 16,-6 10 3-16,6-10 3 0,-11 7-11 0,11-7 6 15,-9 4-2-15,9-4 12 0,-11 0 5 0,11 0-2 16,0 0-3-16,0 0-1 0,-16-7 4 0,16 7 15 16,0 0-21-16,-7-11 10 0,7 11 1 0,-1-10 6 15,1 10-16-15,0-12 3 0,0 12-6 0,4-13 0 16,-4 13-5-16,6-11 2 0,-6 11-8 0,6-8-7 15,-6 8 11-15,7-6-7 0,-7 6-1 0,8-5-2 16,-8 5-1-16,0 0 0 0,11-1-1 0,-11 1-9 16,0 0 6-16,14 6 1 0,-14-6 1 0,11 10-10 15,-6-6 8-15,1 5-9 0,-2-3 6 0,4 3 1 16,-5-1-1-16,3 2-1 0,-3-1 6 0,1 1 0 16,1-1 6-16,0 0-12 0,-5-9 1 0,8 14 9 15,-4-7-1-15,-4-7 23 0,9 10-17 0,-4-5 11 16,5-1 3-16,-3 0 9 0,4-3 0 0,2 1 8 15,0 0-8-15,5-6 0 0,8-1-6 0,4-6 2 16,0 1 10-16,-1-3 13 0,-2-2 4 0,-2-1-5 16,-2-1-4-16,-1-2-7 0,-3-1-1 0,-1-4 2 15,-1 1-13-15,-2-2 9 0,-2-2-6 16,-3-2-3-16,-1 1-3 0,-4 1 3 0,-3-1 7 16,0 4-2-16,-4 5 0 0,0 2-10 0,-3 1-9 0,-2 0 0 15,0 6-2-15,-2 1-3 0,1 1-5 0,-1 2 1 16,9 6 0-16,-20-3-1 0,20 3 0 0,-22 9 2 15,9 1 4-15,-1 4 2 0,0 6 1 0,0 3 6 16,4 0-2-16,3-3 4 0,1 7 5 16,2 1 0-16,0-1 1 0,4-2-3 0,4 3-3 15,-1-1 0-15,0 0 0 0,1-3-4 0,0-5-1 16,1 0-1-16,2-1 2 0,2 0-5 0,1-1 1 0,-1-2 2 16,4-1-4-16,-1 0 2 0,4-2-2 0,-1-1-12 15,3-1-8-15,-4-4-22 0,4-3-33 16,-3 1-21-16,3-4-29 0,-4 1-23 0,-1-3-21 15,0-2-32-15,-1 1-36 0,-1 0-40 0,0-2-57 16,1-1-69-16,-6 1-276 0,-6 5-722 0,10-11 319 16</inkml:trace>
        </inkml:traceGroup>
        <inkml:traceGroup>
          <inkml:annotationXML>
            <emma:emma xmlns:emma="http://www.w3.org/2003/04/emma" version="1.0">
              <emma:interpretation id="{0B49CE81-8FB4-4AD7-9413-985FA7BFDC1F}" emma:medium="tactile" emma:mode="ink">
                <msink:context xmlns:msink="http://schemas.microsoft.com/ink/2010/main" type="inkWord" rotatedBoundingBox="20916,16810 23171,16949 23112,17910 20857,17770"/>
              </emma:interpretation>
              <emma:one-of disjunction-type="recognition" id="oneOf72">
                <emma:interpretation id="interp248" emma:lang="" emma:confidence="0.5">
                  <emma:literal>free.</emma:literal>
                </emma:interpretation>
                <emma:interpretation id="interp249" emma:lang="" emma:confidence="0">
                  <emma:literal>force.</emma:literal>
                </emma:interpretation>
                <emma:interpretation id="interp250" emma:lang="" emma:confidence="0">
                  <emma:literal>free</emma:literal>
                </emma:interpretation>
                <emma:interpretation id="interp251" emma:lang="" emma:confidence="0">
                  <emma:literal>force</emma:literal>
                </emma:interpretation>
                <emma:interpretation id="interp252" emma:lang="" emma:confidence="0">
                  <emma:literal>fore.</emma:literal>
                </emma:interpretation>
              </emma:one-of>
            </emma:emma>
          </inkml:annotationXML>
          <inkml:trace contextRef="#ctx1" brushRef="#br1" timeOffset="632095.4299">21388 16972 157 0,'4'-8'414'0,"-4"8"-2"15,0 0-17-15,3-15-5 0,-1 9-16 0,-2-1-8 16,0 7-8-16,-2-11-12 0,0 4-19 0,-1-4-17 16,-1 4-12-16,1-4-11 0,-3 3-11 0,-1-2-15 15,1 2-15-15,0 2-22 0,-1 0-25 0,0 1-22 16,1 1-14-16,6 4-17 0,-19-7-15 0,9 7-14 15,10 0-8-15,-21 2-15 0,11 3-4 0,-2 1-11 16,1 5-4-16,-2 1-5 0,0 2-7 0,3 4 2 16,1 1-11-16,-4 4-9 0,5 5 9 0,4 1 2 15,1 1 5-15,3 2-11 0,1 1 5 0,1 2 4 16,0 1-6-16,3-2-8 0,0 2 2 0,2-2-7 16,-3-2-1-16,-1 1-4 0,1-2-7 0,0 0-1 15,0-2 2-15,-7-2-7 0,7 1 4 0,-3-1 1 16,1 0-14-16,-4 0 2 0,1-1-4 0,0-8 3 15,-4 0-3-15,1 2 1 0,0-5-5 0,0 2-7 16,-1-1 11-16,3-4-8 0,-1-1-3 0,-1 0-10 16,1-2-8-16,0-2-19 0,-2 2-17 0,2-2-38 15,1 0-39-15,2-7-43 0,-6 12-45 0,6-12-48 16,0 7-51-16,0-7-34 0,0 0-60 0,0 0-62 16,-3 4-57-16,3-4-283 0,0 0-880 0,0 0 389 15</inkml:trace>
          <inkml:trace contextRef="#ctx1" brushRef="#br1" timeOffset="633298">20910 17494 331 0,'-5'-8'415'0,"5"8"23"0,-11-8 14 0,11 8 15 16,-7-10 3-16,7 10 3 0,-5-9 2 0,5 9 0 15,0 0-3-15,-4-11-21 0,4 11-23 0,0 0-25 16,0 0-32-16,0 0-39 0,1-13-33 0,-1 13-31 15,0 0-27-15,0 0-24 0,10-11-23 16,-3 8-20-16,-7 3-17 0,14-7-32 0,-4 3-62 16,0 0-63-16,2 1 0 0,6-1 0 0,2-1 0 0,-1 0-12 15,2 1-96-15,7 0-27 0,0 1-24 0,-6 1-21 16,-1 0-29-16,8-2-29 0,1 1-34 16,1 1-28-16,-3-2-25 0,0 3-4 0,-1 0-1 0,0-1 14 15,-8-2 14-15,0 2 17 0,-3-4 13 16,0 3 28-16,-4 1 27 0,-2-1 21 0,-3 0 18 15,-1 2 30-15,-6 1 18 0,11-4 28 0,-5 3 23 16,-6 1 30-16,7-5 24 0,-7 5 26 0,0 0 24 0,0 0 23 16,13-3 23-16,-13 3 22 0,0 0 20 0,0 0 18 15,10-4 19-15,-10 4 21 0,4-4 20 16,-4 4 8-16,0 0 4 0,0 0-3 0,9-6-4 16,-9 6-9-16,0 0-14 0,7-5-13 0,-7 5-16 15,0 0-17-15,0 0-17 0,12-3-9 0,-8 2-13 16,-4 1-10-16,0 0-8 0,0 0-2 0,18 6-15 0,-15-4-5 15,4 3-2-15,-2 0-6 0,0 0-7 0,-1 1-8 16,-2 1 1-16,2 1-3 0,-2 0-2 16,0-3-6-16,-2 5-1 0,0-10 0 0,-1 15-6 15,0-5 1-15,-3-3-7 0,0 2 1 0,0-4-8 16,-1 1 0-16,0-1 3 0,-2-1 3 0,0-1-4 16,0-1 6-16,0 0 3 0,7-2 1 0,0 0 5 0,-21 0 7 15,21 0 2-15,-10-4-2 0,10 4 10 16,-9-9 0-16,9 9 3 0,-5-11-2 0,5 11 0 15,0-14-2-15,0 14 0 0,3-17 0 0,-1 8-5 16,3-1 0-16,-5 10-7 0,6-17 0 0,0 11 2 16,-6 6-5-16,6-11-4 0,-1 5 3 0,-5 6-1 15,10-9-5-15,-5 5-4 0,-5 4 3 0,12-6-4 16,-12 6 0-16,13-5 1 0,-13 5-5 0,14-2 0 16,-14 2 6-16,15 1-4 0,-15-1 0 0,13 3 0 15,-13-3 0-15,15 1-1 0,-15-1-1 0,12 1 1 16,-12-1 1-16,11 3 0 0,-11-3 5 0,10 2-2 15,-10-2-3-15,0 0 3 0,13 1-3 0,-13-1 0 16,12 2 0-16,-12-2 1 0,11 4-3 16,-11-4 0-16,12 6 1 15,-4-1 1-15,3 1 1 0,-1 1-2 0,-1 0 1 0,1 1-3 16,-1-1 1-16,2 1-3 0,-1 4 5 16,-3-3-8-16,0-1 2 0,-2 2 2 0,0-2-8 15,-1-3-8-15,-4-5-7 0,4 13-16 0,-4-13-6 16,1 12-4-16,-1-12-2 0,0 10 4 0,0-10 6 0,0 6 7 0,0-6 5 0,0 0 5 0,0 0 6 15,-11 6 6-15,11-6 2 0,0 0 1 16,0 0 9-16,0 0 5 0,0 0 4 0,0 0 8 0,-15-20-2 16,15 20 7-16,2-13 1 0,-2 13 3 0,5-19-5 15,-3 9-5-15,5 1 0 0,-1-1-2 0,3 0-4 16,0 2-5-16,8-4-12 0,-2 3-15 0,0 1-18 16,2 0-25-16,2 1-40 0,1 1-36 0,7-2-35 15,3 3-23-15,-1 1-31 0,3 1-19 0,-4 2-3 16,-7 1-8-16,-1 0-1 0,-2-2 1 0,1 3 14 15,-2-3 9-15,-4 3 7 0,-3-2 29 0,0 2 16 16,-10-1 21-16,14-1 22 0,-9 2 17 0,-5-1 25 16,0 0 20-16,0 0 23 0,11-1 29 0,-11 1 18 15,0 0 30-15,0 0 23 0,0 0 26 0,0 0 27 16,0 0 22-16,0 0 19 0,0 0 7 16,0 0 19-16,0 0 5 0,0 0 14 0,-7-22 12 15,7 22-1-15,0 0 15 0,0 0-7 0,-6-10 0 0,6 10-3 16,0 0-9-16,0 0-14 0,-7-9-15 0,7 9-12 15,0 0-18-15,0 0-13 0,-8-5-11 16,8 5-11-16,0 0-6 0,0 0-13 0,0 0-7 0,-17 13-4 16,17-13-7-16,-11 12-3 15,4-2-7-15,-1-1-1 0,0 1-7 0,-2 4-4 16,0 0 3-16,4-5-10 0,-2 2 1 0,1 0-9 0,1 4-16 16,1-4-12-16,1-1-6 0,0 1-19 0,2-2-2 15,2-9-6-15,2 19-15 0,1-9-15 0,1-1-27 16,5 1-26-16,1-2-22 0,1 0-14 15,7 1-16-15,2 1-21 0,0-5-18 0,0-2-25 16,8 0-18-16,-1-1-30 0,-7-1-22 0,2-1-14 16,-3-1-243-16,1-1-616 0,0-1 273 0</inkml:trace>
          <inkml:trace contextRef="#ctx1" brushRef="#br1" timeOffset="633845.4599">22437 17475 247 0,'0'0'327'0,"0"0"1"16,0 0-5-16,0 0 2 0,0 0 0 0,0 0-1 15,0 0-12-15,0 0-9 0,0 0-13 0,0 0-20 16,0 0-19-16,0 0-19 0,0 0-17 0,0 0-15 15,0 0-12-15,0 0-17 16,0 0-13-16,0 0-3 0,-4 11-12 16,4-11-7-16,0 0-5 0,0 0-9 0,0 0-5 0,0 0-4 0,0 0-7 0,0 0-5 15,0 0-7-15,8 1-10 0,-8-1-5 0,0 0-13 16,14-3-6-16,-14 3-2 0,18-2-9 0,-8 0-3 16,3 0-6-16,0-3-2 0,4 0-5 0,-1-1-2 15,0 0-5-15,1-2-4 0,0 0 3 0,-1-1-5 16,0 2 3-16,-7-1-5 0,2 3 8 0,-1-1 8 15,-3-2-3-15,-1 4 3 0,2-3-10 0,-8 7-1 16,3-12-8-16,-3 12-1 0,0-14-5 0,0 14-1 16,0 0-8-16,-7-17 2 0,-1 13 2 0,8 4-7 15,-15-7 2-15,7 5-1 0,8 2-4 0,-27-1 3 16,10 2-2-16,-2 3 1 0,0-1 5 0,3 6-4 16,-1-2 1-16,2 2 1 0,2 1 4 0,3-1-8 15,1 2 4-15,3-3-4 0,-1 2 5 0,2-1-4 16,2 2 3-16,1-3 6 0,2-8-3 0,1 21 2 15,3-11-1-15,2 0-3 0,1 3-3 0,5-2-11 16,4 3-13-16,4 4-22 0,3-3-24 0,3-1-20 16,1-2-26-16,1-2-23 0,1-2-37 0,-1 3-27 15,-1-2-19-15,3-4-17 0,-11-2-31 0,10-4-29 16,-1-1-39-16,-6-2-31 0,-3 0-27 0,0-2-245 16,-1 2-698-16,-5 0 310 0</inkml:trace>
          <inkml:trace contextRef="#ctx1" brushRef="#br1" timeOffset="634048.59">23122 17619 139 0,'0'0'464'0,"0"0"8"15,9 6-6-15,-9-6-14 0,0 0-20 0,0 0-37 16,0 0-39-16,0 0-35 0,0 0-37 0,0 0-28 15,0 0-26-15,0 0-46 0,0 0-56 0,0 0-58 0,0 0-67 16,0 0-63-16,0 0-84 0,0 0-92 16,0 0-129-16,0 0-277 0,0 0-694 0,0 0 307 15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9-27T08:15:29.32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Group>
    <inkml:annotationXML>
      <emma:emma xmlns:emma="http://www.w3.org/2003/04/emma" version="1.0">
        <emma:interpretation id="{865FED04-AB87-4B05-9AB3-EBD0C239B333}" emma:medium="tactile" emma:mode="ink">
          <msink:context xmlns:msink="http://schemas.microsoft.com/ink/2010/main" type="writingRegion" rotatedBoundingBox="12756,7706 25717,8078 25560,13569 12599,13197"/>
        </emma:interpretation>
      </emma:emma>
    </inkml:annotationXML>
    <inkml:traceGroup>
      <inkml:annotationXML>
        <emma:emma xmlns:emma="http://www.w3.org/2003/04/emma" version="1.0">
          <emma:interpretation id="{69CD2A80-6577-4201-9D82-6DF272846781}" emma:medium="tactile" emma:mode="ink">
            <msink:context xmlns:msink="http://schemas.microsoft.com/ink/2010/main" type="paragraph" rotatedBoundingBox="12769,7791 25231,7984 25215,9016 12753,882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CBF8539-5F08-4315-8403-8B6E5613EC1E}" emma:medium="tactile" emma:mode="ink">
              <msink:context xmlns:msink="http://schemas.microsoft.com/ink/2010/main" type="line" rotatedBoundingBox="12769,7791 25231,7984 25215,9016 12753,8822"/>
            </emma:interpretation>
          </emma:emma>
        </inkml:annotationXML>
        <inkml:traceGroup>
          <inkml:annotationXML>
            <emma:emma xmlns:emma="http://www.w3.org/2003/04/emma" version="1.0">
              <emma:interpretation id="{18EB1694-258C-4E04-9C9F-BD95FFEF6C95}" emma:medium="tactile" emma:mode="ink">
                <msink:context xmlns:msink="http://schemas.microsoft.com/ink/2010/main" type="inkWord" rotatedBoundingBox="12769,7791 14007,7810 13994,8665 12756,8646"/>
              </emma:interpretation>
              <emma:one-of disjunction-type="recognition" id="oneOf0">
                <emma:interpretation id="interp0" emma:lang="" emma:confidence="0.5">
                  <emma:literal>ALE</emma:literal>
                </emma:interpretation>
                <emma:interpretation id="interp1" emma:lang="" emma:confidence="0.5">
                  <emma:literal>AL =</emma:literal>
                </emma:interpretation>
                <emma:interpretation id="interp2" emma:lang="" emma:confidence="0">
                  <emma:literal>IAL =</emma:literal>
                </emma:interpretation>
                <emma:interpretation id="interp3" emma:lang="" emma:confidence="0">
                  <emma:literal>FAL =</emma:literal>
                </emma:interpretation>
                <emma:interpretation id="interp4" emma:lang="" emma:confidence="0">
                  <emma:literal>FL =</emma:literal>
                </emma:interpretation>
              </emma:one-of>
            </emma:emma>
          </inkml:annotationXML>
          <inkml:trace contextRef="#ctx0" brushRef="#br0">12833 7872 300 0,'0'0'298'0,"0"0"-11"0,0 0-24 16,0 0-19-16,0 0-15 0,0 0-9 0,-5 2-17 15,5-2-3-15,0 0-29 0,0 0-10 0,0 0-3 16,-14-7-13-16,14 7-5 0,-8-4 5 0,8 4-6 15,-5-2-2-15,5 2 1 0,0 0-5 0,-8-4 2 16,8 4-3-16,0 0 0 0,0 0-3 0,-6-4-1 16,6 4-5-16,0 0-3 0,0 0-3 0,0 0 1 15,0 0-2-15,-9-3-6 0,9 3 6 0,0 0 1 16,0 0-4-16,0 0 2 0,0 0 2 0,0 0 4 16,0 0-2-16,0 0-3 0,0 0 7 0,-8-3 1 15,8 3-5-15,0 0-3 0,0 0-1 0,0 0 9 16,0 0-5-16,0 0-6 0,0 0-6 0,0 0-23 15,0 0-11-15,25-4 2 0,-6 2-13 0,8-3-8 0,5 1-8 16,4 3-8-16,4-2-3 0,11-1-2 0,-11 2-7 16,13-2 2-16,-14 2 2 0,1-1-12 15,-2 0 1-15,-1 2-1 0,-2-2-3 0,-3 3 0 0,-11 0-5 16,0-1 0-16,-3 1 5 0,-5 0-6 0,-2 0-2 16,-1 0-3-16,-2 0 3 0,-8 0 2 0,11-2-3 15,-4 2 0-15,-7 0 1 0,0 0-2 0,10 0-6 16,-10 0 0-16,0 0 2 0,0 0 1 0,10 1-2 15,-10-1-14-15,0 0-3 0,0 0-3 0,9-1-11 16,-9 1-11-16,0 0-14 0,0 0-26 0,0 0-25 16,8-1-39-16,-8 1-45 0,0 0-50 0,0 0-53 15,0 0-50-15,0 0-70 0,0 0-63 0,6 3-416 16,-6-3-966-16,0 0 427 0</inkml:trace>
          <inkml:trace contextRef="#ctx0" brushRef="#br0" timeOffset="437.38">13753 8267 292 0,'0'0'372'0,"0"0"4"0,0 0-3 0,-6-3 1 16,6 3-15-16,0 0-6 0,0 0-11 15,0 0-12-15,0 0-13 0,0 0-22 0,-5-7-18 0,5 7-21 16,0 0-27-16,0 0-22 0,0 0-17 0,0 0-21 15,12-7-14-15,-12 7-22 0,12-4-10 0,-5 3-16 16,5-1-9-16,-1 1-14 0,1 0-5 0,1-1-12 16,-2 0-4-16,3 1-5 0,-2-1-9 0,2 1-3 15,-3 1-5-15,0-1-5 0,-1 0-5 0,-10 1 0 16,15-1-6-16,-10 2-22 0,-5-1-17 0,12-1-36 16,-12 1-47-16,0 0-43 0,10-2-52 0,-10 2-44 15,0 0-45-15,0 0-43 0,0 0-22 0,5 4-21 16,-5-4-32-16,0 0-250 0,0 0-704 0,0 0 312 15</inkml:trace>
          <inkml:trace contextRef="#ctx0" brushRef="#br0" timeOffset="749.81">13715 8363 183 0,'0'0'335'0,"-7"3"3"0,7-3 11 16,0 0 8-16,0 0 2 0,0 0-2 0,0 0 0 15,0 0-5-15,0 0-8 0,0 0-9 0,23 2-14 16,-15-4-14-16,-8 2-20 0,17 2-15 0,-6-5-18 16,3 2-21-16,-1 0-21 0,1 1-18 0,1-3-11 15,3 2-21-15,-1 0-12 0,0 0-18 0,-4 1-6 16,3 0-11-16,-7-2-11 0,4-1-14 0,-3 1-6 16,0 2-11-16,-5 0-3 0,-5 0-15 0,14 0 2 0,-14 0-1 15,9 0-13-15,-9 0-2 0,8-1 5 16,-8 1-11-16,0 0-1 0,10-1-9 0,-10 1-13 15,0 0-19-15,0 0-22 0,0 0-22 0,0 0-23 16,0 0-30-16,8-2-28 0,-8 2-37 0,0 0-35 0,0 0-34 16,0 0-32-16,0 0-29 0,0 0-33 15,0 0-44-15,0 0-39 0,0 0-34 0,0 0-266 0,0 0-776 16,0 0 344-16</inkml:trace>
          <inkml:trace contextRef="#ctx0" brushRef="#br0" timeOffset="11735.31">12965 8167 24 0,'0'0'108'0,"0"0"4"0,0 0 7 15,0 0 12-15,0 0 8 0,0 0 12 0,0 0 18 16,0 0 13-16,0 0 3 0,0 0 6 0,0 0 2 15,0 0 6-15,0 0 3 0,-23-12-1 16,23 12-16-16,-4-5 16 0,4 5-8 0,-3-6 1 0,3 6-4 16,0 0 1-16,-2-9 4 0,2 9 3 0,0 0-4 15,-2-10 0-15,2 10 2 0,0 0 4 0,0-8 1 16,0 8-3-16,0 0-2 0,-2-10-5 16,2 10-8-16,0 0-10 0,0-9 0 0,0 9-15 15,0 0-6-15,0 0-13 0,0-11-8 0,0 11-9 16,0 0-6-16,0 0-3 0,0 0-6 0,0-7-21 15,0 7-10-15,0 0-18 0,0 0-5 0,0 0-4 16,0 0-10-16,0 0-8 0,0 0-3 0,0 0-5 16,0 0 0-16,0 0 0 0,0 0 0 0,0 0-7 15,0 29 2-15,-2-17-4 0,0-1 2 0,-3 3-8 16,3 0 0-16,-2 1-4 0,-2 0 5 0,0 4-2 0,0-3-3 16,1 1 3-16,-2 0 1 0,-2-1-4 0,2 0 4 15,-1-2-8-15,3 1 4 0,1-4 0 0,-2-1 9 16,2-1-11-16,0 0 0 0,2-3 1 15,-1 0-3-15,3-6 2 0,-2 9 0 0,2-9 4 0,-2 8-2 16,2-8 0-16,-4 5 2 0,4-5-2 0,0 0 9 16,0 0-2-16,0 0 15 0,0 0-15 0,0 0 3 15,0 0-1-15,0 0-1 0,0 0-4 0,0 0-1 16,9-22-1-16,-5 14 6 0,0-5-1 0,1 2-3 16,2-3-4-16,0-3 4 0,1 0 0 0,-1-1-2 15,2 0-5-15,2-5-3 0,-4 4 3 0,2 3-4 16,5-8 3-16,-6 8-2 0,-3-1 12 0,6 0-11 15,-2 0-8-15,0 2 8 0,-1 2-1 0,2 0-4 16,-5 4 0-16,1-2 6 0,-2 4 0 0,2-1-6 16,-4 2 0-16,-2 6 3 0,7-9 4 0,-7 9-9 15,2-5 1-15,-2 5-2 0,0 0-2 0,4-7-3 16,-4 7 0-16,0 0 3 0,0 0 1 0,9 12 7 16,-5-3-3-16,-4-1 2 0,5 4-2 0,0 0 12 15,-1-2-10-15,-2 4 1 0,5 1 3 0,-5 2-2 0,2 1 0 16,2-3 5-16,-2 2-3 0,1 2-4 0,1-3 1 15,-2 0-1-15,3 3 2 0,-2-3 0 16,-1 2 4-16,1-3 6 0,-1-4-12 0,0 2 2 0,-1 3 3 16,-1-5 0-16,2 0-11 0,1-4 11 0,-4 4-5 15,3-1 11-15,-4-2-5 0,4-3 0 0,-4 1-4 16,0-6 2-16,2 10 9 0,-2-10-7 16,3 8-1-16,-3-8-1 0,0 0 3 0,0 9 1 0,0-9-2 15,0 0-6-15,0 0 9 0,0 0 2 0,0 0-9 16,0 0-14-16,0 0-26 0,0 0-26 0,0 0-28 15,0 0-44-15,0 0-48 0,0 0-47 0,0 0-42 16,-9-23-36-16,4 17-32 0,5 6-34 0,-9-9-33 16,5 2-31-16,-1 3-23 0,-4-4-255 0,5 4-780 15,-6-5 346-15</inkml:trace>
          <inkml:trace contextRef="#ctx0" brushRef="#br0" timeOffset="12063.38">12873 8263 263 0,'0'0'278'0,"0"0"0"16,-9 0-3-16,9 0 10 0,0 0-13 0,0 0-6 15,0 0 2-15,0 0 6 0,0 0-5 0,0 0-6 16,0 0-10-16,0 0-10 0,0 0-12 0,0 0-14 16,0 0-12-16,0 0-7 0,0 0-11 0,0 0-10 15,0 0-6-15,0 0-4 0,0 0-12 0,0 0-12 16,0 0-13-16,0 0-9 0,0 0-13 0,0 0-11 15,36-4-9-15,-16 4-10 0,-2-2-4 0,4 4-7 0,-1-2-13 16,1-2-3-16,0 1-4 0,-1 2-2 16,0-1-5-16,-2-1-6 0,-5 1-5 0,1 0 1 15,-1-1-1-15,-3 2-8 0,0-2 1 0,-3 1-2 0,0-3-4 16,-8 3-2-16,13 0-9 0,-13 0-17 0,10 0-20 16,-10 0-30-16,0 0-33 0,7-2-40 0,-7 2-34 15,0 0-46-15,0 0-43 0,0 0-41 0,10 2-47 16,-10-2-48-16,0 0-22 0,0 0-272 0,0 0-745 15,0 0 330-15</inkml:trace>
          <inkml:trace contextRef="#ctx0" brushRef="#br0" timeOffset="12897.6701">13389 8357 61 0,'1'-8'333'0,"-1"8"-5"16,0 0 0-16,0-10 3 0,0 10-3 0,0 0 1 0,0 0 3 16,0-11 2-16,0 11-8 0,0 0-6 15,0-8-14-15,0 8-15 0,0 0-10 0,0 0-15 16,-1-10-12-16,1 10-13 0,0 0-13 0,0 0-20 0,0 0-11 15,0 0-10-15,-2-7-13 0,2 7-14 0,0 0-10 16,0 0-12-16,0 0-20 0,0 0 5 0,0 0-30 0,0 0-9 16,0 0-8-16,0 0-5 0,0 0-14 0,0 0-7 15,0 0-3-15,0 0-10 0,0 0-1 0,0 0-6 16,0 0-4-16,0 0 1 0,0 0-6 0,0 0-4 16,2 28-4-16,-2-20 2 0,0 2 2 0,1 0-1 15,1 1-3-15,-2 0 3 0,0 7-5 0,0-7-6 16,0 3 9-16,0-2-6 0,0 0-5 0,0 0 13 15,0 1-8-15,0 3-13 0,-2-1 11 0,2-3 0 16,0 4 1-16,0 0-3 0,-1-5 6 0,1 0-8 16,0 0 1-16,0-1 1 0,0-2 0 0,0 2 4 0,0-10-7 15,-4 12 3-15,4-6 0 0,0-6 0 0,0 0-5 16,0 12 4-16,0-12-1 0,0 7 0 0,0-7-1 16,0 0 3-16,0 0 3 0,0 0-3 0,2 7 9 15,-2-7-2-15,0 0-2 0,0 0-3 0,0 0 9 16,0 0 7-16,0 0-1 0,0 0 5 0,0 0-9 15,7 3 2-15,-7-3-1 0,0 0-9 0,0 0 1 16,0 0 6-16,20-10-1 0,-13 7 3 0,6 2-11 16,-1-3-4-16,1 1-2 0,-1 0 6 0,1 2-3 15,-2-1-2-15,3 0 3 0,-4 2-4 0,2-2 1 16,-3 1 2-16,0 1 0 0,2-1-3 0,-2-1 0 16,-9 2-6-16,13 0 6 0,-13 0-5 0,12 0 5 15,-12 0-3-15,11 0 0 0,-11 0 1 0,7 0-2 16,-7 0-8-16,0 0 11 0,9 0-3 0,-9 0 0 15,0 0-1-15,0 0 3 0,0 0-10 0,7 2-8 16,-7-2-21-16,0 0-17 0,0 0-13 0,0 0-23 16,0 0-26-16,0 0-30 0,0 0-28 0,0 0-32 15,0 0-36-15,0 0-33 0,0 0-21 0,0 0-27 0,0 0-32 16,0 0-46-16,0 0-62 0,0 0-287 0,4-8-814 16,-4 8 360-16</inkml:trace>
        </inkml:traceGroup>
        <inkml:traceGroup>
          <inkml:annotationXML>
            <emma:emma xmlns:emma="http://www.w3.org/2003/04/emma" version="1.0">
              <emma:interpretation id="{5FA090B3-3FCD-45A1-9A51-8E6FFC10D7DB}" emma:medium="tactile" emma:mode="ink">
                <msink:context xmlns:msink="http://schemas.microsoft.com/ink/2010/main" type="inkWord" rotatedBoundingBox="14714,8030 18089,8083 18077,8905 14701,8853"/>
              </emma:interpretation>
              <emma:one-of disjunction-type="recognition" id="oneOf1">
                <emma:interpretation id="interp5" emma:lang="" emma:confidence="0.5">
                  <emma:literal>Logarithmic</emma:literal>
                </emma:interpretation>
                <emma:interpretation id="interp6" emma:lang="" emma:confidence="0.5">
                  <emma:literal>Logan ethnic</emma:literal>
                </emma:interpretation>
                <emma:interpretation id="interp7" emma:lang="" emma:confidence="0">
                  <emma:literal>Logan thionic</emma:literal>
                </emma:interpretation>
                <emma:interpretation id="interp8" emma:lang="" emma:confidence="0">
                  <emma:literal>Logan Ethnic</emma:literal>
                </emma:interpretation>
                <emma:interpretation id="interp9" emma:lang="" emma:confidence="0">
                  <emma:literal>Logan tunic</emma:literal>
                </emma:interpretation>
              </emma:one-of>
            </emma:emma>
          </inkml:annotationXML>
          <inkml:trace contextRef="#ctx0" brushRef="#br0" timeOffset="17413.2001">14715 8069 218 0,'0'0'300'15,"0"0"1"-15,0 0-5 0,0 0-4 0,2-8 0 16,-2 8-5-16,0 0 7 0,2-7-2 0,-2 7-7 16,0 0 1-16,2-7-8 0,-2 7-2 0,3-6-9 15,-3 6-5-15,0 0-9 0,0 0-15 0,7-4 17 16,-7 4-15-16,0 0-11 0,0 0-14 0,0 0-16 15,0 0-10-15,0 0-25 0,0 0-15 0,0 0-16 16,0 0-6-16,0 0-15 0,4-6-14 0,-4 6-16 16,0 0-1-16,0 0-15 0,0 0-16 0,0 0-2 15,0 0-3-15,0 0-2 0,5 17-8 0,-4-9-3 16,1 1-1-16,-1 1-2 0,1 2-8 0,-2-1 0 16,4 2-2-16,-3 2-9 0,-1 0 6 0,4 3-6 15,-4-2 5-15,0 2 2 0,0-1-2 0,0 1-5 16,-3 2 3-16,1-2-3 0,-2-2 3 0,0 4-1 15,0-5-3-15,-1-4-1 0,3 4-3 0,0-3-15 16,-3 3 18-16,2-5-1 0,3 0-1 0,0-10-2 0,0 17 6 16,0-17-2-16,0 14 1 0,3-8-1 15,-3-6 6-15,9 9 3 0,1-4 3 0,-1-2 16 16,4-1 4-16,-1 2-2 0,3-1 1 0,-2-3 6 16,7 2 7-16,0-2-10 0,-2 1 16 0,2-1-4 0,-7 0 4 15,1-3-23-15,2 3-35 0,-3-3 0 0,1 3 0 16,-1-4 0-16,-1 3 0 0,-12 1 0 0,19-3 0 15,-19 3 0-15,13-1 0 0,-13 1 0 16,10-3 0-16,-10 3 0 0,0 0 0 0,11-2 0 0,-11 2 0 16,0 0 0-16,0 0 0 0,10-4 0 0,-10 4 0 15,0 0 0-15,0 0-85 0,0 0-118 16,0 0-47-16,0 0-23 0,9-8-48 0,-9 8-62 16,0 0-56-16,0 0-41 0,1-11-40 0,-1 11-354 15,0 0-945-15,0 0 419 0</inkml:trace>
          <inkml:trace contextRef="#ctx0" brushRef="#br0" timeOffset="17819.37">15096 8285 280 0,'0'0'365'0,"0"0"5"0,12-8-11 0,-12 8-16 15,0 0-20-15,9-8-15 0,-9 8-17 0,6-5-16 16,-6 5-17-16,9-5-21 0,-6 2-24 0,-3 3-19 15,10-3-18-15,-10 3-16 0,6-3-20 0,-6 3-15 16,13 0-14-16,-13 0-10 0,11 0-11 0,-11 0-13 16,13 2-11-16,-5-2-4 0,-2 3-6 0,-1-1-5 15,1 2-9-15,0 1 1 0,-1-2-12 0,-1 3 2 16,-4-6-6-16,6 10-6 0,-6-10 5 0,4 13-9 16,-4-13 1-16,0 12 0 0,0-12-7 0,-3 12 2 15,3-12 1-15,-5 14 1 0,0-7 3 0,-7 0 0 16,3-1 5-16,-2 1 6 0,-1-2 5 0,-7-1 1 15,2 1 8-15,-1-2 11 0,5-2 13 0,1 2 15 16,0-3 17-16,2-1 19 0,0-1 10 0,10 2 13 16,-16-1-3-16,16 1 5 0,-9-8-4 0,9 8-14 15,-6-11-15-15,6 11-7 0,-4-13-19 0,4 13 2 16,6-17-23-16,-2 10-26 0,1-4-22 0,-1 1-28 16,5 3-29-16,1-2-45 0,0 0-50 0,1 2-52 15,1 2-47-15,3-5-64 0,4 6-52 0,-3 0-64 16,6 1-66-16,-2 1-358 0,3 1-910 0,-2 0 403 15</inkml:trace>
          <inkml:trace contextRef="#ctx0" brushRef="#br0" timeOffset="18569.2001">15431 8289 345 0,'0'0'456'0,"0"0"-4"15,0 0-10-15,8-12-15 0,-8 12-22 0,0 0-18 16,2-10-21-16,-2 10-30 0,0 0-34 0,3-8-19 16,-3 8-30-16,5-4-25 0,-5 4-32 0,5-3-11 15,-5 3-22-15,0 0-18 0,9-4-17 0,-9 4-24 16,11 0 1-16,-11 0-9 0,13 4-16 0,-6-3-8 16,1 2-8-16,-1 0-6 0,2 2-9 0,-1 4-6 15,-1-4-4-15,1 2-3 0,-3 0-4 0,-1-1-4 16,-1-1-3-16,0 2-3 0,-1 0-5 0,0 0 0 15,-2-7-3-15,-2 15-3 0,-1-7 0 0,-4-3-2 16,0 4 3-16,0 0 0 0,-4-3 1 0,2 1-2 16,-1-1-1-16,-3-2-9 0,5-3 14 0,-3 4-2 15,1-3 1-15,-1-2 0 0,11 0 4 0,-12-3-3 0,4-1 0 16,3-2 3-16,1 1 1 0,4 5 3 16,-4-15-4-16,3 5-1 0,1 1-1 0,3-1-5 15,-1 2 0-15,2 1-3 0,0 0-2 0,3 0 1 16,0 0-1-16,-1 0-3 0,1 2 1 0,0-1-1 15,1 3-2-15,1 2-7 0,0 0 1 0,2 2-2 0,0 3 0 16,-1-1-1-16,1 3 2 0,-2 0-1 16,-1 4 1-16,4 4 1 0,-1 0 0 0,-2 4-10 15,1 5 12-15,-4 2-2 0,2 1 2 0,-4 1 0 16,-1 1 4-16,-3-2 6 0,-3 2 5 0,-1-1 3 0,0 2-2 16,0-4 1-16,-1 1 2 0,-2 0-4 15,2-1-4-15,-4-3 0 0,3-5 2 0,1-1 1 16,-1 0-9-16,4-4 0 0,-1 1 8 0,-1-2-2 15,1-1 0-15,1 0-2 0,-2-3-10 0,4-2 10 0,0-5-1 16,-4 10-1-16,3-4 3 0,1-6-8 0,-1 7 12 16,1-7 1-16,0 0 2 0,-4 7 5 0,4-7 7 15,0 0 5-15,0 0 4 0,0 0-5 0,0 0-4 16,0 0-2-16,0 0-5 0,-19-12-1 16,12 6 1-16,-2-2-15 0,0 1-1 0,0 0 9 0,-3-5-1 15,-1 1-4-15,1 0 0 0,0 0 5 0,1 3 3 16,1-1-6-16,3 2 1 0,-1-1-1 0,1 0 4 15,1 0 7-15,-4-1 12 0,7 1 11 0,-1-1-3 16,4 9 4-16,0-20-2 0,2 10-8 0,3-1-5 16,1-1 1-16,6 0-9 0,1-2-3 0,2 1-1 15,3 4-3-15,7-5-23 0,0 3 7 0,-6 1-13 16,0 3-9-16,0 2-13 0,0-2-31 0,-1 3-7 16,-5 0-19-16,7-2-26 0,-6 2-30 0,-1 0-28 15,-1 0-34-15,0 2-46 0,0-3-37 0,-4 1-37 16,3 0-42-16,-1 0-61 0,-2-1-55 0,-8 5-255 15,10-11-805-15,-5 6 356 0</inkml:trace>
          <inkml:trace contextRef="#ctx0" brushRef="#br0" timeOffset="19084.7001">15733 8313 317 0,'9'-5'375'0,"-9"5"-16"0,7-3-11 0,-7 3-31 16,8-5-24-16,-3 3-17 0,-5 2-21 0,9-4-19 15,-9 4-25-15,10-2-23 0,-10 2-9 0,14 0-21 16,-14 0-21-16,12-1-13 0,-12 1-11 0,0 0-3 16,16 1-26-16,-16-1-14 0,14 4 6 0,-9 0-24 15,3 1 0-15,-8-5-6 0,9 8-2 0,-5-1-4 16,-4-7 1-16,6 8-10 0,-6-8-4 0,4 11-2 15,-4-11-3-15,0 13 3 0,0-13-3 0,-7 13-5 16,1-6-2-16,-1 0-3 0,-4-1 3 0,0 2 0 16,-3 1-5-16,-3 2 0 0,2-6 4 0,2 1-3 15,2-3 1-15,-1 0 4 0,2-1 1 0,10-2-3 16,-15 5 1-16,15-5 4 0,-14-4 11 0,14 4 5 16,-8-9 6-16,5 5 8 0,2-3-15 0,1 7-3 15,3-14-5-15,-1 3 4 0,2 2-10 0,1 4-1 16,3-5-2-16,0 3 0 0,-1-2 11 0,-2 4-12 15,4-2 0-15,-1 1 0 0,1 1 4 0,-3 2-21 16,2 1 10-16,-2-2 3 0,-6 4-3 0,12-3-4 16,-12 3-4-16,14 1 3 0,-8 3-1 0,-1-1-1 15,2 0 2-15,-2 1-4 0,-5-4 8 0,10 13-8 16,-4-7 2-16,0-1 0 0,-1 4-4 0,-1-2 9 16,-4-7-2-16,7 15 0 0,-2-5-2 0,2-2 2 0,-2 0-21 15,1 1-6-15,2-3-27 0,1 2-37 0,0-4-44 16,-9-4-36-16,11 5-45 0,-11-5-52 15,0 0-58-15,21 1-63 0,-21-1-241 0,0 0-675 16,23-9 299-16</inkml:trace>
          <inkml:trace contextRef="#ctx0" brushRef="#br0" timeOffset="19662.69">16047 8325 202 0,'0'0'387'0,"0"0"13"0,0-14 2 0,0 14-4 15,6-8-11-15,-3 5-31 0,-3 3-29 0,5-8-29 16,-1 5-23-16,-4 3-27 0,9-4-21 16,-4 1-20-16,-5 3-21 0,11-2-21 0,-3 0-19 15,-8 2-13-15,13-1-17 0,-4 2-8 0,0 2-12 0,-1 0-16 16,2 4-7-16,-4-4-5 0,4 3-5 0,-1-1-8 16,0 3-7-16,-1-1-5 0,-2 0-7 15,1 0 0-15,-2 0-8 0,0 1-5 0,-3 0-1 16,1-2-2-16,-3-6-2 0,0 0-2 0,0 18-11 15,1-9 8-15,-5 0-3 0,4-9 1 0,0 0-1 0,-5 16-1 16,5-16 1-16,-5 9 3 0,4-6 4 0,1-3 1 16,0 0 0-16,0 0-1 0,0 0 4 0,0 0 8 15,0 0 6-15,0 0 3 0,0 0-5 0,0 0-4 16,-5-24-1-16,5 24-3 0,10-16-4 0,-6 6-3 16,2 3-1-16,-2-3-4 0,1 0-1 0,0 8-1 15,4-5 0-15,1 1-4 0,2-1-2 0,-1 1 0 16,1 1-4-16,-3 1-1 0,0 2-3 0,-1-1-5 15,-2 2 7-15,-6 1 0 0,14 0-3 0,-14 0-8 16,13 0 10-16,-13 0 1 0,10 3-1 0,-10-3-1 16,8 4 2-16,-5-1 0 0,-3-3 0 0,9 4-3 15,-9-4-1-15,7 6 5 0,-3-5-4 0,-4-1 0 16,6 7 2-16,-6-7 1 0,4 10 1 0,-4-10-7 16,4 7 7-16,-2 0-3 0,-2-7-3 0,4 9 6 15,-3-3-3-15,-1-6 3 0,3 10-1 0,-3 0-3 16,1-3 3-16,-1 2 0 0,2-1 1 0,-2-8-2 15,-3 10 3-15,3-10-4 0,-1 9 2 0,1-9-1 16,0 0 2-16,-2 8 1 0,2-8 4 0,0 0-3 16,-2 8 6-16,2-8 2 0,0 0 1 0,0 0-9 15,0 0-10-15,0 0-16 0,0 0-27 0,0 0-35 16,0 0-32-16,0 0-45 0,0 0-69 0,0 0-65 16,0 0-73-16,19-17-83 0,-19 17-272 0,6-16-785 15,-6 5 348-15</inkml:trace>
          <inkml:trace contextRef="#ctx0" brushRef="#br0" timeOffset="19850.14">16470 8117 409 0,'0'-8'432'0,"0"8"-22"16,4-7-20-16,-4 7-22 0,0 0-42 0,3-7-31 15,-3 7-35-15,0 0-37 0,0 0-17 0,0 0-44 16,0 0-62-16,0 0-69 0,0 0-49 0,0 0-33 15,0 0-46-15,0 0-59 0,0 0-55 0,0 0-56 16,0 0-202-16,0 0-508 0,0 0 225 0</inkml:trace>
          <inkml:trace contextRef="#ctx0" brushRef="#br0" timeOffset="20162.57">16680 8135 187 0,'0'0'470'0,"3"-7"4"0,-3 7 0 16,3-7-9-16,-3 7-18 0,0 0-13 0,1-8-20 16,-1 8-18-16,0 0-18 0,0 0-26 0,0 0-34 15,0 0-26-15,2-7-31 0,-2 7-44 0,0 0-12 16,0 0-24-16,0 0-19 0,0 0-20 0,0 0-14 16,0 0-10-16,0 0-11 0,0 0-13 0,-6 31-7 15,5-19-5-15,0 3-5 0,-2 1-10 0,5 1-7 16,-4-2-7-16,2 1-6 0,-2 1-2 0,0 1-2 15,1-4-5-15,-1-2-10 0,0 4-4 0,-1 0-3 16,0-1-6-16,2-2 6 0,-2-1 0 0,1 1-8 0,2-2-18 16,-3-1-21-16,4-1-34 0,-2-3-42 15,1-6-39-15,0 0-31 0,-4 17-32 0,4-17-20 16,3 5-64-16,-3-5-70 0,0 0-55 0,0 0-57 16,0 0-363-16,0 0-902 0,25-16 399 0</inkml:trace>
          <inkml:trace contextRef="#ctx0" brushRef="#br0" timeOffset="20771.8">16511 8285 264 0,'0'0'389'0,"0"0"14"0,-8-3-3 0,8 3-10 16,0 0-27-16,0 0-40 0,0 0-15 0,0 0-33 15,2-12-27-15,-2 12-27 0,0 0-18 16,14-7-25-16,-7 5-17 0,2-2-19 0,4 3-17 15,0-2-11-15,5 2-10 0,-4-1-14 0,5-2-15 0,-6 3-24 16,7-3-27-16,-1 4-18 0,-1-7-10 0,1 6-20 16,-1-2-24-16,0 0-23 0,0-1-21 0,-1-1-12 15,-4 3-9-15,-1-2-10 0,-2 1-8 16,1 0-4-16,-4-2 1 0,2 2-1 0,0 0-7 0,-4 0 2 16,3 0 10-16,-3-2 10 0,0 1 13 0,-5 4 10 15,4-6 16-15,-4 6 18 0,4-6 26 0,-4 6 25 16,3-8 27-16,-3 8 32 0,0 0 27 15,1-8 28-15,-1 8 12 0,0 0 22 0,0 0 19 16,0-12 16-16,0 12 5 0,0 0 6 0,0 0 2 0,0 0-15 16,0-9-19-16,0 9-22 0,0 0-12 0,0 0-14 15,0 0-13-15,0 0-13 0,0 0 2 0,0 0-1 16,0 0-4-16,0 0-6 0,0 0-7 0,0 0-2 16,-3 28-6-16,5-22-5 0,-5 4-4 0,0 2 1 15,2-3-7-15,-3 3-2 0,-1 0-5 0,4 0-5 16,-1-2 3-16,1 0-6 0,1 1-2 0,-1 0-8 15,0-1-8-15,1-10-8 0,0 16-10 0,0-16-7 16,1 13-3-16,-1-13-4 0,2 9 2 0,-2-9 3 16,7 9-4-16,-2-5 3 0,-5-4 6 0,13 3-2 15,-13-3 5-15,15 0 2 0,-8-2 1 0,3 1-1 16,-4-2 5-16,3-1 1 0,3 0 2 0,-2 1 0 16,-1-1 2-16,-3 0 10 0,1 2-2 0,0-2 8 15,-7 4 11-15,12-5 7 0,-8 3 6 0,-4 2 3 16,11-4-7-16,-11 4 0 0,4-4-5 0,-4 4-4 15,0 0-7-15,0 0-2 0,0 0-2 0,0 0-1 16,0 0-2-16,14 4-2 0,-14-4 1 0,5 7-1 16,-5-7 2-16,6 8-19 0,-3-5-22 0,2 3-22 15,-5-6-41-15,7 8-28 0,-4-4-42 0,3 0-44 16,-1 1-43-16,-5-5-56 0,11 7-63 0,-6-5-342 16,-5-2-771-16,13 2 341 0</inkml:trace>
          <inkml:trace contextRef="#ctx0" brushRef="#br0" timeOffset="21459.97">17225 8291 120 0,'7'-4'380'0,"-7"4"14"0,0 0 10 16,0 0-4-16,0 0-23 0,6-3-17 0,-6 3-13 16,0 0-17-16,0 0-16 0,0 0-21 0,0 0-28 15,0 0-27-15,0 0-25 0,0 0-25 0,0 0-22 16,0 0-20-16,0 0-17 0,0 0-13 0,0 0-11 15,0 0-12-15,0 0-7 0,0 0-12 0,0 0-5 16,1 15-6-16,-1-15-6 0,2 9-9 0,-2-1-2 16,0-8-5-16,2 14-5 0,-2-8-3 0,0-6 1 15,2 12-8-15,0-5-1 0,-1-2-7 0,1 3-11 16,-2-8-6-16,3 9-9 0,-3-9 2 0,3 7-6 0,-3-7 4 16,4 6-1-16,-4-6 4 0,0 0 3 15,2 8-3-15,-2-8 4 0,0 0 2 0,9 0-2 16,-9 0-1-16,12-8 4 0,-6 5-3 0,2-3-1 15,-3 1 3-15,3-1-1 0,1-1 0 0,-2 1 0 0,1-2 10 16,-2 2 11-16,2-1 0 0,-2 2-1 16,2-2 10-16,-1 4 19 0,-2-2-2 0,0 0 2 0,-5 5-8 15,7-4-4-15,-7 4-3 0,7-4-4 16,-7 4-7-16,0 0-1 0,6-3-4 0,-6 3-4 16,0 0-2-16,9-4-11 0,-9 4 5 0,0 0 2 0,0 0-3 15,0 0 4-15,0 0-5 0,0 0 1 0,5 11-2 16,-5-11 2-16,3 7-3 0,-3-7 3 0,4 10-3 15,-3-6 3-15,-1-4-3 0,2 10 1 0,0-5 2 16,-2-5-2-16,4 13 1 0,-3-10-1 0,-1-3 0 16,5 9 2-16,-5-9-1 0,5 6 1 0,-5-6-5 15,4 6 5-15,-4-6-2 0,2 4 0 0,-2-4-4 16,0 0-5-16,4 6 11 0,-4-6-4 0,0 0-2 16,0 0 5-16,0 0 1 0,0 0-5 0,0 0 6 15,0 0-9-15,0 0 7 0,0 0 0 0,3 8-1 16,-3-8 3-16,0 0-6 0,0 0 3 0,0 0-1 15,0 0-2-15,0 0 0 0,0 0 2 0,0 0-1 16,0 0 2-16,0 0-3 0,0 0 4 0,0 0-3 16,0 0-1-16,0 0-2 0,0 0 2 0,0 0-1 15,0 0 3-15,0 0-2 0,0 0 2 0,0 0-2 16,0 0 5-16,0 0 0 0,0 0-1 0,0 0-4 16,0 0 0-16,0 0 0 0,0 0-18 0,0 0-20 15,0 0-24-15,0 0-26 0,0 0-33 0,0 0-35 16,0 0-48-16,0 0-50 0,0 0-44 0,0 0-50 15,0 0-86-15,0 0-335 0,0 0-831 0,0 0 368 16</inkml:trace>
          <inkml:trace contextRef="#ctx0" brushRef="#br0" timeOffset="21975.48">17490 8366 4 0,'0'0'293'0,"0"0"1"0,0 0 3 16,0 0-7-16,4-5-15 0,-4 5-11 0,0 0-6 15,0 0-11-15,0 0 0 0,0 0-13 0,0 0-20 16,0 0-18-16,0 0-20 0,0 0-14 0,0 0-21 16,0 0-15-16,-1-12-12 0,1 12-8 0,0 0-7 15,0 0-11-15,0 0 11 0,0 0-8 0,0 0 3 16,0 0 7-16,0 0-5 0,0 0 2 0,0 0-9 0,0 0-1 16,0 0-4-16,0 0-8 0,0 0 2 15,0 0-8-15,2-6-5 0,-2 6-2 0,0 0-5 16,0 0-7-16,0 0-3 0,0 0-1 0,0 0-10 15,5-7-1-15,-5 7-5 0,4-5-6 0,-4 5-2 16,4-6-4-16,-4 6 0 0,6-5 1 0,-1 1-5 16,0-1 3-16,-5 5-6 0,11-6-1 0,-8 3 0 15,-3 3-3-15,8-8 3 0,-4 6-3 0,-4 2 3 16,6-5-7-16,-6 5 0 0,0 0 0 0,0 0-4 16,9-2 6-16,-9 2-5 0,0 0 3 0,5-4-1 0,-5 4 3 15,0 0-2-15,0 0-1 0,0 0-1 16,0 0 1-16,0 0-4 0,0 0-2 0,0 0-2 15,0 0 2-15,0 0-1 0,9 8-1 0,-7-1 1 16,-2-7 0-16,1 9-2 0,0-1 5 0,-1-8 1 0,0 12-5 16,0-2 5-16,0 1 0 0,-1-2-1 0,1 0-1 15,0 1 0-15,0 0 3 0,0 0 2 0,0-1-4 16,-1 0-10-16,2-2 13 0,-1-7 1 16,0 12 0-16,0-12-1 0,-1 10 1 0,1-10 0 0,0 11-2 15,0-11-7-15,2 8-8 0,-2-8-13 0,0 0-14 16,0 0-38-16,0 0-13 0,9 6-44 0,-9-6-45 15,8 0-36-15,-8 0-44 0,0 0-46 0,0 0-53 16,20-13-327-16,-15 10-745 0,-5 3 329 16</inkml:trace>
          <inkml:trace contextRef="#ctx0" brushRef="#br0" timeOffset="22287.89">17804 8292 159 0,'0'0'390'0,"0"0"-12"0,9-1 1 0,-9 1 2 16,0 0-16-16,0 0-16 0,7-2-14 0,-7 2-16 15,0 0-14-15,0 0-18 0,0 0-23 0,0 0-24 16,0 0-24-16,0 0-24 0,0 0-22 0,0 0-17 16,0 0-17-16,0 0-18 0,0 0-8 0,0 0-12 15,0 0-8-15,6 7-9 0,-6-7-8 0,0 0-10 16,-1 11-8-16,1-11 0 0,0 9-7 0,0-9-2 15,0 11-3-15,0-11-3 0,2 9-5 0,0-2-7 16,-1-1-1-16,0 2-1 0,2 0-1 0,-3 2-3 16,0-10-13-16,3 9-19 0,-3-9-26 0,3 11-27 15,-3-11-26-15,4 9-37 0,-4-9-37 0,0 0-35 16,1 5-26-16,-1-5-48 0,0 0-94 0,0 0-87 16,0 0-232-16,0 0-743 0,0 0 329 0</inkml:trace>
          <inkml:trace contextRef="#ctx0" brushRef="#br0" timeOffset="22412.87">17843 8195 184 0,'0'0'183'0,"0"0"-33"16,3-6-28-16,-3 6-41 0,0 0-33 0,0 0-38 16,0 0-48-16,0 0-86 0,18 10-133 0,-13-6 58 15</inkml:trace>
          <inkml:trace contextRef="#ctx0" brushRef="#br0" timeOffset="22772.2">18038 8289 229 0,'0'0'360'0,"8"-4"-5"0,-8 4-10 15,5-5-9-15,-5 5-24 0,6-5-12 0,-6 5-10 16,5-5-18-16,-5 5-16 0,0 0-14 0,0 0-23 15,0 0-25-15,-1-9-13 0,1 9-20 0,0 0-12 16,0 0-15-16,-11-5-12 0,11 5-14 0,0 0-9 16,-18 3-7-16,10 1-10 0,-1 0-11 0,0 2-6 15,-1-1-11-15,-3 2 0 0,4 0-7 0,-1 0-4 16,0 1-3-16,2-1-3 0,0 1-8 0,1 1 1 16,-2-1-5-16,4 0 0 0,0 2 0 0,1-1-3 15,0 2-2-15,3 0 2 0,-3 0-1 0,5-1-3 16,2 2 2-16,2-1-2 0,1-1 4 0,3 0-8 15,5 1 1-15,-1-1 2 0,0-2-6 0,1 1 2 16,-4-5-4-16,1 1 3 0,0 0-1 0,-1-2-3 16,1-1-10-16,-4-1-17 0,1-1-15 0,-8 0-36 15,14-3-50-15,-8 0-41 0,-1-2-36 0,3-2-44 16,-8 7-77-16,6-12-73 0,-6 12-294 0,1-12-740 16,-1 12 328-16</inkml:trace>
        </inkml:traceGroup>
        <inkml:traceGroup>
          <inkml:annotationXML>
            <emma:emma xmlns:emma="http://www.w3.org/2003/04/emma" version="1.0">
              <emma:interpretation id="{2805F9BD-7E1D-4810-8FB0-5DCC685918AE}" emma:medium="tactile" emma:mode="ink">
                <msink:context xmlns:msink="http://schemas.microsoft.com/ink/2010/main" type="inkWord" rotatedBoundingBox="18552,8317 20059,8340 20056,8544 18549,8521"/>
              </emma:interpretation>
              <emma:one-of disjunction-type="recognition" id="oneOf2">
                <emma:interpretation id="interp10" emma:lang="" emma:confidence="0.5">
                  <emma:literal>mean</emma:literal>
                </emma:interpretation>
                <emma:interpretation id="interp11" emma:lang="" emma:confidence="0">
                  <emma:literal>means</emma:literal>
                </emma:interpretation>
                <emma:interpretation id="interp12" emma:lang="" emma:confidence="0">
                  <emma:literal>men</emma:literal>
                </emma:interpretation>
                <emma:interpretation id="interp13" emma:lang="" emma:confidence="0">
                  <emma:literal>meant</emma:literal>
                </emma:interpretation>
                <emma:interpretation id="interp14" emma:lang="" emma:confidence="0">
                  <emma:literal>meson</emma:literal>
                </emma:interpretation>
              </emma:one-of>
            </emma:emma>
          </inkml:annotationXML>
          <inkml:trace contextRef="#ctx0" brushRef="#br0" timeOffset="23787.67">18553 8381 413 0,'4'-7'464'0,"-1"3"-1"0,-3 4-2 0,6-7-15 16,-6 7-17-16,5-6-19 0,-5 6-22 0,3-7-16 16,-3 7-22-16,8-3-33 0,-8 3-27 0,0 0-38 15,0 0-21-15,3-4-27 0,-3 4-26 0,0 0-18 16,0 0-19-16,0 0-19 0,0 0-8 0,0 0-11 15,0 0-6-15,4 14-12 0,-4-14-13 0,3 17-9 16,-3-6-4-16,-2-1-5 0,2 1-5 0,0 1-6 16,2 0-2-16,-2-3-5 0,1 2-6 0,-4 0 0 15,2-1-4-15,1-2-4 0,1 1-1 0,-1-9-2 0,0 9-1 16,0-9-4-16,0 10-3 0,0-10-2 16,-2 7 1-16,2-7 2 0,0 0 0 0,2 8 6 15,-2-8-3-15,0 0-1 0,0 0-3 0,0 0 0 0,18-9 4 16,-18 9-9-16,13-11 7 0,-7 3-5 0,2 2 7 15,0-2 6-15,1 0 1 0,0-5 5 0,-1 3 10 16,0 2 6-16,-1-1-1 0,0 1 9 16,2 0 2-16,-3 0 8 0,-2 3-5 0,1 1-10 0,-5 4-15 15,8-6 12-15,-8 6-16 0,5-8 7 0,0 6-7 16,-5 2-3-16,0 0-2 0,8-3-13 0,-8 3 0 16,0 0 0-16,10 7 4 0,-7-3-3 0,-3-4-6 15,5 12 2-15,1-5-4 0,-4 1 6 0,0 1-9 16,1 1 4-16,-1-2-9 0,0 2-8 0,-1-3-12 15,0 1-5-15,0-2-3 0,1 0-3 0,-2-6-5 16,0 9 1-16,0-9 0 0,1 6 5 0,-1-6 4 16,1 10 24-16,-1-10-10 0,0 0 3 0,0 0-1 15,0 0 9-15,0 0 1 0,0 0-2 0,21-10 5 16,-16 5 2-16,0 1 5 0,5-5-1 0,-2 2 6 16,-1-3 0-16,1 1 13 0,1 1 8 0,-1 1-4 15,-2-1-3-15,-1 2 0 0,2-1 5 0,-2 3-1 16,0 0 2-16,-5 4-7 0,5-7-3 0,-5 7-4 0,6-3-1 15,-6 3-3-15,0 0-8 0,7-4 13 0,-7 4-16 16,0 0 0-16,0 0-3 0,0 0 4 16,0 0-4-16,12 9-1 0,-12-9-1 0,6 11-21 15,-4-6-27-15,1 2-32 0,-1-1-60 0,1 2-33 0,0-1-47 16,4 0-51-16,-2-2-46 0,0 1-37 0,3 0-50 16,0 0-50-16,3-3-36 0,-3-1-318 0,2 1-879 15,1-1 390-15</inkml:trace>
          <inkml:trace contextRef="#ctx0" brushRef="#br0" timeOffset="24193.82">19112 8419 298 0,'0'0'343'0,"0"0"2"0,0 0-2 16,0 0-25-16,-4-9-5 0,4 9-13 0,0 0-15 15,0 0-13-15,0 0-18 0,0 0-16 0,-4-4-18 16,4 4-26-16,0 0-21 0,0 0-12 0,0 0-17 15,0 0-6-15,0 0-18 0,0 0-6 0,0 0-7 16,0 0-5-16,0 0-6 0,0 0-13 0,0 0-6 16,0 0-10-16,0 0-1 0,0 0-9 0,23 2-4 15,-12-3-10-15,-2 0 2 0,5-2-5 0,-2 3-4 16,1-2 1-16,-1 0-5 0,1-1-5 0,1 1 3 16,-3-2-1-16,-2-1-1 0,-3 3 14 0,3-2 9 0,-3 1 2 15,-6 3 1-15,8-6-4 0,-8 6-7 16,4-6-7-16,-4 6-6 0,-1-9-2 0,1 9-1 15,-6-9-10-15,1 4-2 0,5 5-3 0,-11-7-3 16,3 4-2-16,0 2-4 0,-2-1 2 0,10 2-4 0,-21 4-3 16,10 0 3-16,-1 1 1 0,0 0-5 0,2-1-3 15,0 5 5-15,2-3-14 0,1 3-10 16,2-2-10-16,-1 5-9 0,4-3-10 0,2 2-15 0,1-1-16 16,4-1-13-16,1 2-30 0,2-1-14 0,2-1-29 15,5 1-19-15,0-2-32 0,2 1-41 0,4-1-44 16,-1-3-31-16,1-3-49 0,5 1-202 0,-6-2-636 15,8-1 281-15</inkml:trace>
          <inkml:trace contextRef="#ctx0" brushRef="#br0" timeOffset="25037.37">19559 8371 292 0,'0'0'378'0,"0"0"-4"0,2-8 1 15,-2 8-9-15,0 0-23 0,3-7-11 0,-3 7-33 16,0 0-31-16,4-7-19 0,-4 7-25 0,0 0-22 16,5-3-20-16,-5 3-22 0,0 0-20 0,0 0-14 15,6-3-15-15,-6 3-17 0,0 0-9 0,0 0-5 16,0 0-11-16,17 6-7 0,-17-6-11 0,8 6-5 16,-6-3-5-16,-2-3-8 0,5 8-3 0,-1-3 1 15,-4-5-5-15,3 10-2 0,-3-3-7 0,0-7 0 16,0 12-4-16,0-12-5 0,-5 12 3 0,1-5 1 15,-3 1-3-15,1-2 4 0,-3 0-2 0,0-1 1 16,-4 0-2-16,1-2 0 0,0 0-9 0,-1-1 14 16,2 1-10-16,4-3 9 0,7 0 0 0,-15 0 0 15,15 0 0-15,-11-3 3 0,11 3-9 0,-9-5 9 16,5-2-11-16,4 7 3 0,0-12 1 0,0 12-1 0,4-13-2 16,1 3 3-16,0 3-8 0,3-2 2 15,-1 2-3-15,2 0-1 0,-2 2 4 0,-1 0-4 16,3-1 0-16,-4 1 2 0,1 2-2 0,-6 3-1 15,12-6 0-15,-7 4-2 0,-5 2-7 0,10-1 8 0,-10 1-5 16,10 1 1-16,-10-1-1 0,8 4 2 0,-2 0-3 16,-6-4 3-16,8 5-8 0,-4-1 8 15,-1 2 0-15,-1 0 1 0,-2-6-4 0,8 13 6 0,-7-7 0 16,3 0 0-16,-3 1 1 0,-1-7 1 0,3 12-4 16,-2-6 9-16,1 0-7 0,-2-6 2 0,3 10-1 15,-3-10-3-15,4 6 4 0,-4-6 0 0,4 4 4 16,-4-4-3-16,6 4 5 0,-6-4-3 0,0 0 5 15,15-1-3-15,-15 1 1 0,11-3-4 0,-4-2 0 16,2 2 0-16,0-1 1 0,-1-1 2 0,-2 1-2 16,3-2 8-16,-1 1 4 0,-2 0 4 0,1 1 11 15,2 0-1-15,-4 0 5 0,0 0 1 0,-5 4 7 16,9-6-7-16,-9 6-2 0,7-3 0 0,-7 3-14 16,6-2-2-16,-6 2-3 0,0 0-3 0,7-2-2 15,-7 2 0-15,0 0-3 0,0 0 1 0,11 4-4 16,-11-4 2-16,7 8 1 0,-4-5 0 0,-3-3-3 15,3 6 0-15,-3-6 0 0,6 7-6 0,-6-7-3 16,5 6-9-16,-5-6-3 0,4 5 1 0,-4-5-3 16,0 0 2-16,4 9 4 0,-4-9-2 0,0 0 9 0,3 2 5 15,-3-2-3-15,0 0 3 0,0 0-4 16,0 0 7-16,18-9-5 0,-14 7 4 0,-4 2 0 16,11-5 1-16,-4-1-3 0,-1 3 11 0,-1 0 5 15,-5 3 3-15,14-5 8 0,-9 2 16 0,1 1 12 0,0-2 0 16,-6 4-4-16,9-5-6 0,-9 5-8 0,9-2-4 15,-9 2-9-15,0 0-2 0,9-1-2 16,-9 1-1-16,0 0-5 0,9 6 6 0,-9-6-7 16,4 9 0-16,2-4-1 0,-3 1-6 0,2-1-24 0,-3 0-24 15,3 2-35-15,1-4-46 0,-1 3-49 0,4-1-53 16,-3 3-53-16,0-4-82 0,7 1-92 16,-4-2-279-16,3-1-795 0,2 0 352 0</inkml:trace>
        </inkml:traceGroup>
        <inkml:traceGroup>
          <inkml:annotationXML>
            <emma:emma xmlns:emma="http://www.w3.org/2003/04/emma" version="1.0">
              <emma:interpretation id="{872BF679-40AA-4AD6-9371-2A2545EC1BDA}" emma:medium="tactile" emma:mode="ink">
                <msink:context xmlns:msink="http://schemas.microsoft.com/ink/2010/main" type="inkWord" rotatedBoundingBox="20400,8104 20871,8111 20859,8853 20388,8845"/>
              </emma:interpretation>
              <emma:one-of disjunction-type="recognition" id="oneOf3">
                <emma:interpretation id="interp15" emma:lang="" emma:confidence="0.5">
                  <emma:literal>of</emma:literal>
                </emma:interpretation>
                <emma:interpretation id="interp16" emma:lang="" emma:confidence="0">
                  <emma:literal>off</emma:literal>
                </emma:interpretation>
                <emma:interpretation id="interp17" emma:lang="" emma:confidence="0.5">
                  <emma:literal>o f</emma:literal>
                </emma:interpretation>
                <emma:interpretation id="interp18" emma:lang="" emma:confidence="0">
                  <emma:literal>S f</emma:literal>
                </emma:interpretation>
                <emma:interpretation id="interp19" emma:lang="" emma:confidence="0">
                  <emma:literal>oof</emma:literal>
                </emma:interpretation>
              </emma:one-of>
            </emma:emma>
          </inkml:annotationXML>
          <inkml:trace contextRef="#ctx0" brushRef="#br0" timeOffset="25490.39">20451 8412 18 0,'0'0'292'0,"0"0"1"0,0 0-5 0,0 0 0 0,0 0-5 15,0 0-12-15,0 0 24 0,0 0-28 0,0 0-2 16,0 0 4-16,0 0-13 0,0 0-10 0,0 0-10 16,0 0-7-16,0 0-7 0,0 0-15 0,0 0-9 15,-1-19-18-15,1 19-17 0,6-4-19 0,-6 4-11 16,8-6-16-16,-2 3-15 0,-6 3-10 0,14-5-12 16,-6 2-6-16,-8 3-10 0,13-1-11 0,-7 0-7 15,-6 1-4-15,15 1-6 0,-8 2-5 0,-7-3 0 16,11 6-8-16,-3-3-6 0,-3 1 1 0,-2 0-5 15,2 3-2-15,-3-2-3 0,0 2 2 0,-2-7-4 16,0 13 1-16,0-13-4 0,-2 12 0 0,-2-5 3 16,2-3-1-16,-6 3-1 0,-2 0 5 0,-1-4-4 15,0 4-2-15,-1-3-1 0,-3-2 4 0,2 1 2 16,0-3-2-16,0 0 3 0,0 1-2 0,0-3 5 16,4-1 1-16,9 3-2 0,-9-4 0 0,0-3-1 15,7 2-7-15,-1-2-15 0,2-3-21 0,1 10-22 0,4-18-11 16,0 6-24-16,0 0-37 0,2 1-20 0,4-1-34 15,-1 3-17-15,4-2-27 0,1 1-20 16,-4 2-28-16,5 0-39 0,3 1-12 0,0 0 21 16,-1 1 18-16,2 2-15 0,-7 0-181 0,2 1-521 15,-3-1 231-15</inkml:trace>
          <inkml:trace contextRef="#ctx0" brushRef="#br0" timeOffset="25818.44">20656 8271 92 0,'-2'-12'214'0,"2"12"17"16,3-11 15-16,-3 4 15 0,0 7 8 0,1-13 6 0,-1 3-1 15,0 1 27-15,0-1 3 0,0 0 16 0,0 10 10 16,0-14 0-16,-1 4-7 0,0 1 3 0,-1 2 4 16,2 7-3-16,-2-12-10 0,2 12 2 15,-2-12-9-15,2 12-10 0,0-8-21 0,0 8-26 0,0 0-28 16,-1-9-29-16,1 9-10 0,0 0-23 0,0 0-24 16,0 0-10-16,0 0-18 0,0 0-13 0,0 0-3 15,0 0-10-15,-6 20-13 0,-1-5-5 0,4 2-13 16,-3 1-14-16,4 9-40 0,-1-1 0 0,1-1 0 15,0 4 0-15,1 3 0 0,0-2 0 0,1 2 0 16,1-2 0-16,0 4 0 0,-1-2 0 0,4 2 0 16,-2 0 0-16,-1-1 0 0,1 0 0 0,2-3 0 15,-2 1 0-15,0-4 0 0,-1-1 0 0,3-7 0 16,-3-1 0-16,-1-3 0 0,2 1 0 0,-1-5 0 16,0 0 0-16,2-2 0 0,-3-3-25 0,1 1-222 15,-1-7-49-15,1 9-32 0,-1-9-24 0,0 0-65 16,4 6-65-16,-4-6-33 0,0 0-6 0,9-16-314 15,-9 16-904-15,6-18 399 0</inkml:trace>
          <inkml:trace contextRef="#ctx0" brushRef="#br0" timeOffset="26021.51">20640 8623 197 0,'-1'-10'264'0,"1"10"18"0,-5-7 37 0,2 0 40 16,3 7 42-16,-2-8 31 0,2 8 13 0,-2-7 9 15,2 7-18-15,0 0-17 0,0 0-8 0,-3-10-12 16,3 10-28-16,0 0-23 0,0 0-45 0,9-10-33 0,-3 7-26 15,1 1-25-15,6 0-29 0,5-2-31 16,-1 0-45-16,5 1-18 0,-3 1-57 0,-1-1-40 16,-1 1-47-16,0 1-52 0,-4-1-53 0,0-1-62 0,-2 0-51 15,-1 1-66-15,-2 0-70 0,0-5-79 0,-1 3-382 16,-7 4-934-16,9-13 414 0</inkml:trace>
        </inkml:traceGroup>
        <inkml:traceGroup>
          <inkml:annotationXML>
            <emma:emma xmlns:emma="http://www.w3.org/2003/04/emma" version="1.0">
              <emma:interpretation id="{1444E0A3-41FB-4187-9874-E54C4A904A4C}" emma:medium="tactile" emma:mode="ink">
                <msink:context xmlns:msink="http://schemas.microsoft.com/ink/2010/main" type="inkWord" rotatedBoundingBox="21411,8102 23173,8130 23166,8579 21404,8552"/>
              </emma:interpretation>
              <emma:one-of disjunction-type="recognition" id="oneOf4">
                <emma:interpretation id="interp20" emma:lang="" emma:confidence="0.5">
                  <emma:literal>Coke</emma:literal>
                </emma:interpretation>
                <emma:interpretation id="interp21" emma:lang="" emma:confidence="0">
                  <emma:literal>Cake</emma:literal>
                </emma:interpretation>
                <emma:interpretation id="interp22" emma:lang="" emma:confidence="0">
                  <emma:literal>cake</emma:literal>
                </emma:interpretation>
                <emma:interpretation id="interp23" emma:lang="" emma:confidence="0">
                  <emma:literal>coke</emma:literal>
                </emma:interpretation>
                <emma:interpretation id="interp24" emma:lang="" emma:confidence="0">
                  <emma:literal>take</emma:literal>
                </emma:interpretation>
              </emma:one-of>
            </emma:emma>
          </inkml:annotationXML>
          <inkml:trace contextRef="#ctx0" brushRef="#br0" timeOffset="26583.88">21675 8216 138 0,'4'-9'376'0,"-1"-1"10"0,2 0-11 16,-4 1-6-16,2-2-13 0,-2 4-8 0,0 1-12 0,-1 6-8 16,-1-14-8-16,1 14-7 0,0-12-7 0,0 12-12 15,-3-8-20-15,3 8-25 0,-2-6-20 0,2 6-23 16,-6-6-16-16,6 6-27 0,-9-1 12 15,9 1-14-15,-17 6-11 0,4 0-10 0,-2 2-7 0,-1 2-3 16,1 3-8-16,-7 2-8 0,2 2-11 0,1 0-6 16,-2 1-13-16,2 2-10 0,2-1-2 0,2-2-4 15,0 2-6-15,2-1-5 0,4-3-8 0,1 3-5 16,2-2-5-16,2 1-13 0,4 0-12 0,3-1-14 16,2 1-16-16,3 1-22 0,3-2-38 0,10 3-40 15,-2-2-39-15,3-4-30 0,3 3-36 0,4-7-37 16,-1 0-44-16,1-3-38 0,-1 0-53 0,0-6-58 15,0 2-370-15,-9-4-887 0,3-1 393 0</inkml:trace>
          <inkml:trace contextRef="#ctx0" brushRef="#br0" timeOffset="27333.7">21867 8412 329 0,'0'0'352'0,"0"0"23"0,6-9 10 16,-6 9-5-16,3-4-19 0,-3 4-22 0,0 0-16 15,4-5-18-15,-4 5-16 0,0 0-22 0,0 0-26 16,0 0-23-16,5-5-24 0,-5 5-20 0,0 0-22 16,0 0-13-16,0 0-17 0,9 0-8 0,-9 0-19 15,0 0-6-15,10 9-14 0,-7-6-7 0,-3-3-9 16,3 8-5-16,0-1-8 0,-3-7-5 0,1 11-5 16,-1-3-2-16,0-8-6 0,0 11 0 0,0-11-6 15,-2 14 2-15,-2-7-6 0,-3-1 3 0,3 1-6 16,-3-2 1-16,2 0-1 0,-2-1 1 0,-4-1-2 15,2-1 0-15,0 1-3 0,3-2-1 0,6-1 6 16,-16-3-2-16,16 3 1 0,-12-3 1 0,6 2 1 16,6 1 0-16,-10-10-4 0,8 4 5 0,-1-1-3 15,3 7 8-15,0-13 2 0,3 3 1 0,-1 2-3 16,2 1 0-16,1-4-1 0,2 4 0 0,-4 0-1 16,5 0-3-16,-3 3 0 0,0-1-1 0,4 0-3 15,-4 3-2-15,-5 2-1 0,11-6-1 0,-7 5-6 0,-4 1 1 16,10-3 0-16,-10 3-1 0,0 0-3 15,15 3-1-15,-10 1 1 0,1 1-3 0,0-1 0 16,3 2 2-16,-3-1 1 0,3 3-3 0,-3-2 2 16,-2 2 0-16,3-1-1 0,0 2-1 0,-3-3 2 0,2 3 1 15,1-2-3-15,-1 2-4 0,1-2-6 16,1-1-1-16,-1-1-5 0,3-3 2 0,3 4 3 16,-2-5-1-16,5 3 4 0,2-5 0 0,-5 1 2 15,6-6-8-15,-3 0 12 0,3-2 2 0,1 1 0 0,-2-2-2 16,4-6 9-16,-5 2 16 0,2-5 6 0,-2 4-4 15,0-5 3-15,-5 2 10 0,2-5 15 0,-2 0-1 16,-2-2-1-16,-2 6 0 0,-3 2 9 16,-3-1-3-16,1-2 2 0,-2 3-8 0,-1 0-1 0,-4 4 4 15,2 1-5-15,1 0-5 0,-3 1 0 0,1 1-1 16,2 1 1-16,-3 4-3 0,4 4-6 0,-3-10-6 16,3 10-5-16,0 0 1 0,-5-7-12 0,5 7 1 15,0 0-4-15,0 0 3 0,-8 16 4 0,5-6 1 16,-1 1-5-16,2 5 13 0,-2 1 1 0,2 0 7 15,1-1-4-15,1 3-2 0,-3 6-3 0,2-7-3 16,-1 1-1-16,2-1-5 0,-3 2 3 0,-1 4-5 16,4-4 2-16,-2-1 5 0,2-2-13 0,-3 0 5 15,2 0 0-15,0 0 1 0,-2-6-4 0,2 0-5 16,1-1 5-16,0-4-1 0,1 1 4 0,-1-7-13 16,1 11-14-16,-1-11-10 0,0 7-12 0,0-7-13 15,0 0-35-15,2 8-44 0,-2-8-47 0,0 0-64 16,15 0-63-16,-15 0-62 0,15-7-55 0,-5 4-64 15,1-2-399-15,-1-1-958 0,0-2 425 0</inkml:trace>
          <inkml:trace contextRef="#ctx0" brushRef="#br0" timeOffset="27693">22502 8334 81 0,'7'-6'340'0,"-3"3"21"0,2-1 29 15,0-1 16-15,-6 5 6 0,7-6 5 0,-7 6-12 16,6-5-13-16,-6 5-17 0,0 0-19 0,4-5-24 15,-4 5-28-15,0 0-35 0,0 0-25 0,0 0-29 16,0 0-24-16,0 0-16 0,0 0-24 0,0 0-10 16,0 0-11-16,0 0-24 0,-22 17 0 0,7-9-11 15,1 1-10-15,-2 0-4 0,1 0-13 0,-3 0-2 16,3 1-14-16,-2 0-2 0,3-2 1 0,4-1-7 16,1 0-5-16,0-2-1 0,1 0-8 0,3-1-2 15,0-1-1-15,5-3-1 0,-8 4 4 0,8-4 2 16,-5 6-7-16,5-6-6 0,0 0 18 0,-9 2 7 0,9-2-5 15,0 0-6-15,0 0 4 0,0 0-1 0,0 0-11 16,0 0-4-16,14-16 7 0,-14 16-2 16,8-6-3-16,-8 6-3 0,7-2-9 0,-7 2 5 15,8-4-5-15,-8 4-4 0,9-1-4 0,-9 1 3 0,0 0-5 16,16 5 3-16,-9-1-6 0,1 0 1 0,-2 1-24 16,4-2-25-16,-3 5-28 0,1 1-30 0,-1-2-42 15,2 1-44-15,2-2-52 0,0 3-67 16,-2-2-57-16,2 1-64 0,5 0-69 0,-5-3-354 15,2-2-928-15,5-2 411 0</inkml:trace>
          <inkml:trace contextRef="#ctx0" brushRef="#br0" timeOffset="28161.64">22722 8420 308 0,'0'0'353'0,"0"0"-1"16,0 0-3-16,0 0-31 0,0 0-24 0,0 0-25 15,0 0-21-15,0 0-25 0,0 0-9 0,0 0-18 16,0 0-15-16,9-7-20 0,-9 7-15 0,0 0-12 16,0 0-12-16,0 0-7 0,0 0-8 0,0 0-4 15,0 0-9-15,0 0-2 0,0 0-1 0,0 0 3 16,13 5-8-16,-13-5 3 0,13 3-11 0,-3 0-4 16,3-3-5-16,-2 0-6 0,8 0-1 0,-5 0 11 15,-1 0-3-15,5-3-1 0,-3 0 5 0,-2 0-1 16,4-4-1-16,-1 1 10 0,-6 4 23 0,2-3 4 15,-2 1-5-15,-1 1-4 0,-4-1-4 0,0 0-5 16,-5 4-8-16,9-6-9 0,-9 6-7 0,4-8-10 16,-4 8-6-16,0-7-8 0,0 7-7 0,-9-9-7 15,3 7-4-15,6 2-5 0,-17-3-2 0,4 1-3 16,-3 4-2-16,-2 1 1 0,0-1-2 0,-1 5-3 16,0 0 1-16,2 1-3 0,2 0-5 0,3 5 2 15,0-3 0-15,4 0 0 0,1 0-4 0,1 0 5 16,3 0 3-16,2 0-1 0,1-1 3 0,4 3-1 15,1-3-9-15,9 5 8 0,0-1 3 0,0-3-4 16,4 2 7-16,1-4-6 0,2-2 4 0,0 0-1 16,9-1-3-16,-3-3 3 0,1 0-2 0,-1-2-8 15,-6-2-7-15,1 2-30 0,0-2-18 0,-4 0-32 16,1-1-29-16,-6-1-29 0,1 1-54 0,-4-2-57 16,-1 4-57-16,-3-2-66 0,1 0-89 0,-7 3-348 0,0 0-883 15,1-16 391-15</inkml:trace>
        </inkml:traceGroup>
        <inkml:traceGroup>
          <inkml:annotationXML>
            <emma:emma xmlns:emma="http://www.w3.org/2003/04/emma" version="1.0">
              <emma:interpretation id="{CA62E944-6C00-4376-97F3-5C48E7B1AF6B}" emma:medium="tactile" emma:mode="ink">
                <msink:context xmlns:msink="http://schemas.microsoft.com/ink/2010/main" type="inkWord" rotatedBoundingBox="23668,8023 25230,8047 25220,8728 23657,8703"/>
              </emma:interpretation>
              <emma:one-of disjunction-type="recognition" id="oneOf5">
                <emma:interpretation id="interp25" emma:lang="" emma:confidence="0.5">
                  <emma:literal>Area</emma:literal>
                </emma:interpretation>
                <emma:interpretation id="interp26" emma:lang="" emma:confidence="0.5">
                  <emma:literal>Are a</emma:literal>
                </emma:interpretation>
                <emma:interpretation id="interp27" emma:lang="" emma:confidence="0">
                  <emma:literal>Areas</emma:literal>
                </emma:interpretation>
                <emma:interpretation id="interp28" emma:lang="" emma:confidence="0">
                  <emma:literal>Are 2</emma:literal>
                </emma:interpretation>
                <emma:interpretation id="interp29" emma:lang="" emma:confidence="0">
                  <emma:literal>Are .</emma:literal>
                </emma:interpretation>
              </emma:one-of>
            </emma:emma>
          </inkml:annotationXML>
          <inkml:trace contextRef="#ctx0" brushRef="#br0" timeOffset="29003.92">23779 8234 24 0,'4'-8'392'0,"-4"8"19"0,5-10 4 16,-3 6 6-16,-2 4 5 0,3-11-7 0,-3 11-2 16,1-8-9-16,-1 8 0 0,0 0-24 0,3-9-20 15,-3 9-36-15,0 0-33 0,0 0-26 0,0 0-36 0,4-5-27 16,-4 5-25-16,0 0-13 0,0 0-29 0,0 0-11 15,0 0-10-15,0 22-19 0,-2-11-3 0,1 3-6 16,-3 1-13-16,-1 10-7 0,0-6-6 16,0-2-7-16,-3 2-6 0,3 6-7 0,-1-6 0 0,-2 7-4 15,1 0 0-15,-3-2-6 0,3-5-6 0,0-1-1 16,-5 3 1-16,5-4-7 0,0-3 0 0,1-1-2 16,1-1-4-16,0-1-8 0,1-3-6 0,-1 0-5 15,3-2-1-15,0 1-1 0,2-7 3 0,-3 7 3 16,3-7 5-16,0 0 4 0,-3 7 5 0,3-7-1 15,0 0 8-15,0 0-2 0,0 0 19 0,0 0-5 16,12-25 47-16,-7 12-8 0,2-3-9 0,4-9 3 16,-1 0-6-16,4-1 8 0,-3-3-1 0,1-3-13 15,1-2-54-15,6-7 0 0,0-2 0 0,-6 10 0 16,3 0 0-16,-3 0 0 0,4 2 0 0,-4 4 0 16,1 1 0-16,-7 9 0 0,1 0 0 0,-1 2 0 15,-1 6 0-15,-3 0 0 0,1 3 0 0,0 0 0 16,-1 0 0-16,-3 6 0 0,5-5 0 0,-5 5 0 15,0 0 0-15,0 0 0 0,0 0 0 0,7 14 0 0,-7 2 0 16,0 1 0-16,3 7 0 0,-3 2 0 16,1 3 0-16,1 0 0 0,-1 1 0 15,-1-1 0-15,1 1 0 0,2 2 0 0,-1-4 0 0,0 4 0 0,1-2 0 16,1-3 0-16,0-1 0 0,2 2 0 0,-2-5 0 16,-1-3 0-16,1-2 0 0,-2-1 0 0,1-1 0 15,-2-3 0-15,3-2 0 0,-1-1 0 0,-1 0 0 0,0-4 0 16,1 0 0-1,-3-6 0-15,1 10 0 0,-1-10 0 0,4 8 0 0,-4-8 0 16,0 0 0-16,8 0 0 0,-8 0 0 0,0 0-75 16,0 0-252-16,13-10-52 0,-7 6-33 0,-3-1-27 15,-3 5-40-15,3-17-35 0,-3 9-26 0,0 8-298 16,-5-16-907-16,0 8 400 0</inkml:trace>
          <inkml:trace contextRef="#ctx0" brushRef="#br0" timeOffset="29191.37">23820 8485 137 0,'-5'-2'314'0,"5"2"28"0,0 0 26 16,-17-3 51-16,17 3 42 0,-8-2 26 0,8 2 9 16,0 0-7-16,-5-4-6 0,5 4-13 15,0 0-21-15,0 0-33 0,0 0-29 0,0 0-41 16,0 0-33-16,-1-8-45 0,1 8-40 0,10-9-40 0,-1 5-55 16,3 0-62-16,-1-1-58 0,3 0-61 0,4 2-76 15,1-1-61-15,2 2-71 0,-1 2-62 0,1 0-49 16,-3 0-49-16,2-2-44 0,-1 6-37 15,-6-3-272-15,6 3-831 0,-7-2 368 0</inkml:trace>
          <inkml:trace contextRef="#ctx0" brushRef="#br0" timeOffset="29519.42">24119 8432 36 0,'0'0'304'0,"4"-4"13"0,-4 4 22 16,0 0 7-16,5-7 18 0,-5 7-1 0,4-5 0 0,-4 5-10 15,5-7-7-15,-5 7-12 0,0 0-9 0,5-6-14 16,-5 6-25-16,0 0-26 0,7-4-23 0,-7 4-25 15,0 0-21-15,0 0-20 0,6-4-21 0,-6 4-18 16,0 0-13-16,10 7-14 0,-6-3-11 0,2 3-11 16,3 1-7-16,-5 1-12 0,0 0-1 0,0 1-3 15,1 2-11-15,-3-1-4 0,2-1-5 0,0 2-1 16,-3-2-8-16,0 1-6 0,-1-1-13 0,2-2-18 16,-2 0-15-16,0-8-11 0,0 12-11 0,0-6-1 15,0-6-2-15,0 0 4 0,0 11 9 0,0-11 10 16,0 0 0-16,0 0 2 0,0 0 0 0,0 0 2 15,0 0 1-15,0 0 1 0,15-19-8 0,-8 8-9 16,1 1-7-16,3-5-8 0,-1-1-23 0,1 2-17 16,0 1-23-16,2 0-25 0,-1-2-20 0,2 4-27 15,0 1-28-15,-4 4-39 0,0 1-35 0,0 1-47 16,0-1-29-16,0 6-287 0,-10-1-703 0,0 0 311 16</inkml:trace>
          <inkml:trace contextRef="#ctx0" brushRef="#br0" timeOffset="29972.44">24403 8510 87 0,'0'0'367'0,"0"0"11"0,0 0 4 0,0 0-8 16,0 0-14-16,0 0-16 0,0 0-19 0,0 0-14 15,0 0-21-15,0 0-20 0,0 0-21 0,0 0-19 0,0 0-23 16,0 0-20-16,0 0-17 0,0 0-19 15,0 0-19-15,0 0-13 0,0 0-12 0,0 0-14 16,0 0-7-16,0 0-9 0,0 0-5 0,0 0-11 16,0 0-4-16,0 0-7 0,0 0-6 0,22-2-1 0,-14 3-3 15,3 0-2-15,1 0-7 0,6 3-2 16,-4-3-4-16,-1-1 0 0,6-1-2 0,-1-4-2 16,2 4-6-16,-7-3 3 0,5-1-2 0,-6 2 2 0,5-3-4 15,-5 1-2-15,-2-1 0 0,-1 0 1 0,0 2 0 16,-1-3-2-16,-2 4 3 0,-2-1-3 0,1-2 0 15,-5 6-9-15,4-9 0 0,-4 9 3 0,-4-10-3 16,4 10-2-16,-9-8-3 0,3 4-1 0,-2 0-1 16,2 1 0-16,6 3 0 0,-21 0-7 0,12 1 5 15,-4 1-4-15,1 1 9 0,2 2-4 0,-3 0 2 16,4 3 1-16,-1-1-2 0,2 0-1 0,0 3-5 16,2 0 0-16,1-1-13 0,1 1-9 0,3 1-7 15,-1 0-3-15,4 2-9 0,0-4-13 0,3 3-16 16,3-2-5-16,5 3-40 0,-4-5-28 0,6 3-25 15,2-2-28-15,0 2-32 0,2-5-30 0,2 1-37 16,6-6-32-16,1 2-279 0,-9-3-669 0,4 0 295 16</inkml:trace>
          <inkml:trace contextRef="#ctx0" brushRef="#br0" timeOffset="30409.83">24965 8486 187 0,'0'0'319'0,"5"-5"8"0,-5 5 2 15,5-6 3-15,-5 6-5 0,9-8 2 0,-6 5-26 16,-3 3-7-16,7-5-7 0,0 2-17 0,-7 3-18 16,8-4-22-16,-2 1-25 0,-6 3-20 0,11-3-22 15,-11 3-17-15,9 2-16 0,-9-2-15 0,12 4-13 16,-8-3-16-16,1 8-9 0,-2-4-7 0,0 2-6 16,0 0-6-16,-1 3-9 0,2-1-5 0,-4 2-6 15,-2-2-3-15,-1 4-2 0,1-2-4 0,-5 4-10 16,-1-3 7-16,-1 2-7 0,-2-1-2 0,-5-1-4 15,0-1 4-15,-3-3-5 0,0 1 2 0,-2-4-2 16,4-2 1-16,3 1 0 0,1-4 1 0,1 0 6 16,4 0-2-16,1-7 0 0,1 3-1 0,1-3 17 0,0-2 12 15,5-1 2-15,2-1-1 0,4-4-5 16,-1-1 1-16,5 2-1 0,3 0 6 0,-3 1 4 16,3-2-1-16,1 3 3 0,-4 3-2 0,-1 3-6 15,1-2-8-15,2 2-6 0,-5 4-6 0,5 0-1 0,-4 3-6 16,3 2-1-16,1 1-6 0,-1 3 1 0,-2 2-2 15,5 2 0-15,-6 3-6 0,2 0 0 0,1 1 0 16,0 3 0-16,-5-3-1 0,6 2 3 16,-2-2-2-16,-2 3-2 0,3-6-2 0,-2 4-26 0,3-2-41 15,-3-4-48-15,2 4-59 0,-5-5-56 0,6-3-36 16,-7 1-42-16,1-2-64 0,3-3-81 0,-3 0-332 16,-6-2-845-16,0 0 375 0</inkml:trace>
        </inkml:traceGroup>
      </inkml:traceGroup>
    </inkml:traceGroup>
    <inkml:traceGroup>
      <inkml:annotationXML>
        <emma:emma xmlns:emma="http://www.w3.org/2003/04/emma" version="1.0">
          <emma:interpretation id="{D3CF617B-B70E-47E1-8DCA-B41B1A597C0E}" emma:medium="tactile" emma:mode="ink">
            <msink:context xmlns:msink="http://schemas.microsoft.com/ink/2010/main" type="paragraph" rotatedBoundingBox="14094,8894 19757,9106 19731,9803 14068,959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D44F6BF-CE95-48B2-8FF2-2C7F9E11264D}" emma:medium="tactile" emma:mode="ink">
              <msink:context xmlns:msink="http://schemas.microsoft.com/ink/2010/main" type="line" rotatedBoundingBox="14094,8894 19757,9106 19731,9803 14068,9591"/>
            </emma:interpretation>
          </emma:emma>
        </inkml:annotationXML>
        <inkml:traceGroup>
          <inkml:annotationXML>
            <emma:emma xmlns:emma="http://www.w3.org/2003/04/emma" version="1.0">
              <emma:interpretation id="{61331000-CD72-478D-83B0-32D82B49DDD8}" emma:medium="tactile" emma:mode="ink">
                <msink:context xmlns:msink="http://schemas.microsoft.com/ink/2010/main" type="inkWord" rotatedBoundingBox="14082,9212 14513,9228 14504,9476 14073,9460"/>
              </emma:interpretation>
              <emma:one-of disjunction-type="recognition" id="oneOf6">
                <emma:interpretation id="interp30" emma:lang="" emma:confidence="0.5">
                  <emma:literal>=</emma:literal>
                </emma:interpretation>
                <emma:interpretation id="interp31" emma:lang="" emma:confidence="0">
                  <emma:literal>I</emma:literal>
                </emma:interpretation>
                <emma:interpretation id="interp32" emma:lang="" emma:confidence="0">
                  <emma:literal>-</emma:literal>
                </emma:interpretation>
                <emma:interpretation id="interp33" emma:lang="" emma:confidence="0">
                  <emma:literal>"</emma:literal>
                </emma:interpretation>
                <emma:interpretation id="interp34" emma:lang="" emma:confidence="0">
                  <emma:literal>\</emma:literal>
                </emma:interpretation>
              </emma:one-of>
            </emma:emma>
          </inkml:annotationXML>
          <inkml:trace contextRef="#ctx0" brushRef="#br0" timeOffset="32285.76">14082 9249 73 0,'0'0'264'0,"0"0"-5"0,0 0-5 0,0 0-9 16,0 0-7-16,0 0-9 0,0 0-9 0,0 0-3 16,0 0-12-16,0 0-8 0,0 0 6 0,0 0-2 15,0 0-5-15,0 0 2 0,0 0 1 0,0 0 7 16,0 0-4-16,0 0 10 0,0 0-4 0,0 0 1 16,0 0-1-16,0 0-2 0,0 0 1 0,0 0-14 15,0 0-3-15,0 0-16 0,28 0-8 0,-18-3-9 16,9 2-8-16,-1-2-14 0,1-1-11 0,-1 2-10 15,4-2-21-15,3 1-5 0,-6 1-9 0,-2 0-7 16,0 2-7-16,-3 0-5 0,-5 0-8 0,0-1-10 16,-9 1-4-16,14-1-6 0,-14 1-26 0,9 0-31 15,-9 0-40-15,0 0-41 0,11 0-47 0,-11 0-40 16,0 0-38-16,0 0-47 0,0 0-53 0,0 0-65 16,0 0-55-16,0 0-359 0,-20 15-877 0,11-11 388 0</inkml:trace>
          <inkml:trace contextRef="#ctx0" brushRef="#br0" timeOffset="32676.29">14137 9457 227 0,'0'0'399'0,"0"0"11"0,0 0 3 0,0 0 7 16,0 0-4-16,0 0-6 0,0 0-8 0,0 0-8 15,-2 6-16-15,2-6-15 0,0 0-13 0,0 0-8 16,0 0-16-16,0 0-14 0,0 0-10 0,0 0-22 16,0 0-23-16,0 0-24 0,0 0-17 0,0 0-22 15,23-10-21-15,-17 7-13 0,8 0-16 0,-1-1-15 16,4-1-9-16,0-1-15 0,6 0-10 0,4-2-5 16,2 0-12-16,-2 3-25 0,-3-3-53 0,-2 2 0 15,-3 0 0-15,-1 1 0 0,-4 3 0 0,-1-2 0 16,-1 1 0-16,-2 1 0 0,-3-2 0 0,1 2 0 15,-8 2 0-15,10-2 0 0,-4 1 0 0,-6 1 0 16,0 0 0-16,9-4 0 0,-9 4 0 0,0 0 0 16,0 0 0-16,7-2 0 0,-7 2 0 0,0 0 0 15,0 0 0-15,0 0 0 0,0 0-34 0,0 0-144 0,0 0-26 16,0 0-31-16,0 0-33 0,0 0-30 16,0 0-31-16,0 0-20 0,0 0-23 0,0 0-34 15,0 0-43-15,0 0-22 0,0 0-296 0,0 0-830 16,0 0 367-16</inkml:trace>
        </inkml:traceGroup>
        <inkml:traceGroup>
          <inkml:annotationXML>
            <emma:emma xmlns:emma="http://www.w3.org/2003/04/emma" version="1.0">
              <emma:interpretation id="{801AF182-B82F-4BEE-8192-A0458E083970}" emma:medium="tactile" emma:mode="ink">
                <msink:context xmlns:msink="http://schemas.microsoft.com/ink/2010/main" type="inkWord" rotatedBoundingBox="15844,8972 17275,9025 17255,9540 15825,9487"/>
              </emma:interpretation>
              <emma:one-of disjunction-type="recognition" id="oneOf7">
                <emma:interpretation id="interp35" emma:lang="" emma:confidence="0.5">
                  <emma:literal>26</emma:literal>
                </emma:interpretation>
                <emma:interpretation id="interp36" emma:lang="" emma:confidence="0">
                  <emma:literal>246</emma:literal>
                </emma:interpretation>
                <emma:interpretation id="interp37" emma:lang="" emma:confidence="0">
                  <emma:literal>2616</emma:literal>
                </emma:interpretation>
                <emma:interpretation id="interp38" emma:lang="" emma:confidence="0">
                  <emma:literal>2646</emma:literal>
                </emma:interpretation>
                <emma:interpretation id="interp39" emma:lang="" emma:confidence="0">
                  <emma:literal>2416</emma:literal>
                </emma:interpretation>
              </emma:one-of>
            </emma:emma>
          </inkml:annotationXML>
          <inkml:trace contextRef="#ctx0" brushRef="#br0" timeOffset="35890.64">15858 9246 145 0,'0'0'296'0,"-4"-6"-1"0,4 6-9 0,-1-8-2 16,1 8 5-16,-2-9-10 0,2 9 2 0,-2-12 0 16,-1 6 11-16,3 6 10 0,-1-12 8 0,0 6 4 15,-1-2 5-15,2 8-1 0,-1-14-3 0,0 7-6 16,1 7-10-16,1-13-12 0,-1 6-10 0,-1-2-22 15,2 0-9-15,2-1-21 0,-1 2-17 0,1 2-30 16,1-3-15-16,1-1-17 0,0-1-12 0,3 0-17 16,1 1-10-16,0 2-25 0,5-2 4 0,-5 2-11 15,5 0-8-15,1 1-5 0,-3 0-9 0,1 2-13 16,-2 1 3-16,3 1-15 0,-4 0 5 0,3 2-4 0,1-1 1 16,-3 4-24-16,2-1-6 0,-1 2 0 15,1 0 0-15,-2 2 0 0,-1-1 0 0,-1 1 0 16,1 4 0-16,-2-1 0 0,0-1 0 0,-2 2 0 0,0 2 0 15,-2 2 0-15,0 0 0 0,-4-1 0 0,0 4 0 16,-3 9 0-16,0-6 0 0,-5 6 0 0,0-1 0 16,1-7 0-16,-1 0 0 0,-3-1 0 15,-5 4 0-15,2-4 0 0,1 0 0 0,-2-1 0 0,1 0 0 16,0-1 0-16,2 0 0 0,-2-3 0 0,3 2 0 16,2-2 0-16,1-3 0 0,-1 1 0 0,4-5 0 15,-2 4 0-15,3-1 0 0,0-2 0 0,-1 0 0 16,1 1 0-16,0 0 0 0,4-6 0 0,-5 10 0 15,1-6 0-15,4-4 0 0,-6 7 0 0,6-7 0 16,-3 4 0-16,3-4 0 0,0 0 0 0,0 0 0 16,-1 9 0-16,1-9 0 0,0 0 0 0,0 0 0 15,0 0 0-15,11 8 0 0,-3-7 0 0,3 0 0 16,6 1 0-16,2-4 0 0,4 2 0 0,4 0 0 16,6-2 0-16,-6 0 0 0,3-1 0 0,-2 1 0 15,-8 0 0-15,2 0 0 0,-4 1 0 0,0 0 0 16,-7 0 0-16,1-1 0 0,-2 1 0 0,-4 0 0 0,-6 1 0 15,14 0 0-15,-14 0 0 0,11-1 0 16,-11 1 0-16,7-1 0 0,-7 1 0 0,0 0 0 0,7-3 0 16,-7 3 0-16,0 0 0 0,0 0 0 15,0 0 0-15,7-2-310 0,-7 2-160 0,0 0-63 0,0 0-61 16,0 0-454-16,0 0-1134 0,0-11 501 0</inkml:trace>
          <inkml:trace contextRef="#ctx0" brushRef="#br0" timeOffset="36171.9">16439 9324 211 0,'0'0'381'0,"7"-10"36"15,-5 6 18-15,-2 4 14 0,5-11 6 0,-2 5-1 16,-3 6-10-16,2-7-2 0,-2 7-7 0,3-7-6 16,-3 7-15-16,0 0-29 0,0 0-29 0,4-5-35 15,-4 5-31-15,0 0-25 0,0 0-32 0,0 0-19 16,0 0-28-16,4-6-21 0,-4 6-19 0,0 0-20 15,0 0-7-15,0 0-13 0,0 0-13 0,2 22-11 16,-3-15-2-16,2 3-22 0,-2 1-58 0,0-2 0 16,1 2 0-16,-2 1 0 0,0 0 0 0,1 1 0 15,-1 0 0-15,0-2 0 0,2-1 0 0,-2 1 0 16,2-3-3-16,0 3-178 0,0-11-47 0,2 12-45 16,-1-6-27-16,0 0-36 0,-1-6-21 0,8 7-28 15,-1-6-47-15,-7-1-30 0,19-1-6 0,-9-1-327 0,3-1-861 16,-3 0 382-16</inkml:trace>
          <inkml:trace contextRef="#ctx0" brushRef="#br0" timeOffset="36437.53">16622 9360 54 0,'0'0'174'0,"3"-11"40"15,-2 6 28-15,-1 5 18 0,3-8 17 0,-3 8 22 0,1-7 22 16,-1 7 9-16,2-9 5 0,-2 9 8 0,0 0 2 16,2-6 0-16,-2 6-14 0,0 0-12 15,0 0-22-15,0 0-25 0,0 0-25 0,0 0-25 0,0 0-21 16,0 0-14-16,0 0-19 0,0 0-20 0,0 0-5 15,0 0-11-15,0 0-14 0,0 0-11 0,5 21 2 16,-5-13-20-16,1 2-12 0,-1-3 5 0,1 0-16 16,0 1-11-16,2 2 1 0,-2-1-5 0,2-1-2 15,0 1-7-15,-1-4-14 0,1 1-20 0,-1 1-21 16,2-1-27-16,-1 1-34 0,3-3-42 0,-4 2-40 16,2-1-39-16,-4-5-28 0,9 7-44 0,-6-4-31 15,-3-3-49-15,0 0-41 0,0 0-23 0,0 0-26 16,13-10-260-16,-13 10-754 0,0-11 334 0</inkml:trace>
          <inkml:trace contextRef="#ctx0" brushRef="#br0" timeOffset="36671.85">16508 9315 23 0,'-9'-3'340'0,"0"1"27"16,-2-2 32-16,3 1 29 0,1 1 25 0,-1-3 17 15,-1 2 12-15,9 3 5 0,-9-3 6 0,9 3-2 16,-8-4 3-16,8 4-12 0,-5-4-27 0,5 4-32 15,0 0-40-15,-5-6-41 0,5 6-36 0,0 0-33 16,16-13-28-16,-5 9-26 0,6-5-83 0,-1 2-136 16,5 2 0-16,-1 1 0 0,1 1 0 0,7-3 0 15,-1 2 0-15,-7 0 0 0,-2 1 0 0,2 1-18 16,-2 1-193-16,0 0-39 0,0-2-37 0,-1 0-44 16,-3 1-33-16,0 2-30 0,1-3-38 0,1 2-34 15,1-2-28-15,-5 1-330 0,1-2-893 0,-1 1 394 0</inkml:trace>
          <inkml:trace contextRef="#ctx0" brushRef="#br0" timeOffset="37156.11">16956 9087 247 0,'1'-7'427'0,"-1"7"28"0,5-6 24 15,-5 6 20-15,1-10-3 0,-1 10-8 0,2-9-18 0,-2 9-3 16,2-9-9-16,-2 9-5 0,0 0-19 0,2-8-26 15,-2 8-26-15,0 0-21 0,1-6-28 0,-1 6-25 16,0 0-29-16,0 0-26 0,0 0-30 0,0 0-20 16,0 0-135-16,0 0-68 0,1-8 0 0,-1 8 0 15,0 0 0-15,0 0 0 0,0 0 0 0,0 0 0 16,0 0 0-16,0 0 0 0,-2 30 0 0,0-18 0 16,1 3 0-16,0 3 0 0,-1 1 0 0,0-1 0 15,1 1 0-15,-1 6 0 0,4-6 0 0,-2 0 0 16,0 1 0-16,1-1 0 0,-1 0 0 0,1 6 0 15,2-6 0-15,-2-1 0 0,3 0 0 0,0-1 0 16,2 0 0-16,-1 0 0 0,3-3 0 0,1 0 0 16,2 0 0-16,2-3 0 0,2 0 0 0,2-2 0 15,-1-2 0-15,1-2 0 0,2-2 0 0,-2 1 0 16,-3-4 0-16,0 0 0 0,4-5 0 0,-6 3 0 16,1-4 0-16,-1 0 0 0,2-3 0 0,-5 1 0 15,-1-1 0-15,-2 0 0 0,2-3 0 0,-6 3 0 16,1-2 0-16,-1-2 0 0,-4 3 0 0,-1-2 0 15,-1 1 0-15,-3 2 0 0,0-1 0 0,0 1 0 0,-5 3 0 16,2-1 0-16,-2 3 0 0,0 0 0 0,-1 1 0 16,1 0 0-16,0 3 0 0,0-1 0 15,1 2 0-15,-1 1 0 0,-1 2-206 0,2-4-132 0,1 6-36 16,-2-3-31-16,2 1-30 0,0 0-50 0,3-3-38 16,-2 2-382-16,3 0-979 0,0-1 434 0</inkml:trace>
        </inkml:traceGroup>
        <inkml:traceGroup>
          <inkml:annotationXML>
            <emma:emma xmlns:emma="http://www.w3.org/2003/04/emma" version="1.0">
              <emma:interpretation id="{F34E409E-5507-4F32-841F-0BA65967A0FA}" emma:medium="tactile" emma:mode="ink">
                <msink:context xmlns:msink="http://schemas.microsoft.com/ink/2010/main" type="inkWord" rotatedBoundingBox="17730,9030 19757,9106 19731,9803 17704,9727">
                  <msink:destinationLink direction="with" ref="{A8955D7D-1FBA-4901-BC1A-EFD1B73805B7}"/>
                </msink:context>
              </emma:interpretation>
              <emma:one-of disjunction-type="recognition" id="oneOf8">
                <emma:interpretation id="interp40" emma:lang="" emma:confidence="0.5">
                  <emma:literal>(r-rig)</emma:literal>
                </emma:interpretation>
                <emma:interpretation id="interp41" emma:lang="" emma:confidence="0">
                  <emma:literal>(r-rip)</emma:literal>
                </emma:interpretation>
                <emma:interpretation id="interp42" emma:lang="" emma:confidence="0">
                  <emma:literal>(r-r;)</emma:literal>
                </emma:interpretation>
                <emma:interpretation id="interp43" emma:lang="" emma:confidence="0">
                  <emma:literal>(r-r;]</emma:literal>
                </emma:interpretation>
                <emma:interpretation id="interp44" emma:lang="" emma:confidence="0.5">
                  <emma:literal>(r -r;)</emma:literal>
                </emma:interpretation>
              </emma:one-of>
            </emma:emma>
          </inkml:annotationXML>
          <inkml:trace contextRef="#ctx0" brushRef="#br0" timeOffset="40173.67">17882 9163 280 0,'0'0'369'16,"4"-10"7"-16,-4 10-7 0,1-10-11 0,1 3 6 15,-2 7 2-15,2-10-4 0,0 4 1 0,-2 6-5 16,0-11 2-16,0 11-26 0,1-11-4 0,-1 11-6 16,0-10-11-16,0 10-10 0,-3-9-32 0,3 9-11 15,0 0-36-15,-1-8-10 0,1 8-37 0,0 0-21 16,0 0-17-16,0 0-18 0,0 0-12 0,0 0-17 0,0 0-12 16,0 0-1-16,0 0-5 0,-16 21 3 15,5-3 7-15,2 7-10 0,-1 2 6 0,-3-2-8 16,0 2 1-16,3 1-4 0,-3-3-19 0,2 3 11 15,-2-3-35-15,3 0-26 0,0-1 0 0,-2-1 0 0,4 1 0 16,1 0 0-16,0 0 0 0,5-6 0 16,2 3 0-16,2-2 0 0,2-2 0 0,3 0 0 15,7 5 0-15,-2-4 0 0,5-1 0 0,5 0 0 0,-2 0 0 16,1-3 0-16,-3-3 0 0,-2-1-184 0,1 1-53 16,-2-3-49-16,0 0-57 0,-3-2-46 0,1-1-49 15,-4 0-47-15,1-4-61 0,-1-1-335 0,1-1-954 16,0-1 422-16</inkml:trace>
          <inkml:trace contextRef="#ctx0" brushRef="#br0" timeOffset="44900.26">17993 9292 183 0,'0'0'264'0,"0"0"-7"0,0 0 1 0,0 0-4 0,2-10-4 16,-2 10-2-16,0 0 9 0,0 0-7 16,0 0 6-16,0 0-1 0,-8-11 3 0,8 11-3 15,-2-6-4-15,2 6 5 0,-4-6 3 0,4 6 2 0,0 0 3 16,-4-6-4-16,4 6-8 0,0 0-7 0,0 0-6 15,0 0-11-15,-3-7-21 0,3 7-24 0,0 0-18 16,0 0-21-16,0 0-11 0,0 0-14 0,0 0-19 16,13-6-2-16,-13 6-22 0,14 3-8 0,-5 2-5 15,0 0-12-15,1 2-7 0,-1-2-4 0,0 2-7 16,1 2-2-16,-1 0 1 0,-2 0-5 0,2-1-10 16,-2 3-3-16,-3-2-2 0,1 1-5 0,-1 1-1 15,-1 0-10-15,-2-1-3 0,2-1-5 0,-3-2-4 16,0 2 2-16,-2 0-5 0,0-2 3 0,-1 0-5 15,0 0 6-15,3-7-3 0,-6 9 8 0,3-6 4 16,3-3-2-16,-5 7 4 0,5-7 5 0,-5 4 3 16,5-4 1-16,0 0 6 0,0 0 9 0,0 0 0 15,0 0 13-15,-9-12-7 0,9 12 5 0,6-18-6 16,-4 8 9-16,7-5 3 0,-1 0 1 0,2-2-6 16,1 1-4-16,2-1-1 0,4-3-2 0,-4 6-4 15,-1-1-10-15,1 0 13 0,1 5-14 0,0-1 5 16,-4 3-4-16,1 1-6 0,0 1 5 0,-3-1-9 15,-2 3 5-15,-1 0-9 0,2 0 1 0,-7 4 0 0,7-4-9 16,-7 4-15-16,7-4-15 0,-7 4-18 16,0 0-22-16,10 2-26 0,-10-2-34 0,5 6-43 15,-5-6-43-15,5 9-44 0,-4-4-40 0,-1-5-31 16,0 9-36-16,0-2-42 0,0-7-38 0,0 10-327 0,0-10-850 16,0 8 376-16</inkml:trace>
          <inkml:trace contextRef="#ctx0" brushRef="#br0" timeOffset="45493.85">18268 9480 355 0,'0'0'379'0,"0"0"-24"0,0 0-14 0,0 0-23 0,0 0-5 16,-14-6-9-16,14 6-1 0,0 0-13 0,0 0-1 16,-4-7-5-16,4 7-13 0,0 0-5 0,0 0-11 15,0 0-10-15,0-11-19 0,0 11-21 0,0 0-23 16,0 0-16-16,7-11-17 0,-7 11-17 0,11-5-12 16,-5 4-17-16,-6 1-13 0,13-4-4 0,-5 3-12 15,3 1-9-15,0 0-6 0,-11 0-5 0,19 1-9 16,-13 2-3-16,2-2-9 0,0 2-5 0,2-1-4 15,-5 0-1-15,1 1-4 0,0 1-2 0,-1 1-2 16,0 1 0-16,-3-1-4 0,-2-5-3 0,3 12-1 16,-2-6-1-16,-1-6 3 0,-4 14-2 0,3-7-2 15,-3 5 2-15,0-4-3 0,-1 0 4 0,-2 1-6 16,-1 0 3-16,-1 0-1 0,0-2 1 0,0 2 0 16,0-2 2-16,0 1 0 0,1-2 2 0,2 0 2 15,0-2 0-15,2 0 5 0,4-4 6 0,-9 5 5 16,9-5 4-16,-5 5 12 0,5-5 11 0,-4 3 11 0,4-3 0 15,0 0 12-15,0 0 5 0,0 0 4 0,0 0-11 16,0 0 3-16,12 9 6 0,-12-9-2 16,17-1-1-16,-8-1-7 0,4 2-7 0,-1 0-2 15,0-1-11-15,4 1 0 0,-2-2-4 0,4-1 5 0,-2 1-17 16,2 2-10-16,0-1 3 0,-5 1-2 0,0-2-29 16,-2 1 0-16,-1 1 0 0,-3 0 0 0,-7 0 0 15,16-2 0-15,-9 1 0 0,-7 1 0 0,10 0 0 16,-10 0 0-16,0 0 0 0,10-3-12 0,-10 3-97 15,0 0-29-15,0 0-40 0,10 0-50 0,-10 0-54 16,0 0-32-16,0 0-56 0,7-4-80 0,-7 4-80 16,9-5-400-16,-6 1-1008 0,-3 4 446 0</inkml:trace>
          <inkml:trace contextRef="#ctx0" brushRef="#br0" timeOffset="45837.53">18741 9463 381 0,'0'0'446'0,"0"0"6"0,1-6-5 16,-1 6-13-16,0 0-20 0,0 0-20 0,0 0-26 16,0 0-14-16,0 0-10 0,0 0-16 0,0 0-14 15,0 0-15-15,2-7-23 0,-2 7-6 0,0 0-9 16,0 0-35-16,0 0-19 0,6-5-25 0,-6 5-18 15,9-3-18-15,0 0-3 0,1 0-23 0,2 2-9 16,0-1-15-16,1-2-4 0,0 3 0 0,4 0-14 16,-3 0-8-16,-2 0-3 0,-1-3-7 0,0 4-7 15,-2 0-7-15,-9 0-7 0,15-1 2 0,-10-1-14 16,-5 2 3-16,11-1-1 0,-11 1-4 0,9-1-5 16,-9 1-9-16,0 0-28 0,0 0-20 0,9-1-42 15,-9 1-34-15,0 0-44 0,0 0-44 0,0 0-50 0,0 0-46 16,0 0-37-16,9-1-36 0,-9 1-55 0,0 0-47 15,0 0-396-15,0 0-939 0,5-6 415 16</inkml:trace>
          <inkml:trace contextRef="#ctx0" brushRef="#br0" timeOffset="46337.4">19055 9340 92 0,'0'0'378'15,"0"0"9"-15,2-11 17 0,-2 11-15 0,0-7-9 16,0 7-20-16,1-7-12 0,-1 7-6 16,3-8-18-16,-3 8-19 0,0 0-23 0,0-8-24 0,0 8-21 15,3-6-21-15,-3 6-28 0,7-5-15 0,-7 5-19 16,0 0-20-16,9-4-13 0,-9 4-16 0,13 0-12 16,-5 1-10-16,3 2-7 0,-2-1-9 0,2 3-8 15,-1 0-7-15,1 2-6 0,0 0-5 0,1 4-4 16,0 0-2-16,-2 0-7 0,-2-2-2 0,1 5-4 15,0 0-2-15,-1 1 0 0,-3-3-3 0,-1-1-2 16,-2 2-4-16,1-1-1 0,-3-1-4 0,0 0 4 16,-1 0-6-16,-3-1-4 0,1-2 2 0,1 0-5 15,-1-2 1-15,0 0 2 0,3-6 0 0,-5 7 1 16,5-7 6-16,-5 6 1 0,5-6 4 0,0 0-1 16,0 0 9-16,0 0 11 0,0 0 11 0,0 0 6 0,-10-17-3 15,10 10 7-15,0 7 7 0,4-19 0 16,0 8-6-16,-2-1-1 0,3 0 3 0,0-3 6 15,-1 1-8-15,4-2-3 0,-1 5 0 0,0-3-13 16,-1 3 2-16,2 1-9 0,-1 0-1 0,-2 1-1 0,1 0-6 16,0 4 1-16,0-2-9 0,0 3 3 0,-3-2-3 15,-3 6-4-15,6-6-4 0,-6 6 0 16,7-7 0-16,-7 7-12 0,4-4-12 0,-4 4-12 16,0 0-15-16,0 0-24 0,5-5-24 0,-5 5-18 0,0 0-24 15,0 0-17-15,0 0-27 0,0 0-36 0,16 9-16 16,-16-9-14-16,6 5-14 0,-3-2-25 0,-1 4-25 15,-2-7-36-15,4 8-37 0,-1-4-27 16,-1 4-239-16,1-3-701 0,-3-5 310 0</inkml:trace>
          <inkml:trace contextRef="#ctx0" brushRef="#br0" timeOffset="46727.95">19398 9508 36 0,'0'0'386'0,"0"0"7"16,0 0 8-16,0 0-11 0,0 0-3 0,0 0-12 16,0 0-7-16,9-13-7 0,-9 13-3 0,0 0-10 15,1-8-18-15,-1 8-14 0,0 0-16 0,0-8-7 16,0 8-17-16,0 0-18 0,1-8-11 0,-1 8-21 16,0 0-14-16,0 0-17 0,0 0-33 0,0 0-9 15,0 0-26-15,0 0-16 0,0 0-12 0,0 0-10 16,0 0-14-16,0 0-7 0,0 0-17 0,0 0 2 15,0 0-7-15,0 0 0 0,0 0-8 0,0 0-7 16,4 29-2-16,-4-21 3 0,-1 2-5 0,0 0-5 16,1-2 3-16,0 1-8 0,0 0 3 0,-2 1-1 15,0-4-6-15,2-6 2 0,1 16-2 0,-1-8-16 16,-4-2-2-16,4-6-21 0,0 11-18 0,0-11-11 0,4 11-16 16,-4-11-20-16,1 10-12 0,-1-10-16 15,4 4-12-15,-4-4-16 0,0 0-24 0,4 8-18 16,-4-8-29-16,8 3-27 0,-8-3-29 0,9-1-18 15,-9 1-29-15,0 0-31 0,15-7-49 0,-11 4-50 0,1-3-237 16,1-3-746-16,2 1 330 0</inkml:trace>
          <inkml:trace contextRef="#ctx0" brushRef="#br0" timeOffset="47165.33">19617 9172 13 0,'0'0'362'16,"1"-13"3"-16,-1 6 4 0,1-2-8 0,-1 9-10 15,4-12 11-15,-3 5-7 0,-1 7-5 0,3-10-12 16,-3 10-22-16,2-6-25 0,-2 6-25 0,0 0-32 16,5-6-25-16,-5 6-18 0,0 0-20 0,0 0-18 15,0 0-14-15,0 0-9 0,17 12-15 0,-11-4-9 16,2 2-1-16,0 4 1 0,3 3 1 0,-3 1 0 15,3 5 6-15,2 0-5 0,-5 2-7 0,-3-1-1 16,3 0-1-16,-4 1-7 0,-2-6-6 0,3 6 12 16,-5 0-17-16,-1-6-5 0,-2 4-3 0,-2 3 7 15,-1-2 10-15,-3-1-15 0,-3 0-7 0,0 1 2 16,-4-2-2-16,-2-1-9 0,-3 1-3 0,1-3-7 16,-1 1-10-16,-1-2 3 0,-2-3-3 0,-1 0-2 15,0-2-9-15,4-3 0 0,3-1-2 0,1 0-1 16,0-1 1-16,7-2-7 0,-1-2-2 0,5 0-3 0,-1-1-4 15,1-2 5-15,6-1-9 0,-10 5 5 16,10-5 0-16,-5 3 3 0,5-3-13 0,0 0 0 16,-8 3-19-16,8-3-11 0,0 0-19 0,0 0-23 15,0 0-22-15,-6 4-33 0,6-4-34 0,0 0-43 0,0 0-36 16,0 0-43-16,0 0-20 0,0 0-36 16,0 0-48-16,0 0-55 0,0 0-50 0,0 0-309 15,0 0-865-15,0 0 382 0</inkml:trace>
          <inkml:trace contextRef="#ctx0" brushRef="#br0" timeOffset="143951.66">19536 9365 31 0,'0'0'118'16,"0"0"-4"-16,0 0-2 0,0 0-1 0,0 0 9 16,0 0 2-16,0 0 9 0,0 0-5 0,0 0-3 15,0 0 1-15,0 0-8 0,0 0 3 0,0 0-5 16,0 0 0-16,0 0 1 0,0 0-5 0,0 0 2 16,0 0-4-16,0 0 0 0,0 0 3 0,-22-9-10 15,22 9-1-15,0 0-4 0,0 0-2 0,0 0-6 16,0 0-2-16,-9-3 2 0,9 3 1 0,0 0-7 15,0 0 1-15,-7-3-2 0,7 3 1 0,0 0 5 0,0 0-6 16,0 0-1-16,0 0 1 0,0 0-5 16,0 0 0-16,0 0 6 0,0 0-11 0,-7-3-1 15,7 3-12-15,0 0-1 0,0 0-12 0,0 0-3 16,0 0 1-16,0 0-11 0,0 0-1 0,0 0-1 0,0 0-3 16,0 0-9-16,0 0-7 0,0 0 5 15,0 0-5-15,0 0-4 0,0 0 3 0,0 0-7 16,0 0-1-16,0 0 1 0,0 0-6 0,0 0 0 0,0 0 0 15,0 0-1-15,0 0 2 0,0 0 1 0,0 0-3 16,0 0 10-16,0 0-12 0,-5 11 8 0,5-11-5 16,0 0 9-16,-8 3-3 0,8-3-1 0,0 0 2 15,-6 1-2-15,6-1 7 0,0 0-12 0,-11 0 4 16,11 0 1-16,0 0 3 0,0 0 1 0,0 0-2 16,-9 0 9-16,9 0 4 0,0 0-11 0,0 0 11 15,0 0-7-15,0 0 15 0,0 0-11 0,0 0-1 16,0 0 0-16,0 0 0 0,0 0 3 0,0 0-3 15,0 0 4-15,0 0 4 0,0 0-5 0,0 0-2 16,0 0-2-16,0 0-4 0,0 0-6 0,0 0 8 16,0 0-4-16,0 0-6 0,0 0 5 0,0 0 0 15,0 0-5-15,0 0-1 0,0 0-2 0,0 0-2 16,0 0-3-16,0 0 0 0,0 0 13 0,0 0-27 16,0 0 6-16,0 0-2 0,0 0 0 0,0 0 2 15,0 0-3-15,0 0-3 0,0 0 1 0,0 0-1 16,0 0 1-16,0 0 6 0,0 0 0 0,0 0 2 15,0 0 5-15,0 0 2 0,0 0-2 0,0 0 1 0,0 0 6 16,0 0-2-16,0 0 9 0,0 0-11 0,0 0 19 16,0 0 6-16,0 0 5 0,0 0 15 0,0 0-14 15,0 0 1-15,-3-9 4 0,3 9-7 16,0 0 3-16,0 0-8 0,-1-10 3 0,1 10 1 0,0 0-5 16,0 0 0-16,0 0-5 0,0 0-8 0,0 0 4 15,2-14-2-15,-2 14-9 0,0 0 5 0,7-2-5 16,-7 2-8-16,0 0 6 0,9 0-6 0,-9 0-4 15,0 0 3-15,0 0-7 0,12 7-8 0,-12-7 2 16,6 2-3-16,-6-2 2 0,5 3-10 0,-5-3 7 16,0 0-4-16,4 6 7 0,-4-6 3 0,0 0-4 15,2 8 2-15,-2-8-2 0,0 0-1 0,0 0 0 16,0 8 4-16,0-8 2 0,0 0-4 0,0 0 10 16,-5 10-2-16,5-10 4 0,-4 4 8 0,4-4-2 15,0 0-3-15,0 0 2 0,-10 3 6 0,10-3 6 16,0 0 15-16,-10 0-2 0,10 0 12 0,0 0 11 15,0 0-12-15,-12-8 4 0,12 8-5 0,0 0 8 16,-4-7 2-16,4 7-1 0,0 0 4 0,-5-7 4 16,5 7-13-16,0 0-8 0,0 0-5 0,0 0 2 0,0 0-14 15,0 0-8-15,8-13-6 0,-8 13-2 16,0 0-11-16,8-1 0 0,-8 1-9 0,0 0-2 16,12 1 4-16,-12-1-12 0,0 0-6 0,8 5 3 15,-8-5-6-15,6 4 6 0,-6-4 4 0,4 2 2 0,-4-2-7 16,0 0 9-16,0 0-5 0,3 8 2 0,-3-8 7 15,0 0 1-15,0 0 0 0,0 9 5 16,0-9 20-16,0 0-7 0,0 0-4 0,0 0 2 16,-10 6-2-16,10-6 12 0,-7 2-9 0,7-2 10 0,-8 1 7 15,8-1-11-15,0 0 5 0,0 0 5 0,-11-1-8 16,11 1 9-16,0 0-3 0,0 0 20 0,-10-5-13 16,10 5 8-16,0 0-3 0,-5-3-2 15,5 3 2-15,0 0-2 0,-4-8-5 0,4 8-1 0,0 0 7 16,0 0-8-16,0 0-8 0,0 0 8 0,0 0-5 15,11-9 7-15,-11 9-10 0,0 0-1 0,8-1 2 16,-8 1-6-16,0 0 1 0,0 0-3 0,0 0-3 16,0 0-9-16,0 0 6 0,13 1 5 0,-13-1-10 15,0 0 7-15,0 0-1 0,0 0-4 0,0 0 3 16,0 0-4-16,0 0-1 0,0 0 1 0,0 0-9 16,0 0-2-16,0 0-15 0,0 0-13 0,0 0-19 15,0 0-23-15,0 0-30 0,0 0-50 0,0 0-44 16,0 0-49-16,0 0-184 0,0 0-498 0,0 0 220 15</inkml:trace>
        </inkml:traceGroup>
      </inkml:traceGroup>
    </inkml:traceGroup>
    <inkml:traceGroup>
      <inkml:annotationXML>
        <emma:emma xmlns:emma="http://www.w3.org/2003/04/emma" version="1.0">
          <emma:interpretation id="{610435CA-69CC-462B-BB95-8BCCF8F63798}" emma:medium="tactile" emma:mode="ink">
            <msink:context xmlns:msink="http://schemas.microsoft.com/ink/2010/main" type="paragraph" rotatedBoundingBox="16597,9916 19546,10098 19481,11151 16532,10969" alignmentLevel="3"/>
          </emma:interpretation>
        </emma:emma>
      </inkml:annotationXML>
      <inkml:traceGroup>
        <inkml:annotationXML>
          <emma:emma xmlns:emma="http://www.w3.org/2003/04/emma" version="1.0">
            <emma:interpretation id="{6A92D354-C2D0-40BA-A1CD-8CE1C25C85A1}" emma:medium="tactile" emma:mode="ink">
              <msink:context xmlns:msink="http://schemas.microsoft.com/ink/2010/main" type="line" rotatedBoundingBox="16597,9916 19546,10098 19481,11151 16532,10969"/>
            </emma:interpretation>
          </emma:emma>
        </inkml:annotationXML>
        <inkml:traceGroup>
          <inkml:annotationXML>
            <emma:emma xmlns:emma="http://www.w3.org/2003/04/emma" version="1.0">
              <emma:interpretation id="{6C0A81C8-3FA1-470F-A904-FA89E96A5579}" emma:medium="tactile" emma:mode="ink">
                <msink:context xmlns:msink="http://schemas.microsoft.com/ink/2010/main" type="inkWord" rotatedBoundingBox="16588,10072 17223,10111 17188,10688 16552,10649"/>
              </emma:interpretation>
              <emma:one-of disjunction-type="recognition" id="oneOf9">
                <emma:interpretation id="interp45" emma:lang="" emma:confidence="0.5">
                  <emma:literal>In</emma:literal>
                </emma:interpretation>
                <emma:interpretation id="interp46" emma:lang="" emma:confidence="0">
                  <emma:literal>in</emma:literal>
                </emma:interpretation>
                <emma:interpretation id="interp47" emma:lang="" emma:confidence="0">
                  <emma:literal>Inn</emma:literal>
                </emma:interpretation>
                <emma:interpretation id="interp48" emma:lang="" emma:confidence="0">
                  <emma:literal>On</emma:literal>
                </emma:interpretation>
                <emma:interpretation id="interp49" emma:lang="" emma:confidence="0">
                  <emma:literal>on</emma:literal>
                </emma:interpretation>
              </emma:one-of>
            </emma:emma>
          </inkml:annotationXML>
          <inkml:trace contextRef="#ctx0" brushRef="#br0" timeOffset="51442.89">16594 10106 168 0,'-3'-6'443'0,"3"6"27"0,0 0 18 16,0 0 9-16,0-10 0 0,0 10-3 15,0 0 3-15,0 0-14 0,0 0-12 0,0-10-19 16,0 10-22-16,0 0-25 0,0 0-31 0,0 0-32 0,0 0-33 16,0 0-28-16,-2-8-31 0,2 8-27 0,0 0-29 15,0 0-17-15,0 0-21 0,0 0-66 0,0 0-90 16,0 0 0-16,0 0 0 0,9 31 0 16,-7-20 0-16,5 6 0 0,-6 3 0 0,3 5 0 0,-2-1 0 15,2 1 0-15,-4 0 0 0,3 1 0 0,-1-1 0 16,0 1 0-16,0 0 0 0,-2 0 0 15,2-7 0-15,-2 6 0 0,1-5 0 0,-2-3 0 0,1 2 0 16,1 6 0-16,-2-7 0 0,1-1 0 0,1 0 0 16,-1-5 0-16,0 4 0 0,0-7 0 0,1 2 0 15,-2 0 0-15,0-4 0 0,2 0 0 0,-1-7 0 16,1 10 0-16,-1-10 0 0,1 8 0 0,-1-8 0 16,3 6 0-16,-3-6 0 0,0 0 0 0,0 0-163 15,6 2-212-15,-6-2-61 0,0 0-58 0,9-12-62 16,-1 3-44-16,-3 0-329 0,3-1-1004 0,-1-1 445 15</inkml:trace>
          <inkml:trace contextRef="#ctx0" brushRef="#br0" timeOffset="51911.51">16837 10387 310 0,'8'-6'412'0,"-5"3"40"0,-3 3 18 0,8-4 0 0,-8 4-15 16,6-3-20-16,-6 3-21 0,0 0-19 0,0 0-17 15,0 0-27-15,0 0-29 0,0 0-29 0,0 0-25 16,0 0-27-16,0 0-30 0,0 0-21 16,0 0-16-16,0 0-21 0,0 0-5 0,9 9-23 0,-6-3-9 15,0 0-20-15,-1 1-4 0,2 1-8 0,-2 1-12 16,0 0-4-16,1-2-6 0,0 2-13 0,-2-1 2 16,2 2-5-16,-1-4-6 0,0 3-18 0,0-4 15 15,-2-5-7-15,2 12-11 0,0-8-7 0,-2-4-7 16,1 8-6-16,-1-8 2 0,3 8-2 0,-3-8-7 15,0 0 11-15,5 4 5 0,-5-4 0 0,0 0-4 16,10-2 1-16,-10 2 1 0,9-6-5 0,-5 1 4 16,6-2 1-16,-5-1-3 0,3 1 3 0,-1 1-1 15,0-2 5-15,-1 1 5 0,2-1-1 0,-3 1 14 16,2 3 9-16,-1-1-4 0,0 1 5 0,-2-1 8 16,3 2 0-16,-7 3-5 0,9-7 0 0,-4 4 4 15,-5 3-8-15,7-1-7 0,-7 1 0 0,8-2-3 16,-8 2-5-16,0 0 0 0,12 5-12 0,-12-5-10 15,10 6 0-15,-5-2 0 0,-3 0 0 0,2 2 0 16,0 0 0-16,1 1 0 0,0-1 0 0,-1 1 0 16,0-1 0-16,0-1 0 0,1 2 0 0,-1 0 0 0,-3-2 0 15,2 1 0-15,2 0-34 0,-5-6-110 0,5 10-54 16,-3-5-40-16,-2-5-39 0,6 6-35 0,-3-4-36 16,-3-2-40-16,13 3-64 0,-13-3-77 0,13-5-350 15,-3 3-951-15,7-5 420 0</inkml:trace>
        </inkml:traceGroup>
        <inkml:traceGroup>
          <inkml:annotationXML>
            <emma:emma xmlns:emma="http://www.w3.org/2003/04/emma" version="1.0">
              <emma:interpretation id="{48467387-F9F3-4403-A2B6-B9CCD37D787A}" emma:medium="tactile" emma:mode="ink">
                <msink:context xmlns:msink="http://schemas.microsoft.com/ink/2010/main" type="inkWord" rotatedBoundingBox="17494,9972 19546,10098 19481,11151 17429,11025"/>
              </emma:interpretation>
              <emma:one-of disjunction-type="recognition" id="oneOf10">
                <emma:interpretation id="interp50" emma:lang="" emma:confidence="0.5">
                  <emma:literal>(rprt)</emma:literal>
                </emma:interpretation>
                <emma:interpretation id="interp51" emma:lang="" emma:confidence="0">
                  <emma:literal>(reprint)</emma:literal>
                </emma:interpretation>
                <emma:interpretation id="interp52" emma:lang="" emma:confidence="0">
                  <emma:literal>(reprise)</emma:literal>
                </emma:interpretation>
                <emma:interpretation id="interp53" emma:lang="" emma:confidence="0">
                  <emma:literal>(522/74)</emma:literal>
                </emma:interpretation>
                <emma:interpretation id="interp54" emma:lang="" emma:confidence="0">
                  <emma:literal>(722/74)</emma:literal>
                </emma:interpretation>
              </emma:one-of>
            </emma:emma>
          </inkml:annotationXML>
          <inkml:trace contextRef="#ctx0" brushRef="#br0" timeOffset="52317.68">17593 10159 56 0,'4'-10'424'0,"1"2"31"0,0-1-1 16,-2 2-2-16,0 1-9 0,-1-1-10 0,-2 7-18 15,4-11-15-15,-4 11-21 0,1-8-11 0,-1 8-28 16,4-8-22-16,-4 8-27 0,0 0-28 0,0 0-24 16,0 0-24-16,0-9-28 0,0 9-24 0,0 0-15 15,0 0-22-15,0 0-18 0,0 0-2 0,0 0-7 16,-10 24-12-16,2-10 8 0,0 3 9 0,-3 6-7 16,2 2 12-16,-3 2-4 0,1 2-4 0,2-1-6 0,-5 2-8 15,3 1-6-15,0-2-7 0,1 3-7 16,-1-1-5-16,3-1-3 0,0-1-4 0,3 3-24 15,0-4-31-15,1 2 0 0,2-2 0 0,2 1 0 0,2 2 0 16,2-1 0-16,4-1 0 0,-1-2 0 0,2-1 0 16,-1-8 0-16,2 0 0 0,0-2 0 0,-1-3 0 15,0-3 0-15,-1 0 0 0,1 0 0 16,-1-1-10-16,-1-3-128 0,0 1-30 0,0-2-32 0,0-1-31 16,2-3-36-16,-3 0-33 0,-6-1-27 0,14-2-17 15,-5 0-27-15,-3-1-39 0,3-1-37 0,0-2-37 16,-1-1-265-16,0 0-812 0,-1-4 359 0</inkml:trace>
          <inkml:trace contextRef="#ctx0" brushRef="#br0" timeOffset="54008.5701">17878 10176 230 0,'0'0'274'0,"0"0"0"0,-5-7-3 0,5 7-3 0,0 0 3 15,0 0-1-15,0 0 0 0,0 0-10 16,0 0-2-16,0 0 2 0,0 0 0 0,0 0-1 0,0 0-7 16,1-9-4-16,-1 9-11 0,0 0-4 0,0 0-5 0,0 0-10 15,0 0-11-15,0 0-10 0,0 0-6 0,0 0-20 16,0 0-19-16,7-11-9 0,-7 11-17 16,0 0-13-16,0 0-15 0,0 0-8 0,4-3-10 15,-4 3-10-15,0 0-9 0,10 1-7 0,-10-1-6 0,14 4-5 16,-8-1-8-16,1 1-3 0,2 2-3 0,-2-1-5 15,2 2-2-15,-1 1-4 0,2 0-2 0,-3 1 0 16,0 1 4-16,1-1-8 0,-2 1-5 0,1-1 3 16,-2 1-3-16,0-1-8 0,-2 1-8 0,-1-3-8 15,1 3-6-15,-3-4-2 0,0 0-3 0,0-6-8 16,1 11-1-16,-1-11 2 0,-2 11 2 0,2-11 6 16,-6 10 1-16,6-10 2 0,-1 6 4 0,1-6 7 15,-4 5 3-15,4-5 7 0,0 0 7 0,0 0 12 16,0 0 11-16,-6 3 17 0,6-3 15 0,0 0 9 15,0 0 7-15,-4-16 15 0,4 16-9 0,0-15 14 16,2 7 6-16,1-3-13 0,0 0 2 0,-1-2-15 16,2 1-11-16,1-3-1 0,0 4-3 0,2-3-13 15,-2 3 3-15,0 0-17 0,1 0 1 0,-1 2-5 16,2 0-2-16,-2 3-5 0,0-3 11 0,-1 4-15 16,1 0-3-16,-5 5 7 0,6-7-8 0,-1 4 0 15,-5 3-7-15,5-5-8 0,-5 5-13 0,0 0-25 16,7-5-9-16,-7 5-28 0,0 0-20 0,5-3-28 15,-5 3-30-15,0 0-30 0,0 0-37 0,0 0-39 0,0 0-24 16,0 0-13-16,10 6-19 0,-10-6-21 16,5 6-29-16,-5-6-21 0,4 9-21 0,-1-5-23 15,-3-4-234-15,5 11-721 0,-4-6 320 0</inkml:trace>
          <inkml:trace contextRef="#ctx0" brushRef="#br0" timeOffset="54539.69">18177 10365 313 0,'0'0'415'0,"0"0"-5"0,0 0-9 0,0 0-10 15,0 0-13-15,0 0-17 0,0 0-18 0,0 0-19 16,5-22-20-16,-1 18-26 0,-4 4-23 0,6-6-23 15,-6 6-22-15,7-4-17 0,-7 4-15 0,9-4-23 16,-3 3-20-16,-6 1-11 0,11-5-11 0,-5 4-14 16,-6 1-11-16,13 0-8 0,-13 0-9 0,11 1-9 15,-4 1-5-15,-7-2-7 0,12 4-3 0,-6 0-11 16,-6-4 0-16,9 4-6 0,-7-2-5 0,3 3 0 16,0-1-2-16,-5-4-7 0,4 9-1 0,-3-4-1 15,1 2 0-15,-2-7 0 0,0 14-5 0,-2-7-2 16,0 0 3-16,-1 1-3 0,-2 1 0 0,2-1-2 15,-4 2 1-15,2-3-5 0,-2 1 5 0,2-2 0 16,-1-1 0-16,0 1 0 0,2-2-3 0,4-4 8 16,-8 8 14-16,8-8 10 0,-5 5 10 0,5-5 13 15,-6 5 15-15,6-5 14 0,0 0 18 0,-5 3 14 16,5-3 10-16,0 0-11 0,0 0-3 0,0 0-17 16,0 0-11-16,24-3 2 0,-14 0-7 0,4 0-12 15,2-1-8-15,0 0-6 0,2 1-8 0,0-1 3 16,0 2-15-16,0-2-1 0,2 2-8 0,-1-1-1 0,-1 1 1 15,0 1-15-15,-5-2 11 0,0 2-6 16,-2 0-6-16,-4 1-3 0,-7 0-8 0,12-1-17 16,-12 1-19-16,10 0-18 0,-10 0-27 0,0 0-26 0,12 0-26 15,-12 0-34-15,6 1-33 0,-6-1-33 0,0 0-35 16,5 5-28-16,-5-5-29 0,0 0-44 0,0 0-43 16,0 0-37-16,0 0-53 0,-15 8-253 15,15-8-819-15,0 0 363 0</inkml:trace>
          <inkml:trace contextRef="#ctx0" brushRef="#br0" timeOffset="55945.61">18801 10058 194 0,'0'0'214'0,"0"0"2"0,0 0 8 0,4-5 1 16,-4 5 5-16,0 0-3 0,0 0 11 0,0 0-13 0,0 0 9 16,0 0 2-16,0 0 6 0,0 0 6 0,0 0-8 15,0 0 2-15,0 0 0 0,0 0 0 16,0 0 3-16,0 0-8 0,0 0 1 0,0 0-12 0,0 0-10 16,0 0-15-16,0 0-13 0,0 0-13 0,0 0-22 15,0 0-12-15,0 0-18 0,0 0-10 0,0 0-20 16,0 0-10-16,0 0-7 0,0 0-10 0,0 0-10 15,0 0-2-15,-4 23-1 0,0-9-4 0,-1 3 4 16,-2 7 3-16,-1 2 8 0,0 0 7 0,2 4 10 16,-3-4-2-16,-1 3 0 0,-1 0 6 0,1 1 2 15,0 0 2-15,-3 0 5 0,2-1 5 0,-2-2-15 16,-1 5-4-16,0-3-2 0,-4 2 3 0,0 13-2 16,1-16-9-16,4 7 1 0,0-5-65 0,1 4-6 15,2 0 0-15,-2-3 0 0,5-2 0 0,-1-1 0 16,0-1 0-16,1-2 0 0,2-1 0 0,-2-5 0 15,4 1 0-15,1-2 0 0,-1-1 0 0,0-1 0 16,0-5 0-16,1 4 0 0,2-5 0 0,-4 1 0 16,2-4 0-16,2 1 0 0,0-8 0 0,-2 11 0 0,2-5 0 15,0-6 0-15,-3 8 0 0,3-8 0 16,0 0 0-16,0 8 0 0,0-8 0 0,0 0 0 16,0 0 0-16,0 0 0 0,0 0 0 0,0 0 0 0,0 0-147 15,0 0-116-15,0 0-58 0,0 0-47 0,19-19-43 16,-12 10-59-16,3-4-62 0,-2 2-415 0,4-4-1025 15,-4-2 454-15</inkml:trace>
          <inkml:trace contextRef="#ctx0" brushRef="#br0" timeOffset="56476.7401">18847 10385 228 0,'4'-10'336'0,"-4"10"-2"16,0 0-8-16,4-6-22 0,-4 6-20 0,0 0-6 16,0 0-24-16,0 0-27 0,0 0-11 0,4-5-24 15,-4 5-22-15,0 0-8 0,0 0-21 0,0 0-1 16,0 0-8-16,10 11-1 0,-5-2-14 0,0-3 2 15,3 4-4-15,-3 0-8 0,0 2-10 0,4 2-5 16,-3 0-10-16,2 1 1 0,-4-3-14 0,2 2-5 16,-3-2-5-16,-2 1-1 0,2 0-7 0,-2-2-5 15,0 2-5-15,-1-4-2 0,0 2-3 0,-1-2-7 16,0 1-5-16,-2-2 2 0,3-8-2 0,-4 11 4 0,2-7-4 16,-1 3-2-16,3-7 1 0,-6 6 10 15,6-6 9-15,-8 4 18 0,8-4 16 0,-5 2 13 16,5-2 10-16,0 0-2 0,0 0 4 0,0 0-4 15,-6-17 2-15,6 11 6 0,0 6-7 0,3-19 1 0,0 9-7 16,2-1-7-16,1-2-2 0,3-1-8 0,-1 0-6 16,5 0 3-16,-3 1-16 0,2 1-5 15,0 1-6-15,-1 2-3 0,0-1-3 0,0 2-7 0,1 1-5 16,-2-2-3-16,0 4-6 0,-1-1-3 0,-2 3 1 16,-2 1-4-16,3-1-1 0,-8 3 6 0,7-5-22 15,-2 3-19-15,-5 2-18 0,8-4-31 0,-8 4-25 16,0 0-29-16,11 6-36 0,-11-6-40 0,8 7-35 15,-5-4-25-15,-1 3-18 0,-2-6-21 0,4 12-30 16,-2-6-29-16,-1 1-24 0,-1-7-13 0,0 12-271 16,1-4-724-16,-1-8 320 0</inkml:trace>
          <inkml:trace contextRef="#ctx0" brushRef="#br0" timeOffset="56836.02">19067 10618 308 0,'0'0'414'0,"0"0"4"0,0 0 9 0,0 0-4 15,0 0-2-15,0 0-13 0,0 0-11 0,0 0-15 16,0 0-16-16,11-20-16 0,-11 20-20 0,0 0-19 16,3-6-28-16,-3 6-19 0,0 0-22 0,0 0-31 15,0 0-18-15,0 0-21 0,0 0-22 0,0 0-23 16,0 0-12-16,0 0-15 0,0 0-4 0,0 0-10 0,0 0-9 15,0 0-11-15,8 19-1 0,-7-15-3 16,-1 7-17-16,3 0 6 0,-3-4-7 0,1 4-11 0,0 4 1 16,0-2-7-16,-1-3 9 0,3 1-13 15,-2-2-1-15,0 3-5 0,-1-1-3 0,0-1-1 0,-1 1 3 16,-3-3-1-16,3 2-10 0,1-3-11 0,0-7-8 16,-1 12-20-16,1-12-22 0,0 9-16 0,0-9-21 15,0 8-18-15,0-8-21 0,0 0-18 0,0 0-26 16,-1 7-32-16,1-7-39 0,0 0-53 0,0 0-39 15,0 0-54-15,16-20-47 0,-8 11-375 0,1-4-883 16,2-3 391-16</inkml:trace>
          <inkml:trace contextRef="#ctx0" brushRef="#br0" timeOffset="57335.9">19402 10169 138 0,'-1'-11'371'0,"-2"4"-7"16,3 7 7-16,-1-8-4 0,1 8-7 0,-2-9-11 16,2 9-8-16,0 0-1 0,-2-8-2 0,2 8-10 15,0 0-10-15,0 0-20 0,0 0-21 0,0 0-20 16,0 0-16-16,0 0-24 0,0 0-20 0,0 0-21 15,0 0-13-15,0 0-19 0,0 0-13 0,0 0-17 0,0 0-10 16,0 0-14-16,0 0-5 0,14 16-14 0,-5-2-2 16,2 2-7-16,5 4-10 0,-5 5 3 15,4 0-6-15,-3 2-5 0,-2 1-4 0,3 0 3 16,-7-1-3-16,0 2-5 0,-1-1 1 0,-3 0-3 0,0 1 9 16,-4 0-1-16,-2 0-4 0,-2 3-4 0,-2-2 1 15,-3 1-1-15,-3-3-1 0,-4 2-7 0,0-2-1 16,-2-3-9-16,-2-1 6 0,-1-3 4 0,-2 2-6 15,0 2-6-15,-2-4 0 0,2-2-3 0,1-2 1 16,1-2 2-16,4-4-6 0,3-1 0 0,0 1 0 16,5-4 0-16,-1 0-8 0,5-2 4 0,-2 1-9 15,4-2 13-15,-3-1-1 0,2 1-2 0,2 0 0 16,4-4-4-16,-7 3-14 0,7-3-9 0,-6 3-14 16,6-3-9-16,0 0-23 0,0 0-26 0,0 0-30 15,0 0-32-15,0 0-53 0,0 0-35 0,0 0-44 16,0 0-34-16,0 0-44 0,-5-13-57 0,5 13-54 15,1-11-304-15,-1 11-848 0,5-17 376 0</inkml:trace>
          <inkml:trace contextRef="#ctx0" brushRef="#br0" timeOffset="146185.57">19145 10507 45 0,'0'0'199'0,"8"-12"-10"15,-8 12-2-15,0 0-16 0,0 0-11 0,0 0-16 0,0 0-14 16,0 0-14-16,0 0-13 0,0 0-7 0,0 0-12 16,0 0-8-16,0 0-3 0,0 0-8 15,0 0-7-15,0 0-2 0,0 0-8 0,0 0-2 16,0 0-9-16,0 0 3 0,15 10-6 0,-15-10-1 0,0 0-7 16,0 0-3-16,2 8 0 0,-2-8-1 0,0 0-3 15,0 0-5-15,2 6 2 0,-2-6-4 0,0 0-2 16,0 0 4-16,0 8-2 0,0-8-1 15,0 0-5-15,0 0 3 0,0 0 0 0,0 0 0 0,0 0 4 16,0 0 5-16,-2 10 3 0,2-10 8 0,0 0 3 16,0 0 8-16,0 0 6 0,0 0 4 0,0 0 11 15,0 0-3-15,0 0 5 0,0 0 3 0,0 0-1 16,0 0 3-16,0 0 2 0,0 0 3 0,0 0 6 16,0 0-11-16,0 0-4 0,0 0 7 0,0 0-15 15,0 0 6-15,0 0-15 0,0 0 1 0,0 0 12 16,0 0-25-16,0 0 0 0,0 0-4 0,0 0-11 15,0 0 0-15,0 0-9 0,0 0 9 0,0 0-21 16,0 0-7-16,0 0 0 0,0 0-12 0,0 0-5 16,0 0 2-16,0 0-5 0,18-7-2 0,-18 7-1 15,5 5-5-15,-5-5 0 0,0 0 1 0,4 5-3 16,-4-5 2-16,3 6-2 0,-3-6 2 0,0 0 1 16,2 5 5-16,-2-5 5 0,0 0-3 0,0 0 5 15,0 0 4-15,0 0 0 0,-9 9 2 0,9-9 0 16,0 0 7-16,-8 2 4 0,8-2 12 0,0 0 6 15,-8 2 5-15,8-2 10 0,0 0 8 0,0 0 10 16,0 0 3-16,-12-6 3 0,12 6 2 0,0 0 3 16,-6-5 7-16,6 5 0 0,-4-8 0 0,4 8 2 15,0 0 8-15,-1-8-17 0,1 8 9 0,0 0-6 0,0 0-7 16,0 0-5-16,2-13-1 0,-2 13-16 16,0 0-5-16,9-5 6 0,-9 5-13 0,8-4 7 15,-8 4-14-15,9 0 0 0,-9 0-7 0,0 0-5 16,13 4-6-16,-13-4 1 0,7 0-8 0,-7 0-1 0,7 3-8 15,-7-3 0-15,5 4 4 0,-5-4-9 0,0 0 7 16,0 0-3-16,3 6 4 0,-3-6 4 0,0 0 1 16,0 0 4-16,0 0 5 0,0 0 1 15,0 0 5-15,-13 7-7 0,13-7 2 0,-8 3 4 0,8-3 2 16,-9 1 2-16,9-1 16 0,0 0-8 0,-10 1 20 16,10-1 11-16,0 0 2 0,0 0 5 0,0 0 3 15,0 0 7-15,-10-5-8 0,10 5-1 0,0 0 6 16,0 0-16-16,-2-7 2 0,2 7-2 0,0 0-15 15,0 0 1-15,0 0-13 0,0 0-7 0,0 0-6 16,14-6-8-16,-14 6-6 0,7-2-8 0,-7 2 1 16,0 0 9-16,0 0-18 0,14 2 1 0,-14-2-3 15,5 4 8-15,-5-4-11 0,0 0 8 0,6 3-6 16,-6-3-1-16,4 4 2 0,-4-4-1 0,0 0 0 16,0 0-5-16,3 6-2 0,-3-6 3 0,0 0 14 15,0 0 0-15,0 0-3 0,0 0 4 0,-9 12 8 16,9-12-4-16,0 0 6 0,-7 2 2 0,7-2 1 15,0 0-1-15,-7 3 15 0,7-3 16 0,0 0 8 16,0 0 10-16,0 0 4 0,0 0 7 0,0 0 10 16,0 0-11-16,0 0 5 0,-12-10-11 0,12 10 6 15,0 0-9-15,0 0-10 0,0 0-7 0,0 0-8 16,0 0-7-16,0 0-33 0,0 0-21 0,0 0-38 16,15-11-41-16,-15 11-49 0,0 0-65 0,0 0-72 15,12 1-301-15,-12-1-663 0,0 0 293 0</inkml:trace>
        </inkml:traceGroup>
      </inkml:traceGroup>
    </inkml:traceGroup>
    <inkml:traceGroup>
      <inkml:annotationXML>
        <emma:emma xmlns:emma="http://www.w3.org/2003/04/emma" version="1.0">
          <emma:interpretation id="{27CF4E9A-B221-42F7-AC63-86F2CD994636}" emma:medium="tactile" emma:mode="ink">
            <msink:context xmlns:msink="http://schemas.microsoft.com/ink/2010/main" type="paragraph" rotatedBoundingBox="12661,11027 25622,11399 25560,13569 12599,131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B24FA75-C338-4FE1-A58D-AAD71CB116C4}" emma:medium="tactile" emma:mode="ink">
              <msink:context xmlns:msink="http://schemas.microsoft.com/ink/2010/main" type="line" rotatedBoundingBox="12661,11027 25622,11399 25588,12589 12627,12217"/>
            </emma:interpretation>
          </emma:emma>
        </inkml:annotationXML>
        <inkml:traceGroup>
          <inkml:annotationXML>
            <emma:emma xmlns:emma="http://www.w3.org/2003/04/emma" version="1.0">
              <emma:interpretation id="{6F1BEB79-7152-4214-988E-76644C21A4A4}" emma:medium="tactile" emma:mode="ink">
                <msink:context xmlns:msink="http://schemas.microsoft.com/ink/2010/main" type="inkWord" rotatedBoundingBox="12661,11027 14155,11070 14131,11905 12637,11862"/>
              </emma:interpretation>
              <emma:one-of disjunction-type="recognition" id="oneOf11">
                <emma:interpretation id="interp55" emma:lang="" emma:confidence="0.5">
                  <emma:literal>Is</emma:literal>
                </emma:interpretation>
                <emma:interpretation id="interp56" emma:lang="" emma:confidence="0">
                  <emma:literal>#Is</emma:literal>
                </emma:interpretation>
                <emma:interpretation id="interp57" emma:lang="" emma:confidence="0">
                  <emma:literal>II's</emma:literal>
                </emma:interpretation>
                <emma:interpretation id="interp58" emma:lang="" emma:confidence="0">
                  <emma:literal>Ian</emma:literal>
                </emma:interpretation>
                <emma:interpretation id="interp59" emma:lang="" emma:confidence="0">
                  <emma:literal>AFs</emma:literal>
                </emma:interpretation>
              </emma:one-of>
            </emma:emma>
          </inkml:annotationXML>
          <inkml:trace contextRef="#ctx0" brushRef="#br0" timeOffset="59554.13">12778 11222 322 0,'0'0'325'16,"0"0"-4"-16,-2-7 6 0,2 7-6 0,0 0 10 15,0 0 3-15,2-10 8 0,-2 10 9 0,0 0 3 0,0 0 1 16,-2-9-5-16,2 9-6 0,0 0 1 0,0 0-7 15,2-10-10-15,-2 10-9 0,0 0-11 0,0 0-10 16,0 0-23-16,0 0-19 0,0 0-21 0,2-7-22 16,-2 7-24-16,0 0-14 0,0 0-21 0,0 0-12 15,0 0-19-15,0 0-17 0,0 0-96 0,0 0-10 16,0 0 0-16,0 0 0 0,5 26 0 16,-5-15 0-16,-2 1 0 0,2 5 0 0,0 2 0 0,-3-2 0 15,1 2 0-15,-6 4 0 0,3 2 0 0,-1 3 0 16,-4-3 0-16,1 0 0 0,1 0 0 0,-6 2 0 15,5-3 0-15,0-1 0 0,0-2 0 0,0 1 0 16,2-7 0-16,1 1 0 0,0 0 0 0,2-5 0 16,0-2 0-16,-1-1 0 0,7 1 0 0,-5-2 0 15,3-7 0-15,-1 12 0 0,1-12 0 0,-4 6 0 16,4-6 0-16,0 0 0 0,0 0 0 0,2 9 0 16,-2-9 0-16,0 0-251 0,0 0-83 0,13-2-70 15,-13 2-74-15,14-7-82 0,-5-2-468 0,2 0-1112 16,0-7 492-16</inkml:trace>
          <inkml:trace contextRef="#ctx0" brushRef="#br0" timeOffset="59975.9">12814 11250 25 0,'0'0'374'0,"2"-10"9"15,-2 10-5-15,4-8-7 0,-4 8 1 0,4-4-9 16,-4 4-8-16,0 0-6 0,4-10-1 0,-4 10-8 16,0 0-12-16,0-6-17 0,0 6-15 0,0 0-15 15,0 0-15-15,0 0-18 0,0 0-14 0,0 0-14 16,3-8-34-16,-3 8-21 0,0 0-23 0,0 0-13 16,0 0-17-16,0 0-10 0,0 0-11 0,10 21-5 15,-5-12 2-15,2 4 5 0,-3 1-9 0,3 4 3 16,-1-1-1-16,1-1 4 0,1 11-8 0,0-9-3 15,-3 1-10-15,3-1 3 0,-3 6-8 0,2-5-5 16,-3-1-15-16,3 6-4 0,-3-5 2 0,-2 0-5 16,5 5-8-16,-4-6 2 0,1 1-12 0,-1-3 9 15,-1-1-12-15,0 2 0 0,0-2 3 0,0-2 2 16,0-2-6-16,1 0-3 0,-3-2 2 0,2 0-14 16,2-2 0-16,-4-1 0 0,0-6 0 0,3 12 0 15,-3-12 0-15,3 7 0 0,-3-7 0 0,4 6-52 16,-4-6-30-16,0 0-21 0,0 7-38 0,0-7-48 15,0 0-65-15,0 0-42 0,0 0-45 0,0 0-30 16,0 0-37-16,0 0-40 0,-4-25-42 0,4 25-346 0,-6-14-906 16,4 4 400-16</inkml:trace>
          <inkml:trace contextRef="#ctx0" brushRef="#br0" timeOffset="60288.34">12785 11565 225 0,'0'0'344'0,"0"0"18"16,0 0 12-16,-7-1 18 0,7 1 7 0,0 0 10 0,0 0 7 16,0 0-3-16,0 0-7 0,-8-3-8 0,8 3-9 15,0 0 6-15,0 0-31 0,0 0-13 0,0 0-11 16,0 0-21-16,0 0-15 0,0 0-25 0,0 0-24 16,0 0-21-16,0 0-23 0,0 0-22 0,27-8-19 15,-10 5-20-15,1 1-47 0,3 0-103 0,1 2 0 16,7-2 0-16,0-2 0 0,-2 0 0 0,-6 4 0 15,-2 0 0-15,2 1 0 0,-3-2 0 0,-5 2 0 16,0 1 0-16,-1-2 0 0,-1 1 0 0,-4-1 0 16,-7 0 0-16,10 0 0 0,-10 0 0 0,10 1 0 15,-10-1 0-15,7 0-258 0,-7 0-42 0,0 0-34 16,9 3-36-16,-9-3-19 0,0 0-33 0,0 0-38 16,0 0-43-16,0 0-357 0,0 0-931 0,0 0 413 15</inkml:trace>
          <inkml:trace contextRef="#ctx0" brushRef="#br0" timeOffset="61788.2">13316 11758 100 0,'0'0'280'0,"17"-16"1"0,-17 16-3 0,0 0-7 16,0 0-11-16,0 0 1 0,0 0-1 0,0 0 1 15,0 0-7-15,0 0-3 0,0 0-13 0,0 0-1 16,0 0-5-16,0 0-2 0,0 0 3 0,0 0-4 0,0 0-1 16,0 0-3-16,2-10-4 0,-2 10-9 15,0 0-4-15,0 0-4 0,0-7-16 0,0 7-13 16,0 0-12-16,3-6-14 0,-3 6-14 0,0 0-19 15,4-7-1-15,-4 7-22 0,5-5-5 0,-5 5-7 0,5-5-12 16,-5 5-12-16,8-5-9 0,-8 5-1 16,9 0-4-16,-9 0-6 0,10-1-8 0,-10 1 1 15,10 2-12-15,-10-2 3 0,11 4 0 0,-3-2-8 16,-4 1-3-16,1 2 6 0,-1 1-7 0,2-2-4 0,-1 3 0 16,-3 0 0-16,3 3 1 0,-5-3-5 0,2-2 2 15,1 4-1-15,-6 0-4 0,3 2 5 0,-2-1-6 16,-3 0 1-16,1-2 1 0,-1 1-6 0,-3-1-3 15,-1 0 5-15,-1-1-10 0,-1 0 0 0,0-1 0 16,-3-1 3-16,4 1 4 0,0-4-3 0,-1 1 5 16,4 0 1-16,-1-1-1 0,2-1 6 0,6-1 3 15,-13-1 5-15,13 1 12 0,-10-2 8 0,10 2 7 16,-8-6 9-16,4 1-7 0,4 5 0 0,-2-10-3 16,-1 4-5-16,3 6-3 0,-2-12 4 0,0 5-11 15,2 7 2-15,0-12 4 0,0 12-10 0,2-12 4 16,-2 6-2-16,0 6-8 0,2-10 5 0,-2 10-5 15,0-8-4-15,0 8 4 0,0 0-2 0,2-8-3 16,-2 8 0-16,0 0 0 0,0 0-5 0,0 0-3 16,3-6-5-16,-3 6-3 0,0 0 4 0,0 0-3 15,0 0 0-15,0 0 1 0,0 0 4 0,0 0 0 16,0 0 0-16,0 0 6 0,2 22-9 0,0-16 13 16,-2-6-13-16,-4 12-9 0,4-12-7 0,2 12-7 15,-2-6-5-15,0-6-9 0,0 11-6 0,0-11-7 0,2 9-7 16,-2-9-7-16,0 9-1 0,0-9 1 0,3 7 5 15,-3-7 3-15,0 0 7 0,5 6 1 16,-5-6 9-16,6 1 5 0,-6-1 5 0,0 0 5 16,15-4 4-16,-15 4-2 0,16-4 5 0,-11-1 4 0,1 3 11 15,4-2-3-15,-1-1 9 0,-3 1 10 0,1-1 7 16,2 0 9-16,-4 0 7 0,-5 5 4 0,8-8 8 16,-1 5 4-16,-3 0 1 0,-4 3 6 15,8-5 7-15,-8 5-6 0,6-3-2 0,-6 3 0 0,7-4-9 16,-7 4-4-16,4-4-7 0,-4 4-2 0,0 0-2 15,0 0-5-15,7-3-3 0,-7 3-3 0,0 0 0 16,14 3-3-16,-8 1-3 0,1-2 5 0,2 2-6 16,0 0 0-16,0 0-22 0,0 1-25 0,2 1-23 15,-2-2-39-15,0 1-35 0,3 1-38 0,-4-3-34 16,1 0-29-16,-1 0-25 0,-2-2-27 0,-6-1-37 16,13 0-39-16,-6-2-47 0,2-2-37 0,-9 4-242 15,11-7-746-15,-6 1 330 0</inkml:trace>
          <inkml:trace contextRef="#ctx0" brushRef="#br0" timeOffset="62381.7901">12711 11113 247 0,'0'0'334'16,"0"0"5"-16,0 0 3 0,0 0 15 0,0 0-17 15,0 0 4-15,0 0-6 0,0 0-6 0,-7-5-9 16,7 5-10-16,0 0-16 0,0 0-18 0,0 0-14 16,0 0-16-16,0 0-15 0,0 0-12 0,-9-3-14 15,9 3-9-15,0 0-7 0,0 0-2 0,0 0 5 16,0 0-3-16,0 0 8 0,0 0-3 0,0 0-12 15,0 0-9-15,0 0-15 0,0 0-13 0,0 0-17 16,23-7-24-16,-1 5-5 0,5-1-1 0,3-1-15 16,6-1-4-16,1 3-12 0,16-4-7 0,-1 1-12 15,0 1-51-15,-12-1 0 0,-2 3 0 0,-1-1 0 16,3-1 0-16,-8 1 0 0,-3 3 0 0,0-1 0 16,-8 0 0-16,-1 2 0 0,-2-1 0 0,-7 0 0 0,-1-1 0 15,-4 1 0-15,-6 0 0 0,13 0 0 16,-13 0 0-16,12 1 0 0,-12-1 0 0,6 1 0 15,-6-1 0-15,7 3 0 0,-7-3 0 0,0 0-96 16,0 0-37-16,4 6-28 0,-4-6-29 0,0 0-39 0,0 0-51 16,0 0-56-16,0 0-49 0,-13 13-76 0,13-13-67 15,-8 4-371-15,8-4-974 0,-8 2 432 0</inkml:trace>
          <inkml:trace contextRef="#ctx0" brushRef="#br0" timeOffset="62756.83">13890 11622 22 0,'0'0'363'16,"-9"-3"9"-16,9 3 4 0,-8-3 8 0,8 3 8 15,0 0 7-15,-5-2-4 0,5 2-1 0,0 0-10 0,0 0-14 16,0 0-20-16,0 0-22 0,0 0-25 0,0 0-30 16,0 0-25-16,11-13-24 0,-4 9-27 15,5 0-23-15,-1 1-15 0,2 1-16 0,3 0-14 0,-3 0-16 16,1 2-9-16,3-2-14 0,-3 2-9 0,-3-2-7 15,0 2-16-15,1 2-35 0,-3-4-33 0,-9 2-40 16,16-1-48-16,-16 1-57 0,11 0-71 0,-7-1-70 16,-4 1-45-16,0 0-42 0,0 0-32 0,8 5-32 15,-8-5-304-15,0 0-812 0,0 0 359 0</inkml:trace>
          <inkml:trace contextRef="#ctx0" brushRef="#br0" timeOffset="62975.53">13900 11700 263 0,'-2'4'387'16,"2"-4"24"-16,0 0 20 0,0 0 3 0,-3 8 1 16,3-8-15-16,0 0-11 0,0 0-12 0,0 0-20 15,0 0-18-15,0 0-31 0,0 0-32 0,0 0-29 16,0 0-27-16,18 0-24 0,-18 0-21 0,16-3-20 16,-7 1-16-16,2 1-19 0,3-1-15 0,-3 1-6 15,-1-1-13-15,4-1-21 0,-1 2-9 0,-1 0-26 16,3-1-35-16,-3 1-36 0,-1-3-45 0,-2 0-44 15,3 2-48-15,-1-2-60 0,-2 2-57 0,-1 2-45 0,-8 0-63 16,12-2-50-16,-5 0-54 0,-7 2-254 0,10-2-803 16,-10 2 355-16</inkml:trace>
        </inkml:traceGroup>
        <inkml:traceGroup>
          <inkml:annotationXML>
            <emma:emma xmlns:emma="http://www.w3.org/2003/04/emma" version="1.0">
              <emma:interpretation id="{DE076572-8C24-459D-9CCA-BDE390ECD3C1}" emma:medium="tactile" emma:mode="ink">
                <msink:context xmlns:msink="http://schemas.microsoft.com/ink/2010/main" type="inkWord" rotatedBoundingBox="14726,11178 18144,11276 18126,11913 14708,11815"/>
              </emma:interpretation>
              <emma:one-of disjunction-type="recognition" id="oneOf12">
                <emma:interpretation id="interp60" emma:lang="" emma:confidence="0.5">
                  <emma:literal>Arithmetic</emma:literal>
                </emma:interpretation>
                <emma:interpretation id="interp61" emma:lang="" emma:confidence="0.5">
                  <emma:literal>An thematic</emma:literal>
                </emma:interpretation>
                <emma:interpretation id="interp62" emma:lang="" emma:confidence="0">
                  <emma:literal>An thymotic</emma:literal>
                </emma:interpretation>
                <emma:interpretation id="interp63" emma:lang="" emma:confidence="0">
                  <emma:literal>Anthimeria</emma:literal>
                </emma:interpretation>
                <emma:interpretation id="interp64" emma:lang="" emma:confidence="0">
                  <emma:literal>Arithmetical</emma:literal>
                </emma:interpretation>
              </emma:one-of>
            </emma:emma>
          </inkml:annotationXML>
          <inkml:trace contextRef="#ctx0" brushRef="#br0" timeOffset="67131.15">14794 11443 156 0,'0'0'385'16,"2"-6"-7"-16,-2 6 3 0,5-8 2 0,-5 8 3 15,4-7-1-15,-4 7-2 0,4-7 5 0,-4 7-21 16,0 0 7-16,4-7 0 0,-4 7-3 0,2-7 2 0,-2 7-12 16,3-6-11-16,-3 6-5 0,0 0-13 0,0 0-23 15,0 0-25-15,3-6-27 0,-3 6-23 16,0 0-22-16,0 0-29 0,0 0-17 0,0 0-92 0,0 0-74 16,0 0 0-16,0 0 0 0,0 0 0 0,0 0 0 15,8 14 0-15,-5-3 0 0,-3 5 0 0,-2 3 0 16,1 1 0-16,-5 5 0 0,1 2 0 0,-2-4 0 15,1 2 0-15,-3 2 0 0,-1-4 0 0,3-5 0 16,1 0 0-16,-3 0 0 0,0-1 0 0,0 0 0 16,5-1 0-16,-3-5 0 0,3 1 0 0,-1-3 0 15,2-3 0-15,1 0 0 0,-2 0 0 0,4-6 0 16,-3 8 0-16,3-8 0 0,-4 5 0 0,4-5 0 16,0 0 0-16,0 0 0 0,0 0 0 0,0 0 0 15,0 0 0-15,0 0 0 0,0 0 0 0,16-19 0 16,-11 8 0-16,4 1 0 0,-3-5 0 0,8-8 0 15,-3-1 0-15,2-2 0 0,-1-5 0 0,3 5 0 16,-1-4 0-16,3-14 0 0,-2 10 0 0,-2 0 0 16,7-10 0-16,-3 12 0 0,1 1 0 0,-4 1 0 15,4 4 0-15,-4 2 0 0,-5 6 0 0,1 3 0 16,-1 5 0-16,-1 0 0 0,-2 2 0 0,1 0 0 16,-5 3 0-16,2 0 0 0,-4 5 0 0,5-6 0 15,-5 6 0-15,0 0 0 0,0 0 0 0,11 20 0 0,-10-6 0 16,-2 4 0-16,1 0 0 0,-2 1 0 0,1 6 0 15,-1 2 0-15,0-3 0 0,-2 2 0 16,2-1 0-16,2 1 0 0,0-7 0 0,-2 0 0 0,2 6 0 16,0 1 0-16,2-7 0 0,-2 1 0 0,2-1 0 15,2 1 0-15,1-1 0 0,-2-1 0 0,4 1 0 16,-3-1 0-16,4-1 0 0,0 2 0 0,-2-3 0 16,1 0 0-16,0-1 0 0,-3-3 0 0,3-3 0 15,-2 2 0-15,1-4 0 0,-4 3 0 0,2-5 0 16,-1 0 0-16,-1 0 0 0,-2-5 0 0,6 7 0 15,-6-7 0-15,3 4 0 0,-3-4 0 0,0 0 0 16,0 0 0-16,0 0 0 0,0 0-214 0,0 0-136 16,0 0-43-16,0 0-33 0,-3-25-40 0,-5 14-58 15,6-1-18-15,-4 3-338 0,-2-6-952 0,-3 2 421 16</inkml:trace>
          <inkml:trace contextRef="#ctx0" brushRef="#br0" timeOffset="67365.47">14852 11590 222 0,'0'0'331'16,"-11"-4"25"-16,11 4 20 0,-8 0 37 0,8 0 31 16,0 0 12-16,-10-4 14 0,10 4 8 0,0 0 8 15,0 0 8-15,-8-3-7 0,8 3-15 0,0 0-26 16,0 0-20-16,0 0-31 0,0 0-35 0,0 0-32 16,0 0-34-16,0 0-28 0,0 0-75 0,0 0-191 15,23-6 0-15,-8 5 0 0,2 0 0 0,1-1 0 16,2 1 0-16,-2 1 0 0,12-3 0 0,-9 2 0 0,0-2 0 15,1 3 0-15,6-2 0 0,-12-2-214 0,5 3-168 16,-4 1-45-16,0-1-41 0,-3 1-45 0,-1 0-40 16,1 1-386-16,-1 2-1018 0,-2-1 450 15</inkml:trace>
          <inkml:trace contextRef="#ctx0" brushRef="#br0" timeOffset="67834.11">15255 11618 170 0,'0'0'402'0,"0"0"47"0,0 0 39 0,0 0 24 16,0 0-8-16,0 0-4 0,0 0-34 0,0 0-30 16,0 0-15-16,0 0-31 0,0 0-32 0,0 0-23 15,0 0-47-15,14-17-20 0,-14 17-35 0,6-4-36 16,-6 4-5-16,12 0-29 0,-12 0-20 0,16 2-14 16,-11 0-16-16,7 1-12 0,-1 2-6 0,-2 2-16 15,1 0-2-15,1 3-15 0,-2-2-6 0,1 2-4 16,-4-1-5-16,1 1-16 0,-2 1-20 0,0 0-16 15,-1-2-10-15,-1 1-20 0,0-1-6 0,-2-1-11 16,-1-8 1-16,-1 11 2 0,-2-4 2 0,3-7 3 16,-3 9 9-16,0-3 8 0,3-6 2 0,0 0 6 15,-6 5 7-15,6-5 0 0,0 0 23 0,0 0 14 16,0 0 4-16,0 0 11 0,0 0 3 0,0 0 8 16,-5-23 0-16,5 23-8 0,9-21-7 0,-4 11 3 15,2 0-11-15,4-2-3 0,-1-1 2 0,-1 6-4 0,0-1-2 16,0-2-6-16,1 5-5 0,1-1-4 0,0 4 3 15,1-2-1-15,0 2-6 0,1 2-2 16,-3 4 3-16,2-2 0 0,-3 0-6 0,1 4-4 16,-1-2 3-16,-2 2 0 0,2-1 1 0,-2 3 6 0,-4-3-7 15,3 3 3-15,-3-1-3 0,2 1 3 0,-3 1-2 16,0-2-14-16,-1-1-3 0,-1-6-2 0,1 12 4 16,-1-12-25-16,2 8-14 0,-2-8-12 15,1 8-20-15,-1-8-15 0,0 0-19 0,3 7-25 0,-3-7-38 16,0 0-51-16,0 0-41 0,0 0-45 0,0 0-44 15,0 0-48-15,14-13-53 0,-9 8-338 0,-1 0-872 16,-4 5 386-16</inkml:trace>
          <inkml:trace contextRef="#ctx0" brushRef="#br0" timeOffset="68005.94">15596 11523 204 0,'-1'-7'369'0,"1"7"6"16,0-13 19-16,0 3 1 0,0 10-12 0,0-9-11 15,0 9-23-15,1-10-21 0,-1 10-30 0,1-7-29 16,-1 7-32-16,0 0-26 0,0-9-28 0,0 9-48 16,0 0-68-16,0 0-57 0,0 0-81 0,0 0-75 15,8-2-82-15,-8 2-85 0,0 0-325 0,16 5-689 16,-16-5 306-16</inkml:trace>
          <inkml:trace contextRef="#ctx0" brushRef="#br0" timeOffset="68333.9901">15874 11463 339 0,'0'0'456'0,"4"-7"24"15,-4 7 24-15,4-8 7 0,-4 8-3 16,1-9-2-16,-1 9-4 0,3-8-13 0,0 3-14 16,-3 5-17-16,1-10-24 0,-1 10-22 0,0 0-27 15,-1-9-25-15,1 9-33 0,0 0-34 0,0 0-29 16,1-7-30-16,-1 7-25 0,0 0-164 0,0 0-45 0,0 0 0 15,0 0 0-15,0 0 0 0,0 0 0 16,0 0 0-16,-1 29 0 0,1-18 0 0,0 6 0 0,0 2 0 16,0 7 0-16,-3-6 0 0,3-1 0 0,-3 6 0 15,5 0 0-15,-5-5 0 0,2-1 0 0,-2 0 0 16,1 0 0-16,0-1 0 0,-1 0 0 16,0-1 0-16,-1 0 0 0,4-5 0 0,-1 0 0 0,0-2 0 15,-1-1 0-15,2-2 0 0,0-7 0 0,0 14 0 16,2-7 0-16,-2-7-280 0,2 7-88 0,-2-7-45 15,9 4-53-15,-9-4-55 0,0 0-40 0,14-4-370 16,-14 4-1008-16,12-8 447 0</inkml:trace>
          <inkml:trace contextRef="#ctx0" brushRef="#br0" timeOffset="68552.69">15733 11665 292 0,'-9'-3'414'0,"9"3"18"0,-8-3 15 15,8 3-6-15,0 0-4 0,-6-4-14 0,6 4-20 16,0 0-19-16,-7-6-25 0,7 6-30 0,0 0-33 16,0 0-31-16,0 0-26 0,0-8-25 0,0 8-26 15,0 0-31-15,12-8-26 0,-6 5-37 0,-6 3-48 16,18-4-48-16,-5 1-51 0,5-1-55 0,2 0-59 16,2 0-53-16,-3-2-50 0,3 5-53 0,5-4-63 15,2 3-358-15,-7-4-806 0,7 1 357 0</inkml:trace>
          <inkml:trace contextRef="#ctx0" brushRef="#br0" timeOffset="68958.84">16079 11508 423 0,'0'0'446'0,"-1"-6"28"0,1 6 22 16,-3-8 2-16,3 8-14 0,0 0-17 0,0 0-20 0,0 0-19 15,-2-7-15-15,2 7-45 0,0 0-29 16,0 0-25-16,0 0-35 0,0 0-34 0,0 0-25 15,0 0-21-15,0 0-24 0,0 0-17 0,0 0-20 16,0 0 1-16,0 0-22 0,2 31-16 0,1-22-11 0,-4 1-6 16,2 1-5-16,-2 0-12 0,2 1-4 0,-1 0-6 15,1 1-8-15,-1-4-13 0,0 2 0 16,0-3-19-16,0 1-9 0,0-9-17 0,-1 11-6 0,1-11-10 16,0 13-2-16,0-13-4 0,1 5 2 0,-1-5-1 15,0 0 6-15,1 6 3 0,-1-6 2 0,0 0-3 16,0 0 8-16,0 0 6 0,0 0-1 0,22-8 2 15,-17 5-4-15,4-3 5 0,0-1-1 0,-4 3 4 16,4-3-3-16,-1 4 0 0,-1-1 1 0,-2-1 9 16,2-1-1-16,-2 2 0 0,-5 4 1 0,10-4-8 15,-10 4 2-15,10-2 0 0,-10 2 3 0,9 0 2 16,-9 0-8-16,11 3-2 0,-6 1 8 0,0 0-4 16,0-1 1-16,0 4 1 0,-1-3-5 0,2 3-11 15,-1-3-51-15,-1 4-45 0,0-2-52 0,0 1-46 16,0-3-62-16,-2 1-42 0,3 1-41 0,-1-1-51 15,-1 0-47-15,-3-5-52 0,11 7-281 0,-4-5-854 16,0-2 378-16</inkml:trace>
          <inkml:trace contextRef="#ctx0" brushRef="#br0" timeOffset="69673.72">16442 11649 219 0,'0'0'411'0,"0"0"9"0,0 0 7 0,0 0-8 16,0 0-13-16,0 0-19 0,0 0-8 15,4-6-11-15,-4 6-10 0,0 0-14 0,0 0-6 16,0 0-17-16,0 0-19 0,0 0-15 0,0 0-7 0,0 0-25 16,0 0-16-16,0 0-18 0,0 0-19 0,0 0-15 15,0 0-21-15,0 0-4 0,0 0-32 16,0 0-15-16,0 0-8 0,0 0-18 0,0 0-12 15,0 0-7-15,0 0-3 0,0 0-20 0,0 0 3 0,6 11 0 16,-6-11-5-16,5 10-8 0,-2-4-3 0,-2 1 0 16,2-1-9-16,0 3 4 0,-1-3-21 0,-1 3-20 15,2-1 7-15,-3-1-9 0,0-7-11 0,4 11-2 16,-4-5-1-16,0-6-6 0,1 10-6 0,1-5 4 16,-2-5-6-16,3 7 9 0,-3-7 2 0,0 0 8 15,1 7-1-15,-1-7 9 0,0 0 8 0,0 0 7 16,0 0-9-16,0 0 3 0,0 0 10 0,0 0-12 15,15-13 5-15,-9 8 1 0,-3-1-1 0,4-1 0 16,-2 0 4-16,1-2 0 0,1 2 6 0,-1 1-4 16,2-2 5-16,-3 1 0 0,0 1-7 0,1 2 8 15,0-2-1-15,-1 2-3 0,1 1-2 0,-1-1-3 16,-5 4 2-16,6-4-2 0,-6 4-8 0,9-3 3 16,-9 3 1-16,0 0-1 0,14 5-6 0,-14-5 7 15,9 6 3-15,-5-1-3 0,0-1 2 0,0 2 2 16,1 1-3-16,-4-2-9 0,2 1-12 0,1 3-8 15,-3-3-15-15,-1-6-3 0,3 8-7 0,-1-3-1 16,-2-5 0-16,4 8 6 0,-4-8 10 0,1 8 6 16,-1-8 9-16,0 0 11 0,0 0 2 0,5 2 2 0,-5-2 5 15,0 0 4-15,0 0 4 0,12-13 9 16,-8 8-7-16,-1-1-7 0,1 0 6 0,4-1 5 16,-3 2 0-16,3-2 4 0,-3-1-5 0,0 1 5 0,3-1 10 15,-2 6 7-15,-1-3-1 0,-1 0-7 0,-4 5-3 16,6-6-6-16,-6 6 3 15,8-2-8-15,-8 2 2 0,10 0-2 0,-10 0-2 0,8 5-8 16,-3-2 9-16,0 2 1 0,0 0-3 0,2-1-1 16,-2 1 7-16,0 0-2 0,0 0-6 0,0 1 3 15,-1 0-7-15,2 0-23 0,-2-1-24 0,1-1-36 16,-2 3-29-16,-3-7-36 0,8 8-34 0,-5-5-41 16,-3-3-28-16,8 7-31 0,-8-7-27 0,5 5-30 15,-2-1-45-15,-3-4-55 0,0 0-314 0,11 0-818 16,-11 0 361-16</inkml:trace>
          <inkml:trace contextRef="#ctx0" brushRef="#br0" timeOffset="70142.37">16979 11714 168 0,'0'0'324'0,"0"0"4"0,0 0 3 0,0 0 1 15,0 0-8-15,0 0 4 0,0 0 0 0,0 0-2 16,0 0-10-16,0 0-12 0,0-8-19 0,0 8-16 15,0 0-15-15,0 0-17 0,0 0-20 0,0 0-20 16,0 0-20-16,0 0-21 0,0 0-18 0,0 0-15 16,0 0-12-16,0 0-11 0,0 0-15 0,0 0-5 15,0 0-8-15,0 0-9 0,0 0-7 0,0 0-4 16,0 0-6-16,0 0-3 0,0 0-1 0,0 0-1 16,0 0-4-16,14 7-3 0,-14-7-3 0,9 0 0 0,-9 0-4 15,15-2-1-15,-5 2-1 0,2-2-1 16,-3 0-3-16,2-3 2 0,6-1-5 0,0-4 3 15,-1 1 18-15,-3 2 3 0,-3-1-1 0,0 0-1 0,-2 1 5 16,0 0 16-16,-2 2 3 0,-2-1 0 0,-2 3-3 16,-2 3-6-16,4-10 0 0,-4 10-13 0,1-8-7 15,-1 8-3-15,-2-9-5 0,2 9-5 16,-4-8-5-16,4 8-4 0,-8-5 4 0,8 5-11 0,-12-3-1 16,12 3 10-16,-16 3-14 0,6 1 2 0,0-1-6 15,0 3 4-15,0 0 2 0,-5 5-2 0,8-3-2 16,-5 1 3-16,5 1 6 0,-1-1-4 0,-1 3-5 15,3-3 0-15,0 1 2 0,3 0 1 0,0-1-8 16,2 0-6-16,2 0-6 0,0 1-12 0,4 0-14 16,3 0-30-16,3 4-45 0,4-3-47 0,0-1-47 15,3-4-50-15,4-1-48 0,6 1-49 0,-8-1-51 16,7-7-49-16,1 1-357 0,-5-1-886 0,7-4 392 16</inkml:trace>
          <inkml:trace contextRef="#ctx0" brushRef="#br0" timeOffset="70470.4901">17527 11481 143 0,'1'-6'389'0,"3"-1"17"0,-4 7 19 16,0-11 18-16,0 11-5 0,0-9-10 0,0 9-15 0,-1-11-21 16,1 11-11-16,0 0-16 0,0 0-12 15,-3-8-26-15,3 8-15 0,0 0-23 0,0 0-28 16,0 0-40-16,0 0-13 0,0 0-16 0,-2-8-11 0,2 8-30 15,0 0-17-15,0 0-12 0,0 0-18 0,0 0-8 16,0 0-6-16,-5 25-14 0,3-15-5 16,1 2-9-16,0 6 3 0,-2 0-21 0,3 0 13 15,-1 1-8-15,2-1-11 0,-2 2-4 0,1-2 2 0,1 1-5 16,-2 2 0-16,0-3 1 0,2 0-9 0,-2-1-4 16,1 0 6-16,-2-2-22 0,2-4-22 0,2 0-21 15,0-2-19-15,-1-3-29 0,-1 2-31 0,0-8-38 16,3 10-34-16,-3-10-26 0,3 8-31 0,-3-8-28 15,5 2-48-15,-5-2-44 0,0 0-49 0,0 0-21 16,0 0-27-16,15-10-291 0,-15 10-819 0,1-11 362 16</inkml:trace>
          <inkml:trace contextRef="#ctx0" brushRef="#br0" timeOffset="70861.02">17453 11701 113 0,'0'0'248'0,"-7"-3"18"15,7 3 14-15,0 0 12 0,-7-1 7 0,7 1 29 16,0 0 5-16,-9-4 19 0,9 4 5 0,0 0 6 15,0 0 3-15,0 0-11 0,-9-1-1 0,9 1-15 16,0 0-15-16,0 0-31 0,0 0-18 0,0 0-16 16,0 0-26-16,-7-5-27 0,7 5-13 0,0 0-24 15,0 0-11-15,0 0-25 0,0 0-10 0,0 0-16 16,0 0-9-16,26-3-23 0,-14 1-26 0,0 2-21 16,7-1-21-16,-1-1-18 0,0 0-18 0,1 1-16 15,-1-2-11-15,-4 3-6 0,1 0-4 0,-3-3 5 0,0 1 3 16,-2 0 7-16,1 2 7 0,-11 0 5 15,13 0 4-15,-13 0 1 0,12-1 7 0,-12 1 3 16,7-1 12-16,-7 1 4 0,0 0 10 0,0 0 5 16,11-2 9-16,-11 2-2 0,0 0-3 0,0 0 3 0,0 0-3 15,0 0-1-15,0 0 3 0,0 0 1 0,0 0-4 16,0 0-1-16,6 4-1 0,-6-4-6 16,0 0 3-16,0 0 2 0,3 5-1 0,-3-5-2 15,0 0-2-15,-2 12 7 0,2-12-5 0,-1 11 1 0,1-4 2 16,0-7-1-16,-1 16-5 0,2-10 6 0,-2 4 1 15,2 0-1-15,0 1-19 0,3-3-23 0,-1-1-25 16,0 1-47-16,0 2-51 0,1-1-56 16,1-5-56-16,2 5-51 0,-1-5-60 0,3-1-83 0,-3-2-355 15,6-2-887-15,-12 1 394 0</inkml:trace>
          <inkml:trace contextRef="#ctx0" brushRef="#br0" timeOffset="71032.94">17774 11637 71 0,'-4'-7'399'16,"4"7"-8"-16,-1-6 6 0,1 6-8 0,0 0-17 16,-4-9-32-16,4 9-40 0,0 0-31 0,0 0-26 15,0-10-42-15,0 10-20 0,0 0-54 0,0 0-51 16,0 0-49-16,0 0-51 0,0 0-55 0,0 0-56 16,19 14-59-16,-13-11-55 0,2 2-268 0,2 1-561 15,-2 0 248-15</inkml:trace>
          <inkml:trace contextRef="#ctx0" brushRef="#br0" timeOffset="71350.4">17968 11676 14 0,'0'0'335'0,"0"0"19"0,5-3-8 16,-5 3 2-16,0 0 1 0,4-9-8 0,-4 9-1 16,0 0 0-16,0 0-1 0,0 0-6 0,0 0-16 15,-5-12-15-15,5 12-32 0,0 0-23 0,0 0-28 16,-11-4-18-16,11 4-26 0,0 0-15 0,-11 0-17 15,11 0-13-15,-12 4-15 0,2 3-8 0,3-2-15 16,-2 2-1-16,-2 1-17 0,0 0-3 0,2 2-8 16,-1 1-8-16,1-1-5 0,2 1-6 0,1-2 0 0,2 1-5 15,0-1-3-15,0 0 0 0,1-1 0 16,1 2-1-16,2-10-1 0,2 13 0 0,3-5 1 0,0 0-3 0,4-1-3 16,1-3-2-16,4 1-2 0,4-1-15 0,1-2-12 15,2 0-14-15,-1 0-28 0,-1-5-25 0,2 2-42 16,-2-2-45-16,0-1-44 0,-1-1-27 0,-3 2-40 15,-3-1-32-15,0 0-45 0,-1 0-56 0,-2 1-55 16,1-2-250-16,-4 2-763 0,-1 0 337 0</inkml:trace>
        </inkml:traceGroup>
        <inkml:traceGroup>
          <inkml:annotationXML>
            <emma:emma xmlns:emma="http://www.w3.org/2003/04/emma" version="1.0">
              <emma:interpretation id="{1DD64515-B84E-4FB8-940A-8D76D81A1ED2}" emma:medium="tactile" emma:mode="ink">
                <msink:context xmlns:msink="http://schemas.microsoft.com/ink/2010/main" type="inkWord" rotatedBoundingBox="18816,11675 20546,11724 20538,11991 18809,11942"/>
              </emma:interpretation>
              <emma:one-of disjunction-type="recognition" id="oneOf13">
                <emma:interpretation id="interp65" emma:lang="" emma:confidence="0.5">
                  <emma:literal>mean</emma:literal>
                </emma:interpretation>
                <emma:interpretation id="interp66" emma:lang="" emma:confidence="0">
                  <emma:literal>means</emma:literal>
                </emma:interpretation>
                <emma:interpretation id="interp67" emma:lang="" emma:confidence="0">
                  <emma:literal>mem</emma:literal>
                </emma:interpretation>
                <emma:interpretation id="interp68" emma:lang="" emma:confidence="0">
                  <emma:literal>men</emma:literal>
                </emma:interpretation>
                <emma:interpretation id="interp69" emma:lang="" emma:confidence="0">
                  <emma:literal>meson</emma:literal>
                </emma:interpretation>
              </emma:one-of>
            </emma:emma>
          </inkml:annotationXML>
          <inkml:trace contextRef="#ctx0" brushRef="#br0" timeOffset="72600.1201">18813 11840 366 0,'16'-13'438'0,"-12"8"14"0,-4 5 6 0,6-6-9 16,-6 6-17-16,7-7-24 0,-7 7-21 0,2-6-21 16,-2 6-17-16,5-5-17 0,-5 5-17 0,0 0-22 15,4-5-22-15,-4 5-32 0,0 0-16 0,0 0-26 16,0 0-23-16,0 0-16 0,0 0-16 0,0 0-17 15,0 0-15-15,0 0-6 0,0 0-20 0,0 0-6 16,0 0-9-16,0 0 1 0,8 11-13 0,-8-11-9 16,1 12 0-16,-1-5-8 0,3 3-7 0,-2 0 1 15,0 0-2-15,-1 1-11 0,0 0 4 0,-1 0-1 16,1-4-8-16,0-7-11 0,-1 18-12 0,1-12-8 16,0-6-6-16,0 9-6 0,0-9 12 0,0 10-1 15,0-10 5-15,0 0 3 0,0 8 8 0,0-8 3 16,0 0-4-16,0 0 1 0,0 0 6 0,0 0-4 0,18-17 9 15,-11 10 5-15,0-1 3 0,2-2 2 0,2-3 4 16,1 0 6-16,-4 2 1 0,5-1 0 16,-2 0 10-16,-5 4 7 0,5-2 20 0,-1 2-13 15,-3 0 1-15,-3 1 7 0,5 0-1 0,-5 2-8 0,1 1 1 16,-1-1-5-16,-4 5-7 0,6-7-8 0,-2 4-36 16,-4 3 0-16,0 0 0 0,9-4 0 0,-9 4 0 15,0 0 0-15,0 0 0 0,0 0 0 0,10 9 0 16,-7-4 0-16,-1 2 0 0,1-1 0 0,1 4 0 15,1-2 0-15,-3 0 0 0,1 0 0 0,-3 1 0 16,2 0 0-16,1-2 0 0,-3 0-3 0,1 0-54 16,-1-7-7-16,3 11-6 0,-3-11 7 0,1 10 1 15,0-6 2-15,-1-4 13 0,0 0 5 0,3 10 10 16,-3-10-3-16,0 0 7 0,5 1 7 0,-5-1 0 16,0 0-1-16,0 0 4 0,15-8-4 0,-9 4 10 15,-1-2 1-15,0 2 6 0,2-4-5 0,0 1 13 16,-2 1 5-16,0 0 6 0,0 1-3 0,1-1 14 15,0 1-1-15,-4 1 14 0,1-2-14 0,-3 6 13 16,7-9 2-16,-7 9-11 0,6-6-3 0,-4 3 2 16,-2 3-8-16,0 0 0 0,6-5-5 0,-6 5 3 15,0 0-5-15,0 0-1 0,5-4 0 0,-5 4-10 16,0 0-1-16,0 0 12 0,0 0-7 0,0 0-7 0,0 0-1 16,0 0 4-16,0 0 5 0,8 11-3 15,-8-11-4-15,5 10-8 0,-2-4 1 0,1 0-9 16,-2-1-4-16,6 2-4 0,-3-2 7 0,3 1 0 15,-2 1 13-15,4-1-11 0,-1-1-1 0,0 1 5 0,4-3 1 16,-1-1-1-16,3 1 2 0,1-3 2 0,5-1 3 16,-1-2 1-16,7-1 1 0,-6 0-1 15,-1-5-6-15,-2 2 13 0,2-1-6 0,-2-2 3 0,-1 1 3 16,-2-2 1-16,-1 0 3 0,-3 3 5 0,-3 0 3 16,0-1 9-16,-1 1 1 0,-2-1 3 0,-3 2-3 15,2 1-1-15,-4-2-4 0,0-1 0 0,0 9-8 16,-8-15 0-16,5 10-7 0,-5-1 4 0,1 2-1 15,-3 0-9-15,1 3 1 0,-2 0-2 0,-1 2 0 16,-4 2-2-16,-2 0 1 0,0 2 3 0,1 2-5 16,3-2 3-16,4 2 2 0,0 2-8 0,1-1 4 15,0 0-15-15,4 2-9 0,1-1-4 0,1 2-3 16,3 0-11-16,0 0-5 0,7 0-12 0,3 2-11 16,5-2-14-16,1-2-13 0,4 1-15 0,4 1-24 15,4-3-19-15,2-1-18 0,-1-4-7 0,3 4-24 16,0-7-9-16,-1 0-19 0,-2-3-3 0,2-3-14 15,-2-1-14-15,-1 2-27 0,-2-3-20 0,-5 1-21 16,-1 0-9-16,-3-3 2 0,-1 0 1 0,-6 3-193 0,1-1-578 16,0-1 256-16</inkml:trace>
          <inkml:trace contextRef="#ctx0" brushRef="#br0" timeOffset="73443.67">19908 11740 164 0,'0'0'282'0,"0"0"9"0,0 0 16 0,0 0 13 0,0 0-4 15,0 0 30-15,0 0 10 0,0 0 7 0,0 0 8 16,-4-7-4-16,4 7-5 0,0 0-18 16,0 0-8-16,0 0-18 0,-1-8-14 0,1 8-16 0,0 0-18 15,0 0-26-15,5-8-31 0,-5 8-29 0,0 0-9 16,8-6-20-16,-8 6-21 0,3-4-14 0,-3 4-11 16,9 0-11-16,-9 0-11 0,0 0-19 0,16 5 0 15,-11-3-7-15,-5-2-8 0,8 8-3 0,-4-2-11 16,-1 0 0-16,2 2-5 0,-2 0-9 0,-2 1 2 15,0 3-7-15,-1-4-5 0,-2 1-9 0,-1 0 2 16,-2 1-16-16,-1-2 1 0,-2 0 0 0,-2-1-5 16,-3 0-1-16,2 0-2 0,-4 0-2 0,1-4 16 15,2 1-14-15,-1-3 5 0,3 2 3 0,2-5 2 16,8 2 3-16,-15-1 3 0,8-1 1 0,2-2-2 16,5 4 2-16,-5-10 3 0,4 1-3 0,1-1-2 15,2-1-3-15,2 3 1 0,1-3 2 0,3 2 2 16,-2-1-1-16,3 2-7 0,-1-2 6 0,1 4-3 15,0-1-7-15,-3 1 5 0,-1 1 3 0,2 2 1 0,-1-1-4 16,-6 4 3-16,11-5-3 0,-11 5-5 16,10-1 5-16,-10 1-3 0,11 3 1 0,-5 0 3 15,1 1-2-15,-2 0 2 0,0 1-1 0,0 0-1 16,1 4 1-16,0-3 2 0,-1 3-2 0,-3 0 7 0,2 0-9 16,-1-2 3-16,-1 0-2 0,0 0-4 0,-2-7 6 15,2 10 3-15,-1-5-3 0,-1-5 6 16,2 7-4-16,-2-7 5 0,3 6 2 0,-3-6 3 15,0 0-5-15,0 0 4 0,4 6 1 0,-4-6-3 0,0 0 3 16,14-6-8-16,-14 6 6 0,12-8 0 0,-2 2 1 16,-2 0-4-16,1-1-5 0,1-2 4 0,-2 2 2 15,1 0 5-15,1-1 12 0,-1 2-3 0,-2 0-4 16,1 0 3-16,2 0 0 0,-5 2 5 0,1 2-9 16,-6 2-3-16,7-5-3 0,-7 5-4 0,12 1 5 15,-12-1-10-15,10 5 4 0,-5 0 1 0,0-1 7 16,-1 4-10-16,1-1 0 0,0 1 2 0,-1 2-1 15,1-1-1-15,-1 0-7 0,2-1-4 0,-2-1-4 16,-1-1-6-16,-1 0 1 0,1-1 3 0,-3-5-3 16,2 9 9-16,-2-9 2 0,2 6 7 0,-2-6 6 15,0 0 2-15,0 0 4 0,7 3-5 0,-7-3-2 16,0 0 4-16,14-13-1 0,-7 5-2 0,2 0-1 16,5-1 3-16,-4-1-4 0,-1 0 2 0,4-2 0 15,-4 4-3-15,1-1 7 0,-1-1 3 0,1 3 6 16,-2-1-7-16,-2 2-3 0,0 2-1 0,0 0-5 15,-1 1 7-15,-5 3-9 0,7-7-3 0,-7 7 3 16,7-1 13-16,-7 1-13 0,0 0-2 0,14 8-1 16,-9-5 4-16,-1 1-4 0,0 0 2 0,1 3 3 15,1-3 12-15,-1 4-14 0,2 1-6 0,-2-1-21 16,3 1-13-16,-1-2-29 0,-2 3-29 0,0-3-33 16,0 1-34-16,1-2-37 0,-1-1-48 0,2 1-47 15,-2-3-36-15,3 4-54 0,-3-4-62 0,4-1-59 0,-1 0-285 16,2-4-861-16,0 0 381 0</inkml:trace>
        </inkml:traceGroup>
        <inkml:traceGroup>
          <inkml:annotationXML>
            <emma:emma xmlns:emma="http://www.w3.org/2003/04/emma" version="1.0">
              <emma:interpretation id="{5E4C610C-7AA0-4D1E-B773-41C88A028FB8}" emma:medium="tactile" emma:mode="ink">
                <msink:context xmlns:msink="http://schemas.microsoft.com/ink/2010/main" type="inkWord" rotatedBoundingBox="20900,11394 21505,11411 21475,12471 20870,12453"/>
              </emma:interpretation>
              <emma:one-of disjunction-type="recognition" id="oneOf14">
                <emma:interpretation id="interp70" emma:lang="" emma:confidence="0.5">
                  <emma:literal>of</emma:literal>
                </emma:interpretation>
                <emma:interpretation id="interp71" emma:lang="" emma:confidence="0.5">
                  <emma:literal>o f</emma:literal>
                </emma:interpretation>
                <emma:interpretation id="interp72" emma:lang="" emma:confidence="0">
                  <emma:literal>off</emma:literal>
                </emma:interpretation>
                <emma:interpretation id="interp73" emma:lang="" emma:confidence="0">
                  <emma:literal>° f</emma:literal>
                </emma:interpretation>
                <emma:interpretation id="interp74" emma:lang="" emma:confidence="0">
                  <emma:literal>o .</emma:literal>
                </emma:interpretation>
              </emma:one-of>
            </emma:emma>
          </inkml:annotationXML>
          <inkml:trace contextRef="#ctx0" brushRef="#br0" timeOffset="73818.58">20891 11767 285 0,'0'0'337'0,"6"1"9"0,-6-1-2 0,0 0-5 16,0 0-14-16,0 0-7 0,0 0-15 0,0 0-8 15,0 0 0-15,0 0-6 0,0 0-12 0,10-2-14 16,-10 2-11-16,0 0-8 0,3-7-15 16,-3 7-17-16,0 0-14 0,9-6-19 0,-9 6-16 0,9-6-16 15,-3 2-15-15,3 1-17 0,4 1-9 0,-3-2-12 16,3 3-9-16,-3 0-12 0,0 1-8 0,3 2-8 16,-3-2-5-16,1 4-7 0,0-2-4 0,-2 4-4 15,-1-1-10-15,-2 0-2 0,0 3 0 0,-1-4-4 16,1 3-1-16,-4 1-3 0,2 0 0 0,-4 3-6 15,-1-2 2-15,-2 1-2 0,-1-1-1 0,-3 1 0 16,-3-2 0-16,1-2-3 0,-7 4 1 0,0-6 2 16,4 0-2-16,-6-1 5 0,5-3-1 0,-1 1-2 15,1-2 4-15,1-2 0 0,2 2-2 0,-1-4 2 16,2-1 0-16,3-1-2 0,1 0-2 0,1-2 0 16,1-1-18-16,3-2-41 0,2 2-50 0,3-2-35 15,1-2-46-15,6 2-59 0,3-1-50 0,-2 1-45 16,1 2-44-16,11-1-52 0,1 1-48 0,-5 2-241 15,9-1-778-15,0-1 345 0</inkml:trace>
          <inkml:trace contextRef="#ctx0" brushRef="#br0" timeOffset="74349.7">21274 11517 194 0,'-1'-11'338'0,"-2"3"2"0,1-3 13 15,-1 2 4-15,0-1 3 0,-2-1 1 0,3 4-5 16,-3-4-3-16,2 5 8 0,1 1 2 0,2 5 5 15,-5-10-12-15,5 10-18 0,-2-7-13 16,2 7-30-16,0 0-28 0,-2-7-28 0,2 7-31 0,0 0-13 16,0 0-20-16,0 0-25 0,0 0 6 0,0 0 5 15,1 37 7-15,-1-8-14 0,1 3 7 0,2 1-3 16,-3 14-14-16,2-2-9 0,-2 3 2 0,3 3-3 16,-3 0-103-16,0 1-31 0,4-2 0 0,-4 2 0 15,1-3 0-15,-1-2 0 0,4 1 0 0,-3-1 0 16,0-11 0-16,4-1 0 0,-2-2 0 0,1 1 0 15,-2-3 0-15,2-1 0 0,-2-3 0 0,0-3 0 16,2-5 0-16,-4-1 0 0,2-6 0 0,1 1 0 16,-2-3 0-16,1-2 0 0,-1-2 0 0,-1-6 0 15,1 8 0-15,-1-8 0 0,0 0 0 0,0 0 0 16,0 0 0-16,0 0 0 0,0 0-189 0,0 0-149 16,-4-32-45-16,2 13-31 0,-4-7-34 0,-1-1-27 15,-1-4-11-15,1-2 2 0,-2 1 22 0,0 1 25 16,1 3 35-16,-1 1 59 0,-1-1 64 0,4 4 54 15,2 6 60-15,1 2 63 0,1 5 51 0,-1-5 42 16,-1 5 48-16,4-1 50 0,-2 3 38 0,4 1 37 16,-4-3 52-16,2 11 40 0,-1-12 29 0,1 12 32 15,-2-10 2-15,2 10 5 0,2-10 3 0,-2 10-6 0,1-6-10 16,-1 6-29-16,5-6-22 0,-5 6-25 0,7-6-25 16,1 2-17-16,2 1-23 0,2-1-15 15,2 0-22-15,5 1-13 0,1 0-18 0,0 2-29 16,0-3-47-16,-1 0-52 0,1-1-53 0,-1 1-49 0,-4 0-66 15,4-1-79-15,-2 1-68 0,-5-1-78 0,0 2-78 16,1-1-436-16,0-1-1011 0,-4-2 447 0</inkml:trace>
        </inkml:traceGroup>
        <inkml:traceGroup>
          <inkml:annotationXML>
            <emma:emma xmlns:emma="http://www.w3.org/2003/04/emma" version="1.0">
              <emma:interpretation id="{76C75477-7B95-4B69-8EB2-58BA74A2AB41}" emma:medium="tactile" emma:mode="ink">
                <msink:context xmlns:msink="http://schemas.microsoft.com/ink/2010/main" type="inkWord" rotatedBoundingBox="22304,11507 23907,11553 23893,12057 22289,12011"/>
              </emma:interpretation>
              <emma:one-of disjunction-type="recognition" id="oneOf15">
                <emma:interpretation id="interp75" emma:lang="" emma:confidence="0.5">
                  <emma:literal>Coke</emma:literal>
                </emma:interpretation>
                <emma:interpretation id="interp76" emma:lang="" emma:confidence="0">
                  <emma:literal>Cake</emma:literal>
                </emma:interpretation>
                <emma:interpretation id="interp77" emma:lang="" emma:confidence="0">
                  <emma:literal>coke</emma:literal>
                </emma:interpretation>
                <emma:interpretation id="interp78" emma:lang="" emma:confidence="0">
                  <emma:literal>cake</emma:literal>
                </emma:interpretation>
                <emma:interpretation id="interp79" emma:lang="" emma:confidence="0">
                  <emma:literal>Loke</emma:literal>
                </emma:interpretation>
              </emma:one-of>
            </emma:emma>
          </inkml:annotationXML>
          <inkml:trace contextRef="#ctx0" brushRef="#br0" timeOffset="74914.95">22533 11609 275 0,'0'-8'423'0,"0"-2"23"0,0 10 5 0,1-12-6 0,-1 12-10 16,-1-13-16-16,1 13-11 0,-1-12-11 0,1 12-22 16,-4-8-9-16,4 8-17 0,-3-9 10 0,3 9-25 15,-2-7-16-15,2 7-27 0,0 0-27 0,-6-5-30 16,6 5-26-16,0 0-19 0,-11-3-18 0,11 3-17 16,-14 8-12-16,4 2-16 0,-2 2 1 0,-1 2-17 15,-4 6-6-15,-1 1-14 0,1 5-7 0,1-2-8 16,3 0-52-16,-3 1-23 0,4-1 0 0,-1 2 0 15,0 1 0-15,4-1 0 0,0-3 0 0,3-6 0 16,3 2 0-16,3 0 0 0,3-2 0 0,3-1 0 16,4 0 0-16,2-4 0 0,3 1-86 0,-1 1-113 15,5-5-32-15,6 4-31 0,-6-6-30 0,1-1-36 0,2-3-23 16,-1 0-28-16,7-1-22 0,-8-2-47 16,-1-2 8-16,0-1-3 0,0-2-280 0,-2 0-781 15,0-3 346-15</inkml:trace>
          <inkml:trace contextRef="#ctx0" brushRef="#br0" timeOffset="75633.5401">22714 11919 186 0,'0'0'79'0,"5"-8"29"16,-2 3 23-16,-3 5 26 0,5-8 27 0,-5 8 21 16,5-7 19-16,-2 3 14 0,-3 4-1 15,2-8 7-15,-2 8 20 0,4-6-8 0,-4 6-4 0,7-7 1 16,-4 5 3-16,-3 2 0 0,6-7 3 0,-6 7-9 16,8-5-8-16,-8 5-11 0,6-4-11 0,-6 4-21 15,7-1-12-15,-7 1-20 0,0 0-18 16,8-1-15-16,-8 1-15 0,0 0-12 0,7 6-6 0,-7-6-11 15,6 7-11-15,-4-2-3 0,-2-5-2 0,3 12-9 16,-2-5-3-16,-1-7-8 0,0 14 1 0,0-14-6 16,-1 12-6-16,-2-4 1 0,-1 0-4 0,0-4-6 15,-3 4-4-15,2-3-2 0,-3 1 0 0,0-1-2 16,-2 0-1-16,3-4 3 0,-1 1-4 0,8-2 0 16,-18 0 13-16,12 1 11 0,6-1 21 0,-13-3 18 15,7-1 4-15,6 4-5 0,-7-11 8 0,3 3-11 16,3-2-3-16,0 2-2 0,1-2-1 0,1 0-8 15,0 1-4-15,2-3-11 0,-1 3-2 0,2-2-5 16,-1 1-5-16,2 2-2 0,-1 2-8 0,-1-1-3 16,1 2-3-16,-4 5 0 0,7-8-20 0,-3 5-6 15,0-2 0-15,-4 5 0 0,8-1 0 0,-8 1 0 16,0 0 0-16,18 6 0 0,-10-3 0 0,-2 1 0 16,1 3 0-16,0 1 0 0,1-1 0 0,0 0 0 15,-1 2 0-15,1 0 0 0,0-2 0 0,1 1 0 0,-2 2 0 16,2-4 0-16,-1 1 0 0,0-1 0 15,-1 1 0-15,0-3-38 0,1 2-14 0,0-4 4 0,-1 2-10 16,2-1 3-16,-4-1 8 0,4-2 1 0,-2 1 4 16,-7-1 7-16,19-4-1 0,-7 0 3 0,1-2 13 15,-2-2-8-15,0 2 15 0,1-3-9 0,1-4 6 16,-1-1 7-16,-1-1-2 0,1 0 8 0,-3-4-5 16,-1-5 3-16,0-1 4 0,-1 0 4 0,-1-3 6 15,-3 4 5-15,-2-1-2 0,0-1-3 0,-2 9 8 16,0-1 4-16,-2 2 13 0,3 4 2 0,-1 3 2 15,-1-2 9-15,1 0 5 0,0 5 4 0,1 6-11 16,-3-10-4-16,3 10-6 0,0 0-14 0,-1-7-4 16,1 7 1-16,0 0 1 0,0 0-8 0,0 0 8 15,-3 22-6-15,2-6 2 0,0-1-1 0,1 1-4 16,0 1-10-16,0 2 0 0,1 1 0 0,0-2 0 16,2 6 0-16,0-4 0 0,-2 0 0 0,1-1 0 15,2 6 0-15,-1-6 0 0,-2 1 0 0,3-1 0 16,0-1 0-16,-2 0 0 0,1-3 0 0,-1 1 0 15,2 0 0-15,-1-4 0 0,-1-2-93 0,1-1-38 16,-2-3-38-16,3 1-47 0,-2-1-40 0,-2-6-42 0,6 6-52 16,-6-6-38-16,6 4-51 0,-6-4-51 0,0 0-25 15,0 0-293-15,15-12-875 0,-8 4 387 16</inkml:trace>
          <inkml:trace contextRef="#ctx0" brushRef="#br0" timeOffset="76258.52">23311 11721 230 0,'9'-6'301'0,"-3"2"10"16,1 0 23-16,-1 0 21 0,0 1 6 0,-6 3-1 16,8-5-9-16,-8 5-9 0,8-3-9 0,-8 3-10 15,0 0-18-15,0 0-26 0,6-2-28 0,-6 2-22 16,0 0-28-16,0 0-16 0,0 0-16 0,0 0-14 16,0 0-7-16,0 0-1 0,-18 23-12 0,7-11-11 15,1-4-11-15,-4 6-12 0,2-3-8 0,-1 2-10 16,-3-1-7-16,3-1-9 0,-1-1-6 0,1-1-9 15,4-1-1-15,-1-2-3 0,2 0-11 0,3-2 4 16,1 0-1-16,-2 0 1 0,6-4 6 0,-6 3 19 16,6-3 20-16,0 0 12 0,-5 6-1 0,5-6-9 15,0 0-4-15,0 0-11 0,0 0-6 0,0 0-8 0,0 0 4 16,0 0-12-16,0 0-1 0,0 0-8 16,17-17-5-16,-17 17-6 0,5-3-3 0,-5 3-7 15,6-4-6-15,-6 4 6 0,0 0-6 0,10 0-6 16,-10 0 1-16,11 3-2 0,-4-2 15 0,-7-1-13 0,11 7-4 15,-3-3-6-15,-2 3 3 0,2-1 5 0,1 0-4 16,0 0-13-16,-2 3 8 0,1-4 2 16,1 1 2-16,0 4-3 0,1-4 0 0,1 2-13 0,0-3-8 15,-1 2 0-15,2 0 3 0,-1-3-5 0,1-1-3 16,7 2-3-16,-8-2 0 0,3-3 4 0,-1 0-2 16,0-1 1-16,2-1-6 0,0-1 1 0,-3-3 1 15,5-1-5-15,-4 1-7 0,-1-3 5 0,0-1-4 16,1-1-8-16,-4 0 1 0,2-3-9 0,-5 5-1 15,-2-2 7-15,0 0 0 0,-1 2-5 0,-1-1 6 16,0 3 3-16,-2 7 1 0,-2-12 4 0,2 12-1 16,-2-8 8-16,2 8-3 0,-7-6 7 0,7 6 0 15,-10-1 0-15,10 1 2 0,-16 2 4 0,8 3 2 16,-4 1 4-16,2 0-2 0,-1 6 0 0,-3 0 6 16,1 0-1-16,5 1 2 0,1-1-2 0,0 1 6 15,2-1 1-15,2-1 3 0,2 0 1 0,1 0 4 16,3 0-2-16,1 0 5 0,2-2 1 0,5 0 3 15,4 1-4-15,2 0 3 0,1-4 2 0,10 1-5 0,2-1 2 16,0-2-2 0,0-2-23-16,1-4-23 0,-3 1-28 0,0-1-38 0,-7 1-43 0,0-3-52 15,-1 1-52-15,-2 0-47 0,-5 0-73 0,0-2-94 16,0 2-290-16,-4-4-824 0,0 0 365 0</inkml:trace>
        </inkml:traceGroup>
        <inkml:traceGroup>
          <inkml:annotationXML>
            <emma:emma xmlns:emma="http://www.w3.org/2003/04/emma" version="1.0">
              <emma:interpretation id="{E28CA153-3AC9-4811-944B-D1CA94DBDC4A}" emma:medium="tactile" emma:mode="ink">
                <msink:context xmlns:msink="http://schemas.microsoft.com/ink/2010/main" type="inkWord" rotatedBoundingBox="24281,11445 25620,11484 25601,12126 24263,12088"/>
              </emma:interpretation>
              <emma:one-of disjunction-type="recognition" id="oneOf16">
                <emma:interpretation id="interp80" emma:lang="" emma:confidence="0.5">
                  <emma:literal>Area</emma:literal>
                </emma:interpretation>
                <emma:interpretation id="interp81" emma:lang="" emma:confidence="0">
                  <emma:literal>Ares</emma:literal>
                </emma:interpretation>
                <emma:interpretation id="interp82" emma:lang="" emma:confidence="0">
                  <emma:literal>Areas</emma:literal>
                </emma:interpretation>
                <emma:interpretation id="interp83" emma:lang="" emma:confidence="0">
                  <emma:literal>Are</emma:literal>
                </emma:interpretation>
                <emma:interpretation id="interp84" emma:lang="" emma:confidence="0">
                  <emma:literal>Arese</emma:literal>
                </emma:interpretation>
              </emma:one-of>
            </emma:emma>
          </inkml:annotationXML>
          <inkml:trace contextRef="#ctx0" brushRef="#br0" timeOffset="77070.8201">24344 11621 60 0,'0'0'380'16,"6"-6"7"-16,-6 6 5 0,0-7 1 0,0 7-8 0,0 0-11 16,3-6-17-16,-3 6-5 0,0 0-12 0,0 0-12 15,0 0-12-15,0 0-31 0,0 0-33 16,0 0-25-16,0 0-27 0,0 0-25 0,0 0-20 16,0 0-12-16,0 0-32 0,2 24-10 0,-3-9 0 0,-2 2-9 15,2 0-6-15,1 2-9 0,-5 6-8 0,1 0-2 16,0 0-7-16,0-1-8 0,-2 1-4 15,2-6-6-15,-1 8-2 0,0-9-3 0,-1 0-6 0,0-1 0 16,-1 0 1-16,2-3-5 0,1-4-5 0,1-1-5 16,0-1 1-16,0-3-1 0,0 1 1 0,3-6-3 15,-3 9 3-15,3-9-1 0,-3 6 5 0,3-6 11 16,0 0 34-16,0 0 3 0,0 0-4 0,0 0 2 16,0 0 2-16,0 0 12 0,6-25 6 0,-2 13-5 15,1-7-6-15,1 0-18 0,1-7 7 0,2-6-8 16,-4 1-6-16,2-2-3 0,2-13-9 0,-2 13 3 15,-2-3-11-15,6-9 6 0,-9 17-10 0,5-2 2 16,0 2 7-16,-3 4-8 0,0 6 13 0,0 2 12 16,-2 6 2-16,2-1-51 0,-3 5-5 0,1-1 0 15,-2 7 0-15,3-11 0 0,-3 11 0 0,1-6 0 16,-1 6 0-16,0 0 0 0,0 0 0 0,11 13 0 16,-7-2 0-16,4 6 0 0,-1 5 0 0,3 3 0 15,-3 3 0-15,-1 3 0 0,3-1 0 0,-1-1 0 16,-3 1 0-16,1 3 0 0,1-4 0 0,-3-1 0 0,2 0 0 15,-1-1 0-15,-1-2 0 0,0 1 0 16,-2-7 0-16,1-2 0 0,-1-1 0 0,1-5 0 16,0 3 0-16,0-2 0 0,-2-2 0 0,-1-1 0 0,2-3 0 15,-1 1 0-15,-1-7 0 0,0 9 0 0,0-9 0 16,0 0 0-16,1 11-2 0,-1-11-123 0,0 0-25 16,0 0-35-16,0 0-25 0,0 0-33 0,0 0-34 15,0 0-45-15,5-22-45 0,-6 13-39 0,-3-4-34 16,-3-1-35-16,2 1-21 0,-4-1-254 0,1 2-811 15,-4-2 360-15</inkml:trace>
          <inkml:trace contextRef="#ctx0" brushRef="#br0" timeOffset="77273.9">24326 11833 114 0,'-9'-5'273'0,"9"5"17"0,0 0 21 0,-8-1 21 16,8 1 38-16,0 0 16 0,0 0 14 0,-8-4 2 15,8 4-6-15,0 0-13 0,0 0-13 0,0 0-19 16,-7-3-32-16,7 3-26 0,0 0-35 0,0 0-29 15,0 0-17-15,0 0-41 0,16-12-23 0,-6 9-35 16,0 1-37-16,2-2-39 0,1 3-48 0,7-1-49 16,-5 0-38-16,4 0-66 0,-1 2-44 0,0 0-32 15,0-1-48-15,0 2-42 0,-1 1-37 0,2 0-35 16,-6 0-276-16,0-1-734 0,1 0 325 0</inkml:trace>
          <inkml:trace contextRef="#ctx0" brushRef="#br0" timeOffset="77586.33">24613 11808 68 0,'0'0'272'0,"0"0"18"0,9-5 14 0,-9 5 9 16,0 0 10-16,0 0-1 0,0 0-21 0,0 0-19 16,0 0-22-16,0 0-29 0,7-4-24 0,-7 4-19 0,0 0-17 15,0 0-16-15,15 8-8 0,-10-5-14 16,0 3 5-16,3 4-10 0,-4-3-9 0,4 0-15 16,-3 0-3-16,0 1-10 0,-1 3-9 0,-1-2-11 15,1 0-6-15,-1 0-4 0,0 0-5 0,0 0-5 0,-3 0-9 16,0-2-1-16,0-7-3 0,-1 13-8 0,1-13-2 15,0 13-3-15,0-13-2 0,-2 8-2 16,2-8 4-16,-3 8-8 0,3-8 10 0,0 0 2 0,0 6 16 16,0-6 17-16,0 0 6 0,0 0 6 0,0 0 4 15,0 0-4-15,0 0 6 0,0 0-5 0,3-28-8 16,-1 17-3-16,2 0-8 0,1 1-7 0,-1-4-4 16,2 0-9-16,2-1-5 0,-3 7-17 0,0-4-19 15,0 3-16-15,2 1-22 0,-1 0-37 0,3 2-38 16,-3 2-36-16,3 2-41 0,-1 0-35 0,-8 2-34 15,18 5-42-15,-11-2-46 0,-1-1-40 0,2 4-298 16,-1-1-747-16,1 2 330 0</inkml:trace>
          <inkml:trace contextRef="#ctx0" brushRef="#br0" timeOffset="78027.44">24863 11948 157 0,'0'0'348'0,"0"0"0"0,0 0 14 15,0 0-12-15,0 0 4 0,0 0-15 0,0 0-8 16,0 0-4-16,0 0-11 0,0 0-10 0,0 0-12 16,0 0-15-16,0 0-17 0,0 0-23 0,0 0-17 15,7-19-19-15,-7 19-22 0,0 0-19 0,0 0-18 16,0 0-16-16,0 0-16 0,0 0-10 0,0 0-7 0,0 0-12 16,0 0-11-16,0 0-2 0,13-2-10 15,-13 2-8-15,15 2-2 0,-15-2-7 0,19 0-11 16,-7-2 0-16,1 2-3 0,2-1-4 0,-2 0-5 15,5-5 0-15,-5 2-2 0,1 0-3 0,-3 1-2 0,0-4 0 16,1 1 0-16,-3 0-2 0,-1-1-4 0,2 0-1 16,-6 0-2-16,1-1 1 15,-1-1-3-15,0 4-2 0,-3-2-1 0,-1 7-4 0,-1-13 2 0,1 13-1 16,-4-13-3-16,0 10-1 0,0-3-2 0,4 6 3 0,-10-8 1 16,1 6-5-16,0-1-1 0,1 3-1 0,8 0 2 15,-17 5 1-15,5-2-1 0,2 3-14 0,-2 0-4 16,2 3-8-16,0 0-13 0,2-1-7 0,-1 7-12 15,3-3-18-15,3-3 0 0,-3 1-12 0,5 2-1 16,2 1-3-16,5-3 10 0,-1 1-25 0,3 0-11 16,3-3-12-16,3 3-21 0,2-1-11 0,1-2-18 15,-1-2-15-15,3 2-20 0,3-4-19 0,-4 1-25 16,4-4-11-16,-1-2-21 0,-1-2-242 0,0 0-587 16,0-2 260-16</inkml:trace>
          <inkml:trace contextRef="#ctx0" brushRef="#br0" timeOffset="78497.42">25323 11843 273 0,'4'-8'340'15,"-4"8"7"-15,7-3-12 0,-7 3-12 0,8-4-13 16,0 2-15-16,-8 2-15 16,14-5-13-16,-9 4-24 0,0-2-24 0,-5 3-28 0,10-1-14 0,-10 1-24 0,0 0-17 15,15 4-14-15,-11-1-14 0,-1 2-6 16,2 0-12-16,0 3-10 0,0 2 0 0,-2 1-18 15,-1-2-6-15,0 3-1 0,-2 0-12 0,-2 1-3 0,2-1-9 16,-4 4 8-16,-2-4-10 0,-1-2 3 0,-3 4 3 16,1-6-10-16,-7 3-2 0,5-3 2 0,-4-2-1 15,-3 3 0-15,9-7 1 0,-3 1-1 16,1-2-3-16,2-1 3 0,9 0 14 0,-15-2 11 0,10-2 8 16,0-2 9-16,1 1 14 0,0-3 9 0,1 1-1 15,3-6-4-15,-2 0 7 0,7 2 0 0,-1 0-12 16,0-2-5-16,1 1 10 0,3-2-11 15,-1 3-6-15,-2 3-6 0,2-2-12 0,-1 3-1 0,3 2-9 16,-6 2-4-16,6-1-6 0,2 3-5 0,-2 2-4 16,3 4-4-16,-2 1-1 0,1 0-3 0,1 1-2 15,-1 6 3-15,-3-2-4 0,4 3-2 16,-3 0 5-16,-2 1 6 0,3 0-3 0,0 2 2 0,-3 0-4 16,2-3 2-16,-4 1-1 0,3-4-1 0,-1-1 1 15,3 3 0-15,-3-3 2 0,3 0-4 0,-1-1-3 16,-2-1 1-16,2 1-2 0,-2-3-15 0,-1 0-16 15,4-3-19-15,-4 1-26 0,-2-2-30 0,-4-2-30 16,9 3-55-16,-9-3-42 0,10-1-41 0,-10 1-53 16,0 0-68-16,8-9-68 0,-8 3-313 0,0 6-831 15,-8-17 368-15</inkml:trace>
        </inkml:traceGroup>
      </inkml:traceGroup>
      <inkml:traceGroup>
        <inkml:annotationXML>
          <emma:emma xmlns:emma="http://www.w3.org/2003/04/emma" version="1.0">
            <emma:interpretation id="{7AA3A474-6241-4947-B953-E954F73EDE50}" emma:medium="tactile" emma:mode="ink">
              <msink:context xmlns:msink="http://schemas.microsoft.com/ink/2010/main" type="line" rotatedBoundingBox="13928,12487 17989,12550 17976,13334 13916,13270"/>
            </emma:interpretation>
          </emma:emma>
        </inkml:annotationXML>
        <inkml:traceGroup>
          <inkml:annotationXML>
            <emma:emma xmlns:emma="http://www.w3.org/2003/04/emma" version="1.0">
              <emma:interpretation id="{0277F1A8-95D1-4A97-B518-911F38B9F489}" emma:medium="tactile" emma:mode="ink">
                <msink:context xmlns:msink="http://schemas.microsoft.com/ink/2010/main" type="inkWord" rotatedBoundingBox="13922,12872 14191,12876 14189,13049 13919,13045"/>
              </emma:interpretation>
              <emma:one-of disjunction-type="recognition" id="oneOf17">
                <emma:interpretation id="interp85" emma:lang="" emma:confidence="0.5">
                  <emma:literal>=</emma:literal>
                </emma:interpretation>
                <emma:interpretation id="interp86" emma:lang="" emma:confidence="0">
                  <emma:literal>E</emma:literal>
                </emma:interpretation>
                <emma:interpretation id="interp87" emma:lang="" emma:confidence="0">
                  <emma:literal>L</emma:literal>
                </emma:interpretation>
                <emma:interpretation id="interp88" emma:lang="" emma:confidence="0">
                  <emma:literal>Z</emma:literal>
                </emma:interpretation>
                <emma:interpretation id="interp89" emma:lang="" emma:confidence="0">
                  <emma:literal>I</emma:literal>
                </emma:interpretation>
              </emma:one-of>
            </emma:emma>
          </inkml:annotationXML>
          <inkml:trace contextRef="#ctx0" brushRef="#br0" timeOffset="79466.06">13933 12891 38 0,'0'0'402'0,"-2"5"6"0,2-5 16 0,0 0-4 0,0 0-10 16,0 0-20-16,-5 5-20 0,5-5-11 0,0 0-12 15,0 0-8-15,0 0-7 0,0 0-10 16,-3 6-7-16,3-6-8 0,0 0 0 0,0 0-14 0,0 0-13 16,0 0-5-16,0 0-30 0,0 0-23 0,0 0-29 15,0 0-17-15,30-13-20 0,-16 12-16 0,1-4-16 16,4 0-6-16,-2 5-18 0,-1-3-14 0,5 2-40 16,-10-1-28-16,2 0-37 0,1 2-40 0,-4 0-52 15,-3 2-52-15,-7-2-59 0,14 2-64 0,-8-2-46 16,-6 0-29-16,5 6-23 0,-5-6-31 0,0 0-20 15,-5 13-17-15,5-13-16 0,-13 13-242 0,2-5-768 16,2-1 340-16</inkml:trace>
          <inkml:trace contextRef="#ctx0" brushRef="#br0" timeOffset="79669.14">14000 12997 297 0,'-8'7'71'0,"0"-3"52"0,2-1 24 16,3 2 28-16,3-5 27 0,-8 6 23 0,4-1 20 16,4-5 27-16,-3 4 27 0,3-4 15 0,-5 8 28 15,5-8 25-15,0 0 14 0,0 0 5 0,-2 7 16 16,2-7-7-16,0 0 8 0,0 0-1 0,21 0-30 15,-9 0-26-15,0-4-30 0,4 1-30 0,2-2-33 16,2-1-24-16,-2 3-24 0,2-2-21 0,-4 0-20 16,-2 2-25-16,1 0-43 0,-3 0-37 0,-1 3-59 0,-2-4-61 15,-3 3-58-15,-6 1-70 0,11-2-72 0,-11 2-74 16,7-1-76-16,-7 1-84 0,0 0-88 16,0 0-358-16,0 0-1019 0,0 0 451 0</inkml:trace>
        </inkml:traceGroup>
        <inkml:traceGroup>
          <inkml:annotationXML>
            <emma:emma xmlns:emma="http://www.w3.org/2003/04/emma" version="1.0">
              <emma:interpretation id="{E8EBD59A-5AE9-4B45-BF6D-8009C6BEB6B6}" emma:medium="tactile" emma:mode="ink">
                <msink:context xmlns:msink="http://schemas.microsoft.com/ink/2010/main" type="inkWord" rotatedBoundingBox="14748,12500 15383,12510 15372,13241 14737,13231"/>
              </emma:interpretation>
              <emma:one-of disjunction-type="recognition" id="oneOf18">
                <emma:interpretation id="interp90" emma:lang="" emma:confidence="0.5">
                  <emma:literal>(r;</emma:literal>
                </emma:interpretation>
                <emma:interpretation id="interp91" emma:lang="" emma:confidence="0">
                  <emma:literal>(T;</emma:literal>
                </emma:interpretation>
                <emma:interpretation id="interp92" emma:lang="" emma:confidence="0">
                  <emma:literal>(r,</emma:literal>
                </emma:interpretation>
                <emma:interpretation id="interp93" emma:lang="" emma:confidence="0">
                  <emma:literal>(T,</emma:literal>
                </emma:interpretation>
                <emma:interpretation id="interp94" emma:lang="" emma:confidence="0">
                  <emma:literal>(Tin</emma:literal>
                </emma:interpretation>
              </emma:one-of>
            </emma:emma>
          </inkml:annotationXML>
          <inkml:trace contextRef="#ctx0" brushRef="#br0" timeOffset="81965.48">14998 12697 84 0,'0'0'290'0,"0"0"3"0,-9-3-4 16,9 3-1-16,0 0 11 0,0 0-1 0,0 0 11 15,0 0 8-15,0 0 6 0,-5-4 4 0,5 4-4 16,0 0-4-16,0 0-15 0,0 0-16 0,0 0-20 16,0 0-17-16,0 0-17 0,0 0-31 0,0 0-17 15,0 0-23-15,0 0-12 0,0 0-20 0,0 0-15 16,0 0-12-16,0 0-13 0,0 0-7 0,0 0-10 15,0 0-7-15,0 0-11 0,23 9-6 0,-12-3-2 16,0 1-6-16,0 0-2 0,2 2-6 0,-3-2-6 16,1 1-5-16,0 1-2 0,-2 0-3 0,2 0-2 15,-3 0-4-15,-3 0-3 0,1 0 1 0,2-3-3 16,-3 3-1-16,-4-2 1 0,2 0-4 0,-3-7-3 16,0 13-1-16,0-7 0 0,0-6 8 0,-1 11-9 15,1-11-2-15,-5 9 4 0,5-9 2 0,-4 7 1 16,4-7 6-16,-4 7 1 0,4-7 7 0,0 0 18 15,0 0 12-15,0 0 21 0,0 0 12 0,0 0 11 16,-13-17 0-16,13 10-1 0,0 7-7 0,5-18-1 0,-3 6-21 16,4 0-1-16,2-2-7 0,0-2 3 15,4 3-7-15,-1-2-5 0,0 3-17 0,0-1 3 16,-1 6-1-16,-1-1 2 0,-1 1-20 0,2 2-22 16,0 0-22-16,1 0-17 0,-1 2-18 0,-3 1-23 0,3 0-26 15,-10 2-30-15,14 0-25 0,-7 2-44 0,0-2-47 16,0 4-48-16,0 0-33 0,-1 1-38 0,-2-1-41 15,1 2-29-15,-1-1-24 0,-3 2-275 0,1-1-815 16,-1 3 361-16</inkml:trace>
          <inkml:trace contextRef="#ctx0" brushRef="#br0" timeOffset="87018.83">14836 12545 194 0,'0'0'295'0,"0"0"-1"0,7-5-5 0,-7 5 1 0,0 0 11 16,4-8 5-16,-4 8 8 0,2-6 5 0,-2 6 4 15,0 0 5-15,3-8-2 0,-3 8 2 0,0 0 2 16,0 0-14-16,1-9-8 0,-1 9-8 0,0 0-10 15,0 0-3-15,3-7-28 0,-3 7-4 0,0 0-26 16,0 0-26-16,0 0-10 0,0 0-16 0,0 0-17 16,0 0-23-16,0 0-9 0,0 0-16 0,0 0-19 15,0 0-5-15,0 0-19 0,0 0-1 0,0 0-12 16,-7 30-2-16,3-12-1 0,-3-1-4 0,1 10-3 16,-5-2-22-16,1 1-24 0,0 1 0 0,1-2 0 15,-1 4 0-15,3-2 0 0,0 1 0 0,-1-2 0 16,3 1 0-16,0-1 0 0,1-3 0 0,4 3 0 15,-3-1 0-15,6 2 0 0,1-3 0 0,1-5 0 16,5 4 0-16,2 0 0 0,3-2 0 0,-1-1 0 16,-1-5 0-16,9 3 0 0,-6-5-17 0,5 5-200 15,-5-5-51-15,3-3-56 0,-2 1-56 0,1-1-41 16,-2 0-61-16,4-3-65 0,-7-1-376 0,3 1-999 16,0 0 442-16</inkml:trace>
          <inkml:trace contextRef="#ctx0" brushRef="#br0" timeOffset="148294.53">15296 12979 287 0,'0'0'356'0,"0"0"-14"0,0 0-5 15,0 0-1-15,0 0-13 0,0 0-5 0,0 0-6 16,0 0-6-16,0 0-13 0,0 0-6 16,0 0-13-16,0 0-16 0,0 0-10 0,0 0-15 15,0 0-14-15,0 0-17 0,0 0-16 0,0 0-16 0,0 0-20 16,0 0-18-16,0 0-10 0,0 0-14 0,0 0-16 15,0 0-11-15,0 0-5 0,0 0-12 16,0 0-4-16,0 0-5 0,0 0 1 0,0 0-7 0,5 22-6 16,-5-22-1-16,2 14-3 0,-2-7-5 0,0 2-3 15,2 2-1-15,-6-2-6 0,4-9-2 0,0 15 0 16,0-9-5-16,0 2 2 0,0 1-5 0,0-9-1 16,-3 13 5-16,2-6-6 0,1-7-26 0,0 12 3 15,0-12 2-15,-1 13-1 0,1-7 3 0,0-6 0 16,0 9-2-16,0-9 4 0,0 11 1 0,0-11 3 15,-2 7-2-15,2-7 1 0,0 0-1 0,3 7 0 16,-3-7 0-16,0 0 4 0,0 0-4 0,2 7 5 16,-2-7-11-16,0 0-1 0,0 0-15 0,0 0-12 15,0 0-19-15,0 0-25 0,0 0-40 0,0 0-40 16,0 0-46-16,0 0-28 0,0 0-33 0,0 0-44 16,8-19-52-16,-5 12-43 0,-2 0-315 0,-1 7-781 15,4-13 345-15</inkml:trace>
          <inkml:trace contextRef="#ctx0" brushRef="#br0" timeOffset="149140.78">15320 12844 46 0,'0'0'193'16,"8"-1"-18"-16,-8 1 1 0,0 0-6 0,0 0-7 16,0 0-5-16,0 0-4 0,0 0-9 0,0 0-8 15,0 0-7-15,0 0-5 0,0 0-5 0,0 0-8 16,0 0-3-16,0 0-7 0,0 0-3 0,0 0-3 16,0 0-6-16,0 0 5 0,0 0-2 0,0 0 7 15,0 0 3-15,0 0-4 0,0 0-1 0,0 0 4 16,0 0 2-16,0 0 1 0,0-12 10 0,0 12-6 15,0 0-2-15,0 0 0 0,0 0 2 0,0 0-7 16,0 0-6-16,0 0-9 0,0 0-7 0,0 0-10 16,0 0-11-16,0 0-4 0,0 0-12 0,0 0 0 15,0 0-15-15,0 0 1 0,19 7 1 0,-19-7-15 16,7 6 7-16,-4-3-2 0,-3-3-5 0,6 8 3 16,-3-5-9-16,-3-3 3 0,6 7-1 0,-3-1 1 15,-3-6-4-15,0 0-1 0,2 8-8 0,-2-8 4 0,0 0 4 16,0 0-2-16,2 7-5 0,-2-7 3 15,0 0-2-15,0 0 21 0,0 0-17 0,-9 7 1 16,9-7 13-16,0 0-3 0,-11 1 8 16,11-1-2-16,-9 0 5 15,9 0 6-15,0 0 7 0,-13-4-2 0,13 4 8 0,-7-5 11 16,7 5 9-16,-6-2 11 0,6 2 4 0,0 0 1 16,-4-8-1-16,4 8-7 0,-3-5-8 0,3 5-7 15,0 0-9-15,0 0-7 0,0 0 3 0,0-12-15 0,0 12-5 16,0 0-2-16,0 0-2 15,11-4-6-15,-11 4 1 0,0 0-1 0,6-2-5 16,-6 2-3-16,0 0-3 0,0 0-2 0,10-2 1 16,-10 2-9-16,0 0-1 0,0 0-7 0,0 0-7 0,0 0 2 15,8 8-7-15,-8-8 1 0,0 0-6 0,0 0-4 16,0 0 1-16,0 0-2 0,-3 11 5 0,3-11 2 16,0 0 3-16,-8 6 5 0,8-6 1 15,-6 4 1-15,6-4 5 0,0 0 1 0,0 0 4 0,-10 1 8 16,10-1 13-16,0 0 8 0,0 0 13 0,0 0 2 15,-13-5 1-15,13 5 5 0,0 0-8 0,0 0-2 16,0 0-6-16,0 0-8 0,0 0-18 0,3-10-16 16,-3 10-31-16,0 0-36 0,0 0-46 0,0 0-43 15,16-2-45-15,-16 2-46 0,0 0-63 0,18 5-65 16,-18-5-332-16,9 3-781 0,-5-1 346 0</inkml:trace>
        </inkml:traceGroup>
        <inkml:traceGroup>
          <inkml:annotationXML>
            <emma:emma xmlns:emma="http://www.w3.org/2003/04/emma" version="1.0">
              <emma:interpretation id="{6BDDED39-BF69-4ADF-8F4B-A31611B4E29C}" emma:medium="tactile" emma:mode="ink">
                <msink:context xmlns:msink="http://schemas.microsoft.com/ink/2010/main" type="inkWord" rotatedBoundingBox="15626,12626 17987,12663 17976,13334 15616,13297"/>
              </emma:interpretation>
              <emma:one-of disjunction-type="recognition" id="oneOf19">
                <emma:interpretation id="interp95" emma:lang="" emma:confidence="0.5">
                  <emma:literal>try)</emma:literal>
                </emma:interpretation>
                <emma:interpretation id="interp96" emma:lang="" emma:confidence="0">
                  <emma:literal>true)</emma:literal>
                </emma:interpretation>
                <emma:interpretation id="interp97" emma:lang="" emma:confidence="0">
                  <emma:literal>tray)</emma:literal>
                </emma:interpretation>
                <emma:interpretation id="interp98" emma:lang="" emma:confidence="0">
                  <emma:literal>try</emma:literal>
                </emma:interpretation>
                <emma:interpretation id="interp99" emma:lang="" emma:confidence="0">
                  <emma:literal>trad)</emma:literal>
                </emma:interpretation>
              </emma:one-of>
            </emma:emma>
          </inkml:annotationXML>
          <inkml:trace contextRef="#ctx0" brushRef="#br0" timeOffset="82668.44">15823 12686 30 0,'0'0'504'0,"-1"-12"20"0,1 12-3 15,-2-11-20-15,0 4-22 0,2 7-26 0,-5-9-16 16,1 5-18-16,4 4-19 0,-2-7-18 0,2 7-38 15,0 0-34-15,0 0-31 0,-4-7-29 16,4 7-24-16,0 0-23 0,0 0-23 0,0 0-25 0,0 0-9 16,0 0-19-16,0 0-10 0,0 0 1 0,0 0-18 15,-5 19 0-15,5-11-4 0,1 4-9 0,-2 1 19 16,2 4-8-16,-2 0-9 0,1 0-12 0,-1-1-6 16,-1 5-7-16,1-3-6 0,0 0-14 0,1 1 1 15,-2 0-6-15,1-2-27 0,-3 0-12 0,2 0 0 16,0-2 0-16,0 2 0 0,-1-5 0 0,1 1 0 15,-1-2 0-15,1-1 0 0,1-1 0 0,-1 0 0 16,2-9 0-16,-1 9 0 0,1-9 0 0,-4 9 0 16,4-9 0-16,0 0 0 0,1 8-97 0,-1-8-44 15,0 0-51-15,0 0-44 0,0 0-31 0,14-2-28 16,-14 2-40-16,0 0-40 0,12-13-42 0,-8 7-31 16,2-4-35-16,-2 1-335 0,0-1-886 0,-3 5 392 15</inkml:trace>
          <inkml:trace contextRef="#ctx0" brushRef="#br0" timeOffset="82902.76">15689 12877 221 0,'-11'-4'311'0,"11"4"19"0,-8-1 18 15,8 1 35-15,-8-1 17 0,8 1 12 0,-9-2 5 16,9 2 8-16,-10-1 0 0,10 1 4 0,-7-3-1 16,7 3 1-16,0 0-15 0,0 0-10 0,-9-3-23 0,9 3-24 15,0 0-25-15,0 0-26 0,0 0-22 16,0 0-30-16,-3-6-27 0,3 6-26 0,0 0-128 15,0 0-73-15,16-9 0 0,-3 7 0 0,0 0 0 0,-1-3 0 16,7 2 0-16,-1-2 0 0,-3 2 0 0,5 0-28 16,0 2-209-16,0-2-53 0,3 2-52 15,-1-1-42-15,-2 2-35 0,1-1-31 0,-1-2-39 0,2-1-25 16,-2 3-326-16,2 0-910 0,-1-1 403 0</inkml:trace>
          <inkml:trace contextRef="#ctx0" brushRef="#br0" timeOffset="83293.2901">16077 12798 242 0,'0'0'299'16,"0"0"14"-16,0 0 19 0,0 0 19 0,0 0 1 16,0 0 14-16,0 0 3 0,0 0-4 0,2-8-1 15,-2 8-6-15,0 0-9 0,0 0-14 0,0 0-20 16,0 0-21-16,0 0-22 0,0 0-32 0,5-4-23 16,-5 4-19-16,0 0-26 0,0 0-14 0,0 0-18 15,0 0-17-15,0 0-17 0,0 0-11 0,13 11-4 16,-8-8-15-16,1 2-7 0,2-1-3 0,1 4-12 15,-1 0-6-15,-1 1-8 0,0 0-1 0,-1 0-3 16,0 0-6-16,0 1-7 0,-4-2-8 0,2 3-4 16,0-3-9-16,-3-1-11 0,0 1-3 0,-1-2-3 0,0-6 2 15,-1 13-3-15,1-7 3 0,0-6 3 16,-5 10 5-16,5-10 3 0,-2 7 3 0,2-7-2 16,0 0 4-16,0 0 10 0,-6 4 20 0,6-4-3 15,0 0 6-15,0 0 4 0,0 0 9 0,-5-19-10 0,5 11 2 16,0 8-3-16,3-19-2 0,-1 7-8 15,4 1 0-15,-3-2-10 0,4 1 2 0,-2 1-6 16,1 1-7-16,-1 0-5 0,3 1-7 0,0 0-16 16,-2 0-9-16,2 3-34 0,-1 0-17 0,1 2-24 0,-2 2-27 15,-1-1-32-15,-5 3-36 0,10-4-39 0,-2 3-34 16,-8 1-25-16,11 0-23 0,-11 0-37 0,9 3-32 16,-9-3-28-16,10 4-33 0,-10-4-242 15,9 6-750-15,-4-2 331 0</inkml:trace>
          <inkml:trace contextRef="#ctx0" brushRef="#br0" timeOffset="83761.92">16385 12952 98 0,'0'0'403'0,"0"0"17"0,0 0 14 15,0 0 8-15,0 0-1 0,0 0-10 0,0 0-6 16,0 0-11-16,0 0-17 0,0 0-25 0,0 0-9 15,0 0-35-15,0 0-25 0,0 0-23 0,0 0-20 16,0 0-22-16,0 0-22 0,0 0-22 0,0 0-14 16,0 0-21-16,0 0-14 0,0 0-19 0,0 0-12 15,0 0-12-15,0 0-14 0,16-15-14 0,-16 15 0 16,0 0-13-16,5-3-2 0,-5 3-19 0,0 0 12 16,0 0-16-16,10 0-3 0,-10 0-2 0,0 0-3 15,0 0 1-15,0 0-10 0,0 0 0 0,13 0-1 16,-13 0-5-16,0 0-5 0,5 7-8 0,-5-7 7 15,4 6-5-15,-3-1 4 0,-1-5-4 0,3 9-7 16,-3-9 7-16,0 11 2 0,-1-4-4 0,1-7-1 0,-4 16 2 16,1-7 1-16,-2 2-4 0,1 0 6 15,-3-1-5-15,0-1-5 0,2 0 2 0,0 2 11 16,1-4-8-16,0-2 2 0,2 1 3 0,2-6 3 16,-6 7-10-16,6-7 15 0,-3 8 26 0,3-8 7 0,0 0 12 15,0 0-11-15,0 0-46 0,4 9 0 0,-4-9 0 16,16 1 0-16,-4-2 0 0,8 2 0 15,2-4 0-15,5-2 0 0,-8 2 0 0,9-3 0 0,-2-1 0 16,-6 2 0-16,-1-1 0 0,0 4 0 0,-1-3-144 16,-1 3-119-16,-4-1-67 0,1 1-52 0,-7 0-43 15,1-1-59-15,2 1-54 0,-5 0-400 0,-5 2-1016 16,0 0 450-16</inkml:trace>
          <inkml:trace contextRef="#ctx0" brushRef="#br0" timeOffset="86250.47">16850 12755 79 0,'-4'-2'174'0,"4"2"-4"0,0 0 8 0,-8-7-1 15,8 7 2-15,-4-6 1 0,4 6 3 0,-4-5 3 16,4 5 0-16,-5-6 2 0,5 6 6 0,0 0 1 16,-2-7 8-16,2 7 14 0,0 0 4 0,-4-9 5 15,4 9 3-15,0 0-7 0,0-9-1 0,0 9-3 16,0 0-10-16,-1-8-5 0,1 8-8 0,-2-8-8 16,2 8-8-16,0 0-7 0,0 0-8 0,0 0-6 15,2-13-8-15,-2 13-7 0,0 0 3 0,0 0-12 0,-2-8-8 16,2 8-5-16,0 0-8 0,0 0-12 15,0 0-3-15,0 0-15 0,0 0-8 0,0 0-12 16,0 0-10-16,0 0-3 0,0 0-10 0,0 0-4 16,0 0-7-16,18 10 1 0,-13-1-7 0,6 4 1 15,-6 1-3-15,5 3-2 0,0 0 5 0,-1 1-7 16,3 5 0-16,-6 1 5 0,2 0-7 0,-6 1 2 16,7 0-1-16,-6 0 3 0,-1-6-5 0,-3 0 1 0,1 8-1 15,-4-2 1-15,0 0-5 0,-8-3 1 0,4 5 4 16,-2-3 2-16,-4-2-9 0,2 1 6 0,-7 0 2 15,0-2-6-15,0 0-1 0,-2-1-10 0,-1-5-13 16,-1 1-23-16,6-4-37 0,0-1-49 0,-2-2-49 16,0-3-59-16,8-1-58 0,-2 0-60 0,-3-2-77 15,4-1-100-15,-2-4-349 0,2 1-945 0,1-3 418 16</inkml:trace>
          <inkml:trace contextRef="#ctx0" brushRef="#br0" timeOffset="88096.7">17163 12863 40 0,'0'0'390'0,"0"0"21"16,0 0 9-16,0 0 5 0,2-7 0 0,-2 7 2 15,0 0-1-15,0 0-4 0,1-7-16 0,-1 7-19 16,0 0-15-16,0 0-15 0,0 0-28 0,0 0-31 16,4-6-29-16,-4 6-22 0,0 0-28 0,0 0-27 15,0 0-26-15,0 0-20 0,0 0-8 0,0 0-21 16,0 0-12-16,0 0-8 0,15 17-13 0,-12-11-6 15,2 0-10-15,-1 5-4 0,1 0-12 0,0 0-7 16,1-1-2-16,-3 2-9 0,4 4 1 0,-5-5-4 16,3 5-3-16,-2-7-6 0,-2 2 1 0,-1 5-8 15,0-6 4-15,-1 1-17 0,1-3-13 0,-1-1-16 16,1-7-32-16,-2 15-18 0,1-9-27 0,1-6-19 16,-4 10-18-16,4-3-19 0,0-7-21 0,0 0-18 15,-5 8-14-15,5-8-22 0,0 0-35 0,0 0-27 0,0 0-21 16,0 0-11-16,0 0-20 0,0 0-1 0,0 0-3 15,4-27 3-15,-4 27 20 0,4-10 20 16,-2 3 29-16,2-2 27 0,-1 3 45 0,1-2 38 16,0 1 39-16,-2 1 52 0,2-4 39 0,1 4 47 0,0 0 46 15,-1-1 33-15,-1 1 36 0,2-2 18 0,-1 2 10 16,-1-1 26-16,4 2 20 0,-4-2 19 0,1 1 10 16,1 2 18-16,-1-3 14 0,0 2 2 15,0 0-2-15,-4 5-2 0,8-9 3 0,-7 4-10 0,-1 5-8 16,5-5-11-16,-5 5-7 0,3-6-18 0,-3 6-7 15,0 0-21-15,0 0-22 0,3-7-8 0,-3 7-26 16,0 0-15-16,0 0-8 0,0 0-14 0,0 0 1 16,0 0-6-16,7 16-12 0,-6-9 4 0,0 1-8 15,1-1 6-15,-2 4-16 0,1 0-6 0,1-1-2 16,0 0-8-16,-2-3-8 0,1-1 6 0,-1-6-2 16,1 16-10-16,0-9-3 0,1-1-14 0,-1 1-18 15,-1-7-23-15,4 11-28 0,0-7-33 0,1-2-32 16,0 2-34-16,-5-4-41 0,11 4-40 0,-3-3-28 15,-8-1-12-15,14-1-12 0,-6 1-9 0,-8 0-18 16,13-4-33-16,-8 2-26 0,2-2-22 0,0-4-288 16,-3 3-749-16,0-1 331 0</inkml:trace>
          <inkml:trace contextRef="#ctx0" brushRef="#br0" timeOffset="88377.88">17245 12800 196 0,'0'0'415'0,"-11"-5"17"0,6 4 16 0,5 1 8 16,-11-4 7-16,11 4-4 0,-8-2-2 0,8 2-14 15,-8-2-4-15,8 2-14 0,0 0-16 0,0 0-19 16,0 0-31-16,0 0-11 0,-5-4-28 0,5 4-30 16,0 0-27-16,0 0-30 0,0 0-17 0,0 0-25 15,0 0-22-15,21-5-14 0,-9 5-17 0,0 0-61 0,6-1-77 16,-1 1 0-16,0 1 0 0,4-1 0 0,-5 2 0 15,2-1 0-15,0-1 0 0,0 0 0 16,-1 0 0-16,2 0-8 0,-6 0-177 0,5 1-36 0,-6-1-44 16,1-1-56-16,0 1-33 0,0-1-36 0,-3 1-41 15,-2 0-55-15,4-3-27 0,-5 2-324 0,-1-2-905 16,-6 3 400-16</inkml:trace>
          <inkml:trace contextRef="#ctx0" brushRef="#br0" timeOffset="88957.53">17794 12723 250 0,'7'-2'385'0,"-7"2"8"0,0 0 20 16,0 0 1-16,0 0 2 0,2-6 0 0,-2 6-1 15,0 0-7-15,0 0-2 0,0 0-6 0,0 0-13 16,-2-12-1-16,2 12-6 0,0 0-13 0,0 0-17 15,0-9-15-15,0 9-14 0,0 0-16 0,0 0-19 16,0 0-13-16,-3-10-22 0,3 10-17 0,0 0-234 16,0 0 0-16,-3-9 0 0,3 9 0 0,0 0 0 15,0 0 0-15,0 0 0 0,0 0 0 0,0 0 0 16,0 0 0-16,-2-7 0 0,2 7 0 0,0 0 0 16,0 0 0-16,0 0 0 0,0 0 0 0,0 0 0 15,0 0 0-15,0 0 0 0,0 0 0 0,0 0 0 16,0 0 0-16,-5 20 0 0,5-11 0 0,-2 3 0 15,1 0 0-15,1 0 0 0,-1 3 0 0,-1 3 0 0,1-1 0 16,0 2 0-16,1-2 0 0,-1 1 0 16,1 7 0-16,-2-7 0 0,2 0 0 0,2 0 0 15,-2 0 0-15,2 0 0 0,1 0 0 0,-1 0 0 16,3-3 0-16,1 2 0 0,-4-6 0 0,6 0 0 0,-1 0 0 16,-1-2 0-16,0 1 0 0,2-1 0 0,2-2 0 15,0-1 0-15,0 0 0 0,0 0 0 0,-2-4 0 16,0-1 0-16,2-3 0 0,3 0 0 0,-5 1 0 15,2-5 0-15,-3-1 0 0,0 4 0 0,1-6 0 16,-3 0 0-16,3 1 0 0,-4-2 0 0,2-1 0 16,-3 1 0-16,0 1 0 0,-2-3 0 15,-2 1 0-15,0 0 0 0,-1 0 0 0,0 4 0 0,-1-4 0 0,1 1 0 16,-2 6 0-16,1-3 0 0,3 7 0 0,-7-11 0 16,3 7 0-16,4 4 0 0,-7-7 0 0,7 7 0 15,-6-4 0-15,6 4 0 0,-8-1 0 0,8 1-274 0,0 0-120 16,-16 2-34-1,8 1-25-15,-2 0-40 0,-2 1-30 0,-3 0-415 0,-3 3-1016 16,-1-3 449-16</inkml:trace>
        </inkml:traceGroup>
      </inkml:traceGroup>
    </inkml:traceGroup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17T12:12:52.413"/>
    </inkml:context>
    <inkml:brush xml:id="br0">
      <inkml:brushProperty name="width" value="0.06667" units="cm"/>
      <inkml:brushProperty name="height" value="0.06667" units="cm"/>
      <inkml:brushProperty name="color" value="#7030A0"/>
      <inkml:brushProperty name="fitToCurve" value="1"/>
    </inkml:brush>
  </inkml:definitions>
  <inkml:traceGroup>
    <inkml:annotationXML>
      <emma:emma xmlns:emma="http://www.w3.org/2003/04/emma" version="1.0">
        <emma:interpretation id="{DAB53570-B070-47DD-A8C3-6C27FADCC6CD}" emma:medium="tactile" emma:mode="ink">
          <msink:context xmlns:msink="http://schemas.microsoft.com/ink/2010/main" type="writingRegion" rotatedBoundingBox="25943,2158 33548,1446 33775,3874 26170,4587"/>
        </emma:interpretation>
      </emma:emma>
    </inkml:annotationXML>
    <inkml:traceGroup>
      <inkml:annotationXML>
        <emma:emma xmlns:emma="http://www.w3.org/2003/04/emma" version="1.0">
          <emma:interpretation id="{3C1AF188-B977-4776-9121-4EF0A823FB87}" emma:medium="tactile" emma:mode="ink">
            <msink:context xmlns:msink="http://schemas.microsoft.com/ink/2010/main" type="paragraph" rotatedBoundingBox="26095,1869 33098,1852 33101,2844 26098,28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DDF2CA1-856D-4C01-B959-80FC70FC8BF6}" emma:medium="tactile" emma:mode="ink">
              <msink:context xmlns:msink="http://schemas.microsoft.com/ink/2010/main" type="line" rotatedBoundingBox="26095,1869 33098,1852 33101,2844 26098,2862"/>
            </emma:interpretation>
          </emma:emma>
        </inkml:annotationXML>
        <inkml:traceGroup>
          <inkml:annotationXML>
            <emma:emma xmlns:emma="http://www.w3.org/2003/04/emma" version="1.0">
              <emma:interpretation id="{D28C6489-F421-4FC8-B680-6CB004CEC957}" emma:medium="tactile" emma:mode="ink">
                <msink:context xmlns:msink="http://schemas.microsoft.com/ink/2010/main" type="inkWord" rotatedBoundingBox="26096,2234 26503,2233 26504,2507 26097,250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26 57 57 0,'0'0'219'0,"-9"4"-3"0,9-4 3 16,0 0-4-16,0 0-3 0,0 0-3 0,0 0-4 16,-13-2-3-16,13 2 0 0,0 0-4 0,0 0 9 15,0 0 2-15,0 0 0 0,0 0 1 0,0 0 2 16,-7-3 1-16,7 3-1 0,0 0 0 0,0 0-3 15,0 0-3-15,0 0-2 0,0 0-3 0,0 0-8 16,0 0-12-16,0 0-17 0,0 0-16 0,20-5-16 16,-11 3-13-16,7-1-13 0,-4 0-12 0,1-1-8 15,6-1-11-15,7 2-3 0,-8 1-10 0,8-6-3 16,-6 6-8-16,-1 0-5 0,-1 1-6 0,1-2-2 16,-5 1-7-16,-4 0 4 0,2 2-7 0,-5-2-5 15,3-1-3-15,-10 3-2 0,11 0-6 0,-11 0 0 16,10-2-10-16,-7 0-20 0,-3 2-26 0,0 0-33 0,0 0-30 15,0 0-36-15,0 0-32 0,0 0-34 16,0 0-14-16,13 2-8 0,-13-2-24 0,0 0-25 16,0 0-28-16,-11 12-17 0,9-9-31 0,-4 5-270 15,-1-2-678-15,-1-1 300 0</inkml:trace>
          <inkml:trace contextRef="#ctx0" brushRef="#br0" timeOffset="736.7369">67 266 166 0,'0'0'221'0,"0"0"-6"16,0 0-6-16,-5 5-9 0,5-5 19 0,0 0-6 0,0 0-2 15,0 0-6-15,0 0-6 0,0 0-8 0,-8 3-5 16,8-3 3-16,0 0 0 0,0 0-5 0,0 0 3 15,0 0-4-15,0 0-20 0,0 0-3 0,0 0-12 16,0 0-1-16,0 0-4 0,0 0-6 0,0 0 4 16,0 0-4-16,0 0-4 0,0 0-2 0,0 0 4 15,0 0-3-15,0 0 3 0,0 0-9 0,0 0 4 16,0 0 2-16,0 0 4 0,0 0-1 0,0 0 0 16,0 0-3-16,0 0-1 0,0 0-20 0,0 0-7 15,26-5-1-15,-13 3-14 0,0-1 2 0,4 1-13 16,2-3-3-16,-1 2-4 0,5-2-9 0,4 2-5 15,-5 0-3-15,-2-1-6 0,-3 2-6 0,2-3-4 16,-4 2 2-16,-2 1-12 0,5-1-2 0,-11 3-1 16,0-3-6-16,4 3 0 0,-4-4 2 0,1 1-2 15,-8 3-9-15,10-1 1 0,-10 1 2 0,7-1 1 16,-7 1-5-16,0 0 1 0,7-2-6 0,-7 2-4 16,0 0-10-16,0 0-17 0,0 0-17 0,6-3-20 15,-6 3-22-15,0 0-23 0,0 0-24 0,0 0-20 16,0 0-38-16,0 0-40 0,0 0-54 0,0 0-41 15,0 0-47-15,0 0-56 0,0 0-38 0,0 0-305 16,0 0-836-16,0 0 370 0</inkml:trace>
        </inkml:traceGroup>
        <inkml:traceGroup>
          <inkml:annotationXML>
            <emma:emma xmlns:emma="http://www.w3.org/2003/04/emma" version="1.0">
              <emma:interpretation id="{EE3CCAB1-6BF1-40CD-B9CE-E169CDF87C7F}" emma:medium="tactile" emma:mode="ink">
                <msink:context xmlns:msink="http://schemas.microsoft.com/ink/2010/main" type="inkWord" rotatedBoundingBox="26853,2017 27586,2015 27587,2518 26854,2520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548.33">756 27 87 0,'0'-8'403'0,"0"8"20"16,0 0 9-16,0 0 3 0,3-5-2 0,-3 5-19 15,0 0-12-15,0 0-11 0,0 0-17 16,-5-5-21-16,5 5-16 0,0 0-18 0,0 0-24 0,0 0-12 16,0 0-8-16,0 0-28 0,0 0-17 0,0 0-18 15,0 0-16-15,0 0-25 0,0 0-21 0,0 0-17 16,0 0-20-16,0 0-14 0,0 0-12 16,0 0-15-16,0 0-1 0,0 0-15 0,12 16-3 0,-11-12-6 15,1 3-5-15,0 0-7 0,0 1-1 0,2 0-4 16,-2 6-2-16,-1-5-16 0,-1 2 15 0,0 2-6 15,0 0 10-15,1 1-40 0,-1 0 10 0,-2-4-25 16,0 7-27-16,2-9-28 0,-3 9-29 0,2-7-25 16,1 0-22-16,0-2-26 0,1 0-15 0,-1 0-14 15,3-2-14-15,-1 1-33 0,0-1-18 0,3-1-34 16,0 2-27-16,1-2-38 0,-3-1-37 0,3-3-29 16,-6-1-241-16,10 2-737 0,-10-2 326 0</inkml:trace>
          <inkml:trace contextRef="#ctx0" brushRef="#br0" timeOffset="2110.6929">797 39 220 0,'0'0'362'0,"-10"-3"28"15,7-1 20-15,3 4 12 0,0 0 6 0,-10-1-2 16,10 1-4-16,0 0-13 0,-7-2-8 0,7 2-14 16,0 0-16-16,0 0-14 0,0 0-25 0,0 0-20 15,0 0-29-15,0 0-18 0,0 0-29 0,0 0-23 0,0 0-23 16,0 0-23-16,24-10-11 0,-11 7-21 16,5 0-14-16,-4-3-19 0,0 1-20 0,12-2-26 15,-7 5-31-15,6-4-38 0,1-2-37 0,0 6-25 16,0-2-32-16,-2 1-41 0,2 1-39 0,-2-1-50 0,0-1-52 15,-5 2-52-15,-3 2-55 0,-1-2-53 16,0 0-50-16,-1 0-317 0,2 2-882 0,-6-1 391 16</inkml:trace>
          <inkml:trace contextRef="#ctx0" brushRef="#br0" timeOffset="1860.7538">972 84 50 0,'4'-3'420'0,"-4"3"16"0,2-7 3 16,-2 7-12-16,0 0-1 0,0-5-12 0,0 5-14 15,0 0-14-15,0 0-19 0,0 0-18 0,0 0-24 16,0 0-20-16,0 0-32 0,0 0-28 0,0 0-22 15,0 0-26-15,0 0-17 0,0 0-11 0,0 0-12 16,-6 15-16-16,6-8-7 0,0-2-9 0,0 3-14 16,-2 1-5-16,2 6-10 0,2-7-12 0,-2 3-2 15,0-2-7-15,4 4-14 0,-2-4-2 0,-2-2-1 16,0 4-34-16,0-2-7 0,4 0-27 0,-3 3-22 16,1-6-23-16,2 1-26 0,-3 2-24 0,4-5-27 15,-2 3-29-15,2-2-28 0,0 0-30 0,-4-1-23 16,-1-4-18-16,6 6-26 0,-6-6-30 0,0 0-24 15,0 0-21-15,0 0-1 0,13-10-8 0,-13 3 3 16,-2 1-213-16,-2-1-626 0,4-1 277 0</inkml:trace>
          <inkml:trace contextRef="#ctx0" brushRef="#br0" timeOffset="2705.3338">1388-188 19 0,'0'0'451'0,"-3"-7"19"0,3 7 1 16,-2-5 5-16,-3 1-7 0,5 4-5 0,-3-5-15 16,3 5-13-16,0 0-8 0,-5-3-18 0,5 3-20 15,0 0-18-15,0 0-35 0,-3-6-4 0,3 6-24 16,0 0-27-16,0 0-19 0,0 0-24 0,0 0-24 0,0 0-20 15,0 0-17-15,0 0-19 0,0 0-17 0,0 0-15 16,0 0-20-16,0 0-107 0,0 0 0 16,0 0 0-16,0 0 0 0,0 0 0 0,0 0 0 15,0 0 0-15,0 0 0 0,-6 11 0 0,5-3 0 0,1 1 0 16,-2 3 0-16,2-2 0 0,-1 4 0 0,-2 2 0 16,1 2 0-16,1-1 0 0,-3 1 0 15,2 6 0-15,-2 1 0 0,3 0 0 0,-5-2 0 16,6 2 0-16,0-4 0 0,-2 1 0 0,2 1 0 15,-1-8 0-15,1 2 0 0,3 0 0 0,-3 1 0 0,0-9 0 16,4 4 0-16,-2-3-15 0,-1 0-63 0,3-1-7 16,-1-1 24-16,3-2 12 0,0 2 3 0,-1-5 8 15,1 0 7-15,3-1 6 0,-1-2 2 16,-8 0 3-16,16-5 12 0,-3 0 7 0,-3 1 5 0,0-6 8 16,1 0 10-16,-3 1 8 0,2-3-5 0,-2 1-1 15,-4 0 5-15,-1 3 3 0,0-2-1 0,0 1 2 16,-3-3-15-16,0 7 4 0,0-3-4 0,0-4-6 15,-6 7 1-15,1-9-11 0,-3 8 7 16,0 1-12-16,4 0-16 0,-5 2-18 0,-1-2-39 0,6 2-27 16,4 3-38-16,-16-2-56 0,9 2-46 0,7 0-63 15,-15 2-60-15,5 1-50 0,3 0-56 0,0 1-62 16,0 2-322-16,1-3-927 0,6-3 410 0</inkml:trace>
        </inkml:traceGroup>
        <inkml:traceGroup>
          <inkml:annotationXML>
            <emma:emma xmlns:emma="http://www.w3.org/2003/04/emma" version="1.0">
              <emma:interpretation id="{255C8DFA-BC38-4BFF-931C-7860BDA2AB0A}" emma:medium="tactile" emma:mode="ink">
                <msink:context xmlns:msink="http://schemas.microsoft.com/ink/2010/main" type="inkWord" rotatedBoundingBox="27884,1865 30590,1858 30593,2851 27886,2858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4362.2401">2439 254 161 0,'0'0'396'0,"0"0"4"0,0 0-14 0,0 0-29 15,0 0 5-15,0 0-14 0,0 0-11 0,0 0-14 16,-10-13-13-16,10 13-11 0,0 0-19 0,0 0-15 0,0 0-18 16,0 0-18-16,0 0-24 0,0 0-16 15,0 0-20-15,0 0-14 0,0 0-17 0,0 0-15 16,0 0-15-16,10-6-15 0,-10 6-5 0,0 0-14 15,0 0-10-15,10 0-7 0,-10 0-7 0,0 0-6 0,0 0-8 16,13 8-5-16,-9-7-5 0,-4-1-4 0,6 5-2 16,-5-2-4-16,0 2 0 0,4-2-2 0,-4 5-6 15,-1-2-1-15,6 1 1 0,-6 1 1 0,0 2-2 16,-2 0-2-16,-2-2 3 0,4 2-3 16,0 2 1-16,-1 0 0 0,-5 2 1 0,0-1 0 0,-1-1-1 15,-4 2-1-15,5-6-1 0,2 0-2 0,-5 3 3 16,8-5 1-16,-5 2-4 0,6-2 2 0,-6 1-2 15,2-4 2-15,1 2-2 0,3-1 6 0,0-4-2 16,0 0 3-16,0 8 2 0,0-8 5 0,-6 5 13 16,6-5 9-16,0 0 1 0,13 1 8 0,-13-1 10 15,25-3 12-15,-11 1 3 0,3-3-2 0,2 0-3 16,1-2-6-16,5 1-10 0,-6-1 2 0,4 0-10 16,-7 1 1-16,1 1-7 0,-3 0-3 15,-1 2-7-15,3-3 0 0,-6 3-19 0,-3-1-21 0,2 1-34 16,-5 2-35-16,4-2-36 0,-3 1-41 0,0-1-48 15,-5 3-67-15,6-6-76 0,-3 3-70 0,-3 3-75 16,0-8-393-16,0 8-960 0,-3-14 426 16</inkml:trace>
          <inkml:trace contextRef="#ctx0" brushRef="#br0" timeOffset="4987.8831">2580-195 81 0,'0'0'332'0,"-1"-7"-11"16,1 7-16-16,0 0-8 0,0 0 0 0,0 0-13 15,0 0-10-15,0 0-9 0,-3-7-4 0,3 7-8 16,0 0-14-16,0 0-9 0,0 0-9 0,0 0-12 16,0 0-14-16,0 0-12 0,6-4-14 0,-6 4-13 15,4-5-6-15,-4 5-10 0,7-3-7 0,0-1-13 16,-2-1-13-16,2 3-7 0,-7 2-13 16,8-4-6-16,0 2-8 0,-3-1-10 0,1 1-6 0,1-2-8 15,2-1-2-15,-2 3-9 0,-1-1-2 0,1 1-7 16,-7 2-7-16,13 0-4 0,-13 0-3 0,15 0-2 15,-9 2-3-15,-6-2-5 0,10 5 2 0,-4 1-3 16,-2-5-3-16,2 4 2 0,0 1-6 0,-5-2 3 16,3 6 0-16,-2-2 0 0,-2 0-6 0,0 1 7 15,4 2 2-15,-8-2 1 0,2 6-4 0,-2 0 1 16,3 2 2-16,-2-4 3 0,0-1-3 16,-4 3 5-16,4-5-5 0,-6 3 1 0,8-5-4 0,-5-4 6 15,0 8-2-15,6-7 0 0,-7 1 7 0,7 1 13 16,-3-6 7-16,3-1 16 0,-2 9 10 0,2-9 14 15,0 0 15-15,0 0 3 0,5 6 12 0,-5-6 2 16,0 0 2-16,0 0-4 0,0 0-9 0,19 0-15 16,-19 0-15-16,20-9 8 0,-3 4-4 0,-3-1-8 15,-1 2-6-15,6-3-8 0,-2 0 1 0,2-1-2 16,-5 4-10-16,3-2 1 0,-4-3-5 0,-3 4-3 16,0 4-2-16,-3-3-5 0,0 1 2 0,-1 2-4 15,-6 1-9-15,9-4-10 0,-9 4-22 0,8-5-28 16,-3 3-30-16,-5 2-40 0,0 0-42 0,0 0-44 15,0 0-52-15,0 0-60 0,10-2-55 0,-10 2-55 16,0 0-43-16,0 0-387 0,0 0-931 0,0 0 413 16</inkml:trace>
          <inkml:trace contextRef="#ctx0" brushRef="#br0" timeOffset="5879.9725">3084 210 184 0,'0'0'277'0,"-7"-5"-9"16,7 5-6-16,0 0-6 0,-12-1-11 0,12 1-5 15,0 0 8-15,0 0-19 0,-7 0 20 0,7 0-29 16,0 0-1-16,0 0-8 0,0 0-3 0,0 0-13 15,-7 4-7-15,7-4-10 0,0 0-2 0,0 0-8 16,0 0-2-16,0 0-3 0,0 0-5 0,0 0-4 0,0 0-10 16,0 0-14-16,0 0-13 0,19-7-10 15,-11 5-16-15,4 0-7 0,6 1-7 0,-3 0-6 16,2 1-8-16,-3-4-6 0,3 0-7 0,2 4-2 16,-5-2-4-16,1 2-5 0,-4-1-4 0,3-2-3 15,-4 2-4-15,-1 0-3 0,-9 1 0 0,17 0 0 16,-11 0-5-16,-6 0 0 0,0 0-6 0,13-2-1 15,-13 2-20-15,0 0-24 0,8 0-25 0,-8 0-28 16,0 0-31-16,0 0-36 0,7-3-30 0,-7 3-63 16,0 0-56-16,0 0-60 0,0 0-42 0,6-3-313 0,-6 3-776 15,0-5 344-15</inkml:trace>
          <inkml:trace contextRef="#ctx0" brushRef="#br0" timeOffset="6396.5473">3492 32 46 0,'0'0'370'0,"0"0"8"0,4-4-10 16,-4 4-1-16,0 0-13 0,3-4-18 0,-3 4 0 0,0 0-13 15,0 0-20-15,0 0-14 0,0 0-22 0,0 0-15 16,0 0-21-16,0 0-24 0,0 0-19 15,6-7-21-15,-6 7-18 0,0 0-15 0,10 0-23 16,-10 0-7-16,8 0-11 0,-8 0-12 0,15 3-11 0,-7 1-4 16,2-1-11-16,-4 2-3 0,1 0-8 0,3 2-5 15,2 1-8-15,-2 2 1 0,1-2-5 0,-4 2-8 16,0-1 0-16,-1 2 0 0,6-1-8 0,-8 4-2 16,-1-6-7-16,4 3-6 0,-3 0-3 0,-2-5-10 15,-2 5-5-15,0-2-4 0,0-1-10 0,0 0 2 16,1 0-2-16,-2-2 7 0,-1 1-5 0,-2-2 0 15,4 0 9-15,-6 1 1 0,5-4 1 0,-5 2 11 16,6-4 0-16,-6 5 11 0,2-3 12 0,4-2 15 16,0 0 17-16,0 0 19 0,-13-12 15 0,10 7 13 15,0-3 10-15,1-1 3 0,2-6 6 0,0-1-5 16,0 1-1-16,2-2-1 0,4-5-5 0,-2 0-7 16,2-1-4-16,-3 8-11 0,1 0 0 0,2 2-15 15,-3-1 1-15,1 1-21 0,2 1 3 0,0 6 4 16,-6-1-4-16,5-3-9 0,-3 3-19 0,-2 1-18 15,4 1-28-15,-4 5-38 0,2-4-29 0,-2 4-41 16,5-8-31-16,-5 8-46 0,0 0-45 0,0 0-34 16,0 0-36-16,13 15-38 0,-7-9-46 0,-5-4-34 15,-1 5-289-15,6 2-798 0,-2-2 353 0</inkml:trace>
          <inkml:trace contextRef="#ctx0" brushRef="#br0" timeOffset="6755.8047">3810 185 66 0,'0'0'432'16,"5"-5"8"-16,-5 5-2 0,0 0-5 0,2-3-15 16,-2 3-16-16,0 0-18 0,0 0-16 0,0 0-19 15,0 0-18-15,0 0-25 0,0 0-33 0,0 0-25 16,0 0-23-16,0 0-20 0,0 0-30 0,0 0-17 15,0 0-15-15,0 0-27 0,0 0-6 0,0 0-11 16,4 15-10-16,-2-10-7 0,-2 2-6 0,1 1-9 16,-2 1-6-16,1 0-4 0,-3 0-3 0,0 1-20 15,0-2 9-15,-3 4-5 0,2-4-1 0,2 2-10 16,-2 0 0-16,3 0-5 0,-4 0 3 0,5-1-8 16,-2-1-16-16,2-2-11 0,-2 3-11 0,2-2-11 15,0-1-4-15,0-1-12 0,-3 0-1 0,6 1-5 0,-3-6-5 16,0 9-10-16,2-6 0 0,-2-3-11 15,2 2-3-15,-2-2-8 0,0 0-5 0,3 7-10 16,-3-7-17-16,0 0-31 0,0 0-36 0,0 0-32 16,0 0-58-16,0 0-70 0,0 0-50 0,7-12-309 15,-5 7-769-15,1 1 340 0</inkml:trace>
          <inkml:trace contextRef="#ctx0" brushRef="#br0" timeOffset="3298.3523">1986-234 146 0,'0'0'374'0,"0"0"-1"0,0 0 6 15,0 0-16-15,0 0-8 0,0 0-15 16,0 0-4-16,0 0-9 0,-5-4-8 0,5 4-9 0,0 0-8 16,0 0-13-16,0 0-7 0,0 0-13 0,0 0-20 15,0 0-14-15,0 0-34 0,0 0 2 0,0 0-27 16,0 0 6-16,0 0-23 0,0 0-15 0,0 0-9 15,0 0-19-15,0 0-13 0,0 0-13 16,0 0-8-16,0 0-9 0,-13 8-10 0,9-1-4 0,-1 0 5 16,1 0 4-16,-6 2-13 0,4 7 2 0,-2 0-7 15,-4 3 3-15,1 3-7 0,-2 2-2 0,0 2-5 16,0-2-7-16,0 10 0 0,0 0 2 0,0-2-5 16,6 1-14-16,-4 3 8 0,4-9 0 0,1 7-4 15,0 5 4-15,3-12-9 0,3 7 3 0,-4-7 0 16,6 1 3-16,-4 1-15 0,6-4-2 0,2 0-14 15,-3 0 2-15,3-2-11 0,1-3-16 0,4 1-2 16,-4-7-4-16,5 0 0 0,-5 2-8 0,3-4-6 16,0-1-17-16,-3-2-15 0,-1 2-18 0,5-6-22 15,-3 1-15-15,-1-1-17 0,-2 1-12 0,1-2-28 16,4-3-42-16,-7 1-40 0,7 0-39 0,-10-2-36 16,0 0-46-16,17-4-39 0,-11 2-291 0,0-1-794 15,-2-3 352-15</inkml:trace>
          <inkml:trace contextRef="#ctx0" brushRef="#br0" timeOffset="3830.3942">2144 75 270 0,'0'0'383'15,"-2"-8"0"-15,2 8-11 0,0 0-18 0,0 0-8 16,0-6-19-16,0 6-12 0,0-5-10 0,0 5-16 16,0 0-19-16,0 0-10 0,0 0-18 0,0 0-21 15,0 0-15-15,0 0-23 0,0 0-17 0,0 0-18 16,0 0-14-16,0 0-16 0,0 0-12 0,13 0-11 15,-13 0-9-15,12 8-14 0,-5-6-8 0,0 2-10 16,-1 1-2-16,5 0-11 0,-2 2-4 0,-3 0 0 16,1 1-7-16,3 0-3 0,-2 0-6 0,-5 4-4 15,0-5-9-15,3 3-4 0,-2-1-7 0,-3-1-6 16,1 2 7-16,-1-3-3 0,2-1 3 0,-3 3 0 16,-4-3-6-16,4 0 4 0,-2-1 1 0,-2 1 0 15,4-6 4-15,-3 7-3 0,-1-4 6 0,4-3 5 16,-3 4 0-16,3-4-1 0,0 0 11 0,0 0 12 0,-10-12 12 15,9 3 5-15,1 2-4 0,1-3-5 16,-1-8 4-16,6 1-5 0,-2 3-1 0,-1-7 1 16,8 1-5-16,-5 2-1 0,1 3-3 0,1-1-8 15,2 0-1-15,-3 3-3 0,0 0-2 0,0 1-5 16,0 3 1-16,-3 2-9 0,4-1-9 0,-6 3-21 16,4 2-25-16,0-2-29 0,-3 1-38 0,1 0-49 15,-4 4-49-15,10 0-37 0,-10 0-39 0,9 7-42 16,-2-3-62-16,-1 0-52 0,-1 3-249 0,-3 3-756 15,1-4 334-15</inkml:trace>
          <inkml:trace contextRef="#ctx0" brushRef="#br0" timeOffset="7491.6522">3823-22 278 0,'0'-6'440'0,"0"6"-37"0,0 0-1 16,0 0-14-16,0 0-13 0,0 0-13 0,1-7-15 16,-1 7-20-16,0 0-18 0,0 0-29 0,0 0-6 15,0 0-24-15,0 0-21 0,0 0-24 0,0 0-20 0,0 0-17 16,0 0-17-16,3-4-17 0,-3 4-14 16,0 0-15-16,0 0-15 0,0 0-8 0,0 0-20 15,0 0-24-15,0 0-28 0,0 0-34 0,0 0-33 16,0 0-38-16,0 0-41 0,0 0-59 0,0 0-40 0,0 0-51 15,0 0-63-15,0 0-57 0,0 0-300 0,0 0-763 16,0 0 338-16</inkml:trace>
          <inkml:trace contextRef="#ctx0" brushRef="#br0" timeOffset="8195.1059">3951-270 176 0,'0'0'225'16,"0"0"5"-16,0 0-2 0,0 0-1 0,0 0-4 0,0 0-2 15,0 0-1-15,0 0-3 0,0 0-8 0,0 0-3 16,0 0-2-16,0 0-12 0,-4-15-8 15,4 15-9-15,0 0-6 0,0 0-23 0,4-5-6 16,-4 5-22-16,6-5-8 0,-6 5-13 0,6-2-13 0,-6 2-8 16,7-3-4-16,-1-2-17 0,-6 5 7 0,13-2-16 15,-6 2-1-15,-7 0-10 0,11-2-1 16,-4-1-6-16,-7 3-1 0,16 2-17 0,-16-2-5 16,13 0 1-16,-7 1 6 0,1 3-5 0,-1-3-4 15,-4 4 10-15,-2-5 0 0,10 4-23 0,-5 1 0 0,-1-2 1 16,0 0 12-16,-1 4 3 0,-3-2-11 0,2 2 3 15,0-3 7-15,0 3 0 0,-2 2-5 0,0-2 7 16,0-1 2-16,-2 1-6 0,0 2-6 0,2-2 9 16,-3 0-10-16,1 2 3 0,-3 0 9 0,0-2-4 15,4 0 2-15,-5 0-9 0,2 1 6 0,2-3 1 16,1 0 4-16,0 0-8 0,-2 0 5 0,3-5 0 16,-3 7 3-16,3-7 8 0,0 0 15 0,-3 4 6 15,3-4 10-15,0 0 5 0,0 0 7 0,4 6 6 16,-4-6 8-16,0 0 0 0,0 0-13 0,0 0 18 15,13 2 1-15,-13-2 0 0,13-6-6 0,-13 6-1 16,17-2-13-16,-10 1-2 0,2-1-6 0,1 1-4 16,-3-1-6-16,2-3-4 0,-2 3-2 0,-7 2-7 15,11-4-10-15,-4 0-24 0,-1 3-11 0,-6 1-22 16,13-3-33-16,-13 3-24 0,7-3-26 0,-7 3-41 31,9-3-38-31,-6 0-42 0,-3 3-57 0,7-2-64 0,-1-3-52 0,-6 0-222 0,5 0-691 0,-5 0 305 16</inkml:trace>
          <inkml:trace contextRef="#ctx0" brushRef="#br0" timeOffset="8727.5114">4279-370 315 0,'0'0'442'0,"0"0"14"16,3-5-7-16,-3 5-23 0,0 0-36 0,0 0-30 15,0 0-31-15,0 0-22 0,0 0-25 0,0 0-25 16,0 0-22-16,0 0-22 0,0 0-23 0,0 0-21 16,13 8-17-16,-13-3-14 0,6 2-14 0,-1 1-6 15,8 2-7-15,-1 2 1 0,-4 1 1 0,5 2-7 16,0 5-5-16,0 3-8 0,3-1-5 0,2 8-5 16,-4 2-5-16,1 0-8 0,-5-7-4 0,0 10-5 15,1 0-1-15,-4-8-2 0,-1 1-11 0,-2-1 0 16,-1 0-7-16,-3 10-1 0,0-10-4 0,0-1-2 15,-3 5-3-15,-1 3-4 0,-9-1-1 0,2-8 2 16,1 2-4-16,-6 4-3 0,-1-1-4 0,0-7 1 16,0 1 0-16,1-2-3 0,-1-2 3 0,-3 2-5 15,2-6 1-15,4 2-4 0,1-4-12 0,2-5-6 16,-2 5 2-16,0-5 0 0,7-1-8 0,-1-2-1 0,-1 0 1 16,5 4-4-16,-3-7-2 0,2 2-7 15,4-5-1-15,-6 5-8 0,2-3-9 0,1 3-13 16,3-5-7-16,-3 5-14 0,3-5-15 0,0 0-13 15,-6 5-11-15,6-5-14 0,0 0-16 0,0 0-21 16,0 0-18-16,0 0-24 0,0 0-20 0,0 0-34 0,0 0-58 16,0 0-50-16,0 0-45 0,0 0-217 15,12-20-688-15,-8 18 304 0</inkml:trace>
        </inkml:traceGroup>
        <inkml:traceGroup>
          <inkml:annotationXML>
            <emma:emma xmlns:emma="http://www.w3.org/2003/04/emma" version="1.0">
              <emma:interpretation id="{2362E3A6-0B9E-44E5-9B00-72E4C94CA44B}" emma:medium="tactile" emma:mode="ink">
                <msink:context xmlns:msink="http://schemas.microsoft.com/ink/2010/main" type="inkWord" rotatedBoundingBox="30867,2035 33099,2029 33100,2532 30868,2538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1122.1858">5036 259 114 0,'0'0'188'0,"0"0"-6"0,0 8 2 16,0-8 9-16,0 0 0 0,-7 1 10 0,7-1 1 15,0 0 33-15,-12 3 12 0,12-3 0 0,-10 2 5 16,10-2-7-16,0 0 1 0,0 0-2 0,-15-5-5 0,10 2-5 16,-3 1-2-16,2-2 0 0,-1 0 0 0,-3 0-4 15,4-1-4-15,-2-1-5 0,2-1-17 16,-3-1 7-16,-1 1-15 0,3-2-12 0,0-3-16 16,-3-4-20-16,1 3-2 0,-2-8-7 0,-1 5-10 15,5 0-15-15,-6-4-3 0,2 5-11 0,4-4-1 16,0 3 0-16,1 1-20 0,-1 4 10 0,-2-1-9 15,6 3 11-15,-1-4-9 0,-2-2-2 0,1 2-6 16,2 2-12-16,0 2-4 0,1-3-3 0,4 6-15 16,-4-5 6-16,2 2-11 0,3 1-5 0,2-4-4 0,-3 4-12 15,4 0-3-15,1-2-5 0,2-1-15 0,1 2-4 16,-3 4-9-16,5 1-2 0,-1-3-5 16,-4 5-1-16,0 0 3 0,6-3-7 0,-6 2-6 0,5 1 6 15,-5 0 0-15,4 2 3 0,-11 0-4 0,20 0 0 16,-10 4-2-16,-4-3 1 0,1 2 1 0,-1-1-4 15,-2 3 0-15,2 1 8 0,-2 3 3 0,4-2-1 16,-7-3-2-16,5 7 9 0,-3-6 1 0,-2 4 3 16,-1-2 3-16,-1 3 0 0,-2 0-1 0,0 0 2 15,-4 3 6-15,2-3-3 0,-2 3 6 0,-3-3-4 16,2 4 3-16,-4-4 1 0,-1-2 1 0,2 2-9 16,-2-2 11-16,4-3-1 0,-2 2 5 0,5-2-5 15,-7 1 4-15,8-4 1 0,-3 3-2 0,3-1-8 16,-1-2-18-16,2 1-19 0,4-3-26 0,-5 3-29 15,5-3-31-15,0 0-32 0,0 0-38 0,-8 3-40 16,8-3-31-16,0 0-40 0,-3 5-42 0,3-5-57 16,0 0-45-16,0 0-274 0,0 0-789 0,0 0 349 15</inkml:trace>
          <inkml:trace contextRef="#ctx0" brushRef="#br0" timeOffset="11528.3109">5265 120 22 0,'0'-8'344'0,"3"2"-1"0,-3 2-11 15,4 0-8-15,-4 4-14 0,3-8-12 0,-3 8-19 16,4-10-22-16,-4 8-8 0,0 2-35 0,0 0 2 15,5-5-23-15,-5 5-17 0,0 0-14 0,0 0-23 16,0 0-11-16,0 0-15 0,0 0-14 0,0 0-12 16,0 0-5-16,0 0-1 0,0 0-7 0,0 0-2 15,-10 16-6-15,4-10-20 0,4 2 12 0,-3-1-13 16,3-1-4-16,-1 5 2 0,-1-3-4 0,-6 4-7 16,9-5 8-16,-6 4-8 0,2-4-5 0,0 4-5 15,5-1 0-15,-3-2 3 0,-2 1-16 0,5 1-3 16,0-2-8-16,0 1-5 0,2-1-8 0,4 0-9 15,-2 1 1-15,7-1-13 0,-4-3-8 0,2 1-18 16,1 1-1-16,-1-3-20 0,5 0-20 0,-1 0-14 16,3-3-8-16,-1 1-8 0,1-4-4 0,3 1-10 15,-4-3-24-15,-2 3-32 0,6-6-31 0,-6 2-39 16,5-2-38-16,-3-1-162 0,-4-1-511 0,2-2 226 16</inkml:trace>
          <inkml:trace contextRef="#ctx0" brushRef="#br0" timeOffset="12497.5468">5567 130 11 0,'0'0'366'0,"0"0"7"16,0 0-7-16,0 0 1 0,0 0-20 0,0 0-35 16,0 0-3-16,0 0-21 0,0 0-20 0,0 0-29 0,0 0-19 15,0 0-26-15,0 0-20 0,0 0-16 16,0 0-24-16,0 0-13 0,11 10-20 0,-11-10-6 15,9 3-8-15,-5 1-13 0,1-1-7 0,-5-3-11 16,8 4-5-16,-3 4-8 0,-3-2-7 0,3-4-13 16,0 3 10-16,-3-1-4 0,-1 2-2 0,1 2-1 0,-2-2-1 15,3 0-8-15,-6-2 0 0,1 4 4 16,1-2-6-16,-3-1 1 0,1 1 0 0,-4 2-5 16,1-5 1-16,0 2-6 0,-4-4-1 0,3 3-16 15,-2-3-6-15,-1 1 2 0,2-2 0 0,1 1 7 16,7-1 3-16,0 0-1 0,-23-3 8 0,17 2-2 0,3-4 4 15,-3 0 5-15,2 0 5 0,4-4-2 16,0 9 6-16,-1-13-2 0,1 4 3 0,1 1-11 16,-1 2 10-16,0 0-11 0,6-2 0 0,-2 2 8 15,-3-1 3-15,4 4 0 0,-5 3 0 0,3-11-1 0,1 11 0 16,-4 0-2-16,1-7-5 0,-1 7 1 0,10 0-9 16,-10 0-7-16,0 0 11 0,13 4-4 15,-8-1 0-15,0-1-2 0,2 6 2 0,-1-4-6 16,0 0 3-16,0 0 3 0,-1 3-1 0,1-1 2 15,0-2-5-15,0 0 1 0,-2 2-9 0,2 0-15 0,-1 0-13 16,0-3-13-16,0 4-17 0,2-2-9 0,1-1-2 16,-1 2-2-16,3-3-1 0,0 0 1 15,-3-1 0-15,4 0 7 0,-1-4 11 0,0 2 11 16,2-2 3-16,-2 1 3 0,0-2 9 0,3-6 18 16,-2 4 14-16,-4 0 24 0,5-3-1 0,-5-2 27 0,0 4 10 15,3-8 6-15,-3 4 9 0,-1-1 0 16,-3-2 11-16,1-1 9 0,-2 5 11 0,2-3 1 15,-4 2 3-15,1 4 2 0,-1-5 3 0,-1 3 5 16,2 5 0-16,-1-6-4 0,0 4 3 0,0 5-3 16,-5-9-6-16,5 9-6 0,0 0-11 0,2-7-11 0,-2 7-9 15,3-3-18-15,-3 3-1 0,0 0-18 0,0 0-1 16,0 0-13-16,0 0 7 0,0 0-1 0,0 0-8 16,0 19 4-16,5-11-3 0,-5 0 2 15,1 1-4-15,-1 2 0 0,2-5-3 0,-4 4 0 0,4 4 0 16,-4-1-5-16,2-2 0 0,-1 3 1 0,-4-1 3 15,5-1-3-15,-1-2-6 0,-1 4-17 0,0-3-11 16,2-1-6-16,0 0-8 0,-2-2-2 0,4-1-1 16,-4-3-7-16,4 0 0 0,0 1 0 15,-2-5 7-15,2 8 7 0,-2-8 10 0,1 4 6 0,-1-4 14 16,0 0 1-16,0 0 3 0,0 0 1 0,18-13-2 16,-11 6 5-16,-2-2 2 0,7-2 1 0,-4 0 9 15,4-4-1-15,-4 2 7 0,2 1-2 0,-1-4 8 16,1 3 8-16,-1-2 5 0,-2 3 4 0,0 2 3 15,-4 4 6-15,-2-3 2 0,2 3 4 0,3-1-7 16,-3 4-4-16,-2-3-4 0,-1 6-3 0,3-5-5 16,-3 5-10-16,0 0-5 0,6-4-3 0,-6 4-7 15,0 0-2-15,0 0-9 0,0 0 0 0,0 0 0 16,0 0 2-16,0 0 0 0,-10 18 1 0,7-9-2 16,-3-1-6-16,5 0-18 0,-2-3-9 0,0 5-1 15,3-3-7-15,0-3-7 0,0 7-5 0,0-4-2 16,-3-1 0-16,6 0 1 0,-3 3-9 0,3-3-7 15,0 0-13-15,4-3-17 0,-3-1-21 0,2 5-29 16,2-4-52-16,0-1-49 0,-3 1-46 0,3-2-56 16,3-1-59-16,2 0-326 0,-13 0-798 0,14-4 353 15</inkml:trace>
          <inkml:trace contextRef="#ctx0" brushRef="#br0" timeOffset="12966.8268">6222 156 261 0,'0'0'403'0,"-8"9"-15"0,8-9-11 16,0 0-26-16,0 0-35 0,0 0-44 0,0 0-3 16,0 0-32-16,0 0-18 0,0 0-21 0,0 0-21 15,0 0-19-15,0 0-14 0,3 5-15 0,-3-5-10 16,0 0-17-16,0 0-13 0,0 0-7 0,0 0-2 15,0 0-10-15,7 5-2 0,-7-5-5 0,8 3-4 16,-8-3-5-16,13 1-3 0,-3 3-3 0,-4-3-6 16,4 0-2-16,-10-1-3 0,19-4 2 0,-9 1-2 15,-2 0 9-15,2-2 1 0,-3 3 6 0,2-1 11 16,0-4 12-16,-8 3 9 0,6 3 0 0,-7 1 4 16,10-6-7-16,-10 6 2 0,2-4-11 0,1-2 6 15,-3 6-4-15,0 0-7 0,4-4-9 0,-4 4-5 16,0 0-6-16,0 0-8 0,0 0-12 0,-7-6 6 15,7 6-5-15,-7-2-5 0,7 2-1 0,-12 0-7 16,12 0-1-16,-13 5-3 0,3-2-7 0,2 4 8 16,-5-2-1-16,6 0-4 0,-2-2 1 0,3 0-1 15,-1 5-3-15,1-4-7 0,2 0-4 0,1 0-11 16,0 1 0-16,3 3-4 0,0-2 1 0,3 0 2 16,3 2-9-16,1-2-10 0,0 2-11 0,8 0-17 15,-3-1-17-15,1-2-20 0,3 2-29 0,0-2-29 16,2-2-35-16,1 1-28 0,0-3-41 0,-5-1-35 15,3-1-49-15,2-5-43 0,-4 3-268 0,3-2-715 16,-4-1 317-16</inkml:trace>
          <inkml:trace contextRef="#ctx0" brushRef="#br0" timeOffset="19740.7306">6642-151 146 0,'0'0'376'0,"0"0"0"0,0 0 1 0,0 0 0 0,0 0-6 16,0 0-8-16,0 0-15 0,0 0-16 0,0 0-20 16,0 0-20-16,0 0-25 0,0 0-26 15,0 0-19-15,0 0-23 0,0 0-16 0,0 0-19 16,18 12-16-16,-10-6-13 0,-1 1-15 0,6 0-10 16,-1 4-10-16,1-3-14 0,3 6-6 0,4 3-11 0,-1-2-3 15,-1 0-6-15,2-1-8 0,0-3-4 0,0 3-9 16,-7-3-30-16,0 1-27 0,3-3-32 0,-3 3-36 15,-3-6-28-15,6 3-38 0,-6-4-42 0,1 0-35 16,0-2-45-16,-3 3-47 0,3-6-66 16,-4 0-321-16,0 2-766 0,1-2 340 0</inkml:trace>
          <inkml:trace contextRef="#ctx0" brushRef="#br0" timeOffset="19489.8174">6872-159 239 0,'3'-5'442'0,"-3"5"-8"0,0 0-15 16,0 0-12-16,0 0-15 0,0 0-23 0,1-5-16 0,-1 5-24 15,0 0-20-15,0 0-25 0,0 0-21 0,0 0-19 16,0 0-27-16,0 0-19 0,0 0-21 16,0 0-19-16,0 0-19 0,0 0-12 0,0 0-16 15,0 0-13-15,0 0-10 0,0 0-12 0,0 0-3 16,0 0-9-16,-17 16-5 0,12-9-4 0,-1 2-4 0,2-1-1 15,-2-4-5-15,-4 10-5 0,3-1 4 16,-1 2-14-16,0 1 0 0,-1-4-2 0,1 3 5 16,-2 3-9-16,3-4-2 0,-2-3-2 0,2 3-1 15,-3-1-4-15,3-1-2 0,-1 1 4 0,1-1-3 16,3-6 0-16,-2 2-2 0,-1 1-11 0,1-4-8 16,6 3-16-16,-1-3-19 0,-5-1-11 0,6 0-18 15,0-4-24-15,0 7-17 0,0-7-23 0,-5 4-10 16,5-4-18-16,0 0-15 0,0 3-15 0,0-3-18 15,0 0-30-15,0 0-52 0,0 0-37 0,0 0-34 16,0-24-31-16,0 18-205 0,4-7-649 0,-4 4 288 16</inkml:trace>
        </inkml:traceGroup>
      </inkml:traceGroup>
    </inkml:traceGroup>
    <inkml:traceGroup>
      <inkml:annotationXML>
        <emma:emma xmlns:emma="http://www.w3.org/2003/04/emma" version="1.0">
          <emma:interpretation id="{C64FD36A-EBC9-433C-8F38-4AF099E72AB6}" emma:medium="tactile" emma:mode="ink">
            <msink:context xmlns:msink="http://schemas.microsoft.com/ink/2010/main" type="paragraph" rotatedBoundingBox="26053,3337 33658,2625 33775,3874 26170,45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03B1BD7-F8A6-4A9F-9BA3-2CDED46C99B8}" emma:medium="tactile" emma:mode="ink">
              <msink:context xmlns:msink="http://schemas.microsoft.com/ink/2010/main" type="line" rotatedBoundingBox="26053,3337 33658,2625 33775,3874 26170,4587"/>
            </emma:interpretation>
          </emma:emma>
        </inkml:annotationXML>
        <inkml:traceGroup>
          <inkml:annotationXML>
            <emma:emma xmlns:emma="http://www.w3.org/2003/04/emma" version="1.0">
              <emma:interpretation id="{FE56ECE0-1F07-463B-BFF5-2EEA74F3793E}" emma:medium="tactile" emma:mode="ink">
                <msink:context xmlns:msink="http://schemas.microsoft.com/ink/2010/main" type="inkWord" rotatedBoundingBox="26089,3719 26367,3693 26384,3869 26106,3895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24934.0852">-8 1511 318 0,'0'0'391'0,"0"0"-8"0,0 0 8 16,0 0-2-16,0 0-9 0,0 0 1 0,0 0-7 15,0 0-11-15,7-6-15 0,-7 6-13 0,0 0-16 16,0 0-25-16,0 0-27 0,5-4-30 0,3-1-25 16,0 4-25-16,1-3-16 0,-2 2-29 0,10-1-44 15,-3-2-33-15,-1 4-42 0,0-3-40 0,0 3-34 16,-2 2-45-16,-3-1-22 0,2-1-70 0,-3-1-55 16,-7 2-50-16,13 2-50 0,-13-2-48 0,11-2-32 15,-11 2-229-15,2 5-704 0,-2-5 312 0</inkml:trace>
          <inkml:trace contextRef="#ctx0" brushRef="#br0" timeOffset="25152.7756">21 1651 123 0,'0'7'426'16,"0"-7"34"-16,0 0 18 0,0 0 8 0,0 0-4 15,0 0-15-15,9 1-26 0,-9-1-29 0,0 0-39 16,0 0-33-16,18-8-42 0,-11 6-24 0,1-1-25 15,2 1-33-15,3 0-18 0,-5 0-23 0,2-2-14 16,3-1-19-16,-4 2-38 0,2-1-49 0,1 0-38 16,-4 1-48-16,2-1-53 0,0 2-60 0,3-3-58 15,0-1-64-15,-3 0-57 0,-2 4-70 0,8-2-45 16,-6 4-312-16,6-4-812 0,0 1 360 0</inkml:trace>
        </inkml:traceGroup>
        <inkml:traceGroup>
          <inkml:annotationXML>
            <emma:emma xmlns:emma="http://www.w3.org/2003/04/emma" version="1.0">
              <emma:interpretation id="{800DB895-0840-4A9B-8CBF-9BEE7F3219BD}" emma:medium="tactile" emma:mode="ink">
                <msink:context xmlns:msink="http://schemas.microsoft.com/ink/2010/main" type="inkWord" rotatedBoundingBox="26809,3446 28214,3314 28262,3829 26857,3960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6059.6284">748 1347 501 0,'2'-6'521'0,"-1"1"6"0,-1 1-1 15,0 4-19-15,0 0-23 0,0-8-26 0,0 8-26 16,0-6-33-16,0 6-13 0,0 0-43 0,0 0-32 16,0 0-30-16,0 0-31 0,3-5-27 0,-3 5-26 0,0 0-19 15,0 0-18-15,0 0-16 0,0 0-14 0,-3 23-20 16,3-10-4-16,-1-1-19 0,1 1-4 16,0 3 6-16,-2-3-18 0,1 2-7 0,1 2-13 15,-3 0 0-15,3-3 2 0,0 0-11 0,0 1-28 0,0-4-22 16,0-1-22-16,0-1-11 0,-2 0-14 0,2 0-13 15,0-2-6-15,0 0-12 0,2-1 1 0,-2 0 5 16,0-6 5-16,3 8 11 0,-3-8 8 16,0 4 10-16,0-4 8 0,0 0 7 0,0 0 1 0,0 0 8 15,0 0 11-15,0-20 15 0,0 5 3 0,0 0 4 16,1-8-3-16,-1-2 7 0,0 2 1 0,0-4 10 16,0 2 8-16,0 2 5 0,-1 3 14 0,4 2 9 15,-3 3 3-15,-2 0 5 0,2 3 5 0,0 2 4 16,0 0 5-16,2 3-3 0,-1 1 0 0,-1 3-3 15,0 3-5-15,3-9-11 0,-3 9-9 0,0-8-15 16,0 8 7-16,0 0-22 0,0 0-8 0,3-3-2 16,-3 3-2-16,0 0 5 0,10 13 2 0,-9-8-7 15,5 3-8-15,-2 0-6 0,3 6 9 0,2-3-8 16,-3 3-24-16,1 0-2 0,-1-1-17 0,-1 1-14 16,2 0-7-16,1-1-13 0,2 0-2 0,-5-1-5 15,-2 1-2-15,4-5-8 0,-2 3-3 0,3-5 2 16,-8-1-4-16,6 1 7 0,-6 2 10 0,3-7 10 15,0 2 12-15,-3-3 6 0,0 0 10 0,7 2 1 16,-7-2 7-16,16-12 9 0,-12 2 2 0,4 2 6 16,2-7 8-16,-2-2 6 0,3-1 2 0,2-3 3 15,0-1 8-15,0-1 16 0,0-2 4 0,-3 3 10 16,-2 2 10-16,-2 4 12 0,7 3 12 0,-9 2-8 16,2 3 11-16,-3-2-7 0,-2 3-9 0,3 3-3 15,-2 1-6-15,1-3-9 0,-3 6-12 0,5-8-3 16,-5 8-5-16,0 0-4 0,0 0-4 0,0 0-3 15,0 0 2-15,8 18 0 0,-6-11-2 0,3 6-3 16,-4-1-1-16,3 4 7 0,-2 1-5 0,2-1-1 16,-2 1 1-16,3 5 0 0,-2 1 3 0,-3 0-8 0,4 0 5 15,-1-1-3-15,0 0 1 0,-1-4-24 0,2-2-14 16,-3 0-23-16,4 0-28 0,-2 1-26 0,-2-4-30 16,3-3-31-16,-2-2-19 0,2 1-43 15,-1-3-37-15,0 1-34 0,0-2-53 0,-3-5-81 0,7 0-52 16,-7 0-268-16,0 0-820 0,10-8 363 0</inkml:trace>
          <inkml:trace contextRef="#ctx0" brushRef="#br0" timeOffset="27122.5864">1376 1443 66 0,'0'0'384'0,"0"0"5"0,0 0 14 0,5-4-25 15,-5 4-16-15,0 0-16 0,0 0-20 0,5-3-22 16,-5 3-19-16,0 0-17 0,6-3-25 0,-6 3-16 16,0 0-17-16,0 0-23 0,0 0-22 0,0 0-14 15,7-1-23-15,-7 1-14 0,0 0-13 0,0 0-13 16,16 4-8-16,-16-4-12 0,4 7-6 0,5-2-8 16,-3 0-6-16,-2 0-6 0,4 3 0 0,-3-1-10 15,1 0-5-15,-2 1-7 0,2-1-8 0,-4 1-13 16,1-1-5-16,-3 1-5 0,0 2-3 0,-3-2-6 15,1 2-11-15,-1-1-8 0,-2 0-6 0,-6-1-20 16,4 0-13-16,-3-4-4 0,1 3-11 0,-1-4-13 16,2 0 12-16,-4 3-2 0,4-6 9 0,-2 1 8 15,1-1 12-15,9 0 17 0,-17-4-2 0,10-1 11 16,1-2 10-16,3 0 16 0,3-2 14 0,0-2 0 16,1-3 7-16,1 1 4 0,8 0 14 0,-6 0-3 15,6 0 2-15,-3-1 16 0,6 5-10 0,-11 1 1 16,6-1-3-16,-1 4 0 0,1-2 4 0,-3 3-8 15,2-2-2-15,1 6-6 0,2-3 2 0,-10 3-8 16,10-2 1-16,-10 2 2 0,15 4-11 0,-10-3 9 16,3 2 3-16,-3 2-1 0,0 1 1 0,1 0-8 15,-2-3 5-15,2 7-1 0,-3-1 4 0,3-3-11 16,-5 6 4-16,5-4-2 0,-1 2-4 0,-5 0 7 16,0-3 1-16,6 3-3 0,-4-1 1 0,3-1 4 15,-3 0-4-15,4-2 0 0,-1 0 2 0,1 1-2 16,-5-3 0-16,11 2 7 0,-5-6-6 0,4 0 4 15,-11 0-4-15,20-10-4 0,-7 3-2 0,6-2 7 0,-6-2 2 16,4-6-3-16,-3-2-3 0,1 0 4 16,0-1 3-16,-2-2 9 0,-6 7 10 0,2 0 4 15,0-3 6-15,-7 3 1 0,6-2 1 0,-4 2 4 16,2 4-6-16,-4 0-2 0,1 5 3 0,-1-1-4 0,-1 3-8 16,1-3-8-16,-2 7-9 0,3-6 1 0,-3 6-7 15,0 0 2-15,0 0-2 0,0 0-3 0,2 17 2 16,-4-9-5-16,4 3 3 0,-2 2 0 0,0 1-3 15,3 2 3-15,0-1-6 0,-1 6-3 0,0-8-8 16,4 3-1-16,-3-1 2 0,3-4 1 0,-2 8-11 16,-1-8 10-16,0 1-1 0,-3-2 2 0,3-2-1 15,-2 2 0-15,5-2-2 0,-6-1-5 0,0 2-2 16,3-3 1-16,-1-1 2 0,-2 0 0 0,-2 1 2 16,2-6-1-16,-3 9 5 0,1-4 4 0,-3-3-2 15,-1 2 4-15,-1-1 1 0,1-1 0 0,-3 2-7 16,-1-1 5-16,2-1-5 0,8-2-2 0,-17 0 4 15,9 3 2-15,8-3 2 0,-12 0-5 0,12 0 6 16,-9 0 3-16,9 0 2 0,0 0 20 0,-13-5 3 16,13 5 3-16,-6-1 20 0,6 1 0 0,-7-6 1 15,7 6 2-15,3-9-2 0,-3 5-3 0,4-2-4 16,2-2-4-16,4 1 7 0,-4-1 5 0,10-1-5 16,-2-3-7-16,0 3 2 0,9-5-4 0,0 3-7 15,1-4 1-15,2 0-1 0,-2 0-3 0,1 1 6 16,1-4-2-16,-2 2 1 0,-3 0 10 0,2 3 0 15,-3 0 7-15,-4 3-3 0,-3 2 3 0,0-1-3 0,0 1 1 16,-5 2 7-16,-2 2 1 0,-2-1-6 16,5 0-8-16,-6 2-2 0,-2-1-8 0,-1 4-5 15,6-3-5-15,-6 3-4 0,6-3-8 0,-6 3-1 16,0 0 0-16,0 0 2 0,0 0-10 0,-13 11-8 0,7-4-5 16,-1 0-7-16,1-1-7 0,0-3-7 0,-1 4-5 15,4 0 0-15,-2 0-3 0,0-1 0 0,2 2 0 16,1-2 7-16,2 0 2 0,4 1 6 15,-6 1 0-15,4 1 4 0,-1-4 7 0,1 2 2 0,3 2-2 16,1-2 3-16,1-1 6 0,-1 3-2 0,0-4 2 16,1 0 1-16,-1 3 1 0,1-3-1 0,-1 0 3 15,-1 0-3-15,-3-2 1 0,3 2 6 0,-5-5-7 16,2 7 3-16,4-6 1 0,-6-1-1 0,4 6 3 16,-4-6 1-16,0 0-5 0,1 3 10 0,-1-3-4 15,0 0 1-15,-7 6 2 0,1-2-1 0,-1-1 3 16,-4 2 0-16,-2 2-3 0,3-4-16 0,-6 0-16 15,2 2-31-15,-3 0-29 0,2-2-32 0,5 2-44 16,0-4-41-16,0 2-38 0,3 0-38 0,-1-1-37 16,8-2-50-16,-6 2-278 0,6-2-704 0,0 0 311 15</inkml:trace>
        </inkml:traceGroup>
        <inkml:traceGroup>
          <inkml:annotationXML>
            <emma:emma xmlns:emma="http://www.w3.org/2003/04/emma" version="1.0">
              <emma:interpretation id="{01836625-766B-4E61-A6F6-472A319576D9}" emma:medium="tactile" emma:mode="ink">
                <msink:context xmlns:msink="http://schemas.microsoft.com/ink/2010/main" type="inkWord" rotatedBoundingBox="28696,3370 29233,3319 29324,4291 28787,4342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27856.7114">2756 1430 26 0,'-1'-7'333'0,"1"7"-8"0,-2-8 4 0,2 8-8 16,-4-7 9-16,4 7 1 0,0-5-6 0,0 5-2 15,0-5 0-15,0 5-9 0,0 0-14 0,0 0-11 16,0 0-19-16,4-8-21 0,-4 8-29 0,0 0-22 15,3-4-20-15,-3 4-19 0,10-3-20 0,-10 3-18 16,9-2-13-16,-9 2-8 0,15 4-15 0,-8-3-11 16,1 0-2-16,-1 3-16 0,3 0-3 0,-3 2-8 15,0-2-5-15,0 1-5 0,0 1-5 0,1 4-4 16,-4-4-7-16,3 1 0 0,-3 2-7 0,-2-2 0 16,-2 4-3-16,0-2-3 0,-2 4 1 0,-2 0-2 15,-2-4 2-15,-2 2 2 0,-4-1-1 0,1 2-3 0,-4-2-2 16,-9-2-5-16,10 2-4 0,-3-4-4 15,-3-1-4-15,1-1 1 0,3-2 0 0,1 1 6 16,5-2 3-16,0-2 5 0,1 1 2 0,9 0 0 16,-16-5-3-16,13-1 11 0,-4-3-11 0,7-1-2 0,2-4 1 15,6 0-2-15,1-1 2 0,5-3-9 0,5-2-9 16,-1-2-13-16,11-1-13 0,1 0-11 16,-3 2-3-16,-4 4 0 0,-1 1-4 0,0 1 11 15,0 0 6-15,-4 2 6 0,5-2 2 0,-5 3 8 0,-3 1 0 16,-3-1 3-16,1 3 7 0,-3 0 17 0,0-2 8 15,-5 2 15-15,5-1-2 0,-4-3-2 0,-3 5 18 16,1-1 11-16,1-1 3 0,-4 2 0 16,-1-6-1-16,0 6 1 0,0 2 6 0,0-1 10 15,-1-3 4-15,1 7 8 0,-5-2 3 0,5 5 5 0,-1-9-5 16,1 9 5-16,-3-6-10 0,3 6-8 0,0 0-4 16,0 0-10-16,0 0-12 0,0-5-9 15,0 5-4-15,0 0-1 0,0 0 5 0,-6 14 2 16,3 0 13-16,2 8 18 0,-5 3 12 0,6 8 15 0,-3 7 29 15,1-1-1-15,2 6 4 0,0 0-4 0,-6-2-12 16,9 7-4-16,0 0-9 0,-3-3-8 0,0-1-6 16,2 3-37-16,1-4-43 0,-6-4 0 0,1 1 0 15,4-3 0-15,-4 1 0 0,2-12 0 0,-3-1 0 16,3 0 0-16,0-2 0 0,3 0 0 0,-3-9 0 16,0-3 0-16,0 1 0 0,0-5 0 0,0-2 0 15,2-3 0-15,1 3 0 0,-3-3 0 0,0-4 0 16,0 7 0-16,0-7-147 0,0 0-79 0,0 0-52 15,0 0-55-15,7-19-43 0,-4 11-44 0,0 0-53 16,3-4-45-16,-5-2-386 0,5 0-978 0,-7-2 432 16</inkml:trace>
          <inkml:trace contextRef="#ctx0" brushRef="#br0" timeOffset="28059.8008">2889 1741 174 0,'0'0'462'15,"-3"-7"32"-15,3 7 13 0,0 0 2 0,3-7-17 16,0 2-36-16,0 0-36 0,0 0-39 0,1 1-42 16,2-4-35-16,1 3-34 0,4-3-22 0,2 4-26 15,0-7-21-15,0 6-21 0,0-1-43 0,2-1-45 0,1-1-59 16,3 3-61-16,-6-2-61 0,5 1-64 16,1 0-63-16,-5 3-55 0,3 0-73 0,5-4-62 15,-5 4-330-15,0-1-797 0,-1-3 353 0</inkml:trace>
        </inkml:traceGroup>
        <inkml:traceGroup>
          <inkml:annotationXML>
            <emma:emma xmlns:emma="http://www.w3.org/2003/04/emma" version="1.0">
              <emma:interpretation id="{45201641-4056-4210-9BD5-9D67AB918253}" emma:medium="tactile" emma:mode="ink">
                <msink:context xmlns:msink="http://schemas.microsoft.com/ink/2010/main" type="inkWord" rotatedBoundingBox="29662,3440 31219,3294 31275,3889 29718,4035"/>
              </emma:interpretation>
              <emma:one-of disjunction-type="recognition" id="oneOf7">
                <emma:interpretation id="interp7" emma:lang="" emma:confidence="0.5">
                  <emma:literal>she</emma:literal>
                </emma:interpretation>
                <emma:interpretation id="interp8" emma:lang="" emma:confidence="0">
                  <emma:literal>sake</emma:literal>
                </emma:interpretation>
                <emma:interpretation id="interp9" emma:lang="" emma:confidence="0">
                  <emma:literal>Take</emma:literal>
                </emma:interpretation>
                <emma:interpretation id="interp10" emma:lang="" emma:confidence="0">
                  <emma:literal>Make</emma:literal>
                </emma:interpretation>
                <emma:interpretation id="interp11" emma:lang="" emma:confidence="0">
                  <emma:literal>Wake</emma:literal>
                </emma:interpretation>
              </emma:one-of>
            </emma:emma>
          </inkml:annotationXML>
          <inkml:trace contextRef="#ctx0" brushRef="#br0" timeOffset="29137.8602">3977 1435 104 0,'0'0'301'0,"0"0"5"0,-6-5 0 0,6 5 5 16,0 0-14-16,0 0-4 0,0 0-14 0,0 0-17 16,0-4-19-16,0 4-6 0,0 0-28 0,0 0-18 15,0 0-18-15,0 0-19 0,0 0-24 0,0 0-10 16,0 0-4-16,0 0-15 0,0 0-22 0,19 9-10 15,-14-5 9-15,0 4-18 0,-5-3-3 0,2 1-11 16,3 2-10-16,-4 1 1 0,5-3-2 0,-5 2-10 16,4 1-2-16,-5 1 4 0,-5-2-9 0,11 2-1 15,-6-2 3-15,0 1-5 0,-1-1-3 0,-4 0-1 16,5 0-3-16,0 0-9 0,-3-2 5 0,-1 1-1 16,3-1-9-16,-5 0-9 0,-1-3 3 0,-3 0-4 15,3 0 0-15,-1-1 1 0,3 0 2 0,5-2 10 16,0 0-3-16,-19-7 0 0,19 7 7 0,0-6 5 15,-1-3 5-15,-5 2 6 0,6 1 10 0,1-3-5 16,5 1 1-16,-3 2-2 0,0-3 1 0,4 2 13 16,-1-1 0-16,-6 2-1 0,5-1 12 0,3 2-9 15,-4 0 4-15,-1 2 2 0,-3 3-2 0,6-7-2 16,-2 4-4-16,-4 3-9 0,7-4-1 0,-7 4-3 16,0 0-1-16,0 0-4 0,13 9-2 0,-13-9-2 15,7 5 2-15,-3-2-8 0,-1 3 4 0,3-2 0 16,4 1-1-16,-4 0-3 0,1 1 2 0,1 1-3 0,2-2-2 15,-1 2-1-15,0-3-9 0,3 5-11 16,4-6-10-16,-1 0-1 0,2 0-1 0,-2-1 7 16,4-4-1-16,-3-2 3 0,0-1 1 0,2-4 2 15,-4 2-3-15,11-4 9 0,-7-3-3 0,1-6 7 0,5-5 7 16,1-3 21-16,-10 4 31 0,0 4 25 0,-2-2 7 16,1 2-7-16,-4 7 12 0,-3-2 8 15,2 1 12-15,-5 1-5 0,2 1 18 0,-2 3-6 16,-3 2-7-16,1-1-3 0,1 3-1 0,0 0-10 0,-3-2-6 15,0 7-8-15,5-8-14 0,-5 8-13 0,0-3-9 16,0 3-8-16,0 0-2 0,0 0-14 0,0 0 10 16,0 0-6-16,0 0-2 0,-11 16-1 15,8-9-13-15,1 3 12 0,0 0 0 0,-4 2-4 0,3 3-8 16,-1 0 10-16,2 0 3 0,-2-1-3 0,1 3 5 16,5 2-2-16,-4-1 1 0,2 3-7 0,0-1 3 15,0 4-3-15,0-6-2 0,0-2 2 0,0 1-2 16,2-2-4-16,-2 2 0 0,1-3 1 0,2-3 0 15,-3 1-4-15,1-3-4 0,1-5 2 0,-2 3-22 16,0-3-17-16,0-4-22 0,3 10-27 0,-3-10-31 16,1 2-33-16,-1-2-28 0,0 0-79 0,0 0-100 15,0 0-71-15,19-10-59 0,-11 4-39 0,-1-1-276 16,-1 0-863-16,0-4 382 0</inkml:trace>
          <inkml:trace contextRef="#ctx0" brushRef="#br0" timeOffset="29512.7451">4611 1393 57 0,'2'-3'401'16,"4"-1"21"-16,-6 4 10 0,6-5 9 0,-6 5-4 15,0 0-18-15,0 0-18 0,4-3-13 0,-4 3-27 16,0 0-19-16,0 0-28 0,0 0-29 0,0 0-24 16,0 0-27-16,0 0-26 0,0 0-19 0,0 0-18 15,0 0-21-15,0 0-14 0,0 0-14 0,0 0-17 16,0 0-9-16,0 0-10 0,-16 19-12 0,9-11-3 15,2-1-7-15,3 9-4 0,-5-5-8 0,1 5-6 16,1-1-7-16,-3-5-2 0,-2 6-3 0,3 4-1 16,0-6-2-16,4-3-5 0,0-5-4 0,-2 4 5 15,5-3-9-15,-6-2 2 0,6 1-5 0,-2-1 2 16,2-5-4-16,0 6-4 0,0-6 1 0,2 6 1 16,4-4-3-16,-6-2 2 0,11 6-2 0,-4-4 1 15,6-2-3-15,-1 1-1 0,2-1 3 0,2 1-10 16,-2-2-8-16,-1 2-10 0,-5-1-6 0,4 2-12 15,-1-2-17-15,-2-2-19 0,-9 2-25 0,16-1-33 16,-9 0-31-16,-7 1-55 0,13-5-64 0,-8 3-48 16,1-1-55-16,1-1-57 0,0 0-49 0,-7 4-255 15,6-4-808-15,-3-1 357 0</inkml:trace>
          <inkml:trace contextRef="#ctx0" brushRef="#br0" timeOffset="29997.3879">4824 1528 98 0,'0'0'370'0,"0"0"17"0,0 0 11 16,6-2 1-16,-6 2-21 0,0 0-7 0,0 0-23 15,0 0-18-15,7-1-25 0,-7 1-22 0,0 0-16 0,0 0-17 16,0 0-21-16,0 0-25 0,0 0-9 16,0 0-20-16,0 0-8 0,0 0-12 0,0 0-14 15,0 0-10-15,0 0-11 0,17 3-12 0,-17-3-9 16,0 0-14-16,8-3-4 0,3 1-4 0,-3-3-13 15,5-2-3-15,4 2 0 0,-3-1 20 0,-2-1-2 0,2-3-2 16,-2 3-4-16,-2 1 0 0,-2-3 3 0,4 3 1 16,-2-2-4-16,-5 0-1 0,3 2-12 15,-3 1 1-15,1-3-10 0,-3 0-4 0,1 1-6 16,-7 3-6-16,3-2-2 0,0 6-8 0,-1-10 0 0,-2 5-10 16,0-1 1-16,-1 2-5 0,-2 0-6 0,0 1 0 15,1 0-5-15,5 3 3 0,-13 0 0 16,13 0-15-16,-17 3 14 0,7 0-5 0,-5 4 4 15,4 0-15-15,-2 3 13 0,-1-2 7 0,-2 4-3 0,3-2-3 16,0-2 3-16,3 3-3 0,0 2-8 0,3-4 2 16,-4 5 1-16,8-6 4 0,-2 5-5 0,1 1 4 15,3-3-2-15,6 4 1 0,-3-4 6 0,11 3-5 16,-5 0 8-16,2-3-1 0,9 5-3 0,-6-5 2 16,5-2 3-16,7 3 1 0,-1-2-4 0,-5-5 3 15,-2 2-4-15,7-4 6 0,-8 0-2 0,1-1 1 16,2-2-1-16,-4 0-2 0,1-2 0 0,-6 2-4 15,0-1-8-15,2-2-20 0,1 1-16 0,-6-3-37 16,-2 1-31-16,-2 1-44 0,-3 3-48 0,10-7-62 16,-5 6-70-16,-5 1-64 0,1-8-92 0,-1 8-406 15,0 0-970-15,-16-12 429 0</inkml:trace>
          <inkml:trace contextRef="#ctx0" brushRef="#br0" timeOffset="28403.6234">3779 1275 295 0,'6'-8'388'0,"-2"-2"9"16,-2 0-4-16,0 4-1 0,-2-6 1 0,3 8-1 0,-1-2-9 16,-4 0-9-16,4 0-9 0,-2 6-15 0,0-7-15 15,0 7 0-15,1-4-28 0,-1 4-16 0,-6-7-28 16,6 7-32-16,-2-4-15 0,2 4-26 16,0 0-18-16,0 0-13 0,0 0-9 0,-20 11-12 0,8-3-6 15,4 7-13-15,-2-3-16 0,-9 4 1 0,6 4-18 16,-1 0-1-16,1 0-18 0,-3 1 3 0,2-2-5 15,2 3-13-15,4-1 2 0,-4-1-18 0,-1 2-48 16,8-6-5-16,-2-3-37 0,4 2-25 0,0 0-23 16,9 0-17-16,-5-2-28 0,5 2-37 0,5-2-44 15,-1-1-50-15,12 0-35 0,3-2-41 0,-10-3-39 16,8-4-43-16,8 0-20 0,-2-2-329 0,-5-2-851 16,6-5 376-16</inkml:trace>
        </inkml:traceGroup>
        <inkml:traceGroup>
          <inkml:annotationXML>
            <emma:emma xmlns:emma="http://www.w3.org/2003/04/emma" version="1.0">
              <emma:interpretation id="{95E22505-1E8C-48D7-9915-901E7CB07EE6}" emma:medium="tactile" emma:mode="ink">
                <msink:context xmlns:msink="http://schemas.microsoft.com/ink/2010/main" type="inkWord" rotatedBoundingBox="32295,2753 33658,2625 33727,3357 32363,3485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20399.7734">6300 511 166 0,'0'0'425'0,"0"0"-3"0,5-2 12 15,-5 2-21-15,0 0-9 0,0 0-10 0,0 0-12 0,0 0-14 16,0 0-18-16,0 0-12 0,0 0-17 15,0 0-25-15,0 0-17 0,0 0-24 0,0 0-20 0,0 0-18 16,0 0-25-16,0 0-18 0,0 0-17 0,0 0-22 16,6 10-11-16,-6-5-6 0,-6 2-5 0,6-1-3 15,-2 5 5-15,-1-3-12 0,0 9-4 0,-1-2-8 16,-2 1-2-16,0-1-12 0,3 3-6 0,-4 4-7 16,0-2 0-16,1 1-11 0,-1 0-3 0,-2 1-2 15,7-1-3-15,-3-3-8 0,2 1-27 0,1-2-15 16,0 0-21-16,2 1-18 0,0-1-12 0,4-2-18 15,-1 1-22-15,4-1-19 0,2 2-19 0,4 1-34 16,1-1-45-16,2 1-28 0,5-5-29 0,-5 1-34 16,3-6-30-16,-1 3-45 0,7-4-38 0,-7 0-26 15,-2-2-311-15,0-1-815 0,-3-4 361 0</inkml:trace>
          <inkml:trace contextRef="#ctx0" brushRef="#br0" timeOffset="20773.6847">6547 629 506 0,'0'0'529'0,"-1"-7"3"16,1 7-5-16,0 0-24 0,0 0-26 0,0 0-16 15,-2-5-20-15,2 5-33 0,0 0-23 0,0 0-21 16,0 0-22-16,0 0-34 0,0 0-26 0,0 0-26 16,0 0-24-16,0 0-28 0,0 0-24 15,0 0-11-15,0 0-18 0,0 0-19 0,0 0-16 0,0 0-13 16,-5 15-8-16,5-15-11 0,0 11 2 0,-3-2-10 16,7 2-10-16,-5 2-3 0,-2-1-6 0,1-4-7 15,2 8-44-15,-2-2-6 0,2 0 0 0,0 0 0 16,0 0 0-16,-3 0 0 0,1 2 0 0,4-4 0 15,-4 1 0-15,2 1 0 0,5-6-120 0,-8 0-38 16,3 2-34-16,0-2-39 0,3-3-40 0,-2 2-41 16,0-2-41-16,4 0-41 0,0-2-39 0,-5-3-55 15,13 3-35-15,-13-3-263 0,13-3-852 0,-13 3 377 16</inkml:trace>
          <inkml:trace contextRef="#ctx0" brushRef="#br0" timeOffset="21039.2492">6729 754 134 0,'0'0'400'0,"0"0"9"16,0 0 2-16,0 0-3 0,0 0-18 0,0 0-11 16,0 0-16-16,0 0-14 0,0 0-17 0,0 0-25 15,0 0-15-15,0 0-23 0,0 0-26 0,0 0-16 16,0 0-32-16,0 0-23 0,9 0-17 15,-9 0-18-15,17-1-23 0,-4 1-23 0,1 0-26 0,0-3-28 16,-1 3-33-16,6 0-28 0,-3-4-34 0,-1 4-34 16,2-1-29-16,-2-2-47 0,2 1-47 0,-1-1-43 15,-3 1-43-15,-1 0-53 0,6-2-47 0,-11 1-248 16,0 2-703-16,4-3 312 0</inkml:trace>
          <inkml:trace contextRef="#ctx0" brushRef="#br0" timeOffset="21696.0199">7140 818 194 0,'-9'4'350'0,"9"-4"9"0,0 0 7 0,0 0 10 0,0 0 5 15,0 0-3-15,-7 1 0 0,7-1-8 0,0 0-17 16,0 0-15-16,0 0-16 0,0 0-29 0,0 0-18 16,0 0-21-16,0 0-21 0,0 0-26 0,0 0-13 15,0 0-23-15,0 0-20 0,0 0-11 0,0 0-20 16,20-10-16-16,-11 10-11 0,1-3-36 16,-2 2-24-16,-1-1-30 0,3 0-33 0,5-2-38 0,5 1-42 15,-7 0-51-15,5 1-41 0,1-4-43 0,-6 1-32 16,5 2-43-16,0-1-42 0,-3-3-43 0,2 2-315 15,-5-1-778-15,4 2 345 0</inkml:trace>
          <inkml:trace contextRef="#ctx0" brushRef="#br0" timeOffset="21432.499">7187 629 242 0,'1'-5'490'0,"1"0"11"0,-2 5-5 0,0 0-12 16,0-5-22-16,0 5-18 0,0 0-21 15,0 0-15 1,0 0-38-16,0 0-19 0,0 0-22 0,0 0-25 16,0 0-22-16,0 0-37 0,0 0-28 0,0 0-14 15,0 0-21-15,0 0-25 0,0 0-16 0,0 0-23 16,0 0-15-16,0 0-6 0,0 0-11 0,0 0-3 16,-6 18-8-16,0-13-11 0,6 4-2 0,-1-1-13 15,-2 1 7-15,-3 5-15 0,4-3 0 0,-1 5-3 16,-2-2-4-16,0 1 0 0,-1 5 2 0,3-2-2 15,-1 4-1-15,1-8-9 0,-1 5-18 0,4-4-17 16,-3 2-7-16,3-2-8 0,0 0-13 0,1-2-7 0,1-3-20 0,2 3-8 0,-1 1-17 16,1-1-22-16,5 1-26 0,-6 2-16 0,4-9-19 0,1-3-20 15,5 0-21-15,0-1-19 0,-3-3-8 0,-1-2-13 16,4-1-15-16,-6 1-18 0,4-2-20 0,2 1-20 16,0-5-28-16,0 2-22 0,-6 0-260 0,-1-3-691 31,4 2 306-31</inkml:trace>
          <inkml:trace contextRef="#ctx0" brushRef="#br0" timeOffset="22008.473">7478 560 39 0,'0'-6'461'0,"0"6"12"15,5-4 21-15,-5 4-4 0,0 0-5 16,0 0-14-16,0 0-18 0,0 0-18 0,0 0-17 0,5-2-31 16,-5 2-21-16,0 0-34 0,0 0-28 0,0 0-25 15,0 0-28-15,11 8-23 0,-8-1-6 0,4 3-4 16,0 0-6-16,5 4-5 0,-7 1-11 16,8 5-4-16,-3 3-9 0,-1-2-9 0,-2 1-18 0,0 3-91 15,-1-2-65-15,1 4 0 0,-3 0 0 0,-2-3 0 16,2 3 0-16,-8-5 0 0,2 4 0 0,-3 1 0 15,-7-4 0-15,4 2 0 0,-10 11 0 0,4-15 0 16,0-3 0-16,-2 2 0 0,-10-3 0 0,2-1-82 16,1-5-317-16,-6-2-79 0,6 1-82 0,-1-3-78 15,0 1-368-15,5-5-1089 0,-5 2 481 0</inkml:trace>
        </inkml:traceGroup>
      </inkml:traceGroup>
    </inkml:traceGroup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17T12:13:26.793"/>
    </inkml:context>
    <inkml:brush xml:id="br0">
      <inkml:brushProperty name="width" value="0.06667" units="cm"/>
      <inkml:brushProperty name="height" value="0.06667" units="cm"/>
      <inkml:brushProperty name="color" value="#7030A0"/>
      <inkml:brushProperty name="fitToCurve" value="1"/>
    </inkml:brush>
  </inkml:definitions>
  <inkml:traceGroup>
    <inkml:annotationXML>
      <emma:emma xmlns:emma="http://www.w3.org/2003/04/emma" version="1.0">
        <emma:interpretation id="{7AA3EBB1-76BA-470E-9FF4-7AF365C5DDDE}" emma:medium="tactile" emma:mode="ink">
          <msink:context xmlns:msink="http://schemas.microsoft.com/ink/2010/main" type="inkDrawing" rotatedBoundingBox="24984,31 34367,2673 33194,6840 23811,4199" shapeName="Other"/>
        </emma:interpretation>
      </emma:emma>
    </inkml:annotationXML>
    <inkml:trace contextRef="#ctx0" brushRef="#br0">1 24 64 0,'0'0'102'0,"0"0"5"0,0 0 3 0,-4-7-4 16,4 7 6-16,0 0-4 0,0 0 7 0,0 0-19 15,0 0 6-15,0 0-4 0,4-5 12 0,-4 5-4 16,0 0-6-16,2-6 1 0,-2 6 0 0,0 0 0 15,0 0 6-15,0-5-3 0,0 5-3 0,6-3-5 16,-6 3-5-16,0 0-7 0,0 0-7 0,0 0-1 16,0 0-4-16,0 0-1 0,0 0-4 0,0 0-5 15,0 0 2-15,0 0-9 0,0 0-7 0,0 0-1 16,0 0-8-16,0 0-4 0,0 0 0 0,0 0-6 16,0 0-7-16,0 0-1 0,0 0-3 0,0 0-2 15,0 0-1-15,0 0-2 0,0 0-1 0,0 0 2 16,-2 14 5-16,2-14 11 0,0 0-7 0,0 0 1 15,2 6 9-15,-2-6 3 0,0 6 7 0,0-6-4 16,0 8-2-16,4-5-4 0,-4-3 4 0,0 7 0 16,0-7 10-16,1 10 18 0,-1-2-3 0,0 0 11 15,2 1-9-15,-2-2-5 0,4 4-4 0,-4-4-2 16,1 6 9-16,-1-1 5 0,6 3-1 0,-4-2-9 16,2 0 0-16,-3 2 0 0,-1 0 2 0,0 0 5 15,0-2-11-15,5 2-2 0,-5-1 9 0,0 2-2 16,0 0-4-16,2 0-4 0,1 7 2 0,-3-6-5 15,0 0-2-15,2 2 1 0,-2 3-10 0,1 1 3 16,-1-1 7-16,-1 1 2 0,2-6 2 0,-1 4-3 16,3 4-3-16,-3-2-4 0,2-1-2 0,-1 1 2 15,-2 1-3-15,2-2-2 0,-1-2-1 0,0 4-2 16,0-2-12-16,4 2 5 0,-1 3-1 0,-3-5-2 16,4-7 4-16,-2 10-5 0,-1-7 1 0,-1 5-2 15,3 2 4-15,-1-2-5 0,-1 0 0 0,3 1-2 16,-2-1-1-16,3 2-1 0,-3 2 2 0,4-4-2 15,-6 4 1-15,5-2-2 0,2 0 1 0,-2 0 2 16,0 1 1-16,-3-1 7 0,5 10-1 0,-3-9-3 16,-1 8 3-16,3-6 0 0,-5-7-6 0,8 6 2 15,-5 0 0-15,2 1-1 0,-2-3 2 0,3 3-2 16,-2-3-2-16,-2 2-2 0,2-2-2 0,-3 0 1 16,3 2-5-16,-2-4 4 0,0 1-1 0,-3 3-2 15,-1-4-1-15,-1 0 0 0,-1 1 3 0,6 9-4 16,-1-11-1-16,1 1-1 0,2 0 0 0,-2 0 3 15,0 2 1-15,-1-3-2 0,0 3 7 0,-2-2 5 16,3-1-2-16,0 2 1 0,-3-1-1 0,3-1 2 16,-3 2-2-16,0-1-4 0,0 0-1 0,0 2 2 15,1-3 0-15,-1 0 0 0,0-4-2 0,-1-2 0 16,2 8-1-16,-2-7-2 0,1 6-3 0,-3 2 5 16,3-8-4-16,4 7-3 0,-5-2 5 0,1-4-4 15,1 4 2-15,-1 0 0 0,5 0 2 0,-10 3-1 16,5-3-4-16,-1 0 1 0,1-4 0 0,0 6 2 15,0-3-2-15,0 1 2 0,0 1-5 0,0 0 3 16,0 0-2-16,0 1 6 0,0 1-5 0,0-4 7 16,0 1-4-16,0 1-1 0,1 1 2 0,-2-2-1 15,1 0 0-15,-3 1 0 0,6-1 0 0,-6-3 2 16,6 2-4-16,-6-1-2 0,6 5 2 0,-3-8-1 16,0-1 2-16,0 2 1 0,1-1-3 0,-1-1 0 15,5 3 3-15,-10-2 0 0,5 1-1 0,0 5-3 16,5 3 3-16,-4-9-3 0,-1 7-1 0,0-3-1 15,6 3 2-15,-3-3 0 0,0-3-1 0,-3 5 2 16,0-7-3-16,1 9 3 0,5-5-2 0,-6 0-2 16,3 0 3-16,-1-4-1 0,-2 0-2 0,6 3 3 15,-4-1 0-15,-2 2 0 0,5-2-3 0,-5 4 3 16,7 1-3-16,-1-1 2 0,-6-4 0 0,0 4-1 16,0 1 1-16,6-2 2 0,-6 1-1 0,1-3 2 15,5-3-5-15,-6 1-2 0,6 4 2 0,-6-2 0 16,1 2-1-16,5 1 3 0,-6-1 0 0,4-2-2 15,-4-5-2-15,2 3 6 0,-2-1-4 0,0 1 6 16,4-2-5-16,-8 1 2 0,4-1-2 0,0 1 5 16,0 1 1-16,0-2-7 0,0-2 1 0,-2 2-2 15,4 2-2-15,-2-3 0 0,0 0 1 0,0 2 6 16,0-2-5-16,-6 2 9 0,6-3-3 0,0-1-4 16,0 1 3-16,0 1-6 0,0-1 2 0,0-3-2 15,4 3 8-15,-4-6-5 0,2 8-3 0,-2-7 3 16,0 2-4-16,-2 0 4 0,4-2 1 0,-2 7-1 15,5-3 3-15,-3 3-1 0,-2 0 1 0,0-2-6 16,0 2 1-16,0-2 0 0,0 1 0 0,0 1 3 16,0-3 2-16,4 1-3 0,-4-1-4 0,2-1 5 15,-2-5-1-15,0 3-1 0,0-9 1 0,4 13-3 16,-4-13 1-16,0 9-2 0,0-9 0 0,1 11 4 16,-1-11-2-16,0 0-1 0,0 11 7 0,0-11-2 15,0 0-4-15,0 0 0 0,0 0 1 0,-5 11-3 16,5-11 2-16,0 0 2 0,0 0 3 0,0 0-4 0,0 0 3 15,0 0 1-15,0 0-8 0,10 6 5 16,-10-6-3-16,0 0 1 0,0 0 1 0,0 0 0 16,0 0 0-16,0 0 4 0,0 0-2 0,0 0 0 15,0 0-5-15,0 0 3 0,7 5 1 0,-7-5-9 16,0 0 10-16,18 0-4 0,-18 0 3 0,23 2 0 0,-7-4-1 16,-16 2-3-16,31-1 4 0,-16 2 0 15,2-2-2-15,2 4 0 0,-2-3 0 0,4-3-1 16,-2 3 6-16,2 1-7 0,-2-4 2 0,2 1 0 15,2 2 0-15,-4-1-2 0,5-2 2 0,-1 2 2 16,1 2-4-16,2 2 4 0,-2-2 1 0,4 1 0 0,0 1-3 16,-2-3-2-16,3-1 1 0,2-3 1 0,-1 4 0 15,0 0 2-15,13 0 3 0,-3-1-3 0,2 1-3 16,-4-3 2-16,1 2 4 0,4 0 5 0,3-3 6 16,4 3-1-16,-6 1 7 0,2-3 8 15,-2 3 10-15,1 0-1 0,-4-3 0 0,-2 3 3 0,0-3 5 16,-12 6-9-16,11-3 7 0,-6 0-10 0,-6 3 10 15,5-2-16-15,-1 2 6 0,2 1 6 0,-5-4-2 16,4 1 7-16,8 0-7 0,-9 2 11 0,-1-3-9 16,1 0-4-16,-3 0-4 0,4 1-1 0,-1-1-32 15,-2 0 0-15,0 0 0 0,1 2 0 0,-12-2 0 16,10-2 0-16,-1 1 0 0,0 2 0 0,-8-1 0 16,1-1 0-16,7-3 0 0,-8 3 0 0,1-1 0 15,-1 0 0-15,8-1 0 0,0 3 0 0,-2-1 0 16,6-2 0-16,-2 0 0 0,-1 2 0 0,-1-1 0 15,2 0 0-15,1-1 0 0,2 2 0 0,-5-1 0 16,5 2 0-16,1 0 0 0,9-4 0 0,-2 3 0 16,-10 1 0-16,1 0 0 0,0 0 0 0,-2 0 0 15,4 0 0-15,-2-6 0 0,7 5 0 0,-8-2 0 16,1 1 0-16,-2 2 0 0,1-2 0 0,0 1 0 16,1-1 0-16,8 1 0 0,1-3 0 0,-9 4 0 15,9 0 0-15,-2 0 0 0,-6-3 0 0,14 6 0 16,-4-3 0-16,2 2 0 0,-4-2 0 0,5-2 0 15,1 4 0-15,-2 0 0 0,-15-1 0 0,4 1 0 16,5-2 0-16,-11 1 0 0,-1-2 0 0,1 2 0 16,-2-2 0-16,-5 1 0 0,-2 0 0 0,0-2 0 15,2 2 0-15,0-3 0 0,-2 3 0 0,-1 0 0 16,1 0 0-16,0 0 0 0,-1 2 0 0,-1-2 0 16,1 0 0-16,3 0 0 0,-5 1 0 0,5-1 0 15,-1 3 0-15,-5-3 0 0,6 2 0 0,-2-2 0 16,2 0 0-16,-4 0 0 0,2 0 0 0,1 2 0 15,-1-2 0-15,7 0 0 0,2 1 0 0,0-2 0 16,-2 1 0-16,2 0 0 0,-6 0 0 0,8 0 0 16,-6 0 0-16,-2 0 0 0,4-2 0 0,2 2 0 15,0 0 0-15,4 0 0 0,-3 0 0 0,2-2 0 16,-1 2 0-16,2 0 0 0,-4 0 0 0,4 0 0 16,9-1 0-16,-11 2 0 0,1-1 0 0,0 2 0 15,-4-2 0-15,1 0 0 0,-7 0 0 0,5 0 0 16,2 0 0-16,-6 0 0 0,4-2 0 0,2 1 0 15,0-1 0-15,-1 2 0 0,-2-1 0 0,-3 1 0 16,5-4 0-16,3 4 0 0,-3-3 0 0,0-2 0 0,1 1 0 16,4-1 0-16,-4 5 0 0,1-4 0 0,2-1 0 15,-2 0 0-15,-1 3 0 0,-1 0 0 16,4-1 0-16,0 0 0 0,-4-1 0 0,6 1 0 16,-4 1 0-16,-2-2 0 0,7 0 0 0,-6-1 0 15,2 5 0-15,-2 0 0 0,0 0 0 0,0 1 0 0,-2-1 0 16,-3 0 0-16,7 0 0 0,-4 0 0 0,9 3 0 15,-5-3 0-15,0 0 0 0,-1 0 0 16,3 0 0-16,-4 1 0 0,1-1 0 0,-3 0 0 16,-4-1 0-16,5 1 0 0,-7-3 0 0,8 6 0 15,-6-3 0-15,9-3 0 0,-7 6 0 0,6-3 0 0,-5 3 0 16,1-3 0-16,2-6 0 0,1 6 0 0,-3 0 0 16,-5-1 0-16,1 1 0 0,4 0 0 15,0 1 0-15,-5-2 0 0,0 1 0 0,4 1 0 16,-5-2 0-16,4 0 0 0,-5 1 0 0,4-2 0 15,-1 2 0-15,-1-2 0 0,0 0 0 0,3 2 0 0,-3 0 0 16,0 0 0-16,-1 0 0 0,2-3 0 0,5 2 0 16,-7 1 0-16,1 0 0 0,7-2 0 0,-8 2 0 15,9-1 0-15,-4 1 0 0,6 1 0 16,-6-1 0-16,5-1 0 0,-3-1 0 0,0 2 0 16,0 0 0-16,1-2 0 0,-2 0 0 0,-5 4 0 0,-1-4 0 15,-2 1 0-15,1-2 0 0,2 2 0 0,5-2 0 16,-7 3 0-16,2-2 0 0,-1 0 0 0,-2 2 0 15,1-4 0-15,2 2 0 0,-2 2 0 16,-3-1 0-16,5-1 0 0,0 2 0 0,-1 2 0 16,2-4 0-16,-1-2 0 0,-1 4 0 0,1 0 0 0,-2 0 0 15,0 0 0-15,5-5 0 0,-5 2 0 0,2 3 0 16,-1 0 0-16,1 0 0 0,7-2 0 16,-8 0 0-16,1 2 0 0,-2-2 0 0,-1 1 0 15,1-2 0-15,-6 1 0 0,4 1 0 0,-4-1 0 16,-11 2 0-16,22 0 0 0,-11-2 0 0,3-1 0 0,-1-1 0 15,-13 4 0-15,19-1 0 0,-6-1 0 0,0-3 0 16,-1 4 0-16,1-1-23 0,0 0-22 0,4-1 0 16,-2 2-5-16,-2-2 1 0,4 2-3 15,-3 0 3-15,2-2 4 0,-3 0 0 0,1 0 1 16,2 3 1-16,-5-2 0 0,6 2 1 0,8-3 0 0,-11 5 8 16,5-6-2-16,-1 3 3 0,-2-1 0 0,0 1 5 15,-1 1 1-15,-2-3 2 0,0 3 2 0,0-1 7 16,-3 0-1-16,4 1 2 0,4 0 2 15,-4-3-2-15,-3 3 0 0,4-3 1 0,-4 2 5 16,-11 1-2-16,19 1 0 0,-19-1 3 0,18-1-1 0,-18 1 4 16,13 0-6-16,-4-2 10 0,-9 2-5 0,17 0 2 15,-17 0-3-15,16 0 2 0,-16 0-4 0,18-2 4 16,-12 1-4-16,-6 1 4 0,17 1 0 0,-17-1-2 16,16-3 2-16,-3 3 0 0,-8 0-4 15,-5 0-5-15,21-1 2 0,-10 1 5 0,-4 1-4 16,6-1 2-16,-3 0 1 0,-1 0-6 0,2 3 9 0,-4-3-2 15,5 2-2-15,-4 0-1 0,2-2 7 0,-10 0-1 16,13 0 0-16,-13 0 2 0,14 0-3 16,-14 0 4-16,12 0-1 0,-12 0 2 0,7-2-2 15,-7 2-2-15,0 0 1 0,0 0 1 0,0 0-1 16,0 0 1-16,0 0 1 0,10-2 1 0,-10 2-1 0,0 0 0 16,0 0-1-16,0 0-3 0,0 0 3 0,0 0-3 15,0 0 3-15,7 4 3 0,-7-4-1 0,0 0 0 16,0 0-5-16,0 0 4 0,0 0-1 15,0 0-1-15,0 0 4 0,0 0 0 0,0 0 1 16,0 0 0-16,0 0-1 0,0 0-2 0,0 0 0 0,0 0 0 16,0 0 0-16,0 0 3 0,0 0 2 0,0 0-3 15,0 0-1-15,0 0 2 0,0 0 0 0,0 0 2 16,0 0-2-16,0 0-2 0,0 0-3 0,0 0 6 16,0 0-2-16,0 0 5 0,0 0-5 0,3 4-1 15,-3-4 0-15,0 0 4 0,0 0-2 16,0 0 0-16,0 0 1 0,0 0-4 0,0 0 3 0,0 0-2 15,0 0 5-15,0 0-5 0,0 0 5 0,0 0 1 16,0 0-3-16,0 0-3 0,0 0 3 0,0 0-3 16,12-6 2-16,-12 6-1 0,7-2-4 15,-7 2 3-15,0 0-1 0,11 0 1 0,-11 0-2 16,9 0 4-16,-9 0-4 0,8 2 5 0,-8-2 1 0,0 0-3 16,0 0 3-16,10 0-5 0,-10 0 1 0,0 0 1 15,0 0 4-15,0 0-2 0,0 0-6 0,0 0 3 16,6-2-2-16,-6 2 4 0,0 0-2 0,0 0 1 15,0 0 1-15,0 0 1 0,0 0-4 0,0 0 2 16,0 0 0-16,0 0-4 0,0 0 5 0,0 0 1 16,0 0-3-16,0 0-3 0,0 0 0 0,0 0 6 15,0 0-9-15,0 0 3 0,0 0 0 0,0 0-2 16,0 0 2-16,0 0-2 0,0 0 0 0,0 0 1 16,0 0 1-16,0 0-4 0,0 0 3 0,0 0 0 15,0 0-4-15,0 0-7 0,0 0-5 0,0 0-12 16,0 0-16-16,0 0-19 0,0 0-33 0,0 0-36 15,0 0-42-15,0 0-43 0,4-4-52 0,-4 4-41 16,0 0-46-16,0 0-53 0,0 0-56 0,0 0-246 16,0 0-774-16,-31-7 342 0</inkml:trace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17T12:13:57.466"/>
    </inkml:context>
    <inkml:brush xml:id="br0">
      <inkml:brushProperty name="width" value="0.06667" units="cm"/>
      <inkml:brushProperty name="height" value="0.06667" units="cm"/>
      <inkml:brushProperty name="color" value="#7030A0"/>
      <inkml:brushProperty name="fitToCurve" value="1"/>
    </inkml:brush>
  </inkml:definitions>
  <inkml:trace contextRef="#ctx0" brushRef="#br0">10 4 212 0,'0'0'329'0,"0"0"-6"0,0-5-11 16,0 5-7-16,0 0-8 0,0 0 0 0,0 0-22 15,7-3 1-15,-7 3-16 0,0 0-15 0,0 0-19 16,0 0-11-16,0 0-20 0,0 0-14 0,0 0-17 16,0 0-16-16,0 0-10 0,0 0-17 0,0 0-14 15,0 0-7-15,0 0-11 0,0 0-7 0,0 0-3 16,0 0-4-16,0 0-2 0,0 0 0 0,-9 13-3 15,9-7-3-15,-3 5-5 0,6-6-5 0,-7 4-6 16,4 2-3-16,-3-5-3 0,3 5-8 0,-3-3-2 16,3 1-6-16,6 0 0 0,-6-1-25 0,0-1-24 15,0 2-23-15,-3-1-28 0,6-2-35 0,1 1-36 16,-2-2-28-16,-2 2-33 0,1-3-37 0,-1-4-38 16,3 6-52-16,-3-6-17 0,8 0-284 0,-8 0-682 15,0 0 302-15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17T12:13:57.732"/>
    </inkml:context>
    <inkml:brush xml:id="br0">
      <inkml:brushProperty name="width" value="0.06667" units="cm"/>
      <inkml:brushProperty name="height" value="0.06667" units="cm"/>
      <inkml:brushProperty name="color" value="#7030A0"/>
      <inkml:brushProperty name="fitToCurve" value="1"/>
    </inkml:brush>
  </inkml:definitions>
  <inkml:trace contextRef="#ctx0" brushRef="#br0">0 8 43 0,'0'0'265'0,"1"-5"-2"0,-1 5-7 16,6-4-13-16,-6 4-12 0,0 0-15 0,0 0-10 0,0 0-4 15,12 0 9-15,-12 0-10 0,0 0-2 0,1 10 4 16,-1-10-3-16,4 10 0 0,-8-7-4 0,3 5-3 15,1 1 7-15,-5-2-16 0,5 1-11 16,0 0-6-16,0 1-13 0,0 3-13 0,-1-4-12 0,1 5-11 16,0-3-10-16,0-2-18 0,-6 6-2 0,6-5-7 15,1-1-12-15,4 1-12 0,-4-1-22 0,4 3-35 16,-4-5-46-16,-1 1-40 0,6-3-47 0,-6 3-41 16,1-1-48-16,-1-6-46 0,0 0-47 0,-3 8-49 15,3-8-255-15,0 0-672 0,0 0 298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17T12:13:58.280"/>
    </inkml:context>
    <inkml:brush xml:id="br0">
      <inkml:brushProperty name="width" value="0.06667" units="cm"/>
      <inkml:brushProperty name="height" value="0.06667" units="cm"/>
      <inkml:brushProperty name="color" value="#7030A0"/>
      <inkml:brushProperty name="fitToCurve" value="1"/>
    </inkml:brush>
  </inkml:definitions>
  <inkml:trace contextRef="#ctx0" brushRef="#br0">14 0 194 0,'0'0'307'0,"0"0"-10"0,0 0-15 0,0 0-2 16,0 0-2-16,0 0-1 0,0 0-5 0,0 0 4 15,0 0-2-15,0 0-4 0,0 0 1 0,0 0-1 16,4 8-9-16,-4-8-7 0,0 0-10 0,3 5-4 15,-3-5-9-15,0 0-9 0,3 5-8 0,-3-5-12 16,0 0-4-16,0 3-2 0,0-3-6 0,3 7-7 0,-3 2-11 16,0-5-9-16,-3 1-16 0,6 2-24 15,-2 3 12-15,-1-3-23 0,0 5-18 0,0-4-8 0,2 5-3 16,-2 0-9-16,0-3-17 0,-2 1 9 0,2-2-18 31,0 0-25-31,0-1-26 0,2 2-31 0,-2-3-33 0,-2 1-29 0,2-2-35 0,0 1-29 0,-1-2-31 16,1-5-42-16,0 0-16 0,-3 8-18 0,3-8-11 15,0 5-18-15,0-5-17 0,0 0-26 0,0 0-37 16,0 0-17-16,0 0-17 0,-13-11-212 0,8 5-673 16,-1 2 297-16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17T12:13:58.562"/>
    </inkml:context>
    <inkml:brush xml:id="br0">
      <inkml:brushProperty name="width" value="0.06667" units="cm"/>
      <inkml:brushProperty name="height" value="0.06667" units="cm"/>
      <inkml:brushProperty name="color" value="#7030A0"/>
      <inkml:brushProperty name="fitToCurve" value="1"/>
    </inkml:brush>
  </inkml:definitions>
  <inkml:trace contextRef="#ctx0" brushRef="#br0">3 0 28 0,'0'0'346'0,"0"0"-5"0,0 0-6 16,0 0-14-16,0 0-6 0,0 0-15 0,0 0-3 15,0 0-21-15,0 0-10 0,0 0-7 0,0 0 2 16,0 0-6-16,0 0-4 0,0 0-7 0,0 16-4 0,0-16-8 16,0 6-9-16,-2 1-9 0,2-7-9 15,0 10-8-15,2 0-17 0,-4-3 6 0,4 1-17 16,-2 3-10-16,4-3-14 0,-4 0-14 0,1 4-12 15,-1-1-8-15,0 1-13 0,0 1-8 0,2-1-6 0,2 1-16 16,-2-1-12-16,2-2-40 0,-4-2-46 0,1 1-49 16,-1-3-61-16,0 2-64 0,0-5-73 0,2 3-53 15,-2-6-97-15,4 6-91 0,-4-6-318 16,0 0-905-16,0 0 401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9-28T05:53:18.17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1984 2904 154 0,'0'0'361'0,"0"0"-15"0,-4-13-19 0,4 13-15 16,0 0-13-16,0 0-8 0,0 0-17 0,2-12-18 15,-2 12-13-15,0 0-31 0,1-7-21 0,-1 7-12 16,0 0-27-16,0 0-11 0,0 0-12 0,4-6-12 16,-4 6-14-16,0 0-6 0,0 0-18 0,0 0 10 15,0 0 0-15,0 0 9 0,1-7 6 0,-1 7 5 16,0 0 2-16,0 0 7 0,0 0 3 0,0 0-1 15,0 0 4-15,0 0 1 0,0 0-2 0,0 0-1 16,0 0 0-16,0 0-8 0,0 0-2 0,0 0-8 16,0 0-13-16,0 0-6 0,0 0-12 0,0 0-6 15,0 0-9-15,0 0-8 0,0 0-10 0,0 0-1 16,0 0-14-16,0 0-6 0,0 0-5 0,0 0 3 16,0 0-1-16,0 23-4 0,-1-14 0 0,2 2 0 15,-2 2-2-15,2 3 0 0,-2-1-3 0,-2 4 0 16,1-2 2-16,0 2 3 0,2 0-5 0,-1-1-4 15,-1 2 7-15,-4 3-7 0,4-4 2 0,-1-1-1 16,-1 0 1-16,1 0 0 0,0 0 0 0,-1-2-1 16,2-4-4-16,-2 3 3 0,1-2 3 0,-1-3 1 15,2 1-5-15,2-2 1 0,-1 0 0 0,-1-2-2 16,2-7 2-16,2 14-9 0,-4-9-11 0,2-5-7 16,0 11-15-16,0-11-15 0,2 9-16 0,-2-9-11 15,-2 8-20-15,2-8-17 0,0 0-9 0,0 8-30 16,0-8-12-16,0 0-16 0,0 0-44 0,5 4-51 15,-5-4-59-15,0 0-47 0,13-11-67 0,-13 11-231 16,12-14-739-16,-7 6 328 0</inkml:trace>
  <inkml:trace contextRef="#ctx0" brushRef="#br0" timeOffset="328.0299">2076 2895 295 0,'0'0'374'0,"0"0"-2"0,0 0 3 0,0 0-9 16,0 0 3-16,0 0-6 0,0 0-7 0,-1-12-8 15,1 12-19-15,0 0-12 0,0 0-17 0,0 0-11 16,0 0-14-16,0 0-8 0,0 0-19 0,0 0-12 15,0 0-22-15,10-3-24 0,-10 3-22 0,16-4-19 16,-4 3-15-16,1-2-15 0,6 0-8 0,-2 0-17 16,1 2-9-16,-2-1-13 0,-2 2-8 0,1-3-2 15,-2 2-11-15,-2 1-29 0,0-1-29 0,1 2-37 16,-6-1-41-16,-6 0-40 0,0 0-50 0,17 2-65 16,-12-2-62-16,-5 0-44 0,0 0-39 0,0 0-16 15,9 7-28-15,-9-7-318 0,0 0-807 16,0 0 357-16</inkml:trace>
  <inkml:trace contextRef="#ctx0" brushRef="#br0" timeOffset="577.98">2069 3039 168 0,'0'0'365'0,"-11"8"6"0,11-8 14 15,0 0 4-15,-5 0 21 0,5 0-3 0,0 0-3 16,0 0-9-16,0 0-12 0,0 0-12 0,0 0-20 15,0 0-14-15,0 0-21 0,0 0-19 0,0 0-16 16,0 0-23-16,0 0-19 0,0 0-29 0,0 0-20 16,0 0-21-16,0 0-16 0,0 0-17 0,35-7-14 15,-25 5-9-15,-1 1-23 0,3-3 1 0,1 3-11 16,4-5-29-16,-4 5-49 0,0 0-51 0,-13 1-53 16,22 2-73-16,-6-2-77 0,-7 0-68 0,-9 0-80 15,20 2-73-15,-13-1-77 0,-7-1-320 0,0 0-941 16,18 6 418-16</inkml:trace>
  <inkml:trace contextRef="#ctx0" brushRef="#br0" timeOffset="999.75">2255 3182 163 0,'0'0'405'0,"0"0"1"0,0 0-3 16,0 0-25-16,0 0-10 0,0 0-16 16,0 0-25-16,0 0-22 0,0 0-16 0,0 0-27 15,0 0-21-15,0 0-27 0,0 0-17 0,13-28-23 16,-13 28-15-16,9-3-21 0,-9 3-12 0,10-1-19 16,-10 1-8-16,14 0-12 0,-14 0-11 0,13 2-8 0,-13-2-10 15,15 6-4-15,-3-3-9 0,-4 3-6 16,-1-2-21-16,-7-4-14 0,9 11-21 0,-6-6-16 15,2 1-11-15,-5-6 8 0,1 12-9 0,-1-12 0 16,0 14-3-16,0-14-6 0,-9 12-10 0,0-5 4 16,-1-1-12-16,-3 0-8 0,2-1 15 0,-1-2-3 15,-1 2 15-15,1-2 2 0,1 0 6 0,0-1 12 16,11-2 25-16,-18 0 32 0,9-2 33 0,9 2 35 16,-14-5 24-16,8 2 18 0,1-1 11 0,5 4 4 15,-4-10-15-15,2 4-16 0,2 6-7 0,3-16-20 16,-2 8-22-16,4-1-33 0,-5 9-54 0,8-15-54 15,0 7-71-15,3 1-58 0,-1 1-73 0,2 3-64 16,1 1-65-16,-2-1-342 0,-11 3-807 0,27 3 357 16</inkml:trace>
  <inkml:trace contextRef="#ctx0" brushRef="#br0" timeOffset="1405.9">2457 3209 39 0,'0'0'377'0,"-1"-23"-11"0,1 23-12 0,0 0-7 0,6-9-20 15,-6 9-14-15,7-8-10 0,-7 8-19 16,10-5-14-16,-10 5-28 0,10-8-19 0,-4 5-16 16,-6 3-24-16,12-1-16 0,-12 1-16 0,17 1-15 0,-7 2-19 15,-10-3-13-15,19 2-8 0,-10 2-12 0,2 2-7 16,-2-1-11-16,-1 1-3 0,0 2-11 0,-1-1-5 15,0 0-12-15,-3 1-23 0,-2 0-11 16,1 0-18-16,-3-8-7 0,2 14-20 0,-2-14-9 16,2 14-8-16,-2-14-8 0,-2 14 6 0,2-14-5 15,-4 9 4-15,4-9 7 0,-5 10 6 0,5-10 10 16,-6 7-1-16,6-7 11 0,0 0 9 0,-13 4 19 16,13-4 23-16,0 0 33 0,0 0 26 0,0 0 19 15,0 0 27-15,-8-11 15 0,8 11 7 0,-1-12-10 16,1 12-13-16,7-16-11 0,-5 7-12 0,7 1-9 15,-4-2-9-15,2 2-10 0,2-2-10 0,-1 3-5 16,0-2-18-16,1 2-25 0,0 2-39 0,4-2-45 16,-2 2-50-16,1 1-45 0,-2 2-48 0,-4 0-46 15,-6 2-42-15,17 0-54 0,-17 0-48 0,13-1-264 16,-13 1-721-16,11-2 319 0</inkml:trace>
  <inkml:trace contextRef="#ctx0" brushRef="#br0" timeOffset="2030.76">3642 3116 236 0,'-4'-16'501'0,"4"11"-2"0,0 5-3 0,-1-13-11 0,-2 8-1 16,1-5-26-16,0 3-14 0,2 7-8 0,0-16-7 16,-1 9-13-16,1 7-14 0,-1-12-20 15,1 12-15-15,-3-8-24 0,3 8-25 0,-1-10-24 16,1 10-26-16,0 0-24 0,-1-8-26 0,1 8-25 15,0 0-24-15,0 0-60 0,0 0-109 0,0 0 0 0,-4-7 0 16,4 7 0-16,0 0 0 0,0 0 0 0,0 0 0 16,-4 22 0-16,3-10 0 0,-2 2 0 0,1 2 0 15,-1 1 0-15,-1-2 0 0,2 3 0 16,0 0 0-16,-2 0 0 0,2 1 0 0,-1 1 0 16,1-1 0-16,-2-2 0 0,2 0 0 0,-1 0 0 15,0 0 0-15,2-4 0 0,-1-2 0 0,0 1 0 0,0-2 0 16,2 1 0-16,0-11 0 0,-2 13 0 15,2-7 0-15,0-6 0 0,0 8 0 0,0-8-14 16,0 0-144-16,-2 9-24 0,2-9-25 0,0 0-33 16,0 0-29-16,0 0-64 0,0 0-76 0,0 0-64 15,0 0-75-15,0 0-345 0,14-28-968 0,-10 16 428 16</inkml:trace>
  <inkml:trace contextRef="#ctx0" brushRef="#br0" timeOffset="2612.75">3464 3022 413 0,'0'0'449'0,"-7"-13"1"0,5 10-9 0,2 3-10 16,0-10-12-16,0 10-19 0,0-10-19 0,0 10-26 15,3-13-35-15,3 5-29 0,-1-1-15 0,3-1-21 16,1 2-28-16,5-3-16 0,-4 4-23 0,0 0-20 15,7 0-20-15,-5 1-9 0,3 2-22 0,2-2-9 16,2 3-11-16,0-1-9 0,0 1-7 0,0 3-13 16,-1 2-10-16,-4-1-4 0,-1 2-7 0,1-1-6 15,-3 1-1-15,1 1-7 0,1 0-2 0,-3 1-11 16,-1 1-6-16,-2 0 0 0,-3 2-3 16,0-1-3-16,-2-1-5 0,-2-6-3 0,-3 19-4 0,0-7-1 15,-4 2 1-15,-5 3-6 0,-2-3-6 0,-1-2-8 16,-4 6-2-16,2-5-4 0,2-5 0 0,-2 2-1 15,7-4 6-15,-2-1 2 0,6-1 0 0,0 1 3 16,0-2 11-16,1 0 3 0,5-3 7 0,-6 6 13 16,6-6 7-16,0 0 2 0,0 0 1 0,0 0-15 15,0 0 5-15,0 0-8 0,0 0 1 0,24-3-1 16,-12 3-5-16,1-1 3 0,-2 3-1 0,4 0-5 16,2 0 5-16,1 4-1 0,0 0-2 0,-3 1-3 0,0 0 5 15,1 1-1-15,-5 0-4 0,-1-1-4 0,1 3-2 16,1 0-2-16,-6 0-1 0,0-1-13 15,-3 1-1-15,-1 2 1 0,-3-2 4 0,-2 0 1 16,-2 1 5-16,-1-2 4 0,-8 5 0 0,-2-1 2 16,-8 1 3-16,1-2-3 0,4-2 0 0,-5 2-1 0,6-5 2 15,0-1 2-15,4-1 4 0,2-2-1 0,1 0 1 16,2 0 3-16,2-1 6 0,7-2 6 0,-10 1 6 16,10-1-6-16,0 0 0 0,-10-5-9 15,10 5-24-15,-5-4-20 0,5 4-33 0,-1-10-50 16,1 10-65-16,0 0-75 0,10-13-69 0,0 7-70 15,2 2-84-15,-1-3-286 0,8 1-835 0,2 0 369 0</inkml:trace>
  <inkml:trace contextRef="#ctx0" brushRef="#br0" timeOffset="3112.65">4009 3269 189 0,'0'0'416'0,"0"0"3"0,-2-16-21 16,2 16 1-16,0 0-24 0,0 0-21 0,0 0-21 16,-2-15-25-16,2 15-20 0,0 0-26 0,1-12-25 15,-1 12-30-15,0 0-18 0,7-7-19 0,-7 7-21 16,0 0-16-16,15-6-20 0,-15 6-6 0,13 0-15 16,-13 0-6-16,20 0-9 0,-11 2-9 0,2 1-8 15,0-1-10-15,-11-2-20 0,11 6-21 0,-3-2-14 16,-8-4-21-16,9 8-9 0,-5-2-19 0,-4-6 4 15,3 11 16-15,-3-11 7 0,0 0-5 0,-5 19 0 16,0-12 3-16,-4 1 0 0,-2-1-6 0,-1 0 0 16,-2-2 1-16,3 0 5 0,-1 0 0 0,1-2 6 15,-1 1 5-15,12-4-3 0,-16 4 6 0,8-4 15 16,8 0 21-16,-13-4 29 0,6 3 24 0,7 1 16 16,-8-6 11-16,8 6-3 0,-5-11 4 0,3 4-3 15,2 7-1-15,3-14-7 0,1 3-10 0,0 3-8 16,1-1-2-16,1 4-4 0,-1-3-8 0,2 1-11 15,-7 7 1-15,10-9-5 0,-6 5-5 0,-4 4-7 16,10-7-7-16,-10 7 0 0,10-3-8 0,-10 3 4 16,0 0-8-16,22 0 2 0,-22 0-3 0,14 5-4 15,-4 0-3-15,-1 1 8 0,0 1-8 0,-4-3 2 16,4 3-5-16,-1 0-6 0,-1 1-24 16,0 0-13-16,0-1-22 0,1 0-23 0,-3 0-27 0,2 2-32 15,-2-1-35-15,1-3-35 0,-1 4-26 0,-1-4-34 16,1-1-25-16,-5-4-32 0,11 10-33 0,-4-9-20 15,-1 2-233-15,2-1-670 0,-8-2 296 0</inkml:trace>
  <inkml:trace contextRef="#ctx0" brushRef="#br0" timeOffset="3440.71">4467 3040 414 0,'-1'-18'459'0,"1"13"5"0,-2-1 2 15,-1-2 5-15,3 8-9 0,0 0-10 16,-4-13-14-16,4 13-33 0,0 0-8 0,0 0-39 16,0-12-36-16,0 12-33 0,0 0-33 0,0 0-26 15,0 0-31-15,0 0-17 0,0 0-22 0,0 0-20 16,0 0-6-16,0 0-17 0,0 0-10 0,0 0-14 0,-4 36-4 16,4-22-4-16,0-2-7 0,-2 4-10 15,2 1-8-15,-2-4-8 0,-1 3 4 0,1 0-13 16,1 0 2-16,0 1-15 0,0-6 4 0,-1 3-5 15,1-2-4-15,1 1 5 0,-3-2-8 0,3 0-7 16,-1-1-20-16,0 1-27 0,1 0-23 0,-1-3-16 16,1-8-33-16,0 11-27 0,-2-4-22 0,2-7-27 15,0 8-28-15,0-8-25 0,0 0-21 0,0 10-20 16,0-10-27-16,0 0-57 0,0 0-62 0,0 0-59 16,0 0-274-16,0 0-816 0,0 0 361 0</inkml:trace>
  <inkml:trace contextRef="#ctx0" brushRef="#br0" timeOffset="3643.79">4357 3140 332 0,'0'0'425'0,"0"0"28"0,-8-4 5 0,8 4-9 0,0 0-19 16,0 0-15-16,0 0-21 0,0 0-14 0,0 0-26 16,0 0-27-16,0 0-35 0,0 0-33 0,0 0-25 15,0 0-25-15,0 0-20 0,0 0-31 0,0 0-26 16,0 0-27-16,0 0-35 0,21-1-42 0,-8 4-36 15,5-2-43-15,2-1-45 0,8 1-39 0,-2 2-40 16,2-2-30-16,-6-1-36 0,6 0-40 16,-1 0-33-16,-8-2-39 0,1 1-36 0,0 0-253 0,-1 0-694 15,0-2 308-15</inkml:trace>
  <inkml:trace contextRef="#ctx0" brushRef="#br0" timeOffset="4331.1">4787 3121 181 0,'0'0'349'15,"0"0"19"-15,0 0 9 0,0 0 0 0,0 0 3 16,0 0-3-16,0 0-3 0,0 0-3 0,0 0-11 16,0 0-14-16,0 0-17 0,0 0-17 0,0 0-18 0,0 0-27 15,0 0-22-15,0 0-24 0,0 0-22 0,0 0-24 16,0 0-17-16,0 0-21 0,0 0-16 16,0 0-8-16,0 0-14 0,-35-4-12 0,35 4 0 15,-11 6-14-15,3 0-11 0,8-6-4 0,-15 10-7 16,6-3-2-16,2 1-4 0,0 0-12 0,-2 1-19 15,3 1-16-15,-2-2-29 0,1 1-19 0,1 1-17 16,1 0-17-16,2 0 0 0,2 0-5 0,2-1 6 0,2 0 4 16,2-1 2-16,4 2 2 0,3 1 6 15,4-3 1-15,1-1 12 0,3-3-1 0,1 2 9 16,9-5 11-16,0-1-1 0,3-1-7 0,1-3 17 16,2-2 3-16,0-3 3 0,0-1 4 0,-3 0 12 15,2-4 1-15,-1-2 7 0,3 1 26 0,-5-2 37 16,1 0 12-16,-6 0 2 0,-4 1 1 0,-1 0-3 15,-2-3-9-15,-8 2 7 0,-2 1 12 0,1 0-8 16,-3-1 2-16,-1 1-9 0,-5 3-11 0,1 2-8 16,0 0-10-16,-3 11-8 0,-2-12-1 0,2 5-9 15,0 7-3-15,-4-10-7 0,4 10-9 0,-9-7-2 16,9 7 0-16,0 0 0 0,0 0-1 0,-25 11-1 16,17-1-4-16,2-2 0 0,-1 3 4 0,1 0 3 15,1 2-4-15,-2 2 0 0,2 2 3 0,0 1 1 16,0-4-4-16,1 2 1 0,3 0 4 0,-2 0-3 15,2-5 1-15,0 1-6 0,1 0-8 0,0-2-3 16,-2 0-3-16,4 0-4 0,-1-3-6 0,0-1-1 16,2 1-4-16,0-1 7 0,3 1 3 0,-1-3 2 15,3-2 5-15,1 0 1 0,3-2 4 0,0 0-1 16,3-4 3-16,3-2 1 0,1 1 2 0,-2-2-1 16,1 0 1-16,-3-2-2 0,0 1 7 0,-3 3-3 15,-1-1 0-15,0 2 2 0,-2-1 7 0,-2 1 1 16,-7 4-3-16,12-6 0 0,-12 6-2 0,7-4-6 15,-7 4-1-15,0 0-2 0,9 2 2 0,-9-2 0 16,0 0-3-16,10 7 3 0,-7-2 1 0,-3-5 3 16,4 9-6-16,-3-1 6 0,2-4-1 0,-1 5 1 15,1-3-4-15,1 0 3 0,-2-2-12 0,3 2-21 16,-1 0-17-16,1 0-20 0,-5-6-18 0,11 9-28 16,-11-9-38-16,12 4-37 0,-5-2-51 0,-1-1-64 15,-6-1-85-15,15 0-114 0,-15 0-257 0,11-7-828 16,-11 7 367-16</inkml:trace>
  <inkml:trace contextRef="#ctx0" brushRef="#br0" timeOffset="4971.63">6453 2926 235 0,'3'-6'399'0,"-3"6"0"0,2-8-7 0,0 2-13 0,-2 6-13 16,1-10-21-16,-1 10-6 0,0 0-18 0,-1-11-18 16,1 11-20-16,-3-8-23 0,3 8-29 0,0 0-24 15,-10-5-23-15,10 5-21 0,-9-1-19 0,9 1-12 16,-13 3-13-16,3 2-10 0,1 3-8 0,-1 0-2 16,-5 4 5-16,2 4 2 0,2 0-3 0,1 1-4 15,-4 6 3-15,2 2 2 0,1 2-6 0,2 0 1 16,0-3-10-16,3 1-5 0,0 0-9 0,2 1 0 15,2-7-11-15,-1 0-5 0,0 7 0 0,0-6-1 16,3 4-11-16,2-5-4 0,-4 2-4 0,4-2-4 16,-2 0-1-16,1 6-4 0,-1-7-6 0,1-1 2 15,-1 0-7-15,0-1 2 0,0 1-1 0,0-1-17 16,-1-5-11-16,2 1-13 0,2-1-11 0,-3-1-13 16,1 0-14-16,-1-3-17 0,3 0-19 0,-3-7-21 15,4 9-25-15,-3-5-18 0,-1-4-40 0,0 0-20 16,0 0-68-16,0 0-68 0,0 0-85 0,0 0-390 15,0 0-899-15,-13-25 398 0</inkml:trace>
  <inkml:trace contextRef="#ctx0" brushRef="#br0" timeOffset="5190.32">6126 3291 67 0,'-1'-10'439'0,"1"10"17"0,0 0 18 0,0 0 3 16,0-9-8-16,0 9-25 0,0 0-26 0,3-8-25 15,-3 8-28-15,1-8-34 0,4 3-40 0,0 3-26 16,1-3-28-16,3 0-25 0,2 0-28 16,1 0-16-16,1 2-24 0,6 1-29 0,-2 0-45 0,2-1-49 15,-1 2-55-15,2 0-48 0,2-1-55 0,0 0-62 16,-3 1-47-16,-1-2-61 0,-1 1-63 0,0-1-61 16,-5-1-275-16,2 0-764 0,-1-2 337 0</inkml:trace>
  <inkml:trace contextRef="#ctx0" brushRef="#br0" timeOffset="5424.64">6512 3138 397 0,'0'0'428'0,"0"0"13"0,0 0 5 15,0 0 10-15,0 0-15 0,0 0-19 16,0 0-25-16,0 0-24 0,0 0-25 0,5-5-32 16,-5 5-28-16,0 0-29 0,0 0-29 0,0 0-30 15,0 0-22-15,0 0-18 0,0 0-19 0,0 0-13 16,0 0-17-16,5 18-6 0,-3-11-7 0,-1 0-13 0,0 0-9 15,2 2-6-15,-2 0-16 0,0-1-20 16,2 2-12-16,-2 0-20 0,2-2-19 0,-1-1-27 16,-2 1-30-16,0-8-33 0,4 12-38 0,-4-8-44 15,0-4-36-15,1 9-40 0,-1-9-23 0,4 6-27 16,-4-6-54-16,0 0-67 0,0 0-270 0,0 0-764 16,0 0 339-16</inkml:trace>
  <inkml:trace contextRef="#ctx0" brushRef="#br0" timeOffset="5580.86">6556 3013 42 0,'0'-10'368'0,"0"10"18"0,0 0 9 15,0 0-14-15,1-15-24 0,-1 15-27 0,0 0-36 16,0 0-32-16,2-10-34 0,-2 10-33 0,0 0-38 16,0 0-49-16,0 0-50 0,0 0-62 0,3-3-46 15,-3 3-57-15,0 0-42 0,0 0-98 0,22 9-254 16,-22-9-543-16,14 6 240 0</inkml:trace>
  <inkml:trace contextRef="#ctx0" brushRef="#br0" timeOffset="5923.31">6833 2931 292 0,'4'-11'499'0,"-3"5"22"16,-1 6 12-16,1-9 4 0,-1 9-10 15,0-9-10-15,0 9-13 0,2-9-21 0,-2 9-28 16,0 0-23-16,0 0-38 0,1-8-42 0,-1 8-37 16,0 0-36-16,0 0-32 0,0 0-27 0,0 0-26 15,0 0-22-15,0 0-14 0,0 0-17 0,0 0-13 0,0 0-10 16,1 26-12-16,-1-18-39 0,0 4-67 0,-1 1 0 16,1 5 0-16,-1 1 0 0,2-1 0 15,-1 9 0-15,0-8 0 0,-1 6 0 0,1-7 0 16,0 2 0-16,-2 0 0 0,1-2 0 0,2-1 0 15,-1-1 0-15,-1-1 0 0,0-2 0 0,1-1 0 16,-1-1-144-16,3-2-50 0,-1 2-31 0,-1-4-32 0,2-1-39 16,-2-6-26-16,5 11-18 0,-4-7-16 15,-1-4-22-15,8 4-30 0,-8-4-29 0,11-2-11 16,-3-3-283-16,-2 2-793 0,2-8 351 0</inkml:trace>
  <inkml:trace contextRef="#ctx0" brushRef="#br0" timeOffset="6220.12">6995 3022 2 0,'3'-11'288'16,"-1"6"24"-16,1-2 22 0,-2 0 16 0,-1 7 12 16,3-13 2-16,-2 9 0 0,-1 4 2 0,1-8 4 15,-1 8 3-15,3-7-4 0,-3 7-8 0,0 0-18 16,0 0-15-16,1-10-15 0,-1 10-24 0,0 0-31 16,0 0-25-16,0 0-33 0,0 0-20 0,0 0-29 15,4-4-8-15,-4 4-17 0,0 0-7 0,0 0-20 16,0 0-9-16,0 0-1 0,0 0-10 0,3 21-7 15,-3-10-16-15,1 0 3 0,-1 1-9 0,1 5-5 16,-1 0-11-16,0-2 0 0,1 2-1 0,-1-1-1 16,0 1-3-16,-2 0-2 0,2 1-8 0,-1-1-7 15,-1-5-27-15,2 3-18 0,0-2-27 0,-1-3-24 16,0 1-28-16,1 0-30 0,0-3-32 0,0-1-32 16,0-7-24-16,1 12-17 0,0-7-19 0,-1-5-21 15,4 8-32-15,-4-8-43 0,9 4-42 0,-9-4-51 16,13-1-273-16,-13 1-786 0,15-11 347 0</inkml:trace>
  <inkml:trace contextRef="#ctx0" brushRef="#br0" timeOffset="7266.75">7181 3138 6 0,'0'0'266'0,"0"0"7"15,0 0-1-15,0 0 4 0,0 0-4 0,0 0-8 16,0 0-10-16,0 0-11 0,0 0-15 0,0 0-22 15,0 0-10-15,0 0-27 0,0 0-9 0,0 0-20 16,0 0-18-16,0 0-6 0,0 0-12 0,0 0-11 16,0 0-2-16,0 0-27 0,4 12 19 0,-4-12-14 15,0 0 1-15,3 8 1 0,-3-8-15 0,5 6-11 16,-1-2 24-16,0-1 1 0,4-1 7 0,3 2 6 16,-2-2 4-16,1 2-4 0,-2-4 5 0,5 0 3 15,-4-1 0-15,3 0 1 0,-4 1-3 0,1-3-1 16,-2 2-1-16,1-3 2 0,-1 1-10 15,-3-2-2-15,-4 5-3 0,7-7-3 0,-3 3-3 0,-4 4-7 16,5-7-4-16,-5 7-6 0,4-7-14 0,-4 7 1 16,-1-8-5-16,1 8-8 0,0 0 0 0,-6-9-9 15,6 9-4-15,-7-3 0 0,7 3-3 0,-5-6-1 16,5 6-7-16,0 0 3 0,0 0-9 0,-13 0-2 16,13 0 1-16,-9 6-3 0,4-3-2 15,0 1-7-15,0 1 2 0,0-1-7 0,0 1-13 0,-2 1-11 16,4 1-12-16,-1 0-7 0,1 1 4 0,0-2 9 15,1 2 0-15,2-1 8 0,0 3 4 0,0-10 7 16,4 13 2-16,1-7 8 0,0-2 0 16,3 1 1-16,2 0 8 0,0 0 3 0,4-2 3 15,3-1 1-15,1-1 5 0,0-1 10 0,-1-1 8 16,0 0 8-16,1-3 9 0,0-1 0 0,-7 2-4 0,0-2 16 16,1-1 9-16,0 0-4 0,0-1-7 0,-2-1 14 15,-3 0 7-15,1 3 4 0,1-2-5 0,-4 0-7 16,-1 4 2-16,0-4-6 0,-4 7-6 15,5-8-8-15,-5 8-3 0,2-7-6 0,-2 7-5 16,0 0-4-16,4-7-4 0,-4 7-5 0,0 0-5 16,0 0 0-16,0 0-5 0,3-6-4 0,-3 6-2 0,0 0-1 15,0 0-5-15,0 0 1 0,0 0 0 0,0 0 0 16,7-2 4-16,-7 2 1 0,0 0-2 16,0 0 2-16,0 0 0 0,15 2 1 0,-15-2-5 15,0 0 3-15,10 2 1 0,-3 1-2 0,-7-3 0 16,9 4 2-16,-5 0-1 0,1 0 1 0,-5-4-2 15,9 8-1-15,-5-2 0 0,-1 0 2 0,-1 0-8 0,1 0 7 16,1 0 4-16,-3 1-2 0,-1-7 1 16,1 13-1-16,-2-7 1 0,1-6 2 0,-1 16 1 15,-2-10-2-15,2 0 3 0,1-6-1 0,-2 9-1 16,2-9 3-16,-1 9 2 0,1-9-2 0,0 0 1 16,0 8-1-16,0-8 1 0,0 0 1 0,4 6 3 15,-4-6-1-15,12 1-2 0,-4 0 3 0,3-2 2 0,2 1 2 16,-1-1 2-16,5-4-3 0,-1 0-3 15,2-2 0-15,2-1-1 0,5-3 16 0,1 2 13 16,-11 0 14-16,0 1-1 0,-3 1 1 0,2-4-4 16,-3-1 0-16,2 2-3 0,1-2-2 0,-6 3 5 15,-2-1-1-15,2 1-3 0,-4-2 6 0,-2 4-9 16,1-2-3-16,-2 2-7 0,-1 7-8 0,0-12-6 16,-2 5-6-16,2 7-7 0,-4-10-9 0,-3 7-6 15,7 3-6-15,-7-5-14 0,7 5-15 0,-9 0-1 16,9 0-4-16,-12 3-5 0,7 2 5 0,5-5 6 15,-5 11 4-15,3-4 9 0,2 1-8 0,0-8 16 16,2 20 5-16,2-10 1 0,0 0 1 0,2-1 6 0,-3 3 0 16,3-4 5-16,2 1-4 0,-3 1 3 15,4-1 3-15,-4-1 0 0,0-2 3 0,-1 0-2 16,1-1-2-16,-2 1 4 0,-3-6-1 0,6 8-4 16,-4-5 0-16,-2-3 4 0,3 8 0 0,-3-8 6 15,0 0 3-15,-5 9 1 0,-3-5 4 0,-1-1-2 16,-2 0 1-16,-3 0 0 0,0 0-16 0,1-1-23 15,-4 0-34-15,3-2-28 0,3 1-31 0,0-1-44 16,3 0-44-16,-3 0-43 0,11 0-53 0,-13-5-78 16,7 2-346-16,6 3-794 0,-8-11 351 0</inkml:trace>
  <inkml:trace contextRef="#ctx0" brushRef="#br0" timeOffset="7532.3">7307 2933 2466 0,'-11'-2'385'16,"0"2"-73"-16,1-5-39 0,3 3 25 0,1-1 5 16,6 3-1-16,-10-5-8 0,10 5-42 0,-6-4-35 15,6 4-23-15,0 0-17 0,0-10-22 16,0 10-18-16,15-11-15 0,-5 8-16 0,9-3-11 0,3 2-7 15,6 0-11-15,-1-1-8 0,1 4-24 0,-7-1-35 16,2-1-27-16,-3 3-47 0,1-2-33 0,0 1-38 16,0 1-39-16,-3-3-54 0,-7 3-68 0,4-2-58 15,-3 0-120-15,-2 0-283 0,-2-2-819 16,-8 4 363-16</inkml:trace>
  <inkml:trace contextRef="#ctx0" brushRef="#br0" timeOffset="8282.12">8303 3272 151 0,'0'0'268'0,"0"0"-2"0,-2-9-13 15,2 9 2-15,0 0-9 0,0 0 3 0,-5-6-4 16,5 6-1-16,0 0-6 0,0 0-6 0,0 0-5 15,0 0 1-15,0 0-6 0,-3-7-6 0,3 7-1 16,0 0-7-16,0 0-15 0,0 0-15 0,0 0-13 16,0 0-16-16,0 0-20 0,0 0-13 0,22-1-11 15,-6 1-11-15,2 0-9 0,11 0-8 0,2 0-9 16,2 0-7-16,4 0-7 0,14 1-4 0,1 0-6 16,1 1 17-16,-14-2-8 0,15 0-4 0,0 0-5 15,-16 0-3-15,1 0-5 0,-6 0-3 0,-1 0-2 16,-5 0-6-16,-9 0-3 0,-1 2-2 0,-4-2-4 15,2 0-21-15,-3 0-26 0,-3-2-25 0,-9 2-37 16,11 0-50-16,-11 0-18 0,12 2-35 0,-12-2-33 16,7 0-31-16,-7 0-27 0,0 0-35 0,0 0-18 15,0 0-23-15,0 0-217 0,0 0-627 0,0 0 277 16</inkml:trace>
  <inkml:trace contextRef="#ctx0" brushRef="#br0" timeOffset="8563.31">8963 3176 332 0,'0'0'368'16,"0"0"1"-16,0 0 8 0,0 0-19 0,2-11-11 15,-2 11-18-15,0 0-12 0,0 0-20 0,0 0-22 16,0 0-24-16,0 0-24 0,0 0-25 0,0 0-21 16,0 0-19-16,0 0-15 0,0 0-21 0,0 0-8 15,0 0-12-15,24 11-4 0,-18-5-8 0,0-1-12 16,2 2-3-16,0 0-8 0,-3 0-4 0,0 0-6 15,-1 0-2-15,-2 0-11 0,0 0-1 0,0 0-4 16,-2 1-2-16,0-8-13 0,0 18 5 0,-2-8 0 16,-4 0-4-16,0 1-7 0,0-1 5 0,-2-1-14 15,-3 4-29-15,-1-1-24 0,1-1-40 0,-3-1-48 16,4-3-55-16,1 0-57 0,-4 0-59 0,3-1-68 16,-3-1-85-16,5-3-226 0,2 0-733 0,6-2 324 15</inkml:trace>
  <inkml:trace contextRef="#ctx0" brushRef="#br0" timeOffset="10187.93">9656 2995 342 0,'0'0'429'0,"0"0"9"0,3-7 2 0,-3 7 1 16,0 0-6-16,1-9-4 0,-1 9-6 0,0 0-17 15,2-8-13-15,-2 8-13 0,3-6-21 0,-3 6-24 16,0 0-26-16,0 0-33 0,0 0-28 0,3-8-25 15,-3 8-30-15,0 0-22 0,0 0-25 0,0 0-16 16,0 0-16-16,0 0-23 0,0 0 1 0,0 0-17 16,0 0-3-16,3 18-6 0,-3-7-17 0,0 2-1 15,0-1-1-15,-1 3-8 0,0 3-1 0,2-1-1 16,-1 1-11-16,0-5-3 0,-1 2-13 0,1-2-16 16,-1-2-4-16,-1 1-18 0,2-1-18 0,-1-1-6 15,0-2-6-15,1-8-10 0,0 15-7 0,1-8-3 16,-1-7-1-16,0 0 8 0,-1 11 7 0,1-11 9 15,0 0 11-15,2 7 11 0,-2-7 4 0,0 0 4 16,0 0 10-16,0 0 8 0,18-14 3 0,-13 9 1 16,3-2 4-16,-3 2 2 0,3-3 9 0,1 3-2 15,-4-2-3-15,0 3 2 0,0-2 1 0,0 1-7 16,0 1 5-16,-5 4 1 0,8-7-6 0,-8 7 5 16,8-6-7-16,-8 6-1 0,5-1-3 0,-5 1-2 15,0 0 1-15,19 3 2 0,-13-2 0 0,1 0-5 16,4 2 3-16,-1 1 5 0,1 0-4 0,0 2-1 15,-2-2 3-15,-3 1 1 0,6-2-5 0,-1 3 4 16,-3-2-2-16,0 0 3 0,-1-2 2 0,-2 1-3 16,-5-3 2-16,11 4 10 0,-6-2-2 0,-5-2 12 15,6 2 31-15,-6-2 3 0,0 0 5 0,12-6 11 16,-12 6-3-16,7-10-1 0,-1 1-9 0,-1-2 12 16,0-4 2-16,-1-2-9 0,-1-1-10 0,1-2-12 15,0-5 10-15,0 7-14 0,-1-2 11 0,-3 3 7 16,2-2-3-16,0 3-51 0,0 4-3 0,0 1 0 15,0-1 0-15,-1 5 0 0,-2-1 0 0,1 8 0 16,0-12 0-16,0 12 0 0,0-7 0 0,0 7 0 16,0 0 0-16,0-9 0 0,0 9 0 0,0 0 0 15,0 0-83-15,0 0-66 0,0 0-24 0,0 0-39 16,0 0-37-16,0 0-47 0,5 30-46 0,-4-19-48 16,0 0-39-16,2-3-40 0,-2 3-39 0,2 1-308 15,-2-3-883-15,3 1 392 0</inkml:trace>
  <inkml:trace contextRef="#ctx0" brushRef="#br0" timeOffset="10969">10120 3107 156 0,'0'0'336'0,"0"0"7"0,5-7-3 16,-5 7-18-16,0 0-6 0,9-6-19 0,-6 1-15 15,-3 5-14-15,6-7-20 0,-6 7-15 0,5-5-24 16,-5 5-26-16,5-5-11 0,-5 5-17 15,7-5-15-15,-7 5-17 0,7-1-13 0,-7 1-13 16,12-2-7-16,-12 2-19 0,14 5 1 0,-8-2-11 0,0 2-14 16,2-1-2-16,-1 1-7 0,-1 1-2 0,1 4-6 15,-1-4-3-15,-2 3-6 0,-2-2-8 0,1 2-11 16,-2-1-15-16,-1 2 1 0,0-10-13 0,-4 14 19 16,0-4-13-16,0-2 7 0,-3-1-2 15,-1-1 2-15,2 2-12 0,-2-5 2 0,-5 2 4 0,4-3-4 16,2 1-11-16,-1-1 22 0,8-2 3 0,-14 0 10 15,14 0 7-15,-12-2 12 0,12 2 13 0,-6-9 15 16,2 3 10-16,2 0-3 0,1-2-5 0,1-2 5 16,0 1 5-16,2-2-4 0,-1 0-2 15,5 2 4-15,-2-4-4 0,2 4-8 0,0 1-3 16,0 0-5-16,0 0 1 0,0 3 0 0,-1 0-5 0,0 1-4 16,0 1-9-16,-5 3 0 0,9-3-9 0,-9 3-2 15,12 0 0-15,-12 0-3 0,10 5-1 0,-5-2-2 16,0 0 2-16,3 5-7 0,-1-2 3 15,-1 0 1-15,-1 4 2 0,-1-2 0 0,3 0-5 16,-3 2-9-16,1 0 9 0,0-2 6 0,0 3-6 0,-1-2 3 16,4-1 5-16,-3-3 1 0,3 1-3 0,-1-1-1 15,5 0 9-15,-2 0-4 0,2-3 2 0,2-2 13 16,1 0 10-16,4-2 5 0,0-2 2 16,1-3-2-16,-1-1 3 0,5-7 3 0,-2-2 1 15,2 1 4-15,1-3 8 0,-4 1 9 0,-3-1 7 16,-2-1-9-16,-5 3-1 0,0-3-7 0,-3 6 0 0,-3 3 6 15,-1 1-5-15,-2 2-15 0,1-1-6 0,-4 1-7 16,1 8-2-16,0-8-11 0,0 8-6 0,-7-7-20 16,7 7-1-16,-10-3-4 0,10 3-10 15,-15 5-9-15,6 1-2 0,0 0-4 0,2 2 6 16,1 2 5-16,1-1 0 0,1 1 4 0,3 1-1 0,3 0 8 16,1 2 1-16,1-4 4 0,2 3 1 0,1-2 0 15,1 0 3-15,4 3 1 0,-3-5 1 0,0-1-2 16,1 2 1-16,-1-4-1 0,2 2 2 15,-2 0 1-15,-2-3 0 0,-2 2 0 0,0-4 1 16,0 1-3-16,-5-3-5 0,8 6 3 0,-8-6-4 16,4 7-3-16,-4-7 10 0,0 0-2 0,-3 9 5 0,3-9 2 15,-9 7 0-15,0-4 3 0,-2 0-1 0,-2 1-1 16,-5 0-13-16,-1 0-21 0,1-1-29 16,-1-1-35-16,6 0-31 0,-1 1-26 0,5-2-32 15,1 0-17-15,0-1-23 0,8 0-52 0,-11 0-69 16,11 0-75-16,0 0-297 0,0 0-777 0,17-15 343 0</inkml:trace>
  <inkml:trace contextRef="#ctx0" brushRef="#br0" timeOffset="11640.72">10976 2939 132 0,'0'0'453'0,"4"-10"-4"0,-4 4 14 0,0 6 2 15,1-11-10-15,-1 11 0 0,2-12-16 16,-1 7-10-16,-1 5-15 0,1-9-14 0,-1 9-16 16,0 0-18-16,0-10-30 0,0 10-26 0,0 0-38 15,0 0-33-15,1-7-27 0,-1 7-21 0,0 0-24 16,0 0-19-16,0 0-20 0,0 0-16 0,0 0-1 16,0 0-16-16,0 0-6 0,2 31-7 0,-2-19-17 15,1 5 2-15,-2 0-10 0,-1 2-4 0,1 0-9 16,1 0-2-16,-2 4-12 0,0-4-21 0,2-2-24 15,0 0-16-15,-2 1-8 0,2-1-12 0,-2-2-12 16,0-3-15-16,2-1 0 0,-1 1-4 0,-1-3-8 0,4 0 2 16,-2-9-5-16,-2 12 2 0,2-12 10 15,2 7 18-15,-2-7 6 0,2 5 4 0,-2-5 13 16,13 0-4-16,-13 0 12 0,18-6 6 0,-7 1 4 16,0-2 2-16,1 1 9 0,0-1 10 0,3-3 0 15,-5 4 5-15,1-1 3 0,0 1 1 0,-3 0 0 16,1 1 5-16,-1 1-1 0,-4 1-3 0,-4 3 0 15,9-6 5-15,-9 6-9 0,7-4-1 0,-7 4-6 16,6-1 1-16,-6 1 0 0,0 0 2 0,13 11-2 16,-10-6 0-16,-1 0 2 0,1 0-1 0,1 4-4 15,-3 0 4-15,3 0-2 0,-3-1-2 0,2 2-5 16,-1-2-7-16,2 0-7 0,0 1-9 0,-3-3-10 0,2 1-8 16,-1-2-5-16,-2-5 1 0,3 10-4 15,-1-6 5-15,-2-4 8 0,4 5 6 0,-4-5 7 16,7 3 4-16,-7-3 5 0,12-2 2 0,-12 2 6 15,17-7 5-15,-7 2-4 0,0-1 0 0,1-3 15 16,0 2 4-16,-2-3 4 0,1 3 8 0,0-1 11 16,-1 1 4-16,-1-1-1 0,1 2 5 0,-2 3 6 15,-4-3 3-15,2 3-2 0,-5 3-3 0,7-6-7 16,-7 6-8-16,7-4-5 0,-7 4-1 0,0 0-6 16,5-5-6-16,-5 5 3 0,0 0-1 0,0 0-1 15,7 10 0-15,-7-10-1 0,2 10-4 0,0-5 1 16,-2-5-6-16,2 10-12 0,-2-10-12 0,2 10-17 15,-2-3-26-15,0-7-28 0,1 11-29 0,-1-11-39 16,2 6-40-16,-2-6-37 0,0 0-34 0,2 7-12 16,-2-7-11-16,0 0-50 0,0 0-95 0,0 0-258 15,0 0-760-15,0 0 337 0</inkml:trace>
  <inkml:trace contextRef="#ctx0" brushRef="#br0" timeOffset="11796.93">11469 3001 335 0,'3'-9'343'0,"-3"9"4"0,1-6-9 16,-1 6-22-16,0 0-17 0,3-10-45 0,-3 10-26 16,0 0-24-16,0 0-50 0,0 0-30 0,0 0-52 15,0 0-33-15,0 0-23 0,0 0-42 0,0 0-53 16,2 21-50-16,0-14-68 0,2 2-58 0,-2 2-143 16,3-2-430-16,2 2 191 0</inkml:trace>
  <inkml:trace contextRef="#ctx0" brushRef="#br0" timeOffset="12218.7">11583 3136 380 0,'3'-8'418'0,"-3"8"-8"0,4-10-6 0,-1 6 0 16,-3 4-7-16,2-9-9 0,-2 9-6 16,2-8-8-16,-2 8-15 0,0 0-18 0,2-8-24 0,-2 8-31 15,0 0-26-15,2-6-32 0,-2 6-27 0,0 0-28 16,0 0-14-16,0 0-18 0,0 0-14 0,0 0-10 15,0 0-11-15,0 0-11 0,0 0-13 0,5 23-6 16,-3-15-10-16,-1-1-14 0,0 3-21 16,2-2-18-16,-3-3-17 0,1 3-22 0,-1 0-5 15,1 0-11-15,-1-8-15 0,0 14-13 0,2-8-8 0,-2 1 6 16,0-7 2-16,5 9 0 0,-5-9 15 0,1 5 9 16,-1-5 9-16,0 0 1 0,6 4 3 0,-6-4 6 15,0 0 10-15,15-6 9 0,-8 1 0 16,2 0 13-16,-4 1 5 0,4-4 13 0,-4 2 10 15,4-2 1-15,1-1 3 0,-3 1 24 0,0 1 6 0,1 0-1 16,-2 0-2-16,1 3-6 0,-2 0-1 0,0 1-6 16,0-2-6-16,-5 5-9 0,5-4 0 0,-5 4-5 15,5-6-10-15,-5 6-2 0,0 0-3 16,9-1-1-16,-9 1-1 0,0 0-11 0,13 7-12 16,-8-3-25-16,-5-4-35 0,9 8-27 0,-2-1-32 15,1 0-45-15,0 0-27 0,1 0-58 0,1 2-48 0,-2-1-32 16,1-2-41-16,-3 1-35 0,4-2-319 0,-4-1-795 15,1-2 352-15</inkml:trace>
  <inkml:trace contextRef="#ctx0" brushRef="#br0" timeOffset="12843.56">11972 3113 259 0,'4'-10'318'0,"-2"5"0"0,-2 5 4 0,5-10 1 15,-2 5-10-15,-3 5-4 0,7-6-28 0,-7 6 1 16,8-5-17-16,-8 5-14 0,5-9-24 15,-5 9-20-15,4-2-25 0,-4 2-16 0,7-3-24 16,-7 3-10-16,0 0-16 0,0 0-8 0,0 0-16 16,14 3-11-16,-10 2-6 0,-1-1-10 0,-3-4-7 15,5 8-3-15,0-3-6 0,-5-5-7 0,4 11 0 16,-3-6-6-16,1 1-11 0,-2-6-4 0,0 12 0 16,0-12-1-16,-2 11 0 0,2-11-9 0,-2 10 4 15,-1-5 1-15,-2 1-2 0,2-2 0 0,-6 1-3 16,2-2 6-16,0 0 1 0,0 0-3 0,7-3-5 15,-13 3 8-15,7-3-2 0,6 0 0 0,-13-2 1 16,13 2 0-16,-8-7-2 0,2 5 4 0,6 2 7 16,-5-8 6-16,5 8 7 0,-3-10-3 0,3 10 3 15,0-10-7-15,0 10-2 0,3-11-2 0,1 7-5 16,-4 4-3-16,7-10-1 0,-3 8-7 0,-4 2-5 16,11-4 0-16,1 6-1 0,-1-1-1 0,7 3-1 15,-7 2 0-15,3-1-3 0,1 8-1 0,2-2-1 16,2 8-2-16,-1 1 5 0,-2 0 1 0,0 1 6 15,-7-5-1-15,5 6-2 0,-6 3 5 0,1-2 0 16,-4-4 1-16,-1 0 1 0,-2 7 2 0,-2-2-2 16,0-4-1-16,-4-1 2 0,-1 6-7 0,-4-7 1 15,1 8 5-15,-4-10-2 0,1 1 2 0,-7 3-1 16,2-5 1-16,-4 1 3 0,5-1-6 0,-1-4 3 16,2-3-4-16,1-2-1 0,2 1 8 0,2-3 0 15,-3-3-1-15,4 2 0 0,-1-3 2 0,-1-3 3 16,0 0 1-16,2-3-3 0,2-1 16 0,-3 0 11 15,7-3 4-15,-1-1 3 0,-1-2 4 0,3-4 7 16,1-1-1-16,5 1-7 0,-2-2-3 0,3 1-1 16,1 0 2-16,4-5-15 0,-2 7 3 0,3 2-8 15,0 1 1-15,3 1-4 0,2 0-8 0,-2 2-4 16,4 1-6-16,2 2-20 0,1 2-21 0,7-1-31 16,-7 3-34-16,-2 3-40 0,3 0-36 0,-5 0-48 15,2 1-59-15,-4-1-46 0,-5 2-46 0,0-2-64 16,-4 1-390-16,-7-1-890 0,7-4 394 0</inkml:trace>
  <inkml:trace contextRef="#ctx0" brushRef="#br0" timeOffset="13546.52">12977 3220 53 0,'-2'-8'414'16,"2"8"4"-16,0 0 5 0,0 0-14 0,0 0-14 0,2-11-21 15,-2 11-18-15,0 0-18 0,4-7-25 0,-4 7-25 16,4-5-23-16,-4 5-28 0,5-7-24 0,-5 7-22 16,8-6-19-16,2 3-17 0,-6 1-20 0,-4 2-20 15,13-2-7-15,-8 1-13 0,-5 1-9 16,16-1-8-16,-16 1-7 0,15 3-12 0,-3 0-11 15,-7 1-2-15,3-2-6 0,-4 4-6 0,4-3 1 0,-6 1-9 16,2 0-4-16,1 2-15 0,-1 0-10 0,-4-6-1 16,0 11-3-16,0-11-1 0,-2 12 5 15,0-5 0-15,-3-2 2 0,1 1-3 0,-3 0 2 16,0 2-2-16,-2-3-1 0,-3 1-4 0,4-2 0 16,-5 1-2-16,3-3-2 0,-1 1 2 0,2-2 1 0,-2-1 6 15,11 0 6-15,-15-4-2 0,8 2-4 0,1-3 6 16,-2-2-2-16,3-1-2 0,1-2 4 15,2 0-2-15,0-1-2 0,0-2-1 0,4 1-6 16,2-3-12-16,3-1-9 0,2 1-24 0,2 3-33 16,4-1-27-16,2 5-41 0,0-4-40 0,6 1-40 0,-3 5-35 15,1-1-34-15,5-2-37 0,-8 7-40 0,1 0-238 16,-6 2-668-16,0-1 296 0</inkml:trace>
  <inkml:trace contextRef="#ctx0" brushRef="#br0" timeOffset="13874.57">13279 2931 181 0,'5'-10'443'0,"-2"0"-11"0,-1-1 9 15,0 1 10-15,0 2 0 0,0 1 3 16,-2 7-7-16,2-11-19 0,-2 11-13 0,0-9-20 16,0 9-28-16,2-6-28 0,-2 6-40 0,0 0-42 15,0 0-13-15,1-10-34 0,-1 10-15 0,0 0-27 16,0 0-14-16,0 0-7 0,0 0-16 0,0 29 5 15,2-14 1-15,-4 4 5 0,1 5-7 0,-1 6-25 16,0 0 2-16,-2-1-10 0,4 1-10 0,0 3-7 16,0-5-10-16,-2 4-59 0,2-1-16 0,-2 0 0 15,-1-2 0-15,1 0 0 0,2 2 0 0,-3-2 0 16,1-3 0-16,0 2 0 0,2-4 0 0,-3 1 0 16,1-7 0-16,2 0 0 0,-2-3 0 0,2 3 0 15,0-6 0-15,-2 1-164 0,2-2-33 0,0 0-25 16,0-11-18-16,0 17-22 0,0-12-15 0,0-5-31 15,7 8-28-15,-7-8-29 0,0 0-26 0,14 1-32 16,-8-3-39-16,-6 2-296 0,11-10-820 0,-7 1 363 16</inkml:trace>
  <inkml:trace contextRef="#ctx0" brushRef="#br0" timeOffset="14077.64">13284 3311 377 0,'0'0'457'15,"0"0"26"-15,-5-5 17 0,5 5-14 0,0 0-9 16,0 0-25-16,0 0-22 0,0 0-34 0,-2-7-20 16,2 7-41-16,0 0-41 0,0 0-21 0,0 0-29 15,0 0-24-15,0 0-23 0,0 0-42 0,12-7-42 16,-12 7-35-16,11-1-44 0,-1 1-48 0,-10 0-56 16,23-2-71-16,6 2-73 0,-12 0-70 0,2-1-74 15,2-2-77-15,1 3-376 0,6-4-877 0,-2-1 388 16</inkml:trace>
  <inkml:trace contextRef="#ctx0" brushRef="#br0" timeOffset="14421.32">14095 3045 206 0,'6'-9'512'0,"-4"-1"3"0,1 2-10 15,-3-3-25-15,2 1-20 0,-2 3-27 16,0 7-16-16,-2-17-12 0,-1 11-16 0,3 6-18 16,-2-13-27-16,-2 7-23 0,0 0-21 0,4 6-19 0,-5-9-40 15,3 5-19-15,2 4-36 0,-7-6-12 0,7 6-15 16,-13-3-21-16,13 3-20 0,-14 6-6 0,3 1-12 16,-2 2-9-16,3-1-6 0,-5 6-6 15,2 1-9-15,-3 6-11 0,2-6-10 0,-2 6-4 16,1 1-14-16,5-6-29 0,2-1-18 0,1 2-15 15,3-1-18-15,-1 1-17 0,2-3-11 0,1 3-16 0,4-1-19 16,2-2-20-16,2-2-23 0,2 2-29 0,3-2-33 16,4-1-29-16,0-2-38 0,5 1-30 0,1-2-23 15,8-1-25-15,-3-4-18 0,1 0-15 16,1-3-6-16,0-3-1 0,-9 2-207 0,-2-3-658 16,2-2 292-16</inkml:trace>
  <inkml:trace contextRef="#ctx0" brushRef="#br0" timeOffset="15129.52">14286 3188 1 0,'0'0'223'16,"2"-9"23"-16,-2 9 30 0,0 0 11 0,6-10 14 16,-6 10 2-16,6-9 6 0,-6 9-6 0,0 0-7 15,4-11-12-15,-4 11-9 0,4-7-12 0,-4 7-21 16,0 0-14-16,9-8-22 0,-9 8-23 0,0 0-17 16,7-7-12-16,-7 7-21 0,0 0-12 0,12-3-16 15,-12 3-8-15,0 0-15 0,13 3-8 0,-13-3-10 16,8 4-6-16,-1 0-3 0,-2 1-7 0,0-1-11 15,-1 1-3-15,0-1 0 0,-2 2-5 0,2-1-6 16,0 2 0-16,-4 0-8 0,0-7-3 0,0 14 6 16,-1-6-1-16,-3-2-5 0,1 0-4 0,-1 0 3 15,1 1-11-15,3-7-4 0,-10 13-15 0,0-7-2 16,10-6-2-16,-15 7-6 0,9-5-13 0,6-2 0 16,-19 2 8-16,19-2 5 0,0 0-12 0,-15-5 22 15,15 5-1-15,-8-8 8 0,8 8 1 0,-4-13-5 16,4 13 12-16,-2-14 8 0,2 5-4 0,0 9-1 15,2-14 6-15,2 5-6 0,-4 9 4 0,7-14 1 16,-4 7 4-16,-3 7 0 0,6-6-1 0,-6 6 1 16,7-7-2-16,-7 7-6 0,0 0-3 0,9-8 0 15,-9 8 0-15,11 0 1 0,-11 0 1 0,0 0 1 16,15 6-4-16,-15-6 0 0,13 9 1 0,-9-5-1 16,5 4 3-16,0-1 4 0,-2 0-6 0,0-2-9 15,-1 2 13-15,2 0-7 0,0 0 0 0,1-1 1 16,0 0-3-16,-3 0 2 0,4 0 3 0,-4-2 2 15,5 1-6-15,3-3 6 0,-1-1 4 0,-1-1-5 16,1-1 1-16,8-1 3 0,-6-3 0 0,3-1 0 16,0-2 9-16,0-2 10 0,-3 0 15 0,5-2 14 15,3-2 3-15,-3-5 15 0,0 0 25 0,-7 5-6 0,1-3 5 16,-4-4 3-16,2 3-5 0,-6 1 7 0,0 2 5 0,-3 3-9 16,1-1-9-16,0 3-10 0,-4 1-11 15,0-2-5-15,0 1 1 0,0 10-12 0,0-11-9 16,0 11-13-16,0-7-10 0,0 7 1 0,0 0-10 15,0 0 5-15,0 0-1 0,0 0-7 0,0 0 4 16,0 0 1-16,-11 18-4 0,9-8 1 0,0 1 1 16,0 1 1-16,1 6-1 0,-2-2 0 0,1 2 0 0,-1 0 1 15,3-1-3-15,-3 0-2 0,1 2 4 16,1-3 4-16,-1 1-3 0,1 0-3 0,0-5-1 16,0 5-1-16,-2-4 1 0,3-1-2 0,-2 0-19 15,2-2-20-15,-1 1-27 0,1-1-24 0,3-3-34 16,-3-7-22-16,0 8-21 0,0-8-17 0,0 8-25 15,0-8-57-15,9 3-52 0,-9-3-52 0,14-3-57 16,-14 3-317-16,13-11-804 0,-3 3 356 0</inkml:trace>
  <inkml:trace contextRef="#ctx0" brushRef="#br0" timeOffset="15785.6">14959 3095 46 0,'0'0'406'0,"0"0"18"0,0 0-7 0,5-6-4 15,-5 6-22-15,0 0-26 0,0 0-25 0,0 0-34 16,0 0-23-16,0 0-26 0,0 0-32 0,0 0-27 16,0 0-22-16,0 0-9 0,0 0-23 0,0 0-9 15,0 0-13-15,-25 16-13 0,16-11-6 0,-1 1-9 16,-7 2-15-16,2 1-1 0,1-1-10 0,-2 0-5 16,4-4-7-16,0 2-2 0,1-1-8 0,-1-1-1 15,5-2-7-15,-1 1-7 0,8-3-11 0,-10 4 2 16,10-4-2-16,-7 2 0 0,7-2-4 0,-6 3 2 15,6-3 2-15,0 0-6 0,0 0-1 0,0 0 0 16,0 0-3-16,0 0-4 0,0 0 1 0,0 0-3 16,23-15-4-16,-18 12 0 0,-5 3 2 0,12-6-1 15,-7 4 0-15,2 0-5 0,-7 2-1 0,13-1 4 16,-13 1-1-16,11-1-1 0,-2 1-4 0,-1 1 2 16,-8-1-1-16,12 3 4 0,-5-1-1 15,0 0 0-15,-1 3-1 0,-1 0-3 0,0 0-2 0,2 1-2 16,-2-1-9-16,0 3-1 0,0 0-3 0,-1-1-2 15,1 1-1-15,3 0 2 0,-5-2 5 0,0-1-3 16,5 3 7-16,-1-2 4 0,3 1 1 16,0 0 2-16,6-2 4 0,5 0-1 0,-1-1-2 15,8-1 4-15,-9-5 6 0,10-1-4 0,5-2 1 16,2-3 4-16,-2-4 7 0,4 3 19 0,-3-4 13 0,-5 2 2 16,-3-2-12-16,0-3-1 0,-5 3 2 0,-3 1-2 15,-2 1 3-15,-3-2 6 0,-1 1 4 0,-6 4 8 16,1-2-5-16,0 3-6 0,-6 1-7 15,0 0-3-15,-2 6-10 0,-2-10-2 0,2 10-10 16,-10-8 2-16,2 5-11 0,-2 3 0 0,10 0-1 16,-22 7 0-16,9-5-2 0,-4 4-6 0,4 3-11 0,3-3 3 15,-2 7 3-15,1-1 1 0,6 1 4 0,-2-2-5 16,3 0 5-16,2 6 7 0,2-1-1 16,2-1-5-16,2 1 13 0,1-4-1 0,2-1-2 15,6 2-2-15,-1-2 0 0,4 1 7 0,3-3 6 16,8-1-1-16,0 0 8 0,-1-2 9 0,2-2-1 15,3-3-2-15,1-1-4 0,1-2-1 0,-2-1-1 0,-2 0-6 16,-8 2-2-16,1-3-26 0,4-2-30 16,-5 3-41-16,-2-2-24 0,-2-1-63 0,-7 5-108 15,-1-6-116-15,-3 3-472 0,-6 4-940 0,8-11 416 16</inkml:trace>
  <inkml:trace contextRef="#ctx0" brushRef="#br0" timeOffset="16566.66">16613 3159 81 0,'0'0'308'0,"-6"-2"1"0,6 2-4 0,0 0-2 16,-8-6 18-16,8 6 14 0,0 0 11 0,-4-7 9 16,4 7-6-16,0 0-10 0,0 0-9 0,-2-6-19 15,2 6-24-15,0 0-30 0,0 0-26 0,5-13-20 16,-5 13-25-16,6-4-20 0,1 0-20 0,-7 4-14 15,11-3-16-15,-3 3-14 0,3-1-11 0,1 1-11 16,-2 2-8-16,1 1-12 0,1 1-6 0,-3 1-3 16,5 1-9-16,-5-1-6 0,0 1-1 0,0 2-8 15,-1 0-1-15,-5-1-7 0,3-1-2 0,-5 4-11 16,0-4-7-16,-1 3-1 0,0-9-1 0,-4 15 0 16,-1-5 5-16,-4-1 0 0,-6 0-3 0,-1-1-5 15,-1 1 12-15,-1-3-9 0,-1 1-8 0,-4-4-13 16,-4-1 9-16,9 1 4 0,-3-1 2 0,7-2 3 15,2 2 5-15,0-4 0 0,-1-1 9 0,3-1 4 16,4-1 4-16,-2 0 3 0,0-4-2 0,6 1-1 16,-2-3-6-16,4 0-6 0,1-5-12 0,3 5-16 15,4-4-24-15,1 0-34 0,1 3-37 0,4-2-32 16,1 1-45-16,3 2-38 0,6-3-43 0,-6 7-41 16,3 1-39-16,0 0-46 0,-1 2-304 0,-1 0-766 15,0 1 340-15</inkml:trace>
  <inkml:trace contextRef="#ctx0" brushRef="#br0" timeOffset="16910.34">16773 2914 245 0,'1'-9'443'0,"0"1"13"0,-1 8 7 0,2-12 2 15,-2 4-6-15,0 8-9 0,1-11-11 0,-1 11-13 16,-1-9-1-16,1 9-18 0,2-7-19 0,-2 7-22 15,0 0-32-15,2-8-22 0,-2 8-33 0,0 0-23 16,0 0-31-16,0 0-27 0,0 0-24 0,0 0-16 16,0 0-23-16,0 0-10 0,0 0-13 0,0 0-13 15,0 0-7-15,0 0-13 0,-4 28-7 0,4-16-8 16,0 3-19-16,-2 3-45 0,2-1 0 0,0 7 0 16,0 2 0-16,0 3 0 0,2-3 0 0,-2 0 0 15,1-2 0-15,0-4 0 0,1 0 0 0,-4 0 0 16,6-3 0-16,-2 0 0 0,-2-1 0 0,1-4 0 15,0 1 0-15,0-3-6 0,3 0-118 0,0-1-19 16,0 0-18-16,-3-3-19 0,2 0-30 0,3-3-30 16,-2 1-37-16,-4-4-41 0,13 4-49 15,-13-4-47-15,16-5-56 0,-9 2-411 0,3-1-953 16,-1-3 422-16</inkml:trace>
  <inkml:trace contextRef="#ctx0" brushRef="#br0" timeOffset="17582.05">17021 3124 110 0,'5'-2'320'0,"-5"2"5"0,8-4 1 15,-8 4 6-15,11-2-22 0,-11 2 8 0,8-2-19 0,-8 2-13 16,8-1-9-16,-8 1-23 0,7-5-21 0,-7 5-17 16,8-2-21-16,-8 2-21 0,9-2-19 0,-9 2-17 15,10-1-13-15,-10 1-16 0,10 2-8 16,-5 1-16-16,2 2-6 0,-2-2-6 0,0 1-6 15,1-1-10-15,-2 3-4 0,1 1-14 0,-1-1-1 16,-1-1-2-16,-1 1-8 0,2 1-3 0,-3 1-2 0,-1-8 0 16,0 11-2-16,-2-3 0 0,2-8-1 0,-5 13 0 15,-4-6-2-15,4-2 2 0,-6 1-3 16,0-1-1-16,-1 1-6 0,-2-2 1 0,1 1 2 16,1-5-2-16,0 3 0 0,2-3 2 0,-1 1 2 15,3-1 5-15,8 0-1 0,-13-1 11 0,6-2-4 0,7 3 6 16,-7-8 1-16,7 8 0 0,0-12-7 0,4 3-4 15,1 1-8-15,1-3 0 0,5-2-1 16,-1 1-5-16,2-2 3 0,0 3-3 0,2 0-1 16,-2 4 1-16,3 1-7 0,-4 1 1 0,6 1-2 15,1 1 1-15,1-1-1 0,-6 4-3 0,0 0-1 0,5 3 2 16,-8 1 1-16,4-1-2 0,-4 2-1 0,2 0 1 16,-1 0-3-16,-2 3-2 0,0-2 0 0,-1-1 3 15,-3 4 0-15,0 0 3 0,-1 0-3 16,0-1-1-16,-3 2-3 0,-1-4 0 0,1 1-12 15,-1-7-7-15,-1 13-2 0,1-5-4 0,0-8-15 16,-1 11 9-16,1-11 3 0,0 8-5 0,0-8 15 0,0 0 16 16,0 0 19-16,0 0 0 0,0 0-3 0,7 1 2 15,-7-1-3-15,0 0-1 0,21-15 1 16,-7 4 0-16,-5 3 1 0,1 1 10 0,4-2 0 16,-4 1-5-16,7-1 5 0,-7 2 0 0,0-1-4 15,2 1 2-15,-2 2 2 0,0-1 5 0,-1 4-9 0,-3-1-1 16,0 0-5-16,0 0 3 0,-6 3-5 0,9-1-2 15,-9 1-2-15,0 0 2 0,13 7 0 16,-9-2-3-16,1 1-1 0,-1 1 0 0,-2-1 2 16,2 3-4-16,0 1 5 0,-2-4 0 0,2 3 0 15,0 0 2-15,-1 1 1 0,-2-1-3 0,3-1 3 16,-2-1-11-16,1-1-20 0,-2 0-17 0,4-1-29 0,-1 2-32 16,-4-7-21-16,5 6-32 0,-1-1-41 15,2-5-47-15,-6 0-60 0,14 1-52 0,-14-1-298 16,12-4-712-16,-12 4 315 0</inkml:trace>
  <inkml:trace contextRef="#ctx0" brushRef="#br0" timeOffset="18066.3">17687 3181 89 0,'0'0'360'15,"0"0"9"-15,0 0-5 0,0 0-10 0,0 0-12 16,0 0-13-16,0 0-16 0,0 0-20 0,0 0-20 15,0 0-23-15,0 0-27 0,0 0-20 0,0 0-25 16,0 0-13-16,0 0-24 0,0 0-13 0,0 0-11 16,0 0-11-16,0 0-18 0,0 0-7 0,0 0-16 15,0 0 3-15,0 0-6 0,0 0-8 0,11 7-1 16,-4-5-5-16,5-2-3 0,0 3-3 0,1-2-1 16,-2 0-9-16,-1-2 2 0,6 0-3 0,2-2 2 15,-1 0-4-15,1-3 26 0,-1 0 7 0,-4 1-4 16,1 2-2-16,-4-5-6 0,-1 3 10 0,1 0 5 15,-3-1-2-15,-2 3 0 0,0-2 3 0,-5 5-3 16,5-10-12-16,-4 6-18 0,-1 4 3 0,0 0-5 16,-2-15-6-16,-3 11-5 0,5 4-2 0,-12-8-6 15,4 3-5-15,-2 5 7 0,1-2-4 0,-2 0-5 16,-2 2-2-16,0 2-9 0,-1 2 4 0,0 2 1 16,-2 2-4-16,6 0-2 0,-1-1-6 0,1 2-5 15,2 1-3-15,0 0 0 0,1-1-1 0,2 1 3 16,0-1 5-16,2 1-2 0,3-1 7 0,1 1 2 15,2-1 1-15,1 1 3 0,6-3 2 0,0 2 1 16,0-3 0-16,8 3-2 0,-6-2 3 0,7-2 3 16,1 1-2-16,1-6 0 0,6 1 3 0,-6 2-5 15,1-2-13-15,-3-2-33 0,3-2-31 0,-3 0-46 16,-1-1-41-16,0 0-69 0,-7 1-68 0,3-2-89 16,-5-1-411-16,2-2-867 0,-4-2 383 0</inkml:trace>
  <inkml:trace contextRef="#ctx0" brushRef="#br0" timeOffset="19159.82">18713 3188 34 0,'0'0'365'0,"0"0"-26"0,0 0-20 15,2-12-16-15,-2 12-26 0,4-7-20 0,-4 7-17 16,6-9-21-16,0 6 1 0,-1-2-27 0,-1 0-20 15,3 0-11-15,1 2-25 0,2 0-12 0,1 2-12 16,-1-1-16-16,0 0-10 0,2 0-8 0,-2 2-7 16,1 2-10-16,-2-2-3 0,1 1-13 0,2 1-2 15,-6 2-6-15,2-2-5 0,-3 1-4 0,5 4-7 16,-3-3-1-16,-3 2-8 0,1 1-5 0,-3-3 1 16,1 3 2-16,-3 1-1 0,0-8-1 0,-1 15 0 15,-6-7 7-15,3 1 11 0,-1-2-16 0,-4 0 3 16,-2 0 0-16,-1 1-4 0,-3-2 3 0,-3 1-2 15,0-1-6-15,-4-4-4 0,4 1 8 0,1 0 8 16,2-3-2-16,4 0-17 0,2-2 10 0,-1 1 8 16,2-2 25-16,8 3 20 0,-13-5 31 0,11-1 19 15,-2 0 0-15,3-2-5 0,-1-1-6 0,4-2-11 16,-1-1-6-16,3 1-10 0,4-4-5 0,0 1-6 16,3 2-8-16,-2 3-7 0,2-1-5 0,1 1-5 15,-2 0-2-15,1 2-7 0,0 0-3 0,-1 2-5 16,1 1-2-16,0 1-5 0,-4 2 0 0,1-2-3 15,1 3-3-15,-9 0-6 0,16 3 4 0,-7-2-1 16,-2 2-4-16,-1 1 2 0,1 0-2 0,-2 2-2 16,1-1 1-16,-1 1-1 0,-1 2-1 0,1 1 1 15,-1 1-2-15,0-1-13 0,-2 0-14 0,2 1-23 16,-1 1-2-16,-1 0-25 0,1-1-4 0,1 1-14 16,-1-2-10-16,3 1-2 0,-1 0 6 0,2 0 14 15,1-2 4-15,-2-2 13 0,2 2 9 0,2-3 11 16,1-2-1-16,-1-2 10 0,2 1 21 0,-1-2 16 15,4-2 26-15,2-2 24 0,-1-3 25 0,0 1 25 16,1-1 12-16,-2-4 8 0,2-1 9 0,6-5 11 16,-8 4-2-16,5-5 9 0,-3-1 7 0,-1-2-6 15,-2 0-12-15,-1-2-15 0,1-2-6 0,-2 1 4 16,-2 0-13-16,-1 6 0 0,-3 0 3 0,-1 3-4 16,0 4-11-16,-2 1-10 0,-2-1-6 0,-1 3-9 15,0 1-10-15,0 7-9 0,-1-13 0 0,1 13-10 16,-1-9-2-16,1 9-13 0,0 0-3 0,0 0 0 15,1-10-9-15,-1 10-10 0,0 0 15 0,0 0-9 16,0 0 6-16,0 0 4 0,-23 11-1 0,18-1-6 16,1-2 1-16,-4 2 0 0,5 2 3 0,-4 2-5 15,3 3 4-15,-1-2 2 0,1 3-7 0,-2 0 3 16,4-1 4-16,-2 2-4 0,1-1 5 0,3 1-6 16,-1-2-6-16,1 0 7 0,0 1 1 0,1-3 5 15,2 0-2-15,1-2-5 0,0 0-13 0,0-3-3 16,-2 1-4-16,1-3-5 0,3 3-16 0,0-4-14 15,-2 1-19-15,0-4-21 0,3 1-17 0,0-2-19 16,-2-1-27-16,1 2-19 0,-6-4-25 0,13-3-43 16,-13 3-22-16,14-5-34 0,-7 1-39 0,0-3-60 15,-1-2-32-15,-2 1-283 0,-4-3-769 0,2-1 340 16</inkml:trace>
  <inkml:trace contextRef="#ctx0" brushRef="#br0" timeOffset="19331.66">19236 3095 128 0,'0'0'415'0,"-4"-6"34"16,4 6 15-16,0 0 14 0,0 0-8 0,0 0-17 16,-7-3-24-16,7 3-33 0,0 0-32 0,0 0-38 15,0 0-36-15,0 0-30 0,0 0-29 0,13-9-31 16,-13 9-37-16,17-4-42 0,-6 3-53 0,8-1-62 16,-2 1-55-16,11 1-67 0,-1-1-79 0,1 1-77 15,7 0-95-15,2 0-93 0,0-2-249 0,4-1-768 16,9-2 340-16</inkml:trace>
  <inkml:trace contextRef="#ctx0" brushRef="#br0" timeOffset="19675.41">20101 2958 397 0,'0'0'487'0,"1"-12"28"15,-1 12 0-15,-1-11-21 0,1 11-25 16,1-9-27-16,-1 9-20 0,-1-10-22 0,1 10-22 16,0 0-32-16,0 0-32 0,0-9-32 0,0 9-35 0,0 0-31 15,0 0-19-15,0 0-24 0,0 0-25 0,0 0-9 16,0 0-11-16,0 0-20 0,0 0-5 0,-3 35-17 16,3-21-4-16,0 1-2 0,0 2-12 0,-1 1-5 15,1 2-8-15,0-2-13 0,0 2 0 16,1-1 5-16,-2 1-7 0,0 4-6 0,-3-8-2 0,3 1-1 15,-2-1-5-15,-1 0 2 0,0-4-30 0,4-1-26 16,-3 0-19-16,0-1-27 0,-1-2-31 0,2-1-40 16,0 0-32-16,2-7-43 0,-2 9-15 15,2-9-22-15,0 0-5 0,-2 7-18 0,2-7-55 16,0 0-52-16,0 0-47 0,0 0-348 0,0 0-846 16,0 0 374-16</inkml:trace>
  <inkml:trace contextRef="#ctx0" brushRef="#br0" timeOffset="20534.59">19978 3092 289 0,'0'0'349'0,"0"0"12"15,0 0 3-15,0 0-5 0,0 0-12 0,0 0-10 16,0 0-15-16,0 0-16 0,0 0-9 0,0 0-16 0,0 0-19 16,0 0-20-16,0 0-22 0,0 0-24 15,0 0-22-15,0 0-18 0,0 0-15 0,12-11-15 16,-1 10-14-16,1 0-24 0,7-3-28 0,-1 3-24 15,0 0-21-15,10-2-24 0,-2 2-25 0,1 0-19 16,-7-1-12-16,0-1-4 0,0 1-12 0,1-1-17 0,-2-4-6 16,-1 3 13-16,-5 0 15 0,-2 0 0 15,1 0 18-15,-2-2 1 0,-1 3 12 0,-3-1 5 16,1 0 18-16,-5 0-3 0,-2 4 4 0,5-8 2 16,-5 8 6-16,2-9 7 0,-2 9 18 0,0-8 24 15,0 8 13-15,0 0 9 0,-4-13 17 0,4 13 0 16,0 0 11-16,-5-6 7 0,5 6-10 0,0 0-6 0,0 0-10 15,0 0-7-15,0 0-12 0,0 0-2 16,0 0-2-16,0 0 2 0,0 0 13 0,0 0 12 16,0 0 5-16,-13 19 1 0,12-8-6 0,-2 0-4 15,-1-2-4-15,2 3-1 0,-1 0-10 0,1 4-4 16,-1-2-4-16,-3 1-2 0,4-2-6 0,0 3 0 16,-2-1-1-16,3-2-4 0,-1-1-6 0,2-1-9 15,0 1-5-15,-1-3-7 0,2 1-10 0,2-1-8 16,-3-3-4-16,0-6-6 0,1 11 4 0,1-5 4 15,-2-6 5-15,0 0 2 0,5 9 6 0,-5-9 0 16,10 0-3-16,-10 0 2 0,0 0 3 0,17-9-1 16,-9 5 2-16,-1 0 2 0,-1-2 4 0,-1 1-4 15,2 0 10-15,0 2 10 0,-2-2 3 0,1 0 6 16,-6 5-5-16,6-7-4 0,-6 7 1 0,5-7 0 16,-5 7-4-16,8-4-10 0,-8 4 2 0,0 0-1 15,6-2-4-15,-6 2-3 0,0 0-4 0,0 0-4 16,0 0 4-16,0 0 1 0,0 0-1 0,0 0 0 15,7 11-5-15,-7-11-1 0,1 8 3 0,3-2-2 16,0 0-7-16,-1-1 3 0,4 3-2 0,-4-2-1 16,7 0 2-16,-3 1-1 0,5-2 3 0,-2 2 5 15,2-2-2-15,1 0-1 0,4-1 3 0,2 0 2 16,0-4 2-16,-2 0-3 0,-3-2 3 0,4 0 4 16,0-5-3-16,-1 0 2 0,2 0-3 0,-2-4 14 15,1 1 5-15,0-1 6 0,-2 1-6 0,-1-3 2 16,-3 2 3-16,-3 3 0 0,-2-3 0 0,-2 3 0 15,0-3-6-15,-1 4-1 0,-1-4-9 0,-3 4 4 16,0 7-4-16,-2-14-7 0,2 14-13 0,-5-11 3 16,3 7 1-16,2 4-4 0,-11-7-1 0,11 7-6 15,-13 0-10-15,6 0 3 0,-3 3 1 0,-3 2 0 16,2 1-1-16,-3 4 1 0,1 2-3 0,2 1 1 16,-1-1-2-16,5-2 1 0,1 1 2 0,-2-1 7 15,6 1 3-15,-1 1 3 0,5-1 2 0,0 0 1 16,3 0 2-16,1 1 4 0,6-1-1 0,2 0 1 15,0 0 1-15,4-1 2 0,6 0-1 0,-4-2 2 16,6 0-7-16,2-2 9 0,-1-1-1 0,0-2-16 16,-6-2-21-16,-2 1-35 0,-3-2-48 0,4-2-65 15,-5 1-79-15,-4 1-97 0,5-6-110 0,-4 4-284 16,-3-4-815-16,2-1 361 0</inkml:trace>
  <inkml:trace contextRef="#ctx0" brushRef="#br0" timeOffset="21628.08">21475 3274 295 0,'0'0'399'15,"0"0"-8"-15,0 0-12 0,0 0-19 0,0 0-18 16,0 0-15-16,0 0-11 0,0 0-20 0,0 0-11 16,0 0-15-16,-14-17-17 0,14 17-13 0,0 0-18 15,0 0-17-15,0 0-17 0,0 0-12 0,0 0-13 16,0 0-11-16,0 0-13 0,0 0-4 0,15-6-14 15,-15 6-4-15,8-4-12 0,-2 0-7 0,1 0-8 16,5 3-16-16,-2-6 0 0,3 1-5 0,0 1-6 16,2-2-6-16,-2 1-8 0,-1 0-2 0,3-3 0 15,-5 2 1-15,-1-1 1 0,1 1-6 0,-2-1 1 16,0 0-6-16,-1-2-4 0,2 5-4 0,-4-1-4 16,-1-3 2-16,0 5-4 0,-1-3-2 0,-3 7-4 15,2-13-8-15,-2 8 1 0,0 5-3 0,-4-13-5 16,4 13-3-16,-5-8-2 0,0 4-5 0,0 0 2 15,5 4-4-15,-15-3 0 0,3 6-4 0,2 0-5 16,-4 2-7-16,4 1 1 0,-7 2 0 0,5-1-6 16,-1 3-1-16,2-1-3 0,0 4-7 0,-1-4-3 15,5 1 3-15,0 0-6 0,1 1-6 0,0-2 2 16,-1 2 0-16,3-2-3 0,0 2 5 0,4-1 3 16,0-1 2-16,2 3 10 0,-1-1 6 0,4-3 0 15,3 2 3-15,1-1 5 0,5 1 1 0,1 0 5 16,2-2-1-16,2-2 5 0,1 1 3 0,-2-3 7 15,4-1 6-15,-2-2 11 0,1 1 19 0,0-4 12 16,-1-1 8-16,1 0 10 0,0-2 12 0,-3-2 15 16,2 0 3-16,-2-2-1 0,-3 1 12 0,1 0 8 15,-5 2-3-15,1-3-8 0,-1 0-4 0,-4 0 0 16,7-1-7-16,-7 2 0 0,-2-1-16 0,1 2-12 16,-4 0 8-16,1 2-7 0,-1-1-7 0,-2 6-2 15,4-9-14-15,0 4-6 0,-4 5-1 0,4-5-14 16,-4 5 6-16,0 0-10 0,0 0-2 0,4-7-30 15,-4 7-13-15,0 0 5 0,0 0 0 0,0 0 1 16,0 0 7-16,0 0-4 0,0 0-9 0,0 0-1 16,0 0-11-16,-8 26 1 0,8-19-1 0,0-7-6 15,1 14-4-15,-2-8-6 0,2 1-1 0,2 1-9 16,-2 2 0-16,0-3-5 0,2-3 7 0,-3-4-1 16,5 11 0-16,-4-7 7 0,-1-4 3 0,7 7 6 15,-2-3 6-15,2-2 6 0,-7-2 4 0,13 4 5 16,-5-8 4-16,5 4 3 0,-4-3 4 0,1-1 7 15,1 1 6-15,0-2-1 0,-1 0 9 0,-3 0 14 16,4 0 14-16,-1-1-3 0,0 3 6 0,-4 0 0 16,1 0 12-16,-2-1-2 0,-5 4-4 0,8-6 0 15,-8 6-4-15,10-2-9 0,-10 2 1 0,6-4-11 16,-6 4 0-16,0 0-10 0,8-1 7 0,-8 1-4 16,0 0-4-16,0 0 1 0,11 9-4 0,-11-9-18 15,7 6-14-15,-3-2-20 0,0 1-26 0,-1 1-26 16,3-2-36-16,0 1-30 0,-2 1-35 0,2-2-34 15,0 3-35-15,2 1-37 0,0-6-25 0,-2 2-22 16,1-1-26-16,0-2-21 0,2 0-311 0,-9-1-770 16,12 0 341-16</inkml:trace>
  <inkml:trace contextRef="#ctx0" brushRef="#br0" timeOffset="22252.93">22339 3201 174 0,'0'0'238'0,"5"-6"17"0,-5 6 10 16,4-5-4-16,-4 5-11 0,0 0-10 15,5-4-13-15,-5 4-10 0,0 0-13 0,5-4-13 0,-5 4-18 16,0 0-7-16,14 1-8 0,-14-1-7 0,8 4-3 16,-8-4-10-16,10 3-4 0,-5 1-17 0,-5-4 0 15,9 6-14-15,-4-2-7 0,-3-1-3 0,-2-3-9 16,7 7-2-16,-4-2-8 0,-3-5-4 16,1 10-5-16,1-6-4 0,-2-4-6 0,-2 11-3 15,2-11-2-15,-4 13-5 0,-3-6-1 0,1 1-1 0,-3-2-4 16,-4 1-3-16,-1 0-3 0,-5 0-7 0,8-3 7 15,-3 0-8-15,2-1 2 0,0-2 0 0,0 2 0 16,5-3 2-16,-2 0-6 0,9 0-1 16,-14-1 3-16,9-2-10 0,5 3-1 0,-9-8-8 15,7 3-12-15,-1-3-14 0,3 8-5 0,0-14-14 0,3 5-22 16,1-2-13-16,-1 0-30 0,4 0-13 0,-2 0-29 16,4 0-19-16,0-2-12 0,-3 5-13 0,-1-1-15 15,4-1-5-15,-2 1 12 0,-2-1 8 0,0 5 8 16,0-1 7-16,0 0 23 0,1 2 10 15,-2 0 17-15,0-2 19 0,-4 6 12 0,7-8 18 16,-5 1 26-16,2 3 21 0,0-1 32 0,-2-1 36 16,-2 6 21-16,7-12 6 0,-5 2-2 0,-1 4 20 0,1-3 23 15,-1 2 28-15,0-2 5 0,-1 9-2 0,0-13 1 16,-1 6 24-16,1 7 6 0,-3-17 27 16,2 8 10-16,0-1 7 0,-2 3 3 0,1-1 0 15,-3-1 18-15,4 1 5 0,1 8 4 0,-4-12-2 16,1 6-8-16,3 6-2 0,-4-8-6 0,4 8-14 0,0 0-11 15,-4-9-40-15,4 9-6 0,0 0-19 0,0 0-21 16,0 0-5-16,-2-5-19 0,2 5-12 16,0 0-19-16,0 0 5 0,0 0-6 0,-1 25-4 15,2-15 1-15,0 5-6 0,2 1-3 0,-2 3-5 16,0 0-5-16,1 7-1 0,3-6 1 0,-1-1-8 16,2 6-8-16,-4-1 2 0,1-5 3 0,-1-2 1 0,1 0-40 15,-2-8-26-15,1 7-17 0,0-4-34 16,0-2-25-16,-1 0-37 0,0 1-40 0,2-4-41 15,-2 1-36-15,2-3-55 0,1 1-61 0,-4-6-58 16,11 4-95-16,-5-2-334 0,5-2-944 0,-11 0 417 16</inkml:trace>
  <inkml:trace contextRef="#ctx0" brushRef="#br0" timeOffset="22858.0099">23059 3245 148 0,'0'0'379'0,"0"0"3"0,-14-15-2 15,14 15 11-15,0 0-3 0,0 0-8 0,-1-12-16 16,1 12-15-16,0 0-22 0,5-9-18 0,-5 9-18 16,3-7-33-16,-3 7-31 0,5-7-17 0,-5 7-20 15,5-6-22-15,-5 6-18 0,11-3-18 0,-5 2-17 16,-6 1-6-16,15 0-18 0,-6 0-15 0,0 2-4 16,0 3-5-16,1-2-8 0,0 2-11 0,-2 2-3 15,0 0-8-15,-1 2 0 0,-2-2-7 0,0 1-11 16,-2 1 3-16,-2 0-13 0,2-1-11 0,-6 2-1 15,2 1-8-15,-4-4 4 0,1 1-1 0,-4 0 3 16,-1-1-1-16,0 0-3 0,-1-4-3 0,-4 1-2 16,3 0 6-16,-5-2-5 0,5-1 2 0,-2-1 7 15,2-3-7-15,0 1 7 16,1 0 2-16,0-3 2 0,5 0 6 0,-4-3 0 0,3 3 2 16,2-1 2-16,1-5-9 0,3 1-7 0,1-2-19 15,3 0-24-15,4-2-42 0,1-1-34 0,2 1-45 16,10-4-65-16,-6 6-58 0,6 2-61 0,3-3-61 15,1 7-319-15,-5 3-793 0,6-4 352 16</inkml:trace>
  <inkml:trace contextRef="#ctx0" brushRef="#br0" timeOffset="23248.55">23415 3018 14 0,'-2'-11'367'0,"1"3"26"0,0-5 16 15,1 2-16-15,-3 1 18 0,3 1 15 0,-3-1-9 16,1 2 5-16,2 8-11 0,0-13-20 0,0 13-14 16,2-10-6-16,-2 10-18 0,0-7-32 0,0 7-27 0,0 0-38 15,0 0-26-15,0-9-28 0,0 9-20 16,0 0-16-16,0 0-41 0,0 0-5 0,0 0-3 16,0 0-19-16,4 24-7 0,-2-12-9 0,-2 4-7 15,0 3 0-15,0 7-8 0,-2 3-1 0,2-4 1 16,-1 5-9-16,-1 0-5 0,1 1-5 0,-1 1-8 15,0 1-1-15,-3-1-2 0,2 2-5 0,2-2 6 16,-2 0-7-16,-1 0-17 0,3 1-2 0,0-2-12 16,-3-2 0-16,-1 2 0 0,2-4 0 0,-1 0 0 15,2-4 0-15,1-4 0 0,-2-1 0 0,2-3 0 16,-2-1 0-16,3-4 0 0,-1 1 0 0,1-11 0 16,0 14 0-16,0-14 0 0,-1 11-12 0,1-11-69 15,0 6-12-15,0-6-20 0,-3 9-19 0,3-9-6 16,0 0-19-16,0 0-50 0,0 0-54 0,0 0-63 15,0 0-22-15,0 0-35 0,5-29-38 0,-1 16-46 16,-1-2-25-16,-1-3-272 0,1 0-826 0,2 1 365 16</inkml:trace>
  <inkml:trace contextRef="#ctx0" brushRef="#br0" timeOffset="23436.0099">23361 3365 368 0,'-3'-4'409'16,"3"4"27"-16,0 0 23 0,0 0 19 0,0 0 0 15,0 0-11-15,0 0-14 0,0 0-25 0,0 0-15 16,4-12-39-16,-4 12-27 0,9-5-56 0,0 4-21 16,0-2-35-16,3 3-15 0,2-2-26 0,-2 0-27 15,8-1-40-15,-1 1-43 0,0 0-56 0,1 0-59 16,-2 0-76-16,1 1-87 0,-2-2-102 0,-3 3-107 16,0-3-128-16,0-2-330 0,0-1-933 0,3-2 413 15</inkml:trace>
  <inkml:trace contextRef="#ctx0" brushRef="#br0" timeOffset="24014">24217 2899 393 0,'0'-10'405'0,"-1"0"-1"0,1 10-18 0,-1-14-5 16,-1 7-20-16,0 1-7 0,2 6-2 0,-5-10-10 16,5 10-20-16,-3-7-35 0,3 7-33 0,0 0-24 15,0 0-27-15,0 0-29 0,0 0-13 0,0 0-12 16,0 0 0-16,0 0 6 0,0 0-18 0,-10 17 0 15,10-17-3-15,-5 27 4 0,5-10 9 0,-3 7 0 16,1 2-5-16,-1-1-12 0,2 5-8 0,1 0-13 16,-3-1-7-16,1 5-4 0,-1-4 6 0,1 0 3 15,1 2-16-15,-3-1-16 0,1 2 6 0,0 0-10 16,0-1-2-16,1-1-19 0,1-1-2 0,-3 0 4 16,3-1-8-16,-1 0-2 0,4-3 2 0,-1-6-4 15,0-1-17-15,2-2-7 0,-2-1-10 0,2-4-9 16,-2 0-19-16,-1-4-17 0,0-8-22 0,3 13-15 15,-3-13-18-15,-2 11-14 0,2-11-20 0,0 0-6 16,0 0-20-16,0 0-40 0,0 0-67 0,-6 4-66 16,6-4-56-16,0 0-59 0,-9-25-66 0,5 13-331 15,1-6-910-15,0-2 403 0</inkml:trace>
  <inkml:trace contextRef="#ctx0" brushRef="#br0" timeOffset="24232.69">24095 3303 248 0,'-2'-10'350'0,"2"10"23"0,0 0 12 0,0 0 1 16,0 0-4-16,0-15-22 0,0 15-17 0,0-6-26 16,0 6-21-16,0 0-20 0,3-8-31 0,-3 8-19 15,5-7-24-15,-1 3-21 0,-4 4-19 0,12-4-13 16,-6 0-20-16,4 1-14 0,0 0-11 0,3 2-35 16,0-3-24-16,1 2-36 0,2 1-32 0,2-2-28 15,2 3-41-15,-3-3-52 0,1 3-49 0,-1-2-39 16,-2-1-38-16,2 2-38 0,-5-3-29 0,0 2-25 15,0 0-195-15,-2-2-604 0,0 2 268 0</inkml:trace>
  <inkml:trace contextRef="#ctx0" brushRef="#br0" timeOffset="24451.39">24415 3168 81 0,'0'0'206'16,"0"-8"27"-16,0 8 26 0,0 0 25 0,0 0 24 16,0 0 10-16,0 0 18 0,-9-14 0 0,9 14 3 0,0 0 4 15,0 0 1-15,0 0-9 0,0 0-17 0,0 0-14 16,0 0-25-16,0 0-27 0,0 0-28 15,0 0-27-15,0 0-22 0,0 0-20 0,0 0-20 16,0 0-8-16,0 0-18 0,0 0-6 0,0 0-6 16,-9 24-15-16,8-12-9 0,1-12-8 0,-1 20-2 15,1-8-8-15,-4 0-2 0,3 0-14 0,0-1-16 16,1 0-17-16,-1 0-22 0,1-11-28 0,-2 17-38 16,2-17-43-16,0 11-50 0,0-7-53 0,0-4-39 15,0 0-30-15,0 0-45 0,4 7-107 0,-4-7-324 16,0 0-835-16,0 0 370 0</inkml:trace>
  <inkml:trace contextRef="#ctx0" brushRef="#br0" timeOffset="24638.85">24584 2968 90 0,'0'0'388'0,"0"0"-5"15,0 0-3-15,0 0-25 0,0 0-39 0,0 0-32 16,0 0-30-16,0 0-24 0,0 0-31 0,0 0-21 15,3-10-29-15,-3 10-39 0,0 0-52 0,0 0-45 16,0 0-41-16,0 0-42 0,0 0-44 0,0 0-58 16,0 0-86-16,0 0-200 0,0 0-496 0,22 21 220 15</inkml:trace>
  <inkml:trace contextRef="#ctx0" brushRef="#br0" timeOffset="24935.6499">24790 2946 315 0,'0'0'433'0,"0"0"6"16,-7-15 6-16,7 15 6 0,-2-5 8 15,2 5 1-15,0 0-9 0,0 0-13 0,0 0-27 16,0 0-49-16,0 0-18 0,0 0-36 0,0 0-35 16,0 0-34-16,0 0-22 0,0 0-29 0,0 0-21 0,0 0-20 15,0 0-10-15,0 0-3 0,-13 20-16 0,13-20-12 16,-9 29-17-16,4-12-8 0,-1 6 0 15,2-6-11-15,0 2-9 0,-1-1-1 0,-1 8-7 16,2-7-8-16,-1 0-1 0,1-1-34 0,2 1-10 16,0-2-20-16,-2 1-22 0,1-3-26 0,2-3-27 15,0 0-21-15,-1-1-28 0,2-11-35 0,0 17-33 16,0-17-38-16,3 11-51 0,1-6-49 0,-4-5-51 16,10 5-74-16,-5-5-356 0,-5 0-899 0,0 0 397 15</inkml:trace>
  <inkml:trace contextRef="#ctx0" brushRef="#br0" timeOffset="25248.08">24965 3011 4 0,'0'0'432'0,"0"0"19"0,2-14 9 0,-2 14-13 16,0 0-23-16,0 0-20 0,0 0-30 0,0 0-28 15,0-5-28-15,0 5-28 0,0 0-30 0,0 0-29 16,0 0-22-16,0 0-16 0,0 0-10 0,0 0-12 15,0 0-5-15,0 0-7 0,-6 33-11 0,4-22-12 16,0 0-12-16,1 0-7 0,0-1-15 0,-1 1-15 16,2 1 0-16,-2 1-13 0,2-1-4 0,-3 5-9 15,3-1-7-15,-3 0-3 0,3-4-2 16,0 4-5-16,0-3-3 0,0-1-6 0,0 3-4 0,-2-4-24 16,4 0-14-16,1-2-22 0,-3 1-26 0,0-3-35 15,0-7-31-15,0 0-35 0,0 16-26 0,1-13-27 16,-1-3-21-16,0 0-4 0,2 10-14 0,-2-10-36 15,0 0-40-15,0 0-48 0,0 0-36 0,0 0-241 16,0 0-703-16,0 0 312 0</inkml:trace>
  <inkml:trace contextRef="#ctx0" brushRef="#br0" timeOffset="25419.91">24914 3188 314 0,'0'0'374'0,"-9"-6"24"0,9 6 21 0,0 0 12 16,-5-6-2-16,5 6-13 0,0 0-21 0,0 0-16 15,0 0-26-15,0 0-37 0,0 0-29 0,0 0-30 16,-4-11-27-16,4 11-38 0,0 0-40 0,0 0-40 16,0 0-41-16,0 0-49 0,25-3-48 0,-25 3-54 15,18 0-54-15,-6-1-52 0,1 1-50 0,1 1-45 0,-3 1-34 16,1-1-43-16,2 1-32 0,-3 0-201 16,3-1-639-16,-3 0 284 0</inkml:trace>
  <inkml:trace contextRef="#ctx0" brushRef="#br0" timeOffset="25791.92">25114 3167 202 0,'0'0'287'16,"0"0"9"-16,0 0 12 0,0 0 13 0,0 0-3 15,-3-20-9-15,3 20-3 0,0 0-8 0,0 0-19 16,0 0-9-16,3-8-25 0,-3 8-27 0,0 0-22 16,0 0-26-16,0 0-15 0,0 0-20 0,15 1-17 15,-15-1-7-15,0 0-13 0,14 11-12 0,-14-11-7 16,9 8-10-16,-4 1-10 0,-3-2-8 0,3 1-2 15,-5-8-10-15,5 13 5 0,-2-5-11 0,-3-8-5 16,2 14-2-16,-2-14 2 0,0 15-5 0,0-15-2 16,0 11-13-16,0-11-15 0,0 9-20 0,0-9 4 15,0 0-5-15,0 0-12 0,0 13 1 0,0-13 7 16,0 0 0-16,0 0 10 0,0 0 4 0,0 0-4 16,0 0 4-16,0 0 3 0,0 0-3 0,0 0-1 15,0 0-6-15,0 0-14 0,12-27 30 16,-3 19-7-16,-4 0 5 0,5-6-5 0,-1 5 0 15,3-4 0-15,-1 1-3 0,-3 5 14 0,2 0-6 16,-6 3-4-16,-4 4-23 0,14-10-25 0,-5 9-19 16,-9 1-17-16,17-2-23 0,-7 4-25 0,-10-2-32 15,22 5-24-15,-16-2-29 0,-6-3-26 0,14 6-27 16,-9-1-219-16,-5-5-544 0,8 7 242 0</inkml:trace>
  <inkml:trace contextRef="#ctx0" brushRef="#br0" timeOffset="26555.3">25383 3192 129 0,'0'0'253'0,"0"0"-3"0,0 0-14 15,16-17-6-15,-16 17-9 0,10-5 2 0,-10 5-5 16,11-3-10-16,-11 3-13 0,10-2-10 0,-10 2 4 16,0 0-19-16,13-3-7 0,-13 3-13 0,0 0-19 15,0 0-14-15,0 0-17 0,0 0-8 16,14 3-7-16,-14-3-14 0,0 0-5 0,5 7-9 15,-5-7-12-15,0 0 9 0,6 10-10 0,-6-10-26 16,0 0 0-16,0 13 15 0,0-13 3 0,0 0-12 0,-4 14 14 16,4-14-5-16,-4 10-4 0,4-10-7 0,-7 7 12 15,7-7-11-15,-10 7-4 0,10-7-8 0,-17 5 2 16,10-4-16-16,7-1 1 0,-16 3-8 16,16-3 1-16,0 0 6 0,-17-3-6 0,17 3 1 15,0 0-6-15,-12-5 3 0,12 5 1 0,-5-8-1 16,5 8 14-16,0 0-27 0,3-15 18 0,-3 15 5 15,8-11-7-15,0 4 2 0,1 0 3 0,-1-1-1 16,2 3-1-16,-1 1 4 0,-2-3-8 0,5 4 10 16,-2 1 1-16,-10 2 4 0,15-4-3 0,-15 4-17 15,12-1 15-15,-12 1 3 0,13 2-3 0,-13-2-3 16,12 5 4-16,-12-5 5 0,9 8-3 0,-5-5-4 16,-4-3 5-16,9 12-6 0,-7-4 5 0,3 0-1 15,-3 1-5-15,1-1 3 0,-1 2-17 0,-2-10 19 16,4 13 1-16,-4-6-2 0,0-7-2 0,4 13-3 15,-1-4-2-15,-1-2-6 0,2-2-8 0,-1 1-23 16,4-2 3-16,-3 0-12 0,7 0-9 0,-2-1 2 16,5-1 5-16,-1-2-1 0,1-2-2 0,-1 1-1 15,5-5-11-15,2 1-1 0,0-2 15 0,-1-2 11 16,-4 0 5-16,3-3 1 0,-2 3 6 0,0-5 0 16,-5 0-4-16,3-3-6 0,-3 2-1 0,2-8-7 15,-3 5 5-15,1-6 3 0,-1 1 5 0,-2-3 7 16,-4 7 18-16,-2-6 9 0,-2 8 18 0,0 3 20 15,0 2 27-15,0-1 28 0,0 2 25 0,-2 0 30 16,2 3 30-16,0 8 10 0,-2-12 9 0,2 12-16 16,-2-6-19-16,2 6-19 0,0 0-24 0,0-9-7 15,0 9-20-15,0 0-4 0,0 0-1 0,0 0 6 16,0 0 2-16,0 0 3 0,-3 31-5 0,3-13 10 16,0 0-1-16,3 1 0 0,-3 1-4 0,2 5-9 15,0 0-8-15,-2-6-4 0,2-1-8 16,0 1-8-16,0 0-3 0,-2 1-13 0,3 0 3 0,-1-1-3 15,-2-2-7-15,0 1 0 0,0-1-5 0,2-3 0 16,0-3-5-16,-2 0-11 0,0 0-14 0,0-1-15 16,2-2-28-16,-2-1-29 0,1 0-41 0,-1-7-50 15,7 8-3-15,-7-8-15 0,2 4-33 16,-2-4-33-16,6 5-36 0,-6-5-30 0,0 0-33 16,0 0-46-16,14-11-251 0,-14 11-694 0,7-13 308 0</inkml:trace>
  <inkml:trace contextRef="#ctx0" brushRef="#br0" timeOffset="26945.84">25880 3212 193 0,'-7'-7'277'16,"7"7"26"-16,-7-4 6 0,7 4 29 0,0 0-4 16,0 0-2-16,-8-6 0 0,8 6-11 0,0 0-8 15,-3-3-11-15,3 3-13 0,0 0-13 0,0 0-17 16,0 0-14-16,0 0-25 0,0 0-17 0,0 0-26 16,0 0-22-16,0 0-20 0,21-6-9 0,-12 3-12 15,3 3-16-15,5-1-12 0,3-2-3 0,0 3-10 16,0 0-5-16,3-2-5 0,-5 3-6 0,2-2-9 15,-2 1-5-15,-5-1-4 0,0 1-2 0,-1 1-5 16,-12-1-5-16,16 0 4 0,-16 0-8 0,12 0-2 16,-12 0 1-16,0 0-4 0,14-1-2 15,-14 1-11-15,0 0 11 0,0 0-8 0,0 0 2 16,0 0-3-16,11 1-4 0,-11-1-6 0,0 0 3 0,0 0-5 16,0 0-3-16,0 0 1 0,8 5 2 0,-8-5-4 15,0 0 3-15,0 0-3 0,-2 8 5 0,2-8 1 16,0 0 0-16,-2 10 2 0,2-10 2 15,0 0-4-15,-4 14-3 0,2-9 4 0,2-5-1 16,0 13 0-16,0-13 4 0,0 11-2 0,-2-4 3 16,2-7-7-16,0 11 11 0,0-11-5 0,0 11-2 15,0-11-21-15,-2 9-23 0,2-9-34 0,0 0-25 0,0 0-31 16,0 0-32-16,2 12-17 0,-2-12-43 16,5 0-69-16,-5 0-74 0,0 0-62 0,0 0-293 15,24-15-786-15,-14 6 347 0</inkml:trace>
  <inkml:trace contextRef="#ctx0" brushRef="#br0" timeOffset="27117.68">26327 3043 130 0,'0'-14'359'16,"0"14"2"-16,0 0 0 0,-3-9-14 0,3 9-30 16,0 0-33-16,0 0-28 0,0 0-28 0,0 0-31 15,-4-9-19-15,4 9-48 0,0 0-52 0,0 0-29 16,0 0-27-16,0 0-44 0,0 0-63 0,0 0-54 15,0 0-74-15,7 36-260 0,-2-28-513 0,-1-1 226 16</inkml:trace>
  <inkml:trace contextRef="#ctx0" brushRef="#br0" timeOffset="27773.77">26428 3190 86 0,'0'0'356'0,"0"0"8"0,0 0-8 0,0 0-1 15,0 0-4-15,0 0-16 0,0 0-2 0,0 0-12 16,0 0-11-16,0 0-13 0,0 0-16 0,0 0-20 16,0 0-24-16,0 0-27 0,0-22-16 15,0 22-21-15,0 0-18 0,0 0-20 0,0 0-14 16,0 0-14-16,0 0-16 0,0 0-6 0,0 0-12 0,0 0-9 16,13 13-7-16,-10-7-5 0,-1-1-9 0,-2-5-3 15,4 12-3-15,-4-7-6 0,0-5-6 16,4 14-4-16,-4-7-3 0,0 1-2 0,-2 1-10 15,0-3 4-15,-2 2-5 0,-1-2-5 0,1 1 0 16,0-2-5-16,-1-1 3 0,-6-1 2 0,0 2-4 16,4-3 0-16,7-2-2 0,-21 3 4 0,11-5-1 0,10 2 1 15,-14-2 1-15,14 2 1 0,-11-6 4 16,11 6 1-16,-9-8 0 0,9 8 3 0,-2-14-5 16,2 3-1-16,0 11-9 0,6-21 5 0,5 7 1 15,-2 4-3-15,3-4-3 0,1 2 4 0,-1 5-3 16,5-1-1-16,1 1-1 0,-2 3 0 0,2 0 0 15,-1 2 3-15,-5 1-5 0,1 2 2 0,1 0 2 16,-3 2-8-16,0 1 12 0,1 2-4 0,-5 0-3 16,1 0 0-16,2 1 2 0,-4 0 2 0,-1 1-3 15,1 1 1-15,-4-1-2 0,3 3 2 0,-5-4 0 16,0 1 3-16,0-8-1 0,0 15-5 0,-2-7 2 16,2-8-2-16,-3 11-4 0,3-11 0 0,0 10-7 15,0-10 6-15,0 7 4 0,0-7 0 0,0 0 0 16,-2 8 13-16,2-8 0 0,0 0 10 0,0 0 2 15,0 0-4-15,0 0-1 0,0 0 0 0,0 0 0 16,0 0-7-16,23-15 4 0,-16 9 6 0,-1-2 1 16,4 1-2-16,-4 1 1 0,3-1 4 0,0 3 4 15,-4-1 0-15,2 1 3 0,-1 2 0 0,-6 2-3 16,9-5 2-16,-5 3-8 0,-4 2 2 0,8-5-3 16,-8 5-3-16,0 0-8 0,0 0 0 0,11 0 4 15,-11 0 0-15,0 0-5 0,6 9 4 0,-4-3-3 16,0-1-9-16,-2-5 8 0,5 11 4 0,-2-3 1 15,-1-3-12-15,2 1-22 0,-1 1-26 0,-1 0-46 16,2-2-48-16,-2 1-31 0,0-1-41 0,3-1-54 16,2 1-55-16,0-3-82 0,2 1-305 0,-9-3-776 15,26-1 343-15</inkml:trace>
  <inkml:trace contextRef="#ctx0" brushRef="#br0" timeOffset="27945.6">26954 3308 290 0,'0'0'371'15,"0"0"7"-15,4 6 25 0,-4-6-2 0,0 0-17 16,0 0-20-16,0 0-23 0,0 0-29 0,0 0-28 16,0 0-24-16,0 0-25 0,0 0-25 0,0 0-23 15,0 0-24-15,0 0-26 0,0 0-40 0,0 0-43 16,0 0-57-16,0 0-52 0,0 0-69 16,0 0-70-16,0 0-69 0,0 0-87 0,0 0-297 0,0 0-702 15,0 0 311-15</inkml:trace>
  <inkml:trace contextRef="#ctx0" brushRef="#br0" timeOffset="37396.71">845 4050 197 0,'0'0'404'15,"0"0"-5"-15,0 0 11 0,0 0-14 0,-3-13 5 16,3 13-1-16,0 0-6 0,0-8-13 0,0 8 2 16,0 0-12-16,0 0-5 0,0 0-5 0,0-10-21 15,0 10-3-15,0 0-16 0,0 0-18 0,0 0-19 16,0 0-23-16,0 0-28 0,0 0-19 16,0 0-33-16,0 0-20 0,0 0-19 0,0 0-11 0,0 0-20 15,0 0-14-15,0 0 2 0,0 0-26 0,0 0-33 16,0 0-40-16,0 0 0 0,0 0 0 0,0 35 0 15,0-19 0-15,1 1 0 0,-2 1 0 0,1 1 0 16,-1 0 0-16,-2 5 0 0,1-4 0 16,4 1 0-16,-4 3 0 0,0-3 0 0,2-3 0 15,-3-2 0-15,1 3 0 0,-2-2 0 0,4-17 0 16,0 0 0-16,-6 46 0 0,6-46 0 0,0 0 0 0,-8 31 0 16,8-31 0-16,0 0 0 0,0 0 0 0,0 0 0 15,0 0 0-15,-4 33 0 0,4-33 0 0,0 0 0 16,0 0-72-16,0 0-36 0,0 0 7 15,0 0-3-15,0 0-8 0,0 0-8 0,0 0-15 16,0 0-29-16,0 0-58 0,-2 13-71 0,4-17-56 16,-2 4-70-16,0 0-76 0,10-24-422 0,-6 14-992 15,0-1 439-15</inkml:trace>
  <inkml:trace contextRef="#ctx0" brushRef="#br0" timeOffset="37724.75">800 4057 202 0,'0'0'376'0,"0"0"3"0,0 0-2 0,0 0 2 16,0 0-4-16,0 0 0 0,0 0-12 0,0 0-9 15,0 0-9-15,0 0-8 0,0 0-7 0,0 0-10 16,0 0-18-16,0 0-14 0,0-43-15 0,0 43-11 15,5-4-23-15,-5 4-20 0,4-5-21 0,-4 5-27 16,12-8-16-16,-3 4-14 0,3-3-22 0,7 3-5 16,3 0-15-16,6-3-13 0,3 1-3 0,-1 2-10 15,3 0-8-15,0 2-6 0,-1-3-12 0,-2 4-35 16,-2 1-29-16,-10-3-45 0,1 3-45 16,-9 0-51-16,2 1-63 0,-3-2-59 0,2 1-50 15,-7 3-39-15,-4-3-16 0,9 8-4 0,-9-8-15 0,-5 8-20 16,5-8-11-16,-15 13-221 0,-1-5-711 0,0 0 314 15</inkml:trace>
  <inkml:trace contextRef="#ctx0" brushRef="#br0" timeOffset="37974.71">872 4174 202 0,'-7'5'274'0,"7"-5"16"15,-6 4 5-15,6-4 4 0,0 0 13 0,0 0 11 16,-7 2 10-16,7-2 12 0,0 0 14 0,0 0 8 15,0 0-2-15,0 0-7 0,0 0-17 0,0 0-21 16,0 0-16-16,0 0-30 0,0 0-19 0,0 0-23 16,0 0-33-16,0 0-12 0,31-2-25 0,-19 1-17 15,2-1-13-15,3 0-13 0,5-1-16 0,-4 3-7 16,2-2-15-16,-1 3-24 0,-2-2-41 0,-3 2-38 16,-1-1-47-16,-4 1-44 0,3-1-53 0,-1 0-74 15,-1 2-57-15,-1-1-61 0,-9-1-63 0,14 2-62 16,-9 1-347-16,-5-3-898 0,10 4 397 0</inkml:trace>
  <inkml:trace contextRef="#ctx0" brushRef="#br0" timeOffset="38396.48">1121 4322 253 0,'0'0'443'0,"0"0"4"0,0 0-1 16,0 0-11-16,0 0-10 0,0 0-19 0,0 0-18 16,0 0-21-16,0 0-16 0,0 0-29 0,0 0-24 15,0 0-21-15,0 0-32 0,6-24-25 0,-6 24-17 16,6-2-25-16,-6 2-22 0,9-4-11 0,-9 4-23 16,10-2-11-16,-4 1-14 0,-6 1-10 0,12 1-11 15,-12-1-12-15,12 2-5 0,-3 0-4 0,-4 2-5 16,1-1-14-16,1 2-15 0,-1 0-12 0,0 1-14 15,-2-1-13-15,0 2-19 0,-2 0-20 0,1-1-21 16,-3 0-1-16,0-6 5 0,0 16 4 0,-3-10 3 16,1 0 0-16,-2 0 6 0,-2 3 3 0,-4-3-4 15,1 1 4-15,0-1 8 0,-3-4-3 0,-1 2 12 16,3-2 6-16,-2-1 6 0,1-1 25 0,11 0 26 16,-14-3 29-16,9 0 31 0,-1 0 14 0,0-2 13 15,-1-1 5-15,4 0-4 0,1-1-4 0,0-3-14 16,1 2-13-16,2-3-33 0,2 1-30 0,1 2-39 15,2-1-50-15,1 2-56 0,4-5-79 0,1 5-63 16,0 1-55-16,2 2-52 0,2 0-63 0,0 1-40 16,-3 2-250-16,5-2-791 0,-4 3 350 0</inkml:trace>
  <inkml:trace contextRef="#ctx0" brushRef="#br0" timeOffset="38787.01">1326 4317 321 0,'0'0'419'16,"0"0"12"-16,0 0-17 0,0 0-9 0,0 0-19 15,0 0-34-15,0 0-25 0,0 0-28 0,0 0-30 16,0 0-30-16,-4-24-24 0,4 24-23 0,0 0-21 16,11-3-22-16,-11 3-14 0,11 0-14 0,-11 0-13 0,11 3-11 15,-4 1-14-15,-1-3-7 0,-6-1-10 16,14 6-8-16,-7 1-2 0,-7-7-11 0,10 8-7 15,-4-2-17-15,-2 1-15 0,-4-7-13 0,3 10-23 16,-3-10-21-16,4 13-11 0,-4-13-2 0,2 11 4 16,-2-11-7-16,0 10 4 0,0-10 24 0,0 0-13 15,0 0 12-15,-4 15-5 0,4-15 12 0,0 0 4 16,0 0 13-16,-5 5 29 0,5-5 41 0,0 0 21 16,0 0 15-16,0 0 25 0,0 0 21 0,0 0 12 15,0 0 5-15,0 0-6 0,-2-34-13 0,2 34-11 16,6-18-15-16,-1 6-12 0,-1 1-11 0,2 1-9 15,0-1-22-15,1 1-18 0,3-2-30 0,-3 5-37 16,4-2-42-16,-1 3-55 0,8-2-56 0,-3 3-51 16,-4 3-51-16,3 1-50 0,-1 0-52 0,1 0-57 15,-14 1-286-15,18 3-792 0,-18-3 351 0</inkml:trace>
  <inkml:trace contextRef="#ctx0" brushRef="#br0" timeOffset="40146.07">2306 4115 160 0,'0'0'374'0,"0"0"-5"0,0-21 9 0,0 21 4 16,0-12-4-16,0 12 6 0,-1-13 15 0,1 13-2 16,-1-14-10-16,1 14-14 0,-3-15-4 0,3 15-12 15,-4-14-7-15,4 14-18 0,-5-11-26 0,5 11-17 16,-6-11-22-16,6 11-24 0,0 0-31 0,-5-10-26 16,5 10-17-16,0 0-18 0,0 0-19 0,-7-4-17 15,7 4-17-15,0 0-8 0,0 0-12 0,0 0-5 16,-21 20-4-16,14-8-11 0,-1 1-6 0,-3 3 13 15,3 2-25-15,-2 6 0 0,-2-2-8 0,4 4-4 16,-1-1-19-16,2 1-9 0,-1-1 0 0,2-7 0 16,-1 7 0-16,1-6 0 0,3 5 0 0,-2-5 0 15,-1 1 0-15,3 4 0 0,-2 1 0 0,2-6 0 16,1 0 0-16,0 1 0 0,0-1 0 0,-1 0 0 16,3 5 0-16,-5-6 0 0,5 0 0 0,0-1 0 15,0-3 0-15,0 2 0 0,0-16 0 0,4 24 0 16,-4-13 0-16,0-11 0 0,0 14 0 0,0-14 0 15,-4 11-115-15,4-11-55 0,-2 8-24 0,2-8-27 16,0 0-31-16,0 0-47 0,-8 11-53 0,8-11-62 16,0 0-63-16,-17-7-62 0,17 7-321 15,-17-12-932-15,10 2 413 0</inkml:trace>
  <inkml:trace contextRef="#ctx0" brushRef="#br0" timeOffset="40364.78">1930 4433 68 0,'0'0'463'0,"-2"-8"36"0,2 8 30 16,0 0 25-16,-5-9-3 0,5 9 0 0,0 0-5 16,0 0-25-16,0 0-30 0,6-16-33 0,-6 16-33 15,0 0-45-15,7-9-39 0,-7 9-34 0,6-8-35 16,-6 8-28-16,15-8-29 0,-4 4-45 0,0 1-51 0,4-1-55 16,3 1-56-16,4 0-64 0,0 0-63 15,6 1-66-15,0 0-73 0,3-2-53 0,2 4-36 16,-5 0-34-16,-6-3-38 0,-2-1-37 0,8 1-22 15,-7 2-317-15,-5-2-861 0,3-1 382 0</inkml:trace>
  <inkml:trace contextRef="#ctx0" brushRef="#br0" timeOffset="40599.08">2398 4311 43 0,'0'0'133'0,"4"-10"45"0,-4 10 29 16,0 0 37-16,0 0 30 0,0 0 31 0,0 0 37 16,-10-19 21-16,10 19 23 0,0 0 15 0,0 0 4 15,0 0 1-15,-8-11-1 0,8 11-8 0,0 0-12 16,0 0-11-16,0 0-43 0,0 0-28 0,0 0-27 15,0 0-33-15,0 0-21 0,0 0-21 0,0 0-28 16,0 0-21-16,0 0-9 0,0 0-18 0,0 0-14 16,0 0-11-16,0 0-11 0,0 0-6 0,0 0-11 15,-7 33 2-15,7-33-16 0,-4 15-1 0,4-15-37 16,1 17-32-16,-1-17-33 0,0 15-36 0,0-15-37 16,-1 15-35-16,1-15-30 0,0 0-42 0,-4 16-47 15,4-16-30-15,0 0-30 0,0 0-19 0,0 0-19 16,0 14-48-16,0-14-55 0,0 0-318 0,0 0-858 15,0 0 380-15</inkml:trace>
  <inkml:trace contextRef="#ctx0" brushRef="#br0" timeOffset="40786.55">2469 4207 228 0,'0'0'357'16,"0"0"20"-16,4-10 26 0,-4 10 17 0,0 0 7 0,0 0 9 15,0 0-1-15,1-13-9 0,-1 13-16 0,0 0-21 16,0 0-32-16,0 0-36 0,0 0-42 15,0 0-27-15,0 0-27 0,0 0-50 0,0 0-53 16,0 0-77-16,0 0-80 0,0 0-66 0,0 0-72 16,5-7-55-16,-5 7-73 0,0 0-80 0,22 7-85 15,-22-7-268-15,24 2-794 0,-6-2 352 0</inkml:trace>
  <inkml:trace contextRef="#ctx0" brushRef="#br0" timeOffset="41067.74">2791 4068 178 0,'0'0'433'0,"3"-16"13"0,-3 16 11 16,0 0 10-16,0-11 1 0,0 11-7 0,0 0-1 15,0 0-7-15,3-9-9 0,-3 9-22 0,0 0-21 16,0 0-34-16,0 0-33 0,0 0-38 0,0 0-36 16,0 0-30-16,0 0-27 0,0 0-20 0,0 0-17 15,0 0-14-15,0 0-18 0,0 0-11 0,-6 30-13 16,3-15-11-16,-2-2-13 0,1 2-2 0,-1 0-5 15,1 2-5-15,0 1-13 0,0-1-4 0,1-1-54 16,-2 3-3-16,1-3 0 0,0 1 0 0,0-1 0 16,2-4 0-16,0 2 0 0,2-14 0 0,-2 29 0 15,2-19 0-15,0 1-27 0,-2-1-115 0,2 3-47 16,0-13-45-16,3 16-47 0,1-10-52 16,-4-6-37-16,6 12-33 0,-6-12-43 0,13 8-47 15,-8-6-387-15,-5-2-951 0,0 0 421 0</inkml:trace>
  <inkml:trace contextRef="#ctx0" brushRef="#br0" timeOffset="41348.92">2938 4194 308 0,'2'-11'380'16,"-2"11"21"-16,3-12 19 0,-3 12 8 0,1-10 12 16,-1 10-6-16,0 0-9 0,0 0-16 0,2-11-17 15,-2 11-18-15,0 0-29 0,0 0-28 0,0 0-25 16,0 0-33-16,0 0-17 0,0 0-31 0,0 0-19 15,0 0-23-15,0 0-16 0,0 0-14 0,0 0-16 16,0 0-10-16,0 0-5 0,8 33-16 0,-8-33-6 16,2 20-15-16,-1-10 0 0,-1-10-10 0,2 22-4 15,0-10-1-15,-1 1-9 0,-1-13-10 0,3 21-31 16,-1-9-28-16,-1-1-33 0,2-1-48 0,-3-1-43 16,0-9-40-16,0 17-42 0,0-17-43 0,2 15-29 15,1-10-31-15,-3-5-24 0,0 0-26 0,6 13-24 16,-6-13-27-16,0 0-309 0,12 7-802 0,-12-7 354 15</inkml:trace>
  <inkml:trace contextRef="#ctx0" brushRef="#br0" timeOffset="42098.74">3097 4351 121 0,'0'0'260'0,"0"0"17"0,0 0 12 0,0 0 2 0,0 0 2 15,0 0 6-15,0 0 10 0,0 0 1 16,0 0-1-16,0 0-7 0,0 0-6 0,0 0-17 15,0 0-15-15,0 0-13 0,0 0-16 0,0 0-20 16,0 0-18-16,0 0-18 0,0 0-20 0,0 0-14 0,0 0-18 16,0 0-12-16,0 0-9 0,0 0-10 0,0 0-2 15,0 0-8-15,0 0-10 0,0 0-3 0,0 0-4 16,0 0-5-16,0 0-4 0,0 0-5 16,30 4-3-16,-30-4-4 0,30-2-2 0,-9 0-6 15,-1 1-1-15,-1-2 6 0,-3-2 3 0,-1 3 6 16,-2-2 4-16,-3 1 0 0,-10 3 6 0,21-8 6 15,-15 4 10-15,-6 4 7 0,13-9 6 0,-13 9-2 0,9-8-10 16,-9 8-15-16,0 0-4 0,4-11-13 16,-4 11 3-16,0 0-18 0,0 0-6 0,0 0-8 15,-16-15-5-15,16 15-10 0,0 0 0 0,-18-3-6 16,18 3-6-16,-23 1-6 0,23-1-1 0,-24 7-9 16,15-1-4-16,-1-1-16 0,10-5-9 0,-17 10-10 15,12-3-6-15,5-7-4 0,-10 10 3 0,10-10 6 16,-8 11 4-16,8-11 9 0,0 0 8 0,5 18 7 15,-5-18 2-15,13 12 4 0,-6-8 2 0,5 1 5 16,-1 0 4-16,3-1 4 0,0-2 0 0,2 2 3 16,3-4 2-16,-3 0-3 0,0-3 7 0,-2 3 7 15,-1-1 6-15,-13 1 5 0,24-4 0 0,-13 1 19 16,-11 3 4-16,20-5 8 0,-12 3-1 0,-8 2 2 16,11-7 0-16,-11 7 3 0,9-8 9 0,-9 8-6 15,7-9-3-15,-7 9-4 0,6-8 0 0,-6 8-6 16,0 0-10-16,0 0 0 0,8-13-3 0,-8 13 2 15,0 0-1-15,0 0 3 0,4-11 6 0,-4 11 3 16,0 0-7-16,0 0 4 0,0 0 1 0,0 0-8 16,7-8-2-16,-7 8-7 0,0 0-5 0,0 0-1 15,0 0-4-15,0 0 3 0,0 0-5 0,0 0-6 16,0 0 2-16,0 0 0 0,0 0 0 0,0 0-5 16,0 0 10-16,0 0-10 0,0 0-1 0,0 0 0 15,28 8 4-15,-28-8-9 0,0 0 1 16,0 0-1-16,9 9 5 0,-9-9-4 0,0 0-3 0,7 9 5 15,-7-9-4-15,5 10 2 0,-5-10-2 0,0 0-2 16,4 15 5-16,-4-15-1 0,0 13-1 0,0-13 6 16,0 0 2-16,0 18-4 0,0-18 3 0,0 0-1 15,0 15-4-15,0-15-7 0,0 0-16 16,0 0-15-16,3 13-10 0,-3-13-6 0,6 5-25 16,-6-5-45-16,0 0-63 0,21 3-49 0,-21-3-44 15,27-6-45-15,-9 3-36 0,-2-3-46 0,3-2-58 0,5-5-371 16,0 2-910-16,-1-5 403 0</inkml:trace>
  <inkml:trace contextRef="#ctx0" brushRef="#br0" timeOffset="42317.44">3573 4150 32 0,'-16'-8'375'16,"5"2"22"-16,1 0 37 0,3 2 16 0,7 4 8 15,-14-8 4-15,14 8 1 0,0 0-8 0,-10-8-10 16,10 8-1-16,-5-4 2 0,5 4-17 0,0 0-20 15,0 0-34-15,0 0-30 0,0 0-34 0,0 0-34 16,0 0-27-16,17-11-29 0,-1 5-22 0,1 2-20 16,3 0-19-16,2 0-19 0,-1 0-107 0,5 1-34 15,-5-2 0-15,-1 0 0 0,-2 2 0 0,0 0 0 16,-8 1-77-16,-2 1-164 0,-8 1-78 0,18-5-83 16,-18 5-100-16,11-5-113 0,-11 5-392 0,0 0-1088 15,0 0 481-15</inkml:trace>
  <inkml:trace contextRef="#ctx0" brushRef="#br0" timeOffset="42911.05">4521 4246 340 0,'-3'-6'487'0,"3"6"15"0,-1-8 6 15,1 8-2-15,-1-9-17 0,1 9-11 0,0 0-10 16,0 0-12-16,-3-8-22 0,3 8-31 0,0 0-19 16,0 0-37-16,0 0-43 0,0 0-33 0,0 0-29 15,0 0-25-15,0 0-28 0,0 0-17 0,0 0-27 16,0 0-12-16,0 0-15 0,0 0-5 0,4 23-15 16,-5-13-6-16,0 2-15 0,-1 4-8 0,1-3-2 15,0 2-2-15,-3 3-48 0,3 0-17 0,-2-1 0 16,2-2 0-16,-2 4 0 0,1-2 0 0,-1-1 0 15,1 0 0-15,-1 0 0 0,2-4 0 0,-2 0 0 16,3 0-42-16,-2-3-121 0,0 0-37 0,2-9-43 16,-5 16-44-16,5-16-40 0,4 10-19 0,-4-10-9 15,0 0-16-15,0 0-58 0,5 6-60 0,-5-6-335 16,0 0-892-16,0 0 395 0</inkml:trace>
  <inkml:trace contextRef="#ctx0" brushRef="#br0" timeOffset="43285.96">4336 4205 46 0,'0'0'426'0,"-4"-11"23"0,4 11 9 16,-1-9 1-16,1 9-11 0,-2-12-19 0,2 12-25 16,2-12-24-16,-1 6-22 0,1 0-30 0,1 0-31 15,1-4-22-15,4 0-17 0,3-2-25 0,-1-3-26 16,4 3-23-16,4-1-15 0,0 1-17 0,6 1-14 15,-6 0-14-15,1 3-17 0,6 0-12 0,-5 3-4 16,2 1-15-16,-2-1-8 0,2 3-11 0,0 2-3 16,6 0-5-16,-10 0-6 0,1 7-6 0,1-2-4 15,-2 1-8-15,0 3 1 0,-2 0-3 0,-2 1-4 16,-5-1-5-16,-2 2-6 0,1-1 2 0,-3 2-6 16,-4 2 1-16,-1 3-1 0,-4 0 1 0,-6-2 1 15,-3 7 2-15,-6-2-3 0,-6 0 1 0,-2-1 0 16,-8-2 4-16,2-3-5 0,-4 1 1 0,4-2-1 15,1 2-7-15,3-5-13 0,7-5-9 0,4 2-15 16,3-3-11-16,3 1-17 0,4-3-34 0,1 1-40 16,7-3-65-16,-9 0-51 0,9 0-79 0,0 0-79 15,0 0-82-15,0 0-334 0,0 0-900 0,28 4 400 16</inkml:trace>
  <inkml:trace contextRef="#ctx0" brushRef="#br0" timeOffset="43686.85">4613 4440 247 0,'0'0'428'0,"0"0"19"0,0 0-9 0,0 0-17 16,9-16-20-16,-9 16-22 0,0 0-25 0,4-8-32 15,0 4-34-15,-4 4-26 0,3-6-29 0,-3 6-22 0,8-3-25 16,-8 3-20-16,12-7-16 0,-6 7-18 15,4-1-13-15,-10 1-14 0,18 4-11 0,-6-3-13 16,-1 3-7-16,-2-1-8 0,1 2-6 0,-1-1-8 16,-1 2-9-16,2 1-5 0,-2-1-15 0,0 1-15 15,-3 0-15-15,0-1-18 0,-5-6-19 0,7 12-12 16,-7-12-13-16,3 11 8 0,-3-11-1 0,-1 9 11 16,1-9 4-16,0 0 0 0,-9 16 1 0,9-16 6 15,-8 8 8-15,8-8 1 0,-5 5 9 0,5-5 18 16,0 0 29-16,-9 5 24 0,9-5 23 0,0 0 21 15,0 0 19-15,-13-11 7 0,13 11 4 0,-1-13-7 16,1 3-4-16,3 1-8 0,0-2-13 0,2-1-13 0,1 1-8 16,0 0-7-16,2 1-11 0,2 1-22 15,1-2-25-15,0 2-30 0,4 1-45 0,-2 2-39 16,3 2-43-16,-3 1-49 0,5 1-44 0,-5 3-48 16,5 2-47-16,-9-1-43 0,2-1-41 0,-1 4-286 15,-10-5-768-15,13 6 340 0</inkml:trace>
  <inkml:trace contextRef="#ctx0" brushRef="#br0" timeOffset="44842.83">4947 4467 16 0,'0'0'397'0,"0"0"6"0,0 0 11 15,0 0-2-15,0 0-4 0,0 0-5 0,0 0-2 16,0 0-9-16,0 0-15 0,0 0-21 0,0 0-24 15,0 0-28-15,0 0-25 0,0 0-28 0,0 0-26 16,0 0-22-16,0 0-31 0,0 0-17 0,0 0-16 16,0 0-17-16,0 0-2 0,0 0-18 0,0 0-13 15,0 0-10-15,0 0-8 0,0 0-12 0,14-23-4 16,-14 23-3-16,0 0-9 0,11 4 0 0,-11-4-5 16,9 5-6-16,0-3-1 0,1-1-7 0,3 2 0 15,-1-3 0-15,2 0-4 0,4 0-2 0,-4-3 3 16,-3 0-4-16,3-1-3 0,-2 1 1 0,-2-2 1 15,1-1-3-15,-2 2 0 0,0 0 1 0,-3-1-1 16,0-1-9-16,-6 6 10 0,7-8-16 0,-5 4 5 16,-2 4 4-16,1-11-4 0,-1 11-5 0,-1-8-4 15,1 8 3-15,-4-9-3 0,4 9 0 0,-5-7-5 16,5 7 3-16,-10-7-6 0,10 7 3 0,-9-3-1 16,9 3-2-16,-13 3 0 0,13-3-1 0,-17 7 0 15,9-4 4-15,-2 2 0 0,3 3 1 0,-1-2-11 16,0 3-1-16,1-1-2 0,4 2-9 0,-2 0-5 15,2-1-2-15,2 1 1 0,0 2 4 0,1-3-1 16,0-9 2-16,5 19 3 0,-2-8 4 0,4-3 4 16,1 0 6-16,2-2 1 0,5 2 2 0,1-2 5 15,2-2 1-15,1 2-1 0,8-5 9 0,2-5 7 16,0 3 6-16,1-6 12 0,-1-1 10 0,1-1 1 16,-2-1 12-16,-10 4 11 0,2-2 1 0,-1-2-2 15,-1-1-5-15,-1-3 4 0,-2 3 4 0,-2-3-7 16,-2 1-9-16,1 1 3 0,-6 1-9 0,1 1-5 15,-3-3-6-15,-1 2 1 0,1 2-7 0,-2 3-5 16,-2-2-8-16,0 8-4 0,3-13-7 0,-3 13-2 16,-1-7-9-16,1 7-10 0,0 0-4 0,-8-4-3 15,8 4-4-15,0 0 4 0,0 0-5 0,-13 11 4 16,10-5-1-16,3-6 1 0,-7 12 8 0,6-5-1 16,1-7 3-16,1 18 7 0,2-11-3 0,-1 3 3 15,2-1 3-15,0 0 1 0,0-1-2 0,1 1 2 16,-1-3 3-16,0 0 0 0,1 1 5 0,-3-1-3 15,3-2-2-15,-2 1-1 0,1 0 7 0,-4-5-4 16,5 8 0-16,-5-8-1 0,4 7 3 0,-3-2-6 16,-1-5-2-16,2 9-2 0,-2-9-3 0,1 11-2 15,-1-11 1-15,-4 6 1 0,4-6 3 0,-7 9 3 16,2-5-2-16,0-1-2 0,5-3-3 0,-10 7-4 16,6-3 3-16,4-4 7 0,-10 4 0 0,5-2 3 15,5-2 4-15,-8 2 1 0,8-2 2 0,0 0-1 16,-13-1 5-16,13 1-5 0,0 0 6 0,0 0 1 0,-7-7 8 15,7 7-1-15,0-8 0 0,0 8-2 16,0 0-6-16,9-19 0 0,-3 13-1 0,4-3-4 16,4 0 3-16,3-4-2 0,4-1 4 0,-1 6-2 15,5-8-1-15,5 1-2 0,-1 0-1 0,2 1 2 16,-2-1 5-16,-1 2 2 0,-1 1 3 0,-4-1 10 16,-4 4 3-16,-2 1 2 0,-2 2 4 0,-3-1 4 15,-6 4-3-15,1 2-1 0,-2-2-6 0,0-1-3 16,-5 4-3-16,8-4-12 0,-8 4-1 0,7-4-2 15,-7 4 0-15,0 0-6 0,0 0-2 0,0 0-1 16,0 0-11-16,0 0 5 0,-24 12-13 0,14-6 2 16,1 2-8-16,0-4-2 0,4 4 3 0,-3 1 0 15,2-1 0-15,2 0 9 0,1-1 0 0,1 2 3 16,2-2 7-16,0-7-2 0,-2 14 4 0,2-14-1 16,2 11 0-16,0-4 6 0,0-2 2 0,1 0-2 15,1 3 4-15,4-1-1 0,-3-3 0 0,1 4-1 0,-1-4 3 16,5 2 0-16,0 1 1 0,-1 1 1 15,0-2-4-15,1-2 3 0,-1 4-3 0,1-4 1 16,-1 2-1-16,0-1 2 0,-4-1 0 0,0-1 0 16,-1 1-7-16,-4-4-5 0,9 3-21 0,-9-3-8 15,2 7 5-15,-2-7 4 0,0 0 2 0,0 0 6 0,0 0 0 16,-15 17-8-16,5-13-21 0,-2-3-25 0,0 0-32 16,12-1-30-16,-27 3-25 0,15-3-37 15,-2 0-22-15,0-1-35 0,1 2-44 0,13-1-46 16,-22-7-58-16,22 7-275 0,-16-5-740 0,16 5 328 15</inkml:trace>
  <inkml:trace contextRef="#ctx0" brushRef="#br0" timeOffset="45351.97">6280 4487 281 0,'0'0'310'0,"-4"-4"-9"0,4 4-6 16,0 0 0-16,0 0-9 0,0 0 3 0,0 0-8 16,0 0-2-16,0 0-7 0,0 0-5 0,0 0 4 15,0 0-3-15,0 0-5 0,0 0-14 0,0 0-12 0,0 0-24 16,0 0-23-16,0 0-19 0,19-5-20 0,-9 4-17 15,7-2-11-15,3 2-14 0,8 1-10 0,4-1-10 16,19 1-1-16,-12-1-10 0,13 2 2 0,1-1-7 16,-13 1-8-16,0 0-4 0,-2 0-7 0,2 1-5 0,11-4-4 15,-19 4-4-15,-3-2-6 0,-6-2-5 0,-2 4-2 16,-4-4-4-16,-7 4 0 0,1-2-7 0,-4 0-28 16,0 0-34-16,-7 0-43 0,0 0-43 0,0 0-39 15,18-2-40-15,-18 2-22 0,0 0-27 0,0 0-29 16,0 0-37-16,0 0-39 0,0 0-19 0,0 0-286 15,-27-16-723-15,21 10 320 0</inkml:trace>
  <inkml:trace contextRef="#ctx0" brushRef="#br0" timeOffset="45616.28">6897 4394 19 0,'0'0'141'0,"-1"-5"26"16,1 5 19-16,0 0 24 0,-3-7 12 0,3 7 17 0,0 0 8 16,0 0 3-16,0 0-3 0,0 0-5 0,0 0-20 15,0 0-11-15,0 0-13 0,9-6-21 16,-9 6-11-16,0 0-9 0,0 0 7 0,20 10 3 0,-13-5 4 15,2 3 4-15,1-1 3 0,-2 0 13 0,-1 2 0 16,2-1-10-16,-2 2-10 0,-1-3-8 0,0 2-2 16,0 1-14-16,-3 1-12 0,4-3-8 0,-5 1-11 15,0 2-10-15,-2 0-10 0,-2 0-6 16,0-1-9-16,-2 1-8 0,-4 0-8 0,2-1-6 0,-4 3-5 16,-2-2-14-16,-2-3-23 0,5 0-19 0,-4-1-31 15,-1 2-32-15,0-4-46 0,3 1-52 0,-1-2-49 16,-1-1-39-16,6-3-50 0,7 0-57 0,-17 3-70 15,17-3-322-15,0 0-812 0,0 0 360 0</inkml:trace>
  <inkml:trace contextRef="#ctx0" brushRef="#br0" timeOffset="46264.61">7738 4337 168 0,'0'0'446'16,"0"-7"10"-16,0 7 0 0,2-5-10 0,-2 5-13 15,0 0-20 1,0 0-19-16,3-10-20 0,-3 10-30 0,0 0-28 0,0 0-31 16,0 0-30-16,0 0-29 0,0 0-27 0,0 0-22 15,0 0-21-15,0 0-16 0,0 0-10 0,0 0-11 16,0 0-11-16,5 29-7 0,-6-20-11 0,1 2-4 16,1 3-12-16,-1-1-4 0,1 3-11 0,-1 1 0 15,0 0-6-15,1 1-7 0,1-2 0 0,-1 3-8 16,-4-1-2-16,5 0-16 0,-2-2-17 0,2 0-20 15,-3-3-31-15,1-2-35 0,1 0-42 0,-1 2-41 16,0-4-57-16,0-9-52 0,3 17-49 0,-3-17-56 16,1 11-63-16,-1-11-347 0,0 0-855 0,0 0 377 15</inkml:trace>
  <inkml:trace contextRef="#ctx0" brushRef="#br0" timeOffset="46826.97">7500 4309 112 0,'0'0'414'0,"-11"-9"29"15,5 3 1-15,1 2-7 0,1-1-12 0,-1-1-21 16,5 6-10-16,-6-8-9 0,2 2-9 0,4 6-13 16,-2-9-16-16,2 9-26 0,-2-11-37 0,2 11-34 15,10-16-20-15,-1 8-28 0,4-4-18 0,10-3-26 16,0 0-18-16,7 3-12 0,0 1-17 0,1-1-7 15,1 3-11-15,0 0-5 0,1 2-10 0,2 2-8 16,2 2-11-16,-1 0-8 0,0 3-11 0,-2 0 2 16,0 4-8-16,-3 1-3 0,-3 0-6 0,-10 1-2 15,2-1-8-15,-4 4-5 0,-1-1 1 0,-2 3-2 16,-3-3-4-16,-5 2 1 0,-1 2-3 0,-1 0 4 16,-3 0-2-16,-4 5 2 0,-3-1 0 0,-5 0-3 15,-6 5 2-15,-7-2 11 0,-3-1-11 0,-2-1 0 16,-2-1 3-16,1-3-2 0,-2-3 0 0,3 1 5 15,4-5-3-15,5-1-3 0,2-1 4 0,5-3-2 16,1 0 13-16,0-1-2 0,4-1-3 0,-1 0-5 16,2-2 9-16,2-1 17 0,6 4 7 0,-10-8 2 15,7 4 1-15,3 4-5 0,-1-13-5 0,1 13-13 16,4-11 0-16,0 5-4 0,-2 1-4 0,4-1-13 16,1 2 8-16,-7 4-6 0,12-4 4 0,-5 4 0 15,5 0-9-15,-2 4-10 0,0-2 5 0,3 6 8 16,2-1-4-16,1 4-4 0,-4 1-1 0,4-1 13 15,-3 3-1-15,0 0-6 0,0 0 0 0,-1 1 1 16,-1-1 0-16,0-1-7 0,-1 3-3 0,0-1 12 16,-4 0-13-16,3-2-14 0,-3 3-22 0,0-4-22 15,-1-2-28-15,-3-4-30 0,2 2-22 0,-1-1-26 16,-3-7-35-16,5 11-21 0,-5-11-36 0,4 8-23 16,-4-8-24-16,9 6-30 0,-9-6-37 0,0 0-28 15,20 0-16-15,-20 0-304 0,14-4-789 0,-14 4 348 16</inkml:trace>
  <inkml:trace contextRef="#ctx0" brushRef="#br0" timeOffset="47812.18">8112 4483 274 0,'0'0'292'0,"0"0"0"0,0 0 4 0,0 0 8 15,0 0-16-15,0 0 5 0,5-10 7 0,-5 10-9 0,2-4-16 16,-2 4-13-16,0 0-14 0,0 0-21 0,3-5-24 15,-3 5-21-15,0 0-16 0,7-4-20 0,-7 4-19 16,10 0-11-16,-10 0-13 0,13 5-12 0,-13-5-8 16,13 6-12-16,-13-6-9 0,8 7-4 0,-2-2-7 15,-6-5-11-15,7 8 1 0,-7-8-7 0,7 11-5 16,-5-5-3-16,-2-6-4 0,4 11-6 0,-4-11 2 16,-1 11-2-16,1-11-3 0,0 0 5 0,-10 15 2 15,4-12-5-15,6-3-1 0,-15 8-1 0,9-5-1 16,6-3 4-16,-16 2-5 0,5 0 0 0,11-2 1 15,-15-1 0-15,15 1 5 0,-13-3 0 0,8 0 14 16,5 3 13-16,-8-8 13 0,5 2 10 0,0 2 4 16,3 4-2-16,-6-11-3 0,5 4-3 0,1 7-1 15,1-15-7-15,-1 8-5 0,0 7-4 0,4-11-4 16,-2 6-10-16,-2 5-3 0,2-11-2 0,-2 11-7 16,7-6-1-16,-7 6-5 0,7 0-3 0,-7 0-6 15,10-1-1-15,-10 1 1 0,11 3 0 0,-5 1-1 16,3 0-1-16,-3 1-2 0,-2 0 2 0,3 1 1 15,0 3-1-15,-7-9 0 0,10 11-1 0,-4-4-1 16,-3 1-5-16,4 0-1 0,-2-1-12 0,2 2-5 16,-7-9-6-16,8 11-5 0,-4-7 2 0,-4-4 5 15,9 10 0-15,-4-7 4 0,-5-3 3 0,16 8 4 16,-7-5 1-16,-2-1 6 0,-7-2-1 0,22 0 0 16,-9-3 4-16,2-3 0 0,3-1 2 0,-1-3 1 15,0 1 5-15,1-3 4 0,-1 2 14 0,4-8 5 16,-6 6 4-16,-1-3 4 0,2-6-1 0,-5 6 5 15,0-2 2-15,2-5-2 0,-4 4-3 0,1 0 8 16,-4 1 6-16,0 3 15 0,-4 3 0 0,2-2-11 16,-1 4-2-16,-3-1-7 0,0 4-9 0,0 6-4 15,-2-11-6-15,2 11-5 0,-1-9-7 0,1 9-3 16,0 0-4-16,-6-7-5 0,6 7 0 0,0 0 2 16,0 0-1-16,0 0-4 0,-13 12 0 0,10-5 0 15,0 3 3-15,0-1-2 0,0 1 0 0,2 1 3 16,0 1-2-16,0 1 1 0,-1 0-1 0,2 2 2 15,-2 1-1-15,2-1-2 0,0-1 4 0,1 1 0 16,-1 1-1-16,0-1-2 0,0-4-8 0,1 1-5 16,1 0-4-16,0-1 2 0,3-2 1 0,3 2-3 15,-1-3 3-15,4 1-3 0,3 1 2 0,2-1 0 16,2-3 3-16,0-2 8 0,0-2-3 0,2-2 5 16,1 0-1-16,-2-4 4 0,1-2-1 0,-2 1 6 15,0-3 8-15,-2-1 7 0,-1-1 1 0,-5 2 3 16,2-3 8-16,-3 3 2 0,-3 0 1 0,-1 2 6 15,0-2-1-15,-1 0-3 0,0-2-7 0,-3 5-5 16,-1 5-6-16,0-10-1 0,0 10-5 0,0 0 2 16,-5-14-9-16,5 14-5 0,-5-6-4 0,5 6-1 15,-5-3 3-15,5 3-7 0,-9-1-1 0,9 1-1 16,0 0-7-16,-14 6-1 0,14-6-2 0,-6 8-7 16,2-2 6-16,1 0-2 0,3-6 5 0,-4 13 0 15,4-7 0-15,0 2 2 0,0-8-1 0,0 16 3 16,2-9 0-16,-2-7 0 0,5 15 0 0,-1-6 1 15,2-2 6-15,4 1 2 0,-1 1-1 0,1-2 0 16,7 0-1-16,-2 1-7 0,6-5-6 0,-4 1-14 16,2 0-22-16,0-2-22 0,-1-1-21 0,-1 0-23 15,-4-1-35-15,1 0-44 0,-1-2-33 0,-2-3-29 16,-3 2-42-16,-8 3-50 0,16-13-46 0,-12 6-43 16,-4 7-253-16,-4-18-753 0,4 18 333 0</inkml:trace>
  <inkml:trace contextRef="#ctx0" brushRef="#br0" timeOffset="48015.25">8821 4396 105 0,'0'0'407'16,"-8"-8"42"-16,4 5 30 0,0-2 25 0,4 5 8 15,-4-8-11-15,4 8-26 0,-3-6-37 0,3 6-34 16,0 0-46-16,7-15-29 0,-3 11-38 0,6-1-37 16,0 0-18-16,2 0-29 0,7-2-21 0,4 1-28 15,1-2-2-15,-3 1-17 0,0 3-16 0,-3 1-15 16,1-1-8-16,-1 3-33 0,-5-1-29 0,-1 1-31 15,-1-2-48-15,-2 3-48 0,-3-1-53 0,-6 1-63 16,13 0-56-16,-13 0-42 0,12 4-42 0,-12-4-58 16,10 3-47-16,-10-3-349 0,6 8-865 0,-6-8 382 15</inkml:trace>
  <inkml:trace contextRef="#ctx0" brushRef="#br0" timeOffset="48421.41">9462 4551 69 0,'0'0'322'0,"14"-6"-6"16,-14 6-1-16,0 0 0 0,0 0-2 0,6-8 5 16,-6 8-4-16,5-8-4 0,-2 5-16 0,1-2-9 15,-4 5-17-15,9-7-13 0,-4 2-19 0,0 1-8 16,3-1-17-16,-1 1-19 0,0 1-14 0,-1 0-13 15,0-1-17-15,2 3-14 0,1-1-16 0,-9 2-15 16,14-1-6-16,-6-1-15 0,1 2-7 0,-9 0-9 16,15 5-10-16,-8-3-9 0,1 0-1 0,0 2-5 15,-2 3-5-15,-2-3-6 0,3 4-2 0,-4 2-5 16,-3-10-4-16,2 16-7 0,-2-8-1 0,-3-1 0 16,-2 3 3-16,1 0-2 0,-3-1-2 0,-4-3 5 15,-3 5-4-15,1-6 1 0,-2 2 2 0,0-4-1 16,-3 4-2-16,3-4-1 0,1 0 2 0,-1-1-3 15,3-2 6-15,12 0-3 0,-21-4 2 0,12 1 1 16,9 3-2-16,-12-11-14 0,8 7-7 0,-3-6-14 16,7 10-21-16,-1-19-36 0,6 8-28 0,3-3-46 15,2-1-46-15,3 2-29 0,2-2-34 0,7 1-38 16,-2 5-38-16,7-3-29 0,-1 3-25 0,-1 2-242 16,-4 2-686-16,-1-1 304 0</inkml:trace>
  <inkml:trace contextRef="#ctx0" brushRef="#br0" timeOffset="48765.08">9853 4325 253 0,'1'-10'323'0,"0"3"12"0,1-3 15 0,-1 1 5 16,-1-1 0-16,1 2 12 0,-1 8 3 0,0-13-4 16,0 13-7-16,2-9-11 0,-2 9-24 0,0-8-25 15,0 8-25-15,0 0-35 0,0 0-20 0,0 0-25 16,0 0-25-16,0 0-12 0,0 0-5 0,0 0 3 15,0 0 14-15,-15 24 8 0,13-11 7 0,-2 5 8 16,0 1-7-16,-1 6 9 0,4-5-16 16,-2 8-10-16,1 0-2 0,3 2-5 0,-1-1-11 15,1 4-15-15,3-3-15 0,0 5-71 0,-2-3-49 0,2-2 0 16,-1 3 0-16,-2-1 0 0,2-1 0 0,-2 0 0 16,-1 0 0-16,1-3 0 0,-2-1 0 0,1-1 0 15,0-8 0-15,0-1 0 0,-1-3 0 0,1-1 0 16,1-4 0-16,-1 0 0 0,0-4-10 15,0-5-223-15,0 0-3 0,0 0-12 0,-1 16-39 0,1-16-57 16,0 0-41-16,0 0-27 0,0 0-10 0,0 0-23 16,4-33-23-16,-4 16-316 0,-2 1-849 0,1-3 376 15</inkml:trace>
  <inkml:trace contextRef="#ctx0" brushRef="#br0" timeOffset="48952.54">9816 4734 52 0,'-2'-9'128'0,"2"9"47"15,-2-16 39-15,2 16 41 0,-3-13 41 0,3 13 53 0,-1-9 50 16,1 9 36-16,-1-12 18 0,1 12 4 0,0 0-4 15,0 0-17-15,2-17-31 0,-2 17-23 0,5-8-43 16,-5 8-40-16,13-9-27 0,-3 3-29 0,2 0-29 16,-2 2-19-16,4-2-24 0,-1 3-16 15,1-1-19-15,-14 4-14 0,22-9-42 0,-9 3-36 16,-2 3-42-16,1 0-43 0,-5 1-54 0,-7 2-60 0,16-6-60 16,-10 3-66-16,-6 3-64 0,14-6-83 0,-6-2-83 15,-8 8-338-15,6-11-919 0,-6 11 407 0</inkml:trace>
  <inkml:trace contextRef="#ctx0" brushRef="#br0" timeOffset="49717.98">10705 4464 324 0,'4'-7'445'0,"1"3"6"0,-1-1-3 16,0-1 4-16,-4 6-13 0,9-9-15 0,-5 5-25 0,-4 4-3 16,5-7-10-16,-3 1-32 0,-2 6-10 0,4-6-30 15,-4 6-6-15,0 0-23 0,4-6-26 0,-4 6-29 16,0 0-32-16,0 0-15 0,4-5-34 16,-4 5-15-16,0 0-15 0,0 0-10 0,0 0-11 0,0 0-9 15,0 0-10-15,9 14-8 0,-7-8-8 0,0 3-3 16,0 0-7-16,1 1-7 0,-1-1-4 0,1 3-4 15,-1 0-8-15,0-1-10 0,-1 2-20 0,2-1-16 16,-3 1-16-16,1-1-10 0,0 0-14 0,1-2-9 16,1 0-3-16,0-1-5 0,1 0-1 0,-4-3-1 15,2 1 0-15,-2-7 6 0,5 10 8 0,-1-8 6 16,-4-2 8-16,11 3 9 0,-11-3 4 0,12-1 9 16,-12 1 7-16,10-4 12 0,3-1 6 0,-8-3 11 15,2 0 5-15,2 1 5 0,-1-1 10 0,-1 2 11 16,1-2 3-16,-1 1 9 0,-2 3 3 0,0-3-5 15,1 2-4-15,-3 2-10 0,-3 3-4 0,9-8 0 16,-5 6-11-16,4 0-5 0,-8 2 4 0,12-1-20 16,-12 1 15-16,11 1-6 0,-11-1-2 0,11 2-2 15,-4-1-1-15,-7-1-2 0,7 2-2 0,-7-2-1 16,9 2 7-16,-9-2 4 0,5 3-1 0,-5-3 0 16,0 0 1-16,0 0 33 0,0 0 25 0,0 0 23 15,0 0 0-15,11-6-15 0,-11 6-5 0,2-11 2 16,0 3-5-16,-2 8-45 0,1-17-25 0,-1 6 0 15,0-1 0-15,1 0 0 0,-1-4 0 0,1 1 0 16,-2 3 0-16,-1 1 0 0,3-1 0 0,0-1 0 16,-1 3 0-16,0-1 0 0,0 3 0 0,0 8 0 15,1-12 0-15,-1 12 0 0,-1-10 0 0,1 10 0 16,0-8 0-16,0 8 0 0,0 0 0 0,0 0 0 16,0 0 0-16,0 0-201 0,0 0-62 0,0 0-29 15,0 0-58-15,0 0-48 0,10 23-68 0,-5-14-45 0,0 0-35 16,-1 4-315-16,3-1-933 0,-2-3 413 15</inkml:trace>
  <inkml:trace contextRef="#ctx0" brushRef="#br0" timeOffset="50455.99">11163 4504 318 0,'5'-7'363'0,"-5"7"7"16,5-8 0-16,-4 3-18 0,-1 5-27 0,7-7-19 15,-7 7-13-15,6-8-21 0,-3 4-19 0,-3 4-21 16,6-8-26-16,-6 8-18 0,8-4-24 0,-4 0-18 16,-4 4-11-16,12-1-19 0,-5 0-12 0,-7 1-11 15,14 2-12-15,-8 0-5 0,3 0-13 0,-3 1-9 16,1 0-4-16,-3 0-8 0,-2 3-5 0,2 0-3 16,2-1-6-16,-4 1-4 0,-2-6 0 0,2 11-9 15,-2-5 4-15,0-6-3 0,-4 10 1 0,-2-3 0 16,1 1 0-16,-3-2-3 0,1 1-3 0,-3-1-5 15,1-1-1-15,0-3-5 0,-2 2 2 0,0 0 0 16,3-2 7-16,0 0 2 0,8-2-4 0,-12-1 1 16,12 1 3-16,-11-3 8 0,7-1 6 0,4 4-4 15,-6-10-3-15,6 10 6 0,-2-9 2 0,2 1-3 16,0 8-3-16,3-10-3 0,0 4-1 0,1 1-4 0,0 0 3 16,-4 5-2-16,7-10-4 0,-3 7-2 0,3-1-1 15,-7 4-6-15,9-4 3 0,-4 1-3 0,-5 3 0 16,10-1-2-16,-10 1 1 0,13 1 1 0,-7 2-2 15,-6-3 1-15,12 4-1 0,-6-1 3 0,1 0-4 16,-1 1 3-16,1 1-1 0,0-1-2 0,2 2 2 16,0-2 2-16,-4 1-1 0,3 1 3 0,2 0 5 15,-4-3 5-15,3 1 13 0,2 0 14 0,-2 0 15 16,3-1 15-16,-1-4 19 0,0 1 14 0,0-2 14 16,3-1 8-16,3-1 7 0,1 0 23 0,-4-4-21 15,4-1-7-15,-3-1-10 0,2 1 17 0,-3-3-2 16,-4 2-9-16,2-1-3 0,-6 0-22 0,0 2-8 15,-2-2-9-15,0 3-11 0,-2-2-13 0,0 2-1 16,-2 2-16-16,0 6-6 0,-2-11-18 0,2 11-16 16,-6-8-11-16,6 8-17 0,-8-6-6 0,8 6-1 15,-10 0-4-15,10 0 1 0,0 0 1 0,-11 8-2 16,8-5 5-16,-1 5 4 0,1 1 3 0,3 1 3 16,0 0 1-16,1-1 4 0,1 2 0 0,2 0 6 15,0 1 1-15,1-1 1 0,0-1 1 0,3 3 1 16,-2-2-5-16,-1-1 7 0,0 0 0 0,1-2 4 15,-3-2-5-15,1 1 3 0,0 0-2 0,0-2 0 0,0 1-3 16,-4-6-6-16,2 8-7 0,-2-8-6 16,4 8-1-16,-4-8 1 0,0 6 6 0,0-6 1 15,0 0 0-15,-8 7-9 0,0-4-17 0,8-3-25 16,-13 2-27-16,5 0-32 0,-5-2-31 0,3 0-41 16,1 0-39-16,-4-1-30 0,4 0-34 0,9 1-40 15,0 0-46-15,-19-6-61 0,19 6-282 0,-4-7-795 16,4 7 352-16</inkml:trace>
  <inkml:trace contextRef="#ctx0" brushRef="#br0" timeOffset="51161.4">11848 4333 174 0,'0'0'400'0,"2"-11"17"0,-2 11 13 16,0-11 13-16,0 4-7 0,0 7-8 0,-5-12-3 15,5 12-8-15,-1-11-8 0,1 11-23 0,-4-10-3 0,4 10-23 16,-3-7-17-16,3 7-33 0,0 0-28 16,-4-6-31-16,4 6-34 0,0 0-25 0,0 0-25 15,0 0-10-15,0 0-21 0,0 0-25 0,0 0 1 16,0 0-12-16,-7 17-5 0,3-6-15 0,4 1-6 16,-2 1-9-16,0 2-2 0,-1 3-9 0,3 0 8 0,-2 0-17 15,2 8 6-15,0-2-10 0,0-6-17 16,0 1-19-16,0 5-27 0,0-6-20 0,0 2-15 15,4-2-19-15,-4 0-12 0,0 0-12 0,3-2-3 16,-1-1 2-16,2-4 4 0,-2-1 7 0,0-2 12 16,-1-3 8-16,4 1 10 0,-1-2 11 0,-4-4 4 0,7 8 10 15,-1-8 2-15,-6 0 6 0,14-4 12 16,-5-1 15-16,-3 0 6 0,5-1 4 0,-3-1 3 16,0 1 24-16,1 0 8 0,-1 0-4 0,0-1 4 15,-1 1 9-15,0-1 5 0,-4 2-4 0,5-2 4 16,-4 4-7-16,-4 3-1 0,9-4-2 0,-9 4-13 0,4-7-3 15,-4 7-2-15,0 0-8 0,5-2-6 16,-5 2-4-16,0 0-8 0,0 0 1 0,12 5-6 16,-12-5 12-16,6 8-6 0,-3-3-2 0,0 0-8 15,2-1 4-15,-5-4-18 0,7 10-7 0,-2-4-1 0,-3 0-4 16,3-3-11-16,-1 4-4 0,0-3-7 0,0 0 1 16,1 0 1-16,0 0 8 0,0 2-9 0,-5-6 6 15,10 3 11-15,-3-2 4 0,-7-1 3 0,12 0 4 16,-12 0 3-16,13-1 1 0,-6-1 4 0,-1 1 5 15,2-3-4-15,0-2 4 0,-2 2 6 0,4-3 13 16,-6-1 4-16,3 1 6 0,-3-2 12 0,1 3-1 16,-3 0 5-16,2 0 8 0,-2-1 4 0,-2 7-1 15,6-6 6-15,-6 6-3 0,6-6 1 0,-6 6-6 16,2-6-9-16,-2 6-8 0,0 0-2 0,0 0-11 16,7-4 0-16,-7 4-8 0,0 0 0 0,0 0-1 15,0 0 2-15,9 10-7 0,-7-4 1 0,3-1-5 16,-1 5-10-16,-1-4-10 0,1 2-10 0,-1-1-10 15,0 0-22-15,2-1-18 0,-3 0-26 0,-1 1-28 16,3-1-32-16,-4-6-39 0,5 6-31 0,-5-6-28 16,4 6-11-16,-4-6 6 0,0 0-28 0,4 2-65 15,-4-2-63-15,0 0-336 0,0 0-829 0,17-17 367 16</inkml:trace>
  <inkml:trace contextRef="#ctx0" brushRef="#br0" timeOffset="51319.64">12345 4457 189 0,'0'0'282'0,"0"0"-10"0,0 0-23 16,0 0-27-16,0-9-25 0,0 9-21 0,0 0-17 15,0 0-19-15,0 0-24 0,0 0-38 0,0 0-44 16,0 0-44-16,-5 24-43 0,5-24-46 0,5 15-60 16,-1-5-141-16,-2 1-323 0,6 1 144 0</inkml:trace>
  <inkml:trace contextRef="#ctx0" brushRef="#br0" timeOffset="51741.42">12473 4618 124 0,'0'0'435'0,"0"-7"12"16,0 7 15-16,2-8-2 0,-2 8-13 0,0 0-12 16,2-10-17-16,-2 10-11 0,0 0-16 0,0 0-28 0,0 0-36 15,0 0-32-15,0 0-30 0,0 0-30 16,0 0-31-16,2-11-32 0,-2 11-10 0,0 0-20 15,0 0-15-15,0 0-10 0,0 0-12 0,0 0-13 16,0 0-5-16,0 0-12 0,3 28-10 0,-3-20-13 16,0-8-9-16,1 11-13 0,0-4-17 0,0 0-7 0,3 0-10 15,-2-2-10-15,-2-5-9 0,3 11-5 16,-1-8 1-16,-2-3 0 0,4 8 5 0,-4-8 6 16,2 7 1-16,-2-7 2 0,5 2 7 0,-5-2 2 15,0 0 0-15,16-4 2 0,-10-1 0 0,3-1 3 16,-2-3 13-16,4 2 1 0,-2-2-1 0,5-4 13 0,-3 7 13 15,2-3-2-15,-6 3-4 0,-5 2-5 16,-2 4 0-16,11-8-6 0,-8 5-5 0,-3 3-3 16,8-3-6-16,-3-2-2 0,-5 5-3 0,0 0 4 15,0 0-1-15,16 8-7 0,-12-6-4 0,-1 3-11 16,-3-5-10-16,7 8-11 0,-3-2-17 0,0 0-21 0,1 0-25 16,-1 0-25-16,1 2-31 0,2-2-28 0,-1 1-33 15,3 1-30-15,-4 0-24 0,3-4-18 16,0 3-24-16,-1-1-26 0,3-3-33 0,0-1-18 15,-3 1-266-15,1-3-711 0,-8 0 315 0</inkml:trace>
  <inkml:trace contextRef="#ctx0" brushRef="#br0" timeOffset="52350.68">12891 4588 316 0,'5'-6'325'0,"-5"6"-12"0,6-6-7 16,-6 6-1-16,4-7 2 0,-4 7-25 0,8-4-20 15,-8 4-12-15,6-6-13 0,-6 6-14 0,5-3-19 0,-5 3-21 16,8-3-20-16,-8 3-19 0,0 0-11 16,0 0-14-16,9 0-16 0,-9 0-15 0,0 0-7 15,7 4-12-15,-7-4-5 0,7 5-5 0,-7-5-14 16,5 7-2-16,-4-1-5 0,2 1-5 0,-3-7-7 16,2 11 2-16,-2-11-8 0,0 12-5 0,0-6 5 0,0-6 2 15,-2 13-5-15,-2-7 6 0,4-6-4 16,-5 11-5-16,-2-5-3 0,3-1 4 0,-3-2 1 15,2 0 3-15,-3-1-6 0,1 0 2 0,-1 1 0 16,8-3 9-16,-14 0 9 0,7 0 11 0,7 0 11 16,-10-3 0-16,10 3 6 0,-9-5 2 0,9 5 5 0,-4-10-2 15,0 4 3-15,4 6 2 0,0-11 3 0,0 11 1 16,-2-12-1-16,2 12-6 0,4-11-7 16,-4 4-9-16,0 7-9 0,6-6-4 0,-6 6-2 15,7-3-9-15,-7 3-7 0,14 0-1 0,-14 0-6 16,17 5 0-16,-5 2-4 0,3 2 1 0,-1 4-3 0,-1 2 1 15,2 3 4-15,2 8 5 0,-3-5 0 0,-3 3-2 16,-4 2 3-16,1 1 3 0,-2 2 1 16,-2-1 1-16,-2 1-2 0,-2-1 5 0,2 1-5 15,-4-3 1-15,-2 3-2 0,-4-5-2 0,1-1-2 16,1-6 4-16,-3 6-5 0,0-5 6 0,-4-2-10 0,4-1 5 16,-5-2-6-16,3 1 0 0,0-6-1 0,1 0 3 15,0-3 7-15,3 0 5 0,-1-2 25 16,8-3 21-16,-13 0 10 0,13 0 7 0,-15-8-14 15,8 1 3-15,0-3-8 0,5-1 4 0,-2-6-14 16,1-1 3-16,4-8-18 0,1 0-1 0,4 0-1 0,-1 1-2 16,6-1 9-16,-4 8-15 0,6-4-10 0,-1 5 1 15,1 1 6-15,3 0-11 0,-3 4-2 16,6 0-4-16,-4 2-4 0,5 2 1 0,0 4-12 16,7-1-23-16,2 2-33 0,-2 3-18 0,3 1-44 15,-1 3-51-15,-7 0-79 0,-2 1-76 0,1-1-71 0,-3 3-73 16,-3-3-81-16,-1 0-355 0,-3-1-979 0,-2-3 433 15</inkml:trace>
  <inkml:trace contextRef="#ctx0" brushRef="#br0" timeOffset="52913.18">13702 4658 82 0,'0'0'427'0,"-3"-8"17"0,3 8 2 0,0 0 2 0,0 0-4 16,0 0-2-16,0 0-2 0,0 0-6 0,0 0 0 16,0 0-6-16,0 0-34 0,0 0-14 0,5-10-28 15,-5 10-39-15,0 0-22 0,6-5-33 0,-6 5-26 16,8-3-22-16,-8 3-28 0,11-3-17 0,-3 1-16 15,4 2-19-15,-1 0-36 0,2 0-24 0,1 0-44 16,1 2-43-16,-1-2-44 0,-3 3-49 0,-1-2-56 16,-2 2-59-16,1 0-61 0,-4-1-67 0,1 1-44 15,1 3-38-15,-7-6-31 0,1 5-31 0,-1-5-287 16,0 0-849-16,-8 13 376 0</inkml:trace>
  <inkml:trace contextRef="#ctx0" brushRef="#br0" timeOffset="53116.25">13733 4753 166 0,'-4'6'338'0,"4"-6"33"16,0 0 34-16,-5 6 3 0,5-6 1 0,0 0 0 16,0 0-10-16,0 0-7 0,0 0-34 0,0 0-18 15,11 7-9-15,-4-5-28 0,-7-2-24 0,16 0-30 16,-5 0-23-16,1 1-22 0,1-1-21 0,-2 0-18 16,0 0-16-16,0 0-28 0,1 0-22 0,-1 0-26 15,0 0-42-15,1 2-46 0,-4-4-43 0,-1 1-56 16,5-1-56-16,-3-2-69 0,1 2-65 0,-3 0-72 15,4-3-77-15,-6 1-328 0,2-2-844 0,-1 3 374 16</inkml:trace>
  <inkml:trace contextRef="#ctx0" brushRef="#br0" timeOffset="53709.94">14549 4468 154 0,'0'0'430'0,"0"-9"-30"0,2 3 23 0,-2 6-9 16,5-10-3-16,-5 10-2 0,1-8-1 0,-1 8-8 15,1-8-11-15,-1 8-16 0,1-11-12 0,-1 11-18 16,0-6-6-16,0 6-21 0,0 0-29 0,1-10-10 16,-1 10-23-16,0 0-21 0,2-7-15 0,-2 7-18 15,0 0-24-15,0 0-25 0,0 0-27 0,0 0-9 16,0 0-19-16,0 0-8 0,0 0-14 0,0 0-7 16,0 0-3-16,0 0-3 0,0 0-11 0,0 28-9 15,0-17-3-15,0 0-29 0,0 1-9 0,0 4 0 16,0-3 0-16,0 3 0 0,-2 0 0 0,2-1 0 15,0 1 0-15,-1-5 0 0,1 0 0 0,0 0 0 16,-1-2 0-16,1 2 0 0,0-1 0 0,-1-4 0 16,1-6 0-16,0 14 0 0,0-14 0 0,0 11 0 15,0-11 0-15,-1 7 0 0,1-7 0 0,0 0 0 16,1 7-12-16,-1-7-98 0,0 0-1 0,0 0-11 16,0 0-25-16,0 0-32 0,0 0-74 0,0 0-78 15,0 0-77-15,0 0-72 0,0 0-73 0,19-9-362 16,-19 9-990-16,11-6 439 0</inkml:trace>
  <inkml:trace contextRef="#ctx0" brushRef="#br0" timeOffset="54037.98">14901 4728 300 0,'0'0'411'0,"10"2"4"15,-10-2-2-15,7 2-3 0,-7-2-14 0,6 2-8 16,-6-2-17-16,0 0-10 0,0 0-11 0,0 0-15 16,0 0-18-16,0 0-29 0,0 0-31 0,0 0-25 15,0 0-36-15,0 0-8 0,0 0-17 0,0 0-23 16,0 0-18-16,-36-3-12 0,17 1-12 0,-4 1-11 0,2-1-10 16,-12 1-7-16,-4-1-5 0,-1 2-8 0,2-1-4 15,-4 0-8-15,-10-2-8 0,12 3 0 16,0-3-4-16,-1 2-9 0,2 0-18 0,-2 0-17 15,4 0-15-15,1-1-9 0,3 0-8 0,8 2-9 0,9-2-6 16,1 2-8-16,4 0-11 0,-1 0-27 0,10 0-35 16,-10-1-30-16,10 1-54 0,0 0-54 0,0 0-44 15,0 0-56-15,0 0-56 0,0 0-360 16,33 9-849-16,-22-7 376 0</inkml:trace>
  <inkml:trace contextRef="#ctx0" brushRef="#br0" timeOffset="54444.14">14492 4859 45 0,'0'0'504'0,"0"0"16"0,0 0 21 0,0 0-3 16,0 0-24-16,0 0-21 0,0 0-42 15,11-7-13-15,-11 7-15 0,0 0-25 0,0 0-39 16,0 0-23-16,3-6-34 0,-3 6-31 0,0 0-30 0,0 0-25 15,0 0-30-15,0 0-23 0,0 0-14 0,0 0-17 16,0 0-15-16,0 0-9 0,0 0-17 0,0 0-3 16,0 0-14-16,-16 20-10 0,12-13-4 15,-3 0-7-15,2 0-2 0,-2 2-7 0,1 1 0 0,0-1-5 16,-4 1-19-16,4-3-17 0,1 3-17 0,-3-2-21 16,3-1-17-16,-2 0-3 0,4-2-10 0,-1-1-8 15,1 1 1-15,3-5-2 0,-6 8 6 0,6-8 3 16,-2 4 9-16,2-4 5 0,0 0 11 0,0 0 1 15,8 8 0-15,-8-8 15 0,12 2 2 0,-2-4 1 16,2 1 5-16,-3 1 0 0,5-2 3 0,-5 0-2 16,5 0-1-16,5-2 3 0,-5 4 3 0,-2-1-24 15,1-2-28-15,1 0-41 0,-4 3-37 0,2-4-42 16,-1 4-47-16,-1-4-43 0,-1 4-40 0,-4-2-42 16,-5 2-56-16,12-4-46 0,-8 2-304 0,-4 2-823 15,7-6 364-15</inkml:trace>
  <inkml:trace contextRef="#ctx0" brushRef="#br0" timeOffset="54725.33">14587 4856 150 0,'0'0'365'0,"0"-10"18"0,0 10 25 16,2-7 9-16,-2 7 8 0,0 0-2 0,0 0 0 16,4-10-5-16,-4 10-8 0,0 0-20 0,2-6-30 15,-2 6-33-15,0 0-37 0,0 0-32 0,0 0-32 16,0 0-28-16,0 0-18 0,0 0-26 0,0 0-12 15,0 0-10-15,0 24-8 0,2-12-18 0,-2 5 0 16,-2-1-11-16,0-1-4 0,-2 3-12 0,2-3-5 16,0 2-11-16,-1-2-7 0,-1 2 8 0,2-1-19 15,-3 0-2-15,0-4 0 0,5 3-13 0,-4 1-25 16,1-1-19-16,1-4-22 0,-2 0-28 0,2 0-33 16,0-1-30-16,1-2-38 0,0 0-33 0,-1-1-35 15,2-7-31-15,0 11-25 0,0-11-23 0,-1 8-23 16,1-8-26-16,-2 8-17 0,2-8-40 0,0 0-284 15,0 0-761-15,0 0 336 0</inkml:trace>
  <inkml:trace contextRef="#ctx0" brushRef="#br0" timeOffset="55459.53">15560 4533 349 0,'0'0'474'0,"1"-8"12"15,-1 8 6-15,0 0-6 0,0 0-11 16,0 0-15-16,-1-11-11 0,1 11-12 0,0 0-9 16,0 0-23-16,0 0-30 0,0 0-24 0,0 0-32 0,0 0-27 15,0 0-33-15,0 0-30 0,0 0-29 0,0 0-24 16,0 0-22-16,0 0-13 0,0 0-14 0,0 0-10 15,0 0-17-15,0 0-14 0,-13 17 2 16,7-2-15-16,-1 1-10 0,-4-2-3 0,6 3-20 0,-4 0-40 16,-1 0 0-16,-2-1 0 0,3 3 0 0,-5 1 0 15,3-4 0-15,3 0 0 0,-4-1 0 0,4-1 0 16,3-3 0-16,-2 0 0 0,1-1-12 16,1-1-177-16,1-2-61 0,1-2-55 0,3-5-63 0,-4 9-49 15,4-9-39-15,-3 6-34 0,3-6-36 0,0 0-337 16,0 0-936-16,0 0 415 0</inkml:trace>
  <inkml:trace contextRef="#ctx0" brushRef="#br0" timeOffset="55709.47">15352 4614 91 0,'0'-9'306'0,"0"9"20"16,0 0 19-16,-2-11 12 0,2 11 2 0,0 0-1 15,0-8 1-15,0 8 1 0,0 0-2 0,0 0-7 16,0 0-15-16,0 0-32 0,0 0-23 15,0 0-30-15,0 0-25 0,0 0-20 0,0 0-20 0,0 0-18 16,11 17-9-16,-2-11-23 0,0 3-19 0,0-2-3 16,1 1-8-16,5 3-9 0,-1 3-13 0,4-3-15 15,4 6-23-15,-2-3-32 0,3 1-42 0,1 0-45 16,-7-5-50-16,2-2-26 0,-3 2-47 0,2-3-38 16,-1-1-42-16,0 0-56 0,1-3-71 0,0 1-62 15,-3-3-234-15,3-1-756 0,3-1 334 0</inkml:trace>
  <inkml:trace contextRef="#ctx0" brushRef="#br0" timeOffset="78380.25">16065 4482 255 0,'0'0'418'0,"0"0"-4"0,0 0-12 16,0 0-19-16,0 0-19 0,0 0-13 0,0 0-16 0,0 0-8 15,0 0-18-15,0 0-17 0,0 0-17 0,0 0-16 16,0 0-23-16,0 0-17 0,0 0-21 0,0 0-18 16,0 0-22-16,-17-14-18 0,17 14-17 15,0 0-18-15,0 0-6 0,0 0-10 0,0 0-8 0,0 0-11 16,0 0-9-16,-9 16 1 0,4-11 2 0,0 4 12 16,0-2 6-16,-1 8 1 0,1 2-2 0,2 1 14 15,-2 1-4-15,1 0-9 0,0 6-3 0,-1 0 3 16,4 0-7-16,-2 0-5 0,1 0-2 15,-1-1-2-15,1 1 1 0,-1 0-6 0,0-1-1 0,2 3-8 16,0-7-10-16,0 6-4 0,-1-8 5 0,0 7-7 16,-1-6-7-16,2 2-5 0,0-4 1 0,-2 0-1 15,1-1-2-15,0-1-3 0,1-3 0 0,1-2-15 16,-1 0 14-16,-2 0 0 0,1-3-6 0,-1 0-3 16,3-7 0-16,-2 12-22 0,0-7-28 0,2-5-30 15,-4 8-5-15,4-8-23 0,-2 5-19 0,2-5-30 16,0 0-48-16,0 0-41 0,0 0-62 0,-14-12-43 15,7 4-42-15,1-2-19 0,0-1-23 0,-2-2-18 16,3-4-17-16,-3 1-235 0,2 1-753 0,-1-4 333 16</inkml:trace>
  <inkml:trace contextRef="#ctx0" brushRef="#br0" timeOffset="78570.87">15775 4789 73 0,'0'0'352'0,"-4"-6"22"0,4 6 23 16,0 0 10-16,0 0 1 0,0 0-17 0,5-11-26 15,-5 11-21-15,4-5-19 0,-4 5-17 0,9-6-18 0,-4 3-27 16,1 0-23-16,-6 3-27 0,16-2-22 0,-6 2-19 16,1 0-20-16,1 1-13 0,1-1-13 15,2 1-25-15,0 2-29 0,3-1-37 0,-1-2-41 0,2 1-45 16,1-1-55-16,1-1-55 0,1 1-56 0,-2 0-50 16,1-1-69-16,0 0-72 0,1-1-290 0,0-1-756 15,-2-3 334-15</inkml:trace>
  <inkml:trace contextRef="#ctx0" brushRef="#br0" timeOffset="78852.06">16280 4700 259 0,'0'0'390'0,"0"0"28"0,0 0 11 0,0 0 1 16,0 0-8-16,-23-2-11 0,23 2-10 15,0 0-7-15,0 0-12 0,0 0-19 0,0 0-27 0,0 0-23 16,0 0-25-16,0 0-36 0,0 0-17 0,0 0-23 15,0 0-29-15,0 0-17 0,0 0-17 0,0 0-21 16,-6 11-7-16,6-11-12 0,-2 10-11 0,1-3-11 16,1-7-6-16,-2 12-6 0,1-2-10 0,1 0 3 15,1 0-13-15,-2 0-10 0,1-1-18 0,-1 1-23 16,2-2-29-16,-1 1-33 0,0-1-37 0,3-2-37 16,-3-6-40-16,0 12-37 0,1-7-35 0,-1-5-35 15,4 6-28-15,-4-6-44 0,5 5-51 0,-5-5-45 16,0 0-333-16,14-4-844 0,-6 0 374 0</inkml:trace>
  <inkml:trace contextRef="#ctx0" brushRef="#br0" timeOffset="79039.52">16349 4618 183 0,'0'0'359'15,"0"0"2"-15,0 0 16 0,0 0-9 0,0 0-17 16,0 0-31-16,-4-8-31 0,4 8-34 0,0 0-21 15,0 0-33-15,0 0-25 0,0 0-45 0,0 0-51 16,0 0-23-16,0 0-38 0,0 0-38 0,0 0-45 16,0 0-49-16,0 0-42 0,9 23-43 0,-5-17-47 15,1-1-47-15,-2 5-155 0,1-6-482 0,1 3 213 16</inkml:trace>
  <inkml:trace contextRef="#ctx0" brushRef="#br0" timeOffset="79492.53">16442 4740 344 0,'0'0'379'0,"0"0"18"0,0 0 10 0,0 0 6 16,0 0-1-16,0 0 1 0,0 0 4 0,0 0 2 15,1-22-14-15,-1 22-4 0,0 0-25 16,2-9-11-16,-2 9-26 0,0 0-24 0,0 0-35 16,0 0-30-16,0 0-25 0,0 0-26 0,0 0-23 0,0 0-24 15,0 0-18-15,0 0-16 0,0 0-13 0,0 0-15 16,0 0-5-16,0 0-4 0,0 0-17 0,0 0-18 15,0 0-15-15,0 0-16 0,-2 25-18 0,2-25-23 16,-1 13-16-16,0-7-25 0,1-6-14 0,0 13-13 16,0-13-11-16,0 9-9 0,0-9-7 0,1 9 2 15,-1-9 6-15,1 7 10 0,-1-7 8 0,0 0 12 16,2 9 7-16,-2-9 11 0,0 0 6 0,8 1 13 16,-8-1 1-16,0 0 7 0,18-8 5 0,-11 4 13 15,3-1 6-15,-2-2 8 0,-1 1 7 0,2-1 3 16,3 2 16-16,-3-3 22 0,1 4 3 0,-1-3 3 15,-2 1 1-15,0 2-5 0,-1 0 6 0,-6 4-3 16,9-4-6-16,-9 4-2 0,8-6-4 0,-8 6-6 16,5-2-3-16,-5 2-2 0,0 0-6 0,0 0-1 15,10 0-4-15,-10 0-2 0,8 5 0 0,-3-1-1 16,-5-4-4-16,9 8-10 0,-3-2-18 0,2 0-23 16,-2 0-28-16,1 1-24 0,2 2-37 0,0-2-34 15,-2-1-37-15,1 1-35 0,1-2-23 0,-3-2-26 16,-1 1-22-16,1 0-23 0,-3-1-33 0,-3-3-29 15,11 3-266-15,-11-3-716 0,10 0 317 0</inkml:trace>
  <inkml:trace contextRef="#ctx0" brushRef="#br0" timeOffset="80226.73">16797 4707 227 0,'0'0'289'0,"8"-6"17"0,-8 6 8 0,8-3-7 15,-8 3 10-15,0 0-17 0,6-2-9 0,-6 2-3 16,0 0-19-16,0 0-8 0,0 0-22 0,6-6-16 15,-6 6-22-15,0 0-17 0,0 0-18 0,0 0-16 16,8-1-19-16,-8 1-11 0,0 0-15 0,0 0-10 16,0 0-7-16,9 5-12 0,-9-5-6 0,8 6-8 15,-2-2-6-15,-1-1-8 0,-5-3-8 0,8 5-4 16,-3-2-2-16,-1 1-9 0,-4-4-2 0,5 7-2 16,-5-7-4-16,4 8-2 0,-2-5 1 0,-2-3-8 15,-1 10-2-15,1-10-5 0,-4 9-3 0,4-9 4 16,-6 6 1-16,-1-2 0 0,2-1 3 0,-5 1 2 15,2-2-8-15,-1 2-3 0,-1-4 3 0,-1 3 0 16,2-3-5-16,-2-2 5 0,11 2 4 0,-13-2 0 16,6-1 2-16,7 3-3 0,-9-6 5 0,9 6 1 15,-5-8-1-15,2 3-5 0,3 5-1 0,0 0 3 16,8-18-2-16,-3 11-3 0,4-1 1 0,-4 3 6 16,8-8-2-16,-3 6 0 0,2 2 10 0,-1 0 3 15,0-1-2-15,-1 2-3 0,-1 1-5 0,-3 1-2 16,-6 2-3-16,15 0-3 0,-15 0 0 0,12 2 4 15,-6 0-3-15,-1 1 2 0,2 1-7 0,-7-4 3 16,7 10-2-16,-3-6 0 0,0 3 11 0,0-1-7 16,-1 1-1-16,-1-1 0 0,1 1 2 0,-2 0 1 15,4 2-2-15,-4-1 2 0,3-1-4 0,-3-1 6 16,-1-6-5-16,6 11 6 0,-3-5-3 0,0-1 5 16,2-2-3-16,1 0 4 0,1-1-1 0,3 1-1 15,0-2 3-15,2-1-1 0,1-1-3 0,6-3-1 16,1-3 3-16,6-3 15 0,1-1 11 0,-3-2 0 15,0 0 8-15,-1-2 1 0,-1-4-3 0,1-1-4 16,-4-3 3-16,-2-2 9 0,-1 0 3 0,0 2-6 16,-4-4-3-16,0 2-3 0,-1 4-8 0,-4 2 4 15,-4 0-6-15,0 2-8 0,-6 0-4 0,1 5-4 16,-3-3-1-16,1 2-4 0,-4-1 1 0,1 5-5 16,0 0 0-16,-3 1-2 0,4 1-3 0,-1 3-1 15,1 0-2-15,-2 2 2 0,8 2-2 0,-14 2 2 16,5 0 1-16,-1 5 6 0,2 1-1 0,-1 5 5 15,2 3 3-15,-1-2 1 0,3 3-1 0,0 2 6 16,0 6 2-16,2-1-3 0,3 1 2 0,0-6-1 16,1 6-4-16,1-6 2 0,-1 3 2 0,2-3-3 15,2 0 2-15,0 0-2 0,1-4 2 0,1 1-1 16,-1-1 1-16,4-1 1 0,-2-5-4 0,3 0-5 16,1-1-11-16,1-1-28 0,-2-3-34 0,2 1-29 15,0-4-29-15,-2 0-53 0,1 1-52 0,-2-4-42 16,-10 2-56-16,14-3-65 0,-4-1-62 0,-10 4-309 15,9-6-823-15,-9 6 365 0</inkml:trace>
  <inkml:trace contextRef="#ctx0" brushRef="#br0" timeOffset="83971.78">17774 4567 142 0,'0'0'307'0,"0"0"6"0,0 0-4 16,0 0 9-16,0 0 0 0,0 0 11 0,0 0 0 15,0 0 6-15,0 0-1 0,0 0-6 0,0 0-8 16,0 0-7-16,0 0-12 0,0 0-16 0,0 0-14 16,0 0-15-16,0 0-16 0,0 0-9 0,0 0-27 15,0 0-10-15,0 0-22 0,0 0-20 0,0 0-13 16,0 0-13-16,0 0-19 0,0 0-17 0,0 0-7 15,0 0-11-15,0 0-4 0,0 0-9 0,24 8-9 16,-15-1-2-16,0-1-6 0,-2 0 21 0,2 3-22 16,0-2-18-16,0 1-11 0,-1 3-6 0,-2-3-18 15,2 2-16-15,-3 1-15 0,2-1-11 0,-5-1-13 16,1 1-15-16,-1-3-5 0,1 0-9 0,-2-1-5 16,-1-6 2-16,1 12 1 0,-1-12 10 0,-1 10 12 15,1-10 6-15,-4 9 6 0,4-9 10 0,-2 8 9 16,2-8 10-16,0 0 19 0,-5 4 19 0,5-4 26 15,0 0 24-15,0 0 12 0,0 0 14 0,0 0 8 16,0 0 11-16,-7-16-2 0,6 6-9 0,1 10-10 16,1-19 1-16,2 9-3 0,-2-1-9 0,3 0-7 15,0-2-25-15,0 1 15 0,2 1-13 0,0 3-25 16,2 0-12-16,0-1-20 0,3 2-31 0,-5-1-39 16,2 4-43-16,2-1-41 0,0 0-44 0,0 4-53 15,-3-1-33-15,-7 2-35 0,15 2-36 0,-7 0-35 16,-3 2-38-16,1 1-277 0,-6-5-785 0,8 7 347 15</inkml:trace>
  <inkml:trace contextRef="#ctx0" brushRef="#br0" timeOffset="84977.9299">18057 4637 93 0,'0'0'380'0,"4"-8"3"0,-4 8 7 16,4-7-18-16,-4 7 11 0,4-4-15 0,-4 4-10 15,2-8-22-15,-2 8-26 0,0 0-18 0,3-9-30 16,-3 9-22-16,4-7-28 0,-4 7-21 0,4-6-23 16,-4 6-13-16,0 0-22 0,0 0-15 0,12-2-13 15,-12 2-13-15,11 3-7 0,-11-3-8 0,11 5-11 16,-5-2-8-16,2 4-7 0,0-2-7 0,-1 0-14 16,-3 0-11-16,1 0-12 0,1 1-8 0,-4 0-10 0,2 1-16 15,-3 0-5-15,1-2-10 0,-2-5-5 0,-2 14-16 16,-2-7 7-16,1-1 11 0,-4 0-4 15,-1 0-2-15,0-2 1 0,-1 2-6 0,0-5 3 16,-1 3 8-16,-1-2 11 0,3-1-9 0,8-1 25 16,-12 1 11-16,12-1 19 0,-12-2 20 0,12 2 17 0,-7-6 8 15,3 2 13-15,4 4 6 0,-4-12-3 16,3 5-11-16,1 7-9 0,5-16 1 0,-4 8-6 16,2 2-3-16,0-3-7 0,1 2-4 0,1 3-3 15,1-3-8-15,-1 0 0 0,0 3-6 0,0 0-7 0,1-1 1 16,1 3-2-16,-7 2-2 0,14-2-3 0,-14 2 3 15,14 3-7-15,-9 1-2 0,4-2 1 16,-2 4 3-16,0-1 0 0,-1-2 0 0,-1 3-3 16,3 1 5-16,-2 0-13 0,0 3 5 0,-3-6-7 15,3 4-5-15,0 1-4 0,-2-4-5 0,-1 2 2 0,1-1 2 16,0 1-11-16,1 0 7 0,0 0 3 0,-1-3-1 16,3 1 6-16,-2-2 6 0,-5-3 1 0,10 6 3 15,-4-4 1-15,4 0-1 0,1-4 4 16,-2 0 8-16,1-2 7 0,0-1 3 0,1-3 7 0,0 0 10 15,0-4-3-15,3-3 5 0,1-8 10 0,2-4 39 16,-3 0 6-16,-1-1 1 0,0 0-17 0,-4 4 11 16,0 1 0-16,-1 5 13 0,-3 0 2 0,0 0-1 15,-3 1-12-15,0 4-3 0,0 2-3 16,-2 1-3-16,0 1-15 0,0 1-6 0,0 8-6 0,0-12-3 16,0 12-12-16,-2-11-9 0,2 11 0 0,-3-5-17 15,3 5 2-15,0 0-4 0,-10-3-3 16,10 3 3-16,0 0-1 0,-14 10-2 0,9-3-1 0,1-1-1 15,-1 2 0-15,1 2 0 0,0 2 2 0,0-2 1 16,-1 2-7-16,4-1 5 0,0 2 6 0,-2 2-4 16,3-3-4-16,0 4 3 0,3 0-3 0,-3-3 3 15,4 3-4-15,-1 0-5 0,2-3-6 0,-1 2-1 16,3 0 1-16,-4-5-2 0,4 5-3 0,-2-6 1 16,4 1 0-16,0 0-4 0,1-2 5 0,0 2-3 15,2-2 0-15,4-3 5 0,1 1 2 0,2 0 0 16,0-3-3-16,2-2 5 0,-1 0 0 0,0-2 2 15,0-2 3-15,-1-1 4 0,-2 1-4 0,-3-3-1 16,-2 1 4-16,-1 0 0 0,0-5 0 0,-2 4-1 16,0-2 3-16,-1 1 4 0,-3-1 2 0,0-2 9 0,-1 1 5 0,0-1-3 15,-4 1 0-15,1 1-7 0,-1 8-3 0,0-12-3 16,0 12-1-16,-4-13-7 0,3 8 2 0,1 5-3 16,-5-8-2-16,5 8-3 0,-4-5 0 0,4 5-8 15,0 0-7-15,0 0 6 0,0 0-1 0,0 0 0 16,-19 11-1-16,16-5 3 0,2 1-1 0,0 1 1 15,1 0 2-15,0 1-6 0,-2-1 1 0,6 3-4 16,-3-1 4-16,2 1 2 0,1-4-1 16,1 3 3-16,1-2 3 0,1 3 0 0,-1-3 1 0,3-2 3 15,2 3 0-15,0-3 2 0,0-2 1 0,1 1-2 16,1-3-7-16,-1 2-8 0,1-2-5 0,-1-4-9 16,0 2-26-16,1 0-14 0,0-4-28 0,0 0-39 15,1-2-44-15,-4 2-46 0,-1-3-39 0,1 2-43 16,-2-1-52-16,1-1-60 0,-3-1-326 0,-2 1-815 15,1-1 361-15</inkml:trace>
  <inkml:trace contextRef="#ctx0" brushRef="#br0" timeOffset="85196.64">18751 4471 256 0,'0'0'496'0,"-7"-7"26"0,7 7 14 16,-8-5-3-16,8 5-16 0,-5-3-21 0,5 3-23 15,0 0-45-15,0-9-44 0,0 9-44 0,11-7-34 16,1 2-32-16,6-2-21 0,2 2-31 0,1-2-19 16,0 4-26-16,1 0-17 0,-3 0-24 0,2 2-35 15,-1-1-42-15,-7 1-52 0,-1 1-56 0,-2 0-83 16,0-2-59-16,-2 2-54 0,0-1-54 0,-8 1-43 16,9-3-66-16,-9 3-97 0,6-6-280 0,-5-2-851 15,-1 8 377-15</inkml:trace>
  <inkml:trace contextRef="#ctx0" brushRef="#br0" timeOffset="85852.73">19458 4622 346 0,'0'0'418'0,"-4"-8"12"0,4 8 7 15,0 0 2-15,0 0-8 0,0 0-15 0,0 0-18 16,-2-6-22-16,2 6-20 0,0 0-25 0,0 0-13 0,5-11-26 15,-5 11-29-15,0 0-31 0,5-9-21 0,-5 9-21 16,5-2-30-16,-5 2-12 0,6-4-16 16,-6 4-20-16,12 0-10 0,-12 0-9 0,15 4-12 15,-7-2-6-15,1 3-11 0,2-1-7 0,5 6 19 0,-9-3-8 16,7 4-15-16,-2 0-17 0,-2-3-14 0,-1 2-19 16,-1 5-22-16,-3-5-20 0,0 1-18 0,-2-1-15 15,-3-1-8-15,0-2 8 0,-2 3 8 16,0 0 5-16,-6-1 7 0,-1 0 8 0,-4-3 5 0,-1 1 6 15,-4-2 1-15,0-2 8 0,-1 0 1 0,5-2 4 16,1-1 6-16,-3 0 10 0,3-1 17 0,0 0 23 16,2-3 16-16,2 0 29 0,0 1 11 0,4-2 0 15,1-2-6-15,-1-1-8 0,2-2-13 0,6-1-7 16,3-1-13-16,0-5-23 0,6 3-26 0,1-2-42 16,2 4-53-16,8-7-51 0,-2 2-43 0,3 3-57 15,0 3-57-15,-3 2-49 0,-2 3-51 0,9-1-53 16,-6 1-357-16,-2 0-883 0,1 3 391 0</inkml:trace>
  <inkml:trace contextRef="#ctx0" brushRef="#br0" timeOffset="86212.02">19760 4427 49 0,'-4'-9'404'0,"0"-2"33"0,1 0 30 16,-3 1 23-16,4 0 6 0,-4 2-13 0,4 0-13 0,-1 3-11 15,3 5-2-15,-4-13-14 0,4 13-22 0,-2-8-31 16,2 8-39-16,-4-8-36 0,4 8-33 0,0 0-22 16,-3-5-36-16,3 5-25 0,0 0-23 0,0 0-22 15,0 0-13-15,0 0-20 0,0 0-3 0,-5 18-19 16,5-9-8-16,0 7-4 0,0 0-12 0,0 3-43 16,-1 1-32-16,2 8 0 0,-2 3 0 0,2 0 0 15,2 1 0-15,-1 3 0 0,0 0 0 0,1 0 0 16,-1-2 0-16,0 2 0 0,0 0 0 0,-1 0 0 15,2 0 0-15,-1-2 0 0,1-1 0 0,-5 1 0 16,4-2 0-16,-1-3 0 0,-1 1 0 0,0-4 0 16,-1-5 0-16,2-2 0 0,-1 0 0 0,0-5 0 15,1-1-110-15,-1 0-90 0,2-2-12 0,-2-3-30 16,0 0-20-16,0-7-32 0,2 9-12 0,-2-9-13 16,1 7-12-16,-1-7-10 0,0 0-28 0,0 0-40 15,0 0-20-15,0 0-300 0,0 0-788 0,0 0 350 16</inkml:trace>
  <inkml:trace contextRef="#ctx0" brushRef="#br0" timeOffset="86415.09">19614 4947 281 0,'-3'-10'422'0,"3"10"46"0,-1-8 24 0,1 8 15 16,0-10 0-16,0 10-11 0,0 0-15 0,1-13-24 15,1 7-33-15,2 2-29 0,3-3-36 0,-2 1-31 16,3-2-39-16,1 2-23 0,4-1-35 0,-2 2-19 15,6-3-24-15,-1 3-17 0,2-2-23 0,0 2-31 16,3 0-47-16,-1 0-56 0,-1 1-49 0,3-2-44 16,-2 3-61-16,6-2-68 0,1-2-66 0,-7 3-70 15,7-2-60-15,1-1-62 0,0 0-54 0,-8 1-290 16,6-2-876-16,1-3 389 0</inkml:trace>
  <inkml:trace contextRef="#ctx0" brushRef="#br0" timeOffset="86868.11">20721 4397 185 0,'5'-6'429'0,"-3"0"-3"16,2-1 9-16,0 1 1 0,-4 6-16 0,1-14-17 15,-1 7-15-15,0 7-12 0,-2-12-12 0,0 5-23 16,0-2-28-16,-3 1-22 0,-2 1-19 0,4 0-17 16,-4 0-13-16,2 2-12 0,-1-2-11 0,1 3-6 15,-1 1-19-15,6 3-18 0,-7-9-15 0,3 7-18 16,4 2-15-16,-7-7-19 0,7 7-15 0,-7-2-6 16,7 2-9-16,0 0-6 0,-8 10-7 0,4 0-12 15,0 0-14-15,-1 5-3 0,3 4 9 0,-4 1 4 16,3 7-17-16,0 0 2 0,1 3-8 0,1-2-2 15,-1 6 5-15,2-1-8 0,0 0 2 0,0-1-8 16,2 3 3-16,-2-2-2 0,1-2 1 0,0-1-2 16,0 0 1-16,2 0-8 0,1 0-1 0,-3-3-25 15,3 1 6-15,-3-3-6 0,2-5-9 0,-1-1-3 16,-1-1-5-16,1-3-12 0,0 1 2 0,0-4-4 16,-1-3-10-16,0 1-12 0,-1-3-14 0,2 1-24 15,-2-8-22-15,1 7-25 0,-1-7-20 0,1 8-23 16,-1-8-15-16,0 0-15 0,0 0-56 0,0 0-50 15,0 0-51-15,0 0-72 0,-23-22-367 0,13 10-892 16,0-5 395-16</inkml:trace>
  <inkml:trace contextRef="#ctx0" brushRef="#br0" timeOffset="87071.19">20484 4719 71 0,'0'0'384'0,"0"0"22"0,-2-12 33 16,2 12-2-16,0 0-7 0,0-7-15 0,0 7-15 15,0 0-9-15,0 0-24 0,0 0-26 0,0 0-31 16,0-10-33-16,0 10-30 0,7-3-24 0,-2 0-24 16,3-1-22-16,-8 4-21 0,15-1-17 0,-3-1-31 15,1 1-45-15,1 0-47 0,3-1-57 0,2-2-69 16,1 4-67-16,8-1-68 0,-7 1-57 0,7-3-61 16,-1-2-48-16,-5 3-314 0,-2-1-785 0,0 2 348 15</inkml:trace>
  <inkml:trace contextRef="#ctx0" brushRef="#br0" timeOffset="87305.51">20882 4572 244 0,'0'0'323'0,"0"0"21"0,0 0 3 0,-4-9 7 0,4 9-2 16,0 0-8-16,0 0-5 0,0 0-5 0,0 0-17 16,-3-7-24-16,3 7-33 0,0 0-27 0,0 0-26 15,0 0-27-15,0 0-18 0,0 0-13 0,0 0-15 16,0 0-12-16,0 26-8 0,0-26-8 0,2 17-9 15,-1-7-10-15,-1 0-10 0,1 1-3 0,1 0-11 16,-4 0-5-16,4-1-4 0,-1-1-6 0,2 0-7 16,-1 0-19-16,-1-2-25 0,0 0-21 0,-1-7-41 15,3 10-41-15,-3-10-51 0,1 9-40 0,-1-9-37 16,1 6-37-16,-1-6-78 0,0 0-70 0,0 0-257 16,0 0-732-16,0 0 324 0</inkml:trace>
  <inkml:trace contextRef="#ctx0" brushRef="#br0" timeOffset="87478.4">20875 4489 112 0,'0'0'366'16,"-1"-12"24"-16,1 12 27 0,-1-9 13 0,1 9 5 15,-4-9-10-15,4 9-14 0,-1-8-13 0,1 8-20 16,0 0-32-16,-3-7-33 0,3 7-35 0,0 0-31 16,0 0-30-16,-1-8-44 0,1 8-52 0,0 0-67 15,0 0-78-15,0 0-85 0,0 0-77 0,0 0-69 31,0 0-84-31,27 12-78 0,-18-9-281 0,2 0-754 16,3 0 334-16</inkml:trace>
  <inkml:trace contextRef="#ctx0" brushRef="#br0" timeOffset="87775.22">21058 4382 336 0,'0'0'484'0,"-1"-10"10"0,1 10 11 0,-3-8 1 16,3 8-7-16,-1-9-9 0,1 9-15 0,0 0-22 16,-1-8-30-16,1 8-43 0,0 0-37 0,0 0-41 15,0 0-22-15,0 0-40 0,0 0-29 0,0 0-13 16,0 0-28-16,0 0-11 0,0 0-22 0,0 0-7 16,5 31-16-16,-4-18-11 0,0 0-13 0,-1 5 1 15,3 1-9-15,-3 1-12 0,1-1-5 0,-1 6-9 16,3 0 8-16,-3-7-7 0,5 3-14 0,-4 3-7 15,0-5 4-15,1-1-52 0,-1 2-38 0,-2-4-23 16,2 2-37-16,1-4-42 0,1-1-39 0,-2-1-43 16,3-1-59-16,0-3-40 0,0-2-43 0,2 2-39 15,-6-8-55-15,12 8-37 0,-6-6-312 0,-6-2-887 16,18-4 394-16</inkml:trace>
  <inkml:trace contextRef="#ctx0" brushRef="#br0" timeOffset="88103.26">21278 4419 233 0,'1'-6'378'16,"-1"6"24"-16,4-12 16 0,0 7 1 0,-4 5 6 15,2-7-8-15,-2 7-7 0,0 0-17 0,3-6-17 16,-3 6-34-16,0 0-31 0,0 0-30 0,0 0-29 16,2-6-27-16,-2 6-22 0,0 0-18 0,0 0-19 15,0 0-15-15,0 0-14 0,0 0-3 0,4 23-6 16,-5-16-1-16,1 2 4 0,0 3-3 0,0 1-19 15,0-1-3-15,-1 3-13 0,1 0-7 0,0-2-9 16,0 3 0-16,0 2-10 0,0-1 2 0,1 0-17 16,-1-1-10-16,1 1 1 0,-1 0-2 0,0-1-5 15,2-3-5-15,0-1 0 0,-2 2-4 0,1-5-2 16,-1 2-18-16,3-2-16 0,-2-2-19 0,-1-7-15 16,0 10-33-16,0-10-22 0,0 9-22 0,0-9-19 15,0 0-18-15,0 0-36 0,0 0-60 0,0 0-47 16,0 0-36-16,0 0-21 0,0 0-26 0,0 0-31 15,5-35-21-15,-6 25-307 0,1 0-803 0,-2-2 354 16</inkml:trace>
  <inkml:trace contextRef="#ctx0" brushRef="#br0" timeOffset="88322.08">21252 4569 121 0,'0'0'260'0,"0"0"24"16,-6-4 19-16,6 4 12 0,0 0 29 0,0 0 7 15,0 0 9-15,0 0 3 0,0 0 2 0,0 0-16 16,0 0-14-16,0 0-19 0,0 0-19 0,0 0-28 15,0 0-21-15,0 0-26 0,0 0-24 0,0 0-16 16,0 0-21-16,0 0-8 0,0 0-16 0,0 0-11 16,0 0-23-16,0 0-26 0,18 13-33 0,-18-13-42 15,14-2-53-15,-3 2-48 0,-11 0-54 0,22-5-51 16,-7 1-33-16,2 2-31 0,-3 0-30 0,3-3-28 16,3 4-23-16,-2-3-9 0,-1 2 6 0,-1-1-5 15,-2 2-183-15,-1 1-583 0,0-3 259 0</inkml:trace>
  <inkml:trace contextRef="#ctx0" brushRef="#br0" timeOffset="88712.62">21557 4541 275 0,'0'0'309'15,"0"0"4"-15,0 0 5 0,0 0 10 0,0 0 1 16,0 0-3-16,0 0-10 0,8-1-1 0,-8 1-13 16,0 0-14-16,0 0-25 0,0 0-13 0,0 0-18 15,11 5-13-15,-11-5-17 0,7 2-14 0,-1 2-17 16,1 0-16-16,-1-2-14 0,-2 3-15 0,4 2-14 15,-2 2-7-15,2-3-14 0,-2 3-7 0,0 2-14 16,0-1-2-16,-1 0-7 0,1 1-7 0,-2 0-7 16,-1-2-7-16,-1 4-5 0,0-4-9 0,2 2-14 15,-3-1-18-15,-1-3-9 0,1 1-14 0,0 1-2 16,-1-9 3-16,0 8 0 0,0-8 2 0,0 7 7 16,0-7 5-16,0 0 15 0,0 0 1 0,0 0 10 15,0 0 9-15,0 0 6 0,0 0 0 0,0 0-2 16,-5-25-1-16,7 13 0 0,-1 0-3 0,3-3-3 15,4-11-2-15,3 3-4 0,3 2 1 0,2 0 0 16,-3 5-4-16,0 1 3 0,0 2-6 0,-1 2 3 16,-1 3-2-16,-4 0-3 0,4 3-6 0,-1 2 2 15,-4 0-1-15,1 1-8 0,-7 2-17 0,16-2-23 16,-11 2-18-16,-5 0-21 0,15 5-28 0,-9-4-34 16,-2 2-19-16,1 1-31 0,-5-4-25 0,6 7-30 15,-3-2-27-15,-3-5-35 0,4 9-30 0,-4-9-27 16,4 9-227-16,-4-9-649 0,0 0 287 0</inkml:trace>
  <inkml:trace contextRef="#ctx0" brushRef="#br0" timeOffset="89196.87">21923 4539 59 0,'0'0'238'0,"0"0"0"0,0 0-1 16,8-6 3-16,-8 6-11 0,0 0-2 0,0 0-1 15,0 0 0-15,6-5-7 0,-6 5-5 0,0 0-7 16,0 0-10-16,0 0 11 0,0 0-10 0,14-2-20 15,-14 2-21-15,0 0-6 0,0 0-11 0,12-3-30 16,-12 3-13-16,0 0-1 0,15 4-7 0,-15-4-13 16,11 2-8-16,-11-2-10 0,12 8-3 0,-8-4-8 15,-4-4-8-15,9 9 2 0,-5-4-8 0,-4-5-5 16,9 9-2-16,-7-2-10 0,-2-7 5 0,3 12-3 16,-3-12-3-16,1 14 1 0,-1-14 1 0,-5 14-2 15,5-14 4-15,-10 13 4 0,3-8-2 0,0 1-3 16,-4 0-2-16,1 0 3 0,0-3-3 0,-3 1 1 15,2-3 0-15,2 2-1 0,-3-1 7 0,5-2 15 16,7 0 29-16,-13 2 15 0,13-2 5 0,-11-5 12 16,5 2-2-16,1-1 4 0,5 4-7 0,-5-13-3 15,6 3-13-15,1-1-8 0,-1 2-8 0,4-2-3 16,0 1-8-16,3 2-4 0,-2-1-9 0,2 1-2 16,-3 0-6-16,1 1-4 0,5 2-2 0,-4-2-6 15,2 2 1-15,0 2-9 0,-1 0-4 0,1 0 1 16,-9 3-1-16,12-1-3 0,-4 3-2 0,-1 0-1 15,-2 2-1-15,1 0 1 0,2 3 1 0,-2 0 1 16,2 1-2-16,-4-2 1 0,1 4-1 0,1-3 1 16,-1 3 0-16,0-2-4 0,-1 1-12 0,4 2-11 15,-1-3-12-15,0 0-11 0,-2 1-13 0,3-2-23 16,0 1-23-16,0 0-35 0,1-4-32 0,2 1-24 16,-1-1-28-16,0-2-26 0,2 0-19 0,-1 1-16 15,0-1-19-15,2-4-36 0,0 0-22 0,-3 0-197 0,0-1-609 0,1-3 271 0</inkml:trace>
  <inkml:trace contextRef="#ctx0" brushRef="#br0" timeOffset="89509.3">22351 4412 116 0,'2'-16'289'0,"0"5"13"0,-2-2 14 0,0 1 20 0,2 2 34 16,-2 0-17-16,0 0 6 0,0 10-2 0,0-13 0 16,0 7 1-16,0 6-7 0,0-10-9 0,0 10-17 15,1-7-16-15,-1 7-20 0,0 0-27 0,0 0-29 16,1-8-23-16,-1 8-28 0,0 0-23 0,0 0-15 15,0 0-9-15,0 0-12 0,0 0-14 0,0 0-6 16,0 0-1-16,-1 29-16 0,2-18-1 0,-1 3-10 16,0 4-3-16,1 1-5 0,-1-1-8 0,0 1-6 15,4 0-1-15,-4 5-7 0,3 3-4 0,-2-1-2 16,-1-8-2-16,0 1-6 0,1 0-9 0,-1 1-22 16,0-2-14-16,0 0-22 0,0-3-22 0,-1-2-27 15,1-5-35-15,0 3-34 0,0-11-31 0,-3 17-32 16,3-17-27-16,-1 10-24 0,1-6-9 0,0-4-7 15,0 0-35-15,0 0-64 0,0 0-44 0,0 0-27 16,0 0-235-16,0 0-745 0,0 0 329 0</inkml:trace>
  <inkml:trace contextRef="#ctx0" brushRef="#br0" timeOffset="89899.84">22310 4527 247 0,'0'0'348'0,"0"0"11"0,0 0 1 15,0 0 1-15,0 0-10 0,0 0-9 0,0 0-13 16,0 0-11-16,0 0-15 0,0 0-16 0,0 0-22 16,0 0-22-16,0 0-15 0,0 0-16 0,0 0-20 15,0 0-16-15,0 0-15 0,0 0-16 0,0 0-17 16,0 0-10-16,0 0-15 0,0 0-10 0,25-5-10 16,-15 4-4-16,2 0-11 0,5 0-6 0,-4 0-5 15,5-2-10-15,-5 2-4 0,1-1 1 0,-1 1-8 16,-2 0-5-16,1 0-5 0,-3 1-3 0,-3-1-1 15,-6 1-3-15,14 1-5 0,-6-1-2 0,-8 0-5 16,9 0 3-16,-9 0-3 0,9 2-4 0,-9-2-2 16,5 4-3-16,-5-4 4 0,5 6-5 0,-5-6 2 15,4 5-1-15,-2 0 4 0,-2-5-8 0,3 13 2 16,-2-7 6-16,3 1-3 0,-4 0 0 0,1 1 1 16,0-2 3-16,1 2-2 0,0 3-2 0,0-3 2 15,-2-1 1-15,1 0-2 0,-1-7 1 0,0 14-2 16,0-8-20-16,0-6-20 0,0 0-24 0,1 15-26 15,-1-15-21-15,0 0-29 0,0 0-16 0,1 11-13 16,-1-11-9-16,0 0-24 0,0 0-43 16,0 0-46-16,0 0-34 0,0 0-46 0,0 0-285 0,19-22-711 15,-19 22 314-15</inkml:trace>
  <inkml:trace contextRef="#ctx0" brushRef="#br0" timeOffset="90071.69">22703 4442 40 0,'0'0'277'15,"2"-6"-1"-15,-2 6-3 0,0 0 1 0,0 0 1 0,0 0-8 16,0 0-12-16,3-11-17 0,-3 11-19 0,0 0-34 16,0 0-15-16,0 0-22 0,0 0-16 0,0 0-28 15,0 0-25-15,0 0-25 0,0 0-30 0,0 0-46 16,0 0-53-16,0 0-52 0,0 0-49 16,0 32-62-16,2-21-204 0,-2-11-480 0,6 18 213 15</inkml:trace>
  <inkml:trace contextRef="#ctx0" brushRef="#br0" timeOffset="90743.39">22799 4614 59 0,'0'0'357'16,"0"0"4"-16,0 0-7 0,0 0-14 0,0 0-1 16,12-21-2-16,-12 21-1 0,3-10-5 0,-3 10-13 0,0 0-12 15,3-11-19-15,-3 11-23 0,0 0-25 0,4-8-18 16,-4 8-22-16,0 0-25 0,0 0-21 15,0 0-17-15,0 0-16 0,6-7-10 0,-6 7-17 16,0 0-8-16,0 0-12 0,0 0-9 0,0 0-6 16,16 10-6-16,-16-10-9 0,8 8-4 0,-8-8-7 0,1 11-7 15,-1-11-2-15,4 13-10 0,-4-13-10 0,3 12-9 16,-3-12-3-16,-2 11-3 0,2-11-1 16,-7 13 3-16,7-13 0 0,-7 9-1 0,7-9 3 15,-10 10 2-15,5-7 0 0,5-3 1 0,-14 3 1 16,6-1 4-16,8-2 0 0,-15 3 4 0,15-3 2 15,0 0 2-15,-15 0 0 0,15 0 2 0,0 0 3 0,-8-11 2 16,8 11 1-16,-1-11 3 0,1 11-5 16,4-18-4-16,-1 7-6 0,1 0 3 0,4 1-3 15,3-5-9-15,3 2-7 0,6 3 4 0,-4-1 0 16,3 3 0-16,0 0-2 0,-2 3 5 0,0 1-7 16,-3 3 1-16,4 1 3 0,-2 2-1 0,-2 0-1 0,-1 2 0 15,1-1 3-15,-2 2-2 0,-2 2 0 16,1 2-1-16,-3 2 1 0,0-1 2 0,-2-5-7 15,-1 5-3-15,2 1-1 0,-2-1-4 0,-1 1-9 16,-3-2-11-16,-1 0-14 0,0-9-15 0,3 14 14 16,-3-6-9-16,0-8 8 0,1 13-6 0,-1-13 12 0,0 0 4 15,1 11 10-15,-1-11 10 0,0 0 13 0,0 0 13 16,0 0 0-16,0 0 4 0,0 0-3 16,0 0 4-16,0 0 7 0,0 0-5 0,24-24 3 15,-17 17-5-15,1-1 9 0,3-6-7 0,3 1 0 16,-1 2 17-16,-2 0 7 0,-2 3 0 0,1 2-2 0,-1-1 0 15,-3 1-3-15,0 4 1 0,0 0 6 0,-6 2-11 16,9-6-14-16,-9 6 3 0,0 0 3 16,0 0 0-16,17 4-9 0,-17-4 6 0,9 6-3 15,-4 2-1-15,-5-8 4 0,8 11 2 0,-6-6-9 16,2 3 0-16,1 0 2 0,-1-1-4 0,0 0 4 16,-2-3-4-16,1 4 3 0,-1-4 1 0,1 2-3 0,-3-6-16 15,4 12-21-15,-4-12-30 0,5 7-34 16,-5-7-41-16,4 7-17 0,-4-7-33 0,0 0-51 15,9 6-63-15,-9-6-67 0,0 0-274 0,0 0-701 16,22-4 310-16</inkml:trace>
  <inkml:trace contextRef="#ctx0" brushRef="#br0" timeOffset="105966.3">23532 4630 378 0,'0'0'452'0,"0"0"13"15,0 0 4-15,0 0 4 0,0 0 1 16,0 0-5-16,0 0-26 0,0 0 9 0,0 0-8 0,0 0-16 15,0 0-18-15,0 0-13 0,0 0-22 0,0 0-14 16,0 0-32-16,0 0-11 0,0 0-22 0,0 0-27 16,0 0-22-16,0 0-22 0,0 0-208 0,0 0-17 15,0 0 0-15,0 0 0 0,0 0 0 0,0 0 0 16,0 0 0-16,0 0 0 0,0 0 0 0,0 0 0 16,0 0 0-16,0 0 0 0,0 0 0 0,0 0 0 15,0 0 0-15,0 0 0 0,0 0 0 0,0 0-201 16,9-1-307-16,-9 1-93 0,0 0-85 0,12 1-347 15,-6-2-1119-15,-6 1 496 0</inkml:trace>
  <inkml:trace contextRef="#ctx0" brushRef="#br0" timeOffset="106403.67">24059 4368 279 0,'0'0'423'0,"1"-11"0"0,-1 4-4 0,0 7-4 16,0-10-3-16,0 10-8 0,1-7-15 0,-1 7-14 15,0 0-19-15,0 0-18 0,-1-12-24 0,1 12-27 16,0 0-29-16,0 0-24 0,0 0-33 0,0 0-19 15,0 0-19-15,0 0-17 0,0 0-21 0,0 0-11 16,0 0-17-16,0 0-2 0,0 0-10 0,6 23-8 16,-4-14-11-16,-1 4-1 0,3-1-7 0,-3 3-5 15,0 3-5-15,2-1-8 0,-3-1-1 0,3 4-5 16,-3-2-2-16,-2 0-1 0,4 2-2 0,0-1 0 16,-1 0-7-16,-1-1-2 0,4 0 0 0,-3-4 6 15,-1-3-12-15,0 2 4 0,0-1-3 0,0-1-2 16,0-1-3-16,2-2-11 0,-2-2-7 0,0-6-11 15,1 12-15-15,0-5-17 0,-1-7-27 0,2 9-23 16,-2-9-30-16,0 0-20 0,-3 8-25 0,3-8-30 16,0 0-55-16,0 0-63 0,0 0-68 0,0 0-69 15,0 0-356-15,12-27-885 0,-9 15 393 0</inkml:trace>
  <inkml:trace contextRef="#ctx0" brushRef="#br0" timeOffset="106825.57">23872 4303 354 0,'-6'-5'443'0,"6"5"21"0,-7-8-4 16,2 4-10-16,5 4-15 0,-5-7-12 0,5 7-10 15,-4-8-4-15,4 8-12 0,-4-9-15 0,4 9-10 16,-2-7-14-16,2 7-8 0,-2-12 0 0,2 12-27 15,3-16-34-15,1 7-24 0,1-2-24 0,5-3-26 16,-1 0-23-16,5 2-20 0,5 0-20 0,7-1-19 16,4 0-11-16,0 2-95 0,7 1-27 0,-1 3 0 15,4 2 0-15,11 2 0 0,-12 3 0 0,-3 1 0 16,3 1 0-16,-1 5 0 0,-4-3 0 0,-2 3 0 16,-4 2 0-16,0 0 0 0,-11 1 0 0,1 1 0 15,-6 0 0-15,-1 0 0 0,1 4 0 0,-6-1 0 16,-1 2 0-16,-5-4 0 0,-1 3 0 0,-4 2 0 15,-3-2 0-15,-7-1 0 0,-6 4 0 0,-4-3 0 16,-3-1 0-16,-4 1 0 0,-2-2 0 0,-2-3 0 16,0-3 0-16,1-1 0 0,3-3 0 0,0 2-56 15,5-3-33-15,9 0 3 0,4-1-6 0,3 0-11 16,-2-1-12-16,7 0-24 0,6 0-35 0,-13 1-54 16,13-1-42-16,0 0-90 0,0 0-67 0,0 0-54 15,0 0-53-15,28 10-306 0,-10-3-909 0,2 1 402 16</inkml:trace>
  <inkml:trace contextRef="#ctx0" brushRef="#br0" timeOffset="107278.58">24330 4614 171 0,'0'0'403'0,"0"0"22"0,0 0-1 0,0 0-14 16,0 0-16-16,14-13-22 0,-14 13-26 0,4-7-22 15,-2 1-20-15,1 0-29 0,-3 6-24 0,8-7-28 16,-4 5-22-16,-4 2-21 0,10-8-19 0,-5 6-18 16,1 0-17-16,-6 2-16 0,17 1-12 0,-17-1-9 15,19 4-12-15,-9 2-9 0,-4-3-6 0,0 2-10 16,0-1-6-16,0 3-6 0,-3-2-4 0,-1 2-9 16,-2-7-14-16,3 11-20 0,-3-6-16 0,0-5 9 15,-4 14-2-15,0-8 2 0,-2-2 0 0,-3 0 3 16,1 1 0-16,0-2 2 0,-2-1 2 0,1-1 0 15,-1-1 1-15,0 0 4 0,10 0 6 0,-14-1 8 16,14 1 17-16,-11-2 14 0,11 2 19 0,-8-5 9 16,8 5-1-16,0-10 11 0,0 10-1 0,1-11-8 15,-1 11-5-15,10-11-8 0,-10 11-3 0,9-14-8 16,-4 7 0-16,2-1-7 0,-1 3-4 0,0 1-5 16,2-2-4-16,-1 4-7 0,-1 1-5 0,-6 1-2 15,15-2 3-15,-15 2-6 0,17 6-4 0,-6-1-2 16,-2 1 1-16,-1 2-2 0,6-1-3 0,-8 1 2 15,3 1-19-15,1 3-22 0,1-3-26 0,-3 2-28 16,3 1-33-16,-1-5-29 0,-3 2-28 0,2 1-29 16,-1-2-18-16,3-1-29 0,-2-1-29 0,-1-1-48 15,0-4-47-15,1 0-40 0,0-1-238 0,-9 0-715 16,18-7 316-16</inkml:trace>
  <inkml:trace contextRef="#ctx0" brushRef="#br0" timeOffset="107569.35">24822 4372 268 0,'3'-11'351'16,"-1"1"23"-16,-2 1 35 0,2 3 22 0,-2 6 8 0,-2-11 0 15,2 11-8-15,2-8-20 0,-2 8-25 0,0 0-26 16,0 0-28-16,0-8-35 0,0 8-25 0,0 0-30 16,0 0-27-16,0 0-24 0,0 0-21 0,0 0-15 15,0 0-23-15,0 0-9 0,0 0-8 0,2 30-15 16,-2-21-5-16,-2 3-16 0,2 4 1 0,-2-3-9 15,0 4-9-15,-1 0-4 0,2 0-9 0,-2 0-1 16,0 1-12-16,3-1-1 0,-2 2-2 0,-2-1 11 16,4 1-36-16,-3-3-6 0,3 2-21 0,0-7-21 15,2-1-25-15,-2 1-29 0,0-11-39 0,2 21-45 16,0-13-38-16,-2-8-37 0,3 11-27 16,-3-11-21-16,2 8-7 0,-2-8-29 0,0 0-55 0,0 0-45 15,0 0-278-15,0 0-776 0,0 0 344 0</inkml:trace>
  <inkml:trace contextRef="#ctx0" brushRef="#br0" timeOffset="108162.96">24682 4482 147 0,'-7'-5'398'16,"7"5"17"-16,0 0 9 0,0 0 12 0,0 0-10 16,0 0-18-16,0 0-22 0,0 0-24 0,0 0-23 15,0 0-30-15,0 0-31 0,0 0-28 0,0 0-25 16,0 0-24-16,0 0-23 0,0 0-18 0,0 0-17 15,18-6-25-15,-10 4-28 0,0 1-29 0,3 1-29 16,2-1-40-16,0-1-36 0,7 1-53 0,-1-2-42 16,4-1-39-16,3 1-45 0,-4-1-34 0,0 2-33 15,0 0-31-15,6-6-5 0,0 1-18 0,2 1 3 16,-3 2 38-16,-11-1 34 0,2 0 24 0,-6 2 10 16,0-1-126-16,-3-1-392 0,-9 5 1272 0,13-6-637 15,-13 6 29-15,8-6 31 0,-8 6 27 0,4-9 50 16,-2 6 37-16,-2 3 46 0,0 0 39 0,2-7 31 15,-2 7 25-15,0 0 23 0,0 0 2 0,0 0 3 16,-1-13-6-16,1 13-8 0,0 0-22 0,0 0-19 16,0 0-25-16,0 0-11 0,0 0-13 0,0 0 7 15,0 0 15-15,0 0 4 0,0 0 9 0,0 0 11 16,-7 25 8-16,7-16-7 0,0 1-16 0,-3 1-16 16,2-2-11-16,-1 2-14 0,4 1-9 0,-2 5-11 15,0-7-7-15,-2 1-8 0,2 1-5 0,0-1-8 16,0-11-6-16,0 22-5 0,2-13-7 0,-2-9-16 15,0 14-10-15,4-6-13 0,-4-8-8 0,0 9 2 16,0-9-7-16,2 10 3 0,-2-10 2 0,0 0 2 16,8 7 2-16,-8-7 1 0,10 0-2 0,-10 0-1 15,16-7 6-15,-7 3-6 0,3-3 1 0,-1 0 5 16,-3 1-5-16,5 0 0 0,-4 1 1 0,0-1 4 16,0 2 1-16,1 0 8 0,-3 0 0 0,-7 4 2 15,10-4-3-15,-10 4-3 0,9-6-6 0,-9 6-2 16,0 0-3-16,0 0 2 0,0 0-3 0,0 0 3 15,20 8-2-15,-20-8 0 0,6 9-4 0,-6-9-23 16,5 10-45-16,-5-10-45 0,7 14-66 0,-4-11-44 16,-3-3-52-16,7 10-62 0,-7-10-85 0,10 9-333 15,0-4-821-15,-10-5 364 0</inkml:trace>
  <inkml:trace contextRef="#ctx0" brushRef="#br0" timeOffset="108553.5">25788 4522 169 0,'0'0'397'0,"0"0"-6"0,0 0-3 0,0 0-11 0,0 0-31 15,0 0-24-15,0 0-20 0,0 0-15 0,0 0-25 16,0 0-16-16,8-24-24 0,-5 20-20 0,4 2-22 15,-7 2-23-15,13-2-13 0,-6 1-19 16,-7 1-11-16,16-2-14 0,-7 4-8 0,1 0-16 0,0 1-9 16,1 3-5-16,-2-3-5 0,3 3-9 0,-6 1-9 15,1 0-4-15,-1 1-1 0,-1 1-7 0,0-3 1 16,-5-6-7-16,2 17-8 0,-2-17 1 0,-2 15-1 16,-3-7 1-16,1-1-1 0,-5-3 3 15,0 3-2-15,-1-1 0 0,-3-2 1 0,2 0 1 0,-5-4 1 16,1 3-1-16,1-3-2 0,1-2 1 0,-1 2 2 15,14 0 3-15,-20-5-2 0,10 0-1 0,4 0-2 16,6 5-5-16,-8-11-10 0,8 11-16 0,-5-15-17 16,5 3-30-16,0 12-26 0,8-20-36 0,6 5-29 15,2 5-27-15,-1-2-48 0,2 0-53 16,7 0-48-16,5 0-67 0,3 3-224 0,-1 0-671 0,1 0 298 16</inkml:trace>
  <inkml:trace contextRef="#ctx0" brushRef="#br0" timeOffset="108897.17">26199 4268 331 0,'0'-15'471'0,"0"7"32"0,0 8 20 16,0-15 6-16,0 11-9 0,0 4-18 0,0-13-3 16,0 13-26-16,0 0-25 0,0-11-38 15,0 11-32-15,4-4-35 0,-4 4-37 0,0 0-31 16,0 0-32-16,0 0-27 0,0 0-25 0,0 0-17 15,0 0-18-15,0 0-19 0,-4 28-8 0,4-10-14 0,-3 0-5 16,1 9-6-16,2-1-2 0,-4 1-99 0,2 3-3 16,-2 2 0-16,3-1 0 0,-1 1 0 15,2 3 0-15,0-1 0 0,0 1 0 0,-2 1 0 16,2-3 0-16,0 2 0 0,0-3 0 0,0 2 0 16,-3-3 0-16,3-1 0 0,-2-2 0 0,2-1 0 0,0-2 0 15,-3-8 0-15,6 0 0 0,-3-1 0 0,-3-6 0 16,3-10 0-16,-1 15 0 0,1-15 0 0,0 11 0 15,-1-7-51-15,1-4-183 0,0 0-25 16,0 0-69-16,0 0-78 0,0 0-54 0,0 0-65 16,0 0-45-16,16-21-323 0,-16 21-968 0,5-32 428 0</inkml:trace>
  <inkml:trace contextRef="#ctx0" brushRef="#br0" timeOffset="109100.25">26138 4707 137 0,'0'0'424'15,"0"0"26"-15,-6-12 34 0,6 12 25 0,0 0 4 16,0 0-2-16,0 0 4 0,0-11-26 0,0 11-28 0,0 0-33 16,0 0-56-16,6-11-41 0,0 6-39 0,-6 5-22 15,17-10-36-15,-4 6-17 0,7-2-30 16,-3 1-36-16,2-1-34 0,10-1-36 0,-8 1-38 16,-2 3-51-16,0 0-62 0,1-1-57 0,-7 2-65 15,4 0-77-15,-2 1-72 0,-3-1-75 0,-2-1-100 0,-10 3-364 16,12-7-953-16,-12 7 422 0</inkml:trace>
  <inkml:trace contextRef="#ctx0" brushRef="#br0" timeOffset="110068.87">26857 4403 290 0,'0'0'360'0,"0"0"-5"16,7-4 2-16,-7 4-8 0,0 0 2 0,0 0-3 15,6-4 0-15,-6 4-8 0,0 0-4 0,0 0-12 16,0 0-10-16,0 0-8 0,0-7-17 0,0 7-20 15,0 0-16-15,0 0-28 0,0 0-25 0,0 0-20 16,0 0-20-16,7-3-17 0,-7 3-20 0,0 0-13 16,0 0-18-16,0 0-11 0,0 0-7 0,4 14-7 15,2-8-3-15,-6 1-9 0,2 2-8 0,2 1 0 16,0 1-6-16,-1 0-4 0,-1 1-5 0,2 0-5 16,-2 1 1-16,-4-2-5 0,4 0 2 0,-2 5-1 15,2-4-23-15,-1 1-17 0,-1-2-9 0,2 0-7 16,-2-3-17-16,0 2-9 0,2-4-6 0,-2-6-2 15,0 9 2-15,0-9 12 0,0 6 11 0,0-6 10 16,0 0 17-16,0 0 12 0,0 0 1 0,0 0 1 16,0 0 6-16,0 0 9 0,16-13 7 0,-10 5-3 15,-1-5 0-15,5-1 7 0,-2 4 15 0,-3-4 9 16,3 5 4-16,0-1-7 0,0 2 9 0,-3-1 2 16,2 4-4-16,-5 0-6 0,7-4-5 0,-5 6-3 15,1-1-2-15,-5 4-10 0,11-5-1 0,-5 4-5 16,6 1-1-16,-1-1-3 0,1 2-6 0,1 3 0 0,0-2 0 15,-3 1 0-15,3 3-1 0,-1-2 3 16,-1 1-6-16,-1-1-8 0,-3-1 1 0,0 1 0 16,0-2 7-16,-7-2 0 0,9 4 0 0,-9-4-1 15,0 0 10-15,11 5 28 0,-11-5 48 0,0 0 16 16,0 0-10-16,0 0-3 0,9-12-5 0,-9 6-2 0,0 6-17 16,5-15-38-16,-3 5-34 0,0-1 0 15,0-1 0-15,0 0 0 0,-2 0 0 0,2-2 0 16,-2-1 0-16,2 0 0 0,-2 2 0 0,-2 1 0 15,4 1 0-15,-4 1 0 0,0 3 0 0,2-1 0 16,0 8 0-16,0-11 0 0,0 11 0 0,-2-10 0 16,2 10 0-16,0 0 0 0,-2-8 0 0,2 8-47 15,0 0-233-15,0 0 1 0,0 0-36 0,0 0-40 16,0 0-33-16,0 0-34 0,0 0-35 0,6 33-40 16,-3-26-362-16,2 1-930 0,-5-8 411 0</inkml:trace>
  <inkml:trace contextRef="#ctx0" brushRef="#br0" timeOffset="110818.7">27340 4400 38 0,'0'0'317'0,"0"0"-2"0,6-5-14 0,-6 5-14 16,0 0-9-16,0 0-16 0,0 0-3 0,10-7-10 15,-6 5-43-15,-4 2-3 0,0 0-21 0,0 0-20 16,0 0-16-16,9-1-15 0,-9 1-18 0,0 0-12 15,0 0-5-15,16 6-12 0,-16-6-15 0,9 6-5 16,-5 0-5-16,-4-6-11 0,9 8-4 0,-4-3-5 16,-5-5-5-16,6 12-8 0,-6-12-1 0,3 12 1 15,1-6-9-15,-4-6 5 0,0 14-10 0,0-14 10 16,-4 12-15-16,4-12-3 0,-9 10 2 0,4-6 3 16,5-4-1-16,-13 7-7 0,4-4 6 0,-1-2-3 15,10-1-7-15,-15 4-2 0,15-4 12 0,-14 1-3 16,14-1 2-16,0 0 7 0,-18-4 21 0,18 4-1 15,-8-7 22-15,8 7 10 0,-2-11 7 0,2 5-8 16,0 6-1-16,2-14-4 0,3 8 3 0,-1-2-9 16,2 2-2-16,1-1-5 0,0 1 1 0,2 1-13 15,-5-1 0-15,5 2-5 0,1 2 0 0,-4 0-7 16,5 0-2-16,-2 1-3 0,-9 1 2 0,16 1-3 16,-5 1-4-16,-2 2-8 0,-2-2 1 0,0 3 0 15,-1-1 5-15,2 3-13 0,1-1 6 0,-3 2 1 16,3 1 1-16,-2-1-1 0,-1-3 3 0,-1 3-4 15,1 1 4-15,1-2-7 0,0 0 3 0,-4-1 1 16,-3-6 3-16,10 9 2 0,-3-3 5 0,-1-4 0 16,0 0 12-16,5-3 11 0,-1 1 10 0,1-2 2 15,2-2-5-15,5-3-2 0,-1-1-1 0,0-1 5 16,4-7 2-16,2 0 12 0,0-1-7 0,-3-2-6 16,0 2 2-16,-2-1-8 0,-7 3-5 0,1 0-3 15,-5 4 4-15,-1 0 2 0,3 1-1 0,-5 3-5 16,1 3-7-16,0 0-5 0,-5 4-7 0,6-10-12 15,-6 10-26-15,2-4-11 0,-2 4 4 0,0 0-2 16,0 0 6-16,0 0-1 0,0 0-4 0,-11 17 1 16,11-17 7-16,-2 15 3 0,-1-7 3 0,6 2 3 15,-3-2 3-15,2 3 2 0,3-2 2 0,-1 2 3 16,2-2 1-16,1 1 3 0,1-1 0 0,0 0 4 16,-1-2 2-16,0 3 2 0,2-4-2 0,-4 1 0 15,-1-1-2-15,-4-6-2 0,10 8-1 0,-5-3 0 16,-5-5 4-16,7 6-6 0,-7-6-7 0,0 0 6 15,3 8-5-15,-3-8 3 0,0 0 0 0,0 0-1 16,0 0 4-16,-2 14-2 0,2-14 4 0,-13 5 3 16,13-5 0-16,-15 6-3 0,6-3-11 0,-2 1-20 15,0-3-24-15,1 1-35 0,-2 0-31 0,12-2-36 16,-19 3-37-16,19-3-39 0,-13 0-39 0,13 0-58 16,0 0-65-16,-16-4-273 0,16 4-721 0,0 0 319 15</inkml:trace>
  <inkml:trace contextRef="#ctx0" brushRef="#br0" timeOffset="111256.06">28162 4290 148 0,'5'-8'432'16,"-1"-1"32"-16,-2 0 10 0,-2 2-2 0,2-3-4 15,2 3-18-15,-3 0-16 0,-1 7-15 0,0-12-11 16,0 12-18-16,1-10-26 0,-1 10-26 0,0-8-30 15,0 8-41-15,0 0-24 0,0 0-21 0,1-7-33 16,-1 7-26-16,0 0-14 0,0 0-27 0,0 0-7 16,0 0-15-16,0 0-9 0,4 25-2 0,-4-17-14 15,-1 4 2-15,2 4-13 0,-1 0-12 0,-1 1-5 16,0 1 0-16,1-1 4 0,-2 0-15 0,1 0-20 16,0-1-18-16,0 0-9 0,-3-3-23 0,4 2-8 15,-2-5-16-15,1-1-7 0,1-3-4 0,0-6-8 16,1 13 2-16,1-8 3 0,-2-5 9 0,0 10 7 15,0-10 8-15,7 5 6 0,-7-5 6 0,11 2 7 16,-11-2 6-16,13-2 2 0,-3-1 9 0,-1 0 5 16,0 0 10-16,0 0 6 0,0-1 13 0,-4 2-1 15,-5 2 1-15,10-5-1 0,-4 2-1 0,-6 3 2 16,9-2 0-16,-9 2-9 0,7-2-3 0,-7 2 2 16,0 0-4-16,9-1-3 0,-9 1 3 0,10 3-3 15,-10-3-2-15,11 4-1 0,-5-1-4 0,2 3-15 16,-1 0-22-16,-1-1-29 0,-1 0-33 0,1-1-40 15,-6-4-39-15,14 8-36 0,-7-6-38 0,-1-1-53 16,-6-1-78-16,20 3-88 0,-20-3-359 0,13-4-900 16,-13 4 398-16</inkml:trace>
  <inkml:trace contextRef="#ctx0" brushRef="#br0" timeOffset="112100.78">28884 4290 74 0,'0'0'397'0,"0"-11"21"0,0 11 13 0,3-13 7 15,-3 7 9-15,0 6 5 0,0-9-4 0,0 9 8 16,3-10-6-16,-3 10-13 0,2-6-15 16,-2 6-19-16,2-8-31 0,-2 8-26 0,0 0-32 15,0 0-30-15,0 0-36 0,0 0-23 0,0 0-30 16,0 0-20-16,0 0-22 0,0 0-16 0,0 0-12 0,0 0-18 16,0 0-6-16,7 16-16 0,-5-6-34 15,0-1-51-15,-1 2 0 0,2 2 0 0,-2-1 0 16,0 4 0-16,0-1 0 0,1 0 0 0,0 2 0 15,3 0 0-15,-2 0 0 0,-1-5 0 0,0 2 0 0,-1-4 0 16,0 2-14-16,-1-2-95 0,3-2 1 0,-2-1-6 16,0-1 3-16,-1-6 4 0,2 10 12 0,-2-10 18 15,4 5 7-15,-4-5 9 0,8 3 4 0,-8-3 11 16,0 0 16-16,13-5 16 0,-13 5 6 16,14-8 1-16,-5 2 8 0,-1 0 8 0,0-1 9 0,2 1 14 15,-3 0 0-15,-2 1 6 0,2 0 1 0,-2 2-3 16,4-3 0-16,-4 2-3 0,0 1 0 0,-5 3 3 15,8-6-16-15,-3 4 0 0,-5 2-5 0,11-3 1 16,-11 3-3-16,9 1 6 0,-9-1-11 16,12 1-2-16,-5 2 3 0,0-1-2 0,-7-2-1 15,12 4 1-15,-2-2-1 0,-4-1 0 0,-6-1 1 0,10 3 6 16,-4-2-2-16,-6-1-6 0,11 2 1 0,-11-2-3 16,8 0 6-16,-8 0 5 0,10-3 5 0,-4 0 22 15,-6 3 8-15,10-9 4 0,-6 4 5 0,3-2 0 16,0-2 1-16,0 0-4 0,-2-2-8 15,-1-2-27-15,-2 2-20 0,2-4 0 0,1 0 0 0,-3-2 0 16,0 3 0-16,-1 2 0 0,1 0 0 0,0 3 0 16,-2-1 0-16,0 1 0 0,0 1 0 0,0 8 0 15,3-10 0-15,-2 5 0 0,-1 5 0 0,0 0 0 16,0-10 0-16,0 10 0 0,0 0 0 16,0 0-27-16,0 0-173 0,0 0-25 0,0 0-39 0,0 0-51 15,0 0-45-15,0 0-47 0,9 19-39 0,-5-13-51 16,-3 2-43-16,0 1-279 0,-1-9-887 0,5 18 394 15</inkml:trace>
  <inkml:trace contextRef="#ctx0" brushRef="#br0" timeOffset="113194.28">29380 4418 270 0,'0'0'378'0,"14"-5"-8"16,-9 3-32-16,0-2 1 0,-5 4-22 15,10-6-8-15,-4 4-17 0,-6 2-14 0,9-5-24 16,-5 2-24-16,-4 3-19 0,10-3-18 0,-10 3-20 16,7-2-13-16,-7 2-25 0,0 0-10 0,13 1-12 0,-13-1-16 15,12 1-8-15,-12-1-10 0,9 3-16 0,-9-3 0 16,6 6-6-16,-1-3-8 0,-5-3-6 16,4 7-6-16,-3-1-3 0,-1-6-6 0,3 9-8 15,-3-9-8-15,-4 10-10 0,4-10 3 0,-4 11 0 16,0-6-8-16,0 0 4 0,1-1 2 0,-4 1 0 15,-3-1-11-15,1-1-1 0,1-1 1 0,1-2-7 0,7 0 10 16,-14 1 8-16,14-1-5 0,-11-3 12 16,11 3 3-16,-7-3 8 0,7 3 16 0,-8-7 6 15,7 1 10-15,1 6 3 0,1-13-4 0,3 5 0 16,-4 8 0-16,6-13-3 0,-3 6-4 0,2 2 1 16,1-2-8-16,0 3-1 0,-1 1-8 0,1-1-2 0,-6 4-6 15,9-7-4-15,-4 3 0 0,-5 4-7 16,10-2 0-16,-10 2 1 0,13 1-2 0,-13-1-5 15,9 3 0-15,-5 0-1 0,-4-3 1 0,10 8-3 16,-6-4 2-16,2 1 0 0,-2 1 0 0,0 1-1 16,0 2 1-16,1-1-2 0,0-2 0 0,-1 2 0 15,-2-1 0-15,2-1-1 0,-1 2 0 0,1-4 2 0,1 1 3 16,1 0-2-16,0 0-2 0,0 0 1 16,3-2-1-16,1 1 4 0,-3-3-5 0,10 0 4 15,-2 1-4-15,-2-4 3 0,6-4 1 0,2 1 0 16,-3 0 0-16,9-6 3 0,-2-3 10 0,1 3 18 15,-6-4 4-15,4-2-1 0,-1-2 2 0,-1 0-6 16,-1-4 15-16,-2 0-4 0,-4 1 14 0,-1-1-6 16,-4-2-5-16,-2 9-5 0,-2 0-4 0,-1 5-5 15,-1-2-1-15,-2 2-14 0,-1 2 1 0,-1 2-5 16,0 7-2-16,-1-12-3 0,1 12-7 0,-4-10 1 16,0 6-4-16,4 4-5 0,-11-1 3 0,11 1-4 15,0 0 2-15,-17 7 2 0,12-2-3 0,-3 5 3 0,3-2-2 16,0 3 1-16,-2 1 5 0,4 4-1 15,-1 0 0-15,-1 0-2 0,1 1 1 0,4 0 2 16,-1 1-2-16,-1 0-6 0,0-3 10 0,2 0-1 16,0 4 3-16,1-2-6 0,0-1-7 0,-1-1-4 15,3-2-2-15,-1 2-7 0,2-4 6 0,3 0-3 16,0 0 0-16,5 3 1 0,0-2 4 0,3-3 1 16,1 0 7-16,0-4-10 0,3-3 7 0,-1-1 1 15,2 1 6-15,-1-5-5 0,0 2 3 0,-1-3 0 16,-1-2 5-16,0-1 3 0,-2-1 5 0,-2 1 5 15,0-3 4-15,-2 3 5 0,-2-2 6 0,0 0-2 16,1 1-2-16,-4-2-3 0,0 2-2 0,-1 0-6 16,0-1-1-16,-3 3-5 0,0 1-1 0,-2 5-5 15,5-7-8-15,-5 7 2 0,3-5-4 0,-3 5-1 16,0 0 1-16,0 0 0 0,0 0-1 0,0 0 0 16,-22 3 2-16,22-3-2 0,-9 8 2 0,2-3 2 15,3 2-4-15,2-2-1 0,-1 3 0 0,-1 0-3 16,2-2 0-16,-1 1 0 0,3-7 2 0,-1 11 1 15,1-4 0-15,0-7-4 0,3 11 11 0,-1-6-6 16,2 0 4-16,1 1 3 0,3-1 2 0,-1 0-4 16,4-2 0-16,-1 1 3 0,1-1 2 0,4-5 0 15,1 0 2-15,1-1-1 0,-3 0-5 0,2-2 8 16,4-2-2-16,-3-2-2 0,1 4-1 0,-1-2 27 16,-2 0 7-16,0 1-6 0,-4 0 0 0,0 3-4 15,-3 0 1-15,-8 3 1 0,10-3-5 0,-10 3-4 16,0 0-3-16,12-3-8 0,-8 2 4 0,-4 1-2 15,0 0-6-15,14 7-1 0,-14-7 4 0,12 10-5 16,-8-5 3-16,3 3-1 0,-1-1 0 0,-2 2-1 16,2-2-1-16,-3 1-11 0,-3-8-15 0,4 11-20 15,1-5-20-15,-5-6-22 0,7 8-28 0,-7-8-35 16,7 9-29-16,-7-9-42 0,5 4-47 0,-5-4-48 16,8 4-59-16,-8-4-60 0,11 1-338 0,-11-1-837 15,0 0 370-15</inkml:trace>
  <inkml:trace contextRef="#ctx0" brushRef="#br0" timeOffset="113428.6">30379 4315 271 0,'-3'-4'538'16,"-3"-1"27"-16,6 5 20 0,-6-6-22 0,1 0-27 0,5 6-39 15,0 0-32-15,0-12-45 0,0 12-44 0,6-11-35 16,3 6-42-16,8-1-31 0,2-1-28 15,12 0-26-15,-1 2-12 0,2-1-31 0,0 1-15 16,0 2-9-16,-2 0-18 0,-2 1-29 0,-7 1-27 16,-1-1-30-16,-1 1-32 0,-1 1-40 0,-8-1-41 15,0 2-45-15,-2-1-53 0,-8 0-63 0,15-1-81 0,-15 1-61 16,9 2-47-16,-9-2-59 0,7 7-357 0,-7-7-905 16,0 0 401-16</inkml:trace>
  <inkml:trace contextRef="#ctx0" brushRef="#br0" timeOffset="113803.51">31459 4438 269 0,'11'-6'415'0,"-1"-1"-5"0,-1 1-21 0,0-1-11 16,-2 0-21-16,-2 2-17 0,1 1-10 0,-1-1-9 16,-1 1 2-16,-4 4-14 0,5-5-21 0,-5 5-33 15,0 0-24-15,0 0-26 0,5-7-22 0,-5 7-20 16,0 0-11-16,0 0-2 0,0 0-13 0,0 0 0 16,0 0-9-16,0 0-2 0,-5 30-12 0,2-19-2 15,3-11-8-15,-1 21-11 0,1-9-11 0,0 0-5 16,-1 0-5-16,-1 0-11 0,4 1-1 0,-4 0-5 15,2-2-9-15,2 0 2 0,-1 0-9 16,-1-11-4-16,-1 19-23 0,1-10-15 0,0-9-35 0,0 11-38 16,0-11-39-16,0 0-40 0,2 16-15 0,-2-16-24 15,0 0-41-15,0 0-81 0,0 0-72 0,0 0-75 16,0 0-347-16,0 0-876 0,9-46 389 0</inkml:trace>
  <inkml:trace contextRef="#ctx0" brushRef="#br0" timeOffset="113944.1">31545 4317 6 0,'-3'-8'307'0,"3"8"-3"0,-1-8-3 0,1 8-19 16,0 0-27-16,-4-7-35 0,4 7-17 0,0 0-28 0,0 0-32 15,0 0-19-15,0 0-35 0,0 0-42 0,12 17-44 16,-7-9-46-16,1 1-45 0,2 0-55 0,0 1-49 16,3 1-141-16,-1-1-359 0,3-2 159 15</inkml:trace>
  <inkml:trace contextRef="#ctx0" brushRef="#br0" timeOffset="114272.15">31863 4393 279 0,'4'-10'279'0,"-3"3"-2"0,-2-3 3 0,1-1-1 16,-2 3 10-16,-4-3 9 0,1 1 8 0,-1 1-6 16,-2 3-12-16,1-1-7 0,1 3-20 0,-1-2-17 15,-1 4-24-15,8 2-17 0,-15 1-19 0,7 3-15 16,0 2 0-16,0 2-8 0,1 2-10 0,2 1-2 15,0 4-6-15,2-4-4 0,1 1 3 0,3 5 0 16,1-1 8-16,2-1 1 0,-1-2-6 0,5 0 0 16,-2 2-7-16,2-5-7 0,-2-1-11 0,3 5-10 15,-1-6 4-15,1-3-13 0,-4 1-9 0,-5-6 0 16,13 9-2-16,-8-6-7 0,-5-3-6 0,9 6-6 16,-9-6-5-16,0 0-12 0,7 7-5 0,-7-7-8 15,0 0-2-15,0 0-6 0,0 0-8 0,0 0 1 16,0 0 0-16,0 0-4 0,-37 1-3 0,18-2-3 15,-9-5-29-15,-1 4-31 0,-2 1-62 0,-1 0-70 16,3 1-93-16,-1 0-92 0,0 1-122 0,1 2-128 16,11-4-355-16,1 0-1047 0,17 1 463 15</inkml:trace>
  <inkml:trace contextRef="#ctx0" brushRef="#br0" timeOffset="115850.24">850 5305 174 0,'0'0'272'0,"0"0"12"0,0 0 10 16,-12-4 6-16,12 4 6 0,0 0 4 0,0 0-3 15,0 0 10-15,0 0-1 0,0 0 4 0,0 0 0 16,0 0-6-16,0 0-5 0,0 0-9 0,0 0-15 15,0 0-16-15,0 0-26 0,0 0-12 0,-29-22-26 16,31 22-22-16,-2 0-20 0,0 0-13 0,0 0-13 16,14-11-17-16,-7 8-16 0,-1 0-13 0,6 2-12 15,-1-2-7-15,0 3-4 0,3 2-6 0,1-1-10 16,1 3-9-16,-3-1-2 0,2-1-8 0,-3 3 3 16,-1-1-11-16,1 3 0 0,-3-2-11 15,-2 4-1-15,0-2 2 0,-3 5-1 0,-2-1-8 16,-4 0 0-16,-2 0 2 0,-4 7 0 0,-3-4-3 0,-2 0 2 15,-9 6 1-15,-1-5-5 0,23-15 0 0,-47 31 2 16,18-21-1-16,29-10 4 0,-35 17 1 0,35-17 3 16,-25 7-1-16,25-7 3 0,0 0-1 15,0 0 4-15,0 0-2 0,0 0-2 0,-51-18-7 16,51 18 1-16,0 0-15 0,-6-33-24 0,6 33-27 0,0 0-32 16,27-57-28-16,-16 40-40 0,7-4-37 0,2 3-35 15,0-1-42-15,-4 8-29 0,6-7-41 0,-5 9-34 16,0-2-52-16,2 2-34 0,-4 0-258 0,3 0-780 15,-5 3 346-15</inkml:trace>
  <inkml:trace contextRef="#ctx0" brushRef="#br0" timeOffset="116162.67">1009 5158 45 0,'-4'-6'264'0,"2"0"26"0,-6-4 7 0,2 1 20 16,-1-2 9-16,-3-3 35 0,4 2 3 15,-1-1 17-15,1 1 9 0,-2-3-4 0,3 4-3 16,0-1-7-16,0 1-4 0,3 0 3 0,0 1-5 15,-1 1-13-15,3 3-17 0,0 6-22 0,-2-10-35 16,2 10-28-16,-4-9-26 0,4 9-30 0,-2-6-21 16,2 6-22-16,0 0-22 0,0 0-8 0,0 0-12 15,0 0-22-15,0 0-4 0,0 0-63 0,6 25-25 16,-3-8 0-16,-1-2 0 0,2 5 0 0,1 4 0 16,0 3 0-16,0 0 0 0,1 0 0 0,-2 1 0 15,2 0 0-15,-1-1 0 0,1 1 0 0,-2 1 0 16,0-1 0-16,0-3 0 0,-1 1 0 0,1-5 0 15,-4-3 0-15,4-2 0 0,0 1 0 0,2-2 0 16,-1-6 0-16,-1 1 0 0,-2-2-178 0,2 1-78 16,-4-9-28-16,9 8-29 0,-1-5-44 0,-8-3-47 15,15 1-38-15,-15-1-47 0,22-7-24 0,-11 3-314 16,-1-2-893-16,3-2 395 0</inkml:trace>
  <inkml:trace contextRef="#ctx0" brushRef="#br0" timeOffset="116412.6">1205 5358 144 0,'4'-9'232'0,"-4"9"31"15,4-9 29-15,-4 9 24 0,6-8 22 0,-6 8 18 16,0 0 3-16,3-10 16 0,-3 10 7 0,0 0 4 16,0 0 3-16,3-7-12 0,-3 7-8 0,0 0-6 15,0 0-36-15,0 0-34 0,0 0-22 0,0 0-38 16,0 0-19-16,0 0-29 0,0 0-24 0,0 0-15 16,0 0-8-16,0 0-27 0,15 14-2 0,-15-14-8 15,8 16-11-15,-6-10-11 0,0 6-8 0,4-1-7 16,-3-1-4-16,3 2-6 0,-2-2-32 0,-1 1-25 15,2-2-49-15,-3-1-25 0,-2-8-44 0,4 12-34 16,-4-12-35-16,3 9-26 0,-3-9-18 0,0 0-21 16,4 7-28-16,-4-7-60 0,0 0-65 0,0 0-52 15,0 0-353-15,0 0-879 0,7-29 389 0</inkml:trace>
  <inkml:trace contextRef="#ctx0" brushRef="#br0" timeOffset="116553.2">1284 5239 197 0,'0'-6'288'0,"0"6"26"0,0 0 11 15,-1-16 9-15,1 16-12 0,2-9-2 0,-2 9-20 16,0 0-20-16,0 0-30 0,-1-16-29 0,1 16-25 16,0 0-18-16,4-8-37 0,-4 8-45 15,15-1-82-15,-3 1-60 0,-12 0-72 0,25 3-81 16,-8-2-84-16,-3 1-239 0,-1 0-565 0,4 0 250 16</inkml:trace>
  <inkml:trace contextRef="#ctx0" brushRef="#br0" timeOffset="116896.87">1583 5110 66 0,'-1'-11'407'0,"-1"-2"19"15,-1-2 5-15,1 2-2 0,0 1 7 0,-2-1 10 16,-1 3-7-16,1-1-8 0,0 3 3 0,-2-1-12 16,2 1-3-16,4 8-21 0,-3-11-21 0,3 11-28 15,0 0-39-15,-6-11-33 0,6 11-31 0,-5-4-22 16,5 4-24-16,0 0-21 0,0 0-16 0,0 0-26 15,0 0-15-15,-12 15-9 0,11-4-9 0,-1 10-6 16,-3-2-2-16,1 4-84 0,1 5-12 0,0-1 0 16,2 4 0-16,1-2 0 0,-2 3 0 0,4 1 0 15,-4 2 0-15,4 0 0 0,1 1 0 0,-2-2 0 16,-1 2 0-16,1-2 0 0,-1 13 0 0,0-13 0 16,-1 0 0-16,-2-1 0 0,6-1 0 0,-3-4 0 15,0 1 0-15,0-3 0 0,1 0 0 0,-2-6 0 16,4-4 0-16,-3-4 0 0,4-1 0 0,-1 0 0 15,0-1 0-15,0-4 0 0,-3-6 0 0,2 12 0 16,-2-12-208-16,0 0-44 0,0 0-56 0,10 6-58 16,-10-6-60-16,0 0-47 0,0 0-65 0,0 0-399 15,13-32-1015-15,-13 19 449 0</inkml:trace>
  <inkml:trace contextRef="#ctx0" brushRef="#br0" timeOffset="117084.32">1481 5560 259 0,'0'-13'356'0,"0"13"14"15,0 0 29-15,-3-21 15 0,3 14 15 0,0 7 7 16,0 0-9-16,-2-11-12 0,2 11-26 0,0 0-20 16,-2-13-32-16,2 13-32 0,0 0-29 0,0 0-23 15,0 0-30-15,3-12-26 0,-3 12-54 0,0 0-44 16,11-9-63-16,-2 4-50 0,-9 5-50 0,22-10-54 16,-6 2-54-16,-3 3-64 0,8-2-68 0,-3 0-66 15,8-6-73-15,-6 4-293 0,5-5-796 0,-8 2 352 16</inkml:trace>
  <inkml:trace contextRef="#ctx0" brushRef="#br0" timeOffset="117381.13">1744 5139 20 0,'-4'-10'472'0,"-1"2"10"0,-3-2 13 0,2 2 18 15,-1 1 5-15,7 7-1 0,-11-11-16 0,11 11-20 16,-9-8-21-16,7 5-31 0,2 3-27 0,0 0-38 15,-4-6-29-15,4 6-45 0,0 0-29 0,0 0-27 16,0 0-19-16,0 0-14 0,-5 15-16 0,5-15-7 0,3 22-5 16,0-4-7-16,0 2-19 0,-1 3-10 15,-1 3-122-15,1-1-15 0,3 4 0 0,-2 0 0 16,4 3 0-16,-5-1 0 0,1-1 0 0,1 0 0 16,1 0 0-16,-4-1 0 0,2-2 0 0,1 0 0 15,-3-1 0-15,4-1 0 0,-4-7 0 0,2-1 0 16,2-2 0-16,-1-1-227 0,0-4-48 0,0-1-27 15,-2-2-29-15,-2-7-23 0,8 11-13 0,-8-11-24 16,0 0-46-16,7 7-53 0,-7-7-347 0,0 0-905 16,0 0 400-16</inkml:trace>
  <inkml:trace contextRef="#ctx0" brushRef="#br0" timeOffset="117599.9">1702 5425 339 0,'-1'-17'376'16,"1"17"25"-16,0 0 11 0,1-20 3 0,-1 20-5 15,-1-11-2-15,1 11-13 0,1-12-6 0,-1 12-13 16,1-7-18-16,-1 7-10 0,0 0-26 0,0 0-26 16,0 0-31-16,8-18-24 0,-8 18-29 0,6-6-24 15,-6 6-13-15,10-8-25 0,1 6-11 0,0 0-14 16,2-1-15-16,1 2-18 0,3-2-26 0,3 0-35 16,0 3-31-16,-3 0-33 0,-3-1-33 0,-1 1-33 15,-13 0-41-15,27-4-45 0,-14 2-55 0,-1-1-50 16,0 2-51-16,-12 1-47 0,16-7-53 0,-9 4-362 15,-7 3-870-15,0 0 386 0</inkml:trace>
  <inkml:trace contextRef="#ctx0" brushRef="#br0" timeOffset="119037.07">1991 5345 5 0,'0'0'366'0,"0"0"12"0,0 0 11 0,0 0-1 15,3 6-3-15,-3-6-7 0,0 0 2 0,0 0-9 16,0 0-3-16,0 0-15 0,0 0-15 16,0 0-19-16,0 0-16 0,0 0-24 0,0 0-20 15,0 0-19-15,0 0-23 0,0 0-20 0,0 0-17 16,0 0-16-16,0 0-23 0,0 0-10 0,0 0-15 16,0 0-14-16,0 0-6 0,0 0-4 0,0 0-17 0,0 0-10 15,0 0-9-15,0 0-6 0,0 0-5 16,6 8 4-16,-6-8-4 0,0 0-2 0,0 0-10 15,0 0-6-15,25-1-3 0,-15 3 4 0,-10-2-8 16,25-4 1-16,-14 2 3 0,2-3-4 0,-13 5-2 16,20-8-2-16,-9 4 0 0,-2-1 0 0,-9 5-3 15,17-9 4-15,-13 2-8 0,-4 7 2 0,9-9 6 16,-6 3-10-16,-3 6-1 0,4-11 1 0,-4 11-5 16,0 0 1-16,0-13 1 0,0 13-3 0,-6-12-3 15,6 12-3-15,-9-8-2 0,9 8-1 0,-12-5-2 16,12 5 1-16,-15-2-1 0,15 2 6 0,-16 0-5 15,16 0 0-15,-17 4-6 0,6-1 2 0,1 2 4 16,-1 2 4-16,3-1-4 0,-1 3-2 0,1 1 5 16,-2 4-4-16,1 1-5 0,1 0-3 0,2-1 0 15,1 0-8-15,2 1-4 0,2-4 1 0,-2 0 4 16,3 1 1-16,5-2 5 0,-3-1 1 0,3 0 8 16,1-1-1-16,3-2 2 0,1-1 1 0,2-2 3 15,-1 1 2-15,7-3 2 0,1-6 1 0,1 1 9 16,8-3 9-16,-2-1-5 0,-1-8-3 0,0 1 0 15,-2 0 1-15,0-1 3 0,-5 2 2 0,3-2-7 16,-1-1-2-16,-7 4 7 0,0 2-1 0,-3-4 1 16,0 3 2-16,-2 3-6 0,-2 0 3 0,1 1 2 15,-7 8-1-15,6-10 4 0,-6 10 0 0,6-9-5 16,-6 9-11-16,0 0 8 0,0 0-3 0,0 0-9 16,7-9 4-16,-7 9-3 0,0 0-7 0,0 0-2 15,0 0-8-15,0 0 1 0,0 0-8 0,0 0-1 16,0 0-1-16,0 0-2 0,0 0-3 0,0 0 1 15,0 0 4-15,0 0 4 0,0 0 6 0,0 0 1 16,0 0-1-16,0 0 6 0,0 0 2 0,0 0-2 16,0 0 0-16,14 23 0 0,-14-23 4 0,13 3-1 15,-13-3-1-15,14 2 1 0,-14-2 2 0,0 0 1 16,17 5-4-16,-17-5 1 0,11 1 2 0,-11-1 1 16,0 0-1-16,10 6-5 0,-10-6 5 0,0 0 0 15,11 12 1-15,-11-12-1 0,6 10-7 16,-6-10 7-16,2 13 0 0,-2-13 3 0,4 16 0 0,-4-16 3 15,0 18-2-15,0-18 2 0,-1 21-1 0,-2-10-3 16,-1 0 0-16,4-11-1 0,-2 19-7 0,-1-11-4 16,3-8-6-16,-2 14-9 0,2-14 1 0,-3 13-3 15,3-13 5-15,-1 10 5 0,1-10 3 16,0 0 1-16,6 11 2 0,-6-11 7 0,9 6-1 16,0-6 4-16,-9 0 4 0,23-3-1 0,-4-2 1 0,-1-1 3 15,4-1-5-15,3-5 5 0,-2-9 1 0,2 6-4 16,-1-2 12-16,0-2 3 0,2-1 4 0,-1 0 5 15,-4 1 19-15,2 2 7 0,-4-1-4 0,-6 6 5 16,0-3 0-16,-2 4 3 0,-2 2 7 16,-1 2 4-16,-2 0 2 0,0 0 0 0,-6 7-8 15,6-8-4-15,-6 8-10 0,0 0-3 0,3-10-6 16,-3 10-6-16,0 0-17 0,0 0 8 0,0 0-5 0,-33 9 5 16,19-1-9-16,-1 0 10 0,-1 4-7 15,0 0 0-15,3-2-5 0,2-1-4 0,-2 3-10 16,3-2 1-16,2-1-6 0,2-2-1 0,0 1-7 15,6-8 2-15,-6 18 0 0,6-7 0 0,0-11-4 16,6 18 11-16,1-8 1 0,2-1 3 0,2-3 1 16,2 2-1-16,4 0 0 0,-2-2 5 0,3-2-4 0,-3 0 0 15,6 1 3-15,-2-4-5 0,-1 0 14 16,1-2-2-16,-1 0-3 0,1-3 2 0,-1 0 1 16,-2-2-4-16,-4 1-1 0,6-7 6 0,-2 3-2 15,0 0 2-15,-5-2 10 0,2 0 1 0,-4-1-6 16,-1 2 11-16,-1 2-3 0,-2-2 4 0,-5 10 0 15,11-17-4-15,-11 17-5 0,6-11 8 0,-6 11 1 16,4-10 3-16,-4 10-5 0,0 0-8 0,6-13 8 16,-6 13-5-16,0 0-3 0,0 0-10 0,5-10-9 15,-5 10 7-15,0 0-7 0,0 0-8 0,0 0 9 16,0 0 3-16,0 0-2 0,0 0 6 0,0 0-5 16,0 0 0-16,0 0 3 0,9 29-2 0,-9-29-4 15,3 19-4-15,1-10-6 0,-4-9-14 0,4 19-1 16,-4-19-10-16,3 17-2 0,-3-17-5 0,3 12-1 15,-3-12-7-15,4 11 1 0,-4-11 1 0,0 0 2 16,6 10 3-16,-6-10 4 0,0 0 4 0,0 0 1 16,14 4 2-16,-14-4 2 0,0 0 3 0,0 0-2 15,22-8 8-15,-22 8 8 0,0 0 1 0,15-10 1 16,-15 10 0-16,0 0 2 0,11-4 0 0,-11 4 5 16,0 0 5-16,9-7-4 0,-9 7-6 0,0 0 6 15,0 0 1-15,0 0-1 0,0 0-3 0,0 0-1 16,0 0 3-16,0 0 2 0,16 0 4 0,-16 0-2 15,0 0-2-15,0 0 3 0,0 0 0 0,0 0-6 16,10 15 1-16,-10-15-33 0,7 6-30 0,-7-6-36 16,0 0-43-16,15 8-45 0,-15-8-51 0,14 1-57 15,-14-1-60-15,0 0-73 0,35-10-347 0,-19 5-851 16,1-6 376-16</inkml:trace>
  <inkml:trace contextRef="#ctx0" brushRef="#br0" timeOffset="119349.49">3574 5096 355 0,'0'0'383'0,"0"0"13"0,3-12-4 15,-3 12 10-15,0 0 0 0,2-9 0 16,-2 9 8-16,0 0-4 0,0 0-7 0,3-9 10 16,-3 9-23-16,0 0-9 0,0 0-14 0,0 0-13 0,0 0-22 15,0 0-24-15,0 0-32 0,0 0-37 0,0 0-20 16,0 0-21-16,0 0-27 0,0 0-16 0,0 0-17 15,0 0-16-15,0 0-10 0,0 0-12 0,0 0-59 16,0 0-37-16,-1 33 0 0,3-22 0 16,-2 6 0-16,1 0 0 0,2 1 0 0,-1 0 0 15,1 2 0-15,-2-2 0 0,0 1 0 0,1-1 0 0,0 2 0 16,1-2 0-16,-1-2 0 0,2 2-55 0,0-2-169 16,-1 0-43-16,2-5-37 0,-3 1-48 15,-2-12-39-15,7 15-31 0,-7-15-25 0,6 10-27 16,-6-10-19-16,0 0-301 0,0 0-860 0,0 0 380 15</inkml:trace>
  <inkml:trace contextRef="#ctx0" brushRef="#br0" timeOffset="119521.33">3614 5330 108 0,'-9'-15'117'0,"9"15"75"0,-7-11 62 0,7 11 51 15,-6-11 43-15,6 11 48 0,-5-14 31 16,5 14 21-16,0 0-2 0,0 0-21 0,-4-13-28 16,4 13-31-16,0 0-35 0,0 0-31 0,0 0-29 15,23-14-36-15,-6 9-18 0,-1 1-25 0,6 0-18 16,6-2-18-16,-6 3-21 0,-2 1-24 0,1 1-43 15,-5-2-48-15,-3 2-55 0,0-2-58 0,-13 3-60 16,22-3-77-16,-22 3-93 0,0 0-87 0,14-12-84 16,-14 12-290-16,0 0-849 0,-4-16 376 0</inkml:trace>
  <inkml:trace contextRef="#ctx0" brushRef="#br0" timeOffset="121645.83">6426 5123 74 0,'8'-14'438'0,"4"-2"-11"0,-1 2-6 16,-4-1-7-16,-2 3-10 0,4-3-9 15,-4 5-18-15,-3-1-14 0,0 3-19 0,3 1-21 16,-4 1-13-16,-1 6-17 0,3-9-25 0,-3 9-31 15,0-8-25-15,0 8-21 0,0 0-34 0,0 0-8 0,-9-5-15 16,9 5-16-16,-20 7-12 0,6 0-13 0,-9 7-10 16,-1 1-24-16,1 0 10 0,0 3-6 15,-3 2-10-15,2 1-5 0,4 0-6 0,2 1-3 16,0 0-8-16,1-2 0 0,6-2-9 0,2-3 5 16,3-1-3-16,3-2 0 0,2-1 1 0,5 1-4 0,-1-1 2 15,5 0-8-15,5 0 2 0,1 1 2 0,5 1-6 16,-2-4 5-16,8 1-2 0,-2 3-1 15,-5-4-3-15,0-3-2 0,1 2-3 0,-5-1 1 16,-2 0 0-16,0-3-6 0,-1 1 2 0,-2 0 2 0,-2-1-7 16,-2 1-2-16,-1-1 4 0,0 0 3 0,0 3-4 15,-4-7 1-15,-1 10 6 0,1-10 2 0,-11 18-2 16,2-11 2-16,-10 2-3 0,0 0 2 16,-6-1-1-16,-2 3 4 0,-1-4-3 0,0 2-3 15,-1-2 4-15,1-3-5 0,8 1 4 0,3-2 1 0,2 0-1 16,5-3 1-16,-1 0 0 0,3 0-13 0,8 0-35 15,-12-2-40-15,12 2-61 0,0 0-64 0,4-18-63 16,8 7-61-16,4 0-59 0,7-4-79 16,5 2-51-16,-2-2-284 0,4 0-868 0,-3 1 384 15</inkml:trace>
  <inkml:trace contextRef="#ctx0" brushRef="#br0" timeOffset="122301.92">6665 5159 64 0,'2'-5'490'0,"0"-3"8"0,-2 8 26 0,3-12 8 16,-3 6-11-16,0 6-17 0,0 0-16 0,-3-16-21 15,3 16-25-15,3-7-23 0,-3 7-30 16,0 0-34-16,0 0-37 0,0 0-31 0,0 0-35 16,-1-9-32-16,1 9-22 0,0 0-19 0,0 0-15 15,0 0-19-15,0 0-23 0,0 0-7 0,0 0-7 0,1 31-7 16,-2-19-15-16,2 0-7 0,-2 4-11 0,2 4-12 15,0-2-56-15,-2 1 0 0,5 0 0 0,-6 7 0 16,0-2 0-16,1-8 0 0,1 2 0 16,-3 0 0-16,6-1 0 0,-5-5 0 0,1-1 0 15,0 1-50-15,1-12-48 0,-4 15 0 0,2-8 7 0,2-7 11 16,0 0 12-16,-3 11 15 0,3-11 5 0,0 0 9 16,0 0 6-16,0 0 10 0,0 0 12 0,0 0 9 15,25-24 2-15,-19 14 1 0,2 0 4 0,0 0 4 16,1-4 4-16,-1 4 3 0,-1 3-3 15,1-2 3-15,0 2 5 0,-3-2 6 0,0 2-9 0,-5 7 1 16,11-8-1-16,-7 3-13 0,-4 5 10 0,8-6-10 16,-8 6 0-16,0 0 5 0,18 2-6 0,-18-2-3 15,11 5 4-15,-4-1-1 0,0 2 0 0,0-1-3 16,-1 5-2-16,1-2-3 0,-2-1 3 0,-2 2 4 16,3 0-6-16,-3-3 9 0,0-1-6 0,-3-5 0 15,8 13-10-15,-6-9-9 0,1 0-1 0,-3-4-4 16,6 6 9-16,-6-6 8 0,3 6 1 0,-3-6-17 15,0 0 14-15,14-3 1 0,-14 3-3 0,14-12 9 16,-6 6-2-16,-1-4 4 0,5-2-7 0,-3 2 8 16,0 1-4-16,-2-2 4 0,5 3-7 0,-6-1 1 15,-1 1 4-15,2 1 13 0,-3 3-4 0,-1 0-1 16,4 0-3-16,-7 4 0 0,5-6 0 0,-5 6-6 16,0 0-1-16,5-5-3 0,-5 5 6 0,0 0-2 15,0 0-1-15,0 0 1 0,14 5 6 0,-14-5-6 16,6 6-10-16,-6-6 16 0,7 7-3 0,-7-7-6 15,6 8 5-15,-2-4-19 0,0-1-18 0,-4-3-27 16,10 7-29-16,-6-3-26 0,2 3-28 0,-6-7-41 16,9 6-16-16,-9-6-28 0,7 4-26 0,-2-3-25 15,-5-1-30-15,0 0-37 0,0 0-39 0,16 0-31 16,-16 0-22-16,0 0-227 0,8-11-723 0,-8 11 321 16</inkml:trace>
  <inkml:trace contextRef="#ctx0" brushRef="#br0" timeOffset="122911.16">7281 5275 88 0,'0'0'359'0,"0"0"-1"16,0 0-3-16,0 0 1 0,0 0-20 0,-3-21-9 15,3 21-6-15,-4-4-11 0,4 4-7 0,0 0-12 0,-5-4-10 16,5 4-9-16,0 0-14 0,0 0-8 0,0 0-13 16,0 0-22-16,0 0-19 0,0 0-21 0,0 0-18 15,0 0-24-15,0 0-19 0,0 0-2 16,0 0-12-16,0 0-13 0,0 0-11 0,0 0-6 0,32 8-4 15,-22-4-12-15,-1-1-4 0,0 4-8 0,-3-3-13 16,3 3 7-16,-1 0-6 0,-3-2-7 0,3 2-22 16,-3 2-16-16,0-3-16 0,-5-6-10 0,9 16 0 15,-7-9-1-15,-2-7 0 0,4 11 5 0,-4-11 5 16,0 0 2-16,-4 13 7 0,4-13 2 0,0 0 1 16,-9 8 7-16,9-8 3 0,0 0 2 0,-14-2 4 15,14 2 3-15,0 0 7 0,-9-12 9 0,5 7 3 16,4 5 1-16,-3-17-4 0,3 8-1 0,1-1-6 15,-1-1-8-15,4 0-11 0,0 2-12 16,1-1-26-16,0-1-23 0,4 4-31 0,-2-2-42 0,4 0-41 16,0 2-33-16,-1 1-35 0,2 1-33 0,2 1-34 15,3 0-50-15,-3 3-38 0,-4 1-208 0,2 0-669 16,1 1 295-16</inkml:trace>
  <inkml:trace contextRef="#ctx0" brushRef="#br0" timeOffset="123286.07">7572 5239 49 0,'0'0'400'0,"0"0"2"15,0 0 6-15,0 0-14 0,4-17-16 16,-4 17-16-16,0 0-21 0,2-8-26 0,-2 8-27 0,0 0-34 16,5-4-22-16,-5 4-27 0,0 0-22 0,0 0-16 15,9-2-21-15,-9 2-16 0,0 0-12 0,15 6-15 16,-9-2-12-16,2 1-9 0,0 2-6 0,-1 2-11 15,-1-1-6-15,3 0-5 0,-4 2-7 0,0 0-4 16,-1-2-20-16,0 3-10 0,-2-1-13 0,1-2-14 16,-3 3 8-16,0-11-2 0,0 13 0 0,0-13-3 15,0 0 0-15,-4 15 6 0,4-15-1 0,-5 8 4 16,5-8 5-16,0 0-13 0,-8 4 18 0,8-4 2 16,0 0 2-16,0 0 0 0,0 0 5 0,-14-20 5 15,13 11-8-15,1-1-4 0,1 1-1 0,1-2 4 16,1 0-5-16,1 1-8 0,1-1 1 0,-1 1-5 15,3 2-17-15,0 0-39 0,2-1-13 0,3 4-10 16,-1-2-35-16,2 1-35 0,-3 4-41 0,3-1-42 16,0 3-32-16,0 0-21 0,-1 2-19 0,0-1-12 15,-1 1-241-15,-1 1-606 0,-10-3 269 0</inkml:trace>
  <inkml:trace contextRef="#ctx0" brushRef="#br0" timeOffset="123801.57">7865 5250 189 0,'0'0'282'15,"0"0"2"-15,0 0 14 0,0 0 13 0,0 0 8 16,0 0-1-16,0 0 3 0,-3-18-21 0,3 18-17 16,0 0-4-16,0 0-17 0,0 0-20 0,3-8-19 15,-3 8-27-15,0 0-19 0,0 0-21 0,0 0-18 16,0 0-17-16,0 0-15 0,0 0-6 0,0 0-13 16,0 0-11-16,0 0-5 0,0 0-3 0,13 15-7 15,-11-9-9-15,-2-6-6 0,2 12-6 0,1-8-2 16,-1 4-3-16,2 2 4 0,-2-3-12 0,1 3-11 15,-3-10-14-15,7 13-8 0,-5-7-10 0,-2-6-3 16,7 11 1-16,-2-5-3 0,-5-6 0 0,10 9 4 16,-4-5 3-16,-6-4 4 0,13 4 1 0,-2-5 1 15,-11 1 1-15,19-5 5 0,-10 2 9 0,2-5 5 16,-2 3 14-16,0-3 17 0,0 0 20 0,-2-2-4 16,1-5 3-16,-1 6 37 0,0-2 35 0,-2 3-3 15,-2 2-9-15,-1-1 2 0,1-1 11 0,0 3-4 16,-1-2-4-16,-2 7-8 0,3-7-2 0,-3 7-15 15,1-7-9-15,-1 7-16 0,0 0-12 0,0 0-15 16,3-9-5-16,-3 9-9 0,0 0 2 0,0 0-8 16,0 0-4-16,0 0-1 0,-3 27 0 0,3-27 1 15,-3 29 18-15,1-10 9 0,3 8 0 0,-2 1 4 16,1 3 8-16,0 1 0 0,0 2 1 0,-1-1-6 16,-1-2-1-16,1 0-5 0,-2 2 0 0,2 1-37 15,-3-2-17-15,0-3 0 0,-2 2 0 0,2-5 0 16,2 1 0-16,-3-7 0 0,1-1 0 0,0-2 0 15,1-4 0-15,2-1 0 0,0-1 0 0,-1-4 0 16,1-1 0-16,1-6 0 0,0 0 0 0,-3 13 0 16,3-13 0-16,0 0 0 0,6 4 0 0,-6-4 0 15,0 0-226-15,22-12-70 0,-6 1-84 0,-3-1-88 16,7-9-103-16,-3 0-471 0,0-3-1128 0,0-3 498 16</inkml:trace>
  <inkml:trace contextRef="#ctx0" brushRef="#br0" timeOffset="123973.4">8322 5436 298 0,'9'-4'338'0,"-9"4"5"0,0 0-3 0,7-5-38 16,-7 5-27-16,0 0-23 0,0 0-27 0,7-6-20 16,-7 6-28-16,0 0-26 0,0 0-49 0,0 0-41 15,0 0-50-15,0 0-50 0,0 0-71 0,0 0-105 16,6-7-238-16,-6 7-491 0,0 0 217 0</inkml:trace>
  <inkml:trace contextRef="#ctx0" brushRef="#br0" timeOffset="144394.31">4669 5114 52 0,'0'0'337'0,"0"0"2"16,0-10-3-16,0 10-6 0,0 0-12 0,-1-9-9 16,1 9-3-16,-4-6-6 0,4 6-9 0,-5-7-14 0,5 7-18 15,-8-5-13-15,8 5-16 0,-9-6-17 16,4 3-13-16,5 3-19 0,-11-3-14 0,11 3-17 16,-9-1-21-16,9 1-14 0,-9-1-10 0,9 1-19 15,-11 5-1-15,4 0-6 0,2 2-5 0,0 3 5 0,0 2 1 16,0 4 11-16,1 2-2 0,1 1-9 0,1 5-2 15,4 0 5-15,-3 3-2 0,4-2-6 16,0 2-3-16,2 2-8 0,2-3-2 0,-2 3-6 16,-4-3-5-16,4 2-3 0,-1-2-6 0,-1 1-3 15,-2-2-2-15,0 1-8 0,-1 0 0 0,0-1-5 0,-1-7 1 16,-1 1-6-16,0-1 2 0,0-1-2 0,-1-2-3 16,-1-4 0-16,2 2 0 0,0-2-2 15,0-2-2-15,-1 0-1 0,1-2 2 0,2-7-6 16,-5 11 0-16,3-6 5 0,2-5-1 0,0 0-4 0,-3 9-7 15,3-9-12-15,0 0-15 0,-2 7-16 0,2-7-32 16,0 0-57-16,0 0-87 0,0 0-76 0,0 0-58 16,0 0-67-16,-13-22-77 0,7 14-329 0,0-3-896 15,-1 1 397-15</inkml:trace>
  <inkml:trace contextRef="#ctx0" brushRef="#br0" timeOffset="144613.01">4328 5511 56 0,'0'0'380'0,"0"0"16"0,-9-7 30 0,9 7 19 16,-2-5 5-16,2 5-9 0,0 0-13 0,-7-6-19 0,7 6-10 15,0 0-1-15,0 0-13 0,-5-10-24 0,5 10-28 16,0 0-34-16,1-7-32 0,-1 7-27 0,0 0-29 16,5-10-21-16,-5 10-39 0,6-10-31 0,0 2-53 15,2 1-49-15,2 3-51 0,1-4-61 16,7 0-52-16,1 1-66 0,1 0-49 0,8-2-46 0,-8 3-46 15,8 2-40-15,-2-5-38 0,-6 6-343 0,-1 0-838 16,-2 0 371-16</inkml:trace>
  <inkml:trace contextRef="#ctx0" brushRef="#br0" timeOffset="144972.31">4689 5334 214 0,'0'0'383'0,"0"0"18"16,-2-10 23-16,2 10 6 0,0 0-3 0,0 0-9 15,-2-9-5-15,2 9-18 0,0 0-18 16,0 0-16-16,0 0-17 0,0 0-41 0,0-10-21 0,0 10-25 16,0 0-31-16,0 0-26 0,0 0-21 0,0 0-19 15,0 0-23-15,0 0-15 0,0 0-7 16,12 0-16-16,-12 0-12 0,0 0-10 0,16 10-9 16,-16-10-17-16,8 11-21 0,-2-7-17 0,-1 0-13 0,-3 3-19 15,2 0-15-15,0 0-14 0,1 1-14 0,-3-1-9 16,-1 0-5-16,0 0-12 0,-1-7 0 0,1 13-6 15,1-8-3-15,-2-5 11 0,0 0 2 0,-2 9 7 16,2-9 15-16,0 0 11 0,-5 9 5 0,5-9 12 16,0 0 6-16,0 0 11 0,0 0 13 0,0 0 5 15,0 0 15-15,-10-19 2 0,9 10 5 0,1 0-4 16,0 9-2-16,5-18-10 0,-3 8-9 0,2 0-16 16,1 1-26-16,4-1-40 0,-1 3-51 0,2-1-42 15,7 1-42-15,-4 1-52 0,-1 2-61 0,8 1-63 16,-6 2-314-16,0 1-768 0,3 0 341 0</inkml:trace>
  <inkml:trace contextRef="#ctx0" brushRef="#br0" timeOffset="145800.24">5000 5348 273 0,'0'0'430'15,"0"0"8"-15,-2-36-15 0,2 36-18 0,1-7-35 16,-1 7-29-16,0 0-34 0,1-8-35 0,-1 8-26 16,5-3-26-16,-5 3-26 0,0 0-18 0,8-4-22 15,-8 4-18-15,9 0-11 0,-9 0-15 0,13 1-17 16,-6 2-10-16,-7-3-5 0,12 4-8 0,-2 2-8 16,-5-3-14-16,-5-3-14 0,11 8-9 0,-5-1-14 15,-6-7-11-15,9 10-7 0,-5-5-11 0,-4-5 2 16,5 10-1-16,-5-10 6 0,-2 15 6 0,2-15 0 15,-5 14 2-15,-1-7-4 0,-2-2 7 0,-1 4-4 16,0-3 0-16,-3-1 1 0,0-1 6 0,0 1-1 16,-1-3 4-16,1-1-6 0,1 1 15 0,11-2 12 15,-16 0 21-15,16 0 22 0,-16-2 20 0,16 2 11 16,-11-10 4-16,8 4-5 0,3 6-7 0,2-17-11 16,-2 17-6-16,5-21-10 0,0 14-7 0,4-7-6 15,0 5-7-15,4-3-7 0,4 0-3 0,-2 4-5 16,3 0-3-16,-3 2-6 0,6 0-5 0,-5 2-2 15,5 3-2-15,-1-3-1 0,-4 6-3 0,4 0-1 16,-2-1-3-16,-1 5-1 0,0-1 1 0,-5-2-7 16,-3 3-9-16,2-1-7 0,-2 1-11 0,-1 1-4 15,-2 1-9-15,-1-2-1 0,-1 0 2 0,-1 3-10 16,-2-2-2-16,-1 1-8 0,0 3 6 0,0-11-4 16,-2 13-3-16,-1-8-1 0,3-5 10 0,-3 9 6 15,3-9 12-15,0 0 10 0,-3 7 14 0,3-7 8 16,0 0 5-16,0 0 21 0,0 0 13 0,0 0-7 15,0 0-1-15,10-28-5 0,-5 19-1 0,3 0 3 16,3-4-7-16,-1 5-5 0,5-6 1 0,2 3 0 16,1 0-5-16,-1 0-1 0,1 2 1 0,-3 0-6 15,-2 5-1-15,-2-1 1 0,1 4-6 0,1-2-1 16,-6 3 1-16,5 0-4 0,0 4 3 0,-2 0-3 16,-1 1 1-16,1-1-2 0,-3 3 2 0,-2-2 4 15,2 2-1-15,-2 0-2 0,-1 1-2 0,0 2 1 16,-1-3-2-16,0 0 0 0,-2-1 2 0,-1-6 2 15,3 11 2-15,-2-6 2 0,-1-5 2 0,3 6 4 16,-3-6 8-16,0 0 21 0,0 0 30 0,0 0 22 16,0 0 2-16,0 0 0 0,0 0 2 0,0 0-1 15,0 0 0-15,0 0-7 0,6-24 1 0,-2 19-8 16,-2-1-8-16,-2 6-11 0,6-12-5 0,-5 6-6 16,3 1-9-16,-4 5-3 0,6-10-4 0,-2 7-6 15,-4 3-3-15,14 0-6 0,-14 0-6 0,0 0 5 16,19 2-5-16,-19-2 1 0,17 8-1 0,-8-4-4 0,-3 3-2 15,3 1-11-15,-3-1-13 0,1 0-15 16,-2-3-22-16,-5-4-23 0,11 11-22 0,-6-4-29 16,-5-7-32-16,10 7-38 0,-10-7-36 0,6 7-27 15,-6-7-34-15,0 0-40 0,0 0-38 0,11 9-51 16,-11-9-287-16,0 0-774 0,0 0 342 0</inkml:trace>
  <inkml:trace contextRef="#ctx0" brushRef="#br0" timeOffset="153295.84">9169 5268 188 0,'0'0'368'0,"-10"-20"1"0,10 20 1 16,0 0 5-16,-3-9 11 0,3 9 2 0,0 0-5 16,-2-11-11-16,2 11-14 0,-3-8-17 0,3 8-19 15,-1-6-22-15,1 6-11 0,0 0-14 0,-3-8-18 16,3 8-13-16,0 0-15 0,0 0-21 0,3-13-16 16,-3 13-26-16,3-7-16 0,-3 7-16 0,7-6-19 15,-4 2-11-15,4 1-12 0,0 0-8 0,1 0-11 16,3 3-11-16,-1-1-3 0,5 2-11 0,-2 4-8 15,5 0-1-15,-2 1-8 0,0 3-18 0,-2-1-6 0,3 3-8 16,-7-3-9-16,2 5-17 0,-4-4-5 16,3 5-13-16,-6-4-17 0,-1 0-7 0,0 3-4 15,-3 0 7-15,-2-1 5 0,-3 1 7 0,-3 2 5 0,-3-1 9 16,-4-3 2-16,-4 8 4 0,-4-4 8 0,-4-1-1 16,-1-3 5-16,1-2 2 0,8-4 6 0,-1-1 15 15,6 0 29-15,1-1 35 0,-1-3 37 16,4-2 33-16,-1-2 30 0,1-1 20 0,0-4 12 0,0 1 3 15,4-4-8-15,1-1-15 0,3-5-96 0,1-1-81 16,2-1 0-16,3-5 0 0,0 6 0 0,3 2 0 16,0-1 0-16,2 3 0 0,1 2 0 0,1-1 0 15,4 3 0-15,1 3 0 0,3 3-293 0,2 2-124 16,10 4-56-16,-3 1-91 0,3 4-510 0,-3-1-1164 16,-2 1 515-16</inkml:trace>
  <inkml:trace contextRef="#ctx0" brushRef="#br0" timeOffset="153795.74">9554 5341 399 0,'1'-7'468'0,"-1"7"-4"0,3-8-22 16,-3 8-19-16,3-10-23 0,0 6-30 0,-3 4-28 15,4-10-23-15,-4 10-31 0,5-8-28 0,-2 4-25 16,-3 4-28-16,6-4-18 0,1 1-23 0,-7 3-15 16,12 0-19-16,-12 0-15 0,12 1-11 0,-1 1-9 15,-3-2-15-15,2 7-9 0,-1-4-6 0,-1 2-7 16,-1 3-7-16,1-1-17 0,-1 1-7 0,-1 2-21 16,-1-3-18-16,-1 2-14 0,0 1-22 0,-3-2-14 15,0 0-9-15,-1 1 5 0,0-1-22 0,-2 2 13 16,-1-3 1-16,-1 0-1 0,0 1 2 0,-1-5 12 15,0 3 8-15,5-6 2 0,-6 9 6 0,2-7 9 0,4-2 28 16,0 0 20-16,-7 3 20 0,7-3 18 16,0 0 20-16,0 0 21 0,0 0-3 0,-1-16-1 15,1 16-6-15,4-13 0 0,2 3-8 0,4-4-5 16,-2 4-7-16,3-2-6 0,-1 5-9 0,0-1-1 0,4-2-9 16,-1 3-4-16,-3 2-3 0,2 3-3 15,0-2-7-15,0 1-4 0,-4 2-4 0,5 2 1 16,-5 1-5-16,-8-2-1 0,18 3-2 0,-12-1 1 15,5 4-5-15,-6-1-1 0,0-1 3 0,3 3-1 0,-5 0-5 16,3 2-11-16,-4 0-21 0,2-4-15 0,-4 1-15 16,3 4-31-16,-2-3-14 0,-1-7-29 0,2 10-27 15,-2-10-19-15,1 10-2 0,2-5-12 16,0 1-24-16,-3-6-38 0,13 6-46 0,-1-5-41 16,2-1-308-16,4 1-709 0,1-2 314 0</inkml:trace>
  <inkml:trace contextRef="#ctx0" brushRef="#br0" timeOffset="154654.91">10289 5175 19 0,'1'-8'492'0,"-1"8"-1"0,4-10 12 16,-3 4 2-16,-1 6-10 0,4-8-16 0,-4 8-42 15,0 0-25-15,0 0-35 0,0-10-37 0,0 10-30 16,0 0-37-16,0 0-26 0,0 0-28 0,0 0-21 15,0 0-23-15,0 0-15 0,0 0-16 0,0 0-17 16,0 0-6-16,0 0-9 0,-6 23-13 0,6-23-6 16,-3 19-9-16,2-7-5 0,-2 0-11 0,1 1-3 15,0 2-13-15,1 1 1 0,0-1-11 0,1 0-1 16,0 5-2-16,0-4-4 0,1 4-4 0,0-4-3 16,-1-1-15-16,3 2-9 0,-1-3-5 0,1-2-14 15,0-1-10-15,-1-2-17 0,3 0-8 0,-2-2-6 16,-1-1 0-16,1 0 2 0,1-1 5 0,-4-5 4 15,9 3 7-15,-1-3 6 0,-8 0 2 0,17-3 4 16,-8-2 1-16,3-1 7 0,-2-1-7 0,-1-1 9 16,0 0 2-16,1-2-1 0,-2 4 5 0,0-2-1 15,0 0 4-15,-3 0 4 0,1 2 4 0,-3 0 5 16,1 1 8-16,-4 5-2 0,8-9 6 0,-6 5-10 16,-2 4 4-16,5-4-4 0,-5 4-2 0,0 0 0 15,7-3-4-15,-7 3-2 0,0 0-3 0,0 0-1 16,8-2 3-16,-8 2 1 0,0 0-1 0,0 0 2 15,2 11-2-15,0-4 0 0,-2-7 0 0,3 11-1 16,0-6 0-16,-3-5 0 0,1 10 3 0,0-5-2 16,-1-5 4-16,4 11-1 0,-1-5 1 0,1-1 0 15,1-1 1-15,2 1-2 0,2-1 4 0,2-1 0 16,1 0-3-16,1-3 2 0,6 1 1 0,-6-1 0 16,6-1 0-16,-6-2-9 0,7-2-1 0,-8 0 14 15,2 2 1-15,-4-3 16 0,-1 1 15 0,2-3 20 16,-5 2 12-16,0 1 13 0,-1 0 12 0,-1-3-1 15,-1 2-16-15,-1-1 2 0,-2 7 5 0,6-10-12 16,-6 10-3-16,2-10-7 0,-2 10-2 0,-2-7-11 16,2 7-5-16,0 0-10 0,-3-10-4 0,3 10-5 15,0 0-17-15,0 0-13 0,0 0 0 0,0 0 0 16,0 0 0-16,-18 19 0 0,13-8 0 0,1 5 0 0,-1 0 0 16,1 5 0-16,0-3 0 0,2 8 0 0,0-2 0 15,1 2 0-15,1 0 0 0,-1 1 0 16,-2-1 0-16,4 0 0 0,-2-1 0 0,1 3 0 15,-2-4 0-15,-2-1 0 0,2-2 0 0,-1-2 0 0,-2 0 0 16,-2-1 0-16,3 0 0 0,-1-2 0 0,0 0 0 16,0-7 0-16,-1 2 0 0,2-4 0 0,-1 2 0 15,2-4 0-15,-2 0 0 0,5-5 0 16,-7 5 0-16,7-5 0 0,-11 2 0 0,11-2 0 0,-13-4 0 16,7 0 0-16,-2-2 0 0,1-1 0 0,1-2 0 15,0 0 0-15,1-1 0 0,0 1 0 0,2-2 0 16,1-1 0-16,-1 1 0 0,3-1 0 0,-1 1 0 15,2 0 0-15,-1 1 0 0,3 0 0 0,-1 0 0 16,7 1 0-16,-4 1 0 0,4 0-1 0,-1 2-232 16,2-1-55-16,6-1-69 0,1 2-65 0,0-3-82 15,11 1-85-15,-2-2-378 0,4 3-1046 0,1-3 463 16</inkml:trace>
  <inkml:trace contextRef="#ctx0" brushRef="#br0" timeOffset="155514.07">11935 5294 16 0,'-1'-10'392'0,"1"10"13"0,1-7-13 0,-1 7-6 0,1-11-16 16,-1 11-10-16,1-11-14 0,-1 11-7 0,0-12-6 16,0 12 22-16,-1-10-22 0,1 10-10 0,1-10-12 15,-1 10-20-15,0-9-16 0,0 9-7 0,-1-9-17 16,1 9-25-16,1-8-14 0,-1 8-19 0,0 0-21 16,2-8-3-16,-2 8-34 0,0 0-5 0,0 0-15 15,1-8-5-15,-1 8-12 0,0 0-16 0,0 0-12 16,0 0-19-16,0 0-2 0,0 0-8 0,0 0-5 0,0 0-4 15,0 0-1-15,0 0 4 0,0 0-14 16,-1 29 2-16,1-19-4 0,0 2 1 0,-2 1-3 16,4 2 0-16,-1 0-2 0,-1 1 6 0,1 1-9 15,1-2 5-15,-2 3-9 0,0-3-2 0,0 1 5 0,2-4-5 16,-2 4 3-16,0-6 1 0,0 1-6 0,0-3-7 16,0 0 6-16,0-1 2 0,0-7-11 15,2 12 17-15,-2-12-8 0,-2 8 7 0,2-8-4 16,0 0 5-16,0 11-11 0,0-11-7 0,0 0-10 0,0 0-16 15,0 0-23-15,0 0-34 0,3 6-44 0,-3-6-71 16,0 0-82-16,0 0-91 0,0 0-72 0,0 0-80 16,0 0-441-16,17-12-1051 0,-17 12 465 15</inkml:trace>
  <inkml:trace contextRef="#ctx0" brushRef="#br0" timeOffset="155795.26">12237 5508 268 0,'12'1'419'0,"-12"-1"25"0,10-4-1 0,-10 4 6 16,8-1-6-16,-8 1-9 0,0 0-21 0,0 0-6 15,0 0-23-15,6-2-27 0,-6 2-32 0,0 0-26 16,0 0-38-16,0 0-16 0,0 0-32 0,0 0-12 16,0 0-23-16,-33 4-21 0,13 1-12 0,-6 1-11 15,-1 0-18-15,-2 3-13 0,0-1-12 0,-2 3-4 16,4-2-12-16,-4 1-9 0,-2-1-3 0,5 3-6 15,-1-1 0-15,4-2-11 0,-2 2-6 0,7-3-15 16,6-2-17-16,0-2-22 0,2 0-17 0,2 0-31 16,3 0-37-16,-2 0-34 0,3-1-36 0,6-3-38 15,-9 4-47-15,2-1-50 0,7-3-28 0,-7 3-23 16,7-3-40-16,0 0-36 0,-6 4-348 0,6-4-841 16,0 0 372-16</inkml:trace>
  <inkml:trace contextRef="#ctx0" brushRef="#br0" timeOffset="156310.76">12002 5768 40 0,'0'0'451'0,"6"5"21"0,-6-5 2 16,0 0 6-16,0 0-4 0,0 0-11 0,0 0-12 15,0 0-12-15,0 0-23 0,0 0-11 0,0 0-33 16,0 0-21-16,2-19-30 0,-2 19-26 0,4-7-27 16,-4 7-28-16,6-7-16 0,-2 4-29 0,-4 3-18 15,7-9-20-15,-1 6-29 0,-2 0-3 0,-4 3-18 16,16-4-11-16,-5 2-7 0,-1 2-13 0,3 0-5 16,-2 3-11-16,1 2-8 0,-1-2-12 0,-2-1-3 15,4 2-2-15,-6 2-7 0,4 0-6 0,-7-1-24 0,2 2 0 16,0 1 0-16,-3 1 0 0,-1 1 0 15,0 0 0-15,-2 0 0 0,-3-1 0 0,-1 4 0 16,0-2 0-16,-6 0 0 0,1 2 0 0,-1 0 0 16,-2-1 0-16,3-2 0 0,-4 1 0 0,1 1 0 0,1-5 0 15,-1 0 0-15,4 1 0 0,-1-2 0 0,3-2 0 16,2 0 0-16,-2-1 0 0,6-3 0 16,-6 5 0-16,6-5 0 0,-5 3 0 0,5-3 0 15,0 0 0-15,0 0 0 0,-4 6 0 0,4-6 0 0,0 0 0 16,0 0 0-16,0 0 0 0,0 0 0 0,26-7 0 15,-15 4 0-15,-1 1 0 0,8-2 0 0,0 2 0 16,1-3 0-16,0 1 0 0,0 2 0 16,0-1 0-16,-1-1 0 0,0 2 0 0,0 1 0 0,-5 0 0 15,-1-1 0-15,-1-1 0 0,-3 3 0 0,-1-1-192 16,-7 1-65-16,12-4-36 0,-12 4-47 0,7-4-68 16,-7 4-66-16,8-5-77 0,-8 5-395 0,0-7-1026 15,0 7 454-15</inkml:trace>
  <inkml:trace contextRef="#ctx0" brushRef="#br0" timeOffset="157826.04">13021 5494 295 0,'-13'-3'351'0,"13"3"9"0,0 0 8 0,0 0 3 16,0 0 17-16,0 0-6 0,0 0 1 0,-2-9-12 15,2 9-8-15,0 0-10 0,0 0-21 0,0 0-20 16,0 0-28-16,0 0-30 0,0 0-25 0,6-13-25 16,-6 13-22-16,5-6-18 0,-5 6-17 0,6-4-12 15,-2 1-22-15,-4 3-6 0,17-4-16 0,-11 3-11 16,3 1-8-16,1 0-7 0,1 0-7 0,0 3-10 15,2-1-6-15,-2 1-3 0,0 2-5 0,1 1-4 16,-3 1-14-16,-1-2-11 0,2 4-14 0,-3-2 14 16,-1 0-6-16,-2-1-11 0,1 3-12 0,-5-1-3 15,3-1-1-15,-3 0 5 0,-5 3-1 0,2-3 5 16,-5 2-8-16,-1 0-5 0,-3 2-9 0,-5-2-16 16,-1 2-5-16,0-1-11 0,-4-3-4 0,3-1 8 15,-6 1 5-15,5-1 12 0,0-3 9 0,3-2 7 16,5 1 12-16,3-4 16 0,-2 2 17 0,4-3 19 15,2 0 21-15,-3-3 14 0,3-3-5 0,1 0 4 0,4-1 1 16,0-3-12-16,2-2 7 0,5 0 0 16,-1-2-1-16,1 3-4 0,4-2 2 0,-2 3-7 15,4 2-1-15,-3 4-9 0,3-3-9 0,-1 3 3 16,-1 3-4-16,-2-1-5 0,2 0 2 0,-2 1-7 0,2 2-5 16,-1 0 0-16,0 2-3 0,-1 2-1 0,0 0-7 15,0 1 6-15,0 1-8 0,-5 1 1 16,1 0 2-16,2 0-2 0,0 3-8 0,-3 0 14 15,1 0-6-15,-5-1-1 0,4 0 2 0,-2 1-2 0,0 2 0 16,0 0-11-16,-2 0-4 0,4-3-4 0,-4 1-1 16,2 2-6-16,-2-5 2 0,0-5-1 0,4 13-1 15,-2-8 9-15,3 1 3 0,-1-2 6 0,2-1-1 16,-1-2 2-16,7 1 0 0,1-2 4 0,-1-2 1 16,3 1 0-16,1-6 15 0,1 3 1 0,-5-3 3 15,4-2 0-15,0 0 5 0,1-1 11 0,-1-2 1 16,0-1 1-16,-3 0 11 0,1 1-2 0,-4-1 9 15,4 1 2-15,-7 2 15 0,0-1 20 0,-3 3 8 16,1 2-19-16,-3-1 7 0,1 2-12 0,-3 5-8 16,6-7-22-16,-6 7 4 0,0-7-10 0,0 7-4 15,0 0-11-15,0 0 0 0,0 0-8 0,-16-2 1 16,16 2-4-16,-13 5-1 0,8-1-11 0,-3-2 0 16,8-2-1-16,-12 5-12 0,8-3-14 0,4-2 3 15,-7 3-10-15,7-3-3 0,0 0-5 0,-4 7 7 16,4-7 3-16,0 0 5 0,0 0-10 0,0 0 20 15,8 9-1-15,-8-9-5 0,13 4 9 0,-5-3 4 16,3 2-2-16,-2-1 3 0,2 0 2 0,2 1 2 16,-4-1-2-16,1 0 2 0,-1-1-3 0,-3 1-2 15,1-1 0-15,0 3 3 0,0-2 2 0,-7-2-1 16,11 4 0-16,-7-2-1 0,-4-2 0 0,9 6 1 16,-6-2-3-16,-3-4 2 0,6 7 0 0,-4-3-1 15,-2-4-2-15,5 12 0 0,-5-6 4 0,0 1 0 16,0-7 2-16,-2 14-3 0,1-8-13 0,-3 4 10 15,2-3-12-15,-2 0 8 0,4-1-4 0,-3 1-6 0,3-7-7 16,-2 10-2-16,2-10-5 0,-5 8-1 16,5-8-6-16,0 0 6 0,3 10 9 0,-3-10 6 15,4 4 2-15,-4-4 4 0,9 6 3 0,-2-5 2 0,5 0 2 16,-1-1 7-16,2-1 5 0,7-2 0 0,-1 1 4 16,0-3 3-16,8-1 4 0,0-3 0 0,-2 1-2 15,2 0 4-15,-9 1 6 0,4-3 0 0,-3 3 6 16,-2-1 6-16,-1-1-2 0,0 1-3 0,-1 0 7 15,-4 2 0-15,-2 1 13 0,-1-1 12 0,1-1 4 16,-5 3-1-16,2 0 5 0,-6 4 3 0,5-9-9 16,-3 6-7-16,-2 3-8 0,3-8-8 0,-3 8-8 15,0 0-15-15,0 0 8 0,-12-9-2 0,5 8-4 16,7 1-1-16,-20-1-9 0,13 2 9 0,-3 0-16 16,2 1 5-16,0 4 0 0,-1-3-5 0,0 4-1 15,-1-2 1-15,2 2-5 0,3 1 5 0,-3 1 5 16,2 0-8-16,2 1-3 0,0-1-8 0,-1 2 0 15,5-1-2-15,-2-1 0 0,0 1-11 0,2 1 4 16,0-3-5-16,4 2-2 0,1-2 8 0,1 2 7 16,2-3-1-16,5 3 0 0,0-2 0 0,3-4 1 15,2 3-4-15,2-4-9 0,0-2-5 0,-2-1-15 16,3 2-17-16,-1-2-18 0,0-2-39 0,-2-1-37 16,0 0-45-16,0-2-53 0,-2 1-66 0,-3-2-58 15,-1 2-78-15,-1-1-65 0,2-1-337 0,-1 0-933 16,0 0 413-16</inkml:trace>
  <inkml:trace contextRef="#ctx0" brushRef="#br0" timeOffset="158310.31">14231 5570 310 0,'0'0'493'0,"0"0"9"16,3-9-1-16,-3 9-18 0,0 0-24 0,5-7-27 15,-5 7-24-15,2-6-32 0,-2 6-27 0,0 0-31 16,4-7-29-16,-4 7-32 0,4-7-23 0,-4 7-22 16,5-6-21-16,-5 6-26 0,6-5-16 0,2 2-18 15,3 1-11-15,-3 1-14 0,-8 1-14 0,15-1-9 16,-7 1-11-16,3 1-8 0,-6 1-1 0,2 0-13 16,0 1-6-16,-1 1-6 0,3 2-7 0,-4 0-11 15,1-1-11-15,-3 0-16 0,-1 0 5 0,1 1-8 16,-3-6-3-16,0 16-3 0,-3-6-1 0,1-2 1 15,-4 3-3-15,-2-3-2 0,-3 1-2 0,0-1-13 16,2 1 3-16,-7-1 2 0,2-2 0 0,1 2 2 0,0-3 8 16,4-2 2-16,2 0 7 0,1 0 9 0,6-3 10 15,-10 0 16-15,10 0 2 0,0 0 5 16,-11-11 5-16,8 5 3 0,3 6 2 0,0-17-7 16,3 8-4-16,1-2-1 0,-1 0-8 0,4 1-4 0,-1 0 5 15,1 1-8-15,1 2-1 0,5-2-4 0,-7 2 1 16,2 1 1-16,-1-1-6 0,1 3 1 0,-2 0-5 15,3 3-11-15,-9 1 10 0,12 3-1 0,-12-3-1 16,11 5 0-16,-9-3 2 0,5 4-2 0,-3 0-1 16,0 0 1-16,4 1-11 0,-4 3-18 0,0-3-21 15,1 1-25-15,-1 3-18 0,2-1-25 0,-2-1-35 16,2 1-38-16,0-2-38 0,-1 1-22 0,4 0-51 16,3 4-55-16,3-5-86 0,7-1-342 0,7 2-854 15,6-1 379-15</inkml:trace>
  <inkml:trace contextRef="#ctx0" brushRef="#br0" timeOffset="158653.97">15305 5622 240 0,'1'-8'523'0,"-1"8"8"15,1-17 0-15,-1 7-9 0,0 2-15 0,0 8-16 16,-1-9-8-16,1 9-18 0,1-10-17 0,-1 10-23 16,1-7-28-16,-1 7-31 0,0 0-41 0,0 0-33 15,0 0-34-15,0 0-26 0,2-8-26 0,-2 8-28 16,0 0-15-16,0 0-14 0,0 0-19 0,0 0-11 16,0 0-12-16,0 0-8 0,0 0-95 0,-3 23-4 15,3-23 0-15,-1 19 0 0,0-9 0 0,1 1 0 16,0 0 0-16,0-1 0 0,0 3 0 0,-2-4 0 15,2 3 0-15,0-2 0 0,2 0 0 0,-2-2 0 16,0 2 0-16,0-10-77 0,-2 13-156 0,0-7-32 16,2-6-53-16,0 9-33 0,0-9-16 0,0 0-10 15,0 9-32-15,0-9-67 0,0 0-411 0,0 0-960 16,0 0 425-16</inkml:trace>
  <inkml:trace contextRef="#ctx0" brushRef="#br0" timeOffset="158794.56">15293 5479 206 0,'0'0'287'0,"-1"-7"-20"0,1 7-27 0,0 0-25 15,0 0-37-15,0 0-51 0,0 0-40 0,0 0-25 16,0 0-41-16,0 0-75 0,0 0-64 0,0 0-135 16,19 16-275-16,-9-10 122 0</inkml:trace>
  <inkml:trace contextRef="#ctx0" brushRef="#br0" timeOffset="159278.81">15509 5491 76 0,'3'-7'447'0,"2"-2"23"0,0 3-3 0,-1 0-8 16,1 1-5-16,-5 5-7 0,5-8-8 0,-5 8-13 15,4-7-23-15,-4 7-34 0,2-6-36 0,-2 6-33 0,0 0-32 16,0 0-34-16,0 0-28 0,4-7-26 15,-4 7-19-15,0 0-16 0,0 0-10 0,0 0-16 16,0 0-10-16,0 0-16 0,-10 26-1 0,5-18-18 16,-3 2-9-16,4-1-14 0,-1 2-7 0,0 0-10 0,0-1-16 15,1-1-6-15,-1-3-4 0,2 2-5 0,1 0-7 16,-1-3-10-16,3-5 0 0,-4 6-6 0,4-6 2 16,0 0-1-16,-2 7 5 0,2-7 2 15,0 0 0-15,6 8 3 0,-6-8 5 0,9 4 0 0,0-2 0 16,-2-1 2-16,0 0-1 0,5 2 5 0,-1 0-9 15,0-1 5-15,1 0-1 0,0 3 1 0,-2-2-3 16,0 1-2-16,-2-2 3 0,0 2-2 0,0-1-1 16,0 0-11-16,-8-3 14 0,10 6-2 0,-7-3 0 15,2 1 1-15,-5-4-5 0,3 7 0 0,-3-7 0 16,0 10 5-16,0-10-11 0,-7 12 15 0,2-6 1 16,-4 2 1-16,-1-1 2 0,-3 2-2 0,-5 0 4 15,2-3-5-15,-3 1-7 0,2-2 13 0,4 0-1 16,3-2-5-16,-2 1 3 0,3-3-2 0,4 1 0 15,5-2-5-15,-10 4 0 0,10-4-3 0,-9 0-17 16,9 0-40-16,0 0-35 0,-10-6-28 0,10 6-25 16,0 0-43-16,5-13-41 0,-5 13-33 0,8-9-33 15,-8 9-48-15,9-7-56 0,-2 5-49 0,-2-2-243 16,-5 4-754-16,14-5 334 0</inkml:trace>
  <inkml:trace contextRef="#ctx0" brushRef="#br0" timeOffset="160434.81">16419 5615 268 0,'0'0'419'0,"0"0"3"0,0 0-3 15,0 0-2-15,0 0-17 0,0 0-10 0,0 0-12 0,-4-17-16 16,4 17-25-16,3-7-25 0,-3 7-30 0,6-5-26 16,-6 5-21-16,6-8-24 0,0 5-27 0,-1-1-14 15,-5 4-22-15,14-5-13 0,-4 3-16 0,0 0-14 16,0 4-11-16,3-1-11 0,0 2-7 0,0-1-9 15,-2 1-10-15,4 1 0 0,-2 1-8 0,-2 0-11 16,1 3-5-16,-4-1-6 0,1 0-18 0,-1 3-8 16,-2 1-12-16,-3 0-7 0,-1-2 0 0,1 0-5 15,-3 4 6-15,-4-4 2 0,-1 1 1 0,-2 2 1 16,-2-2-1-16,-3 2 5 0,-2-2-2 0,-2-2 1 16,-2-1 0-16,0 0-3 0,-2-1 2 0,1-3 2 15,-2 2 1-15,4-2 4 0,5-1 0 0,-1-1 2 16,3-2 14-16,1 0 10 0,0-1 9 0,2-2 14 15,1 0 9-15,2-1 8 0,1-3 3 0,3 8-3 16,0-17-5-16,1 4-2 0,3-1-11 0,0-1-6 16,3 0-2-16,1 2-1 0,0-2-2 0,-2 6-3 15,4-5-4-15,-1 3 1 0,0 3-8 0,0 0-7 16,1 1 3-16,-1 1-2 0,2 2 0 0,0-1-3 16,-2 3-3-16,-1-1-5 0,-1 3 1 0,-7 0-3 15,17 3-1-15,-9-1 0 0,2 3 3 0,-1 0-4 16,0 0-1-16,-2 2 1 0,1 1 0 0,-3 0-6 15,1 1 5-15,0 2-2 0,-1-2 4 0,1 1-4 16,-1 1 2-16,-1 0 1 0,-1-2 1 0,0 2-1 16,1-2-16-16,0 1-17 0,-3-2-3 0,4-3-7 15,-1 2-4-15,0-2 2 0,-1 0 3 0,1 0 8 0,-4-5-1 16,9 7 3-16,-2-5 11 0,1-2 2 0,2 0 0 16,-1-3 6-16,2 1-2 0,1-2 7 15,1 0 1-15,-2 1 9 0,5-5 4 0,-5 1 7 16,1-1 6-16,2-2 7 0,-7 3 16 0,2 0 10 0,3 0 9 15,-3 0 10-15,-5 1 9 0,3-1 13 0,0 0 5 16,-1 5 5-16,-1-3-5 0,-5 5 13 0,6-6 3 16,-6 6-10-16,4-6-9 0,-4 6-14 15,6-3-9-15,-6 3-13 0,0 0-9 0,7-4-5 0,-7 4-9 16,0 0-4-16,0 0 0 0,6 10-6 0,-6-10-16 16,6 11-8-16,-3-2 0 0,0 0 0 0,3 1 0 15,1-1 0-15,-3 1 0 0,-1 0 0 0,4 1 0 16,-3-2 0-16,0 0 0 0,-1-1-3 0,2 0-33 15,-2-3 1-15,-2 2-1 0,3-3 4 0,-4-4 2 16,5 8-2-16,-5-8 10 0,4 6 8 0,-4-6 5 16,7 1 5-16,-7-1 17 0,0 0-3 0,12-8 7 15,-7 4 10-15,3-3 15 0,-1-3-3 0,1-5 6 16,0 0-4-16,0-2-22 0,1-7-19 0,-3 10 0 16,0-4 0-16,1 0 0 0,-2 0 0 0,0 3 0 15,0 0 0-15,-2 5 0 0,-1-1 0 0,-1 3 0 16,-1 1 0-16,3 1 0 0,-3 6 0 0,3-10 0 15,-3 10 0-15,1-9 0 0,-1 9 0 0,0 0 0 16,0 0 0-16,0-8 0 0,0 8 0 0,0 0 0 16,0 0 0-16,0 0 0 0,0 0 0 0,0 0 0 15,0 0 0-15,0 0 0 0,2 28 0 0,-2-21-181 16,2 2-156-16,0 1-55 0,0 0-36 0,2 0-41 16,-1-2-62-16,4 0-41 0,-2 1-309 0,1-2-953 15,-1 0 422-15</inkml:trace>
  <inkml:trace contextRef="#ctx0" brushRef="#br0" timeOffset="161169.01">17285 5700 397 0,'0'0'457'0,"0"0"4"0,3-8-2 0,-3 8-15 16,0 0-21-16,2-8-17 0,-2 8-17 0,4-4-21 15,-4 4-25-15,0 0-22 0,3-11-27 0,-3 11-24 16,4-4-20-16,-4 4-25 0,4-6-21 0,-4 6-22 0,5-7-19 16,-5 7-18-16,7-5-16 0,1 2-13 15,-8 3-13-15,12-3-10 0,-7 3-13 0,-5 0-8 16,11-1-9-16,-11 1-8 0,12 1-9 0,-6 2-8 16,0 1 6-16,-1-1-12 0,4 4-4 0,-5-2-5 0,0 1-5 15,0-2-13-15,-3 4-1 0,3-1-15 0,-3 0-1 16,-1-7-1-16,0 15-6 0,-2-6-1 15,-1-1-13-15,0 1 13 0,-1-4-5 0,-2 3-3 16,-3-1 2-16,1-1 2 0,-1 0 1 0,-2-1 3 0,2-1 4 16,-2-1 1-16,3 0 6 0,2 0 3 0,6-3 3 15,-14 1 6-15,14-1 7 0,-10-3 6 0,10 3 11 16,-7-8-1-16,6 3 10 0,1 5 1 16,-3-16-4-16,6 6 3 0,-2 1-9 0,3-2 4 0,0 1-3 15,2 1-3-15,1 0-7 0,-1 0 2 0,0 1-5 16,2 1 0-16,-1 0-3 0,-1 2-3 0,4 0-2 15,-3 1-4-15,0 2 6 0,2 0-7 0,-9 2-12 16,14 0 11-16,-7 0-3 0,-7 0 0 0,15 2 1 16,-9 2 0-16,1 1-1 0,-1-2-1 0,2 2 0 15,-3 0-1-15,3 1 2 0,-5 0-3 0,1 0 4 16,1 3 0-16,2-4 4 0,-6 1-11 0,3-1 7 16,-2 1 0-16,-2-6-2 0,4 9-1 0,-4-9 1 15,4 9 7-15,-1-5 0 0,-3-4 2 0,0 0 8 16,4 6-3-16,-4-6 9 0,0 0-1 0,13-3 1 15,-4 0 0-15,-1 0 6 0,4-4-4 0,-3 1 1 16,1-1 2-16,5-3 1 0,-6 4-4 0,0-3 13 16,0 2 0-16,0 2 13 0,-4 0-11 0,0 0 5 15,3 1-3-15,-8 4-4 0,7-4-4 0,-7 4-4 16,7-6-4-16,-7 6-3 0,5-3-6 0,-5 3-4 16,0 0 1-16,0 0-5 0,0 0-2 0,0 0-2 15,0 0 7-15,0 0-9 0,11 7 3 0,-7-3-7 16,0 1 7-16,-4-5-1 0,4 11-2 0,0-6-4 15,-3 2-14-15,2 0-9 0,-1-3-4 0,2 3-17 16,-4-7-14-16,5 9-13 0,-2-5-22 0,-3-4-20 16,3 7-14-16,-3-7-18 0,3 5-19 0,-3-5-21 15,0 0-20-15,0 0-34 0,0 0-68 0,0 0-50 16,0 0-41-16,0 0-37 0,4-17-15 0,-4 17-276 16,-9-19-790-16,3 7 349 0</inkml:trace>
  <inkml:trace contextRef="#ctx0" brushRef="#br0" timeOffset="161325.22">17641 5490 110 0,'2'-10'310'16,"-2"10"11"-16,0-8 22 0,0 8 22 0,3-8-6 16,-3 8 0-16,5-6-15 0,-5 6-15 0,0 0-22 0,0 0-25 15,0-8-23-15,0 8-31 0,0 0-24 0,0 0-21 16,0 0-22-16,2-7-27 0,-2 7-37 16,0 0-51-16,0 0-49 0,0 0-81 0,0 0-32 15,0 0-33-15,0 0-49 0,0 0-60 0,12 14-69 0,-4-8-274 16,4-1-652-16,1-1 289 0</inkml:trace>
  <inkml:trace contextRef="#ctx0" brushRef="#br0" timeOffset="162996.7">18171 5373 421 0,'8'-7'419'0,"-3"-3"3"0,0 1-10 0,-2-1-9 16,-2-1-14-16,-1 1-14 0,-1 1-1 15,-1-1-3-15,0 3 4 0,-1-1-18 0,-1-1-14 0,2 4-12 16,-3-3-5-16,1 2-18 0,4 6-24 0,-7-8-21 16,7 8-31-16,-5-7-32 0,5 7-17 0,-4-4-26 15,4 4-15-15,0 0-9 0,0 0-20 16,0 0-4-16,-14 15-14 0,11-4-11 0,-3 3-4 0,1 4-10 16,1 1-8-16,-1 6-1 0,-2 0-13 0,3 3 0 15,0-1-4-15,0-1-9 0,-1 1 2 0,0 0-5 16,-4-1-4-16,3-1-3 0,-2 2-25 0,2-4 0 15,-6 2 0-15,3-1 0 0,1-6 0 0,1 1 0 16,-2-2 0-16,1-2 0 0,0-2 0 0,2-1-53 16,0-2-7-16,1-1-11 0,2-4-3 0,-1 2 0 15,4-7 8-15,-4 8 5 0,4-8 15 0,-4 4 10 16,4-4 8-16,0 0 7 0,0 0-2 0,0 0 3 16,0 0 2-16,0 0 1 0,0 0 6 0,0-23-7 15,2 13 8-15,0 0-3 0,1-1 3 0,-2 2 2 16,1-1 4-16,0 0 4 0,1 0 4 0,-2 2 4 15,2 1 6-15,-3 7 0 0,3-13 0 0,1 9-1 16,-4 4 2-16,3-11 1 0,-3 11-7 0,3-4-2 16,-3 4-7-16,3-6 4 0,-3 6 0 0,0 0-1 15,0 0-6-15,0 0 8 0,0 0-7 0,14 4 2 0,-14-4-4 16,12 6 5-16,-7-3 4 0,2 4-4 16,0 0-7-16,2-3-6 0,-4 3-7 0,4 0-9 15,-1-2 0-15,2 2-9 0,-1 0 0 0,0 0-13 16,1 0-12-16,-3-1-10 0,2 0-8 0,-1-1-8 15,1 1-1-15,1-2-2 0,-3-2 0 0,0 0 9 16,1 1 2-16,-2-2 12 0,-6-1 5 0,15-2 5 16,-7-1 1-16,-3 0 12 0,3 0 5 0,0-5 7 15,1 0 8-15,-3 0 5 0,-1-2 10 0,2 3 9 16,-2-2 2-16,1-1 12 0,0 2 7 0,1-2 4 0,-2 3 3 16,2 0-2-16,-4 3-3 0,4-2-4 0,-7 6 3 15,7-8-5-15,-3 4-2 0,-4 4-3 16,11-6-1-16,-5 4-5 0,-6 2-2 0,11-2 0 15,-11 2 0-15,13 3-1 0,-13-3-3 0,12 4-8 0,-7 2 8 16,0-2-2-16,0 1 2 0,-1 1-2 0,-2-2 2 16,2 4-7-16,-3-1-8 0,2 0-12 0,-3 3-8 15,0-10-4-15,-1 12 3 0,-1-4 7 0,-1-2 3 16,0 1 1-16,-2-2 4 0,0-1 4 0,-2 2 0 16,0-1 2-16,-2-1 1 0,2-2-5 0,1 0 11 15,6-2-2-15,-14 2 7 0,14-2 0 0,-13-3-1 16,13 3 2-16,-9-5 1 0,9 5 4 0,-5-10 3 15,0 5-9-15,4-2 14 0,0-2-4 0,1 9-1 16,3-18-2-16,1 9 1 0,0 1 0 0,1-2-1 16,-1 2 1-16,1 1-8 0,0 1 9 0,-1 1-4 15,2 2 2-15,-6 3 0 0,8-8-10 0,-4 4 5 16,-4 4-1-16,8-4-2 0,-8 4 3 0,10-2-2 16,-10 2-4-16,9-1 2 0,-9 1 1 0,9 4-6 15,-4 0 5-15,1 0 0 0,-2 2 0 0,0-2 5 16,1 4-6-16,0-1 7 0,0 1-7 0,-1-2 5 15,1 1 2-15,1 2 0 0,1 1-2 0,-2-3-3 16,1 0-1-16,3 0-3 0,-1-1-3 0,0 0 6 16,3-1 1-16,-5-2 0 0,7 3 2 0,-1-3 1 15,-3-1-3-15,2-1 5 0,2-1 5 0,-3-1-3 16,2-2 11-16,0-2 5 0,5-3-1 0,1-2 12 16,-1 0 22-16,-1-1 7 0,0-2 4 0,-1 0 1 15,-2-3-4-15,1 1-1 0,-4-2 16 0,5-5-4 16,-3-2 0-16,-3 2-4 0,0 3-3 0,-4 2-9 15,-3 0-4-15,2 0-5 0,-1 0-5 0,-2 5 0 16,-1 1-11-16,1 0 1 0,1 4-3 0,-2 7-7 16,1-12 1-16,-1 12-8 0,1-8-4 0,-1 8-11 15,0 0-3-15,0 0 2 0,2-8-5 0,-2 8-5 16,0 0 10-16,0 0 0 0,0 0-3 0,-11 20 3 16,6-12-1-16,0 5 3 0,0-2-4 0,0 4 2 0,0 2 1 15,0 1-1-15,-2-2 2 0,6 3 1 16,-3-3-3-16,-1 4 1 0,3-4-7 0,-2 1-5 15,2 0 2-15,2-2-7 0,2 2-6 0,-2-5 5 16,2-1 0-16,1 0 0 0,2 2 1 0,1-4-7 16,1 1 13-16,0-2 6 0,5-2-6 0,-2 1 6 0,2-4 1 15,1 0 2-15,0-2 2 0,3-2 1 0,0-1 1 16,2 0 1-16,-5-1-1 0,0-3 1 16,-2 2 1-16,1-3 1 0,-3 1 2 0,-4 1 10 15,0 0 3-15,0-1-1 0,-1 1-4 0,0-1-7 0,-4 6-3 16,0-13 2-16,0 13-4 0,-4-11-4 0,-1 7 6 15,0-2-14-15,-1 2 8 0,0 0 2 16,-4 1-4-16,4 0 0 0,-5 1 2 0,0 0 3 16,1 2-6-16,10 0 2 0,-18 0-1 0,10 0-8 0,8 0-7 15,-12 3-4-15,12-3-7 0,-10 1-5 0,10-1-10 16,-9 0-10-16,9 0-22 0,0 0 5 0,0 0 6 16,0 0 9-16,0 0 6 0,0 0 1 0,0 0-2 15,0 0 8-15,28 9-2 0,-14-9 2 0,6-2 5 16,0 1 3-16,-1-1 9 0,11-4-1 0,-2 0 4 15,1-1 7-15,1-4 3 0,-2 5 10 0,-3-3 1 16,-4 1 1-16,-3-1 4 0,-1 0 12 0,0-1 10 16,0-1-4-16,-4-1 24 0,-1 1 7 0,0-3-2 15,-4-1-7-15,0-1-5 0,-4 4-4 0,0-3-2 16,-4-1-4-16,1 0-2 0,-2 5-2 0,1 1-2 16,-3-2 2-16,1 3 4 0,1-2 6 0,-1 6 6 15,2 5 3-15,-2-13-6 0,2 13-7 0,-3-5-6 16,3 5-7-16,0 0-4 0,0 0-2 0,0 0 3 15,0 0 3-15,0 0 2 0,0 0 10 0,-3 30 5 16,1-19 8-16,2 4 5 0,0-1-1 0,2 5 0 16,-1-3 2-16,-1 2-13 0,1-2 7 0,-1-1-6 15,-1 3-1-15,1-2-9 0,0 1 1 0,-1-1-6 16,1-5 0-16,0 5 4 0,1-3-4 0,-1-1-2 16,-1-1-14-16,1 2 9 0,0-5-16 0,1 2-15 15,0-2-22-15,3 0-14 0,-2-2-27 0,1 1-29 16,-1-1-30-16,-2-6-38 0,6 7-51 0,-6-7-48 15,5 2-49-15,-5-2-45 0,9 0-50 0,-9 0-38 16,11-4-280-16,-11 4-801 0,7-9 355 0</inkml:trace>
  <inkml:trace contextRef="#ctx0" brushRef="#br0" timeOffset="163465.34">19358 5631 92 0,'0'0'231'0,"8"0"14"0,-8 0 9 16,0 0-1-16,10-1 0 0,-10 1 2 0,0 0 4 15,0 0 15-15,0 0-5 0,10 1 4 0,-10-1-2 16,0 0-9-16,0 0-13 0,0 0-12 0,0 0-21 16,0 0-16-16,0 0-21 0,0 0-14 0,0 0-13 15,7 2-15-15,-7-2-6 0,0 0-3 0,0 0-6 16,0 0-1-16,0 0-8 0,0 0-9 0,0 0-10 16,0 0-14-16,9 3-3 0,-9-3-4 0,14-2-11 0,-14 2-6 15,17-1-7-15,-7-1-1 0,1 0-4 16,2 0-5-16,1-2-3 0,-1 3 2 0,-2-3-6 15,2 0-2-15,-4-1 1 0,0 4 10 0,-3-3 5 16,1 1 2-16,-2-1 7 0,-5 4-2 0,10-7-4 0,-7 3-9 16,-3 4-8-16,5-9 1 0,-5 9-10 0,1-7-1 15,-1 7-5-15,0 0-3 0,0 0 0 16,-6-13-8-16,6 13-2 0,-4-6 0 0,4 6-4 16,-12-3 0-16,6 1-2 0,6 2-8 0,-12 1 2 15,1 2 7-15,3 2-7 0,-2 0 3 0,-1 1 0 0,2 0-4 16,-2 1 7-16,2 2-1 0,0 0-1 0,3-2 0 15,1 1 3-15,1-1-2 0,-1 3 0 16,3-2-3-16,3 2 9 0,4-1 3 0,0 0 2 16,1-1-1-16,5 0 1 0,1 3 0 0,2-2-5 0,-1-4 8 15,0 0-5-15,2 0 0 0,-3-2 5 0,2-1-4 16,-1-1 1-16,-1-1-5 0,2 0-12 0,-2-1-6 16,-2-1-16-16,3-2-20 0,-4 2-22 15,-3-2-40-15,1-1-27 0,-1 2-63 0,0-3-61 0,-2 2-70 16,-1-3-103-16,-3 7-411 0,4-11-919 0,-4 0 407 15</inkml:trace>
  <inkml:trace contextRef="#ctx0" brushRef="#br0" timeOffset="164168.29">20539 5354 382 0,'-2'-7'392'0,"2"7"11"16,-4-15 2-16,3 9-16 0,-2-4-10 0,0 5-6 16,3 5-7-16,-2-11-9 0,2 11-15 0,-4-10-15 15,1 4-22-15,-2 1-22 0,5 5-17 0,-5-7-20 16,5 7-22-16,-2-6-22 0,2 6-25 0,0 0-18 15,0 0-21-15,-5-6-19 0,5 6-10 0,0 0-6 0,0 0-17 16,0 0-4-16,-8 20-7 0,4-7 5 0,0 5-12 16,-1 0 11-16,0 9 6 0,0 1 2 15,1-3-9-15,-1 4-10 0,0-1-1 0,1 1-5 16,-1 2-3-16,1-3-10 0,0-2 3 0,-2 3-14 0,2 0-2 16,-1-1 0-16,-1-2-5 0,2 1-7 0,-1 0 3 15,-1-1 1-15,3-3-11 0,0 2 2 0,-1-7 3 16,0 0 0-16,2-1 9 0,-3 1-16 15,5-5-4-15,-2 2-2 0,2-4-2 0,0 2-5 0,-1-5-8 16,2 1-9-16,-1-9-12 0,-1 12-14 0,1-12-17 16,-1 9-23-16,1-9-21 0,1 9-29 0,-1-9-27 15,0 0-41-15,0 8-27 0,0-8-26 0,0 0-57 16,0 0-57-16,0 0-57 0,0 0-47 0,0 0-369 16,0 0-910-16,-9-28 403 0</inkml:trace>
  <inkml:trace contextRef="#ctx0" brushRef="#br0" timeOffset="164715.04">20173 5779 245 0,'-6'-6'424'0,"6"6"33"0,0 0 25 16,-1-9 9-16,1 9-11 0,0 0-21 0,1-9-29 16,-1 9-35-16,3-8-39 0,-3 8-33 0,9-9-33 15,0 3-26-15,-3 1-33 0,7-1-17 0,2-1-28 16,2 2-20-16,-1-1-8 0,2 2-23 0,0 0-15 15,1 0-31-15,2 1-31 0,-2-2-17 0,3 2-46 16,7 0-49-16,-7 2-30 0,0-2-34 0,-1 2-45 16,1-2-50-16,-3 3-35 0,0 0-12 0,-2-2-21 15,-3 0-20-15,-1-1-14 0,2 3-7 0,-3-3-14 16,0 3 5-16,-4 0 13 0,2 0 14 0,-10 0 25 16,14-1 31-16,-14 1 25 0,11 0 35 0,-11 0 34 15,7 0 36-15,-7 0 37 0,0 0 46 0,10-2 51 16,-10 2 52-16,0 0 42 0,0 0 39 0,8-1 23 15,-8 1 20-15,0 0 28 0,7-5 13 0,-7 5 11 16,5-6 7-16,-5 6 11 0,6-3 6 0,-6 3 7 0,0 0-2 16,9-3 0-16,-9 3-11 0,0 0-14 15,6-4-17-15,-6 4-12 0,0 0-25 0,0 0-21 16,0 0-18-16,7-1-12 0,-7 1-11 0,0 0-22 16,0 0-14-16,0 0-5 0,0 0-15 0,9 7-4 0,-9-7-10 15,5 5-7-15,-3 0 0 0,-2-5-22 0,0 11 1 16,0-3-2-16,0-8-11 0,-2 14-6 15,-3-6-6-15,1 2-6 0,-1-3 5 0,-4 1-5 16,1-2-12-16,-2 2-6 0,0-1-11 0,-1-3-13 16,0 1-14-16,1 0-18 0,-2-2-4 0,3-2-8 0,2 0-6 15,7-1 6-15,-12-1 1 0,12 1-14 0,-13-8-17 16,10 4-13-16,3 4-2 0,-3-10-4 16,3 10-17-16,3-12-5 0,-1 5-11 0,2-2-16 15,4 1-17-15,-1-1-20 0,1 1-17 0,0 1-21 0,2 3-26 16,0-3-23-16,0 3-20 0,0 0-237 0,-3 0-607 15,1 1 269-15</inkml:trace>
  <inkml:trace contextRef="#ctx0" brushRef="#br0" timeOffset="165121.21">20738 5636 333 0,'8'1'342'0,"-8"-1"5"0,0 0-2 0,5-6-11 0,-5 6-3 16,7-4-16-16,-7 4-8 0,7-4-13 15,-2 0-13-15,-5 4-18 0,9-5-19 0,-9 5-21 0,11-2-23 16,-11 2-16-16,12-3-19 0,-12 3-16 0,13 2-19 16,-4-1-10-16,-1 1-15 0,1 0-13 0,-3 4-6 15,3-2-9-15,0 3-6 0,-1 1-11 0,-2-1-7 16,2 4-3-16,-3-1-3 0,0-1-9 0,-2 1-7 16,0 1 2-16,3-2-18 0,-6 1-18 0,1-1-12 15,-1 1 1-15,0-3-1 0,0-7-3 0,0 11 1 16,0-11 0-16,-3 9 2 0,3-9 2 0,-4 8 0 15,4-8 9-15,-2 4 3 0,2-4 2 0,0 0 2 16,0 0 14-16,0 0 7 0,0 0 16 0,0 0 10 16,-8-16 2-16,8 16 7 0,4-20-8 0,1 5 8 15,0 0-7-15,0 4-6 0,7-5 0 0,-4 0-2 16,-1 1-3-16,3 1-3 0,1 1-2 0,-5 3-2 16,1 1-12-16,1 0 1 0,-3 1-3 0,1 3-4 15,-4 0-21-15,7 1-20 0,-4 0-31 0,-5 4-37 16,5-6-41-16,-5 6-43 0,7-4-43 0,-7 4-32 15,0 0-31-15,0 0-40 0,0 0-32 0,0 0-28 16,0 0-282-16,0 0-721 0,0 0 320 0</inkml:trace>
  <inkml:trace contextRef="#ctx0" brushRef="#br0" timeOffset="165980.37">21783 5571 363 0,'0'0'463'0,"3"-11"-1"0,-1 6-2 0,-2 5-18 16,4-9-18-16,-4 9-20 0,1-10-24 0,-1 10-14 16,2-8-8-16,-2 8-15 0,3-8-21 15,-3 8-21-15,0 0-20 0,3-5-22 0,-3 5-34 0,0 0-24 16,0 0-22-16,0 0-18 0,0 0-24 0,0 0-17 16,0 0-5-16,0 0-18 0,0 0-6 0,0 0-9 15,0 0-5-15,8 22-14 0,-6-12-7 16,-1 2-13-16,0 0 7 0,1 4-5 0,0-1-9 0,-2 1-30 15,1-1-15-15,2-1-19 0,1 0-13 0,-3 2-18 16,-1-5-14-16,0 1-14 0,3-2-6 0,-2-1-3 16,-1-2 1-16,1-1 7 0,-1-6-2 0,3 9 13 15,-3-9 11-15,0 9 17 0,0-9 27 0,0 0 14 16,0 0 5-16,0 0 13 0,0 0 11 0,0 0 1 16,0 0 10-16,16-22 14 0,-9 13 3 0,-3-1 12 15,2 0-1-15,0-1 12 0,1 0 11 0,0 1-11 16,-1 1 0-16,1-1 1 0,0 4-4 0,-1-3-13 15,0 2-1-15,1 4-7 0,0-1-6 0,6 0-12 16,-5 4-1-16,3 0-1 0,1 3-2 0,0-1-1 16,0 1-5-16,1 3-6 0,4-1 4 0,-6 2-1 15,2-3-4-15,-6 3-2 0,4-1-18 0,-3-1 17 16,-1-1-5-16,-2 1 2 0,0-4-2 0,-5-1-4 16,7 8 3-16,-7-8 3 0,5 3 1 0,-5-3 3 15,6 4 19-15,-6-4 27 0,0 0 18 0,0 0-8 16,0 0-4-16,0 0-1 0,7-15-3 0,-9 5 5 15,4 2-5-15,-4-3-57 0,4-6-2 0,-4 1 0 16,2-4 0-16,2-5 0 0,-1 0 0 0,1-1 0 16,0 6 0-16,-1 1 0 0,3-5 0 0,-4 6 0 15,2 3 0-15,-2 2 0 0,2 2 0 0,-2 1 0 0,1 2 0 16,-1 8 0-16,1-11 0 0,-1 11 0 16,2-10 0-16,-2 10 0 0,1-6 0 0,-1 6 0 15,0 0 0-15,0 0 0 0,0 0 0 0,0 0 0 16,0 0-223-16,0 0-84 0,2 34-46 0,1-23-56 0,-3 5-54 15,1 1-67-15,3 0-50 0,0-3-308 0,0-1-962 16,1 2 426-16</inkml:trace>
  <inkml:trace contextRef="#ctx0" brushRef="#br0" timeOffset="166777.06">22266 5641 33 0,'15'-10'381'0,"-15"10"-10"16,5-6-8-16,-5 6-13 0,4-6-27 0,-4 6-15 0,4-7-27 16,-4 7-27-16,6-4-19 0,-6 4-24 0,7-4-19 15,-7 4-25-15,6-3-11 0,-6 3-20 16,6-3-19-16,-6 3-2 0,0 0-37 0,13 2 6 16,-13-2-7-16,10 4-22 0,-6-2 8 0,1 3-3 0,-5-5-13 15,7 5 0-15,-2-1-6 0,-5-4-5 0,4 13-10 16,-2-8 3-16,-2-5-3 0,-1 10-15 0,1-2-7 15,0-8 3-15,-5 11 4 0,0-5 1 16,0 2-2-16,-3-1-3 0,0-3 0 0,-3 3-20 0,1-3 17 16,-1-1-3-16,3-1 2 0,-3 0 8 0,3-1-5 15,8-1 2-15,-12 0 9 0,12 0 10 0,-10-2 13 16,10 2 13-16,-7-8 17 0,7 0 5 0,0 8-6 16,-4-13 0-16,6 6 1 0,-2 7-4 0,7-17-5 15,-2 9-6-15,-1 2-5 0,1 1-2 0,4-1-10 16,0 0-2-16,-4 3-2 0,2-3-4 0,2 2-6 15,-4 3-5-15,-5 1-1 0,13-3-4 0,-13 3-3 16,10 0-1-16,-10 0 0 0,10 1-1 0,-10-1-3 16,8 5-3-16,-3-3 2 0,0 2-3 0,1 1 3 15,-2 1 0-15,1 4 1 0,-1-3-4 0,0 1-1 16,0-2-2-16,2 2 2 0,-2 3-3 0,-2-1 6 16,4-2 0-16,0-1-2 0,1 2 6 0,0-2-5 15,2 0 3-15,0-1 3 0,1-1 1 0,0-1 2 16,2-2 0-16,2-2 12 0,3 0 9 0,0-3 6 15,4-2 10-15,-4-1 3 0,3-2 6 0,-3-1 6 16,2-2 3-16,1-5-10 0,-3 5 12 0,-3-4-2 16,0 1-5-16,-1-1-9 0,-1-2-4 0,-1 1 2 15,-3 2 13-15,-1 3 3 0,-3-2-4 0,0 4-10 16,0-1-5-16,-2 1-13 0,-3 1-13 0,1 8 5 16,-5-13-1-16,1 9-7 0,-3 0-4 0,7 4-15 0,-14-1 7 15,14 1-5-15,-14 4-11 0,6-1-5 16,1 3 2-16,-1 1 3 0,4 1-7 0,-1 1 4 15,4 2-1-15,0-1 0 0,1 1 8 0,0 2-4 16,4-4 2-16,1 4 4 0,0-3-3 0,4 5 3 0,0-4-5 16,1 0 8-16,-2-1-1 0,2-2-2 0,-1 2-2 15,-3-3 1-15,-2 0 5 0,1-1-1 0,0-1-1 16,0 1 0-16,1-1 3 0,-3-2-6 16,-3-3-7-16,4 7 4 0,-4-7 4 0,4 6-3 15,-4-6 0-15,3 5-1 0,-3-5 3 0,0 0 1 0,0 0 3 16,-8 12-3-16,3-8 2 0,-4-2-11 0,-3 2-12 15,1-1-25-15,-3-2-27 0,1 2-29 16,-2 0-28-16,2-2-29 0,3-2-37 0,-2 2-25 16,3-3-26-16,2-1-35 0,7 3-33 0,-13-6-44 0,10-1-40 15,2-1-19-15,1-1-228 0,3-2-703 0,4-3 312 16</inkml:trace>
  <inkml:trace contextRef="#ctx0" brushRef="#br0" timeOffset="167472.93">22981 5406 405 0,'4'-10'445'0,"0"-1"14"0,0 0-7 16,-1 0-7-16,-1 4-5 0,1-4-1 0,-1 3-3 0,-2 1-10 16,2 1-18-16,-1-2-15 0,-1 8-10 0,2-9-21 15,-2 9-27-15,3-9-23 0,-3 9-31 0,0 0-36 16,1-8-27-16,-1 8-24 0,0 0-28 0,0 0-18 15,0 0-8-15,0 0-23 0,0 0-11 0,0 0-3 16,1 23-16-16,-1-9-8 0,-1 4-12 0,2 0-2 16,-1 6-30-16,0-3-35 0,0-2 0 0,0 6 0 15,0-1 0-15,-1-5 0 0,1-1 0 0,0 1 0 16,0 0 0-16,0-2 0 0,0-1 0 0,0-3 0 16,1-1 0-16,-1-1 0 0,0 2 0 0,0-2 0 0,0-3-32 0,0-1-53 15,0-7 7-15,2 11 5 0,-2-11 13 0,2 10 9 16,-2-10 5-16,4 3 7 0,-4-3 3 0,10-3 2 15,-10 3 12-15,13-7-2 0,-4 3 3 0,0 0 1 16,0-2 1-16,0-1 12 0,-1 0-5 0,1 2 27 16,-1-2 3-16,0 3 4 0,-3 0 7 0,0-1 0 15,-5 5-1-15,10-5 5 0,-6 2-2 0,-4 3-14 16,5-4 3-16,-5 4-4 0,0 0-7 0,8-4 0 16,-8 4 2-16,0 0-10 0,0 0-8 0,0 0 13 15,0 0-4-15,0 0-1 0,10 5-1 0,-10-5 2 16,4 6-2-16,0-1 6 0,-4-5-10 0,5 10-3 15,-1-4-7-15,-3 0-9 0,2-1-6 0,1-1-7 0,1 0-3 16,1 0-1-16,-6-4 1 0,10 8 0 16,-4-5 6-16,0-1 5 0,-6-2 4 0,14 1 3 15,-14-1 0-15,13-4 12 0,-6 2-6 0,4-3 0 16,-2-2 6-16,0-3-3 0,1 3 12 0,-1-2 7 0,2-2 1 16,1-1 1-16,-3 3 30 0,0 1 8 0,-1 1-2 15,0 0 2-15,-3 3 4 0,0-2-6 16,-5 6 2-16,8-6-9 0,-8 6-3 0,6-6-10 15,-6 6-2-15,4-3-15 0,-4 3 3 0,0 0-3 16,0 0 3-16,0 0-7 0,12 7 2 0,-8-3 7 0,-4-4-5 16,4 10-9-16,-1-4-4 0,-2 0 9 0,-1-6-2 15,4 12 0-15,-1-5-9 0,-1-1-20 0,0 0-14 16,0 0-20-16,0 1-18 0,-2-7-15 16,5 11-18-16,-3-5-18 0,2-3-20 0,-4-3-17 0,8 7-31 15,-8-7-34-15,7 2-39 0,-7-2-36 0,11-1-26 16,-11 1-42-16,10-5-62 0,-4 0-51 0,-1 0-246 15,1-5-795-15,-4 2 352 0</inkml:trace>
  <inkml:trace contextRef="#ctx0" brushRef="#br0" timeOffset="167629.15">23459 5427 81 0,'0'0'365'0,"-2"-6"-9"0,2 6 8 0,0 0-13 15,0 0-13-15,0 0-23 0,-1-9-36 0,1 9-23 16,0 0-33-16,0 0-18 0,0 0-36 0,0 0-54 15,0 0-69-15,0 0-57 0,0 0-40 0,0 0-44 16,0 0-56-16,0 0-80 0,0 0-257 0,24 16-527 16,-16-10 233-16</inkml:trace>
  <inkml:trace contextRef="#ctx0" brushRef="#br0" timeOffset="168066.54">23638 5582 98 0,'0'0'439'0,"0"0"30"16,0 0 3-16,0 0 0 0,0 0-18 0,0 0-20 16,0 0-17-16,9-11-20 0,-9 11-22 0,0 0-18 15,0 0-25-15,2-7-22 0,-2 7-35 0,0 0-31 16,0 0-26-16,0 0-25 0,0 0-26 0,0 0-17 16,0 0-23-16,0 0-16 0,0 0-13 0,0 0-11 15,0 0-12-15,0 0-9 0,0 0-13 0,0 0-9 16,2 19-5-16,0-13-18 0,2 2-7 0,-1-3-14 15,-2 2-12-15,-1-7-8 0,2 14-10 0,-1-8-11 16,-1-6-6-16,4 11-6 0,-3-7-3 0,-1-4-2 16,0 0-1-16,0 12 2 0,0-12 10 0,3 5 5 15,-3-5 8-15,0 0 9 0,0 0 3 0,6 2 2 16,-6-2 11-16,0 0 10 0,10-9 6 0,-10 9 6 16,9-10 10-16,-5 4 9 0,5-3-4 0,-2 0 9 15,2 3 28-15,-3 0 15 0,3-1-2 0,-3 3-4 16,-2 0 2-16,1 1 13 0,-5 3-6 0,5-6-4 15,-5 6-8-15,5-4-8 0,-5 4-7 0,0 0-10 16,8-2-8-16,-8 2-8 0,0 0 0 0,0 0 1 16,13 6-9-16,-10-2-13 0,3 1-23 0,1-1-27 15,3 5-28-15,-3-1-30 0,1 0-38 0,1 1-39 16,2-2-41-16,-1 2-44 0,0-2-43 0,3-2-37 16,-3 3-33-16,2-2-45 0,-1-2-37 0,2 0-316 15,1-1-836-15,-1-1 370 0</inkml:trace>
  <inkml:trace contextRef="#ctx0" brushRef="#br0" timeOffset="168722.63">24024 5602 283 0,'5'-4'313'0,"-5"4"-6"0,0 0-4 0,7-5-1 16,-7 5-3-16,9-3-13 0,-5 0-13 0,-4 3-10 15,12-5-18-15,-7 3-21 0,-5 2-18 0,11-2-19 16,-5 1-21-16,-6 1-11 0,15-2-19 0,-8 0-12 15,-7 2-15-15,15-1-5 0,-7 1-14 0,0 1-20 0,3 1-1 16,-3-1-2-16,-2 1-11 0,-1 2 0 16,3-2-16-16,1 2-4 0,-4-1-3 0,0 3-6 15,0-2-2-15,-1 1-1 0,0 0-5 0,-4-5-2 16,5 9-1-16,-4-4-9 0,-1-5 0 0,0 8 7 0,0-8-2 16,0 0 5-16,-5 14-5 0,5-14-1 0,-6 5 2 15,6-5 1-15,-9 4 0 0,4-1 6 16,5-3-2-16,-14 0 7 0,14 0 10 0,-11-3 10 15,11 3 20-15,-11-4 11 0,11 4 5 0,-9-4-1 0,4 0 4 16,5 4-8-16,-5-11 1 0,5 11 8 0,-3-8 5 16,3 8-7-16,0-13-10 0,0 13-6 0,3-10-8 15,-1 5-5-15,-2 5-9 0,5-7-6 16,-5 7-4-16,6-8-7 0,0 5-3 0,-6 3-8 16,0 0 3-16,17 3-12 0,-10 1-2 0,3 3 3 0,-1 0 1 15,2 5-8-15,1 5 2 0,2 2-3 0,-5 0 4 16,4 6-5-16,-3 3 1 0,0-2 0 0,-2 2 1 15,-1 0 4-15,-2 1 0 0,0-1 1 0,-2-1 2 16,0 2-4-16,-2-3 2 0,-2-1 3 0,0 0 3 16,-3 3-1-16,-1-1 1 0,-1-3-5 0,-3 0 5 15,0-6 2-15,-2-1-5 0,0 1 1 0,-2-4-1 16,2-2-3-16,0 2 3 0,3-6 0 0,0-1 3 16,0-1 21-16,2-1 13 0,-1-3 23 0,7-2 30 15,-7 5 24-15,7-5 9 0,0 0 16 0,0 0-18 16,-16-9 3-16,14 2-7 0,-6-4-2 0,4 1-8 15,1-6-11-15,0-2-12 0,0-2-91 0,1 1-3 16,0 0 0-16,2 1 0 0,2 0 0 0,-2 1 0 16,1 1 0-16,0 0 0 0,1 6 0 0,-1-1 0 15,3 0 0-15,0 0 0 0,2 2 0 0,-1-2 0 16,3 2 0-16,2 1 0 0,2 0 0 0,2-2 0 16,2 3-14-16,1 1-193 0,1 1-34 0,-6 1-25 15,8 0-37-15,-4 0-36 0,5 1-32 0,-4 2-8 16,1 0-16-16,-2 2-26 0,2-3-42 0,-6 1-336 15,0 0-865-15,1 0 382 0</inkml:trace>
  <inkml:trace contextRef="#ctx0" brushRef="#br0" timeOffset="168925.8299">24538 5773 59 0,'0'0'452'0,"5"-7"18"16,-5 7 9-16,0 0 6 0,0 0-9 0,2-6-29 15,-2 6-38-15,0 0-40 0,4-5-38 0,-4 5-31 16,0 0-36-16,0 0-27 0,0 0-28 0,0 0-32 16,0 0-46-16,0 0-56 0,0 0-81 0,0 0-60 15,0 0-67-15,0 0-49 0,0 0-51 0,0 0-67 16,0 0-63-16,15 11-319 0,-9-6-737 0,-6-5 326 16</inkml:trace>
  <inkml:trace contextRef="#ctx0" brushRef="#br0" timeOffset="189046.68">980 3056 240 0,'0'0'273'0,"0"0"-9"0,-7-11-11 0,7 11-10 15,0 0-5-15,0 0-6 0,0 0-6 0,-2-9-5 16,2 9-12-16,0 0-10 0,0 0 0 0,0 0-11 15,-3-14-9-15,3 14-14 0,0 0 1 0,0 0-23 16,0 0 1-16,0 0-12 0,0 0-12 16,0 0-15-16,0 0-16 0,0 0-4 0,0 0-15 15,0 0-9-15,0 0-15 0,0 0 5 0,0 0-7 16,0 0-3-16,0 0-7 0,0 0 7 0,27 17-15 16,-21-12-3-16,3 2 2 0,-1 0-6 0,1 3-9 0,0-4-8 15,-2 3-3-15,1-3-6 0,-1 3-5 16,1-2-2-16,-2 2-3 0,0-2 2 0,-1-3 10 15,-5-4-6-15,9 10 9 0,-9-10-10 0,10 7 4 16,-4-3 2-16,-6-4 6 0,11 1-4 0,-11-1 5 16,23-4-9-16,-3 0 13 0,0-4 14 0,5-5 7 15,1-3 18-15,2-7 4 0,14-7 10 0,1 1 13 16,-4-3 15-16,-1 0 5 0,-11 7-7 0,8-9-5 16,-6 12-6-16,0-2-2 0,-1 1-5 0,-1 0-2 15,-3 4-3-15,0 0-5 0,-1 1-2 0,-3 2-9 16,-6 4-4-16,0 1-6 0,-3 3-1 0,1-1-6 15,-4 4-3-15,-2 0-2 0,-1 1-6 0,1 0-5 16,-6 4-17-16,6-4-28 0,-6 4-36 0,0 0-42 16,0 0-38-16,15 1-37 0,-15-1-30 0,4 6-30 15,-4-6-28-15,3 11-27 0,-3-11-16 0,2 12-30 16,-2-12-278-16,-2 14-677 0,2-14 301 0</inkml:trace>
  <inkml:trace contextRef="#ctx0" brushRef="#br0" timeOffset="189562.18">1403 2968 218 0,'-14'-3'270'0,"14"3"-4"0,0 0-8 16,0 0-3-16,0 0-3 0,0 0 0 0,0 0-4 16,0 0-4-16,0 0-4 0,0 0-8 0,0 0-22 15,0 0-13-15,0 0-23 0,-5-9-9 0,5 9-23 16,0 0-21-16,0 0-9 0,0 0-15 0,0 0-17 16,0 0-5-16,0 0-4 0,0 0-7 0,0 0-18 15,0 0 5-15,0 0-7 0,30 17-1 0,-22-11-11 16,-1 1 0-16,2 2-3 0,-9-9 4 0,13 12 0 15,-4-4-14-15,-1-3-11 0,-8-5-11 0,11 16-1 16,-5-8-9-16,0-1 1 0,-6-7 0 0,8 13 4 16,-8-13-2-16,9 9-3 0,-9-9 16 0,9 7-14 15,-9-7 11-15,0 0 8 0,15 2-2 16,-15-2 8-16,0 0 1 0,34-14 7 0,-18 0 9 16,7-2-2-16,1 0 14 0,-1-3 0 0,4 0 2 0,-4 0-2 15,1-3 6-15,-1 0-2 0,3 3-5 0,-3-4 1 16,-1 2 9-16,-1 2-3 0,-7 4-4 0,0 1-4 15,-2 0-3-15,-1 3-4 0,-1 0-5 16,-2 2-6-16,-1 3 2 0,-4-1-5 0,3 4-5 16,-2-1 1-16,-4 4-10 0,6-8 5 0,-6 8-16 15,0 0-25-15,0 0-24 0,9-6-28 0,-9 6-21 16,0 0-24-16,7 2-27 0,-7-2-39 0,0 0-46 16,0 0-48-16,12 15-40 0,-12-15-53 0,0 11-193 0,0-11-619 15,0 0 274-15</inkml:trace>
  <inkml:trace contextRef="#ctx0" brushRef="#br0" timeOffset="190607.4799">198 4550 97 0,'0'0'158'16,"0"0"3"-16,0 0-6 0,0 0 8 0,0 0-11 16,0 0-1-16,0 0-6 0,0 0 3 0,0 0 0 15,0 0-3-15,0 0-4 0,0 0 1 0,0 0 3 16,0 0 5-16,0 0 2 0,0 0 0 0,0 0-11 16,0 0-9-16,0 0-16 0,0 0-11 0,0 0-5 15,0 0-15-15,0 0-4 0,0 0-13 0,0 0-10 16,0 0-6-16,0 0-12 0,0 0-1 0,0 0-5 15,0 0-6-15,0 0-1 0,0 0-4 0,0 0-2 16,0 0-5-16,0 0 0 0,0 0-4 0,0 0 1 16,48 32-1-16,-48-32 0 0,0 0 1 0,20 23-3 15,-20-23-7-15,0 0 7 0,17 24-13 16,-17-24 1-16,0 0-6 0,17 18 5 0,-17-18-4 16,0 0 0-16,0 0 4 0,21 15 3 0,-21-15-2 15,0 0-2-15,0 0 7 0,39 3 0 0,-39-3 2 16,0 0 6-16,42-19 7 0,-42 19 2 0,32-24 17 15,-7 10 2-15,-4-3-5 0,0-2 5 0,-2 0 6 0,3-4 16 16,-4 2 11-16,2 2-1 0,-20 19-3 16,23-30 6-16,-23 30-8 0,22-28 0 0,-22 28-1 15,24-20-3-15,-24 20 3 0,14-17 5 0,-14 17-6 16,0 0-4-16,0 0-9 0,0 0-5 0,20-20-5 16,-20 20-4-16,0 0-9 0,0 0-13 0,0 0-23 15,0 0-26-15,0 0-31 0,0 0-39 0,0 0-29 16,0 0-17-16,0 0-20 0,0 0-37 0,0 0-38 15,0 0-13-15,0 0-28 0,0 0-32 0,0 0-198 16,0 0-558-16,0 0 248 0</inkml:trace>
  <inkml:trace contextRef="#ctx0" brushRef="#br0" timeOffset="191169.8299">497 4600 105 0,'0'0'285'0,"0"0"-8"0,0 0-13 15,0 0-10-15,0 0-15 0,0 0-9 16,0 0-15-16,0 0-6 0,0 0-25 0,0 0-7 15,0 0-6-15,0 0-31 0,0 0-10 0,0 0-12 16,0 0-19-16,0 0-11 0,0 0-8 0,0 0-12 16,0 0-6-16,0 0-9 0,0 0-5 0,0 0-8 15,0 0-1-15,0 0 1 0,0 0-9 0,0 0-6 16,0 0 8-16,0 0-12 0,0 0-6 0,0 0-6 16,0 0-4-16,0 0-3 0,38 51 3 0,-38-51-13 15,0 0-9-15,16 18-3 0,-16-18-3 0,0 0-7 16,0 0 2-16,21 24 2 0,-21-24-2 0,0 0 1 15,0 0 5-15,17 16 2 0,-17-16 4 0,0 0 1 16,0 0 15-16,0 0 10 0,0 0 18 0,0 0 16 16,0 0 7-16,0 0 24 0,0 0 3 0,0 0 13 15,65-36 1-15,-49 21 18 0,4-4 7 0,-2 1 1 16,1-2-1-16,-2 2-13 0,-3 6-5 0,1-2 1 16,-1 5-4-16,-1-1 3 0,-4 0-5 0,1 2-9 15,-2-1-8-15,-1 1-6 0,2 1-6 0,2 1-10 16,-4 0-6-16,-3 1-5 0,1 1-3 0,-5 4-8 15,9-6-4-15,-5 3-2 0,-4 3-6 0,0 0-11 16,5-4-15-16,-5 4-20 0,0 0-28 0,0 0-25 16,0 0-30-16,0 0-20 0,0 0-7 0,13 2-14 15,-13-2-16-15,0 0-23 0,5 10-30 16,-5-10-27-16,0 0-49 0,5 13-43 0,-3-6-244 16,-2-7-629-16,0 0 279 0</inkml:trace>
  <inkml:trace contextRef="#ctx0" brushRef="#br0" timeOffset="193153.74">298 7037 73 0,'0'0'229'0,"0"0"10"0,0 0-1 0,0 0 5 0,0 0 1 16,0 0 4-16,0 0 6 0,0 0-18 15,0 0-8-15,0 0-1 0,0 0-8 0,0 0-11 16,0 0-4-16,0 0-10 0,0 0-15 0,0 0-16 15,0 0-19-15,0 0-11 0,0 0-13 0,0 0-11 16,0 0-25-16,0 0-6 0,0 0-9 0,0 0-7 16,0 0-8-16,0 0-2 0,0 0-8 0,0 0 3 15,0 0-11-15,0 0-3 0,0 0-4 0,0 0-4 16,0 0-2-16,0 0-1 0,0 0 1 0,0 0-3 16,46 45-2-16,-46-45-4 0,0 0 2 0,21 26-8 15,-21-26-9-15,0 0-10 0,19 23 5 0,-19-23 0 16,0 0-2-16,0 0-12 0,18 21 10 0,-18-21 5 15,0 0-8-15,0 0 3 0,21 12 5 0,-21-12-3 16,0 0 11-16,0 0 3 0,0 0 2 0,0 0 0 16,65-27 4-16,-42 11 7 0,1-5 24 0,13-11 16 15,-4-4 11-15,5-4 4 0,0-5 4 0,5 3 15 16,-1 3 17-16,-10 1-6 0,2 3-5 0,-7 7-19 16,-2 2-1-16,2 1-7 0,-5 1-7 0,0 4-7 15,-2 2-4-15,-8 4-5 0,2 2-2 0,-2 2-9 16,-3 4-6-16,-4 1-6 0,0 1-3 0,0 1-10 15,-5 3-25-15,4-7-24 0,-4 7-9 0,0 0-8 16,0 0-26-16,0 0-11 0,11 10-12 0,-11-10-22 16,0 11-29-16,0-4-24 0,0-7-38 0,-7 15-32 15,3-7-31-15,1 2-39 0,-1 0-45 0,-3-2-291 16,2 1-708-16,-1-3 313 0</inkml:trace>
  <inkml:trace contextRef="#ctx0" brushRef="#br0" timeOffset="193778.6">643 6984 5 0,'0'0'287'0,"0"0"-11"0,0 0-2 0,0 0-7 0,0 0-8 15,0 0-6-15,0 0-2 0,0 0-9 16,0 0-11-16,0 0-4 0,0 0-12 0,0 0-15 16,0 0-6-16,0 0-18 0,0 0-11 0,0 0-10 15,0 0-6-15,0 0-9 0,0 0-8 0,0 0-7 0,0 0-10 16,0 0-11-16,0 0-13 0,0 0-14 0,0 0-8 15,0 0-11-15,0 0-3 0,0 0-7 16,0 0-1-16,0 0-13 0,0 0 2 0,0 0-7 16,0 0-4-16,0 0 4 0,0 0-3 0,0 0-7 15,0 0-11-15,47 35 6 0,-47-35-4 0,0 0-3 16,20 16-7-16,-20-16-6 0,0 0 1 0,27 19-4 0,-27-19-2 16,0 0-13-16,21 12 22 0,-12-8-11 15,1 1 4-15,-5-3-3 0,3 3-1 0,-8-5 0 16,13 3 12-16,-13-3-2 0,16 0 0 0,-16 0-19 15,19-6 26-15,-5 1 4 0,1-4 22 0,2-4 8 16,2-3 15-16,6-5 15 0,0-3 5 0,-2-3 9 16,14-13 7-16,-1-1 5 0,0 0 13 0,0 0 1 15,0 2 2-15,0 0-8 0,0 3-4 0,-13 9-9 16,-1 1-6-16,-2 0-4 0,1 3-9 0,0 3-1 16,-2-2-6-16,-8 7-4 0,3 1-5 0,-1 2-7 15,-7 4-7-15,2 0-3 0,-1 3-4 0,-3 0-3 16,1 1-10-16,-5 4 2 0,6-6-21 0,-6 6-15 15,5-5-27-15,-5 5-33 0,0 0-26 0,0 0-22 16,0 0-16-16,0 0-17 0,0 0-27 0,0 0-22 16,13 6-19-16,-13-6-27 0,0 0-40 0,0 0-46 15,3 16-49-15,-3-11-336 0,0-5-781 0,0 0 346 16</inkml:trace>
  <inkml:trace contextRef="#ctx0" brushRef="#br0" timeOffset="198253.28">2029 6753 135 0,'0'0'302'0,"-1"-6"4"0,1 6 9 16,0 0-3-16,0 0-10 0,-2-11 11 0,2 11 8 16,0 0 2-16,-1-7 1 0,1 7 4 0,0 0-3 15,0 0-1-15,-4-9-3 0,4 9-5 0,0 0-18 16,0 0-25-16,-6-5-28 0,6 5-18 0,0 0-29 16,0 0-23-16,0 0-15 0,0 0-24 0,0 0-14 15,0 0-20-15,0 0-8 0,0 0-10 0,0 0-6 16,14 25-10-16,-9-14-7 0,3 4-2 0,-1 1-9 15,-2 3-2-15,2 1-1 0,-2 4-2 0,-2 1-13 16,2 2-1-16,-3-2-1 0,3-2-4 0,-2 5 4 16,-2-9-7-16,0 1-10 0,-1-1 6 0,0-3 1 15,0 2-5-15,2-4-5 0,-2 3 6 0,0-5-2 16,0-1-5-16,1-2-1 0,0 0-3 0,1-2-4 16,-2-7-9-16,0 12-8 0,0-12-3 0,0 8-10 15,0-8-5-15,0 7-8 0,0-7-1 0,0 0-12 16,0 0-14-16,0 0-22 0,0 10-29 0,0-10-53 15,0 0-60-15,0 0-46 0,0 0-53 0,0 0-63 16,0 0-75-16,6-25-369 0,-6 25-908 0,1-19 402 16</inkml:trace>
  <inkml:trace contextRef="#ctx0" brushRef="#br0" timeOffset="198534.4499">1987 6748 350 0,'0'0'463'0,"0"-12"-8"0,0 12-9 15,0-8-22-15,0 8-17 0,1-12-29 0,2 6-32 16,-1 1-32-16,-2 5-30 0,8-10-27 0,-2 5-26 16,2-3-26-16,6 2-21 0,-1 2-13 0,1-1-21 15,5 1-15-15,0 3-13 0,3-4-15 0,-3 2-8 16,1 3-15-16,0-2-9 0,-8 2-7 0,6 0-6 15,-6 0-24-15,1 3-33 0,-1-3-39 0,0 2-52 16,-3 0-37-16,0 1-51 0,-2-2-29 0,-7-1-34 16,11 4-19-16,-6-1-9 0,-5-3-14 0,0 0-27 15,4 9-24-15,-4-9-22 0,0 0-185 0,0 0-580 16,-17 13 258-16</inkml:trace>
  <inkml:trace contextRef="#ctx0" brushRef="#br0" timeOffset="198768.78">2074 6903 114 0,'0'0'377'0,"-4"6"15"0,4-6 16 15,0 0 7-15,0 0 4 0,0 0 1 0,0 0-10 16,0 0-16-16,10 6-15 0,-10-6-25 0,12 0-30 16,-2-2-33-16,1 1-29 0,2-3-27 0,1 4-23 15,3-4-24-15,-1 4-16 0,-3 0-22 0,-2 0-12 16,5 1-34-16,-3 2-32 0,2-3-38 0,-3 0-43 15,3 0-44-15,-4 0-35 0,9 0-44 0,-8 0-41 16,2-4-37-16,-1 3-37 0,-1-1-36 0,2 2-36 16,-14 0-31-16,23-3-28 0,-13 2-18 0,-10 1-209 15,17-5-654-15,-17 5 289 0</inkml:trace>
  <inkml:trace contextRef="#ctx0" brushRef="#br0" timeOffset="199143.69">2473 6959 144 0,'0'0'423'16,"0"0"28"-16,0 0 7 0,0 0 0 0,0 0-10 15,0 0-21-15,0 0-24 0,0 0-31 0,0 0-30 16,0 0-39-16,0 0-32 0,0 0-26 0,0 0-31 16,0 0-20-16,22-6-20 0,-15 8-19 0,2-1-16 15,2 1-16-15,-3-1-14 0,3 3-10 0,1 2-14 16,-3-1-9-16,1 1-11 0,-1-1-20 0,-1 2-17 15,-1-1-11-15,0 1-15 0,-1 1-8 0,-2 0-9 16,-1 1 1-16,-2-4-2 0,-1 5 1 0,0-10-6 16,-7 17-2-16,2-9 1 0,-5 0-8 0,0 1 0 15,-7 0 0-15,-2 1 2 0,0-3 2 0,0 0 3 16,0-1 7-16,0-3 7 0,6-2 29 0,-3-1 25 16,1-2 32-16,6-2 23 0,-5-1 16 0,5-1 12 15,-1-1 4-15,2-3 11 0,6-1-14 0,-2-4-16 16,1 0-11-16,3-3-14 0,4 2-27 0,5 0-25 15,2 2-36-15,1-2-44 0,3 2-56 0,1 3-64 16,3-1-70-16,0 5-66 0,1-1-55 0,2 5-63 16,5-2-68-16,-8 3-371 0,-1 4-926 0,0-2 410 15</inkml:trace>
  <inkml:trace contextRef="#ctx0" brushRef="#br0" timeOffset="199502.9799">2669 6975 309 0,'0'0'360'0,"0"0"1"0,0 0-12 0,0 0-11 16,0 0-15-16,0 0-24 0,14-22-17 0,-8 21-29 15,1-4-13-15,-7 5-21 0,15-5-20 16,-6 5-19-16,0-1-15 0,2-1-17 0,-1 1-12 0,2 1-15 16,-1 3-13-16,0 1-9 0,2 3-17 0,-1-3-8 15,-1 3-3-15,1-1-12 0,0 5 0 0,-2-3-14 16,0 3-28-16,-3-2-16 0,-3 0-10 0,2 1-11 15,-3 0-6-15,-1 0-9 0,0 0-5 0,-2-1-2 16,-3 1 0-16,1-1 4 0,-5-1 7 0,2-2 7 16,3 0 6-16,2-6 29 0,-8 4 42 0,8-4 35 15,-7 1 45-15,7-1 38 0,0 0 21 0,-11-6 25 16,11 6 2-16,-2-11-2 0,2 11-14 0,-2-21-13 16,4 9-23-16,3 0-21 0,2-3-16 0,2-1-14 15,0 2-6-15,3 2-25 0,-2-2-17 0,4-1-31 16,1 5-36-16,-1-1-47 0,2 3-51 0,-5 1-57 15,4 4-62-15,4-1-48 0,-2 2-61 0,0-3-55 16,-3 5-57-16,3 1-47 0,-17-1-304 0,33 6-853 16,-18-3 378-16</inkml:trace>
  <inkml:trace contextRef="#ctx0" brushRef="#br0" timeOffset="204095.65">3767 6798 349 0,'0'0'402'0,"-2"-6"17"0,2 6 3 0,0 0 7 15,0 0 7-15,0-10 17 0,0 10-21 0,0 0-17 16,0 0-25-16,1-12-22 0,-1 12-18 0,0 0-15 16,1-8-23-16,-1 8-35 0,0 0-22 0,0 0-24 15,0 0-37-15,0 0-16 0,0 0-22 0,0 0-20 16,0 0-18-16,0 0-11 0,0 0-20 0,0 0-2 15,0 0-2-15,-8 21-15 0,3-11-9 0,-2 6-2 16,-4 9 0-16,0-2-1 0,-1 3-9 0,-3-4-5 16,2 3-8-16,-5 0-4 0,3 0-3 0,-4 0-1 15,0 2-12-15,-2 0-7 0,-3 2-16 0,-8 7-11 16,6-10-6-16,1-2-9 0,3-3-3 0,2-1 3 16,4-7 2-16,7-4 3 0,-1-1-3 0,-1-1 10 15,6 0 7-15,-1-4 4 0,3 1 1 0,3-4 8 16,-7 5 2-16,7-5-2 0,0 0 7 0,0 0-1 15,-10-12 4-15,9 5 5 0,0-4 0 0,1-2-4 16,2-4-2-16,2 1 6 0,0-2 5 0,1 1-7 16,0 0-9-16,1 1 3 0,0-1-1 0,-3 7 1 15,5-5-1-15,-3 5-3 0,0 0-7 0,-1 4 13 16,0 1-3-16,-2-1-3 0,5 0-14 0,-7 6 16 16,5-7-4-16,-1 4 0 0,-4 3 1 0,6-5-1 15,-6 5-16-15,0 0 13 0,12 1 2 0,-12-1 2 16,11 7-3-16,-4-4 0 0,0 4-2 0,2-1 5 15,-3 2-1-15,2 1-9 0,1-1 3 0,-1 3 6 16,2 1-1-16,-2-2 1 0,1 4 5 0,-1-4-9 0,3 4-18 16,-2-4-12-16,1 3 0 0,-1-5-5 15,0 1-9-15,2 0-11 0,2 1-15 0,5-1-18 16,-8-2-13-16,7 0-8 0,-1-1-20 0,1 0-31 16,-4-3-7-16,5-1-26 0,-2-2-37 0,-2-2-25 0,-1 2-20 15,0-3-23-15,-3 0-27 0,2-1-51 16,-5 1-33-16,1-1-270 0,-3-1-742 0,0 0 329 15</inkml:trace>
  <inkml:trace contextRef="#ctx0" brushRef="#br0" timeOffset="204611.16">3899 7126 314 0,'0'0'412'0,"0"0"2"0,0 0-22 16,7 2-22-16,-7-2-29 0,0 0-19 16,0 0-19-16,0 0-18 0,0 0-17 0,0 0-12 15,0 0-19-15,0 0-18 0,0 0-16 0,0 0-13 0,0 0-14 16,0 0-16-16,0 0-14 0,7 2-17 0,-7-2-5 16,0 0-8-16,0 0-5 0,0 0 0 0,0 0 0 15,0 0 2-15,0 0-3 0,0 0-11 16,6 2-7-16,-6-2-9 0,0 0-8 0,0 0-6 0,14-5-12 15,-6 4-2-15,2-4-4 0,3 3-8 0,0-2-6 16,-1 1-3-16,5-1-1 0,-2-4-4 0,-3 4-1 16,-2-1-3-16,0 1-1 0,1 0-6 0,-1-4 1 15,-1 3-4-15,-3 0 2 0,-1 0-2 16,-2 2 0-16,3-2 1 0,-6 5-4 0,3-8-2 0,-3 8-1 16,2-9-7-16,-2 9 1 0,-5-9 0 0,0 2 0 15,0 4-4-15,5 3-4 0,-12-6 1 0,5 6-1 16,7 0-10-16,-17-4 7 0,8 6-2 0,-2 0 0 15,0 1-3-15,4 0 9 0,-6 2-3 0,4 2 2 16,0 1 0-16,-1 1 1 0,1 1 0 0,2-1 2 16,4 1-1-16,-5 1 0 0,4-1-5 0,0 0-15 15,3-1-9-15,2 3-5 0,1-3-12 0,-1 1-2 16,4 1-10-16,1-4-11 0,1 2-11 0,2 0-9 16,0-4-14-16,2 1-14 0,1-2-11 0,6 0-16 15,-2-1-15-15,3-2-23 0,-1 0-18 0,2-2-25 16,-1-2-24-16,-1 1-26 0,-4-3-29 0,1-2-35 15,-2 1-20-15,-2 1-220 0,1-2-629 0,-2-1 280 16</inkml:trace>
  <inkml:trace contextRef="#ctx0" brushRef="#br0" timeOffset="205345.34">4278 7065 199 0,'0'0'262'0,"8"-6"-5"0,-3 4-3 0,-5 2-10 16,11-5-5-16,-4 1-5 0,1 3-4 0,-2-2-7 15,3 1-13-15,-9 2-13 0,13-2-21 0,-7 0-15 16,-6 2-18-16,14-1-20 0,-6 2-12 0,-8-1-6 16,14 2-17-16,-7 0-16 0,0 1-7 0,-1 0 2 15,-2 1-13-15,1 1-7 0,0 0-6 0,-1 1 0 16,-3 0-6-16,-1-6-2 0,0 13 0 0,0-13-7 16,-3 16 0-16,-1-11-2 0,-2 1-1 0,-2 1-1 15,-1 0 2-15,0-1-5 0,-4-1 2 0,2-1-4 16,-2 1-2-16,3-1 8 0,2 0-6 0,-3-3 10 15,0 0 36-15,11-1 28 0,-11 0 20 0,11 0 11 16,-9-6 8-16,9 6 8 0,-7-7 2 0,6 1-10 16,1 6-15-16,-1-12-11 0,1 12-11 0,8-18-10 15,-1 8-8-15,-1 0-11 0,1 0-7 0,1 3-5 16,0-1-6-16,1 1-12 0,-1 2 0 0,1-1-3 16,-1 2-3-16,-1 0-7 0,0 1-5 0,-2 1-2 15,-5 2 2-15,13 2-5 0,-13-2-2 0,10 1-2 0,-4 1-3 16,1 2-2-16,-2 1-4 0,2 3 4 0,-4-4-12 15,3 5-15-15,-2-3-18 0,3 2-15 16,-1-1-10-16,-1 2-3 0,3-1 9 0,-2-1-8 16,3 0 0-16,1 1-3 0,-1-3 2 0,8 0-10 15,-2 0-7-15,4-1 2 0,-1-4 14 0,3-3-6 0,-1 1 10 16,0-5-1-16,0 1 6 0,4-8 3 0,-7 4 13 16,3-7 1-16,4-3 8 0,-4-4 28 0,0 1 22 15,-1-2 10-15,-6 2 31 0,0 0 1 16,-3-5 17-16,-1 1-9 0,-2 1 17 0,-3 2-3 0,-2 5-5 15,-2 0 11-15,0 4 11 0,-4-3-6 0,2 8-8 16,-2-2-2-16,0 1-8 0,-3 3 14 0,1 0 3 16,1 3 5-16,-4-1-6 0,3 2-11 0,0 0-7 15,6 4-5-15,-11-3-5 0,11 3 3 0,-12 7 16 16,6-3 13-16,2 4 5 0,0 0 17 0,0 3 12 16,-1 1 16-16,3 3-2 0,2 1 1 0,0 2 3 15,0 2-6-15,1 6-2 0,2 2-8 0,0 0-20 16,0 4 3-16,0-2-12 0,-1-1-9 0,-1 4-27 15,1 1-60-15,0-1 0 0,-2 1 0 0,-1-1 0 16,2 2 0-16,-3-1 0 0,0-2 0 0,1 0 0 16,-1-1 0-16,-1-5 0 0,0-1 0 0,0-7 0 15,1-2 0-15,2-4 0 0,0 0 0 0,2-1 0 16,-4-3 0-16,4-2 0 0,-2-6 0 0,2 11 0 16,-2-11-6-16,0 8-151 0,0-8-45 0,4 4-63 15,-4-4-75-15,0 0-75 0,0 0-81 0,12-18-96 16,-11 6-361-16,-1-3-1033 0,0-3 456 0</inkml:trace>
  <inkml:trace contextRef="#ctx0" brushRef="#br0" timeOffset="205517.19">4700 7171 64 0,'6'-9'489'0,"-3"5"11"0,1-2 21 0,-4 6 2 16,5-7-15-16,-2 3-30 0,4-4-47 0,-1 2-40 15,2-2-50-15,2 2-34 0,7 1-21 0,-3-3-36 16,5 2-23-16,0 2-24 0,1-1-26 0,5-2-48 15,-3 5-55-15,-2 0-63 0,2 0-62 0,0-2-67 16,-1 1-80-16,-1 1-81 0,-1 1-86 0,2-4-88 16,-4 0-288-16,0-2-803 0,-2-1 355 0</inkml:trace>
  <inkml:trace contextRef="#ctx0" brushRef="#br0" timeOffset="206188.91">5858 6856 274 0,'-10'-12'350'0,"10"12"11"15,-7-6 16-15,2 3 3 0,-2-2-2 0,7 5 2 16,-9-8 4-16,2 2 7 0,2 3 3 0,5 3-3 15,-10-8-5-15,5 4-10 0,0-1-16 0,1 1-14 16,4 4-20-16,-11-5-25 0,11 5-25 0,-8-5-28 16,8 5-30-16,-7-5-21 0,7 5-21 0,0 0-24 15,-8-1-11-15,8 1-20 0,0 0-9 0,-9 15-11 16,3-5-13-16,2 5-7 0,-1 5-8 0,-3 4-21 16,2 4-52-16,0 1 0 0,-1-2 0 0,4 4 0 15,0 2 0-15,-1-3 0 0,2 3 0 0,-1 0 0 16,-1-2 0-16,0 0 0 0,3 0 0 0,-3-2 0 15,6-2 0-15,-4 0 0 0,2-1 0 0,-1-1 0 16,0-5 0-16,1-2 0 0,0 2 0 0,-2-4 0 16,2 1 0-16,0-5 0 0,0-2 0 0,0 1 0 15,0 0 0-15,-1-4 0 0,2 2 0 0,1-3-126 16,-2-6-106-16,0 11-47 0,0-11-42 0,0 0-39 16,-2 8-40-16,2-8-78 0,0 0-67 0,0 0-364 15,0 0-984-15,0 0 436 0</inkml:trace>
  <inkml:trace contextRef="#ctx0" brushRef="#br0" timeOffset="206407.6">5440 7291 391 0,'-3'-4'425'0,"3"4"37"0,-1-11 22 0,1 11 0 16,-1-12-17-16,1 12-25 0,1-11-35 15,-1 11-23-15,1-12-29 0,1 5-33 0,1 1-37 0,3-2-29 16,-1 1-26-16,1-2-24 0,3 5-23 0,0-2-26 15,0 0-10-15,4-1-34 0,2 3-48 0,-1-1-52 16,3 0-68-16,3 0-54 0,7-1-65 0,-6 0-48 16,5 0-39-16,1 3-38 0,-5 0-43 0,8-2-30 15,-1 2-28-15,-7 1-274 0,-1-2-731 0,1 0 324 16</inkml:trace>
  <inkml:trace contextRef="#ctx0" brushRef="#br0" timeOffset="206657.55">5913 7079 133 0,'0'0'323'0,"0"0"12"0,-4-10 22 0,4 10 21 16,0 0 15-16,-1-10 18 0,1 10 7 0,0 0 0 16,-3-7 0-16,3 7-15 0,0 0-5 0,0 0-14 15,0 0-18-15,-1-8-22 0,1 8-30 0,0 0-33 16,0 0-31-16,0 0-27 0,0 0-23 0,0 0-25 16,0 0-17-16,0 0-15 0,0 0-10 0,0 0-12 15,0 0-15-15,5 25-11 0,-5-15-9 0,0 1-12 16,1 2-9-16,-2-2-3 0,1 4-4 0,0 0 3 15,-1 1-33-15,-1-4-40 0,1-1-35 0,-1 0-41 16,2-2-44-16,0 3-48 0,-3-6-58 0,2 0-55 16,1-6-53-16,-2 11-37 0,0-5-37 0,2-6-38 15,0 0-76-15,0 0-297 0,0 0-899 0,0 0 399 16</inkml:trace>
  <inkml:trace contextRef="#ctx0" brushRef="#br0" timeOffset="206813.76">5974 6975 236 0,'0'0'392'0,"0"-12"25"16,0 12 10-16,-1-11 4 0,1 11-23 0,0-10-36 0,0 10-37 15,-3-6-32-15,3 6-34 0,0 0-28 0,0 0-48 16,0 0-62-16,-1-10-74 0,1 10-71 16,0 0-83-16,0 0-74 0,10-4-79 0,3 2-63 15,-1 2-249-15,5 2-607 0,1-7 269 0</inkml:trace>
  <inkml:trace contextRef="#ctx0" brushRef="#br0" timeOffset="207094.9499">6305 6834 356 0,'0'0'412'16,"5"-9"16"-16,-5 9 20 0,3-9 12 0,-3 9 4 16,2-7-16-16,-2 7-10 0,0 0-21 0,4-6-16 15,-4 6-24-15,0 0-27 0,0 0-48 0,0 0-20 16,0 0-37-16,0 0-22 0,0 0-22 0,0 0-22 15,0 0-19-15,2 20-15 0,-4-9 0 0,-2 4-20 16,3 1-5-16,-1 2 4 0,-4 7-29 0,1-2-10 16,0 2-9-16,0 0-3 0,1 0-5 0,2 4-10 15,-3-6-3-15,1 3-7 0,1-7-7 0,-1-2-30 16,3 0-23-16,1 2-22 0,-1-4-44 0,1-2-42 16,1-1-42-16,0 0-40 0,1-1-46 0,1-3-42 15,0 0-34-15,1-2-37 0,0 4-39 0,0-6-49 16,2-2-40-16,0 0-294 0,-6-2-846 0,14 0 374 15</inkml:trace>
  <inkml:trace contextRef="#ctx0" brushRef="#br0" timeOffset="207485.4799">6577 6843 40 0,'0'0'390'0,"3"-6"2"16,-3 6 21-16,0 0-8 0,0-11 10 0,0 11 7 16,1-5 6-16,-1 5-13 0,0 0-22 0,0 0-27 15,3-6-27-15,-3 6-38 0,0 0-36 0,0 0-27 16,0 0-27-16,0 0-19 0,0 0-26 0,0 0-13 15,0 0-15-15,-7 23-10 0,5-11-3 0,-3 3-8 16,4 4-6-16,-2-4-10 0,2 5 0 0,-3-3-13 16,1-1-8-16,-2 3-14 0,6 1 0 0,-5-1-11 15,2-1 1-15,2 1-3 0,-3-1-11 0,1 6-1 16,-2-7-7-16,2 0 3 0,0-1-6 0,1 1-13 0,0-4-29 16,1-1-22-16,-3-1-28 0,3-1-42 0,0-2-28 15,-1 1-36-15,1-9-20 0,2 13-28 16,0-8-23-16,-2-5-28 0,5 4-32 0,-5-4-48 15,0 0-53-15,9 0-42 0,-9 0-315 0,0 0-819 0,9-13 362 16</inkml:trace>
  <inkml:trace contextRef="#ctx0" brushRef="#br0" timeOffset="208266.55">6631 7098 150 0,'0'0'241'0,"0"0"-7"0,10-2-3 0,-10 2-8 15,0 0 0-15,0 0-13 0,0 0-2 0,0 0-6 16,11 2-11-16,-11-2-7 0,0 0-7 0,0 0-2 16,0 0-1-16,0 0 2 0,0 0-1 0,0 0-4 15,0 0 7-15,7 1 5 0,-7-1 0 0,0 0 0 16,0 0-7-16,0 0-5 0,0 0-6 0,0 0-8 16,0 0-15-16,0 0-9 0,0 0-11 0,0 0-15 15,0 0-11-15,12-3-7 0,-12 3-9 0,0 0-9 16,10-1-6-16,-10 1-4 0,8-1-4 0,-8 1-6 15,10-3-1-15,-10 3 2 0,11-4 8 0,-3 1-6 16,-2-2-1-16,4 1-2 0,-2-1-3 0,-1 0-6 16,1 0 3-16,0 0 3 0,-3-2 3 0,0 3 4 15,1-2 14-15,-2 3 0 0,-4 3 5 0,7-9 11 16,-6 4-6-16,-1 5-18 0,5-8 2 0,-5 8-9 16,2-7-7-16,-2 7-5 0,0 0 1 0,0 0-16 15,-7-14-2-15,7 14-8 0,-7-7 1 0,7 7-8 16,-7-4-1-16,7 4-1 0,-7-1-5 0,7 1 0 15,0 0-3-15,-13 4 3 0,7 1-3 0,0-2-3 0,1 3 1 16,-3 6-3-16,5-5 0 0,-5 6-1 16,3-2-12-16,-3 3-16 0,4-3-3 0,1 0-9 15,-3 0-9-15,4 0-8 0,-2-2-9 0,4 2 2 16,-1-4 6-16,1 1 4 0,2 0 7 0,-2-8 7 0,9 10 7 16,-4-4 4-16,4-2 4 0,3 0 3 0,1-1 3 15,1-1 4-15,4-3 3 0,2 0 7 16,-1-2-1-16,0-1 4 0,-2-1 10 0,1-1 10 0,0-1 7 15,-4 0 9-15,2 0 8 0,-5 1 8 0,-1-2 7 16,-1 1 3-16,-2 3 5 0,-1-2-12 0,-1 1-2 16,0 1-5-16,-5 4-4 0,9-5 1 0,-7 2-1 15,-2 3-4-15,5-7-2 0,-5 7-2 0,0 0-6 16,7-5-6-16,-7 5 6 0,6-2-11 0,-6 2-5 16,0 0-1-16,0 0 1 0,0 0-4 0,0 0 2 15,0 0-2-15,0 0-1 0,10 0-2 0,-10 0 1 16,0 0 0-16,0 0 6 0,11 6-8 0,-11-6-4 15,5 4 3-15,-5-4-2 0,5 7 2 0,-5-7-3 16,5 8 3-16,-4-3 0 0,-1-5-2 0,4 10 2 16,-3-3-5-16,-1 1 1 0,0 0 4 0,-1 2 3 15,0-2 0-15,-2 2-4 0,2 1 0 0,-1-3 1 16,-1 1 3-16,0-2-1 0,2 0-1 0,1-7 7 16,-1 12-1-16,0-8-3 0,1-4 2 0,-2 9 1 15,2-9 3-15,4 7 2 0,1-3-4 0,0 0 3 16,4 0 1-16,2-3-12 0,2 1-15 0,-1-1-19 15,1-4-36-15,2 3-45 0,-2-1-30 0,1-1-45 16,-2-2-43-16,1-1-40 0,-2 2-48 0,-2-2-39 16,-1-2-51-16,2-2-32 0,-5 1-295 0,-3 0-801 15,0-3 356-15</inkml:trace>
  <inkml:trace contextRef="#ctx0" brushRef="#br0" timeOffset="208485.24">6965 6947 79 0,'-9'-6'423'0,"1"-1"32"0,3 1 33 0,-3 1 20 16,4 1 3-16,-1 0-2 0,5 4-34 16,-4-7-44-16,4 7-42 0,0 0-37 0,4-14-34 15,1 10-26-15,4-2-36 0,4 0-21 0,0 2-29 0,7-2-19 16,1 4-28-16,-1 1-6 0,1 0-23 0,0 0-30 16,-1 1-24-16,-1-3-28 0,-3 3-37 0,0-1-38 15,1-2-40-15,-6 4-47 0,-4-1-47 16,6 2-55-16,-6-1-50 0,-1 2-52 0,0-1-61 0,1 1-61 15,-2 3-361-15,-5-6-867 0,8 9 383 0</inkml:trace>
  <inkml:trace contextRef="#ctx0" brushRef="#br0" timeOffset="208907.03">7537 7190 315 0,'-15'-14'315'15,"15"14"-11"-15,0 0-11 0,-7-9-11 0,7 9-10 16,-2-5-12-16,2 5 1 0,0 0-13 0,-7-6-4 15,7 6-14-15,-2-6 1 0,2 6-13 0,-5-5-3 16,5 5-15-16,0 0-14 0,0 0 0 0,-6-6-7 16,6 6 1-16,0 0 1 0,0 0 6 0,0 0-3 15,0 0-14-15,0 0-16 0,0 0-20 0,17-10-12 16,-4 8-13-16,8-1-17 0,9-1-3 0,3-1-12 16,2 0-11-16,-2 1 0 0,20 2-3 0,-1-1-7 15,-15 0-3-15,1-1-5 0,0-1 3 0,-2 4-5 16,-5-2-1-16,-3 2-4 0,-10 0-1 0,-3 1-7 0,-3-4-2 15,-4 4-8-15,-1-1-12 0,2 0-30 16,-9 1-38-16,12 1-50 0,-12-1-47 0,0 0-49 16,11-2-40-16,-11 2-35 0,0 0-25 0,0 0-37 15,0 0-51-15,0 0-41 0,0 0-279 0,0 0-770 16,0 0 341-16</inkml:trace>
  <inkml:trace contextRef="#ctx0" brushRef="#br0" timeOffset="209172.5799">7964 6989 105 0,'0'0'362'0,"0"0"15"0,-1-9 20 0,1 9 13 0,0 0-4 15,0 0-4-15,0 0-9 0,0 0-16 16,0 0-20-16,2-10-26 0,-2 10-20 0,0 0-37 16,0 0-24-16,0 0-30 0,0 0-18 0,11-1-26 0,-11 1-18 15,0 0-15-15,15 8-11 0,-9-4-17 0,2 4-12 16,1-5-4-16,0 6-8 0,-2 0-9 0,1 0-12 15,-1 2-6-15,-1-1-4 0,-1-1-9 0,0 1-2 16,-4 2-8-16,-1 1 2 0,-1 2-7 0,-2 0 6 16,-3 2-11-16,-5-3-29 0,-5 8-26 0,-2-3-47 15,-3-1-58-15,-2-3-79 0,0-1-88 0,-4 2-82 16,7-10-107-16,-5 5-378 0,6-4-932 0,6-3 412 16</inkml:trace>
  <inkml:trace contextRef="#ctx0" brushRef="#br0" timeOffset="-210842.25">8599 7082 30 0,'0'0'400'0,"-1"-16"3"0,2 9 23 0,1-3-9 0,-1 1-1 15,-1 9-4-15,0-10 2 0,0 10-10 0,2-11-11 16,-2 11-13-16,-2-7-21 0,2 7-4 0,0 0-31 16,2-10-15-16,-2 10-21 0,0 0-24 0,0 0-19 15,0-10-29-15,0 10-28 0,0 0-15 0,0 0-14 16,0 0-19-16,0 0-20 0,0 0-12 0,0 0-22 16,0 0-4-16,0 0-11 0,0 0-4 0,0 0-15 15,0 0-5-15,0 0 3 0,0 0-2 0,0 0-13 16,3 29 1-16,-2-19-2 0,0 0-5 0,-1 3-1 15,2-1 0-15,-1 0-20 0,0 5 16 0,-1 0-14 16,1-1 3-16,1-1-22 0,-2 1-3 0,1-1-26 0,0-2-8 16,1-3-6-16,-1 3-11 0,1-1-3 15,-2-3-10-15,2 1 3 0,0-3 2 0,0-3-1 16,-2-4 6-16,4 11 7 0,-2-6 3 0,-2-5 10 16,2 6 4-16,-2-6 9 0,4 4 7 0,-4-4 13 0,0 0 5 15,0 0 11-15,0 0 5 0,0 0 8 0,16-12 4 16,-12 5 6-16,0 1 22 0,2-2 2 15,-3 0-15-15,1-1 6 0,0 3 8 0,0-3-5 0,-1 2-5 16,2 0 6-16,-2-2 3 0,1 0-6 0,0 4-10 16,-4 5-6-16,7-12 0 0,-2 9-6 0,-1-2 2 15,0 0-12-15,-4 5 1 0,12-4 0 0,-7 1-2 16,2 2 1-16,4 1-7 0,-1 0 4 0,1 2-17 16,1 1-15-16,0 0-8 0,2 2-11 0,0-1 0 15,-4-1-12-15,3 3 2 0,-3-1-2 0,1 1-1 16,1-2 5-16,-3-1 8 0,-2 1 6 0,0-3 2 15,-7-1 6-15,8 4 3 0,-8-4 11 0,6 3 23 16,-6-3 27-16,0 0 10 0,0 0 16 0,8-8 1 16,-8 8 9-16,1-11-2 0,2 1 7 0,-3-2 20 15,-1-5-5-15,2 0 14 0,-2-8 6 0,1 1 1 16,-2-4-92-16,2-2-19 0,3 4 0 0,1-1 0 16,-3 8 0-16,1 0 0 0,2 3 0 0,-1 4 0 15,-3 2 0-15,1 2 0 0,0 1 0 0,-1 7 0 16,2-10 0-16,-1 4 0 0,-1 6 0 0,0 0 0 15,1-7 0-15,-1 7 0 0,0 0 0 0,0 0 0 16,0 0 0-16,13 14 0 0,-8-10 0 0,0 4-330 16,-1 0-109-16,1 0-49 0,-2 4-49 0,1-1-35 15,1 5-400-15,0-5-1051 0,-1 0 466 0</inkml:trace>
  <inkml:trace contextRef="#ctx0" brushRef="#br0" timeOffset="-210061.18">9112 7112 230 0,'3'-4'386'15,"-3"4"13"-15,0 0-2 0,4-8-5 0,-4 8-12 16,4-6-19-16,-4 6-20 0,5-7-18 0,-5 7-30 16,5-8-23-16,-5 8-33 0,5-7-22 0,-5 7-24 0,7-4-20 15,-2 1-16-15,-5 3-22 0,11-1-10 0,-11 1-15 16,13 0-14-16,-13 0-8 0,17 5-5 15,-12-2-11-15,5 0-14 0,-6 1-1 0,1 2-17 0,3 0-20 16,-4 1-15-16,-1-4-13 0,1 4-13 0,-1-2-15 16,-2 2 1-16,0 1-3 0,1-2 0 0,-2-6 1 15,-7 14 7-15,3-4-5 0,-3-4 6 0,-1 1-17 16,-2-1 14-16,0 1 1 0,-2-1 2 0,2-2 5 16,-2-1 4-16,1 0-3 0,5-2 29 0,6-1 27 15,-12 0 33-15,12 0 22 0,-11-4 29 0,7-1 14 16,4 5 7-16,-4-9 0 0,3 2-5 0,1 7-15 15,1-18-11-15,1 9-9 0,1 1-7 0,2-1-10 16,1 3-7-16,-2-1-10 0,3 0-7 0,-2 3-6 16,0 0-5-16,1 0-8 0,2 2-3 0,-8 2-9 15,13-2-3-15,-13 2-1 0,14 3-4 0,-7-1-2 16,-1 2-1-16,1 1 1 0,2 0-7 0,-1 1-1 16,-3 1-2-16,0-3 1 0,2 3 1 0,-1-2-4 15,-2 0-4-15,1 4-1 0,-3-4 1 0,5 1 1 16,-3-2-1-16,0 0 3 0,-4-4 2 0,6 6 1 15,-6-6 6-15,9 4-3 0,-1-4-3 0,1 0 3 16,4-2 2-16,0-2 5 0,4-4 7 0,0 2 11 16,-1-2 11-16,1-1-6 0,1-2-1 0,-2 1 16 15,-2-1 9-15,-2-1 1 0,-1 5-3 0,1-5 6 16,-6 2-4-16,2 1 6 0,-2-1 7 0,-1 1-7 16,2 1 10-16,-5-1 6 0,1 3-11 0,2 1-9 15,-5 5-12-15,5-8-5 0,-5 8-17 0,3-8 4 16,-3 8-16-16,0 0-14 0,2-6-14 0,-2 6 2 15,0 0-3-15,0 0 5 0,0 0 1 0,0 0 3 0,-10 18-17 16,10-18-5-16,-6 13-1 0,6-7 4 16,-3 4-12-16,1-1 0 0,0-1 9 0,2 1 10 15,0 1-8-15,0-2-4 0,0-8 6 0,2 15 7 0,-1-8 1 16,4 1 3-16,-2-1-1 0,4 1 0 0,-2 0 4 16,0 0-4-16,0-1 4 0,3-2-3 0,-2 2 6 15,0-3 3-15,-1 2-5 0,1-3-2 16,-2 1 5-16,-4-4 3 0,10 7-6 0,-7-5 3 0,-3-2-1 15,5 6 7-15,-5-6-7 0,4 4-12 0,-4-4-3 16,0 0-3-16,1 7-1 0,-1-7 2 0,0 0-1 16,0 0 4-16,-12 7-19 0,5-5-19 0,-1 0-18 15,-3-2-29-15,-1 2-38 0,2-1-36 0,-2 0-34 16,2-1-42-16,0 0-34 0,1-2-39 0,9 2-52 16,-14-5-74-16,9 1-391 0,5 4-913 0,-4-6 405 15</inkml:trace>
  <inkml:trace contextRef="#ctx0" brushRef="#br0" timeOffset="-209389.47">9973 6883 397 0,'1'-10'489'0,"2"3"14"0,-2-2 7 15,2 3-14-15,-3 6-19 0,-2-10-29 0,2 10-30 16,0 0-37-16,-1-11-35 0,1 11-33 0,0 0-38 16,0 0-33-16,-1-8-22 0,1 8-25 0,0 0-18 15,0 0-19-15,0 0-10 0,0 0-29 0,-13 21-1 16,9-9-12-16,-1-1-8 0,-1 6-9 0,1-2-10 16,-1 4-9-16,1-2-4 0,1 2-5 0,-2 1-10 15,4-1-6-15,-2 5-1 0,-1-5-3 0,2-2-8 16,-1 1-2-16,2-3-9 0,-1-2-20 0,0-1-14 15,2 1-12-15,-1-3-8 0,1 0-14 0,-1-4-4 0,1 2-5 16,1-8 5-16,0 9 5 0,0-9 11 16,3 8 1-16,-3-8 7 0,0 0 5 0,6 3 11 15,-6-3 4-15,0 0 1 0,19-8 2 0,-9 2 10 16,-1 2-4-16,0-3 5 0,0 0 6 0,1 1 6 0,-1 0 4 16,2 0 2-16,0 0-2 0,1 0 2 0,-2 3 2 15,-1-1 7-15,-2 1-5 0,-2-1-4 16,-5 4 2-16,11-3-7 0,-11 3-8 0,7-4-1 15,-7 4-7-15,8 0 5 0,-8 0-6 0,0 0 1 0,10 7-2 16,-7-2-1-16,-3-5-5 0,7 8 8 0,-5-3 0 16,-2-5-3-16,4 11 1 0,-1-4-3 0,3 1 0 15,-5-3-15-15,1 5-9 0,0-4-7 0,-2-6-4 16,4 10-8-16,-4-10 8 0,3 8-3 0,-3-8 5 16,4 6 8-16,-4-6 7 0,5 4 0 0,-5-4 4 15,0 0-1-15,12-3 4 0,-12 3 9 0,12-7 2 16,-4 3 0-16,1 0 1 0,-4-2 5 0,3 0-2 15,1 1 5-15,-1-1 7 0,-1 2 2 0,2-3 8 16,-3 3 0-16,0 1-3 0,-6 3-3 0,7-4-3 16,-3 1-5-16,-4 3 2 0,10-2-4 0,-10 2-4 15,0 0-2-15,0 0-3 0,13 3 7 0,-9 0-7 16,-4-3-1-16,5 6 3 0,-1-1 2 0,0 0-7 16,0 0-7-16,-1 1-12 0,0-2-28 0,-3-4-23 15,6 10-29-15,-3-5-22 0,1 0-26 0,-1 0-37 16,-3-5-28-16,7 8-20 0,-3-5-14 0,-4-3-24 15,6 2-41-15,-6-2-52 0,0 0-48 0,14-7-305 16,-11 1-777-16,1-1 344 0</inkml:trace>
  <inkml:trace contextRef="#ctx0" brushRef="#br0" timeOffset="-209201.9799">10360 6922 45 0,'0'0'402'15,"0"0"5"-15,0 0 14 0,0 0-24 0,0 0-20 16,0 0-44-16,0 0-35 0,0 0-27 0,0 0-36 16,0 0-38-16,0 0-44 0,0 0-40 0,0 0-46 15,0 0-61-15,0 0-45 0,0 0-48 0,0 0-56 16,0 0-58-16,5 30-55 0,-2-20-244 0,-2-1-540 16,0 1 239-16</inkml:trace>
  <inkml:trace contextRef="#ctx0" brushRef="#br0" timeOffset="-208780.23">10405 7074 75 0,'0'0'375'0,"0"0"14"0,0 0 15 0,15-10 0 15,-15 10-6-15,0 0-3 0,0 0-9 16,5-5-12-16,-5 5-10 0,0 0-17 0,0 0-22 16,0 0-28-16,0 0-29 0,0 0-29 0,5-3-23 0,-5 3-21 15,0 0-24-15,0 0-18 0,0 0-22 0,0 0-9 16,10 9-18-16,-10-9-4 0,2 11-12 0,1-3-10 15,-1-2-10-15,1 2-19 0,-1-2-21 16,-1 3-26-16,1-2-18 0,0 4-20 0,0-4-23 0,0 0-19 16,1 0-15-16,-2 0-7 0,-1-7-5 0,3 11 4 15,-3-11 14-15,3 7 11 0,-3-7 8 0,6 4 12 16,-6-4-3-16,7 3 28 0,-7-3 7 0,0 0 16 16,16-8 12-16,-10 2 7 0,4-1 8 0,-1 1 19 15,0-3 1-15,2 0 12 0,0 1 18 0,-4 0 12 16,4 0 10-16,-5 1 2 0,2 2-1 0,-3 0 8 15,1 0-8-15,0 1-3 0,-6 4-8 0,8-5-8 16,-5 0-10-16,-3 5-4 0,0 0-12 0,9-3-2 16,-9 3-14-16,0 0 2 0,0 0-7 0,0 0 0 15,15 7-8-15,-11-5 4 0,0 3-3 0,2 3-9 16,-1-2-15-16,2-1-20 0,-1 5-31 0,0-1-28 16,0-3-33-16,1 3-39 0,2-2-46 0,1 1-35 15,-1-4-43-15,0 4-32 0,0-2-51 0,2-1-43 16,-1-2-41-16,-4 0-267 0,2-2-773 0,-8-1 342 15</inkml:trace>
  <inkml:trace contextRef="#ctx0" brushRef="#br0" timeOffset="-208217.87">10877 7095 14 0,'6'-6'329'0,"-1"2"-2"0,-5 4-9 0,9-7-7 15,-9 7 8-15,10-7 0 0,-4 4-24 16,1-2-18-16,-1 1-4 0,-6 4-20 0,11-2-17 15,-11 2-16-15,10-3-22 0,-10 3-21 0,12 1-22 16,-12-1-19-16,10 2-11 0,-3 0-13 0,-3 2-15 0,1 1-7 16,0-1-10-16,-1 1-12 0,0 2-5 0,0 0-12 15,-1 1-1-15,-1-1-2 0,-2-7-6 16,1 13-5-16,-1-6-7 0,0-7-3 0,-4 13 4 16,4-8 5-16,-6 3-10 0,0-2 1 0,-1-1-4 0,-2 1-1 15,-2-3 4-15,0-1 3 0,1 1-4 0,3-2-3 16,7-1 3-16,-14 2 10 0,14-2 18 0,-13-4 17 15,13 4 11-15,-10-6 0 0,4 2 2 16,3-2 6-16,3 6 2 0,-6-11 6 0,6 1-9 0,0 10-11 16,7-13-7-16,-5 6-13 0,2 1-5 0,0 1-4 15,4-2-7-15,-2 2-6 0,3 0-5 0,-2 3-2 16,-1 1-6-16,-6 1-3 0,19 2-7 0,-7 2 0 16,0 1-2-16,1 4-4 0,1 4-3 0,-1 1 2 15,6 8 1-15,-6-1-3 0,2 2 2 0,-2 0-5 16,-4 1 6-16,1 1-5 0,-3 0 1 0,-2 0 6 15,-3-4-3-15,-2 4 0 0,-4 0 5 0,-2 0-4 16,-3-6 2-16,0 2 0 0,0-3-2 0,-5-1 0 16,0 3-3-16,1-6 4 0,-3-2-3 0,5-3 6 15,0-2-3-15,2-1 7 0,1 1 3 0,1-6 17 16,7-1 26-16,-14 6 32 0,14-6 31 0,0 0 8 16,-14-10 2-16,7 4-2 0,2-3 15 0,4-2-5 15,0 2-14-15,1-7 1 0,1 0-6 0,3 1-110 16,0 0-12-16,2 0 0 0,1 0 0 0,1-1 0 15,4 2 0-15,-1-1 0 0,1 4 0 0,2-2 0 16,-3 2 0-16,2-2 0 0,1 2 0 0,-4 4 0 16,3 0-231-16,-3 3-93 0,1-3-62 0,-1 3-59 15,-1-1-67-15,0 2-61 0,-2-3-381 0,-2 1-1033 16,-5 5 457-16</inkml:trace>
  <inkml:trace contextRef="#ctx0" brushRef="#br0" timeOffset="-207655.5">11644 7055 267 0,'0'0'330'0,"2"-8"7"0,-2 8-7 0,2-9-2 15,2 6 9-15,-4 3 6 0,4-8 13 0,-4 8 1 16,4-6 3-16,-4 6 1 0,6-6-2 0,-6 6-1 16,0 0-6-16,5-3-8 0,-5 3-9 0,0 0-21 15,0 0-31-15,0 0-22 0,6-2-27 0,-6 2-17 0,0 0-29 16,0 0-19-16,0 0-28 0,0 0-9 0,0 0-13 15,8 9-13-15,-5-2-15 0,1 2-4 0,-2 1-14 16,2 0-8-16,-4 3 3 0,3 3-9 0,-3-4-17 16,2 4 6-16,-3 0-8 0,1 0-40 0,-1-3 0 15,0 2 0-15,1-1 0 0,-2-1 0 0,2-7 0 16,-2 4 0-16,2-10 0 0,0 12 0 0,-3-6-11 16,3-6-119-16,-1 8-46 0,1-8-23 0,0 0-20 15,-1 7-37-15,1-7-48 0,0 0-66 0,0 0-63 16,0 0-59-16,0 0-44 0,7-31-309 0,-5 18-914 15,1-3 405-15</inkml:trace>
  <inkml:trace contextRef="#ctx0" brushRef="#br0" timeOffset="-207483.66">11694 6992 50 0,'0'0'388'0,"0"0"10"0,2-8 10 0,-2 8 7 15,0 0 1-15,0 0-25 0,0 0-30 0,0 0-36 16,0 0-36-16,0 0-27 0,0 0-30 0,0 0-32 15,0 0-56-15,0 0-65 0,0 0-53 0,0 0-39 16,0 0-47-16,0 0-56 0,19 7-45 0,-13-4-54 16,6 1-48-16,-1 1-38 0,1 0-242 0,-1-3-587 15,6 3 259-15</inkml:trace>
  <inkml:trace contextRef="#ctx0" brushRef="#br0" timeOffset="-207124.37">11947 7030 223 0,'12'0'249'0,"-12"0"22"16,6-2 22-16,-6 2 25 0,0 0-8 0,8-4 1 15,-8 4-9-15,0 0-14 0,0 0-4 0,0 0-11 0,0 0-7 16,0 0-27-16,0 0-15 0,0 0-24 0,0 0-6 16,0 0-22-16,0 0-12 0,0 0-21 15,0 0-10-15,0 0-10 0,0 0-14 0,-10 22-8 0,8-16-12 16,0 0-3-16,2-6-9 0,-6 11-10 0,4-3 7 16,1 2-3-16,1-2-2 0,1 2 1 0,2-1 0 15,2 3-3-15,-3-4-2 0,1-1 3 0,1 0-7 16,-2 1-4-16,2-3-5 0,0 1-3 0,1 0-3 15,-2 1-2-15,1-2-6 0,-1 0-5 0,-3-5 0 16,8 7-5-16,-7-3-5 0,-1-4 1 0,6 7-1 16,-6-7-7-16,2 5-6 0,-2-5 4 0,0 0-3 15,2 7 0-15,-2-7-1 0,0 0 1 0,0 0 3 16,-12 4 1-16,4-4-2 0,8 0 2 0,-15 2-2 16,15-2-1-16,-16 0-1 0,8-2-9 0,8 2-12 15,-14-2-8-15,7 0-16 0,7 2-25 0,-14-1-22 16,14 1-36-16,-10-2-42 0,10 2-36 0,0 0-36 15,-7-2-32-15,7 2-50 0,0 0-53 0,0 0-43 16,0 0-298-16,0 0-769 0,0 0 341 0</inkml:trace>
  <inkml:trace contextRef="#ctx0" brushRef="#br0" timeOffset="-206671.3599">12521 7172 198 0,'0'0'466'16,"8"-5"16"-16,-5 1-2 0,-3 4-6 0,6-7-11 0,-6 7-10 16,5-8-6-16,-5 8-14 0,2-9-8 15,1 5-5-15,-3 4-17 0,4-7-18 0,0 2-22 16,-4 5-16-16,4-10-33 0,-1 5-25 0,-3 5-26 15,4-9-28-15,0 4-22 0,-4 5-24 0,10-9-19 0,-3 7-17 16,3-3-27-16,3 3-126 0,-1-2 0 0,-1 3 0 16,8 2 0-16,-5-1 0 0,-3 4 0 15,2-2 0-15,0 4 0 0,-1-1 0 0,-2 1 0 0,0 3 0 16,-4-3 0-16,1 3 0 0,-2 0 0 0,0 0 0 16,-3 2 0-16,-2 0 0 0,0 0 0 0,-2 0 0 15,-4-1 0-15,-2 1 0 0,-5 2 0 0,-1-4 0 16,-2 0 0-16,-4-3 0 0,1 1 0 0,0-1 0 15,-1-3 0-15,2 2 0 0,0-2 0 0,4-3 0 16,3 1 0-16,2-2 0 0,9 1 0 0,-16-4 0 16,11 0 0-16,1 1 0 0,0-5 0 0,4 8 0 15,-4-16 0-15,4 7 0 0,0-2-14 0,2 0-107 16,4 1-45-16,-2-1-49 0,3-5-63 0,5 4-47 16,1 1-54-16,-3 3-66 0,5-2-55 0,5-1-50 15,-4 2-317-15,4 0-939 0,-5 2 417 0</inkml:trace>
  <inkml:trace contextRef="#ctx0" brushRef="#br0" timeOffset="-206390.18">12768 6883 229 0,'-1'-7'412'0,"1"-3"18"16,0-1 15-16,-2 1 26 0,2 2 12 0,0 8 0 15,-2-13 3-15,0 5-6 0,2 8-10 0,0-9-16 16,0 9-24-16,0 0-37 0,0-10-32 0,0 10-44 15,0 0-28-15,0 0-35 0,0 0-21 0,0 0-33 16,4-6-21-16,-4 6-18 0,0 0-17 0,0 0-14 16,2 24-10-16,-1-13-14 0,-1 1-75 0,0 3-31 15,-1 4 0-15,1 7 0 0,-2-7 0 0,2 1 0 0,-2-1 0 16,0 0 0-16,0 7 0 0,-6-1 0 16,6-6 0-16,0 0 0 0,-3 0 0 0,5-2 0 15,-1-1 0-15,0 1 0 0,-3-1-34 0,6-1-233 0,0-2-49 16,0-3-37-16,5 0-54 0,-3 1-43 0,4-3-46 15,1-2-34-15,-3-1-360 0,1 0-964 0,2-3 426 16</inkml:trace>
  <inkml:trace contextRef="#ctx0" brushRef="#br0" timeOffset="-205702.84">12918 7183 242 0,'0'0'338'0,"0"0"10"0,0 0 2 0,7-3 1 15,-7 3 3-15,4-4-6 0,-4 4-7 0,0 0-14 16,6-4-18-16,-6 4-25 0,0 0-20 0,7-5-20 16,-7 5-22-16,7-4-25 0,-7 4-16 0,0 0-20 15,7-3-17-15,-7 3-16 0,6-1-13 0,-6 1-18 16,0 0-11-16,19 4-7 0,-13-1-6 0,-1 0-11 16,-5-3-6-16,11 5-7 0,-6-2-2 0,-1 1-8 15,1 0-5-15,-1-1-8 0,-4-3-5 0,4 9-11 16,-4-3-9-16,0-6 2 0,1 8-4 0,-1-8 5 15,-5 10-2-15,1-5 3 0,-3 0 0 0,0-2 0 16,-2 1-1-16,-2-1-2 0,-1 1-3 0,3-1 2 16,-1-2-1-16,0 2 0 0,1-3 7 0,9 0-2 15,-13 0 1-15,13 0 4 0,-11 0 8 0,11 0 10 16,-7-4 4-16,7 4 3 0,-5-9 0 0,5 9 3 16,1-15 3-16,3 6-5 0,-2-2-3 0,4 2-7 15,4-2 0-15,-3 1-4 0,1 0-7 0,6 2 3 0,2-3-6 16,0 4-3-16,4 0 7 0,0 4-9 15,-2-1 0-15,0 1-3 0,2 2 1 0,-4 1-3 16,-2 0 0-16,-1 3-4 0,1 1 0 0,-3 0-1 16,3 0 1-16,-8 3 4 0,3 0-5 0,-1 1 2 0,2 1-10 15,-3-2-3-15,1 3-5 0,-3-1-6 16,1 2-2-16,-3-1-3 0,-3-1-3 0,1 1-1 16,-1-1 3-16,0 1 1 0,0-4 1 0,0-6 2 15,-1 14-3-15,1-14 5 0,-3 7 3 0,3-7 9 0,0 0 5 16,0 9 4-16,0-9 3 0,0 0 4 0,0 0 1 15,0 0 5-15,0 0-5 0,0 0 1 0,0 0 1 16,12-24 5-16,-8 13 1 0,3 0 0 16,3-2-3-16,-2 0 3 0,1 0-2 0,5-1-3 0,-3 0 0 15,0 2 5-15,-1 3 17 0,-4 0 2 0,1 2-6 16,1 0 0-16,-5 4-2 0,4-1-3 0,-7 4-5 16,7-7-5-16,-7 7 2 0,10 0-7 0,-10 0-2 15,9 5 0-15,-9-5 2 0,8 9-2 0,-2-4-1 16,-4 2 2-16,0 0 2 0,3 2-6 0,-3-1 6 15,2 2-2-15,-2-1-2 0,-2 0 0 0,0 0-2 16,4-4-6-16,-2 2-13 0,0 0-20 0,-2-7-27 16,2 11-27-16,0-6-25 0,-2-5-23 0,3 6-14 15,-3-6-19-15,0 0-21 0,6 5-29 0,-6-5-49 16,0 0-57-16,7 0-48 0,-7 0-319 0,14-3-753 16,-14 3 334-16</inkml:trace>
  <inkml:trace contextRef="#ctx0" brushRef="#br0" timeOffset="-205202.9499">13557 7164 247 0,'0'0'370'0,"0"0"4"0,0 0-9 0,0 0-10 16,0 0-21-16,0 0-17 0,0 0-16 0,0 0-18 15,0 0-22-15,0 0-21 0,0 0-25 0,0 0-28 16,0 0-17-16,0 0-16 0,0 0-17 0,0 0-10 15,0 0-17-15,0 0-8 0,0 0-11 0,0 0 7 16,0 0 1-16,0 0 3 0,0 0 8 0,0 0-2 16,0 0-3-16,0 0-11 0,12 0-3 0,-12 0-11 0,11 2-6 15,1-4-6-15,8-1-8 0,0-1 8 16,9-2 22-16,-8 2 10 0,-2-2-5 0,0 0-9 16,-6 3-9-16,-1-2-3 0,-1 2 21 0,0-2 7 15,-2-1 11-15,-4 3-12 0,1 1 9 0,0-1-20 0,-6 3-4 16,5-7-15-16,-5 7-5 0,2-10-18 0,-2 10-7 15,0 0 2-15,-7-12-15 0,3 7 3 0,-4 2-21 16,8 3 12-16,-12-3-6 0,5 2-5 16,-4 2-3-16,-1 0 7 0,-1 3-7 0,2 1 0 0,-7 3 4 15,3-1-4-15,-1 2-5 0,5 0 1 0,-1-2 3 16,3 2-6-16,1-3 2 0,0 2 2 0,2-1-8 16,1 4-3-16,3-5-1 0,-2 3-3 0,4-3 4 15,0-6 0-15,4 17 3 0,3-9-2 0,2 0 4 16,2 3 0-16,2-3 1 0,3 1 0 0,5-3 5 15,5 3-4-15,1-2 0 0,0-1-5 0,-8-1-3 16,2-3-14-16,2-1-13 0,-3-1-14 0,-2-1-26 16,0 1-26-16,-5 0-28 0,-3-4-35 0,1 1-55 15,0-1-53-15,-4-1-55 0,0 3-55 0,0-5-89 16,-5 0-414-16,-2 7-957 0,0 0 424 0</inkml:trace>
  <inkml:trace contextRef="#ctx0" brushRef="#br0" timeOffset="-204148.22">14488 7153 269 0,'0'0'338'0,"0"0"-6"0,0 0-14 0,0-9 1 16,0 9 7-16,0 0 0 0,0 0 5 0,-2-9 3 15,2 9-5-15,0 0-3 0,0 0-6 0,0 0-11 16,0 0-10-16,0 0-12 0,0-8-10 0,0 8-17 0,0 0-7 16,0 0-23-16,4-7-26 0,-4 7-24 0,7-5-18 15,-7 5-12-15,8-2-23 0,-8 2-15 16,12-3-5-16,-5 2-19 0,-7 1-7 0,18 1-12 16,-9 1-11-16,2-1 0 0,-3 0-8 0,2 3-12 0,-1-1 2 15,1 3-10-15,0-2-5 0,-3 2-5 0,-1-1-11 16,1 1-13-16,3 3-3 0,-6-3 1 0,2 3-11 15,-4 0 0-15,-2 0-5 0,0-2 4 0,0-7-4 16,-1 16 1-16,-1-7 3 0,-5-2 1 0,0 2-3 16,-4-2 3-16,1 1 8 0,-6-1-10 0,-1 2-5 15,1-4-1-15,-1-2 3 0,-4 2 3 0,10 0 2 16,-5-4 3-16,5-1 6 0,-1 1 2 0,-1-1 6 16,5-1 1-16,8 1 12 0,-14-1 7 0,7-4 6 15,3 1 12-15,4 4 13 0,-5-7 0 0,1 0 0 16,4 7-4-16,-3-11 8 0,1 4-8 0,2 7 0 15,-2-12-2-15,2 12 1 0,2-13-11 0,0 7 0 16,1-1-5-16,-3 7 0 0,2-8-14 0,-2 8 6 16,2-8 1-16,-2 8-7 0,3-6-1 0,-3 6 0 15,0 0-9-15,0 0 1 0,0 0 0 0,2-6-7 16,-2 6-3-16,0 0 1 0,0 0 0 0,0 0-3 16,0 0 0-16,0 0 7 0,0 0-5 0,0 0 0 15,0 0-2-15,8 14 4 0,-8-14-15 0,1 8-1 16,-1-8-8-16,-1 9-1 0,1-9-9 0,0 11 0 15,0-11-10-15,1 11-8 0,-1-11-2 0,2 8-3 16,-2-8-4-16,2 10 9 0,-2-6-3 0,0-4 5 16,4 5 5-16,-4-5 7 0,8 4 4 0,-8-4 5 15,4 2 3-15,-4-2 6 0,11 2 2 0,-11-2 7 16,0 0 13-16,18-8 1 0,-12 5 4 0,3-1 4 0,-2-1 11 16,4-2 4-16,-3-1 4 0,0 2 11 0,2-1-4 15,-4 2 1-15,1-4 5 0,-1 6-1 16,0-1-1-16,-2-1-4 0,-4 5 1 0,9-7-6 15,-5 5-1-15,-4 2-3 0,8-4-5 0,-8 4-1 0,0 0-3 16,0 0-14-16,5-3-5 0,-5 3 9 0,0 0 0 16,0 0-4-16,0 0 6 0,12 7-9 0,-12-7 7 0,4 10-4 0,-1-4-5 15,-3-6 4-15,2 10-10 0,0-2-14 0,2-3-19 16,-2 3-14-16,1-1-24 0,0-1-20 0,1 1-19 16,1 0-17-16,-1-2-24 0,4 2-32 0,2-2-40 15,3 1-37-15,-2-3-21 0,3-1-27 0,3 2-31 16,2-6-26-16,3 0-30 0,6-3-26 0,-7 0-244 15,-1 1-727-15,0-5 321 0</inkml:trace>
  <inkml:trace contextRef="#ctx0" brushRef="#br0" timeOffset="-203835.79">14970 6962 253 0,'0'-12'357'15,"0"1"34"-15,-2 0 10 0,2 2 20 0,-2 2-4 16,2 7 12-16,-2-15-8 0,2 15-3 0,-1-9-1 15,1 9-13-15,0 0-13 0,-1-9-25 0,1 9-19 16,0 0-30-16,0 0-22 0,0-7-33 0,0 7-26 16,0 0-23-16,0 0-23 0,0 0-32 0,0 0-6 15,0 0-8-15,0 0-13 0,0 0-20 0,-3 26-6 0,2-14-9 16,0 1-18-16,1 5 3 0,-4 0-8 16,2 3-9-16,0 2-12 0,0 2-52 0,-4-1 0 15,2 0 0-15,2-4 0 0,0-1 0 0,3 8 0 16,-2-9 0-16,-1 2 0 0,2-4 0 0,2 3 0 0,0-3 0 15,0-4 0-15,0 0-101 0,3-1-69 16,4 3-42-16,-4-2-45 0,3-5-40 0,4 3-46 16,-2-4-38-16,-3-1-34 0,5-1-34 0,-3-2-23 15,2-5-24-15,-3 4-271 0,0-5-830 0,-1 3 367 0</inkml:trace>
  <inkml:trace contextRef="#ctx0" brushRef="#br0" timeOffset="-203648.3299">15002 7156 63 0,'0'0'354'0,"-4"-6"33"16,4 6 26-16,-5-7 28 0,5 7 18 0,-4-4 0 16,4 4-8-16,0 0-15 0,0 0-7 0,-5-5-15 15,5 5-21-15,0 0-18 0,0 0-25 0,0 0-20 16,0 0-30-16,0 0-20 0,0 0-36 0,0 0-40 16,0 0-43-16,0 0-56 0,9-6-52 0,0 6-69 15,5 0-53-15,1-1-59 0,4-2-66 0,9 3-66 16,-5 0-66-16,5 0-69 0,3-1-95 0,2 1-381 15,2-3-943-15,2 1 417 0</inkml:trace>
  <inkml:trace contextRef="#ctx0" brushRef="#br0" timeOffset="-203304.66">15880 7035 168 0,'1'-5'502'16,"-1"5"21"-16,0-13 19 0,0 13-5 0,0-7-22 16,0 7-12-16,-1-15-17 0,1 15 3 0,-2-11-18 15,2 11-18-15,0-7-22 0,0 7-26 0,-1-8-26 16,1 8-25-16,0 0-29 0,-3-8-25 0,3 8-39 16,0 0-29-16,0 0-19 0,0 0-111 0,0 0-102 15,0 0 0-15,0 0 0 0,0 0 0 0,0 0 0 16,0 0 0-16,0 0 0 0,-1 28 0 0,0-15 0 15,1 2 0-15,0 4 0 0,1 0 0 0,-1 0 0 16,0 5 0-16,0 1 0 0,-1-7 0 0,1 1 0 16,-1 1 0-16,1 4 0 0,-3-8 0 0,1-3 0 15,2-1 0-15,0 2 0 0,-2-4 0 0,1-1 0 16,0 2 0-16,1-1-285 0,0-3-103 0,0-7-32 0,1 11-18 16,-1-11-30-16,0 0-63 0,0 0-413 15,0 0-1022-15,0 0 452 0</inkml:trace>
  <inkml:trace contextRef="#ctx0" brushRef="#br0" timeOffset="-202414.25">15733 7181 303 0,'0'0'364'0,"-8"-1"8"0,8 1 22 0,0 0-3 16,-5-6 2-16,5 6-4 0,0 0-14 0,0 0-9 15,0 0-11-15,0 0-17 0,0 0-23 0,0 0-22 16,0 0-2-16,-9-2-22 0,9 2-29 0,0 0-18 15,0 0-30-15,0 0-18 0,0 0-16 0,0 0-21 16,23-3-21-16,-13 0-12 0,3 1-2 0,1 0-23 16,5-1-4-16,0 0-9 0,9-4-13 0,-2 2-10 15,-4 0 3-15,5-1-14 0,-7 0 0 16,8-5-2-16,-1 3-2 0,1-1 3 0,-9 1-10 0,0 0-2 16,-2 0-3-16,0-1 4 0,-6 5 6 0,-2 0 3 15,0 1 5-15,-3-1 13 0,0 0 0 0,-3 1-3 16,-3 3-1-16,8-7-4 0,-5 5-7 0,-3 2 2 15,0 0 17-15,5-9-29 0,-5 9-2 0,0 0 3 16,0 0-1-16,-5-13-3 0,5 13-4 0,0 0-9 16,0 0 7-16,0 0-7 0,0 0 3 0,0 0-12 15,0 0 5-15,0 0-4 0,0 0 2 0,0 0-6 16,-17 20 4-16,12-12-2 0,2 3 8 0,-2 1-2 16,1 2-2-16,1 2 11 0,1-2-11 0,0-1 2 15,-1 4 2-15,2 1 1 0,0-2-2 0,2 0-3 16,-4-3 8-16,6 5-15 0,-2-6 1 0,0 0-14 15,2-2-11-15,0 0-4 0,0 0-4 0,0-5-5 16,1 1 2-16,-1-1-1 0,1 0 10 0,2-1 3 16,0-3 1-16,-6-1 7 0,14 0 2 0,-14 0 4 15,14-1 0-15,-5-5-1 0,1 1 9 0,-3 2 5 16,2-5 4-16,-2 3 9 0,1 0 4 0,0-2 6 0,-1 1 3 16,-3 2 2-16,0-1 3 0,-4 5 4 15,9-7 6-15,-5 3-9 0,-4 4-4 0,6-6 5 16,-6 6-7-16,5-5-7 0,-5 5 0 0,0 0-7 0,5-5 4 15,-5 5-5-15,0 0 1 0,0 0-5 0,0 0-5 16,0 0 1-16,0 0 1 0,0 0-8 0,13 10-4 16,-13-10 2-16,5 7-2 0,-2-2 1 0,-3-5 1 15,5 9-1-15,-1-5-5 0,1 3 0 0,0-3 2 16,0 1 3-16,4 1-3 0,2 0 7 0,0-1-5 16,2-1 6-16,6 2-2 0,-3-3 4 0,5-2 3 15,-1 1 0-15,-1-2 1 0,2-2-2 0,-1 1 10 16,-3-6-4-16,2 3-2 0,1-5 0 0,-4 0 2 15,0 0 18-15,-2 1 5 0,-5-1-1 0,2 0-1 16,-2-1-8-16,-3 1 0 0,-1-2 6 0,3 1-6 16,-5 1-7-16,-1 2-1 0,0-2-4 0,-2 2 0 15,0 7-9-15,-2-12 4 0,2 12 1 0,-7-9-9 16,1 5 2-16,6 4-4 0,-13-4 0 0,6 5 0 16,7-1-3-16,-18 9 4 0,7-3-3 0,1 1 2 15,1 0-4-15,2 3 6 0,0 0 1 0,0 1-2 16,0-1-1-16,3 1-7 0,2 0-1 0,1 2 4 15,1-1 7-15,2-3-6 0,1 4 3 0,3-6 5 16,4 4-3-16,2 0 2 0,3-3 10 0,0 2-5 16,5-3 6-16,-1 0 1 0,3-3-8 0,-1 0 3 15,0-2-3-15,7-2 2 0,-1 1-4 0,2-3 6 16,-1-1-17-16,-9 1-16 0,3-3-24 0,-2 3-38 16,1-2-17-16,-4-2-30 0,-5 5-56 0,-1-2-83 15,-4 3-82-15,1-4-84 0,-2 1-95 0,-6 3-360 16,0 0-973-16,0-14 430 0</inkml:trace>
  <inkml:trace contextRef="#ctx0" brushRef="#br0" timeOffset="-201616.37">17827 6908 151 0,'2'-7'403'16,"0"0"17"-16,-2 7 2 0,4-14 3 0,-4 8-11 15,0 6-9-15,4-11-32 0,-3 4-10 0,-1 7-10 0,1-11-11 16,-1 11-20-16,0-8-22 0,0 8-22 0,0 0-18 16,0 0-24-16,0 0-27 0,-1-10-30 15,1 10-22-15,0 0-20 0,0 0-12 0,0 0-14 16,-14 3-13-16,14-3-12 0,-22 12-5 0,4-2-8 0,-5 8-6 15,-1 0-12-15,1 2-8 0,-1-2 4 0,1 1-9 16,0 2-3-16,4-4-6 0,3-2 1 0,3-3-7 16,2-1-4-16,3 1-7 0,3-3-13 0,1-3-4 15,2 1-7-15,0 0 2 0,1 0 0 0,1-7 0 16,8 15 4-16,0-8 3 0,2 1-2 0,3 1-1 16,2-3-1-16,3 4 2 0,1-2 1 0,0-3-2 15,-1 5 0-15,1-1 1 0,0-2-1 0,-1 1 4 16,-4-1-5-16,-3-1 2 0,1-2-2 0,-3 3 3 15,3-2-1-15,-7-1-2 0,0 0-1 0,0-1 1 16,0 1-6-16,-5-4 3 0,5 7 5 0,-3-2 3 16,-2-5-3-16,-2 10 5 0,2-10-3 0,-7 9 6 15,0-2 3-15,-4-1 16 0,-2 1-14 0,-4 1-2 16,-11-2-1-16,9 1 2 0,-1 0-8 0,-8-2 4 16,8 2-2-16,1-3 5 0,0 3-1 0,-1-3-5 15,3 1-6-15,4-3-14 0,2 1-3 0,3-3-9 16,0 2-26-16,8-2-43 0,0 0-58 0,0 0-90 15,0 0-53-15,0 0-38 0,0 0-31 0,0 0-28 16,38-13-52-16,-25 12-346 0,2-1-859 0,5-2 380 0</inkml:trace>
  <inkml:trace contextRef="#ctx0" brushRef="#br0" timeOffset="-200335.4199">17998 7215 54 0,'6'-5'359'0,"-6"5"13"16,5-8 34-16,-1 5-9 0,-4 3-12 0,6-9-17 16,-2 4-12-16,-4 5-10 0,6-7-13 0,-6 7-17 0,5-6-19 15,-2 3-21-15,-3 3-28 0,2-7-21 0,-2 7-21 16,6-5-20-16,-6 5-21 0,0 0-20 16,0 0-18-16,0 0-14 0,10 0-13 0,-10 0-14 15,0 0-6-15,13 5-8 0,-11-1-8 0,3 1-11 0,-1-2-2 16,1 4-5-16,-2-2-11 0,2 4-1 0,-3-1-5 15,1-1-1-15,-3 0-6 0,1 2-9 0,-1-2-7 16,0-7-4-16,-2 13-2 0,0-6-3 16,1 0-1-16,-4 1-4 0,-1 0-1 0,-2-2-2 0,2-1-6 15,-1 0-2-15,-1-1 2 0,1-1 2 0,-1 0 4 16,2 1 3-16,6-4 6 0,-12 0 0 0,12 0 4 16,0 0 1-16,-11-7 10 0,11 7 7 0,-5-8 12 15,3 2-4-15,2 6 1 0,2-17-1 0,-1 6-3 16,1 2 0-16,2-2 2 0,0 2-1 0,0 1-4 15,2-4-4-15,-1 6 1 0,-2 1-2 0,-3 5-4 16,5-9-2-16,-1 5 1 0,-4 4-4 0,5-7-4 16,-5 7-5-16,0 0 6 0,9-1-5 0,-9 1 0 15,0 0-1-15,13 4 0 0,-13-4-2 0,6 6-2 16,-2-1 0-16,1 1 3 0,-1 1-2 0,0-1 2 16,0 0-2-16,-2 4 4 0,3-1-4 0,-1 0 3 15,-2-1-2-15,1 0 3 0,1-2-4 0,-3 1-4 16,2-3-8-16,-3-4-9 0,2 10-4 0,-2-10 1 15,4 4 0-15,-4-4 7 0,5 7 5 0,-5-7 5 16,0 0 2-16,6 0 4 0,-6 0-2 0,0 0 2 0,16-7 3 16,-7 3 5-16,-1-5 5 0,2 4-4 15,-1-6 6-15,0 1 1 0,5 1 6 0,-3-5 3 16,0 7-1-16,3-5 7 0,-5 5-2 0,-2 0 2 16,3-1 8-16,-2 3-3 0,-3 3 4 0,-1-3-13 0,-4 5 2 15,10-6-3-15,-10 6-7 0,8-3-5 0,-8 3 7 16,0 0-7-16,0 0 0 0,12 5-3 15,-7-3-2-15,0 4 1 0,-5-6-3 0,5 10 2 16,-3-4-3-16,0 1 1 0,2 0 1 0,-4-7-3 0,2 14-17 16,-1-7-2-16,1 0-2 0,-1-1-4 0,-1-6-3 15,1 11 0-15,-1-11-2 0,2 8 2 0,-2-8 4 16,2 5 4-16,-2-5 7 0,0 0 2 16,6 5-1-16,-6-5 3 0,0 0 3 0,13-2 2 0,-13 2 1 15,12-8 7-15,-3 2 0 0,-2 0 0 0,1-4 6 16,-1 3 2-16,0-1 2 0,2 1 0 0,-4 3 5 15,2-6 1-15,-2 6 0 0,0-2 2 0,0 1 0 16,0 1-1-16,-5 4-4 0,8-6 1 0,-8 6-5 16,6-4-7-16,-6 4-1 0,0 0-3 0,0 0 0 15,9-3-1-15,-9 3-1 0,0 0 3 0,9 8-2 16,-9-8 1-16,4 9-4 0,-2-3 2 0,2-1 1 16,-2 0-3-16,-2-5-6 0,3 10-9 0,1-5-1 15,-4-5-6-15,3 8-3 0,-3-8-5 0,3 8-3 16,-3-8-1-16,3 6 9 0,-3-6-1 0,3 6 10 15,-3-6 1-15,0 0 6 0,6 2 2 0,-6-2 0 16,0 0 1-16,14-7 2 0,-14 7 4 0,10-7-1 16,-5 3 3-16,1 0 0 0,1-1 3 0,-1 1 5 15,1-1 1-15,-7 5 2 0,8-7 3 0,-2 3 2 16,-1 2 2-16,-5 2 2 0,8-5-7 0,-8 5-1 16,5-2-3-16,-5 2-8 0,0 0 6 0,0 0-3 15,5-5-3-15,-5 5 0 0,0 0-2 0,0 0 1 16,0 0-2-16,0 0-3 0,8 9 1 0,-8-9 5 15,2 7-4-15,-2-7 3 0,5 10-3 0,-2-5 2 0,1 1 0 16,0 0 1-16,-2-1-1 0,6 1-5 16,-2 1 6-16,-1-3 1 0,4 0 1 0,2 0-3 15,1 1 6-15,5 0-3 0,1-2 1 0,0-2 8 16,0-1-7-16,2-1-1 0,-5-2 1 0,6-4 5 0,-2 0-7 16,7-3 5-16,-2-1 1 0,-6-1 8 0,-3 1 14 15,0 0 4-15,-1 2 4 0,0-2-2 16,-6 4 4-16,0-1 2 0,-2-1 0 0,-2 2-5 15,1 2-7-15,-4-2-4 0,-1 7-5 0,0-11-3 0,0 11-9 16,-2-10 2-16,2 10-5 0,-12-5-3 0,12 5-5 16,-9-3-8-16,2 3 2 0,7 0-7 0,-14 3-8 15,6 1-7-15,0 3-3 0,-2-1-6 0,4 1-4 16,-1 2 1-16,3 0-10 0,2 0 5 0,1 1 1 16,-1 0-4-16,4 3 5 0,-1-4 7 0,1 3 5 15,5-1 3-15,-1-3 4 0,2 2 3 0,1-4 2 16,4 5 1-16,-1-4 6 0,1-2 3 0,5 1 0 15,1-2 2-15,0 0 2 0,1-2-1 0,3-1-2 16,-4-2-13-16,-1-1-11 0,2-3-31 0,-7 5-33 16,6-3-32-16,-5-1-30 0,-2 1-38 0,-1 0-35 15,1 2-47-15,-6-4-59 0,0-1-64 0,-6 6-325 16,7-7-787-16,-7 7 348 0</inkml:trace>
  <inkml:trace contextRef="#ctx0" brushRef="#br0" timeOffset="-199804.29">19793 7060 394 0,'1'-5'480'0,"-1"5"5"0,0-13 0 15,0 13-7-15,0-10-15 0,0 10-16 0,-1-11-7 16,1 11-13-16,0-11-21 0,0 11 5 0,-1-9-20 16,1 9-11-16,0 0-29 0,0-10-26 0,0 10-32 0,0 0-23 15,0 0-37-15,0 0-24 0,0 0-22 0,0-8-27 16,0 8-20-16,0 0-14 0,0 0-15 16,0 0-12-16,0 0-99 0,0 0 0 0,-2 27 0 15,1-11 0-15,1-1 0 0,-1 2 0 0,1 1 0 0,-2 2 0 16,0-1 0-16,1 8 0 0,-2-8 0 0,0 5 0 15,0-4 0-15,0-1 0 0,1-2 0 0,-1 1 0 16,0-1 0-16,2-6 0 0,-1 1 0 0,2-1 0 16,-2-2 0-16,2 0 0 0,0-9-123 0,0 14-97 15,-1-8-26-15,1-6-28 0,1 6-23 0,-1-6-33 16,5 6-44-16,-5-6-29 0,0 0-32 0,0 0-34 16,0 0-368-16,18-12-907 0,-15 7 401 0</inkml:trace>
  <inkml:trace contextRef="#ctx0" brushRef="#br0" timeOffset="-199429.3799">19568 6994 115 0,'-9'-11'363'0,"0"-2"29"16,-1-1 29-16,3 5 11 0,2 1 1 0,-2-3-4 15,2 2-21-15,-1-2-9 0,2 0-12 0,2-2-15 16,-1 1-18-16,2-7-31 0,4 6-37 0,3-5-23 15,7-3-35-15,5-3-25 0,3 2-25 0,3 3-11 16,1 2-24-16,4-1-17 0,2 4-14 0,5 3-10 16,0-2-6-16,3 6-12 0,10-1-10 0,-10 5-5 15,13 3-11-15,-12 3-5 0,10 4-5 0,1 1-10 16,-16 5-3-16,-3-2-4 0,-3 3-1 0,-4 2-9 16,-10-4-6-16,4 8-7 0,-10-4 7 0,-4 0-2 15,-2 1-1-15,-6 5 3 0,-4 0 2 0,-6 3-3 16,-6 0 1-16,-8-2 2 0,-10 7-1 0,-7-1-5 15,-3-7 2-15,-3 3-3 0,-1-5 1 0,-3-1-3 16,3-1-14-16,4-5-7 0,17-1-5 0,9-7 1 16,3-1 7-16,4-1-3 0,4-2-8 0,-2 2-15 0,6-1-32 15,1 1-44-15,5-3-38 0,-7 3-58 16,7-3-68-16,0 0-53 0,0 0-52 0,23 7-55 16,-5-3-46-16,0 2-337 0,-1-1-885 0,3 2 392 15</inkml:trace>
  <inkml:trace contextRef="#ctx0" brushRef="#br0" timeOffset="-199023.23">19938 7313 256 0,'0'0'419'0,"0"0"-4"15,11-15-13-15,-9 9-14 0,-2 6-28 16,6-10-24-16,-5 5-19 0,-1 5-23 0,5-8-18 0,-3 3-24 15,-2 5-20-15,4-5-23 0,0-1-21 0,-4 6-25 16,5-4-10-16,-5 4-18 0,8-4-14 0,-8 4-15 16,10-2-12-16,-10 2-10 0,12 3-8 0,-7 2-10 15,1-3-8-15,4 4-7 0,-5-2-3 0,2 1-9 16,-1 1-4-16,-1 0-2 0,3 1-3 0,-4-2-4 16,-3 1-8-16,-1-6-2 0,5 10-19 0,-4-6-6 15,1 3-4-15,-2-7-7 0,-2 9 8 0,2-9 4 16,0 0 3-16,-3 10-1 0,3-10 6 0,-3 5 2 15,3-5 5-15,0 0 14 0,0 0 18 0,0 0 14 16,0 0 11-16,0 0 14 0,0 0 15 0,0 0 7 16,-13-20 3-16,16 9-15 0,-1 0-8 0,1-1-15 15,2-1-2-15,1-4-9 0,1 2-13 0,2 0-7 16,-3 6-14-16,2-3-12 0,-2 5-19 0,3-2-28 16,-3 1-37-16,5 2-41 0,-2 0-67 0,2 3-50 15,-1 1-46-15,2 2-54 0,-12 0-69 0,27 5-48 16,-17-3-300-16,0 5-813 0,-1-2 359 0</inkml:trace>
  <inkml:trace contextRef="#ctx0" brushRef="#br0" timeOffset="-198507.7">20263 7335 75 0,'0'0'374'0,"12"-18"7"15,-12 18-9-15,0 0 7 0,3-7-18 0,-3 7-17 0,0 0-14 16,3-7-12-16,-3 7-14 0,0 0-13 16,0 0-19-16,0 0-24 0,0 0-13 0,0 0-20 15,0 0-14-15,0 0-16 0,0 0-16 0,0 0-16 16,3-5-18-16,-3 5-12 0,0 0-13 0,0 0-12 0,0 0-2 16,0 0-4-16,0 0-8 0,0 0-7 15,0 0 1-15,0 0-13 0,0 0-8 0,10 0-4 16,-10 0-2-16,14-2-4 0,-4 1-5 0,-1-2-5 15,4-1 1-15,0 1-6 0,-1-2-2 0,-1 1 1 0,0-1 10 16,1-2 5-16,-2 2-6 0,-1-2 7 0,-2 4-4 16,0-5 8-16,1 4 5 0,-1-4 2 0,-3 3 9 15,0 0-4-15,-4 5-5 0,4-11-6 16,-4 6-8-16,0 5-10 0,0-12-3 0,0 12-10 0,-7-7 1 16,7 7-4-16,-7-8-6 0,0 6 0 0,-1 0-6 15,-2 1-9-15,0 1 3 0,0 1 3 0,-2 3-6 16,1-2-3-16,-1 3 6 0,1-1-8 0,1 3-10 15,1-1-11-15,-3 0 0 0,5 3-8 0,0-3-5 16,5 4-8-16,-4-2-1 0,3-1 0 0,1-1 1 16,2-6 0-16,2 17 0 0,0-8 4 0,2 0 3 15,0 0 4-15,1-2 1 0,1 2 4 0,3-1-2 16,1 0-5-16,2-1-2 0,3 1-14 0,-1 0-16 16,6 0-18-16,-8-3-32 0,7 0-22 0,0-3-21 15,0 2-25-15,0-4-21 0,-1 1-21 0,1-2-25 16,-6-3-23-16,3 2-34 0,2-4-31 0,0 1-39 15,-5 0-238-15,2-4-674 0,-5 3 298 0</inkml:trace>
  <inkml:trace contextRef="#ctx0" brushRef="#br0" timeOffset="-198116.06">20761 7163 224 0,'0'0'367'0,"0"0"27"16,-2-12 10-16,2 12 0 0,0 0-11 0,-5-8-17 15,5 8-20-15,-6-4-29 0,6 4-27 0,-7-2-31 16,7 2-29-16,0 0-22 0,-13-2-25 0,13 2-18 16,-11 4-20-16,4 0-11 0,-3 2-16 0,1 1-17 15,2-2-8-15,-1 3-9 0,-1 0-10 0,1 0-8 16,2 1-9-16,2-1-7 0,-1 1-4 0,2 0-8 0,3 0-5 16,0 0-4-16,-1 1-2 0,2-1-5 15,1 0 1-15,3 1-6 0,-1-2-3 0,0-1-1 16,2 1 0-16,-2-1-5 0,1-3 1 0,-1 3-5 15,-1-3-2-15,1 1 1 0,-4-5-4 0,8 7 2 0,-8-7 1 16,6 6-4-16,-6-6-1 0,7 4 0 0,-7-4 2 16,2 5-6-16,-2-5-1 0,0 0 1 15,3 5-4-15,-3-5 2 0,0 0-3 0,0 0 1 16,0 0 1-16,0 0 0 0,-8 9 2 0,8-9 0 0,-10 4 2 16,5-2-4-16,5-2-7 0,-12 3-11 0,5-1-13 15,0 1-7-15,7-3-20 0,-11 4-18 0,4-3-14 16,-1 0-21-16,8-1-16 0,-12 1-20 0,12-1-20 15,-10 0-21-15,10 0-23 0,-10 0-19 0,10 0-30 16,0 0-45-16,-11-6-38 0,11 6-289 0,-4-6-685 16,4 6 302-16</inkml:trace>
  <inkml:trace contextRef="#ctx0" brushRef="#br0" timeOffset="-197705.8499">20912 7211 63 0,'8'-8'387'16,"-3"2"1"-1,0-1 17-15,0 2-10 0,-2 1-20 0,-3 4-15 16,4-8-21-16,-4 8-13 0,1-7-26 0,-1 7-28 16,0 0-31-16,0 0-29 0,0 0-26 0,0 0-19 0,0 0-22 15,0 0-13-15,-11-5-14 0,11 5-13 0,0 0-12 16,-17 12-8-16,11-7-7 0,0 2-10 15,1-1-9-15,1 0-3 0,-1 2-7 0,1 2-2 16,1-3-6-16,2 2-3 0,-1 1 0 0,2-10 1 0,3 12-4 16,-3-3-4-16,0-2 0 0,3 0 0 0,-1-3-4 15,0 4-1-15,2-1-5 0,-1-3 4 0,-1 3-8 16,1-1 4-16,-1-1-6 0,-2-5 1 16,6 10-2-16,-4-6-3 0,-2-4-3 0,6 6 2 0,-6-6 1 15,4 6-2-15,-4-6-1 0,0 0-7 0,4 5 3 16,-4-5-3-16,0 0 2 0,0 0 1 0,-1 8-1 15,1-8 1-15,-8 6-3 0,8-6 8 0,-13 5-5 16,7-2-15-16,-3-2-11 0,-2 4-22 0,3-4-24 16,-2 3-27-16,1-3-25 0,1 0-20 0,8-1-27 15,-13 1-16-15,7 1-25 0,6-2-23 0,-12 0-27 16,12 0-54-16,0 0-28 0,-7-6-31 0,7 6-202 16,0 0-621-16,0 0 274 0</inkml:trace>
  <inkml:trace contextRef="#ctx0" brushRef="#br0" timeOffset="-196596.75">21031 7291 22 0,'0'0'301'15,"5"-4"23"-15,-5 4-4 0,8-9-1 0,-8 9 6 16,4-5 4-16,0 0 6 0,-4 5-2 0,4-5 4 16,-4 5-7-16,3-6-7 0,-3 6-10 0,0 0-14 15,0 0-13-15,3-5-22 0,-3 5-21 0,0 0-29 16,0 0-16-16,0 0-27 0,0 0-19 0,0 0-17 15,0 0-21-15,0 0-8 0,0 0-11 0,0 0-11 16,0 0-9-16,0 0-8 0,0 0-6 0,10 12-7 0,-7-7-4 16,-1 2-6-16,-2-7-6 0,4 12-7 15,-3-5-11-15,4 1-3 0,-2-1-9 0,-2 0-7 16,3 2-3-16,1-4-5 0,-2 1-4 0,-3-6-7 16,2 9-4-16,1-5-6 0,-3-4 0 0,6 4 3 0,-6-4 9 15,4 6 3-15,-4-6 0 0,0 0 3 16,13 2 1-16,-13-2 3 0,7-2 4 0,-7 2 2 15,11-8 7-15,-6 4 7 0,1-5 9 0,3 1 7 16,0-4 5-16,0 2-5 0,0 0 18 0,-1 2 22 0,-1 1 0 16,-1 0-4-16,0 1-3 0,-1-1 0 15,-2 2 9-15,-3 5 3 0,5-7-5 0,-5 7-9 16,5-6-9-16,-5 6-8 0,4-3-7 0,-4 3-6 16,0 0-12-16,0 0 5 0,0 0-10 0,0 0-2 0,0 0-3 15,0 0 0-15,0 0-7 0,0 0-3 0,0 0-13 16,0 0-13-16,0 0-6 0,0 0-6 0,-12 19-14 15,12-19-10-15,-1 11-5 0,1-11-2 0,0 11 2 16,0-11 5-16,2 11 6 0,2-7 6 0,0 3 4 16,0-3 8-16,1 1 3 0,0 0 6 0,0-1 5 15,0 0 2-15,0-1 4 0,-5-3 3 0,8 3 3 16,-8-3 5-16,10 0 0 0,-10 0 8 0,9-5 10 16,-9 5 2-16,9-8 16 0,-5 4-2 0,1-1 0 15,-5 5-2-15,4-13 1 0,-1 6-7 0,-3 7-4 16,0-14-2-16,0 9-5 0,0 5 6 0,-4-18-5 15,4 12-3-15,0 6-2 0,-5-12 2 0,5 12 0 16,-4-8-4-16,4 8 6 0,-1-7-3 0,1 7-7 16,0 0 0-16,0 0-2 0,-2-9-6 0,2 9-8 15,0 0 1-15,0 0 2 0,0 0-1 0,0 0-1 16,0 0 4-16,0 0 0 0,4-8-1 0,-4 8-1 16,0 0 2-16,0 0 6 0,0 0 1 0,17 3 0 15,-17-3 2-15,11 3 4 0,-11-3-5 0,13 4-2 16,-7-4 3-16,-6 0 0 0,9 2-1 0,-9-2 2 15,12 2 0-15,-12-2-3 0,6 2-1 0,-6-2 0 0,5 3-2 16,-5-3 2-16,0 0-5 0,5 3 4 16,-5-3 3-16,2 7-5 0,-2-7 1 0,1 9 0 15,-1-9 1-15,0 10 4 0,0-10 5 0,0 10-7 16,0-10 3-16,-4 13-2 0,4-9 0 0,0-4 6 0,-1 15-4 16,-2-9 1-16,3 2-1 0,0-8 1 0,-2 12-2 15,2-2-2-15,0-10-6 0,0 12-1 16,1-5-6-16,-1-7 0 0,1 10 1 0,-1-10 4 0,3 10 1 15,1-7 2-15,0 5-1 0,1-5 4 0,2 2 0 16,2-3 5-16,2-1 2 0,-1-1 1 0,3 2-2 16,6-4 2-16,-1-1 0 0,3-3 3 0,7-6-1 15,2 4 0-15,-1-5 18 0,2 1 8 0,-4 1-2 16,-3-3-2-16,-5 4-1 0,0 1 6 0,-5-3 2 16,2 3 20-16,-3-2 3 0,-3 2-3 0,0 2 2 15,-2 0-1-15,-2 0-2 0,-2 1-3 0,-1 0-10 16,0 1-5-16,0-2-4 0,-3 7-4 0,0-9-4 15,0 9-3-15,-8-9-6 0,8 9-4 0,-8-5-4 16,8 5 5-16,-18 1-3 0,7 1-2 0,1 4-3 16,-2 0-8-16,2 0 2 0,-4 4-5 0,1-2-5 15,4 0-4-15,2 1 4 0,-1 2-4 0,2-1-1 16,3-1-1-16,1 0-1 0,2 0 5 0,0 1 8 16,0 0-3-16,5 1 4 0,1-3 1 0,4-1 6 15,0 2-1-15,7-1 2 0,1-1 3 0,1-2 0 16,-1-1 1-16,10-3 1 0,-9-1-1 0,3-1-1 15,-1-1 1-15,-1-1 5 0,8-2-18 0,-1 0-33 16,-7 2-12-16,0-1-21 0,-3 1-64 0,-4-3-57 16,0 0-73-16,-7 4-62 0,2 0-83 0,-3-1-97 0,-5 3-288 0,0 0-867 0,7-7 383 0</inkml:trace>
  <inkml:trace contextRef="#ctx0" brushRef="#br0" timeOffset="-195190.8199">22688 7231 224 0,'0'0'377'0,"0"0"-4"0,0 0-14 16,0 0 2-16,-2-7-5 0,2 7 0 0,0 0-2 16,0 0-4-16,0 0-4 0,0 0-13 0,3-14-21 15,-3 14-21-15,0 0-23 0,2-10-26 0,-2 10-24 16,6-6-17-16,-6 6-18 0,6-6-23 0,-6 6-16 16,7-4-16-16,0 1-15 0,-7 3-16 0,15-1-8 15,-5-1-9-15,1 4-14 0,0-1-8 0,-2 1-4 16,-2 1-1-16,3 2-11 0,1 1-9 0,-2 0 2 15,2 1-8-15,-1 2-4 0,-5 1-3 0,0-1 0 16,-1-1-17-16,0 3-9 0,-3-2-2 0,1 2-4 16,-3 0 2-16,0 0-1 0,-3-1 2 0,-4 0-1 15,1-1-3-15,-6 3-4 0,0-1-3 0,-5-2-13 0,3-1-17 16,-3-1 0-16,-1-1-11 0,-2 0 0 16,2-1-2-16,2-3 12 0,4 0 4 0,1-1 11 15,3-3 13-15,-2 1 6 0,3-1 23 0,8 2 11 0,-10-3 12 16,4-2 22-16,6 5 19 0,-4-13-4 0,2 5 1 15,2-2-1-15,3 1-2 0,-1-2 1 0,2-1-6 16,0 4-3-16,0-2-7 0,0 2 2 0,-1-2-4 16,0 3 2-16,1 0-2 0,-2 0-5 0,-2 7-4 15,5-9 0-15,-5 9-7 0,4-6-6 0,-4 6-2 16,4-5-6-16,-4 5-9 0,0 0 0 0,0 0-1 16,0 0-2-16,0 0-2 0,0 0-1 0,0 0 0 15,8 15-6-15,-7-10 1 0,-1-5 2 0,1 14-4 16,-1-5-1-16,3-1-5 0,-2 0-3 0,-2 1-12 15,1 0 0-15,0-1-6 0,0-8-5 0,-1 15-8 16,2-10-10-16,-1-5-6 0,-3 9-2 0,3-9 0 16,0 0 2-16,0 10 12 0,0-10 7 0,0 0 6 15,4 5 4-15,-4-5 9 0,9 2 4 0,-9-2 7 16,12-2 6-16,-12 2 16 0,14-5 8 0,-5 0-2 16,0-3 2-16,0 3 7 0,2-1 10 0,-3 0 4 15,1-1-6-15,-3 2 1 0,6-2 2 0,-5 1 3 16,-2 3-1-16,2 1-3 0,-7 2-7 0,10-7-2 15,-5 5-3-15,-5 2-5 0,6-1-3 0,-6 1-2 16,0 0 1-16,7-4-9 0,-7 4-3 0,0 0 0 16,0 0 3-16,0 0-4 0,0 0-1 0,7 5-1 15,-7-5-2-15,6 9 1 0,-6-9 8 0,2 9-8 16,-2-3-1-16,0-6 1 0,3 11 2 0,-2-6-2 16,-1-5 1-16,5 11-4 0,-1-7-1 0,0 0-1 15,1 1-2-15,1-1 4 0,1 0-3 0,-1 0 5 0,5-2 5 16,1-1-1-16,5 1 1 0,-3-4-2 15,7 0 3-15,-3-3 1 0,4 2 3 0,-3-5-4 16,0 1 1-16,1-2-3 0,-4-2 6 0,2 1 0 16,-2-3-1-16,-3 4-2 0,-1-3-2 0,1 1 0 0,-6 2-2 15,1-1 3-15,-3-1 4 0,0 0-8 0,0 2-5 16,-3 2 3-16,-1 1-8 0,-1 6-8 16,1-11-1-16,-1 11-3 0,-2-9-5 0,2 9-3 0,-8-4-6 15,8 4-10-15,0 0-4 0,-11 1 5 0,11-1 2 16,-8 9-4-16,5-2-3 0,1 1 2 0,2 0 5 15,-2 3 0-15,5-1 4 0,0 0 3 0,0 3 4 16,3-3 1-16,0 1 7 0,4 2 2 0,-1 2 2 16,3-4 2-16,-4-2 5 0,0-2-5 0,-1 0 5 15,0 0 6-15,-3-1-3 0,2 0 0 0,0-1 1 16,-1 0 1-16,-1-1 5 0,1 1-4 0,-5-5 1 16,4 6-4-16,-4-6 1 0,3 8 2 0,-3-8-2 15,0 7 5-15,0-7 2 0,0 0-1 0,-5 11 0 16,5-11 6-16,-10 6 0 0,1-2-1 0,-4 0-1 15,0 0-6-15,-3-2-21 0,2 1-24 0,0-2-23 16,1 2-23-16,0-1-6 0,0-2-22 0,3 2-16 16,-1-4-11-16,11 2-9 0,-13-2-22 0,8-1-22 15,5 3-37-15,-7-7-41 0,7 7-44 0,0 0-36 16,11-16-224-16,-4 9-635 0,3-1 281 0</inkml:trace>
  <inkml:trace contextRef="#ctx0" brushRef="#br0" timeOffset="-194737.8">24211 6975 300 0,'-5'-16'401'0,"-2"-2"6"0,0 1-5 0,-1 3-20 16,-5 1-25-16,4 0-23 0,-1 1-13 0,-4 1-16 16,5 2-13-16,0 1-16 0,-2 1-18 0,0 1-20 0,1 1-22 15,-3 1-17-15,3 1-22 0,0-1-17 0,-2 4-19 16,1 0-14-16,1 5-6 0,1 0 9 16,-4 6-1-16,0 4 6 0,0 7 3 0,3 2 3 15,1 3 9-15,3 1 10 0,2 3-9 0,1 5-6 0,3 1-1 16,3 8-10-16,0-9-9 0,2 12-4 0,4-1-9 15,-4-13-15-15,-1 1-3 0,1-1-6 16,0 0-12-16,-3-1-3 0,1-1-5 0,-2-2-6 16,-1 0-6-16,0-2-8 0,0 1 1 0,0 0-8 0,-1-10-2 15,-2-1-5-15,1 3-3 0,-1-3-25 0,-1 0-6 16,2-3 0-16,-1-2 0 0,1-2 0 0,-3 0 0 16,2-3 0-16,-1 1 0 0,2-2 0 0,-1-3 0 15,3-4 0-15,-5 9 0 0,5-9 0 0,-4 4-90 16,4-4-46-16,0 0-56 0,0 0-59 0,0 0-77 15,-15-8-56-15,11 2-55 0,0-4-53 0,2-1-43 16,-2 0-356-16,-1-6-965 0,1-3 427 0</inkml:trace>
  <inkml:trace contextRef="#ctx0" brushRef="#br0" timeOffset="-194534.72">23762 7441 29 0,'0'0'381'0,"-6"-8"3"0,5 1 32 16,1 7 33-16,-3-12 25 0,3 12 0 0,-3-8-5 15,3 8-23-15,-1-9-23 0,1 9-27 0,-3-5-20 16,3 5-34-16,0 0-32 0,2-11-37 0,-2 11-28 16,6-6-41-16,3 1-31 0,-1 1-33 0,5-2-46 15,0 4-52-15,0-2-44 0,7 2-56 0,0 0-57 16,7-2-50-16,0 3-40 0,-5-1-27 0,-1 1-29 16,1-3-24-16,-3 3-27 0,8-2-21 0,-7 0-16 15,-1-1-10-15,0 1 8 0,-3-1 12 0,-3 3-190 16,-1-3-574-16,-1 1 254 0</inkml:trace>
  <inkml:trace contextRef="#ctx0" brushRef="#br0" timeOffset="-194300.3799">24151 7299 1549 0,'4'-3'-108'0,"1"-1"42"0,-5 4 25 16,8-5 16-16,-8 5 33 0,5-7 37 0,-5 7 45 16,3-6 34-16,-3 6 33 0,3-6 24 0,-3 6 23 0,1-8 14 15,-1 8 23-15,0 0 9 0,0-9 21 16,0 9 19-16,0 0 7 0,0 0 4 0,0 0-8 16,0 0-11-16,-1-10-23 0,1 10-13 0,0 0-19 15,0 0-24-15,0 0-20 0,0 0-20 0,0 0-18 0,0 0-5 16,0 0-21-16,0 0-16 0,0 0-8 15,0 0-6-15,0 0-13 0,0 0-9 0,1 27-1 16,-2-19-6-16,1 3-9 0,-3 0-3 0,1-3-8 16,2 3-3-16,-1-1-27 0,-2-2-25 0,2 2-37 0,1-10-36 15,-1 13-55-15,-1-5-51 0,2-8-43 0,2 10-43 16,-2-10-41-16,0 10-47 0,0-10-60 0,3 3-383 16,-3-3-878-16,0 0 389 0</inkml:trace>
  <inkml:trace contextRef="#ctx0" brushRef="#br0" timeOffset="-194128.56">24222 7100 41 0,'0'0'380'0,"-2"-11"25"0,0 6 23 16,2 5-5-16,0 0-24 0,-2-12-35 0,2 12-37 16,0 0-34-16,0-9-28 0,0 9-29 0,0 0-24 15,0 0-43-15,0 0-51 0,0 0-56 0,0 0-58 16,0 0-55-16,0 0-55 0,0 0-71 0,19 9-73 15,-9-4-63-15,-2 2-226 0,2-3-583 0,2 2 259 16</inkml:trace>
  <inkml:trace contextRef="#ctx0" brushRef="#br0" timeOffset="-193831.75">24549 7021 18 0,'0'0'377'0,"-1"-9"24"0,1 9 19 15,0-11 1-15,0 11 3 0,0-12 1 0,-3 6 3 16,3 6 0-16,-2-8-9 0,2 8-22 0,0 0-17 16,-4-9-42-16,4 9-31 0,0 0-28 0,0 0-30 15,-1-7-30-15,1 7-22 0,0 0-22 0,0 0-17 0,0 0-15 16,-6 18-10-16,4-10-6 0,0 5-7 16,-1 4-12-16,1 1-8 0,-1 1-12 0,-1 5 1 15,-2-5-13-15,5 6-11 0,-3 2-4 0,0-1-6 16,1 0-6-16,3-1-15 0,-2 2-23 0,-1-9-28 0,5 8-29 15,-4-9-34-15,2 0-23 0,0 2-30 16,2-3-34-16,0 0-31 0,1-4-20 0,2-3-46 16,-4-1-38-16,3-1-24 0,-1 2-28 0,1-3-38 15,4-1-26-15,3-2-24 0,-4-3-269 0,-7 0-768 0,22-8 340 16</inkml:trace>
  <inkml:trace contextRef="#ctx0" brushRef="#br0" timeOffset="-193519.3299">24768 7083 189 0,'0'0'352'0,"1"-11"9"0,-1 11 23 16,0-9 8-16,0 9 3 0,3-6-14 0,-3 6-20 15,0 0-17-15,0 0-23 0,0 0-24 16,0 0-28-16,0 0-28 0,0 0-24 0,0 0-11 0,0 0 0 16,0 0 8-16,0 0-2 0,0 0-10 0,-5 30 5 15,4-18-15-15,-1 4-19 0,-3 1-16 0,4-1-11 16,-2 3-13-16,3-2-4 0,-2 2-11 0,-1 0-12 15,3 7-10-15,0-8-5 0,0-2 0 0,2 1-19 16,-2-1-6-16,0-3-2 0,0-1-7 0,1-1-10 16,0 0 0-16,-1-2-15 0,1 0-26 0,1-2-20 15,-2-7-20-15,1 10-20 0,-1-10-23 0,1 10-18 16,-1-10-16-16,0 0-18 0,0 9-12 0,0-9-18 16,0 0-55-16,0 0-52 0,0 0-33 0,0 0-31 15,0 0-30-15,0 0-27 0,8-22-24 0,-7 12 1 16,-1 1-271-16,0 9-737 0,-4-16 326 0</inkml:trace>
  <inkml:trace contextRef="#ctx0" brushRef="#br0" timeOffset="-193347.4499">24736 7301 562 0,'0'0'42'0,"-7"-6"66"16,7 6 36-16,-6-8 24 0,6 8 22 0,-5-7 33 15,5 7 14-15,-4-7 21 0,4 7 21 0,-2-7 18 16,2 7 7-16,-5-4 1 0,5 4-2 0,0 0-4 16,-4-7-10-16,4 7-16 0,0 0-17 0,0 0-15 15,0 0-13-15,0 0-21 0,0 0-24 0,-5-6-16 16,5 6-16-16,0 0-31 0,0 0-38 0,0 0-44 15,0 0-51-15,29 6-50 0,-19-4-52 0,3 0-50 16,1 1-44-16,-1-1-42 0,-3 0-36 0,3 0-43 16,2-1-33-16,2-1-20 0,-4 0-247 0,0-1-681 15,-2-1 301-15</inkml:trace>
  <inkml:trace contextRef="#ctx0" brushRef="#br0" timeOffset="-192988.2">24951 7257 173 0,'10'-2'60'0,"-10"2"40"0,5-2 14 15,-5 2 36-15,0 0 24 0,0 0 23 16,12 0 20-16,-12 0 9 0,0 0 4 0,0 0 3 15,8-1 13-15,-8 1 11 0,0 0 7 0,0 0 14 16,0 0 4-16,0 0 0 0,4-4 0 0,-4 4-7 0,0 0-11 16,0 0-18-16,0 0-18 0,0 0-7 0,0 0-19 15,0 0-26-15,0 0-22 0,0 0-15 16,0 0-13-16,0 0-16 0,0 0-16 0,11 7-1 16,-11-7-14-16,4 8-12 0,-2-2-4 0,0 1-9 0,4 2-2 15,-6-2-4-15,2 2-8 0,-2-1-8 0,2 2-19 16,-1-3-22-16,-1 1 2 0,0 1-7 0,0-9-10 15,-3 10-1-15,3-10-2 0,-1 9 3 16,1-9 1-16,0 0 7 0,-1 8 1 0,1-8 6 0,0 0 4 16,0 0 5-16,0 0 1 0,0 0 3 0,0 0 3 15,0 0 1-15,0 0 3 0,0 0-1 0,0 0 2 16,-2-31-2-16,5 21-7 0,3 1-4 0,-2-1-2 16,1-1-4-16,4 1-12 0,0-2-19 0,1 3-10 15,0 0 10-15,5 2-17 0,-5 0-29 0,4 3-35 16,-2 2-38-16,0 1-32 0,-3 1-32 0,2 1-30 15,-4 1-29-15,3 1-41 0,-2-1-33 0,0 4-25 16,-1-3-263-16,-7-3-694 0,7 5 308 0</inkml:trace>
  <inkml:trace contextRef="#ctx0" brushRef="#br0" timeOffset="-192545.1">25234 7271 288 0,'0'0'322'0,"0"0"-2"0,0 0-6 15,4-7-8-15,-4 7-4 0,0 0-29 0,4-7-9 16,-4 7-19-16,0 0-16 0,5-5-23 0,-5 5-22 16,9-3-16-16,-9 3-16 0,8-3-14 0,-8 3-15 15,10 0-12-15,-10 0-17 0,14 5-11 0,-8-4-4 16,0 0-17-16,-1 3-1 0,1 1-10 0,-2-1-6 16,2 1-6-16,-6-5 4 0,4 7-12 0,-1-1-13 15,-3-6 13-15,2 10-11 0,0-6 7 0,-2-4-10 16,-4 11 2-16,1-5-13 0,1-1 8 0,2-5-1 15,-9 11 13-15,4-7-14 0,0 1 4 0,-3-1-9 16,-1-2 5-16,-1 1 5 0,4-2-2 0,6-1-6 16,-13 0 0-16,13 0 4 0,-12-1-1 0,12 1 13 15,-8-5 10-15,8 5 6 0,-5-9 7 0,5 3 1 16,0 6 2-16,-2-12-1 0,2 5 5 0,0 7-9 16,3-12 4-16,-1 6 0 0,-2 6-6 0,4-8-4 15,-4 8-6-15,2-10-2 0,-2 10-6 0,4-8-3 0,-4 8-5 16,4-6-1-16,-4 6-6 0,0 0 0 15,10-1-3 1,-10 1-4-16,0 0-2 0,13 7 0 0,-8-2 3 0,-1 0 0 16,6 3-7-16,-4 0 8 0,1 1-10 0,-1 0-6 15,0 1-10-15,2 1-20 0,-1 0-13 0,0-1-23 16,7 2-25-16,-6-5-30 0,1 4-31 0,4-1-33 16,-4-2-38-16,2-1-38 0,1 1-42 0,-1-3-42 15,0-3-257-15,1-1-662 0,1-3 293 0</inkml:trace>
  <inkml:trace contextRef="#ctx0" brushRef="#br0" timeOffset="-192232.68">25717 7033 75 0,'-2'-7'325'0,"2"7"18"0,-4-13 6 0,0 10 1 15,4 3-5-15,-2-8-1 0,2 8-12 0,-3-7-11 16,3 7-23-16,0 0-20 0,0 0-23 0,-4-4-28 15,4 4-25-15,0 0-17 0,0 0-19 0,0 0-12 16,0 0 2-16,0 0 13 0,-11 21 1 0,11-12-5 16,-5 7-11-16,1 2-6 0,1-1-8 0,1 7-5 15,0 1-11-15,0 2-5 0,2-3-25 0,0 3 2 16,0-7-12-16,0 5-6 0,2 0-19 0,0 1 5 16,-2-1-11-16,0-6 3 0,2-2-7 0,-2 0-6 15,3-1-8-15,-2-4-16 0,2 0-15 0,2-2-13 16,-5-3-21-16,0 3-24 0,2-5-24 0,-2-5-35 15,2 11-8-15,-2-11-17 0,1 9-20 0,-1-9-24 16,4 3-32-16,-4-3-41 0,0 0-33 0,0 0-29 0,0 0-32 16,0 0-17-16,0 0-16 0,-14-28-237 15,9 21-669-15,-3-3 296 0</inkml:trace>
  <inkml:trace contextRef="#ctx0" brushRef="#br0" timeOffset="-191826.53">25612 7364 419 0,'-4'-5'76'0,"4"5"51"0,-7-6 32 0,7 6 20 15,-6-7 18-15,6 7 18 0,0 0 15 0,-6-3 6 16,6 3-7-16,0 0 7 0,0 0-1 15,-6-4 5-15,6 4 0 0,0 0 5 0,0 0 1 16,0 0-2-16,0 0-4 0,0 0 6 0,0 0 2 16,0 0 1-16,0 0-7 0,0 0-17 0,0 0-20 0,0 0-24 15,0 0-19-15,12-11-21 0,-4 9-22 16,3-1 2-16,3 1-16 0,4 1-9 0,2-2-11 16,3-1-7-16,-3 3-10 0,9-3-5 0,-6 2-9 15,4-2-2-15,-9 3-8 0,2-1-16 0,-6 1 9 0,3-3-1 16,-3 2-7-16,-3 1 0 0,-2-2-5 0,3 2-4 15,-6 1 0-15,-6 0-1 0,9-2-1 0,-9 2 0 16,0 0-6-16,14 0-1 0,-14 0-1 0,0 0-2 16,5-1-7-16,-5 1 1 0,0 0 0 0,0 0-6 15,0 0-1-15,0 0 2 0,0 0-2 0,0 0 0 16,8 4 5-16,-8-4-4 0,0 0 2 0,-2 10-12 16,2-10 18-16,2 10-8 0,-2-10 1 0,-4 11 5 15,4-11-3-15,0 12-8 0,-2-5 11 0,2-7 1 16,0 13-3-16,-2-6 0 0,2-7 3 0,0 12 2 15,0-5-4-15,0-7-9 0,0 12-7 0,4-7-15 16,-4-5-18-16,2 9-21 0,0-3-28 0,-2-6-24 16,4 10-27-16,-1-6-27 0,-3-4-38 0,12 4-37 15,-8-3-44-15,-4-1-41 0,9 0-41 0,-9 0-42 16,12-6-327-16,-6-3-805 0,-2-1 356 0</inkml:trace>
  <inkml:trace contextRef="#ctx0" brushRef="#br0" timeOffset="-191654.69">26008 7169 66 0,'-2'-10'379'0,"2"10"-2"0,0 0 11 0,-2-9 2 16,2 9-11-16,0 0-19 0,0 0-32 0,-1-9-33 15,1 9-28-15,0 0-30 0,0 0-23 0,0 0-28 16,0 0-20-16,0 0-25 0,0 0-38 0,0 0-50 16,0 0-56-16,0 0-53 0,0 0-34 0,0 0-32 15,0 0-43-15,0 0-51 0,7 25-52 0,2-17-35 16,-5 3-215-16,4 0-561 0,3-1 248 0</inkml:trace>
  <inkml:trace contextRef="#ctx0" brushRef="#br0" timeOffset="-191029.8299">26169 7329 4 0,'0'0'309'0,"0"0"11"0,0 0 0 0,0 0 3 16,0 0-6-16,0 0-12 0,0 0 1 15,0 0 3-15,2-14-8 0,-2 14-5 0,5-6-14 16,-5 6-21-16,8-10-7 0,-4 7-14 0,-2-4-20 15,-2 7-20-15,6-9-26 0,-1 6-14 0,-5 3-18 16,12-4-16-16,-4 2-15 0,3 2-10 0,1 0-11 16,-5 2-12-16,4-2-10 0,0 3-7 0,2 1-7 15,-4 4-3-15,1-1-7 0,-1-3-6 0,-1 6-5 16,-3-2-7-16,4 1-2 0,-7-4-6 0,1 4-1 0,-1-1 0 16,0-1-11-16,-2-7 4 0,-5 16 5 0,1-10-3 15,0 0-3-15,-6 0 3 0,1-1-5 0,-1 1 1 16,-2-4-3-16,3 1-1 0,-11 1-2 15,9-6-1-15,0 2-8 0,-3 0 10 0,7-1-1 16,-1-2 2-16,0 0 1 0,8 3 0 0,-7-8 4 0,5 2 7 16,2 6 2-16,-2-15 8 0,4 6-6 0,3-2-1 15,-1 0 1-15,6 2-6 0,-2-5-1 0,3-1 1 16,1 2-5-16,-3 4-1 0,4 2 0 16,1-2 2-16,-3 4-7 0,1-1-1 0,-1 4 1 0,1-1-2 15,-2 3-5-15,3 0 4 0,-2 1-5 0,1 2 4 16,1 0-2-16,-3 1 0 0,0 1-2 0,-1 4 0 15,0-5-3-15,1 4 8 0,-6 1 0 0,5-2-3 16,-3 1 0-16,-1 0 0 0,2 1-1 0,-5-2 2 16,3 2-6-16,1-1 6 0,-4-3-1 0,1 0-1 15,-3-5-3-15,7 9 1 0,-5-7 0 0,-2-2-2 16,0 0 7-16,4 7 3 0,-4-7-1 0,0 0 4 16,5 4 1-16,-5-4-3 0,0 0 1 0,0 0 0 15,13-9-5-15,-4 3 3 0,-2-2-2 0,2 1 2 16,-1 0 0-16,2-1-1 0,-1 0 2 0,2 0-1 15,-2 2 2-15,0 0 6 0,2 0-6 0,-1 2 8 16,-4 3-2-16,3-1-1 0,-1 0-2 0,-2 0-4 16,-6 2-1-16,13 2 1 0,-4 0-3 0,-2 0-1 15,-2 2 3-15,-1 0-1 0,2 0-7 0,-3 3 3 16,1-1 0-16,0 0 1 0,-4 2-2 0,0-1-1 16,0-7-20-16,5 11-15 0,-5-11-19 0,-2 12-17 15,2-12-36-15,0 9-47 0,0-9-58 0,0 7-47 16,0-7-37-16,2 6-71 0,-2-6-81 0,9 2-252 15,4-4-762-15,-13 2 338 0</inkml:trace>
  <inkml:trace contextRef="#ctx0" brushRef="#br0" timeOffset="-190858">26958 7412 367 0,'0'0'395'0,"0"0"0"0,0 0 9 0,0 0-23 16,0 0-34-16,0 0-31 0,4 3-31 0,-4-3-32 15,0 0-20-15,0 0-29 0,0 0-34 0,0 0-36 16,0 0-52-16,0 0-53 0,0 0-70 0,0 0-64 16,0 0-79-16,0 0-105 0,0 0-274 0,0 0-610 15,0 0 271-15</inkml:trace>
  <inkml:trace contextRef="#ctx0" brushRef="#br0" timeOffset="-175228.69">2167 7902 77 0,'0'0'322'0,"0"-8"3"0,0 8 4 0,4-7-4 16,-4 7 2-16,2-10-3 0,-2 10 3 0,-2-10 4 16,2 10 2-16,-3-9-3 0,3 9-11 0,-1-8-10 0,1 8-19 15,-1-9-5-15,1 9-6 0,-3-9 0 16,3 9 0-16,-4-8-10 0,4 8-15 0,-2-7-13 16,2 7-21-16,0 0-14 0,-3-7-15 0,3 7-18 15,0 0-4-15,0 0-27 0,-4-6-23 0,4 6-8 0,0 0-14 16,0 0-18-16,0 0-8 0,0 0-7 0,0 0-7 15,0 0-8-15,0 0 0 0,0 0-8 16,-1 26-3-16,1-15 2 0,0 4-3 0,-1 2-16 16,-1 0-1-16,4 0 8 0,-4 3-14 0,1 5-13 15,0-6-1-15,1-1 0 0,0 2 0 0,-3-4 0 0,3 1 0 16,-1 0 0-16,-1-2 0 0,0 2 0 16,1-2 0-16,0-2 0 0,1-2 0 0,0-1 0 15,0 2 0-15,0-2 0 0,0-2 0 0,1 0 0 16,-1-8 0-16,1 11 0 0,1-5 0 0,-2-6-56 0,3 11-63 15,-3-11-35-15,3 6-41 0,-3-6-40 0,4 5-43 16,-4-5-31-16,0 0-52 0,0 0-66 0,0 0-83 16,0 0-415-16,0 0-1002 0,0 0 444 15</inkml:trace>
  <inkml:trace contextRef="#ctx0" brushRef="#br0" timeOffset="-174619.4499">1872 7907 323 0,'0'0'397'0,"-5"-7"11"0,2 3 2 16,3 4 8-16,-6-9 5 0,6 9-1 0,-4-9-5 16,4 9 5-16,-1-9 9 0,1 9-20 15,0-13-27-15,1 4-37 0,2 1-32 0,3-3-32 0,0 1-29 16,3-5-29-16,4 2-22 0,8-3-23 0,3-1-11 15,1 4-20-15,1-3-14 0,2 5-13 0,3-1-13 16,-3 3-16-16,2 1-7 0,0-2-17 0,3 6 1 16,0-3-5-16,2 4-6 0,-5 3-13 15,2 0-2-15,-2 0-2 0,-10 2-5 0,2 1-7 0,-3-1-10 16,-6 0-14-16,0 2-3 0,-1 3-8 16,-3 1-5-16,0-2-3 0,0 1-3 0,-1 0-8 0,-6 2 9 15,2 1-12-15,-4 0 2 0,-4 0 7 0,1 4 8 16,-5 1 0-16,-9 5-3 0,-1 0 7 0,-5-1 1 15,0 0-2-15,-3-1 1 0,-2 0-8 0,-2-2-1 16,3-2 2-16,2 0 1 0,7-7 0 0,1 0 3 16,4 0 5-16,3-3 2 0,-1 0 2 0,2-1 7 15,1-2-4-15,3-1 4 0,5 0-4 0,0 0 6 16,-14-4-3-16,14 4-4 0,-4-8 0 0,4 8-1 16,1-13-5-16,-1 13 3 0,8-11-1 0,-3 6-4 15,3-1 3-15,1 2-2 0,5-1 2 0,-5 3-9 16,4 1 4-16,1 1 5 0,1 0-4 0,5 3 2 15,-3 1-3-15,2 1 4 0,-1 3-3 0,0 0 4 16,0 1 1-16,-4 1-6 0,1 2 1 0,-2-2 1 16,0 1-3-16,-2 2 7 0,-3-3-2 0,-2 0-9 15,0 3 6-15,0-1 3 0,-1 0 3 0,-1-2-4 16,0 2 3-16,-2-1-4 0,0 0-14 0,-1-3-3 16,1 2-14-16,-3 0-18 0,4-6-14 0,0 1-9 15,-3-5-11-15,4 9-10 0,-1-6-12 0,-3-3-12 16,4 5-12-16,-4-5-25 0,0 0-36 0,7 4-36 15,-7-4-33-15,12-2-40 0,-12 2-47 0,0 0-59 16,15-9-48-16,-11 5-275 0,-4 4-794 0,13-9 351 16</inkml:trace>
  <inkml:trace contextRef="#ctx0" brushRef="#br0" timeOffset="-173612.01">2599 8056 213 0,'0'0'371'0,"0"0"7"0,6-6-5 0,-6 6-3 16,0 0-14-16,4-6-8 0,-4 6-23 0,0 0-14 15,5-6-18-15,-5 6-16 0,3-7-20 0,-3 7-21 16,0 0-18-16,6-8-19 0,-6 8-19 0,5-4-20 16,-5 4-17-16,9-4-17 0,-9 4-11 0,12-1-13 15,-4 1-14-15,-8 0-9 0,17 5-8 0,-5-2-9 16,-7-1-6-16,5 1-6 0,-2 1-7 0,0 2-6 15,-2-2-5-15,0 0-9 0,-1 5-9 0,-1-2-8 16,-1 0 3-16,-1 0-6 0,-2 0 2 0,0 2 0 16,0-9 1-16,-7 16-2 0,-1-10 1 0,-2 1-2 15,0-1-3-15,-2 2-3 0,-2-4 3 0,2 1 1 16,-1-2-2-16,1 0 7 0,0-2 1 0,5-1 9 0,-2 0 18 16,9 0 19-16,-12-4 14 0,6-1 6 15,1 1 1-15,0-1 2 0,5 5 3 0,-3-15-6 16,2 6-9-16,2-1-3 0,0-1-12 0,2 2-3 15,2-1-1-15,0 3-7 0,2-2-2 0,-2 1-6 16,-1 4-7-16,2-4-6 0,0 5 1 0,2-1 4 0,-2 2-10 16,-6 2-6-16,15-2 2 0,-5 3 1 15,-10-1-9-15,12 3 2 0,-5 0 1 0,-1 0-9 16,4 3 1-16,-3 1-3 0,-2-3-3 0,0 1-1 16,1 4-5-16,0-2-5 0,-3 1-5 0,1-2-8 15,-1 4 1-15,1-2-7 0,0 2-2 0,-2-4 2 0,1 1-6 16,2-1 0-16,0 0 4 0,-1-1 1 15,-2-1 6-15,-2-4 2 0,8 8 6 0,-2-6 2 16,4-1 6-16,1-1 4 16,1 0 4-16,3-1 7 0,1-5 7 0,1-2 11 15,-1-1 0-15,1-2-1 0,7-2 6 0,-1-2 6 0,-7 0 9 16,-1 1 6-16,2-6 8 0,0 0 0 16,-2-1 4-16,-2 0 13 0,-6 5 8 0,1-12-5 15,-3 10-6-15,2 0 18 0,-3 1 17 0,0-1-2 16,-4 4-6-16,1 0-14 0,-1 3-5 0,0 1-10 15,0-1-7-15,0 11-21 0,-4-11 10 0,3 5-12 0,1 6-7 16,-4-10-8-16,4 10-9 0,-6-4 14 0,6 4-15 16,0 0 3-16,0 0 3 0,-17 9-10 15,13 0 3-15,-1 0-1 0,-1 2 8 0,4 0-2 16,-2 6-10-16,1-1 5 0,-1 1-2 0,2 0 2 0,2 1 4 16,-4-1-7-16,3 2 3 0,-1-1-1 0,0-1-2 15,3 2-5-15,-2-4-5 0,1 1-6 16,0-3-16-16,1 2-17 0,0-5-6 0,1 2-11 15,0-2 3-15,1 0-10 0,2 0 0 0,-1-2 9 16,3-1 4-16,2-1 4 0,3-1 5 0,4-1 8 0,2 0 5 16,1-4 3-16,-1-1 6 0,4-2 3 0,-2-1 3 15,1 2 1-15,-2-7 5 0,0 3 3 0,-1-2 2 16,0-1 1-16,-4 1-1 0,-1 0 6 16,-3-1 6-16,-1 0 10 0,1 3 5 0,-3-3 4 15,-1 2 9-15,-2 0-2 0,-1 1-5 0,0 1-1 0,0-1-2 16,-3 6-6-16,2-9-2 0,-2 9-5 0,0 0-2 15,-5-11-1-15,5 11-2 0,0 0-5 0,-11-2 5 16,11 2-5-16,-12 0 5 0,12 0-3 16,-12 6-1-16,3-2 4 0,3-1-3 0,0 2-2 15,0-2 1-15,6-3 2 0,-7 9 0 0,5-2 2 0,-1-1-2 16,3-6 2-16,-1 13-1 0,1-13-2 0,5 10 1 16,2-3 4-16,-1 1-2 0,3-3-1 0,2 2-1 15,6 0 0-15,0-1 5 0,2-1-3 16,-8-1-2-16,8-3-3 0,-1 1-9 0,1 0-11 15,1 1-19-15,-8-3-24 0,4-1-33 0,-3-1-44 0,-1 0-54 16,1-1-39-16,-3-1-55 0,2 0-45 0,-5-2-62 16,2-2-35-16,-5 1-334 0,-1-2-834 0,-3 9 369 15</inkml:trace>
  <inkml:trace contextRef="#ctx0" brushRef="#br0" timeOffset="-173393.31">3299 7877 177 0,'-2'-2'524'0,"2"2"28"0,-5-4 22 16,5 4 11-16,0 0-12 0,-8-9-11 0,8 9-21 15,-3-5-35-15,3 5-36 0,0 0-46 0,0 0-42 16,7-13-42-16,-7 13-35 0,10-8-31 0,-2 6-30 16,3-1-28-16,2-1-45 0,0 1-37 0,0 0-52 15,4 1-48-15,0-1-50 0,-3 0-46 16,-1 0-46-16,1 0-51 0,0 2-56 0,-1 0-50 0,-1 0-52 15,-1 0-52-15,-1 2-57 0,3-1-57 0,-4 1-392 16,-9-1-949-16,21 2 420 0</inkml:trace>
  <inkml:trace contextRef="#ctx0" brushRef="#br0" timeOffset="-172955.9199">4106 8089 199 0,'0'0'375'15,"0"0"-1"-15,0 0-10 0,0 0-4 0,0 0-10 16,12-2 3-16,-12 2-8 0,0 0 1 0,0 0-4 16,0 0-5-16,-1-13-12 0,1 13-10 0,0-8-12 15,0 8-19-15,1-8-16 0,-1 8-31 16,3-10-18-16,1 6-14 0,0-1-25 0,-4 5-14 0,6-10-25 15,0 5-12-15,2 2-19 0,0-1-9 0,2 1-15 16,1 0-4-16,0 3-12 0,0-1-10 0,-1 2-5 16,1 0-1-16,-3 1-12 0,3 3-7 0,-5-2-5 15,3 0-4-15,-2 3-5 0,1 1-14 0,-2-1-14 16,-1 3-1-16,-4-1-3 0,2 0-3 0,-5 1 1 16,0 0 2-16,-3 1 4 0,-3 0-4 0,-1 0 2 15,-8 0-1-15,1-1-3 0,-2-2 0 0,-1-1 2 16,0 1 2-16,-1-3 3 0,-1 0 4 0,4-3 1 15,3 2 5-15,1-4 1 0,2-1 2 0,1 1 0 16,1-4-2-16,0-1 0 0,2-2-12 0,3 0-11 16,6-3-22-16,0 1-26 0,2-3-49 0,10-1-58 15,0 0-46-15,8-3-47 0,3 3-38 0,2-1-35 16,-2 0-58-16,4 1-47 0,-2 3-354 0,-2 0-864 16,2 3 383-16</inkml:trace>
  <inkml:trace contextRef="#ctx0" brushRef="#br0" timeOffset="-172596.62">4476 7842 1 0,'-1'-14'372'0,"1"14"17"15,1-11 26-15,-2 0 23 0,1 11 22 0,1-12 11 16,-1 6-2-16,0 6-4 0,4-12-6 0,-4 6-14 16,0 6-16-16,0 0-21 0,1-11-31 0,-1 11-34 15,0 0-25-15,0 0-35 0,0 0-29 0,0-8-33 16,0 8-25-16,0 0-15 0,0 0-21 0,0 0-13 15,0 0-16-15,0 0-9 0,-2 29-7 0,-2-13 7 16,3 1-122-16,-3 1 0 0,4 7 0 0,-3 1 0 16,1 2 0-16,1 0 0 0,-2 2 0 0,0-2 0 15,2 4 0-15,-1-1 0 0,0-1 0 0,2 2 0 16,-4 0 0-16,1-1 0 0,1 1 0 0,0 0 0 16,1-2 0-16,-3 3 0 0,2-3 0 0,1-1 0 15,-1-1 0-15,-1-2 0 0,2-7 0 0,-1-1 0 16,1 0 0-16,-1-4 0 0,2-2 0 0,-2-2 0 15,2-3 0-15,0-7 0 0,2 12 0 0,-2-12 0 16,-3 7-192-16,3-7-58 0,0 0-41 0,0 0-38 16,0 0-23-16,0 0-17 0,0 0-24 0,0 0-17 15,0 0-34-15,-9-51-26 0,4 34-313 0,-5-6-846 16,-2 6 374-16</inkml:trace>
  <inkml:trace contextRef="#ctx0" brushRef="#br0" timeOffset="-172409.17">4296 8291 116 0,'-5'-9'158'16,"3"2"50"-16,-1 2 44 0,3 5 38 0,0 0 43 15,-4-15 55-15,2 10 41 0,2 5 35 0,-3-9 15 16,3 9 14-16,-1-7 8 0,1 7-10 0,0 0-14 16,1-11-29-16,-1 11-31 0,4-7-47 0,1 3-38 15,5-1-35-15,5-3-29 0,3 2-28 0,9 0-24 16,0 0-22-16,1 3-41 0,2-2-57 0,0 2-59 16,1 0-74-16,-2-1-66 0,-7 3-77 0,0-1-79 15,-2 1-76-15,2-1-77 0,-4 0-81 0,1-1-89 16,-2-3-376-16,-2 0-1037 0,-2 3 458 0</inkml:trace>
  <inkml:trace contextRef="#ctx0" brushRef="#br0" timeOffset="-171572.64">5249 8091 309 0,'2'-9'411'0,"-2"0"11"0,0 0-2 0,1 2-11 16,-1 7-7-16,0-15-13 0,1 10-12 0,-1 5-5 15,2-13 2-15,-1 8-18 0,-1 5-13 0,1-12-11 16,-1 12-36-16,1-7-13 0,-1 7-24 0,0 0-33 15,0 0-23-15,2-8-22 0,-2 8-9 0,0 0-35 16,0 0-13-16,0 0-10 0,0 0-20 0,15 20-9 0,-9-11-9 16,1 2-6-16,-1 4-1 0,1 0-6 15,-2 3-17-15,1-1-2 0,-3 0 1 0,0 3-24 16,0-2 14-16,-3-1-6 0,0 1 3 0,0 0-11 16,0-2 0-16,-3-4 5 0,2 0-15 0,0-2-17 0,1-1-10 15,0-2-6-15,0-7-7 0,-1 11-3 0,1-11 1 16,-2 9 14-16,2-9 5 0,0 0 11 0,0 0 2 15,0 0-2-15,0 0 4 0,0 0 4 16,0 0 4-16,18-13 3 0,-12 5 0 0,1-1-2 0,-3 0 2 16,4-2 0-16,-2 3 2 0,-1-3-13 0,3 2 15 15,-2 2-2-15,1-1 7 0,-4 2 0 0,4 1-5 16,-1 0-8-16,-2 1 6 0,2-1-9 16,-6 5 4-16,9-5 0 0,-2 2-4 0,2 2-6 0,-9 1 5 15,14 0-2-15,-3 1-3 0,-1 2-3 0,1-2 1 16,3 3-3-16,-3-2 9 0,0 3-6 0,0-2 2 15,-2 1-2-15,1-1-3 0,0 0 11 0,-3 0-10 16,-1-1 7-16,-6-2 4 0,9 3-5 0,-9-3 4 16,10 2 2-16,-10-2-3 0,0 0 13 0,9-4 8 15,-9 4 16-15,5-6 6 0,-2 0-4 0,0-1 6 16,-2-1-6-16,0-2 0 0,0 0-25 0,-1-2-20 16,0-1 0-16,-1-2 0 0,0 0 0 0,1 3 0 15,-4-5 0-15,3 6 0 0,-3-2 0 0,1 0 0 16,1 3 0-16,-1-1 0 0,1 1 0 0,0 1 0 15,0 3 0-15,2 6 0 0,-3-11 0 0,3 11 0 16,0-7 0-16,0 7 0 0,0 0 0 0,-4-8 0 16,4 8-209-16,0 0-51 0,0 0-30 0,0 0-34 15,0 0-43-15,16 12-36 0,-12-3-48 0,2-2-44 16,0 0-38-16,2 2-278 0,-3-1-876 0,0 1 388 16</inkml:trace>
  <inkml:trace contextRef="#ctx0" brushRef="#br0" timeOffset="-170822.81">5729 8106 152 0,'0'0'358'0,"0"0"24"0,5-8 5 15,-5 8-2-15,4-5-12 0,-4 5-11 0,5-8-9 16,-5 8-12-16,1-7-12 0,-1 7-12 0,3-7-15 16,-3 7-9-16,0 0-20 0,2-9-18 0,-2 9-20 15,0 0-22-15,1-6-24 0,-1 6-21 0,0 0-21 16,0 0-15-16,0 0-16 0,0 0-11 0,7-4-12 15,-7 4-11-15,0 0-10 0,0 0-6 0,16 7-10 16,-10-2-1-16,-1-2-5 0,-1 2-12 0,-1 1-14 16,3-1-11-16,-3 0-8 0,0 2-11 0,-1-1-3 15,1 0-13-15,-3-6 0 0,2 12-2 0,-2-6 1 0,0-6 2 16,-5 12-2-16,0-6 1 0,2 0-3 16,-4-1-6-16,2 1 1 0,-1-3 3 0,-1 1 7 15,0-2 4-15,7-2 2 0,-11 3 3 0,11-3 0 0,-11 0 8 16,11 0 7-16,-8-7 6 0,8 7 4 0,-6-10 7 15,6 10 5-15,0-12 0 0,0 5-1 0,0 7-4 16,2-13 2-16,1 7 1 0,0 0-8 16,-3 6-1-16,10-10-3 0,-8 5 0 0,3 2-3 15,-5 3 0-15,8-6-6 0,-8 6-3 0,11-4-2 0,-11 4 1 16,9 2-3-16,-9-2 4 0,12 3 1 0,-6 2-3 16,2-2 0-16,0 3 1 0,-3-2 0 0,3 2 2 15,-2-1 2-15,3 3-3 0,-2-1-1 0,1-1 7 16,1 1-3-16,0 0-1 0,0 0 3 0,4-3 5 15,-3 1-2-15,2 0 2 0,0-2 1 0,0 0-1 16,2-1 2-16,4-1 4 0,1-1-5 0,-1-2 4 16,1-2 7-16,0-2 7 0,-2 0 34 0,3-2-1 15,-3 0-4-15,-2-2 5 0,-1-3 8 0,0 0-6 16,-2-4-23-16,2 2 20 0,-4-2 3 0,-2-2 2 16,-1 2-8-16,1-1-8 0,-4 3-1 0,-2 3-20 15,-2 1 11-15,2 2-4 0,-1 2-18 0,-1 7 1 16,0-10-8-16,0 10-4 0,1-8-2 0,-1 8-5 15,0 0-8-15,0 0 3 0,0 0 2 0,0 0-1 16,0 0-4-16,-5 29 1 0,6-17 3 0,2-1 0 16,1 1-16-16,0 2 15 0,1-1-1 0,5 1 2 15,-2-3 2-15,-2 0-2 0,2-1-1 0,-1 0 7 16,1-1-5-16,-3 0 1 0,2-3-1 0,-4 0 2 16,1 0 0-16,0-1-3 0,-4-5 1 0,6 6-15 15,-6-6 13-15,3 7 3 0,-3-7-3 0,0 0 3 16,0 0 0-16,0 0 2 0,-5 11 6 0,5-11-3 15,-9 3-1-15,9-3-1 0,-18 2-1 0,10-1 1 16,-2-1 4-16,0 1-7 0,0 0-14 0,1-1-17 16,-1 0-15-16,10 0-20 0,-13 2-27 0,13-2-30 15,-13 0-39-15,13 0-49 0,-8 1-63 0,8-1-69 16,0 0-45-16,0 0-67 0,0 0-59 0,0 0-307 16,0 0-889-16,0 0 393 0</inkml:trace>
  <inkml:trace contextRef="#ctx0" brushRef="#br0" timeOffset="-170119.8599">6525 7929 114 0,'4'-14'443'0,"-2"1"17"15,1 1-3-15,1-4-6 0,1 0 2 0,-3 3 6 16,-2 1 6-16,4 0-8 0,0 0-10 15,-1 2-7-15,-2 1-23 0,0-1-23 0,0 6-14 16,-1 4-32-16,2-11-37 0,-2 11-31 0,2-7-32 0,-2 7-27 16,0 0-27-16,3-7-24 0,-3 7-14 0,0 0-18 15,0 0-14-15,7 19-14 0,-3-9-56 16,-1 5-54-16,1 3 0 0,1 1 0 0,-1 6 0 16,-2 0 0-16,3 2 0 0,-2-1 0 0,-2 1 0 0,0 0 0 15,-1-2 0-15,-1-5 0 0,0-1 0 0,-2 0 0 16,1-2 0-16,-1 1 0 0,1-2 0 0,-1-4 0 15,3-2 0-15,-1 0 0 0,1-3 0 0,-1 0 0 16,1-7 0-16,1 11 0 0,-1-11 0 16,1 7 0-16,-1-7 0 0,0 0 0 0,0 0 0 0,0 0 0 15,15-3 0-15,-15 3 0 0,12-8 0 0,-4 4 0 16,-1-4 0-16,0 1 0 0,0 0 0 0,1 0 0 16,-4 1 0-16,6-1 0 0,-4 0 0 0,1 1 0 15,-2 3 0-15,-1-2 0 0,2 1 0 0,-6 4 0 16,10-7 0-16,-10 7 0 0,8-4 0 0,-8 4 0 15,8-3 0-15,-8 3 0 0,9 0 0 0,-9 0 0 16,10 3 0-16,-10-3 0 0,8 4 0 0,-3 0 0 16,1-1 0-16,-6-3 0 0,8 8 0 0,-4-4 0 15,-1 0 0-15,-3-4 0 0,7 7 0 0,-3-4 0 16,-4-3 0-16,5 5 0 0,-5-5 0 0,6 3 0 16,-6-3 0-16,0 0 0 0,5 4-23 0,-5-4 3 15,0 0 2-15,12-3 6 0,-12 3-4 0,11-5 9 16,-4 1 1-16,-2-1-3 0,1-1 0 0,3 0-5 15,0-1 7-15,-1 2 1 0,0-2 0 0,-1 0 1 16,-2 4-13-16,2 0 16 0,-1 1 5 0,-6 2-9 16,10-7-2-16,-5 5-1 0,-5 2-5 0,0 0 0 15,12-3 9-15,-12 3 2 0,0 0-5 0,10 4-4 16,-4-2-13-16,-1 2 19 0,-1 1 1 0,3-1 0 16,-3 2 5-16,1-1-8 0,2 3-21 0,-3-2-21 15,1-1-18-15,-2 1-17 0,1-2-24 0,0 1-20 16,-1 0-29-16,-3-5-21 0,9 7-22 0,-5-3-30 15,-4-4-32-15,8 4-16 0,-8-4-23 0,6 2-45 16,-6-2-60-16,0 0-45 0,13-8-315 0,-9 3-830 16,1-2 367-16</inkml:trace>
  <inkml:trace contextRef="#ctx0" brushRef="#br0" timeOffset="-169948.03">7071 7934 128 0,'0'0'426'0,"0"0"9"0,0 0-13 15,0-10-1-15,0 10-21 0,0 0-37 0,0 0-42 16,0 0-34-16,0 0-32 0,0 0-23 0,0 0-29 16,0 0-33-16,0 0-32 0,0 0-40 0,0 0-44 15,0 0-55-15,15 21-48 0,-11-17-51 0,2 6-49 16,1-1-52-16,-1-1-57 0,3 1-41 0,0 0-251 0,-1 0-595 16,-1 2 264-16</inkml:trace>
  <inkml:trace contextRef="#ctx0" brushRef="#br0" timeOffset="-169510.62">7234 8103 261 0,'0'0'339'0,"0"0"13"16,0 0 10-16,0 0 21 0,0 0-2 0,0 0-1 0,0 0 3 15,0 0-12-15,0 0 9 0,0 0-4 16,0 0-6-16,0 0-7 0,0 0-22 0,0 0-18 16,0 0-29-16,0 0-20 0,0 0-26 0,0 0-21 15,0 0-27-15,0 0-26 0,0 0-15 0,0 0-27 0,0 0-12 16,0 0-12-16,0 0-8 0,0 0-9 0,0 0-13 15,0 0-5-15,9 6-10 0,-7-1-18 16,-2-5-28-16,2 11-6 0,0-5-28 0,-2-6-20 16,3 10-20-16,-3-3-25 0,0-7-5 0,0 8-10 0,0-8 5 15,3 7 4-15,-3-7 13 0,1 6 12 0,-1-6 18 16,0 0 10-16,0 0 1 0,0 0 7 0,0 0 5 16,0 0 0-16,15-10 2 0,-9 4 4 15,1-2 6-15,-2 0 10 0,0 1 8 0,2-2 5 0,-1 2 0 16,2-1 9-16,-2 0 1 0,3-1-1 0,-1 2 0 15,1-1 10-15,-2 2-7 0,-1 2 3 0,0 1-9 16,1-1-1-16,-7 4-1 0,7-7-6 0,-7 7-2 16,6-3-5-16,-6 3 0 0,0 0 2 0,0 0-6 15,15 3 0-15,-15-3 5 0,8 6-5 0,-3-1-5 16,1-1 8-16,-3 0-4 0,-3-4-18 0,14 11-15 16,-7-4-17-16,-3-1-25 0,1-2-24 0,0 1-25 15,-5-5-31-15,13 9-34 0,-4-6-33 0,-2 0-39 16,5 1-28-16,-3-1-27 0,2-2-22 0,2 1-32 15,0-3-12-15,-1 0-16 0,0 1-237 0,-2-2-689 16,3-2 304-16</inkml:trace>
  <inkml:trace contextRef="#ctx0" brushRef="#br0" timeOffset="-168885.78">7658 8071 260 0,'0'0'287'0,"0"0"17"0,0 0 13 16,0 0 4-16,0 0 17 0,0 0-3 0,6-5 6 15,-6 5-8-15,0 0-5 0,0 0-9 0,2-5-7 16,-2 5-14-16,0 0-20 0,5-5-23 0,-5 5-22 16,0 0-16-16,0 0-11 0,7-6-17 0,-7 6-12 15,0 0-20-15,0 0-14 0,0 0-19 0,0 0-13 16,5-3-12-16,-5 3-17 0,0 0-9 0,0 0-6 16,11 6-8-16,-11-6-9 0,7 6-7 0,-3-2-5 15,-4-4-8-15,7 9-5 0,-4-4-11 0,-1 1-4 16,1-1-7-16,-3-5-5 0,2 13-14 0,0-7 11 15,-2-6-3-15,-4 12 3 0,1-6-2 0,-1 0 1 16,4-6 1-16,-11 8-5 0,5-4 2 0,-1-1-1 16,1 0-2-16,-3 0 4 0,0-2 0 0,1 0 5 15,8-1-1-15,-15-1 5 0,15 1 1 0,-12-5-1 16,7 0 1-16,0 0-2 0,0-1 1 0,1 1 1 16,2-2-3-16,2 7 2 0,-2-12-3 0,2 12-3 0,3-13 3 15,0 6-1-15,-1 3 0 0,-2 4-1 16,8-11 1-16,-3 7-3 0,-5 4-3 0,9-3 2 15,-1 3-3-15,-8 0 2 0,20 5-1 0,-14-2-1 16,4 4-2-16,1-1 2 0,0 7-5 0,2 0-2 0,-1 2 13 16,-2 2-2-16,1 0 2 0,-2 0 1 0,4 4-3 15,-8-3 9-15,3 7 2 0,-6-5 2 16,1 1-4-16,-2 3 5 0,-2 2-2 0,-6 3 0 16,0-3-1-16,-2 1 0 0,-4 0 0 0,0-2-4 0,1-2 4 15,-5 0-3-15,3-7 1 0,1-2 1 0,-1-3 0 16,2-2 4-16,5-2-1 0,-3 0 1 0,3-1 5 15,1-3 8-15,1-2 15 0,5-1 5 16,-14 0-2-16,14 0-2 0,-12-7-3 0,8 0-4 0,-3-3 4 16,0 1-7-16,0-6 3 0,1 3-6 0,1-2 6 15,4 0 10-15,-2-3-4 0,0 1 5 0,3-1-3 16,0 2-5-16,0 3 1 0,3-1 6 0,1 1-22 16,1 1-5-16,2 0-18 0,2 3-28 0,2 0-30 15,0-2-31-15,5 3-43 0,1-1-48 0,7-3-57 16,3 1-48-16,-2 3-38 0,1 3-30 0,-4 0-51 15,6-3-53-15,-8 3-336 0,2 1-863 0,0-1 382 16</inkml:trace>
  <inkml:trace contextRef="#ctx0" brushRef="#br0" timeOffset="-168635.8299">8278 8106 19 0,'-2'-5'507'16,"-2"0"8"-16,4 5 6 0,-4-8-3 0,4 8-24 16,-6-6-22-16,6 6-33 0,-1-9-32 0,1 9-41 15,0 0-39-15,1-9-35 0,-1 9-31 0,6-8-29 16,0 5-41-16,4 0-31 0,-4 0-35 0,3 1-47 16,1 2-58-16,-1-1-37 0,2 1-67 0,-11 0-22 15,21 3-62-15,-11 0-49 0,-2-1-39 0,-2 0-37 16,1 2-29-16,-2 0-31 0,1-1-15 0,-1 0 4 15,-5-3-202-15,4 10-614 0,-4-10 272 0</inkml:trace>
  <inkml:trace contextRef="#ctx0" brushRef="#br0" timeOffset="-168463.99">8293 8163 83 0,'-6'5'150'0,"1"-3"49"16,0 2 48-16,5-4 55 0,0 0 45 0,-8 8 28 16,8-8 14-16,-1 5 5 0,1-5-11 0,0 0-22 15,0 0-29-15,0 0-16 0,0 0-18 0,18 5-17 16,-8-7-19-16,0 2-30 0,-1-1-20 0,3 1-23 15,-2-2-16-15,-2-1-17 0,2 1-17 0,3 1-19 16,-3-1-25-16,1-2-37 0,-2 2-38 0,-2-1-55 16,1 1-61-16,2-1-68 0,-3 1-74 0,0-1-69 15,-7 3-87-15,10-4-88 0,-10 4-252 0,10-6-793 16,-10 6 352-16</inkml:trace>
  <inkml:trace contextRef="#ctx0" brushRef="#br0" timeOffset="-167761.04">9418 7790 209 0,'-1'-10'399'15,"0"-1"-5"-15,-2 1 6 0,2 0 3 0,-3-1-23 16,1 2-12-16,0 2-16 0,-2-2-17 0,1 3-9 16,-1 0-18-16,0-3-15 0,-1 2-17 0,6 7-24 15,-10-7-24-15,5 4-27 0,5 3-18 0,-9-4-20 16,9 4-13-16,-15 0-13 0,15 0-10 0,-16 4 0 0,6 3 18 16,0-1-15-16,2 4 11 0,-3 2-5 15,-1 2-12-15,5 2 14 0,-4 7 8 0,4 3 2 16,0-1 0-16,4 3-10 0,-1-1-3 0,1 2-8 15,1 0 3-15,0 3-6 0,2 0-12 0,2-2-9 0,-4-1-48 16,1 2-55-16,4-3 0 0,-5 1 0 0,4 0 0 16,-6 0 0-16,2-2 0 0,1 0 0 15,1-2 0-15,-5-6 0 0,-1 9 0 0,2-9 0 0,1 6 0 16,-1-6 0-16,2 0 0 0,-2-2 0 0,3-5 0 16,-1-1 0-16,0 0 0 0,4-2 0 0,-2-9 0 15,-2 12 0-15,4-7 0 0,-2-5 0 0,0 9-130 16,0-9-108-16,0 0-29 0,3 6-67 0,-3-6-57 15,0 0-61-15,0 0-57 0,0 0-44 0,0 0-334 16,0 0-960-16,10-23 425 0</inkml:trace>
  <inkml:trace contextRef="#ctx0" brushRef="#br0" timeOffset="-167557.96">9061 8266 39 0,'-7'-10'413'0,"5"6"33"16,2 4 39-16,-4-10 28 0,0 7 6 0,4 3-7 15,-4-8-24-15,4 8-15 0,0 0-31 0,-3-10-24 16,3 10-44-16,0 0-36 0,0-9-40 0,0 9-37 16,4-7-30-16,-4 7-36 0,11-9-31 0,-5 5-34 15,5 1-42-15,6-2-50 0,1 1-52 0,3 0-58 16,5-3-62-16,1 3-48 0,1-1-49 0,0 2-51 16,0-1-32-16,0 1-44 0,1 2-46 0,-3-4-25 15,-6 4-313-15,1-2-802 0,1 0 355 0</inkml:trace>
  <inkml:trace contextRef="#ctx0" brushRef="#br0" timeOffset="-167292.4">9513 8113 9 0,'0'0'281'0,"0"0"31"0,0 0 23 0,0 0 34 15,0 0 24-15,0 0 19 0,0 0 9 0,-4-13 4 16,4 13-2-16,0 0-2 0,0 0-2 0,0 0 4 16,-3-11-12-16,3 11-17 0,0 0-31 15,0 0-29-15,0 0-32 0,0 0-28 0,0 0-32 0,0 0-28 16,0 0-23-16,0 0-22 0,0 0-14 0,0 0-17 15,0 0-15-15,0 0-9 0,0 0-13 0,2 31-78 16,-2-21-23-16,0-1 0 0,1 1 0 0,0 0 0 16,1-1 0-16,-1 2 0 0,0-3 0 0,-1-2 0 15,2 2 0-15,-1 3-79 0,-1-11-133 0,-1 10-37 16,1-10-32-16,0 9-15 0,0-9-13 0,0 0-15 16,0 0-44-16,0 0-53 0,0 0-38 0,0 0-30 15,0 0-295-15,0 0-850 0,0 0 376 0</inkml:trace>
  <inkml:trace contextRef="#ctx0" brushRef="#br0" timeOffset="-167120.5799">9565 8005 183 0,'4'-10'295'0,"-3"4"19"15,-1 6 17-15,3-11 12 0,-2 4 25 0,-1 7 6 16,2-5-4-16,-2 5-9 0,0 0-10 0,2-9-18 16,-2 9-22-16,0 0-28 0,0 0-32 0,0 0-29 15,0 0-32-15,3-7-44 0,-3 7-49 0,0 0-45 16,0 0-35-16,0 0-48 0,0 0-55 0,10 20-30 15,-6-12-60-15,1 1-43 0,1 2-47 0,-1 0-51 16,5 0-31-16,-1 1-258 0,2 1-656 0,-2-2 291 0</inkml:trace>
  <inkml:trace contextRef="#ctx0" brushRef="#br0" timeOffset="-166714.4">9724 8136 300 0,'0'0'347'0,"0"0"16"0,0 0 18 0,0 0 10 16,11-11 2-16,-11 11 0 0,0 0-12 15,3-8-13-15,-3 8-15 0,3-6-16 0,-3 6-24 16,0 0-21-16,2-8-25 0,-2 8-25 0,0 0-19 16,0 0-30-16,0 0-20 0,0 0-20 0,0 0-16 0,0 0-13 15,0 0-17-15,0 0-12 0,18 9-7 0,-14-4-9 16,1 1-13-16,0-1-19 0,0 4-22 16,-1-3-20-16,1 1-21 0,-2-1-22 0,-2 1-16 15,1 0-12-15,0 1-21 0,-2-8-8 0,4 9-11 0,-3-3-8 16,-1-6-8-16,2 8 7 0,-2-8-2 0,0 0 22 15,1 8 15-15,-1-8 11 0,3 4 34 0,-3-4 5 16,0 0 11-16,0 0 2 0,0 0 17 0,0 0 5 16,0 0 10-16,12-17-4 0,-7 8 18 0,1 1 8 15,4-1-2-15,-5-1 7 0,2 3 17 0,-2-2 6 16,3 1 1-16,-3 0 0 0,1 4-2 0,1-3 3 16,-4 3 0-16,-3 4-7 0,10-6-3 0,-3 4-1 15,-7 2-12-15,9-3-3 0,-9 3-4 0,10-1-5 16,-10 1-2-16,12 2-6 0,-12-2-5 0,10 6 0 15,-5-1-3-15,0-2 0 0,1 3 0 0,0-2-4 16,-3 3-8-16,4-1-33 0,-1 2-38 0,-2-2-39 16,1 0-41-16,0-2-47 0,2 4-39 0,0-2-41 15,-1-2-47-15,2 3-56 0,0-4-39 0,-3 0-302 16,-5-3-779-16,15 3 345 0</inkml:trace>
  <inkml:trace contextRef="#ctx0" brushRef="#br0" timeOffset="-165971.4499">10170 8112 233 0,'1'-5'332'0,"-1"5"9"0,0 0 10 0,4-7-4 15,-4 7-10-15,0 0-9 0,0 0-13 0,4-9-11 16,-4 9-28-16,0 0-25 0,2-4-26 0,-2 4-22 16,0 0-23-16,0 0-19 0,5-4-21 0,-5 4-12 0,0 0-11 15,0 0-19-15,18 5-8 0,-15 0-16 16,-3-5-4-16,7 8-10 0,-4-4-8 0,2 0 0 15,-2 3-15-15,-1-2-6 0,-2-5-6 0,0 13-12 16,3-8-1-16,-3-5-2 0,0 13-3 0,0-6 2 0,0-7-1 16,-4 10 1-16,0-5-1 0,-1 0-7 0,-4-1-5 15,2 2-3-15,-1-5 3 0,-1 4-1 0,-1-3-3 16,1-1 7-16,0 0 1 0,9-1 0 16,-15-2-3-16,15 2 6 0,-12-4-2 0,7 0 11 0,5 4 3 15,-5-10 5-15,1 5 8 0,1-1 8 0,3 6-10 16,3-15-3-16,-1 8-4 0,2 0-3 0,0 0 2 15,0 1-10-15,0 0 6 0,1 2-7 16,2 1 1-16,-7 3 0 0,12-5 1 0,-7 3-10 0,-5 2 1 16,12-4 3-16,-12 4-1 0,9 0-1 0,-9 0-4 15,10 3-3-15,-10-3 1 0,12 3 5 0,-8 1-1 16,-4-4-2-16,9 5-1 0,-3 1 4 0,0-2-1 16,0 1-1-16,1 2-5 0,-2-2-3 15,1 4-2-15,1-2-13 0,0-2-3 16,2 2-3-16,-2-1 3 0,-1-2 0 0,5 1 5 15,0 0-1-15,0-1 3 0,3-3 2 0,-2 1-1 0,7-2 11 16,-1-2 4-16,0 0-4 0,2-4 1 16,-1 1 22-16,2-3 11 0,4-3 12 0,2-2 2 15,-2-3 6-15,-3-1 46 0,3-1 39 0,-6 1 10 16,-1-2-3-16,-4-2-11 0,1 0 1 0,-1-2-12 0,-6 5-2 16,2-5 0-16,-6 5-3 0,0-2-17 0,-4 3-16 15,0 0 1-15,-1 1-12 0,-2 3-8 16,-1 2 2-16,0 0-13 0,0 3-13 0,-1 0-3 15,-1 1-4-15,-2 1-9 0,3 3-3 0,-1 1-5 0,6 2 2 16,-17-1-9-16,17 1 2 0,-13 5 3 0,6 0-3 16,-2 4 2-16,2 1-2 0,2 4 2 0,0 0-5 15,1 4 6-15,2 0 1 0,-1 1 7 16,3 0-4-16,1-1 4 0,-1 2-3 0,2-1 0 0,0 6 1 16,1-5-3-16,1-2-2 0,1 1-1 0,-1-2 5 15,3 1-5-15,0-4 2 0,0 2 1 0,1 0 4 16,3-4-2-16,0 0-10 0,-1-4-6 0,4 4-8 15,0-3-13-15,-1-4-14 0,2 2-21 0,-3-3-22 16,-1-3-33-16,2-1-38 0,0 0-50 0,-3-1-43 16,2 0-41-16,-4-5-43 0,-1 4-61 0,1-7-69 15,-5 1-372-15,-3 8-901 0,2-20 398 0</inkml:trace>
  <inkml:trace contextRef="#ctx0" brushRef="#br0" timeOffset="-165330.97">11660 8075 371 0,'-2'-7'389'0,"2"7"12"0,0 0-3 15,-3-7-17-15,3 7-15 0,0 0-20 0,0 0-20 16,3-13-18-16,-3 13-19 0,6-4-13 16,-2 0-25-16,-4 4-24 0,7-6-19 0,1 3-22 15,-8 3-20-15,11-2-19 0,-2 2-17 0,4 1-14 0,-3 4-11 16,2-1-10-16,0 1-11 0,-1 3-11 0,5 2-9 15,-7-3-4-15,6 6-4 0,-3-2-10 0,-3-1-5 16,-1 1-3-16,-2 0-13 0,2 1-10 0,-4-1-9 16,1-2-14-16,-2 2-3 0,-2 0-3 0,0-3-7 15,-3 2-7-15,2-10-3 0,-1 13-1 0,-1-7 3 16,2-6 6-16,-3 10 7 0,3-10-1 0,-5 7 5 16,5-7 11-16,0 0 3 0,-3 3 16 0,3-3 15 15,0 0 20-15,0 0 4 0,0 0 1 0,-2-22-1 16,6 14-5-16,0-2-6 0,3-3-5 0,0 0-2 15,2 0-8-15,2 1-3 0,-2 3-6 0,0-2-4 16,3-1-15-16,1 1-21 0,-1 5-34 0,-1-2-31 16,6 3-24-16,-4 2-48 0,1 0-26 0,0 0-31 15,0 2-18-15,-1 1-25 0,-3 2-24 0,2 0-25 16,-2 3-14-16,0-3-18 0,2 2-7 0,-5 1-229 16,1-1-620-16,-4 2 274 0</inkml:trace>
  <inkml:trace contextRef="#ctx0" brushRef="#br0" timeOffset="-164346.8299">12125 8153 30 0,'0'0'284'0,"0"0"14"16,0 0 11-16,0 0 14 0,0 0-13 0,0 0 3 15,0 0-8-15,15-18-9 0,-15 18-3 0,8-8-1 16,-4 5-23-16,-4 3-18 0,9-8-17 0,-5 5-18 0,1-1-20 16,-5 4-18-16,11-3-20 0,-4 0-11 0,-1 1-20 15,-6 2-11-15,15 0-12 0,-4 0-11 16,-3 2-11-16,1 0-8 0,1 1-9 0,-4 0-5 15,2 0-8-15,0 0-9 0,-4 3-4 0,1-2-5 0,1 1-5 16,-4 1-4-16,1-1-8 0,-1 1-3 0,-2-6 0 16,2 13 2-16,-4-6-6 0,2-7 0 0,-7 14 2 15,5-8-1-15,-4 0 3 0,-3-2 0 16,-1 3-2-16,-1-4-2 0,1 0-3 0,-1 1 4 0,1-3 0 16,3 0 2-16,-4-2-2 0,11 1 16 0,-12-3 14 15,12 3 29-15,-10-4 10 0,5 1 3 0,5 3 6 16,-5-11 10-16,3 4-2 0,0-2-6 0,2 9-12 15,2-16 3-15,0 9-6 0,0-2-7 0,1 0-9 16,2 1-1-16,-3 2-10 0,2 1-4 0,-1-1-6 16,-3 6-11-16,6-8 1 0,1 4-6 0,-1 2-2 15,-6 2-2-15,10-5-7 0,-10 5 2 0,12-1-8 16,-12 1 0-16,12 2-1 0,-12-2-2 0,10 5 0 16,-4-3 8-16,-2 2-11 0,1 0-6 0,2-1-6 15,-3 2-11-15,-1 1-10 0,1 0-6 0,0 0-5 16,1 0-9-16,-1 0 1 0,-2 0-1 0,4-1-1 15,-6-5 3-15,6 12-2 0,-1-9 2 0,-1 1 7 16,-4-4 8-16,8 8 3 0,0-6 4 0,-1-1 5 16,3 1 6-16,0-4 2 0,1 1 8 0,2-1 2 15,5-5 11-15,-2 0 5 0,2-3 14 0,0 0 1 16,-3-2 5-16,2 1 6 0,-2-3 7 0,5-4 18 16,-7 4 7-16,4-8-3 0,-2 1-6 0,-1-1-6 15,-3-2-1-15,0-1 1 0,1 3 2 0,-4-6-2 16,-1 10 2-16,-1 3-1 0,-3-1-16 0,-1 3-1 15,1 4 2-15,-1 2-3 0,-2-1-7 0,2 1-3 0,-2 7-9 16,0-8-9-16,0 8-5 0,0 0-3 0,0 0-3 0,-9-8 0 0,9 8 6 0,0 0-4 16,-16 13-2-16,8-6 1 0,1 3 0 0,-1 4-1 15,0 0 11-15,1 0-11 0,1 2 2 0,0 1 1 0,0 1-4 16,-1-2 1-16,5 1 3 0,-2 0 0 16,0-1 0-16,3-2-9 0,1 3-11 0,1-4-5 15,1 0-3-15,0-2-8 0,4 2-7 0,-4-1-2 16,7 1 0-16,3 0-7 0,-3-4 8 0,-1 1 3 0,7 2-4 15,0-2 3-15,3-2 2 0,-3-2 5 0,2-1 1 16,0 0 2-16,1-2 7 0,1-1 1 0,-2-2 5 16,1 0 2-16,-5-2 8 0,4-3-5 15,0-2 2-15,-1 0 2 0,-5 1 2 0,5-3-1 0,-5 1 3 16,0-2-4-16,-1 0 5 0,-1-1 5 0,2-1-5 16,-4 1-3-16,2 1-3 0,-5-2 0 0,0 4 1 15,-2-1-2-15,-2 1 0 0,3 3 0 0,-3 5-3 16,4-10-1-16,-4 10 4 0,3-7-5 0,-3 7 2 15,0 0-1-15,0 0-3 0,0 0-3 0,0 0 4 16,0 0-3-16,0 0 9 0,0 0 0 0,0 0-1 16,-10 19 4-16,10-19 2 0,-2 12-2 0,2-12 4 15,2 16 2-15,-2-5 1 0,5-4 5 0,-3 2-2 16,1-2 3-16,1 2 0 0,3 0-1 0,2-2 3 16,-3 2 1-16,4-3 0 0,-1 0 2 0,4 0-1 15,-1-1-1-15,0-1-7 0,7 1-10 0,-2-1-9 16,4-3-10-16,-5 1-24 0,2-2-25 0,-4 0-31 15,5-2-43-15,-1 0-27 0,-7-2-37 0,3 0-37 16,-3 0-32-16,0 0-33 0,-1 0-30 0,-2-3-37 16,-1-1-293-16,-3 2-733 0,2-1 324 0</inkml:trace>
  <inkml:trace contextRef="#ctx0" brushRef="#br0" timeOffset="-164112.5">12927 7917 211 0,'-11'-5'474'0,"1"-1"38"16,1 1 35-16,3 3 8 0,0 1-13 0,6 1 4 16,-6-8-17-16,6 8-9 0,-6-7-37 0,6 7-50 15,0 0-44-15,0 0-43 0,16-16-37 0,4 10-29 0,11 1-31 16,3-2-30-16,2 3-22 0,-2 1-34 16,2-1-46-16,-3 2-47 0,3-1-42 0,-7 3-33 15,1-2-37-15,-8 1-40 0,5-1-42 0,-9 1-37 0,0-1-38 16,-5 1-50-16,-1 2-44 0,-1-2-21 0,0 1-30 15,-4 1-32-15,-7-1-48 0,9-1-32 0,-9 1-319 16,0 0-841-16,0 0 372 0</inkml:trace>
  <inkml:trace contextRef="#ctx0" brushRef="#br0" timeOffset="-163034.65">14167 8167 236 0,'0'0'367'0,"-9"-4"7"0,9 4 6 15,-2-4-5-15,2 4-7 0,0 0-5 0,0 0 4 16,-3-10-2-16,3 10-10 0,0 0-25 0,-4-9-29 15,4 9-25-15,0 0-23 0,8-9-28 0,-8 9-27 16,7-6-15-16,-1 2-20 0,-6 4-17 0,15-5-19 16,-7 2-17-16,3 2-7 0,1 0-14 0,1 2-8 15,-1 0-2-15,-1 2-14 0,2-2-12 0,1 3-3 16,-5 0-10-16,3 1 0 0,-2 0-9 0,-3-1-3 16,0 1-7-16,-2 0-6 0,-1 1-6 0,0-1-1 15,-3 2 0-15,-1-7 0 0,-5 12-1 0,-2-4 4 16,-2-2-4-16,-2 1 0 0,-1 0 2 0,-5-2-6 15,5 0-4-15,-1-1-4 0,0 1-1 0,-1-4 2 0,5 0 1 16,-3 1 4-16,4-4 2 0,8 2-1 16,-12-2-8-16,12 2-22 0,-11-8-32 0,9 3-21 15,2 5-24-15,5-13-23 0,0 6-28 0,3-3-33 16,5-1-23-16,3 1-27 0,3 0-26 0,4-2-22 0,3-1-28 16,-1 0-46-16,1 2 0 0,0 2-10 0,-7 2-206 15,0 0-623-15,1-1 276 0</inkml:trace>
  <inkml:trace contextRef="#ctx0" brushRef="#br0" timeOffset="-162706.59">14580 7934 81 0,'0'0'338'0,"0"-14"13"0,0 7-1 16,-2-2 20-16,2 9 23 0,-5-17 6 0,4 11 2 16,0-3-3-16,1 9 0 0,-3-12-3 0,1 5-8 15,2 7 2-15,0-8-13 0,0 8-19 0,0 0-25 16,-2-11-36-16,2 11-28 0,0 0-29 0,0 0-22 15,-2-6-30-15,2 6-18 0,0 0-21 0,0 0-26 16,0 0 6-16,-4 21 10 0,3-8 5 0,-5 5-2 16,3 7-2-16,-1 4-9 0,-3-3-119 0,4 5-11 15,-1 0 0-15,0-1 0 0,-1 0 0 0,5 1 0 16,-4 1 0-16,0-2 0 0,1 3 0 0,0-2 0 16,1-3 0-16,0 1 0 0,0 3 0 0,2-1 0 15,0-1 0-15,0 0 0 0,4-1 0 0,-3-3 0 16,0-1 0-16,2-7 0 0,0-1 0 0,-1-2 0 15,1-2 0-15,1-4 0 0,-2 2 0 0,-2-2 0 16,0-5-245-16,0-4-39 0,5 11-28 0,-5-11-20 16,2 4-27-16,-2-4-39 0,0 0-62 0,0 0-58 15,0 0-363-15,0 0-954 0,-21-15 422 0</inkml:trace>
  <inkml:trace contextRef="#ctx0" brushRef="#br0" timeOffset="-162534.75">14501 8317 258 0,'2'-6'302'0,"1"0"15"0,-3 6 24 0,4-9 26 16,-4 9 17-16,3-7 9 0,-3 7 1 16,4-7-5-16,-4 7-12 0,0 0-18 0,4-7-19 15,-4 7-31-15,0 0-27 0,5-5-32 0,-5 5-28 0,7-3-24 16,-7 3-21-16,6-4-43 0,3 2-39 0,-1 0-52 16,2-1-53-16,2 2-63 0,7-2-71 0,2-1-68 15,6-1-84-15,7 3-101 0,4-6-404 16,18-4-866-16,3 1 384 0</inkml:trace>
  <inkml:trace contextRef="#ctx0" brushRef="#br0" timeOffset="-162144.22">15697 7963 191 0,'0'-11'445'0,"0"0"26"0,-1 0 18 15,-3 0 17-15,1-1-4 0,-1 3-20 0,2-2-11 16,-5 0-13-16,1 1-16 0,0 1-11 0,-1-1-19 16,-2 1-19-16,0 2-24 0,2 0-24 0,-2 0-29 15,-1 0-31-15,4 3-29 0,0 2-29 0,6 2-25 16,-13-3-18-16,13 3-19 0,-13 2-16 0,7 1-149 16,-3 5 0-16,2 0 0 0,-3 9 0 0,3 0 0 15,-2 8 0-15,3 4 0 0,2 2 0 0,1-1 0 16,2 5 0-16,2 0 0 0,2-2 0 0,-1 1 0 15,2-1 0-15,0 0 0 0,3 1 0 0,-4-1 0 16,2-3 0-16,-1 1 0 0,-2-2 0 0,1 1 0 16,1-2 0-16,-3-1 0 0,-1-8 0 0,2-1 0 15,-2 0 0-15,2-3 0 0,-1-4 0 0,0 1 0 16,1-4 0-16,-2-8 0 0,0 11 0 0,0-11 0 16,0 8 0-16,0-8 0 0,0 0-57 0,0 0-285 15,0 0-65-15,0 0-46 0,0 0-49 0,-17-25-60 16,10 11-416-16,-2-3-1060 0,-5-4 469 0</inkml:trace>
  <inkml:trace contextRef="#ctx0" brushRef="#br0" timeOffset="-161722.4499">15372 8252 79 0,'0'0'379'0,"-2"-10"18"0,2 10 20 0,-4-8 20 16,4 8 14-16,0 0-1 0,0 0-10 0,-1-7-22 15,1 7-18-15,0 0-28 0,0 0-28 16,0 0-30-16,-2-11-33 0,2 11-28 0,0 0-23 15,5-6-38-15,-5 6-9 0,7-5-20 0,-2 0-28 0,5 1-39 16,3 0-43-16,1 1-48 0,2 1-51 0,4-4-69 16,8-1-38-16,0 1-46 0,0 1-43 0,-7 2-29 15,5-1-31-15,1 1-23 0,-5 0-31 16,6-1-11-16,-9 3 4 0,3-1 14 0,-4-1 12 16,-8 2-174-16,4 1-553 0,-5-2 1792 0,-1 1-916 0,-8 1 54 15,11-1 51-15,-4 0 50 0,-7 1 39 0,7-3 47 16,-7 3 27-16,0 0 34 0,11-3 28 0,-11 3 26 15,0 0 19-15,0 0 32 0,5-4 13 16,-5 4 20-16,0 0 19 0,0 0 18 0,1-7 12 0,-1 7 7 16,0 0 4-16,0 0-2 0,0 0 1 0,0 0-21 15,0 0-16-15,0 0-24 0,0 0-20 0,0 0-32 16,0 0-18-16,0 0-17 0,0 0-26 0,0 0-10 16,0 0-11-16,0 0-10 0,0 0-22 0,0 0-1 15,-3 21-2-15,5-14-5 0,-2-7-15 0,0 15-4 16,0-5-11-16,-2 0-22 0,2-3-32 0,-1 1-29 15,1-8-24-15,0 13-51 0,-1-8-36 0,1-5-39 16,-1 10-40-16,1-10-37 0,0 0-46 0,-2 9-37 16,2-9-46-16,0 0-67 0,4 5-435 0,-4-5-967 15,0 0 428-15</inkml:trace>
  <inkml:trace contextRef="#ctx0" brushRef="#br0" timeOffset="-161550.62">15829 8069 402 0,'-2'-8'445'0,"2"8"16"0,-1-11-4 0,1 11-18 16,-4-10-26-16,4 10-37 0,-1-9-41 0,1 9-32 15,-3-8-38-15,3 8-35 0,0 0-46 0,0 0-51 16,0-11-80-16,0 11-107 0,8-3-94 0,0 1-89 16,4 1-94-16,-4 1-290 0,-8 0-673 0,31-1 297 15</inkml:trace>
  <inkml:trace contextRef="#ctx0" brushRef="#br0" timeOffset="-161269.4199">16064 7937 95 0,'0'0'469'0,"-3"-11"22"16,3 11 33-16,-5-10 8 0,5 10-5 0,0 0-6 15,-6-12-18-15,6 12-27 0,-3-5-25 0,3 5-40 16,0 0-47-16,0 0-38 0,0 0-41 0,0 0-21 15,0 0-27-15,0 0-26 0,0 0-24 0,0 0-13 16,0 0-17-16,-8 28-14 0,8-17-19 0,0 6-3 16,-2-2-15-16,2 0-9 0,0 5-15 0,-3-2-7 15,5 1 0-15,-4 1-10 0,2-1-9 0,-4 0-18 16,3 0-34-16,-3-2-21 0,3 1-46 0,1-2-32 16,1 1-35-16,-2-5-40 0,2 1-31 0,2-2-30 15,1 0-39-15,0-2-51 0,1-2-43 0,0 0-43 16,5 0-53-16,-4-4-41 0,3 1-327 0,-9-4-895 15,19 0 397-15</inkml:trace>
  <inkml:trace contextRef="#ctx0" brushRef="#br0" timeOffset="-160963.15">16273 7971 94 0,'4'-4'381'15,"0"-1"17"-15,-4 5 18 0,6-6 15 0,-6 6 5 16,4-6-11-16,-4 6-8 0,0 0-23 0,5-5-5 0,-5 5-20 15,0 0-26-15,0 0-18 0,0 0-39 16,5-5-27-16,-5 5-28 0,0 0-19 0,0 0-22 16,0 0-19-16,0 0-10 0,4 19-4 0,-4-11 9 15,0 3-5-15,0 0-14 0,0 5-11 0,0 1-9 0,0 0-13 16,0-2-12-16,1 3-11 0,1-3-4 0,-4 3-10 16,4 0-13-16,-1-2-4 0,-1 0-4 15,1 1-8-15,-1-2 2 0,0-3-21 16,2-1-19-16,-2-1-21 0,-2 0-21 0,2-4-30 15,2 1-32-15,-2-7-31 0,0 10-36 0,0-10-29 16,-2 10-22-16,2-10-26 0,0 0-24 0,0 0-53 16,0 0-58-16,0 0-36 0,0 0-32 0,0 0-28 15,0 0-301-15,0 0-833 0,-2-38 368 0</inkml:trace>
  <inkml:trace contextRef="#ctx0" brushRef="#br0" timeOffset="-160775.71">16198 8109 204 0,'0'0'361'0,"0"0"27"15,0 0 24-15,0 0 14 0,0 0 14 0,-9-2 4 16,9 2-9-16,0 0-9 0,0 0-18 0,0 0-16 16,0 0-39-16,0 0-10 0,0 0-28 0,0 0-34 15,0 0-30-15,0 0-17 0,0 0-37 0,0 0-12 16,0 0-36-16,0 0-42 0,20-10-42 0,-12 9-53 16,4 0-53-16,1 0-56 0,4-2-64 0,2 1-50 15,2 0-80-15,-2 2-57 0,3 0-58 0,6-3-60 16,-10 4-336-16,0-1-867 0,2-1 384 0</inkml:trace>
  <inkml:trace contextRef="#ctx0" brushRef="#br0" timeOffset="-160432.03">16538 8098 220 0,'0'0'320'0,"5"7"32"0,-5-7 34 16,0 0 2-16,0 0 23 0,0 0 0 0,0 0-5 15,0 0-6-15,0 0-7 0,7 1-23 0,-7-1-20 16,0 0-30-16,0 0-38 0,0 0-24 0,0 0-39 15,0 0-20-15,0 0-20 0,0 0-25 0,0 0-20 16,8 3-7-16,-4 2-19 0,1 0-3 0,-1 0-16 16,4 3-9-16,-3-1-7 0,0 0-10 0,-3 3-9 15,4-1-22-15,-4 0-20 0,1 0-16 0,-1 1-21 0,1-2-13 16,-3 0-9-16,0 1-10 0,0-9 5 0,-3 13-1 16,1-10 8-16,-1 4 5 0,3-7 4 15,-4 7 6-15,4-7 6 0,-6 7 5 0,6-7 3 16,0 0 5-16,-8 0 3 0,8 0 3 0,0 0-2 0,0 0 3 15,-5-16 0-15,5 16 2 0,3-14 0 0,2 5-3 16,-3 0 0-16,5-1-2 0,-1 0-7 16,2 1-14-16,-1 3-9 0,0-2-20 0,-1 4-17 15,4-1-31-15,6-1-47 0,2 1-5 0,-8 1-28 16,2 2-31-16,-1 1-38 0,-5 1-47 0,-6 0-36 0,16 1-19 16,-5 0-20-16,-4 0-241 0,-7-1-669 0,9 3 297 15</inkml:trace>
  <inkml:trace contextRef="#ctx0" brushRef="#br0" timeOffset="-159994.62">16781 8152 152 0,'10'-2'222'0,"-10"2"14"16,0 0 15-16,9-2 12 0,-9 2-2 0,5-5-1 15,-5 5-2-15,0 0 0 0,6-4-2 0,-6 4-15 16,7-3-2-16,-7 3-10 0,0 0-15 16,9-6-8-16,-9 6-22 0,0 0-17 0,0 0-17 0,0 0-16 15,0 0-11-15,7-2-10 0,-7 2-23 0,0 0-12 16,0 0-5-16,11 10-4 0,-8-5-15 0,-3-5-6 15,7 11-2-15,-4-5-8 0,0-1-5 0,0 3 0 16,-3-8-9-16,1 14-5 0,-1-14 1 0,-1 12 1 16,1-12-2-16,-3 13-8 0,0-8 0 0,1 0 6 15,-4 0-5-15,6-5 0 0,-11 7 1 0,5-4 4 16,-3 1-2-16,-1-3-3 0,2-1 3 0,8 0-2 16,0 0-1-16,-15-3 19 0,15 3 10 0,-12-5 8 15,8 2 1-15,4 3 2 0,-5-11 10 0,5 3-6 16,0 8-5-16,3-19-8 0,-1 10-5 0,1 1 1 15,2 0-6-15,0 0-3 0,3 0-2 0,0-1-5 16,2 3-2-16,3 0 5 0,-2 0-3 0,6 1-4 16,-6 2-4-16,-2-1-3 0,1 3-3 0,-2 0-1 15,2 2-2-15,-2 0-2 0,0 2 0 0,2 0 0 16,-2-1 2-16,-2 2-6 0,1 1 2 0,1 1-3 16,-4-1 8-16,3 4-6 0,0-2-1 0,-3-1-5 15,1-1-16-15,-1 1-17 0,1 1-17 0,0-1-15 16,0-3-27-16,3 3-45 0,-2-3-41 0,3 3-37 15,3-5-38-15,-1 2-42 0,7-3-60 0,0-1-34 16,1-1-255-16,-1-1-703 0,4-3 312 0</inkml:trace>
  <inkml:trace contextRef="#ctx0" brushRef="#br0" timeOffset="-159697.8299">17340 7985 6 0,'-5'-5'362'0,"3"-1"21"0,-2-1 25 0,4 7 14 15,-9-10-1-15,6 5 4 0,3 5 4 0,-7-7-8 16,3 3-11-16,4 4-14 0,-5-6-25 0,5 6-22 16,0 0-24-16,-5-6-22 0,5 6-33 0,0 0-27 15,-6-5-32-15,6 5-14 0,0 0-28 0,0 0-14 16,0 0-17-16,0 0-12 0,-7 14-8 0,3-4-18 16,4 1-5-16,-1 0-8 0,-2 4-8 0,1 5-11 15,-1-1-2-15,3 1-3 0,-1 0-7 0,0 3-3 16,1-3-10-16,-2-1 3 0,1 0-7 0,0-1-8 15,1-1-1-15,0 0-10 0,0-4-20 0,0 0-20 0,1-3-28 16,-1-1-32-16,0 2-37 0,0-3-38 16,0-8-44-16,0 12-26 0,0-12-33 0,-1 9-19 15,1-9-6-15,0 0-6 0,0 0-49 0,0 0-54 16,0 0-52-16,0 0-20 0,0 0-261 0,0 0-784 0,-13-26 347 16</inkml:trace>
  <inkml:trace contextRef="#ctx0" brushRef="#br0" timeOffset="-159338.53">17182 8159 171 0,'0'0'262'16,"-5"-5"17"-16,5 5 17 0,0 0 10 0,0 0 7 16,0 0-2-16,0 0-2 0,0 0-3 0,0 0-2 0,0 0-16 15,0 0 2-15,0 0-15 0,0 0-12 0,0 0-25 16,0 0-23-16,0 0-24 0,0 0-19 16,16-8-14-16,-8 8-15 0,1-2-12 0,4 1-20 15,-2-2-13-15,2 2-1 0,6-1-15 0,-1 0-6 0,-5 1-9 16,5-2-3-16,-5 2-7 0,-2 1-3 0,2-3-7 15,-3 2-1-15,0 1-6 0,-1-1 3 0,-9 1 1 16,13-1-5-16,-13 1-4 0,10-3-2 16,-10 3-11-16,9 0 4 0,-9 0-5 0,0 0-7 0,9 0-2 15,-9 0-6-15,0 0 8 0,8 7-7 0,-8-7 1 16,4 10-2-16,1-5 1 0,-3 2-2 0,1 0 1 16,-1 1 4-16,1 2 2 0,-2-1-3 0,1 0-5 15,-1-2 6-15,-1-7 0 0,2 16-1 0,0-10 3 16,-1 2-10-16,0-2 9 0,-1-6-5 0,0 12 2 15,2-7-9-15,-2-5-18 0,1 10-20 0,-1-10-26 16,0 0-26-16,1 6-20 0,-1-6-21 0,0 0-27 16,0 0-65-16,0 0-85 0,0 0-88 0,13-2-75 15,-13 2-277-15,7-12-812 0,1 2 360 0</inkml:trace>
  <inkml:trace contextRef="#ctx0" brushRef="#br0" timeOffset="-159182.3299">17550 8083 324 0,'3'-6'385'0,"-3"6"18"0,0 0 5 16,5-6-19-16,-5 6-31 0,0 0-40 0,0 0-35 16,6-6-29-16,-6 6-28 0,0 0-27 0,0 0-43 15,0 0-50-15,0 0-69 0,0 0-52 0,0 0-36 16,0 0-34-16,0 0-43 0,0 0-54 0,0 0-55 16,6 20-50-16,0-12-191 0,-3-3-516 0,4 4 229 15</inkml:trace>
  <inkml:trace contextRef="#ctx0" brushRef="#br0" timeOffset="-158573.0799">17657 8184 258 0,'0'0'334'0,"0"0"13"0,0 0 7 0,0 0-15 16,17-8-13-16,-12 6-1 0,-5 2-7 0,0 0-12 16,8-7-12-16,-5 2-20 0,-3 5-16 0,8-5-8 15,-3 3-27-15,-5 2-21 0,9-3-21 0,-9 3-22 16,10-2-19-16,-10 2-16 0,11 2-15 0,-11-2-13 15,5 4-9-15,-5-4-5 0,7 7-12 0,-3-3-8 16,-4-4-5-16,3 12-4 0,-3-7-9 0,0-5-3 16,-3 14-7-16,1-6 2 0,-3-5 0 0,0 2-3 15,1 2-5-15,-1-2 2 0,-4 0-2 0,0-2-7 16,-2 0-3-16,2 1-4 0,1-3-4 0,-1 2 1 16,2-2 0-16,7-1-3 0,-11 0 3 0,11 0 3 15,-12-3-3-15,12 3 2 0,-9-2-3 0,9 2-2 0,-4-8-4 16,4 8-3-16,3-11-2 0,-3 11-3 15,6-16 0-15,0 7 0 0,0-1-2 0,5 1-2 16,-3-1 2-16,7-1 1 0,-1 2-1 0,-1-1-4 16,4 4 6-16,-6 1-4 0,2 1 5 0,1 1-6 15,0 3 4-15,-1-1-4 0,1 1-2 0,0 2 2 16,-4 1-2-16,3-1 2 0,-3 3 1 0,-3 0-2 16,3 0 2-16,-1 3 1 0,-3-1-2 0,1 0 3 15,0 2 0-15,0 0 4 0,-5-3-5 0,1 0-8 16,-1 0-2-16,-2-6-7 0,3 13-5 0,0-9-6 0,-3-4-19 15,2 6 18-15,-2-6 5 0,0 0 4 16,3 8 6-16,-3-8 10 0,0 0 2 0,5 3 4 16,-5-3-3-16,0 0 0 0,0 0 0 0,19-11 4 15,-10 5 1-15,-2-1-5 0,3-1 5 0,5-1 0 0,-1-1 29 16,0 1 4-16,-3 3-1 0,0-1 10 0,-2 2 0 16,0 0-1-16,-3 1 2 0,-1 1-7 0,-5 3-4 15,12-4-7-15,-6 3-3 0,-6 1 1 16,0 0-6-16,14 6-1 0,-10-4-1 0,1 4-2 0,-5-6-2 15,9 10 0-15,-5-4 1 0,1 2 1 0,-3-2 0 16,2 1-3-16,-1 0 2 0,-1-2-4 0,1 1-8 16,-1 0-14-16,1 1-10 0,-3-7-20 0,1 8-23 15,-1-8-31-15,3 6-30 0,-3-6-45 0,2 7-54 16,-2-7-54-16,6 2-88 0,-6-2-390 0,0 0-825 16,0 0 365-16</inkml:trace>
  <inkml:trace contextRef="#ctx0" brushRef="#br0" timeOffset="-134110.4">18540 8277 222 0,'0'0'353'0,"0"0"-2"0,0 0-3 0,0 0-11 0,0 0 3 16,0 0-9-16,0 0 2 0,0 0-3 0,0 0-4 16,0 0-11-16,0 0-5 0,0 0-14 0,0 0-8 15,0 0-17-15,0 0-1 0,0 0-23 0,0 0-16 16,0 0-10-16,0 0-12 0,0 0-17 0,0 0-1 16,0 0-19-16,0 0-14 0,0 0-16 0,0 0-8 15,0 0-16-15,0 0-11 0,0 0-5 0,0 0-18 16,0 0-25-16,0 0-27 0,0 0-13 0,0 0-32 15,0 0-42-15,0 0-43 0,0 0-56 0,0 0-64 16,0 0-69-16,0 0-69 0,0 0-63 0,0 0-74 16,0 0-398-16,0 0-966 0,0 0 427 0</inkml:trace>
  <inkml:trace contextRef="#ctx0" brushRef="#br0" timeOffset="-130206.89">1613 7609 78 0,'0'0'88'0,"0"0"-1"0,0 0-14 0,0 0-6 0,7-3-4 16,-7 3-4-16,0 0-2 0,0 0-6 15,0 0-14-15,0 0-4 0,0 0 2 0,0 0-2 16,0 0-1-16,0 0-12 0,2-7 2 0,-2 7-4 15,0 0 0-15,0 0-3 0,0 0-2 0,0 0-1 0,0 0-7 16,0 0-1-16,0 0-15 0,0 0-1 0,0 0-13 16,12 0-8-16,-12 0-9 0,0 0-9 0,0 0-7 15,0 0-3-15,0 0-44 0,0 0-113 16,0 0 50-16</inkml:trace>
  <inkml:trace contextRef="#ctx0" brushRef="#br0" timeOffset="-129394.58">1652 7571 57 0,'0'0'88'0,"0"0"0"15,0-9 13-15,0 9 1 0,0 0 4 0,0 0 10 16,0 0 14-16,-1-10 14 0,1 10 3 0,0 0-10 15,-2-10-11-15,2 10-5 0,0 0-3 16,3-8-4-16,-3 8 3 0,0 0-4 0,0-11-25 16,0 11-2-16,0 0-4 0,0 0 2 0,0-10 6 0,0 10-2 15,0 0-2-15,4-5 1 0,-4 5-4 0,0 0-2 16,0 0-1-16,0-10 2 0,0 10 0 0,0 0 7 16,0 0 0-16,0 0 3 0,0-9-8 15,0 9-7-15,0 0-1 0,0 0 5 0,0 0-10 16,0 0 6-16,0 0-3 0,0 0-2 0,0 0-3 0,-4-7-5 15,4 7 5-15,0 0-4 0,0 0-1 0,0 0-7 16,0 0 2-16,0 0-1 0,0 0-17 0,0 0 12 16,0 0 0-16,0 0-9 0,0 0-5 15,0 0-3-15,0 0-11 0,0 0 5 0,0 0-15 16,0 0 7-16,0 0-11 0,0 0 1 0,0 0-7 0,0 0-2 16,0 0 5-16,0 0 3 0,0 0-4 0,6 22-4 15,-6-22 2-15,4 16-6 0,-3-5 9 0,1-1 2 16,3 8 0-16,-4-1 6 0,3 1 11 15,0 0-2-15,1 6-4 0,-4-4 0 0,4 6-2 0,-1-9 8 16,0 10-4-16,-1-7 6 0,-1 4-5 0,4 0 6 16,-3-4-3-16,-1-1-12 0,0 0 7 0,-1 4-7 15,1-4-3-15,0 6 0 0,-1-6-5 0,-1 2 5 16,4 4 1-16,-3-6-4 0,0 5 0 0,1-4-8 16,-2-1 6-16,0 0-1 0,0-1 0 0,0 0 1 15,0-1-3-15,2-1 2 0,0-1 2 0,-2-3-7 16,0 0-2-16,-2 1 3 0,0-3 2 0,4 0-4 15,-4-2 0-15,2-8 2 0,0 14-1 0,-2-6 4 16,2-8-5-16,0 11 1 0,0-11 4 0,0 10 0 16,0-10-1-16,-1 8 0 0,1-8-3 0,0 9-1 15,0-9 2-15,3 6 2 0,-3-6 0 0,0 0 2 16,0 8-16-16,0-8-10 0,0 0-11 0,2 8-9 16,-2-8-5-16,0 0-4 0,0 0-1 0,3 6-28 15,-3-6-27-15,0 0-43 0,0 0-53 0,0 0-63 16,0 0-65-16,9-22-49 0,-7 16-227 0,-2-4-653 15,0-1 290-15</inkml:trace>
  <inkml:trace contextRef="#ctx0" brushRef="#br0" timeOffset="-125989.14">1688 7534 87 0,'0'0'115'0,"0"0"-8"0,0 0-6 0,0 0-4 16,0 0 9-16,0 0-7 0,0 0-8 15,0 0-5-15,0 0-20 0,0 0 5 0,0 0-7 16,0 0-8-16,0 0-10 0,0 0 6 0,0 0-7 0,0 0-11 16,0 0 1-16,0 0-4 0,7-3-6 0,-7 3 7 15,0 0-13-15,10 0 9 0,-10 0-6 0,12 0-3 16,-12 0-1-16,13 1-7 0,-1-2-4 16,-5 2 5-16,3 1 1 0,2-4-3 0,-1 2-5 15,0 3 0-15,3-3 7 0,-3 0-4 0,1 1 3 0,2 0-5 16,-1-1 2-16,0 0-1 0,4 0-2 0,-2 1-4 15,3-2 2-15,1 3 1 0,1-3-1 0,-2 2 4 16,1-1-4-16,-1 0 1 0,1 0-3 16,1-1 1-16,-2 0 3 0,1 3-1 0,-2-2-8 15,3 0 10-15,-2 0 1 0,-4 0-8 0,4 2 4 0,0-4-3 16,3 4 6-16,-10-2-8 0,11-1 6 0,-3 0-4 16,-6 1-1-16,7 0 1 0,-2 0-1 0,1 0 3 15,2 0-2-15,-5-1 6 0,3 2-3 0,1-2 0 16,-1 1-2-16,2 0 3 0,-1 0-2 15,3-1-5-15,-2 1-4 0,-1-2 11 0,1 3-5 0,0-2 9 16,-2 2-1-16,1-1-11 0,-1 1 4 0,-2-1 0 16,1 1-6-16,0-1 10 0,-1 2-10 0,-5-2 0 15,6 2 6-15,-6-2 2 0,2 2 0 0,0-1-1 16,0-1-1-16,0 0-2 0,0 1-2 16,-1-1 5-16,2 2 0 0,-2-2 2 0,6-2-4 0,-5 1-11 15,-1 2 18-15,6-2-9 0,-1 2-1 0,-1-1 2 16,-3-1-9-16,2 1 13 0,2 0-12 0,-1-3 10 15,1 1 0-15,-2 0-1 0,2 1 2 0,-4 1-1 16,5-1-3-16,-1 0 4 0,-1 0-5 16,2-2 1-16,0 1 6 0,0-1-3 0,-1 0 3 0,-1 1-14 15,1 1 15-15,0-2-3 0,3 0-9 0,-1 1 10 16,-1-1-3-16,-1 1 3 0,2-1-2 0,-1 2 1 16,2-1 1-16,-2-1-5 0,3 1 6 0,-2 0-2 15,-1-1-1-15,2 1 4 0,-1 1-3 16,-2-2-2-16,4 1 2 0,-2 0 3 0,0 2-3 0,-1-2 0 15,0 1 5-15,-3-1-8 0,2 0 5 0,-5 2 0 16,7-3 3-16,0 5-6 0,-1-1 3 0,0-1-6 16,-2 2 8-16,3-4-7 0,-3 1 10 0,2-2-9 15,0 3 0-15,-4-1 4 0,1 1-4 0,-4 0 1 16,6 0-3-16,0 0 3 0,0-1-3 0,-6 1 1 16,5 0 7-16,-4 0-1 0,3 0 0 0,-4-1-4 15,8 1 5-15,-4-1-5 0,-2 0 0 0,3 1-4 16,1 0 3-16,-5 0-12 0,4 0 18 0,0-1-5 15,-2 2 2-15,2-2-7 0,1-3 4 0,1 6 3 16,-2-2-4-16,3 1 9 0,2-1-10 0,-4-1 9 16,3-2 3-16,-1 2-5 0,0 1-9 0,2-2 9 15,-3 0-4-15,3 2 7 0,-3-1-4 0,0-2 4 16,3 2-6-16,-3-2 5 0,-1 3-3 0,0-1-1 16,-4 0 0-16,4 1 0 0,-5-2-2 0,6 4 5 15,-6-2-4-15,6 0 6 0,-2 0-9 0,0 0 2 16,-3 1 5-16,4-2-7 0,-5 1-1 0,1 0 5 15,-1 0-1-15,5 2 2 0,-1-3-4 0,-4 2-4 16,-1 1 2-16,2-2 1 0,-1 1 4 0,4-1-3 16,-4 0 1-16,6 0 4 0,-2 0-4 0,-3 0 4 15,4 0-7-15,0 1 3 0,-5-2 7 0,6 1-6 16,-4 0 6-16,2 1 2 0,1-1 8 0,-2-1-5 16,2 0-3-16,-1-1 1 0,1 4-1 0,-5-2-2 15,2-2 3-15,-2 4-2 0,1-4-1 0,-2 4 3 16,2-1-4-16,4 0-3 0,-4 1 2 0,0-1-5 15,4 0 6-15,-2 0-6 0,2 0 4 0,-4 1 3 16,5 0-1-16,-4 1-4 0,3-1-2 0,-5 0 0 16,5 1 1-16,-2 3 2 0,-2-3-2 0,3 2-4 15,1-1 4-15,-2 1 2 0,1-1-2 0,0 1 0 16,-2 0 3-16,4-2-4 0,-6 2-2 0,5 1 4 16,-1 0 1-16,0 1-3 0,-1-2 5 0,3 2-4 15,0 1 1-15,-4-1-2 0,2 1-2 0,-5-4 1 16,5 4-4-16,-4-2-1 0,-1-1 5 0,-2-1 3 15,1 3 0-15,0-1 0 0,0-1 1 0,-1 1-4 16,-10-6 2-16,21 10 5 0,-11-5-2 0,0 1-6 16,3-2 0-16,0 0 2 0,6 0 0 0,-4 2-4 15,6-2 5-15,-3 0-1 0,2 0 0 0,2-1-2 16,5 0-1-16,-1-2-2 0,1 5-2 0,0-3 10 16,-5-1-3-16,0 1-1 0,7 1 2 0,-1-2-3 15,-6 2 4-15,5-3 1 0,2 1-3 0,-8 0 0 16,-1-1 0-16,-1 1-3 0,3 0 2 0,6 3 8 15,-8-4-5-15,1 2 2 0,-1-3-7 0,1 1 0 16,-1 0 3-16,8 0 3 0,-6 2-3 0,1-1-1 16,5 1-5-16,-2 2 7 0,-4-5-3 0,6 3 3 15,-7-2 0-15,9 0-4 0,-2 4 0 0,-8-3 2 16,2 0 0-16,0 1 10 0,-2-1-6 0,2 0-2 16,1 0-2-16,4-1-2 0,-5 1 4 0,4 1-4 15,3-2 1-15,-8 1 2 0,1 0-10 0,5 1 17 16,-5 0-7-16,-1 0-3 0,6-1 2 0,-6 0 0 15,2-1 0-15,-2 2 2 0,0-1-3 0,0 0 4 16,2 0 0-16,-1 0-2 0,-3 1-1 0,11 0 5 16,-11-1-2-16,0 1-1 0,3 0 1 0,-1 0 0 15,1 0-3-15,-1-1 3 0,0-4-3 0,0 6 0 16,-3-3 4-16,3 2 1 0,1-2-4 0,-3 2 2 16,3 0 1-16,-2-2-3 0,2 1 3 0,5 0 1 15,-5 1-8-15,7 1 9 0,-7-3-5 0,5-1 0 16,0 2-3-16,2-1 3 0,-7 2-1 0,6-3-3 15,1 0 5-15,-6 2-3 0,4-4-1 0,1 2 1 16,0 0 2-16,-6-1 0 0,6 1-2 0,-1 1 4 16,2-1 0-16,2 3-2 0,-3-3 6 0,-7 2 0 15,8-1-4-15,-1 0-2 0,-1 0 2 0,2 1-1 16,-2-1 2-16,-4 0-3 0,4 1 8 0,-5 0-10 16,1-1 6-16,-2-1-7 0,6 2 5 0,-5-2-1 15,1 0 8-15,-3 2 6 0,1 0 1 0,2-1-1 0,-3 2-4 16,0-3 5-16,0 3-9 0,3-1 1 15,-2 1 4-15,7-3-7 0,-8 2 5 0,0 0-3 16,-2 0-6-16,3 1 5 0,-3 1-3 0,0-3 0 16,-1 1 1-16,0 2-1 0,2-4 4 0,-1 2-6 15,-1 0 3-15,-3-1-5 0,0-1-2 0,4 2-8 0,-4-1-1 16,5-1 5-16,3 0 1 0,-2 0 1 16,3-1-1-16,-2-2 0 0,-1 1 5 0,-3 1-1 15,4 0 1-15,-1-3 1 0,-1 4-4 0,0-3 2 16,1 3 3-16,0-4 5 0,-3 1 2 0,4 2-2 15,-2 0 0-15,0-1-9 0,-1 2 11 0,1-4-5 0,2 2 2 16,-3 1 1-16,0-1-6 0,-2 0 4 16,3 1 2-16,-1-2-2 0,-1 2 0 0,3-1 1 15,-6-1 0-15,4 0 1 0,-5 1 5 0,2-1-2 16,2 1 1-16,1-1-1 0,-5 3 5 0,4-3 0 16,0 0-5-16,-3 2 6 0,4-1-3 0,-4 1-1 0,4 0 3 15,-4 0 1-15,5-1-8 0,-3-1 6 16,1 2-1-16,-4 0 3 0,5 0-5 0,-5 0 3 15,5 0-5-15,0-2 2 0,1 0 3 0,-2 2-7 16,0-2 1-16,2 1 4 0,0-1 6 0,-7 1 1 16,6 1 5-16,-4-3 3 0,3 0 2 0,-3 3 2 0,-4-1 4 15,2-1-5-15,0-1-2 0,0 1-1 16,-2 1-3-16,0-1-1 0,2-2-2 0,-2 3-3 16,2-2-1-16,-2 0-11 0,1 1 5 0,-1-1 1 15,1-1 0-15,-11 5-6 0,19-3 4 0,-13 3-9 16,6-5 6-16,1 4 0 0,-13 1-3 0,21-4 5 0,-9 3-6 15,-2 0-1-15,3 1 5 0,-13 0-5 0,20-1 2 16,-7 1-2-16,-13 0 1 0,17-2 1 16,-17 2-2-16,16-1 2 0,-16 1 7 0,14-1 2 15,-14 1-5-15,14 1 0 0,-14-1 2 0,12-1-2 0,-7 2 0 16,-5-1 0-16,0 0 2 0,20 0-3 0,-13 1 0 16,-7-1-5-16,14 2 1 0,-6-2 2 0,-2 1 0 15,-6-1 0-15,12 1 1 0,-12-1-2 16,12 3-1-16,-4-1-1 0,-2-2 2 0,-6 0-2 15,13 1 3-15,-13-1-1 0,12 0 0 0,-5 0-1 0,1 2 1 16,1 0-2-16,-1-1 1 0,2-1 2 0,1 2-2 16,0-1 0-16,2 0 2 0,2-1-5 0,2 1-2 15,0-1 3-15,4-1 2 0,0 2-1 16,0-1 1-16,7 0-2 0,-1-2 4 0,2 0-4 16,0 1 4-16,2 1-4 0,1-3 0 0,0 3 7 0,-3-2-9 15,2 1 2-15,-3-1 0 0,3 1 1 0,-3 0 2 16,-7-1-4-16,5-2 2 0,-3 3 5 0,-1-2-7 15,5 3 2-15,-4 0 2 0,4-4-8 16,2 3 5-16,1-1-1 0,-1 0 1 0,2 2-1 16,-10-2 3-16,8-1-4 0,-2-1 3 0,1 3-3 0,-7 1 1 15,6-1-1-15,4 0 4 0,-3 0-4 0,1-1-1 16,-2 1 8-16,-4-2-6 0,3 4-1 0,-5-3 0 16,2-1 4-16,-1 2-4 0,-2-1 10 0,0 1-7 15,-4-4-1-15,2 3-3 0,-5 0 2 16,5 2 0-16,-5-3-1 0,-1 3 0 0,1 0 2 0,1 0 1 15,-4-2-2-15,2 2 4 0,-12 0-5 0,20-2 1 16,-9 1 1-16,-11 1 1 0,17-2-3 0,-6 0 0 16,-11 2 4-16,22 2-4 0,-12-2-3 15,2-2 5-15,-12 2-2 0,25-4 3 0,-11 4-1 16,4-1 3-16,1 0 2 0,2 0-7 0,0-1 2 0,-1 2 3 16,10 0-5-16,0 0 8 0,-3-4-7 0,2 4 0 15,-2-3-1-15,2 3-1 0,-3-1 1 0,1-5-2 16,-5 5 2-16,0 1 2 0,-1-3-2 0,0 2 1 15,2 1 1-15,6-7 0 0,-12 6 1 16,2-2 5-16,-5 1-1 0,4 2-6 0,-4-1-1 0,3 1-1 16,-3-3 3-16,3 2 0 0,-5 0-2 0,1 1 0 15,0 1-2-15,1 0 1 0,-14-1 0 0,25-1 6 16,-16 3-7-16,4-3 2 0,-1 2-1 0,1 1 4 16,-1-2 0-16,1 0-1 0,5 1-3 15,-5 1 4-15,8-2-4 0,-4 1 3 0,2 2-2 0,1 1-1 16,0-1 3-16,2-3-2 0,-1 1 0 0,1-2 5 15,5 5-5-15,-5-3 2 0,-1 2-4 0,-2-4 7 16,4 2-3-16,-2-2-1 0,-1 1 3 0,2-2-3 16,-1 1-1-16,0 4 2 0,2-5 1 0,-4 2-2 15,2 0 1-15,-2-1 0 0,3 1-1 0,-4 0 2 16,2 0-4-16,1 0 3 0,-4 0 2 0,4 0-3 16,-3 0 0-16,2 0 2 0,-2 0-3 0,0 0 4 15,0 1-3-15,2-1 0 0,-4 2-1 0,4-1 0 16,-4-1-2-16,2 3 8 0,-5-3 2 0,5 0-6 15,0 0-3-15,0 0 0 0,1 1 2 0,-2-1-1 16,6 2 6-16,-3-2-4 0,2 0-6 0,5 1 0 16,-9 3 4-16,11-4-2 0,-7 2 1 0,-3-1 2 15,8 1-4-15,-5 0-3 0,-2 2 1 0,3-4 2 16,-3 2-2-16,2-1 3 0,-2 1-3 0,7-1 3 16,-6 0-2-16,-1 2 1 0,2-2 2 0,-1 0-3 15,8 1-3-15,-9-2 7 0,2 3-4 0,5 1 0 16,-1-2 1-16,3 0 2 0,-9 0-5 0,2 1 6 15,-2-3-3-15,0 4 2 0,-1-1-1 0,-2 1-1 16,1-1 0-16,1 0 6 0,-4-1-4 0,-3-1 2 16,1-1-2-16,0 1 3 0,-1 0-1 0,-1 2 1 15,2-3-1-15,-2 0-1 0,0 0-1 0,1-3 3 16,0 2-3-16,-2 1 1 0,0-1 3 0,3 2-3 16,-3 0 0-16,0-2 2 0,-10 1-3 0,16 1 3 15,-10-1-5-15,3 0 8 0,-9 0-6 0,12 0 5 16,-12 0-5-16,11 0-7 0,-11 0-23 0,0 0-28 15,7 0-34-15,-7 0-7 0,0 0-5 0,0 0-33 16,0 0-42-16,0 0-169 0,-31 8-378 0,31-8 167 16</inkml:trace>
  <inkml:trace contextRef="#ctx0" brushRef="#br0" timeOffset="-122552.45">14627 7730 122 0,'0'0'151'16,"0"0"-8"-16,0 0-10 0,0 0-1 0,0 0-11 16,0 0-6-16,0 0-2 0,0 0-1 0,0 0 0 15,0 0 1-15,0 0-2 0,0 0 3 0,0 0-1 16,0 0 1-16,0 0 3 0,0 0 0 0,0 0 0 16,0 0-2-16,0 0-7 0,0 0-4 0,0 0 0 15,0 0-7-15,0 0-2 0,0 0 0 0,0 0 1 16,0 0 0-16,0 0 11 0,0 0-9 0,0 0-12 15,0 0-9-15,0 0-9 0,0 0-3 0,0 0-11 16,0 0-7-16,23-6-3 0,-23 6-1 0,13 0-6 16,-4-1 1-16,0 0-13 0,4 1-2 0,1-1 6 15,-1 1 1-15,6-2-12 0,-4 2 2 0,5 0-8 16,-1 0-4-16,0-2 8 0,2 2-8 0,1 1 0 16,-4-1 5-16,6-1-9 0,-5 2 0 0,1 0 4 15,1-1-4-15,-2 0-1 0,2 0 6 0,-1-1-2 16,2 0-3-16,-4 0-5 0,5 0 2 0,0-1 4 0,4 1-5 15,-2-2 7-15,3 1-3 0,1 2-3 16,-4-2 0-16,-2 0-1 0,6-3 1 0,-2 3-1 16,-5 0 6-16,5 0 1 0,-5-1-1 0,-3 2-5 15,9-2 9-15,-1-2 7 0,-6 1-2 0,0 2-2 0,1-1-7 16,-1 3 6-16,6-2-4 0,0-3 4 16,1 4-9-16,-1-5 4 0,1 5-3 0,-2 0 1 15,2-2 8-15,1 3-9 0,-1-2-6 0,-1 1 7 16,-5 1 1-16,7 0-8 0,-10-2 15 0,3 2-14 0,0 2 2 15,6-2-2-15,-8 0 3 0,2-2-6 0,0 0 7 16,-2 2-6-16,2 0 2 0,-2 2-1 16,1-4-1-16,-1 2 16 0,2 0-13 0,-3 0 2 15,4 0-4-15,-2-3 3 0,-2 3-2 0,1 2 0 0,-1-2 3 16,1 0-8-16,0 1 4 0,-1-1 6 0,1 0-7 16,0 0 4-16,0 0-2 0,0 0-9 0,0 0 13 15,0 0-2-15,2-1-3 0,5 1 4 0,-5 0 2 16,-1-2-5-16,6 1 6 0,1-1-8 0,-6 2 3 15,0 0-3-15,-2-1-8 0,9-1 6 0,-8 0-8 16,9-1 0-16,-2 3 3 0,-2 0 0 0,-4-3 2 16,5-1 3-16,1 4-8 0,-6 0 3 0,6-4 4 15,-5 4 3-15,5 0 0 0,-1 0 1 0,1 2-9 16,2-4 6-16,-1 4-4 0,2 0 4 0,-3-4-4 16,1 4 1-16,0 0 9 0,2-2-9 0,-1 1 8 15,0-1-3-15,1 1-8 0,0-1 7 0,-3-1-7 16,1 2 4-16,0-1 2 0,-1 3 1 0,1-3-4 15,-9-1 4-15,8 2-6 0,0-2 7 0,2 4-5 16,-7-2 4-16,-4-4-2 0,3 6 3 0,-2-3 1 16,-3 0 2-16,2-1-6 0,0-1-7 0,0 2-5 15,0 0 5-15,2-1-5 0,-2-1 8 0,1 4-10 16,3-1 6-16,-3-1 1 0,9 0 0 0,-7-1 5 16,6 2-1-16,-1 1-3 0,-5-2 7 0,-1 0-6 15,0 1 5-15,-2 1-2 0,1-2 1 0,-1 2 3 0,-3-2 4 16,3 0-5-16,-2 3 2 0,2 0-1 15,-3-3-3-15,2 1 3 0,1 1 4 0,-2 0-4 16,2 1 0-16,-2 1-2 0,-3-1 6 0,5-2-1 16,-8 3-3-16,2 1 1 0,3-1-1 0,-5-1 3 15,3 1 0-15,-2 1-4 0,-2-2 4 0,0 3-2 0,0-1 1 16,-2 1-1-16,1 1 2 0,2 0 1 16,-3 2-4-16,0 0-1 0,1-2 3 0,-2 0-1 15,0 2 1-15,-1 1 1 0,3 0 11 0,-5 0-13 16,1 0 0-16,1 1 3 0,-2 0 0 0,1 0-1 0,3-1-3 15,-2 4 8-15,-2-2-4 0,3-3 2 0,-3 3 2 16,1-1-2-16,0 1 5 0,-3 1 4 0,1-1-5 16,-2 0 11-16,0 4-9 0,1-4 4 15,-2-1 2-15,1 3 0 0,-2-3 0 0,-2 2-2 0,3 2-3 16,-1-4 1-16,-2 2 1 0,2-1-2 0,-3 4 5 16,4-4 3-16,1-1-9 0,-2 2 1 0,-1-3-1 15,7 3 9-15,-7-3-6 0,1 2-5 0,1 0-2 16,0-2 5-16,-2 2 2 0,2 0 2 0,0 0-4 15,2 0 1-15,-6-1 4 0,4 0 0 0,0 0 0 16,-2-1-4-16,-1 0 1 0,2 2 4 0,-2-1-9 16,1-2 7-16,-1 0-3 0,3-9 0 0,-2 21 3 15,-1-13-8-15,2 3 7 0,-3-2-8 0,3 1-1 16,-3-5 4-16,4-5 1 0,-4 14 0 0,2-7-2 16,0 1 0-16,0-2-1 0,2-6 1 0,-2 11 0 15,2-11-2-15,0 10 0 0,0-10-4 0,-1 11 5 16,1-11-2-16,1 8 0 0,-1-8 11 0,0 8-12 15,0-8-1-15,0 10 2 0,0-10 2 0,-1 9 0 16,1-9-6-16,1 10 6 0,-1-10-8 0,2 9 9 16,-2-9-12-16,1 9 11 0,-1-9-1 0,1 11-5 15,-1-11-6-15,2 8 9 0,-2-8 2 0,1 9-5 16,-1-9 6-16,2 10-2 0,-2-4-3 0,0-6 2 16,2 8 1-16,-2-8 1 0,3 10-3 0,-3-10 0 15,2 11-2-15,-2-11-3 0,2 7 11 0,-2-7-7 16,2 8 1-16,-2-8 2 0,2 8 11 0,-2-8-11 15,0 7-6-15,0-7-5 0,0 0 8 0,0 7-4 16,0-7 8-16,0 0-7 0,0 13-2 0,0-13 15 16,1 5-22-16,-1-5 15 0,0 0-10 0,0 0 5 15,2 7 1-15,-2-7-2 0,0 0 0 0,0 0 6 16,0 0-3-16,1 8 9 0,-1-8-1 0,0 0-9 16,0 0 3-16,0 0 0 0,0 0-13 0,0 0 9 15,0 0-3-15,0 0 3 0,-4 8 13 0,4-8-8 16,0 0-11-16,0 0 10 0,-8 6 0 0,8-6-1 15,-7 3 1-15,7-3 0 0,-5 4 3 0,-2-2-2 0,7-2-3 16,-14 3 5-16,7-1-1 0,-5 1 6 16,-1-2-11-16,1 2 2 0,-8-1 0 0,1-1 1 15,-1-1 4-15,-2 2-4 0,-6-2 2 0,1 0-6 16,-4-2 6-16,3 4 0 0,-1-2-5 0,2 0 1 0,-2 0-9 16,2 2-2-16,0-2-3 0,4 0-2 0,-3-2-2 15,3 2-4-15,-5-2-3 0,-1 1-1 16,2 0-4-16,-4-3-10 0,3 3 3 0,0 1 8 15,0-4-5-15,-3 4-1 0,1-2-1 0,-3 1 12 16,2-1-14-16,3 1-7 0,7 2 3 0,0-1 4 0,0 0 2 16,2-1 0-16,1-1 5 0,0 2 5 0,3 0 1 15,-2 0 13-15,3 0-7 0,-4-2 2 0,0 2 1 16,1-1 2-16,-3-2 13 0,0-2-11 16,-2 2 3-16,0 0-4 0,-6 1 4 0,0-3-1 0,6 1 7 15,-6 0-2-15,8 0 0 0,-7-2 0 0,5 3-2 16,2 1-1-16,2 0 1 0,-1-2 1 0,-2 1 0 15,3 0 0-15,1 1-1 0,0 2 1 0,3 0 0 16,1-2 3-16,-1 5-2 0,1-4 1 0,2-1 2 16,-2 1 2-16,0 1-1 0,-6-3-2 0,1 0 6 15,-2 1-6-15,-1 0 1 0,2-1 11 0,-3 0-7 16,-5 0-3-16,7 1 0 0,0 1-2 0,-1-1 5 16,2 1-3-16,1-1-1 0,5 0 3 0,3 2-4 15,0 0 2-15,-3 0 2 0,2 0-6 0,2 0 2 16,0 2 1-16,9-2-2 0,-16 2-7 0,7-2-3 15,1 1-1-15,0 1 4 0,-4-2 1 0,1 1-1 16,1-1 2-16,-3 2-1 0,-1-1 0 0,-3-1-12 16,-2 4-4-16,-3-4-11 0,-1-2-5 0,3 2-3 15,-10 2-8-15,9-4 2 0,-7 4 3 0,8 1 1 16,0-2 7-16,2 1 9 0,0-1-3 0,4 3 6 16,0-3 2-16,0 1 1 0,2 1 4 0,2-1 0 15,-4 2 7-15,4-2 2 0,-8-1-2 0,5 2 3 16,-1-3 1-16,1 4 5 0,1-4-2 0,-2 3 1 15,1-2 0-15,-1 1 6 0,-4-1 1 0,1-2 0 16,-1 2-3-16,-1-1 7 0,1 2-1 0,-1 0-3 16,0-2 1-16,1 2 2 0,-1-1-5 0,6 0 1 15,-6 0 1-15,2 1 0 0,1 2-4 0,-2-1 1 16,8-1-1-16,-2 0 6 0,-2 2-3 0,4-1 2 16,-2 0-2-16,1 0 0 0,-1-2 0 0,2 3-1 0,2-2 0 15,-1 0 3-15,-2 0 3 0,1 1 5 16,-2-1 5-16,-2 1 3 0,3-2 1 0,-3 3-1 15,2-4-1-15,-1 4-1 0,-1 0-4 0,1-1 2 16,0-2-2-16,0 4 1 0,0-4-2 0,0 2-2 0,2 1-2 16,-2-1-1-16,3 1-2 0,-2-2 7 0,-1 2-6 15,0-1 4-15,0 0-3 0,0-1 3 16,-5 3 0-16,5-1 1 0,-1-2-1 0,0 2 1 16,-4-2 8-16,-1 1-3 0,0-1 2 0,1 0 5 0,0 1 0 15,-5 0 3-15,-5 0 0 0,9 0 1 0,-3-3-6 16,-6 0 2-16,6 0 0 0,1 0-2 0,0 1 0 15,-1 0 5-15,2-2-6 0,-3 5-2 0,4-4-1 16,-2 0-1-16,1 0-3 0,-2 0 3 0,3 0-3 16,0 1-2-16,-1-1 2 0,1 0-2 0,1 0-5 15,-2 2 4-15,-1-1-3 0,2-2 1 0,0 2 1 16,-4 1-1-16,1-3 0 0,-1 2-5 0,-4 0 5 16,-1-2-1-16,1-1-4 0,1 1 6 0,-4 2 0 15,2-1 2-15,1 0 7 0,-2 1-3 0,2 0 5 16,-3 1 5-16,-1 0 5 0,-1-2 7 0,1 0-1 15,-2 1 6-15,4-1-4 0,-3 2 2 0,1-1-3 16,-3 2-9-16,5-1 0 0,8 1-2 0,-1-2-2 16,-1-1-1-16,1 2 0 0,2-1-4 0,-2 1-6 15,-1 0 1-15,-4 0-3 0,7 0 6 0,-1-2 10 16,-1 0-16-16,-1 0-3 0,4-1 3 0,-4 1-1 16,-4-2 0-16,7 1-4 0,-2 0 3 0,-6 0-4 15,8-1 4-15,-7-1-6 0,5-1 4 0,2 2-9 16,1-1 3-16,-1 1 4 0,0-2 1 0,0 3-8 15,7 0 4-15,0-1 6 0,-6-1-8 0,6 2 2 16,-5 0 9-16,-1-2-11 0,6 2 13 0,4 0-10 16,-5 0-3-16,14 1 0 0,-24 0-3 0,15-1-4 15,9 1-15-15,-18-2-12 0,13 1-11 0,5 1-22 16,-13-3-18-16,13 3-24 0,0 0-32 0,0 0-37 16,-20 2-51-16,20-2-57 0,0 0-199 0,0 0-527 15,0 0 233-15</inkml:trace>
  <inkml:trace contextRef="#ctx0" brushRef="#br0" timeOffset="-119156.09">13434 8845 3 0,'14'0'95'0,"-8"1"-4"0,-6-1-2 16,14-1 6-16,-14 1-10 0,9-1 2 0,-9 1-2 15,9-1-13-15,-9 1 14 0,0 0-7 0,9-3-10 16,-9 3 3-16,0 0-2 0,0 0-7 0,5-3 0 16,-5 3 2-16,0 0-4 0,0 0-1 0,0 0-2 15,0 0-1-15,0 0-3 0,0 0-3 0,0 0 1 16,0 0-6-16,11-1-3 0,-11 1 0 0,0 0-5 16,0 0-9-16,0 0 3 0,0 0-5 0,0 0-7 15,0 0 0-15,0 0 0 0,0 0-3 0,0 0 3 16,0 0 2-16,0 0 4 0,-29-4-4 0,20 3 1 15,-5 1-8-15,1 0 2 0,-3-2 5 0,-2 1-8 16,-5 2 1-16,-6-2-4 0,6 1 1 0,-4 0 1 16,-4 1-1-16,3-2-4 0,-7 4-2 0,1-2 2 15,1 0 1-15,1 1-3 0,-3 0 3 0,-1 0-6 16,2-1 7-16,-3-1-5 0,2 3-2 0,1-1 3 16,-2-1 3-16,7-1-6 0,-7-2 5 0,5 2 4 15,-5-1 12-15,1-2 0 0,1-1 6 0,-3 2 1 16,-1-4 3-16,2 3 3 0,-1-4 4 0,0 3-3 15,-14-3 0-15,1-1-4 0,12 6 0 0,-2-2-4 16,2 0-6-16,-1-1 0 0,1 3-1 0,-12-1 0 16,13 2-2-16,5-3-5 0,-2 3 3 0,-2 1-5 15,3-1 3-15,0-1-3 0,-4 0 0 0,0 0 1 16,2-1 2-16,-3 0 5 0,-2 3-5 0,-1-3-1 0,5 1 1 16,-4 0-5-16,2-2 4 0,-1 3-4 15,3-2-1-15,-4 1-1 0,3 1 1 0,-1 0-3 16,4-1 4-16,-1 2-6 0,-1-2 2 0,3 2-1 15,-1-2 2-15,0 1-3 0,0-2 1 0,-1-1 0 16,1 3 4-16,-2-2-3 0,-4 3 5 0,-12-4-1 0,-1 3 2 16,1-3-5-16,0 2 11 0,1-1-11 15,-2 2 1-15,-3 0-4 0,5 2 5 0,-3-1-6 16,1 1-1-16,0 2-4 0,15-4 10 0,-15 3-7 16,16 1 0-16,-2-3 0 0,-2 0-2 0,-10 0 3 0,11 2-1 15,1-2 0-15,-14 0-3 0,15 1 3 0,-2-2-3 16,0 1 3-16,2 0 0 0,0-2-3 15,1 2 1-15,0-2 1 0,-3 2-4 0,3-1 6 16,3 0 0-16,-1 2-5 0,-1 0 2 0,4 1 7 0,-2-2-11 16,2 2 1-16,1 0 1 0,-1-2-2 0,-2 0 3 15,-1 3 2 1,7 0-1-16,-5-1 2 0,0 1 1 0,-3 0-5 16,0 0 1-16,2 1-1 0,-2-2 2 0,-2 1 0 15,3 3 1-15,-3-4 1 0,0 1-3 0,1 0 2 16,1 0 3-16,1-2-5 0,2 2 1 0,-2 0-1 15,2-5 5-15,2 5-3 0,2-2 1 0,7 0-2 16,-7 0 0-16,2-2-3 0,-1 0 2 0,1 1-3 16,-1 1 3-16,0-2 1 0,-2 1-2 0,-2 0-2 0,3 1 1 15,1 0 0-15,1-1 0 0,4-1 0 0,5 1 3 16,-10 0-1-16,9 0 0 0,-2 0 0 16,4 0 0-16,-4 0 1 0,3 0-2 0,-3-1 3 15,-1 2-3-15,-8-1 1 0,2 0-1 0,0-1 1 0,0 0 4 16,-1 1-4-16,-2 0-1 0,-2-3-1 0,1 2 3 15,0 1 3-15,-6-3-4 0,2 2 6 0,-4 1 0 16,4-1-2-16,3 2-2 0,-2 0-2 16,7-1 7-16,-4 2-4 0,11-4-1 0,-1 5 0 0,3-2 1 15,-2 1-1-15,7-2-2 0,2 0 2 0,-6 1 1 16,0-1 0-16,0 0-4 0,1 1 5 0,-3-1-1 16,3 1-4-16,-3-1 6 0,-3 0 2 0,2 0 12 15,-6 1-2-15,-3-2 8 0,0 2 4 0,-3-1-7 16,-2 1 17-16,1-2-7 0,-3 0 5 0,4 0-9 15,1 3 1-15,-1-2-6 0,-1 1 9 0,2-2-13 16,2 0 4-16,0 2-8 0,-2-1-1 0,2 1 0 16,0 1-5-16,7-1 7 0,2-1-5 0,-6 1 2 15,-4 1-4-15,3-3-2 0,1 2 0 0,6 0-2 16,-9 1 2-16,3-1 2 0,-2 0-3 0,0 1-2 16,1-1 4-16,-2-1-6 0,-2 0 6 0,3 0-8 0,-6 0 1 0,1 0 3 15,-1 2 9-15,-5-2-12 0,2 1-1 0,-1-1-5 0,-11 4 18 16,-8-1-18-16,17 1 8 0,-7 2 1 0,9-4 5 15,1 2 12-15,-13-2 15 0,11 5-9 0,-11-5 7 16,13 1-4-16,-3 2-4 0,-9-2-4 16,12 2 6-16,-1-2-7 0,0 0-6 0,2 0 7 0,-3 1-4 15,1 0 0-15,-12 1-3 0,13-1-9 0,4-2 9 16,1 1-5-16,2 1-1 0,0-4 10 0,1 4-13 16,-1-4 3-16,0 1-1 0,4-1 0 0,5 2-4 15,-7-2-1-15,8 0 9 0,-1 2 9 0,-5-2 1 16,4-2-1-16,4 4 18 0,-2-2-9 0,1 0 9 15,1 1-2-15,0-1-5 0,-2 0-1 0,-7 0 0 16,1 0-8-16,-1 2 2 0,-4 0-11 0,0-2 8 16,1 1 0-16,1 1-6 0,-2-1-3 0,5 0 1 15,-1 1 0-15,-3 0 3 0,3-2-9 0,-1 3 0 16,-1-1-9-16,-2 0 8 0,3 0-3 0,-2 0 6 16,8 0-8-16,-8-2 2 0,-3 0-7 0,2 1 9 15,2-1-5-15,2 2 6 0,-2-4-1 0,1 4 0 16,-1-4-7-16,2 2 10 0,-1-1-6 0,1 1 2 15,-2 0-5-15,3 0 5 0,-2-2-7 0,0 2 5 16,-1 0-3-16,-2-2 0 0,3 2 0 0,-2 0 3 16,2-2 2-16,-1 0-5 0,2 1-4 0,-1 1 4 15,-3-1-3-15,11 0-3 0,-7-3 8 0,-1 2-1 16,2 1 1-16,0-1 4 0,-2 0-6 0,1-1-4 16,0 2 2-16,0-2 1 0,1 1 0 0,-3 0 5 15,3-1-7-15,1-2 10 0,-3 2-8 0,8 2-4 16,-7 0 3-16,1 0-2 0,6-3 2 0,-7 4-3 15,0-3 4-15,8-1-1 0,-10 2 1 0,2 1 32 16,0-3 0-16,6 2-7 0,2 1 2 0,-2 1-8 16,2-1 1-16,-1 0-3 0,0 0-4 0,-7-1 1 15,6 1-5-15,0-1 4 0,0 0-4 0,3 0 3 16,-1 0-3-16,-7-1-3 0,6 1-1 0,2 0 5 16,0-1-4-16,-1 2 0 0,4-1-5 0,-4 0 7 15,1 1-3-15,5 0 0 0,-3 0-4 0,-2-2 0 16,6 2 2-16,-6 0-2 0,1 1 0 0,1-1 8 15,-2 0-11-15,2-1-2 0,4 2 5 0,0-1 6 16,-5-3-4-16,4 4-2 0,1-1 1 0,-1 0-1 16,-1 0 2-16,1 0-5 0,1 1 1 0,-1-3 2 15,1 2-5-15,-1-1 12 0,1 1-8 0,-1-1 1 16,1 1 1-16,2 0-2 0,-3-1 2 0,2 1-11 0,0 1 14 16,-1-1-4-16,1-1 0 0,-1 2 1 15,2-1 1-15,-3-1-2 0,1 1-2 0,-2 0 6 16,3 1-3-16,-1-2-3 0,-1 1 3 0,1-1 1 15,2 1-14-15,-3 1 14 0,1 1-9 0,6-1 4 0,-4-2 0 16,2 3 3 0,9-1-5-16,-19 0 5 0,9-1 4 0,-1 2-4 0,2 0-1 15,-2-1 5-15,-1 0-8 0,1 0 3 16,4 2-17-16,-5-2 19 0,3 2 1 0,-3-1 1 0,5 0 2 16,7-1-2-16,-11 1-4 0,11-1 3 0,-11 2-9 15,11-2 10-15,-10 0 4 0,10 0-10 0,0 0 17 16,0 0 1-16,-9 0-2 0,9 0 1 0,0 0-3 15,0 0 0-15,0 0 1 0,0 0 2 0,-10 0-5 16,10 0 2-16,0 0-1 0,0 0-2 0,0 0 2 16,0 0 7-16,0 0 3 0,0 0 1 0,0 0-4 15,0 0 1-15,0 0-1 0,0 0-10 0,-5-6 7 16,5 6 4-16,0 0-9 0,-5-11 8 0,5 11-1 16,0-10-3-16,0 10 0 0,2-13-2 0,-2 6-8 15,3-3 5-15,-3 2-2 0,5-4 2 0,-3 1-2 16,0 0-1-16,0 0-2 0,0 0 3 0,-2-2-3 15,3 1 0-15,-3 2-1 0,2-2 1 0,-5-5-5 16,3 6 3-16,-2-6 3 0,2 2-2 0,-6-4 0 16,4 0 0-16,-1 2-2 0,1-2 0 0,-1 1-3 15,2-1 5-15,0-6-9 0,-1 6-4 0,1-7-3 16,4 1 3-16,-1 0-7 0,5 1-16 0,-4 5 0 16,1 0-12-16,0 2-10 0,4 0-53 0,-3 2-25 15,5 0-30-15,0 1-32 0,1 0-56 0,5 3-61 16,8-7-60-16,5 3-289 0,2-3-716 0,13-4 317 0</inkml:trace>
  <inkml:trace contextRef="#ctx0" brushRef="#br0" timeOffset="-113158.7">19007 8385 418 0,'0'0'446'0,"0"0"11"15,0 0 7-15,0 0-8 0,0 0-15 0,-4 8-12 16,4-8-20-16,0 0-18 0,0 0-15 0,0 0-28 16,0 0-25-16,-4 5-22 0,4-5-39 0,0 0-24 15,0 0-22-15,0 0-31 0,0 0-9 0,0 0-36 16,0 0-22-16,0 0-28 0,0 0-27 0,0 0-40 16,0 0-33-16,0 0-37 0,0 0-40 0,0 0-52 15,0 0-54-15,0 0-58 0,0 0-95 0,0 0-96 16,5-22-39-16,-5 22-315 0,9-10-862 0,-4 5 382 15</inkml:trace>
  <inkml:trace contextRef="#ctx0" brushRef="#br0" timeOffset="-112471.34">19730 7924 177 0,'0'0'418'16,"-1"-11"22"-16,1 11-1 0,-3-6-4 0,3 6-6 0,-2-8-7 15,2 8-13-15,0 0-14 0,-2-8-15 0,2 8-21 16,0 0-19-16,-2-8-20 0,2 8-18 15,0 0-23-15,0 0-26 0,-3-7-23 0,3 7-23 16,0 0-25-16,0 0-28 0,0 0-12 0,0 0-18 0,0 0-18 16,0 0-4-16,0 0-15 0,0 0-10 0,0 0-4 15,3 26-7-15,-2-13-5 0,0 4-13 16,2 0-3-16,0 4-6 0,-2-2 6 0,0 4-8 16,-1-4-10-16,2 0-2 0,0 0-1 0,-1 1-2 0,-1 0 1 15,2 1-8-15,-4-3 1 0,4-1-24 0,-5 1-17 16,3-1-15-16,1-1-20 0,-1-2-7 0,0-3-25 15,-1 0-14-15,0 0-16 0,1-4-20 0,0 1-19 16,0-8-21-16,-1 10-35 0,1-10-23 0,0 8-15 16,0-8-9-16,0 0-11 0,-3 7-43 0,3-7-62 15,0 0-32-15,0 0-323 0,0 0-796 0,0 0 352 16</inkml:trace>
  <inkml:trace contextRef="#ctx0" brushRef="#br0" timeOffset="-112032.8">19453 7996 190 0,'-1'-11'451'16,"1"11"8"-16,1-14-16 0,-1 9-27 0,2-2-40 15,1-3-26-15,0 2-33 0,0-1-34 0,5 1-20 16,0-3-25-16,3-3-18 0,3 2-23 0,0 2-21 16,4 0-17-16,6-4-18 0,0 3-16 0,2 1-11 15,1 2-9-15,0 2-15 0,4-1-9 0,3 2-9 16,2 1-9-16,0 2-6 0,-2 1-6 0,2 1-6 16,-2-1-2-16,-4-1-7 0,-2 7-3 0,-9-3-3 0,3 0-8 15,-3 4 0-15,-2 0-1 0,-1-2-9 0,-4 0-5 16,-4 3-5-16,0 2 1 0,3-1-4 15,-9-2-5-15,1 5-9 0,-4-2 6 0,-2 3-4 16,-2 0 6-16,-7 2-1 0,0 0-1 0,-4 0 9 0,-6 4-6 16,-2-6 1-16,0 2 2 0,-1-1 3 0,-4-1 0 15,4-2-4-15,-3-1-5 0,6-4 9 0,3 1-2 16,2-2 3-16,4 0 1 0,3-2-1 0,0 0-2 16,3 0 7-16,0 1-6 0,7-3-7 0,-9 2-32 15,9-2-42-15,-7 3-40 0,7-3-42 0,0 0-37 16,0 0-52-16,0 0-56 0,21 12-60 0,-10-6-313 15,0-2-738-15,1 0 326 0</inkml:trace>
  <inkml:trace contextRef="#ctx0" brushRef="#br0" timeOffset="-111548.54">19958 8239 29 0,'0'0'414'0,"0"0"15"0,0 0 8 0,0 0-6 16,0 0-17-16,14-11-17 0,-14 11-22 0,1-6-20 16,-1 6-19-16,3-8-31 0,-3 8-26 0,3-6-28 15,-3 6-28-15,8-8-20 0,-2 5-24 0,0 1-19 16,-1-3-17-16,2 4-16 0,2-4-16 0,-1 4-12 16,2 0-10-16,1 1-11 0,0 1-11 0,-3 0-3 15,-1 2-14-15,-7-3-11 0,13 2-22 0,-7 1-16 16,0 0-21-16,-4 2-17 0,-2-5-17 0,5 8-13 15,-3-3-11-15,-2-5 1 0,0 9 4 0,0-9-10 16,-9 11-3-16,1-7 1 0,1 0-1 0,-1 3-16 16,-3-2 9-16,1-2 4 0,0 2 1 0,0-3 23 0,2 1 4 15,8-3 14-15,-13 1 22 0,7-1 28 0,6 0 34 16,0 0 32-16,-10-3 28 0,10 3 29 16,-4-8 10-16,4 8 4 0,-2-8-7 0,2 8 3 15,2-14-1-15,-2 14-4 0,4-12-9 0,-1 4-7 0,1 2-7 16,-1 1-11-16,-1-1-9 0,1-1-8 0,-3 7-14 15,9-6-6-15,-7 3-10 0,-2 3-5 0,8-5-5 16,-8 5-8-16,7-1 1 0,-7 1-8 16,0 0-5-16,16 4-6 0,-10-2-15 0,0 4-16 0,3-3-21 15,-2 4-26-15,1 1-25 0,-2-4-32 0,-1 4-30 16,3 0-39-16,1-1-34 0,-1-2-27 0,-2 0-24 16,3 1-22-16,-1 2-35 0,-2-5-43 0,4 2-25 15,-3-2-284-15,2-1-740 0,-9-2 328 0</inkml:trace>
  <inkml:trace contextRef="#ctx0" brushRef="#br0" timeOffset="-111267.36">20432 7952 36 0,'0'0'372'0,"-3"-14"16"0,2 8 4 15,1 6 13-15,-3-11 9 0,1 6-1 0,2 5-4 16,0 0-12-16,-3-9-8 0,3 9-30 0,0 0-33 15,0 0-31-15,0 0-24 0,0 0-29 0,0 0-21 16,0 0-24-16,0 0-17 0,0 0-6 0,0 0-12 16,0 0-7-16,-7 27-9 0,5-13-6 0,0 1-12 15,1 0-13-15,-1 3-11 0,0 0-7 0,0 2-14 16,0-1-2-16,1-1-16 0,-1 0 1 0,0 0-2 16,0-2-15-16,-1 0-30 0,1 0-22 0,0-1-33 15,-1-4-32-15,-1 0-44 0,-1 0-42 0,4-2-43 16,0-3-56-16,-1 2-40 0,2-8-39 0,-1 8-36 15,1-8-49-15,-1 9-23 0,1-9-341 0,0 0-844 16,4 9 373-16</inkml:trace>
  <inkml:trace contextRef="#ctx0" brushRef="#br0" timeOffset="-111047.02">20266 8117 298 0,'-5'-4'461'0,"5"4"11"0,0 0-6 16,0 0-9-16,-4-7-35 0,4 7-43 0,0 0-37 16,0 0-34-16,0 0-30 0,0 0-25 0,0 0-30 15,0 0-29-15,0 0-32 0,0 0-36 0,0 0-52 16,14-10-50-16,-4 9-56 0,3-1-38 0,5-2-37 16,1 3-43-16,1 0-26 0,8-3-44 0,-6 2-48 15,10-2-40-15,-3 1-15 0,-2 0-225 0,-6-1-593 16,2 1 263-16</inkml:trace>
  <inkml:trace contextRef="#ctx0" brushRef="#br0" timeOffset="-110672.1">20643 7992 81 0,'-3'-7'276'0,"3"7"23"0,-6-9 22 0,6 9 18 16,-3-8 23-16,3 8 13 0,-1-8 4 0,1 8-2 16,0 0-13-16,0 0-16 0,-4-8-21 0,4 8-22 15,0 0-25-15,0 0-24 0,0 0-29 0,-5-3-19 16,5 3-25-16,0 0-21 0,0 0-11 0,0 0-14 0,-1 22-16 15,1-9-9-15,-2-3-8 0,1 3-9 16,0 2-13-16,-2 2-5 0,1-2-7 0,0 2-2 16,-1-1-13-16,-1 0-4 0,3 1-18 0,-5-2-18 15,4-4-22-15,1 0-15 0,-1 0-15 0,1 0-19 0,1-3-11 16,-3-2-17-16,3-6-2 0,0 12-3 0,0-12 18 16,0 0 9-16,2 9 8 0,-2-9 6 15,6 2 4-15,-6-2 4 0,0 0 6 0,17-6 4 16,-11 3 9-16,2-3 8 0,1 2 7 0,0-1 11 0,0 0 6 15,0-1 9-15,-1 1 8 0,-1 1 7 0,-1 1 11 16,-1-1 2-16,-5 4 1 0,11-5-7 0,-5 4-4 16,-6 1-2-16,9-5-6 0,-9 5-4 15,6-2-4-15,-6 2-4 0,0 0-3 0,12 1-3 0,-12-1 1 16,0 0 5-16,9 4-8 0,-9-4-10 0,8 7-33 16,-5-3-46-16,1 1-58 0,2 1-60 0,0-2-65 15,1 2-73-15,4-2-92 0,-1 1-377 0,3 0-870 16,4-3 384-16</inkml:trace>
  <inkml:trace contextRef="#ctx0" brushRef="#br0" timeOffset="-110250.33">21287 8160 326 0,'2'-6'358'0,"-2"6"-8"0,3-8-14 0,-3 8-15 16,5-9-14-16,-4 4-13 0,-1 5-3 0,4-9-16 15,0 3-11-15,-4 6-21 0,5-9-10 0,-2 4-22 16,-3 5-18-16,9-7-13 0,-6 5-15 0,-3 2-21 16,11-5-18-16,-5 4-14 0,3 0-10 0,-9 1-18 15,14 0-5-15,-5 1-8 0,1 2-7 0,0 1-8 0,-3-1-7 16,0 1-10-16,1 1-2 0,-3 0 0 0,-1 0-6 15,1-1-8-15,-2 2-2 0,-1 1-3 16,1-1-6-16,-3-6 1 0,-4 13-2 0,2-6 2 16,-5 0-3-16,-1-1-4 0,-1 1 1 0,-3 0 0 0,-2-1-3 15,-4 0 1-15,2-4-6 0,1 3 4 0,1-4 1 16,0 0-3-16,2 0 0 0,-1-1 4 0,1 0 7 16,4-1-2-16,8 1 3 0,-16-7-5 15,9 3-11-15,3-3-25 0,6-1-12 0,-2-1-21 0,4-2-19 16,1-1 6-16,6-2-41 0,2 1-29 0,7-7-13 15,-4 8-21-15,11-2-27 0,1 0-46 0,2 1-19 16,4 2-16-16,-1-1-14 0,-1 2-26 0,-3 3-185 16,1-2-555-16,-4 0 246 0</inkml:trace>
  <inkml:trace contextRef="#ctx0" brushRef="#br0" timeOffset="-109922.28">21757 7795 128 0,'-1'-10'366'0,"-2"2"24"0,2-2 31 16,-2 4 4-16,3 6-1 0,-1-14 1 0,0 9 1 16,1 5-6-16,-3-11-21 0,3 11-28 0,0 0-21 15,0 0-42-15,0-9-31 0,0 9-35 0,0 0-25 16,0 0-18-16,0 0-10 0,0 0-8 0,3 38 12 16,-3-18-9-16,0 4-2 0,-3 5-9 0,2 0-15 15,0 1-12-15,-3 2-2 0,1 3-7 0,1-2-12 16,-1 2-13-16,-1-1-14 0,1-1-12 0,1 0 1 15,-2 0-16-15,1 2-2 0,2-3-5 0,-1 0-60 16,2 14-4-16,0-13 0 0,3 0 0 0,-3-2 0 16,3 2 0-16,0-4 0 0,0-2 0 0,-2-2 0 15,-1-7 0-15,1 0-23 0,0-6-73 0,-1 0-16 16,3-1-21-16,-4-3-25 0,2-4-19 0,-1-4-11 16,0 13-18-16,0-7-15 0,0-6-21 0,0 0-50 15,0 0-52-15,0 0-65 0,0 0-57 0,-18-14-388 0,12 2-926 16,-1-2 410-16</inkml:trace>
  <inkml:trace contextRef="#ctx0" brushRef="#br0" timeOffset="-109734.83">21721 8273 205 0,'5'-4'367'16,"-5"4"18"-16,8-8 43 0,-4 3 25 16,0 1 18-16,-4 4-10 0,10-6-27 0,-4 2-32 15,1 1-30-15,2-2-38 0,3 2-31 0,1-1-28 16,5-1-32-16,-1 0-21 0,-1 1-22 0,2 3-23 0,1-4-34 15,-5 1-48-15,-2 1-65 0,0 1-80 0,-1-3-80 16,2 1-99-16,-7-1-100 0,6 0-121 0,-7 0-352 16,-5 5-870-16,8-12 385 0</inkml:trace>
  <inkml:trace contextRef="#ctx0" brushRef="#br0" timeOffset="-109031.86">22414 7889 21 0,'4'-7'337'0,"3"-1"-8"0,0 3-2 16,-1-7 3-16,2 4-17 0,1-5 12 0,-1 4 13 16,-2 0-2-16,0-2-7 0,1 3-12 0,0-2-4 15,0 1-7-15,-1 0-12 0,-2 0-8 0,0 4-16 16,-1-1-23-16,-3 6-16 0,6-10-20 0,-6 10-17 16,2-7-23-16,-2 7-25 0,0 0-17 0,0 0-20 15,4-4-14-15,-4 4-8 0,0 0-10 0,0 0-4 16,-16 18-12-16,4-7-4 0,-4 1-12 0,-1 7-24 15,-2 0-16-15,1 0-22 0,-1 2-12 0,2-1-13 0,0 0-6 16,6-5-8-16,-1-3-9 0,5-1-6 0,0-1 2 16,2-1 3-16,0 1 8 0,4-3 8 15,1 0 9-15,0-7 5 0,6 12 13 0,1-5-2 16,2-1 7-16,1-1 2 0,2 1 7 0,5 0 2 0,2-1 7 16,-1 1-1-16,3 0 3 0,-2-3 10 0,-2 3 2 15,2-2-2-15,-8-1 1 0,2 2 3 16,-4-2-5-16,0 2-2 0,0-1-1 0,-3-2-1 0,-1 0-3 15,2 1 0-15,-7-3-5 0,6 6 8 0,-6-6 6 16,2 7 5-16,-2-7 1 0,0 0 0 0,-11 12-2 16,2-8 0-16,-4 1 1 0,-3 3 0 0,-3-2-1 15,-2-2-4-15,-7 2-5 0,8-2 1 0,-2 0-15 16,3-2-8-16,0 1-5 0,2 0-10 0,3-1-20 16,1 1-24-16,3-3-33 0,3 1-32 0,7-1-42 15,-11 1-39-15,11-1-28 0,-7 2-18 0,7-2-37 16,0 0-43-16,0 0-50 0,0 0-255 0,0 0-705 15,39-4 312-15</inkml:trace>
  <inkml:trace contextRef="#ctx0" brushRef="#br0" timeOffset="-108250.8">22741 7842 371 0,'5'-10'450'0,"2"2"1"0,-2 2 2 0,1-3-8 16,-2 3-1-16,0 1-19 0,0-1-19 0,-4 6-23 16,4-5-24-16,-4 5-24 0,3-7-26 0,-3 7-39 15,0 0-23-15,6-6-25 0,-6 6-31 0,0 0-21 16,0 0-15-16,0 0-22 0,0 0-14 0,0 0-4 16,0 0-13-16,8 13-14 0,-8-5-8 0,2 1-8 15,-2 3-9-15,0-4-5 0,-2 4-1 0,2 5 1 16,0-1-16-16,-1 2-5 0,1-1-4 0,-1-1-2 15,-1 2-5-15,2-1 2 0,0-2-11 0,-3 2-25 0,2-1-15 16,-1-5-17-16,1 0-16 0,1 1-7 16,0-4-10-16,0 3-8 0,1-4-3 0,1-2-4 15,-2-5 7-15,2 13 8 0,3-9 11 0,-5-4 8 16,4 4 8-16,-4-4 5 0,11 0 3 0,-1-1 10 0,-10 1 2 16,17-6 11-16,-6 1 8 0,0 0 8 15,-1 0 7-15,1 0 15 0,0-3 13 0,-2-1 7 16,1 5 7-16,0-2 7 0,-2 0 5 0,0 1 2 15,-2 2 1-15,0-1 1 0,-6 4-5 0,11-5-5 0,-6 3-2 16,-5 2-6-16,6-4-4 0,-6 4-10 0,0 0-6 16,8-3-2-16,-8 3-8 0,0 0 2 0,0 0-5 15,11 4-1-15,-11-4 1 0,6 7-4 16,-5-1 0-16,-1-6 6 0,5 10-10 0,-4-6-1 0,-1-4-8 16,5 10 11-16,-5-10-6 0,4 9 0 0,-1-5-5 15,-3-4 6-15,3 7-3 0,-3-7 3 0,2 5 3 16,-2-5-1-16,0 0 2 0,0 0 2 0,9 2-2 15,-9-2 0-15,14-5 0 0,-8 3-3 0,4-4-1 16,2 1 0-16,-1-3 8 0,5 1-5 0,-4-1-4 16,0-1 0-16,3 0 1 0,-3 2-2 0,-2 0-2 15,0 0 6-15,-1 0-6 0,-1 1-3 0,-1 1 4 16,-1 2 6-16,-1 0-3 0,-5 3 1 0,6-5 3 16,-6 5 0-16,7-5-4 0,-7 5 6 0,0 0-4 15,0 0-2-15,5-5-5 0,-5 5-4 0,0 0 4 16,0 0-2-16,0 0 4 0,0 0-3 0,0 0 1 15,0 0 9-15,0 0-12 0,0 0 5 0,-10 19-1 16,10-19 3-16,0 0-11 0,-8 7 0 0,8-7-2 16,-4 7 3-16,4-7-4 0,0 0 1 0,-5 4 1 15,5-4 28-15,0 0-9 0,0 0-2 0,0 0-2 0,0 0-1 16,-4 5 0-16,4-5-13 0,0 0 1 16,0 0-2-16,0 0-1 0,0 0-3 0,0 0-14 15,0 0-1-15,0 0-7 0,0 0-12 0,0 0-12 16,0 0-19-16,0 0-11 0,0 0-19 0,0 0-28 0,0 0-33 15,0 0-37-15,0 0-55 0,0 0-67 16,0 0-96-16,0 0-467 0,0 0-964 0,0 0 427 16</inkml:trace>
  <inkml:trace contextRef="#ctx0" brushRef="#br0" timeOffset="-107688.43">23204 7982 73 0,'5'-14'322'0,"-5"14"-7"0,0 0-5 0,0 0-15 16,0 0-8-16,5-5-10 0,-5 5-7 0,0 0-13 16,0 0-5-16,5-4-12 0,-5 4-13 0,0 0-13 15,0 0-11-15,0 0-8 0,0 0-13 0,0 0-11 16,0 0-7-16,0 0-18 0,0 0-9 0,0 0-6 15,0 0-6-15,0 0-9 0,0 0-13 0,0 0-9 16,0 0-4-16,0 0-3 0,0 0 0 0,0 0-5 16,0 0 7-16,0 0 4 0,0 0 8 0,0 0 5 15,0 0 9-15,0 0 6 0,0 0-7 0,0 0 2 16,0 0 1-16,0 0 0 0,6-7 4 0,-6 7-11 16,0 0 2-16,0 0-3 0,0 0-4 0,0 0-15 15,0 0 4-15,0 0-1 0,0 0-8 0,0 0-12 16,0 0-13-16,0 0 0 0,0 0-11 0,0 0-17 15,0 0-6-15,0 0 1 0,0 0-9 0,0 0-17 16,0 0 3-16,0 0-6 0,0 0-4 0,0 19-13 16,0-19-7-16,2 13-13 0,-2-13-14 0,1 10-18 15,-1-4-17-15,3 1-23 0,-3-7-28 0,1 13-28 16,-1-8-50-16,0-5-28 0,2 13-44 0,0-7-49 16,-1 0-45-16,3-2-73 0,-4-4-405 0,6 9-931 15,-1-7 412-15</inkml:trace>
  <inkml:trace contextRef="#ctx0" brushRef="#br0" timeOffset="-107219.7899">23417 7992 235 0,'0'0'370'0,"0"0"-5"0,1-8-15 16,-1 8-9-16,0 0-7 0,4-6-15 0,-4 6-10 15,0 0-10-15,4-7-22 0,-4 7-9 0,0 0-19 16,0 0-17-16,0 0-22 0,4-5-18 0,-4 5-20 0,0 0-18 16,0 0-16-16,0 0-11 0,9-4-20 0,-9 4-10 15,0 0-11-15,11 1-14 0,-11-1-5 16,11 5-3-16,-5-2-9 0,0 2-6 0,5 1-7 15,-5-1-4-15,-2 2-5 0,3 2-5 0,-1-2-4 0,-3 0-6 16,3 1-7-16,-4-1-13 0,1 2-15 0,-1-2-19 16,0-1-19-16,-2-6-5 0,0 14 0 0,0-14 6 15,-3 13 3-15,-1-9-1 0,4-4 2 16,-6 10 2-16,2-7 11 0,4-3-4 0,-9 5 12 0,9-5 19 16,-6 4-11-16,6-4 4 0,0 0 20 0,-11-1 6 15,11 1 11-15,0 0 20 0,-3-12 11 0,3 12-2 16,3-16 2-16,0 6-8 0,1 1-8 0,4-2 0 15,0 2-1-15,4-5-11 0,-3 4-17 0,0 2-2 16,1 1-9-16,0-1-35 0,0 1-35 0,2 4-47 16,1-1-57-16,-2 0-47 0,0 4-50 0,-1 0-69 15,1 0-53-15,-4 4-241 0,3-4-691 0,-10 0 307 16</inkml:trace>
  <inkml:trace contextRef="#ctx0" brushRef="#br0" timeOffset="-106813.64">23724 7992 62 0,'0'0'393'0,"2"-10"-1"0,-2 10 8 0,6-4-26 16,-6 4-15-16,0 0-13 0,2-8-19 0,-2 8-17 15,0 0-19-15,0 0-30 0,3-6-29 0,-3 6-23 16,0 0-21-16,0 0-24 0,0 0-15 0,0 0-18 15,0 0-11-15,15 7-16 0,-10-2-9 0,-1 1-11 16,1 1-7-16,0-1-8 0,0 2-9 0,-1-1-4 16,-1-2-16-16,-1 3 2 0,1-1-6 0,-1 1-18 15,1-2-7-15,-2 0-16 0,-1-6-14 0,3 11-22 16,-3-11 8-16,1 7-13 0,-1-7 9 0,0 7-5 16,0-7 8-16,0 0 5 0,0 0 1 0,-1 10 3 15,1-10 7-15,0 0 9 0,0 0 8 0,0 0-6 16,0 0 12-16,0 0 8 0,0 0 9 0,0 0 5 15,0 0 16-15,0 0-1 0,9-26-3 0,-4 17 3 16,-1-1-5-16,2-1-3 0,-2-1-5 0,10-2 5 16,-5 2 4-16,2-1-3 0,-3 3-5 0,1 1-6 0,-1 2-2 15,-1 0-4-15,-1 2-23 0,0 2-20 16,-1 0-49-16,1 1-53 0,-6 2-56 0,12 0-53 16,-12 0-63-16,13 5-62 0,-7-4-47 0,-2 4-233 15,1 0-693-15,0-3 306 0</inkml:trace>
  <inkml:trace contextRef="#ctx0" brushRef="#br0" timeOffset="-106173.16">24034 7964 329 0,'0'0'378'16,"6"-5"-18"-16,-1 2-2 0,-5 3 0 15,6-8-21-15,-6 8-16 0,6-3-11 0,-6 3-11 16,4-5-9-16,-4 5-18 0,0 0-21 0,4-6-24 15,-4 6-29-15,0 0-19 0,0 0-20 0,0 0-24 0,7-2-9 16,-7 2-14-16,0 0-15 0,0 0-5 0,7 13-9 16,-4-9-14-16,-3-4-2 0,6 13-8 0,-1-5-1 15,2 0-7-15,-5 1-9 0,2 0-12 16,1 0-12-16,-2-2-7 0,3 0-7 0,0-1-5 0,1 1-4 16,-1 1-5-16,4-3-4 0,-3 0 3 0,2-1 0 15,-1 3 7-15,3-5-1 0,-1-2-1 0,2 0 10 16,0-2-6-16,5-5 1 0,1 1 1 0,1-1 23 15,-2-3 19-15,-2 2 14 0,-1-3 20 0,0 2 19 16,-5 0 11-16,0 0 4 0,-1-2 11 0,-2 3-1 16,-1 1-4-16,-1-3-5 0,0 2-15 0,-3 1-12 15,2 0-7-15,-2 0-8 0,-1 7 2 0,1-8-5 16,-1 8-8-16,0 0-6 0,0-11-7 0,0 11-12 16,0 0-7-16,0 0-8 0,0 0-1 0,0 0 1 15,0 0-4-15,0 0-2 0,0 0 1 0,-14 19-1 16,10-7 0-16,-2 4 7 0,2-1 1 0,-1 4 16 15,0 0 3-15,2 7 0 0,-2-1 2 0,3 1 4 16,-1-1 0-16,0 3 1 0,0 0-8 0,0 0 5 16,1-3-16-16,1 4 3 0,-1-3 0 0,0 1-11 15,-1 3 3-15,2-5 1 0,-2 3 6 0,1-3-18 16,-2 0 9-16,-1-6-3 0,1-1-10 0,0-1 6 16,-1-1 0-16,1-2 3 0,0-3-3 0,0 0-8 15,3-3 6-15,-4-1-5 0,3 0 3 0,-2-3-4 16,4-4 1-16,-4 9 2 0,0-4 1 0,4-5 0 15,0 0 4-15,-15-3 4 0,15 3-8 0,-10-11-9 16,3 1 0-16,2-1 0 0,1-1 0 0,-2-6 0 16,5-1 0-16,2 1 0 0,4-1 0 0,1 0 0 15,6-6 0-15,-1 8 0 0,7-2 0 0,0-3 0 16,4 7 0-16,1 1 0 0,4 1 0 0,-2 5 0 0,4 4 0 16,-2-3 0-16,4 3-150 0,-13 4-153 15,4 0-99-15,-3 3-120 0,0 1-136 0,0-2-368 16,-6 0-1112-16,-13-2 492 0</inkml:trace>
  <inkml:trace contextRef="#ctx0" brushRef="#br0" timeOffset="-103173.86">25305 8098 19 0,'0'0'175'0,"6"-3"-8"0,-6 3-5 0,0 0-13 16,0 0-11-16,0 0-1 0,0 0-8 0,4-6-3 16,-4 6-1-16,0 0 2 0,0 0 5 0,0 0 8 15,0 0 5-15,0 0 12 0,0 0 11 0,0 0 10 16,0 0 13-16,0 0 8 0,0 0 17 0,0 0 4 0,0 0 6 15,0 0 0-15,0 0-1 0,0 0-3 0,0 0-2 16,0 0-6-16,0 0-3 0,0 0-8 16,0 0-6-16,0 0-6 0,0 0-14 0,0 0-21 15,0 0-9-15,0 0-21 0,0 0-13 0,0 0-13 0,0 0-11 16,-24-6-7-16,15 0-7 0,0 0-9 0,-4 0 20 16,0-1-10-16,3-1-3 0,-3-2-14 0,-1 0 3 15,1-1-8-15,1-5-5 0,4 4-21 16,-3-5 13-16,2 0-1 0,1-2-7 0,2 1-2 0,0-2-2 15,2 2-3-15,0 2-5 0,5 3 1 0,-2 2-4 16,1-1-1-16,1 1-4 0,1-1-7 0,1 3-3 16,-1-1-11-16,5 2 3 0,-2-1-4 0,3 0-4 15,3 3-15-15,0-1 9 0,0 2 3 0,5-2 4 16,-3 1 0-16,-1 3 3 0,1-1-14 0,-1 2 12 16,-3-1 2-16,-1 3-3 0,-8 0-1 0,15 3 1 15,-7 1-2-15,0-1 0 0,-3 2 1 0,0 3 0 16,0 1 2-16,-3 2-3 0,-2 2 4 0,-2 4 2 15,-3 1 11-15,-4 7 0 0,-2 1 6 0,-4 0 1 16,-1 0-4-16,-5 1 2 0,-2 0-2 0,1 0 5 16,-4 1-5-16,-12 3 1 0,12-7 1 0,0 0-5 15,1-2 0-15,0-2 1 0,3-3 0 0,7-7-2 16,2 2-1-16,2-2 4 0,3-2 1 0,2 0-3 16,-1-2 0-16,1 1 2 0,2-2 1 0,1 1-4 15,3-6 4-15,-2 9-8 0,2-9 9 0,-5 5 3 16,5-5 4-16,0 0-17 0,-1 7 14 0,1-7 4 15,0 0 0-15,0 0 11 0,0 0-1 0,14 0 1 16,0-5-8-16,4-2 0 0,7-2-3 0,5-2 0 16,5-1-5-16,2-1-2 0,10-5 2 0,1-1-1 15,-11 6-6-15,17-5-16 0,-16 7-8 0,11-4-12 16,-14 4-27-16,-1 4-39 0,-1 0-40 0,-4 3-56 16,1-1-46-16,-4 4-64 0,-6 1-59 0,-2 1-71 15,0 2-65-15,-6-2-320 0,-1-1-889 0,-11 0 393 16</inkml:trace>
  <inkml:trace contextRef="#ctx0" brushRef="#br0" timeOffset="-102299.08">26226 7887 2 0,'0'0'378'0,"-4"-14"1"0,4 14 2 0,-1-10 14 15,1 10 1-15,0-8 5 0,0 8 3 16,-2-10-1-16,2 10-6 0,-2-9 6 0,2 9-8 15,-4-6-6-15,4 6-20 0,0 0-30 0,0-10-12 16,0 10-23-16,0 0-30 0,0 0-24 0,-2-7-34 0,2 7-27 16,0 0-23-16,0 0-18 0,0 0-18 0,0 0-20 15,0 0 0-15,0 0-18 0,0 0-17 16,0 0 3-16,8 21-13 0,-6-10-5 0,-2 0-4 16,1 2-7-16,-1 1-21 0,2 3-15 0,-4 2-20 0,2-3-10 15,-1 1-21-15,1 1-7 0,-2-3-12 0,0 3-10 16,2-2-20-16,0 0-7 0,-2-4-10 0,4-2-11 15,-4 1 0-15,4-2 1 0,-2 1 3 0,0-3 6 16,0-7 7-16,0 8 13 0,0-8 13 0,2 9 17 16,1-7-4-16,-3-2 9 0,0 0 5 0,15-1 6 15,-15 1 2-15,16-7 10 0,-8 2 9 0,2-1 12 16,1-1 1-16,-2-2 14 0,3 3 4 0,-4-2 4 16,1 1 5-16,0 0 6 0,-2 1 1 0,-2 0-1 15,1 0 25-15,-1 3-4 0,1-1-9 0,-1 1-4 16,-5 3-1-16,9-5-9 0,-9 5-3 0,13-3-1 15,-7 4-3-15,-6-1 1 0,19 4-8 0,-10-2-1 16,2 0-2-16,0 2-9 0,-2-2-11 0,3 3-8 16,-5-1 3-16,3-2 2 0,0 2-3 0,-1-1 1 15,-1-2 2-15,-8-1 7 0,9 2 3 0,-9-2-1 16,10 2 4-16,-10-2 17 0,0 0 14 0,9-7 7 16,-5 3 16-16,-2-3 19 0,0-2 4 0,0-2 8 15,0-5 0-15,4-2 11 0,-4-2 9 0,-2-3-6 16,2-4 7-16,0-1-2 0,-4 2-14 0,6 0-1 15,-4 1-9-15,0 8 2 0,1-1-60 0,-2 0-21 16,1 8 0-16,0-1 0 0,0 2 0 0,0 2 0 16,0 7 0-16,0-11 0 0,0 11 0 0,0-8 0 15,0 8 0-15,0 0 0 0,0 0 0 0,0 0-167 16,0 0-34-16,0 0-48 0,0 0-41 0,0 0-51 0,11 20-46 16,-6-8-41-16,0-2-46 0,4 4-39 0,-1 3-345 15,-3-6-928-15,4 1 412 0</inkml:trace>
  <inkml:trace contextRef="#ctx0" brushRef="#br0" timeOffset="-101532.8">26699 7945 154 0,'0'0'366'0,"0"0"10"0,0 0-1 0,0 0-13 15,0 0-22-15,14-11-19 0,-14 11-25 0,3-7-17 0,-3 7-26 16,8-7-21-16,-3 3-22 0,2 1-19 0,-7 3-20 15,7-7-11-15,-1 6-21 0,-6 1-11 16,9-3-21-16,-9 3-11 0,14 2-9 0,-8 0-11 16,-6-2-6-16,13 6-9 0,-7-3-6 0,-2-1-10 0,2 2-4 15,-3 2-5-15,1-1-1 0,0 1-6 0,-2 1-5 16,-2-7-1-16,1 11-1 0,-1-11-7 0,-3 12-9 16,-1-4-11-16,-3 0-8 0,-3-1 11 15,0 0-1-15,1 0 3 0,-6 2-3 0,-3-2-4 16,2 0 3-16,5-3 11 0,0-1-6 0,1 1-1 0,4-3 0 15,-3 0 7-15,9-1 8 0,0 0 8 0,-16-6 3 16,13 1 2-16,3 5 2 0,-4-10 0 0,4 10 3 16,2-17-3-16,3 8-1 0,0 0-12 0,-1 0 5 15,1-1 3-15,3 1-5 0,-1 1-3 0,3 2 3 16,-4 0-3-16,1-1-3 0,1 3-3 0,-3-1-1 16,2 4 1-16,-7 1-5 0,11-5-6 0,-5 3 1 15,-6 2-3-15,14 0 1 0,-14 0 4 0,12 4-8 16,-6-1-1-16,-2 1 3 0,4-1 0 0,-2 4 6 15,-1-1-6-15,1-1 3 0,-1 0-3 0,2 1 1 16,-3 2 1-16,1-2-3 0,-1-3 4 0,0 2-3 16,1 2 7-16,-5-7 0 0,7 6 1 0,-4-3 3 15,-3-3 1-15,13 2 3 0,-7-2 14 0,-6 0 6 16,23-5 4-16,-5-1 3 0,-1-3 2 0,-2 0 1 16,2-2 2-16,6-7-4 0,-3 4 0 0,2-5-6 15,1 1 12-15,1 0 2 0,-10 4-1 0,0 0-2 16,-3-2-4-16,0 5-3 0,-2 2-1 0,-4 3-1 15,3-2-4-15,-5 2-5 0,1 2-11 0,-4 4-1 16,5-6-4-16,-5 6-7 0,0 0-5 0,0 0-1 16,0 0 3-16,0 0 0 0,0 0-1 0,0 0-3 15,-20 20 4-15,15-12-4 0,-2-1 0 0,0 2 3 16,3-1 0-16,1-1-1 0,2 3-1 0,0-1 5 16,2 0 0-16,3 0 0 0,0-2 0 0,1 4 0 15,0-2 2-15,1-2-4 0,1 1 2 0,0-1-2 16,2 0 1-16,0 3-1 0,-1-2 5 0,-1-4-6 15,3 2 5-15,-2 1-5 0,-1-1 0 0,-1-3-2 16,0 2 0-16,0-1 6 0,-6-4-5 0,5 5-2 0,-1-1 0 16,-4-4-4-16,4 5-1 0,-4-5-5 0,0 0 4 15,0 0 4-15,0 0 2 0,-13 13-7 16,3-10 7-16,-2-1-5 0,0 0-14 0,-1-1-21 0,0 3-21 16,-6-3-22-16,2 0-29 0,5-1-24 0,1 1-35 15,0-2-32-15,-1 0-26 0,12 1-41 0,-10-5-71 16,10 5-62-16,-9-5-307 0,9 0-771 0,0 5 342 15</inkml:trace>
  <inkml:trace contextRef="#ctx0" brushRef="#br0" timeOffset="-101079.78">27463 7702 402 0,'14'-26'431'15,"-7"7"-2"-15,-1 3-6 0,-1-1-1 0,-1 7-9 16,-1 1-8-16,-1-2-13 0,0 6-28 0,0-3-33 16,-2 8-33-16,3-10-36 0,-3 10-28 0,2-5-24 15,-2 5-22-15,0 0-17 0,0 0-6 0,0 0-9 16,4 25-20-16,-4-13-11 0,0-1-12 0,-2 8-9 16,0 0-13-16,0-2-7 0,1 2-8 0,0 0-3 15,-2 6-14-15,-1-6-2 0,1 1-8 0,0-1-2 16,2 0-5-16,-1-1-7 0,-1 0-5 0,3-1-8 15,0-2-8-15,3-2-9 0,-3-3-8 0,2 2 2 16,2-4-1-16,-1-1-1 0,-1 0 1 0,3-3 5 16,-1 3 0-16,2-4 0 0,-6-3 1 0,16 0 0 15,-9-2 1-15,2-1 0 0,2-2 0 0,3-1-3 16,-3-2 3-16,2 1 0 0,-2 2-1 0,1-8-1 16,-1 8 3-16,-2 0-11 0,-4-1 15 0,1 1 2 15,1 2 0-15,-7 3-2 0,9-4-4 0,-4 0-1 16,-5 4-16-16,8-3 14 0,-8 3-3 0,0 0 3 15,12 2 0-15,-12-2-4 0,9 7 2 0,-5-4 1 16,0 2-2-16,-4-5-1 0,10 8 1 0,-6-5 2 16,0 3 0-16,-1-2 0 0,3 1-16 0,-3 1-32 15,-3-6-39-15,4 7-41 0,2-3-34 0,-6-4-60 16,10 3-68-16,-3 0-72 0,-7-3-89 0,14 0-420 16,-14 0-941-16,17-6 417 0</inkml:trace>
  <inkml:trace contextRef="#ctx0" brushRef="#br0" timeOffset="-100126.7899">28480 7827 208 0,'0'0'296'15,"0"0"2"-15,0 0 12 0,0 0 4 0,0 0 12 16,0 0 16-16,0 0-12 0,0 0 20 0,0 0 7 15,0 0-5-15,0 0-4 0,0 0-7 0,0 0 2 16,0 0-1-16,0 0-4 0,0 0-9 0,12-18-13 16,-12 18-10-16,0 0-18 0,2-7-24 0,-2 7-16 15,0 0-20-15,0 0-24 0,3-6-26 0,-3 6-27 16,0 0-8-16,0 0-23 0,0 0-12 0,0 0-15 16,0 0-73-16,0 0-20 0,0 0 0 0,5 21 0 15,-4-13 0-15,-1 3 0 0,3 2 0 0,0 2 0 16,-3 2 0-16,1 0 0 0,-1 1 0 0,2 0 0 15,-2-3 0-15,2 4 0 0,-1-3 0 0,0-4 0 16,2 1 0-16,-3 0 0 0,1-1 0 0,-1-1 0 16,1 0-84-16,0-2-30 0,-1-3-1 0,0-6 3 15,2 12 11-15,-2-7 14 0,0-5 10 0,4 7 14 16,-4-7 4-16,0 0 8 0,0 0 10 0,0 0 12 16,19-13 17-16,-10 5 14 0,-3 1 3 0,1-2 4 15,-1-1 13-15,1 1 8 0,0-1 10 0,-2 1 11 16,3-1 3-16,-4 1 5 0,2 0-9 0,-2 4 10 15,0 2 2-15,-4 3-15 0,7-11 1 0,-7 11-4 16,6-3-5-16,-6 3-9 0,2-7-6 0,-2 7 4 16,6-3-13-16,-6 3 2 0,0 0-3 0,0 0-4 15,18 7 2-15,-11-4 2 0,2 0-8 0,0 4 6 16,-2-2 4-16,2 1-10 0,1 1-20 0,1-2-2 16,-2 1-13-16,2-1 1 0,-3 1-6 0,-1-1-6 0,2-1 13 15,-4-2 4-15,-5-2-2 0,11 4 6 16,-11-4 5-16,10 2 6 0,-10-2 3 0,13-3 4 15,-8 0 15-15,1 0 9 0,-1-2 10 0,-1-1-5 16,2-2 18-16,-2-3-2 0,0-2-1 0,0-5 9 0,3-6-5 16,-2-2 0-16,2 3-22 0,-3-2-25 0,0 0 0 15,-2 5 0-15,0 1 0 0,-1 3 0 16,-1 4 0-16,3 0 0 0,-1 1 0 0,-3 4 0 16,2 0 0-16,-1 7 0 0,3-11 0 0,-3 11 0 0,1-8 0 15,-1 8 0-15,0 0 0 0,4-6 0 0,-4 6 0 16,0 0-62-16,0 0-136 0,0 0-47 0,10 17-50 15,-6-11-40-15,-2 2-69 0,1 0-49 0,-2 1-46 16,2 2-43-16,-3-3-318 0,2 4-932 16,-2-3 413-16</inkml:trace>
  <inkml:trace contextRef="#ctx0" brushRef="#br0" timeOffset="-99017.68">28965 7938 76 0,'5'-4'366'0,"-5"4"5"0,0 0 1 16,2-8-16-16,-2 8-9 0,4-7-16 0,-4 7-19 16,7-6-8-16,-7 6-8 0,3-4-19 0,-3 4-19 15,3-7-24-15,-3 7-23 0,0 0-26 0,9-3-19 16,-9 3-18-16,0 0-13 0,13 2-18 0,-13-2-13 16,10 3-10-16,-5-1-11 0,0 2-12 0,2-1-4 15,-1 1-4-15,-2 3-11 0,0-4-11 0,0 4-15 16,-4-7-16-16,3 11-10 0,-1-7-16 0,-2-4-8 15,1 11-11-15,-1-4-9 0,0-7-12 0,-4 13-2 16,1-8 7-16,0-1-9 0,-1 2-13 0,-1-1 5 16,-7-2-2-16,4 1 3 0,1 0 1 0,-2-3 5 15,9-1 8-15,-12 2 12 0,6-1 9 0,6-1 16 16,-13-1 12-16,13 1 26 0,-6-4-12 0,6 4 39 16,-5-9 14-16,5 9-9 0,-2-9-4 0,2 9-1 15,6-14-2-15,-4 7 2 0,3 2-9 0,0-1 9 16,0 1-2-16,-1-1-10 0,1 3-3 0,1-2-3 15,0 2 0-15,0-1-6 0,-6 4-7 0,10-4-8 16,-3 4 5-16,-7 0 1 0,14 2-5 0,-14-2-1 16,11 3-2-16,-5 0 5 0,0 0-4 0,0 1-1 15,1 0-5-15,-3-1-1 0,1 4 1 0,-1-3-4 16,1 3 3-16,0-3 4 0,-2 3-1 0,1-1-5 16,2-1 5-16,-3 1-2 0,3-1 0 0,-3 1-8 15,5-1 0-15,-2 1 7 0,1-4-5 0,2 3-8 16,1-3 9-16,0-2 4 0,0 1 5 0,2-2-3 15,2-1 1-15,-1-1-17 0,-1-1 14 0,8-5 2 16,-4 1 13-16,1-1 4 0,0-3 3 0,-1 1 16 16,-2-1 7-16,4-9-2 0,1 0 0 0,-1 0 25 15,-1-3 8-15,-2 2-4 0,0 0 4 0,-4 5-3 16,-2-5 6-16,-2 7 8 0,2-2-4 0,-4 5-8 16,-1 0-3-16,-1 3 3 0,1-2-7 0,-3 5 3 0,0 1-3 15,-1 5-8-15,5-10-12 0,-1 5-13 16,-4 5-4-16,0 0-10 0,0 0 0 0,0 0-3 15,0 0-2-15,0 0-2 0,0 0-2 0,0 0-3 16,-17 28 0-16,11-14-4 0,3-2-1 0,-3 5 2 0,0 0-5 16,2-1 3-16,0 0-2 0,1 2 7 0,0 1-5 15,4-1 0-15,-4 1 0 0,3-1-3 16,0-1 2-16,3 1-9 0,-2-2-8 0,6 2 0 16,0-4-6-16,3-1-7 0,1 1 0 0,3-3-1 0,-3-1-1 15,1-5 4-15,4 2 4 0,-3-4 1 0,-1 0 8 16,4-1-4-16,-2-4 2 0,-1-1 4 0,4-2 0 15,-1-1 4-15,1-3-9 0,-8 3 13 16,2-6 10-16,1 5-4 0,-2-8 2 0,-1 8 1 16,-1-4 8-16,-1 1 2 0,-1 1-2 0,-3-1-9 0,1 1 7 15,-1 4 2-15,-2-3 5 0,-1 8-4 0,3-9-2 16,-3 9-2-16,3-8-8 0,-3 8-2 0,0 0-6 16,4-5 3-16,-4 5-3 0,0 0-5 15,0 0 1-15,0 0 1 0,0 0 2 0,0 0-8 0,0 0 7 16,0 0 0-16,-12 19-7 0,12-19-4 0,-3 8-16 15,3 0 6-15,-3-2 3 0,2 4-4 0,1-3-6 16,0-7-8-16,1 15-5 0,1-9-1 0,-1 1-2 16,3-2 0-16,-2 2-2 0,5-1 1 0,-5-1-7 15,6 3 3-15,-2-5 10 0,1 2-2 0,2-4 6 16,1 1 4-16,1-2 2 0,2-1 2 0,-1-1 9 16,0 0-1-16,2-1 3 0,-2-1 1 0,2-1 4 15,-4 0-1-15,4-1 7 0,-3 1-2 0,0 0 7 16,0-1 0-16,-2 2 9 0,-1 0 2 0,-1 1 1 15,-1-1 1-15,-1 0 2 0,-5 4-5 0,8-3 1 16,-8 3-6-16,5-4-1 0,-5 4 2 0,0 0 1 16,11 7-1-16,-11-7-4 0,5 5 2 0,-5-5 0 15,6 9 1-15,-4-2 1 0,2 0-4 0,-1-3 3 16,-1 5 0-16,2-2-1 0,0 0 2 0,-2-1 1 16,1-1 0-16,-3-5-9 0,4 10-18 0,-4-10-20 15,2 6-39-15,-2-6-16 0,4 4-25 0,-4-4-28 16,0 0-57-16,0 0-75 0,0 0-57 0,0 0-59 15,0 0-321-15,5-15-781 0,-5 6 346 0</inkml:trace>
  <inkml:trace contextRef="#ctx0" brushRef="#br0" timeOffset="-98814.6">29854 7777 332 0,'-9'-12'512'0,"3"7"23"0,3 2 14 0,3 3-1 15,-5-8-14-15,5 8-12 0,0 0-37 0,-5-7-50 16,5 7-37-16,0 0-42 0,0 0-40 0,9-12-54 16,5 9-46-16,5-2-30 0,9 1-34 0,4 1-54 15,-1-2-63-15,2 3-56 0,-2 1-55 0,0 2-43 16,-3-1-54-16,0 0-41 0,-8 0-37 0,-7 0-33 16,1 1-51-16,-1-2-60 0,-2 2-58 0,-3-1-239 15,-8 0-750-15,0 0 333 0</inkml:trace>
  <inkml:trace contextRef="#ctx0" brushRef="#br0" timeOffset="-98439.7">30633 7985 47 0,'0'0'495'0,"0"0"5"15,0 0-2-15,-4-21-14 0,4 21-16 0,0-9-10 16,0 9-16-16,1-7-22 0,-1 7-16 0,0 0-23 16,0 0-14-16,1-11-29 0,-1 11-43 0,0 0-26 15,0 0-33-15,0 0-31 0,0 0-19 0,0 0-27 16,0 0-20-16,0 0-16 0,0 0-10 0,0 0-11 15,0 0-18-15,0 0 10 0,0 0-20 0,-1 27-3 16,1-17-5-16,-1 1-12 0,1 0-1 0,0 0-20 0,1 1-10 16,-1-2-17-16,-1 1-23 0,2-1-25 15,-1-2-31-15,-1 1-25 0,1-9-33 0,-2 13-37 16,2-6-40-16,0-7-38 0,2 8-50 0,-2-8-24 16,0 0-18-16,0 0-43 0,-4 7-68 0,4-7-371 15,0 0-889-15,0 0 393 0</inkml:trace>
  <inkml:trace contextRef="#ctx0" brushRef="#br0" timeOffset="-98267.86">30630 7858 236 0,'0'0'390'16,"0"-8"18"-16,0 8-12 0,-3-7-27 0,3 7-28 0,0 0-18 16,0-9-44-16,0 9-34 0,0 0-31 15,0 0-48-15,0 0-59 0,-1-9-53 0,1 9-38 16,0 0-37-16,0 0-51 0,0 0-59 0,13 16-71 15,-7-13-60-15,2 5-214 0,2-2-516 0,-1 0 228 0</inkml:trace>
  <inkml:trace contextRef="#ctx0" brushRef="#br0" timeOffset="-97846.08">30865 7906 338 0,'0'0'376'0,"5"-7"14"16,-1 2 16-16,-4 5 5 0,4-5-3 0,-4 5-5 15,1-8-16-15,-1 8-28 0,0 0-23 16,3-6-26-16,-3 6-28 0,0 0-31 0,0 0-30 16,0 0-27-16,0 0-19 0,0 0-25 0,0 0-17 15,0 0-12-15,0 0-11 0,0 0-16 0,0 0-3 0,-27 16-10 16,23-9-15-16,-4-1-13 0,2 3-13 0,0-2-17 16,-1 2-9-16,2-3-10 0,0 0-5 15,2 1-3-15,1-3-1 0,-1 3-3 0,3-7 2 16,-2 11 4-16,2-11-2 0,1 8 1 0,-1-8 2 15,6 9 2-15,-2-5 1 0,0-1-2 0,1 1 0 0,2-1 1 16,-7-3-1-16,11 5 0 0,-4-4 2 0,-2 2 2 16,-5-3-2-16,11 2-6 0,-11-2 4 0,8 5-4 15,-4-3-1-15,-4-2 1 0,11 4-3 16,-6 0 0-16,0-1 5 0,0 1-4 0,1 0 2 16,-4 0-3-16,2 1 1 0,-4-5 1 0,5 14 0 0,-4-10-2 15,-1-4-1-15,-1 12-1 0,1-12-7 0,-6 11-1 16,1-4 2-16,-2-2-13 0,-1 0-16 15,-2-1-20-15,0 0-14 0,-2 0-32 0,-1-1-33 16,1 0-14-16,-1-1-21 0,2-1-19 0,-1 0-19 16,1 0-9-16,3 1-6 0,8-2-12 0,-12 1-19 0,12-1-41 15,0 0-29-15,-8-4-211 0,8 4-588 0,0 0 260 16</inkml:trace>
  <inkml:trace contextRef="#ctx0" brushRef="#br0" timeOffset="-97346.2">31721 7775 241 0,'8'-17'365'0,"-2"1"7"16,2-3 6-16,-4 3 2 0,1-2 3 15,-4 3-7-15,-1 4-3 0,1-2-11 0,-2-3-16 16,0 4-17-16,1 3-10 0,-1 1-21 0,-2-1-22 16,3 9-25-16,-2-9-32 0,2 9-36 0,-2-7-11 15,2 7-23-15,0 0-15 0,0 0-12 0,-16 9-14 0,8-3-9 16,1 5-9-16,-4 3-6 0,-3 7-11 16,3-3-4-16,-5 3-6 0,1 2-9 0,1-3 3 15,0 3-16-15,4-8-12 0,-1 1-4 0,0 1-9 16,3-5-7-16,2-2-7 0,2-2 5 0,-1 1-2 15,2 0 3-15,3-2 1 0,0-7 1 0,2 13-2 0,3-6 1 16,2 0-3-16,2 0 0 0,7 2 0 0,-6-2-1 16,5 4-3-16,-2-1 2 0,1 2 0 15,0-3 6-15,-1 2 7 0,-2-3-8 0,-2 0-3 16,-1-2-1-16,-1 0 0 0,0 1-5 0,-2-2 3 16,-2 1-7-16,-1-1 3 0,-2-5-3 0,4 11 5 15,-4-11-2-15,-1 10 4 0,1-10 2 0,-5 8 0 0,1-2 0 16,-1-3-6-16,-3 1-6 0,-1 1-8 15,-1 1-16-15,-1-3-12 0,-2 1-18 0,-1-1-24 16,2 0-30-16,-1 1-25 0,1 0-27 0,1-1-53 16,4 0-45-16,-2-2-41 0,9-1-28 0,-13 3-31 15,13-3-32-15,0 0-345 0,0 0-803 0,0 0 356 16</inkml:trace>
  <inkml:trace contextRef="#ctx0" brushRef="#br0" timeOffset="-96268.33">31890 7973 183 0,'5'-3'334'0,"4"-4"-10"0,-1 0-6 0,-1-1-2 16,0 1-18-16,2 0-3 0,-9 7-15 0,10-8-19 16,-5 2-4-16,2 3-14 0,-2-1-10 0,0 0-10 15,-5 4-20-15,7-7-17 0,-7 7-19 0,6-4-20 16,-6 4-12-16,6 0-17 0,-6 0-14 0,0 0-12 15,13 4-13-15,-13-4-4 0,9 8-14 0,-6-3-1 16,1 0-7-16,0 2-5 0,0 1-8 0,-3 2-3 16,2-3-4-16,-2 0-5 0,-1 4-2 0,0-5-9 15,0 3-1-15,-5 0-25 0,4-3 4 0,-4 3-12 16,-1-1 18-16,0-1-3 0,1-1-2 0,-1-1-5 16,-3 0 1-16,0-1-1 0,-2 0-4 0,0-2 0 15,2 2 3-15,-1-4 3 0,10 0 1 0,-13 0 2 16,13 0 1-16,-9-2 0 0,9 2 2 0,-8-7-4 15,8 7 5-15,-5-8 1 0,5 0 0 0,0 8-5 16,7-17 4-16,-4 8-9 0,5-2 4 0,-1 4 9 16,3-4 5-16,-3 4 0 0,2-1 5 0,-1-1-1 15,1 4 9-15,-4 0-3 0,0 0-4 0,3 2-1 16,-3-2-4-16,-5 5-1 0,11-1 2 0,-11 1-7 16,11-2 0-16,-11 2 5 0,9 5-9 0,-4 0 2 15,1-1 0-15,-1-1-3 0,-2 4 6 0,1-3-8 16,0 3 3-16,-2 0 0 0,1-2 2 0,4 5-4 15,-4-4-6-15,-2 1 7 0,2-1 2 0,-3-6 2 16,4 12 1-16,-2-5-5 0,-2-7-7 0,1 9 6 16,-1-9 6-16,2 4 2 0,-2-4 6 0,0 0-4 15,0 0 2-15,6 6-9 0,-6-6 8 0,0 0-4 16,17-7 3-16,-11 4-2 0,3-4 0 0,5-2-1 16,1 0-7-16,2-2 9 0,-3 3 5 0,-3 0 15 15,0 2 3-15,-1 0 1 0,1 1 0 0,-3-2-1 16,1 3 4-16,-1 1-3 0,-2-1-6 0,-1 1-1 15,-5 3-2-15,9-4-7 0,-9 4-3 0,8-2 1 16,-8 2-5-16,0 0-1 0,10 5-3 16,-10-5 4-16,5 11-1 0,-1-7-1 0,-1 3-5 0,-1 1-3 15,2-1-4-15,1 1-9 0,-2-1-10 0,-2-1-1 16,3 0-6-16,-2 0-8 0,-2-6 0 0,3 12-9 16,-1-9-5-16,-2-3-1 0,0 0 3 0,4 12-3 15,-4-12 22-15,0 0 1 0,2 7 8 16,-2-7 2-16,0 0 4 0,0 0 0 0,0 0 5 0,14-4 0 15,-14 4 7-15,10-13-4 0,-2 4 8 0,2 0 10 16,3-3-5-16,-4 3 6 0,2 2 13 0,-2-1-1 16,0 1-5-16,1 0 4 0,-2 0-6 0,-1 3-6 15,1-1 8-15,-3 2-1 0,2 0 1 0,-7 3-9 16,7-7-4-16,-7 7-1 0,9 0 1 16,-9 0 0-16,7 7 0 0,-7-7-2 0,10 6-4 0,-6-1 10 15,-2-1-11-15,-2-4 4 0,5 10-4 0,-1-3 7 16,-1-3-1-16,-1 4-3 0,1-2 2 0,-3-6-7 15,5 10 7-15,-4-4 4 0,-1-6 2 0,3 7-5 16,-3-7 5-16,4 7-6 0,-4-7 3 16,0 0 1-16,2 7 0 0,-2-7 4 0,4 3-1 15,-4-3-4-15,0 0 5 0,0 0-1 0,15-2 7 0,-15 2 4 16,13-8 4-16,-5 1 1 0,2 3 15 0,-1-4 5 16,1 4-1-16,-1-2 4 0,-3 3 14 0,1-1 12 15,-2-3 2-15,-5 7-2 0,10-4-2 0,-3 0 0 16,-2 1-8-16,-5 3-7 0,6-5-6 15,-6 5-1-15,7-3-9 0,-7 3-7 0,0 0-5 16,0 0 0-16,8-4-7 0,-8 4 2 0,0 0-3 0,0 0-7 16,0 0-1-16,0 0-1 0,0 0 1 0,0 0-5 15,49 30-4-15,-49-30 4 0,0 0-4 16,22 27-4-16,-22-27 1 0,0 0-10 0,11 24-17 16,-11-24-6-16,0 0-17 0,10 25-18 0,-10-25-23 15,0 0-19-15,0 0-29 0,0 0-25 0,0 0-25 16,0 0-22-16,0 0-7 0,11 26-23 0,-11-26-66 15,0 0-77-15,0 0-334 0,0 0-776 0,0 0 344 0</inkml:trace>
  <inkml:trace contextRef="#ctx0" brushRef="#br0" timeOffset="-95737.2">32951 8003 185 0,'0'0'281'0,"0"0"-4"0,0 0-4 0,0 0-10 16,0 0-14-16,0 0-1 0,0 0-14 0,0 0-3 15,0 0-9-15,0 0-13 0,0 0-20 0,0 0-15 16,0 0-11-16,0 0-16 0,0 0-17 0,0 0-10 16,0 0-13-16,0 0-10 0,0 0-6 0,0 0 0 15,0 0-14-15,0 0-5 0,0 0-10 0,0 0-13 16,0 0 6-16,0 0-7 0,0 0-8 0,0 0-4 15,0 0 0-15,0 0-2 0,56 6 3 16,-56-6-8-16,0 0-1 0,50-6 6 0,-50 6-1 16,36-7 2-16,-36 7 3 0,30-7 10 0,-30 7 9 0,0 0-4 15,37-16 3-15,-37 16 2 0,0 0-1 0,27-16 18 16,-27 16-3-16,0 0-9 0,0 0-5 0,15-20-7 16,-15 20-11-16,0 0 0 0,0 0-10 0,0 0-2 15,0 0-6-15,0 0-3 0,0 0-4 0,0 0-2 16,0 0-5-16,-30-57 2 0,30 57-1 15,0 0-7-15,-31-6 1 0,31 6-2 0,0 0-2 16,-56 7 4-16,56-7 0 0,-47 17-3 0,47-17 0 0,-39 17 0 16,21-6-1-16,18-11 1 0,-34 20-2 0,34-20-4 15,-23 18 1-15,23-18 0 0,-20 20-9 16,20-20-6-16,0 0 3 0,-20 22 2 0,20-22 3 16,0 0 3-16,0 0-1 0,0 0 7 0,29 51-1 15,-8-36-5-15,3-3-3 0,4 1 0 0,3-2-9 16,4-2-17-16,1 0-17 0,-2-4-18 0,1 1-8 15,-1-3-36-15,-34-3-21 0,63 4-23 0,-35-4-24 16,-28 0-23-16,50 0-18 0,-50 0-33 0,38-5-44 16,-38 5-28-16,0 0-214 0,50-5-589 0,-50 5 261 15</inkml:trace>
  <inkml:trace contextRef="#ctx0" brushRef="#br0" timeOffset="-95526.5">33567 8077 36 0,'0'0'479'0,"0"0"-29"15,0 0-35-15,0 0-33 0,0 0-38 0,0 0-40 16,0 0-31-16,0 0-24 0,0 0-22 0,0 0-27 16,0 0-31-16,0 0-36 0,0 0-50 0,0 0-56 15,0 0-56-15,0 0-58 0,0 0-49 0,0 0-46 16,0 0-62-16,0 0-272 0,0 0-558 0,0 0 246 0</inkml:trace>
  <inkml:trace contextRef="#ctx0" brushRef="#br0" timeOffset="-87187.11">1740 9120 115 0,'0'0'410'15,"0"0"19"-15,1-9 12 0,-1 9 11 0,0 0 1 0,1-8 0 16,-1 8 1-16,0 0-14 0,0-11-20 0,0 11-13 16,0 0-12-16,2-10-19 0,-2 10-21 15,0 0-29-15,0 0-31 0,0 0-26 0,0-9-31 16,0 9-29-16,0 0-18 0,0 0-21 0,0 0-21 0,0 0-12 16,0 0-16-16,0 0-12 0,13 15-13 0,-9-7-6 15,0 3-10-15,-1 3-6 0,4 5-37 16,-2 5-37-16,-1-6 0 0,3 6 0 0,-5-5 0 15,0 5 0-15,2-6 0 0,-3 0 0 0,3 1 0 0,-3-1 0 16,1-1 0-16,0 2 0 0,-4-4 0 0,2 2-20 16,0-2-112-16,0-3-25 0,-2-1-27 0,1 0-34 15,0-1-19-15,1-3-31 0,1 0-34 0,-1-7-57 16,-1 12-29-16,1-12-30 0,-3 6-25 0,3-6-39 16,0 0-283-16,0 0-827 0,0 0 367 0</inkml:trace>
  <inkml:trace contextRef="#ctx0" brushRef="#br0" timeOffset="-86968.42">1836 9337 312 0,'4'-6'394'0,"-4"6"20"16,2-6 9-16,-2 6-7 0,0 0-13 0,3-7-27 16,-3 7-23-16,0 0-25 0,2-6-28 0,-2 6-30 15,0 0-26-15,4-6-26 0,-4 6-23 0,0 0-22 16,4-5-26-16,-4 5-37 0,12-4-39 0,-5 3-45 15,2 0-46-15,4-1-34 0,0-1-38 0,0 1-31 16,7-4-31-16,-1 5-32 0,0-4-35 0,3 1-28 16,-2-1-35-16,2-1-22 0,-3-2-16 0,1 1-205 15,-5 3-572-15,0-6 254 0</inkml:trace>
  <inkml:trace contextRef="#ctx0" brushRef="#br0" timeOffset="-86718.47">2135 9176 3 0,'0'0'207'0,"-9"-4"38"16,4 1 34-16,5 3 25 0,-9-8 32 0,4 1 40 15,1 3 30-15,4 4 28 0,-6-8 21 0,6 8-3 16,-7-9 7-16,7 9-3 0,-5-7-8 16,5 7-15-16,-4-5-11 0,4 5-20 0,0 0-20 0,-5-7-35 15,5 7-17-15,0 0-34 0,0 0-27 0,0 0-18 16,-5-4-52-16,5 4-199 0,0 0 0 0,0 0 0 16,0 0 0-16,0 0 0 0,0 0 0 0,0 0 0 15,0 0 0-15,-6 25 0 0,4-14 0 0,1 6 0 16,-1 1 0-16,0-1 0 0,0 2 0 0,-1 0 0 15,2-1 0-15,-2 2 0 0,5-4 0 0,0 1 0 16,-2 1 0-16,3-1 0 0,1-1 0 0,-1-4-43 16,7 1-344-16,-4-1-31 0,-1-1-27 0,3-2-28 15,-1 1-40-15,1-6-21 0,2 2-363 0,-1 1-971 16,0-3 430-16</inkml:trace>
  <inkml:trace contextRef="#ctx0" brushRef="#br0" timeOffset="-85890.5399">2225 9397 8 0,'3'-5'284'0,"-3"5"21"16,5-4 12-16,-5 4 11 0,0 0 1 0,3-7 15 15,-3 7 1-15,6-4 4 0,-6 4-5 0,0 0-8 16,0 0-11-16,3-6-17 0,-3 6-20 0,0 0-22 16,0 0-24-16,0 0-24 0,0 0-24 0,0 0-17 15,0 0-20-15,0 0-17 0,0 0-17 0,0 0-14 16,6-4-15-16,-6 4-6 0,0 0-10 0,0 0-5 15,0 0-11-15,9 10-5 0,-9-10-3 0,7 3-8 16,-1 0 2-16,-6-3-3 0,12 3-4 0,-6-3-5 16,3 2-4-16,2-2 1 0,3-2-8 0,2-3-3 15,2 1-8-15,-2-2-1 0,3-2 2 0,-3-1-3 16,0 0-4-16,-3 4 3 0,1-4 0 0,-4 3 7 16,1-1-12-16,-4 3 3 0,0 0 1 0,-2 0-1 15,0-1-3-15,-2-1 3 0,-3 6 7 0,3-7 7 16,-3 7 0-16,0 0 1 0,0-10-8 0,0 10-1 15,0 0 1-15,-6-10-11 0,6 10 5 0,-8-3-11 16,8 3 3-16,-11 0-4 0,11 0 1 0,-13 3 0 16,8 1-5-16,-3 2 3 0,-2 2-1 0,1 1 2 15,0-1-1-15,4 1-2 0,-3 1 1 0,-1 3 2 16,3-1-5-16,1-3-5 0,0 4-7 0,1-3 4 16,2 0-2-16,-2 0-7 0,0 0-2 0,1-2-8 15,1 2 5-15,4-1 0 0,1 0 6 0,2-2 2 16,5 1 4-16,-1-4 3 0,1 0 6 0,6-2-3 15,-4-1 0-15,11-1 2 0,-1-1 2 0,-3 0 1 16,11-4 2-16,-2 1-2 0,-7-2 9 0,0 1-3 16,-2-1 14-16,-1-2 6 0,-3 1 5 0,1 0 4 15,-5 0 9-15,-2 1 11 0,3-4 15 0,-6 4 0 16,0 0 5-16,0 0-5 0,-1 3-1 0,0-2 7 16,-1 0-2-16,-4 5-5 0,2-7-9 0,-2 7-4 15,0 0-3-15,3-8-11 0,-3 8-1 0,0 0-8 16,4-5 2-16,-4 5-9 0,0 0-4 0,0 0-8 15,0 0-3-15,0 0-12 0,0 0-1 0,0 0-8 16,0 0 1-16,0 0-8 0,0 0-13 0,7 13-6 16,-7-13-9-16,2 11-9 0,-2-11-6 0,1 9-12 15,0-3-6-15,-1-6-6 0,1 10 0 0,-1-10-3 16,5 10 0-16,-5-10-1 0,2 7 6 0,-2-7 0 16,3 5 19-16,-3-5 2 0,4 4 8 0,-4-4 4 15,0 0 9-15,9 3 4 0,-9-3-1 0,12-1 12 16,-12 1-5-16,11-7 10 0,-4 3 5 0,-3 0 9 15,2 1-2-15,2-3 13 0,-2 3 4 0,-6 3 10 16,10-7 9-16,-5 3 5 0,-5 4 7 0,12-6 1 16,-12 6-6-16,5-2-3 0,-5 2-6 0,5-3-2 15,-5 3-5-15,0 0 0 0,0 0-2 0,10 0-3 16,-10 0 1-16,0 0-2 0,9 10 0 0,-5-6 1 16,-1 1 0-16,-3-5-2 0,6 9 0 0,-3-5-12 15,0 2-30-15,0-1-36 0,1 2-54 0,-4-7-45 16,6 10-61-16,-3-5-50 0,-1 0-48 0,-2-5-55 0,8 7-55 15,-8-7-264-15,0 0-760 0,15 2 336 16</inkml:trace>
  <inkml:trace contextRef="#ctx0" brushRef="#br0" timeOffset="-85296.92">3134 9312 167 0,'0'0'337'0,"0"0"9"0,8-9 5 0,-8 9 7 15,0 0-4-15,5-10-1 0,-5 10-4 0,2-3-4 16,-2 3-7-16,0 0-15 0,1-8-13 0,-1 8-21 16,0 0-13-16,0 0-20 0,0 0-18 0,0 0-22 0,0 0-23 15,0 0-17-15,0 0-21 0,0 0-15 16,0 0-16-16,0 0-7 0,0 0-17 0,0 0-11 16,0 0-9-16,0 0-7 0,0 0-9 0,0 0-8 15,-14 14-7-15,10-7-1 0,-1 1-9 0,0-1-2 16,-3 2 5-16,4 0-12 0,2 0-3 0,0 0-14 0,-2 2-10 15,2 1-13-15,1-1-5 0,-2-2-6 16,3 2-16-16,-4-1-8 0,4-1-11 0,-1 0 0 16,5 0-4-16,-3-2-1 0,2 1 2 0,0 0 6 15,3-4 9-15,3 1 3 0,-1 0 2 0,3-1 8 16,-1-2 0-16,4-2 6 0,-1 0 4 0,6-1-2 0,-2-4 11 16,2 0 7-16,1 0 11 0,-1-3 2 0,0-2 4 15,-2 2 1-15,1-3 2 0,-3 1 1 16,1-1 3-16,-1 0 3 0,-1 0 7 0,-1 0 6 15,-3 2-2-15,-4-1 3 0,2 0 5 0,-3 0 10 16,0-1 7-16,2 2 3 0,-5 1-2 0,1 1-7 0,-2 1-3 16,-1 6-2-16,0-11-6 0,0 11-7 0,0 0 0 15,-1-11-10-15,1 11-6 0,0 0-4 16,-5-5-2-16,5 5 1 0,0 0-2 0,0 0-2 16,-19 8 0-16,12-2-8 0,1-1 8 0,-3 5-8 15,2-1 7-15,0 1-5 0,-1 4 1 0,1-2-4 0,1-1-12 16,1 2-7-16,0-2-6 0,2-2-1 15,1 2-2-15,1 0 0 0,1-1 5 0,1 0 5 0,3-1 4 16,2-1 0-16,3-3 1 0,3 1 10 16,-1-4-6-16,8 1 2 0,2-2 1 0,8-1 1 0,2-1 3 15,1-3 0-15,-1-1-4 0,1 0-2 0,-3-2-21 16,-4 3-30-16,-3-2-36 0,-3 3-35 0,-1-2-45 16,0 1-41-16,-5 0-55 0,-4 0-63 0,-2 2-81 15,-7 2-424-15,12-6-908 0,-12 6 402 16</inkml:trace>
  <inkml:trace contextRef="#ctx0" brushRef="#br0" timeOffset="-84173.13">4783 9154 160 0,'4'-11'296'0,"-2"0"-5"0,0-1-4 0,0 0 3 0,-2 0 7 15,3 0 10-15,-3 4-1 0,0-5 4 0,-3 4 2 16,3-2-1-16,0 11 0 0,0-13-12 0,1 5-8 16,-1 8-15-16,-1-11-16 0,1 11-18 0,-1-11-17 15,1 11-27-15,-3-4-24 0,3 4-15 0,0 0-20 16,-6-7-21-16,6 7-13 0,0 0-7 0,-19 7-11 16,7 1-14-16,-2 4-3 0,-7 8-9 0,1 0-2 15,-4 3-12-15,2 2-6 0,-2 2-1 0,2 0-12 16,-2-2-9-16,5 2-15 0,0-2-17 0,1-3-16 15,8-5-5-15,0-2-2 0,4-4 3 0,4 0 4 16,-1-2 1-16,3 0 5 0,3 0 6 0,2-2 0 16,0-3 3-16,4 1-2 0,1 1 9 0,2-2-4 15,2 1 2-15,2-2 4 0,-2 2-3 0,4-2 4 16,1 0-4-16,1 0 3 0,-4 0 1 0,-2 0 1 16,3 1-3-16,1-1 6 0,-7 3-1 0,2-3 4 15,-3 0-1-15,-1 1-2 0,0 3 0 0,-1-3-5 0,-3 1 4 16,-1 0-1-16,1 2 0 0,-2-1 5 0,-3-6-3 15,0 14 4-15,-3-5 0 0,-1 2 2 0,-2 0 0 16,-3 1-1-16,-3 2 3 0,-2-2-1 16,-8 5-1-16,7-6 1 0,-4 1-2 0,-3 1 1 0,3-2 22 15,0-3-10-15,5-1 3 0,-3 0 2 0,6-3-3 16,2-1-1-16,1-3-13 0,8 0-46 16,-9 0-37-16,9 0-55 0,0 0-65 0,1-15-57 15,-1 15-57-15,15-16-58 0,0 3-53 0,2 2-349 16,0-1-836-16,8-4 370 0</inkml:trace>
  <inkml:trace contextRef="#ctx0" brushRef="#br0" timeOffset="-82947.16">4930 9427 240 0,'0'0'351'0,"0"0"3"0,9-7 3 15,-9 7 0-15,6-6-10 0,-2 2-10 0,0 0-17 16,-4 4-4-16,6-8-19 0,-3 4-12 0,-3 4-14 15,5-9-18-15,0 5-24 0,-5 4-21 0,7-6-26 16,-2 3-16-16,-5 3-20 0,10-7-18 0,-5 5-18 16,-5 2-6-16,14-1-9 0,-8 1-15 0,-6 0-3 15,16 2-11-15,-9 1-7 0,1 1-6 0,-3-1-10 0,2 1-1 0,0 3-5 16,-3-2-8-16,0 1-2 0,-1 0-4 0,-2 1-9 16,0 0-6-16,-1-7-7 0,-4 13-9 0,2-4-5 15,-3 0-14-15,-4 1-2 0,2-2-13 0,-6 3-3 16,-2-1-3-16,5-3 4 0,-4 0-6 0,1-1-6 15,0-1 17-15,3-2 10 0,1 0 8 0,3 0 12 16,6-3 4-16,-14 0 19 0,14 0 19 0,-11-4 11 16,11 4-3-16,-5-9-5 0,4 2 2 0,1 7-2 15,4-20-3-15,1 9-5 0,0 0 1 0,4-1-3 16,0-1 3-16,-1 4-3 0,6-2-6 0,-7 3 4 16,1 1-6-16,-1 4-3 0,0-1-4 0,-2-1-1 15,2 2-8-15,-7 3-2 0,13-3 5 0,-13 3-3 16,12 1 2-16,-5 3 1 0,-1 0-2 0,-1 1-4 15,4 1-1-15,-5 2 5 0,1-1-3 0,0 2 2 16,-2 0 2-16,1 0-3 0,-2 0-7 0,3 0-11 16,-4 0-5-16,1-2-5 0,-2 3-10 0,0-3-5 15,1 0-6-15,-1-7-10 0,0 9-1 0,0-9 2 16,1 9 17-16,-1-9 12 0,0 0 0 0,3 6 5 16,-3-6 6-16,0 0 3 0,0 0 4 0,14-11 9 15,-5 5 4-15,-2-2 6 0,1-1 2 0,3 1-1 16,1-3 2-16,2 0 3 0,-4 2-1 0,3-2 3 15,-2 4-1-15,0 0 3 0,-2-1-1 0,1 4 1 16,-2 0-2-16,1 0-5 0,-3 0-2 0,1 0-3 16,-2 2 1-16,-5 2-5 0,11-2 0 0,-11 2 2 15,12 0-7-15,-12 0 3 0,11 5 0 0,-7-1 0 16,0 0-3-16,-2 2 2 0,1-1-1 0,1 2 0 16,-2 0-7-16,0 1-5 0,-2 1-2 0,0-9-7 15,0 14 0-15,1-8-6 0,-1-6-5 0,-1 10-4 16,1-10-3-16,-2 8 8 0,2-8-2 0,0 0 13 15,0 0-6-15,2 7 13 0,-2-7 8 0,0 0-2 16,0 0 9-16,0 0-2 0,12-15 3 0,-7 10 4 16,-1-1 3-16,4-1-4 0,-2-1 1 0,2 1 3 0,-3 3-3 15,0-3-1-15,0 3 3 0,1 0-5 16,-3-1-1-16,-3 5-1 0,10-7 1 0,-6 5-2 16,-4 2-3-16,8-5-2 0,-8 5 1 0,7-2 5 15,-7 2-4-15,0 0-3 0,12 2 1 0,-12-2-3 0,8 3 5 16,-8-3-2-16,6 5-1 0,-2-1 0 0,-4-4-1 15,5 6 4-15,-5-6-2 0,4 6 1 16,-4-6-11-16,5 3 11 0,-5-3 2 0,0 0 0 16,0 0 1-16,5 5-15 0,-5-5 19 0,0 0 0 0,0 0 8 15,0 0-5-15,0 0 2 0,0 0-2 0,0 0-2 16,0 0 1-16,17-9 3 0,-12 5 2 0,-1-1 3 16,1 1 3-16,0 1-1 0,0-3 4 0,4 0 0 15,-4 1 6-15,3 1 0 0,-3 0 1 16,0 0 1-16,-5 4-6 0,12-2-8 0,-12 2 0 0,9-3-1 15,-9 3-3-15,10 0 0 0,-10 0-3 0,9 5-3 16,-4-2 3-16,-5-3 2 0,8 7-3 0,-6-3-3 16,-2-4 0-16,5 9 3 0,-2-3-5 0,-2 0 2 15,-1-6 0-15,5 11 4 0,-2-7-1 0,-3-4-2 16,3 9-4-16,0-5 4 0,-3-4 1 0,5 8 0 16,-1-4 2-16,3-1-8 0,-7-3 10 0,13 3-3 15,-1 0 3-15,-1-5-2 0,2 3 2 0,5-5-1 16,-5 2 3-16,-1-1 10 0,4-3 20 0,-4 3 17 15,4-4 11-15,-2-1 0 0,-2 3 6 0,-3-2 1 16,0-1 8-16,-2 0 4 0,2-1-8 0,-2 0-7 16,-1 0-2-16,-1-1 8 0,1 2 1 0,-3 3-11 15,0-3-1-15,-1 3-8 0,-2 5-5 0,3-9-6 16,-3 9-9-16,0-7-8 0,0 7-2 0,0 0-8 16,0 0-7-16,0 0 0 0,-8-7-4 0,8 7 0 15,0 0-1-15,0 0-6 0,-20 11 2 0,12-5-4 16,0 2-3-16,3-1-6 0,1 0-6 0,-1 2-5 15,3-1-11-15,-4 0-13 0,5 0-13 0,-1 1-8 16,-1 1-8-16,-2-1-5 0,5-3-4 0,0-6-8 16,-1 11-7-16,1-11-1 0,9 11-11 0,-9-11-19 15,10 7-23-15,0-6-34 0,3-1-34 0,0-2-42 16,7-1-47-16,8-1-53 0,4-2-45 0,-1-3-326 16,2 1-791-16,2-5 351 0</inkml:trace>
  <inkml:trace contextRef="#ctx0" brushRef="#br0" timeOffset="-82259.83">6737 9238 164 0,'0'0'413'0,"1"-7"14"0,-1 7-5 0,2-8-18 0,-2 8-21 15,0 0-14-15,1-12-9 0,-1 12-8 16,1-7-17-16,-1 7-19 0,0 0-22 0,0-10-37 16,0 10-24-16,0 0-33 0,0 0-25 0,0 0-17 0,0 0-20 15,0 0-13-15,0 0-12 0,0 0-12 0,0 0-9 16,0 0-12-16,3 31-6 0,-2-21-8 0,0 1-1 15,-1 6-9-15,2-2-9 0,-4 0-1 0,2 3-7 16,-1-3-6-16,0 3-2 0,0-1-3 0,-3 0-18 16,1-3-11-16,-2 2-12 0,1 0-13 0,-2-6-14 15,2 1-7-15,0 0-4 0,-1-3 0 0,1-2 6 16,3 0 9-16,-2 0 5 0,3-6 8 0,-2 7 17 16,2-7 23-16,0 0 8 0,0 0 4 0,0 0 6 15,0 0 6-15,0 0 1 0,-8-22-1 0,12 5-3 16,-2 0 0-16,1-2 4 0,0-7 11 0,2-4-6 15,1 1-3-15,1-5-6 0,3-1-2 0,-3 4 1 16,2-3 13-16,3 6 2 0,-5-3-5 0,2 4-10 16,1 5 2-16,-4 3 13 0,1 4 1 0,0 0 3 15,-3 6-6-15,2-1-7 0,-2 4-6 0,-2 0-4 16,1-1-5-16,1 3-5 0,-4 4-5 0,0 0-3 16,6-7-4-16,-6 7 4 0,0 0-4 0,13 15-5 15,-7-4-3-15,2 4-2 0,-3 3 2 0,2 1-6 16,1 7 7-16,-2 2 6 0,-3 0-7 0,1-1 1 0,-2 1-1 15,-1-3 5-15,-1 2-5 0,0-7-1 16,1-1 2-16,-2 0-1 0,-2 6 3 0,3-6-11 16,0-3 9-16,0 1 4 0,-2-5-8 0,2-2 8 15,0 2-7-15,0-3 2 0,0 2-4 0,-2-2 9 0,2-1-10 16,0-8-12-16,0 10-8 0,2-3-6 0,-2-7-13 16,0 0-5-16,1 9-11 0,-1-9-14 15,0 0-19-15,0 0-41 0,1 6-54 0,-1-6-58 0,0 0-35 16,0 0-37-16,0 0-44 0,0 0-59 0,11-24-44 15,-11 17-311-15,-2-2-836 0,1-1 370 0</inkml:trace>
  <inkml:trace contextRef="#ctx0" brushRef="#br0" timeOffset="-82072.36">6765 9360 108 0,'0'0'364'0,"-10"-1"11"0,10 1 25 15,-8-5 17-15,8 5-1 0,0 0-5 0,-9-2-12 16,9 2-11-16,0 0-23 0,0 0-24 0,-7-4-21 15,7 4-35-15,0 0-26 0,0 0-29 0,0 0-18 16,0 0-35-16,0 0-33 0,0 0-45 0,0 0-54 16,0 0-48-16,0 0-38 0,26-10-45 0,-13 8-43 15,5 0-40-15,-1-1-39 0,2-1-35 0,0 2-48 16,0 1-34-16,3-3-27 0,-3 1-20 0,0 0-218 16,-6 1-638-16,5-3 282 0</inkml:trace>
  <inkml:trace contextRef="#ctx0" brushRef="#br0" timeOffset="-81744.31">7046 9286 177 0,'0'0'262'16,"0"0"4"-16,0 0 4 0,0 0-9 0,4-4-5 15,-4 4-11-15,0 0-20 0,0 0-19 0,0 0-15 16,0 0-17-16,9 0-24 0,-9 0-10 0,0 0-18 16,12 2-10-16,-12-2-11 0,10 5-7 0,-4-2-10 15,0-2-10-15,1 3-5 0,-2 2-6 0,3-2-10 16,-3 3-2-16,1 1 0 0,1-1-12 0,-1 1-5 0,-3-2 0 15,2 3-7-15,-4-2-4 0,0 1 7 16,-1 2-6-16,0-3 7 0,0-7-22 0,0 13-1 16,0-13-4-16,-3 10-3 0,-1-6 13 0,4-4-10 15,-4 6 6-15,4-6 13 0,0 0-2 0,-8 1 1 0,8-1 19 16,0 0 4-16,0 0 7 0,-9-16 1 0,9 8-5 16,2-3-12-16,0 0-3 0,4 0 0 15,-2 2-11-15,3-3-2 0,0-1 0 0,3 4-1 16,-1 1-12-16,4-3-26 0,-1 4-26 0,1 1-41 0,-3 2-32 15,4 3-49-15,-3-2-44 0,1 4-57 0,1-2-45 16,-3 4-231-16,1-2-587 0,1 2 260 0</inkml:trace>
  <inkml:trace contextRef="#ctx0" brushRef="#br0" timeOffset="-81275.69">7305 9399 70 0,'0'0'406'15,"0"0"1"-15,0 0 5 0,0 0 4 0,0 0-9 16,0 0-15-16,0 0-19 0,0 0-13 0,-13-10-20 16,13 10-17-16,0 0-23 0,0 0-29 0,0 0-22 15,-5-5-32-15,5 5-22 0,0 0-26 0,0 0-18 16,0 0-20-16,0 0-16 0,0 0-8 0,0 0-18 16,0 0-15-16,0 0-14 0,0 0-10 0,0 0-5 15,0 0-6-15,0 0-8 0,0 0-5 0,0 0 2 16,0 0-5-16,0 0 1 0,0 0-4 0,15 18 1 15,-9-15-2-15,3-2-3 0,2 0 2 0,0-2 0 16,2-2-1-16,5-1 5 0,0-1-9 0,1-1 1 16,-8-1-1-16,7 0 0 0,-2 0 1 0,-6 0-5 15,1 0 2-15,-1-1 6 0,-2 2 11 0,-2 1 0 16,1-3 8-16,-2 2-5 0,-1-2-5 0,-2 2-1 16,-2 6-1-16,-1-13-8 0,1 13-4 0,-6-11-2 15,-1 8-2-15,-4-2-3 0,3 5-1 0,-1-3-4 0,-3 2-3 16,0 2 1-16,0 0-3 0,0 5 1 15,-1-2 7-15,0 3-10 0,0 3 1 0,0 1-1 16,3-3 6-16,3 3-2 0,1-1-4 0,0 0-9 16,1 2-1-16,4 0 0 0,1 0-5 0,0-2 1 0,2 2-2 15,5-3-6-15,-2 2-14 0,1-2-8 0,2 1-12 16,2-2-20-16,4 2-14 0,5 0-26 16,8 1-10-16,2-4-29 0,0-1-22 0,1-1-16 0,0-3-14 15,2-3-20-15,1 0-22 0,-1-2-36 0,-13 1-21 16,10-7-12-16,-7 5-20 0,0-2-240 0,-8-2-632 15,-1 2 281-15</inkml:trace>
  <inkml:trace contextRef="#ctx0" brushRef="#br0" timeOffset="-80822.66">7804 9365 95 0,'0'0'291'0,"0"0"10"15,0-7 0-15,0 7-3 0,0 0-5 0,4-9 4 16,-4 9-8-16,3-7-3 0,-3 7-7 0,3-7-11 15,-3 7-9-15,6-6-12 0,-6 6-17 0,5-4-23 16,-5 4-17-16,6-5-20 0,-6 5-17 0,9-3-19 16,-9 3-15-16,9-3-21 0,-9 3-1 0,12 0-13 15,-12 0-5-15,11 3-11 0,-6-2-7 0,2 3-7 16,-2 0-6-16,0 1-7 0,0 0-3 0,-5-5-5 16,5 12-4-16,-3-6-1 0,0 1-8 0,-2 3-5 15,0-10 9-15,-7 17-4 0,2-9-4 0,-2 1-10 16,-5-1-10-16,-3-1-9 0,-3 1-17 0,-1-1-10 15,3 1 2-15,0-4-2 0,3-1 3 0,-1-1 8 16,5-2 7-16,1 1 7 0,8-1 7 0,-16-3 8 16,11 0 15-16,5 3 9 0,-8-11-1 0,7 3-1 15,1 0-2-15,2-3-4 0,3 1 2 0,0 0-1 16,3-1 2-16,0 2 3 0,-1-1 5 0,2 1-5 0,-1 1-4 16,3 2-1-16,-3 1-5 0,1 1-2 0,-1 2 1 15,-1 1-8-15,-7 1 0 0,16 1-2 0,-7 0-4 16,0 4 3-16,-3-1 3 0,2-1 3 15,-1 3-8-15,0 0 2 0,1 3 2 0,-3-1-1 0,2 0 2 16,-2 1-6-16,2-1-1 0,-2 3 7 0,1 0-3 16,2 0-23-16,-2-1-11 0,3 1-46 0,3 0-41 15,2-1-55-15,0 0-51 0,1 0-60 0,3-4-85 16,3-1-344-16,1-2-776 0,7-1 343 0</inkml:trace>
  <inkml:trace contextRef="#ctx0" brushRef="#br0" timeOffset="-80510.23">8735 9352 274 0,'0'0'435'0,"0"0"21"0,1-12 5 15,-1 12-6-15,1-5-14 0,-1 5-10 0,0 0-12 16,-5-11-8-16,5 11-17 0,0 0-14 0,-3-7-24 15,3 7-23-15,0 0-32 0,0 0-31 0,0 0-27 16,0 0-23-16,0 0-27 0,-2-7-21 0,2 7-18 16,0 0-24-16,0 0-15 0,0 0-13 0,0 0-5 15,0 0-18-15,0 0 1 0,-6 26-10 0,6-18-9 16,0 2 0-16,-2 0-9 0,2 1-9 0,-2 2-25 16,0-2-5-16,1 0-21 0,1 0-26 0,1 0-31 15,-2-1-22-15,0-2-40 0,1 0-33 0,-1-1-39 16,1-7-41-16,1 11-49 0,-1-11-33 0,-1 9-47 15,1-9-61-15,5 3-67 0,-5-3-319 0,0 0-883 0,0 0 390 16</inkml:trace>
  <inkml:trace contextRef="#ctx0" brushRef="#br0" timeOffset="-80354.02">8715 9242 352 0,'0'0'340'0,"-2"-6"-20"16,2 6-21-16,0 0-18 0,0 0-42 15,-1-9-35-15,1 9-37 0,0 0-43 0,0 0-31 0,0 0-38 16,0 0-53-16,0 0-59 0,20 11-55 0,-12-3-49 16,-1-2-197-16,2 1-387 0,2-1 170 0</inkml:trace>
  <inkml:trace contextRef="#ctx0" brushRef="#br0" timeOffset="-79979.11">8970 9279 312 0,'5'-5'417'0,"0"-2"5"0,0-1-4 0,-2 2-15 0,1-1-11 16,-4 7-9-16,3-8-11 0,0 2-18 0,-3 6-26 15,0 0-30-15,4-5-31 0,-4 5-34 0,0 0-23 16,0 0-31-16,0 0-16 0,0 0-18 0,0 0-15 16,0 0-12-16,0 0-13 0,-18 15-9 0,11-7-10 15,0 1-9-15,-1-1-4 0,-1 6-12 0,4-3-10 16,-1 0-23-16,-2 3-12 0,3-5-5 0,0 2-10 15,1-1-7-15,0-3 2 0,1 0-5 0,0 1 2 16,3-8 2-16,-3 9 6 0,2-4-8 0,1-5 10 16,0 0-3-16,4 8-2 0,2-4 3 0,-6-4-2 15,9 3 3-15,-3-1-3 0,5 4 2 0,-2-4-5 16,1 1 2-16,0 0 1 0,-1 0 0 0,0 0 3 16,1 2-2-16,-2-2-3 0,-1 2 0 0,0-2 2 15,-2 3-2-15,0-3 0 0,1-1-3 0,-6-2 4 16,8 7-1-16,-5-1 2 0,-3-6-1 0,0 7 1 0,0-7-4 15,-4 9-19-15,4-9-20 0,-11 10-33 0,3-3-29 16,0-5-49-16,-1 6-26 0,-2-4-35 16,-1 1-26-16,0 0-37 0,1 0-45 0,2-3-43 15,3 2-311-15,-2-2-733 0,8-2 326 0</inkml:trace>
  <inkml:trace contextRef="#ctx0" brushRef="#br0" timeOffset="-78746.3">9841 9388 81 0,'-8'-8'299'0,"8"8"-6"0,-6-6-3 0,6 6-1 16,-5-5 0-16,5 5 5 0,-4-8-12 0,4 8 8 16,0 0 3-16,-2-7-3 0,2 7 0 0,0 0 0 15,-3-9-16-15,3 9-13 0,0 0-22 0,0-9-18 16,0 9-22-16,0 0-19 0,3-14-21 0,-1 10-14 16,-2 4-21-16,9-11-12 0,-5 8-16 0,4 0-9 0,1-2-7 15,-3 4-10-15,6-2-8 0,-3 1-10 16,1 0-4-16,-1 2-5 0,3 4-5 0,-4-1-2 15,3 1-7-15,-1 0-3 0,-4 0-1 0,0 1-6 0,1 1-3 16,-1 2-4-16,-1 1 3 0,-1 0-5 0,-3 1 1 16,-1 1-1-16,0 2 0 0,-2 0 0 0,-3 3 1 15,-4-2-1-15,0-1-11 0,-3 0-12 16,-3 2-8-16,0-1-8 0,-3-1-11 0,2-1 0 0,-1-2-1 16,-2-3 3-16,7-1 7 0,-4 1 3 0,4-3 5 15,3-3 4-15,0-1 3 0,9 0 7 16,-15-4 3-16,9 1 12 0,3-3 6 0,-1-4-2 0,1 0-3 15,3-6-2-15,4-2 0 0,-1 1 0 0,3-1-2 16,0 1 11-16,7-5-5 0,-4 6-1 0,-1 1-2 16,4 3 2-16,-3 3-5 0,-1 1-1 0,1-2-2 15,1 3-2-15,1 1 0 0,-2 1-1 0,2 2-1 16,-1 0-1-16,-1 3 0 0,0 0 4 0,1 2-4 16,-3-1 1-16,-1 2 0 0,3 4 1 0,-1 1 2 15,-2-1-4-15,-1 1-3 0,3 0 3 0,-3 1 1 16,-1 2 2-16,-2 2 3 0,-2-2-3 0,3 3-1 15,-3-2 6-15,1-1-4 0,1 1 3 0,-2-3-1 16,-2 1-1-16,5 0-9 0,-3-3-5 0,0-7-6 16,-1 11-13-16,1-11 3 0,0 7 4 0,0-7 7 15,0 0 3-15,-2 7 10 0,2-7 0 0,0 0 0 16,0 0 9-16,0 0 8 0,0 0 7 0,15-14 1 16,-11 9 6-16,3-3 9 0,-2-1 6 0,0 0 11 15,3 0 4-15,-1-1-4 0,-2 1 5 0,3-1 2 0,-1 1 0 16,1 0 1-16,0 1 0 0,0 1 0 0,-2 1-6 15,2 1-7-15,-2 2-4 0,1-2-7 0,-1 3-8 16,1-1 1-16,-7 3-3 0,13 0-6 16,-5 2-4-16,0 0 4 0,1 5 2 0,-3-3-7 0,3 3-3 15,-1 1-3-15,1 0-1 0,-2 3 2 0,1-3 0 16,-3 2-5-16,3 0-15 0,-2 0-5 0,-1 1-17 16,1-3-9-16,-3 2-1 0,1-4-4 15,1-1-1-15,-1 1 4 0,-1-2 8 0,-3-4 9 0,5 7 2 16,-5-7 2-16,7 1 12 0,-7-1-2 0,0 0 15 15,14-6 12-15,-8 1 8 0,0-3 3 0,0-1 4 16,1 0 18-16,2-6-3 0,-3-1 11 0,3 1-3 16,0 0 5-16,-3-2 2 0,1-1 12 0,-2 1 10 15,1 1 3-15,1 2 12 0,-4 4-1 0,0-3-5 16,2 4-6-16,-2 2 0 0,-1-2-2 0,0 4-1 16,-2 5-10-16,3-10-13 15,0 6-5-15,-3 4-3 0,3-8 0 0,-3 8-20 0,0 0-2 0,0 0-35 16,0 0-26-16,0 0-35 0,0 0-52 0,0 0-51 15,0 0-50-15,15 11-58 0,-9-3-64 0,1 2-53 16,0-2-64-16,2 1-55 0,-2 2-389 0,0-2-979 16,3 0 433-16</inkml:trace>
  <inkml:trace contextRef="#ctx0" brushRef="#br0" timeOffset="-78057.86">10579 9406 189 0,'0'0'380'0,"0"0"13"16,-2-12 18-16,2 12-1 0,2-9-19 0,-2 9-24 16,1-10-18-16,-1 10-19 0,0 0-22 0,-1-13-25 15,1 13-24-15,2-6-28 0,-2 6-22 0,3-8-21 16,-3 8-21-16,2-6-21 0,-2 6-13 0,6-6-21 16,-6 6-9-16,7-3-9 0,-7 3-13 0,12-4-8 0,-6 4-7 15,-6 0-9-15,13-2-8 0,-13 2-8 16,13 2 0-16,-7 0-6 0,0 1-3 0,1 0-6 15,-1 0-2-15,-1 2-2 0,2 0-6 0,-5-1-5 16,2 4-6-16,-1 1-3 0,-2-2-8 0,0 0-12 0,-2 3-2 16,1 1-4-16,-4-1-8 0,-1 0-12 0,-1-1-8 15,-3 3-5-15,0-1-2 0,-2-2-7 16,-4 0 4-16,5-3 12 0,-2 0 4 0,1-1 7 0,2-2 17 16,-1 0-1-16,1-2 17 0,9-1 16 0,-13 0 20 15,13 0 17-15,-10-6 7 0,4 0 3 0,3-1 1 16,2-3 6-16,2 0-1 0,0-2-6 0,4 1-4 15,-1-1 1-15,1 1-2 0,2 2 1 0,0-1-10 16,2 2-2-16,-2-1-6 0,0 2-6 0,1 0-6 16,-1 3-2-16,0-1-5 0,-2 3-2 0,3 0-2 15,0 0-3-15,-8 2 0 0,15 4-1 0,-9-2-2 16,3 3 0-16,-1-2-4 0,-3 4 1 0,3 0-3 16,-3-1 4-16,0 2-2 0,1 0 1 0,-2 2 1 15,0-2-2-15,0 1 2 0,-2 0-3 0,1 0-8 16,-2 0-15-16,2 0-3 0,-2-3-5 0,2 0-6 15,-3-6 6-15,4 8 4 0,-2-3 7 0,-2-5 3 16,6 5 4-16,-6-5 2 0,0 0 7 0,12-4-3 16,-12 4 1-16,15-10 2 0,-6 3 3 0,-1-1 3 15,2-2 3-15,0 2 7 0,-1 0 3 0,5-3 5 16,-4-1 0-16,1 5 2 0,0-2 2 0,-2 1 2 16,0 0 5-16,1 0 15 0,-3 5-3 0,-1-2-8 15,0 0-5-15,-2 3 4 0,-4 2-14 0,9-2 0 16,-9 2-1-16,0 0-4 0,13 4-1 0,-13-4-3 0,9 8-2 15,-4-4-1-15,-1 1 0 0,0 2-1 0,-1-1 2 16,3 1-3-16,-3 2 2 0,1-4-20 0,1 0-20 16,0 3-19-16,-1-2-33 0,0 0-37 0,0 0-28 15,1-1-24-15,-1-1-33 0,0 1-21 0,-4-5-16 16,6 7-17-16,-6-7-14 0,4 7-9 0,-4-7-30 16,0 0-27-16,0 0-20 0,0 0-232 0,0 0-640 15,0 0 285-15</inkml:trace>
  <inkml:trace contextRef="#ctx0" brushRef="#br0" timeOffset="-77901.63">10975 9284 43 0,'-1'-8'237'16,"1"-3"40"-16,0 11 31 0,0-13 18 0,0 6-3 15,0 7 4-15,-2-13-13 0,2 13-18 0,2-9-33 16,-2 9-29-16,1-6-25 0,-1 6-20 0,0 0-29 16,0 0-29-16,0 0-32 0,5-6-50 0,-5 6-61 15,0 0-60-15,0 0-78 0,22 10-85 0,-11-6-89 16,1-2-175-16,2 3-540 0,3-2 238 0</inkml:trace>
  <inkml:trace contextRef="#ctx0" brushRef="#br0" timeOffset="-76265.66">11454 9110 129 0,'3'-10'410'0,"-2"0"22"0,0-1 2 16,-1 0 5-16,0 11-8 0,-5-17 0 0,0 6-12 15,-1 2-9-15,-2 0-14 0,-6-2-6 0,4 2-18 16,0 3-17-16,1-2-17 0,0 2-18 0,-4 1-29 16,4 2-35-16,0-1-20 0,-2 2-29 0,2 0-18 0,9 2-18 15,-16 2-19-15,7 1-13 0,2 3-21 0,0 2-4 16,-1 1-13-16,0 6-4 0,0 2-10 16,1 2 0-16,3 8-11 0,-3 0-8 0,0 0-2 15,3-1-36-15,-3 3-30 0,2-1 0 0,-2-2 0 0,0 2 0 16,2-1 0-16,-4 0 0 0,2-1 0 0,-4 0 0 15,2-1 0-15,0-2 0 0,-1 2 0 0,2-7 0 16,-2-2 0-16,2 0 0 0,-2-2 0 0,4-3-46 16,1-1-69-16,-1-1-1 0,0 0 6 0,4-5 10 15,2-4 13-15,-7 7 17 0,7-7 5 0,-5 3 8 16,5-3 3-16,0 0 3 0,0 0 7 0,-5-14 0 16,5 4 6-16,0-2 2 0,1 0 7 0,2-5 0 15,-1 0 4-15,1 1-1 0,-1 0 7 0,2 0-3 16,0 5 7-16,1 1 2 0,-1-1-3 0,0 3 1 15,0-2 1-15,0 2 4 0,-2-1 0 0,2 3-1 16,2 4 0-16,-2-3-1 0,1 1 1 0,-5 4 1 16,9-3-5-16,-9 3 8 0,13 2 0 0,-13-2 1 15,13 4-3-15,-6 0 4 0,-1-2-1 0,4 4 4 16,-4-2-1-16,1 3 2 0,0-1 0 0,2 1-3 16,-2 0 3-16,-2-2-1 0,3 1-1 0,0 0 6 15,-2 0-9-15,-2-2-16 0,5 3-16 0,-2-1-14 16,0-2-6-16,0 1-5 0,-2-1-3 0,1-1 2 15,1 0 3-15,-7-3 4 0,15 2 3 0,-6-2 9 0,0 0 8 16,-9 0 2-16,15-3 3 0,-8 0 4 0,0-1 1 16,0 0 3-16,0-2 5 0,1 0 3 15,-3 0 4-15,1-1 0 0,-2 1 15 0,2 1-1 0,-3 0 2 16,1-2 2-16,1 1 10 0,-2 0-2 0,0 0 7 16,2 1 4-16,-5 5 0 0,6-11-1 0,-4 7 4 15,-2 4 0-15,7-9-2 0,-7 9-2 0,3-7-2 16,-1 4-1-16,-2 3-3 0,6-7-5 0,-6 7 0 15,7-4-3-15,-7 4-4 0,7-4-1 0,-7 4-4 16,8-1 2-16,-8 1 0 0,13 0-1 0,-13 0-2 16,11 3 0-16,-3 1 1 0,-4-1-2 0,2 1-3 15,-1 2 1-15,-1-1 2 0,2 1-5 0,-4 0 2 16,1 0 0-16,-1 1 0 0,-2-7-6 0,1 12-5 16,-1-3-10-16,-1-1-3 0,-1-2-11 0,-3 0-10 15,-1 2-6-15,1 0-10 0,-5-3-6 0,1 1-4 16,1 1 7-16,-3-4 9 0,2 1 10 0,2-3 6 15,7-1 0-15,-14 1 10 16,14-1 8-16,-11-4 18 0,11 4 7 0,-8-5 7 16,6-1 4-16,0-2 0 0,2 8-9 0,2-15 8 0,-1 5 0 15,3 2-2-15,1-1-1 0,-2 0 1 0,3 1 4 16,-1 1-5-16,0-1-1 0,1 3-3 0,-2 0-1 16,0 0-3-16,1 2 1 0,2-2 1 0,-7 5-2 15,7-4-3-15,-7 4-2 0,11-2 0 0,-11 2 1 16,10 1-1-16,-10-1 1 0,13 5 4 0,-8-1-3 15,0 0 0-15,0 1-2 0,1 1 2 0,-1 2-1 16,0-3 3-16,1 1-1 0,-1 2 0 0,-1-1-5 16,1 0-3-16,-2 0-1 0,3 3-2 0,-3-3 4 15,1-2 1-15,0 0 1 0,0-1 1 0,2 0 5 16,-6-4-1-16,9 6-1 0,-2-2 4 0,1-5-2 16,3-1 5-16,0-2 3 0,2 0 6 0,2-3 3 15,3-1 11-15,-1-2 17 0,-1-2 9 0,0-2 1 0,6-4 5 0,-2-2 4 16,-1-5 7-16,3 0 8 0,-7 0 13 0,4 0-1 15,-6 2-12-15,1-3-3 0,-6 0-7 0,0 3-5 16,-4 5 0-16,3 1 1 0,-4 2 1 0,-2 2-2 16,-1 4-6-16,0-1-10 0,-1 3-2 0,1 7-5 15,-3-14-10-15,-1 9-4 0,4 5-3 0,-8-7-7 16,2 4-5-16,6 3-1 0,-13 3 2 0,13-3-2 16,-17 11-3-16,9-3 1 0,1 3-3 15,-3 2 0-15,4 2-1 0,-2 3 1 0,0 1 1 16,4 0-1-16,-1 6-3 0,1-5-1 0,1 0 5 15,0 5-2-15,2-7-1 0,-1 2 3 0,2-2-5 16,2-1-3-16,1 1 0 0,3 0-2 0,-1-2-3 16,4-1-1-16,-1 0 1 0,1-2-6 0,1-2 2 15,-1-3 2-15,1-1 1 0,3 0-1 0,-3-2 2 16,2 0 4-16,-1-3 6 0,2 0-2 0,-4-2-3 16,1-2 6-16,-10 2 0 0,17-3 2 0,-13-2-2 15,4-2 8-15,-4 0-4 0,1 0 2 0,-2 2 5 16,0-2-1-16,-1-1-5 0,-2 8 2 0,-5-18-2 15,2 9-1-15,0 3-5 0,-3-1-2 0,-1-2 5 16,-1 3-3-16,0-1-3 0,2 4-2 0,-4-3 1 16,4 3-3-16,6 3-1 0,-13-2 3 0,6 0-5 15,7 2-1-15,-14-2-8 0,14 2-9 0,-9 0-11 16,9 0-4-16,-10 4-16 0,10-4-12 0,0 0-15 0,-10 2-4 16,10-2 3-16,-5 2 4 0,5-2 5 0,0 0 8 15,0 0 9-15,0 0 4 0,0 0 4 16,13 12 5-16,-5-11-2 0,4 0-1 0,0 1 4 15,6-2 6-15,2-2-1 0,7-3 5 0,0-1 6 0,2 1 4 16,0-2 2-16,1-3-1 0,1 0 7 0,0-3 2 16,0-1 2-16,1 0 6 0,-3 0 19 0,-3-3 3 15,-6 6 5-15,-5 1 12 0,1-3 13 0,-3 3 1 16,-1-2-3-16,-3 4 11 0,-3-1 5 0,-1 1-4 16,-3 2-7-16,2-3-5 0,-4 9-4 0,0-12-8 15,-2 4-4-15,2 8-2 0,-5-11-7 0,5 11-2 16,-6-7-1-16,2 5-7 0,4 2-1 0,-9-2-3 15,9 2-4-15,0 0-1 0,-14 4 5 0,14-4 0 16,-8 8 2-16,5 2 8 0,-1-1-4 0,0 5 4 16,1-2 1-16,2 3 1 0,-1 1-1 0,0 2 1 15,0 0 1-15,2 2-3 0,0-5-5 0,0 4 7 16,0-2-2-16,-2 2-3 0,2-2 1 0,0 1-3 16,0-1 0-16,2 0-2 0,-2-6-20 0,4 5-16 15,-2-4-31-15,2-1-41 0,2 1-47 0,0-2-53 16,5 0-42-16,-1-1-50 0,-1-2-51 0,1-3-45 15,2 0-51-15,-3-1-276 0,7-3-776 0,-4 0 343 16</inkml:trace>
  <inkml:trace contextRef="#ctx0" brushRef="#br0" timeOffset="-75812.66">12548 9408 49 0,'0'0'275'0,"0"0"2"0,0 0 10 0,0 0-16 16,8-2-13-16,-8 2-14 0,0 0-9 0,0 0-12 15,0 0-14-15,0 0-18 0,0 0-18 16,0 0-15-16,0 0-18 0,0 0-8 0,0 0-13 16,0 0-25-16,0 0-2 0,0 0-10 0,0 0-1 0,0 0-11 15,0 0-3-15,0 0-13 0,0 0 8 0,5 8 12 16,-5-8-1-16,0 0-5 0,8 2 7 0,-8-2 2 16,10-1-3-16,-10 1 5 0,17-2-3 15,-5-2-2-15,-1 0-4 0,-2-1-1 0,0 1 2 0,3-2-8 16,-2 0 0-16,0-1 1 0,-3 0-10 0,-1 0 2 15,0 2 0-15,-1 0 5 0,-3 0-6 0,-2 5 0 16,7-11-1-16,-7 11-9 0,1-8-3 0,-1 8-10 16,0 0-3-16,-3-11-8 0,3 11 1 0,-10-6-4 15,4 5-8-15,6 1-2 0,-11-1-2 0,11 1-5 16,-20 0-1-16,11 4-1 0,-3 0 5 0,-3 4 2 16,6-1-4-16,-2-1-3 0,2 3-1 0,0-3 6 15,4 3-9-15,-2 1 4 0,5-2 1 0,-3 1 2 16,3 0 0-16,2-2-1 0,2 2 8 0,3-2-4 15,1 2 3-15,4-1-3 0,6 0 5 0,2-2-5 16,-1 1 1-16,3-4 0 0,1 1-1 0,-3-3 1 16,4 0-1-16,-1-2-1 0,-2 0-5 0,0-3-15 15,-6 2-39-15,1-1-26 0,-3-1-32 0,1 1-47 16,-4 1-41-16,-3-1-60 0,-5 3-93 0,6-4-71 16,-6 4-235-16,0-8-714 0,0 8 316 0</inkml:trace>
  <inkml:trace contextRef="#ctx0" brushRef="#br0" timeOffset="-75203.28">13831 9200 154 0,'3'-7'358'0,"2"1"3"15,-3-2 3-15,2-2 9 0,-4 3 0 0,1-3 0 16,-1 10-7-16,0-13-10 0,0 5-11 0,0 8-8 16,-1-14-30-16,-3 8-13 0,4 6-9 0,-4-11-12 15,1 7-14-15,3 4-18 0,-5-7-18 0,5 7-26 16,-4-7-28-16,4 7-19 0,0 0-7 0,0 0-19 0,0 0-16 15,0 0-11-15,0 0-12 0,-9 14 3 16,5 3-7-16,0 1 6 0,1 6 3 0,0 3-2 16,-1 0-4-16,0 2-11 0,1 1-7 0,1-2-2 15,-2 3-9-15,2 1-7 0,0-1 0 0,-3-1-5 0,0 0-3 16,3 0 1-16,2-1-12 0,-5 0 3 0,-1-3-10 16,2-1 1-16,-1 1 1 0,1-2-7 15,-2 0 1-15,2-6 1 0,2-1 4 0,-2 0-4 16,1 0-14-16,1-5 10 0,0 0-4 0,0 0-2 0,0-3-8 15,0 1 7-15,2-4 2 0,0-6-29 0,-1 12-13 16,1-12-10-16,0 8-19 0,0-8-19 0,0 0-21 16,-2 10-25-16,2-10-26 0,-5 5-46 0,5-5-66 15,0 0-61-15,0 0-46 0,0 0-60 0,-9-17-59 16,7 11-394-16,-2-4-958 0,2 1 423 0</inkml:trace>
  <inkml:trace contextRef="#ctx0" brushRef="#br0" timeOffset="-75000.2099">13520 9592 191 0,'0'0'335'0,"-9"-7"21"0,6 3 33 0,-1 0 27 15,4 4 25-15,-9-10 10 0,9 10-4 0,-7-8-10 16,3 3-28-16,1 0-38 0,3 5-31 0,-6-11-38 16,6 11-32-16,0-11-27 0,6 4-24 0,-1 0-31 15,4 1-18-15,7-2-16 0,4-1-30 0,4 1-31 16,3 0-35-16,2-1-42 0,1 2-44 0,-1 1-46 15,3 0-50-15,1-1-42 0,1 1-48 0,4 1-34 16,-8 2-43-16,-2-1-57 0,5 0-57 0,-12 2-349 0,7-3-816 16,-8 2 360-16</inkml:trace>
  <inkml:trace contextRef="#ctx0" brushRef="#br0" timeOffset="-74647.4599">14065 9396 6 0,'0'0'367'0,"0"0"2"0,0 0 19 0,0 0 16 0,0 0 4 0,-1-11-5 15,1 11-15-15,0 0-19 0,0 0-28 0,2-7-28 16,-2 7-29-16,0 0-26 0,0 0-31 0,2-7-26 16,-2 7-21-16,0 0-22 0,0 0-17 0,0 0-13 15,0 0-13-15,16 8-14 0,-14-2-11 0,-2-6-5 16,4 14-11-16,-1-5-9 0,-1 0-7 0,0 1-4 16,-2 2-5-16,0-1-14 0,-2 0-22 0,0-1-13 15,-1 0-8-15,-1 1-17 0,-3-3-22 0,2 1-17 16,-3-1-11-16,-1-2-3 0,2 0-16 0,-2-3 5 15,2 1 5-15,1-1 16 0,6-3 8 0,-14 1 7 16,14-1 2-16,-9-4 11 0,4-1-1 0,5 5 3 16,-8-11 2-16,8 5 4 0,-2-2 8 0,2 8-9 15,2-16 5-15,0 6-1 0,4-1-7 0,-1 3-16 16,3 0-26-16,-3 1-21 0,5-1-23 0,0 3-25 0,2 0-15 16,-1 1-26-16,0 2-21 0,1 1-21 15,-1 0-13-15,0 2-9 0,3-1-4 0,-5 0 5 16,-3 3 0-16,-6-3-150 0,14 3-432 0,-10 1 192 15</inkml:trace>
  <inkml:trace contextRef="#ctx0" brushRef="#br0" timeOffset="-74319.4099">14167 9443 819 0,'0'0'-19'0,"0"0"41"0,4 4 35 0,-4-4 31 16,0 0 34-16,0 0 27 0,0 0 22 15,0 0 15-15,0 0 12 0,0 0 9 0,0 0 4 16,0 0 2-16,0 0 8 0,-3-22 0 0,3 22 3 0,3-9 0 16,-3 9-6-16,5-8-16 0,-1 3-14 0,-4 5-21 15,5-6-23-15,-5 6-11 0,8-3-16 0,-8 3-16 16,14-2-14-16,-7 2-6 0,2 3-15 0,2-1-2 15,-4 1-1-15,2 3-12 0,1-1-5 0,1 2-5 16,-5 0 1-16,4 0-11 0,-3 3 2 0,0-3-2 16,0 2-7-16,-2 0-9 0,-1-1 3 0,-2 3 1 15,1-3-2-15,-2-1-15 0,-1-7-6 16,0 12-5-16,-1-5 3 0,1-7 3 0,-5 10-2 0,5-10 4 16,-4 8 5-16,4-8 5 0,-5 3 18 0,5-3 12 15,0 0 20-15,0 0 11 0,0 0 7 0,0 0-4 16,-4-18-3-16,4 7-6 0,2 0 4 0,0-1 1 15,5-2-8-15,1-3-2 0,2 3-13 0,-3-1 0 16,3 1-8-16,0 2-4 0,-1-1-5 0,0 4-13 16,4 2-25-16,-3 0-24 0,0 2-35 0,2 1-34 15,-1-2-43-15,-2 3-49 0,0 2-44 0,-2 1-44 16,-7 0-46-16,13 1-55 0,-6 2-34 0,-7-3-258 16,9 2-731-16,-9-2 325 0</inkml:trace>
  <inkml:trace contextRef="#ctx0" brushRef="#br0" timeOffset="-73541.88">15108 9360 319 0,'5'-10'465'0,"0"-1"-4"0,1 1 0 15,-1 1-7-15,1 1-20 0,1-1-18 16,-4 3-22-16,3-2-23 0,-2 0-24 0,1 3-23 0,0 0-21 16,-5 5-27-16,4-8-22 0,-4 8-29 0,4-4-24 15,-4 4-24-15,0 0-20 0,4-5-16 0,-4 5-17 16,0 0-11-16,0 0-15 0,0 0-11 0,0 0-5 16,0 0-12-16,4 20-5 0,-2-12-3 0,1 2-11 15,-6 1 0-15,2 4-9 0,2 2-6 0,2-2-3 16,-3 2-4-16,-2 0 5 0,1 1-9 0,-1 0-2 15,0-2-1-15,0 0-10 0,-2 0-21 0,1-7-13 16,3 2-32-16,-1-1-5 0,0-3 1 0,-1-1-5 16,0 1 6-16,2-7 7 0,-4 9 8 0,4-9 10 15,0 0 7-15,0 0 6 0,0 0 10 0,0 0 12 16,0 0 17-16,0 0 2 0,0 0 6 0,18-13 13 16,-18 13 0-16,8-14 10 0,0 4 5 0,-2 2 6 15,-1 0 8-15,3 1-4 0,-3-2-1 0,2 3-11 0,-2 0 1 16,0 3-4-16,2-1-12 0,-1 1-4 0,-6 3-8 15,14-1-5-15,-14 1-2 0,16 1 0 0,-6 3 6 16,0-1-11-16,2 3-5 0,-1-1 4 0,-1 1 0 16,0 1-1-16,2-2-5 0,-3 3 4 0,-3-1-6 15,3-1 1-15,0-1 1 0,-4 0-3 0,2-2 1 16,-3-1 2-16,-4-2 10 0,7 5-2 0,-7-5 14 16,0 0 24-16,0 0 0 0,13-10 5 0,-8 1 13 15,-2-2 8-15,2-4-12 0,0-3-68 0,-1 0 0 16,-3 0 0-16,4-1 0 0,-2-6 0 0,-3-1 0 15,0 6 0-15,1-5 0 0,-2 0 0 0,-1 8 0 16,0 0 0-16,-2-1 0 0,4 1 0 0,-3 5 0 16,1 1 0-16,1 1 0 0,-1 3 0 0,2 7 0 15,0-12 0-15,0 12 0 0,-4-8 0 0,4 8 0 16,0 0 0-16,0-9 0 0,0 9 0 0,0 0-241 16,0 0-79-16,16 17-43 0,-10-7-24 0,1-1-29 15,-1 4-29-15,3 0-36 0,-3-1-18 0,1 3-342 16,2 0-909-16,-4-5 403 0</inkml:trace>
  <inkml:trace contextRef="#ctx0" brushRef="#br0" timeOffset="-72792.05">15554 9409 262 0,'0'0'308'0,"0"0"8"0,0 0 5 16,0 0-11-16,10-13 20 0,-10 13-21 0,2-8-9 15,2 3-16-15,0 0-19 0,-4 5-17 16,7-8-20-16,-4 1-13 0,0 3-28 0,-3 4-18 0,10-5-16 15,-10 5-19-15,8-6-14 0,-8 6-12 0,8-3-13 16,-2 2-19-16,-6 1-3 0,15 4-10 0,-9-2-4 16,2 1-5-16,0 0-13 0,-2 2-8 15,-1-1 2-15,3 3-3 0,-5-2-6 0,3 2-2 0,-1 3-2 16,-4-4-5-16,1 1-3 0,-2 0-11 0,0 1-11 16,0-8 0-16,-3 13-11 0,-1-5-21 0,2-2-1 15,-6 2-1-15,3-3-10 0,-4 2-3 0,0-2 7 16,2-2 2-16,0 0 8 0,1-1 10 0,-1 1 9 15,7-3 11-15,-14-4 13 0,14 4 22 0,-9-6 8 16,5 1 15-16,4 5 7 0,-3-14 5 0,1 7 13 16,1 0 6-16,1 7-3 0,1-20 1 0,1 14-5 15,0-1-2-15,1 0-1 0,2 1-4 0,-3 0-5 16,2 1-6-16,-4 5-10 0,10-8-3 0,-5 5-11 16,-5 3-3-16,12-3-1 0,-12 3-6 0,10-1-3 15,-10 1-6-15,12 2 2 0,-7 1 1 0,1 1-6 16,-1 1 3-16,4 1-4 0,-2 1 0 0,-3-1-2 15,3 4 1-15,0-1-2 0,0 0-1 0,-2 0 1 16,2 0 1-16,-2-2 1 0,0 1-2 0,0-1 0 0,4 1 0 16,-5-5 5-16,4 2 0 0,-2-3 3 0,3-1 8 15,1 1 23-15,0-4 17 0,3 1 12 16,0-3-4-16,3-5-6 0,0 0 5 0,-1-1-6 16,-2-2-6-16,4-1 7 0,-3 1-15 0,0-2-4 0,-3-2-3 15,0 3-6-15,-1-3-8 0,-1 3 4 0,-4-2-3 16,0 4-9-16,-1 1 1 0,1 1 3 0,-3 2-11 15,-2 1 6-15,2-2-18 0,-2 8-15 16,1-8-12-16,-1 8-12 0,0 0-9 0,0 0-5 0,0 0 0 16,0 0-4-16,0 0-6 0,0 0-4 0,-15 19 8 15,13-9 7-15,4 1 3 0,-1 0 6 0,1 0 6 16,2 0 5-16,3 0 0 0,-2 1 5 0,4 1-1 16,1 0 5-16,-4-2 1 0,2-3 3 0,-2 1 1 15,1-1 5-15,-3-2-3 0,2 1 0 0,-1-1 5 16,-4-1-4-16,-1-5 4 0,7 8 0 0,-6-3 2 15,-1-5 1-15,0 0 5 0,-5 11 2 0,5-11-3 16,-12 8 4-16,4-4 2 0,-3 0-3 0,0-1-13 16,-3-1-16-16,3 2-19 0,-1-2-20 0,0 0-10 15,4 1-16-15,2-2-16 0,6-1-15 0,-13 1-6 16,13-1-18-16,-7 2-34 0,7-2-30 0,0 0-14 16,0 0-13-16,0 0-17 0,15-13-20 0,-1 8-7 15,-1-1-15-15,6-1-22 0,-2 2-179 0,10-3-542 16,3 1 241-16</inkml:trace>
  <inkml:trace contextRef="#ctx0" brushRef="#br0" timeOffset="-72135.9599">16304 9177 121 0,'-1'-12'411'0,"-1"1"24"0,1 1-1 0,0-1 3 15,1 0 2-15,0 3-8 0,0 8-16 0,0-12-13 0,-3 6-22 16,3 6-33-16,0 0-32 0,3-14-34 0,-3 14-27 16,0 0-34-16,1-5-23 0,-1 5-20 15,0 0-18-15,0 0-11 0,0 0-20 0,0 0-9 16,0 31-9-16,-1-14-8 0,1 0-12 0,-3-1-6 0,-1 9-14 16,2-1-10-16,-1 1 3 0,-2 0-7 0,0 0-6 15,0 3-5-15,-3-4-3 0,3 0-5 0,1-7-4 16,0-1-9-16,1 1-8 0,1-4-11 0,1-1-7 15,-2-2-7-15,3-3-5 0,0-7-2 0,2 12 3 16,-2-6 5-16,0-6 2 0,4 6 7 0,-4-6-4 16,0 0 4-16,13 0 2 0,-13 0-1 0,15-9 3 15,-9 6 9-15,2-3 2 0,2 0 4 0,-2 0 5 16,1 0 4-16,-2-1 2 0,2 2 4 0,-2-1-5 16,-1 1 2-16,1 0-1 0,-4 2-6 0,4-1 11 15,-2 0-13-15,-5 4-12 0,10-5 3 0,-10 5 5 16,5-4-10-16,-5 4-3 0,9-1 2 0,-9 1-2 15,0 0-9-15,13 6 7 0,-9-3-1 0,1 1 4 16,-1 1-4-16,1-1 0 0,0 2-1 0,-1-1 0 16,1 1-7-16,-1 0-9 0,0 0-14 0,-1 0-14 15,4-1 8-15,-4 1-9 0,0-1-6 0,1 0-1 16,0-1 1-16,-4-4 1 0,6 8 8 0,-2-6 5 16,-4-2 4-16,8 2 4 0,-8-2 1 0,0 0 3 15,15-6 8-15,-7 3 2 0,1-3-2 0,0 0 5 0,-2 0 0 16,1-1 4-16,2 1 0 0,-4-1 8 15,4 0 7-15,-3 3 9 0,-2 0 4 0,0-1 6 16,2 2-3-16,-7 3 1 0,9-5-2 0,-9 5 1 16,6-3-12-16,-6 3-1 0,5-5 0 0,-5 5-7 0,0 0-2 15,0 0 3-15,0 0-2 0,0 0-2 0,13 8 2 16,-9-5-1-16,-4-3 4 0,2 7-3 0,1-1-15 16,-3-6-17-16,6 9-12 0,-3-2-22 0,-1-1-33 15,1-1-35-15,1 0-31 0,1 0-33 0,-1-2-26 16,2 1-27-16,0-1-29 0,-6-3-28 0,9 4-35 15,-3-3-32-15,-6-1-47 0,12-6-292 0,-7 1-769 16,-1 0 340-16</inkml:trace>
  <inkml:trace contextRef="#ctx0" brushRef="#br0" timeOffset="-71964.03">16708 9224 118 0,'0'0'329'0,"1"-6"2"0,-1 6 4 0,0 0 2 16,3-8-16-16,-3 8-16 0,0 0-28 0,0 0-33 15,0-8-27-15,0 8-21 0,0 0-25 0,0 0-30 16,0 0-25-16,0 0-41 0,0 0-44 0,0 0-51 16,0 0-65-16,11 19-60 0,-7-13-63 0,5 3-63 15,-4 0-199-15,1-1-508 0,2 2 225 0</inkml:trace>
  <inkml:trace contextRef="#ctx0" brushRef="#br0" timeOffset="-71557.88">16818 9373 86 0,'0'0'387'0,"0"0"13"0,0 0 23 0,0 0-7 0,0 0-5 16,0 0-12-16,0 0-15 0,0 0-22 15,0 0-24-15,0 0-19 0,0 0-29 0,0 0-28 16,11-13-31-16,-11 13-23 0,0 0-26 0,0 0-20 16,0 0-18-16,0 0-13 0,0 0-15 0,0 0-12 0,0 0-7 15,3 15-13-15,-2-10-9 0,0 3-6 0,-1-8-9 16,4 11-20-16,-1-2-16 0,-2 1-15 0,2-2-6 15,0-2-14-15,-1 0-12 0,-2-6-11 16,6 9-4-16,-2-4 1 0,-4-5-4 0,5 6 10 0,-5-6 8 16,5 4 2-16,-5-4 11 0,8 0-3 0,-8 0 2 15,0 0 2-15,15-10 1 0,-10 5 8 0,2-4 4 16,-1 2 7-16,2-3 4 0,-1-1 20 0,1 1 6 16,-2 1 17-16,3 2 5 0,-2-2 1 0,-2 4 5 15,-1-1 8-15,-4 6 0 0,5-8-4 0,-1 5-9 16,-4 3-8-16,6-5-14 0,-6 5-5 0,0 0-2 15,5-4-8-15,-5 4-4 0,0 0 0 0,0 0-4 16,0 0 0-16,0 0-1 0,10 8-10 0,-6-4-20 16,-4-4-15-16,8 9-24 0,-3-2-34 0,-1-1-41 15,1 0-43-15,3 1-31 0,2 0-37 0,-3 0-26 16,1-2-37-16,1 2-34 0,1-3-35 0,0-1-17 16,0-1-20-16,-2-2-245 0,-8 0-703 0,18-4 311 15</inkml:trace>
  <inkml:trace contextRef="#ctx0" brushRef="#br0" timeOffset="-71026.86">17223 9350 52 0,'0'0'181'16,"5"-8"13"-16,-5 8 20 0,5-7 10 0,-5 7 1 15,4-6 2-15,-4 6 1 0,5-7 7 0,-5 7-10 0,5-7 0 16,-5 7 1-16,8-4-11 0,-8 4-6 0,5-4 0 16,-5 4-35-16,8-3-28 0,-8 3-8 15,5-4-8-15,-5 4-15 0,0 0-13 0,12 3-11 16,-12-3-13-16,9 3-5 0,-9-3-9 0,8 8-5 0,-4-4-6 15,-1 2-20-15,0-1 4 0,0 1 0 16,-2 1-10-16,0 1 4 0,1 2-4 0,-4-3-6 16,2-7 1-16,-5 13 5 0,4-5-6 0,-3-2 0 0,0-1 1 15,0 1 2-15,-1-2-9 0,5-4 10 0,-10 7-3 16,5-6 0-16,5-1-1 0,-11 3 0 0,11-3 2 16,-10-2 5-16,10 2-10 0,-10-7 14 0,7 3 8 15,3 4 8-15,-6-11 0 0,6 5-3 0,0 6 2 16,3-13-6-16,0 6-10 0,0 0 8 0,0 2-11 15,-3 5 3-15,9-11-3 0,-3 6-8 0,-1 1 0 16,7 1-6-16,-2 2-4 0,0 1 0 0,2 2 0 16,1 1-2-16,-2 2-1 0,6 4 2 0,-3 1 2 15,-2 2-5-15,0 2 4 0,-3 0-1 0,5 10-1 16,-8-6 8-16,2 0-10 0,-2 6 0 0,-3-5 4 16,0 6-1-16,-3-6 0 0,-4 8-2 0,-1-8 1 15,-2 4-1-15,-2-6 0 0,2 2-6 0,-9 2 7 16,3-6-6-16,0 0 7 0,-2-4-2 0,1-1 3 15,2 1 0-15,1-5 2 0,1-1 5 0,2-2 21 16,1-1 26-16,2 0 7 0,5-2 3 0,-14-5 10 16,14 5 20-16,-8-9 5 0,4 1-6 0,0-1-9 15,2-3-2-15,2 0-11 0,0 1-5 0,1-5-1 16,1-1-19-16,1 6-4 0,2-2-20 0,2-2-23 0,-2 3-34 16,2 2-52-16,4-3-58 0,2 0-67 0,2 4-70 15,-4 4-55-15,7-1-63 0,1 1-62 0,3 2-375 16,0-1-897-16,-3-1 397 0</inkml:trace>
  <inkml:trace contextRef="#ctx0" brushRef="#br0" timeOffset="-70870.5399">17682 9529 87 0,'12'0'380'0,"-12"0"21"0,0 0 20 0,11 0 23 16,-11 0 16-16,0 0-1 0,0 0-25 0,0 0-39 15,10-4-28-15,-10 4-41 0,0 0-33 0,6-1-32 16,-6 1-32-16,0 0-39 0,0 0-48 0,0 0-62 15,0 0-86-15,0 0-86 0,0 0-92 0,0 0-64 16,8 4-64-16,-8-4-68 0,4 4-312 0,-4-4-749 16,9 6 332-16</inkml:trace>
  <inkml:trace contextRef="#ctx0" brushRef="#br0" timeOffset="-27505.65">6274 10257 36 0,'6'-8'180'15,"-6"8"-1"-15,2-7 3 0,-2 7-11 0,0 0-10 16,4-5-16-16,-4 5-16 0,0 0-5 0,4-9-6 16,-4 9-7-16,0 0 0 0,1-6-15 0,-1 6-10 15,0 0-1-15,0 0-3 0,5-5-2 0,-5 5-4 16,0 0 1-16,0 0-7 0,0 0-4 0,0 0 1 15,0 0-1-15,0 0-4 0,0 0 2 0,0 0 1 16,0 0-1-16,0 0-4 0,0 0 7 0,0 0-5 16,0 0 0-16,0 0 2 0,0-11-1 0,0 11 1 15,0 0 0-15,0 0 0 0,0 0-1 0,0 0 8 16,0 0-4-16,0 0 12 0,0 0 2 0,0 0 2 16,0 0 5-16,0 0-5 0,0 0 8 0,0 0 3 0,0 0 9 15,0 0-2-15,-4-10 3 0,4 10 5 16,0 0 5-16,0 0 2 0,0 0 13 0,0 0 6 15,0 0 6-15,-2-7-8 0,2 7-16 0,0 0-12 16,0 0-12-16,0 0-13 0,0 0-11 0,0 0-12 0,0 0-13 16,0 0-2-16,0 0-8 0,0 0-2 0,0 0-1 15,0 0-2-15,0 0-1 0,-3 28 4 16,3-17 1-16,0-1-4 0,-1 2 4 0,-2 4-1 16,1 0 5-16,-2 1-3 0,3 0-2 0,-2 0-1 0,1 2-6 15,-1-2 2-15,-2 2 0 0,0 6-6 0,1-7 0 16,3 1-1-16,-3 0-2 0,0 0-3 0,-1 0-1 15,1-2-4-15,-1 3 0 0,1-4-2 16,2 3 1-16,-1 2-1 0,2-6-1 0,0 3-1 0,2-6 2 16,-1 4 0-16,1-5 0 0,2 2-3 0,-2-4 1 15,2 3-1-15,3-2 11 0,0-1-7 0,2 1 2 16,0-2-4-16,2-1-5 0,1 4-13 0,6-3-14 16,-6-1-21-16,5-1-23 0,-2-1-25 0,-3-2-34 15,2 1-34-15,0-3-33 0,-3-2-33 0,2 1-23 16,-5 0-24-16,-7 0-34 0,0 0-36 0,21-4-30 15,-18 1-30-15,-3 3-225 0,0 0-681 0,4-11 301 16</inkml:trace>
  <inkml:trace contextRef="#ctx0" brushRef="#br0" timeOffset="-27255.71">6154 10584 361 0,'-6'-6'449'16,"6"6"14"-16,-5-7-2 0,5 7-6 0,0 0-14 16,-4-6-22-16,4 6-40 0,0 0-36 0,2-11-39 15,-2 11-33-15,11-8-26 0,-4 4-27 0,7-1-19 16,-1 3-19-16,6-3-20 0,6-1-19 0,-4 2-15 16,6 0-16-16,-5 2-27 0,7 1-29 0,-3 0-30 15,-4-1-40-15,-1 0-31 0,0 2-37 0,-1-1-40 16,-1 2-30-16,0-1-31 0,-2-1-22 0,-4 2-28 15,1 1-38-15,-2-2-51 0,-1-2-44 0,-2 2-278 16,-9 0-698-16,16-1 309 0</inkml:trace>
  <inkml:trace contextRef="#ctx0" brushRef="#br0" timeOffset="-26583.99">6613 10647 84 0,'0'0'487'0,"0"0"18"0,0 0 3 15,0 0-17-15,0 0-17 0,0 0-22 0,0 0-21 16,0 0-21-16,0 0-29 0,8-19-26 0,-8 19-21 16,0 0-37-16,0 0-21 0,0 0-34 15,0 0-31-15,0 0-26 0,0 0-24 0,0 0-19 0,0 0-16 16,0 0-14-16,0 0-11 0,0 0-14 0,0 0-11 15,0 0-7-15,0 0-5 0,0 0-4 0,-7 25-4 16,7-25-9-16,-1 16 4 0,0-6-11 0,0-2-4 16,1 5-7-16,0-2-13 0,-2 0-21 0,1-1-16 15,0 1-19-15,-2-1-13 0,2 1-19 0,1 0-12 16,-3-3-15-16,2 2-9 0,1-10-9 0,1 14-7 16,-1-8-3-16,3 0 5 0,-3-6 11 0,2 9 15 15,-2-9 8-15,3 5 7 0,-3-5 14 0,0 0 8 16,0 0 13-16,12-2 17 0,-12 2 13 0,10-10 18 15,-4 6 8-15,0-5 4 0,1 2 17 0,1 0 14 16,-3-3 8-16,1 5 9 0,-2-1 8 0,1-2 6 16,-1 2 6-16,0 1 5 0,0-1-2 0,-4 6-1 15,7-7-2-15,-3 4-4 0,-4 3-13 0,4-7-12 16,-4 7-3-16,5-4-9 0,-5 4-6 0,0 0 0 16,6-3-7-16,-6 3 0 0,0 0-2 0,9 7-5 15,-9-7 0-15,8 8-4 0,-4-4 0 0,1 1-11 16,1 0 8-16,2 1-8 0,-2-3-14 0,2 1-4 15,-2 2-1-15,0-1-3 0,-1-4 0 0,1 4 0 16,2-3 5-16,-8-2 3 0,9 4 3 0,-4-1-1 16,-5-3 1-16,11-2 5 0,-11 2-4 0,12-6 2 15,-7 2 5-15,0 1 6 0,1-6 4 0,1 1 4 16,-2-2 6-16,-1 1 12 0,1-2 10 0,-2 0-4 16,-2-1 13-16,1-1 5 0,-1 2 7 0,-2-1-3 15,1 1-11-15,-3 0 3 0,-1-1 8 0,1 3-8 0,0 0 5 16,0 1-10-16,0 1-3 0,0 1-4 0,3 6-6 15,-3-9-9-15,3 9-3 0,-4-10-14 16,4 10-25-16,-4-4-33 0,4 4-44 0,0 0-39 16,0 0-37-16,0 0-48 0,0 0-66 0,0 0-84 0,22 6-69 15,-8-1-96-15,-3 1-423 0,7 0-1031 0,0 0 457 16</inkml:trace>
  <inkml:trace contextRef="#ctx0" brushRef="#br0" timeOffset="-26349.6699">7200 10643 453 0,'-2'-10'528'0,"2"10"15"16,2-9-9-16,-2 9-22 0,-2-10-34 0,2 10-46 16,0 0-32-16,0-10-39 0,0 10-37 0,3-6-35 15,-3 6-33-15,0 0-34 0,6-6-45 0,-6 6-41 16,12-3-49-16,-3 1-44 0,-1 2-46 0,-8 0-47 15,19 3-49-15,-8-1-43 0,0-1-40 0,0 2-29 16,-1-1-32-16,-2 3-27 0,-8-5-35 0,14 4-24 16,-8 0-13-16,-1 0-8 0,-1-2-192 0,-4-2-587 15,0 0 260-15</inkml:trace>
  <inkml:trace contextRef="#ctx0" brushRef="#br0" timeOffset="-26146.6">7209 10718 278 0,'-4'3'344'0,"4"-3"21"0,0 0 22 0,0 0 4 16,0 0 5-16,0 0-12 0,0 0-12 0,0 0-18 16,0 0-14-16,0 0-18 0,0 0-16 0,18 3-20 15,-18-3-26-15,13-1-25 0,-13 1-23 0,15-1-23 16,-9 2-21-16,1 0-13 0,0 0-15 0,-7-1-8 16,16-2-30-16,-6 2-26 0,-1 0-34 0,1 0-44 15,3-1-58-15,-13 1-65 0,19-3-55 0,-9 1-64 16,1 0-65-16,-11 2-66 0,20-7-56 0,-14 6-321 0,4-1-815 15,-10 2 361-15</inkml:trace>
  <inkml:trace contextRef="#ctx0" brushRef="#br0" timeOffset="-25381.06">8139 10550 64 0,'0'0'337'0,"0"0"-5"0,0 0-4 0,0 0 2 15,0 0 6-15,0 0-13 0,0-12 1 0,0 12-5 16,0 0-8-16,0 0-7 0,0 0-8 0,0 0-14 15,6-12-15-15,-6 12-13 0,3-6-15 0,-3 6-14 16,0 0-13-16,4-8-22 0,-4 8-15 0,4-5-18 16,-4 5-19-16,6-6-13 0,-1 4-14 0,-5 2-11 15,15-3-11-15,-5 2-12 0,2 1-12 0,1 1-5 16,-1 3-7-16,0-1-1 0,1-1-9 0,1 5-9 0,-2-1-2 16,4 0-3-16,-4 1-7 0,1 2-5 15,-6-1-5-15,0 0-17 0,-2 1-11 0,0-1-12 16,-5-2-2-16,0 2-3 0,0 3 3 0,-4-2-1 15,-4-1-5-15,-7 3-4 0,1 2-5 0,-4-5 0 0,0 0 1 16,-1-1 5-16,-1 0 0 0,0-4 8 0,0 0 5 16,2 0 3-16,4-2 12 0,2-1 21 0,0 0 20 15,1-3 29-15,1-1 18 0,-1 2 18 16,3-4 21-16,3 2 4 0,0-5-8 0,0 2-17 0,1-3-7 16,3 0-11-16,3-2-27 0,0 1-19 0,5 2-29 15,-2-4-38-15,2 3-53 0,3 3-65 0,5-5-72 16,1 2-59-16,1 1-58 0,2 2-67 15,10-3-64-15,-8 7-370 0,1-3-912 0,-2 2 404 0</inkml:trace>
  <inkml:trace contextRef="#ctx0" brushRef="#br0" timeOffset="-24968.32">8321 10297 326 0,'-3'-11'397'0,"2"-1"10"16,1-1-3-16,0 3 7 0,-3-1 3 0,3 1 1 16,-1 0-6-16,0 3-2 0,1 7-6 0,-2-13-9 15,2 13-11-15,0-12-18 0,0 12-11 0,-2-9-23 16,2 9-12-16,0-7-34 0,0 7-33 0,0 0-21 16,0 0-28-16,0 0-19 0,0 0-21 0,0 0-17 15,0 0-16-15,0 0-12 0,0 0-14 0,0 0-7 16,0 0-11-16,0 0-12 0,0 0-53 0,0 0-19 15,0 34 0-15,-3-23 0 0,3 7 0 0,-1 0 0 16,1 1 0-16,-1 0 0 16,-2 1 0-16,2 6 0 0,-1-2 0 0,2-5 0 15,-3 0 0-15,2 0 0 0,1 2 0 0,1-3 0 16,-1 1 0-16,3-1 0 0,0 1 0 0,0-2 0 16,-2-2 0-16,1-3 0 0,2 2 0 0,-1-3 0 15,-1-1 0-15,1 1 0 0,1-3 0 0,-3-4 0 16,-1 5 0-16,4-4 0 0,-4-5 0 0,2 10 0 15,-2-10-26-15,4 8-62 0,-4-8-17 0,4 4-13 16,-4-4-20-16,0 0-17 0,0 9-26 0,0-9-40 16,0 0-63-16,0 0-45 0,0 0-39 0,0 0-43 15,0 0-47-15,14-16-34 0,-12 11-312 0,-2 5-869 0,8-11 386 16</inkml:trace>
  <inkml:trace contextRef="#ctx0" brushRef="#br0" timeOffset="-23436.29">8526 10401 54 0,'0'0'311'16,"-1"-7"7"-16,1 7 0 0,0 0 3 0,0-9 2 15,0 9 8-15,0 0-5 0,-1-10 1 0,1 10 1 16,0 0-6-16,0 0-11 0,0-11-9 0,0 11-15 16,0 0-15-16,0 0-15 0,-2-7-19 0,2 7-25 15,0 0-11-15,0 0-32 0,0 0-19 0,0 0-10 16,0 0-21-16,0 0-19 0,0 0-7 0,0 0-12 15,0 0-10-15,0 0-5 0,17 14-8 0,-9-6-7 16,-3 1-5-16,1 1-7 0,-1 2-2 0,1-1-2 16,1 5-4-16,1-2 6 0,-3-3-16 0,0 3-5 15,0 0 0-15,-2-3-3 0,2 6-2 0,-3-5-12 16,1 1-5-16,-1-1-3 0,1 1-2 0,-2-3-6 0,2 2-7 16,-1-2 0-16,0-1 1 0,-1-3 2 0,0 3 1 15,-1-9 2-15,2 12-1 0,0-8 1 0,-2-4 9 16,2 9 4-16,-2-9 0 0,3 4 14 0,-3-4 21 15,0 0 17-15,0 0 6 0,0 0 17 0,0 0 3 16,0 0 5-16,0 0-1 0,17-16 9 0,-13 8 7 16,2 1 0-16,3-6 2 0,-1-2-12 0,-1-1-7 15,2-2 4-15,0 0-10 0,1-6 2 0,2 0-11 16,-2-1-6-16,-1 2 12 0,-1 0 15 0,1 5 8 16,0-6-31-16,-2 6-60 0,0 1 0 0,-1 3 0 15,-2 1 0-15,1 2 0 0,-2 2 0 0,-1 3 0 16,2-1 0-16,-1 1 0 0,-3 6 0 0,6-9 0 15,-6 9 0-15,2-8 0 0,-2 8 0 0,0 0 0 16,3-6 0-16,-3 6 0 0,0 0 0 0,0 0 0 16,0 0 0-16,0 0 0 0,0 0 0 0,0 0 0 15,0 0 0-15,1 21 0 0,-1-21-118 0,-2 12-181 16,2-12-45-16,0 11-36 0,-2-4-32 0,0 1-36 16,0 0-33-16,2-8-42 0,-3 11-342 0,2-3-936 15,-1-1 415-15</inkml:trace>
  <inkml:trace contextRef="#ctx0" brushRef="#br0" timeOffset="-22764.6">8048 10861 203 0,'0'0'201'16,"0"0"-6"-16,0 0-5 0,4-8 7 0,-4 8-1 16,0 0 4-16,0 0-11 0,0 0-1 0,0 0-2 15,0 0 2-15,0 0-7 0,0 0 8 0,0 0 0 16,0-8-5-16,0 8 3 0,0 0 3 0,0 0 1 15,0 0 5-15,0 0-4 0,0 0 2 0,-9-7-13 16,9 7-2-16,0 0-10 0,0 0-11 0,0 0-8 16,0 0-10-16,0 0-9 0,0 0-8 0,0 0-10 15,0 0-11-15,0 0-2 0,0 0-4 0,0 0-6 16,0 0 5-16,0 0 3 0,0 0-8 0,0 0 5 0,0 0-9 16,0 0-9-16,0 0-8 0,0 0-5 15,30 1-5-15,-10-1-9 0,9-1 8 0,3-3-12 16,4 6-2-16,15-6 1 0,-11 3-1 0,16-1 6 0,2-2-10 15,0 1-2-15,-2 1 3 0,2-1-7 0,-2-2-3 16,-3 1 6-16,-16-2 1 0,-1 4-4 0,-3-1 4 16,-2 1-5-16,-11 1-9 0,0-1 5 0,-7 0 1 15,0 1-4-15,-3-2-4 0,-2 2-3 0,0 1 7 16,-8 0-11-16,11-1-4 0,-11 1-2 0,8-1-4 16,-8 1-22-16,0 0-20 0,9-3-28 0,-9 3-27 15,0 0-30-15,0 0-37 0,0 0-48 0,0 0-36 16,0 0-35-16,0 0-45 0,0 0-57 0,0 0-70 15,0 0-390-15,-11 20-909 0,5-17 403 0</inkml:trace>
  <inkml:trace contextRef="#ctx0" brushRef="#br0" timeOffset="-22233.36">8181 11196 101 0,'0'0'239'0,"0"0"-18"16,0 0 0-16,0 0-10 0,-2-15-8 0,2 15 1 15,0 0 0-15,0 0-4 0,0 0 8 0,1-9-5 16,-1 9 17-16,0 0 3 0,0 0 7 0,0 0-4 0,1-11-2 15,-1 11-2-15,0 0-10 0,4-7-6 16,-4 7-10-16,4-5-8 0,-4 5-8 0,5-6-14 16,-5 6-6-16,7-4-8 0,-7 4-12 0,6-4-10 0,-6 4-11 15,7-4-14-15,-1 2-6 0,-6 2-11 0,9-4-9 16,-9 4-7-16,0 0-7 0,14-2-9 0,-14 2-7 16,11 3-9-16,-4 0 1 0,1-2-4 15,0 4-5-15,-1-3-6 0,2 4-5 0,-2 0 2 0,-2 0-7 16,0 1 2-16,2 0-1 0,-2-1-3 0,1-1-6 15,-2 5 6-15,-1-2-8 0,-2-1-1 0,0 0-1 16,-1 2-6-16,0-9-4 0,-4 16-1 0,-2-6 1 16,0-3-1-16,-2 3-2 0,-1-6 4 0,-1 3-2 15,-2-1-1-15,1-2 3 0,-2 0 0 0,1 1 1 16,-2-1 4-16,3-4 3 0,-2 0 17 0,0 0 21 16,3 0 27-16,0-2 14 0,0-3 23 0,1 1 2 15,1 2 9-15,-1-5-13 0,1-1-7 0,1 0-5 16,2-1-15-16,-1-1-7 0,4 1-6 0,-3 0-11 15,4-1-9-15,1 0-27 0,2-1-28 0,4 2-40 16,0-1-50-16,1 1-60 0,4 0-66 0,5 0-59 16,0 1-86-16,0 3-73 0,4-3-66 0,-3 3-363 15,4 4-949-15,-3-1 420 0</inkml:trace>
  <inkml:trace contextRef="#ctx0" brushRef="#br0" timeOffset="-21888.56">8321 11001 256 0,'-2'-9'445'0,"1"2"30"0,1 7 24 0,-1-14-4 0,-2 8-2 15,2-2-9-15,-2-2-4 0,3 10-8 0,2-12-15 16,-2 12-13-16,-2-10-21 0,2 10-17 0,0 0-28 16,-1-11-25-16,1 11-29 0,0 0-27 0,-4-4-34 15,4 4-26-15,0 0-24 0,0 0-29 0,0 0-71 16,0 0-113-16,0 0 0 0,0 0 0 0,0 0 0 15,0 0 0-15,0 0 0 0,0 0 0 0,0 0 0 16,0 0 0-16,3 32 0 0,-1-22 0 0,1 3 0 16,-3 0 0-16,2 3 0 0,2 1 0 0,-4 1 0 15,0-1 0-15,3-1 0 0,-3 1 0 0,5-1 0 16,-4 1 0-16,-1-2 0 0,0 1 0 0,0-4 0 16,3 1 0-16,-2-4 0 0,2 4 0 0,-3 0-30 15,2-5-251-15,1 2-30 0,-1-2-31 0,0-1-27 16,0 0-21-16,1 1-24 0,-1-4-29 0,3 1-23 15,-5-5-28-15,12 4-282 0,-6-3-840 0,1 0 372 0</inkml:trace>
  <inkml:trace contextRef="#ctx0" brushRef="#br0" timeOffset="-21544.88">8569 11071 202 0,'4'-6'426'0,"-1"0"24"0,0-1 22 15,-1 1 17-15,-2 6 3 0,4-11 5 0,-4 11 12 0,3-9 3 16,-3 9-8-16,1-8-16 0,-1 8-25 0,1-6-23 16,-1 6-33-16,0 0-29 0,0 0-36 0,0 0-35 15,2-7-29-15,-2 7-29 0,0 0-28 16,0 0-156-16,0 0-65 0,0 0 0 0,0 0 0 0,0 0 0 16,0 0 0-16,0 0 0 0,0 0 0 0,-3 31 0 15,2-20 0-15,-1 2 0 0,2-1 0 0,-4 3 0 16,4 2 0-16,-2-5 0 0,2 4 0 0,-1 0 0 15,-1-4 0-15,2 3 0 0,0-2 0 0,2-2 0 16,-2 1 0-16,0 0 0 0,1-1 0 0,1 0 0 16,1-2 0-16,0 1 0 0,1-4 0 0,-1 0 0 15,1-1-4-15,4 0-254 0,-3-2-14 0,1 1-11 16,1-3-20-16,-7-1-22 0,14 0-9 0,-14 0-11 16,13-5-17-16,-7 2-17 0,-1 0-29 0,4-5-16 15,-1 1-325-15,-4 1-812 0,2-3 359 0</inkml:trace>
  <inkml:trace contextRef="#ctx0" brushRef="#br0" timeOffset="-21326.19">8580 11152 211 0,'-13'-2'400'0,"13"2"42"0,-9-1 31 16,9 1 25-16,-9-2 12 0,9 2-4 0,0 0 6 15,-10-1-1-15,10 1-16 0,0 0-25 0,0 0-23 16,-5-5-36-16,5 5-41 0,0 0-29 0,0 0-40 0,0 0-33 15,18-9-49-15,-8 6-36 0,5 0-45 16,3-2-53-16,3 3-52 0,0-1-61 0,5 0-42 16,4 2-43-16,-10-1-55 0,0-1-49 0,8-1-57 15,-7 3-45-15,-2-1-37 0,1-1-44 0,-3 1-53 0,2-3-40 16,-6 2-330-16,7-1-890 0,-3-2 394 0</inkml:trace>
  <inkml:trace contextRef="#ctx0" brushRef="#br0" timeOffset="-20873.1699">9319 10294 264 0,'2'-9'351'0,"-1"2"-4"0,1-2-9 0,-1 1 9 15,0 2 7-15,-1 6 11 0,3-13 4 0,-2 9-5 16,-1 4-7-16,1-10-11 0,2 4-17 0,-3 6-12 16,0 0-29-16,3-7-24 0,-3 7-21 0,0 0-27 15,0 0-23-15,0 0-25 0,6-4-16 0,-6 4-18 16,0 0-11-16,0 0-11 0,6 13-8 0,-1-1-6 15,1 3 0-15,0 3 5 0,1 0-2 0,1 6-9 16,1 2 4-16,-4 2-5 0,7 2 14 0,-5 1-14 16,1 0-8-16,-1 0 6 0,0-3-18 0,-2 5-9 15,-3 0-9-15,0 2 4 0,-1-1-4 0,-2 2-6 16,-1-1 2-16,-2-2-7 0,-6 2-6 0,3-2-5 16,-2-1-2-16,-2 0-3 0,1 2 7 0,-11 10-5 0,-2 0-5 15,-4-6-4-15,-2 0-2 0,-4 0 4 0,-3-4-22 16,-5-1-30-16,0-1-24 0,-3 1-51 0,0 1-59 15,-1-2-68-15,3-5-76 0,10-4-65 0,1-3-60 16,1 1-65-16,3-3-62 0,1 1-343 0,4-5-979 16,3-2 433-16</inkml:trace>
  <inkml:trace contextRef="#ctx0" brushRef="#br0" timeOffset="-20123.32">7914 10107 208 0,'3'-7'282'0,"-3"7"-4"0,1-8-1 0,-1 8 9 16,0 0 17-16,3-9-3 0,-3 9 8 15,0 0 7-15,2-7-3 0,-2 7-3 0,0 0 2 0,0 0-1 16,-2-13-13-16,2 13-7 0,0 0-11 0,-3-8-9 16,3 8-5-16,-3-6-9 0,3 6-5 0,0 0-12 15,0 0-13-15,0 0-17 0,-2-7-20 0,2 7-21 16,0 0-25-16,0 0-18 0,0 0-13 0,0 0-11 16,0 0-16-16,0 0-4 0,-7 19-8 0,2-5-8 15,-5 9-2-15,0 1-7 0,-4 3-3 0,-1 3-5 16,-6 12 17-16,2-2-25 0,-2 6 6 0,5-4-6 15,-5 1 0-15,1-1-5 0,3 2-3 0,-1 2-11 16,3 1 8-16,1-1-10 0,2-1-3 0,0 0-1 16,7-9 5-16,1-1 1 0,3 13-12 0,1-1-9 15,2-2 0-15,3-9 0 0,4-3 0 0,3 0 0 16,-1 0 0-16,7-2 0 0,0 0 0 0,2 0-15 16,5-4-15-16,-1-1-12 0,1 0-6 0,-1-4-14 15,1-1-19-15,-1 0-22 0,1-4-21 0,-1-1-28 16,-2 0-29-16,-1-1-36 0,-3-5-43 0,0-1-42 15,-1 2-37-15,-1-3-43 0,2 1-51 0,-1-1-61 16,1-3-327-16,3 0-890 0,-4-3 393 0</inkml:trace>
  <inkml:trace contextRef="#ctx0" brushRef="#br0" timeOffset="-12566.47">9499 11160 229 0,'0'0'375'0,"0"0"-8"16,0-9-20-16,0 9-12 0,0 0-11 0,0 0-20 15,0 0-17-15,0 0-9 0,0-8-16 0,0 8-23 16,0 0-8-16,0 0-18 0,0 0-16 0,0 0-17 16,0 0-14-16,0 0-12 0,0 0-21 0,0 0-9 15,0 0-15-15,0 0-8 0,0 0-9 0,0 0-12 16,0 0-7-16,0 0-14 0,0 0-10 0,0 0-2 16,0 0-10-16,0 0-9 0,0 0 0 0,0 0 3 15,0 0-9-15,0 0-2 0,0 0 0 0,-17 15-4 16,13-10-1-16,4-5 2 0,-6 10-2 0,3-4-4 15,3-6 2-15,-6 13-5 0,4-5 5 0,-2 2 6 16,1-1 3-16,2 1 9 0,1-2-2 0,0 3-4 16,-3 1 0-16,5 0 6 0,-4-1-1 0,4 0-1 15,-1 7 4-15,0-7-4 0,0 2 1 0,2-2 4 16,-2 1-7-16,1 0-3 0,-1 0 0 0,0 0 0 16,3 0-4-16,-7 0-5 0,6 0 3 0,-3 0-3 15,0-4 1-15,0 0-4 0,-3 2 3 0,3-1-2 0,-1-2-2 16,1-7-1-16,-2 13 0 0,-1-6-1 0,2-1-1 15,-2 0 1-15,-1 0 2 0,4-6 0 16,-6 9-1-16,2-5 6 0,4-4-7 0,-7 6 0 0,3-2 0 16,4-4-1-16,-8 2-5 0,8-2-18 0,0 0-23 15,-9 0-40-15,9 0-43 0,0 0-65 0,0 0-71 16,0 0-76-16,0 0-86 0,-13-1-404 16,13 1-891-16,0 0 394 0</inkml:trace>
  <inkml:trace contextRef="#ctx0" brushRef="#br0" timeOffset="-12285.28">9349 11414 64 0,'0'-7'445'16,"0"7"6"-16,0 0 6 0,0 0 6 0,0 0-14 15,0-10-16-15,0 10 0 0,0 0-13 0,0 0-20 16,0 0-4-16,0 0-10 0,2-7-10 0,-2 7-25 15,0 0-12-15,0 0-16 0,0 0-26 0,0 0-22 16,0 0-28-16,0 0-19 0,0 0-27 0,5-7-18 16,0 4-25-16,-5 3-18 0,9-4-12 0,2 0-15 15,1 0-78-15,2 2-35 0,-1 0 0 0,6-1 0 16,1 1 0-16,1 1 0 0,2-2-30 0,5 5-123 16,-9-4-50-16,1 2-53 0,2 0-55 0,-4 0-48 15,0 0-41-15,-5 0-59 0,1-3-71 0,-4-1-385 16,0 4-992-16,-1-2 439 0</inkml:trace>
  <inkml:trace contextRef="#ctx0" brushRef="#br0" timeOffset="-11832.26">9983 10951 248 0,'-7'-5'415'0,"7"5"-17"0,-4-4 7 0,4 4-4 15,0 0-5-15,0 0 1 0,0 0-6 0,-5-9-14 16,5 9-10-16,0 0-20 0,0 0-21 0,0 0-20 16,0 0-31-16,0 0-20 0,0 0-29 0,0 0-25 15,0 0-19-15,0 0-32 0,0 0-25 0,0 0-29 16,20-3-32-16,-20 3-27 0,17 3-25 0,-10-3-23 15,2 2-37-15,-9-2-29 0,18 0-32 0,-11 1-36 16,-7-1-25-16,12-1-33 0,-12 1-27 0,12 0-37 16,-12 0-32-16,10 4-47 0,-5-3-26 0,-5-1-21 15,7 4-229-15,-4 0-672 0,-3-4 297 0</inkml:trace>
  <inkml:trace contextRef="#ctx0" brushRef="#br0" timeOffset="-11597.9499">9949 11113 363 0,'0'0'431'0,"-5"3"11"0,5-3 8 0,0 0 9 15,0 0-6-15,0 0-6 0,0 0-13 0,0 0-20 16,-6 5-13-16,6-5-28 0,0 0-27 0,0 0-35 16,0 0-26-16,0 0-34 0,0 0-22 0,0 0-23 0,0 0-19 15,0 0-21-15,30-3-9 0,-22 1-4 0,-1 0-39 16,3 1-41-16,3-1-26 0,-1-1-37 15,0 2-41-15,0-2-45 0,1 2-51 0,-3 1-56 16,-2-2-59-16,6 1-51 0,-5 1-51 0,-2-2-54 0,5 0-51 16,-2 2-395-16,-10 0-913 0,14-1 404 0</inkml:trace>
  <inkml:trace contextRef="#ctx0" brushRef="#br0" timeOffset="2150.05">10805 10640 293 0,'0'0'323'0,"-1"-11"-10"0,1 11-16 16,-3-7-16-16,3 7-10 0,-4-10-13 0,2 5-11 15,2 5-7-15,-9-9-5 0,5 5-9 0,4 4-2 16,-5-10-10-16,5 10-7 0,-7-8-9 0,4 7-13 16,3 1-7-16,-7-8-10 0,7 8-14 0,-7-5-13 15,7 5-14-15,-8-2-10 0,8 2-17 0,-8-2-8 16,8 2-9-16,0 0-7 0,-12 6-4 0,12-6-7 16,-8 4-5-16,4 3-1 0,0-3-2 0,-1 6-5 15,0 1 2-15,-3 4 4 0,6 0 8 0,-3 5 2 0,2-2-1 16,0 8 3-16,3-5 1 0,0 3 0 0,2 1-4 15,0 0-24-15,-2-6-11 0,3 7-1 0,1-2-3 16,-2-6-2-16,0 0 0 0,-1 2-4 16,-1-2-1-16,3 1-4 0,0-1 5 0,-3 1-3 0,0-2-5 15,0 1-3-15,0-1 5 0,-1 0-6 0,-3-2 2 16,4-2-4-16,-1-1 0 0,1 2-2 0,0-4 0 16,-3 1-1-16,2-2 3 0,0 1-5 0,-1 0 3 15,0 0-2-15,1-5-1 0,-1 3-2 0,2-8-9 16,-1 10-14-16,1-10-15 0,-1 9-12 0,1-9-27 15,0 0-27-15,-2 6-32 0,2-6-33 0,0 0-27 16,0 0-40-16,0 0-36 0,-9 0-31 0,9 0-40 16,0 0-23-16,-14-16-27 0,7 9-261 0,-1 0-706 15,-2-3 313-15</inkml:trace>
  <inkml:trace contextRef="#ctx0" brushRef="#br0" timeOffset="2368.73">10483 11013 195 0,'0'0'334'0,"-6"-8"23"16,6 8 21-16,-3-4 22 0,3 4 25 0,0 0 8 0,0 0 8 16,-4-9 4-16,4 9-2 0,0 0-17 15,-2-6 6-15,2 6-31 0,0 0-29 0,0 0-43 16,2-13-33-16,-2 13-22 0,7-6-32 0,-1 1-30 16,3 1-31-16,1 0-47 0,1 0-31 0,4-2-44 0,1 4-46 15,3-3-42-15,3 1-45 0,-2 3-57 0,0-1-62 16,7 1-63-16,-4-3-48 0,-3 4-40 15,7-2-49-15,-5 2-35 0,10-4-67 0,-4 1-285 16,0 1-845-16,0-2 374 0</inkml:trace>
  <inkml:trace contextRef="#ctx0" brushRef="#br0" timeOffset="2740.23">11145 10734 46 0,'0'-16'452'0,"0"8"38"0,0-2-9 0,-1 3-2 16,1-3-4-16,-3 3-12 0,3 7-18 0,-3-14-27 15,1 9-15-15,2 5-23 0,-3-14-23 0,2 7-15 16,1 7-5-16,0-11-15 0,0 11-17 0,-4-10-27 16,4 10-25-16,0-8-25 0,0 8-22 0,0 0-19 15,-5-7-19-15,5 7-25 0,0 0-15 0,0 0-16 16,0 0-8-16,-4-6-19 0,4 6-7 0,0 0-52 15,0 0-26-15,0 0 0 0,-12 21 0 0,6-8 0 16,-1 3 0-16,-1 1 0 0,0 1 0 0,1 7 0 16,-2-2 0-16,-3 2 0 0,3-2 0 0,1 0 0 15,1 1 0 1,-2 1 0-16,3-6 0 0,0 0 0 0,0 0 0 0,2 0 0 16,1 2 0-16,0-3 0 0,2 0 0 15,2 1 0-15,0-1 0 0,3-3 0 0,1 2-10 0,4-1-155 0,0-2-36 16,1 1-32-16,3-1-42 0,0-2-41 0,3-1-38 15,-1-1-43-15,2 0-45 0,-2-1-46 0,0-1-397 0,-4-3-959 16,5-2 424-16</inkml:trace>
  <inkml:trace contextRef="#ctx0" brushRef="#br0" timeOffset="3302.6">11294 10836 398 0,'2'-10'488'0,"-1"1"8"15,2-1 0-15,-2 1-18 0,0 3-22 0,-1 6-12 16,1-14-23-16,-1 7-18 0,3 0-24 0,-3 7-21 16,1-12-17-16,-1 12-29 0,2-10-25 0,-2 10-16 15,1-7-32-15,-1 7-25 0,0 0-28 0,0 0-25 16,3-6-17-16,-3 6-18 0,0 0-13 0,0 0-10 15,0 0-16-15,0 0-9 0,0 0-14 0,0 0-1 16,0 0-7-16,0 0-9 0,6 24 4 0,-4-15-13 16,0 2-1-16,0 1 0 0,-1 0-9 0,2 4-2 15,2-1 14-15,-2-1-11 0,1 4-8 0,-2-5-20 16,3 3-19-16,-2-2-7 0,2 1-16 0,0-3-15 16,-2 0-8-16,-1 0-3 0,2-1-11 0,2-1-5 15,-2 0-4-15,0-2 2 0,0 0 1 0,0-4 4 16,-1 2 7-16,1-1 5 0,2-1 10 0,0-1 7 0,0-1 9 15,-6-2 5-15,12 1 4 0,-12-1 9 16,14-1 15-16,-8-2 3 0,3-3 14 0,0-1 8 16,-1-3 16-16,2-3-4 0,3-1 6 0,-6 0-1 0,2-2 7 15,-1-3 8-15,2 0-3 0,-1-7-3 0,-1 1 0 16,3 1 15-16,-6 4 17 0,6-4 18 0,-4 7-9 16,1 3-5-16,-2-1-2 0,-2 3-1 15,1 0 10-15,-2 2 2 0,1-1-8 0,-2 4-3 0,3 1-3 16,-3 0-33-16,0 0-40 0,-2 6 0 0,3-8 0 15,-3 8 0-15,1-6 0 0,-1 6 0 0,0 0 0 16,0 0 0-16,1-8 0 0,-1 8 0 0,0 0-17 16,0 0-121-16,0 0-36 0,0 0-49 0,0 0-32 15,0 0-46-15,4 21-44 0,-4-10-39 0,-2-3-31 16,4 5-39-16,-2 0-23 0,3 2-358 0,-2 1-904 16,0-3 399-16</inkml:trace>
  <inkml:trace contextRef="#ctx0" brushRef="#br0" timeOffset="3708.85">11700 10987 411 0,'0'0'436'16,"2"-7"12"-16,-2 7 1 0,1-9-14 0,-1 9-16 15,2-8-21-15,-2 8-20 0,1-9-24 0,-1 9-20 16,0-8-18-16,0 8-18 0,0 0-25 0,0 0-15 15,-4-13-25-15,4 13-22 0,0 0-19 0,0 0-21 16,-1-6-31-16,1 6-15 0,0 0-11 0,0 0-19 16,0 0-11-16,0 0-3 0,0 0-15 0,0 0-4 15,0 0-7-15,-10 15-1 0,7-9-8 0,0 3-3 16,0-1-14-16,-2 3 1 0,1 0-4 0,2 1 4 16,-1 0-8-16,1 0 1 0,0 0-2 0,-1 0-10 0,2 1 2 15,-1 3 3-15,0-5-5 0,1 3 0 0,1-2 0 16,0-2 0-16,-2 4-4 0,2-2 3 15,2-1-2-15,-4 0 1 0,2 1-12 0,0-3 6 16,0 2 5-16,0-3-2 0,-1-1 3 0,1-7-6 0,-1 12-1 16,-1-6 1-16,2-6-7 0,0 12 0 0,0-12-9 15,-3 10-10-15,1-6-15 0,2-4-15 0,0 0-15 16,-4 11-24-16,4-11-28 0,-4 6-28 0,4-6-20 16,0 0-29-16,-3 4-41 0,3-4-32 0,0 0-34 15,0 0-39-15,-16-4-53 0,16 4-31 0,-7-7-308 16,7 7-794-16,-6-8 351 0</inkml:trace>
  <inkml:trace contextRef="#ctx0" brushRef="#br0" timeOffset="3927.46">11516 11163 35 0,'-4'-7'418'0,"4"7"37"0,0 0 23 0,0 0 11 15,0-10-4-15,0 10-13 0,0 0-23 0,0 0-22 16,2-10-33-16,-2 10-40 0,4-6-33 0,-4 6-35 15,8-5-33-15,-2 1-26 0,1 2-22 0,3-2-29 16,0 1-35-16,1 2-42 0,2-2-46 0,1 0-50 16,3 1-45-16,-2 2-52 0,2-2-49 0,1 1-56 15,1-1-39-15,-2 0-47 0,2 2-49 0,0-2-43 16,-1-2-26-16,1 1-282 0,-4 0-740 0,3 1 327 0</inkml:trace>
  <inkml:trace contextRef="#ctx0" brushRef="#br0" timeOffset="4255.53">11914 10804 190 0,'0'-12'401'0,"2"5"6"0,0 0-4 0,-2 7 6 0,2-11-9 15,-2 11-3-15,1-9-13 0,1 3-8 0,-2 6-21 16,2-9-9-16,-2 9-33 0,3-7-26 15,-3 7-21-15,0 0-26 0,4-6-23 0,-4 6-25 0,0 0-18 16,0 0-26-16,0 0-14 0,0 0-16 0,0 0-13 16,15 10-4-16,-11-2-13 0,1 2-1 0,2 5-6 15,0 2-4-15,-1 1-4 0,-1 6-6 0,-1-5-10 16,2 6-1-16,-5 3-5 0,-1-3-4 0,-1 0-5 16,0 3-1-16,-2-1-13 0,-3-1 5 0,-1-1 6 15,1 0-12-15,-3 0-5 0,-2-3-22 0,3-4-30 16,-7 4-32-16,-2-1-32 0,2 0-35 0,2-7-51 15,2 1-44-15,-3-4-37 0,3 0-38 0,0-4-40 16,4 2-49-16,1-4-45 0,-1 0-40 0,2 0-256 16,5-5-788-16,0 0 350 0</inkml:trace>
  <inkml:trace contextRef="#ctx0" brushRef="#br0" timeOffset="5661.57">14043 10364 285 0,'2'-8'329'0,"-2"8"-3"0,2-7-10 16,-2 7 4-16,0-10-4 0,0 10 5 0,0-10 7 15,0 10-4-15,3-10-7 0,-3 10-8 0,2-8-6 16,-2 8-11-16,1-10-13 0,-1 10-10 0,0-8-14 0,0 8-8 16,0 0-20-16,2-10-17 0,-2 10-6 15,0 0-22-15,0 0-23 0,0-7-15 0,0 7-21 16,0 0-13-16,0 0-11 0,0 0-17 0,4-5-5 16,-4 5-11-16,0 0-5 0,0 0 1 0,0 0-18 0,13 18-3 15,-6-10 3-15,2 3-16 0,-4 0-4 16,4 3-5-16,-1 4 3 0,2-1 1 0,-1 0-5 15,-1 1-9-15,4 3 4 0,-3-3 2 0,-5 0-2 0,5 6-6 16,5 0-17-16,-8-6-11 0,1 1-8 0,2-2-14 16,0 0-4-16,-3 0-12 0,1 2-9 0,3-2-2 15,-3-2 5-15,1-1 6 0,-3-4 3 0,4 2 9 16,-4-4 3-16,3 0 5 0,-2 1 2 0,-1-2 4 16,-1-3 5-16,1 0 13 0,0 0 0 0,-5-4 22 15,11 2 11-15,-4-2 18 0,-7 0 18 0,14-5 24 16,-6-1 9-16,-1-2-1 0,5-5 3 0,-3-1 15 15,1-5-2-15,2-2-1 0,-1-4-17 0,0-1 20 16,-1-4-24-16,1-3-16 0,6-13-2 0,-3 0 1 16,2 1-6-16,-5 10-7 0,0 3 0 0,1 1 8 15,-3 5 13-15,-1-2 11 0,2 5-2 0,-6 6-33 16,1 1-47-16,-3 2 0 0,2 4 0 0,-2-1 0 16,0 3 0-16,0 1 0 0,0 1 0 0,-2 6 0 15,1-9 0-15,-1 9 0 0,2-7 0 0,-2 7 0 16,0 0 0-16,0 0 0 0,3-7 0 0,-3 7 0 15,0 0 0-15,0 0 0 0,0 0 0 0,0 0 0 16,0 0-54-16,-6 23-177 0,6-23-52 0,-2 12-37 16,2-3-29-16,-2 1-10 0,2 0-31 0,0 6-22 15,0 1-31-15,0-5-13 0,2 6-33 0,1-1-246 0,-2 2-795 16,3-4 353-16</inkml:trace>
  <inkml:trace contextRef="#ctx0" brushRef="#br0" timeOffset="6114.6">14670 10670 250 0,'0'0'404'0,"0"0"-5"0,11-9-4 0,-11 9-6 0,0-10-1 15,0 10-19-15,0-8-10 0,0 8-7 16,-2-11-12-16,2 11-14 0,-1-10-11 0,-1 3-20 0,2 7-18 15,-4-8-7-15,4 8-20 0,-7-11-4 0,5 8-25 16,2 3-21-16,-4-6-24 0,4 6-11 0,0 0-26 16,0 0-18-16,0 0-15 0,-5-6-11 0,5 6-16 15,0 0 0-15,0 0-9 0,0 0-10 0,0 0 2 16,-13 15-20-16,9-10 4 0,-2 5-4 0,2 1-10 16,2 0 3-16,-5 1-10 0,3 3 1 0,0 3 0 15,1-2-5-15,-2 1-1 0,2 1-2 0,1-1 1 16,-2 1-3-16,0 0-4 0,4 0-4 0,-2 2 3 15,1-2-4-15,0 0 0 0,0-1 1 0,-1 1 1 16,4-1 1-16,-2-6 0 0,-2 2-7 0,2-1 3 16,0 1-2-16,0-1 0 0,0-2 5 0,-2 1-3 15,2-3 1-15,0-1-3 0,0-7-5 0,0 12-7 16,-2-6-11-16,2-6-9 0,-2 9-7 0,2-9-8 16,0 0-19-16,0 10-19 0,0-10-13 0,0 0-19 15,-5 6-23-15,5-6-34 0,0 0-42 0,-11 0-45 16,11 0-35-16,0 0-38 0,-12-6-33 0,3 3-38 15,9 3-30-15,-8-9-30 0,3 5-232 0,-1 1-749 16,-1-2 331-16</inkml:trace>
  <inkml:trace contextRef="#ctx0" brushRef="#br0" timeOffset="6317.67">14434 10918 244 0,'0'-6'300'0,"0"6"17"15,-2-7 21-15,2 7 27 0,0 0 11 0,0-9 12 0,0 9 6 16,0 0 2-16,0 0-10 0,0-11-14 0,0 11-21 15,2-7-30-15,-2 7-24 0,4-5-32 0,-4 5-26 16,7-9-29-16,0 6-20 0,4-2-15 16,0 2-20-16,3-1-14 0,3-1-20 0,2 1-34 0,1 0-28 15,-2 0-36-15,5 0-42 0,-4 2-51 0,2-1-44 16,-1 0-62-16,0 1-58 0,1 1-46 0,-3 2-57 16,1-4-53-16,0 1-54 0,-7 0-297 0,5 0-803 15,0 0 355-15</inkml:trace>
  <inkml:trace contextRef="#ctx0" brushRef="#br0" timeOffset="6567.61">15054 10660 205 0,'2'-5'495'0,"-2"5"9"0,2-8-7 0,-2 8-14 15,2-7-40-15,-2 7-38 0,7-8-42 0,-7 8-35 16,3-7-37-16,-3 7-29 0,8-8-28 0,-5 5-28 16,-3 3-36-16,9-5-34 0,-5 3-42 0,-4 2-41 15,11-4-37-15,-6 2-49 0,-5 2-48 0,11-1-44 16,-5-1-38-16,-6 2-32 0,0 0-36 0,14 5-40 16,-10-3-32-16,-4-2-26 0,6 2-247 0,-6-2-624 15,0 0 276-15</inkml:trace>
  <inkml:trace contextRef="#ctx0" brushRef="#br0" timeOffset="6770.69">15054 10723 157 0,'0'0'431'0,"-4"2"45"16,4-2 34-16,0 0 12 0,0 0 1 0,0 0-5 16,0 0-18-16,0 0-30 0,0 0-66 0,0 0-28 15,0 0-35-15,0 0-45 0,0 0-20 0,30-12-23 0,-20 10-31 16,4-1-27-16,3 0-59 0,-3 2-46 0,-1-1-51 15,-1-1-63-15,1 2-73 0,-2 1-76 16,2-3-78-16,-4 3-74 0,-9 0-80 0,13-2-82 16,-4 1-343-16,-9 1-897 0,10-5 398 0</inkml:trace>
  <inkml:trace contextRef="#ctx0" brushRef="#br0" timeOffset="13152.13">15725 10340 312 0,'1'-7'385'0,"-1"7"13"0,0-8 6 0,0 8 0 16,2-9-4-16,-2 9-6 0,0 0 4 0,0-12-16 15,0 12-16-15,0-7-14 0,0 7-12 0,0 0-17 0,0 0-28 16,0 0-15-16,-2-10-27 0,2 10-34 0,0 0-19 16,0 0-28-16,0 0-12 0,0 0-18 15,0 0-23-15,0 0-14 0,0 0-15 0,0 0-2 16,0 0-12-16,8 27-3 0,-4-10-5 0,0 0-10 0,2 0-8 15,-4 7 0-15,2-4-12 0,-1 6 7 0,-1-1-6 16,0 1-4-16,0-1 3 0,0-6-11 0,-2 1 0 16,0 1-4-16,0-3-4 0,1 7 3 15,-1-7-5-15,-1 1 0 0,-2-2-11 0,2 2 6 0,1-1 4 16,-4 0-12-16,4-2 20 0,-1-3-10 0,-1-1-7 16,2 0 0-16,2-1-8 0,-2-1-5 0,1 0-11 15,-1-3-8-15,0 0-3 0,0-7-4 0,4 11-18 16,-2-6-16-16,-2-5-20 0,7 7-25 0,-1-4-30 15,-6-3-42-15,8 2-39 0,-8-2-40 0,0 0-41 16,14-2-42-16,-14 2-49 0,9-8-45 0,-7 2-50 16,-2 6-277-16,0-12-830 0,0 12 368 0</inkml:trace>
  <inkml:trace contextRef="#ctx0" brushRef="#br0" timeOffset="13433.32">15717 10441 264 0,'-2'-12'353'0,"-1"6"11"0,3 6 5 15,-1-11 6-15,1 11 11 0,-1-11 3 0,1 11 2 16,-3-11-8-16,3 11-6 0,0-8-16 0,0 8-20 16,0-11-14-16,3 5-37 0,-3 6-24 0,8-14-31 15,2 6-23-15,0-2-23 0,8-2-23 0,1 2-13 0,6-4-18 16,2 6-9-16,3-2-20 0,-1 2-11 15,-2 1-12-15,0 1-3 0,1 3-4 0,0 1-14 16,-8 0-11-16,0 2-3 0,-1 0-26 0,-8 2-26 16,1-4-31-16,-1 4-42 0,-2 0-35 0,-2 0-49 0,-1-1-45 15,1 2-47-15,-7-3-36 0,7 7-46 0,-4-3-40 16,-3-4-45-16,0 11-46 0,0-11-258 16,-11 14-784-16,2-7 347 0</inkml:trace>
  <inkml:trace contextRef="#ctx0" brushRef="#br0" timeOffset="13698.9">15753 10579 57 0,'0'0'436'0,"0"0"26"0,-4 7 25 0,4-7 8 0,0 0 0 16,0 0-6-16,-7 1-12 0,7-1 1 0,0 0-18 15,0 0-21-15,0 0-21 0,0 0-25 0,0 0-29 16,0 0-29-16,0 0-26 0,0 0-35 0,0 0-25 15,0 0-26-15,0 0-28 0,24-12-21 0,-13 6-19 16,2 2-20-16,6-1-36 0,-2 0-26 0,1 0-53 16,0 1-20-16,0 2 0 0,-3-2-76 0,-1 3-43 15,-1 0-47-15,5 1-51 0,-7 0-50 0,2 0-46 16,-2-1-44-16,0 1-35 0,-11 0-44 0,0 0-35 16,18 3-16-16,-15 0-328 0,-3-3-884 0,0 0 392 15</inkml:trace>
  <inkml:trace contextRef="#ctx0" brushRef="#br0" timeOffset="13980.06">16026 10633 259 0,'0'0'397'0,"0"0"27"0,0 0 21 0,0 0 12 16,0 0 5-16,12-11-3 0,-12 11 2 0,1-7-1 15,-1 7-19-15,4-4-3 0,-4 4-10 0,3-7-26 0,-3 7-25 16,0 0-28-16,4-6-31 0,-4 6-34 15,0 0-26-15,0 0-32 0,0 0-28 0,0 0-22 16,0 0-20-16,0 0-18 0,0 0-18 0,0 0-62 0,0 0-58 16,0 0 0-16,11 11 0 0,-8-6 0 0,-2 3 0 15,1-1 0-15,1 3 0 0,-2 0 0 0,2-2 0 16,0 3 0-16,-2-3 0 0,0 3 0 16,-1-3-151-16,1 0-62 0,2-1-35 0,-3-7-37 0,1 12-28 15,0-6-15-15,-1-6-36 0,2 8-30 0,0-2-25 16,-2-6-21-16,0 0-44 0,5 4-275 0,-5-4-822 15,0 0 364-15</inkml:trace>
  <inkml:trace contextRef="#ctx0" brushRef="#br0" timeOffset="14183.15">16212 10485 278 0,'0'0'511'0,"2"-5"18"0,-2 5 6 15,0 0-12-15,2-8-27 0,-2 8-35 0,0 0-45 16,0 0-43-16,0 0-40 0,0-8-33 0,0 8-45 16,0 0-53-16,0 0-71 0,0 0-85 0,0 0-65 15,0 0-61-15,0 0-72 0,0 0-55 0,0 0-69 16,7 20-52-16,-3-14-46 0,-2 1-286 0,1 1-713 16,2 2 317-16</inkml:trace>
  <inkml:trace contextRef="#ctx0" brushRef="#br0" timeOffset="14604.92">16291 10633 191 0,'0'0'438'0,"0"0"15"0,0 0 21 0,10-11 11 16,-10 11 3-16,0 0-15 0,0-10-5 0,0 10-16 16,0 0-10-16,0 0-33 0,0 0-40 0,0 0-29 0,0-8-31 15,0 8-41-15,0 0-31 0,0 0-24 16,0 0-22-16,0 0-28 0,0 0-12 0,0 0-20 15,0 0-17-15,0 0-3 0,0 0-20 0,0 0-7 0,7 18-32 16,-7-18-24-16,1 8-32 0,2-1-38 0,-3-7-30 16,0 13-30-16,2-6-35 0,-2-7-30 0,0 14-28 15,1-6-27-15,2-1-7 0,-2-1-18 16,-1-6-4-16,3 8 15 0,-3-8 12 0,1 10 23 0,-1-10 26 16,1 5 20-16,-1-5 25 0,0 0 30 0,0 0 9 15,0 0 31-15,0 0 20 0,0 0 16 0,17-12 20 16,-12 8 21-16,-1-1 8 0,1-2 17 0,3 1 6 15,-3 1 19-15,2-2 11 0,-3 4 10 0,2-1-4 16,1 0 7-16,-7 4 0 0,9-7-2 0,-5 5 1 16,-4 2-5-16,6-6-14 0,-6 6-5 0,8-3-9 15,-8 3-7-15,7-1-10 0,-7 1-3 0,0 0-1 16,11 0-5-16,-11 0-4 0,9 4-3 0,-9-4 1 16,11 2-23-16,-7 0-32 0,2 2-41 0,0 0-39 15,0-2-39-15,3 3-39 0,-1 0-44 0,-1 2-45 16,1-1-53-16,0-3-50 0,-1 1-306 0,2 1-742 15,1-2 329-15</inkml:trace>
  <inkml:trace contextRef="#ctx0" brushRef="#br0" timeOffset="15354.74">16682 10607 176 0,'7'-4'365'0,"-7"4"-8"15,5-3-3-15,-5 3-15 0,6-6-24 0,-6 6-14 0,6-2-20 16,-6 2-24-16,7-6-20 0,-7 6-31 16,0 0-27-16,9-2-21 0,-9 2-15 0,9-2-12 15,-9 2-18-15,0 0-11 0,9 7-11 0,-9-7-4 16,7 5-20-16,-3-3 1 0,-4-2-7 0,7 9-2 0,-4-3-19 16,0-2 0-16,-3-4-11 0,2 10-13 0,-2-10-19 15,-1 11-2-15,1-11-12 0,-1 11 2 16,-2-7-12-16,3-4 0 0,-8 11-5 0,4-6 3 0,-1-2-2 15,-2-1 0-15,2 2 3 0,-4-1 6 0,3-1-3 16,6-2 7-16,-14-1 4 0,5-1 8 0,9 2 7 16,-14-4 28-16,8 1 16 0,6 3 22 0,-10-7 14 15,7 1 7-15,3 6 0 0,-4-11-2 0,2 4 1 16,2 7-8-16,0-14-6 0,0 14-13 0,4-11-1 16,-1 5-9-16,1 0-7 0,1 3-4 0,-5 3-4 15,7-8-8-15,-3 5 3 0,-4 3-9 0,11-5-8 16,-11 5 2-16,10-2 0 0,-10 2-2 0,11 0-5 15,-11 0 4-15,9 5-4 0,-3-2-9 0,1 0 2 16,-2 0 0-16,0 2-2 0,-1 1-16 0,0-1-6 16,2 0-2-16,-3 2-14 0,0-2-6 0,1 2 3 15,1 1-14-15,-1-2-5 0,0-1 11 0,1 6 5 16,3-5 3-16,-3 3-2 0,1-3 1 0,-2 0 14 16,-4-6-7-16,18 7 16 0,-8-3-2 0,1-3 4 15,3 1 5-15,-1-2-10 0,4-3 21 0,1-2 3 16,0-1 13-16,0-1-1 0,-1 1 12 0,2-5 9 15,-1-1 4-15,3-3-2 0,2-3 17 0,-1-3 23 16,-3 2 28-16,-2-1 3 0,-4 5 2 0,-3-2 1 16,1-5-10-16,-3 5 0 0,-3 0 16 0,-1 2-6 0,-1 0-9 15,2 3-14-15,-5 1-9 0,-2 0-6 16,1 0-16-16,-3 4 0 0,2 0-11 0,2 7-7 16,-8-9-9-16,3 4-3 0,-1 2-8 0,6 3-2 15,-13 0-4-15,13 0-1 0,-14 4-3 0,7-2 0 0,-4 4-1 16,3 1 0-16,0 2 2 0,0 0-5 0,0 2 1 15,2 5 0-15,0-1-2 0,1 0 0 16,1 1 2-16,-1 1-2 0,3 0 3 0,-1 0-2 0,3-2 1 16,2 4-2-16,0-5 4 0,1 3-5 0,4 2-5 15,1-5 2-15,1 4-10 0,5 3-3 0,-1-6-6 16,2-1-17-16,4 4-22 0,-3-5-19 0,2-1-25 16,-3-3-23-16,2 0-22 0,-1-2-24 0,1-3-27 15,-5 2-24-15,1-4-32 0,-5 0-46 0,1-1-54 16,-1-2-50-16,-8 1-278 0,10-3-739 0,-10 3 327 15</inkml:trace>
  <inkml:trace contextRef="#ctx0" brushRef="#br0" timeOffset="16073.32">17873 10497 62 0,'0'0'437'0,"-1"-9"23"15,1 9 19-15,-1-9 9 0,1 9-5 0,-5-13-13 16,5 8-16-16,0 5 4 0,-3-12-14 0,3 12-6 15,-1-12-21-15,1 12-20 0,-1-9-23 0,1 9-25 16,0-10-25-16,0 10-38 0,2-6-27 0,-2 6-29 16,0 0-24-16,0 0-24 0,0-9-20 0,0 9-18 15,0 0-14-15,0 0-72 0,0 0-58 0,17 15 0 16,-11-7 0-16,2 2 0 0,-1 2 0 0,4 4 0 0,-2-1 0 16,1 3 0-16,1 5 0 0,-2 1 0 15,1-1 0-15,-3-4 0 0,-1-2 0 0,1 2 0 16,-2-2 0-16,0-1 0 0,0 0 0 0,-3 0 0 15,4-4 0-15,-3 2 0 0,0-3-30 0,0-1-85 0,-1-2 12 16,0-2 6-16,-2-6 9 0,2 10 11 16,-1-6 22-16,-1-4 5 0,0 0 30 0,0 0 3 0,0 0 12 15,0 0 22-15,18-10 40 0,-11-2 16 16,3-4-1-16,-1-2 15 0,4-7 11 0,-2-3-10 0,2-3-1 16,-3-1-11-16,7-13-74 0,-7 14-2 0,3 0 0 15,-4 2 0-15,1-1 0 0,0 0 0 0,-2 5 0 16,-1-1 0-16,-1 8 0 0,-3 1 0 0,1 6 0 15,-1 0 0-15,0 1 0 0,1 3 0 0,-2 1 0 16,-2 6 0-16,3-10 0 0,-3 10 0 0,3-4 0 16,-3 4 0-16,0 0 0 0,0 0 0 0,0 0 0 15,0 0 0-15,1 22-217 0,-2-11-111 0,1 1-45 16,-1 2-45-16,1 4-42 0,-2 0-59 0,5 2-33 16,-3-2-336-16,1-1-961 0,1-1 425 0</inkml:trace>
  <inkml:trace contextRef="#ctx0" brushRef="#br0" timeOffset="16448.23">18268 10668 48 0,'0'0'408'0,"0"0"0"0,0 0 9 0,0 0-14 15,0 0-22-15,0 0-25 0,0 0-24 0,9-19-18 16,-9 19-18-16,5-5-22 0,-5 5-23 0,4-5-26 0,-4 5-22 15,8-6-21-15,-8 6-17 0,9-4-18 16,-9 4-18-16,9-1-19 0,-9 1-8 0,11 1-9 16,-3 3-10-16,-1-1-9 0,0 0-11 0,1 1-6 0,-3 0-5 15,2 2-4-15,-2-2-13 0,1 1-1 0,-1 0-1 16,-3 2-16-16,2-2-15 0,-3 2-23 16,1 0 0-16,-2 3-6 0,0-10-7 0,-2 10 1 15,-1-4-1-15,3-6 3 0,-9 9 3 0,3-3 2 0,0-2-1 16,-4 0 4-16,2-2 3 0,8-2 4 0,-14 0 4 15,5-1 12-15,9 1 25 0,-15-2 33 0,8-1 29 16,1-1 14-16,0-5 12 0,2 3 1 0,0-2 2 16,1-1-3-16,3-4-9 0,-1 3-11 0,4-2-12 15,3-4-11-15,-1 5-24 0,3 0-27 0,5-1-55 16,1 2-58-16,2-1-55 0,1 1-64 0,3 2-55 16,1 1-56-16,-1 3-66 0,10-3-48 0,-10 4-332 15,2 1-834-15,7-3 369 0</inkml:trace>
  <inkml:trace contextRef="#ctx0" brushRef="#br0" timeOffset="16791.9">18620 10386 133 0,'0'-8'470'0,"0"-2"11"0,1 0 13 16,-1 1 0-16,1 2-1 0,-1 7-12 0,-1-15-12 15,3 9 0-15,-2 6-35 0,0-10-9 0,0 10-40 16,0 0-38-16,0 0-36 0,0 0-31 0,0-10-33 16,0 10-29-16,0 0-21 0,0 0-22 0,0 0-15 0,0 0-14 15,0 0-8-15,-2 32-25 0,1-16-13 16,-1-1-9-16,2 3-15 0,-1 1 0 0,-2 5-8 16,1 1-9-16,-1-6-2 0,-2 2-1 0,2 3-11 0,0-3-42 15,0-2-3-15,0 5 0 0,-1-6 0 0,1 0 0 16,2-3 0-16,1 3 0 0,-2-7 0 0,2 1 0 15,-1-1-68-15,1-1-31 0,0-2-16 16,0-1-23-16,0-7-23 0,0 11-26 0,3-6-17 0,-3-5-32 16,4 8-25-16,-4-8-28 0,5 4-28 0,-5-4-31 15,6 2-47-15,-6-2-49 0,0 0-378 0,0 0-890 16,19-14 394-16</inkml:trace>
  <inkml:trace contextRef="#ctx0" brushRef="#br0" timeOffset="16994.98">18733 10678 315 0,'0'0'391'0,"0"0"42"0,8-2 22 15,-8 2 10-15,0 0-4 0,0 0-8 0,0 0-13 16,0 0-15-16,0 0-41 0,0 0-39 0,0 0-33 16,0 0-30-16,0 0-37 0,0 0-45 0,8-4-45 15,-8 4-61-15,0 0-67 0,0 0-84 0,0 0-82 16,4-5-77-16,-4 5-68 0,0 0-77 0,8-7-78 15,-4 4-292-15,4 1-793 0,1 0 351 0</inkml:trace>
  <inkml:trace contextRef="#ctx0" brushRef="#br0" timeOffset="17416.75">19278 10625 100 0,'0'0'417'16,"-5"-10"22"-16,5 10 4 0,-5-8-7 0,5 8-13 15,-6-9-15-15,4 4-11 0,2 5-10 0,-5-7-19 16,5 7-8-16,-8-10-22 0,7 5-21 0,1 5-15 16,-3-6-21-16,3 6-31 0,-2-8-13 0,2 8-27 0,0 0-16 15,1-11-30-15,-1 11-10 0,7-3-25 0,-7 3-14 16,8-4-6-16,-1 3-18 0,-7 1-10 15,13 1-5-15,-2 0-17 0,1 2 2 0,-3 0-13 16,2 2-6-16,-2 0-3 0,0 1-13 0,1 0-10 0,-4 1-15 16,2 0-9-16,-1 1 1 0,-2-2-7 0,-2 1-17 15,-1-1 0-15,-1 0 2 0,-1-6 2 0,-1 17 3 16,-2-7-4-16,-4-3 8 0,-2 1-2 16,0-1 5-16,-5 3 1 0,-1-1-2 0,-2-5 2 0,-1 1 2 15,-1-2 1-15,1 1-2 0,1 1 1 0,3-5 6 16,3 1 13-16,0-4-5 0,0 0 2 0,4 2-2 15,0-4 4-15,2-1-7 0,-1 0-10 0,3 0-25 16,3-5-23-16,1 0-28 0,5 0-31 0,-1-1-35 16,7-1-42-16,1-1-46 0,9-2-43 0,-5 4-35 15,8 1-55-15,1-2-53 0,4 4-44 0,-3-1-253 16,2 2-786-16,-1 2 348 0</inkml:trace>
  <inkml:trace contextRef="#ctx0" brushRef="#br0" timeOffset="17791.66">19585 10409 217 0,'-3'-9'399'0,"3"-1"29"0,0 1 11 15,-1 1 9-15,-2-2 0 0,2 0 0 0,0 3-6 16,-1-2-14-16,2 9-6 0,-1-12 4 0,0 5-13 0,1 7-25 16,-3-10-26-16,3 10-28 0,0 0-35 15,-2-9-24-15,2 9-24 0,0 0-28 0,0 0-26 16,-3-6-25-16,3 6-16 0,0 0-15 0,0 0-18 15,0 0-14-15,0 0-9 0,-5 25-2 0,3-12-93 0,0 4-5 16,2 2 0-16,-1-1 0 0,-2 7 0 16,3 4 0-16,0-1 0 0,0 0 0 0,3 3 0 15,-2-1 0-15,1 0 0 0,-2-1 0 0,0 1 0 0,2 1 0 16,0 0 0-16,1-2 0 0,-2-1 0 0,-1 0 0 16,0 0 0-16,2 0 0 0,0-1 0 0,-2-2 0 15,3 0 0-15,1 0 0 0,-2-6 0 16,1-1 0-16,-1 0 0 0,2-1 0 0,-3-5 0 0,1-1 0 15,0 0 0-15,-2-5 0 0,1 2 0 0,2-2 0 16,-3-6-58-16,0 11-190 0,0-11-22 0,0 0-21 16,1 7-31-16,-1-7-38 0,0 0-38 0,0 0-31 15,0 0-22-15,-16-21-20 0,13 12-13 0,-2-3-252 16,-3-5-795-16,0-1 352 0</inkml:trace>
  <inkml:trace contextRef="#ctx0" brushRef="#br0" timeOffset="17979.12">19505 10874 373 0,'-2'-12'78'0,"-3"1"59"16,2 0 37-16,1 2 34 0,-1 3 44 0,2-1 35 15,3-3 48-15,-2 10 30 0,-1-11 30 0,1 11 18 16,-3-8 3-16,3 8-1 0,-2-9-1 0,2 9-10 16,0 0 3-16,2-9-18 0,-2 9-29 0,4-9-27 15,0 6-33-15,1-2-31 0,3-1-27 0,1-1-31 16,2 1-14-16,5-1-22 0,1 0-16 0,1 1-21 16,1-1-36-16,0 1-49 0,1 1-61 0,0-3-56 15,-2 5-83-15,0-2-78 0,0 2-85 0,0-3-79 0,-5 4-80 16,5-1-75-16,-11 2-431 0,6-4-1055 15,-4-1 468-15</inkml:trace>
  <inkml:trace contextRef="#ctx0" brushRef="#br0" timeOffset="18572.73">20451 10429 366 0,'-1'-9'383'0,"-2"-1"-1"0,2 0-4 0,-2 0-12 15,0-1 5-15,-1 1-6 0,0-2-9 0,-1 1-7 16,1 2-6-16,-2-2-7 0,2 1-7 0,-1 2-8 15,1 1-8-15,0-1-19 0,0 4-22 0,0-3-19 16,4 7-19-16,-6-8-37 0,6 8-17 0,-5-6-24 16,5 6-23-16,0 0-13 0,0 0-13 0,0 0-10 15,0 0-6-15,0 0-11 0,-8 23-7 0,7-7-9 16,1 4 2-16,0 5 3 0,1 5-4 0,0-1-4 0,1 2 0 16,1 1-11-16,-1-2-5 0,-4 3-13 0,5 1 15 15,-3-2-16-15,0-2 1 0,-3-1-2 16,1 1-7-16,-1-1 6 0,1-2-5 0,-3 0-7 15,3-2-1-15,-4 0-1 0,1-5 7 0,1-2-6 0,-2 1 7 16,0-3-14-16,1 0-2 0,3-5-20 0,2 1-15 16,-4-1-10-16,3-1-11 0,0-3-27 0,1-7-23 15,-3 11-24-15,2-5-30 0,1-6-32 0,-3 8-37 16,3-8-42-16,0 0-53 0,0 0-46 0,0 0-61 16,0 0-59-16,0 0-394 0,0 0-951 0,0 0 421 15</inkml:trace>
  <inkml:trace contextRef="#ctx0" brushRef="#br0" timeOffset="18791.43">20229 10768 39 0,'-2'-4'407'0,"2"4"23"0,-5-12 51 16,3 4 37-16,2 8 13 0,-6-9-7 0,4 3-22 16,2 6-10-16,-3-11-35 0,3 11-28 0,0-8-35 15,0 8-37-15,3-8-31 0,-3 8-42 0,8-10-34 16,-2 7-26-16,2 1-48 0,2-2-38 0,0 4-40 15,2-4-49-15,0 1-41 0,0 1-36 0,2 2-46 16,-1-2-46-16,2 2-53 0,2-3-69 0,3 3-45 16,-1-1-34-16,1 0-46 0,0 1-38 0,-2-3-31 15,4 3-342-15,-3 0-841 0,1-2 373 0</inkml:trace>
  <inkml:trace contextRef="#ctx0" brushRef="#br0" timeOffset="19025.75">20630 10651 45 0,'0'0'291'15,"0"0"18"-15,0 0 25 0,0 0 24 0,0 0 27 0,0 0 17 16,0 0 12-16,-6-15 1 0,6 15-4 16,0 0-5-16,0 0-9 0,0 0-22 0,0 0-22 15,0 0-34-15,0 0-29 0,0 0-22 0,0 0-40 0,0 0-28 16,0 0-23-16,0 0-16 0,0 0-15 0,0 0-18 16,0 0-5-16,0 0-13 0,0 0-10 0,-3 31-13 15,3-22-7-15,0-2-16 0,-1 3 0 0,1 1-30 16,0-2-36-16,0 1-32 0,0-1-42 0,-2-1-46 15,2-8-48-15,-1 13-44 0,2-8-41 0,-1-5-39 16,0 9-36-16,0-9-38 0,-2 8-46 0,2-8-76 16,0 0-295-16,0 0-849 0,0 0 376 0</inkml:trace>
  <inkml:trace contextRef="#ctx0" brushRef="#br0" timeOffset="19213.21">20663 10544 16 0,'0'-9'403'0,"0"9"26"0,0-11 36 0,0 11 19 16,-1-9-3-16,1 9-14 0,-1-8-32 0,1 8-31 16,-2-8-33-16,2 8-35 0,0 0-36 0,-1-9-28 15,1 9-28-15,0 0-33 0,0 0-37 0,0 0-62 16,-1-8-68-16,1 8-78 0,0 0-67 0,0 0-69 16,8-3-60-16,-8 3-55 0,0 0-53 0,24 6-44 15,-12-4-303-15,3 1-742 0,-3-2 329 0</inkml:trace>
  <inkml:trace contextRef="#ctx0" brushRef="#br0" timeOffset="19494.39">20878 10437 351 0,'1'-5'404'0,"-1"5"33"16,2-10 19-16,-1 4 18 0,-1 6 5 0,1-10 9 15,-1 10 9-15,0-11 7 0,0 11-5 0,0-9-14 16,0 9-23-16,2-6-28 0,-2 6-35 0,0 0-36 0,0 0-36 15,0 0-35-15,0 0-32 0,0 0-27 0,0 0-27 16,0 0-65-16,0 0-141 0,0 0 0 16,0 0 0-16,0 0 0 0,3 29 0 0,-3-17 0 0,-1-1 0 15,-1 7 0-15,2-2 0 0,3 1 0 0,-6 1 0 16,0-1 0-16,2 0 0 0,-1-1 0 0,1 1 0 16,1 1 0-16,-1-3 0 0,-1-1 0 0,1 1 0 15,1 2 0-15,0-6 0 0,0 5-26 0,1-5-309 16,2-2-35-16,0 2-35 0,-1-4-22 0,2-1-28 15,1 1-30-15,1-1-35 0,1-2-342 0,3-1-933 16,0-1 413-16</inkml:trace>
  <inkml:trace contextRef="#ctx0" brushRef="#br0" timeOffset="19806.82">21100 10455 329 0,'3'-8'385'16,"-2"1"31"-16,0-1 18 0,-1 8 6 0,2-11-4 15,0 6-18-15,-2 5-24 0,0 0-28 0,0-9-30 16,0 9-33-16,0 0-34 0,0 0-20 0,0 0-27 16,0 0-16-16,0 0 2 0,0 0 1 0,0 0 7 15,4 25-12-15,-1-14-10 0,-3 3-15 0,1 0-21 16,0 3-9-16,-2 2-8 0,1-2-19 0,2 1-10 16,-2-2-16-16,2 4-7 0,0-4-14 0,0 1-3 0,-2 1-8 15,-3-2-3-15,4 1-5 0,1 0-17 16,-2-5-16-16,2 0-21 0,-1-3-24 0,2 0-23 15,-2-2-34-15,0 0-42 0,1 0-34 0,-2-7-29 16,0 8-21-16,0-8-13 0,-2 10-6 0,2-10-10 0,0 0-30 16,0 0-20-16,0 0-18 0,0 0-19 0,0 0-25 15,0 0-6-15,0 0-6 0,2-29 10 16,-1 20-1-16,-2 0-195 0,-1 0-589 0,2-1 261 16</inkml:trace>
  <inkml:trace contextRef="#ctx0" brushRef="#br0" timeOffset="19994.27">21113 10645 760 0,'-4'-2'-24'0,"4"2"28"16,-9-7 15-16,9 7 38 0,-10-4 34 0,5 2 28 15,5 2 31-15,-9-4 26 0,2 2 18 0,7 2 33 16,-11-2 32-16,11 2 31 0,-9-5 33 0,9 5 25 16,-8-2 21-16,8 2 7 0,0 0-2 0,-7-3-4 15,7 3-12-15,0 0-16 0,0 0-13 0,-4-7-35 16,4 7-30-16,0 0-28 0,0 0-25 0,0 0-34 16,11-9-27-16,-11 9-54 0,15-4-48 0,-4 2-50 15,3-1-50-15,3 2-56 0,2-3-61 0,0 1-62 16,-2 0-51-16,3 2-49 0,-3-1-44 0,2 2-47 15,-1-2-35-15,-5 2-303 0,-1-3-823 0,1 3 364 16</inkml:trace>
  <inkml:trace contextRef="#ctx0" brushRef="#br0" timeOffset="20337.94">21298 10594 117 0,'0'0'346'0,"0"0"38"0,-4 6 5 16,4-6 2-16,0 0-6 0,0 0-14 0,0 0-20 15,0 0-19-15,0 0-22 0,0 0-23 0,0 0-27 16,13-21-26-16,-13 21-25 0,5-1-20 0,-5 1-21 16,0 0-22-16,0 0-15 0,14 1-12 0,-14-1-14 15,12 7-7-15,-7-4-14 0,0 0-10 0,0 5-9 16,-1-1-9-16,-1 0-3 0,1 3-16 0,-2-5-21 0,1 5-5 16,-1 1-17-16,-2-6-23 0,0-5 1 15,-1 13-8-15,1-7-6 0,0-6 0 0,-3 9 2 16,3-9 1-16,-2 8 5 0,2-8 12 0,0 0 2 15,-3 6 6-15,3-6 1 0,0 0 5 0,0 0 12 0,0 0 6 16,0 0-1-16,0 0 1 0,0 0 8 0,2-26 1 16,-2 26-1-16,6-14-6 0,1 7-2 15,-1 0-6-15,-1 0-7 0,1 0-13 0,2 0-7 0,-1 2-17 16,1-1-26-16,-1 4-34 0,2-3-36 0,-1 2-31 16,-1 2-31-16,-7 1-33 0,18 3-49 0,-8-2-22 15,-2 0-27-15,-2 1-266 0,1 2-644 0,-7-4 284 16</inkml:trace>
  <inkml:trace contextRef="#ctx0" brushRef="#br0" timeOffset="21337.71">21540 10622 213 0,'0'0'292'16,"4"-5"2"-16,-4 5-3 0,7-6-13 0,-7 6-13 15,7-7-9-15,-2 4-17 0,-5 3-8 0,7-5-10 16,-7 5-15-16,8-2-25 0,-8 2-4 0,8-2-29 15,-8 2-12-15,0 0-12 0,13 1-24 0,-13-1-2 16,9 5-19-16,-4-3 5 0,-5-2-16 0,6 7-8 16,-1-3-14-16,-1 2 6 0,-1-1-2 0,-3-5-13 15,3 10-6-15,0-5-5 0,-2 3 4 0,-1-8-8 16,0 12 3-16,0-12-1 0,-4 13-2 0,1-9-2 16,-1 2 2-16,0 0 1 0,-4-1-11 0,2 1 3 15,-3-1-3-15,2-3-3 0,-3 2 9 0,3-1-1 16,0-1-4-16,1 1 1 0,6-3 3 0,-13-1 4 0,13 1 6 15,-10-4 7-15,6-1 8 0,4 5 8 16,-8-9-2-16,6 1-7 0,1 0 11 0,2-3-6 16,0 2-2-16,4-1-2 0,-1 2-2 0,-1-2 2 15,0 3-11-15,3-1-3 0,-3 4 2 0,3-3-8 0,1 0 1 16,-2 3-3-16,-5 4-11 0,9-6 0 16,-5 3-1-16,-4 3 0 0,11-3-3 0,-11 3 5 15,9 2-7-15,-9-2-9 0,9 4 6 0,-5-1-2 16,0 2-3-16,-4-5 1 0,10 9 3 0,-6-4 2 0,-1 2-6 15,2 0-2-15,-1 1 9 0,1 1-4 0,0-1 5 16,-1 1-3-16,-1-3-1 0,3 2-3 0,-2-2-5 16,1 1 4-16,0-1-15 0,1 3 0 0,-1-5 3 15,2 2-6-15,-1-2 0 0,2-1 15 0,-1 0-5 16,2 0-1-16,3-1 0 0,-2-2 6 0,2 0 3 16,-1-3 3-16,2-2 3 0,1-2 2 0,4-3-1 15,-2-3 23-15,7-2 31 0,-2-2 9 0,-3-3-3 16,2 1-5-16,-1 1 8 0,-3-4 18 0,-4 4 8 15,1-4 4-15,-1-1 2 0,-5 7 0 0,0-1-5 16,-2-1 6-16,-1 1 0 0,-3 5 0 0,0 0-12 16,1 0-11-16,-4 1-6 0,2 0-10 0,-1 4-3 15,1 7-12-15,-3-13-4 0,1 8-6 0,2 5-11 16,-7-6-4-16,7 6 0 0,-11-2-3 0,11 2-1 16,0 0-3-16,-21 9 2 0,15-1-5 0,-3 0-1 15,3 0 0-15,-1 2-1 0,2 1 0 0,-1 1-2 16,1 0-1-16,0 3 3 0,2-3-2 0,-2 4-1 15,1 0-2-15,2 1 2 0,0 0-4 0,2-1 6 16,0-4-13-16,2 6-6 0,-1-1-10 0,1 0 1 0,1 1-10 16,5-1-3-16,-3-4 3 0,5 6-9 15,2-6-1-15,-2 0 4 0,4 0 3 0,0-2 0 16,-4-1-1-16,2-3 2 0,4-1 4 0,-3-1 3 0,5 0 2 16,-5-2 0-16,4-5-1 0,-4 2 7 0,5-5 3 15,-6 0 4-15,3-1 3 0,0-4 1 0,-2 1 1 16,1-3 4-16,-2 0 9 0,-6 4 10 15,4-3-3-15,-5 0 4 0,2-1-6 0,-2 2 5 0,-4-1-2 16,2 1-1-16,-2 1 0 0,-1 9-9 0,0-12 6 16,0 12-6-16,-2-11-2 0,2 11-2 0,-3-8-1 15,3 8-1-15,-5-7-1 0,5 7-5 0,0 0 2 16,-8 0 1-16,8 0-1 0,0 0-2 0,-11 10 1 16,11-10 3-16,-7 7-1 0,5-2 1 0,-2 1 5 15,3 2-4-15,1-8-1 0,0 13 3 0,0-5-3 16,0 1-1-16,1-3 1 0,0 3-1 0,4-1-2 15,2 3-3-15,0-5-7 0,6 3 1 0,0-1-3 16,2 0-4-16,3-1-6 0,0-2 2 0,4-2-3 16,-1 0-10-16,6-1-1 0,-5 0-5 0,1-2 2 15,-3-2-16-15,1 0-29 0,1-2-19 0,-2-1 12 16,-1 1-4-16,-2-3-26 0,-4 5-45 0,-1-6-39 16,-4 2-36-16,-3 1-38 0,-5-1-36 0,2-3-41 15,-2 9-284-15,-11-21-698 0,2 9 309 0</inkml:trace>
  <inkml:trace contextRef="#ctx0" brushRef="#br0" timeOffset="21540.79">22332 10494 195 0,'-6'-4'350'15,"1"-1"0"-15,5 5 22 0,-8-8 33 0,4 5 11 0,4 3 11 16,-4-9 1-16,4 9-4 0,-5-7-15 0,5 7-16 16,-2-9-31-16,2 9-25 0,0 0-35 15,10-12-33-15,1 6-26 0,9 0-26 0,6-2-13 16,4 1-23-16,2 2-20 0,-2 0-16 0,1 0-15 0,-3 3-11 15,0-1-15-15,-6 1-3 0,-2 1-24 0,-3 1-32 16,1 0-37-16,-5 0-59 0,-6-1-70 0,-7 1-79 16,15 0-84-16,-15 0-46 0,0 0-50 15,0 0-77-15,0 0-436 0,0 0-965 0,0 0 428 0</inkml:trace>
  <inkml:trace contextRef="#ctx0" brushRef="#br0" timeOffset="22259.38">23806 10532 75 0,'0'0'377'0,"1"-11"5"16,-1 4 16-16,4-3-3 0,1 2 2 0,-4-2 13 16,2 4 4-16,-1-3-10 0,-2 2-13 0,4 0-2 15,-4 7-9-15,2-14-8 0,-2 7-16 0,0 7-23 16,1-14-28-16,0 8-9 0,-1 6-18 0,0-11-17 16,0 11-18-16,-2-12-24 0,2 12-23 0,-4-7-8 15,4 7-20-15,-3-6-20 0,3 6-21 0,-5-5-13 16,5 5-9-16,-10-1-35 0,10 1-70 0,-18 7 0 15,5 0 0-15,-5 3 0 0,-5 5 0 0,0 1 0 16,-1 1 0-16,-2 2 0 0,2 1 0 0,1 0 0 16,0 4 0-16,4-5 0 0,0 0 0 0,6-4 0 15,-1 3 0-15,0 1 0 0,6-2 0 0,2 2 0 0,3-4 0 16,3 1 0-16,3 2 0 0,3-1 0 16,0-2 0-16,4-1 0 0,0 1 0 0,5-3 0 15,0-2 0-15,2 0 0 0,2-3-105 0,-1 0-71 0,1-1-17 16,1-2-20-16,-1-2-28 0,1 0-24 0,9-4-41 15,-11 2-20-15,3-3-18 0,-5-3-16 0,4 3-16 16,-3-3-24-16,0-1-7 0,0 1 2 0,-6-1-274 16,2 1-737-16,-4 0 326 0</inkml:trace>
  <inkml:trace contextRef="#ctx0" brushRef="#br0" timeOffset="22603.04">23936 10724 453 0,'0'0'43'0,"5"-7"35"16,-5 7 19-16,4-5 43 0,-4 5 23 0,5-6 39 15,-5 6 24-15,0-8 17 0,0 8 18 0,0 0 18 16,4-11 6-16,-4 11 15 0,4-6 10 0,-4 6 11 15,4-7 1-15,-4 7-4 0,2-5-6 0,-2 5-18 16,1-7-11-16,-1 7-23 0,4-7-19 0,-4 7-27 16,4-5-14-16,-4 5-19 0,5-3-27 0,-5 3-17 15,0 0-16-15,8-2-9 0,-8 2-17 0,0 0-11 16,15 6-6-16,-10-2-9 0,-5-4-14 0,9 7-3 16,-3-3-5-16,-3 0-4 0,1 1-7 0,-4-5 3 15,5 16-15-15,-5-9-7 0,1 1 6 0,-2 2-3 16,1-10-1-16,-4 15-2 0,0-8-2 0,-2-1-4 15,0 2 3-15,-1-5-4 0,-2 3-1 0,1 0-1 16,-1-2-3-16,-2-2-2 0,-1-2 5 0,3 2 1 16,-2-1-1-16,4 0 2 0,7-1 3 0,-14-2-1 15,14 2-2-15,-12-7 0 0,7 3-2 0,0-2 0 16,1-3-7-16,3-1-12 0,2-1-14 0,-1-1-12 16,3 1-15-16,1 0-24 0,2 0-36 0,1 0-42 0,4 3-50 15,5-1-47-15,0 1-42 0,3 1-38 0,0 3-49 16,3 0-46-16,6 0-34 0,-6 2-312 15,-2 1-835-15,-1 0 369 0</inkml:trace>
  <inkml:trace contextRef="#ctx0" brushRef="#br0" timeOffset="22902.04">24225 10526 152 0,'1'-7'442'0,"2"-2"26"0,-1 0 10 0,0 2 8 0,-2 7 4 15,1-15 5-15,0 10-9 0,-1 5-17 0,3-9-31 16,-3 9-33-16,3-8-39 0,-3 8-42 0,0 0-32 16,4-7-34-16,-4 7-34 0,0 0-22 0,0 0-27 15,0 0-10-15,0 0-13 0,9 19-20 0,-7-8-9 16,-1 0-8-16,0 1-13 0,0 5-15 0,1 0-5 16,-2 1-15-16,0 0 12 0,-2-1-18 0,2 0-5 15,-1 0-24-15,0 1-33 0,0-2-33 0,1 0-26 16,-2 1-31-16,4-5-30 0,-4 3-37 0,4-4-40 15,-2 0-31-15,1-2-34 0,1 0-29 0,1-2-26 16,0-1-29-16,-3-6-17 0,8 8-35 0,-2-5-16 16,-6-3-19-16,10 0-263 0,-10 0-755 0,9-7 335 0</inkml:trace>
  <inkml:trace contextRef="#ctx0" brushRef="#br0" timeOffset="23167.6">24337 10522 126 0,'0'-9'318'0,"2"-1"16"0,-1 3 19 0,1 1 19 15,1-2 8-15,0 1 6 0,-3 7-5 0,2-10 2 16,2 5-6-16,-4 5-8 0,3-7-19 0,-3 7-26 16,0 0-18-16,4-9-37 0,-4 9-22 0,0 0-30 15,0 0-27-15,0 0-7 0,0 0 6 0,7 16-7 16,-6-8-6-16,2 2-17 0,1 3-6 0,-2 3-11 16,1-4-18-16,1 7-15 0,0-1-6 0,-2 1-18 15,0-2-7-15,1 2-9 0,-3 0 1 0,3 1-12 16,-2-3-5-16,1 1-1 0,-2-3-2 0,2 2-32 15,-2-6-33-15,1-1-12 0,0-1-39 0,-1-3-35 16,3 0-36-16,-3-6-44 0,1 8-31 0,-1-8-23 16,0 0-21-16,3 5-46 0,-3-5-58 0,0 0-56 15,0 0-42-15,0 0-32 0,16-10-257 0,-11 6-808 0,3-4 357 16</inkml:trace>
  <inkml:trace contextRef="#ctx0" brushRef="#br0" timeOffset="23620.62">24557 10651 306 0,'4'-4'330'0,"-4"4"2"0,0 0-3 15,0 0-8-15,0 0-16 0,0 0-10 0,0 0-14 16,0 0-9-16,0 0-19 0,0 0-11 0,0 0-21 0,0 0-18 16,0 0-22-16,0 0-17 0,0 0-18 15,0 0-14-15,0 0-14 0,0 0-8 0,0 0-14 0,0 0-9 16,0 0 3-16,0 0-14 0,0 0-8 0,0 0-2 15,10 6-1-15,-10-6-10 0,10 4 5 0,-3-4 1 16,2 1-2-16,-9-1-5 0,18 0-6 0,-4 2-1 16,0-4-5-16,3-1 1 0,-5 1 5 0,5-2 1 15,-5 2 2-15,3-1-2 0,-2 1-10 0,-3-3 10 16,1 2 11-16,-4 1 6 0,0-1 5 0,-7 3 3 16,8-4 1-16,-8 4-1 0,7-6-2 0,-4 2-7 15,-3 4-12-15,0 0-8 0,-1-8 2 0,1 8-13 16,0 0-6-16,-10-7-7 0,10 7 1 0,-12-6-5 15,6 4 0-15,-5 2-4 0,11 0-4 0,-20 0-1 16,10 2-2-16,-1 4-3 0,0-5-3 0,0 5 2 16,-1-2-4-16,3 2-12 0,1 1-6 0,1-3-11 15,1 1-2-15,4 2-3 0,-3 0-6 0,3-1-12 16,-1 2-8-16,3-8 0 0,1 17 0 0,1-12-7 16,1 4-5-16,3 1-6 0,2-4-23 0,3 3-21 15,4-2-12-15,1 1-28 0,2 0-9 0,4-1-33 16,-3-1-22-16,8-1-20 0,-8-1-27 0,4-4-36 15,0 0-18-15,4-2-33 0,-5 0-210 0,-2-1-617 16,1-2 273-16</inkml:trace>
  <inkml:trace contextRef="#ctx0" brushRef="#br0" timeOffset="23901.8099">25093 10651 163 0,'4'-4'208'0,"0"0"20"16,-4 4 8-16,6-7 7 0,-4 1 5 0,-2 6 2 15,5-6 7-15,-5 6 0 0,0-9 2 0,0 9 2 0,0 0 10 16,0 0 8-16,-3-14 5 0,3 14 0 0,-6-8-9 15,6 8-12-15,-8-6-20 0,8 6-21 0,-8-5-20 16,3 2-26-16,5 3-16 0,-8 0-13 0,8 0-18 16,-14 2-12-16,14-2-14 0,-17 6-9 0,7 0-8 15,1 1-9-15,0-3-10 0,1 3-1 0,-2 0-10 16,1 1-4-16,3 2-7 0,-3-2-4 0,4 1 1 16,-4 0-7-16,4 0-5 0,0 1-12 0,-1 0-7 15,3 1-7-15,2-2-7 0,-1-1-17 0,5 0-15 16,3 3-24-16,-3-2-29 0,3-1-44 0,4 1-40 15,3-2-27-15,1 0-24 0,5 0-19 0,-3 1-21 16,4-4-21-16,0-1-13 0,0-1-11 0,8-3-18 16,-4 0-9-16,-4-3-5 0,1 2-188 0,1-3-571 15,-4-2 254-15</inkml:trace>
  <inkml:trace contextRef="#ctx0" brushRef="#br0" timeOffset="24198.62">25380 10416 27 0,'-4'-10'371'16,"0"2"19"-16,2 0 17 0,2 8 10 0,-3-12 9 16,1 7 4-16,2 5-17 0,-1-9-11 0,1 9-20 15,-3-6-25-15,3 6-28 0,0 0-29 0,-5-6-27 16,5 6-24-16,0 0-30 0,0 0-22 0,0 0-20 16,0 0-12-16,0 0-2 0,-4 18 11 0,2-7 0 0,4 2 4 15,-1 3-13-15,1 0-3 0,-2 4-17 16,2-1-8-16,2 6-19 0,-4-1-5 0,2 1-19 15,-2 0-13-15,2-2-4 0,-2-3 2 0,1-1-25 16,-2 2 4-16,1 2-7 0,0-4-3 0,0-3-14 0,-4 0-20 16,4-5-17-16,0 0-28 0,-2 0-8 0,2-4-42 15,0-7-41-15,0 15-33 0,0-15-43 0,-2 7-33 16,2-7-42-16,0 0-30 0,2 7-45 16,-2-7-86-16,0 0-65 0,0 0-391 0,0 0-962 0,0 0 426 15</inkml:trace>
  <inkml:trace contextRef="#ctx0" brushRef="#br0" timeOffset="24417.32">25273 10644 365 0,'0'0'434'16,"-4"-7"25"-16,4 7 6 0,0 0-7 0,-6-7-21 16,6 7-17-16,-5-4-21 0,5 4-31 0,0 0-26 15,0 0-29-15,0 0-34 0,3-12-35 0,-3 12-21 16,12-9-23-16,-6 7-20 0,6-3-21 0,1 1-15 15,4 2-29-15,1-4-34 0,2 2-27 0,-1 1-35 16,0 0-35-16,0 2-42 0,-2-1-42 0,-3 0-45 16,1 0-40-16,-1 1-35 0,-4 1-30 0,1 0-44 15,-3 1-46-15,5-1-29 0,-6 2-28 0,-7-2-234 16,14 2-683-16,-8 0 301 0</inkml:trace>
  <inkml:trace contextRef="#ctx0" brushRef="#br0" timeOffset="24917.2">25536 10703 99 0,'0'0'351'0,"0"0"15"16,0 0 14-16,0 0-5 0,0 0 2 0,0 0-3 16,0 0-2-16,0 0-6 0,0 0-17 0,0 0-19 0,0 0-20 15,0 0-26-15,0 0-22 0,0 0-25 16,0 0-16-16,0 0-21 0,0 0-16 0,0 0-20 15,0 0-19-15,0 0-13 0,0 0-5 0,0 0-22 16,0 0-4-16,0 0-12 0,0 0-8 0,0 0-13 0,0 0-6 16,5 4-10-16,-5-4-2 0,0 0-4 0,11 1-5 15,-11-1-6-15,18-1-4 0,-9-1 0 16,1 0-3-16,2 1-3 0,1-4-6 0,1 1-6 0,-1-2-2 16,-1 2-10-16,1 2-3 0,-1-4 2 0,-1 1-3 15,-2-3 1-15,0 4 1 0,-1 1 0 0,-2-1 0 16,-2 0-1-16,0-1-13 0,-4 5-4 0,5-8-4 15,-5 8 1-15,0 0 4 0,0 0-1 0,-6-15 2 16,6 15-2-16,-13-7 3 0,7 4-2 0,-1 1 1 16,1-1 0-16,-8 0 0 0,5 3-2 0,-2 0-3 15,-1 0-2-15,-1 3-8 0,3-3-3 0,0 3-8 16,1 2-2-16,4 0 6 0,-3 2-5 0,2 1 2 16,3-1-7-16,2 3 12 0,1 2 2 0,4-1 4 15,-1 6 2-15,2-6 0 0,4 4-2 0,-3-3-6 16,1-1-14-16,7 3-29 0,-3 0-20 0,5-1-27 15,-5 0-32-15,5-4-8 0,-1-1-27 0,-2 2-4 16,2-4-4-16,-2-1-4 0,5-1-16 0,0-1-22 16,2-2-2-16,-2-1-7 0,0 0 11 0,2-2 4 15,1-3-10-15,-4 2-10 0,2-2-174 0,8-1-467 16,-1 0 208-16</inkml:trace>
  <inkml:trace contextRef="#ctx0" brushRef="#br0" timeOffset="25307.73">26068 10685 19 0,'0'0'314'0,"0"0"3"0,0 0-4 15,0 0-9-15,0 0-4 0,0 0-16 0,0 0-1 0,0 0-6 16,0 0-15-16,0 0-11 0,9-6-19 0,-9 6-17 16,0 0-16-16,0 0-16 0,7-5-15 15,-7 5-17-15,9-3-19 0,-9 3-4 0,9-1-23 16,-2 0-13-16,-7 1-3 0,12 0-13 0,-4 1-8 0,-8-1-5 15,11 4-6-15,-3 0-8 0,-2-1-9 0,-2 2-6 16,5 0-2-16,-2-1 4 0,-2 1-8 0,-1 1-8 16,1-1 0-16,-3 5-3 0,-2-4 0 0,0-6 0 15,2 13-1-15,-2-13 8 0,-4 13 2 0,0-7 3 16,1 0 1-16,-4 0-2 0,0 1 0 0,-2-1-1 16,-1-1-4-16,-5 0 2 0,-3-1-7 0,-1 1 1 15,-2 0-9-15,-1-4-10 0,2 1-3 0,1 0-1 16,2-2 4-16,3 0 10 0,3-2-7 0,2-1 3 15,0-1-1-15,2-2-1 0,1 2-20 0,4-3 1 16,0-3-8-16,2-1-31 0,2 2-18 0,2-4-2 16,2 1-22-16,1 4-6 0,1-1-3 0,4-2-31 15,-1 4-27-15,5-3-22 0,-4 6-29 0,2 1-31 16,5-1-38-16,-1 2-34 0,0-1-253 0,-4 2-617 16,-1-2 273-16</inkml:trace>
  <inkml:trace contextRef="#ctx0" brushRef="#br0" timeOffset="25635.78">26142 10478 285 0,'2'-10'397'0,"-4"-1"5"0,2 0 11 0,2 0 7 16,-1 4 2-16,2 0-4 0,-3 7-7 0,0-11-9 15,0 11-5-15,0-10-9 0,0 10-14 0,-4-8-30 0,4 8-11 16,0 0-32-16,4-6-41 0,-4 6-23 0,0 0-27 15,0 0-24-15,0 0-18 0,0 0-10 16,0 0-18-16,0 0-12 0,2 30-18 0,-2-20-9 16,0 4-13-16,-2 4-6 0,2-1-6 0,0 2-6 0,0-1-12 15,0 1 1-15,0 0-10 0,0-1-5 0,2 0-1 16,-2 1-3-16,0 1-4 0,2 0-3 0,0-1-10 16,0 0-21-16,-2 0-21 0,1-2-16 15,3-2-29-15,0 1-27 0,-2-4-29 0,0 1-30 0,-1-4-44 16,3 0-34-16,1-4-36 0,-3 1-19 0,1-1-22 15,1 0-26-15,-4-5-45 0,11 4-45 0,-5-4-41 16,-6 0-333-16,16-3-860 0,-5 1 381 0</inkml:trace>
  <inkml:trace contextRef="#ctx0" brushRef="#br0" timeOffset="25807.6">26401 10818 141 0,'0'0'308'15,"0"0"0"-15,0 0-7 0,0 0-22 0,0 0-24 16,0 0-25-16,0 0-22 0,0 0-20 0,0 0-22 16,0 0-16-16,0 0-28 0,0 0-30 0,0 0-37 15,0 0-40-15,0 0-48 0,0 0-53 0,0 0-79 16,0 0-65-16,0 0-154 0,0 0-416 0,0 0 184 16</inkml:trace>
  <inkml:trace contextRef="#ctx0" brushRef="#br0" timeOffset="40037.01">2377 12236 9 0,'2'-4'359'0,"-2"4"-12"0,3-10-9 0,-2 4-17 0,-1 6-15 16,6-11-9-16,-3 5-13 0,-3 6-19 0,4-9-3 15,-4 9-9-15,4-6-3 0,-4 6 0 16,1-7-2-16,-1 7-4 0,0 0 2 0,0 0-5 15,5-7-14-15,-5 7-16 0,0 0-20 0,0 0-22 0,0 0-17 16,3-6-14-16,-3 6-18 0,0 0-11 0,0 0-15 16,0 0-9-16,0 0-10 0,0 0-6 0,14 11-4 15,-11-4-12-15,2 1-4 0,2 3-4 16,-1 6-6-16,2 0-5 0,-3 2 1 0,0 0-6 0,2 4-3 16,-3-3-5-16,-2 6 29 0,2-1-9 0,0 0-4 15,-4-6-7-15,3 1-32 0,-1-2-1 0,-1 6-15 16,0-6-9-16,1 0-12 0,-1-1-1 0,0 0-8 15,-1-1-7-15,1-5-8 0,1-1 7 0,-1-1 4 16,0-1 5-16,2 0 2 0,-3-8 6 0,1 9 4 16,-1-9 12-16,1 8 6 0,-1-8 6 0,7 3 4 15,-7-3 7-15,0 0 10 0,0 0 3 0,9-13 1 16,-4 6 3-16,1-3 2 0,-1 1 7 0,2-1 5 16,-1-1 2-16,1 1 6 0,-2-1 0 0,0 3 6 15,1-3-4-15,-1 2 3 0,0 0 5 0,-1 2 4 16,0 0 3-16,0 1-9 0,-2 0-3 0,2-1-10 15,3 4 1-15,-2-2 1 0,-5 5-6 0,7-7-2 16,-1 5-8-16,0-1 1 0,-6 3-8 0,14-5 4 16,-6 5-1-16,3 0-5 0,-2 2-1 0,1 0-1 15,4 0-1-15,-1 2-1 0,0 0-1 0,-2 1-1 16,1 0 1-16,-1 2-2 0,1-2-3 0,0 1 4 16,1-1-4-16,-5 3-1 0,0-3 2 0,-1-1 2 15,1 2-6-15,-4-4 2 0,1 2 2 0,-5-4-5 16,9 4 6-16,-4-2 3 0,-5-2 5 0,0 0 3 15,5 5 41-15,-5-5 29 0,0 0 11 0,0 0-5 16,8-11 0-16,-5 5 3 0,-1-5-1 0,2-4-4 16,-1-2-6-16,-2-2 2 0,5-7-13 0,-1-1-4 15,2-2-3-15,-2 1-7 0,2-4-45 0,0 1-12 16,2 1 0-16,-3 2 0 0,1 3 0 0,-2 6 0 16,1 1 0-16,-1 1 0 0,0 3 0 0,-2 2 0 15,1 1 0-15,-3 2 0 0,0 2 0 0,1 0 0 16,-2 7 0-16,2-11 0 0,-2 11 0 0,0-8 0 15,0 8 0-15,4-7 0 0,-4 7 0 0,0 0 0 16,0 0 0-16,0 0-200 0,0 0-90 0,0 0-57 0,0 0-53 16,7 29-56-16,0-12-63 0,2-1-54 15,0 1-328-15,-2 0-977 0,1 2 432 0</inkml:trace>
  <inkml:trace contextRef="#ctx0" brushRef="#br0" timeOffset="40552.49">3101 12449 246 0,'5'-6'381'0,"-5"6"2"0,5-8-14 16,1 6-22-16,-6 2-7 0,6-7-16 0,-1 3-23 16,-5 4-16-16,0 0-21 0,9-7-13 15,-8 2-23-15,-1 5-22 0,5-6-20 0,-5 6-20 16,6-5-14-16,-6 5-20 0,11-1-15 0,-11 1-12 0,13 1-9 15,-3 1-11-15,0 0-13 0,2 2-1 0,-2-1-16 16,-1 2 1-16,0 1-5 0,-3 1-6 0,3 0-4 16,-3 2-10-16,0-1 0 0,-2 2-8 0,-2 0 2 15,-1-1 2-15,-2 1-8 0,0 1 0 16,-6 0 0-16,1 1 3 0,-2-1 0 0,1-4-1 0,-2 3-1 16,-2-4-3-16,1 0-3 0,0 1 0 0,-3-4 5 15,8 0 0-15,-4-1 2 0,0-2 15 0,9 0 15 16,-15-4 17-16,10 0-1 0,0-3-2 15,0 0 10-15,1-3 9 0,0 2-5 0,1-3-4 0,1 1 2 16,2-2-1-16,1 3-8 0,0-2-5 0,4 0-11 16,-2 1 0-16,0 2-9 0,0 2-4 0,0 0-8 15,3 1 0-15,0 0-7 0,-1 0-4 0,-5 5-1 16,11-4-7-16,-3 4 1 0,1 0-3 0,-9 0-4 16,16 3 1-16,-7 2 0 0,-1-1 2 0,2 2-7 15,-2-2-2-15,1 4 3 0,-3-1 3 0,0 2-8 16,1 1 4-16,-2 0 1 0,0-1-2 0,-1 1-3 15,0 1 1-15,1-3 5 0,-1 1-2 0,0 2-7 16,1-1-19-16,1-2-16 0,-1-1-26 0,4 1-33 16,1 1-29-16,1-5-28 0,1 0-20 0,1 0-42 15,8-4-28-15,-2 0-25 0,-1-2-22 0,1 0-27 16,-2-2-26-16,2-2-19 0,-3-2-27 0,0 0-253 16,-5 0-699-16,4-3 309 0</inkml:trace>
  <inkml:trace contextRef="#ctx0" brushRef="#br0" timeOffset="40943.03">3577 12369 204 0,'-3'-8'367'0,"3"8"22"15,0 0 5-15,0 0-9 0,-1-10 6 0,1 10-8 16,0 0-5-16,0 0-11 0,0 0-16 0,0 0-29 16,0 0-39-16,0 0-24 0,1-11-27 0,-1 11-28 15,0 0-26-15,0 0-17 0,0 0-16 0,0 0-13 16,0 0-16-16,-8 21-10 0,6-15-8 0,2-6-23 15,-5 13 5-15,2-4-8 0,1-3-9 0,-1 4-4 16,1 1-7-16,0-1-5 0,5 0-6 0,-2 0 1 16,2-1-3-16,0 2-2 0,1-1 1 0,1-1 2 15,3 0 2-15,0 1 0 0,2-1-14 0,0-1 11 16,-1 2-6-16,3-1-4 0,-2-1-1 0,-2-2-1 16,3 1-4-16,-1-3-2 0,-2 4-4 0,1-1 1 15,-4-3-1-15,0 1-3 0,-1-1-7 0,-4-4 3 16,6 5-2-16,-6-5-1 0,4 7-7 0,-4-7 4 15,2 7 3-15,-2-7-5 0,0 0 8 0,-6 11-3 16,0-7 1-16,-3 0-3 0,-4 2-8 0,-4-2-16 16,0 2-10-16,-1-1-19 0,-3-2-23 0,0-2-26 15,1 3-21-15,1-3-24 0,6 0-26 0,1 0-23 0,4-2-56 16,8 1-59-16,-14-2-72 0,14 2-67 0,0 0-343 16,0 0-851-16,15-17 376 0</inkml:trace>
  <inkml:trace contextRef="#ctx0" brushRef="#br0" timeOffset="41630.37">4023 12349 288 0,'7'-17'489'16,"0"-2"9"-16,0 2 6 0,4-6-11 0,-8 8-3 0,-3 0-19 15,3 2-13-15,-2 2-30 0,3 1-8 0,-5 0-12 16,1 10-22-16,1-13-20 0,-1 13-23 15,-2-10-32-15,2 10-31 0,2-9-32 0,-2 9-26 16,3-6-27-16,-3 6-21 0,0 0-16 0,0 0-19 0,0 0-18 16,0 0-6-16,0 0-12 0,0 0-20 0,-12 34-83 15,10-18 0-15,-4 10 0 0,3-6 0 0,0 5 0 16,-1 0 0-16,-1-1 0 0,0 0 0 16,0 1 0-16,1-1 0 0,-2 1 0 0,2 0 0 0,1-6 0 15,-2 7 0-15,0-8 0 0,1 1 0 0,0-2 0 16,-2 2 0-16,4-8 0 0,-1-1 0 0,2 0 0 15,-2-1 0-15,2-2 0 0,1-7 0 0,-3 10 0 16,3-10 0-16,0 7 0 0,0-7 0 0,0 0 0 16,5 5 0-16,-5-5-26 0,0 0 7 0,0 0-4 15,22-12 7-15,-13 5-3 0,-2 1 4 0,3-1 9 16,-3-1 2-16,1 2-4 0,2 0-4 0,-2-2 11 16,0 3-10-16,-3 1 12 0,1-3-3 0,0 4 4 15,-6 3-4-15,9-6-4 0,-3 4 1 0,-6 2-4 16,9-3 5-16,-9 3 0 0,10 0-1 0,-10 0 1 15,10 2 1-15,-4 1-16 0,-1 0 14 0,2 0 9 16,-3 4-10-16,2-3 0 0,-1 1-1 0,-5-5 1 16,8 9 8-16,-4-3-5 0,1-1 2 0,-2 0 1 15,1 0-5-15,0-1 5 0,-4-4 7 0,7 8-6 16,-7-8-1-16,4 5 1 0,-4-5 0 0,3 5-1 16,-3-5 4-16,5 3-8 0,-5-3 11 0,0 0 0 15,13-2 3-15,-13 2-2 0,11-4-5 0,-5-1-7 16,0 2 12-16,1-2-2 0,2-1-1 0,-1-1-5 15,0 3-10-15,1 0 10 0,-4 0-2 0,3 1 4 16,-3 0-3-16,-5 3 2 0,8-5-1 0,-3 3-6 16,-5 2-2-16,8-3 10 0,-8 3-12 0,0 0 7 15,11 0 0-15,-11 0-1 0,0 0 3 0,9 5-4 16,-9-5-2-16,5 3 5 0,-5-3 4 0,5 6-8 16,-2 1 0-16,-3-7-8 0,3 9 13 0,0-4-8 0,-2 1-28 15,2 0-16-15,-1 1-21 0,1-3-23 0,-2 6-29 16,2-3-28-16,-3-7-35 0,2 8-39 15,-2-8-44-15,4 7-33 0,-4-7-31 0,2 5-17 16,-2-5-58-16,0 0-58 0,0 0-332 0,0 0-867 16,0 0 383-16</inkml:trace>
  <inkml:trace contextRef="#ctx0" brushRef="#br0" timeOffset="41803.42">4416 12479 121 0,'4'-10'357'0,"-3"5"17"0,-1 5 17 0,3-7 4 0,-3 7-9 15,2-8-16-15,-2 8-23 0,0 0-25 0,0-9-26 16,0 9-35-16,0 0-27 0,0 0-27 16,0 0-33-16,0 0-38 0,0 0-45 0,0 0-42 15,0 0-52-15,0 0-39 0,0 0-52 0,0 0-44 0,0 0-47 16,9 18-55-16,-5-12-53 0,1 2-47 0,-2-1-190 16,2 2-573-16,0-3 253 0</inkml:trace>
  <inkml:trace contextRef="#ctx0" brushRef="#br0" timeOffset="42209.57">4502 12572 48 0,'0'0'385'0,"0"0"10"0,0 0 13 0,0 0-7 15,0 0-5-15,0 0-9 0,0 0-6 0,10-16-9 16,-10 16-14-16,3-6 2 0,-3 6-13 0,0 0-19 16,0-10-26-16,0 10-35 0,0 0-19 0,0 0-23 15,0 0-24-15,0 0-23 0,3-6-16 0,-3 6-27 16,0 0-8-16,0 0-20 0,0 0-4 0,0 0-8 15,11 13-19-15,-9-7-4 0,1 2-11 0,0-4-25 16,-2 4-14-16,0-1-8 0,3 0-15 0,-4-7-20 16,2 14-7-16,1-7-7 0,-3-1-14 0,0-6-9 15,2 9-1-15,0-3 2 0,-2-6 6 0,1 7 10 16,-1-7 10-16,0 0 6 0,0 0 8 0,0 0 0 16,0 0-3-16,0 0 7 0,0 0 1 0,0 0-1 15,14-13 7-15,-8 6-1 0,1-4 2 0,-3 6 0 16,1-4 3-16,1 2 9 0,-1-1 3 0,-1 2 2 15,2-2-1-15,-2 5 1 0,0-2-2 0,-4 5-3 16,8-6 1-16,-8 6-5 0,7-5 0 0,-7 5 1 16,8-3-3-16,-8 3-6 0,0 0 5 0,14 3 0 15,-9-1 0-15,-5-2-3 0,12 8-4 0,-7-5-26 16,0 2-33-16,3 1-39 0,-2-1-36 0,2 1-45 16,-1 0-50-16,3 1-47 0,0-1-42 0,-4-2-57 15,4 0-44-15,-1 2-293 0,0-3-780 0,1 1 346 0</inkml:trace>
  <inkml:trace contextRef="#ctx0" brushRef="#br0" timeOffset="42834.43">4861 12538 33 0,'0'0'334'0,"5"-2"-3"0,-5 2-2 0,7-7-13 15,-7 7-12-15,0 0-8 0,0 0-18 0,7-9-19 16,-7 9-14-16,0 0-23 0,0 0-15 0,8-4-5 15,-8 4-31-15,0 0-13 0,0 0-15 0,9-1-10 0,-9 1-15 16,0 0-9-16,0 0-9 0,11 1-12 0,-11-1-9 16,0 0-7-16,10 5-10 0,-6-1-5 15,-4-4-4-15,5 6-5 0,1-1-11 0,-1-1 5 16,-2 3-22-16,1-1 8 0,-1 0-3 0,1 0 0 0,-4-6-4 16,2 11-5-16,0-4 1 0,-2-7-6 0,0 12 4 15,0-12-2-15,-4 10 7 0,1-6-8 16,-1 1 2-16,-3-1-3 0,2 0 3 0,-2-1 3 15,1-1-5-15,-2 1 4 0,8-3-5 0,-13 1 3 0,13-1 1 16,-11 2 0-16,11-2 0 0,-12-2 13 0,12 2-2 16,-9-6 15-16,7 1 0 0,2 5 3 0,-4-9 1 15,4 9-4-15,0-13-4 0,0 13-2 0,3-12-4 16,-1 6 0-16,2 2-5 0,0 0-2 0,1-3-8 16,-5 7-3-16,14-6-2 0,-9 5 0 0,-5 1-2 15,15 3-6-15,-7-1 2 0,2 4-5 0,2 0 5 16,1 5-4-16,-2 0 3 0,3 1 1 0,-2 2 5 15,0 2-4-15,-1 0 8 0,-1 1-1 0,1-1 4 16,-2 0-4-16,-1 1 16 0,-3 1 3 0,0 1 8 16,-2-1-2-16,-5 1 0 0,-1-1 5 0,-2 0-2 15,-3 6-5-15,0-7-3 0,-2 5-2 0,-4 0-1 16,-4-2-6-16,5-7 0 0,0 3-4 0,-1-4 2 16,4-4-1-16,-5 2 2 0,5-3 0 0,1-1 8 15,-3-2 15-15,3 0 18 0,9-4 10 0,-20-2 13 16,11-3 5-16,1-1 0 0,-3-2-9 0,3-1 0 15,2-1-5-15,-1 0 9 0,3-1 6 0,-1-1-7 16,2 1 4-16,1-2-7 0,2 1-1 0,3-5-12 16,3 2-5-16,2 1-20 0,3 0 0 0,2 1-3 15,2-2-5-15,10 2 1 0,3 2-15 0,1 2-1 16,-1 2-23-16,-1-2-18 0,2 4-44 0,-8 2-19 16,1 0-47-16,-3 1-55 0,-1 0-54 0,-4 2-69 15,-4 0-76-15,0 0-63 0,-3 0-68 0,-7 0-425 16,10 3-1016-16,-10-3 450 0</inkml:trace>
  <inkml:trace contextRef="#ctx0" brushRef="#br0" timeOffset="43474.9">6002 12330 5 0,'0'0'380'0,"2"-17"-2"0,-2 6 12 15,0-1 0-15,0 2-1 0,-2-1-3 0,2 2-6 16,-1 3-18-16,0-5-3 0,1 11-8 0,1-13-2 0,-2 3-1 16,1 10-16-16,-2-12-15 0,2 12-10 0,0-9-16 15,0 9-19-15,-1-8-25 0,1 8-41 16,0 0-19-16,-2-7-22 0,2 7-21 0,0 0-3 0,0 0-27 16,0 0-14-16,0 0-2 0,-7 18-12 0,5-7-12 15,-1 8 5-15,2-4-8 0,-2 4-5 0,-2 9-14 16,6-3 9-16,-2 1-19 0,0 1 2 0,0-1 0 15,1 1-4-15,-3 0-15 0,2 1 4 0,1-2-7 16,-2-1 0-16,1 0 2 0,1-1-5 0,0-6-16 16,1 2-3-16,-1-1 0 0,-1-2 0 0,4 0 0 15,-2-7 0-15,2 2-17 0,-1 0-31 0,2-4-11 16,0 1-24-16,0 1-24 0,1-4-31 0,0 0-41 16,-3-1-33-16,2 1-37 0,3-3-38 0,-7-3-35 15,7 4-41-15,-7-4-42 0,0 0-39 0,0 0-39 16,8-13-317-16,-8 13-866 0,-4-11 384 0</inkml:trace>
  <inkml:trace contextRef="#ctx0" brushRef="#br0" timeOffset="43677.98">5839 12620 92 0,'0'0'329'16,"-9"-4"12"-16,9 4 21 0,-5-4 13 0,5 4 2 15,0 0-7-15,0 0-12 0,-7-4-18 0,7 4-21 0,0 0-22 16,0 0-30-16,0 0-26 0,0 0-23 0,0 0-21 15,0 0-26-15,0 0-19 0,0 0-16 16,0 0-30-16,17-10-34 0,-7 9-25 0,2 1-47 16,2-2-46-16,-3 1-34 0,8 0-42 0,-1-2-34 0,0 2-35 15,2-2-43-15,-2 3-49 0,4-5-39 0,0 2-36 16,-3 1-205-16,1-1-609 0,0 2 270 0</inkml:trace>
  <inkml:trace contextRef="#ctx0" brushRef="#br0" timeOffset="43927.92">6216 12551 132 0,'0'0'350'16,"0"0"13"-16,0 0 12 0,0 0 18 0,0 0-2 15,0 0 6-15,0 0-5 0,0 0-6 0,0 0-11 16,0 0-16-16,0 0-24 0,0 0-28 0,0 0-26 16,0 0-30-16,0 0-24 0,0 0-29 0,0 0-18 15,0 0-18-15,0 0-13 0,0 0-14 0,0 0-17 16,-2 18-13-16,2-9-8 0,0-1-6 0,2 0-16 15,-2 1 0-15,1 0-14 0,-1 1-5 0,0-1-12 16,1 1-26-16,-1-3-32 0,0 1-36 0,0-8-41 16,0 15-46-16,0-9-46 0,0-6-38 0,2 9-51 15,-2-9-36-15,0 8-34 0,0-8-42 0,0 0-44 16,3 5-314-16,-3-5-803 0,0 0 356 0</inkml:trace>
  <inkml:trace contextRef="#ctx0" brushRef="#br0" timeOffset="44099.75">6258 12468 371 0,'-4'-8'396'15,"4"8"28"-15,0 0-3 0,-1-8-10 0,1 8-31 16,0 0-34-16,-3-7-35 0,3 7-32 0,0 0-28 16,0 0-33-16,0 0-45 0,0 0-50 0,0 0-50 15,0 0-37-15,0 0-54 0,0 0-54 0,0 0-57 16,19 15-64-16,-10-7-78 0,-1 0-58 0,1 0-205 0,-1 1-578 15,3 3 256-15</inkml:trace>
  <inkml:trace contextRef="#ctx0" brushRef="#br0" timeOffset="44974.5899">6382 12618 98 0,'0'0'338'0,"0"0"2"0,-7-23 8 0,7 23-9 15,0 0-2-15,-2-8-12 0,2 8-7 0,0 0-17 16,0 0-30-16,0 0-30 0,0 0-29 0,0 0-24 0,0 0-13 16,0 0-21-16,0 0-17 0,0 0-15 0,0 0-13 15,0 0-19-15,0 0-3 0,0 0-10 16,15 22-3-16,-12-15-9 0,2 0-6 0,-3 1-19 16,2 0-17-16,-1-2-15 0,-1 1-10 0,1 1-29 0,-2-1-2 15,2-1-20-15,-3-6-12 0,2 12-9 0,-2-12-12 16,4 7-3-16,-4-7 3 0,1 9 8 0,-1-9 7 15,2 6 13-15,-2-6 13 0,0 0 5 16,0 0 3-16,0 0 9 0,0 0 9 0,0 0 13 0,0 0 0 16,0 0 4-16,11-15 9 0,-6 11 3 0,-1-3 9 15,2-1 7-15,-2 3 1 0,0-1 5 0,0 0 10 16,1 0 13-16,2 3 6 0,-2-3 3 0,1 3-1 16,0 1 4-16,-6 2-4 0,12-5-12 0,-8 3 4 15,-4 2-2-15,13-2-5 0,-13 2-6 0,9 0-8 16,-9 0-1-16,9 4-4 0,-9-4-3 0,8 5 2 15,-5-2-11-15,-3-3 1 0,5 8-2 0,-1-5 0 16,-4-3 1-16,4 10-4 0,-2-5-1 0,-2-5 1 16,2 8-4-16,-2-8 3 0,4 8 0 0,-4-8-2 15,1 7-9-15,-1-7-1 0,2 6-2 0,-2-6 6 16,0 0 2-16,0 0 2 0,0 0-4 0,0 0 7 16,0 0-9-16,0 0-1 0,0 0 8 0,17-10-5 15,-12 6 2-15,-1-1 1 0,3-1-6 0,1 0 4 16,-4 3-1-16,1-2-1 0,0 2 2 0,3-1-2 15,-8 4 0-15,7-7 1 0,-1 4-5 0,-6 3 7 16,5-5-13-16,-5 5 11 0,9-2-8 0,-9 2 2 16,0 0 1-16,12 0-3 0,-12 0 4 0,0 0-6 15,9 2 3-15,-9-2 2 0,4 6-3 0,-4-6 4 16,8 6 0-16,-8-6 2 0,4 7-12 0,-3-3 10 16,2 3-3-16,0-2 3 0,-3-5 0 0,6 13 4 0,-3-6-6 15,1-3 5-15,0 2-5 0,4 3-7 16,-3-4-5-16,3 2 3 0,1-2-2 0,1 1 0 15,-1-1-14-15,0 0 3 0,3 0-6 0,0-3-10 16,2-1 8-16,-1 0 7 0,4-2-2 0,-1-1 6 16,3-1-4-16,-1-4 10 0,0 1-3 0,0-2 9 0,-2-1 4 15,-1 0-3-15,0-1 5 0,-2 1-1 16,-2-3 2-16,-2 4 0 0,-1-2 22 0,-1 0 29 16,0 1 3-16,-4 2 3 0,0 0-11 0,0 1 2 15,-3 6-9-15,1-8-6 0,-1 8 0 0,0 0-6 0,-12-10-3 16,5 9 6-16,7 1-13 0,-17-2 1 0,4 4-4 15,4 1 5-15,-2 0-3 0,-2 2-5 16,3-1 2-16,0 2-6 0,1-1 1 0,-1 3 0 16,3-5-4-16,2 4-1 0,1 1 4 0,-1-2-1 0,4 0 3 15,0 1 1-15,1-7 5 0,6 13-4 0,-1-6-3 16,1-1-2-16,5 2 3 0,4 0-9 0,2-1-21 16,3-1-17-16,6 0-32 0,0 0-42 15,5-3-34-15,0 0-32 0,-1 1-42 0,1-4-57 0,2 1-69 16,-2-3-309-16,0-2-710 0,-1 0 314 0</inkml:trace>
  <inkml:trace contextRef="#ctx0" brushRef="#br0" timeOffset="45365.1199">7850 12383 349 0,'0'0'427'0,"4"-15"-1"0,-3 11-7 0,-1 4-11 16,-1-11-16-16,1 11-6 0,-4-8-9 0,4 8 3 15,-6-9-19-15,6 9-15 0,-7-10-3 0,7 10-30 16,-8-7-8-16,8 7-21 0,-7-6-25 0,7 6-22 16,0 0-23-16,-10-8-25 0,10 8-13 0,0 0-21 15,-14 2-11-15,14-2-12 0,-14 8-4 0,5 0 9 16,-1-1-13-16,-2 6-3 0,-1 1-6 0,3 3-2 15,-5 6-9-15,1 1-5 0,0 0-7 0,1 2-10 16,-1 3-28-16,-1-2-54 0,0 2 0 0,1 2 0 16,4-2 0-16,-3 3 0 0,-1 0 0 0,3 0 0 15,-3 1 0-15,10-2 0 0,3 0 0 0,2 3 0 16,3-2 0-16,8-3 0 0,5 1 0 0,4 0 0 16,8 9 0-16,-4-13-20 0,13 6-147 0,-12-9-35 15,4-1-46-15,2-7-41 0,0-2-30 0,-3-3-24 16,-2-4-29-16,-8-3-37 0,2-2-44 0,-1-2-46 0,-8-2-313 15,1-1-880-15,-1-2 390 0</inkml:trace>
  <inkml:trace contextRef="#ctx0" brushRef="#br0" timeOffset="46130.56">8179 12415 82 0,'0'-8'396'0,"0"8"3"0,-3-10 9 0,3 10-10 16,0-10-29-16,0 10-15 0,0 0 3 0,0-11-8 0,0 11-8 16,1-7-17-16,-1 7-10 0,0 0-17 0,2-8-14 15,-2 8-15-15,0 0-7 0,0 0-21 0,0 0-16 16,0-8-22-16,0 8-21 0,0 0-22 0,0 0-18 16,0 0-11-16,0 0-16 0,0 0-9 0,0 0-9 15,0 0-11-15,0 0-11 0,6 26 10 0,-5-14 1 16,1 5 7-16,-2 1 0 0,1 2-2 0,2 6-18 15,-3 1-4-15,1-1-1 0,-2 0-17 0,-1 1 0 16,-3-2 2-16,6 1-11 0,-6-7-7 0,0 6-6 16,-2-2-3-16,3-4 9 0,-1-2-1 0,2-1-11 15,-1 1-2-15,2-5-10 0,0 0 10 0,1 0-2 16,1-1 1-16,1-1-2 0,2-1 1 0,-1 1-22 16,4-2-9-16,1-2-17 0,1 1-4 0,1 0-19 15,0-2-21-15,2 1-23 0,-2-1-23 0,1 0-26 16,-3-4-26-16,0 1-33 0,4-1-31 0,-1-2-21 0,-10 1-20 15,15-5-16-15,-8 2-20 0,-3-1-35 16,-4 4-38-16,10-9-23 0,-5 3-17 0,-3 0-275 16,-2 6-757-16,-2-13 336 0</inkml:trace>
  <inkml:trace contextRef="#ctx0" brushRef="#br0" timeOffset="46380.51">8106 12690 212 0,'-12'-2'275'0,"1"-3"13"15,-2 1 19-15,3 0 20 0,-2 1 18 0,3-2 26 16,0 1 14-16,2 2 13 0,-1-1 19 0,8 3-10 16,-10-3-1-16,10 3-1 0,-8-3-14 15,8 3-15-15,0 0-28 0,-5-5-30 0,5 5-35 0,0 0-30 16,0 0-20-16,17-10-30 0,1 6-22 0,0 2-15 16,2-2-18-16,9 2-24 0,-1-3-25 0,3 4-33 15,-3-4-30-15,0 3-44 0,-8-1-29 0,8 2-36 16,0-2-36-16,-5 1-42 0,-3 0-40 0,2-1-33 15,-3 2-45-15,1-2-26 0,-3 2-26 0,-3-1-34 16,-1 2-22-16,0 0-47 0,0 0-28 0,-3 2-295 16,-1-2-810-16,2 1 358 0</inkml:trace>
  <inkml:trace contextRef="#ctx0" brushRef="#br0" timeOffset="47099.1599">8488 12809 26 0,'0'0'351'0,"0"0"9"0,0 0 16 16,0 0 8-16,0 0 2 0,0 0 10 0,0 0-5 16,0 0-1-16,0 0-2 0,0 0-7 0,0 0-12 15,-14-14-3-15,14 14-2 0,-3-6-17 0,3 6-15 16,0 0-15-16,-2-8-22 0,2 8-16 0,0 0-21 15,-1-8-26-15,1 8-21 0,0 0-27 0,0 0-21 16,0 0-17-16,0 0-14 0,0 0-16 0,0 0-16 16,0 0-9-16,0 0-31 0,0 0-60 0,0 0 0 0,0 0 0 15,0 0 0-15,0 0 0 0,9 19 0 0,-8-12 0 16,-1-7 0-16,1 15 0 0,1-7 0 16,0 1 0-16,-2-2 0 0,0 2 0 0,1-1 0 15,-1-8 0-15,1 15 0 0,-2-10 0 0,1-5 0 0,1 11 0 16,-1-11-41-16,3 11-85 0,-3-6 1 0,0-5 3 15,1 9 10-15,-1-9 12 0,5 4 13 0,-5-4 11 16,8 1 4-16,-8-1 10 0,0 0 8 0,0 0 4 16,18-7 6-16,-12 2 5 0,-1-1 8 0,2 2 10 15,0-2 6-15,0-2 15 0,1 2 16 0,-3 0 9 16,1-2 8-16,-1 3 8 0,-2-1 4 0,-3 6-1 16,7-11 5-16,-1 8 10 0,-4-2 1 0,-2 5-5 15,5-6-5-15,-5 6-6 0,3-6 0 0,-3 6-2 16,0 0-16-16,0 0-8 0,7-5-2 0,-7 5-3 15,0 0 0-15,0 0 0 0,0 0-4 0,14 6 2 16,-10-2-2-16,2-1-9 0,1 1-8 0,-1 1-4 16,1-2-2-16,2 2-12 0,-3-1-2 0,0-1-4 15,0 1 1-15,1 0-3 0,-1-2 9 0,-6-2-3 16,11 5 3-16,-7-2 4 0,-4-3 4 0,9 2 7 0,-9-2-2 16,0 0 3-16,12-7 8 0,-6 4 5 15,-3-2 14-15,0-1 2 0,1-2 2 0,-3 1 9 16,2 0 14-16,-2-3-2 0,0 1 4 0,1-1 10 15,-1 1 0-15,-1 0-6 0,-1-1 5 0,1 10-1 0,-4-13-3 16,2 5 1-16,0 3-7 0,-2-1 0 0,0 0-4 16,4 6-12-16,-5-10-30 0,5 10 0 15,-4-7 0-15,4 7 0 0,-6-6 0 0,6 6 0 16,0 0 0-16,-5-5-37 0,5 5-67 0,0 0-25 0,0 0-36 16,0 0-37-16,0 0-48 0,0 0-56 0,14 22-45 15,-7-16-40-15,1 0-53 0,2-1-55 0,2-1-387 16,-1 0-960-16,2-1 426 0</inkml:trace>
  <inkml:trace contextRef="#ctx0" brushRef="#br0" timeOffset="47442.84">8952 12474 72 0,'-3'-10'381'0,"1"0"14"0,0 1 12 15,1-3 9-15,-1 2 0 0,-1 1 0 0,2 3-10 16,1 6-12-16,-3-15-11 0,2 9-18 0,1 6-7 16,-1-11-34-16,1 11-23 0,1-9-29 0,-1 9-20 15,0 0-26-15,3-8-25 0,-3 8-25 0,10-2-18 16,-10 2-15-16,16 7-14 0,-4-3-6 0,2 6-9 16,4 1-2-16,1 5-18 0,-2-1-2 0,-1 4-6 15,3 1-8-15,0 4 4 0,-4 2-4 0,0-1-2 16,-4 2-8-16,-2 1-11 0,-1-1 0 0,-2 2 1 15,0 0-9-15,-5 1-1 0,-4 2-6 0,-7-2-3 16,1 2-4-16,-4 0 0 0,-10 9-9 0,4-11 5 16,0 1-9-16,-7 7 0 0,-4 0-34 0,7-12-28 15,0 1-36-15,0-2-49 0,1-3-49 0,0-1-52 0,3-5-47 16,6-2-45-16,6-6-23 0,-2 1-31 16,0-4-25-16,4 0-37 0,5-5-61 0,0 5-311 15,0-5-872-15,0 0 386 0</inkml:trace>
  <inkml:trace contextRef="#ctx0" brushRef="#br0" timeOffset="57517.56">9916 12770 236 0,'0'0'324'0,"0"0"9"15,0 0 1-15,0 0 13 0,0 0 1 0,-8-6 12 16,8 6 4-16,0 0-2 0,0 0-9 0,0 0-11 16,0 0-10-16,0 0-11 0,0 0-17 0,0 0-5 15,0 0-23-15,0 0-13 0,-2-9-15 0,2 9-12 16,0 0-25-16,0 0-25 0,0 0-19 0,0 0-20 16,15-9-10-16,-5 4-18 0,1 2-16 0,7-1-1 15,3 0-19-15,7 1-5 0,-7 2-10 0,8-2-9 0,-9 4-14 16,8-1-26-16,-7 0-31 0,-2 2-25 15,-3-1-29-15,2 1-40 0,-5 1-44 0,-2 0-58 16,0 1-49-16,-1-2-48 0,-3 2-44 0,-1-1-36 16,-2 2-37-16,-4-5-32 0,1 6-339 0,-1-6-859 0,-9 7 381 15</inkml:trace>
  <inkml:trace contextRef="#ctx0" brushRef="#br0" timeOffset="57751.88">9985 12881 140 0,'0'0'271'0,"-7"5"15"0,7-5 16 0,0 0 13 16,-5 5 10-16,5-5 18 0,0 0 9 0,0 0-3 16,0 0 9-16,0 0-4 0,0 0-10 0,0 0-10 0,0 0-17 15,0 0-14-15,-6 3-16 0,6-3-18 0,0 0-15 16,0 0-16-16,0 0-24 0,0 0-22 0,0 0-21 16,0 0-23-16,24-8-5 0,-16 5-22 15,2 1-9-15,2 1-10 0,1 0-11 0,0-1-5 0,1-2-14 16,2 0-39-16,-2 1-39 0,2-1-39 0,-2 2-55 15,-2 0-60-15,3-1-58 0,2 2-57 0,-3-3-60 16,-3 1-62-16,4 1-73 0,-4 1-400 0,0 0-943 16,1-1 417-16</inkml:trace>
  <inkml:trace contextRef="#ctx0" brushRef="#br0" timeOffset="58548.57">11224 12567 320 0,'0'0'314'0,"1"-16"-2"16,-1 9 0-16,0-1-2 0,0 8 12 0,-1-16-8 16,0 8-4-16,1-2 0 0,0-1-10 0,-3 3 8 15,3 1-3-15,0 7-4 0,-5-17-12 0,4 7-10 16,-2 4-10-16,2-3-9 0,-1 0-9 0,2 9-11 16,-2-14-11-16,0 8-10 0,2 6-14 0,-2-12-15 15,2 12-9-15,4-13-10 0,-2 7-19 0,-1 0-13 16,-1 6-5-16,5-9-23 0,-5 9-13 0,6-6-4 15,-3 2-20-15,-3 4-11 0,0 0 14 0,13 2-28 16,-13-2-6-16,16 8 1 0,-7 1-7 0,4 3-2 16,0 2-7-16,0 1 3 0,2 6-6 0,-5-4 0 15,3 5-7-15,-1 2 1 0,-1 1-4 0,-5-3-4 16,3 3 6-16,-4-4-3 0,3 2 0 0,-2 1-11 16,-2-5-5-16,0 1 4 0,0-2-2 0,-2-1 0 0,0-2 0 15,2-3 0-15,-4 0 0 0,1-3 0 0,-2 2 0 16,3-2 0-16,-1-3-18 0,1 0 6 0,-2-6-4 15,2 8 3-15,-2-8 8 0,5 5-2 16,-5-5 5-16,13-1 1 0,-13 1 4 0,19-11-3 0,-9 3 1 16,6-4 11-16,0-3 5 0,1-8 4 0,1 0-7 15,-4-4-8-15,1-1-6 0,-2-1 0 0,2 0 0 16,-4 0 0-16,-1 0 0 0,1-2 0 0,1 2 0 16,-1 0 0-16,1 3 0 0,-4 2 0 0,1 1 0 15,-1 6 0-15,-4 2 0 0,3 0 0 0,-2 4 0 16,-3 4 0-16,2 0 0 0,1 1 0 0,-5 0 0 15,0 6 0-15,4-8 0 0,-4 8 0 0,4-7 0 16,-4 7 0-16,0 0 0 0,1-7 0 0,-1 7 0 16,0 0 0-16,0 0-19 0,0 0-138 0,0 0-39 15,0 0-44-15,5 22-55 0,-3-14-43 0,0-2-36 16,0 5-40-16,0 1-43 0,0-1-39 0,0 5-372 16,1-1-940-16,-1 1 416 0</inkml:trace>
  <inkml:trace contextRef="#ctx0" brushRef="#br0" timeOffset="58939.1">11730 12665 203 0,'0'0'360'0,"0"0"-1"16,0 0-12-16,8-9-5 0,-8 9 1 15,6-4-22-15,-6 4-19 0,6-7-20 0,-6 7-15 16,6-4-18-16,-1 0-23 0,-5 4-20 0,5-6-17 0,-5 6-22 15,13-2-16-15,-8 0-11 0,3 2-18 16,-8 0-10-16,21 0-11 0,-10 2-11 0,-1 0-7 0,1 1-11 16,0 2-5-16,0 0-10 0,-2 0-9 15,-3 0 2-15,3-1-7 0,-1 3-7 0,-2-1-3 0,-3 0-2 16,-2 0-2-16,0 1-3 0,-1-7-2 0,-1 14 4 16,-3-8-16-16,0 1 11 0,-2 2-1 0,-4-2 1 15,0-1-6-15,-6 1 1 0,4-2-2 0,-5 1 1 16,0 0-2-16,3-5 3 0,1 1 2 0,2 0-1 15,-1-4 20-15,2 2 24 0,0-2 15 0,1-3 10 16,4 1-3-16,-3-3-7 0,6 2-7 0,2 5-9 16,-4-15-6-16,5 6-8 0,3-2-13 0,1 0-30 15,2 0-35-15,6 0-59 0,0 1-58 0,6 0-61 16,-2 2-65-16,4 0-59 0,-2 3-62 0,9 0-70 16,1-2-286-16,-2 3-812 0,-5 0 360 0</inkml:trace>
  <inkml:trace contextRef="#ctx0" brushRef="#br0" timeOffset="59298.4">12087 12465 130 0,'2'-12'409'15,"1"0"23"-15,-2-1 12 0,0 1-2 0,3 0-10 0,-4 1-13 16,4 1-8-16,-4 0-6 0,0 3-15 0,0 7-6 15,3-11-30-15,-3 5-25 0,0 6-30 16,1-9-31-16,-1 9-34 0,0 0-16 0,0 0-24 16,0 0-19-16,0 0-21 0,0 0-18 0,0 0 2 0,0 0-13 15,5 22-14-15,-5-11 18 0,0 2-7 0,3 4 4 16,-1 1-10-16,-4 1-4 0,4 0-13 16,-4 2-8-16,2 5-9 0,0 0-10 0,-3 1-2 0,-1-2-11 15,2-6-8-15,-1 7-22 0,3-8-29 0,-4 0 0 16,2 0 0-16,-1-3 0 0,2-2 0 0,0-2 0 15,-1 1 0-15,0-2 0 0,0-1 0 0,2-1 0 16,0-8-32-16,2 11-102 0,-2-11-22 0,2 10-26 16,-2-10-35-16,3 6-45 0,-3-6-33 0,10 1-46 15,-10-1-26-15,9-2-18 0,-9 2-40 0,14-4-30 16,-5 0-37-16,0-3-250 0,0 0-803 0,-3 1 356 16</inkml:trace>
  <inkml:trace contextRef="#ctx0" brushRef="#br0" timeOffset="60345.05">12275 12671 235 0,'0'0'378'0,"0"0"8"0,5-6 15 0,-5 6-11 16,2-7-9-16,-2 7-16 0,0 0-13 0,4-4-22 16,-4 4-26-16,0 0-20 0,0 0-36 0,0 0-23 15,7-2-27-15,-7 2-21 0,0 0-21 0,0 0-12 16,0 0-13-16,7 9-18 0,-7-9-12 0,5 8-7 15,-1-2-10-15,-1 2-10 0,-1-1-9 0,2 0-2 0,-2 0-10 16,2-1-6-16,-2 3-5 0,1-1-3 0,0-2-3 16,-3 1-1-16,4-1-6 0,-4-6-2 15,3 12-11-15,-2-7-7 0,-1-5-5 0,0 8-4 16,0-8 2-16,0 0 2 0,3 8 1 0,-3-8 0 0,0 0 2 16,0 0-1-16,8 1-2 0,-8-1 1 0,0 0-3 15,19-9 1-15,-12 4 1 0,1 0 0 0,4-2-4 16,-5 0 7-16,3-2-7 0,0 1 5 15,-1 1 1-15,-1 1-3 0,2-1 7 0,-4 0 5 0,-1 3 5 16,2 1-1-16,-1-2 7 0,-2 2 10 0,-4 3 4 16,10-7 7-16,-10 7-2 0,5-4 0 0,-5 4-5 15,6-3-3-15,-6 3-6 0,0 0-4 0,0 0-7 16,0 0-4-16,0 0-2 0,0 0 1 0,0 0-2 16,0 0 5-16,0 0-9 0,0 0 1 0,6 14-1 15,-6-14-1-15,0 9-2 0,0-9-3 0,1 12 3 16,1-6-2-16,0 0 3 0,1 1-2 0,1-1 4 15,-1 1-3-15,3 0-2 0,0-1-1 0,4 1 4 16,-5-2-7-16,3 0-3 0,1 0 1 0,-3 0-3 16,4-3 3-16,-3 1 0 0,1-2 3 0,4 0-1 15,-3-2 1-15,-9 1 0 0,17-4-1 0,-9 2 4 16,-1-3-3-16,1-1-1 0,2-1 6 0,-2-2-3 16,1 1-3-16,-3-2 4 0,4 1 0 0,-3-1-1 15,-1 0-1-15,-1 0 2 0,3 1 7 0,-2 2-2 16,-2 1 4-16,1-1 5 0,-5 7-1 0,8-8 4 15,-6 4-3-15,-2 4 0 0,3-6-3 0,-3 6-2 16,5-5-6-16,-5 5-2 0,0 0-1 0,0 0 1 16,6-4-4-16,-6 4 4 0,0 0-2 0,0 0-4 0,5 15 0 15,-5-15 4-15,4 9-2 0,-4-2-3 0,4 0 3 16,-4 2 0-16,2-3-4 0,-2 2 2 16,1-1 0-16,1 0 1 0,-2-7 1 0,0 13-3 15,0-7-6-15,0-6-7 0,2 13-10 0,0-8-5 0,-2-5 2 16,0 10-3-16,0-10-2 0,5 6 5 0,-5-6 5 15,0 0 3-15,1 6 6 0,-1-6 1 0,0 0 0 16,0 0 2-16,0 0 4 0,15-11-1 16,-15 11 1-16,10-10 0 0,-4 5 7 0,1-1-3 0,-1-2-6 15,0 1 5-15,2 0-2 0,-2 2 1 0,1 0 7 16,-3 1-7-16,1 0 5 0,1-1-2 0,-1 1 1 16,-5 4-1-16,11-4-2 0,-8 2-2 0,-3 2-2 15,10-3 2-15,-10 3 4 0,0 0-4 0,15 3 1 16,-15-3-2-16,10 5 2 0,-5-1 0 0,-1 0-1 15,-4-4 0-15,10 8 3 0,-6-2 0 0,-2 0 1 16,2-1 2-16,-1 1-3 0,-1 0 1 0,-2-6 3 16,4 10-5-16,2-6-2 0,-6-4-13 0,2 7-8 15,-2-7-3-15,2 6-1 0,-2-6 6 0,4 4 1 16,-4-4 8-16,0 0 3 0,9 1 1 0,-9-1-2 16,0 0 5-16,14-5 3 0,-10 2 1 0,5-4-1 15,0 1 1-15,0 1 0 0,0-1 1 0,-2-2 0 16,1 2 6-16,-2 2 7 0,0-1 3 0,1-1 3 15,1 4-1-15,-3-2 7 0,0-1-2 0,-5 5 0 0,7-6-4 16,-7 6-4-16,8-4 3 0,-8 4-6 0,7 0 1 16,-7 0-1-16,0 0-2 0,0 0-3 15,12 5 1-15,-10-1-3 0,-2-4 2 0,6 7 2 16,-3-2-4-16,1-1 4 0,-2 2-4 0,2-2 0 0,-4-4-1 16,6 11 0-16,0-6-21 0,-1 0-29 0,-3-1-41 15,2 1-47-15,-4-5-41 0,7 8-45 0,-2-6-36 16,-5-2-37-16,6 5-49 0,-6-5-67 15,7 1-322-15,-7-1-795 0,0 0 353 0</inkml:trace>
  <inkml:trace contextRef="#ctx0" brushRef="#br0" timeOffset="60782.42">13295 12724 273 0,'0'0'313'0,"0"0"0"15,0 0-2-15,0 0-9 0,0 0-18 0,0 0-5 16,0 0-14-16,0 0-11 0,0 0-23 0,0 0-17 16,0 0-26-16,0 0-17 0,0 0-20 0,0 0-15 15,0 0-19-15,0 0-10 0,0 0-16 0,0 0 7 16,0 0-18-16,0 0-15 0,0 0 8 0,0 0-14 16,0 0-1-16,0 0-9 0,9 9-1 0,-9-9 0 15,12 2-9-15,-12-2-2 0,13 0-6 0,-4-2 11 16,2 1-9-16,0-2-6 0,0 1-5 0,-1-3 6 15,3 0-3-15,-1-1-7 0,1 0 18 0,-2-1 21 16,0 0 7-16,-2 1 1 0,0 1 2 0,-3-1 5 16,0 1-2-16,-2 1 2 0,-4 4-2 0,4-10-10 15,-4 10-7-15,0-7-5 0,0 7-7 0,0 0-5 16,-10-10-7-16,4 8-3 0,6 2-4 0,-15-5-1 16,15 5-6-16,-21 3 1 0,11 1-4 0,-1-1-2 15,-1 1-4-15,1 3-1 0,4-1-3 0,-2 1 7 16,2 0-9-16,3 1 2 0,-3 0 3 0,5 1-5 0,-3-1-3 15,3 2-8-15,2-2-12 0,-2 2-17 0,6 0-18 16,-4-4-9-16,7 2-39 0,0-1-21 16,-3-1-28-16,5-1-30 0,3 1-33 0,1 0-54 15,1-3-59-15,5-2-49 0,0 0-270 0,12-2-703 0,-2 0 312 16</inkml:trace>
  <inkml:trace contextRef="#ctx0" brushRef="#br0" timeOffset="61235.44">13994 12697 37 0,'0'0'353'0,"0"0"9"0,-6-7-14 0,6 7-23 15,-4-6-5-15,4 6-19 0,0 0-7 0,-2-11-9 16,2 11-8-16,0-8-11 0,0 8-15 0,0 0-15 16,6-13-24-16,-2 10-18 0,-4 3-23 0,9-8-19 15,-5 3-15-15,5 2-15 0,2 1-14 0,-2 1-13 16,2 0-6-16,3 1-13 0,-3 1-5 0,3 0-4 16,-3 2-11-16,2 2-1 0,-1-1-18 0,-2 2 3 15,-1 0-11-15,-1 1 7 0,1 2-10 0,-5-1-3 16,3 1-1-16,-4 0-4 0,-2 1 1 0,1-4-2 15,-4 4 0-15,-2-1-2 0,-1-1 3 0,-4 1 1 16,-5-1 0-16,1-1-3 0,-7-1-2 0,2-1 0 16,-4 1 0-16,1-1 1 0,-1-3 1 0,2-1 0 15,1-1 2-15,0-2 14 0,5 1 17 0,3-3 7 0,2 1 5 16,0-3 0-16,2 1-10 0,3 0-4 16,2-3-10-16,1-1-1 0,2-1-22 0,1 1-22 15,4-2-28-15,6-1-46 0,1 1-27 0,2-1-30 16,3 2-51-16,1 0-32 0,0 1-44 0,0 1-41 0,6-5-55 15,4 4-19-15,0-2 2 0,-7 1-239 16,-3 2-668-16,1-1 297 0</inkml:trace>
  <inkml:trace contextRef="#ctx0" brushRef="#br0" timeOffset="61579.11">14275 12383 259 0,'-1'-8'315'0,"-1"0"11"0,-2-1 12 15,1 2 0-15,1-1-1 0,0 1 6 0,-1-2 7 16,-1 3 10-16,0 0 1 0,4 6-6 0,-5-10-17 16,1 6-23-16,4 4-27 0,-2-7-32 0,2 7-28 15,0 0-19-15,0 0-14 0,0 0-7 0,0 0 28 16,-14 21-6-16,12-7 17 0,2 4-30 0,-1 7-2 16,2 0-4-16,-1 4-13 0,0 0-7 0,0 4-19 15,2 0-12-15,-2 0-11 0,0 2-20 0,0-4 1 16,2 4-18-16,-2 0-14 0,2-1-1 0,-2 3-57 15,2-4-20-15,-1-1 0 0,3 0 0 0,-1 1 0 16,-1-1 0-16,3 1 0 0,-1-1 0 0,4-3 0 16,-3-2 0-16,0-7 0 0,2-2 0 0,-3-2 0 15,-2-5 0-15,0 0 0 0,0-2-6 0,-1-2-149 16,1-1-25-16,-2-6-22 0,2 10-18 0,-2-10-37 16,0 0-57-16,0 0-49 0,0 0-45 0,0 0-47 15,0 0-38-15,0 0-364 0,-7-34-927 0,3 17 410 16</inkml:trace>
  <inkml:trace contextRef="#ctx0" brushRef="#br0" timeOffset="61768.84">14239 12870 182 0,'0'0'314'0,"-2"-10"23"0,2 10 37 0,-3-8 38 16,3 8 22-16,-3-9 10 0,3 9-13 0,0 0-3 16,1-9-22-16,-1 9-31 0,4-10-39 0,-1 5-35 15,4 2-28-15,5-4-28 0,3 1-25 0,2 2-19 16,4-3-26-16,-1 5-18 0,0-2-22 0,0 1-42 15,3 0-52-15,-6 2-57 0,2-1-65 0,-2 0-62 16,-3-1-86-16,-1 2-76 0,-3 1-77 0,-1 0-85 16,-1-1-316-16,-8 1-846 0,9-4 374 0</inkml:trace>
  <inkml:trace contextRef="#ctx0" brushRef="#br0" timeOffset="62643.64">15117 12498 211 0,'0'0'418'0,"2"-13"21"0,0 4-12 0,1 2-23 16,2-2-5-16,-1 0-14 0,-4 2-13 0,5 1-11 15,-2-1-10-15,1 2-16 0,-3-1-16 16,4-3-16-16,-2 5-21 0,1-1-15 0,-4 5-15 16,8-8-31-16,-8 8-26 0,3-3-27 0,-3 3-18 0,4-4-16 15,-4 4-17-15,0 0-8 0,0 0-13 0,11 12-9 16,-3-4-5-16,-6 2-12 0,1 0-10 0,0 3-4 15,1 2 5-15,-2 1-10 0,-2 1-6 0,1 1-14 16,1 1 8-16,-2 0-12 0,0 0 1 0,-4 1-2 16,-1-2-5-16,2 0-1 0,0-6-6 0,0 0-3 15,0-1 1-15,1-4-2 0,2 0 1 0,0-7-6 16,0 11 6-16,0-11-3 0,0 9 9 0,0-9-13 16,0 0 10-16,10 0-6 0,-10 0 2 0,0 0-3 15,15-11 2-15,-7 3-3 0,1 0 0 0,1-1 2 16,-2 2 7-16,2-2 7 0,-1 0 9 0,1 0 16 15,-1 2-9-15,-4-1 6 0,2 2-2 0,-4 2-5 16,4 0-4-16,-3-1 2 0,-4 5-7 0,7-6-3 16,-7 6-10-16,8-3-1 0,-8 3-4 0,10-2 0 0,-10 2-5 15,13 7 3-15,-7-3-2 0,2-1 3 16,0 4-6-16,2-1 2 0,-1 2 2 0,0-2-2 16,0 0 3-16,-2 3-8 0,1-2 5 0,1-2-14 15,0 2-14-15,-1-3 8 0,1 0-7 0,-4 2-1 0,1-3 0 16,0 0 3-16,-6-3 3 0,9 3 0 0,-9-3 6 15,11 0 3-15,-11 0 2 0,14-6 0 16,-9 2 5-16,1-3 7 0,1-2-9 0,-2-2 10 16,0 0 2-16,-4-4 13 0,4-3 6 0,-2 3-4 0,-2-4 7 15,0 1 5-15,-2-1 14 0,1 0 10 0,0 1-35 16,-3 0-25-16,3 2 0 0,-1 1 0 0,0 3 0 16,1 1 0-16,-4-1 0 0,4 4 0 0,0 8 0 15,-1-11 0-15,1 4 0 0,0 7 0 0,0 0 0 16,1-11 0-16,-1 11 0 0,0 0 0 0,0 0 0 15,0 0 0-15,0 0 0 0,0 0-145 0,17 23-135 16,-11-15-48-16,-2 1-51 0,0 1-38 0,-2 1-38 16,1 0-24-16,1 1-34 0,-2 0-354 0,1 0-937 15,-1-1 415-15</inkml:trace>
  <inkml:trace contextRef="#ctx0" brushRef="#br0" timeOffset="63393.46">15639 12618 282 0,'0'0'323'0,"0"0"-4"0,0 0-2 16,13-13-7-16,-13 13 0 0,5-7-17 0,-5 7 1 15,8-7-12-15,-6 3-21 0,-2 4-9 0,8-7-14 16,-8 7-17-16,9-4-27 0,-4 3-20 0,-5 1-14 16,8-3-20-16,-8 3-17 0,11 0-10 0,-11 0-11 0,17 3-11 15,-12-2-12-15,3 3-7 0,1-3-8 16,-4 4-15-16,0 0 0 0,1 2-6 0,0-2-3 15,-3 1-2-15,1 1-9 0,-4-7-1 0,3 14-4 0,-3-8 3 16,0-6-4-16,-4 13-4 0,0-6-2 0,0 2 0 16,-1-5-7-16,-3 4-1 0,-2-2-1 0,1-1-1 15,-1 0 2-15,2 0 1 0,-2-1 0 16,2-2-3-16,8-2 5 0,-12 1 1 0,12-1 0 0,-12-2 8 16,12 2 2-16,-9-6 4 0,4 2 14 0,5 4 5 15,-3-12 1-15,2 5-3 0,1 7-1 0,0-13-1 16,3 6-1-16,-1 1 0 0,0-1 4 0,-2 7-12 15,6-11-1-15,-3 8-2 0,0-4-9 0,-3 7 1 16,11-6-2-16,-11 6-4 0,7-3 1 0,-7 3-9 16,9 0 2-16,-9 0-5 0,13 1 0 0,-13-1-2 15,12 6 3-15,-7-4-6 0,0 3 2 0,1 0-4 16,-1 1 3-16,0 1-2 0,0-1-3 0,-1 1 2 16,2 0 3-16,-4-1 1 0,3 0 1 0,-2-1-3 15,0 1 2-15,1-1 2 0,-4-5 1 0,7 8 2 16,-2-4 1-16,1 0 0 0,2-2 3 0,-8-2-3 15,17-1 4-15,-4-2-2 0,-1-1 4 0,2-3 5 16,3-1 11-16,-2-1 3 0,-1-2 4 0,1 0-3 16,-2-3-3-16,-1 0-3 0,2-1 9 0,-4 0-13 15,0-2-3-15,0-1-1 0,-1 4 27 0,-1 2 5 16,-3 1-2-16,1 3-10 0,-3 1 0 0,0 3-9 16,-3 4-9-16,4-8-11 0,-4 8-1 0,0 0 0 15,0 0-3-15,0 0-1 0,0 0 3 0,-18 14-6 16,11-8-4-16,2 3 9 0,1 0-3 0,3 0-1 0,-2 2-1 15,2-2-2-15,0 2 1 0,2-1 1 16,0-1 2-16,2 1-2 0,-2-3 1 0,6 1 1 16,-1 2 3-16,-1-3-5 0,1-1 8 0,2 1-6 15,-4-2-3-15,1 0 2 0,0-2-2 0,0 2 0 0,0-1 2 16,-5-4-6-16,6 5 6 0,-6-5-2 0,3 6-5 16,-3-6-3-16,4 5 6 0,-4-5-5 0,0 0 4 15,2 5-1-15,-2-5-7 0,0 0-6 16,0 0-11-16,-9 9-13 0,2-7-19 0,7-2-20 0,-14 7-9 15,5-3-27-15,0-2-24 0,-2 1-22 0,3-2-40 16,0 0-25-16,-2 0-28 0,3 2-45 0,7-3-66 16,-12 1-66-16,12-1-326 0,-13-3-818 15,13 3 363-15</inkml:trace>
  <inkml:trace contextRef="#ctx0" brushRef="#br0" timeOffset="63877.73">16262 12508 430 0,'10'-15'439'0,"-2"-1"16"0,-2 2 12 15,-1-3-9-15,-1 5-16 0,1 1-14 0,-2-2-15 16,-1 2-12-16,1 2-17 0,-2 1-13 0,-1-2-31 16,0 10-15-16,3-13-12 0,-3 13-44 0,0-10-26 15,0 10-30-15,1-6-20 0,-1 6-26 0,0 0-17 16,0 0-23-16,0 0 2 0,0 0-19 0,0 0-8 15,5 23-15-15,-4-10-8 0,2-1-3 0,-1 4-7 16,0 2-13-16,1 0 2 0,1-2-11 0,-3 4-2 16,1-3-14-16,-1 2 9 0,0-3-1 0,-1 3-4 15,-1-4-6-15,1 0-5 0,-1-2-4 0,1-1-7 16,0-5-4-16,-2 3-22 0,4-2-8 0,-2-8-12 16,-2 11 12-16,2-11 2 0,2 9 3 0,-2-9-7 15,1 5 17-15,-1-5-8 0,0 0 5 0,12 0 5 16,-12 0 0-16,0 0-2 0,20-8-7 0,-14 5 6 15,2 0 2-15,0-2-2 0,-2 2 0 0,2-1 1 16,-2 0 2-16,1-1 0 0,-1 4 14 0,-6 1-13 16,12-3 2-16,-12 3-14 0,7-5 12 0,-7 5 1 15,0 0-10-15,12 1-1 0,-12-1 6 0,9 6 1 0,-4-4 1 16,0 1 0-16,0 1-4 0,3 0-2 16,-2 3 6-16,2-2 5 0,-1 2 5 0,2-1-15 15,-4-2-28-15,2 1-32 0,-1-2-32 0,1 1-21 16,0-1-32-16,0-1-37 0,-1 1-52 0,-6-3-44 0,15 0-42 15,-7 0-30-15,-8 0-50 0,13-5-64 0,-7 2-361 16,1-2-904-16,0-4 401 0</inkml:trace>
  <inkml:trace contextRef="#ctx0" brushRef="#br0" timeOffset="64768.14">17215 12538 170 0,'1'-9'435'16,"-1"9"9"-16,7-9 7 0,-5 5 0 0,-2 4-13 16,4-10-14-16,-3 4-10 0,-1 6-12 0,4-11-8 15,-2 6-17-15,0-2-25 0,-2 7-13 0,4-8-13 16,-1 3-26-16,-3 5-16 0,5-7-27 0,-5 7-24 16,5-5-28-16,-5 5-23 0,0 0-19 0,5-5-22 15,-5 5-6-15,0 0-16 0,0 0-22 0,9 10-8 16,-4-4-4-16,0 2-11 0,0 2-1 0,-1 0-16 15,0 6 6-15,0 2-15 0,-2-3-6 0,1 6-3 16,-2-4-8-16,-1 2-4 0,0 0-1 0,0-4-22 16,-1 3-13-16,-2-2-28 0,2-1-16 0,-2-4-16 15,1 1-6-15,0-4-9 0,0 2-6 0,2-3 5 16,0-7 6-16,-1 11 12 0,1-11 2 0,-2 7 12 16,2-7 10-16,0 0 4 0,0 0 10 0,0 0 2 15,12-2 13-15,-12 2 6 0,12-14 4 0,-4 6-1 16,0-1 13-16,1 1-2 0,0-1 12 0,0-2 3 15,-1 3 5-15,1-1-7 0,-1 1 9 0,-1 0 1 16,0 1-9-16,-1 3 6 0,-1-3 6 0,0 4-5 16,-5 3-9-16,10-6-8 0,-7 1 8 0,-3 5-7 0,9 0-4 15,-9 0 12-15,0 0-14 0,15 7 2 0,-10-4-2 16,1 0-3-16,0 2 3 0,2 1-1 0,0 0-1 16,0 0 3-16,-2 1-4 0,3-1 4 15,-1 0-9-15,-1 2 5 0,-1-5-5 0,0 1 1 0,-1-1 1 16,1 0 5-16,-6-3 1 0,9 3-2 0,-9-3 2 15,9 2-1-15,-9-2 3 0,0 0 6 0,14-8-5 16,-11 3 27-16,0-2 9 0,0-1-4 0,1-4 6 16,0-2 0-16,0-3 6 0,-2-1 6 0,0 0-8 15,-4 0 11-15,4 1 4 0,-4-2-57 0,2 4-8 16,-1-2 0-16,0 5 0 0,-2 1 0 0,2 2 0 16,1-1 0-16,0 10 0 0,-1-13 0 0,0 7 0 15,1 6 0-15,0 0 0 0,1-11 0 0,-1 11 0 16,0 0 0-16,0 0 0 0,0 0 0 0,0 0 0 15,0 0 0-15,0 0-21 0,0 0-257 0,0 0-70 16,15 26-46-16,-11-17-45 0,-2 2-43 0,2-2-43 16,-1 4-426-16,1-2-1030 0,1-1 456 0</inkml:trace>
  <inkml:trace contextRef="#ctx0" brushRef="#br0" timeOffset="65927.69">17703 12661 7 0,'0'0'346'16,"0"0"7"-16,9-9 5 0,-9 9-3 0,5-7-15 16,-5 7-5-16,5-8-22 0,-5 8-21 0,4-7-14 15,0 4-29-15,-4 3-27 0,5-8-25 0,0 5-15 16,-5 3-20-16,12-4-18 0,-4 4-17 0,-8 0-22 16,19 0 1-16,-12 0-18 0,0 4-7 0,3-1-8 15,1 1-10-15,-4 0-3 0,-1 0-11 0,1 1-9 0,2 0 0 16,-6 1 4-16,1-1-20 0,-1-1 0 0,1 3-2 15,-3 1-1-15,-1-8 2 0,-1 12-12 16,1-12-10-16,-4 13 6 0,-1-8-9 0,-2 1-7 0,-2 0-9 16,2 1-5-16,-2-3-2 0,1 1-3 0,-1-2 11 0,1-1-3 15,2-1 9-15,6-1 5 0,-13 3 14 16,13-3 15-16,-11-2 13 0,11 2 10 0,-5-7 5 16,5 7-6-16,-4-9 11 0,4 9 1 0,1-11 1 0,-1 11-8 15,8-15-1-15,-6 9-7 0,4-2 1 0,-3 3-7 16,2 1-5-16,-1-1 0 0,-4 5-3 0,9-10-2 15,-5 6-7-15,-4 4-7 0,8-5 5 16,-8 5-5-16,10-4-4 0,-10 4-2 0,8-2 0 0,-8 2-3 16,9 2 1-16,-9-2-4 0,10 2 1 0,-10-2-1 15,9 7-1-15,-5-3-3 0,-1 2 5 0,3-2 0 16,-3 2-1-16,2-1-1 0,3 2 1 0,-5-3 0 16,1 4 3-16,1-3 1 0,-1-1-7 0,-1 1-7 15,2 0 4-15,0 0-4 0,1-3-1 0,0 3 0 16,0-3-1-16,5-1 3 0,-4 1 9 0,4-2-3 15,0-2-2-15,1 0-1 0,0-3 3 0,6-1 7 16,0-2-5-16,-3 0-1 0,5-3-1 0,-5 0 4 16,1-2 2-16,6-4-1 0,-8 1 0 0,0 2 9 15,4-7 3-15,-7 4 3 0,0 1 6 0,-5 2 23 16,1-1 1-16,-1 4 2 0,-2-1 4 0,1 0 0 16,-4 1 5-16,2 2-6 0,-3 2-1 0,0 7-3 15,0-12-10-15,0 12-5 0,0-8-3 0,0 8-3 16,0 0-7-16,-4-10-4 0,4 10-5 0,-7-1 0 0,7 1-4 15,0 0-3-15,0 0-2 0,-17 11 3 16,12-6-3-16,0 4 2 0,-2-1-5 0,3 1 5 16,1 2-1-16,0 0 0 0,0 0 1 0,1 0 0 15,2 3-1-15,-1-2 0 0,-1 0-3 0,1 1-1 0,2 4 2 16,1-2 3-16,-1-4 3 0,3 3-5 0,-2-2-1 16,2 0-10-16,0 0-8 0,1-1-4 15,4 1-3-15,-3-3-1 0,5 3-3 0,-1-3 0 16,0-1-4-16,0-1-1 0,3 0-1 0,2 0 2 0,-2-1 2 15,0-3 2-15,0-1 3 0,-1 0 4 0,3-2 3 16,-1-3 0-16,-2 1 7 0,0 0-3 0,5-5 2 16,-5 2 7-16,0 0-3 0,-2-4 8 0,-1 1-3 15,1 1 6-15,-2-2 4 0,0 1-1 0,-2-2 5 16,2 2 7-16,-3 0 9 0,-3 2 4 0,1 1 6 16,-3 5-5-16,2-10-2 0,-2 10-2 0,2-7-6 15,-2 7-7-15,0 0 1 0,0 0-3 0,0-8-11 16,0 8 7-16,0 0-4 0,0 0-4 0,0 0 0 15,0 0-3-15,0 0 2 0,0 0-1 0,-18 11-2 16,18-11 4-16,-5 10 0 0,2-4-1 0,3-6-3 16,-4 11 6-16,4-5-4 0,0-6 5 0,-1 12-2 15,1-12 1-15,1 11 1 0,2-6-4 0,-2 3 0 16,-1-8-2-16,9 9-3 0,-1-4 0 0,1 0-1 16,2 0-5-16,-1-2 2 0,1 1 1 0,1-2-3 0,1-1-2 15,-1-1 5-15,2-1 1 0,-1 0 1 16,0-1 0-16,0-2 1 0,0 2 3 0,-3 0 3 15,1-3-1-15,-1 1-1 0,-4 0 1 0,2 0 4 16,-3 0 0-16,1 1 1 0,1-1 6 0,-7 4 7 0,6-7 1 16,-6 7 10-16,5-6-3 0,-5 6 2 0,5-5-2 15,-5 5 0-15,0 0 2 0,4-4-5 16,-4 4-1-16,0 0-1 0,0 0-5 0,0 0-1 16,0 0-7-16,0 0-2 0,8-3-5 0,-8 3 1 0,0 0-3 15,0 0-2-15,0 0 2 0,0 0 0 0,9 11 0 16,-7-7 4-16,2 1-1 0,-4-5 1 0,5 11 0 15,-1-6-4-15,0 1 2 0,2-2 2 0,-3 3-9 16,-3-7-9-16,8 8-8 0,-3-5-12 0,-5-3-16 16,5 7-15-16,-1-4-20 0,-4-3-15 0,10 4-30 15,-10-4-28-15,8 0-46 0,-8 0-37 0,10-2-37 16,-10 2-34-16,10-3-48 0,-10 3-24 0,6-8-300 16,-2 4-740-16,0-1 327 0</inkml:trace>
  <inkml:trace contextRef="#ctx0" brushRef="#br0" timeOffset="66193.23">18586 12543 301 0,'-9'-7'442'16,"1"5"20"-16,2-3 25 0,0 1 6 0,0 0-6 16,-2 1-5-16,8 3 0 0,-8-5-13 0,8 5-8 15,-5-5-19-15,5 5-34 0,0 0-27 0,-5-6-40 16,5 6-32-16,0 0-36 0,0 0-28 0,17-11-27 15,-5 8-17-15,6-1-23 0,2 0-20 0,8 0-14 16,1-2-17-16,-1 1-9 0,-6 3-36 0,5-3-82 16,-7 2 0-16,2 1 0 0,-4 0 0 0,2-3 0 15,-1 5-38-15,-6-1-124 0,-1 2-60 0,-1-1-56 16,-1-1-71-16,-3 3-64 0,-7-2-55 0,12 5-74 16,-12-5-412-16,2 5-1032 0,-2-5 456 0</inkml:trace>
  <inkml:trace contextRef="#ctx0" brushRef="#br0" timeOffset="67521.06">19458 12375 270 0,'0'0'380'16,"0"-9"0"-16,0 9-5 0,1-9-3 0,-1 9-2 0,2-7-6 16,-2 7-4-16,2-8-2 0,-2 8-3 0,0 0-18 15,-1-11-14-15,1 11-12 0,0 0-12 0,0 0-31 16,2-8-20-16,-2 8-35 0,0 0-27 15,0 0-22-15,0 0-30 0,0 0-4 0,0 0-6 0,0 0-7 16,0 0-2-16,-20 17 9 0,10-3 2 0,-2 0 9 16,2 3 2-16,-8 3-5 0,4 4-14 0,0 0 1 15,0 0-12-15,1 1-10 0,0 0-10 0,2 1 3 16,-4 1-51-16,3-2 6 0,-1 0-13 0,4-1-2 16,0 2 5-16,-2-2-12 0,3 0-3 0,-1 1-4 15,5-6-4-15,3 6-24 0,1 0-19 0,3-6-24 16,6 5-24-16,-2-6-29 0,7 7-37 0,-1-3-41 15,5-1-41-15,0 1-42 0,1-3-29 0,0 0-26 16,-3-5-26-16,1-4-35 0,1 1-35 0,0-3-32 16,-1 2-338-16,-3-5-855 0,-1-1 379 0</inkml:trace>
  <inkml:trace contextRef="#ctx0" brushRef="#br0" timeOffset="68115.83">19646 12543 207 0,'-3'-9'387'0,"2"0"16"15,-2 1-1-15,3 8-12 0,0-13-6 0,-2 7-3 0,2 6 1 16,-1-14-2-16,-1 9-8 0,0-2-14 0,2 7-15 15,-2-10-9-15,2 10-17 0,0-10 1 0,0 10-36 16,0 0-21-16,-1-8-34 0,1 8-22 0,0 0-12 16,0 0-37-16,0 0-10 0,0 0-17 0,9-1-10 15,-9 1-15-15,12 12-14 0,-3-2-6 0,-3-1-8 16,2 5-13-16,3 2-2 0,-3 1-6 0,-2-1-6 16,2 3-7-16,3 3-3 0,-3-3-1 0,-1 0-2 15,-1-1-10-15,-1 0 4 0,1 1-4 0,-1-2 5 16,-1-2-22-16,-1 2 11 0,-1-7-32 0,2 3 3 15,-1-2-19-15,-1 0 0 0,0-1 3 0,3-1-6 16,-4-3-5-16,0 1 6 0,-1-7 5 0,3 8 8 16,-3-8 4-16,2 7 4 0,-2-7 9 0,0 0 1 15,0 0 6-15,0 0 10 0,0 0 4 0,17-11 10 16,-12 2 5-16,0 0-1 0,2-2 0 0,2-7-5 16,1 0 5-16,-1-8 4 0,1-3-5 0,1 0 3 0,-3-1-11 15,2-2-7-15,-1 3 10 0,1-1 28 0,-2 3-47 16,0 0-10-16,1 3 0 0,-4 7 0 15,1 1 0-15,-2-1 0 0,0 3 0 0,-3 3 0 0,3 2 0 16,-1 1 0-16,-2 1 0 0,-1 7 0 0,4-9 0 16,-4 9 0-16,2-9 0 0,-2 9 0 0,0-9 0 15,0 9 0-15,0 0 0 0,0 0 0 0,3-6 0 16,-3 6 0-16,0 0 0 0,0 0 0 0,0 0 0 16,0 0 0-16,0 0 0 0,0 0 0 0,-1 27 0 15,2-21 0-15,0 4-260 0,0-2-81 0,2 2-45 16,2-1-24-16,-1 2-33 0,0 1-44 0,3-1-32 15,0 4-373-15,-1-1-964 0,5 0 427 0</inkml:trace>
  <inkml:trace contextRef="#ctx0" brushRef="#br0" timeOffset="68850.03">20050 12717 216 0,'0'0'221'16,"0"0"4"-16,0 0 1 0,0 0 9 0,0 0-11 15,0 0-1-15,0 0-6 0,0 0 11 0,0 0 1 16,9-19 4-16,-9 19 9 0,0 0 11 0,5-6 13 16,-5 6-2-16,0 0 8 0,4-7-2 0,-4 7-9 15,0 0-8-15,0 0-16 0,1-6-14 0,-1 6-22 16,0 0-18-16,0 0-17 0,0 0-17 0,0 0-18 15,0 0-13-15,0 0-19 0,0 0-9 0,0 0-9 0,0 0-9 16,0 0-4-16,0 0-8 0,0 0-9 0,6 17 1 16,-6-17-8-16,0 9-5 0,2-2-4 15,-2 2-2-15,1-2-7 0,0 0 1 0,2 2 1 16,-3-2-5-16,3 1-2 0,-3 2 0 0,2-3-10 0,-2-7-12 16,4 12-6-16,-4-6-5 0,0-6-7 0,2 11-3 15,1-7 0-15,-3-4 1 0,2 8-1 16,-2-8 10-16,4 6 5 0,-4-6 3 0,0 0-1 0,7 2-1 15,-7-2 3-15,0 0 0 0,0 0 3 0,17-9 3 16,-10 4 8-16,-2 0 1 0,1-2 6 0,3-1 3 16,-4 0 7-16,-1 2 5 0,1 0 13 0,-1 0 10 15,2-2 14-15,-3 2 7 0,1 1-1 0,-4 5-2 16,6-10 7-16,-6 10 6 0,5-6-15 0,-5 6-4 16,4-4-3-16,-4 4-14 0,0 0-9 0,5-6-5 15,-5 6-8-15,0 0-3 0,0 0 0 0,0 0-9 16,0 0 6-16,0 0-9 0,13 7 1 0,-9-2-2 15,-1 1 2-15,2 0-4 0,1 1-4 0,3 0-17 16,-1-1-1-16,-1 1-11 0,1-1 7 0,-2 0 1 16,2-1-13-16,-3 1 11 0,0-2 0 0,0-1 10 15,-5-3-6-15,8 4 8 0,-8-4 6 0,6 3-4 16,-6-3 3-16,8 0 1 0,-8 0 7 0,9-7 9 16,-5 1 4-16,0 1-2 0,-1-2 15 0,3-3-8 15,-2 2 1-15,-1-4 2 0,-1 2 20 0,-1-4 1 0,2 2-6 16,-3 2-10-16,0-1 11 0,1 1-26 15,0 1-20-15,-2-1 0 0,0 3 0 0,1 7 0 16,-2-15 0-16,0 11 0 0,2 4 0 0,-4-11 0 0,4 11 0 16,-4-10 0-16,4 10 0 0,-4-4 0 0,4 4 0 15,-6-5 0-15,6 5 0 0,0 0 0 0,0 0 0 16,0 0 0-16,0 0 0 0,0 0-17 16,0 0-167-16,-14 11-36 0,14-11-46 0,4 12-47 0,-4-12-40 15,7 15-45-15,-2-8-41 0,2 3-39 0,0-3-35 16,1-1-322-16,2-2-906 0,-1-1 401 0</inkml:trace>
  <inkml:trace contextRef="#ctx0" brushRef="#br0" timeOffset="69174.48">20502 12326 128 0,'-1'-10'373'0,"1"10"10"0,0-14 8 15,1 10-3-15,-1-7-2 0,0 11-3 0,0-11-1 16,0 11-13-16,0 0-21 0,0-10-28 0,0 10-32 16,0 0-27-16,0 0-26 0,3-6-16 0,-3 6 12 15,0 0 5-15,12 19 4 0,-5-10-12 0,3 5 6 16,-1 2-12-16,6 4-5 16,-2 6-6-16,1-1-11 0,-2 0-17 0,0 2-9 0,-1 0-18 15,-1 1-18-15,-1 2-6 0,-2 0-15 0,-1 1-1 16,-5 0-17-16,0 0-9 0,-2-1-16 0,-3-1-35 15,-4 1-39-15,-2-2 0 0,-3 1 0 0,-1 0 0 16,-4 1 0-16,-3-3 0 0,-2 3 0 0,0-3 0 0,-3 1 0 16,-2-2 0-16,-10 4 0 0,7-7 0 15,-8 5 0-15,-2 0-65 0,11-9-194 0,-1-1-77 16,0 0-65-16,-1-1-76 0,0-1-89 0,0-4-449 0,2 1-1099 16,5-4 486-16</inkml:trace>
  <inkml:trace contextRef="#ctx0" brushRef="#br0" timeOffset="72954.85">11430 13124 94 0,'0'0'165'0,"-6"-4"3"0,6 4 3 0,0 0 5 16,0 0 0-16,0 0 8 0,0 0-2 0,-6-4 5 15,6 4-4-15,0 0 2 0,0 0 0 0,0 0-8 0,0 0 0 16,0 0-3-16,0 0-8 0,0 0 2 0,0 0 3 16,0 0-11-16,0 0-2 0,0 0-2 0,0 0 2 15,0 0-6-15,0 0-11 0,-2-8-8 0,2 8-7 16,0 0-13-16,0 0-4 0,0 0-9 0,0 0 1 15,0 0-10-15,0 0-6 0,0 0-6 0,0 0-8 16,0 0-8-16,0 0-6 0,0 0-3 0,0 0 2 16,0 0-12-16,17-3-4 0,-17 3-1 0,10 0-3 15,-10 0 1-15,13-3-4 0,-2 5 8 0,-2-4-3 16,1 4 0-16,3-4 0 0,-2 2 0 0,1 0-1 16,2-1 5-16,4 1 4 0,-4 1-7 0,-3-1-3 15,3-2 3-15,1 1-2 0,2 1-1 0,-4 0 1 16,2-1 0-16,1 0-3 0,2 1-2 0,-5 0-2 15,1 0 3-15,-2-2-8 0,1 2 2 0,1 0-2 16,2-3 1-16,-1 3-7 0,-2-1 1 0,7 1-7 16,-3 0 2-16,-3 0 0 0,5-2-1 0,-4-1 1 15,4 4-4-15,-6-1 2 0,7-1-1 0,-4-1-3 16,2 2 5-16,-3 0 3 0,2-2 9 0,-4 1 5 16,2 0-2-16,-2 1 4 0,1-1-5 0,-1 2 4 0,1-1 0 15,-3 0-6-15,2-1-2 0,1-1 2 0,-1 1 0 16,-1 0-2-16,1-1 1 0,0 0-4 15,1 1-2-15,4-3-8 0,0 1 4 0,-5 2 2 16,6 0-1-16,1-3-4 0,0 3-5 0,1-2 1 0,1 2-1 16,6 0 1-16,0 0-2 0,-2-4 2 0,4 5-7 15,-8-1 7-15,6-1 0 0,-6 0-6 0,-2 0 5 16,9-2-2-16,-8 3-2 0,0 1 3 0,2-2-2 16,-4 2-2-16,1 4 0 0,-2-5 1 0,2 0 6 15,-5 1 1-15,4-2-8 0,-9 2-3 0,5 0 6 16,-2-1-4-16,1 0 1 0,-1 1 0 0,1 1-4 15,-1-2 2-15,1 0 1 0,-1 2-1 0,-2-2-1 16,5 1 1-16,1 1-2 0,-3-2 4 0,-1 1-5 16,1 0 4-16,4 1 1 0,3 1-2 0,-8-2 2 15,7 2-4-15,-2-1 2 0,0-1 1 0,-6 1 0 16,5-1 0-16,1 1 2 0,-4 1-3 0,-1-2-1 16,1 2-1-16,0-2 1 0,-1 0 2 0,-2 0 6 15,3 0-8-15,3 1 1 0,-3-1-3 0,5 0 2 16,-5-1-1-16,2 0 5 0,-4 3-3 0,3-3 0 15,-1 1 2-15,1 1-3 0,-1-2 0 0,-1 2 4 16,1-1-7-16,-3-1 4 0,0 2-2 0,5-1 0 16,-3 1 1-16,1-2 5 0,-3 0-4 0,4 1 0 15,-1-1 5-15,5-2-4 0,0 1-2 0,-2 1 0 0,0-1-1 16,4 0 3-16,-1 1 9 0,-3-2-11 16,4-1-2-16,-4 3 7 0,2 0-4 0,1-1-2 15,-2 1-1-15,0-1 3 0,0 0-3 0,0 0 9 16,-3 1-9-16,-1 1 4 0,-1-1-2 0,3-1 1 0,-5 2-3 15,3 0 1-15,-1 0 0 0,1-2 1 0,-1 1 1 16,0 0 0-16,1 1 0 0,-3 0-1 16,1 1-2-16,-1-1 1 0,0 0-1 0,1 0 1 15,-1 0 2-15,3 0-1 0,-2-1 0 0,0 1 3 0,2-1-8 16,-1 1 8-16,1 1-5 0,-1-1 5 0,-2 0-4 16,3-1 4-16,-1 1-1 0,-1-3 2 0,3 2-8 15,-3 1 7-15,1 1-2 0,-3-2 0 0,4-1-2 16,-2 2 2-16,2 0-1 0,-3-2-4 0,1 2 7 15,0-1 8-15,-1 0-8 0,3 1-4 0,-5-3 1 16,4 3 1-16,-1 0-4 0,-1 0-1 0,0-2 5 16,1 2 1-16,-2-1 1 0,1 1-3 0,1 0 5 15,-1 0-6-15,1 0 1 0,0 0-4 0,-1 0 4 16,2 2 1-16,-2-1-2 0,2-1 1 0,-4 0 0 16,4 2 1-16,1-1-2 0,-3-1 1 0,0 1 0 15,3 0 0-15,-1-1-1 0,-1 0 3 0,1 0-2 16,1 0 1-16,-1 0 0 0,0 0-1 0,1 2 2 15,-1-2-1-15,-1-3 2 0,5 4-1 0,-3 1-2 16,-1-2 0-16,1 0-2 0,-3 0 5 0,0 0-2 16,3 0-2-16,-3 0 4 0,3 2-4 0,-3-4 4 15,0 4-6-15,1-1 3 0,-1-1 1 0,2 3 0 16,-1-3 2-16,0 0-4 0,2-2-2 0,-4 2-4 16,2 0 9-16,-2-1-8 0,3 1 0 0,-1 1 1 0,1-1 3 15,-2-1-5-15,3 2 4 0,-2-1 0 16,2 0 1-16,-2 2 1 0,1-4-4 0,1 4 1 15,-1-4 2-15,0 2-1 0,1 0 4 0,6-1-2 16,-7 1 4-16,2 1-4 0,-4-3 1 0,5 0 1 0,-4 0-3 16,5 1 2-16,-4 1-1 0,0 0 2 0,1 0-2 15,-1-1 0-15,-2 0 1 0,0 1-2 16,0 0 2-16,-1-2-1 0,-1 2 3 0,1 0 0 0,2 2-2 16,-2-2 0-16,0 1 1 0,0-1 3 0,1 0-8 15,-2 2 2-15,2-2 4 0,0 0 1 0,1 0-4 16,1 0-2-16,0 0 3 0,0-1-1 0,0 2 4 15,3-1 1-15,-4 2-4 0,1-2-1 0,1 0-3 16,-1 2 5-16,1 0 3 0,-1 0-3 0,0-4 0 16,-2 2 2-16,1 3-2 0,-1-3 6 0,1-1-7 15,-1 2-1-15,2-1-1 0,-1 0-3 0,1 0 4 16,1 1-3-16,-1-1-1 0,1-1 5 0,2 2-1 16,-3-2-5-16,3 1 1 0,1 1 2 0,-4-1-3 15,1 0 3-15,0 1-3 0,0-2 0 0,2 2 1 16,-3 1 5-16,1-4-4 0,0 2 2 0,-1 0-4 15,1-1 1-15,-2 1 0 0,0-1-2 0,6-2 3 16,-5 3-6-16,5 0 9 0,-4-1 0 0,4 1-1 16,1-1 0-16,-1 1 0 0,0-2 1 0,-1 2 2 15,-4 0-6-15,2 0 3 0,-1-3 2 0,-2 3-3 16,0-1 1-16,1 2 5 0,-3-2-4 0,3 2 0 16,-2-2-1-16,1 0 6 0,2 1-3 0,-1-3-2 15,1 3-2-15,2-1 3 0,2 2-1 0,-1-1-1 16,-1-1-2-16,2 2 2 0,1-2 1 0,0 0-8 0,0 1-6 15,0-1 1-15,1 1 0 0,-3 0-3 0,2 1-1 16,-2-1 1-16,0 0-1 0,0 1 3 16,-3-1 0-16,0-1 5 0,0 2-5 0,3-1 3 15,-3 0 4-15,-1 0-1 0,1 0 0 0,2 1 0 0,-2-2 2 16,-1 1 2-16,0-1 0 0,1 1 1 0,3 0 0 16,-2-1 10-16,3 0-14 0,-4-1 7 0,4 4-5 15,-2-4 2-15,2 2 1 0,-5 2-2 0,5-2-1 16,-1 0 3-16,-2 0 0 0,-2 0-3 0,4-2 5 15,-2 1-3-15,-1 1 3 0,4-1-2 0,-6-1 1 16,1 1 1-16,2-1 0 0,-2 2 3 0,1 0-3 16,4-1-3-16,-4 1 2 0,4-1-3 0,-5-1 0 15,6 2 2-15,-1 0-3 0,-5 0 1 0,2 0 2 16,0 0-4-16,-2 0 2 0,1 0 0 0,-1 0 0 16,0 0 0-16,0 0 0 0,-2 0 0 0,1 0 0 15,-2 0 2-15,1 0-1 0,0 0 2 0,-2 0-1 16,-1-2 2-16,3 0 1 0,-11 2-1 0,19 0-2 15,-10-1 1-15,2 1 1 0,1 0 1 0,-1-2-3 16,2 1 0-16,0-2-2 0,0 3-3 0,1 0 1 16,-2 0 0-16,6 0 1 0,-1 0-4 0,1 0 1 15,-1 0 1-15,-2 0 1 0,2 0 1 0,-1 2 1 16,-3-2 2-16,1-2 0 0,-1 2 0 0,-1 0-3 16,1 0 4-16,-2 0 1 0,1 0-1 0,0 0-4 15,2 2 6-15,-4-2-7 0,2 0 8 0,0-2 1 16,0 0-6-16,1 4 2 0,-1-2 4 0,0 0-1 15,1 0 0-15,-3 0-4 0,-2 0 5 0,3-2-1 16,-1 2-2-16,2 0 0 0,-2-1 3 0,0 1 0 0,2 0-1 16,-1-1-2-16,-1 0 3 0,1 1 0 0,1 0-1 15,-1-3-2-15,1 1-3 0,-1 2-1 16,2 0 7-16,0 0-1 0,-1-1 5 0,3-2-7 0,-2 3 2 16,0-4-3-16,6 4 3 0,-5 0-3 0,0-3 6 15,4 5-3-15,-4-4-3 0,-1 2 5 0,5 0-3 16,-5 0 0-16,1-1-1 0,-3 2-6 0,1-1 7 15,-1-1-1-15,1 1 1 0,-2 0-2 0,-10 0 4 16,18-1-2-16,-9-1 1 0,-2 4 0 0,-7-2-1 16,18-2 3-16,-6 2-4 0,-2 2 0 0,3-2 3 15,-2 0 0-15,1 0 1 0,2 0-3 0,-1-2-1 16,1 4-5-16,-3-2 9 0,2 0-1 0,1 0-4 16,0 0 3-16,0 0 3 0,2-2-8 0,-1 2 6 15,-4 0-2-15,3 0-3 0,-1 2 4 0,2-4-1 16,2 2 3-16,1-2-4 0,-1 0 0 0,-3 2 1 15,2-4-2-15,2 4 4 0,-5 0 4 0,5-3-8 16,-1 3 0-16,-2 0 2 0,-2 0-1 0,1 0 2 16,-2 0-1-16,2 3-3 0,-1-3 6 0,0-3-4 15,1 6 2-15,-1-6 2 0,0 6-2 0,1-3 0 16,4 0 0-16,-6-3 1 0,2 3-2 0,1 0 4 16,2 0-6-16,0-2 1 0,1 0 2 0,-1 2 0 15,2 0 0-15,-6 0-3 0,6-1 0 0,-6 1 5 0,4-2-2 16,1 2-1-16,-1 0 0 0,-6 0-2 0,3 2 0 15,3-2 0-15,-3-2 2 0,-1 2 2 16,2 2-2-16,-2-2 2 0,2-2-5 0,3 4 3 16,-4-2-1-16,-1 1 2 0,2-1-2 0,-3 0 0 0,-1 0 5 15,2 0-3-15,-3 0 0 0,3 0-2 0,-3 0 1 16,2 2-1-16,2 0 4 0,-5-2-5 0,2 3 3 16,2-3-1-16,-1 0-2 0,-2 0-1 15,-3 3 1-15,4-2 3 0,-3-1 4 0,3 0-1 0,-2 0-4 16,-9 0 4-16,19 0-3 0,-9 0-2 0,1 0 2 15,0 0 0-15,1 0-1 0,-1 0 1 0,0 0 1 16,0 0-1-16,-1 0 2 0,3 2-2 0,-3-2-3 16,1 2 4-16,0-2-1 0,-1 0 4 0,-4 0-3 15,4 0-1-15,-10 0-2 0,15 0 3 0,-4 0-1 16,-3 0 3-16,2 0-3 0,0 0-3 0,0 0 4 16,1 0-1-16,1 0-5 0,0 0 9 0,0 2-6 15,0-2 4-15,1 1-1 0,0-1-1 0,-2 0 0 16,2-1-1-16,1 2 0 0,-1 0 1 0,2-1-1 15,-2 2-2-15,1-4 2 0,-1 5-1 0,5-3 0 16,-5 0 4-16,-2 2-2 0,4-2 3 0,-3 2 0 16,2-4-9-16,-1 2 6 0,-1 0 0 0,1 0-2 15,-1 0 2-15,3 0 0 0,-2-3-1 0,1 3 1 16,-1-2 2-16,1 2-6 0,-1 0 6 0,4-1-3 0,0 0-1 16,1-1 3-16,-1 2-2 0,0 0 0 15,0-4 4-15,1 4-5 0,2-1 1 0,-2 1 2 16,1-3 1-16,2 3-5 0,-3-3 1 0,2 3 1 15,0 0 0-15,-3 0 1 0,4 0-3 0,-2-2 3 0,0 0 2 16,-1 2-1-16,2 0-1 0,0 0-5 0,-2 0 4 16,2 0 1-16,0-1-2 0,-2 2 1 15,3-2 2-15,0-1 2 0,0 1-5 0,1-2 1 16,-1 2 7-16,0-1-7 0,7 0-5 0,-5 0 6 0,-1 1-3 16,6 2 1-16,-8-2 1 0,7 1 0 0,-5-2-1 15,-1 1 2-15,0-1 6 0,1 1-8 0,-3 1 2 16,0-1-4-16,-1 1 4 0,-5 1-2 0,1-1 0 15,-3 0 0-15,0 1-1 0,-3-2 4 0,-8 1-4 16,16 0 2-16,-10 0 0 0,-6 0-1 0,13-1 5 16,-13 1-6-16,9 0 1 0,-9 0-6 0,0 0-11 15,0 0-29-15,9 0-23 0,-9 0-31 0,0 0-18 16,0 0-15-16,6 4 0 0,-6-4-23 0,0 0-11 16,0 0-22-16,0 0-19 0,-6 15-28 0,6-15-18 15,-8 14-26-15,2-8-18 0,-3 1-31 0,-3-1-207 16,-3 2-582-16,-3-2 257 0</inkml:trace>
  <inkml:trace contextRef="#ctx0" brushRef="#br0" timeOffset="73937.03">12026 13434 211 0,'-2'-8'422'0,"2"8"2"15,-2-9-6-15,2 9 13 0,-5-10-8 0,5 10-2 16,-4-9-10-16,3 2-11 0,1 7-15 0,-6-8-12 15,6 8-18-15,0 0-26 0,-2-8-11 0,2 8-32 16,0 0-30-16,-4-5-21 0,4 5-32 0,0 0-23 16,0 0-16-16,0 0-20 0,0 0-12 0,0 0-1 15,0 0-12-15,0 23 10 0,1-11 0 0,0 0 2 16,2 4-2-16,0 0-9 0,1 1-7 0,-1 1-10 16,2 2-2-16,-1-1-36 0,-1 7-65 0,-1-2 0 15,2 1 0-15,-4-6 0 0,2 2 0 0,0 3 0 16,-2-5 0-16,0 0 0 0,-2 5 0 0,0-5 0 15,2 0 0-15,-2-3 0 0,-1 1 0 0,2-2 0 16,0-3 0-16,-1 0 0 0,2-1 0 0,0-2 0 16,-2 2 0-16,0-5 0 0,2-6 0 0,0 12 0 0,0-12 0 15,0 9-31-15,0-9-182 0,0 7-31 0,0-7-19 16,0 0-21-16,0 0-42 0,0 0-32 0,0 0-32 16,0 0-40-16,0 0-39 0,0 0-396 15,7-23-935-15,-7 12 414 0</inkml:trace>
  <inkml:trace contextRef="#ctx0" brushRef="#br0" timeOffset="74515.07">11855 13527 189 0,'-7'-5'326'0,"-1"-1"14"0,-2 0 15 0,4-2 10 15,-3 2 6-15,2 0 7 0,0-1 2 0,1-1-14 16,3 3-20-16,-3-4-13 0,4 3-31 0,1-5-26 15,-1 2-23-15,5-3-26 0,5-4-22 0,-1 0-22 16,5 1-21-16,3 1-15 0,3-7-14 0,-1 8-12 16,7-2-15-16,3 3-9 0,1-1-13 0,2 2-10 15,1 1-4-15,3 1-7 0,0 3-7 0,3 2-9 16,1 0-2-16,1 5-3 0,-3 1-10 0,-2 1-2 16,2 2-6-16,-5 0 5 0,-4 4 1 0,-9-1-16 15,2 1-1-15,-4 2 1 0,-3 0-3 0,-3-2-2 16,-1 4 3-16,-3-2-1 0,-4 1 6 0,0 5 4 15,-4 0-1-15,-6 0 3 0,-1 1-5 0,-11 2 2 16,-4 0-5-16,-7 1 2 0,2-2 1 0,-5 0-3 0,1-4 0 16,-3 1-2-16,0-3 2 0,5-5-1 15,1-1-4-15,8 0 3 0,3-3-2 0,5-4 4 16,1 0-3-16,1 0 9 0,0-3 4 0,4 0 2 16,-2 1 4-16,5-5-4 0,1 3 1 0,4 4 6 0,-4-12-9 15,2 5 1-15,2 7-1 0,4-10-6 0,-1 3 1 16,1 2-3-16,3 1-5 0,2-2 0 15,0 4-2-15,1 0-3 0,2 2-5 0,1 4 7 0,3 2-7 16,0 0 0-16,-3 2 1 0,-1 0-4 0,3 3 5 16,-1 3-2-16,-1-1 2 0,-1 2 0 0,-1-2 11 15,-1 3-11-15,3-1 6 0,-3-1 3 0,-1 2-9 16,1-2-1-16,-2 1 0 0,-1-1-3 0,-3-2 1 16,4 0 3-16,-2 1-6 0,-1-2-10 0,-1 0-21 15,2-2-13-15,-1-1-18 0,0-2-17 0,-2-1-22 16,1-1-20-16,0 1-24 0,0 0-26 0,1-1-22 15,-5-4-28-15,10 3-25 0,-2-2-30 0,-8-1-29 16,11-2-29-16,-11 2-38 0,14-8-11 0,-7 5-44 16,-1 0-216-16,1-5-699 0,2 1 309 0</inkml:trace>
  <inkml:trace contextRef="#ctx0" brushRef="#br0" timeOffset="75499.2">12500 13684 263 0,'4'-4'267'0,"-4"4"-7"0,0 0-4 16,7-5-10-16,-7 5-7 0,5-5-8 0,-5 5-6 15,9-5-12-15,-5 3-12 0,-4 2-7 0,9-3-14 16,-9 3-20-16,14-2-7 0,-6 2-13 0,-8 0-4 16,14 0-17-16,-7 1-10 0,-7-1-13 0,9 8-3 15,-2-6-6-15,-1 1-12 0,1 1 0 0,-4 1-14 16,1 1-7-16,0-2 5 0,-4-4-9 0,3 12 2 15,-3-5-13-15,0-7 1 0,-3 12-1 0,-3-6 6 0,-1 2-14 16,-2-1-1-16,2 1 0 0,-2-4-2 16,-3 3-1-16,1-3-7 0,-1 1 2 0,-2-3-2 15,5 1-3-15,-5 0 0 0,3-3 10 0,0-1-4 16,11 1 3-16,-14-2 20 0,9-2 4 0,5 4 10 0,-8-9 11 16,6 4-1-16,2 5-11 0,-3-15-1 0,6 7-5 15,-1-3-2-15,4 3 5 0,-1-3-2 16,1 3-1-16,0 0-5 0,0 3-6 0,3-1-11 0,-2 0 1 15,2 4 1-15,0-3-7 0,-2 3-1 0,4 2-7 16,-4-1-1-16,-7 1 0 0,13 1-5 0,-5 3-4 16,0-2 5-16,-3 4-5 0,1-1-3 0,1 4-1 15,2-2 4-15,-5-2-4 0,3 4 3 0,-1-2-1 16,-1 1-3-16,1 0 1 0,0 0 2 0,-2-2-5 16,0 3 4-16,0-2-2 0,-1 0-3 0,-1-1-5 15,2-2-2-15,2 1 0 0,-6-5-2 0,6 6-4 16,-2-4 10-16,-4-2-2 0,12 2 3 0,-6-2-2 15,-6 0-1-15,16-8 3 0,-5 1 6 0,-1-1-2 16,-2-1 0-16,6-1 4 0,0-2 8 0,-1-4-1 16,7-4 2-16,-5-1 4 0,2 0 6 0,-2-2 12 15,1-2 2-15,-5 0-1 0,3 1 4 0,-6 7 10 16,1 0 20-16,-5 1 1 0,2-2-3 0,-2 8 1 16,-4-1 8-16,3 0-3 0,-1 3-1 0,-2 1-6 0,0 7-13 15,0-13-10-15,0 13-4 0,-5-7-10 16,5 7-3-16,-12-5-2 0,12 5-4 0,-12 1-3 15,12-1-4-15,-12 6-1 0,5-3-4 0,0 2 1 16,1 2 1-16,-1 0-5 0,3 1 5 0,2 1-5 0,-3 2 1 16,5 0 3-16,0-1-4 0,2 5-6 0,1-2 7 15,-1-1-5-15,0 1 1 0,2 2-2 0,1 0 0 16,1 0 4-16,-1 2-4 0,4-2 0 16,-4 0 3-16,2 1-2 0,-1 0-2 0,1-3 5 0,0-1-15 15,0-2-9-15,-1-1-5 0,0 3 3 0,1-4-4 16,3 1-8-16,-2-1-5 0,1-3 2 0,3 0-3 15,-3-1 6-15,4-2 1 0,1-2 9 0,-1 0-3 16,3-4 9-16,1-3 0 0,-2 2 4 0,2-4 2 16,-1-1-1-16,-3 1-1 0,-1-5 5 0,-3 6 3 15,1-5-2-15,-2 3 4 0,-2-1 10 0,-1 2 8 16,1-1-1-16,-4 0 2 0,-1 5-3 0,1-1 8 16,-2 6-5-16,-2-12-4 0,2 12 2 0,-1-10-7 15,1 10 0-15,-8-6 3 0,8 6-2 0,-7-2-3 16,7 2-3-16,0 0-2 0,-16 2-1 0,16-2 4 15,-9 7-3-15,5-3 0 0,0 2 4 0,1 1-3 16,-2 3 0-16,5-2-1 0,0 2-2 0,0-1 4 16,3 2 1-16,-1-2 0 0,3 1-4 0,-1 0 2 15,3-2 3-15,-1 1 2 0,4 0 4 0,1-1-8 16,0 1 2-16,7-3-4 0,0 0-7 0,0-2-6 16,2-1-7-16,0 1-4 0,3-4-11 0,-1-3-8 15,-4 0-15-15,2 1-25 0,-1-4-18 0,0 3-25 16,0-2-36-16,-4 1-33 0,3-5-9 0,-7 4-19 15,1-1-15-15,-3 0-15 0,-1-1-28 0,0-1-32 0,-4 3-34 16,-4-2-4-16,0-1-24 0,0 8-225 16,-10-18-646-16,2 8 286 0</inkml:trace>
  <inkml:trace contextRef="#ctx0" brushRef="#br0" timeOffset="75686.67">13273 13576 185 0,'-9'-3'277'0,"-2"-1"23"15,1-2 35-15,4 2 36 0,1 0 34 0,-3 0 22 16,2 0 0-16,6 4-18 0,-8-7-23 15,8 1-37-15,0 6-36 0,0 0-29 0,11-13-30 0,0 7-26 16,5 0-19-16,11-4-18 0,2 3-20 0,4 1-21 16,1 0-17-16,-3 4-13 0,1-1-18 0,-1 0-32 15,-1 2-37-15,-8 0-44 0,-3 1-64 0,0-1-70 16,-5-1-66-16,-3 1-59 0,1 2-63 0,-5-2-75 16,-7 1-372-16,10 1-844 0,-10-1 374 0</inkml:trace>
  <inkml:trace contextRef="#ctx0" brushRef="#br0" timeOffset="76280.28">14011 13594 19 0,'0'0'344'0,"-2"-7"-4"16,2 7-6-16,0 0-9 0,-4-10-15 0,4 10-6 15,0-7 4-15,0 7-5 0,-2-8-2 0,2 8-13 16,2-10-18-16,-2 10-17 0,4-9-20 0,-4 9-17 16,5-9-22-16,-1 5-19 0,3 0-18 0,2-3-15 15,0 4-11-15,1 0-14 0,2 0-7 0,-1 2-8 16,3 1-9-16,-2 0-6 0,2 1-10 0,3 4-2 15,-5-3-6-15,1 0-8 0,-4 5-5 0,2-2-8 16,0 0-4-16,-5 3-6 0,1-1-5 0,-2 0-1 16,-2 1-3-16,-1 0 0 0,-4 2 3 0,0 0 6 0,-6-2-9 15,1 2 2-15,-8 1-5 0,-1-1 2 16,-1 2-3-16,-4-4-3 0,2-2 1 0,-8 2-5 16,6-5 0-16,2-1-1 0,-1-2 4 0,7 1 11 0,-2 1 26 15,3-5 3-15,3 0 15 0,1-1 2 0,0-1-9 16,4-2-10-16,4 7-10 0,0-15-5 0,4 4-17 15,8-3-18-15,1 2-26 0,1-2-38 16,10-3-43-16,-1 2-43 0,3 4-49 0,1-3-39 0,-1 3-44 16,1 1-30-16,1 0-36 0,-6 6-29 0,8-6-28 15,-3 5-11-15,2-1-281 0,-9 3-743 0,-2-2 329 16</inkml:trace>
  <inkml:trace contextRef="#ctx0" brushRef="#br0" timeOffset="76592.7">14418 13416 37 0,'0'-12'162'0,"0"12"26"0,0-15 32 15,-3 5 17-15,1-1 14 0,-2-1 20 0,0 0 15 16,0-4 19-16,-3 1 15 0,4 3 21 0,-4-3 14 16,1 4 9-16,2-1 2 0,-1 3 5 0,2 0-2 15,1 3-14-15,-2 0-30 0,4 6-39 0,-3-7-24 16,3 7-32-16,0 0-25 0,0 0-4 0,0 0 24 16,0 0 9-16,-5 19 0 0,6-4-7 0,-2 6-8 15,1 3-9-15,0 1-17 0,-2 2-18 0,-2 0-14 16,2 1-155-16,0 1-6 0,0 0 0 0,-2-1 0 15,-3 4 0-15,1-7 0 0,0 4 0 0,-1-3 0 16,1 6 0-16,2-3 0 0,-2 2 0 0,2 0 0 16,4-2 0-16,0 1 0 0,2-1 0 0,0 0 0 15,3-3 0-15,-3 0 0 0,1-6 0 0,1 3 0 0,1-3 0 16,1-3 0-16,1-1 0 0,-2-1-54 0,-3-4-168 16,1-1-21-16,-1-1-21 0,0-3-18 0,0-1-25 15,-2-5-9-15,4 7-6 0,-4-7-12 16,0 0-32-16,0 0-34 0,0 0-36 0,0 0-339 0,0 0-838 15,0 0 371-15</inkml:trace>
  <inkml:trace contextRef="#ctx0" brushRef="#br0" timeOffset="76811.39">14290 13754 247 0,'0'-9'389'0,"0"9"26"0,4-8 23 0,-4 8 8 0,7-6-6 16,-7 6-14-16,7-6-8 0,-2 4-8 0,3-2-12 15,2 1-31-15,3-1-31 0,6 0-32 0,-4 1-36 16,7 0-23-16,-4 0-21 0,2 0-36 0,-1 0-13 16,-2 0-9-16,-1 2-13 0,-3-1-43 0,2 1-34 15,-2-2-46-15,1 1-54 0,-2-1-56 0,-1 0-55 16,1 0-57-16,-3 1-55 0,0 1-40 0,-3-1-49 16,-6 2-56-16,12-2-51 0,-12 2-313 0,11-2-818 15,-11 2 361-15</inkml:trace>
  <inkml:trace contextRef="#ctx0" brushRef="#br0" timeOffset="77608.09">15467 13425 266 0,'2'-9'478'0,"-2"0"3"0,2 0 0 0,-1 1-16 16,-1-2-23-16,0 10-26 0,2-14-30 0,0 8-20 16,-2 6-17-16,1-8-25 0,-1 8-34 0,1-8-24 15,-1 8-29-15,0 0-28 0,2-8-20 0,-2 8-20 16,0 0-14-16,0 0-27 0,0 0-6 0,7 18-12 16,-5-6-14-16,-1 1-5 0,1 2-10 0,1 4-2 15,-2-1-5-15,2 0-14 0,-1 2-10 0,2-3 2 16,-1 3-10-16,-2-3 6 0,-1 0-19 0,1-2-12 0,-1-2-21 15,0-1-6-15,-1-1-8 0,2-1-7 16,-2-1-14-16,1-2-1 0,0-7-5 0,0 12 0 16,0-12 3-16,1 8 8 0,-1-8 5 0,0 0 5 15,2 7 5-15,-2-7 1 0,0 0 6 0,0 0-1 0,0 0 19 16,19-13 3-16,-16 6 7 0,3 2 6 0,-1-4 11 16,1 1 3-16,1 0 5 0,-1-1 12 15,-1 0-6-15,1 2 0 0,1-2-8 0,-1 1-3 16,1 3-5-16,-2-1 8 0,2 1-15 0,1 0 2 0,0 2-5 15,-1 2-3-15,3 0-5 0,-10 1-2 0,22 4 1 16,-11-3 1-16,0 3-6 0,1 1 2 0,-1 0 4 16,2 2-10-16,-3 0 5 0,0 0-7 0,3 0 6 15,-4 0 0-15,0 0-2 0,0 0-2 0,0-2-1 16,-1 2-2-16,-3-3-3 0,0-1 7 0,0 0 2 16,-5-3 1-16,9 5 2 0,-9-5 2 0,8 0-2 15,-8 0 5-15,0 0 22 0,11-11 24 0,-9 7-3 16,4-7 22-16,-4 1-5 0,3-6 10 0,-1-2-1 15,3-7-10-15,-1-4-6 0,-2-1-4 0,-2-1-4 16,2 0-3-16,-1-2-8 0,-1 2-42 0,1 3-6 16,-1 3 0-16,2 6 0 0,-4 0 0 0,4 3 0 15,-1 7 0-15,-2-1 0 0,0 4 0 0,-1 6 0 16,1-11 0-16,-1 11 0 0,2-5 0 0,-2 5 0 16,0 0 0-16,0 0 0 0,0 0-69 0,1 30-100 15,-4-19-38-15,2 5-47 0,1 1-54 0,-1 0-55 16,2 1-36-16,-6 0-43 0,6 0-49 0,-2 0-32 15,0-2-305-15,1-4-897 0,0 2 397 0</inkml:trace>
  <inkml:trace contextRef="#ctx0" brushRef="#br0" timeOffset="78389.16">15968 13540 278 0,'0'0'346'0,"5"-6"-12"0,-5 6-8 15,5-7-3-15,-5 7-13 0,4-8-2 16,0 5-5-16,-4 3-24 0,6-8-14 0,-6 8-20 16,8-4-23-16,-8 4-19 0,7-6-20 0,0 5-17 15,-7 1-19-15,12-1-11 0,-12 1-14 0,16 1-9 0,-5 1-10 16,-3 1-12-16,1 1-16 0,-2-1 2 0,-1 3-12 16,1-2-9-16,1 4-8 0,-1-2 0 15,-2 1-9-15,0 0-6 0,-3-1-3 0,1 0 2 16,-2 1-6-16,-1-7-3 0,0 15-1 0,-3-6 0 0,2-2 1 15,-1 0-5-15,-2-1-6 0,-1-1-10 0,-3 1 6 16,3-1-2-16,-1 0 4 0,-1-2-1 0,1 0-1 16,-2-2 1-16,8-1-5 0,-10 2 10 15,10-2-1-15,-14-2 15 0,14 2 3 0,-6-7 9 0,-1 3 10 16,7 4 1-16,-5-11-3 0,5 11 4 0,0-15-7 16,0 8-1-16,0 7 7 0,4-14-1 0,-3 7-1 15,3 0-5-15,-4 7-4 0,3-11-4 0,0 7-4 16,3 0-3-16,-6 4-3 0,8-7-9 0,-3 3 1 15,-5 4-2-15,6-3-2 0,-6 3 3 0,0 0-10 16,13 0 0-16,-13 0-2 0,7 5 2 0,-2-2 1 16,-5-3 0-16,5 6 0 0,0-1 1 0,-2 0-3 15,1 0 0-15,0 1-6 0,2-1 2 0,-2-1 7 16,0 2-4-16,0-2 4 0,-1 0 6 0,4 0 6 16,0 0 10-16,1 1 1 0,2-3 5 0,-1 0 4 15,3-1 2-15,2-1 6 0,-1-1 4 0,3-1 8 16,2-3 9-16,0-1-4 0,0-2 1 0,0-2 2 15,-3 1 11-15,2-1 7 0,-2-1-12 0,-3-2 1 16,2 0-7-16,-4 1-8 0,0-3-9 0,-2 1-1 16,-2 0 1-16,-2 3-13 0,0 0-5 0,-3 0-1 15,0 1-8-15,-1 0-4 0,0 2 2 0,0 8-11 16,-3-12 13-16,3 12-19 0,-7-8-1 0,3 5-2 16,4 3-1-16,-14-1-1 0,14 1 2 0,0 0-3 15,-16 8 3-15,12-4-4 0,-3 3-2 0,2 1 5 0,4 2 4 16,0-1-7-16,2 2-3 0,-1 0 6 15,5 1-7-15,-2-1 1 0,0 0 7 0,4 0-7 16,-1-1 4-16,0 1 3 0,5 1 3 0,-3-3-4 16,-2 2-3-16,2-3-1 0,-1 0 8 0,-2-2-9 0,1 1 3 15,-3-2-2-15,0 1-3 0,-3-6 0 0,5 8 1 16,-2-5 12-16,-3-3-7 0,2 8-8 16,-2-8 8-16,0 0-2 0,-7 10 2 0,0-6-4 15,1-1 5-15,-6 0-22 0,2-2-11 0,-3 3-13 0,-1-2-22 16,3 0-10-16,-1 0-14 0,2 1-22 0,2-1-18 15,0-2-25-15,8 0-23 0,-12 0-41 0,12 0-43 16,-8-4-43-16,8 4-31 0,0 0-42 0,0 0-39 16,3-12-41-16,-3 12-320 0,16-11-841 0,-7 6 372 15</inkml:trace>
  <inkml:trace contextRef="#ctx0" brushRef="#br0" timeOffset="79060.87">16649 13344 133 0,'3'-12'331'0,"-1"1"10"0,-1-1-3 0,-1 0 1 15,0 1 6-15,0-2-9 0,-1 3 9 0,1 2 0 16,-1 1-4-16,1 7-8 0,-1-12-10 0,1 12-18 16,0-10-20-16,0 10-23 0,0 0-31 0,0-10-24 15,0 10-17-15,0 0-27 0,0 0-12 0,0 0-5 16,0 0-1-16,0 0-3 0,7 32-4 0,-4-17-3 15,-2 3-18-15,4 0-15 0,-5 3-5 0,4 3-3 16,-2 1-18-16,-2-6-6 0,2 1-2 0,-4-1-3 16,2 7-11-16,0-7-11 0,-1-2-2 0,0 0-2 15,0-4 0-15,1 4-9 0,-3-6 0 0,1 0-11 16,2-1-21-16,-3-1-1 0,2-3-3 0,0 1-1 16,1-7 2-16,0 0-3 0,1 12 3 0,-1-12 5 15,0 0 1-15,4 4 1 0,-4-4 0 0,0 0 0 0,0 0 0 16,17-9-1-16,-10 3-2 0,3 2-1 15,-5-2-1-15,2-1 2 0,2-1 3 0,-1 2-2 16,1 1 0-16,-1-1-2 0,1 1-1 0,-3 1 3 16,-2 0-3-16,1 1 1 0,-5 3-5 0,7-5 2 0,-7 5 3 15,10-2-4-15,-10 2-3 0,11-3 4 0,-11 3 2 16,8 5-3-16,-8-5-1 0,13 7 5 16,-9-2-3-16,0-1-1 0,-2 1 1 0,-2-5 3 15,4 9 1-15,0-5-2 0,-3 2-3 0,-1-6 6 0,5 10-3 16,-5-10 2-16,2 7-4 0,-2-7 0 0,5 6-6 15,-5-6-2-15,0 0 6 0,2 6 7 0,-2-6-1 16,0 0 0-16,6 2-1 0,-6-2 1 0,0 0 1 16,15-8-1-16,-9 4 6 0,4-3-6 0,-2 1 0 15,1-2-1-15,2 1 1 0,-3-1-1 0,1 1 1 16,-1-1-7-16,2 3 6 0,-2 0-3 0,-2 1 5 16,-1 1-2-16,1-1-2 0,-6 4 1 0,9-4-3 15,-9 4-2-15,8-1 2 0,-8 1 3 0,0 0 0 16,13 7-2-16,-9-3-1 0,-2 1 3 0,-2-5 3 15,7 8-7-15,-5-4 6 0,-1 2-4 0,2 1 2 16,-3-7-2-16,5 9 6 0,-4-3-3 0,-1-6 5 16,2 10-4-16,-2-10-15 0,3 9-25 0,-3-9-32 15,0 0-31-15,2 9-27 0,-2-9-23 0,0 0-25 16,2 4-21-16,-2-4-42 0,0 0-40 0,11 3-53 16,-11-3-50-16,0 0-52 0,16-7-313 0,-11 3-812 15,3-3 360-15</inkml:trace>
  <inkml:trace contextRef="#ctx0" brushRef="#br0" timeOffset="79232.7">17168 13372 113 0,'2'-10'301'0,"-2"10"5"0,0-8-11 16,0 8 4-16,0 0-36 0,4-7-13 0,-4 7-33 16,0 0-24-16,0 0-19 0,0 0-19 0,0 0-19 15,0 0-13-15,0 0-19 0,0 0-1 0,0 0-35 16,0 0-28-16,3 21-32 0,-2-14-51 0,0 2-43 15,1 2-55-15,0 0-49 0,2 0-49 0,1-1-170 16,0 1-441-16,3-1 195 0</inkml:trace>
  <inkml:trace contextRef="#ctx0" brushRef="#br0" timeOffset="79685.73">17283 13543 36 0,'0'0'352'16,"0"0"15"-16,0 0 16 0,-14-24 9 0,13 20-2 0,1 4-4 15,-3-11-3-15,2 5 0 0,1 6-9 0,-3-8-19 16,3 8-20-16,-3-7-24 0,3 7-33 16,0 0-25-16,0 0-34 0,0 0-23 0,0 0-21 15,0 0-18-15,0 0-18 0,0 0-10 0,0 0-15 0,0 0-10 16,0 0-10-16,10 23-11 0,-7-14-3 0,1-2-13 16,1 3-5-16,0 1-6 0,-2-5-9 0,-1 0-1 15,2 4-8-15,-1-2-1 0,-1-3-2 16,1 1-12-16,1-2-3 0,-4-4-8 0,4 9 0 0,-4-9-5 15,2 7 3-15,-2-7-2 0,5 4-1 0,-5-4 1 16,0 0 1-16,0 0-2 0,13-2 0 0,-13 2 3 16,12-8-3-16,-5 1 1 0,1-1 0 0,-2 1-1 15,2-3-5-15,0 3-1 0,-2 0-1 0,0-1 1 16,1-1 2-16,-2 5-1 0,1-4 2 0,1 4 1 16,-3 0 3-16,-4 4-4 0,7-8 4 0,-7 8-5 15,5-5-6-15,-5 5 4 0,8-3 1 0,-8 3-4 16,0 0 3-16,0 0-3 0,0 0-1 0,13 3 5 15,-13-3-4-15,9 6 1 0,-5-3 2 0,2 2-1 16,-2-2-3-16,2 5-17 0,2-2-19 0,1 1-27 16,-4-3-25-16,4 3-25 0,-1-3-19 0,2 3-37 15,-3 0-34-15,1-2-35 0,1-1-18 0,-1 2-17 16,-2-3-17-16,1 0-15 0,0-2-22 0,3-1-11 16,-1 0-22-16,-9 0 7 0,15-3-219 0,-9 2-622 15,-6 1 275-15</inkml:trace>
  <inkml:trace contextRef="#ctx0" brushRef="#br0" timeOffset="80279.34">17688 13507 80 0,'4'-5'119'16,"1"0"14"-16,0 0 15 0,-1-1 25 0,1 1 8 16,1 2 18-16,-1-2 11 0,-5 5-3 0,11-6-6 15,-7 2 2-15,-4 4-2 0,10-5 4 0,-5 2 2 16,-5 3 0-16,10-4-15 0,-6 1-9 0,-4 3-11 16,10-4-19-16,-10 4-4 0,9-2-18 0,-9 2-5 15,10-1-11-15,-10 1-9 0,9 2-14 0,-9-2-9 16,10 4-6-16,-6 0-1 0,-4-4-10 0,7 7 4 15,-2-2-20-15,-3 2 4 0,1-2-6 0,-3-5-2 0,5 13-4 16,-2-6-2-16,-2 0-4 0,0-1-1 16,-1-6-1-16,0 13-2 0,0-13 2 0,-1 11-3 15,-2-7-1-15,3-4 5 0,-4 9 7 0,4-9 11 16,-6 6-8-16,0-5 2 0,6-1 7 0,-11 3 14 16,11-3 3-16,-10 0 7 0,10 0 4 0,-11-3-9 15,11 3-3-15,-9-5-9 0,5-2-5 0,0 2 0 16,4 5-2-16,-6-9-1 0,3-2-6 0,1 6-3 15,2 5-5-15,-2-13-1 0,2 13-3 0,4-13-7 16,-2 7 0-16,1 0-9 0,4 1-4 0,0 1 0 0,2 1 0 16,4-1-6-16,-1 6 3 0,5-2 3 0,-4 2 0 15,5 2-5-15,-1 5 1 0,1-1-4 16,-3 5 3-16,0 1 1 0,-1 1 1 0,5 6 6 16,-6 1-6-16,3 3 4 0,-5-1 0 0,0 3 9 0,-1-4 3 15,-3 3 1-15,-4 3 0 0,-2 2 4 0,-1-4 1 16,-4 1 2-16,0 0-2 0,-6-2 3 0,1 1-7 15,-4-2 7-15,-3-3-9 0,-1 2-4 0,-3-4-2 16,1-2-1-16,-1 1 0 0,4-8-3 0,-1-1 5 16,1 0-5-16,-1-4 2 0,0-2 5 0,6-1 15 15,0-2 22-15,-1 0 18 0,4-3 3 0,-1-3 1 16,3 0-8-16,2-3 0 0,-1-1-3 0,0-7-9 16,2 0-3-16,6-1-6 0,5-7-8 0,-3 4-5 15,4-4-6-15,1-3-3 0,-3 3-7 0,6 1-1 16,4-1 6-16,-6 9-14 0,2 0-3 0,1 0 2 15,1 2-9-15,-2 2-19 0,3 3-15 0,0 1-25 16,-2 2-33-16,-1 3-38 0,2-1-40 0,-3 3-48 16,-2 0-53-16,0 1-39 0,1 0-51 0,-2 4-31 15,-4-1-49-15,4-1-31 0,-3 1-49 0,-6-4-270 16,9 7-848-16,-9-7 375 0</inkml:trace>
  <inkml:trace contextRef="#ctx0" brushRef="#br0" timeOffset="92329.57">2084 11769 165 0,'0'0'195'0,"0"0"2"0,-1-12 5 0,1 12-8 15,0 0-9-15,-3-10-8 0,3 10-6 0,0 0-3 0,-1-10-4 16,1 10-6-16,-3-7-5 0,3 7-4 0,0 0-4 16,-2-11 5-16,2 11-1 0,-1-8 2 15,1 8 4-15,-2-9 0 0,2 9-11 0,0 0-9 16,2-10 18-16,-2 10-9 0,0 0-4 0,-2-10-2 15,2 10-19-15,0 0-2 0,0 0-12 0,0 0-6 16,0 0-9-16,0 0-12 0,-1-7-7 0,1 7-5 0,0 0-10 16,0 0-3-16,0 0-9 0,0 0-3 0,0 0-10 15,0 0-1-15,0 0-3 0,0 0-5 16,0 0 0-16,0 0 2 0,0 0-2 0,0 0 1 16,-1 28 10-16,1-17 5 0,0 3 7 0,-2 4 0 0,1 1 3 15,2 7 7-15,-1 1 6 0,-1 1 8 0,-2 2 3 16,2 2-2-16,0 0 0 0,-2 1-1 15,3 2-4-15,-2 0-1 0,-1 11-3 0,1-14-8 16,-1 1 0-16,1 13-6 0,0-11 0 0,0 10 0 0,2-10 4 16,0 1-1-16,-2 0 3 0,2 11-10 0,2-12-5 15,-2 1-2-15,0-1 1 0,2 11-31 0,-2-12 3 16,-2 2-2-16,0 0 1 0,0-2-3 16,1-1 2-16,-3-2-4 0,0 1 0 0,1 0 0 15,2-6 3-15,-4 2-1 0,0-4-1 0,2 3-3 0,0 1 1 16,-4 0-1-16,3-5 2 0,-1-5 1 0,1-1-2 15,2-1 3-15,-2-4-2 0,1 0-1 0,0-1 2 16,3 0-3-16,-3-3 1 0,3 0-2 16,-1-2 3-16,1-6-5 0,-3 13 4 0,3-13 3 15,0 8-1-15,0-8-1 0,-1 8-13 0,1-8-9 0,0 0-11 16,0 0-19-16,0 0-18 0,0 0-40 0,0 0-64 16,0 0-62-16,11-2-71 0,-11 2-67 0,14-17-73 15,-8 9-374-15,0-7-885 0,2-4 392 0</inkml:trace>
  <inkml:trace contextRef="#ctx0" brushRef="#br0" timeOffset="99627.31">2093 11682 16 0,'0'0'124'15,"0"0"6"-15,6-5-9 0,-6 5 6 0,0 0-5 16,0 0 3-16,0 0-2 0,0 0 7 0,0 0 0 16,0 0-3-16,0 0 0 0,0 0-5 0,0 0-2 15,0 0-8-15,0 0 1 0,0 0-8 0,0 0-7 16,0 0-4-16,0 0-7 0,0 0-5 0,0 0-7 16,0 0-10-16,0 0-8 0,0 0-2 0,0 0-6 15,0 0-3-15,0 0-6 0,0 0-3 0,0 0-3 16,0 0-3-16,0 0 3 0,0 0-2 0,0 0 4 15,0 0-1-15,0 0-3 0,0 0 3 0,0 0 0 16,0 0 0-16,8 9-4 0,-8-9 1 0,11 1-3 16,-5 2-1-16,-6-3 3 0,12 3 1 0,-3-2 2 15,-1 0-2-15,-2 0-1 0,2 0 0 0,-8-1 3 16,15 3 0-16,-7-2 3 0,2-1 5 0,1 1-2 16,0-2-1-16,2 1 5 0,-2-1 5 0,3 1-16 15,-2-3 2-15,1 3-5 0,6-1-8 0,-1 0 5 16,1-2-5-16,1 3 3 0,1-3-5 0,0 0 1 15,1 1-6-15,6-1 2 0,-6 1 0 0,-2 2-7 16,7-2 1-16,-4 2-2 0,4 0 3 0,-1 0-3 16,2 0 0-16,0 0-4 0,-6 2-2 0,-1 0 8 15,5-1-6-15,-4-1-4 0,6 2 1 0,-1 0 4 16,-1-1 5-16,-3 1-9 0,3 2 3 0,3-2 13 16,-2 3-20-16,-4-4 15 0,5 2-3 0,3-1 3 15,-4 0 6-15,2 3 0 0,2-3 2 0,-2 1 2 16,3-1-10-16,0-1 5 0,0 1-13 0,0-2 9 15,-1 3 1-15,-1-1-1 0,0 0 2 0,2-1-6 16,-3-1 2-16,1 1 0 0,0 0-2 0,-2 2-1 16,3-1-9-16,0-3 7 0,-2 3 1 0,3-2-9 15,-3 3 9-15,3-3 10 0,-1 2-6 0,2 0 3 16,-1-2-1-16,0 1-4 0,0-2 16 0,1-1-9 16,2 2-3-16,-1 0 2 0,-2 0 4 0,3 0-5 15,1-1 5-15,-2 0 2 0,1 1-10 0,-1-2-1 16,1 2-1-16,-1 0-3 0,-1-1 0 0,2 0 1 15,-2 0 1-15,2 1-14 0,2-1 16 0,-4-2 0 16,4 2 3-16,-1 1-8 0,-2-1 5 0,0 0 0 16,-1 0 1-16,2 2 0 0,-1-1-2 0,-4 0-7 15,2-1 3-15,0 2 3 0,-2-1-8 0,-1 1 11 16,0 1-8-16,-2-1 1 0,2 1-2 0,-8-2 2 16,1 0-1-16,-2 2-16 0,2 2 17 0,1-4 7 15,-1 1-14-15,0 0 1 0,-3 3 1 0,2-2 1 16,0-1 0-16,-2 2 1 0,3-1 2 0,-3-1 3 15,3 3-5-15,-2-3-1 0,-1 2-1 0,2 0 3 0,-3-2-2 16,1 1-4-16,0-1 3 0,-1 0 6 16,1 0 1-16,0 1-13 0,-1-2 9 0,1 3-1 15,-2-2 0-15,2 0 1 0,0-1-7 0,0 0 7 16,-1 0-5-16,0 2 6 0,3-1 1 0,-1 0-6 16,-2-2 6-16,0 2-4 0,1 0 2 0,3 0-9 0,-3-1 7 15,0 0-2-15,2 1 5 0,-2-1-3 16,1 0 2-16,3 2-1 0,-1-1-7 0,-3 0 10 15,2-1 0-15,-1 1-7 0,1-1 3 0,-1 1 4 16,2-1-2-16,-2 0-2 0,2 3 12 0,5-2-23 0,-6-1 13 16,6 1 2-16,-6 0 0 0,-2 2-5 0,2-3 4 15,0 1-1-15,1-1-1 0,-1 3 1 16,1-2-4-16,5 0 0 0,-5 1 3 0,-2-1-5 16,1 0 7-16,2 1 0 0,-2-1-3 0,1 0-13 15,-1 0 4-15,0 1 14 0,-2-1-6 0,10 0 1 0,0 0 0 16,-9 0 7-16,2 1-11 0,-3 0 2 0,2-2-1 15,2 1 9-15,-1-1-7 0,-1 3-12 0,1-3 13 16,5 0 2-16,-7 1 0 0,2 0-3 16,1 0 2-16,5-1-1 0,-1 0 2 0,-7 0-4 0,2 0 5 15,5 0-5-15,-4 0 1 0,-3 0 3 0,3 1-1 16,-1-1-2-16,6-1 1 0,-9 0-3 0,4 1 5 16,-1 0-2-16,-1-1-1 0,0 2 2 15,2 0 4-15,-3-1-8 0,0 0-12 0,0 0 17 16,1 1-3-16,0-1-1 0,1 0 7 0,0 1-3 0,-3-1-3 15,1 2 0-15,0-1 5 0,-1 0 6 0,0-1-13 16,0 0-1-16,0 2 1 0,3-1 2 0,-4-1 3 16,2 1-5-16,1 0-3 0,-3 0 3 0,1 0-4 15,-1 0 7-15,2-1-1 0,-1 2 10 0,-4-1-11 16,4 0 1-16,0 0-4 0,0 2 4 0,1-2-6 16,-2-1 10-16,4 1-16 0,-3 2 14 0,2-3 3 15,-2 2-2-15,0-2-2 0,2 0-2 0,0 2-3 16,-1-2 4-16,2 2 0 0,0-2 4 0,5 3-5 15,-6-1 5-15,0-2 7 0,7 0-12 0,-6 2 0 16,0-1 3-16,-1-1-2 0,8 3 3 0,1-3-10 0,-9 0 7 16,7 0 0-16,-8 2-3 0,8-4-1 0,-1 2 7 15,-5 2-1-15,-2-1 3 0,1-1-6 0,-1 1-2 16,3-1 2-16,4 1 6 0,1 1-5 0,2-4-1 16,-7 4 2-16,3-2-11 0,3 0 9 0,-1 1-3 15,-6-2 6-15,-1 2-2 0,6-1 6 0,-5 0-2 16,6 0-6-16,-8 2-1 0,8-2 5 0,1-2-4 15,-1 2 7-15,-2 2-9 0,-3-2 3 0,5 1 3 16,-7-1 2-16,7 0-2 0,-6 0-7 0,1 0 7 16,3 0 1-16,-4-1-1 0,5 1-4 0,-5 0-1 15,0 0 3-15,-1 0-5 0,1 0 7 0,0 0-8 16,7 0-9-16,-10-2 19 0,3 1-1 0,5-1-1 16,-6 2-13-16,7-1 15 0,-7 1 0 0,-3 0-5 15,4 0 0-15,-3 0 1 0,3-1 3 0,-2 2-2 16,3-1 3-16,-1 1-4 0,6-2 2 0,-9 4 4 15,3-5-7-15,5 2-9 0,-6 0 13 0,0 0 3 16,1 0-3-16,-1 0 1 0,0 0-5 0,1 2 0 16,1-2-3-16,-3 1 0 0,2-2 1 0,1 1 1 15,-3 1 6-15,-1-1-3 0,2 2 1 0,0-4-1 16,-1 4-1-16,1-2 15 0,1 0-19 0,-4 0 3 16,4-2 0-16,1 2 4 0,-5 0 8 0,11 2-15 0,-7-4 2 15,-1 2 5-15,-1 0-3 0,0-1 0 16,1 1-5-16,-1-2 1 0,-1 1 7 0,2 0-5 15,2 1-3-15,-3-1 6 0,1-1 2 0,6 2-2 16,-6 0-1-16,0 0 3 0,-1 0-8 0,8 0 4 16,-7-3 1-16,0 4 0 0,0-3 5 0,1 2-5 0,-1-2 2 15,0 2-5-15,1-2 1 0,-1 1 11 0,2 1-8 16,-4-2 6-16,3 2-10 0,0 0 1 16,-2 0 4-16,1 0 2 0,-2 0-8 0,0-2 5 15,1 0 0-15,1 2 0 0,-3 0 0 0,10 0-14 16,-9 0 14-16,-1 0-3 0,2-2 3 0,1 0-3 0,-4 1-2 15,3 0 5-15,1 2 1 0,-2-1-4 16,1 0 8-16,1-1-22 0,2 1 15 0,-2 0-1 16,0-1 4-16,-2-1 0 0,4 2-4 0,-4 0 5 15,2-1-3-15,5 0 1 0,-5 2 1 0,-3-1 3 0,2-1-3 16,-1 1-4-16,0 0 2 0,3-1 0 0,-2 1 0 16,1-1-1-16,-1-1 0 0,3 2-1 0,-3 0 5 15,9 0 0-15,-9-1-1 0,2 1-2 16,5-1 2-16,-4 2 0 0,4-2-6 0,-5 1 9 15,4 0-5-15,3-1 0 0,-9 0 1 0,3 1 0 0,6-1-3 16,-8 0 2-16,7-2-3 0,-6 2 2 0,5-1 3 16,1 1 2-16,-4 1-5 0,1-1-16 0,-3-1 20 15,7-1-1-15,-9 2-4 0,10-1 7 16,-1-1-4-16,-1 3-2 0,2-2-5 0,2 1 11 0,-2 0-24 16,0-1 24-16,2 1 1 0,-2 1-11 0,3-2 10 15,-4 2-4-15,2 0-3 0,-1-2 3 0,1 2 2 16,1-1-4-16,-1 0 7 0,0 1-2 0,1-2-1 15,0 2-2-15,1 0 0 0,-1-1-2 16,3 0 0-16,-3-1 3 0,-5 2 6 0,4-1-8 0,0 0 2 16,-1 1-3-16,1 2-4 0,1-4 8 0,1 1-7 15,-1 2 5-15,-1-1 1 0,3 0 3 0,-1-1-2 16,1-2-5-16,1 3 2 0,0-1-1 0,1 3-2 16,-2-2 2-16,2 2-4 0,-3-4 3 0,3 4 1 15,-1-4 4-15,0 1 5 0,1 2-15 0,-2-1 8 16,4 0-20-16,-1 2 17 0,-5-5-9 0,5 3 14 15,-2-1 1-15,1 0 1 0,-2 0-5 0,2 2 0 16,2-1 0-16,1-1 0 0,-2 2 4 0,-3-1-1 16,2-1-7-16,0-1 13 0,2 1-7 0,1 0-1 15,-4 1-2-15,3-1 6 0,-2 0-7 0,1 1-1 16,1-2-2-16,-2 2 10 0,2-2-2 0,-3 2-4 16,2-1-7-16,-1 0 5 0,0 1 0 0,-1 0 1 15,-1-1-3-15,0-2 6 0,1 4 1 0,0-2 1 16,2 0-2-16,-1-1 2 0,0 2-12 0,-4-1 12 15,5 0-3-15,-5 0 0 0,5 1 1 0,-3-1 1 16,-1 1 3-16,2-2-1 0,1 2-3 0,-2 0 0 16,-3 0-3-16,3 0 5 0,2 0 1 0,-1 0-5 15,-2 0-3-15,-1 0 7 0,1 0-6 0,3-2-5 16,-4 2 4-16,1-1 2 0,0 0 2 0,2 1 0 16,-4-1-7-16,2 0 11 0,0 2-4 0,4-2 2 15,-3 0-7-15,2-2 4 0,-1 1 4 0,-1 2-6 16,0 0 0-16,3-1 4 0,0 1 4 0,0 1-18 15,-4-1 1-15,3 2 11 0,0-2 2 0,-5-2 0 16,3 2-1-16,4 0 1 0,-2-1 0 0,2 1-7 16,-2-1 3-16,1-1 0 0,0 3-1 0,-1 0 13 15,1-1-24-15,-1 1 9 0,0-2-3 0,-1 1 3 16,6 0-12-16,-5 0 20 0,1 0-3 0,-1 0 2 0,-2 0-2 16,5 0 3-16,-5 0-5 0,3 0 3 15,0-1-9-15,0 0 9 0,3 2 10 0,-6-1-15 16,1 0 6-16,1 0-7 0,2 0 1 0,-1-1 5 15,-1 2 0-15,2-2-12 0,-2 1 10 0,0-1 9 0,2 1-9 16,-2 0 4-16,2-1-3 0,-2-1 0 0,2 1 1 16,-3-1 0-16,6 0 8 0,-4-1-7 15,0 3-4-15,1-4 3 0,-1 4-23 0,17-1 28 16,-17 0-5-16,-3 1-1 0,2-1 3 0,1-1-5 0,2 1 4 16,-2 0 4-16,-1 0 4 0,-1 0-11 0,2 1-6 15,-2 0 3-15,1-1 2 0,-2 0 9 0,4 2-9 16,-2-4 3-16,1 3 2 0,1-1-4 15,-3 1 1-15,5-3-5 0,-3 2 7 0,0 1 2 0,0-1 3 16,1-2-6-16,1 4 5 0,-1 0-7 0,1 0-7 16,-1 0 6-16,1 0 3 0,0-2-4 0,-2 1 5 15,0 0 4-15,2-2-7 0,0 3 3 0,-1 1-14 16,2-2 14-16,-1 0-1 0,1 0 3 0,-2 0-3 16,13 0 6-16,-13 1-6 0,0-1 8 0,0-1-4 15,-1 1 0-15,0 1-8 0,0-1-9 0,0 0 11 16,-1-1 1-16,0 1-1 0,-4-1 2 0,2 0-2 15,2 0 4-15,-1 2 9 0,-2-2-14 0,3 1 2 16,-1 1-1-16,0-1 3 0,0 0-10 0,-2 1 9 16,1-1 6-16,2-1-1 0,1 3 1 0,-4-2 0 15,2 0-8-15,-1 1-1 0,0-1-8 0,1 2 6 16,-1-4 3-16,-4 2 4 0,1-1 2 0,1 0-1 16,0 1 0-16,1 0-27 0,-5-2 25 0,2 1 2 15,-2-2 3-15,2 3-4 0,-3-1-2 0,1 0 2 16,0-3-1-16,-6 4-1 0,-4 0 0 0,5 0-1 15,-1-1 1-15,-2 1-1 0,3 0 2 0,-1 0-2 16,5 0 3-16,-7 0-1 0,2 0-2 0,1 0-14 16,-4 0 24-16,0-1-6 0,3 2 7 0,-3-1-17 15,-1 0 7-15,0 0 3 0,0 0-6 0,0 0 2 16,0 0 6-16,0 0-1 16,-4 0 8-16,3 0-35 0,-2 0 23 0,-3 1 3 0,2-1-2 15,0 0-1-15,-1 0 2 0,-1-1-2 0,2 2-3 16,-1-1 2-16,6 0-1 0,-8 2-5 0,1-2 12 15,-12 0-6-15,23 0-4 0,-9 0 8 0,-3 2 11 16,2-2-34-16,-13 0 19 0,22 4 1 0,-22-4 0 16,23 1 1-16,-12-1-4 0,-11 0 3 0,22 1 2 15,-22-1-1-15,17 0-1 0,-17 0 5 0,15 0-19 0,-15 0 20 16,17 0 3-16,-17 0-6 0,0 0-4 0,19 0 2 16,-19 0 2-16,0 0-4 0,20-1 4 0,-20 1 0 15,18 0 0-15,-18 0-1 0,18 0-4 16,-18 0 1-16,20 0 2 0,-12-1-1 0,-8 1-3 15,21 0 7-15,-21 0-1 0,16 1 4 0,-16-1-6 0,16-1 0 16,-16 1-3-16,12 1 3 0,-12-1-5 0,14 1 1 16,-14-1 7-16,0 0-9 0,0 0 4 0,12 0 0 15,-12 0 1-15,0 0-2 0,0 0 0 0,0 0-1 16,0 0 4-16,12 0-20 0,-12 0 19 0,0 0-1 16,0 0-2-16,0 0 1 0,0 0-3 0,0 0-9 15,0 0 12-15,0 0 1 0,8 6 5 0,-8-6-5 16,0 0 1-16,0 0-3 0,7 9-6 0,-7-9 3 15,5 9 9-15,-3-3 1 0,5 2-2 0,-3 1 1 16,1 1-20-16,0 0 23 0,0 1-5 0,1 3 8 16,2 1 0-16,-2-1 3 0,-1 1 1 0,2 1 4 15,-1 2-10-15,0-3 8 0,0 0-8 0,-1 2 5 16,0-2 0-16,-1 0 3 0,2 1 2 0,-2 1 13 16,2-3-3-16,-2 2-13 0,0 1 15 0,1-2-7 15,-1 1 1-15,1 0-1 0,0 1-3 0,0 1-13 16,0-1-1-16,-1 0 13 0,0 3 1 0,0-2-1 15,3 6 2-15,-3-5 3 0,0 6 0 0,0-5 5 16,0 1-4-16,0-3-2 0,-2 0 0 0,2 1-1 16,0 1-3-16,1-2-3 0,-4 1 4 0,3-1-3 15,1 1-1-15,-1-4 2 0,3 3 3 0,-3-1-5 16,2 0 3-16,0-2-1 0,-1 3-3 0,2-3 4 16,-2-1-10-16,-1 0 7 0,1 1-1 0,1 0-1 15,-2 1 0-15,1-5 2 0,0 4-11 0,2 0 12 16,0 2-3-16,-3-1-2 0,0 1 1 0,1-3-5 15,0 2 2-15,0 2 4 0,2-3-6 0,0 1 2 16,-4-3-2-16,2 2 1 0,2 2-3 0,-4 0-2 16,4-2 1-16,-1 2-3 0,-1-2 5 0,4 2-6 15,-1-1 4-15,-4 1 2 0,2 0-7 0,-1 0 3 16,2-1 1-16,-2 2-4 0,2-1 1 0,0 1 1 16,-1 1-1-16,1-2 3 0,0 0-3 0,-1 0 4 15,0 1-9-15,-2-1 6 0,1 0 1 0,1-1 2 16,0 1-4-16,-1 0 1 0,1 2 1 0,-3-1-2 15,3 0-3-15,-2 0-3 0,2 0 9 0,-1 0-6 16,-1 1 7-16,1-3-4 0,0 1-1 0,1 1 1 16,1-1 0-16,-1-1-3 0,-1 1 2 0,2-1 2 15,-2 3 1-15,1-6 4 0,-1 3-8 0,0-2 0 16,0 2 4-16,-1-3-2 0,0-2 0 0,-1 1 0 16,2 1 0-16,-3-1 0 0,1 0 3 0,-1 0-3 15,2-1 0-15,-1 5-1 0,-1-4 2 0,1 0-7 16,-2-2 1-16,2 1 7 0,-1 0-4 0,3 1 1 0,-2-1 0 15,0 1 5-15,-1-2-5 0,-2 2 1 0,3 1-1 16,-3-4-3-16,1 2 3 0,2-2-2 16,-2 2 2-16,0-1 0 0,0-1 3 0,-1-9-4 15,-1 19 0-15,1-10 1 0,0-9 0 0,-2 14 1 16,2-7 0-16,-3 1-2 0,4 2 0 0,-2-3 3 0,-3 1-1 16,2 3 3-16,-2-2-5 0,-3 1-2 15,2-2 9-15,0 3-2 0,0-1-3 0,4-3 3 16,-3 1-5-16,-1 1 1 0,-3 0 1 0,0-2 0 15,2-1-5-15,-2 1 5 0,-2 0-1 0,3-1-6 0,-2-1 6 16,-3 1-1-16,2-1 3 0,1-1 0 0,-9 1-3 16,4-1 4-16,-3-1-2 0,1 1 1 0,-2 0-4 15,1-1 3-15,-5 1 2 0,1-2-1 16,-1 1 0-16,-5 0-3 0,-1-1-3 0,-1 1 7 16,1-2-1-16,-1 3-1 0,8-3-4 0,-10 0 3 0,-1 1 0 15,-2-2 1-15,-1 2 6 0,2-2-5 0,-3 1-5 16,-3-2 3-16,4 1 1 0,0-1 0 0,-3-2 0 15,1 3-1-15,-1 2 0 0,-2-2 1 16,2-2-1-16,-13 1 2 0,2 1-1 0,-2 0-2 0,11 0 3 16,2-1 0-16,0 1-1 0,-12-1-5 0,-1 2 7 15,12 0-1-15,0-2-5 0,-14 2 3 0,14 0-8 16,-1-1 8-16,-11 2 1 0,11-1 0 0,-10 0 0 16,-1 0 8-16,0 0-8 0,1 3-2 0,11-3 6 15,-12 0-1-15,-2 0-3 0,14 2 1 0,-14-1 2 16,0-2 0-16,1 1-5 0,1 1 4 0,-1-1-5 15,14 1 9-15,-17 0-10 0,6-2 4 0,-3 1-1 16,12 1 4-16,-14 0-7 0,1-2-3 0,-3 0 7 16,2 1 2-16,3-1-2 0,-3 0-1 0,2 1 4 15,12-1-1-15,-12 0 2 0,0 2-5 0,12-2-1 16,-10 0 4-16,-1 0-6 0,14 0 2 0,-2 0-1 16,-13 0 3-16,1 0 4 0,14 0-4 0,-2 3 1 15,0-3-4-15,-2 0 4 0,1 0-3 0,-11 2 0 16,11 0 6-16,3-2-3 0,-14 0 0 0,13 0-2 15,1 1 4-15,-3 2-5 0,5-3 1 0,-3-2 1 16,-14 2 3-16,18 0-5 0,2 0 4 0,-4 2-4 16,1-2 1-16,2 0 4 0,-3-3 0 0,3 3-4 15,0 0 1-15,-2 4 0 0,3-5-2 0,2 2 4 16,-2 0-1-16,1-1-2 0,4 1-3 0,-2-1 3 16,1 1 2-16,0-1-2 0,-1 1 2 0,6-1 1 15,-3 5 1-15,-1-5-3 0,0 1-1 0,6 1 1 16,0-3-2-16,-9 2 4 0,4 0-1 0,5-1 3 15,-6 3-7-15,4-3 5 0,2 2-2 0,-7 0 0 16,7-2 1-16,-7 1 0 0,5 0-1 0,-8-1-2 16,10-1 2-16,-6 2 0 0,5-1-7 0,-5 1 8 15,-1 0-1-15,6-2 3 0,-5 2-4 0,7-1 4 16,-1 0 0-16,-7-2-2 0,5 3 0 0,-2-2 0 16,3 1-1-16,-5-2-2 0,6 2-2 0,1 0 5 15,-3 0-1-15,-4-4 2 0,5 4-1 0,1-2 1 16,1 1-1-16,-9-1 1 0,8 2 1 0,-1-1-6 0,-5 0 2 15,5-4 4-15,0 4 0 0,0-1-4 16,0 0-1-16,-6-2 0 0,1 0 7 0,0 2-7 16,7-1-1-16,-2 1 4 0,-5 0 0 0,6-1 0 15,0 1-1-15,-7-1 0 0,-2 0 2 0,4-1 1 16,-1 1-2-16,-1 0-2 0,6 1 3 0,-6-2 1 0,7 1-2 16,-7 1-1-16,1-4 0 0,-1 3-1 15,0 0-2-15,0-2 2 0,0 2 2 0,0 0-1 16,7 0 1-16,-7 1-1 0,-1 0 2 0,1-2-4 15,0 0 1-15,-1 1 3 0,3 0 5 0,5 1-6 0,-8-2-1 16,2 2 1-16,-1-3-2 0,0 4-2 0,5-2 1 16,-4-1 2-16,-1 3-2 0,-4-3 0 0,5 3-1 15,-1-3 2-15,-2 2 5 0,0 0-4 16,-1 1 0-16,3-2 3 0,-3 2-4 0,2-3 1 0,0 4 0 16,1 0 0-16,-2-3-5 0,0 1 6 0,8 1 1 15,-10 1-4-15,1 0 1 0,2-1 1 0,-3 0 0 16,4 0 3-16,0 1 1 0,2 0-2 0,-2 1-5 15,-3-2 6-15,4 1-3 0,0-2-2 16,-3 4 2-16,8-1 3 0,-6 0-3 0,1-1 0 0,6 1-4 16,-2-1 4-16,-4 0 1 0,0 1-2 0,-4-1 0 15,3 3 0-15,7 0 3 0,0-3-2 0,0 3 0 16,0-1 0-16,0-1-1 0,-8 1 1 0,2 1 3 16,9 0-5-16,-6-2 2 0,-3 1 0 0,0 2 1 15,-1-2 0-15,6-3 3 0,-6 7-2 0,1-5-10 16,-1 2 6-16,8-2 2 0,-9 1 3 0,8-1-2 15,-5 0-1-15,5 2-1 0,-2-2 1 0,1 1-1 16,2 1-1-16,0-1 1 0,-1 1 1 0,1-2-2 16,0 2 2-16,3 0 2 0,-4-2-2 0,0 1-1 15,2 1 3-15,1-2-1 0,1 0 2 0,-2 2 1 16,1 0-5-16,0 0 2 0,-2-2-4 0,1 1 3 16,0 0 0-16,0-1-3 0,-4 1 4 0,4-1 2 15,-2-1-4-15,1 0 2 0,-2 2 0 0,2-1-5 16,-1 0 6-16,-1-2 1 0,2 2-3 0,-3-1 2 15,5-1-2-15,-6 1 0 0,3-1-6 0,-6-2 7 16,7 3 3-16,-2-3-3 0,1 2 2 0,2 0 0 16,-2 0-3-16,-2 0-3 0,2-2 3 0,0 2 0 15,0-1-3-15,0-1 6 0,-6 1 0 0,4 1-5 16,-4-2 6-16,6 3-6 0,-2-1 2 0,-3 0-3 16,4-1 3-16,-5-1 2 0,7 1-2 0,-9-2 0 15,4 4 4-15,-7-2-3 0,4-1 2 0,2 1-4 16,2 0 2-16,-4 0 4 0,1 1-6 0,-1-2 4 15,1 0-6-15,-2 1 3 0,-1 0-1 0,1 0 0 16,-2 0 1-16,1-1-3 0,-1 1 4 0,-1 0-1 16,1-1-1-16,0 2 1 0,-2-3-3 0,3 2 2 15,-1 1 2-15,-1-2-1 0,-1 2 5 0,3 0-6 16,-1 1 2-16,-1-3-1 0,1 3-1 0,-5-2 5 16,4 1-4-16,3 1-2 0,-5 0 3 0,0-1-1 15,1 0 2-15,0 2-2 0,-1-2 2 0,2 1-1 16,-2 0-2-16,-1-1-1 0,1 1 2 0,-4 1 2 0,3-2-2 15,-3 2-2-15,1-1 1 0,1 0 4 16,-1 1-5-16,0 0 2 0,1-2-1 0,-1 2-1 16,1-1 2-16,-1 0 0 0,1 1-1 0,1-1 1 15,-3 0-2-15,0 0 2 0,1 2 1 0,0-1-4 0,1 1 2 16,-2-1 3-16,-1 0-3 0,1 1 1 16,0-1 1-16,1 0-2 0,0 0 0 0,-14 0-1 15,14 2 6-15,2-2-7 0,0-1 5 0,-3 1-5 16,5 1 3-16,-4-2 2 0,2 2-4 0,1-1 1 0,-1 1 6 15,1 0-7-15,0-1 5 0,-1 0 0 0,-1 0-5 16,2 1 1-16,-2-2 2 0,1 2-3 0,2-2 0 16,-3 1 5-16,1 0-3 0,0-2-3 15,2 4 5-15,-2-2-2 0,1 0-3 0,1 0 4 16,-2 0-2-16,2 0 4 0,-3-1-11 0,2-1 10 0,2 1 1 16,0 1 1-16,1-1-1 0,-2 0-1 0,2 0-1 15,-1-1-1-15,3 2 2 0,-2 1 1 0,0-2-6 16,1-2 6-16,-2 1 0 0,0 1-4 0,0-1 2 15,1 0-6-15,1 1 5 0,-2-1 2 0,0 0-4 16,0-1 4-16,0 1-4 0,1 1 4 0,-2-1-4 16,1-1 2-16,-4 1 2 0,4 0-2 0,-4 0 0 15,2 0-3-15,-1 0 3 0,0 1 6 0,-1-2-9 16,-3 0 4-16,1 1-1 0,4 0 2 0,-2 0-4 16,1-1 5-16,-1 2-7 0,-1-2 12 0,3 2-10 15,-7-2 4-15,5 0-1 0,-3 1-1 0,-1 0-3 16,3 0 6-16,-1-3-4 0,0 4-1 0,4-2 3 15,-5 1-2-15,-13-3 4 0,15 4-3 0,0-1-2 16,-1-2 3-16,-2 2-1 0,4 0-1 0,2-2 0 16,-7 2-2-16,7 1 1 0,-5-2 1 0,2 2-2 15,-1-2 7-15,2 3-4 0,3-3-1 0,-4-1 4 16,0 0-1-16,-3 2-4 0,4 0 2 0,-2-2 3 16,0 3-1-16,-1 0-1 0,5-3-2 0,-5 1-2 15,2 1 1-15,-1-1-3 0,3-1 5 0,0 3 0 16,-2-3 0-16,0 2-1 0,-2-3 1 0,2 2 0 15,2 0-2-15,-3 2-1 0,1-2 5 0,1 2-1 16,-1-3-1-16,0 0 6 0,-1 0-4 0,0 1 2 16,1 0-3-16,-1 1-1 0,4-1-1 0,-2-1 0 15,-1 0 3-15,-14 0-4 0,13-1 1 0,3 2 2 16,-2 0-1-16,0-1 3 0,1 1-1 0,2-4-4 16,-1 4-1-16,1-1 2 0,-1 0-1 0,1 0 3 15,-2 0-2-15,1-2 6 0,-3 0-2 0,4 3-3 16,-1-2-3-16,-1 1 2 0,1-3 0 0,-3 2 3 15,0 0-1-15,1-2-2 0,0 3-1 0,-1-1 2 16,0 0 0-16,0 1-4 0,1-2 5 0,0 0-2 16,0 0-1-16,1 0 4 0,2 5-4 0,-2-6-1 15,3 5 7-15,0-4-4 0,3 0-1 0,-3 1 1 16,-2 0 1-16,2-1-4 0,0 4 2 0,0-8-1 16,-2 8 2-16,2-5 0 0,1 2 2 0,-1 0-4 15,0 1-1-15,-1 0 0 0,2-3 3 0,1 4 1 16,-4-3 0-16,3-1 2 0,-1 2-5 0,0 1 0 15,-2 1 2-15,-1-2-8 0,6 2 9 0,-1-1 0 16,-2-1 0-16,2 3-3 0,1-3 3 0,-1 0 0 16,1 2 0-16,1 1-4 0,1-2 4 0,-2 2-8 15,2 1 10-15,-1-4-3 0,1-1 3 0,1 4-5 16,-1-1 7-16,0 0-6 0,0-1 2 0,1 1 0 16,6 2-3-16,-2-2 3 0,-3 0-1 0,-4 2 1 15,8-1 1-15,-7-3-5 0,1 4 6 0,0-2-1 16,0 1-4-16,-2-2 2 0,2 2-2 0,0 0 3 15,0 1 0-15,0-1 2 0,-2 1-6 0,2 0 1 0,8-2 3 16,-7 4 1-16,-2-1 1 0,-1-1-8 0,3-1 1 16,-1 1 1-16,0 1 2 0,5-2 0 15,-4 2-1-15,8-1-2 0,-1-1 8 0,-2 1-2 16,4 0-1-16,-2-2-1 0,3 2 0 0,-1-1 0 16,1 0 3-16,2 0-5 0,2 1 1 0,-1-3 2 0,0 3-2 15,-1-1-2-15,-1 0-3 0,-1 1 3 0,0-1 0 16,3 1 7-16,-4 0-1 0,4 0-5 15,-6 2-6-15,2-1 7 0,-1 0 1 0,1-1 0 16,-1 2-7-16,-2-2 5 0,3-2 4 0,0 4-7 16,2-2 8-16,3 1 0 0,-1-1 1 0,1 0-2 0,2 1 1 15,-2 0-4-15,1-1 1 0,2 0-1 0,-3-1 2 16,3 1-3-16,0 0 2 0,-2 0 0 16,0 1 0-16,1-1-2 0,-1-1 1 0,1 2 1 15,0-1-7-15,-2 0 5 0,1 2 0 0,-7-4 2 0,8 2 2 16,-3-1-2-16,2 1-5 0,2-1 7 0,-3 2-4 15,3-3 2-15,-3 2 1 0,2 0-4 0,2 0 2 16,-3-2 4-16,12 2 1 0,-18-1-3 16,9 0-1-16,9 1 3 0,-17-1-3 0,9 0 0 0,8 1 0 15,-17-1 0-15,10 1 3 0,-5-1-5 0,-1 0 1 16,2 1 1-16,-1 0 2 0,2-2-1 0,-1 4 0 16,-2-2-4-16,-1-2-2 0,0 4 5 0,1-4-6 15,0 1 5-15,0-1 4 0,2 2-6 0,-3 0 3 16,2-1 0-16,3 1-2 0,-2 0 4 0,3-1-2 15,8 1 1-15,-14 0 4 0,14 0-4 0,-13 0 0 16,13 0 1-16,-8-2-1 0,8 2 1 0,-12-1 1 16,12 1 2-16,0 0-4 0,-9-4-1 0,9 4 5 15,-9-4 0-15,9 4-4 0,-9-2-3 0,2-1 2 16,7 3-3-16,-11-3 4 0,5 0 0 0,6 3 0 16,-12-4 2-16,7 1 1 0,5 3-3 0,-7-6 12 15,7 6-2-15,-10-5 10 0,10 5-3 0,-8-3 1 16,8 3 2-16,-5-4-2 0,5 4-2 0,-7-4-9 15,7 4 7-15,-6-4-35 0,6 4 8 0,-7-3 1 16,7 3-3-16,-9-5 9 0,9 5-6 0,-10-7 1 0,4 4-1 16,6 3-1-16,-9-6 8 0,1 4-3 15,8 2 6-15,-10-6-3 0,5 5 8 0,5 1 11 16,-10-6 11-16,10 6 10 0,-5-4 9 0,5 4 0 16,-6-4-1-16,6 4 0 0,0 0-2 0,0 0-7 0,-6-7-5 15,6 7 3-15,0 0-4 0,-1-8 2 16,1 8-7-16,0 0-3 0,-5-9-2 0,5 9-3 15,0-8 0-15,0 8 0 0,0 0-2 0,-3-11-2 16,3 11 1-16,-1-11 3 0,1 11-3 0,0-11 6 0,-3 4 4 16,3 7 3-16,3-11-4 0,-2-1 2 0,2 4 4 15,-3-3 2-15,3 0 0 0,0 1-3 0,1-6 0 16,1 2-2-16,1-2 1 0,-3 0-2 16,3 1 0-16,1 0-3 0,-2-3-1 0,-1 3-3 0,1-2 4 15,1-1-2-15,-5-1-8 0,2 2-2 0,-2-3-7 16,0 1-13-16,1 0-28 0,-2 1-43 0,0-1-50 15,0 3-57-15,0-2-44 0,2 0-56 0,-2 0-72 16,2 2-87-16,-1-2-413 0,3-1-933 0,2 1 413 16</inkml:trace>
  <inkml:trace contextRef="#ctx0" brushRef="#br0" timeOffset="114380.2">2842 14534 26 0,'1'-9'396'16,"-1"9"-10"-16,3-11-11 0,-1 6-15 0,-2 5-14 15,4-11-19-15,-3 5-23 0,2 0-12 0,-1-2-12 16,-2 8-16-16,4-10-13 0,-2 5-18 0,-2 5-14 16,2-10-20-16,-2 10-26 0,3-8-15 0,-3 8-13 15,2-6-13-15,-2 6-10 0,0 0-8 0,0 0-23 16,0 0-2-16,4-7-8 0,-4 7-12 0,0 0-1 16,0 0 4-16,0 0 17 0,0 0-1 0,8 24 8 15,-6-13 0-15,-1 2-1 0,5 1 4 0,-3 3-7 16,1-1-2-16,-1 2-8 0,-1 3-3 0,2 5-4 15,1-1-5-15,-5 1 0 0,3-3-9 0,-1 1-7 16,0 2-5-16,-2-3-2 0,0-3-2 0,0-2-6 16,-2 0-36-16,0 1 2 0,1 1 1 0,-1-4 0 15,1 1 0-15,1-4 1 0,-1-1-3 0,-2-2 1 16,6 1-4-16,-6-3 5 0,2 0-1 0,1-8-3 16,-1 12 1-16,1-12 0 0,1 9-1 0,-1-9 2 15,0 0 1-15,-1 9-5 0,1-9 3 0,0 0-1 16,0 0-20-16,0 9-18 0,0-9-26 0,0 0-46 15,0 0-69-15,0 0-71 0,0 0-75 0,0 0-77 16,0 0-74-16,0 0-396 0,0 0-943 0,0 0 417 16</inkml:trace>
  <inkml:trace contextRef="#ctx0" brushRef="#br0" timeOffset="114738.16">2672 15000 297 0,'0'0'367'0,"-15"-1"0"16,15 1 3-16,-8 1-9 0,8-1-4 0,-8 1-10 15,8-1-6-15,0 0-8 0,0 0-13 0,-15 0-7 16,15 0-12-16,0 0-12 0,0 0-9 0,0 0-19 16,0 0-11-16,-8 1-23 0,8-1-14 0,0 0-21 15,0 0-18-15,0 0-15 0,0 0-17 0,0 0-9 16,28-2-14-16,-10 2-16 0,1 0-4 0,3-1-12 15,6 1-2-15,1-2-17 0,2 1-7 0,2 2-3 16,-3-2-5-16,3 1-6 0,-2-1-6 0,-3 1-7 16,-1 1 4-16,-8 0-5 0,0-1-5 0,-7 0-5 15,5 2 4-15,-2-4-9 0,-3 2-2 0,-3 0-1 16,-1 0-1-16,-8 0 0 0,14 0-5 0,-14 0-18 16,8 0-17-16,-8 0-18 0,0 0-26 0,9 0-32 15,-9 0-33-15,0 0-37 0,0 0-36 0,10 0-56 16,-10 0-57-16,0 0-50 0,0 0-58 0,2-8-58 15,-2 8-321-15,0 0-875 0,0 0 387 0</inkml:trace>
  <inkml:trace contextRef="#ctx0" brushRef="#br0" timeOffset="115050.58">2526 14534 333 0,'-2'-6'488'0,"-1"0"-9"16,3 6-12-16,-4-13-25 0,5 5-24 0,2 1-25 15,1 0-29-15,2-2-32 0,4 2-22 0,5 0-28 16,5 1-23-16,0 1-23 0,10-2-25 0,-1 1-18 16,5 3-14-16,-3 0-22 0,3 1-13 0,1 1-17 15,0 2-8-15,1-2-16 0,-4 2-11 0,1-2-8 16,-2 1-6-16,-2 0-11 0,-10 0-7 0,0-1-1 15,-1 1-11-15,0 0-3 0,-5 0-7 0,-2 0-16 16,2 0-25-16,-4 1-18 0,1 0-29 0,-2-1-42 16,-8 0-43-16,14 2-61 0,-8-1-40 0,-6-1-38 15,11 4-38-15,-11-4-48 0,0 0-46 0,10 6-352 16,-10-6-820-16,0 0 363 0</inkml:trace>
  <inkml:trace contextRef="#ctx0" brushRef="#br0" timeOffset="115472.36">3156 14950 188 0,'0'0'398'16,"-13"-11"1"-16,13 11-22 0,0-8-24 0,0 8-20 15,0 0-20-15,6-14-28 0,-5 7-21 0,-1 7-29 16,9-11-26-16,-4 7-15 0,1-1-25 0,2 2-13 16,2-4-12-16,2 3-17 0,-2-1-10 0,1 1-13 15,2 3-12-15,5-1-9 0,-5 1-8 0,5 1-11 16,-6 1-8-16,1 1-3 0,1-1-10 0,-2 6-3 16,0-3-6-16,0 3-8 0,-3-2 0 0,1 3 3 15,-5-4-9-15,0 1-3 0,1 5 1 0,-5-6 7 16,0 3-9-16,-1-7 1 0,-4 13-8 0,-1-8 2 15,1 2 7-15,-3 0-5 0,-5-1-2 0,3-1 0 16,-2 2-1-16,-2-3 4 0,1 0 26 0,-1-1 25 16,2-2 26-16,0 1 27 0,-2-2 20 0,1 0 18 15,5 0 14-15,-2-3 2 0,0-2-6 0,2 1 0 16,2-5-21-16,-1 2-10 0,3-2-4 0,2-3-30 16,0 3-14-16,5-2-20 0,3 1-36 0,2-4-40 15,0 2-58-15,3 1-61 0,3 1-66 0,2 1-70 16,1 1-72-16,-1 2-77 0,3-4-83 0,1 6-382 15,0 0-952-15,8 0 422 0</inkml:trace>
  <inkml:trace contextRef="#ctx0" brushRef="#br0" timeOffset="115816.03">3436 14632 136 0,'-6'-15'449'15,"2"0"14"-15,1 2 3 0,-1 2 1 0,3-1-2 16,-1 1-14-16,0 1-6 0,2 10-14 0,-2-17-15 16,0 10-15-16,2 7-16 0,-1-11-28 0,1 11-36 15,0 0-31-15,-1-9-28 0,1 9-30 0,0 0-24 16,0 0-24-16,0 0-11 0,0 0-14 0,0 0-21 16,0 0-17-16,0 0-9 0,6 29-9 0,-4-14-13 15,-1 2-6-15,1 8-7 0,1-1-9 0,-3 2-3 16,1-2-8-16,1 2-6 0,-4-7-6 0,4 5-26 15,-5 1-19-15,3-6 0 0,-1 0 0 0,1 1 0 16,-2-1 0-16,1-1 0 0,0-1 0 0,1 0 0 16,-3-2 0-16,3-2-84 0,0-2-35 0,0-2-31 15,2 1-27-15,-1-2-20 0,1 1-31 0,1-4-41 16,1 1-38-16,0 0-22 0,1-2-40 0,-5-4-45 16,11 2-55-16,-4-2-378 0,-7 0-917 0,15-4 406 15</inkml:trace>
  <inkml:trace contextRef="#ctx0" brushRef="#br0" timeOffset="116144.08">3648 14705 387 0,'1'-18'451'16,"1"8"20"-16,-1 1-3 0,-1 0 0 0,1 0-7 15,0-2-5-15,-1 11-6 0,0-14-25 0,0 14-12 16,0-11-9-16,0 11-22 0,-1-11-22 0,1 11-20 15,0-8-18-15,0 8-35 0,0 0-30 0,0 0-26 16,0-8-22-16,0 8-24 0,0 0-21 0,0 0-11 16,0 0-25-16,0 0-8 0,0 0-12 0,0 0-17 15,0 0-91-15,3 35 0 0,-2-22 0 0,0 6 0 16,2-2 0-16,-2 2 0 0,2 0 0 0,-4 5 0 16,2 2 0-16,0-9 0 0,-1 3 0 0,0 0 0 15,-1 5 0-15,2-6 0 0,-2-2 0 0,0 1 0 0,1-6 0 16,-2 1 0-16,2-2 0 0,0 0-2 15,2-1-227-15,-1-3-34 0,1-2-34 0,1 2-17 16,-3-7-45-16,6 7-34 0,1-4-46 0,-7-3-44 16,12-3-38-16,-4-2-295 0,0 2-883 0,1-3 392 15</inkml:trace>
  <inkml:trace contextRef="#ctx0" brushRef="#br0" timeOffset="116675.2">3839 14849 247 0,'0'0'302'0,"0"0"2"0,0 0 0 0,0 0-6 15,0 0 8-15,0 0-1 0,0 0-8 0,0 0 3 16,0 0-7-16,0 0-9 0,0 0-15 0,0 0-17 16,0 0-24-16,0 0-19 0,0 0-20 0,0 0-21 0,0 0-16 15,0 0-17-15,0 0-13 0,0 0-14 0,0 0-13 16,0 0-7-16,0 0-9 0,0 0-8 15,0 0-8-15,0 0-4 0,0 0-3 0,-2 13-5 16,2-13-3-16,0 0-3 0,0 0 1 0,8 4 1 16,-3-2 5-16,2-1-3 0,-7-1-7 0,17-1-2 0,-8 0-1 15,4 0 4-15,-1-1-1 0,-1 0 5 0,2-3-7 16,0 0 5-16,-1 1-6 0,-1 0 2 16,-2-2-6-16,1 1 10 0,-4 1 3 0,-2-1 2 15,1 2 2-15,-1-3 2 0,-4 6-1 0,3-9-2 16,-3 9-3-16,0-7-10 0,0 7-4 0,0 0-4 0,-7-13-6 15,7 13-3-15,-8-6-2 0,2 5-5 0,6 1 1 16,-14-2-5-16,4 4-1 0,2 0-1 16,-3-1-3-16,0 3 0 0,0 1 2 0,-1 0-5 15,3 2 1-15,-2 0 0 0,5 1-3 0,-3-1-2 16,2 1-3-16,0 2 4 0,2 0 1 0,1 0 0 0,1-2 0 16,-1 1 6-16,2 3-7 0,2-5 6 0,-2 4-1 15,2-3-2-15,3 1 3 0,1-1-1 16,-2-1-2-16,2-1 2 0,3 2-2 0,0-2 0 15,2 0-4-15,2-1 2 0,1 2-3 0,-2-5-1 0,8 2-3 16,3-3-5-16,-1 1-1 0,3-1-18 0,5-2-23 16,-1 1-22-16,-5-2-36 0,-2-3-35 0,1 5-37 15,-2-4-44-15,0-1-53 0,-6 2-56 0,3-3-64 16,0-1-75-16,-5 3-305 0,0-1-844 16,-1 0 373-16</inkml:trace>
  <inkml:trace contextRef="#ctx0" brushRef="#br0" timeOffset="117514.31">4723 14661 82 0,'0'-11'400'0,"0"11"-7"0,0-15-7 0,0 7 8 0,0 2 6 16,0 6-1-16,0-15-7 0,-1 9-8 0,1 6-15 16,-3-17-15-16,3 11-18 0,0 6-16 0,-1-13-15 15,1 13-25-15,0-7-18 0,0 7-33 0,-3-7-30 16,3 7-14-16,0 0-23 0,0 0-18 0,0 0-12 15,0 0-12-15,0 0-7 0,0 0 4 0,0 0 0 16,-2 30 19-16,3-11-5 0,-2-1-7 0,1 8-1 16,0-1 16-16,-3 0-18 0,2 0-5 0,0 1-10 15,-3 0-15-15,0 3-5 0,3-4-42 0,-3 1-44 16,-1 1 0-16,1-3 0 0,-1 3 0 0,-2-2 0 16,5-7 0-16,-2 1 0 0,1 0 0 0,-2-2 0 15,3 0 0-15,1-1 0 0,-1-4 0 0,2 1 0 16,3-2 0-16,-1-2 0 0,5-1 0 0,-2 0 0 15,3-1 0-15,2-3 0 0,1 2-133 0,2-4-82 16,0 0-40-16,1-2-41 0,1 0-53 0,-2-1-40 16,-1-2-41-16,-2-2-52 0,0 0-36 0,-1-1-336 15,0 0-926-15,-4-2 410 0</inkml:trace>
  <inkml:trace contextRef="#ctx0" brushRef="#br0" timeOffset="117764.25">4621 14939 73 0,'-7'-1'341'0,"7"1"8"16,-11-6 5-16,3 5 11 0,8 1 5 0,-6-3 7 15,6 3-9-15,-5-5-12 0,5 5-21 0,0 0-22 16,0 0-29-16,-6-5-29 0,6 5-26 0,0 0-24 16,0 0-18-16,17-8-22 0,-5 5-18 0,-2 2-14 15,2 1-13-15,1-4-12 0,4 3-11 0,-4 1-28 0,5-2-32 16,0-2-32-16,-2 4-35 0,0 0-37 15,1-2-36-15,4-1-49 0,-8 1-39 0,1 2-40 16,0-1-43-16,-3 1-38 0,1-3-37 0,-1 1-28 16,-3 2-216-16,-8 0-643 0,0 0 285 0</inkml:trace>
  <inkml:trace contextRef="#ctx0" brushRef="#br0" timeOffset="117982.93">4915 14866 76 0,'0'0'243'15,"0"0"29"-15,0 0 26 0,0 0 23 0,5-4 22 16,-5 4 6-16,0 0 4 0,0 0 6 0,0 0-3 15,5-5-3-15,-5 5-5 0,0 0-17 0,0 0-19 0,0 0-26 16,0 0-21-16,0 0-35 0,0 0 3 0,0 0-14 16,0 0-7-16,1 14-8 0,-1-14-12 15,0 13-11-15,1-5-9 0,1 1-11 0,-4 2-24 16,2-3-14-16,0 3-13 0,-1 0-12 0,1 2-7 0,0-4-9 16,3 3-6-16,-5-1-43 0,1-2-27 0,1 1-34 15,-1-3-26-15,0 0-50 0,1-7-39 0,0 13-45 16,0-13-49-16,1 6-46 0,-1-6-39 15,0 0-45-15,0 0-67 0,10 3-48 0,-10-3-316 16,0 0-863-16,18-12 382 0</inkml:trace>
  <inkml:trace contextRef="#ctx0" brushRef="#br0" timeOffset="118154.79">4993 14799 306 0,'-2'-11'366'0,"2"11"2"16,0-9-6-16,0 9-30 0,0 0-19 0,-1-8-43 15,1 8-39-15,0 0-23 0,0 0-37 0,0 0-18 16,0 0-44-16,9-1-49 0,-9 1-50 16,0 0-60-16,14 12-65 0,-6-3-72 0,1 0-68 15,1 0-187-15,0 0-480 0,-1 0 213 0</inkml:trace>
  <inkml:trace contextRef="#ctx0" brushRef="#br0" timeOffset="118967.08">5150 14943 45 0,'0'0'432'0,"0"0"23"0,0 0 6 0,0 0 4 16,-9-20-11-16,9 20-6 0,-1-6-10 0,1 6-21 15,0 0-23-15,-3-10-28 0,3 10-35 0,0 0-37 16,0 0-30-16,0 0-21 0,0 0-26 0,0 0-26 16,0 0-19-16,0 0-15 0,0 0-15 0,17 3-19 15,-17-3-14-15,9 10-7 0,-4-3-15 0,-1 1-6 16,-1-2-12-16,1 3-4 0,0 1-26 0,0 0-18 15,-2 0-25-15,1 0-18 0,-2-1-22 0,-1-2-14 16,0-7-18-16,-1 14-12 0,0-8-6 0,1-6-5 16,-3 11-1-16,2-6 6 0,1-5 13 0,-4 6 11 15,4-6 2-15,0 0 8 0,0 0 9 0,0 0 7 16,0 0 7-16,0 0 17 0,-13-14-1 0,13 14 5 16,3-14 7-16,-3 14 2 0,8-17 1 0,-5 7-3 15,6 3 6-15,-1-3 1 0,0 2-1 0,2-1 7 16,-1 0-3-16,1 2-2 0,1 2-1 0,0-1 3 15,-2 2 0-15,2 1-1 0,-2 1-2 0,1 2 3 16,-10 0-4-16,16 2 0 0,-10 0 3 0,2 2-3 16,-2-3 3-16,0 5-1 0,2-1 2 0,-3 2 0 15,0-2-4-15,-2 0 3 0,1 1-3 0,0-1 4 16,-1 2-1-16,-3-7-2 0,4 11 3 0,-1-5 1 16,-3-6-2-16,2 8-4 0,-2-8-4 0,2 8 15 15,-2-8-1-15,0 0 2 0,4 3-5 0,-4-3 1 16,0 0-1-16,0 0 2 0,0 0 1 0,11-14 0 15,-6 10-3-15,-1-2 2 0,-4 6-1 0,9-9 2 16,-5 3 4-16,0 2 8 0,1-1 6 0,-5 5-1 16,10-9 5-16,-6 8 1 0,-4 1-3 0,6-6 0 15,-6 6-5-15,3-7-4 0,-3 7-3 0,0 0-4 16,0 0-4-16,9 0 4 0,-9 0-2 0,0 0 2 16,7 9-3-16,-7-9-1 0,7 7-2 0,-6-2 0 15,-1-5-2-15,1 11-1 0,1-5 3 0,-1 2-2 0,0-2 0 16,-1-6 1-16,5 13 6 0,-2-8-8 15,-2 1 3-15,-1-6-1 0,6 10 3 0,-1-6-1 16,-1 0-4-16,4-2 6 0,-1 2 1 0,5-2 0 16,1 0-2-16,1-4-4 0,0 1 6 0,5-5-3 15,-6 2 5-15,11-6-5 0,-5 2-1 0,-1 0 0 0,2-1 2 16,-4-1-1-16,-2 1-2 0,-3-1 3 16,0-1 1-16,-3 4 5 0,-3-2 10 0,-1 5 7 15,1-3-7-15,-4 2 1 0,-1 5-5 0,3-10-3 16,-3 10-2-16,-8-8-3 0,8 8 1 0,-12-3-2 0,1 3-1 15,1 0-4-15,-1 1 4 0,-1 5-5 0,0-1 0 16,-1 0 3-16,4 3-6 0,0-2-3 16,0 0 4-16,1 4 0 0,0-3-1 0,3 1 1 15,1 0 0-15,3-2 4 0,-1 2 5 0,2-8-6 16,4 13 1-16,0-4 1 0,5-2-1 0,2-1-5 0,5 2-7 16,2-3-17-16,0 0-10 0,3-1-27 0,1-1-30 15,-3-1-36-15,4-4-53 0,5 2-52 0,-6-1-52 16,-1 0-72-16,8-4-78 0,-2-1-367 15,1 2-866-15,0-4 383 0</inkml:trace>
  <inkml:trace contextRef="#ctx0" brushRef="#br0" timeOffset="119357.63">6471 14599 357 0,'4'-10'456'0,"-1"2"6"0,-1-2-13 16,1 5-11-16,-3 5-11 0,0-13-15 0,0 13-30 0,1-9-15 15,-1 9-32-15,0-10-17 0,0 10-20 0,-3-7-21 16,3 7-13-16,0 0-22 0,-3-8-24 0,3 8-17 16,0 0-19-16,-5-5-17 0,5 5-21 0,0 0-6 15,0 0 1-15,0 0 16 0,-16 13 4 0,10-3-7 16,-2 5 9-16,1-1-5 0,-1 3 4 0,-1 2-8 15,-4 4-4-15,0 4-9 0,-2 0-7 0,2 2-126 16,-2 1-6-16,2 2 0 0,-3 0 0 0,1-1 0 16,0 2 0-16,1-1 0 0,0 1 0 0,2-2 0 15,1 3 0-15,1-2 0 0,2-3 0 0,6 1 0 16,0 1 0-16,9-1 0 0,4 0 0 0,3-2 0 16,7 0 0-16,3-1 0 0,0-3 0 0,17 9 0 15,-13-10 0-15,10 7 0 0,-8-11-101 0,-3-1-191 16,-2-4-45-16,4 0-63 0,-3 0-53 0,-7-4-55 15,-1-7-57-15,-1 1-358 0,2-3-999 0,-7-1 442 16</inkml:trace>
  <inkml:trace contextRef="#ctx0" brushRef="#br0" timeOffset="120107.43">6755 14751 128 0,'0'0'303'0,"0"-7"-1"0,0 7-2 0,0 0 7 15,4-12-6-15,-3 7 13 0,-1 5 0 0,4-7 1 16,-4 7-2-16,1-7-6 0,-1 7 1 0,0-8-3 15,0 8-6-15,1-9-5 0,-1 9-10 0,2-8-9 16,-2 8-9-16,0 0-8 0,1-10-9 0,-1 10-17 16,0 0-12-16,0 0-19 0,3-7-27 0,-3 7-10 15,0 0-26-15,0 0-15 0,0 0-11 0,0 0-19 16,0 0-4-16,0 0-1 0,0 0 2 0,9 24-5 16,-9-12 2-16,1 1-3 0,-1 3-4 0,1 0 17 0,-2 3-11 15,1 0-6-15,-1 0-7 0,-2 0-20 16,2 6-53-16,-3-5 0 0,-1 3 0 0,0-2 0 15,1-4 0-15,-1 4 0 0,0-5 0 0,2 3 0 16,-2-1 0-16,4-3 0 0,1 0 0 0,-3-3 0 0,4 0 0 16,1-1 0-16,-1-1 0 0,3-1 0 0,1 1 0 15,0-2 0-15,3 0 0 0,1 0 0 0,0-2 0 16,2-1 0-16,-1 0 0 0,-1-1 0 16,3-1 0-16,-2-1-61 0,0-2-139 0,-1 2-32 0,-1-2-31 15,1-2-35-15,2 0-44 0,-3-3-23 0,-2 1-29 16,1 0-31-16,3-2-29 0,-2 0-32 0,-5-1-293 15,4-1-843-15,-2 0 373 0</inkml:trace>
  <inkml:trace contextRef="#ctx0" brushRef="#br0" timeOffset="120341.79">6719 14968 107 0,'-6'-4'483'16,"-1"2"18"-16,7 2 10 0,-10-5-5 0,10 5-13 0,-7-4-9 15,7 4-23-15,-6-3-27 0,6 3-25 0,-6-5-37 16,6 5-37-16,0 0-41 0,0 0-16 0,0 0-33 16,10-14-26-16,-2 11-18 0,0-2-29 0,2 2-14 15,1 0-27-15,2-1-2 0,4 1-17 0,-3-1 1 16,3 0-33-16,0 1-30 0,-4 3-24 0,5-3-38 16,0 2-49-16,-5 1-28 0,1 0-45 0,0-2-46 15,1-1-62-15,-1 3-47 0,-2 3-42 0,-1-3-46 16,-1 2-60-16,1-2-50 0,-4 3-291 0,1-2-843 15,-2 1 374-15</inkml:trace>
  <inkml:trace contextRef="#ctx0" brushRef="#br0" timeOffset="120748.39">7042 15136 219 0,'0'0'445'15,"0"0"13"-15,0 0-7 0,0 0 0 0,0 0-6 16,0 0-11-16,0 0-10 0,0 0-12 0,0 0-21 16,0 0-15-16,0 0-12 0,0 0-15 0,0 0-29 15,3-24-20-15,-3 24-13 0,0 0-23 0,3-5-15 16,-3 5-27-16,0 0-24 0,0 0-21 0,0 0-17 15,0 0-23-15,0 0-15 0,0 0-14 0,0 0-4 16,0 0-15-16,0 0-6 0,11 14-13 0,-9-7-8 16,-1 1-42-16,2-2-20 0,0 3 0 0,-3 1 0 15,3 2 0-15,-2-2 0 0,0 2 0 0,-1-2 0 16,0 2 0-16,1-2 0 0,-1-1 0 0,-1 0 0 16,1 1 0-16,0-10-22 0,-2 12-86 0,2-12-15 15,-3 11-13-15,3-11-8 0,0 8-14 0,0-8-3 0,1 7-7 16,-1-7-17-16,0 0-27 0,0 0-31 15,0 0-27-15,0 0-28 0,0 0-33 0,0 0-45 16,17-16-38-16,-13 6-47 0,0 0-270 0,1-2-791 16,1-2 351-16</inkml:trace>
  <inkml:trace contextRef="#ctx0" brushRef="#br0" timeOffset="120982.7">7117 14950 256 0,'0'-8'423'0,"0"8"1"0,0 0-9 16,1-8-5-16,-1 8-7 0,0 0-12 15,0 0-12-15,0-9-19 0,0 9-31 0,0 0-20 16,0 0-28-16,0 0-28 0,0 0-24 0,0 0-37 16,-3-8-11-16,3 8-19 0,0 0-29 0,0 0-35 0,0 0-45 15,0 0-44-15,0 0-44 0,0 0-45 0,0 0-45 16,0 0-54-16,0 0-37 0,0 0-53 15,0 0-60-15,0 0-61 0,0 0-289 0,20 12-733 16,-20-12 325-16</inkml:trace>
  <inkml:trace contextRef="#ctx0" brushRef="#br0" timeOffset="121451.34">7349 14670 340 0,'0'0'441'0,"-1"-18"-4"0,1 12-4 0,0 6-4 15,-3-10 3-15,3 10-2 0,0-11-8 0,0 11-10 16,-1-5-21-16,1 5-21 0,0 0-20 0,0 0-24 0,-1-12-32 16,1 12-30-16,0 0-43 0,0 0-8 0,0 0-21 15,2-5-24-15,-2 5-18 0,0 0-12 0,15 14-12 16,-5 0-12-16,2-2-6 0,4 6 6 16,3 3-18-16,-1 3 0 0,0 0-4 0,0 3-7 0,-2 2-13 15,3 3 4-15,-6-2-2 0,0 2-5 0,-4 1-16 16,-1-1 13-16,-3 1-12 0,-2 0-11 0,-5-1-43 15,-2-2 0-15,-1 1 0 0,-3-1 0 0,-6 0 0 16,3 1 0-16,-6-2 0 0,1-1 0 0,-5-2 0 16,1-1 0-16,-3 2 0 0,0-5 0 0,0 1 0 15,1-3 0-15,2-2-22 0,4-4-123 0,1-2-15 16,5-4-26-16,0-1-24 0,1 1-23 0,3-4-22 16,2-1-37-16,1 2-33 0,3-5-74 0,0 0-44 15,0 0-43-15,0 0-354 0,0 0-909 0,0 0 403 16</inkml:trace>
  <inkml:trace contextRef="#ctx0" brushRef="#br0" timeOffset="121746.13">7899 15127 22 0,'0'0'395'0,"1"-11"-7"0,-1 4 3 0,0 7-7 0,3-11-22 16,-3 11-21-16,1-10-23 0,-1 10-9 0,0-6-12 15,0 6-21-15,0 0-17 0,1-11-28 0,-1 11-18 16,0 0-27-16,3-8-21 0,-3 8-15 0,7-6-20 16,0 4-16-16,-7 2-14 0,16-2-24 0,-7 1-28 0,3 1-28 0,-12 0-31 0,18-2-28 15,-10 2-39-15,3 2-45 0,-1-1-33 0,-3 0-32 16,0 1-38-16,0 0-40 0,-1 2-41 0,0-3-28 15,-6-1-240-15,8 8-622 0,-8-8 275 0</inkml:trace>
  <inkml:trace contextRef="#ctx0" brushRef="#br0" timeOffset="121936.08">7853 15208 330 0,'0'0'431'0,"-9"1"43"0,9-1 21 0,-7 4 1 16,7-4-16-16,0 0-30 0,0 0-36 0,0 0-34 15,0 0-30-15,0 0-36 0,0 0-38 0,0 0-25 16,22-13-21-16,-13 13-21 0,3-2-26 0,-1 1-17 16,3-1-19-16,-2 2-14 0,2 0-28 0,0 0-34 15,-2 0-51-15,3 0-58 0,2 0-59 0,-5-2-68 16,2 1-74-16,-1 1-66 0,-13 0-76 0,23-3-83 16,-12 1-322-16,0-2-852 0,3 1 377 0</inkml:trace>
  <inkml:trace contextRef="#ctx0" brushRef="#br0" timeOffset="128679.8">8765 14775 201 0,'0'0'466'0,"-6"-6"-2"15,6 6-13-15,0-9-11 0,0 9-12 0,-3-9-19 16,3 9-3-16,-1-12-13 0,-1 7-5 0,2 5-16 16,-3-12-10-16,3 12-27 0,-3-9-12 0,3 9-21 0,0 0-30 15,0-10-15-15,0 10-22 0,0 0-25 16,0 0-26-16,-1-7-17 0,1 7-23 0,0 0-16 15,0 0-15-15,0 0-10 0,0 0-9 0,0 0-18 16,0 0-2-16,0 0-8 0,-1 35-6 0,2-19-6 0,-1-1-1 16,-1 3-10-16,1 2 1 0,-1-1-2 0,-1 5-10 15,1 0-32-15,-2-4 0 0,2-1 0 16,-1 0 0-16,0-1 0 0,-2 1 0 0,3 1 0 16,-4-2 0-16,4-3 0 0,-2 3 0 0,1-2 0 0,-1-2 0 15,1-2 0-15,2-1 0 0,-2 1 0 0,0-3 0 16,0-3 0-16,2-6 0 0,0 13 0 0,-2-7 0 15,2-6 0-15,0 10 0 0,0-10 0 16,-1 8 0-16,1-8 0 0,0 0 0 0,0 0 0 0,-2 9 0 16,2-9-1-16,0 0-120 0,0 0-47 0,0 0-67 15,0 0-81-15,0 0-99 0,0 0-84 0,0 0-95 16,20-22-380-16,-14 12-1055 0,0 0 466 0</inkml:trace>
  <inkml:trace contextRef="#ctx0" brushRef="#br0" timeOffset="129007.86">8470 14693 300 0,'-8'-11'468'0,"-1"4"-3"0,2 1-3 15,3-1-10-15,-4 2-12 0,-1-2-9 0,5 3-10 16,4 4-14-16,-4-9-29 0,0 4-3 0,4 5-26 15,0 0-20-15,-4-11-43 0,4 11-23 0,1-8-43 16,-1 8-3-16,13-8-24 0,0 3-20 0,8-1-19 16,6 3-14-16,2-5-19 0,3 2-8 0,0 2-11 15,5 1-12-15,2 0-12 0,1 0 4 0,12-2-12 16,-1-2-13-16,-14 0-2 0,1 4-2 0,-2 0-7 16,-1-2 3-16,-8 2-10 0,-7 2-9 0,-7-2-8 15,5 2-9-15,-5 0-32 0,-2-2-23 0,0 3-40 16,-11 0-17-16,12 0-39 0,-12 0-43 0,8 3-39 15,-8-3-58-15,6 1-61 0,-6-1-46 0,0 0-51 16,3 8-54-16,-3-8-383 0,0 0-945 0,-9 19 418 16</inkml:trace>
  <inkml:trace contextRef="#ctx0" brushRef="#br0" timeOffset="129351.52">8888 14976 461 0,'0'0'499'0,"0"0"-5"0,0 0-14 0,0 0-11 16,0 0-26-16,0 0-23 0,0 0-25 0,0 0-21 16,0 0-20-16,13-19-21 0,-13 19-29 0,5-5-42 0,-5 5-12 15,0 0-26-15,6-4-29 0,-6 4-17 16,0 0-26-16,0 0-9 0,0 0-16 0,0 0-21 15,13 7-20-15,-13-7 7 0,4 5-17 0,-2 3-2 16,1 0-14-16,-2 2 0 0,2-1-4 0,-2 1-7 0,-1 0-17 16,0 1 8-16,0 1-6 0,0-1-6 0,-1-2-2 15,0 1-14-15,2 0-19 0,-2-3-4 16,-1 0-9-16,2-7-21 0,-1 11-18 0,1-11-26 16,0 10-25-16,0-10-19 0,-3 8-21 0,3-8 1 0,0 0-24 15,0 0-54-15,0 0-61 0,0 0-53 0,0 0-69 16,0 0-69-16,0 0-306 0,0 0-851 0,14-28 376 15</inkml:trace>
  <inkml:trace contextRef="#ctx0" brushRef="#br0" timeOffset="129538.98">8928 14873 81 0,'1'-11'488'0,"-1"11"12"0,1-7 6 16,-1 7-17-16,0 0-27 0,0-9-38 0,0 9-41 0,0 0-39 15,1-7-37-15,-1 7-49 0,0 0-46 0,0 0-60 16,0 0-52-16,0 0-47 0,0 0-65 0,0 0-66 16,0 0-78-16,0 0-75 0,22 14-81 15,-17-8-68-15,-1 1-219 0,4 0-648 0,1 0 287 0</inkml:trace>
  <inkml:trace contextRef="#ctx0" brushRef="#br0" timeOffset="130148.2">9067 14984 288 0,'0'0'506'0,"0"0"9"0,0 0 0 0,0 0-11 15,4-16-16-15,-4 16-24 0,0 0-27 0,0 0-27 16,4-8-39-16,-4 8-40 0,0 0-30 0,0 0-34 16,0 0-26-16,0 0-28 0,0 0-27 0,0 0-15 15,0 0-14-15,0 0-16 0,6 22-20 0,-3-14-7 16,-2 2-19-16,-1 0-13 0,1-1-23 0,-1 2-27 15,-1-4-22-15,1 3-23 0,-3-2-13 0,2 0-14 16,0-2-14-16,1-6-16 0,-2 14 0 0,2-14-6 16,-1 9 2-16,0-4 13 0,1-5 3 0,0 0 7 15,-3 6 16-15,3-6 5 0,0 0 1 0,0 0 7 16,0 0 8-16,0 0 4 0,0 0 3 0,0 0 1 16,7-20 6-16,-3 12 1 0,-1 1 10 0,3-2-4 15,0 3 2-15,-2-3 2 0,1 3 1 0,0 2 5 16,-1-2-1-16,0 1 1 0,0-1-1 0,2 3 1 15,-6 3 0-15,7-5-1 0,1 2-3 0,-8 3-1 16,9-3-1-16,-9 3-5 0,12 2-8 0,-12-2 8 16,10 5-3-16,-5-2 3 0,-1 0 0 0,-4-3-3 15,9 9 3-15,-7-3-10 0,3 0 8 0,-5-6 1 16,6 11-3-16,-4-6 1 0,-1 0-2 0,3 0 2 16,1 0-1-16,-5-5 1 0,3 6 0 0,-3-6 0 15,5 7 0-15,-5-7 5 0,0 0 1 0,0 0 4 16,0 0 2-16,0 0 2 0,0 0 0 0,0 0 8 15,0 0 9-15,0 0-5 0,4-17 4 0,-4 17 4 16,2-11 16-16,1 5-12 0,-1-1 2 0,1 1-6 16,-3 6 5-16,5-9-4 0,0 4-3 0,-5 5-5 15,5-8-1-15,0 7 0 0,-5 1-8 0,7-5-9 16,-7 5 2-16,0 0-4 0,8-1-1 0,-8 1-2 16,0 0-4-16,10 5 1 0,-10-5-5 0,2 5 6 15,-2-5 2-15,4 8-6 0,-4-8 5 0,1 8-4 0,-1-8-26 16,4 8-21-16,-2-3-26 0,-2-5-37 15,2 10-35-15,-2-10-40 0,1 9-44 0,-1-9-49 16,6 9-42-16,-2-6-47 0,0 2-56 0,-4-5-41 16,11 3-307-16,-11-3-831 0,11 0 368 0</inkml:trace>
  <inkml:trace contextRef="#ctx0" brushRef="#br0" timeOffset="130594.39">9425 15008 27 0,'0'0'332'0,"0"0"5"0,0 0 4 16,0 0-7-16,0 0 1 0,0 0-9 0,0 0-20 16,2-7 2-16,-2 7-16 0,0 0-16 15,0 0-21-15,0 0-21 0,0 0-15 0,0 0-25 16,0 0-25-16,0 0-19 0,0 0-13 0,0 0-15 0,0 0-10 16,0 0-15-16,0 0-11 0,0 0-7 0,0 0-7 15,0 0-8-15,0 0-4 0,0 0-3 0,0 0-4 16,0 0 0-16,13 12-1 0,-13-12-4 15,6 3-2-15,-6-3-2 0,12 0-2 0,-2 0-1 0,0 0-5 16,2 0 2-16,2-2 6 0,3-2 9 0,-6 0 5 16,-1-1 0-16,2-1 1 0,-1 1 0 0,0 2 1 15,-4-2 13-15,1 1 6 0,-1-3-1 0,-1 6-3 16,-2-3-4-16,-4 4 0 0,3-7-5 0,-3 7-12 16,2-7-3-16,-2 7-10 0,0 0-5 0,-9-9-5 15,9 9-5-15,-11-4-6 0,4 3-2 0,-3 1 2 16,-1 0-7-16,0 1-2 0,2 3-2 0,-1-1-3 15,-3 4-1-15,1 0 1 0,2-1-1 0,-1 1 0 16,2 1-3-16,1 0 0 16,3 0 3-16,-4 1-12 0,5-1 9 0,-1 1 3 15,4-2 1-15,1 2 1 0,0-9-4 0,1 14 7 16,3-8-5-16,0-1 1 0,6 3-10 0,0-2-3 16,2-2-11-16,4-1-13 0,2 1-24 0,1-1-38 15,4-3-38-15,4-1-45 0,1 1-54 0,-10-3-59 16,10 1-67-16,-7-1-72 0,-1 0-71 0,1-3-295 15,-1 1-861-15,-3 0 381 0</inkml:trace>
  <inkml:trace contextRef="#ctx0" brushRef="#br0" timeOffset="131375.44">10262 14705 73 0,'0'0'344'0,"-1"-10"8"0,1 10 36 0,1-16-5 16,-2 11 8-16,1 5 4 0,1-9-1 0,-1 9-3 15,0 0-11-15,0-11-11 0,0 11-16 0,0 0-22 16,0 0-29-16,4-5-26 0,-4 5-15 0,0 0-39 0,0 0-25 15,0 0-25-15,0 0-11 0,0 0-20 16,0 0-17-16,0 0 0 0,0 0 5 0,1 28-16 16,-1-16 11-16,0 2-16 0,-1 2-4 0,-3 3-12 15,4 6-5-15,-1-6-9 0,-1 8-2 0,-2-2-14 0,3 1-12 16,-1-6-7-16,-1-1 27 0,0 6-10 0,1-7-4 16,1 0-8-16,-1 0-3 0,-2-1-9 15,2-1-24-15,0-1-17 0,0-3-23 0,2-1-26 0,-1-1-28 16,1 0-30-16,0-2-41 0,3-2-31 0,-3-6-34 15,0 10-41-15,0-10-31 0,3 9-33 0,-3-9-40 16,0 0-62-16,4 2-61 0,-4-2-337 16,0 0-891-16,0 0 394 0</inkml:trace>
  <inkml:trace contextRef="#ctx0" brushRef="#br0" timeOffset="131922.2">10023 14813 380 0,'-3'-8'481'0,"-2"-1"6"0,-1 2 1 0,2-2-16 16,1-1-25-16,1 1-20 0,-1-2-28 0,3 0-24 15,2 0-30-15,0-4-38 0,2 3-24 0,0 0-18 16,2-3-17-16,2-2-22 0,1 5-17 0,2-2-38 16,3-1-7-16,0 2-11 0,4 2-18 0,-1 0-14 15,10 3-23-15,-7 1-1 0,7-2-8 0,1 4-9 16,3-2-14-16,-1 6-1 0,2 1-14 0,2 1-5 15,-1-2-3-15,0 5 1 0,-1 1-9 0,0 2-7 16,-3 0 4-16,-2 6-7 0,0-4-3 0,-13 1-8 16,1-3 2-16,-6 4-3 0,-1-3-3 0,-1 3-8 15,-1-1 5-15,-6 3-1 0,0-1-2 0,-3 5 4 16,-7-3-3-16,0 3 4 0,-4-2 0 0,-5 3 3 16,-4 1-10-16,-3-1 5 0,-1-2-1 0,-2-1 3 15,4-2-11-15,-1-3 9 0,5-4 1 0,1 0-13 16,3-1 17-16,3-2 1 0,4-2 2 0,0-1 10 15,1 2 9-15,0-4 8 0,9 2 10 0,0 0 7 16,-14-2-3-16,14 2 0 0,-8-3-17 0,8 3 3 16,0 0-8-16,-4-7-6 0,4 7-11 0,0 0 8 15,0 0-6-15,0 0-7 0,0 0-7 0,18-4 2 16,-18 4-3-16,18 5 0 0,-5 1-9 0,-4 1 8 16,2 0-4-16,5 4 5 0,-2 1 6 0,-3 2-14 15,1-3 1-15,2 5-1 0,-5-3 6 0,2 1-1 16,-2 0-6-16,-3-3 9 0,4 3-10 0,-5-2 4 15,1 3 2-15,-1-3 0 0,-2-1-17 0,-1-1-19 0,2 0-15 16,0 0-11-16,0-5-20 0,-3 2-19 16,2 0-25-16,-1-2-27 0,-2-5-28 0,5 10-25 15,-2-6-31-15,2 0-45 0,0 0-48 0,-5-4-46 16,12 3-59-16,-2-3-54 0,-10 0-342 0,16-3-899 16,-2 0 399-16</inkml:trace>
  <inkml:trace contextRef="#ctx0" brushRef="#br0" timeOffset="132437.7">10714 15034 188 0,'0'0'410'0,"0"0"2"0,0 0-7 15,0 0-27-15,0 0-18 0,0 0-27 0,0 0-14 16,-13-11-17-16,13 11-19 0,0 0-22 0,0 0-25 0,0 0-22 15,0 0-23-15,0 0-18 0,0 0-19 0,-7-3-17 16,7 3-17-16,0 0-11 0,0 0-15 16,0 0-11-16,0 0-8 0,0 0-8 0,0 0-3 15,0 0-9-15,0 0-4 0,0 0-3 0,0 0-4 0,0 0-2 16,0 0-2-16,15 14 0 0,-15-14-4 0,12 4 0 16,-4-3-5-16,-1-1-7 0,-7 0 3 0,18 0 2 15,-9-1 1-15,1-2 5 0,-4 2 6 16,1-2 2-16,0 0 4 0,1-1 5 0,-3 0 1 0,0-1 0 15,2-1-1-15,-2 0 1 0,-5 6 0 0,2-12-3 16,-2 12-4-16,-1-10-4 0,1 10-6 0,-6-11-8 16,2 5-4-16,-1 2-3 0,5 4-3 0,-12-5 1 15,4 2-2-15,-3 1 1 0,0 2 0 0,-1 0-3 16,1 2-2-16,0 2-5 0,0-1 0 0,-1 2 0 16,1 2 0-16,-2 0-3 0,4 1-4 0,1-1 1 15,1 2-1-15,-1 1 2 0,2 0 0 0,-1-1-10 16,3-1 7-16,2 2-5 0,0-1-11 0,-1 0-2 15,3 1-5-15,0-10-2 0,5 15-3 0,-3-7-5 16,5-1-5-16,-2-1-2 0,1 2-10 0,5-2-8 16,-2 1-12-16,1-4-14 0,4 1-10 0,1 1-11 15,4-2-19-15,2-2-12 0,7-1-37 0,-9-1-19 16,1-2-28-16,1 1-21 0,-1-2-23 0,1 0-33 16,-2-2-35-16,2 0-25 0,-5 0-271 0,2-1-680 15,0 0 301-15</inkml:trace>
  <inkml:trace contextRef="#ctx0" brushRef="#br0" timeOffset="133125.04">11033 15017 77 0,'0'0'418'0,"0"0"7"15,-2-8-5-15,2 8-21 0,0 0-10 0,0 0-23 16,4-10-17-16,-4 10-21 0,1-8-26 0,-1 8-28 15,4-5-29-15,-4 5-22 0,6-6-25 0,1 2-17 16,-3-1-24-16,-4 5-12 0,12-3-21 0,-1 3-11 0,-1-2-9 16,-10 2-11-16,18 2-12 0,-8 1-7 15,0-1-21-15,-2 1 5 0,0 2-9 0,-2-2-2 16,-1 2-8-16,4-2-2 0,-4 2-7 0,-1 0-3 16,-1 2-5-16,0-1 1 0,-3-6-2 0,-2 14-4 15,1-8-1-15,-5 3 1 0,2-1-1 0,-4-1 3 16,-2 3-4-16,-2-2-6 0,-3 0-6 0,2-4 1 15,-1 3 1-15,0-1-1 0,1-1 0 0,0-3 1 16,4-1 3-16,2 0 3 0,7-1 1 0,-16-2-3 16,10 0 0-16,1-2 1 0,5 4 3 0,-6-10 0 0,5 4-2 15,1-3-4-15,3-2 0 0,-1 1-6 16,2 0-3-16,0-2 7 0,3 3-1 0,-1 2 0 16,3-1 1-16,-4-2-4 0,4 4-6 0,-3 1 8 15,3 1-7-15,1 0-3 0,-3 2 3 0,5 0-4 0,-1 4 7 16,-1-1-4-16,-3 0-1 0,4 4 2 0,-3-2 4 15,2 3-2-15,-1 0 0 0,-2 2 1 16,0 1 2-16,-2 1 4 0,0-1 3 0,-1 3-2 16,-2 1 0-16,1-2 2 0,-2 4 1 0,-1-2 5 0,-1 5-2 15,-2-2 3-15,1-1 2 0,-3 2 0 0,1-3-1 16,-1 3-1-16,0-3-4 0,1 3-5 0,-1-2 5 16,2-5 1-16,1 2-4 0,-5 4 0 0,5-3 2 15,-2-4-2-15,0 1 0 0,4 1-1 0,-3-2-1 16,1-1 3-16,1-2-2 0,1-6-1 0,-2 12-1 15,2-12-3-15,0 9 9 0,0-9 0 0,0 0-2 16,3 9 9-16,-3-9 11 0,5 6 10 0,-5-6 6 16,7 4 18-16,-1-3 5 0,-6-1 13 0,13-1-4 15,-3-1 8-15,-1 0 6 0,4-2 0 0,2-2-7 16,2 1 3-16,1 1-10 0,-1 1-7 0,2-4-2 16,-2 0-12-16,0 1-5 0,-2-1-3 0,-1 2-3 15,-1 1-9-15,3-2-1 0,-4 3-1 0,-2-2-12 16,2 0-2-16,-2 3-39 0,-4-2-31 0,2 1-40 15,-8 3-39-15,10-3-61 0,-10 3-37 0,8 0-62 16,-8 0-75-16,4-5-57 0,-4 5-90 0,4-8-413 16,-4 8-1000-16,0-10 442 0</inkml:trace>
  <inkml:trace contextRef="#ctx0" brushRef="#br0" timeOffset="133515.57">11491 15050 296 0,'3'-7'417'0,"-3"7"1"0,5-8-20 15,-5 8-16-15,4-5-21 0,-4 5-27 0,4-5-22 16,-4 5-29-16,5-8-26 0,-5 8-27 0,6-5-22 16,-6 5-22-16,8-3-18 0,-1 2-17 0,-7 1-17 15,12-2-13-15,-1 4-12 0,-11-2-11 0,18 2-9 16,-9 0-6-16,3 0-11 0,-1 0-9 0,-6 2-7 15,1 0-6-15,1 1-9 0,0-1 0 0,-3 0-5 16,-1 2-7-16,1 0-2 0,-2 0 0 0,0 2 1 16,-2-8 0-16,-2 15 0 0,-2-7 0 0,-1 2-2 15,-3-2-4-15,1 0 1 0,-7 0-1 0,-1 0-3 16,-2 0 1-16,4-3-3 0,2 0 6 0,0-1-10 16,0-1 7-16,4 0 0 0,-1-2 0 0,8-1 5 0,-12 2 6 15,12-2-2-15,-10-4-4 0,10 4-4 16,-5-9-3-16,5 9-4 0,-1-14-14 0,3 7-22 15,2-5-18-15,-1 3-21 0,3-3-30 0,1 2-22 16,4-4-43-16,-7 3-45 0,6 2-42 0,-1-2-47 0,0-1-48 16,5 0-44-16,-5 2-295 0,-1 0-734 15,1 1 326-15</inkml:trace>
  <inkml:trace contextRef="#ctx0" brushRef="#br0" timeOffset="133812.37">11648 14796 327 0,'-2'-8'348'0,"2"8"26"0,-4-17 22 16,0 9-2-16,3 1 4 0,-1 1-3 16,0 0 1-16,2 6 2 0,-6-14 3 0,3 11-12 15,3 3-8-15,-1-9-17 0,1 9-23 0,0 0-28 0,-3-8-33 16,3 8-33-16,0 0-17 0,0 0-30 0,0 0-15 16,0 0-13-16,0 0 0 0,0 0 13 0,0 31-2 15,0-19-13-15,2 6-23 0,-1 2-2 16,0-1-10-16,2 8-13 0,-2-1-119 0,-1-7-3 0,-1 8 0 15,1-2 0-15,0-6 0 0,0 1 0 0,0-2 0 16,0 2 0-16,-3-3 0 0,3 0 0 0,0-5 0 16,0 2 0-16,0-2 0 0,0-3 0 0,1 0 0 15,1-1 0-15,-2 1 0 0,2-2-214 0,0-1-56 16,0 0-25-16,-2-6-39 0,7 8-38 0,-1-7-36 16,-6-1-45-16,0 0-70 0,10-1-364 0,-10 1-962 15,8-11 426-15</inkml:trace>
  <inkml:trace contextRef="#ctx0" brushRef="#br0" timeOffset="134390.37">12655 14703 329 0,'2'-5'386'0,"-2"-3"4"0,2 0-17 15,-2 8-2-15,0-13-10 0,0 13-12 0,0-10-11 16,0 10-14-16,0 0-15 0,-2-9-16 0,2 9-20 0,0 0-25 16,0 0-18-16,-4-7-30 0,4 7-15 0,0 0-18 15,0 0-11-15,0 0-2 0,0 0-10 16,0 0 8-16,-16 18 8 0,9-8 2 0,1 6-13 0,-1-1 1 15,1 2 12-15,-2 8-4 0,6 0-15 0,-3-2-7 16,3 7-6-16,-2-2 1 0,4 2-16 0,-4 0-1 16,1-1-10-16,1 3-8 0,0-1-7 15,-2 0-12-15,-4 0-4 0,4 0-9 0,-1-1-2 0,-3 0-9 16,3-2-4-16,-2-3-1 0,-2 3-14 0,5-4-34 16,-3 1 0-16,3-8 0 0,-4 0 0 0,6-2 0 15,0-4 0-15,-2-1 0 0,0-1 0 0,3-2 0 16,1-7 0-16,1 10 0 0,-1-10-8 0,-1 8-75 15,1-8-15-15,0 0 3 0,1 6-35 0,-1-6-49 16,0 0-47-16,0 0-58 0,0 0-61 0,0 0-49 16,0 0-64-16,0 0-62 0,12-15-376 0,-12 15-970 15,-4-17 430-15</inkml:trace>
  <inkml:trace contextRef="#ctx0" brushRef="#br0" timeOffset="134628.43">12313 15159 153 0,'-2'-6'407'0,"-2"1"41"0,4 5 16 16,-7-11 33-16,2 8 9 0,5 3-10 0,-6-8-18 16,6 8-15-16,-3-6-30 0,3 6-11 0,-2-8-31 15,2 8-34-15,0 0-38 0,-2-8-37 0,2 8-26 16,0 0-26-16,7-9-24 0,-1 6-24 0,0-1-18 16,2 2-23-16,5-2-41 0,-1-1-36 0,4 0-38 15,2 0-49-15,-1 1-48 0,3-2-46 0,7 3-51 16,-6-1-56-16,8-1-30 0,-9 2-39 0,9-1-34 15,-8 0-19-15,1 1-17 0,-2 0-17 0,3-2-15 16,-3 1 3-16,-2 1-4 0,2 0-227 0,-4-1-675 16,2 0 299-16</inkml:trace>
  <inkml:trace contextRef="#ctx0" brushRef="#br0" timeOffset="134956.49">12761 14989 1047 0,'7'-2'-59'0,"-7"2"35"16,6-3 31-16,-6 3 25 0,0 0 29 0,4-4 37 16,-4 4 30-16,5-4 26 0,-5 4 21 0,0 0 23 15,7-6 28-15,-7 6 27 0,0 0 20 0,3-6-3 16,-3 6 18-16,0 0-3 0,8-2-4 0,-8 2-10 15,0 0-10-15,5-3-14 0,-5 3-15 0,0 0-23 16,8-2-23-16,-8 2-17 0,0 0-21 0,0 0-10 0,0 0-18 16,14 3-8-16,-12 3-22 0,-2-6 1 15,7 10-6-15,-3-4-9 0,0 2-8 0,2 2-8 16,-4-1-9-16,0-1 0 0,0 3-8 0,-2-2-4 0,0 1-6 16,-2-1 0-16,0-1-2 0,0 2-4 0,-6-1-7 15,2-1-3-15,0-1-6 0,-1 1-4 0,1-2-9 16,0-1-6-16,-1 1-13 0,3-3 3 15,4-3 0-15,-11 4 0 0,11-4-2 0,-12 1-4 0,12-1-13 16,-10-2-16-16,10 2-4 0,-7-5-11 0,5-1-12 16,-3-1-14-16,5 7-7 0,-5-11-1 0,5 0-15 15,-4 6-12-15,4-5-20 0,0 10-7 0,0-12-16 16,2 4-7-16,-2 8-14 0,2-12-19 16,2 7-25-16,-2 1-28 0,6 0-12 0,-1 1-25 0,3 0-18 15,-3 2-212-15,1-2-576 0,-8 3 255 16</inkml:trace>
  <inkml:trace contextRef="#ctx0" brushRef="#br0" timeOffset="135315.44">12873 15011 174 0,'2'-5'373'0,"-2"5"3"0,4-6-6 15,-4 6-8-15,6-5-20 0,-6 5-12 0,8-5-14 16,-8 5-24-16,9-4-17 0,-2 2-19 0,-7 2-17 15,16 0-11-15,-8 0-14 0,4 2-20 0,-3 1-18 16,2-1-9-16,-1 3-18 0,0 0-13 0,-1 2-13 16,-2-1-9-16,4 2-16 0,-6 0-6 0,-1-1-10 15,0 1-8-15,1 1-9 0,-3 0-11 0,0-3-1 16,1 2-5-16,-3 0-8 0,0-8-1 0,-3 12-3 16,3-5-2-16,-4-1-5 0,4-6 2 0,-5 10 0 15,1-5 2-15,4-5-2 0,-4 5 5 0,4-5-9 16,-5 6 27-16,5-6 10 0,0 0 5 0,0 0-3 15,0 0-8-15,0 0-2 0,-4-19-7 0,4 19-4 16,6-17-8-16,1 4-1 0,-3 3-8 0,3-1 1 16,0 0-9-16,2-1-7 0,0 3-14 0,3-3-12 15,-4 3-20-15,1 2-25 0,0 1-39 0,1-1-32 16,2 3-40-16,0-1-55 0,-3 3-45 0,2 0-39 16,-5 2-41-16,-6 0-50 0,17 1-42 15,-11 0-272-15,-6-1-771 0,14 5 342 0</inkml:trace>
  <inkml:trace contextRef="#ctx0" brushRef="#br0" timeOffset="135924.7">13742 15089 211 0,'0'0'394'0,"-3"-5"4"16,3 5-4-16,0 0-15 0,1-12-11 0,-1 12-5 15,0 0-7-15,0-13-14 0,0 13-9 0,2-7-18 16,-2 7-22-16,7-9-21 0,-5 4-21 0,-2 5-21 16,7-7-16-16,-1 2-26 0,-1 2-17 0,2-3-10 15,2 3-22-15,0 0-11 0,2 1-13 0,0 1-12 16,0 1-10-16,1 0-11 0,1 1-9 0,0 0 0 15,-1 2-15-15,5 1-3 0,-3 2-12 0,-5 0-5 0,3-1-3 16,-3 3-5-16,0-2-1 0,-3 1-7 16,2 1-1-16,-6-2-1 0,0 2-5 0,2-1 1 15,-6 1 1-15,0 1-1 0,-2-1 0 0,-4-1-2 16,1 0 1-16,-3 0-2 0,-4 2-1 0,0 0 4 16,-4-1-7-16,0-3 0 0,-2 2 0 0,2-1-2 15,0-2 5-15,4-2-2 0,1 0 5 0,0-1-1 16,-1-1 0-16,5-2 0 0,3 1 8 0,-6-4 4 15,6-2-1-15,-3-1-1 0,5-1 0 0,-4 0-4 0,6-1-3 16,2 1-7-16,0-5-14 0,2 2-22 0,5-3-22 16,-4 2-32-16,8 0-29 0,-1 0-43 15,4 1-45-15,0 0-55 0,6 4-53 0,0-1-42 16,-4 3-44-16,5 0-40 0,-2 0-41 0,-3 2-263 16,5-1-795-16,-8 1 351 0</inkml:trace>
  <inkml:trace contextRef="#ctx0" brushRef="#br0" timeOffset="136268.34">13978 14796 281 0,'-2'-11'412'0,"0"-5"20"0,1 3 13 16,-1 2 1-16,0-1-6 0,2 0 9 0,0-1 2 16,-2 3 3-16,0 0-9 0,2 0 2 15,0 10-16-15,0-14-12 0,0 7-19 0,0 7-21 0,0-11-30 16,0 11-30-16,0-8-30 0,0 8-32 0,0 0-25 15,0 0-28-15,0 0-21 0,0 0-156 0,0 0-27 16,0 0 0-16,0 0 0 0,0 0 0 0,-2 40 0 16,2-20 0-16,-6-1 0 0,4 6 0 15,-4 0 0-15,-1 2 0 0,3 0 0 0,-1 2 0 0,3-1 0 16,-3 0 0-16,0-3 0 0,1 3 0 0,2-5 0 16,0 4 0-16,2-10 0 0,0 2 0 0,4 0 0 15,-2 2 0-15,5-5 0 0,-4-5 0 0,5 5 0 16,-5-7 0-16,3 2 0 0,-1-2 0 0,-1-4-206 15,4 2-105-15,-6-2-27 0,4-3-37 0,-1 2-28 16,-5-4-26-16,12 2-38 0,-12-2-24 0,14-2-21 16,-9-3-265-16,1 0-841 0,-1-4 372 0</inkml:trace>
  <inkml:trace contextRef="#ctx0" brushRef="#br0" timeOffset="136502.68">14064 15092 325 0,'0'0'69'16,"6"-7"42"-16,-2 3 17 0,-4 4 36 0,10-9 24 15,-6 5 26-15,-4 4 22 0,7-5 9 0,-7 5 17 16,7-5 3-16,-7 5 6 0,6-4 5 0,-6 4 11 15,8-4 3-15,-8 4-2 0,0 0-11 0,8-3-9 16,-8 3-13-16,0 0-11 0,0 0-31 0,0 0 10 16,0 0-10-16,9 6-16 0,-9-6-10 0,6 6-15 15,-6-6-15-15,0 10-10 0,5-5-18 0,-2 1-8 16,-3-6-14-16,0 11-11 0,2-4-8 0,-2-7-10 16,0 15-5-16,0-8-11 0,-2 0-11 0,2-7-28 15,-2 12-20-15,2-12-32 0,-3 7-32 0,3-7-38 16,0 9-39-16,0-9-23 0,-3 5-31 0,3-5-24 15,0 0-32-15,0 0-58 0,0 0-61 0,0 0-61 16,0 0-47-16,0 0-240 0,0 0-772 0,8-30 342 16</inkml:trace>
  <inkml:trace contextRef="#ctx0" brushRef="#br0" timeOffset="136674.59">14171 14948 156 0,'2'-7'389'16,"-2"7"23"-16,0 0 0 0,3-6-14 0,-3 6-37 15,0 0-32-15,0 0-38 0,0 0-30 0,0 0-35 16,0 0-40-16,0 0-52 0,0 0-43 0,0 0-49 16,0 0-39-16,0 0-45 0,0 0-46 0,17 10-54 0,-14-5-32 15,1 1-56-15,6-2-23 0,-4 2-23 16,0-1-139-16,1-1-449 0,0-1 199 0</inkml:trace>
  <inkml:trace contextRef="#ctx0" brushRef="#br0" timeOffset="137033.79">14349 14982 152 0,'0'0'239'0,"6"-4"19"15,-1-1 21-15,-5 5 9 0,7-7 16 16,-5 1 10-16,3 3 9 0,-5 3 9 0,4-9 8 16,-4 9 1-16,2-6 3 0,-2 6-4 0,2-7-13 15,-2 7-23-15,0 0-13 0,0 0-35 0,0 0-20 16,0 0-22-16,0 0-26 0,0 0-10 0,0 0-21 0,0 0-13 16,0 0-19-16,-22 13-20 0,15-4-1 15,3-2-9-15,-3 2-12 0,5 2-8 0,-2 0-17 16,-1-1 6-16,0-1-4 0,3 1-10 0,0 0 0 15,2-4-9-15,-1 4 1 0,1-10-9 0,2 13 1 0,-1-7-1 16,6 0-7-16,-5 0 3 0,5-1 0 0,-1 1-5 16,1 0-1-16,4-1-6 0,-6-1-5 15,1 1 3-15,1-1 3 0,-1-2-9 0,0 3 2 16,-6-5 1-16,10 4-8 0,-5-2 4 0,-5-2-5 0,6 3 0 16,-6-3-3-16,6 5 0 0,-6-5-1 0,0 0-1 15,0 0 5-15,0 0 2 0,0 0-1 0,-16 12 4 16,9-10-7-16,-4 2-5 0,2 0-16 15,-4-1-19-15,0 0-17 0,1 1-31 0,-2-2-29 0,1 2-28 16,4-1-22-16,-3-1-50 0,5 0-19 0,7-2-39 16,-11 1-31-16,5 1-36 0,6-2-73 0,0 0-59 15,0 0-289-15,0 0-826 0,0 0 365 0</inkml:trace>
  <inkml:trace contextRef="#ctx0" brushRef="#br0" timeOffset="137658.69">14580 15084 16 0,'5'-6'437'0,"-5"6"29"0,6-7 3 0,-6 7 5 15,2-8 1-15,-2 8-2 0,2-9-8 0,-2 9-14 16,2-7-17-16,-2 7-16 0,1-8-15 0,-1 8-30 16,0 0-34-16,2-5-38 0,-2 5-30 0,0 0-29 15,0 0-32-15,0 0-23 0,0 0-18 0,0 0-19 16,0 0-19-16,0 0-7 0,0 0-17 0,0 0-7 15,0 0-15-15,-1 24-8 0,2-18-7 0,-1 3-5 16,0-9-6-16,-2 19-7 0,2-9-20 0,-1-2-11 16,1 0-5-16,0 2-21 0,-2-2-27 0,2-8-1 15,0 14-23-15,-1-9-11 0,1-5-3 0,0 12-7 16,0-12 2-16,1 8 3 0,-1-8 17 0,3 5 3 16,-3-5 7-16,0 0 8 0,0 0 9 0,0 0-4 15,11 0 5-15,-11 0 7 0,9-11-2 0,-2 4 2 16,2 0 0-16,-2 0 8 0,1-4 13 0,-3 3 14 15,5 2-1-15,-2-2 1 0,-2 2 0 0,2-1 8 16,-4 2 1-16,2 0 4 0,2 1-1 0,-8 4-5 16,9-6-2-16,-5 5-2 0,-4 1-6 0,14-1-5 15,-14 1-3-15,11 3 5 0,-7-1 3 0,4 0-5 16,-2 3-1-16,0 0 3 0,-1 1-7 0,-1-2 0 16,2 2 3-16,-5-1-1 0,3 3 1 0,1-3-4 15,-4 1 0-15,3 1-1 0,-2-2 3 0,-2-5-1 16,3 10-4-16,-3-10 0 0,4 8-5 0,-2-5 2 15,-2-3-6-15,0 0 4 0,4 5 5 0,-4-5-4 16,0 0 1-16,0 0-2 0,0 0 9 0,10 0-4 16,-10 0 4-16,0 0-2 0,9-8-1 0,-5 2 5 15,-4 6-2-15,8-10-6 0,-5 5-3 0,-1-1 10 16,4 0-3-16,-2 0 2 0,-1 1 10 0,0-1 5 16,-3 6 2-16,7-8 1 0,-7 8 3 0,6-7 6 15,-6 7-6-15,4-5-3 0,-4 5-2 0,5-5-2 16,-5 5-1-16,0 0-9 0,9-3 4 0,-9 3 2 15,0 0-9-15,0 0 8 0,12 4-4 0,-12-4 0 0,9 8-23 16,-2-5-26-16,-1 0-35 0,0 2-44 0,-1 1-48 16,5 3-50-16,0-4-55 0,-3 3-70 15,3 0-47-15,-4 0-66 0,3-3-62 0,-3 2-349 16,1-2-939-16,1-2 415 0</inkml:trace>
  <inkml:trace contextRef="#ctx0" brushRef="#br0" timeOffset="138533.44">15060 15113 271 0,'0'0'317'0,"0"0"6"0,0 0 17 0,8-3 11 15,-8 3 1-15,0 0 8 0,0 0 5 0,4-7-1 16,-4 7-7-16,0 0-15 0,5-5-28 16,-5 5-9-16,6-7-18 0,-2 3-19 0,-4 4-18 15,5-5-27-15,-5 5-20 0,7-5-23 0,-7 5-18 0,6-4-14 16,-6 4-19-16,0 0-14 0,9-2-13 0,-9 2-9 15,0 0-8-15,0 0-11 0,12 3-16 0,-12-3-5 16,7 6-3-16,-5-3-3 0,-2-3-6 0,5 8-6 16,-5-8-2-16,0 9-2 0,0-9-7 0,-2 9-6 15,2-9 2-15,-3 12-5 0,0-6 3 0,-2-1-3 16,-1 0-2-16,0 0 2 0,-3 2-9 0,-1-3-5 16,1 2-2-16,-2-4-1 0,-1 2-5 0,2 0 4 15,-1-2 0-15,2 0 5 0,1-2-2 0,8 0 7 16,-13 0-5-16,13 0 3 0,-11-3 2 0,11 3-2 15,-9-9 0-15,9 4-8 0,0 5 1 0,0-12 1 16,0 2 0-16,4 2 3 0,1-1-5 0,2-1 1 16,0 4 0-16,0-3-5 0,-3 3 4 0,4 2 1 15,-1-1 1-15,2 0-1 0,3 1-1 0,-3 2-2 16,-3 0-4-16,3 1 1 0,-9 1 2 0,14 1 0 16,-7 1-2-16,-1 1-10 0,1 1 13 0,1 3 1 15,0-2-3-15,-4 1 0 0,5 1 2 0,-4 1 3 16,0 1-3-16,-1-1 2 0,0-1-2 0,-2 2-9 15,0 1 12-15,-2-2-2 0,0-8-1 0,0 12 4 16,1-7 3-16,-1-5-6 0,2 9-2 0,-2-9 1 16,3 6 1-16,-3-6 4 0,0 0 5 0,3 6-2 15,-3-6 4-15,0 0-3 0,0 0 2 0,0 0-3 16,16-11 3-16,-9 7-1 0,0-3-2 0,0-2-2 16,0 2-7-16,3-2 14 0,1 1 1 0,-2 2 6 15,-2-2-2-15,1 2 2 0,0-2-1 0,-1 2-7 16,2 0 10-16,-2 2 4 0,3-3-16 0,-4 5 9 15,-1 0-4-15,-5 2-3 0,11-2 0 0,-11 2-4 16,0 0-3-16,15 4 3 0,-11 0 0 0,-1 1-3 16,1 1 0-16,-4-6 3 0,6 11-1 0,-5-3 1 15,1-2-2-15,0 1 1 0,0 0 1 0,2 0 1 0,-3 0-2 16,2-2 0-16,-3-5 1 0,6 10-9 16,-4-4-2-16,-2-6-1 0,3 7-1 0,-3-7 4 15,2 6-11-15,-2-6 20 0,0 0-1 0,6 4 2 16,-6-4 3-16,0 0-8 0,0 0 7 0,0 0-3 0,18-11 1 15,-12 7-1-15,0-4 0 0,-2 2 1 0,5 1-5 16,-2-4 1-16,2 1 0 0,0 2-4 16,1-2 10-16,-5 4-2 0,2-2 2 0,-1 1-4 15,0 3 1-15,-2-2 0 0,-4 4-6 0,7-5 1 16,-7 5-1-16,0 0-2 0,11-1 0 0,-11 1 3 0,0 0-1 16,13 3-4-16,-13-3-2 0,6 6-5 0,-2-3 16 15,-4-3-3-15,5 10-2 0,-2-6 1 16,1 0 2-16,-1 2-1 0,-3-6-1 0,5 9-2 15,-2-4 2-15,-3-5 2 0,5 9-2 0,-4-5-14 0,-1-4-20 16,7 6-21-16,-7-6-26 0,4 5-34 0,-4-5-22 16,6 6-42-16,-6-6-38 0,0 0-56 0,8 2-56 15,-8-2-79-15,7 1-83 0,-7-1-312 0,11-1-870 16,-11 1 385-16</inkml:trace>
  <inkml:trace contextRef="#ctx0" brushRef="#br0" timeOffset="139048.94">15848 14877 348 0,'0'0'438'0,"-2"-10"2"16,2 10 0-16,-2-5-7 0,2 5-5 0,-4-9-7 0,4 9 4 15,-3-7-10-15,3 7-25 0,-3-5-24 0,3 5-30 16,0 0-30-16,0 0-30 0,-3-8-28 16,3 8-29-16,0 0-16 0,0 0-23 0,0 0-19 15,0 0-18-15,0 0-5 0,4 31-9 0,-4-17-1 0,2 3 1 16,0 1-11-16,0 3-10 0,1 2-7 0,-3 4-11 16,1-1-19-16,-1-2-12 0,1 0 8 0,-2-4-4 15,1 0-8-15,-1-1-4 0,-2 1 0 16,1 4-15-16,0-5-2 0,0 1 0 0,1 0-16 0,-2-9 15 15,1 1-11-15,2 4-19 0,-2-6-3 0,2 1-31 16,-1 0-14-16,0-4-36 0,1-7 7 0,-2 10-23 16,2-10 2-16,0 8-17 0,0-8-17 0,2 7-51 15,-2-7-57-15,0 0-46 0,0 0-57 16,0 0-36-16,17-16-45 0,-14 7-53 0,0 0-34 0,-1-2-271 16,-1-1-843-16,1-1 373 0</inkml:trace>
  <inkml:trace contextRef="#ctx0" brushRef="#br0" timeOffset="139298.8799">15687 15104 93 0,'-11'-2'342'0,"11"2"22"0,-3-4 22 0,3 4 1 16,0 0 6-16,-7-3-1 0,7 3 1 0,0 0 3 16,0 0 0-16,-8-3-12 0,8 3-16 0,0 0-23 15,0 0-22-15,0 0-27 0,0 0-25 16,0 0-34-16,0 0-26 0,0 0-10 0,0 0-30 0,0 0-10 15,12-15-26-15,-6 13-31 0,7 0-26 0,0 0-29 16,1-1-32-16,4 1-40 0,1-1-45 0,3 2-39 16,-3-3-36-16,4 2-54 0,6 0-48 0,-7 0-42 15,5-2-35-15,-7 3-44 0,2-4-42 0,7 0-45 16,1 2-260-16,-1-2-771 0,-2-1 341 0</inkml:trace>
  <inkml:trace contextRef="#ctx0" brushRef="#br0" timeOffset="139783.15">16235 14950 92 0,'0'0'231'0,"2"-11"18"0,-2 11 13 0,0-8 24 0,0 8 13 16,0-8 18-16,0 8 14 0,-3-10 3 0,3 10 4 15,-3-9 6-15,3 9 5 0,-4-8-3 0,4 8-2 16,0 0-12-16,-2-8-8 0,2 8-19 0,0 0-16 16,-4-4-30-16,4 4-22 0,0 0-23 0,0 0-33 15,0 0-13-15,0 0-30 0,0 0 6 0,0 0-27 16,0 0-8-16,-9 22 5 0,8-11-5 0,-2 1-12 15,-1 2-6-15,2 3-8 0,-1 1-14 0,-1 0 1 16,3 0-13-16,0 2-1 0,-2-2-12 0,2-2 3 16,-2 3-11-16,3-3-3 0,0 1 5 0,-2-1-11 15,0-1 3-15,1-5 2 0,1 3-15 0,-1-4 0 16,1-1-4-16,-1-1-13 0,1-7-18 0,0 10-7 16,0-10 6-16,1 10 10 0,-1-10 8 0,2 6-9 15,-2-6-7-15,0 0 6 0,11 0 3 0,-11 0-3 16,0 0 2-16,19-8 6 0,-10 1-11 0,0 0-2 15,1 2 8-15,-1-3-4 0,-1 2-6 0,1-1 8 16,1 2 3-16,-5 1 3 0,3-3-2 0,-3 4 0 16,-5 3 2-16,11-6-6 0,-11 6 7 0,5-3-8 15,-5 3 8-15,5-4-10 0,-5 4 5 0,0 0-1 16,0 0-1-16,0 0 4 0,11 1-8 0,-11-1-6 16,0 0 15-16,6 10-3 0,-5-6 0 0,2 2 6 15,-3-6-4-15,5 11 7 0,-4-5 2 0,1 0-5 16,0 1-1-16,-2-7 4 0,5 11-4 0,-2-6 4 15,-1 0 0-15,-2-5-1 0,7 9-15 0,-5-4-36 16,-2-5-16-16,4 5-22 0,-4-5-28 0,5 6-26 16,-5-6-33-16,0 0-53 0,9 0-57 0,-9 0-49 15,0 0-41-15,13-9-41 0,-8 4-44 0,1-2-352 16,0-2-880-16,1 1 390 0</inkml:trace>
  <inkml:trace contextRef="#ctx0" brushRef="#br0" timeOffset="139970.69">16465 15022 206 0,'0'0'287'0,"0"0"9"0,-1-9 6 0,1 9 1 15,0 0-16-15,0 0-17 0,0 0-34 0,0 0-20 16,0 0-21-16,-3-7-12 0,3 7-39 0,0 0-22 16,0 0-14-16,0 0-31 0,0 0-33 0,0 0-43 15,0 0-38-15,8 22-38 0,-7-16-39 0,4 2-40 16,-2 2-50-16,3 0-46 0,-2-3-158 0,1 2-441 15,0 0 196-15</inkml:trace>
  <inkml:trace contextRef="#ctx0" brushRef="#br0" timeOffset="140409.64">16554 15167 149 0,'0'0'355'0,"0"0"-1"15,0 0 13-15,0 0-7 0,0 0-32 0,0 0 20 16,0 0-8-16,0 0-3 0,0 0-9 0,0 0-16 15,0 0-23-15,0 0-30 0,0 0-28 0,0 0-30 16,0 0-29-16,0 0-12 0,0 0-16 0,0 0-12 16,0 0-13-16,0 0-13 0,0 0-12 0,7 7-8 15,-6-1-14-15,0-1-4 0,1 3-6 0,0-2-4 16,0 1-6-16,-2-7-6 0,2 10-4 0,-1-4-5 16,-1-6-9-16,4 10-11 0,-4-10-5 0,1 9-1 0,-1-9-5 15,2 8-4-15,-2-8 4 0,0 0-5 16,2 4 9-16,-2-4-5 0,0 0-1 0,0 0-6 15,0 0 1-15,0 0 1 0,17-7-10 0,-12 3 4 16,3-4-5-16,-3 1 5 0,1 0 2 0,-2 1-1 16,2-2 3-16,2 2-3 0,-6 1 6 0,2-1 0 15,0 1 11-15,-4 5-2 0,5-8 6 0,-5 8 1 16,4-6 3-16,-4 6 0 0,4-5-8 0,-4 5 1 16,0 0 2-16,5-5-4 0,-5 5-3 0,0 0 0 15,0 0-2-15,6-1-2 0,-6 1-4 0,0 0 4 0,0 0-1 16,0 0 3-16,8 8-3 0,-8-8 2 0,8 6-2 15,-3-4-14-15,-5-2-9 0,10 8-9 0,-3-3-17 16,-2 0-22-16,1 0-25 0,4 0-27 0,-5 0-34 16,2 0-39-16,-2-1-28 0,1-1-36 0,2 1-46 15,0 2-59-15,-1-5-54 0,0 0-245 0,-7-1-716 16,19-1 318-16</inkml:trace>
  <inkml:trace contextRef="#ctx0" brushRef="#br0" timeOffset="140972">16912 15159 18 0,'0'0'324'0,"0"0"1"0,0 0-5 0,0 0-9 15,0 0-16-15,0 0-14 0,0 0-16 0,7-8-14 16,-7 8-18-16,0 0-18 0,0 0-17 0,2-5-25 16,-2 5-17-16,0 0-17 0,0 0-17 0,8-1-9 15,-8 1-12-15,0 0-19 0,0 0-5 0,13 6-8 16,-13-6 5-16,7 8-36 0,-4-6 13 0,-1 4-11 15,1 0 0-15,0 1 1 0,-3-7-23 0,2 9 19 16,-1-3-7-16,-1-6-5 0,-1 11 6 0,1-11 1 16,-4 12-11-16,3-6-2 0,-4-3 1 0,0 1 4 15,-3-1 2-15,-1-1-3 0,0 0-7 0,9-2 6 16,-19 0 1-16,13 0 10 0,6 0 7 0,-13-6 8 16,7 5-1-16,6 1 1 0,-12-6 6 0,8 1-6 15,-1 2 7-15,5 3 1 0,-6-11 2 0,6 11-8 16,-2-9-1-16,2 9-7 0,4-12-14 0,-4 12 0 15,5-9-3-15,-1 3-2 0,1 3 2 0,2 0-8 16,-1 0-3-16,3 1-6 0,1 0-1 0,0 2 3 16,2 2 1-16,-4-1-5 0,2 3 4 0,1 2-6 15,-3 2 8-15,5 3 2 0,-2 2-1 0,-1 1 4 16,-2 1 4-16,0 0 1 0,1 13 3 0,-3-6 8 16,-1 3-6-16,-1 1 6 0,-4-6-2 0,1 5 1 15,-3-4-2-15,-1-2-2 0,-1 0-5 0,1-1 1 16,-4 0 3-16,-3-1 2 0,1-3-2 0,-1 2 8 15,-2-4 1-15,3-5 8 0,3 0 3 0,-3 1 16 16,0-5 13-16,3 0 1 0,-1 1 22 0,7-4 2 16,-16-2 7-16,16 2-6 0,-18-8-9 0,10 3-5 15,-1 1-20-15,1-6 8 0,2 2-9 0,0 1-6 0,1-4-6 16,1 1-22-16,0 1-16 0,4 0-30 16,0 0-42-16,3-1-61 0,4 2-67 0,1 1-63 15,3-1-62-15,6 2-52 0,-2 1-51 0,4 0-61 16,1 4-398-16,1-3-941 0,7 3 418 0</inkml:trace>
  <inkml:trace contextRef="#ctx0" brushRef="#br0" timeOffset="141190.69">17284 15347 365 0,'5'-9'381'0,"-5"9"6"0,5-4 8 16,-5 4-9-16,4-5-31 0,-4 5-9 15,0 0-31-15,3-6-33 0,-3 6-28 0,0 0-24 16,0 0-23-16,0 0-10 0,0 0 3 0,0 0-9 16,0 0-10-16,-11 22-13 0,5-13-18 0,0 0-11 0,-2-1-24 15,0 3-4-15,1-1-21 0,-2 5-34 0,0-2-47 16,1 0-74-16,-2 0-87 0,2-2-99 16,1 3-119-16,0-3-85 0,3 0-249 0,2-2-760 15,-2 0 336-15</inkml:trace>
  <inkml:trace contextRef="#ctx0" brushRef="#br0" timeOffset="149751.24">17791 15195 24 0,'0'0'243'0,"0"0"9"0,0 0 5 16,0 0 0-16,2-8 9 0,-2 8 4 0,0 0-1 15,0 0 32-15,0 0-19 0,1-11 2 0,-1 11 12 16,0 0-10-16,0 0-3 0,0-11-6 0,0 11 27 15,0 0-11-15,1-6-18 0,-1 6-16 0,0 0-14 16,2-8-14-16,-2 8-15 0,0 0-27 0,4-9-15 16,-4 9-22-16,3-5-16 0,4 0-14 0,-7 5-30 15,11-3 4-15,1 1-8 0,0 1-10 0,1 1-10 16,0 0-4-16,0 1-12 0,2 1-3 0,-2 0-9 16,-2 4-3-16,2-1-4 0,1 3-13 0,-2-1 2 15,-2-2-2-15,-1 4-1 0,-3 0-9 0,1-2 1 16,-5 1-4-16,1-1 3 0,-2 4-2 0,-4 0 3 15,0-3-8-15,-5 5-6 0,-1-5 12 0,-3 5 1 16,-3 1-1-16,-1-1 3 0,-5-4-4 0,-3 0-4 16,6-1 5-16,-2 0-13 0,3-1 13 0,-1-1 0 15,4-3 4-15,1-1 14 0,2-2 23 0,2-2 6 16,9 2 17-16,-13-2 5 0,7-3-5 0,2 0-14 16,-1-3-5-16,3-4-4 0,2 3-22 0,7-2-13 15,-3-2-15-15,3-1-26 0,2 2-45 0,1-2-45 16,2 1-46-16,2 2-48 0,0 0-56 0,1 0-56 15,2 1-54-15,-3 2-47 0,0 3-52 0,4-4-39 16,0 4-314-16,1-1-897 0,-4 1 396 0</inkml:trace>
  <inkml:trace contextRef="#ctx0" brushRef="#br0" timeOffset="150094.8799">17972 14937 49 0,'-3'-17'511'16,"2"1"13"-16,-1 2-4 0,1-1-1 0,0-1-12 16,0 3-6-16,1-4-22 0,-2 2-15 0,2 5-23 15,-2-1-25-15,1 2-20 0,-1 1-12 0,2 8-35 0,0-10-31 16,0 10-32-16,0-10-29 0,0 10-27 16,0 0-22-16,2-9-23 0,-2 9-20 0,0 0-19 15,0 0-24-15,0 0-4 0,0 0-22 0,0 0-96 16,0 0 0-16,8 24 0 0,-4-10 0 0,0 4 0 0,1 1 0 15,-1 7 0-15,0 0 0 0,2-1 0 0,-3 4 0 16,1-2 0-16,-2 0 0 0,0 0 0 16,0-2 0-16,-1 4 0 0,-1-6 0 0,2 2 0 15,-4-5 0-15,2-1 0 0,-2 0 0 0,2-3 0 0,-3 2 0 16,3-7 0-16,0 6 0 0,0-6 0 0,0-1 0 16,2-1 0-16,-1-3 0 0,1 2 0 0,-2-8 0 15,4 8-133-15,0-2-155 0,4-2-71 16,-2-3-67-16,2 1-62 0,3 0-60 0,2-1-444 0,-3-2-1074 15,4-1 475-15</inkml:trace>
  <inkml:trace contextRef="#ctx0" brushRef="#br0" timeOffset="150719.77">18282 15211 411 0,'0'0'495'0,"0"0"12"0,-1-9-13 16,1 9-21-16,0 0-24 0,0 0-17 0,-4-15-10 16,4 15-20-16,0 0-21 0,-1-7-28 0,1 7-21 15,0 0-33-15,0 0-19 0,0 0-39 0,1-9-21 16,-1 9-31-16,0 0-20 0,0 0-20 0,0 0-19 16,0 0-5-16,0 0-19 0,0 0-7 0,0 0-11 15,0 0-6-15,0 0-11 0,4 26 0 0,-4-26-12 16,1 12-7-16,1-3-4 0,-1 0-7 0,0 2-5 15,0-4-7-15,1 1-20 0,-1 2-7 0,0 0-12 16,1-1-10-16,-1-2-11 0,-1 2-10 0,2-2-2 16,-2-7-8-16,3 8 4 0,-3-8 5 0,2 6 7 15,-2-6-7-15,3 8 7 0,-3-8 14 0,0 0 3 16,9 0 2-16,-9 0 3 0,10-7-9 0,-5 3 13 16,5-1 3-16,-1-1 2 0,-3 0 0 0,2 0 7 15,-1-2-12-15,1 0 22 0,-3 4 0 0,0-5 12 16,-1 4 3-16,1-1 1 0,-5 6 4 0,6-8 5 15,-3 4 9-15,0-2 0 0,-3 6 1 0,6-8-3 16,-6 8 3-16,4-5 6 0,-4 5-4 0,0 0 1 16,2-6-17-16,-2 6 3 0,0 0-7 0,8-3-5 15,-8 3-4-15,0 0-5 0,0 0-1 0,0 0-1 16,0 0-2-16,0 0-5 0,0 0-1 0,0 0 2 16,0 0-4-16,10 9 9 0,-10-9-10 0,4 10-7 15,-3-4 4-15,-1-6 4 0,4 11-2 0,-3-7-1 16,2 2 0-16,0-1-15 0,-3-5 7 0,6 10-4 15,-4-7-3-15,-2-3 5 0,9 6-7 0,-4-3 3 16,2 0 1-16,1 0-9 0,2-1-1 0,-3 0 7 16,3 0-9-16,-1-2-3 0,2 1 0 0,-5 0 7 15,3 1 0-15,-9-2-2 0,13-4 5 0,-6 4-3 16,-7 0-5-16,9-2-5 0,-9 2-8 0,9-3-17 16,-9 3-23-16,5-4-36 0,-5 4-51 0,0 0-53 15,6-4-67-15,-6 4-75 0,0 0-73 0,0 0-87 16,0 0-380-16,0 0-974 0,0 0 431 0</inkml:trace>
  <inkml:trace contextRef="#ctx0" brushRef="#br0" timeOffset="151545.19">18668 15202 62 0,'-4'-7'484'0,"4"7"3"0,-2-7-3 16,2 7-13-16,0 0-5 0,-3-8-15 0,3 8-22 15,0 0-19-15,-2-10-27 0,2 10-31 0,0 0-25 16,0 0-35-16,0 0-24 0,-2-9-27 0,2 9-39 0,0 0-14 16,0 0-22-16,0 0-27 0,0 0-9 0,0 0-16 15,0 0-12-15,0 0-7 0,0 0-13 16,0 0-5-16,9 23-10 0,-5-15-5 0,-1-1-22 15,-1 0 7-15,2 4-1 0,-1-1-2 0,-1 1-4 0,1 0-19 16,1-3 1-16,-3 2-18 0,0 1-10 0,1 0-24 16,-1-2 8-16,0-2-4 0,0-1-10 0,-1 2-1 15,0-8-2-15,4 12 1 0,-3-8 4 16,-1-4 11-16,0 0 2 0,2 10 5 0,-2-10 6 0,0 0 7 16,0 0 9-16,0 0 2 0,0 0-5 0,0 0 3 15,0 0 2-15,12-15 6 0,-9 5 4 0,2 3-6 16,0-3-1-16,0 3 5 0,-1 0 1 0,0 0 2 15,0 0-5-15,1 3 6 0,-1-3-2 0,1 2-4 16,0-1-5-16,-5 6 4 0,9-4-2 0,-6 0-2 16,-3 4-2-16,7-6-4 0,-7 6-1 0,9-3 1 15,-9 3-2-15,0 0-1 0,10 3-3 0,-10-3-2 16,8 3-1-16,-4 1 3 0,-4-4 3 0,6 7 0 16,-1-1-4-16,-1-1 3 0,0 0 0 0,-1 1-1 15,0 4-15-15,1-4 3 0,-1-1-6 0,1 1-2 16,-1 1-9-16,0-1-2 0,-3-6-8 0,4 9 5 15,-2-6 1-15,-2-3 7 0,6 7 3 16,-6-7 6-16,0 0 3 0,9 0 0 0,-9 0 5 0,10-7 0 16,-5-1-5-16,3 0 9 0,-3 2-1 15,1-1 3-15,3 0-1 0,-1-2 4 0,1 4 4 16,-4 1 6-16,1-3 1 0,2 0 1 0,-4 3-1 16,-4 4 0-16,6-5-3 0,-6 5 1 0,8-5-6 0,-8 5-2 15,8 0 5-15,-8 0-5 0,10 5 1 16,-10-5 1-16,5 3-4 0,-5-3 5 0,4 10-2 15,-1-7-2-15,2 4-1 0,-1-3 3 0,0 2-2 16,1 3 7-16,-1-3-7 0,3 1-18 0,-1 1-31 16,-1-3-37-16,0 0-36 0,1 1-33 0,2 0-48 0,1-3-50 15,-1 0-45-15,-2-1-55 0,4-2-56 16,2 0-48-16,-12 0-276 0,19-3-796 0,-6-1 354 16</inkml:trace>
  <inkml:trace contextRef="#ctx0" brushRef="#br0" timeOffset="151857.61">19274 15202 139 0,'0'0'395'15,"0"0"16"-15,0 0 4 0,0 0-5 0,0 0-4 16,0 0-3-16,0 0-11 0,0 0-10 0,0 0-17 0,-3-9-25 16,3 9-29-16,0 0-34 0,0 0-13 0,0 0-25 15,0 0-13-15,0 0 17 0,0 0-8 16,0 0-7-16,-3 25-11 0,3-16-8 0,0 3-9 15,1-1 0-15,-1 3-13 0,0 7-6 0,0 5-13 16,0-1-15-16,1 0-9 0,-3 1-17 0,2-2-16 0,-2 3-17 16,0-2-13-16,0 0-43 0,1 3-38 0,0-3 0 15,-2 2 0-15,-1 0 0 0,-2-1 0 0,4-1 0 16,-1-7 0-16,0 2 0 0,2-1 0 16,-1-2 0-16,-1-4 0 0,-1-2 0 0,5 1-167 0,-2-4-78 15,1 2-31-15,0-10-33 0,0 11-41 0,0-11-17 16,0 0-28-16,0 0-83 0,1 8-73 0,-1-8-292 15,0 0-912-15,0 0 404 0</inkml:trace>
  <inkml:trace contextRef="#ctx0" brushRef="#br0" timeOffset="152185.66">19190 15305 169 0,'-2'-13'421'0,"2"-4"2"0,0 2 2 16,4 0-19-16,-1 1-15 0,-1 0-20 0,1 2-27 0,3-1-34 16,2 2-24-16,5-1-26 0,-1 0-26 0,5 1-20 15,0 2-23-15,3 1-16 0,-2 4-15 16,4-1-17-16,-1 2-15 0,-1 2-12 0,1 3-9 16,0 1-13-16,-1 1-8 0,-1 1-10 0,-1 1-6 15,-6-1-9-15,4 4-7 0,0 0-3 0,-8-1-9 16,-2-1 4-16,0 1 1 0,-3 1 4 0,-1 2 0 0,-2-11 5 15,-2 20-2-15,-5-11 2 0,0 1-6 16,-6 2 1-16,-5-2-4 0,-4 5-5 0,-5-1-5 16,1-1-1-16,-1 0-3 0,5-8-8 0,4 1-15 15,0 0-11-15,8-3-10 0,0 2-14 0,0-1-30 16,10-4-44-16,-11 2-70 0,11-2-84 0,0 0-64 0,0 0-49 16,0 0-53-16,0 0-379 0,58-13-864 15,-30 11 383-15</inkml:trace>
  <inkml:trace contextRef="#ctx0" brushRef="#br0" timeOffset="152466.8199">19673 15307 338 0,'-2'-11'360'0,"2"11"17"0,4-16 0 0,-2 11-3 15,-2 5-13-15,3-12-12 0,-3 12-4 0,4-11-9 16,-4 11-14-16,3-7-17 0,-3 7-17 0,0 0-27 15,0 0-25-15,1-13-27 0,-1 13-24 0,0 0-19 0,0 0-21 16,0 0-15-16,0 0-16 0,0 0-13 16,0 0-5-16,0 0-18 0,0 0 0 0,0 0-6 15,8 31-10-15,-7-23-6 0,-1-8-5 0,1 17-6 16,1-7 3-16,-4 0-13 0,2-10-2 0,0 19-6 16,0-10-24-16,0-9-25 0,-1 14-40 0,1-14-38 15,0 0-54-15,0 14-44 0,0-14-36 0,0 0-29 16,0 10-28-16,0-10-63 0,0 0-57 0,0 0-302 15,0 0-771-15,0 0 341 0</inkml:trace>
  <inkml:trace contextRef="#ctx0" brushRef="#br0" timeOffset="152654.31">19751 15123 163 0,'0'0'353'0,"1"-12"3"0,-1 12 4 0,0 0 10 16,0 0-4-16,0 0-27 0,0-11-28 0,0 11-29 15,0 0-32-15,0 0-27 0,0 0-28 0,0 0-35 16,0 0-39-16,0 0-31 0,0 0-25 0,0 0-52 16,0 0-43-16,0 0-44 0,10 24-58 0,-6-18-62 15,4 3-65-15,2 1-67 0,-4 0-175 0,6 0-542 16,0 2 240-16</inkml:trace>
  <inkml:trace contextRef="#ctx0" brushRef="#br0" timeOffset="153060.44">19878 15280 80 0,'0'0'324'0,"0"0"12"0,0 0 10 0,0 0 9 16,0 0 8-16,0 0 6 0,0 0 6 0,0 0 4 15,0 0-6-15,0 0-16 0,0 0-11 0,0 0-18 16,-9-28-29-16,9 28-26 0,0 0-24 0,0 0-27 16,0 0-26-16,0 0-21 0,0 0-20 0,0 0-14 15,0 0-13-15,0 0-15 0,0 0-11 0,0 0-11 16,0 0-11-16,18 25-7 0,-14-17-11 0,-1 0-2 15,1-2-10-15,-4-6-15 0,5 14-20 0,-3-7-5 16,-2-7-14-16,7 14-8 0,-7-8-9 0,1-1-11 16,2 1-9-16,-3-6-8 0,2 9 7 0,-2-9 5 15,3 5 6-15,-3-5 8 0,0 0 2 0,0 0 6 16,0 0-1-16,0 0 4 0,0 0-2 0,26-13 0 16,-19 10 4-16,2-3 4 0,-2-2 0 0,0 0 4 15,1 1 4-15,-1 0 13 0,0 0 6 0,-7 7 9 16,9-8-1-16,-9 8 1 0,6-7-4 0,-6 7-4 15,6-6-3-15,-6 6-2 0,0 0-4 0,9-7-3 16,-9 7-2-16,0 0-1 0,0 0 0 0,0 0-1 16,0 0-4-16,18 7-17 0,-18-7-20 0,10 8-41 15,-5-5-37-15,-5-3-56 0,13 11-46 0,-3-5-46 16,-1 0-41-16,0 2-48 0,0-3-47 0,4 3-44 16,-4-2-283-16,1-3-784 0,-10-3 347 0</inkml:trace>
  <inkml:trace contextRef="#ctx0" brushRef="#br0" timeOffset="153685.31">20275 15266 212 0,'5'-7'320'0,"-5"7"-7"0,0 0-14 0,0 0-7 16,0 0 1-16,9-10-12 0,-9 10-12 0,0 0-8 15,0 0-23-15,0 0-14 0,0 0-25 0,7-8-17 16,-7 8-18-16,0 0-24 0,0 0-17 0,0 0-7 15,0 0-14-15,0 0-14 0,0 0-4 0,0 0-7 16,0 0-13-16,0 0-13 0,18 19-9 0,-18-19-5 16,0 0 6-16,5 14-7 0,-5-14-2 0,0 0-13 15,2 17 6-15,-2-17-1 0,0 0-7 16,0 0 9-16,-9 18-9 0,9-18 3 0,-5 8-4 0,5-8-1 16,-12 6 2-16,12-6-1 0,-11 6 11 0,11-6-13 15,-18 1-2-15,18-1-1 0,0 0-4 0,-22-7 8 16,22 7 0-16,-11-4-2 0,11 4 11 0,-9-10 3 15,3 7 6-15,6 3 0 0,-7-10 3 16,7 10 3-16,-2-11 4 0,2 11-5 0,0 0-1 0,4-14-5 16,-4 14-1-16,7-10-7 0,-7 10 1 0,9-6-8 15,-9 6 1-15,19 0 4 0,-19 0-4 0,21 6-2 16,-10 0-1-16,0 1 6 0,3 4 10 0,0 2 9 16,0 0 0-16,-3 2 5 0,-2 0 5 15,1 1 9-15,-1 2-3 0,-2 0 1 0,2 7-6 0,-2-6 0 16,-2 5 6-16,0 0-1 0,-4-5-4 0,2 7-3 15,-6 1-8-15,3-2-2 0,-2 0-5 0,-3 0 0 16,-1 1-9-16,-2 0 0 0,0-3-2 0,0-5-6 16,0 1 0-16,-2-4-2 0,3 2-3 15,-1-4 0-15,-1-2 2 0,-1-1-5 0,2-2 5 16,0-3 0-16,0 1 3 0,0-3-3 0,-2 1 3 0,1-4 2 16,-2-1-1-16,0-2-3 0,1-3 3 0,1 0-3 15,1-3 0-15,0-1 0 0,0-4 3 0,2 0 17 16,3-1 8-16,0-1 1 0,3-1 6 0,1-1-1 15,4 2-6-15,7-2-3 0,-5-1-5 16,6 4-9-16,3 1-3 0,4-2 4 0,2-1-10 0,-4 7-4 16,-2-1-2-16,2 3-13 0,0 4-36 0,1-3-34 15,-1 4-51-15,-5 2-52 0,1 1-66 0,-1-2-72 16,-2 4-62-16,-11-2-70 0,18 1-74 0,-18-1-323 16,10 2-910-16,-10-2 402 0</inkml:trace>
  <inkml:trace contextRef="#ctx0" brushRef="#br0" timeOffset="154497.62">21386 15381 287 0,'0'0'306'0,"0"0"3"0,8 1 9 16,-8-1 15-16,0 0 7 0,0 0 1 0,0 0 9 15,0 0 5-15,0 0 0 0,0 0-9 0,0 0-10 16,11-2-26-16,-11 2-29 0,0 0-14 0,0 0-12 0,0 0-14 15,0 0-24-15,-17-17-2 0,10 8-14 16,-1 2-7-16,0 1-15 0,-5-4-6 0,-1-1-13 16,1-1-16-16,-2 0-12 0,2-2-17 0,-6-4 13 15,5 4-18-15,-4-6-4 0,0-4-16 0,4 2-13 0,4 0-1 16,-4-1-6-16,1 2-10 0,4-1-3 0,-2-2-16 16,4 7 3-16,3-3-3 0,0 2-5 15,3 1 1-15,1-1-3 0,3 0-5 0,1 2-4 16,-1 5-2-16,6-5-5 0,-2 7-9 0,-1-2-1 0,2 3 1 15,0 2-9-15,-1-1 0 0,3 1 3 0,-1 3-3 16,3 0 0-16,-3 3-3 0,2 3 6 0,1 1-7 16,-3 1 1-16,-2 3-10 0,1 2 1 15,2 5-7-15,-2 0 15 0,-2 0-1 0,-1 6 0 0,0 4-7 16,-5-1 5-16,-3 2 9 0,-2 1 14 0,-1-1-10 16,-1 2 1-16,-1-3 1 0,-2 1 2 0,0 1-6 15,-3-1 5-15,-2 2-6 0,0-2 10 0,0 2-8 16,2-4-4-16,-1-2-1 0,1 0 0 0,1-5 0 15,4 1 0-15,0-3 0 0,1-2 0 0,0-3 0 16,2-1 0-16,3-3 0 0,-2 0 0 0,1 0 0 16,3-6 0-16,-2 7 0 0,2-7 0 0,0 0 0 15,6 8 0-15,4-10 0 0,3 2 0 0,0-4 0 16,5 0 0-16,2-1 0 0,7-3 0 0,3-1 0 16,0-5 0-16,2 5 0 0,1-4 0 0,3-1 0 15,-1 2 0-15,-1-1 0 0,2 1 0 0,0-2 0 16,-2 1 0-16,1 4-68 0,-7 1-155 0,0-1-48 15,0 3-63-15,-8 2-77 0,-7 3-68 0,6-2-76 16,-10 2-420-16,4 1-1057 0,-7-2 467 0</inkml:trace>
  <inkml:trace contextRef="#ctx0" brushRef="#br0" timeOffset="155665.51">22070 15263 140 0,'0'0'383'0,"-2"-8"5"0,2 8-7 0,0 0 2 16,0 0-5-16,1-12-4 0,-1 12-12 0,1-8-19 16,-1 8-23-16,2-8-23 0,-2 8 1 0,3-7-27 15,-3 7-31-15,6-6-19 0,-6 6-27 0,10-3-20 16,-10 3-18-16,15 0-16 0,-4 2-14 0,0-1-17 16,-1 3-9-16,1 0-12 0,0 1-7 0,-1 2-10 15,0 0-15-15,0 2 2 0,-2 1-7 0,0 1-4 16,3 3-12-16,-4 1 3 0,-2 3-3 0,-1-6-4 15,2 3-14-15,-5-3 8 0,0-2-8 0,1 2-20 0,-5-1-3 16,3-1-2-16,0-1 0 0,-4 2-1 16,2-3 3-16,-1-2-2 0,3-6 8 0,-2 8 3 15,2-8 10-15,-5 4 19 0,5-4 17 0,0 0 20 16,0 0 13-16,0 0-1 0,-11-13-5 0,10 3-3 0,1 1 1 16,1-3-5-16,2-1-5 0,1-3-3 0,0-2-23 15,1 3 3-15,6-2-2 0,-4 2 1 16,-1 3-8-16,2 1-5 0,-1 1-14 0,2 1-21 15,0 2-28-15,0 0-24 0,4 0-27 0,-2 3-27 16,3 2-35-16,-2-1-30 0,0 1-43 0,0 2-33 0,-1-2-27 16,-1 5-18-16,0 0-31 0,-2 0-34 0,-1-1-32 15,3 4-27-15,-1-2-268 0,-3 0-749 16,0-1 332-16</inkml:trace>
  <inkml:trace contextRef="#ctx0" brushRef="#br0" timeOffset="156181.44">22513 15346 95 0,'0'0'392'0,"0"0"18"15,0 0 0-15,0 0 3 0,0 0-13 0,0 0-5 16,0 0-13-16,0 0-17 0,0 0-19 0,0 0-21 0,0 0-26 16,0 0-30-16,-8 4-29 0,8-4-15 0,0 0-32 15,0 0-19-15,0 0-21 0,0 0-12 16,0 0-17-16,-4 5-11 0,4-5-13 0,0 0-7 15,0 0-12-15,0 0-5 0,-4 8-12 0,4-8-2 0,0 0-8 16,0 0 0-16,0 0-7 0,5 8 1 0,-5-8-3 16,12 2-6-16,-2 0 1 0,0 0-9 0,3-1 6 15,0 0-4-15,4 0 0 0,0-2-4 16,1-1-4-16,-5 0 0 0,1-2 0 0,-1 0-2 0,-3 2-2 16,1-2 9-16,-3 0 7 0,1-1 7 0,-1 0-7 15,1-1 1-15,-4-3-2 0,-1 4 4 0,-2-2-4 16,1 2-2-16,-3 5 0 0,0-16-14 0,-4 9 3 15,4 7-7-15,-8-10-5 0,0 3 3 0,1 5-7 16,-2-4-2-16,0 2 0 0,-2 2-1 0,-1 1-4 16,0 0 2-16,0 1-5 0,-1 1-2 0,-1 2 7 15,1 0-2-15,-2 6 3 0,3-6-8 16,-1 8 2-16,1-1 8 0,3 0-8 0,-2 0 0 0,1 0 2 16,1 2-1-16,2-4-3 0,1 4 2 0,0-2 0 15,0 0 5-15,3 0-3 0,1 1 3 0,0 0 2 16,4-2-10-16,-2 1-2 0,2 1-4 0,0-2 7 15,4 1 3-15,4-4-1 0,-1 3-3 0,7-1-6 16,1 0-10-16,2-2-13 0,9 0-14 0,-3 2-26 16,-2-5-24-16,6-1-23 0,-1 0-24 0,2 1-36 15,-9-3-29-15,-1-3-45 0,1 1-34 0,1-1-43 16,-3-2-54-16,3 0-50 0,-4-1-348 0,-1 1-849 16,-1-2 376-16</inkml:trace>
  <inkml:trace contextRef="#ctx0" brushRef="#br0" timeOffset="157067.04">23063 15357 88 0,'0'0'440'0,"2"-6"-11"16,-2 6-21-16,0 0-31 0,1-8-13 0,-1 8-34 16,1-8-19-16,-1 8-26 0,4-8-20 0,-4 8-20 15,4-8-20-15,-4 8-19 0,2-8-19 0,-2 8-17 16,3-5-15-16,-3 5-19 0,4-7-13 0,-4 7-13 16,6-1-15-16,-6 1-12 0,0 0-9 0,0 0-10 15,18 2-7-15,-13 3-8 0,0 1-1 0,0 0-8 16,-1-3-4-16,2 6-15 0,-2-4-4 0,0 2 7 15,0 1-6-15,-4-1 3 0,1 2-3 0,-1 0-1 16,-1 1-1-16,-3-2-5 0,0 2 2 0,-2 1-5 16,-2-5 5-16,-1 2-4 0,-1-1 1 0,-5 2-11 15,-1-1 6-15,2-2 1 0,3-2 2 0,-2-1-3 16,2-1 1-16,-1-1 4 0,1 0 2 0,3 0-9 16,8-1 7-16,-14-3 4 0,6-2 7 0,3 0-1 15,1-5 1-15,2 2-5 0,2-2 1 0,0-1-3 16,4-2-2-16,1 3 1 0,1 0-3 0,3-3-3 15,0-3-4-15,1 4 2 0,-1 0 1 0,0 5-1 16,1 0-4-16,0 3 0 0,1-1-2 0,-1-1-1 16,0 2-4-16,0 2 2 0,-2 2-1 0,-8 0 2 15,15 2-2-15,-7 2-1 0,-2 1 0 0,0 1 1 16,1 2 2-16,1 1-6 0,-4-1 6 0,1 2 1 16,-3-1-2-16,1 2 1 0,-2 0 0 0,1 1-2 15,-1-1 0-15,-2 1 8 0,-1-2-5 0,2 2 5 16,0-3-4-16,-1-2-2 0,1-7 1 0,1 14 1 15,-1-11 4-15,0-3 4 0,2 12 1 0,-2-12 3 16,7 7-1-16,0-6 7 0,-7-1-1 0,16 1 15 16,-3-3 11-16,5-1 5 0,-2-3-2 0,2 0 2 15,2-4 12-15,-1 1-5 0,-3-2-15 0,6-4 12 16,-6 1-4-16,3 4-4 0,0-7 0 0,-1-5-3 0,-3 0-7 16,-1 0 2-16,0 7-12 0,-4 0 8 15,1-1 4-15,-4 1-12 0,1 7 6 0,-3-2-3 16,0 2 0-16,-2 1-6 0,-1 4-3 0,-2 3-2 15,3-10-8-15,-3 10-4 0,0 0 0 0,0 0-3 0,0 0 0 16,0 0 4-16,-22 6-1 0,18 1-4 0,-3 1-3 16,1 2-7-16,3-2 2 0,0 3 8 15,0 0 3-15,2 6 0 0,1-6-2 0,1 2 2 16,2-2-1-16,1 5 2 0,-3-5-3 0,4 1 4 16,0-3-3-16,3 3 1 0,-3-5 2 0,0 3-3 0,0-1 2 15,2-1-2-15,-2-2-3 0,0 0 6 0,-3-1-4 16,-2-5 2-16,7 9-8 0,-4-4 3 15,-3-5-2-15,3 9 3 0,0-6-1 0,-3-3-1 16,0 9-1-16,0-9-1 0,-4 9 4 0,4-9-3 0,-5 11-13 16,1-6-12-16,-4 1-18 0,1-1-15 0,-3-1-29 15,-2 3-5-15,2-4-16 0,-2 1-11 0,1-4-20 16,1 3-26-16,1 1-22 0,2-4-51 16,7 0-32-16,-14-4-41 0,9 1-46 0,1-4-44 15,2 0-269-15,2 7-731 0,5-15 325 0</inkml:trace>
  <inkml:trace contextRef="#ctx0" brushRef="#br0" timeOffset="157441.96">23711 15300 80 0,'13'-12'327'16,"-5"2"0"-16,-2 1-16 0,-1 0-12 0,3 1-6 15,-3-1 1-15,-1 5 6 0,0-1-6 0,-2-2-15 16,-2 7-33-16,4-5-30 0,-4 5-28 15,0 0-27-15,0 0-15 0,0 0-16 0,0 0-12 16,0 0-6-16,0 0-8 0,0 0-8 0,0 0-6 0,-12 20-9 16,12-10-4-16,-2 2-6 0,1-1-5 0,1 2 0 15,0 2-7-15,1-2 0 0,-1 3 1 0,2-3 2 16,0-2-7-16,3 0-8 0,-3-1 2 16,2 1-3-16,0-4 2 0,0 1-4 0,-3-2-1 0,3-1-1 15,0 2-4-15,-2-1 3 0,1 0-6 0,1-1-6 16,-4-5 0-16,4 8-2 0,-2-3-4 0,-2-5-4 15,4 7-1-15,-4-7-1 0,4 8-6 0,-4-8-2 16,2 7-4-16,-2-7 6 0,0 0-2 0,-4 12 3 16,1-7-5-16,-2 0-5 0,-2-1-16 0,0 2-25 15,-6-2-18-15,3 0-22 0,2-2-37 0,-1-1-39 16,-1 1-19-16,-1 0-21 0,5 1-32 0,-3-3-29 16,9 0-50-16,-11 0-57 0,11 0-262 0,-7-5-677 15,7 5 301-15</inkml:trace>
  <inkml:trace contextRef="#ctx0" brushRef="#br0" timeOffset="158522.29">23969 15422 35 0,'0'0'373'0,"5"-3"-2"15,-5 3 4-15,0 0-11 0,0 0-10 0,7-5-4 16,-7 5-10-16,0 0-13 0,0 0-18 0,0 0-26 15,0 0-20-15,0 0-28 0,0 0-21 0,0 0-23 16,0 0-15-16,0 0-21 0,0 0-18 0,0 0-17 16,0 0-11-16,0 0-14 0,0 0-8 0,0 0-9 15,6-3-8-15,-6 3-5 0,0 0-6 0,0 0-4 16,0 0-4-16,0 0-3 0,0 0 1 0,8 9-4 16,-8-9-2-16,7 1-4 0,-7-1-3 0,17 0-2 15,-5 0-3-15,0-1 0 0,1 0-2 16,3-4-4-16,0 0 1 0,1 3 2 0,-3-2 4 0,-3 0 2 15,1-2 1-15,4-5 7 0,-5 4 0 0,0 2 29 16,-1-2 16-16,-2-1-9 0,0 1 1 0,-1 0 6 16,0-2-12-16,-5 4-8 0,0-3-9 0,0 0-8 15,-2 8-4-15,0-12-12 0,0 12 0 0,-9-10-8 16,4 6-4-16,-4-1-6 0,-1 2 3 0,0 1-6 16,-3 1 0-16,1 1-3 0,-1 3-6 0,-3 2 2 15,-2 4-1-15,2-2 0 0,-1 6 1 0,3 0-1 16,-1 1-2-16,0-1 1 0,3 2-3 0,2-2 2 15,0 0 3-15,1 2-4 0,3-5-5 0,1 0 0 16,1 2-1-16,0-1 0 0,3 0 4 0,1-3-1 16,1 3 1-16,-1-4-1 0,4 2-2 0,3-1 3 15,-1 1 6-15,4-2-8 0,2-3 4 0,2 1-1 16,-3 0 2-16,11-5 0 0,-1 0-1 0,8-2 16 16,-7-1-16-16,6-2 2 0,-1-3 1 0,-8 1-1 0,6-4 3 15,1 0 0-15,-8 0-2 0,-2-1 5 0,7-6 1 16,0 0-7-16,-3 1 4 0,0 0 11 15,0 0 2-15,-7 3 6 0,-5 3-5 0,5-1 14 16,-7 2-11-16,1 3 2 0,-4 2 0 0,3 0 5 16,-3 0-6-16,-3 5-1 0,5-8-10 0,-5 8-4 0,4-4-1 15,-4 4-17-15,0 0 7 0,0 0-4 0,0 0 9 16,0 0-6-16,0 0-7 0,0 0 11 0,0 0-8 16,-6 22 4-16,6-22 3 0,-4 13 4 15,0-3-7-15,3-3 2 0,0 1 1 0,-1 1 3 0,2-3-9 16,0-6 1-16,-1 16 0 0,2-11-2 0,-1-5 1 15,2 12-3-15,-1-6-4 0,2 2-3 0,0-4 0 16,-3-4-1-16,7 9-7 0,-2-6 3 0,1 0 8 16,0-1 7-16,2 0-7 0,-8-2 3 0,14-2 1 15,-6 0-1-15,5-2 5 0,-2 0 1 0,2 0 0 16,-3-2 0-16,0 0 1 0,3-1-1 0,-5 0-3 16,1-1 1-16,3-3 2 0,-4 2-3 0,1 1 2 15,-2-3 5-15,7 2 1 0,-8 2 6 0,-1 2-1 16,-1 1-6-16,0 0 0 0,-4 4 2 0,6-8-2 15,-6 8-1-15,5-4-3 0,-5 4-3 0,7-4 3 16,-7 4 6-16,0 0-8 0,0 0-1 0,10 8 4 16,-6-3 1-16,-1 2 6 0,-3-7-9 0,6 9 2 15,-4-2 4-15,3-1-1 0,-3 0-8 0,2-1-2 16,-1 2-17-16,1-3-10 0,-4-4-3 0,6 10 3 16,-3-4-5-16,-3-6 4 0,3 6 5 0,-3-6 9 15,0 0 2-15,3 7 6 0,-3-7 3 0,0 0 10 16,8 0-9-16,-8 0 4 0,0 0 5 0,11-9-5 15,-11 9 5-15,8-10-2 0,-4 6 2 0,0-2 13 16,0 1 5-16,0-1 2 0,3-3 1 0,-3 4-3 16,0-1 5-16,-4 6 17 0,6-9-9 0,-2 5-4 15,-4 4-8-15,5-7-4 0,-5 7 4 0,6-3-5 16,-6 3 0-16,0 0 7 0,0 0-9 0,12 7-1 16,-12-7 2-16,7 10-4 0,-3-8-3 0,-2 7 0 15,3-4 2-15,2 5-3 0,-2-2-18 0,1-2-19 16,-1 1-21-16,1 1-35 0,1-4-28 0,2 3-30 15,-5 0-34-15,3-1-31 0,-1-1-29 0,0-1-19 16,-1-1-17-16,1 0-24 0,0 1-28 0,-6-4-34 16,12 1-49-16,-12-1-260 0,13-4-729 0,-8-2 322 15</inkml:trace>
  <inkml:trace contextRef="#ctx0" brushRef="#br0" timeOffset="159006.54">25089 15092 216 0,'2'-6'356'0,"0"1"10"0,-1-3-6 0,-1 8 14 0,4-11-3 16,-4 11-1-16,0-8 5 0,0 8-2 0,0-9-1 15,0 9-9-15,0 0-12 0,-3-10-20 0,3 10-18 16,0 0-26-16,0 0-28 0,0 0-27 0,0 0-23 16,0 0-17-16,0 0-18 0,0 0-27 0,0 0-13 15,0 0-14-15,0 0-8 0,0 0-16 0,0 0-1 16,-8 21 1-16,5-10-24 0,-2 2-9 0,0 0 0 15,2 4-7-15,-2 0-5 0,1 0-2 0,-1 0-11 16,1 7 1-16,2-4-2 0,-2 5-3 0,1-5-14 16,3-1 1-16,-1 6 5 0,1 0-6 0,-2-6 10 15,2 0-9-15,3 1 7 0,2-3-10 0,-2 2-7 16,2-1 1-16,3-6 0 0,-1 3-3 0,-1-5-1 16,1 2 14-16,1-4-16 0,0-2-1 0,2-1 4 15,-1-2-9-15,-2-1-1 0,5-4 3 0,-1 2-9 16,0-4 8-16,1-2-10 0,-2-1 6 0,4-2-5 15,-3 0 1-15,-2-4 0 0,-1 2-2 0,-2 1 3 16,-1-1-4-16,-3-1 7 0,2 2-3 0,-2 1-4 16,-2 9 9-16,-2-14-14 0,-2 8 4 0,-1 1-5 15,-1-4 4-15,-2 2-2 0,-2 0-2 0,1 2-4 16,-4 3-11-16,0 1-11 0,5 0-9 0,-4 1-19 16,2 1-15-16,-1 0 1 0,3-1-21 0,0 4-10 15,2-1-17-15,6-3-17 0,-14 4-26 0,8-1-34 16,0-1-10-16,1 2-19 0,5-4-13 0,-9 5-23 15,9-5-18-15,-6 6-13 0,6-6-15 0,-3 7-36 16,3-7-30-16,0 0-239 0,0 0-677 0,19 5 301 16</inkml:trace>
  <inkml:trace contextRef="#ctx0" brushRef="#br0" timeOffset="159318.99">25390 15220 151 0,'7'-12'278'0,"-1"4"5"15,4-1 8-15,-7 0 8 0,1 3 6 0,0-2 9 16,-2 0 6-16,2 3-4 0,-4 5 3 0,4-10 0 16,-4 10-1-16,0-8-9 0,0 8-15 0,0 0-22 15,6-5-25-15,-6 5-23 0,0 0-21 0,0 0-27 16,0 0-17-16,0 0-13 0,0 0-16 0,0 0-9 16,0 0-9-16,0 0 1 0,2 27-13 0,-2-17-2 15,-2 2-9-15,-1 0 0 0,3 3-3 0,3 2-11 16,-3 1-7-16,0-1-4 0,2 1-6 0,-2 2-6 15,1-2-8-15,-1 0-7 0,2-1-1 0,2 0 1 16,-4 0-6-16,0-2-6 0,4 3-4 0,-4-3 0 16,2-3 3-16,-1 0-8 0,-1-2-16 0,1 0-10 15,0 0-23-15,3-3-30 0,-4-1-37 0,0-6-44 16,4 10-38-16,-2-5-52 0,-2-5-32 0,8 8-54 16,-3-8-41-16,-5 0-56 0,12 0-43 0,-12 0-290 15,16-7-813-15,-9 2 359 0</inkml:trace>
  <inkml:trace contextRef="#ctx0" brushRef="#br0" timeOffset="159584.53">25600 15428 151 0,'8'-3'333'16,"-8"3"10"-16,0 0 3 0,0 0 8 0,0 0-8 16,0 0 2-16,0 0-9 0,0 0-8 0,0 0-17 15,0 0-25-15,0 0-23 0,0 0-22 0,0 0-25 16,0 0-25-16,0 0-19 0,0 0-15 0,0 0-17 15,0 0-15-15,0 0-13 0,0 0-13 0,5 14-7 16,-5-14-12-16,-1 8-6 0,1-8-6 0,0 10-11 16,0-10-5-16,2 9-5 0,-2-9-4 0,0 8-3 15,0-8 0-15,0 8-17 0,0-8-19 0,1 7-23 16,-1-7-30-16,0 0-30 0,2 9-24 0,-2-9-29 16,0 0-21-16,6 4-43 0,-6-4-53 0,0 0-51 15,0 0-41-15,12-10-48 0,-12 10-268 0,9-10-707 16,-3 2 313-16</inkml:trace>
  <inkml:trace contextRef="#ctx0" brushRef="#br0" timeOffset="159756.37">25669 15321 46 0,'-3'-10'331'0,"3"10"21"16,-2-9 40-16,2 9-5 0,0 0-10 0,-1-10-24 16,1 10-35-16,-1-7-30 0,1 7-33 0,0 0-35 15,0 0-34-15,0 0-23 0,0 0-25 0,0 0-39 16,0 0-50-16,0 0-47 0,0 0-41 0,9 24-55 15,-7-16-47-15,2 2-67 0,1-1-48 0,0 2-45 16,-3-2-186-16,5 0-526 0,-1-3 233 0</inkml:trace>
  <inkml:trace contextRef="#ctx0" brushRef="#br0" timeOffset="160178.14">25792 15421 149 0,'0'0'315'0,"0"0"-1"0,2-7-8 15,-2 7-2-15,0 0 8 0,3-6 3 0,-3 6 15 16,0 0 8-16,0 0 1 0,0 0-4 0,4-8-10 16,-4 8-30-16,0 0-29 0,0 0-30 0,0 0-25 15,0 0-22-15,0 0-23 0,0 0-16 0,0 0-15 16,0 0-11-16,0 0-15 0,2 18-10 0,-2-18-10 16,3 13-9-16,1-5-6 0,-1 1-9 0,-1 0-6 15,0 1-6-15,0-2-5 0,-1-1-5 0,1 0-5 16,0 0-10-16,0-1-10 0,2-1-10 0,-4-5-5 15,4 9-5-15,-4-9 1 0,6 7 2 0,-6-7-4 16,6 4-3-16,-6-4-2 0,11-2 0 0,-11 2 0 16,15-5 3-16,-7 0-3 0,1 1 2 0,1-3 0 15,0-1-2-15,-1 0 3 0,-2 0-1 0,5 2 2 16,-4-2 5-16,1 2 6 0,0-1 4 0,-4 2 5 16,1 0 4-16,-1 1 4 0,-1 2-1 0,-4 2 2 15,7-5-2-15,-7 5-4 0,7-4-1 0,-7 4-7 16,0 0-2-16,0 0 2 0,7-4-4 0,-7 4 0 15,0 0-2-15,0 0 4 0,0 0-4 0,13 10-13 16,-9-7-17-16,3 2-19 0,-2 0-28 0,1 1-38 16,1 2-42-16,0-1-29 0,2 0-36 0,-2 0-34 15,3 0-24-15,0-1-31 0,-1 1-22 0,-2-2-37 16,3 1-17-16,-4-3-238 0,2-1-672 0,1 0 297 16</inkml:trace>
  <inkml:trace contextRef="#ctx0" brushRef="#br0" timeOffset="160787.37">26217 15429 129 0,'2'-7'287'0,"0"3"-2"15,-2 4-12-15,5-7-8 0,-5 7-4 0,0 0-7 16,8-7 1-16,-8 7-6 0,0 0-12 16,8-9-10-16,-8 9-13 0,7-2-15 0,-1 1-15 0,-6 1-9 15,11 0-17-15,-11 0-18 0,12 2-5 0,-6-1-16 16,-6-1-16-16,11 5-12 0,-7-1-7 0,2 0-3 15,0-1-12-15,-3 5-3 0,1-3-6 0,0 2-5 16,-4 0-13-16,4-2 8 0,-4-5-11 0,0 15 2 16,1-9-3-16,-1-6-7 0,-1 11-3 0,1-11 4 15,-2 12 1-15,0-7-5 0,2-5 0 0,-6 7 14 16,3-4 9-16,3-3 9 0,-8 4 13 0,8-4 7 16,-10 1 5-16,10-1-3 0,0 0-3 0,-15-5-3 15,8 1-4-15,2-2-6 0,1 1-7 16,1-1-2-16,3 6-6 0,-6-13 5 0,4 7-3 0,2 6-4 15,-2-12-7-15,2 12-2 0,0-12-8 0,4 7-3 16,-4 5-1-16,2-10-6 0,3 8 1 0,-5 2-7 16,11-3-7-16,-11 3 2 0,15 4-5 0,-6 1 1 15,5 1-3-15,-1 3-4 0,1 2 0 16,-1 3 6-16,-1 2-3 0,-1 1 0 0,2 6-6 0,1 5 4 16,-1-1 0-16,-1-1 4 0,-5 2-3 0,-1 3 4 15,1-4 1-15,-5 3 3 0,2-3-1 0,-2 4 5 16,-2-5-1-16,-4 2-2 0,2-1 1 0,-3 2 0 15,-5-4 2-15,0-2-2 0,-3 2-2 0,-2-1 2 16,-2-1 0-16,-3-3 10 0,2 1-9 16,2-8 5-16,1-1-1 0,-3-3-2 0,5 0 21 0,1-2 22 15,5-3 16-15,-1-2 19 0,8-2 6 0,-17 1 3 16,17-1 9-16,-15-8-10 0,9 1 2 0,-4-3-1 16,6-1 3-16,2-5-10 0,1-1-15 0,1 1-12 15,3-1 0-15,1-3-12 0,4 1-5 16,0-3-2-16,1 3-4 0,-2 2-12 0,4 2-33 0,-4 1 0 15,1 3 0-15,2 3 0 0,-1-1 0 0,-1 0 0 16,3 2-47-16,-1 1-89 0,5 1-36 0,-1 5-37 16,-3-1-48-16,8 1-53 0,-2 1-43 0,2 1-42 15,-7 2-48-15,5-2-63 0,-4 1-389 16,-2-1-967-16,1-1 428 0</inkml:trace>
  <inkml:trace contextRef="#ctx0" brushRef="#br0" timeOffset="-146547.07">2598 15823 330 0,'-3'-8'404'0,"3"8"-1"0,-2-11-17 0,2 11-4 16,-3-8-6-16,-1 1-3 0,4 7-3 0,-1-10-6 15,-2 4-10-15,3 6-15 0,-2-10-11 0,2 10-9 16,-4-8-19-16,4 8-29 0,-3-8-5 0,3 8-27 15,0 0-9-15,0 0-39 0,2-9-16 0,-2 9-29 0,0 0-6 16,0 0-11-16,0 0-15 0,0 0-10 16,0 0-12-16,0 0-25 0,0 0 5 0,5 21 1 15,-4-10-13-15,0 0-3 0,2 6-6 0,-2 0-8 16,2 2 0-16,-2 0-7 0,0 5-2 0,1-5-4 16,-2 5 0-16,1-5-5 0,-1 6 5 0,0-7-9 15,0 1 0-15,1 0-5 0,0 0 1 0,1-1 4 16,-2 3-13-16,1-4 5 0,-1 3 7 0,-1-1-7 15,1-1 1-15,0-2-5 0,2 2-6 0,-3-8-1 16,1 3 4-16,1-1-5 0,-1-1-3 0,0-1-20 16,0-2-5-16,0-1-10 0,0-7-17 0,0 15-22 15,3-12-25-15,-3-3-21 0,0 9-23 0,0-9-27 16,0 0-26-16,2 6-48 0,-2-6-72 0,0 0-49 16,0 0-43-16,0 0-76 0,0 0-377 0,7-25-936 15,-9 14 415-15</inkml:trace>
  <inkml:trace contextRef="#ctx0" brushRef="#br0" timeOffset="-146234.65">2527 15945 215 0,'-1'-13'353'0,"0"6"-6"16,1 7 2-16,0 0-12 0,1-16-11 0,-1 16-3 0,1-13-20 15,2 6-12-15,1-1-9 0,2 1-17 0,0-3-19 16,1 2-12-16,-2 2-21 0,2-2-17 0,3 2-20 16,-3 1-19-16,4-3-12 0,0 5-14 15,1-2-13-15,-1 0-18 0,2 1-6 0,-2 1-10 0,2 2-11 16,-1-1-5-16,-2 1-5 0,3 0-6 16,-6 0-6-16,0 0-6 0,3 0-2 0,-10 1-7 0,14 1-8 15,-14-1-18-15,10 1-30 0,-10-1-20 0,12 1-35 16,-12-1-29-16,9 2-29 0,-9-2-31 0,6 4-27 15,-6-4-22-15,3 7-26 0,-3-7-27 16,0 0-25-16,-3 12-25 0,-2-4-41 0,0 0-202 16,-3-2-605-16,-1 1 268 0</inkml:trace>
  <inkml:trace contextRef="#ctx0" brushRef="#br0" timeOffset="-146000.3199">2617 16022 292 0,'0'0'354'0,"0"0"28"0,-5 9 11 0,5-9 8 15,0 0 12-15,0 0 2 0,0 0-3 0,0 0-13 16,0 0-23-16,0 0-14 0,0 0-29 0,0 0-28 16,0 0-28-16,0 0-28 0,0 0-25 0,0 0-23 15,0 0-23-15,0 0-18 0,0 0-18 0,0 0-17 16,0 0-8-16,32-6-10 0,-32 6-11 0,19-5-29 16,-9 3-25-16,-1-1-39 0,4 2-28 0,-3-1-37 15,2-1-41-15,-12 3-35 0,21-1-41 0,-10-1-40 16,0 0-46-16,-1 2-43 0,2-2-35 0,-1-1-44 15,-2 3-36-15,-9 0-307 0,0 0-789 0,19 0 350 16</inkml:trace>
  <inkml:trace contextRef="#ctx0" brushRef="#br0" timeOffset="-145750.37">2862 16022 78 0,'0'0'286'16,"0"0"34"-16,0 0 18 0,0 0 30 0,0 0-2 15,5 3 3-15,-5-3 5 0,0 0 3 0,0 0 1 16,0 0-9-16,0 0-10 0,0 0-13 0,0 0-16 15,0 0-27-15,0 0-21 0,0 0-21 0,0 0-19 16,0 0-36-16,0 0-20 0,0 0-18 0,0 0-16 16,0 0-17-16,0 0-17 0,0 0-2 0,0 0-20 15,7 12-15-15,-7-12 2 0,0 0-11 0,0 15-3 16,0-15-11-16,0 11-21 0,0-11-27 0,1 17-25 16,-1-10-39-16,0-7-30 0,-2 13-41 0,2-13-46 15,0 16-27-15,1-11-37 0,-1-5-51 0,2 8-35 16,1-3-34-16,-3-5-41 0,0 0-51 0,6 4-328 15,-6-4-839-15,0 0 372 0</inkml:trace>
  <inkml:trace contextRef="#ctx0" brushRef="#br0" timeOffset="-145562.9199">2898 15966 37 0,'0'-9'370'16,"0"9"5"-16,0 0-23 0,0 0 7 0,0-16-24 15,0 16-19-15,0 0-31 0,0 0-28 0,-1-9-25 16,1 9-28-16,0 0-19 0,0 0-24 0,0 0-42 16,0 0-51-16,1-7-15 0,-1 7-34 0,0 0-47 15,0 0-44-15,0 0-47 0,0 0-50 0,23 5-68 16,-23-5-60-16,13 2-171 0,-1 0-506 0,-12-2 223 16</inkml:trace>
  <inkml:trace contextRef="#ctx0" brushRef="#br0" timeOffset="-145266.12">3140 15881 235 0,'0'0'431'0,"-3"-17"29"0,3 17 3 0,-4-10 4 16,4 10 1-16,-6-12 19 0,6 12-4 0,-5-11-18 16,5 11-9-16,-5-9-15 0,5 9-24 0,-4-10-25 15,4 10-31-15,0 0-37 0,-4-8-34 0,4 8-26 16,0 0-27-16,0 0-20 0,0 0-22 0,0 0-21 15,0 0-15-15,-18 21-18 0,16-14-15 0,-2 4-88 16,2 1-38-16,0 5 0 0,-1-1 0 0,2 0 0 16,-3 1 0-16,1 0 0 0,3 2 0 0,-1-4 0 15,1 4 0-15,0-1 0 0,0 0 0 0,-1-2 0 16,2 2 0-16,-1-5 0 0,1-1 0 0,1 1 0 16,0 1-36-16,-2-4-202 0,3 1-37 0,1-2-34 15,-2-1-37-15,5 0-31 0,-7-8-31 0,14 4-38 16,-14-4-44-16,15-2-27 0,-15 2-275 0,21-8-857 15,-11 2 379-15</inkml:trace>
  <inkml:trace contextRef="#ctx0" brushRef="#br0" timeOffset="-144953.69">3325 15924 8 0,'0'0'369'0,"2"-11"9"0,-2 11 32 15,3-14 13-15,-3 14 5 0,0-11 1 16,0 11 1-16,0 0-4 0,1-13-8 0,-1 13-15 15,0 0-33-15,0 0-19 0,0 0-36 0,-1-14-22 0,1 14-27 16,0 0-28-16,0 0-21 0,0 0-15 0,0 0-21 16,0 0-15-16,0 0 8 0,0 0-10 0,0 0-10 15,0 0-13-15,0 38-14 0,0-38-6 16,1 21-16-16,-1-9-10 0,3-1-11 0,-3 5-10 16,1-1-4-16,-2 1-7 0,1 0-3 0,1-1-22 15,-1 1-38-15,-1 1 0 0,1-1 0 0,1 0 0 0,-1-3 0 16,0-2 0-16,1 1 0 0,1-1 0 15,-2-11-98-15,-2 18-44 0,2-18-31 0,2 12-30 16,-2-12-22-16,3 11-30 0,-3-11-34 0,3 5-41 16,-3-5-38-16,0 0-31 0,0 0-34 0,0 0-36 15,0 0-333-15,0 0-867 0,0 0 384 0</inkml:trace>
  <inkml:trace contextRef="#ctx0" brushRef="#br0" timeOffset="-144734.99">3312 16086 11 0,'0'0'192'0,"-9"-3"18"0,9 3 25 15,-11-1 26-15,11 1 29 0,0 0 13 0,-21-2 28 16,21 2 11-16,-13-2 17 0,13 2 8 0,-14-1 2 16,14 1 4-16,0 0-13 0,-15-5-11 0,15 5-19 15,0 0-22-15,0 0-23 0,-10-4-29 0,10 4-21 16,0 0-25-16,0 0-10 0,0 0-30 0,0 0-10 16,0 0-19-16,0 0-17 0,0 0-14 0,0 0-30 15,33-8-25-15,-33 8-29 0,18-3-45 0,-5 2-39 16,-3 1-46-16,-10 0-50 0,22-5-50 0,-8 3-55 15,0-2-54-15,-3 2-45 0,2-2-57 0,5 0-52 16,-6 0-316-16,1 1-846 0,0 0 374 0</inkml:trace>
  <inkml:trace contextRef="#ctx0" brushRef="#br0" timeOffset="-144360.0799">3532 16028 129 0,'0'0'371'0,"0"0"10"0,0 0 2 0,0 0-3 15,0 0-9-15,0 0-18 0,0 0-1 0,0 0-17 16,0 0-22-16,0 0-15 0,0 0-28 0,0 0-25 16,0 0-28-16,0 0-21 0,0 0-18 0,0 0-19 15,0 0-17-15,0 0-15 0,0 0-13 16,20 0-14-16,-20 0-7 0,13 8-12 0,-8-4-8 0,3 1-9 16,-2 2-3-16,1 0-11 0,-4 0-4 0,1 2-5 15,0 1-3-15,-1-3-2 0,-3-7-9 0,1 15-13 16,-1-15-10-16,0 15-4 0,0-15-8 15,-3 11 0-15,2-6-4 0,1-5 6 0,0 0 3 16,0 0-5-16,-6 12 7 0,6-12-4 0,0 0 5 16,0 0 0-16,0 0 0 0,0 0-5 0,0 0 4 0,0 0-4 15,0 0 4-15,1-36 1 0,2 25-10 0,3 0 4 16,-2-1 6-16,2 2-6 0,1 0 4 16,-1 0-4-16,2 2-7 0,1-2-17 0,-1 4-19 15,3 0-19-15,-2 1-26 0,2 2-18 0,-1 0-35 16,2 1-30-16,1 2-30 0,0 0-28 0,-2 2-26 15,1 1-19-15,-2 2-39 0,0-2-21 0,-10-3-17 16,13 6-187-16,-8-3-588 0,-5-3 260 0</inkml:trace>
  <inkml:trace contextRef="#ctx0" brushRef="#br0" timeOffset="-143907.07">3818 16071 36 0,'0'0'231'15,"0"0"1"-15,0 0 4 0,0 0 0 0,0 0-2 16,0 0-10-16,0 0 13 0,0 0-7 0,0 0-5 15,0 0-5-15,1-33-7 0,-1 33-17 0,4-7-10 16,-4 7-10-16,8-5-6 0,-8 5-23 0,13-4-3 16,-13 4-10-16,11-2-15 0,-11 2-11 0,14 0-2 15,-14 0-16-15,13 2-3 0,-13-2-8 0,14 5-5 16,-9-1-4-16,-5-4-11 0,12 8 5 0,-6-4-14 16,-6-4-4-16,4 11-9 0,-4-11-5 15,5 16 5-15,-4-6-7 0,-1-1-3 0,0-9 4 0,-2 17-11 16,-2-7 5-16,-2-1 2 0,0 0-2 0,-1-1-2 15,-2 2-3-15,-1-3-3 0,-1 0-13 0,-1-3 8 16,3 0 9-16,0-2 2 0,9-2 21 0,-18 1 20 16,18-1 12-16,-12-3 3 0,12 3 16 0,-10-8 5 15,10 8-6-15,-7-12-8 0,5 4-3 0,2 8-4 16,3-22-10-16,-1 12-3 0,2 1-9 0,1-1-9 16,0 1-2-16,3 1-5 0,-2 0-10 0,1 2 0 15,-7 6-10-15,13-5 2 0,-7 2-4 0,-6 3 0 16,14-2-7-16,-14 2 0 0,14 2-3 0,-14-2 2 15,15 4-2-15,-4-1 0 0,-4 2-2 0,0 2 0 16,-1 1-2-16,-1-2 1 0,0 3-4 0,0-1 1 16,1 2-3-16,-3-2-2 0,1 3-4 0,-3-2-15 15,1 1-14-15,1-1-23 0,-3-9-12 0,4 11-20 16,-4-11-7-16,7 11-26 0,-7-11-31 0,8 4-24 16,4-5-43-16,-12 1-34 0,27-6-29 0,-15 1-47 15,5-2-28-15,-1 0-42 0,3-2-224 0,-4-2-677 16,4 1 300-16</inkml:trace>
  <inkml:trace contextRef="#ctx0" brushRef="#br0" timeOffset="-143610.26">4280 15896 100 0,'-3'-5'277'0,"3"5"19"0,-8-13 24 0,8 13 13 16,-9-12 19-16,6 5 12 0,3 7 9 0,-7-11 8 0,7 11-4 15,-5-7-3-15,5 7-27 0,0 0-24 0,-6-9-27 16,6 9-28-16,0 0-29 0,0 0-21 15,0 0 4-15,0 0-4 0,0 0-14 0,0 0-16 16,0 0-2-16,0 0-5 0,0 0-7 0,0 43-21 16,0-32-16-16,0 5-8 0,0-16-5 0,1 26-20 15,-2-11-7-15,1-1-14 0,0 3-1 0,-2 1-11 0,4-1-22 16,-4 1 11-16,2 0-1 0,0 0-16 16,2-2-4-16,-1 2-5 0,1-8-7 0,-2-10-20 15,2 23-11-15,-2-12-16 0,-2-1-29 0,2-10-32 16,2 19-25-16,-2-13-36 0,0-6-26 0,0 0-20 15,-3 17-18-15,3-17-47 0,0 0-46 0,0 0-52 16,0 0-49-16,0 0-59 0,0 0-36 0,0 0-287 16,0 0-846-16,-24-23 374 0</inkml:trace>
  <inkml:trace contextRef="#ctx0" brushRef="#br0" timeOffset="-143219.72">4162 16087 97 0,'-8'-9'298'0,"8"9"25"0,0 0 16 16,0 0 12-16,-9-10 12 0,9 10 5 0,-6-5 9 15,6 5 5-15,0 0 0 0,0 0-4 0,0 0-16 16,0 0-19-16,0 0-30 0,0 0-21 0,-8-11-26 16,8 11-28-16,0 0-23 0,0 0-24 0,0 0-18 15,0 0-16-15,0 0-13 0,0 0-19 0,26-9-15 16,-18 8-21-16,3-3-9 0,1 3-22 0,-1-1-15 16,3-1-11-16,-5 0-10 0,5 2-8 0,-2-2-11 15,0 0-2-15,2 0-3 0,-3 1-4 0,0-2 3 16,-2 1 0-16,-9 3 1 0,17-3-2 0,-10 0-1 15,-7 3 5-15,14 0-3 0,-14 0-3 0,11-2 1 16,-11 2-3-16,0 0 1 0,12 4 3 0,-12-4-3 16,7 6 1-16,-7-6-1 0,0 0-3 0,6 10 3 15,-6-10 1-15,3 7 3 0,-3-7 1 0,5 11-2 16,-5-11-1-16,4 12 0 0,-3-4 5 0,1 0-3 16,-2-8 6-16,3 13-7 0,-3-13 5 0,1 14 1 15,1-7-2-15,-2-7-2 0,-2 12 3 0,2-12 1 16,0 0-3-16,0 15-1 0,0-15-26 0,-1 9-31 15,1-9-24-15,0 0-28 0,0 0-17 0,1 13-24 16,-1-13-40-16,0 0-49 0,8 0-42 0,-8 0-31 16,0 0-45-16,0 0-46 0,18-17-338 0,-14 8-802 15,1 1 354-15</inkml:trace>
  <inkml:trace contextRef="#ctx0" brushRef="#br0" timeOffset="-143047.8799">4496 15984 114 0,'0'-5'320'0,"0"5"5"0,0 0-3 16,0 0-1-16,0 0-28 0,0 0-12 16,0 0-20-16,0 0-26 0,0 0-30 0,0 0-19 15,0 0-23-15,0 0-27 0,0 0-34 0,0 0-65 16,0 0-47-16,0 0-60 0,0 0-83 0,0 0-88 16,0 0-231-16,19 20-510 0,-10-15 226 0</inkml:trace>
  <inkml:trace contextRef="#ctx0" brushRef="#br0" timeOffset="-142407.41">4644 16092 200 0,'0'0'416'16,"0"0"-2"-16,0 0-9 0,0 0-15 0,0 0-14 16,0 0-13-16,0 0-16 0,0 0-20 0,0 0-26 15,-8-31-25-15,8 31-26 0,0 0-30 0,0 0-22 16,0 0-21-16,5-7-17 0,-5 7-23 0,0 0-12 15,16 0-12-15,-16 0-15 0,0 0-6 0,20 7-11 16,-15-3-7-16,3 2-8 0,-8-6-6 0,12 11-8 16,-8-5-4-16,0 1-11 0,1 0-1 0,-5-7-5 15,4 12-3-15,-4-12-2 0,0 13-1 0,0-13-5 16,-5 12-6-16,5-12-4 0,-9 13-9 0,0-6-9 16,0-3 2-16,-1 1-1 0,0-2 2 0,0 0-3 15,-1 0 3-15,11-3-3 0,-17 1 8 0,17-1 0 16,-13-2-2-16,13 2 3 0,-12-8 2 0,12 8-6 15,-9-13 3-15,8 4 1 0,0-2-2 0,1 11 1 16,5-20 1-16,0 9-5 0,0 2 4 0,3 0-2 16,-1 1 1-16,5-1-1 0,-2 2-2 0,2-1 1 15,3-1 3-15,-4 7-5 0,7-3 3 0,-6 4-2 16,2 0-1-16,-3 0-2 0,1 1 3 0,1 1 1 16,-2 0-5-16,-3 5 4 0,2-1-5 0,-4-2 3 15,-6-3 2-15,11 10-2 0,-9-3-3 0,-2-7-1 16,8 14-7-16,-7-8 3 0,-1-6-5 0,3 14 1 15,-3-14 2-15,0 0-2 0,-3 14 2 16,3-14-4-16,0 0-1 0,-1 12 6 0,1-12 3 16,0 0 6-16,0 0-7 0,-3 10 12 0,3-10-6 0,0 0 8 15,0 0-14-15,0 0 10 0,0 0-2 0,0 0 0 16,22-24-3-16,-13 16 6 0,-9 8-4 0,15-14 7 16,-7 7-2-16,1 1-2 0,0-1 3 0,1 1-1 15,-10 6 0-15,18-6 1 0,-10 3 3 16,-8 3-5-16,0 0 1 0,19-2-2 0,-19 2 3 15,16 4 2-15,-16-4-10 0,14 5 11 0,-14-5-3 0,13 13 0 16,-5-5-2-16,-4-1 4 0,2 3-3 0,-1-1 1 16,-1-1 0-16,2 2 2 0,-2-1-4 0,0-3 1 15,-4-6 6-15,8 13-4 0,-6-7-16 0,-2-6-16 16,7 7-9-16,-7-7-17 0,6 6-45 16,-6-6-57-16,0 0-64 0,0 0-69 0,0 0-101 15,0 0-319-15,0 0-772 0,0 0 342 0</inkml:trace>
  <inkml:trace contextRef="#ctx0" brushRef="#br0" timeOffset="-141735.69">5869 15982 147 0,'0'0'333'15,"-2"-11"11"-15,2 11 13 0,0-11 12 0,0 11 4 16,-2-13-2-16,2 13 9 0,0-13 1 0,-1 6-4 16,1 7-15-16,0-11-14 0,0 11-13 0,-2-10-21 15,2 10-26-15,0 0-29 0,-1-10-28 0,1 10-27 16,0 0-20-16,0 0-17 0,0 0-17 0,0 0-19 15,0 0-13-15,0 0-15 0,16 17-6 0,-12-5-4 16,0-1-14-16,1 6-4 0,0 0-3 0,-3 3-6 16,0 5-7-16,-1-5-1 0,-2 6-2 0,-1 2-8 15,-3-3 3-15,4 2-15 0,-1-2-2 0,-2-4-3 16,1 3-6-16,-1-4-2 0,2-3 2 0,0-1-8 16,2-3-28-16,-1 0-14 0,2-1-21 0,-1-1-13 15,0 0-24-15,0-4-22 0,2-1-23 0,0 1-27 16,2-2-24-16,-1 0-30 0,-3-5-33 0,7 3-39 15,-7-3-41-15,8 1-31 0,-8-1-33 0,0 0-49 16,8-8-324-16,-8 8-822 0,0 0 364 0</inkml:trace>
  <inkml:trace contextRef="#ctx0" brushRef="#br0" timeOffset="-141517">5734 16217 230 0,'0'0'359'0,"0"0"-11"0,0 0 14 0,0 0 3 0,-14-7-2 16,14 7-5-16,0 0-7 0,-7 0-12 0,7 0-16 16,0 0-22-16,0 0-30 0,0 0-30 0,0 0-21 15,0 0-22-15,0 0-21 0,0 0-16 0,28-6-20 16,-17 4-13-16,0 1-14 0,2-1-20 0,0 0-28 16,5 0-31-16,-2 2-43 0,3-2-33 15,1-1-38-15,-2 3-63 0,-3-1-31 0,-2-1-43 0,1 0-39 16,0-2-40-16,1 0-34 0,-1 1-35 0,-4 0-244 15,3 0-658-15,-1 1 292 0</inkml:trace>
  <inkml:trace contextRef="#ctx0" brushRef="#br0" timeOffset="-141251.43">6081 16153 52 0,'0'0'319'16,"6"2"21"-16,-6-2 18 0,0 0 6 0,0 0 11 0,0 0-6 15,0 0 1-15,0 0 1 0,0 0-12 0,0 0-11 16,0 0-25-16,0 0-19 0,0 0-27 0,0 0-25 15,0 0-23-15,0 0-19 0,0 0-4 16,0 0-15-16,5 4-14 0,-5-4-11 0,-2 9-24 16,2-9-8-16,3 9-16 0,-3-4-11 0,0-5-9 15,-1 17-13-15,1-9-3 0,0 0-10 0,0 0-6 0,0-8-11 16,-2 16-31-16,1-9-23 0,1-7-26 16,1 10-35-16,-1-10-36 0,-2 9-42 0,2-9-25 15,-1 8-34-15,1-8-24 0,0 0-46 0,3 5-31 16,-3-5-31-16,0 0-31 0,0 0-42 0,23-13-34 15,-16 9-223-15,1-7-714 0,1 1 317 0</inkml:trace>
  <inkml:trace contextRef="#ctx0" brushRef="#br0" timeOffset="-141063.97">6172 16078 269 0,'0'0'426'0,"0"0"14"0,-3-13 1 16,3 13-4-16,-3-5-16 0,3 5-16 0,0 0-32 15,-3-6-26-15,3 6-38 0,0 0-35 0,0 0-28 16,0 0-31-16,0 0-32 0,0 0-42 0,0 0-40 16,0 0-52-16,0 0-55 0,0 0-67 0,0 0-67 15,7 23-63-15,-7-23-62 0,9 11-62 0,-3-2-65 16,-2-3-221-16,1-1-662 0,-5-5 293 0</inkml:trace>
  <inkml:trace contextRef="#ctx0" brushRef="#br0" timeOffset="-140204.8199">6281 16181 320 0,'0'0'381'16,"0"0"2"-16,0 0-7 0,5-7-8 0,-5 7-11 15,0 0-10-15,3-6-9 0,-3 6-10 0,0 0-21 16,0 0-33-16,3-5-19 0,-3 5-29 0,0 0-21 16,0 0-22-16,0 0-17 0,14 2-21 0,-14-2-12 15,9 5-13-15,-5-1-14 0,1 1-10 0,0 3-7 16,0-2-12-16,-1 0-9 0,0 1-6 0,0 0-9 15,0 0-11-15,-3 0 1 0,3 0-18 0,0-1-13 16,-4-6-18-16,5 12-8 0,-4-10-15 0,-1-2-5 16,3 10 1-16,-3-10-1 0,1 4 9 0,-1-4 9 15,0 0 5-15,0 0-7 0,0 0 3 0,0 0 3 16,0 0 1-16,0 0 1 0,13-12 1 0,-13 12 2 16,9-11 3-16,-5 5-9 0,2-2 13 0,0 1-5 15,0 1 5-15,1-2 2 0,-2 0 0 0,-5 8-1 16,12-11 6-16,-7 8-2 0,-5 3 0 0,11-7 0 15,-11 7-10-15,9-5 9 0,-4 5-3 0,-5 0 0 16,10-2 2-16,-10 2-5 0,0 0 1 0,11 5 4 16,-6-2-2-16,-5-3 3 0,5 7-6 15,-5-7 3-15,5 7-1 0,-2-2 0 0,-3-5 3 0,6 8-1 16,-6-8-1-16,1 8 4 0,-1-8 0 0,4 6-4 16,-4-6 3-16,4 5 3 0,-4-5 0 0,0 0 2 15,0 0-1-15,9 0 0 0,-9 0 6 0,0 0-6 16,14-11 3-16,-11 4-3 0,3 1 0 0,2-3-2 15,0 1-1-15,0-1 6 0,-1 1 5 16,-2 1 8-16,0-2-1 0,1 5 3 0,2-4 0 0,-8 8 1 16,10-10-6-16,-5 5 2 0,-5 5-6 0,12-8-3 15,-12 8-3-15,10-2 1 0,-10 2-3 0,0 0 0 16,0 0-1-16,16 5-9 0,-16-5 5 0,8 6-7 16,-8-6 6-16,4 8 7 0,1-5-8 15,-5-3 1-15,4 11 2 0,-1-6-8 0,-1 0 7 16,-2-5 0-16,4 11 0 0,-3-5-4 0,-1-6 3 0,4 9 3 15,-4-9-2-15,4 9 2 0,-1-7-3 0,2 2 2 16,-5-4 1-16,10 5 2 0,-4-4-4 0,3-1-1 16,-1 2-3-16,2-2 7 0,-10 0 0 15,21-3-2-15,-11-1-1 0,3 1 0 0,-2-3 5 16,2 0-11-16,1-3 6 0,-4 3 0 0,5-3-1 16,-4 1 2-16,-2-1 2 0,3-3-5 0,-4 3 6 0,0 1-3 15,-1-2 1-15,-1 3 7 0,-1 2 9 16,-3-1 6-16,1 0 1 0,-3 6-2 0,4-11 4 15,-2 7-7-15,-2 4 5 0,0 0-7 0,0-9-3 16,0 9-1-16,0 0-10 0,0 0 4 0,-6-8 0 16,6 8-7-16,0 0-1 0,0 0 6 0,0 0 0 15,0 0-1-15,-17 9 0 0,17-9 0 0,-6 10-2 0,3-3 2 16,-1 1-1-16,2 2 0 0,1-2-9 16,1 2 10-16,-3-1-1 0,3 2-4 0,-1-2 0 15,-1 1 4-15,4 1-2 0,-1-2 1 0,0 1-1 16,2-1 2-16,1-1-4 0,1 0 6 0,0-2-1 15,4 1-7-15,0-2-9 0,1 1-11 0,4-3-9 0,3 0-17 16,1-1-20-16,-1-2-17 0,5 0-25 0,-3-2-33 16,0 0-37-16,1 1-44 0,-1-4-55 15,1 0-54-15,1-1-66 0,-2-2-68 0,0 0-253 16,7-4-775-16,-7 3 344 0</inkml:trace>
  <inkml:trace contextRef="#ctx0" brushRef="#br0" timeOffset="-139829.8899">7716 15914 11 0,'8'-10'409'0,"-3"2"0"0,1 0 3 0,-1-3-4 16,0 3-6-16,-1 2-12 0,-1-1-3 0,-1 3-14 15,-2 4-18-15,3-10-18 0,-3 10-27 0,3-7-28 16,-3 7-29-16,0 0-27 0,0 0-28 0,0 0-13 15,0 0-8-15,0 0-13 0,-17 0-12 0,17 0 7 16,-13 12-13-16,4-3-12 0,0 5 10 0,-2 1-8 16,3-1-3-16,-4 4-16 0,-1 3-6 0,0 1-17 15,-1 0-11-15,1 0 4 0,0 2-13 0,5 0 0 16,-3 2-3-16,1 0-10 0,2 0-3 0,0-1-12 16,-1 2 1-16,3 0-4 0,0-2-13 0,3-6 6 15,-1 1-3-15,6-1-7 0,1 8-2 0,1-10-12 16,-1-1-10-16,8 1-9 0,-2 0-7 0,2-3-21 15,1 1-16-15,1-4-32 0,0 0-22 0,0-1-28 16,-3-1-27-16,1-4-22 0,2 1-24 0,0-4-31 16,0-1-37-16,4-1-38 0,-2 0-37 0,2-2-46 15,-1-5-60-15,0 2-350 0,0-3-870 0,2-1 385 16</inkml:trace>
  <inkml:trace contextRef="#ctx0" brushRef="#br0" timeOffset="-136065.15">8009 16019 20 0,'0'-10'292'0,"0"10"-3"0,0 0-8 16,1-13-6-16,-1 13-8 0,0-6-2 15,0 6-6-15,0 0-11 0,1-9 2 0,-1 9-5 0,0 0 0 16,0-11-5-16,0 11-13 0,0 0-9 0,0 0-8 16,-2-9-6-16,2 9-7 0,0 0-6 0,0 0-7 15,-3-7-11-15,3 7-10 0,0 0-16 0,0 0-17 16,0 0-12-16,0 0-13 0,0 0-11 0,0 0-9 15,0 0-12-15,0 0-7 0,0 0-9 0,0 0-2 16,0 0-6-16,0 0-5 0,7 28-5 0,-7-20-4 16,2 3-1-16,0 0-3 0,-2 2-3 0,0 4 1 15,0-2-5-15,0 0-4 0,0 1 2 0,0 2-2 16,-2 0-2-16,0 0-3 0,0-1 16 0,2 2-2 16,-2-2-4-16,-1-1-5 0,2 2 3 0,1-1-7 15,-3-5 0-15,3 1-3 0,-1-2 4 0,2 0-8 16,-1-1 4-16,2 1 2 0,3-3-7 0,-1 1 5 15,2-2-1-15,2 0-9 0,1-2-9 0,-2 2-17 16,2-4-21-16,3 0-27 0,-2 0-29 16,3-2-35-16,1-1-22 0,-2 0-43 0,1-1-36 0,0-1-33 15,0-2-33-15,-2 0-25 0,1-2-35 0,-2 1-17 16,0 1-277-16,-1-2-710 0,-1-2 314 0</inkml:trace>
  <inkml:trace contextRef="#ctx0" brushRef="#br0" timeOffset="-135768.3499">8013 16210 1 0,'0'0'365'0,"-20"-4"2"16,10-1 13-16,10 5-10 0,-13-5 2 15,13 5 6-15,-10-3 7 0,10 3 0 0,-9-5-6 16,9 5-8-16,0 0-11 0,-6-6-13 0,6 6-19 15,0 0-28-15,0 0-39 0,0 0-21 0,1-14-20 16,-1 14-26-16,0 0-24 0,17-9-12 0,-8 3-22 0,-9 6-8 16,23-4-17-16,-13 1-18 0,8-2 5 15,-5 2-12-15,-13 3-8 0,32-2-13 0,-17 2-27 16,-2-2-21-16,4 2-35 0,-2 1-41 0,-3 0-43 16,1 1-39-16,-13-2-30 0,24 0-33 0,-13 0-37 15,-11 0-47-15,21 0-31 0,-14-2-40 0,-7 2-35 16,14-4-36-16,-7 1-313 0,-7 3-804 0,17-4 356 15</inkml:trace>
  <inkml:trace contextRef="#ctx0" brushRef="#br0" timeOffset="-135252.8299">8457 16326 139 0,'0'0'246'0,"0"0"1"0,0 0 2 0,0 0-1 0,0 0 0 15,0 0 2-15,0-34 6 0,0 34-15 0,0 0 22 16,2-10-17-16,-2 10-2 0,0 0 4 15,-2-14-11-15,2 14-7 0,0 0-2 0,-5-12-14 0,5 12-4 16,-7-6-6-16,7 6-7 0,0 0-6 0,-9-10-10 16,9 10-12-16,-6-8-6 0,6 8-14 0,-7-4-12 15,7 4-22-15,0 0-3 0,-14-4-11 0,14 4-11 16,0 0-10-16,0 0-9 0,-17 7-9 16,17-7 4-16,-7 8-6 0,7-8-2 0,-4 14-7 15,0-4-4-15,1 0-4 0,2 2-4 0,1 0-3 16,-1 5 2-16,2-1-7 0,0 1-3 0,2 0 1 0,1 0-9 15,-3-1 4-15,2 2-7 0,0 0 5 0,-2-1-7 16,1 0-4-16,-1-2 2 0,2 0-1 16,-1-1 0-16,-2-3-3 0,0 2-4 0,0-3-1 15,1-2 1-15,-1 3 2 0,-1-3-2 0,1-8 2 16,-1 13-1-16,0-9 2 0,1-4-14 0,-3 11-10 0,0-7-7 16,3-4-7-16,-7 6-8 0,7-6-24 0,-6 5-25 15,6-5-32-15,0 0-35 0,-12 2-40 0,12-2-56 16,0 0-42-16,-11-9-42 0,5 7-34 15,6 2-40-15,-9-9-16 0,6 1-275 0,-4 4-756 16,2-5 335-16</inkml:trace>
  <inkml:trace contextRef="#ctx0" brushRef="#br0" timeOffset="-135065.3799">8303 16528 726 0,'0'0'-11'0,"0"0"43"0,-4-11 46 0,4 11 39 0,-3-9 33 16,3 9 30-16,-3-6 33 0,3 6 23 16,0 0 26-16,0 0 24 0,-4-13 4 0,4 13 14 15,0-8 14-15,0 8 0 0,-4-5 6 0,4 5-10 16,0 0 0-16,0 0-18 0,0 0-15 0,0-16-19 15,0 16-28-15,0 0-25 0,6-8-21 0,-6 8-22 16,0 0-15-16,12-7-10 0,-12 7-20 0,12-4-11 16,0 0-25-16,-1 3-33 0,4 0-40 0,-3 1-48 15,2-1-53-15,7-1-56 0,-2-1-60 0,-1 0-63 16,1 1-57-16,-1 0-49 0,2-2-73 0,2 2-365 16,-8 0-880-16,5-4 390 0</inkml:trace>
  <inkml:trace contextRef="#ctx0" brushRef="#br0" timeOffset="-134674.8599">8652 16142 80 0,'-3'-13'422'0,"2"2"-6"15,-2-1 8-15,3 12-4 0,-1-20-18 0,0 11 0 16,1 9-4-16,-2-17-6 0,2 8-13 0,0 9-20 15,3-12-22-15,-3 12-28 0,2-11-31 16,-2 11-19-16,3-9-25 0,-3 9-23 0,0 0-22 0,8-6-18 16,-8 6-22-16,0 0-3 0,0 0-16 0,0 0-6 15,32 15-1-15,-24-7 4 0,3 5-12 0,-2 1 12 16,1 3 1-16,-1 6-9 0,0 2-10 0,-1 1-2 16,-2 1-5-16,-1-2-1 0,-5 3-23 0,1 2-2 15,-2-1-9-15,-4 0-2 0,-3 1-9 0,-1-1-9 16,0 1-34-16,-3-2-13 0,-1 2 0 0,-1-4 0 15,-2 1 0-15,1-4 0 0,1-1 0 0,4-4 0 16,-4-3 0-16,6-1 0 0,2-4 0 0,-1-2 0 16,1 0 0-16,0-3-88 0,2 0-43 0,0-1-19 15,4-4-22-15,-5 7-24 0,5-7-39 0,0 0-66 16,0 0-62-16,0 0-49 0,0 0-66 16,29-5-68-16,-16 0-308 0,6-3-924 0,9-3 409 0</inkml:trace>
  <inkml:trace contextRef="#ctx0" brushRef="#br0" timeOffset="-134362.4199">9214 16328 75 0,'0'0'389'15,"-9"-9"-11"-15,9 9-7 0,-9-10-1 0,9 10-9 16,-7-7-8-16,7 7-9 0,-8-9-8 0,8 9-16 16,0 0-19-16,-7-9-17 0,7 9-27 0,0 0-19 15,-5-6-26-15,5 6-22 0,0 0-19 0,0 0-17 16,0 0-20-16,16-7-10 0,-16 7-16 0,17-1-12 16,-17 1-23-16,17-2-28 0,-8 2-20 0,-9 0-21 15,15 0-24-15,-15 0-25 0,13 0-35 0,-13 0-34 16,13 0-22-16,-13 0-35 0,10 3-30 0,-10-3-29 15,9 0-21-15,-9 0-14 0,0 0-18 0,10 4 3 16,-10-4-9-16,4 7-9 0,-1-1-1 0,-3-6-160 16,0 9-496-16,0-9 219 0</inkml:trace>
  <inkml:trace contextRef="#ctx0" brushRef="#br0" timeOffset="-134190.59">9255 16363 505 0,'-9'7'-7'0,"1"-2"27"0,0 1 35 16,3-1 44-16,1-3 40 0,-2 2 38 0,6-4 35 15,0 0 27-15,-13 7 28 0,13-7 17 0,0 0 15 16,-7 4-1-16,7-4-8 0,0 0-19 0,0 0-18 15,0 0-16-15,0 0-17 0,0 0-18 0,0 0-19 16,0 0-18-16,25 2-15 0,-16-2-15 0,-1 0-18 16,-8 0-8-16,18-1-13 0,-11 0-26 0,-7 1-36 15,17 0-41-15,-17 0-60 0,15-3-58 0,-8 2-50 16,-7 1-66-16,0 0-75 0,19-3-66 0,-14-1-253 16,-5 4-687-16,12-4 304 0</inkml:trace>
  <inkml:trace contextRef="#ctx0" brushRef="#br0" timeOffset="-132924.65">9949 16037 61 0,'-8'-15'278'16,"8"15"0"-16,0 0 3 0,-4-5-4 0,4 5-4 16,0 0 2-16,-6-8-7 0,6 8 4 0,-3-5 5 15,3 5 3-15,-6-7-6 0,6 7-4 0,0 0-11 16,-4-5-19-16,4 5-15 0,0 0-22 0,0 0-24 15,0 0-23-15,0 0-13 0,0 0-15 0,0 0-11 16,0 0-9-16,0 0-3 0,0 0-8 0,4 25-2 16,-1-15 4-16,-1 1-6 0,2 5-5 0,-3 0-4 15,0 2-4-15,1-1-10 0,-2 2-6 0,0-1-8 16,2 1 1-16,-2 1-8 0,0-2-8 0,0 3-2 16,0-2 12-16,-1 0-5 0,0 1-5 0,-2-2-4 15,3-3-6-15,-1 1-1 0,-2 0-4 0,3-5-3 16,-1-2-1-16,1-2-1 0,-2 1-5 0,2-8 3 15,0 10-7-15,0-10 4 0,-2 11-5 0,2-11-3 16,0 0 3-16,-1 7 5 0,1-7 1 0,0 0-2 16,0 0 1-16,0 0-13 0,0 0-12 0,0 0-18 15,0 0-25-15,0 0-28 0,0 0-40 0,0 0-46 16,11-18-49-16,-11 18-48 0,4-11-47 0,-3 4-59 16,3-2-74-16,-2-2-337 0,-2 11-843 0,1-19 374 15</inkml:trace>
  <inkml:trace contextRef="#ctx0" brushRef="#br0" timeOffset="-132565.3499">9671 16010 212 0,'0'0'401'0,"0"0"16"15,-11-6-1-15,11 6 1 0,-5-5-4 0,5 5-12 0,-5-5-9 16,5 5-18-16,0 0-30 0,-5-7-21 0,5 7-35 16,0 0-25-16,0 0-25 0,11-15-27 0,-1 13-26 15,2 0-12-15,8-1-21 0,8-1-10 0,-1 0-16 16,4 1-13-16,1 1-6 0,-2-1-16 16,5 1-1-16,0 1-12 0,2-2-9 0,2 3-4 15,1-4-6-15,-3 4-9 0,-3 2-6 0,-4-2 3 0,-2-2-11 16,-9 2-1-16,-1 2-8 0,-5-2-2 0,-2 2-4 15,-3-2-3-15,1 0-1 0,-9 0-2 0,10 2-6 16,-4-1-13-16,-6-1-17 0,8 1-19 16,-8-1-24-16,0 0-33 0,0 0-26 0,9 8-32 15,-9-8-39-15,0 5-48 0,0-5-52 0,0 0-52 0,0 0-67 16,-9 14-53-16,9-14-276 0,-8 10-802 0,8-10 355 16</inkml:trace>
  <inkml:trace contextRef="#ctx0" brushRef="#br0" timeOffset="-132237.31">10185 16299 340 0,'0'0'476'0,"0"0"3"0,0 0-11 0,0 0-13 15,0 0-14-15,0 0-20 0,0 0-24 0,-14-13-20 16,14 13-24-16,0 0-23 0,-4-4-35 0,4 4-16 15,0 0-24-15,0 0-24 0,0 0-37 0,0 0-14 16,0 0-21-16,0 0-23 0,0 0-11 0,0 0-5 16,0 0-14-16,0 0-10 0,0 0-11 0,0 0-10 15,2 21-15-15,-1-13-2 0,0 1-5 0,2 2-4 16,-1 0-5-16,-1-1-6 0,1 1-15 0,-2 0-16 16,2 0-14-16,-2 0-17 0,2-1-17 0,-2 0-25 15,1-3-19-15,-1-7-22 0,0 12-27 0,0-12-17 16,0 11-23-16,0-11-23 0,-1 7-12 0,1-7-37 15,0 0-43-15,0 0-37 0,0 0-42 0,0 0-43 16,14-14-318-16,-10 4-789 0,2-2 349 0</inkml:trace>
  <inkml:trace contextRef="#ctx0" brushRef="#br0" timeOffset="-132049.84">10212 16195 132 0,'0'0'408'0,"0"0"5"0,0 0-6 0,-5-10-10 0,5 10-8 16,0 0-15-16,0 0-27 0,-3-6-32 0,3 6-26 16,0 0-33-16,0 0-27 0,0 0-27 0,0 0-21 15,0 0-35-15,0 0-43 0,0 0-64 0,0 0-59 16,1 23-65-16,-1-23-75 0,6 12-67 0,-1-3-67 16,3-1-64-16,-2 0-223 0,1-1-629 15,1 1 279-15</inkml:trace>
  <inkml:trace contextRef="#ctx0" brushRef="#br0" timeOffset="-131440.62">10345 16343 216 0,'0'0'407'0,"0"0"9"0,0 0 1 0,5-13 4 0,-5 13-9 16,0-8-8-16,0 8-11 0,1-8-20 16,-1 8-27-16,0 0-23 0,0-11-30 0,0 11-29 15,0 0-29-15,3-7-23 0,-3 7-23 0,0 0-19 0,9-3-19 16,-9 3-13-16,0 0-18 0,0 0-12 0,14 11-13 15,-12-6-9-15,4 1-11 0,-2 1-6 16,0-1-10-16,0 3-7 0,-1-1-20 0,-1 1-19 16,1 0-17-16,-2-2-14 0,-1-7-13 0,2 13-5 15,-2-7-13-15,0-6-9 0,0 11-1 0,0-11-9 16,-3 11 13-16,3-11 11 0,-1 6 5 0,1-6 8 0,0 0 9 16,0 0-5-16,0 0 10 0,0 0 10 0,0 0 6 15,0 0 9-15,0 0 5 0,0 0 0 16,5-21 3-16,-3 10 3 0,2 1 3 0,1-1 1 15,2 1 5-15,-1-1-4 0,2 1 0 0,1 1-2 16,-3 0 1-16,0 2-8 0,3 0 1 0,1 2-2 16,-2-1-2-16,1 2 0 0,-2 3-7 0,3 0 0 0,-1-1 2 15,1 4-2-15,-1-1-4 0,-9-1 2 0,11 5-1 16,-2 0 1-16,-3 0-3 0,0-2-7 16,0 2 5-16,2 1 2 0,-4 2 0 0,-2-3-2 15,0 1-3-15,0 2 5 0,-2-8 2 0,0 11-4 16,0-3-4-16,0-8 4 0,2 8-1 0,-2-8 4 15,1 7 0-15,-1-7 6 0,0 0 1 0,0 0 7 16,0 0-5-16,0 0 1 0,0 0 6 0,0 0 2 16,0 0 2-16,0 0 1 0,9-23 2 0,-5 17 0 15,-1-1 1-15,1-1 3 0,1 1 1 0,-1-2 3 16,2 2-2-16,-6 7-5 0,9-11 4 0,-5 6-2 16,-4 5-3-16,11-8-7 0,-11 8-3 0,14-3-4 15,-14 3 2-15,12 0 1 0,-12 0-5 0,14 1 0 16,-14-1-1-16,12 8 1 0,-4-3-2 0,-3 0-2 15,0-1-5-15,-1 1 6 0,1 4-2 0,0-2 0 16,-1 1-3-16,-2 0-23 0,1-2-27 0,-2 1-21 16,-1-7-44-16,6 14-33 0,0-7-28 0,-3-2-56 15,5 2-40-15,-1-3-40 0,1 2-34 0,1-3-43 16,2 1-28-16,-1-3-288 0,-10-1-763 0,17 0 338 16</inkml:trace>
  <inkml:trace contextRef="#ctx0" brushRef="#br0" timeOffset="-130956.36">10933 16347 127 0,'0'0'256'0,"0"0"12"0,0 0 7 16,0 0 3-16,0 0 10 0,0 0-4 0,0 0 8 15,-1-15-6-15,1 15-5 0,0 0-11 0,0 0-8 16,0 0-12-16,0 0-4 0,0 0-15 0,0 0-13 16,0 0-22-16,0 0-12 0,0 0-21 0,0 0-15 15,0 0-18-15,0 0-15 0,0 0-13 0,0 0-14 16,0 0-7-16,0 0-8 0,0 0-6 0,0 0-6 15,0 0-6-15,0 0-1 0,0 0-3 0,0 0-2 16,0 0-2-16,0 0 0 0,0 0-1 0,0 0-5 16,0 0-2-16,17 7-1 0,-17-7 0 0,11 2-5 15,-4-4 0-15,6-1-8 0,0 0 2 16,-5-2-1-16,4 1-5 0,-1-3 2 0,0-1 7 16,-1 2 6-16,-3 0-5 0,3-2 0 0,-4 1 1 0,2 0 1 15,-6-1-6-15,-2 8-1 0,4-13-1 0,-4 13-1 16,2-8-5-16,-2 8-2 0,0 0-4 0,-7-12-1 15,7 12-2-15,-8-7-3 0,8 7-6 0,-13-2 9 16,13 2-3-16,0 0 3 0,-21 6 1 16,10-2 0-16,-2 7 1 0,1-4-1 0,5 1 0 15,-6 2-3-15,-3 1 1 0,6 2-1 0,-2-1-3 0,4-1 2 16,0-1-3-16,0 0-4 0,4-1 5 0,0 0-3 16,0 1 1-16,4-10 2 0,0 14 3 15,0-14 4-15,11 13-4 0,1-6-2 0,3 0 2 16,4 0-2-16,2-3 0 0,0 0-9 0,6-1-6 15,4 0-13-15,-11-3-6 0,2 0-16 0,6-2-28 16,-6 0-26-16,-3 1-27 0,1-1-32 0,-4-4-32 0,-4 4-36 16,0-3-43-16,-1 2-38 0,-2 0-52 0,0-2-72 15,-2 3-311-15,-7 2-803 0,6-10 355 16</inkml:trace>
  <inkml:trace contextRef="#ctx0" brushRef="#br0" timeOffset="-130440.85">11916 16206 133 0,'-3'-11'410'0,"3"11"4"0,-3-10-17 0,3 10-3 15,-2-11-5-15,-1 5-4 0,3 6-3 0,-4-11-7 16,2 6-14-16,2 5-17 0,-6-11-11 0,4 6-16 16,2 5-14-16,-4-9-21 0,4 9-18 0,-5-5-28 15,5 5-31-15,0 0-19 0,0 0-26 0,0 0-7 16,0 0-24-16,0 0-8 0,0 0-14 0,0 0-9 16,0 24-7-16,3-16-19 0,-1 8 4 0,2 0-11 15,-2 0 1-15,0 0-11 0,1 0 2 0,-2 3-16 16,-1-1 3-16,0 1-8 0,0 8-2 0,0-7-3 15,0 6-6-15,-4-1-4 0,7 0 0 0,-6-6-18 16,3-1-25-16,0 0-18 0,3-2-24 0,-1 0-14 16,-1-3-22-16,3-2-31 0,-2 0-32 0,0-1-33 15,3-4-38-15,-1 4-31 0,0-5-24 0,0 0-27 16,2-1-32-16,-6-4-22 0,8 3-62 0,-8-3-330 16,0 0-825-16,0 0 365 0</inkml:trace>
  <inkml:trace contextRef="#ctx0" brushRef="#br0" timeOffset="-129847.24">11495 16197 209 0,'-8'-9'396'0,"8"9"7"0,-12-17-15 0,6 7 2 15,1 0-17-15,2-2-7 0,1 1-8 0,0-4-20 16,3-3-31-16,2 4-17 0,3-3-26 0,5 1-12 0,4-5-5 16,5 2-24-16,0 0-13 0,3 0-21 15,6 3-19-15,1-2-15 0,7 2-16 0,12-2-15 16,3 1-11-16,2 1-10 0,-2 3-12 0,5 2-9 16,1 3-4-16,-4 0-7 0,1 5-7 0,-5 0-7 15,-12 5-3-15,0-1-6 0,-3 5-5 0,-6 3-5 16,-9-5-8-16,-1 4 2 0,-2 2-7 0,-3 1 1 15,-4 3-3-15,-2 0-5 0,-8 1 0 0,0 3-1 16,-10 6 3-16,-5 2-2 0,-8 3 3 0,-13 6-2 16,-8 1 1-16,-3-3-5 0,1 0-2 0,-3-5-2 15,-1 0 1-15,2-6 0 0,16-8 2 0,1-1-4 16,-1-4-2-16,1 1 6 0,1-3 1 0,10-1 1 16,2-5 11-16,4 0 9 0,0-1 10 0,14 0 0 15,-18-5 0-15,13 2-3 0,5 3-3 0,0 0-10 16,-12-17-1-16,12 17-7 0,-2-11 3 0,2 11 0 15,0 0-10-15,0 0-2 0,14-19-4 0,-14 19-1 16,17-6 5-16,-5 5-2 0,-3 2-4 0,4 1-2 16,1-1-10-16,-1 4 8 0,5 3 1 0,-3 1-1 15,1 0 0-15,0 3-4 0,-2 2-2 0,1-1 5 16,-3 2-6-16,-1-1 6 0,-1 1-9 0,1 1 4 16,-2 0 5-16,1-1-5 0,-3 0-2 0,0 0-15 15,0 2-11-15,-3-1-11 0,1-2-15 0,-1-2-27 16,-1 0-19-16,1-1-29 0,1-1-20 0,-1 0-26 15,0-2-32-15,5 0-31 0,-2-2-34 0,2 0-35 16,0-2-30-16,2-1-27 0,-2-3-29 0,2 1-46 16,-2-2-252-16,1-2-753 0,-2-1 333 0</inkml:trace>
  <inkml:trace contextRef="#ctx0" brushRef="#br0" timeOffset="-129362.98">12225 16450 128 0,'0'0'353'0,"0"0"-8"0,0 0-14 0,0 0-5 15,0 0-9-15,0 0-17 0,0 0-10 0,0 0-17 16,0 0-19-16,0 0-21 0,0 0-14 0,0 0-18 16,0 0-24-16,0 0-11 0,0 0-29 0,0 0-6 0,0 0-18 15,0 0-7-15,0 0-10 0,0 0-15 0,0 0 4 16,0 0-6-16,0 0-3 0,0 0-15 0,0 0 3 15,15-4-4-15,-7 3-5 0,3-3-1 16,5 3-13-16,0-4 2 0,2-1-7 0,-1-1 5 16,2 0-9-16,-3-1 12 0,0 1-4 0,-6 2-1 15,2-2 5-15,-1 0 2 0,-4 1-7 0,2 1 14 0,-3 1-2 16,-1 0 6-16,-1-1 3 0,-4 5-4 0,5-7-5 16,-5 7-11-16,0-7-2 0,0 7-3 15,0 0-12-15,-14-8 0 0,10 6 0 0,-7 1-7 16,0 1 0-16,11 0 0 0,-21 6 2 0,8-2-8 15,0-1 4-15,-5 6-7 0,2-1 2 0,2 2-4 16,-2 0 2-16,1 0-1 0,2 1 0 0,1 1-7 16,3-3 5-16,0 0-3 0,4 0-4 0,1 1 3 15,1-1 6-15,2 0-4 0,2-1 4 0,2 0-3 16,2 0 5-16,4 0-6 0,2-3-3 0,3 2-7 16,1-1-5-16,4 0-4 0,2-1-2 0,2-1-12 15,4-3-10-15,2 1-1 0,-2-2-21 0,1-2-18 16,-1-3-38-16,-8-1 5 0,4 3-20 0,2-5-33 15,-6 2-33-15,0 0-13 0,1-2-26 0,-2 0-27 16,-5 1-28-16,-3-1-23 0,0-1-24 0,0 4-243 16,-3-5-633-16,-1 2 279 0</inkml:trace>
  <inkml:trace contextRef="#ctx0" brushRef="#br0" timeOffset="-128722.51">12682 16378 79 0,'0'0'292'0,"0"-8"10"0,0 8 5 15,0 0 1-15,0 0 4 0,0 0-3 0,7-13-8 16,-7 13-7-16,9-7-6 0,-9 7-2 0,11-8-8 16,-2 3-13-16,-1 0-7 0,2-1-14 0,-1 2-17 15,1 2-14-15,0-1-20 0,-1 0-19 0,-2 2-18 16,-7 1-14-16,14 0-19 0,-8 1-9 0,-6-1-16 16,9 5-8-16,-9-5-8 0,6 6-9 0,-4-1-8 15,2 1-9-15,-4-6-2 0,-2 11-6 16,0-3-3-16,-2-1-3 0,0 1-3 0,-1 2-1 0,-3-3-4 15,-2 2-5-15,1-1 0 0,1-1-2 0,-8 2-6 16,7-3 1-16,-2 1-2 0,-1-3 2 0,4 0-2 16,3-2 1-16,5-2-1 0,-14 4 2 0,9-3 0 15,5-1-5-15,0 0 0 0,0 0-3 0,-19-6 0 16,19 6-1-16,-9-8-6 0,9 8 3 16,-5-12-6-16,3 5 4 0,2 7-2 0,2-16-3 0,-2 16 1 15,6-18-2-15,0 9 0 0,0 1-1 0,1 1 1 16,-1 0-7-16,6 0 4 0,-3 2 1 0,0 0-10 15,-1 0 9-15,2 3 0 0,-1-2 2 0,1 4-4 16,0 0 3-16,-1 2-1 0,2 1 1 0,-1 2-2 16,-2 1 5-16,-1 1 2 0,1 3 3 15,0 1 3-15,-1 3 3 0,-3-3 7 0,0 2 2 16,0 4 8-16,2 1 8 0,-6 2 4 0,0 4-1 0,-3-5 6 16,0 3-2-16,-3 1-5 0,4-4 0 0,-7 6-8 15,1-1-3-15,2-4-1 0,-2 2-2 0,3-3 1 16,-3-3-2-16,5-1-7 0,-2 1-2 15,1 1-2-15,1-6 1 0,1 2-1 0,4-2 3 16,-2-11-5-16,0 18-8 0,2-11 9 0,-1 4-3 16,-1-11 3-16,6 14-3 0,0-7-2 0,0-2-1 0,3 0 6 15,1-1-2-15,2 1-4 0,1-6-1 0,6 5-8 16,-2-2 9-16,4-1-2 0,1-2 2 16,-2-1-3-16,0-1 7 0,3 1-6 0,-5-1 1 15,4-1 5-15,-1 1-8 0,-8 2 0 0,1-2 3 16,-1 0-5-16,-1 2 0 0,-1-3-2 0,-2 2-17 15,-1 0-31-15,-2 1-36 0,-6 1-50 0,0 0-53 0,13-4-75 16,-13 4-98-16,4-4-102 0,-4 4-120 0,0 0-313 16,0 0-969-16,-18-23 429 0</inkml:trace>
  <inkml:trace contextRef="#ctx0" brushRef="#br0" timeOffset="-128331.96">13040 16496 287 0,'2'-7'368'0,"0"-1"-13"15,-2 8-17-15,4-13-6 0,-4 6-20 0,2 0-18 16,-2 7-4-16,5-12-20 0,-3 6-15 0,2 1-18 16,0-2-16-16,0 1-14 0,4 1-13 0,1-2-14 15,3 3-7-15,-1-1-19 0,2 1-7 0,1 2-3 16,3-1-10-16,-3 2-12 0,-3 1-11 0,8 1-8 15,-8 2-10-15,-1 2-11 0,0-2-12 0,1 3-3 16,-5 0-7-16,2 1-9 0,-4 1-8 0,1 1 0 16,-5 1-3-16,2-1-6 0,-4 2-5 0,-3-1 5 15,-1 1-4-15,-6 1 0 0,-3 3-4 0,-8-2-3 16,-2 0-1-16,0 1-1 0,-4-3-2 0,2 0 1 16,1-1-3-16,5-6 2 0,0-2-2 0,9 0 6 15,-2-2-3-15,1-4-2 0,6 4 0 0,-3-6-4 16,4-1 1-16,-1-2 1 0,1 2-4 0,3-4-5 15,3 0-2-15,0-7-13 0,7 3-23 0,-1-2-24 16,9 2-35-16,0-5-48 0,3 7-51 0,4-3-42 16,1 2-38-16,-5 3-45 0,9-1-56 0,-10 3-42 15,0 1-282-15,0 1-750 0,1 1 332 0</inkml:trace>
  <inkml:trace contextRef="#ctx0" brushRef="#br0" timeOffset="-128068.54">13174 16210 73 0,'-2'-9'369'0,"2"9"8"16,-5-23 14-16,5 13 14 0,-2 1-14 0,0-3 11 15,2 12 1-15,-2-19-7 0,2 19-12 0,0-13-29 16,0 13-31-16,0 0-30 0,0-12-29 0,0 12-28 16,0 0-30-16,0 0-19 0,0 0-15 0,0 0-7 15,0 0 6-15,0 0-9 0,11 32-16 16,-9-16-14-16,2 3-8 0,0 6-15 0,-1-7-7 0,-3 8-8 15,2-1-6-15,1 1-12 0,-3 2-11 0,2-2-6 16,-2 0-5-16,-2-1-6 0,-1 0-6 0,3-6-20 16,0-2-34-16,-2-1-32 0,4 0-47 0,-2-4-51 15,0 3-60-15,5-4-66 0,-1 1-41 16,-3-3-43-16,3-3-54 0,2-2-40 0,1-1-397 16,0 0-911-16,-7-3 403 0</inkml:trace>
  <inkml:trace contextRef="#ctx0" brushRef="#br0" timeOffset="-127521.8">14404 16119 368 0,'-3'-21'363'0,"3"21"-5"0,-1-20-25 0,1 20-22 15,-4-17-15-15,4 17-19 0,-4-13-9 0,-2 4-15 16,-2 2-4-16,3 0-1 0,-4-1-6 16,-3 1-2-16,0 3-8 0,1-1-13 0,-1 0-14 0,3 2-13 15,1 0-17-15,8 3-9 0,-15-1-20 0,15 1-10 16,-14 2-9-16,14-2 4 0,-13 8 3 0,13-8 5 16,-10 20 2-16,3-7-2 0,2 6-2 15,1 0 2-15,1 8-5 0,-1 0-5 0,2 2-12 16,2 4-7-16,2-2 1 0,-2 2-13 0,0-1-1 15,0 1 3-15,0 1-6 0,0-2-6 0,-3-2-1 16,2 2-11-16,-4-2-7 0,3-1-4 0,-2-3-9 0,2-1-1 16,-2 0-6-16,2 1-9 0,-2-9-6 0,4 2 2 15,0-8-8-15,0 1 2 0,-2 1-17 16,2-2-26-16,2 0-4 0,-2-11-26 0,2 16-10 16,0-10-32-16,0 0-25 0,-2-6-26 0,4 9-31 15,-2-5-45-15,-2-4-59 0,6 2-54 0,-6-2-33 16,0 0-42-16,0 0-52 0,13-12-51 0,-11 5-320 15,-2 7-891-15,0-21 394 0</inkml:trace>
  <inkml:trace contextRef="#ctx0" brushRef="#br0" timeOffset="-127271.85">14066 16498 8 0,'-9'-5'355'0,"-1"0"30"15,4 0 38-15,-3-1 25 0,0 1 19 0,-1 1 9 16,4-2-7-16,6 6-6 0,-9-8 2 0,9 8-15 15,-6-7-23-15,6 7-47 0,-6-8-38 0,6 8-32 16,0 0-38-16,0 0-29 0,10-18-23 0,-1 13-26 16,4 0-26-16,5 0-32 0,3 1-46 0,6-1-39 15,-6 3-49-15,0-1-49 0,0-1-49 0,-1 3-39 16,2-1-47-16,7-4-42 0,-1 5-37 0,1 0-24 16,-10-1-28-16,0 0-25 0,1-1-20 0,-3 0-30 15,-3 2 6-15,-3-2 3 0,1 1 9 0,-1 1 29 16,-4-1-184-16,-1 0-567 0,-6 2 251 0</inkml:trace>
  <inkml:trace contextRef="#ctx0" brushRef="#br0" timeOffset="-127006.3">14423 16354 1843 0,'9'-2'-168'0,"-9"2"35"0,0 0 42 16,0 0 40-16,11-2 40 0,-11 2 41 0,6 0 43 16,-6 0 27-16,0 0 34 0,8-3 18 0,-8 3 25 15,0 0 14-15,0 0 7 0,0 0 10 0,10-8 11 16,-10 8-4-16,7-4-3 0,-7 4-5 16,10-3-16-16,-6 1-14 0,-4 2-14 0,9-4-15 0,-9 4-16 15,10 0-11-15,-10 0-11 0,11 1-13 16,-11-1-8-16,8 6-12 0,-3-3-11 0,1 0-4 0,-6-3-3 15,8 10-11-15,-4-4-3 0,-4 1 0 0,-1 3-2 16,0 1-8-16,-7 1-1 0,4-1-1 0,-5 3-10 16,0 0-10-16,-5-3-10 0,1 0-9 0,1-5-6 15,-5 3-8-15,3-2 4 0,3-2 6 16,-2 0-3-16,5-4-7 0,-3 0 16 0,11-1-2 16,-18-3 0-16,18 3-15 0,-11-8-20 0,7 0 3 15,2-3-21-15,2 11-11 0,2-19-25 0,2 7-26 0,1 3-19 16,1-1-21-16,0-1-28 0,3 1-33 0,3-1-43 15,-2 3-30-15,-1 2-24 0,1 3-210 16,1-2-572-16,-3 1 254 0</inkml:trace>
  <inkml:trace contextRef="#ctx0" brushRef="#br0" timeOffset="-126662.63">14526 16375 180 0,'0'10'236'15,"0"-10"27"-15,0 0 9 0,0 0 7 0,0 0 7 16,0 0 7-16,0 0 5 0,0 0-17 0,0 0 1 15,0 0-7-15,0 0-18 0,0 0-16 0,8-23-23 16,-5 19-12-16,-3 4-27 0,11-6-16 0,-6 3-19 16,1 0-11-16,-6 3-13 0,17-3-11 0,-6 3-12 15,1-1-7-15,-1 2-13 0,0 1-5 0,-1 0-10 16,2 1-4-16,-3 3-6 0,3-2-13 0,-2 2 1 16,-3 1-8-16,1 0-1 0,-3 2-4 0,1 0-2 15,-2 0-3-15,-2 1-8 0,0-1-6 0,-4 1-3 16,2 0-8-16,-4 0-2 0,2-2 7 0,-4 0-2 15,1-2 0-15,-1-1 0 0,1-1 10 0,5-4-4 16,-10 5 9-16,5-4 14 0,5-1 19 0,0 0 8 16,-12-7 4-16,12 7 4 0,-2-13-4 0,2 4-5 15,1-2-2-15,3-5-9 0,-2 4-7 0,6-5-5 16,0 1-2-16,-2 1-11 0,5-1-24 0,-4 1-37 16,5 2-40-16,-3 4-48 0,0 0-60 0,2 1-44 15,-2 1-51-15,2-1-51 0,0 4-67 0,-2-2-326 16,0 3-789-16,-9 3 349 0</inkml:trace>
  <inkml:trace contextRef="#ctx0" brushRef="#br0" timeOffset="-126162.73">15604 16151 342 0,'-4'-10'369'0,"4"10"-2"16,-7-22-4-16,0 13-2 0,3-1-16 0,-1-1-14 15,-3 3-4-15,3-3-7 0,-3 1-7 0,0 0-12 16,0 2-11-16,0-1-9 0,-3 1-8 0,2 2-15 16,-1-1-11-16,-1-1-20 0,3 3-14 0,-1-1-17 15,9 6-19-15,-10-5-19 0,10 5-24 0,-10-3-9 16,10 3-13-16,0 0-9 0,0 0-9 0,-21 14 3 16,15-5-4-16,2 3-6 0,1 6 2 0,-1 0-7 15,0 11-6-15,-1 1 1 0,1 2-6 0,1 2-13 16,1 13-1-16,1-14 0 0,-3 2-10 0,2 11-3 15,2-10-10-15,-1-4 0 0,-1 3-7 0,-1-2-6 16,2 2 11-16,-1-5-13 0,0-1-3 0,-1-1 6 16,1-1-10-16,-1-6 4 0,2-2-19 0,-2-1-24 15,1-3-22-15,6 2-28 0,-6-6-34 0,4 1-29 16,-2 0-43-16,2-1-55 0,2-5-38 0,-1 0-43 16,-3-6-29-16,5 7-45 0,-1-4-38 0,-4-3-39 15,0 0-319-15,0 0-854 0,0 0 378 0</inkml:trace>
  <inkml:trace contextRef="#ctx0" brushRef="#br0" timeOffset="-125928.41">15216 16539 185 0,'-14'-4'392'15,"14"4"-1"-15,-11-7 2 0,11 7-6 0,-9-4-12 16,5 0-16-16,4 4-14 0,-8-5-18 0,8 5-30 0,-5-6-29 15,5 6-30-15,0 0-25 0,0 0-25 16,13-17-14-16,-5 11-20 0,6 1-17 0,4-3-16 16,-1 2-11-16,5 0-22 0,-4 2-35 0,12-3-40 15,-9 3-43-15,6-2-28 0,-8 2-42 0,2 0-30 16,6 0-33-16,-6 0-28 0,-4 1-34 0,3-1-38 16,2 0-46-16,-5-1-38 0,-1 1-219 0,-4 2-612 15,5-4 271-15</inkml:trace>
  <inkml:trace contextRef="#ctx0" brushRef="#br0" timeOffset="-125709.72">15626 16366 42 0,'0'0'304'0,"0"0"22"15,0 0 15-15,-10-11 23 0,10 11 4 0,0 0 10 16,0 0-10-16,0 0-9 0,0 0-19 0,-1-9-23 16,1 9-28-16,0 0-26 0,0 0-28 0,0 0-23 15,0 0-22-15,0 0-17 0,0 0-14 0,0 0-16 16,0 0-13-16,1 31-14 0,2-21-9 0,-3 1-11 15,2 1-9-15,1 0-10 0,-1-2-4 0,1 1-16 16,-2 0-40-16,2-1-37 0,-2 1-57 0,2-5-59 16,0 2-65-16,-1-2-48 0,-2-6-49 0,5 9-76 15,1-8-389-15,-6-1-826 0,0 0 365 0</inkml:trace>
  <inkml:trace contextRef="#ctx0" brushRef="#br0" timeOffset="-125522.26">15696 16204 94 0,'0'0'419'0,"0"0"-3"15,0 0-7-15,0 0-31 0,-7-5-33 0,7 5-32 16,0 0-45-16,0 0-16 0,0 0-32 0,0 0-18 16,0 0-33-16,0 0-50 0,0 0-41 0,0 0-47 15,0 0-53-15,0 0-62 0,0 0-70 0,0 0-80 16,23 19-77-16,-14-17-174 0,4-1-526 0,3 5 234 0</inkml:trace>
  <inkml:trace contextRef="#ctx0" brushRef="#br0" timeOffset="-125241.08">15946 16146 346 0,'0'0'453'0,"0"0"16"16,-2-21 5-16,2 21-6 0,-4-12 4 0,4 12-8 15,-4-14-9-15,4 14-20 0,0 0-27 0,-3-13-34 16,3 13-36-16,0 0-33 0,0 0-33 0,0 0-20 16,0 0-36-16,0 0-14 0,0 0-25 0,0 0-11 15,0 0-27-15,0 0-9 0,0 0-10 0,0 49-11 16,1-30-12-16,-3 1-2 0,2-1-16 0,-1-1-4 16,-1 6-8-16,-1 2-11 0,1-2-4 0,2 2-8 15,-3-9-2-15,3 4-35 0,-2-3-33 0,1-2-29 16,0 0-38-16,-1-1-38 0,6 3-40 0,-1-8-54 15,1 0-38-15,-1-3-57 0,5 1-31 0,0-2-33 16,2 0-42-16,3-2-40 0,-2-1-28 0,2-3-249 16,-13 0-804-16,28-8 356 0</inkml:trace>
  <inkml:trace contextRef="#ctx0" brushRef="#br0" timeOffset="-124944.27">16222 16239 22 0,'3'-19'349'0,"-3"19"28"0,5-18 26 16,-6 11 16-16,1 7 9 0,0-14 11 0,0 14 5 16,0 0-3-16,0-18-13 0,0 18-24 0,0 0-32 15,0 0-35-15,0 0-38 0,1-16-33 0,-1 16-16 16,0 0-24-16,0 0-32 0,0 0-11 0,0 0-18 16,0 0-11-16,0 0-24 0,-7 43-4 0,6-26-16 15,1 0-13-15,-1 1-3 0,0 1-13 0,-2-1-5 16,3 2-5-16,0-1-12 0,-3-1-7 0,2 0 3 15,-1 1-6-15,2-1-12 0,-2-6-28 0,0 1-26 16,2-3-25-16,0 1-37 0,0-1-41 0,-3-3-35 16,3-7-25-16,-1 11-18 0,1-11-4 0,0 7-13 15,0-7-30-15,0 0-35 0,0 0-19 0,0 0-41 16,0 0-24-16,0 0-39 0,0 0-33 0,8-27-243 16,-8 27-735-16,1-21 325 0</inkml:trace>
  <inkml:trace contextRef="#ctx0" brushRef="#br0" timeOffset="-124756.82">16153 16342 202 0,'0'0'242'0,"0"0"36"16,0 0 16-16,0 0 22 0,0 0 31 0,0 0 20 15,0 0 22-15,0 0 6 0,-16-3-2 0,16 3-14 16,0 0-17-16,0 0-30 0,0 0-33 0,-6-7-27 16,6 7-29-16,0 0-35 0,0 0-22 15,0 0-41-15,0 0-49 0,0 0-52 0,31-10-51 16,-18 10-59-16,5-2-73 0,0 2-67 0,0-1-51 0,1 1-51 15,-3 0-56-15,6-1-49 0,-4 0-259 0,1-2-727 16,-1 2 321-16</inkml:trace>
  <inkml:trace contextRef="#ctx0" brushRef="#br0" timeOffset="-124413.14">16439 16309 133 0,'0'0'309'0,"0"0"13"16,0 0 14-16,0 0 8 0,4 2 7 0,-4-2 2 15,0 0 2-15,0 0-11 0,0 0-11 0,0 0-26 0,0 0-26 16,0 0-27-16,0 0-29 0,0 0-25 0,0 0-18 16,7 3-19-16,-7-3-17 0,8 5-17 15,-2 0-13-15,1-1-12 0,-1 3-10 0,1 0-10 16,-1 1-8-16,2 0-5 0,-5 0-7 0,1 1-10 16,-1 1-14-16,1-2-19 0,-1 1-14 0,-2-4-14 15,-1 3-12-15,0-8-19 0,-1 11-2 0,-3-5 0 16,0-2 3-16,4-4-5 0,-8 7 7 0,5-3 8 15,3-4 3-15,-8 1 3 0,8-1 1 0,0 0 9 16,0 0-6-16,-11-9-3 0,11 9 5 0,0-13 6 16,0 13-6-16,6-15 3 0,-2 7 2 0,1 0-2 15,-1-1-2-15,3 0 3 0,2 2-13 0,3-1-25 16,3-4-26-16,-4 6-31 0,2 3-37 0,5-2-26 16,-5 2-31-16,4 1-27 0,-5 1-29 0,4 1-39 15,-5 1-20-15,1-1-29 0,-1 2-173 0,-11-2-560 16,16 2 249-16</inkml:trace>
  <inkml:trace contextRef="#ctx0" brushRef="#br0" timeOffset="-123960.13">16731 16352 185 0,'0'0'242'16,"0"0"5"-16,6-9 0 0,-6 9-6 0,0 0-7 16,0 0-4-16,7-10-13 0,-7 10-5 0,0 0-1 15,5-8-23-15,-5 8 2 0,6-5-15 0,-6 5-7 16,0 0-24-16,10-6-18 0,-10 6-6 0,0 0-18 15,0 0-8-15,14 0-15 0,-14 0-3 0,0 0-9 16,14 10-8-16,-9-7-16 0,-5-3 3 0,8 11 12 16,-7-4-25-16,5 2 2 0,-6-9-5 0,6 14-2 15,-6-7-5-15,0-7-5 0,1 14 6 16,-1-14 10-16,-4 14-23 0,4-14 15 0,-6 11-7 16,1-7-6-16,5-4-3 0,-12 7 8 0,12-7 1 15,-11 4 3-15,11-4-3 0,-13 0 7 0,13 0 11 0,-13-5 15 16,13 5 0-16,-10-7 8 0,6 3 8 0,2-5 11 15,2 9-16-15,-2-18-1 0,2 9-7 0,0 9-13 16,4-20-2-16,-1 10 0 0,-3 10-11 16,4-14 4-16,-2 9-6 0,3-1 1 0,-5 6-12 15,10-8-2-15,-10 8-3 0,8-5-3 0,-8 5-1 16,0 0-2-16,17 0-6 0,-17 0 2 0,0 0 2 16,15 8-3-16,-11-3 1 0,-4-5 1 0,6 10 2 0,2-3 0 15,-5 0-3-15,2 2 1 0,-3-1 2 16,1 2-4-16,1-1 1 0,0 1 5 0,1-2-19 15,1 0-6-15,-2 1-17 0,0-2-14 0,5 0-33 16,-2-2-13-16,3 1-15 0,1 0-26 0,0-1-14 16,1-2-18-16,-1-1-22 0,4 0-22 0,-3-2-33 15,7-1-25-15,-1-1-14 0,-4-2-20 0,2-2-177 16,-1-2-522-16,2-2 231 0</inkml:trace>
  <inkml:trace contextRef="#ctx0" brushRef="#br0" timeOffset="-123663.32">17123 16170 284 0,'0'0'306'0,"-8"-7"4"0,8 7 16 0,0 0 10 15,-7-11 12-15,7 11-8 0,0 0-12 0,-7-5-19 16,7 5-18-16,0 0-24 0,0 0-27 0,0 0-26 16,0 0-23-16,0 0-16 0,0 0-13 0,0 0-13 15,0 0 6-15,0 0-6 0,3 27-7 0,-3-27-3 16,2 22-12-16,0-7-9 0,-1 3-11 0,0-1-12 15,1 1-10-15,-2 0-7 0,0 0-9 0,-2 1-4 16,1 0-7-16,0 0-5 0,-1-1-3 0,1 0-7 16,0-1-23-16,0-2-25 0,-1-3-29 0,1 1-34 15,1-3-37-15,-1-1-38 0,-2-1-37 0,3-8-22 16,3 11-19-16,-3-11-1 0,0 7-7 16,0-7-22-16,0 0-30 0,4 3-13 0,-4-3-26 0,0 0-18 15,0 0-202-15,0 0-584 0,11-16 259 0</inkml:trace>
  <inkml:trace contextRef="#ctx0" brushRef="#br0" timeOffset="-123319.65">17114 16398 180 0,'0'0'277'0,"0"0"10"16,0 0 0-16,-5-5 7 0,5 5-12 0,0 0 20 16,0 0-10-16,0 0 7 0,0 0-7 0,0 0-10 0,0 0-12 15,-3-7-20-15,3 7-21 0,0 0-24 0,0 0-21 16,0 0-20-16,0 0-13 0,9-7-17 15,-9 7-14-15,8-5-12 0,-8 5-8 0,12-4-17 16,-7 2-2-16,1-2-11 0,2 3-7 0,1-1-9 16,1-1-1-16,0 1-9 0,0 0-3 0,2 0-3 15,-6 0-10-15,2 2 3 0,-8 0-6 0,14-3 0 16,-8 3-9-16,-6 0-3 0,12-2 1 0,-12 2-1 16,11 0-4-16,-11 0 0 0,8 1-3 0,-8-1 0 15,7 6-4-15,-5-1 4 0,-2-5-4 0,6 7 2 16,-3-2-4-16,-1 3 2 0,0-3 1 0,-2-5-6 15,0 14 3-15,1-7-3 0,-1-7 0 0,0 12-2 16,0-12 2-16,0 10-9 0,0-10-14 0,0 11-11 16,0-11-19-16,0 7-19 0,0-7-22 0,3 7-21 15,-3-7-12-15,0 0-22 0,2 7-24 0,-2-7-33 16,7 3-39-16,-7-3-54 0,10 1-57 0,-3-1-261 16,-7 0-670-16,13-3 296 0</inkml:trace>
  <inkml:trace contextRef="#ctx0" brushRef="#br0" timeOffset="-123132.2">17333 16279 211 0,'-3'-12'386'0,"3"12"-5"0,-5-11-17 0,5 11-17 0,-3-10-18 16,3 10-22-16,-5-7-34 0,5 7-27 0,0 0-28 15,0 0-27-15,0 0-31 0,0 0-48 0,0 0-29 16,0 0-45-16,0 0-41 0,0 0-50 0,0 0-66 15,0 0-64-15,17 22-61 0,-8-13-264 16,4-2-549-16,0 2 242 0</inkml:trace>
  <inkml:trace contextRef="#ctx0" brushRef="#br0" timeOffset="-122476.1">17508 16407 134 0,'0'0'371'15,"0"0"-2"-15,0 0-7 0,0 0-13 0,0 0-18 16,0 0-8-16,-5-22-14 0,5 22-22 0,0 0-18 16,0 0-19-16,1-10-34 0,-1 10-20 0,0 0-23 15,0 0-16-15,0 0-20 0,0 0-19 0,0 0-8 16,6-2-11-16,-6 2-14 0,0 0-10 0,11 12-5 16,-8-8-10-16,1 3-3 0,-1-1-6 0,-1 0-9 15,0 1-2-15,-2-7-8 0,0 14 5 0,2-8-12 16,-2-6-1-16,-1 17 1 0,-2-11-6 0,1 1 2 15,-2-1 1-15,4-6-5 0,-8 11 2 0,1-5 0 16,0-1 2-16,1-1-7 0,-4 1-6 0,2-3 4 16,8-2 0-16,-12 3 2 0,5-3-2 0,7 0-1 15,-12-1-3-15,12 1 1 0,-7-6 1 0,7 6-1 16,-4-8-1-16,4 8-5 0,1-15 0 0,3 5 0 16,-2 0 0-16,4-2 0 0,4-2 1 0,-1 3-9 15,3-3 2-15,5 1 0 0,0 2 1 0,1 2 0 16,7-2-2-16,-9 5 2 0,-5 0-5 0,3 2-1 15,-2 2 2-15,2 1-4 0,-3 1 6 0,1 0-2 16,-12 0 4-16,20 2-7 0,-11 0 0 0,2 3 2 16,-4-1 1-16,2 2-3 0,-3 0 6 0,-6-6-2 15,14 11 0-15,-10-5 3 0,1 0-2 0,-1 0 1 16,-4-6 2-16,4 11-2 0,-2-4 4 0,1-1-2 16,-3-6 2-16,1 11-3 0,-1-11 4 0,0 0-4 15,0 10 1-15,0-10 3 0,0 0 1 0,3 8 3 16,-3-8 5-16,0 0 1 0,0 0-5 0,5 2-6 15,-5-2 7-15,0 0-4 0,13-12 1 16,-3 5-2-16,-2-1 2 0,1 0-1 0,3-3-2 0,4 2 1 16,2-2-3-16,-2-1 0 0,2 4-5 0,-4-1-1 15,3 2 3-15,-7 3 0 0,-2 0-5 0,1 1 0 16,-3 2-1-16,2-1 2 0,-8 2 3 0,14 2-1 16,-7 1 1-16,-7-3 2 0,12 6-4 15,-8-1 3-15,1 1-3 0,-3-1 0 0,2 1 7 16,0 2-2-16,-3-3-3 0,3 1-1 0,-3 1 2 15,2-2 5-15,0 1-3 0,-2 2-29 0,4 0-40 0,0-2-50 16,0 1-40-16,0-2-45 0,2 1-46 0,0 0-64 16,5-2-51-16,-2 0-267 0,2-3-686 0,2 0 303 15</inkml:trace>
  <inkml:trace contextRef="#ctx0" brushRef="#br0" timeOffset="-122304.24">18261 16493 53 0,'0'0'370'0,"0"0"16"0,0 0 1 0,0 0 0 16,0 0-10-16,0 0-18 0,0 0-20 0,0 0-24 16,0 0-28-16,0 0-29 0,0 0-27 0,-12-17-25 15,12 17-23-15,0 0-34 0,0 0-51 0,0 0-66 16,0 0-65-16,0 0-60 0,0 0-33 0,0 0-54 16,0 0-58-16,0 0-78 0,0 0-257 0,0 0-619 15,0 0 275-15</inkml:trace>
  <inkml:trace contextRef="#ctx0" brushRef="#br0" timeOffset="141088.94">843 8410 10 0,'-5'-6'263'16,"5"6"11"-16,0 0 3 0,0 0-6 0,0 0-12 15,-4-8-14-15,4 8-12 0,0 0-13 0,-3-5-3 16,3 5 5-16,0 0-9 0,0 0 8 0,-1-8 4 15,1 8 3-15,0 0-8 0,0 0-3 0,0 0-7 16,-5-9-11-16,5 9-8 0,0 0-14 0,0 0-10 16,-2-10-10-16,2 10-1 0,0 0-15 0,0 0-11 15,-2-8-17-15,2 8-8 0,0 0-12 0,0 0-10 16,0 0-11-16,0 0-5 0,0 0-8 0,0 0-7 16,0 0-4-16,0 0-7 0,0 0-6 0,0 0-4 15,-2-8 0-15,2 8-7 0,0 0-3 0,0 0-8 16,0 0-3-16,0 0 2 0,0 0-5 0,0 0-2 15,0 0-1-15,0 0 0 0,0 0 1 0,0 0-1 16,0 0 1-16,0 0-3 0,0 0-4 0,0 0 2 16,0 0 1-16,15 15 1 0,-15-15-2 0,4 7 1 15,-4-7 1-15,5 7-4 0,-3-3 5 0,3 3-3 16,-3-1-2-16,3-1 6 0,-1-1-7 0,-4-4 1 16,6 9 1-16,-3-5 2 0,-1 4-2 0,0-1-2 15,-2-7-2-15,7 11 2 0,-4-8-3 0,-3 4-3 16,4-2 4-16,-4-5-1 0,2 9 1 0,2-5 2 15,-4-4 1-15,3 4 4 0,-3-4 1 0,10 2 1 16,0-2 4-16,3-3-3 0,8-3 0 0,15-6-2 16,11-8 3-16,2 0-7 0,3-5 6 0,5 0 0 15,22-12-4-15,-20 9-6 0,-2 1-6 0,1-1-10 16,-4 1-36-16,-7 6-37 0,0-2-53 0,-13 8-52 16,-3 1-49-16,-1 3-66 0,-4 2-70 0,2 1-61 15,-8 3-283-15,2 2-787 0,-2-1 348 0</inkml:trace>
  <inkml:trace contextRef="#ctx0" brushRef="#br0" timeOffset="142619.81">901 12843 137 0,'0'0'254'0,"-8"-6"-6"0,8 6 2 16,0 0-5-16,-5-4-3 0,5 4 1 0,-4-7-17 15,4 7-3-15,0 0 4 0,-3-8-10 0,3 8-7 16,-2-6-4-16,2 6-2 0,0 0 3 0,-5-7-11 15,5 7-4-15,0 0-6 0,0 0-3 0,-4-7-10 16,4 7-8-16,0 0-14 0,0 0-10 0,0 0-13 16,0 0-21-16,0 0-5 0,0 0-13 0,0 0-12 15,0 0-12-15,0 0-4 0,0 0-9 0,0 0-11 16,0 0-3-16,0 0-8 0,0 0 1 0,0 0 3 16,0 0-7-16,9 21-4 0,-5-16 2 0,-1 1-3 15,1 0-6-15,1 1-2 0,1-3-2 0,-1 5-2 16,0-2 0-16,1 1-1 0,-3 0-2 0,-1-4 3 15,2 3-1-15,0-3-3 0,-4 3-4 0,0-7 4 16,5 7-2-16,0-2 0 0,-5-5 1 0,4 6 2 16,-4-6-5-16,4 4 8 0,-4-4 6 0,0 0-1 15,9 4 8-15,-9-4 3 0,21-4-3 0,4-6-1 16,4 1-2-16,18-12 4 0,5 1-2 0,4-4-5 16,0-1-7-16,27-10 5 0,-24 7-4 0,26-8-29 15,-5 1-23-15,-23 11-44 0,1-5-50 0,-1 7-56 16,1 0-46-16,-8 2-74 0,-2 1-85 0,-17 4-380 15,-3 2-840-15,-1 1 372 0</inkml:trace>
  <inkml:trace contextRef="#ctx0" brushRef="#br0" timeOffset="144979.84">1669 14726 94 0,'0'0'208'0,"0"0"-4"16,0 0-6-16,0 0-2 0,0 0-6 0,0 0-4 16,0 0-3-16,0 0-3 0,0 0-1 0,0 0-7 15,0 0 1-15,0 0-7 0,0 0 5 0,0 0-12 16,0 0 2-16,0 0-6 0,0 0-4 0,0 0-4 15,0 0-6-15,0 0-11 0,0 0-2 16,0 0-28-16,0 0 10 0,0 0-13 0,0-10-11 0,0 10-12 16,0 0-8-16,0 0-13 0,0 0-9 0,0 0 2 15,0 0-21-15,0 0 3 0,0 0-6 0,0 0 3 16,0 0-12-16,0 0 3 0,0 0 16 0,12 16-14 16,-12-16-4-16,5 12-5 0,-2-8 3 15,0 1-6-15,-3-5-1 0,5 10 6 0,-4-3-2 0,3-3-4 16,-4-4-3-16,3 12 2 0,-1-7-7 0,2 0-2 15,-4-5 0-15,5 10 0 0,-4-5 3 0,-1-5-4 16,7 8 7-16,-1-6 1 0,0-1 3 0,7-1-9 16,4-1-3-16,10-2 18 0,6-5-4 15,-1 0-1-15,21-9-1 0,4-2 5 0,0 0-4 0,3-4 3 16,23-13-1-16,-29 13-12 0,0-3 7 0,-3 4-30 16,-5 1-21-16,-14 6-30 0,1 1-29 0,-4-3-41 15,-2 4-51-15,0-1-79 0,1 1-66 0,0 1-225 16,0 2-614-16,-5 0 272 0</inkml:trace>
  <inkml:trace contextRef="#ctx0" brushRef="#br0" timeOffset="145823.3799">1800 16045 175 0,'0'0'295'16,"0"0"-4"-16,0 0-5 0,0 0-7 0,-1-9 0 15,1 9-12-15,0 0-15 0,0 0 0 0,0 0-7 16,0 0-9-16,0 0-13 0,1-10-7 0,-1 10-13 15,0 0-17-15,0 0-10 0,0 0-15 0,0 0-11 16,0 0-17-16,0 0-18 0,0 0-9 0,0 0-17 16,0 0-4-16,0 0-13 0,0 0-9 0,0 0-5 15,0 0-10-15,0 0-1 0,20 10-7 0,-14-4-1 16,0 1-10-16,0 0-1 0,1 1-4 0,-2 0 2 16,2 2-5-16,0-1-3 0,-1 0-8 0,0-2 10 15,-1 3-3-15,-1-4-4 0,-2 3-3 0,3-3 0 16,0-2 2-16,-3 3-3 0,3-2-2 0,-5-5 4 15,5 9 1-15,-3-6-1 0,-2-3 1 0,9 2 2 16,-9-2 12-16,26-5 7 0,-1-7-2 0,8 0 1 16,17-4 0-16,1-9-6 0,10-1-4 0,22-14 1 15,2 4 1-15,-2-3-5 0,-2 3 0 0,-21 11-8 16,27-11-20-16,-28 11-27 0,-3 2-43 0,-1-1-74 16,1 4-83-16,0 3-83 0,1-1-112 0,-6-1-305 15,1 1-798-15,-1 0 353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9-28T06:13:01.15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4009 2895 51 0,'0'0'331'15,"6"-15"-18"-15,-2 10 21 0,0-6-14 0,-1 1-7 16,1 0 2-16,-1 1 0 0,-1 1-3 15,1 1 3-15,0-2-13 0,-1 2-7 0,-1 1-12 16,-1 6-14-16,2-11-10 0,-2 11-17 0,0-9-27 16,0 9-16-16,2-10-21 0,-2 10-26 0,-6-6-11 0,6 6-15 15,-10-5-22-15,3 2-5 0,-4 1-9 0,-2 2-10 16,0 2-8-16,-7-1-2 0,-1 3-10 0,2 1-5 16,-1 4-6-16,-5 3-8 0,0 0 5 15,0 2-13-15,0 3 5 0,2 2-7 0,-1 0-1 16,1 1 1-16,2 0-4 0,1 0 3 0,-1 5 1 15,2-1 10-15,0 4-8 0,4-5 0 0,-1 2-6 0,5 1 0 16,2-8-3-16,3 0-3 0,-1 0-1 0,3-2 0 16,2 1 1-16,-1-2-3 0,4-1 4 15,1 2-5-15,3-1-1 0,0-3 5 0,4-1-3 16,1-3-3-16,3 4-3 0,1-3-1 0,3 1-3 16,2 0-1-16,1-4-13 0,5 2-10 0,-3-4-9 15,5 0-25-15,0-1-29 0,1-2-34 0,-9 1-36 0,2-2-38 16,-1-2-50-16,2 1-62 0,0-2-51 15,-3-1-61-15,0 0-70 0,-1-3-290 0,-3-2-836 16,4 3 370-16</inkml:trace>
  <inkml:trace contextRef="#ctx0" brushRef="#br0" timeOffset="781.07">4147 3178 269 0,'0'0'460'0,"0"0"-5"16,0 0-15-16,0 0-16 0,0 0-14 0,0 0-22 15,0 0-13-15,0 0-18 0,0 0-22 0,0 0-23 16,0 0-31-16,0 0-23 0,0 0-31 0,0 0-25 16,0 0-29-16,0 0-17 0,0 0-18 0,0 0-15 15,0 0-16-15,0 0-6 0,0 0-14 0,0 0-7 16,0 0-8-16,0 0-7 0,0 0-9 0,0 0-4 15,-16 24 0-15,16-24-7 0,3 16-7 0,-3-16-4 16,0 15-1-16,-1-6-2 0,2-2-6 0,1 2-28 16,-2 0-2-16,3 0-3 0,-1 0-7 0,0-3-4 15,-1 0-9-15,2 0 4 0,-1 1-4 0,3-2-4 16,-1 1 8-16,1-2 2 0,2-2 5 16,0 0 3-16,-7-2 2 0,18-2 5 0,-6-1-2 0,-2 0 4 15,0-4 2-15,2 0 0 0,-2 0 14 0,-1-2 4 16,0-1 3-16,0 1 12 0,1-5 8 0,-5 3 0 15,5-3 11-15,-3 0 7 0,-1 4 5 0,-2-1 0 16,-1 2 1-16,1 1-2 0,-2-2 15 16,-2 10 1-16,4-11-5 0,-4 11 12 0,2-9 2 15,-2 9 1-15,0 0 1 0,1-11-3 0,-1 11-2 0,0 0-12 16,0 0-1-16,0 0-11 0,2-11-11 0,-2 11 1 16,0 0-11-16,0 0 1 0,0 0-14 0,0 0-10 15,0 0 5-15,0 0-2 0,0 0 0 0,0 0 0 16,0 0-8-16,2 30 0 0,-2-19 7 15,-1 6-10-15,0-2 1 0,-1 2 3 0,2 2-4 16,-2 0 6-16,-1 0-5 0,1 1-1 0,0 5 2 0,-1 0 1 16,2-4-9-16,-1 3 0 0,1 1 0 0,-2-6 0 15,2 5 0-15,0-5 0 0,-1 0 0 0,1-1 0 16,1 0 0-16,0 0 0 0,-1-1 0 16,1-1 0-16,1-3 0 0,-1-13 0 0,1 21 0 15,-1-11 0-15,0-1 0 0,0-9 0 0,2 13 0 16,-2-13 0-16,-2 11 0 0,2-11 0 0,0 0 0 0,0 0 0 15,2 11 0-15,-2-11 0 0,0 0 0 0,0 0 0 16,0 0 0-16,0 0 0 0,-11 4 0 16,11-4 0-16,0 0 0 0,0 0 0 0,-28-11 0 15,18 7 0-15,1-3 0 0,0 2 0 0,2-1 0 16,-3 2 0-16,3-3 0 0,7 7 0 0,-9-10 0 16,5 3 0-16,4 7 0 0,-4-12 0 0,4 12 0 0,-2-15 0 15,3 5 0-15,3 0 0 0,4 2 0 0,-1-3 0 16,9 1 0-16,-2 1 0 0,2 1 0 15,4-1 0-15,0 3 0 0,-1 1 0 0,-1 3-21 16,1-1-257-16,-1 0-51 0,3 2-80 0,-4 0-66 16,3-1-86-16,-3 4-459 0,-2-4-1105 0,-3 1 489 15</inkml:trace>
  <inkml:trace contextRef="#ctx0" brushRef="#br0" timeOffset="1140.34">4759 3218 188 0,'2'-12'476'0,"-2"12"-5"0,2-13-12 0,-2 7-17 16,0 6-19-16,-2-14-23 0,2 14-19 0,0 0-23 15,-4-15-20-15,4 15-17 0,-1-9-16 0,1 9-16 16,-5-11-28-16,5 11-16 0,-4-7-22 0,4 7-25 15,-6-9-12-15,6 9-24 0,-8-5-15 0,8 5-26 16,0 0-7-16,0 0-13 0,-22 3-6 0,22-3-12 16,-19 8-9-16,9 0-3 0,1 0-9 0,-4 6-6 15,1-1-3-15,-3 3-7 0,3-2-2 16,0 2-5-16,0 0-1 0,1 1-7 0,2-1 3 0,0-1-24 16,3 0-7-16,1-1-16 0,0 1-16 0,2-4 3 15,3 2-10-15,3-4-17 0,-3 0-23 0,5 0-27 16,1 0-27-16,6-2-30 0,1-1-26 0,4-1-40 15,11-3-22-15,-7-1-27 0,7-2-24 0,1-3-22 16,0-4-40-16,1-2-48 0,0-1-325 16,-2-4-793-16,2 0 352 0</inkml:trace>
  <inkml:trace contextRef="#ctx0" brushRef="#br0" timeOffset="1468.4">5077 2920 241 0,'-1'-13'426'0,"-2"3"15"0,3 4 4 16,0 6-5-16,-2-9-8 0,2 9-5 0,-4-7-12 15,4 7-19-15,0 0-22 0,0 0-24 0,0 0-22 0,-3-12-34 16,3 12-29-16,0 0-30 0,0 0-24 16,0 0-18-16,0 0-25 0,0 0-12 0,0 0-12 15,0 0-4-15,-19 27-5 0,15-15-7 0,-1 2-20 16,0 3 5-16,0 0-17 0,0 1-3 0,1 2-10 15,0-1-12-15,0 0 0 0,-1 5-10 0,0-6-2 16,5 1-6-16,-4 0-8 0,3 0-4 0,-3-2-6 16,0 1 0-16,4-1-2 0,-1-1-28 0,1-2-14 15,0-1-18-15,-1-1-20 0,2-2-31 0,0 1-40 16,-1-11-40-16,7 19-42 0,-2-10-37 0,-4-5-46 16,7 0-51-16,-3 0-44 0,-5-4-44 0,14 3-68 15,-7-5-345-15,-7 2-903 0,18-5 400 0</inkml:trace>
  <inkml:trace contextRef="#ctx0" brushRef="#br0" timeOffset="1968.39">5141 3172 354 0,'0'0'372'0,"0"0"8"15,0 0 4-15,0 0-13 0,0 0-12 0,0 0-20 16,0 0-14-16,0 0-20 0,0 0-25 0,0 0-24 15,0 0-23-15,0 0-24 0,0 0-23 0,0 0-20 16,0 0-14-16,0 0-20 0,0 0-13 0,0 0-11 16,0 0-13-16,0 0-11 0,0 0-7 0,0 0-6 15,0 0-3-15,12 0-6 0,-12 0-10 0,13 3 0 16,-2-2-4-16,3-1-5 0,1 0-4 0,4-1-2 16,-2-1-2-16,2 0-3 0,-6-1-2 0,5 0-5 15,-2-1 3-15,-2 1-3 0,2-3-2 16,-2 1 1-16,-5 0-4 0,0 1-4 0,0-1 11 15,-3-1 6-15,-1 1 2 0,-1 0-2 0,0 1-2 0,-4 4-4 16,2-10 2-16,-2 10-8 0,3-9-5 0,-3 9 0 16,0 0-4-16,-9-15-3 0,9 15-2 0,-10-7-1 15,3 2-1-15,-3 1-3 0,2 3-3 0,-2 1-2 16,10 0 0-16,-16 4 1 0,5-2-3 16,1 3 1-16,-3 2-2 0,1 2 0 0,0 0-1 15,4 0 2-15,-3 2-1 0,1 3 5 0,3-5-2 0,1 1 0 16,-1 0-2-16,4 1 9 0,-1 2-4 0,1-3 1 15,2 0 1-15,2 0 3 0,4-1-4 0,-1 0 6 16,4 0 0-16,1 0-1 0,4 0 3 16,1-2-4-16,4 0 1 0,0 0 5 0,1-3-9 15,0-1 9-15,1-2-4 0,1 2-4 0,-1-3-22 16,-3-1-21-16,2-2-35 0,-2-2-43 0,2 3-20 16,-4-4-49-16,-2 3-65 0,0-2-61 0,-2 1-82 0,-2-2-408 15,3-1-869-15,-7 0 385 0</inkml:trace>
  <inkml:trace contextRef="#ctx0" brushRef="#br0" timeOffset="2858.89">6220 2939 282 0,'-2'-8'347'15,"2"8"6"-15,-2-8-6 0,2 8-4 0,0-8 2 16,0 8 0-16,0 0-3 0,-2-9 0 0,2 9-1 15,0 0-4-15,0-9-12 0,0 9-15 0,0 0-4 16,0 0-20-16,2-9-18 0,-2 9-22 0,0 0-32 16,0 0-13-16,0 0-25 0,0 0-17 0,0 0-20 15,0 0-17-15,0 0-16 0,0 0-8 0,0 0-13 16,0 0-6-16,0 0-5 0,0 0-8 0,2 35-6 16,0-23-11-16,-1 4-2 0,-1 3-9 0,0 6 3 15,0-6-6-15,0 0-3 0,-1 6 1 0,-1-4-3 16,2 3-11-16,-2-4 1 0,2-3-6 0,0 1 6 15,0 0-6-15,-2-1 1 0,1-1-1 0,-1 0-4 16,0 1 3-16,1-6 1 0,1 0-2 0,0 0-5 16,0-11 5-16,-1 17 0 0,1-17-9 0,0 14 2 15,0-14-17-15,1 9-9 0,0-5-6 0,-1-4-11 16,2 8-13-16,-2-8-17 0,3 5-19 0,-3-5-6 16,0 0-20-16,8 3-18 0,-8-3-21 0,0 0-31 15,0 0-34-15,14-11-31 0,-10 5-42 0,-3-2-50 16,-1 8-64-16,3-21-68 0,-6 8-296 0,1-5-832 15,-5 3 368-15</inkml:trace>
  <inkml:trace contextRef="#ctx0" brushRef="#br0" timeOffset="3218.18">5951 2872 147 0,'0'0'428'16,"-9"-7"5"-16,9 7-2 0,-6-7-4 0,2 4-6 16,4 3-18-16,0 0-9 0,-8-6-25 0,8 6-24 0,0 0-30 15,0 0-21-15,-3-7-22 0,3 7-28 16,0 0-20-16,0 0-24 0,0 0-20 0,0 0-14 16,17-4-19-16,-5 2-12 0,3 0-12 0,4 1-15 15,8 0-9-15,0-3-7 0,4 3-12 0,1-3-14 16,0 2-4-16,1-2 0 0,0 0-10 0,-1 0-5 15,0 1-2-15,-4 0-6 0,-6 0 1 0,-2 2-10 0,0-1-1 16,-7 1-3-16,0-2-1 0,0 2-6 16,-1 0-2-16,-2 1-2 0,-3-2-7 0,-7 2-6 15,13-1-15-15,-13 1-22 0,9 0-24 0,-9 0-22 16,10 4-38-16,-10-4-33 0,7 4-33 0,-2-2-33 16,-5-2-57-16,5 7-33 0,-4-1-25 0,-1-6-38 15,-2 12-43-15,-1-3-336 0,3-9-812 0,-9 11 359 16</inkml:trace>
  <inkml:trace contextRef="#ctx0" brushRef="#br0" timeOffset="3546.23">6420 3188 307 0,'0'0'478'0,"0"0"17"0,0 0 1 0,0 0-9 0,0 0-12 15,0 0-23-15,0 0-20 0,0 0-19 0,0 0-20 16,8-26-21-16,-8 26-8 0,0 0-35 0,0 0-23 16,0 0-26-16,2-8-30 0,-2 8-29 0,0 0-20 15,0 0-30-15,0 0-15 0,0 0-23 0,0 0-11 16,0 0-9-16,0 0-19 0,0 0-12 0,0 0-4 16,0 0-18-16,0 0 3 0,0 0-3 0,0 0-8 15,3 27 1-15,-3-27-5 0,0 15-10 0,1-5 8 16,-1-10-11-16,0 13-16 0,0-13-24 0,2 14-17 15,-2-14-22-15,-2 16-27 0,2-12-26 0,0-4-28 16,-1 13-33-16,1-13-35 0,0 0-30 0,0 12-27 16,0-12-31-16,-1 7-26 0,1-7-34 0,0 0-77 15,0 0-88-15,0 0-350 0,0 0-927 16,0 0 410-16</inkml:trace>
  <inkml:trace contextRef="#ctx0" brushRef="#br0" timeOffset="3733.69">6480 3026 386 0,'-2'-13'436'0,"2"13"11"0,0 0 0 0,0 0-18 15,0 0-29-15,0 0-31 0,0 0-34 0,0 0-37 16,0 0-32-16,0 0-30 0,0 0-33 0,0 0-51 16,0 0-50-16,0 0-44 0,0 0-69 0,0 0-75 15,0 0-73-15,0 0-67 0,11 26-84 0,-4-16-67 16,0-1-190-16,2 0-612 0,-2-1 271 0</inkml:trace>
  <inkml:trace contextRef="#ctx0" brushRef="#br0" timeOffset="4358.55">6625 3175 256 0,'0'0'430'0,"0"0"14"0,0 0 2 15,0 0-15-15,0 0-15 0,0 0-17 0,0 0-17 16,0 0-20-16,0 0-28 0,0 0-33 0,0 0-31 15,0 0-29-15,0 0-29 0,0 0-30 0,0 0-12 16,0 0-19-16,0 0-22 0,0 0-10 0,0 0-10 16,0 0-12-16,0 0-10 0,7 6-7 0,-7-6-10 15,5 12-4-15,-2-3-7 0,-1 0-6 0,1 0-11 16,-3-9 0-16,1 19-3 0,-1-9-5 0,0-10-11 16,3 15-12-16,-3-7-16 0,0-8-16 0,1 13-6 15,-1-13-4-15,2 8-10 0,-2-8 15 0,0 0 4 16,0 0 6-16,0 0 8 0,0 0 1 0,0 0 0 15,0 0 1-15,0 0-1 0,0 0 2 0,0 0 5 16,24-21 2-16,-15 9 10 0,1 2 4 0,3-2 3 16,-4-2 0-16,6 2-2 0,-5 0 14 0,2 0-8 15,-2 3-6-15,-1 5 5 0,-1-2-1 0,-8 6-7 16,12-9 1-16,-5 7-1 0,-7 2-2 0,11-5-2 16,-6 3-8-16,-5 2 0 0,14 1 2 0,-14-1-2 15,12 7 1-15,-5-4 0 0,-1 4-1 0,-1-1-7 16,0 1 9-16,0 1-5 0,-1 2 3 0,0-4 0 15,-1 3 2-15,-3 1-1 0,2-3-3 16,-1 0-6-16,0-1 8 0,-1-6-2 0,2 12-2 0,-2-12-2 16,0 9 1-16,0-9 4 0,2 6 1 0,-2-6 3 15,0 0 3-15,0 0 6 0,3 6 2 0,-3-6-4 16,0 0-7-16,0 0 7 0,0 0-1 0,10-18-1 16,-5 11 0-16,1-1 4 0,0 1 8 15,-1-1 1-15,0 2 3 0,-5 6-1 0,9-12 6 16,-4 6-6-16,-5 6-1 0,9-9-2 0,-5 7 0 0,-4 2-7 15,6-6-5-15,-6 6 1 0,7-2-3 0,-7 2-6 16,0 0 1-16,11 0-1 0,-11 0-3 0,8 5-2 16,-8-5 8-16,7 6 1 0,-4 1-5 15,-1-3-3-15,3 2 6 0,-1-1 3 0,-1 1-2 16,-1 1-4-16,2 1 2 0,-1-2-11 0,-2 0-27 16,2-1-28-16,1 1-35 0,-4-6-29 0,0 0-41 15,7 12-44-15,-4-7-39 0,-3-5-49 0,9 4-50 0,-9-4-63 16,15-4-59-16,-6 2-271 0,2-3-805 0,2-1 357 15</inkml:trace>
  <inkml:trace contextRef="#ctx0" brushRef="#br0" timeOffset="4858.42">7221 3185 162 0,'0'0'301'16,"0"0"-1"-16,0 0-4 0,0 0-4 0,0 0-2 15,0 0-17-15,0 0 0 0,0 0-15 0,0 0-26 16,0 0-6-16,0 0-19 0,0 0-24 0,0 0-14 16,0 0-16-16,0 0-11 0,0 0-16 0,0 0-8 15,0 0-14-15,0 0-8 0,0 0-3 0,0 0-9 16,0 0-12-16,0 0-4 0,0 0 0 0,0 0 2 16,0 0 2-16,0 0-2 0,16 8 7 0,-16-8-3 15,19-3 1-15,-9 1-12 0,1 0 5 0,1-1 3 16,0 1-1-16,-1-3 0 0,1 1 4 0,-2 2-1 15,-1-1 4-15,-9 3 6 0,11-7 2 0,-11 7 5 16,9-8 2-16,-9 8-1 0,8-9-6 0,-8 9-1 16,6-5-3-16,-6 5-18 0,0 0-4 0,2-10-10 15,-2 10-6-15,0 0-6 0,0 0-14 0,0 0-1 16,-13-13-3-16,13 13-1 0,0 0-4 0,-17 0-3 16,17 0-5-16,-21 5-1 0,12-1 0 0,-4 3 1 15,-1 0-5-15,2-2 6 0,-3 4-6 0,2 0 1 16,-3 2 2-16,5 0-1 0,-3 0-1 0,5-1 1 15,2-1-4-15,-2 0 2 0,5 0-2 0,-1-1-4 16,1 2-6-16,3-4 5 0,1 2 0 0,0-8 6 16,9 13 4-16,-2-4-4 0,5-3 2 0,3 0-1 15,4 1-6-15,7-1-16 0,-5-1-18 0,5-1-9 16,5-2-20-16,-9-2-18 0,6 0-36 0,0-3-6 16,4-1-20-16,-12 0-35 0,1-2-38 0,0 1-38 15,-2-2-43-15,-2 3-49 0,1-3-56 0,-6 4-306 16,4-4-771-16,-3 3 341 0</inkml:trace>
  <inkml:trace contextRef="#ctx0" brushRef="#br0" timeOffset="11577.83">7733 3325 431 0,'0'0'445'0,"5"-4"-13"0,-5 4-30 16,0 0-19-16,0 0-21 0,0 0-22 0,6-3-24 16,-6 3-20-16,0 0-24 0,0 0-24 0,0 0-25 15,0 0-25-15,0 0-20 0,0 0-22 0,0 0-15 0,0 0-19 16,0 0-9-16,0 0-13 0,0 0-15 15,0 0-7-15,0 0-8 0,0 0-6 0,0 0-5 16,0 0-6-16,-4 22-6 0,4-22-5 0,-2 12-9 16,-1-4-4-16,1 0-1 0,-2 2 0 0,0-1-2 15,-1 2-3-15,-2 0-9 0,0 0-12 0,-1 0-14 16,0-2-40-16,-4 3-38 0,0-2-48 0,1 3-66 16,-1-5-77-16,-1 3-87 0,6-4-92 0,-3 2-246 15,4-5-764-15,6-4 337 0</inkml:trace>
  <inkml:trace contextRef="#ctx0" brushRef="#br0" timeOffset="12390.14">8537 2979 27 0,'0'0'319'0,"2"-8"34"0,-2 8 9 0,0 0-11 0,1-6 5 15,-1 6 1-15,4-7-2 0,-4 7-4 0,3-7 0 16,-3 7-12-16,2-8 0 0,-2 8-9 0,0 0-8 15,3-8-21-15,-3 8-11 0,0 0-15 0,1-8 0 16,-1 8-9-16,0 0-14 0,0 0-23 16,0-7 1-16,0 7-21 0,0 0-17 0,0 0-18 0,0 0-23 15,0 0-20-15,0 0-8 0,0 0-13 0,0 0-11 16,0 0-20-16,0 0-23 0,0 0-5 0,0 0 5 16,0 0-10-16,0 0-2 0,0 0-5 0,0 0-38 15,3 31-1-15,-3-18 0 0,0 2 0 16,-2 3 0-16,2 0 0 0,-1 0 0 0,0 0 0 0,-2 9 0 15,-1-8 0-15,2 6 0 0,-3 0 0 0,-2 1 0 16,5-2 0-16,-5 1 0 0,2-2 0 0,0 3 0 16,2-8 0-16,0 3 0 0,-1-2 0 0,0-4 0 15,2 4 0-15,-1-3 0 0,2-4 0 16,-1 1 0-16,2-2 0 0,2-1 0 0,0 1 0 0,1 0 0 16,2-1 0-16,4 1 0 0,0-3 0 0,4 1 0 15,3 0 0-15,2-3 0 0,1-1 0 0,-6-2 0 16,2 0 0-16,-2-1-136 0,0-2-61 0,-3-1-50 15,1 0-58-15,1-3-66 0,-3-1-57 0,-5 2-67 16,4-4-75-16,-3-2-337 0,-3-2-984 16,0 1 436-16</inkml:trace>
  <inkml:trace contextRef="#ctx0" brushRef="#br0" timeOffset="12686.9499">8398 3229 109 0,'-10'-3'454'0,"10"3"8"0,-6-4-7 0,6 4-8 0,0 0-9 15,0 0-13-15,-9-3-12 0,9 3-23 16,0 0-25-16,0 0-25 0,0 0-32 0,0 0-28 16,0 0-31-16,0 0-26 0,19-8-23 0,-7 5-21 15,8-1-14-15,-2 1-20 0,13 2-16 0,-4-2-14 16,6 1-6-16,0 0-13 0,-4 1-11 0,2-2-13 0,0 3-4 15,-4-1-6-15,1 1-6 0,-7-1-5 16,0 1-7-16,-1-2-5 0,-2 0-24 0,-4 1-24 16,0 0-41-16,-1 1-37 0,-3 0-46 0,0-2-48 15,-2 2-61-15,0-1-82 0,-8 1-69 0,14 3-79 16,-9-1-378-16,-5-2-921 0,5 3 409 0</inkml:trace>
  <inkml:trace contextRef="#ctx0" brushRef="#br0" timeOffset="13214.18">8960 3475 208 0,'0'0'318'0,"0"0"9"16,0 0-3-16,0 0-4 0,0 0 7 0,7-10-14 16,-7 10-1-16,0 0-7 0,4-11-10 0,-4 11-4 15,4-8-12-15,-4 8-4 0,1-10-8 0,-1 10-13 16,4-8-11-16,-2 4-10 0,1-2-4 0,-3 6-7 16,3-8-2-16,-3 8-7 0,4-9-2 0,-4 9-4 15,0-7-7-15,0 7 2 0,1-7-5 0,-1 7-12 16,0 0-3-16,0-9-8 0,0 9-14 0,0 0-19 15,-4-9-7-15,4 9-13 0,-5-4-14 0,5 4-12 16,0 0-7-16,-7-7-76 0,7 7-12 0,0 0 0 16,-11-1 0-16,11 1 0 0,-13 4 0 0,4-2 0 15,-2 0 0-15,0 5 0 0,1-1 0 0,-1-2 0 16,0 4 0-16,-1-1 0 0,3 0 0 0,-1 1 0 16,-1 0 0-16,2 0 0 0,2-1 0 0,-1 1 0 15,1 1 0-15,3-1 0 0,0 1 0 0,1-1 0 16,1 1 0-16,0-3 0 0,2-6 0 0,2 16 0 15,2-8 0-15,1 1 0 0,2 1 0 0,2-3 0 16,0 0 0-16,4 0 0 0,-3 0 0 0,6 1 0 16,3-4 0-16,0 3 0 0,-1-4 0 0,0 2 0 15,1-3 0-15,0-2 0 0,-1 0 0 0,0 0 0 16,2-2-63-16,0-1-105 0,-3 0-34 0,1 0-44 0,3-4-41 0,-4 2-52 0,4 1-55 16,-3-2-49-16,1-1-61 0,0 3-421 0,-2-3-1000 15,1-1 442-15</inkml:trace>
  <inkml:trace contextRef="#ctx0" brushRef="#br0" timeOffset="13479.74">9475 3352 339 0,'3'-8'525'0,"-1"2"9"0,-2 6-11 16,1-9-20-16,-1 9-17 0,1-8-24 15,-1 8-26-15,0 0-24 0,2-10-14 0,-2 10-38 0,1-5-35 16,-1 5-31-16,2-6-27 0,-2 6-25 0,0 0-38 16,6-7-24-16,-6 7-18 0,10-4-17 0,-5 1-24 15,-5 3-31-15,11-3-25 0,-2 1-36 0,1 2-37 16,-2-2-34-16,-8 2-41 0,13-1-48 0,-13 1-48 16,11 1-54-16,-11-1-54 0,12 2-58 0,-7 2-38 15,3-1-57-15,-8-3-35 0,7 5-275 0,-5 1-812 16,-2-6 360-16</inkml:trace>
  <inkml:trace contextRef="#ctx0" brushRef="#br0" timeOffset="13667.19">9454 3445 369 0,'-5'5'460'0,"5"-5"28"0,0 0 6 0,0 0 1 16,0 0-28-16,0 0-16 0,0 0-35 0,0 0-28 15,0 0-40-15,0 0-26 0,31-8-29 0,-22 5-36 16,3 0-23-16,0 0-18 0,4-2-27 15,-4 1-22-15,1 2-39 0,3-3-44 0,-3 2-57 16,0 1-64-16,-1-1-64 0,-1-1-81 0,0 2-55 16,-2 0-78-16,2 0-77 0,-1 0-92 0,-2-1-274 0,-8 3-821 15,13-3 364-15</inkml:trace>
  <inkml:trace contextRef="#ctx0" brushRef="#br0" timeOffset="41014.32">10671 3026 69 0,'0'0'186'0,"-4"-6"11"0,4 6 4 0,0 0 13 16,0 0 0-16,-5-6 9 0,5 6 15 0,0 0 2 15,-4-7 11-15,4 7 22 0,0 0 9 0,-3-8 11 16,3 8 16-16,0 0 10 0,-1-10 3 0,1 10 5 15,-1-7-3-15,1 7-8 0,0 0 3 0,0 0-4 0,1-14-10 16,-1 14-10-16,0 0-9 0,0-8-21 0,0 8-15 16,0 0-15-16,0 0-17 0,0 0-22 15,1-9-21-15,-1 9-19 0,0 0-18 0,0 0-13 16,0 0-17-16,0 0-101 0,0 0-7 0,0 0 0 16,0 0 0-16,0 0 0 0,0 0 0 0,0 0 0 0,8 19 0 15,-5-7 0-15,-3 3 0 0,2 2 0 0,-1 2 0 16,1 6 0-16,-1-5 0 0,-2 5 0 15,-1 1 0-15,1-2 0 0,0 1 0 0,0-5 0 16,1 0 0-16,-5 5 0 0,2 0 0 0,2-5 0 16,-1-1 0-16,1-1 0 0,0-1 0 0,1-1 0 0,1 0 0 15,0 0 0-15,1-5 0 0,-1 2 0 0,3-3 0 16,-3-1 0-16,2 0 0 0,-1-1 0 16,-1-1 0-16,1-2 0 0,-2-5 0 0,4 10 0 15,-3-5 0-15,-1-5 0 0,2 8 0 0,-2-8 0 16,0 0 0-16,4 5 0 0,-4-5 0 0,0 0 0 0,8 0 0 15,-8 0-302-15,0 0-75 0,22-8-61 0,-18 4-48 16,-4 4-53-16,13-13-42 0,-9 5-331 16,1 0-987-16,-1-2 437 0</inkml:trace>
  <inkml:trace contextRef="#ctx0" brushRef="#br0" timeOffset="41279.89">10585 3250 261 0,'0'0'409'0,"-10"-3"29"16,10 3 21-16,-8-4 16 0,8 4 4 0,0 0 0 16,-6-4-4-16,6 4 0 0,0 0-9 0,0 0-11 15,0 0-19-15,0 0-27 0,-5-5-29 0,5 5-27 0,0 0-33 16,0 0-34-16,0 0-27 0,0 0-33 16,13-8-23-16,-3 6-19 0,4 0-20 0,4-2-64 15,0 1-100-15,2 1 0 0,0-2 0 0,1 2 0 16,-1 1 0-16,1 0 0 0,-3 1 0 0,3-1 0 15,-4-1 0-15,2 0 0 0,-7 2-113 0,8-3-115 0,-2 2-31 16,-4-1-48-16,4 2-47 0,-4-2-50 16,3 0-35-16,-3 2-58 0,0 2-36 0,-2-1-311 15,3-1-912-15,-5 3 404 0</inkml:trace>
  <inkml:trace contextRef="#ctx0" brushRef="#br0" timeOffset="41748.53">11052 3409 154 0,'0'0'397'0,"0"0"1"16,14-8 10-16,-14 8-2 0,1-5-3 0,-1 5-7 15,0 0-3-15,0-10-6 0,0 10-19 0,1-8-15 16,-1 8-11-16,0 0-19 0,-2-13-11 0,2 13-12 15,-4-8-15-15,4 8-12 0,-5-8-11 0,5 8-17 16,-4-7-8-16,4 7-27 0,-4-6-14 0,4 6-28 16,0 0-13-16,-6-5-17 0,6 5-17 0,0 0-12 15,0 0-12-15,0 0-10 0,0 0-11 0,-17 5-6 16,12 1-8-16,0-2-8 0,0 6-48 0,-2-1-6 16,1 2 0-16,0 1 0 0,0 4 0 0,3 1 0 15,-1 1 0-15,1 1 0 0,2-1 0 0,1 1 0 16,-1-1 0-16,1 1 0 0,1 0 0 0,-2 1 0 15,2-3 0-15,-1 2 0 0,1 0 0 0,0 2 0 16,-1-4 0-16,2 0 0 0,-1 0 0 0,-1 0 0 16,0-4 0-16,-3-1 0 0,3 0 0 0,-1 0 0 15,0-2 0-15,1-10 0 0,-3 15 0 0,1-7 0 16,2-8 0-16,-1 11 0 0,1-11 0 0,-4 10 0 16,4-10 0-16,0 0 0 0,-5 8 0 0,5-8 0 15,-7 6 0-15,7-6 0 0,0 0 0 0,0 0 0 16,-18-4-158-16,18 4-148 0,-15-11-50 0,7 4-63 15,1 0-57-15,0-2-64 0,3 0-449 0,-5-1-1073 16,3 1 475-16</inkml:trace>
  <inkml:trace contextRef="#ctx0" brushRef="#br0" timeOffset="41967.21">10808 3647 98 0,'0'0'354'0,"0"0"20"15,0 0 36-15,0 0 32 0,0 0 24 0,0 0 15 16,0 0 5-16,0 0 9 0,0 0 7 0,0 0-6 15,-2-10-18-15,2 10-33 0,0 0-44 0,0 0-32 16,5-9-40-16,-5 9-40 0,7-7-27 0,2 4-28 16,-2-4-26-16,6 3-22 0,4-4-16 0,2 2-21 15,-1 0-82-15,4 3-67 0,4-3 0 0,-6 3 0 16,8-1 0-16,-7 0-13 0,1 3-133 0,6-3-54 16,-9 3-44-16,2-1-52 0,0-1-61 0,-1 3-59 15,-1-4-78-15,3 3-94 0,-8-1-319 0,5-1-981 16,-1-1 434-16</inkml:trace>
  <inkml:trace contextRef="#ctx0" brushRef="#br0" timeOffset="42435.86">11871 3181 245 0,'1'-8'456'0,"-1"-1"7"0,1 2 0 16,-1 7-14-16,2-16-17 0,-2 16-12 0,0-10-23 16,0 3-11-16,0 7-13 0,-2-11-18 0,2 11-16 0,0 0-21 15,-1-9-15-15,1 9-15 0,0 0-18 0,0 0-16 16,-1-9-23-16,1 9-18 0,0 0-21 0,0 0-18 15,0 0-17-15,0 0-31 0,0 0-5 16,0 0-16-16,0 0-16 0,0 0 3 0,0 0-21 16,0 0-9-16,0 0-6 0,0 0-2 0,-2 32 1 0,2-17-8 15,-2 2-2-15,2 1-6 0,-5 1-3 0,4 5-21 16,-4 1-15-16,4-6 0 0,-1 2 0 0,2 4 0 16,-4-6 0-16,3-1 0 0,-2 0 0 15,2 0 0-15,-1 0 0 0,0-3 0 0,-1-2 0 16,2-1 0-16,1-1 0 0,-2-1 0 0,2 0 0 0,0-10 0 15,2 14 0-15,-2-14 0 0,-2 9 0 0,2-9 0 16,-1 9 0-16,1-9 0 0,0 0 0 0,-3 6 0 16,3-6 0-16,0 0-99 0,0 0-59 0,0 0-73 15,0 0-74-15,0 0-82 0,0 0-80 16,0 0-96-16,0 0-435 0,0 0-1079 0,4-39 478 16</inkml:trace>
  <inkml:trace contextRef="#ctx0" brushRef="#br0" timeOffset="42717.05">11687 3289 270 0,'-12'-3'443'16,"12"3"12"-16,-9-1 2 0,9 1 7 0,-6-4-10 16,6 4-6-16,0 0-11 0,0 0-17 0,0 0-9 15,-7-3-22-15,7 3-27 0,0 0-23 0,0 0-17 16,0 0-30-16,0 0-24 0,0 0-30 0,0 0-29 15,0 0-23-15,35-10-19 0,-14 8-16 0,8 0-17 16,2-1-11-16,-1 0-8 0,-1 1-10 0,-2-1-17 16,0 0-5-16,-4 3-14 0,4-3 0 0,-8 1-12 0,0 1-16 15,-2 0-12-15,1-1-21 0,-6-1-25 16,-1 3-33-16,-1 0-38 0,-10 0-47 0,14 0-51 16,-14 0-60-16,10-5-71 0,-10 5-94 0,7 0-102 15,-7 0-511-15,0 0-1108 0,0 0 490 0</inkml:trace>
  <inkml:trace contextRef="#ctx0" brushRef="#br0" timeOffset="43295.04">12689 3047 239 0,'0'0'377'0,"1"-8"4"0,-1 8 0 0,0 0-6 0,1-13-5 15,-1 9 13-15,0 4 0 0,0 0 2 0,0 0-12 16,-3-11-13-16,3 11-9 0,0 0-8 0,0 0-18 16,0 0-26-16,0-8 1 0,0 8-19 0,0 0-15 15,0 0-22-15,0 0-28 0,0 0-19 0,0 0-14 16,0 0-20-16,0 0-16 0,0 0-13 0,0 0-19 16,0 0-10-16,0 0-16 0,0 0-14 0,0 0-4 15,0 0-10-15,0 0-6 0,0 0-4 0,1 26-3 16,-4-15-8-16,3 0-15 0,-2 7-25 0,0-1 0 15,2 0 0-15,-2 0 0 0,2 1 0 0,-2 0 0 16,0-1 0-16,-1 4 0 0,1-2 0 0,0 6 0 16,-4-7 0-16,10 1 0 0,-4 2 0 0,-5 0 0 15,4-2 0-15,1-1 0 0,-2 0 0 0,4-2 0 16,-4 0 0-16,2-4 0 0,0-3 0 0,0 2 0 16,3-1 0-16,-2-2 0 0,3 2 0 0,-2-4 0 15,0 0 0-15,2-1 0 0,1 1 0 0,4-1 0 16,2-2 0-16,0-1 0 0,2 0 0 0,1-2 0 15,-1 0 0-15,1-2-68 0,-1 1-114 0,-1-2-34 16,1-1-47-16,4-3-50 0,-6 1-36 0,-1 0-40 16,2 0-44-16,-3 0-52 0,-1-1-53 0,-5-2-289 15,3 1-893-15,-1-2 395 0</inkml:trace>
  <inkml:trace contextRef="#ctx0" brushRef="#br0" timeOffset="43529.36">12603 3261 152 0,'-6'-3'451'0,"1"0"27"16,5 3 21-16,-7-4-1 0,7 4-8 15,-4-6-8-15,4 6-18 0,0 0-26 0,-6-7-26 0,6 7-53 16,0 0-33-16,6-12-26 0,-6 12-32 0,13-9-28 16,-4 4-24-16,1-2-25 0,7 0-19 0,1 1-12 15,-4-1-21-15,2 0-15 0,4 1-19 0,-4 3-3 16,2-2-4-16,-5 2-38 0,7 0-36 0,-7 1-32 15,1-1-47-15,2 3-46 0,-4-1-51 16,0 2-52-16,-1-1-59 0,3 1-65 0,-3 3-55 0,-4-2-58 16,5-1-60-16,-6 2-301 0,3 0-870 0,-2 0 385 15</inkml:trace>
  <inkml:trace contextRef="#ctx0" brushRef="#br0" timeOffset="44216.7">12935 3423 402 0,'0'0'431'0,"0"0"-6"15,0 0-5-15,0 0-1 0,0 0-5 0,0 0-2 16,10-20-12-16,-10 20-17 0,0-10-9 0,0 10-13 0,0-8-11 15,0 8 0-15,4-9-23 0,-4 9-16 16,0 0-17-16,0-8-17 0,0 8-20 0,0 0-25 16,0 0-29-16,0 0-22 0,0 0-23 0,5-5-17 15,-5 5-13-15,0 0-18 0,0 0-8 0,0 0-18 16,0 0-8-16,0 0-9 0,0 0-5 0,0 0-22 16,2 24-40-16,-2-14 0 0,0-2 0 0,2 4 0 15,-2-1 0-15,0 1 0 0,2 0 0 0,-4 0 0 16,2-1 0-16,0 0 0 0,0 0 0 0,0-2-49 15,0 0-33-15,0-2-6 0,0-7 2 0,0 11-4 16,0-11 11-16,2 10 11 0,-2-10 12 0,2 6 9 16,-2-6 4-16,0 0 10 0,9-1 3 0,-9 1 0 15,12-6 5-15,-5 2 4 0,1-3 10 0,2 1 6 16,-1-1 8-16,0-1 3 0,2 0 15 0,-4 0 6 16,1 2 8-16,-1 0 6 0,-1 0 13 0,-2 2 2 15,2 0-6-15,-6 4-21 0,5-6 10 0,-5 6-4 16,4-4-7-16,-4 4-15 0,6-4 6 0,-6 4 1 15,0 0-8-15,0 0-5 0,0 0 2 0,0 0 0 16,14 4 9-16,-14-4-2 0,7 7-13 0,-1-2 4 16,-1 0-8-16,4-1-7 0,-2 2-12 0,0-2 6 15,-1 1 2-15,2 0-1 0,-2-2 6 0,1 1 4 16,-1-2-2-16,-1 1 4 0,-5-3-2 0,13 2-4 16,-8-2 0-16,-5 0 8 0,9-5 6 0,-5 1 4 15,-4 4 8-15,10-14-6 0,-8 5-13 0,0-3 12 16,0 0 2-16,-2-6-1 0,-2-1 5 0,0 2-4 15,0-3 1-15,2 4 12 0,-2 0 4 0,-2 1 14 16,4 3 4-16,0 2-4 0,0 0-1 0,0 10-35 16,-2-11-9-16,2 11 0 0,0-8 0 15,0 8 0-15,0 0 0 0,0 0-6 0,5-6-75 0,-5 6-26 16,0 0-46-16,0 0-55 0,0 0-50 0,13 17-58 16,-8-9-78-16,-3-2-73 0,0 1-90 0,0-2-384 15,-2-5-1020-15,0 0 452 0</inkml:trace>
  <inkml:trace contextRef="#ctx0" brushRef="#br0" timeOffset="44872.8">13883 3018 223 0,'3'-9'431'0,"-3"9"15"0,0-6 6 16,0 6 5-16,0 0-9 0,4-10-4 0,-4 10-5 16,5-4-4-16,-5 4-7 0,0 0-11 0,0 0-20 15,0 0-21-15,0 0-27 0,3-7-25 0,-3 7-38 16,0 0-33-16,0 0-25 0,0 0-23 0,0 0-26 16,0 0-18-16,0 0-27 0,0 0-10 0,0 0-14 15,0 0-15-15,0 0 1 0,0 0-14 0,2 25-9 16,0-7-4-16,-2 1-39 0,0-2-30 0,0-1 0 15,-2 3 0-15,2 1 0 0,-2-2 0 0,0 2 0 16,1 1 0-16,-2-3 0 0,-1 2 0 0,2-1 0 16,-1-1 0-16,-1 0 0 0,0-1 0 0,2-2 0 15,1-4 0-15,-3 3 0 0,4-4 0 0,-3-1 0 16,1 1 0-16,2-3 0 0,-4-1 0 0,4-6 0 16,0 9 0-16,0-9 0 0,0 0 0 0,-1 10 0 15,1-10 0-15,0 0 0 0,0 0 0 0,0 0-39 16,0 0-182-16,0 0-49 0,0 0-38 0,0 0-52 15,0 0-49-15,14-19-57 0,-11 9-57 0,-1 2-410 16,-6-3-1010-16,4 0 446 0</inkml:trace>
  <inkml:trace contextRef="#ctx0" brushRef="#br0" timeOffset="45108.97">13704 3205 69 0,'0'0'373'16,"-9"-1"26"-16,9 1 25 0,0 0 15 0,0 0 11 15,-7-2 7-15,7 2-4 0,0 0-18 0,0 0 2 16,0 0-33-16,0 0-19 0,-9-2-31 0,9 2-29 16,0 0-30-16,0 0-35 0,0 0-19 0,20-6-28 15,-6 4-20-15,2-1-25 0,4 0-10 0,0 0-19 16,2-1-20-16,10 1-37 0,-1-2-36 0,1 2-25 16,3 0-40-16,-7-2-43 0,1 4-28 0,0-2-34 15,-8 1-47-15,8 1-46 0,-8-1-41 0,-2 1-58 16,1 1-48-16,0 1-52 0,0-2-61 0,-4 2-328 15,-2-1-870-15,-1 0 385 0</inkml:trace>
  <inkml:trace contextRef="#ctx0" brushRef="#br0" timeOffset="45608.85">14631 3087 7 0,'0'0'508'0,"0"-12"15"0,0 12 6 0,0-12 0 16,0 12-17-16,0-9-17 0,0 9-22 0,0-11-15 16,0 11-8-16,0-10-14 0,0 10-26 0,-2-7-23 15,2 7-25-15,0 0-24 0,0-9-23 0,0 9-25 16,0 0-30-16,0 0-30 0,0 0-25 0,0 0-14 15,0 0-21-15,0 0-57 0,0 0-113 0,0 0 0 16,0 0 0-16,0 0 0 0,0 0 0 0,0 0 0 16,0 0 0-16,0 0 0 0,0 0 0 0,0 0 0 15,2 28 0-15,-2-17 0 0,5 1 0 0,-5 1 0 16,1 3 0-16,-2 0 0 0,1 2 0 0,0-3 0 16,0 4 0-16,0-1 0 0,0 1 0 0,0 2 0 15,0-3 0-15,1 1 0 0,-2-1 0 0,1 3 0 16,0-2 0-16,0-2 0 0,-2-1 0 0,4 2 0 15,-1-2 0-15,-1 0 0 0,2-5 0 0,-2 0 0 16,2-3 0-16,-2-2 0 0,2 2 0 0,-2-8 0 16,3 9 0-16,-3-9 0 0,4 8 0 0,0-3 0 15,1-3 0-15,1 1 0 0,5-1 0 0,2-1 0 16,4 0 0-16,-4-2 0 0,1 1 0 0,5-4 0 16,-2 2-71-16,0-2-199 0,-2 1-23 0,-2 0-28 15,1-3-31-15,-1 2-26 0,-5-5-30 0,3 2-32 16,-2-2-47-16,-2 0-376 0,-3-1-932 0,0-1 412 15</inkml:trace>
  <inkml:trace contextRef="#ctx0" brushRef="#br0" timeOffset="45858.78">14622 3253 112 0,'0'0'429'16,"-8"-3"20"-16,8 3 3 0,0 0-2 0,0 0-6 15,-7-5-9-15,7 5-10 0,0 0-10 0,0 0-19 0,0 0-13 16,0 0-44-16,0 0-37 0,0 0-26 0,0 0-26 16,14-12-27-16,-6 10-22 0,2-3-35 0,2 1-1 15,0-1-27-15,4 1-8 0,4-1-10 16,-2 3-17-16,0-2-9 0,-1 2-14 0,2-2-11 16,1 2-31-16,-2 0-38 0,1 3-45 0,-6-2-45 15,4 1-48-15,-4 0-40 0,0 1-55 0,0-1-69 0,-3 1-64 16,-10-1-59-16,18 2-70 0,-12-1-307 0,-6-1-870 15,14 5 385-15</inkml:trace>
  <inkml:trace contextRef="#ctx0" brushRef="#br0" timeOffset="46280.57">15009 3469 222 0,'0'0'503'0,"0"0"4"0,0 0-1 0,0 0-3 15,0 0-13-15,0 0-8 0,0 0-22 0,0 0-27 16,0 0-10-16,0 0-47 0,0 0-35 0,0 0-30 15,0 0-42-15,0 0-25 0,0 0-34 0,0 0-17 16,0 0-24-16,0 0-17 0,0 0-22 0,0 0-4 16,0 0-20-16,0 0-6 0,0 0-12 0,0 0-8 15,-2 13-3-15,4-3-16 0,-2-10 4 0,1 14-21 16,-1-5 5-16,0-9-10 0,0 20-3 0,0-20-4 16,-1 15-1-16,-1-8-13 0,2-7-22 0,0 15-18 15,0-11-9-15,0-4-26 0,-3 10-24 0,3-10-24 16,-2 8-25-16,2-8-13 0,0 0-21 0,0 0-7 15,0 0-16-15,0 0-31 0,0 0-61 0,0 0-50 16,0 0-46-16,0 0-57 0,0 0-62 0,0 0-282 16,10-28-841-16,-8 16 373 0</inkml:trace>
  <inkml:trace contextRef="#ctx0" brushRef="#br0" timeOffset="46483.65">15045 3281 340 0,'0'0'407'0,"0"0"17"0,0 0-7 0,0 0-10 15,0 0-25-15,0 0-22 0,0 0-34 0,0 0-37 16,0 0-35-16,8 0-19 0,-8 0-17 0,0 0-31 0,0 0-23 16,0 0-41-16,0 0-57 0,0 0-56 0,0 0-47 15,0 0-67-15,0 0-64 0,0 0-73 16,0 0-99-16,0 0-281 0,0 0-671 0,0 0 298 15</inkml:trace>
  <inkml:trace contextRef="#ctx0" brushRef="#br0" timeOffset="61401.35">2135 3860 445 0,'0'0'470'0,"0"0"-10"0,0 0-5 0,0 0-12 0,3-9-11 16,-3 9-9-16,0 0-20 0,0-8-19 0,0 8-31 16,0 0-23-16,0 0-32 0,0 0-23 0,0 0-35 15,0 0-28-15,0 0-26 0,0 0-18 0,0 0-20 16,0 0-13-16,0 0-15 0,0 0-16 0,0 0-5 15,0 0-14-15,0 30-4 0,0-18-9 0,3 4-6 16,0 0-4-16,-3 2-10 0,0 0-5 0,-1 1-2 16,-1 2-3-16,4 2-3 0,-2 1-6 0,1-4-3 15,-1-1 0-15,0 0-5 0,0 1 2 0,-1-1-6 16,-2-2-2-16,3 1-1 0,0 0 0 0,-2-5-6 16,2-1 0-16,0-1-15 0,-2 0-8 0,2-3-13 15,2 2-15-15,-2-10-15 0,-2 11-17 0,2-11-24 16,2 10-22-16,-2-10-19 0,0 0-24 15,-2 9-31-15,2-9-31 0,0 0-66 0,0 0-58 0,0 0-56 16,0 0-63-16,18-12-335 0,-14 3-866 0,1 1 384 16</inkml:trace>
  <inkml:trace contextRef="#ctx0" brushRef="#br0" timeOffset="61764.05">2199 3925 288 0,'0'0'407'0,"-4"-8"-7"0,4 8 16 0,-4-7-6 15,4 7-4-15,-5-9 0 0,5 9-8 0,-5-9-13 16,5 9-16-16,-3-7-15 0,3 7-20 0,-3-5-23 16,3 5-21-16,0 0-31 0,0 0-19 0,0 0-36 15,0 0-18-15,0 0-26 0,0 0-16 0,0 0-7 16,0 0-17-16,0 0-26 0,0 0 2 0,0 0-9 15,24 9-9-15,-16 1-4 0,1-1-8 0,1 4-13 16,4-4-3-16,-3 3-3 0,-2 3-1 0,5-3-6 16,-3 1-2-16,-1-2-7 0,3 1 1 0,-2 4-2 15,3-2-5-15,-5-1-7 0,1 1-9 0,0 1-13 16,1-2-17-16,-3-3-12 0,0 1-14 0,1-2-12 16,-2 0-16-16,2-1-19 0,0 1-10 0,-2-2-26 15,2-1-15-15,0 0-11 0,-3-3-30 0,0 0 3 16,0 0-25-16,-6-3-17 0,9 3-24 0,-9-3-30 15,8 0-35 1,-8 0-44-16,11-6-52 0,-11 6-300 0,5-9-769 16,-5 9 340-16</inkml:trace>
  <inkml:trace contextRef="#ctx0" brushRef="#br0" timeOffset="62154.59">2556 3822 365 0,'2'-7'439'0,"-2"7"-1"16,3-11-8-16,-2 4-10 0,-1 7-17 0,1-7-7 15,-1 7-21-15,0 0-12 0,2-7-25 16,-2 7-29-16,0 0-22 0,0 0-28 0,0 0-29 0,0 0-23 16,0 0-21-16,0-8-23 0,0 8-17 0,0 0-20 15,0 0-5-15,0 0 2 0,0 0-3 0,-6 38-6 16,5-26-6-16,-1 4 1 0,0-1-2 15,0 2-7-15,0 0-8 0,2 3-12 0,-1-5-7 0,-2 2-5 16,2 1-5-16,-1 0-9 0,0-3 1 16,2 2-2-16,-3 2-9 0,1-2-6 0,2-3-4 0,-2 3-3 15,2-5-3-15,-1 0 0 0,-1 0-2 0,4-1-3 16,-2-2-4-16,0-1-5 0,0-1-3 0,0-7 4 16,-2 11 0-16,2-11-4 0,0 8 2 15,0-8-2-15,3 6-3 0,-3-6 0 0,0 0 3 16,0 0-21-16,0 7-4 0,0-7-10 0,0 0-9 15,0 0-23-15,0 0-20 0,0 0-49 0,0 0-74 0,0 0-75 16,0 0-89-16,0 0-75 0,10-18-92 0,-8 12-398 16,4 0-1005-16,-6 6 445 0</inkml:trace>
  <inkml:trace contextRef="#ctx0" brushRef="#br0" timeOffset="66649.53">2876 4058 258 0,'0'0'324'0,"0"0"2"15,0 0 3-15,-5-5 2 0,5 5 4 0,0 0-3 16,0 0-2-16,0 0-9 0,0 0-4 0,0 0-9 16,0 0-11-16,0 0-3 0,0 0-24 15,0 0-9-15,2-12-24 0,-2 12-18 0,0 0-21 16,0 0-24-16,0 0-23 0,0 0-13 0,0 0-22 15,0 0-13-15,0 0-10 0,0 0-14 0,0 0-7 0,0 0-7 16,0 0-7-16,0 0-3 0,0 0-10 16,6 27 0-16,-6-27-5 0,0 10-7 0,1-1-3 15,-1-9 0-15,1 16-5 0,-1-8-1 0,3 1-2 16,-1 0-3-16,1 0-2 0,-2-1 0 0,2 0-4 16,-2-1-5-16,0-1-4 0,-1-6-8 0,4 12-2 15,-1-6-1-15,1 0-5 0,-2-1 0 0,-2-5 4 0,7 9 3 16,-2-5 0-16,-5-4 5 0,7 4-1 15,0-2 1-15,-7-2 1 0,11 0 1 0,-11 0 1 16,12-2 0-16,-12 2 15 0,10-5 7 0,-2 2 5 16,-3 0 7-16,1-2 3 0,-2 0 5 0,3-2 1 15,-4 2 1-15,2-3 6 0,-1 2 0 0,0-4-8 0,-1 3 9 16,-1-1-1-16,-1 2-6 0,-1 6 5 16,4-11-4-16,-1 6-14 0,-2-2 5 0,-1 7 1 15,6-7-8-15,-6 7-3 0,0 0-3 0,4-9-10 16,-4 9 2-16,0 0-9 0,0 0 2 0,3-6-2 15,-3 6-7-15,0 0-5 0,0 0 1 0,0 0 4 16,0 0-3-16,0 0-3 0,5 16 3 0,-5-16 4 0,0 13-11 16,0-7 11-16,0-6 3 0,3 13-1 15,-3-7-4-15,1 1-3 0,-1-7-3 0,1 9-10 16,3-2 0-16,-1-1 0 0,2-1 1 0,3 0-3 16,3 0-8-16,-1-1-6 0,1 0 0 0,2-2-12 15,0-1-11-15,0 1-13 0,-2-1-21 0,2-1-4 16,-1 1-12-16,-1-2-21 0,-11 1-18 0,17-1-16 15,-17 1-37-15,14-4-34 0,-9 3-54 0,-5 1-40 16,0 0-75-16,9-6-75 0,-9 6-313 0,10-5-852 16,-10 5 377-16</inkml:trace>
  <inkml:trace contextRef="#ctx0" brushRef="#br0" timeOffset="67336.87">3389 4125 383 0,'2'-10'457'0,"-2"10"-9"0,3-4-10 15,-3 4-10-15,0 0-16 0,3-6-14 0,-3 6-23 16,0 0-15-16,1-9-28 0,-1 9-19 0,0 0-27 16,0 0-29-16,0 0-25 0,2-7-21 0,-2 7-28 15,0 0-12-15,0 0-21 0,0 0-18 0,0 0-16 16,10 0-9-16,-10 0-10 0,0 0-10 0,9 8-11 15,-3-4-13-15,-1 2-4 0,1-2-4 0,-1 2-7 16,0 1-9-16,2 1-7 0,-3-2-15 0,-2 2-16 16,3 0-13-16,-2-1-9 0,-1-1-7 0,-1 1-7 15,-1-7-2-15,3 14 0 0,-3-8-4 0,0-6-6 16,0 10 5-16,0-10-2 0,0 9 2 0,0-9 8 16,-3 8 6-16,3-8 8 0,0 0 1 0,-2 7 4 15,2-7 6-15,0 0 4 0,0 0 6 0,0 0 1 16,0 0 7-16,0 0 5 0,0 0-1 0,0 0 1 15,0 0-3-15,0 0-10 0,10-20 8 0,-7 15-6 16,2 0 5-16,-5 5-5 0,9-8 3 0,-4 3-4 16,1 0-6-16,-1 0 6 0,2 3-1 0,2 0-5 15,-3-2 5-15,2 3-4 0,-8 1-1 0,16-1 1 16,-5 2-2-16,-4-1-1 0,5 2 1 0,-5 1 2 16,0 0-1-16,-1 0-2 0,0 2 5 0,1-2-3 15,-2 3-4-15,0-1 2 0,-1 1-2 0,0 0-8 16,0-1 7-16,-2 1-4 0,-2-6 0 0,5 10 2 15,-5-10-2-15,0 9-1 0,0-9 5 0,0 0 0 16,2 8 3-16,-2-8 7 0,0 0 4 0,3 5 15 16,-3-5-3-16,0 0 10 0,0 0-8 0,0 0 13 15,0 0 3-15,11-16 0 0,-7 9-2 0,1 2-3 16,1-1-12-16,0-2 6 0,0 2-3 0,1 0-5 16,0-1 5-16,0 3-7 0,-2 0-2 0,2 1-1 15,-2-1-7-15,1 2 1 0,-6 2-3 0,14-2 1 16,-14 2-1-16,11 1-4 0,-5 1 0 0,2 1 2 15,-8-3-1-15,9 5-2 0,-4-2-1 0,0 2 2 16,1-1 4-16,-2 1-11 0,1 0 9 0,-2 1 0 16,1-1-3-16,-2 1-19 0,1 0-20 0,1-1-23 15,-4-5-21-15,6 9-38 0,-6-9-24 0,10 10-27 16,-6-6-48-16,4-2-42 0,1-1-51 0,-9-1-45 16,24 2-61-16,-11-5-294 0,-1 0-776 0,5-2 344 15</inkml:trace>
  <inkml:trace contextRef="#ctx0" brushRef="#br0" timeOffset="68455.53">4062 4050 389 0,'3'-17'415'0,"-1"7"2"0,0 2 3 0,2-3 3 16,-2 3 3-16,-2 8-16 0,4-16-6 0,-4 16-12 15,0-13-11-15,0 13-18 0,1-10-8 0,-1 10-20 0,0 0-11 16,1-11-28-16,-1 11-13 0,0 0-28 0,3-10-28 15,-3 10-23-15,0 0-29 0,0 0-14 0,0 0-19 16,0 0-8-16,0 0-19 0,0 0-18 16,0 0-4-16,0 0-11 0,0 0-8 0,0 0-11 15,0 0-10-15,0 0-5 0,0 0-4 0,0 0-1 16,1 36 0-16,0-25-11 0,-1 2 5 0,2-2-4 0,-1 6-30 16,0 0-3-16,2-1 0 0,-3 0 0 0,3 3 0 15,-2-1 0-15,1 0 0 0,0-2 0 16,2 2 0-16,-1-2 0 0,0-1 0 0,2 1 0 15,-3-5 0-15,2-2-46 0,0 2-2 0,-1-2 0 16,3 0-2-16,-2-3-1 0,2 1 2 0,-6-7 0 0,9 10 12 16,-4-6-2-16,-5-4 8 0,13 5 7 0,-13-5 1 15,13-1-1-15,-13 1-1 0,14-6 0 16,-6 2 8-16,-1 3 5 0,-2-6-1 0,-1 1-1 16,3-1 7-16,-1-2-2 0,-2 0-2 0,1 1 6 15,-2-2-2-15,-1 1 2 0,-2 0-6 0,1 2 9 16,-1 7-5-16,0-13 1 15,0 13 0-15,0-10-3 0,0 10 3 0,0-9 1 16,0 9-3-16,0 0-3 0,0 0-7 0,0-8 4 16,0 8-6-16,0 0 6 0,0 0 0 0,0 0 0 15,0 0 1-15,0 0 3 0,0 0-1 0,0 0 3 16,0 0-1-16,0 0 2 0,0 0 0 0,0 0 2 16,3 28 0-16,-3-22-14 0,0-6-8 0,1 12-3 15,-1-6-8-15,0-6 0 0,5 13 0 0,-3-8 2 16,1 3 5-16,1-3 1 0,0 1 3 0,1 1 8 15,0-4-1-15,2 1 8 0,2 0 0 0,1-2 1 16,2 0-1-16,3 1 4 0,-4-3 1 0,5-3 1 16,4 0 0-16,-1-2 4 0,3 1-1 0,-4-4 1 15,1 3 1-15,-1-3 3 0,-1 0-2 0,-2-1 4 16,0 0 3-16,-2-1 4 0,-2 3-1 0,-3 1 2 16,-3-2 7-16,2 2 5 0,-1 0-3 0,-2 0 5 15,-2 1-2-15,-2 5-6 0,3-11-1 0,-2 5-11 16,-1 6-2-16,0 0 1 0,-8-10-3 0,8 10 0 15,-10-4 4-15,4 3-6 0,6 1-3 0,-13 2 1 16,13-2-1-16,-15 5-1 0,8-2-1 0,0 2-3 16,-1 1 1-16,-1 3 8 0,2-2-3 0,1 1 1 15,0 1 1-15,1 0 1 0,0-1-2 0,1 2-1 16,3 1 3-16,-2-4-5 0,2 1 1 0,1 0 0 16,0-8-2-16,1 17 0 0,2-10 1 0,-1-1-3 15,2 1 5-15,6-1 2 0,-1-1 2 0,4-1 4 16,6 0-2-16,0-2 1 0,2-2-2 0,8 1-5 15,-2-5 5-15,1 0 3 0,-7 0-2 0,5-6 2 16,-8 6 0-16,9-7 5 0,-10 5-1 0,-3-4 0 16,-4 3 5-16,1-2 6 0,-1 0-9 0,-1 0 6 15,1 1 1-15,-5-2 1 0,0 0-5 0,-1 1 3 16,1 1-4-16,-5 8-2 0,5-14 1 0,-5 14-7 16,6-9 0-16,-6 9-2 0,2-10-3 0,-2 10-4 15,0 0-5-15,0 0-3 0,2-8 5 0,-2 8-3 16,0 0-1-16,0 0 6 0,0 0-2 0,0 0-4 15,0 0 6-15,0 0-1 0,0 0-5 0,0 0 7 16,0 0-3-16,0 0 2 0,0 0 3 0,0 0 0 16,0 0-2-16,0 0 3 0,0 0 2 0,18 12-1 15,-18-12-7-15,9 5 6 0,-9-5 0 0,0 0-3 16,6 7-3-16,-6-7 6 0,7 5 0 0,-7-5-2 16,5 6 3-16,-5-6 0 0,0 0 0 0,9 9-4 15,-9-9 2-15,5 7 1 0,-5-7-5 0,4 11 2 16,-4-11 0-16,5 12 0 0,-5-12-2 0,2 12 2 0,4-4 6 15,-6-8-6-15,2 12 1 0,0-4 1 0,-2-8 3 16,0 15-2-16,0-15 0 0,-3 12-4 0,3-12 1 16,0 11 3-16,0-11-13 0,1 11-21 15,-1-11-23-15,0 0-26 0,2 11-20 0,-2-11-35 16,0 0-62-16,15 8-53 0,-8-8-88 0,-7 0-87 0,30-3-92 16,-14-2-305-16,5-1-894 0,7-1 396 0</inkml:trace>
  <inkml:trace contextRef="#ctx0" brushRef="#br0" timeOffset="68861.7">5506 4235 70 0,'0'0'388'0,"0"0"3"0,0 0-2 15,0 0-11-15,-6-26-17 0,7 22-16 0,-1 4-9 16,1-7-12-16,-1 7-18 0,2-8-19 0,-2 8-10 16,4-8-21-16,-2 3-21 0,-2 5-19 0,7-8-23 15,-3 5-23-15,-4 3-15 0,11-5-20 0,-6 3-14 16,-5 2-14-16,12-3-10 0,-12 3-10 0,19 0-9 16,-10 3-11-16,2-1-6 0,-4 2-9 0,-1-1-4 15,-1 2-9-15,3 1 0 0,-1 0-16 0,-2 0 5 16,1 1-3-16,-3 2-4 0,0-4-2 0,-3 3-2 15,0 1 1-15,-1 1-4 0,-4-2 0 0,-1 1-1 16,-1-1 2-16,-2-1-2 0,-3 1-5 0,-3-1-1 16,-2-1-1-16,-3 0 1 0,3-1-5 0,-2-2 4 15,1-1 0-15,7-1-4 0,-1 1 3 0,1-2 8 16,2-3 3-16,1-1-7 0,3 1-3 0,-1-1-14 16,3-3-13-16,1-2-24 0,2 9-30 0,4-21-30 15,3 4-39-15,3 1-36 0,3 2-33 0,4 2-38 16,-1-2-41-16,7 0-41 0,2 1-56 0,1 2-323 15,-8 3-769-15,7-3 341 0</inkml:trace>
  <inkml:trace contextRef="#ctx0" brushRef="#br0" timeOffset="69236.61">5895 3965 326 0,'4'-10'386'16,"-4"10"10"-16,1-13-1 0,-1 13 3 0,1-14 11 15,-1 14 3-15,-1-11-4 0,1 11-13 0,0 0-7 16,-1-16-18-16,1 16-19 0,0 0-19 0,0 0-25 16,0-14-24-16,0 14-28 0,0 0-26 0,-7-6-23 15,7 6-16-15,0 0-28 0,0 0-8 0,0 0-23 16,0 0-12-16,0 0-13 0,0 0 6 0,0 0 2 16,4 34 2-16,-1-16 18 0,-2 7-4 0,2 2 16 15,3 4 25-15,-1 4-11 0,-1-1-160 0,1-2 0 16,0 0 0-16,-2 2 0 0,-1 0 0 0,2 13 0 15,-3-15 0-15,-1 1 0 0,-1-1 0 0,0 1 0 16,1 1 0-16,-3-1 0 0,2-4 0 0,-3 1 0 16,-1 1 0-16,4-2 0 0,-2 0 0 0,5-5 0 15,-4-3 0-15,4-2 0 0,-1-4 0 0,0 2 0 16,0 0 0-16,2-5 0 0,1-3 0 0,-2-1 0 16,-2-8 0-16,3 14 0 0,-3-14 0 0,4 9-9 15,-4-9-242-15,0 0-70 0,0 0-23 0,0 0-46 16,0 0-36-16,0 0-49 0,5-27-59 0,-7 14-374 15,-1-7-981-15,-5-6 434 0</inkml:trace>
  <inkml:trace contextRef="#ctx0" brushRef="#br0" timeOffset="69439.67">5832 4447 218 0,'0'0'407'0,"-6"-12"26"16,6 12 23-16,-4-6 27 0,4 6 13 0,0 0-2 15,0 0-6-15,0 0-12 0,1-15-15 0,-1 15-33 16,0 0-43-16,12-9-40 0,-2 4-38 0,2 0-30 15,5 1-26-15,5-1-25 0,4-1-18 0,3 3-30 16,1-3-21-16,-4 3-5 0,3 1-59 0,-1-2-31 16,0 1-48-16,-7 1-50 0,-1 0-51 15,-1 0-55-15,-1 0-62 0,0-2-59 0,-7 4-68 0,2-3-75 16,-2 1-85-16,-11 2-432 0,19-2-999 0,-19 2 442 16</inkml:trace>
  <inkml:trace contextRef="#ctx0" brushRef="#br0" timeOffset="70798.73">7275 4103 340 0,'0'-11'371'0,"2"0"3"0,1 0-3 16,-3-1-5-16,1 2-11 0,-2-1-10 0,1 0-12 16,0 2-15-16,-2 2-2 0,2 7-10 15,-1-13-13-15,-1 6-23 0,2 7-13 0,-2-11-19 0,-1 6-15 16,3 5-13-16,-1-11-17 0,1 11-18 0,-7-5-9 16,2 0-24-16,5 5-11 0,-8-3-17 0,8 3-7 15,-11-1-8-15,11 1-8 0,-11 4-5 0,0-2-6 16,1 3-4-16,1-2 0 0,0 3-8 15,-5 5-1-15,1 0-4 0,-1 2-3 0,2 0-5 0,-1 3-2 16,-3 3-8-16,-1 2-3 0,4 2 9 0,-2-2-14 16,2 0-13-16,4-3 8 0,-3-2-1 0,5 2-4 15,-1-3-6-15,3 1 10 0,-2 0-6 0,5 0-14 16,1-1 1-16,3-2 8 0,3-2-16 16,0 1-3-16,4 3 5 0,3-2-6 0,3 2 4 0,2-5-7 15,1-1 3-15,7 2-6 0,-1-1-2 0,4-3 1 16,-2-2 4-16,1 0 3 0,-4-6-1 0,0 2-4 15,4-6 4-15,-8 1 3 0,1 0 3 0,-3-1 4 16,1-1-7-16,-4-3 7 0,1 2 1 0,-6 0-4 16,3-2 7-16,-6 0 6 0,2-1 12 0,-2 2 6 15,-1-1 16-15,2 1-13 0,-5 0 2 0,1 2-3 16,-1-1-9-16,-2 7-1 0,2-10-1 0,-2 10 3 16,1-8-5-16,-1 8-8 0,3-5-5 0,-3 5-2 15,0 0-2-15,0 0-15 0,0 0 20 0,3-7-16 16,-3 7 1-16,0 0-3 0,0 0 9 0,0 0-7 15,0 0-3-15,0 0-3 0,0 0-2 0,0 0 6 16,0 0 1-16,-1 22 6 0,1-22-9 0,1 7-11 16,-1-7-4-16,0 11-11 0,0-11-8 0,2 10-7 15,-2-10-4-15,2 11 4 0,1-6-6 0,0 1-2 16,-3-6 0-16,7 9-8 0,-3-4-2 0,6 0 3 16,0 1-2-16,-3-5 6 0,4 3 5 0,-1-4 6 15,3 2 9-15,-1-2 3 0,0-2 4 0,0-2 8 16,1 0 2-16,-1-3 11 0,0 3 13 0,3-7 4 15,-6 5 10-15,2-1 12 0,-3-1 10 0,3 1-2 16,-4-1 13-16,-1 1 13 0,0 0 10 0,-2 0-5 16,-1 3 11-16,-3 4-7 0,7-9 4 0,-6 5 3 15,-1 4-5-15,0 0 1 0,4-7-16 0,-4 7-8 16,0 0-8-16,0 0-5 0,0 0-12 0,0 0-5 16,0 0-3-16,0 0-3 0,0 0-9 0,0 0-6 15,0 0 0-15,0 0 0 0,0 0 0 0,-19 13 0 16,14-6 0-16,0 4 0 0,0-4 0 0,1 5 0 15,0-2 0-15,-1 5 0 0,-2 2 0 0,2-2 0 16,0 0 0-16,0 4 0 0,1 0 0 0,-2 0 0 16,2-1 0-16,-2 1 0 0,3 0 0 0,-1 6 0 15,2-6 0-15,-1 6 0 0,-2 0 0 0,5-5 0 16,0-3 0-16,0 3 0 0,0-3 0 0,1 1 0 16,0 1 0-16,1-3 0 0,-1-4 0 0,0-1 0 15,2 0 0-15,-3-11 0 0,1 17 0 0,0-10 0 16,-1-7 0-16,3 10 0 0,-3-10 0 0,0 0 0 15,1 12 0-15,-1-12 0 0,0 0 0 0,0 0 0 16,0 0 0-16,0 0 0 0,0 0 0 0,0 0 0 16,0 0 0-16,0 0 0 0,0 0 0 0,-28-19 0 15,17 9 0-15,-6 0 0 0,3-1 0 0,-4-1 0 16,1 1 0-16,2 0 0 0,0 1 0 0,1-3 0 16,1 5 0-16,5 0 0 0,-1-1 0 0,4 1 0 15,-1 1 0-15,2 1 0 0,4 6 0 0,-6-16 0 16,7 6 0-16,-1 10 0 0,13-19 0 0,-1 3 0 15,4 3 0-15,8 0 0 0,-1 0 0 0,5 1 0 16,-10 1-85-16,1 4-29 0,9-6-33 0,-8 7-35 16,1 0-40-16,5-2-56 0,-5 1-49 0,-1 5-43 15,0 0-51-15,2-3-54 0,-2 1-59 0,-1 1-306 16,2 0-909-16,-2-2 402 0</inkml:trace>
  <inkml:trace contextRef="#ctx0" brushRef="#br0" timeOffset="71118.7">8051 4271 190 0,'2'-11'433'0,"-2"11"1"0,3-9-2 0,-3 9-13 16,2-7-19-16,-2 7-24 0,0-7-16 0,0 7-20 15,0 0-16-15,0 0-17 0,0-9-31 0,0 9-24 16,0 0-26-16,0 0-26 0,0 0-19 0,-11-4-16 15,11 4-19-15,0 0-17 0,-18 8-14 0,9-3-11 16,-2 2-7-16,2 0-10 0,-2 2-9 0,-2 4-7 16,1-3-8-16,-1 4-3 0,2 0-9 0,-1-4-4 15,3-1-6-15,2 1-6 0,1 0-5 0,0 1-15 16,3-1-16-16,0 1-23 0,2 0-18 0,1 0-19 16,4-1-22-16,2 1-32 0,1-3-35 0,10 3-38 15,-2-4-43-15,4 1-42 0,-1-3-31 0,10-1-37 16,2-1-31-16,-1-6-37 0,-1 1-240 0,-1-3-702 15,0-3 311-15</inkml:trace>
  <inkml:trace contextRef="#ctx0" brushRef="#br0" timeOffset="71431.13">8383 4030 93 0,'0'0'376'0,"-2"-18"8"16,0 10 8-16,1 1-5 0,1 7 1 0,0-11-7 15,0 11-7-15,-5-7-15 0,5 7-14 0,0 0-26 16,-1-7-24-16,1 7-31 0,0 0-23 0,0 0-10 16,0 0 2-16,0 0-12 0,0 0-9 0,-9 16 3 15,2-7 1-15,6 2-16 0,-3 3-10 0,4 1-3 16,-2 2-20-16,-2 2-21 0,3 1-8 0,-1-1-12 16,0 0-16-16,-1 5-5 0,-1-4-12 0,2-1-5 15,0 2-17-15,1-1 1 0,0 0-9 0,-1 0-2 16,2 5 0-16,2-10-17 0,-1 3-2 0,2-3-17 15,1 1-40-15,-1 0-13 0,1-5-16 0,1-2-33 16,-1 1-28-16,0-2-37 0,0-1-36 0,-4-7-29 16,6 10-31-16,-6-10-33 0,8 7-46 0,-8-7-33 15,10 2-44-15,-10-2-42 0,0 0-29 0,0 0-310 16,21-9-839-16,-15 3 370 0</inkml:trace>
  <inkml:trace contextRef="#ctx0" brushRef="#br0" timeOffset="72196.58">8481 4325 220 0,'0'0'253'0,"0"0"3"0,0 0 6 15,0 0-8-15,0 0 0 0,0 0-2 0,0 0 0 16,0 0 2-16,0 0-23 0,0 0-5 0,0 0-21 16,0 0-15-16,0 0-15 0,0 0-24 0,0 0-19 15,0 0-3-15,0 0-13 0,0 0-12 0,0 0-11 16,0 0 2-16,0 0-11 0,0 0 0 0,0 0-9 15,12 5-4-15,-12-5-10 0,12 2-2 0,-4 0-7 16,-1 0 2-16,4-2-5 0,2 0-4 0,-1 0-4 16,-2 0 0-16,4 0-4 0,-2-2 9 0,-2 0 9 15,1-1 13-15,-1 0 5 0,-2 2 4 0,1-3 3 16,-3 0-1-16,1 1-3 0,-2 0-1 0,-5 3-2 16,9-11-1-16,-5 8-9 0,-2-2-5 0,-2 5-10 15,3-10-3-15,-3 10-6 0,-2-7-8 0,2 7-2 16,-5-11-6-16,-1 7 0 0,6 4-5 0,-11-5-2 15,4 3-6-15,1-2-2 0,-3 2 3 0,9 2-5 16,-14-1-3-16,14 1-2 0,-15 0-1 0,8 3-1 16,1 2-1-16,-1-3 0 0,-1 2 0 0,2 2-1 15,0 3 4-15,1-3 1 0,-2 3-1 0,3-1-4 16,-3 0 2-16,0 1 1 0,4 1 0 0,0-1-4 16,-1-1 2-16,2 0-5 0,0-1-8 0,2-7 4 15,2 13 0-15,0-5 4 0,-1 0 5 0,-1-8 0 16,9 13 0-16,3-7 2 0,-1-1-4 0,8-2 2 15,-2 2 5-15,5-1 1 0,6-2 5 0,0-2-5 16,0-2 2-16,-6-2-4 0,7-2 2 0,-2-1 0 16,0-2-2-16,-7 2 1 0,-2-2 0 0,2-1 1 15,-2-1 0-15,-2 0-1 0,0-1 3 0,-3 1 2 16,-1 0-1-16,-2-2 3 0,-1 1 2 0,-2 2 2 16,-4-1-1-16,3 1-5 0,-5 3-4 0,2 1-1 15,-3 6-4-15,2-10 3 0,-2 10-9 0,-6-7 0 16,6 7-2-16,0 0 3 0,-9-1-4 0,9 1 0 15,0 0 1-15,-8 10 2 0,5-4-4 0,-1-1 7 16,3 3-5-16,1 0 6 0,0-8-2 0,1 15 4 16,1-4-1-16,0-1 3 0,0-1 1 0,3 1 1 15,0-3-5-15,1 3 4 0,-2-2-4 0,4-1 6 16,-6 0-3-16,2 1-2 0,0-3 2 0,-1 0-3 16,0 1-1-16,-3-6 3 0,7 9 5 0,-4-6-4 15,-3-3 1-15,6 7-1 0,-6-7 0 0,1 7-3 16,-1-7 1-16,1 6 2 0,-1-6-3 0,0 0 3 15,-2 11 4-15,2-11-1 0,-12 7 0 0,3-4 5 16,-1 2-1-16,-3-2-2 0,-3 1-5 0,2-1-18 16,-3 1-25-16,4-2-33 0,3 1-39 0,-2-2-43 15,4 0-35-15,-1-1-39 0,9 0-46 0,-15-4-68 16,15 4-73-16,0 0-284 0,-8-7-759 0,8 7 337 16</inkml:trace>
  <inkml:trace contextRef="#ctx0" brushRef="#br0" timeOffset="73102.61">9585 4050 22 0,'2'-9'366'0,"0"3"-3"0,-2 6-5 0,6-12 14 16,-5 4-7-16,1 3-4 0,-2 5-2 0,3-13-3 16,-3 13-7-16,0-7-7 0,0 7-13 0,1-8-24 15,-1 8-22-15,0 0-32 0,0 0-29 0,0 0-25 16,2-8-25-16,-2 8-22 0,0 0-21 0,0 0-12 0,0 0-9 15,0 0-12-15,0 0 5 0,-4 25-2 16,1-8-1-16,-1 0 19 0,-2 9 7 0,2 2 7 16,-1 3-4-16,0 1 22 0,0 1 2 0,-3 1-7 15,1-3-14-15,1 3-3 0,0 3-10 0,-3-5 2 16,-1 2-5-16,1 0-7 0,-4 11-9 0,3-11-11 0,2-1-8 16,-5 12-79-16,2-12 0 0,1 1 0 15,-1-2 0-15,0 2 0 0,-1-1 0 0,3-1 0 16,-2 1 0-16,3-3 0 0,-2 1 0 0,1-3 0 15,2 1 0-15,-2-4 0 0,0-2 0 0,4-3 0 16,1-4 0-16,0 2 0 0,1-6 0 0,2-2 0 16,-2 0 0-16,3-10 0 0,-2 13 0 0,2-13 0 15,-3 11 0-15,3-11 0 0,0 0 0 0,0 0 0 16,0 0 0-16,3 10 0 0,-3-10-158 0,0 0-158 16,0 0-58-16,29-24-64 0,-18 10-73 0,10-8-93 15,-3 0-361-15,4-6-1046 0,0-1 462 0</inkml:trace>
  <inkml:trace contextRef="#ctx0" brushRef="#br0" timeOffset="73508.77">9808 4255 22 0,'3'-12'376'0,"-3"12"5"0,1-10 14 0,-1 10-16 15,2-7-21-15,-2 7-14 0,3-6-22 0,-3 6-20 16,0 0-19-16,0 0-27 0,0 0-23 0,0 0-28 16,0 0-22-16,0 0-19 0,0 0-14 0,0 0-12 15,0 0-10-15,0 0 4 0,0 0 22 0,0 0-1 16,-1 33-6-16,-1-22-8 0,1 0 2 0,2 4-3 15,-2-2-3-15,0 3-9 0,1 1-13 0,-1-2-9 16,-1 3-7-16,0-1-8 0,0 0-6 0,1 1-5 16,-2-2-11-16,0 1-8 0,2 0-3 0,-2-2-10 15,1 2 1-15,0-1-10 0,0-1 1 0,0-3 0 16,1-2-3-16,0-1-3 0,1-9-4 0,-3 15-5 16,3-15-5-16,-1 11-5 0,1-11-18 0,0 0-18 15,0 12-18-15,0-12-16 0,0 0-25 0,0 0-25 16,0 0-49-16,0 0-57 0,0 0-69 0,0 0-56 15,0 0-64-15,0 0-64 0,14-34-337 0,-9 18-869 16,0-3 385-16</inkml:trace>
  <inkml:trace contextRef="#ctx0" brushRef="#br0" timeOffset="73917.69">9720 4268 174 0,'-5'-8'335'0,"0"5"16"0,5 3 5 0,-3-9-7 16,3 9-3-16,-2-10-7 0,2 10-12 0,-2-10-15 16,2 10-29-16,2-9-26 0,-2 9-19 0,5-10-20 15,-2 5-19-15,-3 5-19 0,11-10-22 0,-2 6-12 16,2-2-18-16,2 2 1 0,5 1-2 0,2 0 0 16,3 2 7-16,7 2 4 0,0 2 3 0,1 2-2 15,-3 1-9-15,4 2-4 0,-5 1-8 0,0 3-7 16,-3-1-7-16,-1 2-7 0,-5 1-3 0,-1-3-3 15,-3 4-5-15,-3 0-12 0,2 3 3 0,-5-2 3 16,-5 4-14-16,-1-2-2 0,-2 1 6 0,-7 5-9 16,-3 0 3-16,-3 0 3 0,-6-1-4 0,-1-2-2 15,-5 1-5-15,-1-1-5 0,-2-3-9 0,-2 1-4 16,2-2 5-16,1-3-4 0,1 1-10 0,1-5 4 16,7-3-7-16,3-1-1 0,-2 0 1 0,6-2-2 15,-1-1-2-15,2 0-3 0,10-3 6 0,-12 3-4 16,12-3-2-16,0 0 3 0,-14-2 4 0,14 2-18 15,0 0-14-15,-9-4-21 0,9 4-42 0,0 0-41 0,0 0-42 16,0 0-50-16,0 0-53 0,22-22-51 0,-9 19-48 16,3-2-62-16,3 2-59 0,2-2-46 0,-3 5-319 15,3-5-909-15,0 2 402 0</inkml:trace>
  <inkml:trace contextRef="#ctx0" brushRef="#br0" timeOffset="75063.48">10225 4545 281 0,'1'-15'323'0,"2"8"4"16,-3 7-17-16,4-12-10 0,-4 12-23 0,4-10-7 16,-4 10-11-16,7-11-19 0,-7 11-17 0,5-10-27 15,-5 10-16-15,8-7-30 0,-8 7-13 0,9-5-4 16,-9 5-17-16,11-4-11 0,-11 4-14 0,13 0-8 15,-13 0-10-15,17 1-11 0,-17-1-10 0,15 6-3 16,-9-2-10-16,1 3 12 0,-7-7-16 0,7 9-10 16,-2 1-3-16,-2-2 3 0,0 2 9 0,-3 1-7 15,0-11-6-15,-3 15-1 0,-1-7-2 0,-2 0 0 16,-2-2 0-16,-5 1 8 0,4-1-13 0,-2 0 6 16,-2-1 4-16,3-2-1 0,-8 0-6 0,6-1 5 15,12-2-10-15,-21 0 21 0,13 0 21 0,8 0 17 16,-13-5 3-16,13 5 10 0,-10-11-1 0,6 3-7 15,2-2-5-15,0 0-5 0,2 10-4 0,3-24-4 16,0 14-6-16,2-2-7 0,0 1-2 0,1 2-6 16,0-1-2-16,1 2-6 0,1-1-1 0,-1 3-3 15,2 0-7-15,-2 2-2 0,-1 1-4 0,3 1-2 16,-1 1-6-16,-8 1 1 0,16 1-4 0,-8-1 2 16,0 2 1-16,-2 1-4 0,0 1 1 0,3 1 3 15,-4 1-6-15,0-1 4 0,1 2 1 0,-1 2-4 16,0-1 4-16,-5-8-5 0,6 13-2 0,-3-7 1 15,2 4 4-15,-4-1 1 0,-1-9-4 0,4 14-3 16,-4-14-5-16,5 11 4 0,-5-11-1 0,5 6 6 16,-5-6 0-16,9 6 2 0,-9-6 0 0,9 4 2 15,-9-4 5-15,0 0-5 0,23-7 3 0,-13 2 2 16,-1 1-3-16,4-3 2 0,-5-1 1 0,1 0 7 16,1 0 10-16,-1 1 7 0,-1-2 9 0,-2 1 10 15,1 2 7-15,-1 1 12 0,-3 1 2 0,-3 4 3 16,6-9 1-16,-6 9-7 0,6-5-5 0,-6 5-11 15,4-3-7-15,-4 3-10 0,0 0-4 0,0 0-6 16,9-5-6-16,-9 5-4 0,0 0 1 0,0 0-1 16,0 0-2-16,0 0-3 0,9 13-6 0,-7-4-9 15,2 0-7-15,1 2-3 0,2 1-9 0,-1-2-4 16,0 1-10-16,2 3-3 0,0-5-8 0,-1 3-1 16,0-5-2-16,-1 3 4 0,-1-1 3 0,3-2 5 15,0 0 4-15,-3-2 9 0,1 0 3 0,-6-5 4 16,13 4 3-16,-13-4 6 0,0 0 2 0,19-6 7 15,-8-1 13-15,-1-1 16 0,4-2-6 0,-7 0 11 16,2-3 8-16,-1-2-1 0,0-2 16 0,2 1 7 16,-4-1-6-16,-1 3 9 0,0-1 5 0,1-2 4 15,0 5-7-15,0-3 1 0,-2 6 13 0,-1-2-4 16,1 3 6-16,-4 8-1 0,3-12-5 0,-3 12-7 16,3-10-15-16,-3 10 0 0,0 0-12 0,0 0-8 15,3-10-11-15,-3 10-4 0,0 0-3 0,0 0-6 16,0 0-4-16,0 0 6 0,0 0-6 0,0 0-1 15,-4 34 3-15,2-22-4 0,0 5 3 0,-2 2 1 16,0 6-1-16,3-4-2 0,0 7-1 0,-2 0 9 16,3-2-2-16,-1 2-3 0,-2 1 7 0,3 0 1 15,0-4-11-15,0 3 13 0,3-3-10 0,-6 0 2 16,-4 0 1-16,7-7 3 0,-2 3-8 0,0-5 1 16,-1 1-3-16,1-2 4 0,-1 1 1 0,2-4-10 15,-2-3 2-15,2 2-2 0,1-11 8 0,-4 15 0 16,4-15-5-16,-3 11-4 0,3-11 3 0,-2 11 6 15,2-11 1-15,0 0-1 0,-4 7-3 0,4-7 1 16,0 0 0-16,-6 8 7 0,6-8-3 0,0 0 3 16,-13-1 3-16,13 1-2 0,0 0 2 0,-26-10-8 15,15 5 5-15,-4-2 3 0,2-3-11 0,0 2 7 16,1-3-8 0,3 2 7-16,1 1-5 0,1-2 4 0,1 1-2 15,1 0 11-15,-1 1-7 0,5-3 4 0,1 11-13 16,0-19-6-16,4 10 0 0,4-2-2 0,5 0-15 0,1 1-2 15,4 0-8-15,1 1-13 0,8 0-17 0,-1 2-18 16,4 0-10-16,-11 2-9 0,8-1-15 0,-6 4-21 16,1-3-26-16,-3 4-33 0,1 0-33 15,-2-2-40-15,1 1-41 0,0 1-42 0,-7 2-54 16,6-5-55-16,-5 4-385 0,-13 0-911 0,26-3 404 0</inkml:trace>
  <inkml:trace contextRef="#ctx0" brushRef="#br0" timeOffset="75297.81">11384 4536 378 0,'0'-15'469'0,"0"15"-4"0,2-5-4 16,-2 5-22-16,0 0-35 0,3-8-36 0,-3 8-41 15,0 0-30-15,3-8-31 0,-3 8-32 0,5-7-30 0,0 5-37 16,-5 2-49-16,15-2-48 0,-15 2-54 0,24 0-54 16,-11 0-49-16,1 2-43 0,-1-1-49 15,-1 3-41-15,-12-4-55 0,21 5-37 0,-13-3-262 16,-8-2-621-16,0 0 274 0</inkml:trace>
  <inkml:trace contextRef="#ctx0" brushRef="#br0" timeOffset="75500.89">11367 4622 130 0,'0'0'429'0,"0"0"34"16,-6 5 22-16,6-5 3 0,0 0-11 0,0 0-30 15,0 0-35-15,0 0-41 0,0 0-36 0,0 0-29 0,0 0-32 16,33 0-20-16,-22 0-24 0,1 0-25 16,1 0-22-16,0 0-18 0,0-2-17 0,0 2-14 15,-13 0-8-15,22-3-17 0,-8 3-28 0,-5 0-36 16,-9 0-46-16,21-4-61 0,-11 0-74 0,1 2-57 15,-11 2-66-15,14-2-63 0,-14 2-93 0,15-9-404 0,-15 9-886 16,12-8 393-16</inkml:trace>
  <inkml:trace contextRef="#ctx0" brushRef="#br0" timeOffset="77016.16">12761 4233 261 0,'0'0'304'15,"-8"-5"-8"-15,8 5-2 0,0 0 6 0,-8-6 4 16,8 6 2-16,-4-4-3 0,4 4-13 0,-3-7-1 15,3 7-12-15,-6-6-13 0,6 6-20 0,-6-8-5 16,6 8-6-16,-4-10-5 0,4 10-11 0,-4-9-12 16,4 3-16-16,0 6-13 0,0-12-12 0,0 12-17 15,4-14-15-15,0 4-15 0,2 2-13 0,2-2-11 16,1 2-10-16,3-5-9 0,1 4-10 0,0-1-2 16,5 3-9-16,-5 0-5 0,4 1-7 0,-1 2-3 15,-5 1-4-15,2 0-6 0,5 1-5 0,-5 0-2 16,1 4-6-16,-1-2-1 0,6 2-4 0,-9 3 0 15,2 0-2-15,1 1 1 0,-2 0-3 0,-1 0-1 16,-1 3 0-16,-1 1 2 0,-1 3 4 0,0-2 0 16,2 5 0-16,-5-1 0 0,-4 2 4 0,1-1-1 15,-2-1 0-15,1 2 4 0,-6-3-3 0,-1 1-1 16,0 1 0-16,-2 0-2 0,-2 1-4 0,-1-1 1 16,-1 0 3-16,-3-4-4 0,-1 6 5 0,1-4-8 15,1-1 0-15,0-1 2 0,2 1 0 0,-3-2-2 16,7-2-2-16,-4 2 2 0,2-2-3 0,4-3 8 15,-1 0-4-15,1 1-4 0,1-2 0 0,-2 1 1 16,8-6-2-16,-7 7 0 0,5-5 1 0,2-2 0 16,-6 5 0-16,6-5-2 0,0 0 0 0,0 0 1 15,0 0 0-15,-10 7 4 0,10-7-3 0,0 0 3 16,0 0 2-16,0 0 0 0,0 0 0 0,0 0 9 16,0 0 12-16,0 0 7 0,0 0 2 0,0 0 8 15,0 0-2-15,0 0-10 0,0 0 3 0,0 0 11 16,0 0 10-16,41-6 9 0,-28 3-8 0,7-1-2 15,0 2-5-15,7-2-2 0,5 2-2 0,-5-4 11 16,2 2-10-16,-2 1 0 0,2 0 7 0,-8-2-5 16,-2 2 0-16,2 0-9 0,-3 2-2 0,-5 0 2 15,-2-1-7-15,1 0-1 0,-5 1-5 0,-1 0-15 16,-6 1-13-16,14-1 0 0,-14 1 0 0,11-3 0 16,-11 3 0-16,0 0 0 0,0 0 0 0,11-1 0 15,-11 1 0-15,7-1 0 0,-7 1-92 0,0 0-34 16,0 0-37-16,0 0-32 0,0 0-51 0,0 0-56 15,13-4-56-15,-13 4-44 0,9-3-68 0,1-2-54 16,-10 5-362-16,11-12-960 0,-5 5 426 0</inkml:trace>
  <inkml:trace contextRef="#ctx0" brushRef="#br0" timeOffset="77469.17">13549 4097 355 0,'0'0'401'0,"8"-12"0"0,-4 6-8 0,0 2-11 15,-4 4-15-15,4-7-17 0,-4 7-18 0,5-6-16 16,-5 6-21-16,0 0-22 0,0 0-28 0,0 0-30 16,2-8-22-16,-2 8-26 0,0 0-18 0,0 0-17 15,0 0-11-15,0 0-14 0,0 0-8 0,0 0-10 16,-11 19-9-16,9-11 1 0,-4 3 1 0,0 0-4 15,-1-1-2-15,-1 5-4 0,1-1-10 0,-5 0-2 16,4 1-6-16,-1-1-5 0,-1 0-2 0,-1-1-5 16,0 2-6-16,0-2-6 0,0 1-1 0,4-4-2 15,-5-1-4-15,8-1-3 0,-2 1-4 0,1-3-2 16,1-2-3-16,-1 0-3 0,5-4 1 0,-5 7-1 16,5-7 3-16,0 0-4 0,0 0 4 0,10 10-2 15,-4-9 2-15,5-1-2 0,3-1 1 0,4-1 5 16,2-2-7-16,-2 3-2 0,9-2 1 0,-7 0-1 15,-1 1-5-15,-2-1 0 0,1 1 3 0,-2-1 0 16,-2 1-2-16,-3-1 1 0,2 0-1 0,-6 3 0 16,0-1 0-16,1-1-4 0,-8 2-20 0,12-2-19 15,-12 2-30-15,9-2-29 0,-9 2-39 0,9-1-29 16,-9 1-30-16,6-3-27 0,-6 3-31 0,0 0-25 16,0 0-20-16,0 0-23 0,0 0-19 0,8-1-32 15,-8 1-239-15,0 0-665 0,0 0 295 0</inkml:trace>
  <inkml:trace contextRef="#ctx0" brushRef="#br0" timeOffset="77859.7">13670 4114 67 0,'0'-7'346'16,"0"7"8"-16,0 0 6 0,-2-11 17 0,2 11-4 15,2-8-2-15,-2 8 0 0,0 0 0 0,0 0-6 16,-4-11-8-16,4 11-17 0,0 0-22 0,0 0-23 15,0 0-23-15,0 0-24 0,0-8-29 0,0 8-25 16,0 0-21-16,0 0-14 0,0 0-22 0,0 0-10 16,0 0-7-16,0 0-18 0,0 0-2 0,-5 29 4 15,5-17 6-15,-4 1-12 0,2 2-3 0,2 2-4 16,-5 1-6-16,2 0-8 0,1 1-6 0,0-1-3 16,-4 8-6-16,6-7-8 0,-3 0 5 0,1 1-6 15,0-2-14-15,-3 2 4 0,4-2-10 0,0-1-4 16,-1-2 4-16,-1-2-7 0,1 2 7 0,2-3-18 15,-2-1-3-15,2-11-2 0,0 17 10 0,-2-10-9 16,2-7 0-16,-1 12 3 0,1-12 4 0,0 0-10 16,-2 14 3-16,2-14 0 0,0 0 5 0,-2 9-9 15,2-9 6-15,0 0 1 0,0 0 0 0,0 0 5 16,0 0 2-16,0 0-5 0,0 0-14 0,0 0-30 16,0 0-37-16,0 0-42 0,0 0-60 0,0 0-66 15,0 0-74-15,0 0-67 0,0 0-74 0,7-39-102 16,-3 29-411-16,6 0-1041 0,3-4 462 0</inkml:trace>
  <inkml:trace contextRef="#ctx0" brushRef="#br0" timeOffset="78687.64">14227 4097 191 0,'0'0'403'0,"-4"-5"1"16,4 5 1-16,-1-8-9 0,1 8 6 0,0 0-5 15,0-11-7-15,0 11-10 0,0 0-11 0,-3-8-16 16,3 8-31-16,0 0-21 0,0 0-26 0,0 0-24 15,0 0-29-15,0 0-27 0,0 0-19 0,0 0-19 16,0 0-20-16,0 0-14 0,0 0-15 0,0 0-12 16,0 0-9-16,0 0-11 0,0 0-1 0,6 28-9 15,-6-16-3-15,4 3-6 0,-2 2-3 0,-1 0-5 16,4 2-6-16,-3-1-5 0,0 1 10 0,-2-1-18 16,2 2-1-16,-2 0-2 0,2-2-3 0,-1 0 1 15,1-1-7-15,-2-4-4 0,0 0-1 0,1-1-1 16,-2-1 3-16,-1-1-2 0,2-3-7 0,3 0-6 15,-3-7-3-15,0 10 1 0,0-10-3 0,1 7 5 16,-1-7 2-16,2 5 4 0,-2-5 4 0,0 0-3 16,0 0 0-16,9 0 1 0,-9 0-3 0,0 0 3 15,16-5-4-15,-10 4 0 0,5-5 13 0,-1-1-1 16,-1 1-4-16,0 1 8 0,0-3 1 0,0 0 24 16,1 0-9-16,-3 1 3 0,0 0-4 0,0-1 5 15,-4 4-3-15,1-2 0 0,2 1-2 0,1 1 12 16,-4-2-12-16,-3 6 10 0,7-4-11 0,-7 4-2 15,4-7-14-15,-4 7 5 0,4-3-4 0,-4 3-8 16,0 0-3-16,0 0 2 0,6-4-13 0,-6 4 11 16,0 0-3-16,0 0-6 0,0 0 4 0,0 0-6 15,11 7 3-15,-11-7-5 0,6 10 7 0,-2-5 2 16,-1 1-1-16,0-1 1 0,0 1 0 0,-1 0-4 16,0 2-2-16,4-3-3 0,-5 2 3 0,0 0 4 15,5 1-7-15,-3 1 7 0,-2-4 4 0,2 1 1 16,1 1-10-16,-2-1 2 0,-2-6 8 0,4 9-12 15,0-3 1-15,-4-6-4 0,4 7-1 0,0-3-4 16,-4-4 3-16,4 5-6 0,-4-5-10 0,0 0 4 16,5 3-6-16,-5-3-5 0,0 0-22 0,2 6-22 15,-2-6-39-15,0 0-52 0,0 0-55 0,0 0-95 16,0 0-104-16,0 0-116 0,0 0-461 0,0 0-1083 16,0 0 479-16</inkml:trace>
  <inkml:trace contextRef="#ctx0" brushRef="#br0" timeOffset="79407.57">12859 4687 203 0,'0'0'265'0,"-8"0"-7"0,8 0-13 0,0 0-12 16,-14 0-6-16,14 0-14 0,-7-1-5 0,7 1-14 15,0 0-14-15,-12-2-5 0,12 2-10 0,0 0-6 16,-13 0-8-16,13 0 0 0,0 0-18 0,-12 0-15 16,12 0 8-16,-10 0 5 0,10 0 5 0,0 0-7 15,0 0-2-15,0 0-7 0,0 0 2 0,-7-5-11 16,7 5-6-16,0 0 1 0,0 0-5 0,0 0-2 16,0 0-3-16,0 0-3 0,0 0-3 0,0 0-6 15,0 0-4-15,0 0-9 0,0 0-9 0,0 0-4 0,34 1-4 16,-12 1-3-16,-1-2-3 0,17 0-2 15,11 0 2-15,7-2-9 0,5 4 2 0,4-4-2 16,25 1-3-16,6 0 0 0,6-2-2 0,5-3-3 16,2 5 0-16,2-5 0 0,2-1 1 0,0 0 15 0,-6 2 15 15,-6 5 9-15,-35-6 13 0,-1 5 0 0,-2 0-2 16,-10-1-6-16,-12 2-8 0,-3 0-3 16,-1 0-10-16,-5-3 2 0,-1 3-4 0,-10-1 4 15,0 1 0-15,-9 0-10 0,0-2 0 0,-1 0-8 16,-4 4-2-16,-7-2-7 0,11-2-10 0,-11 2-15 0,12-1-19 15,-12 1-33-15,0 0-28 0,0 0-39 0,9 0-39 16,-9 0-45-16,0 0-61 0,0 0-62 16,0 0-59-16,-26-10-64 0,18 8-400 0,-1-1-913 15,9 3 403-15</inkml:trace>
  <inkml:trace contextRef="#ctx0" brushRef="#br0" timeOffset="80174.95">13347 4900 109 0,'0'0'502'0,"2"-7"19"16,-2 7-1-16,0 0-17 0,3-8-9 0,-3 8-17 0,0 0-24 15,2-5-22-15,-2 5-29 0,0 0-18 0,0 0-42 16,0 0-26-16,0 0-32 0,0 0-36 0,0 0-17 16,0 0-36-16,0 0-20 0,0 0-20 0,2-9-19 15,-2 9-18-15,0 0-7 0,0 0-10 0,0 0-11 16,0 0-10-16,0 0-11 0,2 27-1 0,-2-18-3 15,0 1-7-15,0 1 2 0,-2 1-10 0,2 3 1 16,0-2-11-16,0-1 0 0,0 5 2 0,0-5-3 16,0 2-10-16,0 4 1 0,0-1-5 0,0-2-2 15,0-2-1-15,0 3 2 0,0-4-6 0,2 4-4 16,-2 0 8-16,0-3-4 0,2 0-12 0,0-2-6 16,1 1 0-16,-1 1 0 0,2-4 0 0,-4-2 0 15,5 2 0-15,-3-3 0 0,1 1 0 0,-3-7 0 16,4 9 0-16,0-6 0 0,-4-3 0 0,5 7 0 0,-5-7 0 15,8 1 0-15,0-1 0 0,-8 0 0 16,17-1-119-16,-7-2-54 0,-3 1-45 0,3-1-43 16,-1 0-50-16,5-1-47 0,-5 2-31 0,3-3-26 15,-2 3-44-15,-1-2-26 0,-2 1-350 0,0-1-902 16,-7 4 399-16</inkml:trace>
  <inkml:trace contextRef="#ctx0" brushRef="#br0" timeOffset="80456.12">13270 5096 123 0,'0'0'457'0,"0"0"6"0,0 0 14 0,0 0 2 16,-8-3-18-16,8 3-17 0,0 0-20 0,0 0-24 15,0 0-18-15,0 0-32 0,0 0-39 0,0 0-33 0,0 0-23 16,0 0-22-16,15-15-21 0,-10 12-27 15,2 1-17-15,3-3-20 0,1 3-15 0,-1 0-9 16,3-1-20-16,1 0-8 0,-3-1-9 0,10 0-3 16,-2 3-13-16,0-2-3 0,-2 0-11 0,3 1-8 0,-1 0-34 15,3-1-32-15,0 0-40 0,-3 2-43 0,0-1-52 16,-2-1-39-16,3 3-70 0,-3-2-55 16,-3 2-52-16,2 0-54 0,-2 0-52 0,-3 2-323 15,1-2-864-15,1 2 383 0</inkml:trace>
  <inkml:trace contextRef="#ctx0" brushRef="#br0" timeOffset="80924.77">13800 5222 287 0,'12'-8'334'0,"-12"8"0"0,4-4 8 0,-4 4 11 16,2-8 0-16,-2 8-12 0,3-8-1 0,1 4-5 15,-4 4-9-15,4-9-6 0,-4 9-4 0,5-6-9 16,-5 6-17-16,3-6-8 0,-3 6-6 16,0 0-11-16,0 0-18 0,2-8-19 0,-2 8-11 0,0 0-12 15,0 0-19-15,0 0-14 0,0 0-14 0,0 0-12 16,0 0-22-16,0 0-1 0,-14-5-11 0,14 5-11 15,-13 2-18-15,13-2-7 0,-14 3-10 0,7-1-5 16,1 1-2-16,-1 1-2 0,7-4-14 0,-16 7-1 16,10-2-11-16,-1 3 0 0,3-3-18 0,-2 2 8 15,2 1 1-15,0 0-7 0,2-2-10 0,0 4-15 16,2-1 0-16,0 2 9 0,0-4-3 0,2 3-6 16,2-2-14-16,3-1 15 0,-2 0-3 0,4-2 7 15,-1 2-6-15,6-1-1 0,-3-2-10 0,4 4 7 16,4-5 3-16,-6 0-13 0,5-3-5 0,3-2-19 15,1-1-18-15,-2-1-23 0,1 3-28 0,-6-5-37 16,3 0-25-16,1 0-40 0,2-1-13 0,-4 3-70 16,0-2-36-16,-5 2-49 0,-1-1-58 0,7 1-44 15,-7 1-303-15,-1 0-859 0,1-1 381 0</inkml:trace>
  <inkml:trace contextRef="#ctx0" brushRef="#br0" timeOffset="86423.5">14382 4802 159 0,'0'0'264'0,"0"0"2"0,0 0 5 0,0 0 3 15,0 0 15-15,0 0 9 0,0 0 9 0,0 0 11 16,0 0 8-16,0 0 6 0,0 0 3 0,0 0 1 16,0 0-2-16,0 0-6 0,0 0-12 0,0 0-18 0,0 0-13 15,0 0-24-15,0 0-18 0,0 0-19 16,0 0-26-16,0 0-20 0,0 0-18 0,0 0-24 15,4 6-13-15,-4-6-11 0,0 0-19 0,0 0-1 16,0 0-24-16,-9 18 8 0,3-8-11 0,0 1-2 0,-2 5-7 16,0 2 3-16,-5 5-9 0,-2 0 3 0,2 1 2 15,-1 1-5-15,1 1-2 0,0-1-4 16,-1 2 1-16,3-1-7 0,-3-2 0 0,1 1-2 16,7 2-3-16,-2-3-10 0,-1-1 9 0,5 4-4 0,2-3 0 15,4 1-5-15,0-4-3 0,3-2-16 0,7 7-4 16,2-3 0-16,3-1 0 0,2-1 0 0,2-2 0 15,-1 2 0-15,2-3 0 0,-3-1 0 16,4-2-46-16,-11-4-32 0,4 1-18 0,-3-1-28 0,-3-3-37 16,1 1-35-16,-2-4-40 0,0 0-64 0,0 1-49 15,-4-6-59-15,-5 0-78 0,13 2-72 0,-13-2-302 16,14-6-929-16,-14 6 411 0</inkml:trace>
  <inkml:trace contextRef="#ctx0" brushRef="#br0" timeOffset="86782.76">14586 5067 504 0,'3'-9'523'15,"-3"9"4"-15,4-6-12 0,-4 6-23 0,0 0-25 16,0-10-25-16,0 10-28 0,0 0-29 0,2-8-45 15,-2 8-17-15,0 0-33 0,0 0-27 0,0 0-32 16,0 0-26-16,0 0-28 0,3-5-13 0,-3 5-24 16,0 0-12-16,0 0-9 0,0 0-9 0,0 0-15 15,0 0-4-15,-5 29-17 0,5-20-1 0,0 1-9 16,0 1-13-16,-2 0 7 0,0-1-14 0,2 0-1 16,0-1-6-16,0 1-4 0,-2-1-2 0,4 0-2 15,-2 0-5-15,0 1 2 0,0-10-6 0,-2 14-22 16,2-9-11-16,0-5-29 0,2 11-31 0,-2-6-28 15,0-5-32-15,2 7-43 0,-2-7-14 0,0 0-42 16,0 0-65-16,0 0-60 0,0 0-61 0,0 0-69 16,17-11-352-16,-11 2-908 0,1 1 402 0</inkml:trace>
  <inkml:trace contextRef="#ctx0" brushRef="#br0" timeOffset="86954.6">14614 4929 8 0,'0'0'388'16,"0"0"13"-16,0 0 19 0,-1-8-8 0,1 8-26 16,0 0-35-16,0 0-37 0,0 0-31 0,-5-6-30 15,5 6-32-15,0 0-46 0,0 0-61 0,0 0-47 16,0 0-38-16,0 0-50 0,0 0-58 0,8 19-65 16,-2-11-70-16,-1 0-62 0,-1 0-239 0,6 0-558 15,-2 2 248-15</inkml:trace>
  <inkml:trace contextRef="#ctx0" brushRef="#br0" timeOffset="87391.9899">14760 5102 91 0,'0'0'406'0,"0"0"11"0,0 0 11 0,0 0 6 16,0 0-8-16,0 0 2 0,0 0-16 0,0 0-12 15,0 0-20-15,0 0-26 0,0 0-27 0,0 0-35 16,0 0-29-16,0 0-29 0,0 0-24 0,0 0-19 15,0 0-22-15,0 0-20 0,0 0-14 0,0 0-16 16,0 0-13-16,0 0-10 0,0 0-8 0,0 0-13 16,0 0-6-16,0 0-9 0,0 0-1 0,0 8-11 15,0-8-10-15,3 11-26 0,-3-5-17 0,0-6-19 16,0 11-13-16,0-11-13 0,0 9-15 0,0-9-3 16,1 9-4-16,-1-9-1 0,1 6 8 0,-1-6 9 15,0 0 10-15,0 0 9 0,1 7 9 0,-1-7 1 16,0 0 7-16,0 0 3 0,0 0 5 0,0 0 4 15,16-12 2-15,-10 7 3 0,0 0 3 0,0 1 2 16,0-1 5-16,-1 0 3 0,3-1 2 0,-2 4 6 16,1-2 3-16,-3-1 1 0,-4 5-4 0,10-5 3 15,-7 2-3-15,-3 3-3 0,8-3-3 0,-8 3-4 16,0 0-3-16,10-1 0 0,-10 1-1 0,0 0-1 16,11 4-1-16,-6-1 3 0,-5-3 1 0,5 8 0 15,-1-5-5-15,-4-3-1 0,5 10-10 0,-1-5-29 16,2-1-34-16,2 2-41 0,-2-1-48 0,1 2-42 15,2-1-40-15,1-1-38 0,0 2-53 0,-1-3-56 16,2 1-50-16,-2-1-247 0,3-2-744 0,-1 0 329 16</inkml:trace>
  <inkml:trace contextRef="#ctx0" brushRef="#br0" timeOffset="87907.5">15298 4940 127 0,'0'0'421'0,"0"0"13"0,0 0 0 0,0 0 7 15,3-8 2-15,-3 8 2 0,0 0-7 0,0 0-14 16,0 0-19-16,0 0-22 0,0 0-17 0,0 0-27 16,0 0-16-16,0 0-33 0,0 0-27 0,0 0-21 15,0 0-20-15,0 0-32 0,0 0-22 0,0 0-13 16,0 0-21-16,0 0-14 0,0 0-12 0,0 0-10 15,0 0-2-15,0 0-15 0,-3 25-4 0,3-14-13 16,-1-1-4-16,2 1-7 0,-2 2-3 0,1 1-10 16,0 2 3-16,-3 1-7 0,2-1-5 0,0 1-3 15,-2-2-2-15,2 0-2 0,0 0 2 0,-1-2-9 16,2-1 8-16,0-1-24 0,0-11-1 0,0 20 0 16,0-10-1-16,0-10-21 0,-1 13-8 0,1-13 0 15,1 10 3-15,-1-10 6 0,0 0 14 0,0 0 4 16,5 7-2-16,-5-7 4 0,0 0-4 0,0 0 7 15,20-9-8-15,-13 4 12 0,2-3-11 0,-1 0 4 16,-1-1 0-16,1 2 8 0,-2 2 16 0,0-3 4 16,1 1-9-16,0 2 16 0,-2-1 9 0,-1 1-38 15,1 2-5-15,-5 3 0 0,6-9 0 0,-6 9 0 16,7-4 0-16,-7 4 0 0,5-4 0 0,-5 4 0 16,0 0 0-16,0 0 0 0,0 0 0 0,0 0 0 15,13 6 0-15,-13-6 0 0,9 7 0 0,-5-2 0 16,3 1 0-16,-2 1 0 0,4-1 0 0,-1 1 0 15,2 0 0-15,0 1-109 0,0 1-84 0,6-3-57 16,-1 1-55-16,2-1-58 0,-4-3-71 0,4 0-83 16,0-3-83-16,-3 0-304 0,-2-4-978 0,5-1 432 15</inkml:trace>
  <inkml:trace contextRef="#ctx0" brushRef="#br0" timeOffset="88173.07">15730 4918 25 0,'-2'-7'422'0,"2"7"32"0,0 0 19 16,0 0-7-16,-2-9-20 0,2 9-34 0,0 0-36 15,0 0-32-15,0 0-38 0,0 0-29 0,0 0-26 16,0 0-6-16,0 0 4 0,14 15-3 0,-6-5-2 16,-2 0-18-16,6 4 16 0,-2 3-10 0,0 1-22 15,3 4 7-15,-3 0-14 0,2 2-12 0,-6-5-18 16,2 5-14-16,-3-5-5 0,-4 2-15 0,-1 4-12 15,-1 0-8-15,-4-1-4 0,-3 1-21 0,-3-3-6 16,-6 0-9-16,-1 3-2 0,-4 0-6 0,0-1-53 16,-7-1-40-16,4-2-61 0,-5 0-65 0,0-3-97 15,0-3-107-15,-3 1-107 0,4-8-130 0,0 0-457 16,8-4-1132-16,-2-1 501 0</inkml:trace>
  <inkml:trace contextRef="#ctx0" brushRef="#br0" timeOffset="89047.95">14641 4588 64 0,'0'0'262'15,"0"0"-11"-15,0 0-11 0,0 0-7 0,0 0-5 16,0 0-10-16,0 0-5 0,0 0-8 0,0 0-6 16,0 0 3-16,0 0 1 0,0 0-2 0,0 0-1 15,0 0-10-15,0 0 4 0,0 0-8 0,0 0-8 16,0 0-2-16,0 0 6 0,0 0-6 0,0 0-6 16,0 0-7-16,0 0 1 0,0 0-4 0,0 0-9 15,0 0-2-15,0 0-3 0,0 0-6 0,0 0-17 0,0 0-8 16,0 0-12-16,18 3-11 0,-4-3-18 15,3 0-3-15,12 0-3 0,7-2-4 0,15-1-1 16,8 3 3-16,2 0 5 0,36 0 6 0,-6-2 0 16,2 4-8-16,-2-2-10 0,1-2-2 0,-25 4-5 0,27-4-8 15,-29 6 0-15,-3-6 8 0,2 2 9 0,-8 0-5 16,-3 0-10-16,-14 0-2 0,16-2 0 0,-18 2-6 16,0-1-8-16,0 0-1 0,-6-1-10 15,-2 2 6-15,-8-2-4 0,-1 2-4 0,-2-2 3 16,-2 2-1-16,-4 2-8 0,-1-2-2 0,-3 0 1 0,0 0 0 15,-8 0-8-15,11 0-13 0,-11 0-21 0,9-2-15 16,-9 2-20-16,0 0-24 0,0 0-24 0,8-2-14 16,-8 2-27-16,0 0-26 0,0 0-46 15,0 0-68-15,0 0-68 0,0 0-89 0,0 0-419 16,-12-16-942-16,12 16 416 0</inkml:trace>
  <inkml:trace contextRef="#ctx0" brushRef="#br0" timeOffset="99710.86">1890 5208 126 0,'2'-10'373'16,"2"6"-1"-16,-4 4 5 0,3-7 1 0,-3 7-9 15,5-7-2-15,-5 7-4 0,0 0-13 0,2-7-2 16,-2 7-4-16,0 0-6 0,0 0-4 0,2-8-12 15,-2 8-12-15,0 0-9 0,0 0-17 0,0 0-32 16,0 0-19-16,0 0-23 0,0 0-21 0,0 0-17 16,0 0-22-16,0 0-7 0,0 0-26 0,0 0-16 15,0 0-3-15,0 0-14 0,0 0-5 0,10 21-12 16,-6-6-14-16,-3-2 9 0,5 3-4 0,-3 2-5 16,-1 3-3-16,1-2 0 0,1 8-10 0,-2-4-6 15,0 5-3-15,-2-8 7 0,1 5-7 0,-1 1-4 16,-1-6 0-16,3 5-6 0,-3-6-5 0,1 0-4 15,0 1 8-15,-1-1-8 0,-1 0-7 0,1 0-5 16,1-4 0-16,1-2 0 0,3-2 0 0,-1 0-2 16,-3-11-22-16,6 16-15 0,-3-7-15 0,-2-3-19 15,3-1-23-15,-4 0-22 0,0-5-32 0,0 0-18 16,0 0-30-16,4 13-35 0,-4-13-71 0,0 0-95 16,0 0-72-16,0 0-84 0,0 0-330 0,-4-36-958 15,-1 19 423-15</inkml:trace>
  <inkml:trace contextRef="#ctx0" brushRef="#br0" timeOffset="100148.25">1721 5210 294 0,'0'0'436'0,"-8"-13"5"0,7 9 7 16,1 4-8-16,-3-7 0 0,3 7-7 0,0 0-14 15,-4-9-17-15,4 9-20 0,0 0-28 0,0-8-29 16,0 8-33-16,7-8-32 0,-2 4-24 16,5 1-29-16,3-3-21 0,4 3-21 0,3-1-11 15,8 2-18-15,1 0-14 0,2 2-10 0,1 1-8 0,3 2-14 16,2 4-8-16,1 0-4 0,1 1-15 0,9 5-5 16,-11-2-4-16,-1 2-4 0,0 1-8 0,-4 2 0 15,-2 1-7-15,-3 1-5 0,-2-1 0 16,-4 3-4-16,0 2-6 0,-7-1 0 0,-5-1-2 15,2 2-4-15,-6-3-3 0,-3 1 5 0,-5 5-3 16,-5 1 6-16,-3 1-6 0,-1-1-4 0,-3-1-2 0,-2 0 4 16,-3 1 1-16,2-2-9 0,-5-2 1 0,-1-1 0 15,-3 1 3-15,4-4-4 0,0-2 9 0,-1 1-3 16,3-7-2-16,5-2-2 0,-2 1 2 16,2-3-1-16,0-1 7 0,4-1-10 0,-1-1-9 0,5-1-3 15,8-2-9-15,-17 2-10 0,12-2-26 0,5 0-34 16,-10-2-57-16,10 2-52 0,0 0-46 0,-9-7-59 15,9 7-60-15,0 0-72 0,15-13-101 0,-7 5-351 16,6 5-960-16,-2-2 426 0</inkml:trace>
  <inkml:trace contextRef="#ctx0" brushRef="#br0" timeOffset="100924.98">2483 5636 243 0,'0'0'427'0,"0"0"8"0,3-14-22 0,-3 14-14 16,6-10-27-16,-6 10-10 0,5-11-17 16,-5 11-16-16,5-10-25 0,-5 10-22 0,9-8-26 15,-9 8-22-15,10-7-25 0,-4 2-21 0,-6 5-17 16,17-7-19-16,-5 3-14 0,-2 3-16 0,4-1-12 15,-3 2-11-15,-11 0-13 0,25 2-10 0,-14 0-5 0,2 1-8 16,-3 1-9-16,0 0-3 0,2 1-9 16,-3 1-2-16,0-1-10 0,-2 0 2 0,0 4-6 15,-3-3-3-15,-1 2-4 0,1 1-1 0,-4-9-1 16,0 19-5-16,0-11 1 0,-5 2-1 0,0-2 2 16,-3 2-3-16,0-2-2 0,-5 3-4 0,-3-4-1 15,2 2 0-15,-1-3 1 0,2-1 0 0,0-2 3 16,-1 1-7-16,3-1 8 0,-1-3 3 0,12 0 0 15,-15 2 11-15,15-2 24 0,-17-5 16 0,12 0 10 16,5 5 14-16,-10-10 3 0,7 2 0 0,3 8-10 16,-2-17 1-16,1 8-8 0,1 9-3 0,0-18-6 15,2 8-6-15,-2 10-10 0,5-15-4 0,0 10-2 16,1-5-9-16,-1 4-2 0,-5 6-8 0,11-11-5 16,-4 8-3-16,0-3-5 0,-7 6 4 0,17-3 1 15,-17 3-9-15,15 0 1 0,-15 0-1 0,15 3-14 16,-6-2 13-16,-9-1-3 0,14 7-1 0,-9-3 2 15,3 2 0-15,-3-1-2 0,1 5-2 0,-3-2 1 16,4-1-2-16,-4 1-1 0,-3-8 2 0,7 16 2 16,-5-8-1-16,1-2-4 0,-3-6 1 0,5 14-2 15,-3-8-12-15,-2-6-2 0,2 12-4 0,-2-12 1 16,4 8-4-16,-4-8 10 0,0 0 5 0,5 6 1 16,-5-6-1-16,0 0 5 0,11 1 4 0,-11-1 0 15,0 0-5-15,23-8 6 0,-10 3-3 0,-1-1-4 16,2-3 5-16,-3 3-2 0,5-3-4 0,-5 2 14 15,2 1-8-15,1-4 3 0,0 2 0 0,-4 3 3 16,2-1-4-16,-1 3-5 0,-1 0 5 0,-1-1-2 16,2 2 2-16,-11 2-1 0,11-3 0 0,-11 3-8 15,10 0-2-15,-10 0 7 0,0 0-4 0,18 0 5 16,-18 0 1-16,7 7 0 0,-7-7-6 0,10 7 0 16,-6-3 4-16,-4-4 3 0,5 12-4 0,-3-6 2 15,-2-6-8-15,3 15-18 0,-2-8-14 16,-1-7-15-16,3 14-16 0,-3-14-11 0,4 13-10 15,-4-13-25-15,2 10-13 0,-2-10-13 0,0 0-17 16,4 12-18-16,-4-12-14 0,0 0-14 0,5 6-18 16,-5-6-27-16,0 0-39 0,0 0-20 0,0 0-37 15,0 0-26-15,0 0-275 0,13-21-704 0,-13 21 312 16</inkml:trace>
  <inkml:trace contextRef="#ctx0" brushRef="#br0" timeOffset="101143.68">2963 5432 385 0,'4'-10'504'0,"-4"10"6"0,0 0-11 0,0 0-21 16,0 0-29-16,1-12-28 0,-1 12-35 0,0 0-32 15,0 0-38-15,3-10-32 0,-3 10-30 0,0 0-42 16,0 0-47-16,0 0-73 0,0 0-76 0,0 0-76 15,0 0-74-15,0 0-65 0,0 0-68 16,0 0-81-16,0 0-75 0,0 0-226 0,0 0-704 16,0 0 312-16</inkml:trace>
  <inkml:trace contextRef="#ctx0" brushRef="#br0" timeOffset="101456.1">3226 5409 430 0,'0'0'476'0,"0"0"10"0,6-8 8 16,-6 8 3-16,0 0-6 0,3-14-7 0,-3 14-1 16,0 0-10-16,4-11-16 0,-4 11-27 0,0 0-23 15,0 0-38-15,0 0-33 0,3-13-37 0,-3 13-33 16,0 0-25-16,0 0-34 0,0 0-24 0,0 0-17 16,0 0-15-16,0 0-17 0,0 0-15 0,0 0-7 15,0 0-112-15,0 41 0 0,-1-24 0 0,1-1 0 16,0-5 0-16,-3 6 0 0,3 2 0 0,-3-1 0 15,1 1 0-15,-2 1 0 0,1 0 0 0,0-1 0 16,0 1 0-16,0-1 0 0,0 2 0 0,1-5 0 16,-3 1 0-16,1 1 0 0,3-6 0 0,1-12 0 15,3 22 0-15,-3-12 0 0,0-10 0 0,1 16-244 16,-1-16-60-16,6 12-44 0,-6-12-59 0,0 0-62 16,13 6-68-16,-6-6-444 0,-7 0-1062 0,0 0 470 15</inkml:trace>
  <inkml:trace contextRef="#ctx0" brushRef="#br0" timeOffset="102096.59">3381 5623 76 0,'4'-7'335'0,"-4"7"8"15,0 0 15-15,0 0-6 0,5-8 5 0,-5 8-11 16,0 0-19-16,0 0-16 0,0 0-22 0,7-4-17 16,-7 4-22-16,0 0-19 0,0 0-21 0,0 0-26 15,0 0-13-15,0 0-19 0,0 0-12 0,0 0-12 16,0 0-13-16,0 0-14 0,1 22-12 0,-1-22-5 15,0 12-6-15,0-12-10 0,2 13-8 0,1-5-11 16,-1 2-1-16,-2-10-1 0,4 15-4 0,-1-7 0 16,1-1-5-16,1 0-7 0,-1 1-6 0,2-1-4 15,3 0-9-15,1-2-7 0,-1 0 2 0,2-2-1 16,0 0-1-16,-11-3-3 0,23-1 11 0,-13-1-4 16,-1-1 0-16,4 0 2 0,-4-3 12 0,0 1 24 15,1-3 13-15,-2 1 15 0,-3-1 8 0,0-1 11 16,2 0 18-16,-3 3 7 0,0-2 0 0,-4 8 9 15,4-15-9-15,-4 15-1 0,4-13-3 0,-4 13 1 16,0-12 3-16,0 12 1 0,0 0-12 0,0-14 5 16,0 14-18-16,0 0-7 0,0 0-21 0,0 0-10 15,0 0-9-15,0 0-4 0,1-9-6 0,-1 9-6 16,0 0-7-16,0 0 10 0,0 0-12 0,0 0-23 16,-1 35 0-16,-1-22 0 0,4 2 0 0,-2 2 0 15,1 1 0-15,-2 2 0 0,-1 5 0 0,1-6 0 16,0 7 0-16,0-7 0 0,2 8 0 0,-5-2 0 15,1 0 0-15,0-7 0 0,-1 7 0 0,0-6 0 16,-1 6 0-16,1-6 0 0,0 0 0 0,-1 0 0 16,1-2 0-16,2 0 0 0,-5-2 0 0,4-5 0 15,3-10 0-15,-4 19 0 0,1-12 0 0,3-7 0 16,-4 14 0-16,4-14 0 0,0 0 0 0,0 0 0 16,-4 13 0-16,4-13 0 0,0 0 0 0,0 0 0 15,-16 1 0-15,16-1 0 0,0 0 0 0,-22-14 0 16,11 7 0-16,3-3 0 0,-1 0 0 0,-1 1 0 15,1-4 0-15,1 4 0 0,2-3 0 0,-1 3 0 16,7 9 0-16,-2-22 0 0,1 11 0 0,1 11 0 16,11-23 0-16,-5 12 0 0,9-2 0 0,5-3 0 15,4 1 0-15,3 2 0 0,2 2 0 0,1 1 0 16,-2 0-47-16,0 4-73 0,-1-1-42 0,-7 3-51 16,2 0-53-16,-3 0-58 0,-1 4-83 0,-4-3-85 15,0 2-99-15,-14 1-338 0,23-6-1005 0,-10 2 445 16</inkml:trace>
  <inkml:trace contextRef="#ctx0" brushRef="#br0" timeOffset="102533.97">4333 5706 93 0,'0'0'447'0,"1"-9"4"0,-1 9-18 0,0-7-24 16,0 7-23-16,0-9-18 0,0 9-13 0,2-9-20 15,-2 9-5-15,0-10-29 0,0 10-22 0,1-8-25 16,-1 8-23-16,4-10-19 0,0 6-20 0,-4 4-19 0,5-7-15 16,1 3-18-16,1 1-21 0,-1 0-7 0,2 0-9 15,3 2-15-15,-2 0-8 0,3 2-10 0,0 0-5 16,0 2-12-16,1 0-5 0,-1 1-4 15,0 3-6-15,-2 0-4 0,-1 1-2 0,3 3-9 16,-5-1 3-16,1 1-4 0,-3 0-5 0,0 0-3 0,-4 1 0 16,-1 0 1-16,-1 1-8 0,-1-1 6 0,-5 2 5 15,1-3-4-15,-7 2 2 0,-1-2 0 0,-1 0-4 16,-1-3-2-16,-2-1-2 0,2-2 2 16,-2-3 0-16,5 2 4 0,-1-4-3 0,4-1 14 15,-2-2 17-15,5 1 12 0,-1-4 3 0,0 0 2 0,2-1-3 16,0-3-3-16,2-1-5 0,2 0-8 0,1 0-12 15,1-2-16-15,4-3-11 0,-1 2-35 0,7 0-45 16,-1 1-55-16,2 0-57 0,2 0-69 16,2 3-81-16,2 2-79 0,2 0-74 0,0 4-381 15,8-1-947-15,0 0 420 0</inkml:trace>
  <inkml:trace contextRef="#ctx0" brushRef="#br0" timeOffset="102986.9899">4678 5680 247 0,'0'0'489'16,"0"0"15"-16,0 0 18 0,0 0-2 0,0 0-4 0,-20-21-16 15,20 21-30-15,0 0-6 0,-3-7-20 0,3 7-30 16,0 0-34-16,0 0-38 0,0 0-42 16,-2-5-31-16,2 5-31 0,0 0-34 0,0 0-19 15,0 0-18-15,0 0-18 0,0 0-12 0,0 0-13 16,0 0-17-16,0 0-9 0,7 25-10 0,-3-17-9 0,-3 0-9 15,3-1-16-15,-1 3-20 0,-2 1-32 0,0-1 4 16,2 0-22-16,-2-2-16 0,2-1-10 16,-1-1-10-16,0 1-12 0,-2-7-3 0,2 10-2 15,1-5 0-15,-3-5 4 0,0 0 10 0,5 8 8 16,-5-8 8-16,5 3 2 0,-5-3 3 0,0 0 3 0,13-10 2 16,-5 4 8-16,0-2 2 0,0 0 2 0,0-1 1 15,1 0 6-15,2 1 8 0,-3 0 0 16,0-1 6-16,0 2 3 0,-4 1 11 0,0 1-8 15,3 1 4-15,-7 4-4 0,7-5 2 0,-3 1-4 16,-4 4-7-16,6-3-5 0,-6 3 4 0,0 0 0 0,0 0-3 16,12 9 3-16,-12-9-4 0,6 7 1 0,-2-2 5 15,-2 1 1-15,2-1-9 0,0 1 8 16,-4-6-7-16,7 13-19 0,-6-6-25 0,3-1-30 16,0 0-30-16,-4-6-30 0,10 11-37 0,-5-5-42 15,5-1-37-15,1-2-45 0,0 1-40 0,0-2-40 0,5-4-48 16,-3 1-37-16,6-2-267 0,-6 0-793 0,-1-2 350 15</inkml:trace>
  <inkml:trace contextRef="#ctx0" brushRef="#br0" timeOffset="103486.89">5137 5534 294 0,'1'-11'364'0,"-1"-1"31"16,2 0 24-16,-1 0 12 0,-1 1 13 0,0 3 9 15,0-1-1-15,0 9 4 0,0-15-3 0,-1 9-5 16,1 6-12-16,-2-10-18 0,2 10-30 15,0 0-34-15,0 0-33 0,-1-8-34 0,1 8-30 16,0 0-37-16,0 0-18 0,0 0-20 0,0 0-19 0,0 0-15 16,0 0-10-16,-1 27-70 0,2-11-68 0,-2 0 0 15,-1 2 0-15,0 1 0 0,1 5 0 0,1 1 0 16,-2 0 0-16,1 0 0 0,0 2 0 16,-3-2 0-16,4 0 0 0,-2-4 0 0,-1 4 0 15,2-6 0-15,-1 0 0 0,-1-2 0 0,3 0 0 0,-2-1 0 16,1-5 0-16,0-1 0 0,1 1 0 0,-2-5 0 15,2-6 0-15,2 11-226 0,-2-11-15 0,0 0-8 16,-3 13-2-16,3-13-30 0,0 0-35 16,0 0-28-16,0 0-9 0,0 0-25 0,0 0-10 15,-13-30-12-15,12 18-6 0,-1-5 29 0,-1 5 22 0,0-4 31 16,1 5 38-16,-1-2 37 0,-1 2 40 0,3 0 34 16,-1 0 55-16,2 11 40 0,-3-12 40 0,0 6 43 15,3 6 38-15,-3-8 37 0,3 8 28 16,0 0 59-16,0 0 39 0,-4-10 35 0,4 10 30 15,-3-5 30-15,3 5 37 0,0 0 26 0,0 0 13 0,0 0 11 16,0 0 6-16,0 0-15 0,0 0-9 0,0 0-21 16,0 0-24-16,0 0-30 0,0 0-31 0,0-10-28 15,0 10-29-15,0 0-41 0,0 0-43 0,16-1-54 16,-6 0-58-16,9-2-53 0,-5 1-52 16,5 2-57-16,1-2-58 0,2 2-61 0,8-3-58 0,-2 0-68 15,1 1-63-15,2-2-47 0,1 1-49 0,-5 0-300 16,3 2-927-16,0-5 410 0</inkml:trace>
  <inkml:trace contextRef="#ctx0" brushRef="#br0" timeOffset="103799.3">5595 5684 115 0,'0'0'374'0,"0"0"9"0,0 0 28 0,0 0 15 15,0 0 8-15,0 0 13 0,0 0 4 16,0 0-2-16,0 0-11 0,0 0-6 0,0 0-34 15,0 0-1-15,0 0-31 0,0 0-23 0,0 0-32 16,0 0-31-16,0 0-28 0,0 0-35 0,0 0-13 0,0 0-33 16,-18 4-6-16,18-4-16 0,2 12-22 0,-2-3-14 15,2 1-7-15,-1 7-4 0,-1-6-15 16,1 7-44-16,0 0-43 0,2 0 0 0,-3 1 0 16,2 2 0-16,0-2 0 0,-2 1 0 0,0 5 0 15,-7 0 0-15,6-8 0 0,0 1 0 0,0 1 0 0,-2-2 0 16,0 1 0-16,1-3 0 0,1-3 0 0,-1-1 0 15,0-1 0-15,2-10-152 0,-2 15-73 0,2-15-21 16,0 0-18-16,2 15-32 0,-2-15-26 16,0 0-44-16,2 7-48 0,-2-7-61 0,0 0-49 15,0 0-295-15,0 0-885 0,0 0 392 0</inkml:trace>
  <inkml:trace contextRef="#ctx0" brushRef="#br0" timeOffset="104111.73">5522 5763 222 0,'-3'-8'498'16,"1"0"4"-16,-1-1 10 0,2 0-10 0,0 2-17 0,-1-2-27 15,2 0-32-15,0 9-45 0,2-16-37 16,4 8-32-16,-1-3-35 0,3 3-28 0,-2-1-24 16,3 1-24-16,4 2-25 0,-2 1-17 0,2-1-9 15,4 2-23-15,2 0-17 0,-1 1-4 0,2 2-10 16,-1 1-13-16,3 1-8 0,0 2-5 0,-5 0-15 0,2 1-1 15,-6 0-9-15,-1 2-5 0,0 0-2 16,-2 0-6-16,3 4-6 0,-4-1-3 0,-2 0-1 16,1-1-9-16,-6 1-12 0,1 1-9 0,-2 2-7 15,-1-1-1-15,-4 0 4 0,-3 2 1 0,-2-2-8 16,-7 0-1-16,0-2-13 0,1 2-19 0,-10 1-15 0,5-5-26 16,2-1-20-16,-1 1-22 0,3-1-29 0,1 1-28 15,5-4-22-15,-1-2-28 0,4 0-55 16,7-1-83-16,-8-5-96 0,8 5-280 0,0 0-819 15,0 0 362-15</inkml:trace>
  <inkml:trace contextRef="#ctx0" brushRef="#br0" timeOffset="104549.13">5964 5718 73 0,'0'0'453'16,"2"-9"12"-16,-2 9-3 0,2-6-4 0,-2 6-15 15,0 0-20-15,0 0-24 0,1-8-21 0,-1 8-21 0,0 0-36 16,0 0-28-16,0 0-31 0,3-7-32 16,-3 7-22-16,0 0-24 0,0 0-24 0,0 0-18 15,0 0-14-15,0 0-13 0,0 0-15 0,0 0-7 16,0 0-12-16,0 0-8 0,0 0-4 0,0 0-13 16,-3 28-5-16,3-28-18 0,1 13-9 0,1-5-12 15,-2-8-9-15,1 14-15 0,-1-8-12 0,0-6-12 16,2 9-13-16,-2-9-5 0,2 10-13 0,0-6-4 15,-2-4 3-15,4 7 0 0,1-3 3 0,-5-4 2 16,0 0-4-16,9 3 7 0,-9-3 16 0,0 0 3 16,13-6 5-16,-13 6 7 0,10-7 2 0,-5 2 7 0,0 1 4 15,1-3 9-15,-3 2 13 0,1-1 8 16,0 1 9-16,1 0-4 0,-1 0 12 0,-4 5 4 16,5-7-2-16,-1 2 0 0,-4 5 1 0,8-6-3 15,-5 3-9-15,-3 3 1 0,0 0-8 0,12-4 0 16,-12 4-6-16,9 0 3 0,-9 0-5 0,10 2 0 0,-2 1 2 15,-2 2-19-15,3-1-21 0,0 0-29 16,1 2-24-16,0 1-42 0,0-2-31 0,3 1-35 16,-2 0-38-16,0-2-42 0,1 2-46 0,1-2-50 15,0 0-325-15,-2-3-750 0,4 0 331 0</inkml:trace>
  <inkml:trace contextRef="#ctx0" brushRef="#br0" timeOffset="104877.18">6469 5512 20 0,'0'0'393'0,"0"-14"25"0,0 14-11 15,1-17-6-15,-2 12 4 0,-1-2-5 0,2 7-9 16,-1-8-18-16,1 8-11 0,-2-7-14 0,2 7-20 16,0 0-24-16,0 0-26 0,-2-9-27 0,2 9-28 15,0 0-23-15,0 0-25 0,0 0-15 0,0 0-28 16,0 0-10-16,0 0-14 0,0 0-9 0,0 0 6 15,-2 34-11-15,2-22-8 0,2 5-5 0,0-1-4 16,-4 3-10-16,4 6 0 0,-1-6-5 0,-2 6-18 16,1-6-2-16,0 6-3 0,-2-4 0 0,4-3-4 15,-4 2-2-15,2 0-4 0,0-3-5 0,0 0-1 16,-1 1 3-16,0-3-9 0,-1 1-7 0,2-5-24 16,-1 0-26-16,0-3-27 0,0-2-32 0,1-6-33 15,0 0-31-15,0 16-29 0,0-16-30 0,1 5-16 16,-1-5-17-16,0 0-58 0,0 0-44 0,0 0-33 15,0 0-26-15,0 0-24 0,-7-30-220 0,3 18-715 16,2-1 316-16</inkml:trace>
  <inkml:trace contextRef="#ctx0" brushRef="#br0" timeOffset="105065.59">6398 5713 24 0,'-5'-12'180'16,"1"6"38"-16,-1 3 28 0,5 3 32 0,-5-8 31 16,5 8 22-16,-5-4 17 0,5 4 0 0,0 0 5 15,-4-10 8-15,4 10 7 0,0 0 2 0,-5-3-5 16,5 3-10-16,0 0-14 0,0 0-17 0,0 0-37 15,0 0-28-15,0 0-29 0,19-9-15 0,-6 6-23 16,4-1-19-16,1 1-26 0,3 0-7 0,0 0-15 16,-1-1-33-16,8-1-32 0,0 2-45 0,3-4-58 15,0 4-56-15,-3-2-50 0,0 2-64 0,-7 0-94 16,-2 2-99-16,1-1-121 0,-2 0-358 0,-7-1-959 16,-11 3 424-16</inkml:trace>
  <inkml:trace contextRef="#ctx0" brushRef="#br0" timeOffset="105752.9299">7404 5642 23 0,'0'0'377'0,"0"0"11"0,10-4 17 15,-10 4-19-15,0 0 8 0,0 0-16 0,0 0-8 16,0 0-5-16,4-5 15 0,-4 5-14 0,0 0-11 16,0 0-30-16,0 0-34 0,7-4-20 0,-7 4-23 15,0 0-31-15,0 0-20 0,0 0-27 0,0 0-14 16,0 0-21-16,11 7-15 0,-6-5-12 0,0 4-9 16,4-2-16-16,-2 4-8 0,3 1-7 0,-5-2-7 15,1 1-5-15,1 0-12 0,2 1 0 0,-5-1-8 16,-2 2-2-16,-1 0-3 0,-2 1-3 0,0-2-6 15,-2 1 2-15,-4-1-7 0,0-1 4 0,-4 2 3 16,-4 0-3-16,0-1-12 0,-1-1 7 0,-2-1-2 16,0-1-7-16,0-2 2 0,2-1-2 0,3-1 4 15,0-2 6-15,3 0 0 0,-1-2-4 0,3 0 7 16,0-5 4-16,0 0 0 0,2-1-7 0,3-2 3 16,1-2-1-16,2 1-15 0,3-6-10 0,5 1-15 15,1-1-24-15,5 0-40 0,3 0-52 0,6-1-51 16,1 3-68-16,3 4-75 0,1 1-74 0,6 2-94 15,-2 4-416-15,3-3-991 0,-1 3 438 0</inkml:trace>
  <inkml:trace contextRef="#ctx0" brushRef="#br0" timeOffset="106112.22">7758 5529 427 0,'-2'-12'523'15,"0"3"19"-15,-3-2 15 0,1 1 1 0,-1-1-19 16,3 3-25-16,-1 1-13 0,-1-2-19 0,2 3-32 16,2 6-15-16,-4-8-33 0,4 8-30 0,-3-10-36 0,3 10-34 15,-1-6-29-15,1 6-28 0,0 0-28 0,0 0-21 16,0 0-23-16,0 0-26 0,0 0-147 16,-6 23 0-16,3-6 0 0,0 2 0 0,-3 9 0 15,5 0 0-15,0 3 0 0,-2 3 0 0,3-3 0 0,-1 3 0 16,-2-1 0-16,3-3 0 0,0 3 0 0,-2-2 0 15,-1 1 0-15,1 0 0 0,-1 0 0 0,-3 0 0 16,5 1 0-16,-2-3 0 0,0-2 0 0,2 1 0 16,-1-1 0-16,0-3 0 0,4 0 0 0,-1-7 0 15,1-1 0-15,1-2 0 0,0-2 0 0,1-1 0 16,0-1 0-16,0-3 0 0,0 2 0 0,1-3 0 16,-1 2 0-16,-1-4 0 0,-3-5 0 0,2 7-208 15,-2-7-117-15,6 2-50 0,-6-2-45 0,0 0-29 16,0 0-38-16,3-17-48 0,-3 17-364 0,-7-21-974 15,0 7 432-15</inkml:trace>
  <inkml:trace contextRef="#ctx0" brushRef="#br0" timeOffset="106299.67">7574 5940 103 0,'-2'-10'465'0,"2"10"17"0,-3-6 22 15,3 6 8-15,0 0-8 0,0 0-22 0,0-11-37 16,0 11-50-16,0 0-36 0,9-8-37 0,2 4-36 15,0-1-29-15,0 2-19 0,5 0-26 0,0 1-30 16,3 0-13-16,2-2-17 0,-1 1-51 0,1 1-57 16,2 0-71-16,5-1-70 0,8-2-80 0,-6 1-91 15,2-3-73-15,7 2-85 0,-5 0-387 0,5-4-881 16,12-4 389-16</inkml:trace>
  <inkml:trace contextRef="#ctx0" brushRef="#br0" timeOffset="106705.82">8728 5480 138 0,'-1'-7'529'16,"-1"-3"14"-16,-2-1 12 0,0 2-7 0,0-1-24 15,-1 0-24-15,2 1-33 0,-1 3-6 0,0 0-21 16,-3-3-24-16,4 3-24 0,-2 0-29 0,0 2-32 15,5 4-31-15,-6-7-36 0,6 7-22 0,-6-4-28 16,6 4-22-16,0 0-20 0,-12 0-21 0,12 0-9 0,-9 8-17 16,5 2-14-16,-3-1-40 0,1 2-71 15,-3 6 0-15,2 0 0 0,1 2 0 0,-2 5 0 16,1 1 0-16,2 3 0 0,1-1 0 0,-1 0 0 16,0 1 0-16,3 3 0 0,2-2 0 0,-2 1 0 0,1 2 0 15,1 1 0-15,3-2 0 0,1 1 0 16,0-1 0-16,0-1 0 0,3 1 0 0,0-3 0 15,3 1 0-15,-1-2 0 0,-1 1 0 0,1-4 0 16,-3-6 0-16,0-1 0 0,-3-2 0 0,3-3 0 0,-3-2 0 16,0-3 0-16,-3 1 0 0,1-3 0 0,-1-5-63 15,0 10-119-15,0-10-21 0,-7 6-33 0,7-6-38 16,0 0-50-16,-15-5-50 0,15 5-46 16,-15-14-59-16,7 0-47 0,1 5-326 0,-1-8-923 0,-1-1 408 15</inkml:trace>
  <inkml:trace contextRef="#ctx0" brushRef="#br0" timeOffset="106940.15">8373 5816 360 0,'0'0'522'0,"-7"-5"25"0,7 5 11 0,0 0-4 16,0 0-18-16,-3-5-18 0,3 5-28 0,0 0-33 15,0 0-50-15,0 0-35 0,0 0-40 16,0 0-28-16,9-14-42 0,-4 12-25 0,3-1-29 0,2-2-15 15,2 2-16-15,0 0-31 0,6-1-28 0,0 0-39 16,2 0-46-16,2 0-38 0,5-1-46 0,1 0-39 16,-9 1-39-16,3-1-52 0,3-1-39 0,3-1-62 15,-6 4-47-15,-1-2-27 0,5 0-27 0,-5 1-23 16,-2 2-10-16,0-2-12 0,-1 2-261 0,-6 1-747 16,-2-2 330-16</inkml:trace>
  <inkml:trace contextRef="#ctx0" brushRef="#br0" timeOffset="107174.47">8864 5692 505 0,'0'0'38'0,"0"0"44"0,7-1 44 15,-7 1 45-15,0 0 39 0,0 0 34 0,0 0 39 16,0 0 31-16,0 0 21 0,0 0 19 0,0 0 10 16,0 0 9-16,0 0-3 0,0 0-5 0,0 0-21 15,0 0-17-15,0 0-22 0,0 0-23 0,10 1-26 16,-10-1-25-16,0 0-24 0,0 0-20 0,2 8-18 16,-2-8-28-16,1 10-2 0,-1-2-14 0,0 0-2 15,0 3-18-15,3 1-8 0,-3 0-11 0,1 1-7 16,0-1-8-16,-1 1-4 0,0-2-2 0,0 1-9 15,-1 0-2-15,1-3-19 0,0 1-28 0,-1-3-26 16,1-7-33-16,-2 13-43 0,4-8-41 0,-2-5-44 16,0 0-35-16,-2 10-40 0,2-10-57 0,0 0-81 15,0 0-110-15,0 0-419 0,0 0-1000 0,0 0 443 16</inkml:trace>
  <inkml:trace contextRef="#ctx0" brushRef="#br0" timeOffset="107361.9299">8884 5597 282 0,'-1'-6'466'0,"1"6"23"16,0 0 11-16,-4-9 0 0,4 9-23 0,0 0-35 15,0 0-38-15,-1-9-37 0,1 9-31 0,0 0-39 16,0 0-37-16,0 0-32 0,0 0-45 0,0 0-52 16,0 0-59-16,-1-7-64 0,1 7-60 0,0 0-71 0,0 0-73 15,0 0-72-15,0 0-74 0,17 0-70 16,-17 0-264-16,11 2-730 0,-11-2 323 0</inkml:trace>
  <inkml:trace contextRef="#ctx0" brushRef="#br0" timeOffset="107658.72">9217 5482 114 0,'0'0'467'0,"0"0"24"0,-3-9 19 16,3 9 16-16,0 0-10 0,-4-10-12 0,4 10-17 0,0 0-14 15,-2-6-27-15,2 6-38 0,0 0-32 0,0 0-38 16,0 0-38-16,0 0-26 0,0 0-29 16,0 0-23-16,0 0-23 0,0 0-22 0,0 0-14 15,-13 22-4-15,9-11-12 0,0 0-19 0,-1 6-7 0,2 1-15 16,-2 3-10-16,0 1-8 0,1-1-3 0,0 2-60 16,-1 2-25-16,2-4 0 0,0-2 0 0,0 4 0 15,1-4 0-15,-1 0 0 0,1 0 0 16,-1-3 0-16,2 2 0 0,1-3 0 0,-1-3 0 0,1 0-116 15,-2-6-96-15,4 3-43 0,-1-2-63 0,-1-7-49 16,4 10-50-16,-2-5-61 0,-2-5-58 0,9 2-380 16,-9-2-991-16,0 0 438 0</inkml:trace>
  <inkml:trace contextRef="#ctx0" brushRef="#br0" timeOffset="107955.53">9399 5588 90 0,'6'-6'457'0,"-6"6"21"16,4-5 22-16,-4 5 14 0,0 0-13 0,5-5-14 16,-5 5-18-16,0 0-32 0,0 0-13 0,0 0-36 15,0 0-17-15,0 0-37 0,0 0-38 0,0 0-30 16,0 0-25-16,0 0-27 0,0 0-14 0,0 0-26 16,0 0-13-16,0 0-12 0,-6 30-2 0,3-20-21 15,2 3-7-15,-2 3 1 0,1-1-10 0,1 2-12 16,-2 0-7-16,3-1-9 0,-1 2-8 0,0-2-4 15,1 0-67-15,-1-3-3 0,1 2 0 0,0 1 0 16,1-1 0-16,0-3 0 0,-1-3 0 0,0 3 0 16,0-2 0-16,-1-3 0 0,1-7 0 0,0 10 0 15,1-3-42-15,-1-7-133 0,3 9-27 0,-3-9-25 16,0 0-20-16,1 5-37 0,-1-5-63 0,0 0-53 16,0 0-51-16,0 0-49 0,0 0-386 0,0 0-961 15,-1-29 425-15</inkml:trace>
  <inkml:trace contextRef="#ctx0" brushRef="#br0" timeOffset="108158.61">9279 5752 356 0,'-11'-1'452'0,"11"1"20"16,0 0 22-16,0 0 15 0,0 0-13 0,0 0-8 16,-8-1-20-16,8 1-23 0,0 0-23 0,0 0-31 15,0 0-32-15,0 0-49 0,0 0-20 0,0 0-35 16,0 0-30-16,0 0-36 0,0 0-40 0,21-14-50 15,-10 10-62-15,2 2-40 0,-1-1-62 0,6 0-59 16,3 1-50-16,7-1-71 0,0 3-61 0,-7-1-52 16,0-1-50-16,7 2-47 0,-6 2-340 0,-3-4-861 15,0 1 381-15</inkml:trace>
  <inkml:trace contextRef="#ctx0" brushRef="#br0" timeOffset="108502.28">9646 5741 54 0,'0'0'374'0,"0"0"34"16,0 0 23-16,0 0 7 0,0 0 0 0,0 0-13 16,0 0-17-16,0 0-21 0,1 9-31 0,-1-9-22 15,0 0-34-15,0 0-28 0,0 0-35 0,0 0-23 16,0 0-25-16,0 0-19 0,15-1-30 0,-9 3-6 0,0 2-11 16,1 1-11-16,1 0-11 0,0 2-14 0,0 1-4 15,2-1-14-15,-3 3-8 0,1 1-17 16,-3-2-3-16,1 1-20 0,0 0-16 0,-2 0-25 15,-4-3-13-15,1 3-15 0,0-1-4 0,-1-2-7 0,0-7 13 16,-5 14-2-16,2-10-4 0,-3 2 13 0,2-2-4 16,4-4 1-16,-10 3 13 0,10-3 8 15,-10 0 5-15,10 0 1 0,0 0 6 0,-10-12 6 16,8 7 7-16,2 5 4 0,2-15 3 0,3 5-4 0,-2 1 4 16,3-1-4-16,0-2 0 0,3 3 1 0,2-4-9 15,-2 6-1-15,3-2-16 0,1 3-23 0,-3 2-29 16,2-2-40-16,1 4-46 0,-1 1-50 0,2 1-42 15,-2 1-46-15,-2 0-36 0,4 2-44 0,-4-1-309 16,-3 1-739-16,0 0 327 0</inkml:trace>
  <inkml:trace contextRef="#ctx0" brushRef="#br0" timeOffset="109502.05">9953 5823 36 0,'5'-5'403'0,"-5"5"7"0,3-6-2 0,1 3-11 16,-4 3-24-16,7-8-33 0,-3 5-4 0,-4 3-25 16,6-6-20-16,-6 6-21 0,9-5-24 0,-9 5-24 15,4-3-19-15,-4 3-26 0,6-2-14 0,-6 2-19 16,0 0-15-16,0 0-16 0,14 2-12 0,-14-2-14 16,10 7-5-16,-5-4-12 0,-2 2-6 0,2 0-9 15,-1 2-2-15,1 2-11 0,0 0-4 0,-2-3-5 16,-1 4-1-16,1-2-10 0,-2 2 3 0,-2-1-2 15,-2 1-1-15,1-3-4 0,0 0-5 0,-1-1 1 16,-2-1-3-16,-3 3 1 0,1-4-1 0,1-1 0 16,-3 2 5-16,-2-2-8 0,2 0 1 0,0-2 4 15,9-1-2-15,-14-2 0 0,14 2 9 0,-11-6-6 16,5 2 19-16,2-2 3 0,4 6 4 0,-6-11 3 16,6 1 2-16,1 1-3 0,3-2-10 0,-1 1 5 15,-2 0-3-15,5 0-7 0,-2 1 1 0,2 1-6 16,0 3-3-16,-1-1-1 0,1 1-7 0,0 1 0 15,1 1-1-15,-1 0-3 0,-6 3-1 0,14-2-3 16,-6 2-1-16,-8 0-4 0,13 5 3 0,-7-1-3 16,2-1 0-16,-3 2-1 0,1 2 3 0,-2 2-3 15,3-2 5-15,-1 3-2 0,0-2-1 0,-2 0 1 16,-1-1-1-16,1 2 0 0,-4-1-6 0,1-1-6 16,1 1 6-16,1-2-7 0,0-1 2 0,-3-5-4 15,3 11 6-15,1-6 0 0,2-1-1 0,1 0 2 16,3-1 4-16,2-2-2 0,-1 2 0 0,8-3 4 0,-1-4 0 15,1-1 2-15,-1-1-2 0,-2-2 2 16,4-1 8-16,-2-2 9 0,0-2 8 0,3-3 10 16,-3-3-2-16,5-3 0 0,-1-3 36 0,-4-3 0 15,0 1 11-15,-5-1 5 0,-1 2 5 0,-3-1-4 0,-1 2-6 16,-3 8-8-16,-2-2 12 0,0 2-14 0,-3 1-9 16,0 5-2-16,0 0-13 0,-3 1-1 15,0 0-9-15,1 3-10 0,2 7 2 0,-7-9-10 16,2 5-6-16,5 4-2 0,-10-2-2 0,10 2-1 0,-18 5 5 15,9 4-15-15,-2-1 14 0,-1 6-2 0,2 1-6 16,0 1 4-16,-1 10-7 0,2-4-9 0,1 2 11 16,1-5 4-16,2 5 1 0,0-5-4 15,1 1 8-15,0-2-6 0,3 0 1 0,1 0-14 0,0-2 16 16,0-4 1-16,2 4-13 0,1-3-1 0,1-1-11 16,4 2 7-16,1-1-1 0,3-1-1 0,2-1-1 15,2 0-3-15,2-1 2 0,6 1 0 0,1-3-1 16,-3-2 2-16,4-1 4 0,-3-3 4 0,4-1-2 15,3-2-11-15,-9 1 15 0,-3-6 1 0,1 2 4 16,1-1-5-16,-3 1-3 0,-1-5 8 0,-1 2-1 16,-5 2 0-16,2-2 8 0,-1-6-2 0,-2 5 2 15,-3 0-3-15,2-3 8 0,-3 2-4 0,-1-1-4 16,-3 1 1-16,0 2-1 0,2-3-2 0,-3 3 1 16,0 7-5-16,-3-13-2 0,1 7 4 0,2 6-4 15,-3-10-2-15,3 10 5 0,-4-6-12 0,4 6 5 16,-9-2-2-16,9 2 0 0,0 0-1 0,0 0-1 15,-16 9-3-15,11-3 8 0,1 1-1 0,0-2 3 16,3 4 0-16,-2 0-4 0,0 1-8 0,3 0 15 16,2 0-4-16,-1 0-3 0,0 1-2 0,3-2 3 15,0 1 1-15,1 0-1 0,3-2 3 0,1 0-5 16,0-1 7-16,2 0-2 0,2-3-7 0,5 2-1 16,2-2-9-16,2-1-6 0,-1-1-18 0,2-4-20 15,-3 2-28-15,1-2-29 0,0-2-41 0,1-1-27 16,-1-1-54-16,7-5-60 0,-8 5-1 0,-1-3 4 15,-5 0-40-15,4-1-69 0,-5-2-372 0,-2-1-846 16,-4-2 375-16</inkml:trace>
  <inkml:trace contextRef="#ctx0" brushRef="#br0" timeOffset="109736.36">10932 5645 176 0,'-7'-3'460'0,"2"-2"37"16,5 5 38-16,-11-4 18 0,11 4 0 0,-7-3-6 15,7 3-22-15,0 0-10 0,-5-5-13 0,5 5-34 16,0 0-47-16,0 0-41 0,13-11-43 0,1 8-29 0,8-2-40 16,11 0-23-16,-5 2-24 0,5-2-25 15,0 2-20-15,1 2-16 0,-4 0-16 0,0 0-140 16,-2 1-4-16,-8-3 0 0,-2 3 0 0,0 0 0 16,-5 0 0-16,-3 0 0 0,-1-1 0 0,-9 1-155 0,13 0-223 15,-13 0-68-15,0 0-60 0,0 6-112 0,0-6-397 16,0 0-1099-16,-27 2 485 0</inkml:trace>
  <inkml:trace contextRef="#ctx0" brushRef="#br0" timeOffset="119331.68">11339 5888 11 0,'9'1'393'0,"-9"-1"-9"0,9 0-13 0,-9 0-31 16,9 1-36-16,-9-1-27 0,0 0-33 0,10 1-20 16,-10-1-20-16,0 0-23 0,7 4-3 0,-2-1-27 15,-5-3-6-15,4 7 1 0,-4-7-15 0,3 10 12 16,-1-3-10-16,2 1 2 0,-3-2-12 0,-1 5-1 15,1-2-7-15,-1 1-2 0,0 0-9 0,-1-1-5 16,1 2-7-16,-5-1-3 0,1 1-9 0,-3-4-5 16,1 5-6-16,-5-1-14 0,3 4 1 0,-5-1 1 15,-1-4-9-15,1 1-21 0,1-3-44 0,1-2-44 16,4 1-67-16,-1 1-86 0,-1-3-72 0,4 0-75 16,1-3-72-16,4-2-221 0,0 0-707 0,0 0 313 15</inkml:trace>
  <inkml:trace contextRef="#ctx0" brushRef="#br0" timeOffset="120034.65">12062 5690 183 0,'3'-10'494'0,"1"0"3"0,0 1-1 0,-4-1-6 0,2 1-1 15,0 0-11-15,-1-1-15 0,3 1-10 0,-4 3-22 16,0 6-12-16,1-15-24 0,-1 15-17 0,0-10-21 15,0 10-29-15,0-8-34 0,0 8-32 0,0 0-26 16,0 0-35-16,2-7-13 0,-2 7-23 0,0 0-18 16,0 0-17-16,0 0-15 0,0 0-13 0,0 0-102 15,0 0 0-15,4 20 0 0,-2-10 0 0,0 3 0 16,3 3 0-16,-1 1 0 0,3 8 0 0,0-1 0 16,-2 2 0-16,3 1 0 0,-3-1 0 0,5 0 0 0,-2 4 0 15,3-3 0-15,-4 2 0 0,4 0 0 16,-2 1 0-16,-1-5 0 0,5 0 0 0,-5 4 0 15,-1-2 0-15,3-2 0 0,0-1 0 0,-3-5 0 16,-1-2 0-16,2-3 0 0,-4-2 0 0,0-1 0 0,-1-2 0 16,1-2 0-16,0-1 0 0,-2-1 0 0,-2-5 0 15,7 8 0-15,-7-8 0 0,3 5 0 16,-3-5 0-16,0 0 0 0,0 0 0 0,0 0 0 16,16-13 0-16,-8 5 0 0,2-6 0 0,3-8 0 0,-2-1 0 15,3-3 0-15,-1-5 0 0,5 0 0 0,-5-4 0 16,6-7 0-16,-6 10 0 0,-2-1 0 0,5 1 0 15,-4-1 0-15,1 1 0 0,-2 1 0 16,3 2 0-16,-4 1 0 0,0 4 0 0,-3 5 0 0,-1 4 0 16,-1 1 0-16,1 3 0 0,-4 1 0 0,0 2 0 15,2 1 0-15,-4 7 0 0,4-8 0 0,-4 8 0 16,2-7 0-16,-2 7 0 0,0 0 0 0,3-7 0 16,-3 7 0-16,0 0 0 0,0 0 0 0,0 0 0 15,0 0 0-15,0 0 0 0,0 0 0 0,0 0 0 16,0 0 0-16,0 0 0 0,0 0 0 0,-3 26 0 15,3-19 0-15,0 1 0 0,2 1 0 0,1-1-296 16,-1 3-168-16,4-1-35 0,-1 5-42 0,7-3-42 16,-6 0-385-16,1-1-1049 0,-1 0 463 0</inkml:trace>
  <inkml:trace contextRef="#ctx0" brushRef="#br0" timeOffset="120721.98">12853 6057 163 0,'0'0'283'16,"0"0"-2"-16,-5-9 1 0,5 9 1 0,0 0 11 15,0 0 18-15,-2-8 0 0,2 8 8 0,0 0 10 16,0 0 5-16,-3-6 8 0,3 6-1 0,0 0 2 16,0 0-8-16,0 0-13 0,0 0-11 0,0 0-11 15,0-11-14-15,0 11-18 0,0 0-25 0,0 0-21 16,0 0-22-16,5-6-28 0,-5 6-13 0,0 0-19 15,0 0-14-15,9-4-16 0,-9 4-9 0,0 0-12 16,11 0-16-16,-11 0-4 0,16 4-11 0,-7-2-4 16,2 3-5-16,-1 2-10 0,1 0 1 0,-1 0-18 15,0-1 2-15,1 1 0 0,-5 0-2 0,1 4-6 16,1-1 0-16,-2-2-2 0,-2 0 3 0,-1 3-7 16,1 0-11-16,-4 0 4 0,-2 0-4 0,0-2 0 15,-3 0 0-15,-3 1 0 0,-2-1 0 0,-3 1 0 16,-3-1 0-16,-2-3 0 0,0 0 0 0,0-1 0 15,0-1 0-15,5-3 0 0,1 0 0 0,-1 0 0 16,-1-1 0-16,6 1 0 0,8-1 0 0,-11-2 0 16,-1 1 0-16,12 1 0 0,-9-5 0 0,9 5 0 15,-4-7 0-15,4 7 0 0,-2-8 0 0,2 8 0 16,0 0-62-16,6-13-102 0,0 9-47 0,4-3-40 0,1 1-63 16,0 1-61-16,-1 1-42 0,1 0-56 15,1 1-47-15,2-1-381 0,-3 1-976 0,3-2 432 16</inkml:trace>
  <inkml:trace contextRef="#ctx0" brushRef="#br0" timeOffset="121284.35">12967 5969 292 0,'0'-11'468'0,"2"0"3"15,0 0-2-15,1 1-10 0,0 0-8 16,-1 0-9-16,2-1 0 0,-2 2 0 0,0 0-8 16,1 1-13-16,-3 0-15 0,0 8-13 0,4-11-15 0,-4 11-16 15,0-10-17-15,2 5-23 0,-2 5-22 0,0 0-20 16,0-8-26-16,0 8-17 0,0 0-114 0,0 0-123 16,0 0 0-16,2-10 0 0,-2 10 0 0,0 0 0 15,0 0 0-15,0 0 0 0,0 0 0 0,0 0 0 16,0 0 0-16,0 0 0 0,0 0 0 0,0 0 0 15,0 0 0-15,0 0 0 0,0 0 0 0,-4-8 0 16,4 8 0-16,0 0 0 0,0 0 0 0,0 0 0 16,0 0 0-16,0 0 0 0,0 0 0 15,0 0 0-15,0 0 0 0,0 0 0 0,0 0 0 0,0 0 0 16,0 0 0-16,0 0 0 0,0 0 0 0,0-10 0 16,0 10 0-16,0 0 0 0,0 0 0 0,0 0 0 15,-4-7 0-15,4 7 0 0,0 0 0 0,0 0 0 16,0 0 0-16,0 0 0 0,0 0 0 0,0 0 0 15,0 0 0-15,0 0 0 0,4 24 0 0,-4-12 0 16,4 6 0-16,-1 0 0 0,-1 1 0 0,-2 2 0 16,3-3 0-16,-3 7 0 0,2 0 0 0,0-6 0 15,0-1 0-15,-2 7 0 0,0-5 0 0,0-4 0 16,0 4 0-16,2-1 0 0,-4-2 0 0,2-6 0 16,0 5 0-16,0-5 0 0,-2 1 0 0,2-3 0 15,0 2 0-15,2-3 0 0,-2-8 0 0,0 11 0 16,0-4 0-16,0-7 0 0,0 9 0 0,0-9 0 15,3 7 0-15,-3-7 0 0,2 5 0 0,-2-5 0 16,8 2 0-16,-8-2-43 0,12-2-390 0,-12 2-59 16,13-5-55-16,-4 0-52 0,-1 1-415 0,2 0-1097 15,-1-1 487-15</inkml:trace>
  <inkml:trace contextRef="#ctx0" brushRef="#br0" timeOffset="122403.97">13255 6185 198 0,'0'0'360'0,"0"0"7"0,0 0 5 0,7-8-11 15,-7 8-11-15,2-5-17 0,-2 5 5 0,0 0-7 16,2-9-5-16,-2 9-16 0,4-9-14 0,-4 9-16 16,0-7-16-16,0 7-17 0,3-6-19 0,-3 6-23 15,0 0-16-15,0 0-19 0,6-11-18 0,-6 11-17 16,0 0-14-16,0 0-14 0,0 0-12 0,10-4-11 15,-10 4-12-15,0 0-8 0,10 2-8 0,-10-2-7 16,7 3-4-16,-7-3-6 0,10 6-6 0,-6-3-4 16,-4-3-3-16,5 7-2 0,-1-1-4 0,-4-6-3 15,0 10-13-15,0-10 8 0,0 11 0 0,0-11 2 16,-5 11-7-16,-1-3 3 0,2-3-1 0,-4 1 1 16,1-2-2-16,-3 2-1 0,0-1 0 0,-1-1-4 0,0-1-2 15,-1 0 0-15,1-3 2 0,5 2 4 0,-4-1 4 16,10-1-5-16,-13-5-1 0,5 3 0 0,8 2 5 15,-10-8-8-15,8 4 15 0,2 4 3 0,-3-12-1 16,3 12-2-16,0-13-5 0,5 4 3 0,0 0-1 16,0-1-3-16,-1 3 0 0,3-1-6 0,1-1-2 15,0 2-2-15,-4 1 0 0,2 1 0 0,1 2-1 16,-7 3-1-16,12-6-4 0,-8 3-1 0,3 2 1 16,-7 1 2-16,11 0-5 0,-11 0-7 0,12 8 10 15,-6-4 1-15,-2 2-1 0,1 1 4 0,-1 0-5 16,4 1 2-16,-4-2-1 0,0 1-2 0,-1-1 2 15,5 2-3-15,-6-1-5 0,0-1-9 0,1 0-10 16,-3-6 0-16,2 11-5 0,3-7 1 0,-3 1 7 16,-2-5 5-16,0 0 4 0,5 5 9 0,-5-5 5 15,0 0 2-15,0 0-3 0,0 0 2 0,13-3-1 16,-13 3-1-16,0 0 17 0,16-11-1 0,-9 4 6 16,-1 2-3-16,-6 5 6 0,14-11 2 0,-8 6 4 15,-6 5-1-15,9-9 2 0,-9 9-4 0,9-6-1 16,-2 2 0-16,-7 4-5 0,11-6-4 0,-11 6-11 15,0 0 8-15,11-3-2 0,-11 3-4 0,0 0 0 16,0 0 2-16,18 7-2 0,-18-7-3 0,9 8 6 16,-5-3-5-16,2 0 0 0,2 1 0 0,-3 0 2 15,-1 0-8-15,5 0-6 0,-4 0-6 0,0-3 1 16,5 2-2-16,-5-1-6 0,4 0 5 0,-4 2 4 16,4-3-2-16,-3 0 5 0,1-1 2 0,-7-2 4 15,11 1 3-15,-11-1 3 0,11-1 0 0,-11 1 7 16,14-4 5-16,-9 1 7 0,-1-4 9 0,1 3 4 15,-1-2 0-15,-2 0-11 0,0-4 19 0,-2 10 4 16,5-18-2-16,-2 12 8 0,-3 6 0 0,2-15 10 16,0 8 9-16,-2 7 5 0,0-15 10 0,0 15 10 15,0-11-1-15,0 11-13 0,0 0-8 0,0-10-6 16,0 10-20-16,0 0 0 0,0 0-6 0,0 0-5 16,0 0-11-16,0 0-2 0,0 0-7 0,0 0 13 15,0 0-11-15,0 0 1 0,0 35-5 0,0-23-2 16,-2 6 6-16,2 1-6 0,0 7 16 0,-2 0-4 15,-1 1 4-15,3-1 2 0,0-1-11 0,-3 1-17 16,3-1 0-16,-2-6 0 0,0 1 0 0,2 4 0 16,-2-5 0-16,2 1 0 0,0-2 0 0,0 1 0 15,0-2 0-15,0-5 0 0,0 4 0 0,0-5 0 0,0 0 0 16,0 0 0-16,0-11 0 0,-2 19 0 16,4-12 0-16,-2-7 0 0,0 0 0 0,-4 17 0 15,4-17 0-15,0 6 0 0,0-6 0 0,0 0 0 16,0 8 0-16,0-8 0 0,0 0 0 0,0 0 0 0,-5 4 0 15,5-4 0-15,0 0 0 0,0 0 0 0,0 0 0 16,0 0 0-16,0 0 0 0,0 0 0 0,0 0 0 16,-23-10 0-1,19 6 0-15,-3 1 0 0,1-1 0 0,-1 0 0 0,0-2 0 16,1 2 0-16,-1-1 0 0,3-1 0 0,-4 2 0 16,4-2 0-16,-1 0 0 0,1-3 0 0,-2 1 0 15,3 0 0-15,-4 1 0 0,5-4 0 0,-3 3 0 16,1-1 0-16,4 9 0 0,-4-18 0 0,3 12 0 15,1 6 0-15,-4-16 0 0,4 16 0 0,2-14 0 16,0 8 0-16,3-4 0 0,2 4 0 0,6-1-118 16,3 0-279-16,13 0-89 0,2 1-91 0,5 0-526 15,14-2-1194-15,4 2 529 0</inkml:trace>
  <inkml:trace contextRef="#ctx0" brushRef="#br0" timeOffset="122728.1">14234 6267 438 0,'-11'-9'463'0,"6"5"7"0,-1 1-14 15,6 3-17-15,-8-3-22 0,8 3-6 0,-6-3-5 16,6 3-5-16,0 0-12 0,0 0-19 0,0 0-7 15,-11-8-10-15,11 8-26 0,0 0-14 0,0 0-30 16,0 0-25-16,0 0-30 0,0 0-28 0,0 0-24 16,0 0-10-16,15-13-23 0,-15 13-11 0,19-2-20 15,-1-1-7-15,-7 1-12 0,2 1-19 0,1 0-33 16,-1 0-27-16,1 0-46 0,-5 0-50 0,4 2-55 16,-13-1-66-16,12 1-69 0,-4 0-79 0,-3 1-64 15,-5-2-58-15,9 8-46 0,-9-2-408 0,0-6-1003 16,0 0 445-16</inkml:trace>
  <inkml:trace contextRef="#ctx0" brushRef="#br0" timeOffset="122915.55">14239 6367 147 0,'0'0'444'0,"-7"6"23"16,7-6 45-16,-3 4 31 0,3-4 1 0,0 0-5 16,0 0-28-16,0 0-34 0,0 0-24 0,0 0-31 15,0 0-39-15,0 0-44 0,0 0-23 0,0 0-36 16,21-15-26-16,-11 11-27 0,1-2-24 0,5 1-22 15,-3 0-39-15,0 3-48 0,3-5-60 0,-3 4-64 16,-2 0-68-16,2 0-64 0,-1 1-65 0,1 0-77 16,-2 1-79-16,-11 1-78 0,21 0-79 0,-21 0-345 15,15-2-958-15,-15 2 423 0</inkml:trace>
  <inkml:trace contextRef="#ctx0" brushRef="#br0" timeOffset="129073.56">15037 6038 235 0,'0'0'324'0,"-3"-11"-5"0,3 11-1 16,0 0-7-16,-3-6 13 0,3 6-13 0,0 0 10 15,0 0-14-15,3-12 8 0,-3 12-8 0,-3-7-4 0,3 7-9 16,0 0-6-16,0-12-5 0,0 12-12 0,0-9-10 15,0 9-14-15,3-8-6 0,-3 8-20 16,0-11-12-16,0 11-18 0,3-11-18 0,0 5-5 16,2-3-21-16,1 2-9 0,1 0-18 0,5-2-3 0,-2 2-21 15,0-1-12-15,2 3-7 0,-1 0-7 0,-1 0-5 16,4 0-9-16,-1 1-14 0,-3 1-4 0,0 2-2 16,1-3-10-16,0 3 5 0,-3 1-4 15,3 0-9-15,-11 0-3 0,14 4 2 0,-7-2-6 0,-2 1-2 16,4 2-1-16,-3 2-2 0,0 2-4 0,-1 1-3 15,1-2 3-15,-2 5-5 0,-2-1-4 0,-2-1 11 16,1 5-6-16,-2 0-1 0,-1-2-1 0,-2 1-3 16,0 2 12-16,-3-6-4 0,1 5 0 0,-3 2 0 15,-1-3-4-15,1 0 2 0,-4 0 1 0,2 1-4 16,-3-1 13-16,1-2-12 0,2 2 1 0,-3-1 3 16,1 0-1-16,1-2 1 0,3-1-2 0,0-2 3 15,0 0-5-15,3-3 4 0,-1-1 4 0,4 1-10 16,-1-1 4-16,4-5 5 0,-9 9 2 0,5-7-4 15,4-2 10-15,0 0-1 0,-7 6 16 0,7-6 16 16,0 0 15-16,-3 4 17 0,3-4 20 0,0 0-18 16,0 0-77-16,0 0 0 0,0 0 0 0,0 0 0 15,0 0 0-15,0 0 0 0,0 0 0 0,33-15 0 16,-15 9 0-16,-1 1 0 0,5-1 0 0,8 0 0 16,-3-2 0-16,5 3 0 0,-1-3 0 0,0 4 0 15,-1-2 0-15,-2 3 0 0,-1 0 0 0,-8 1 0 16,1-1 0-16,-5 1 0 0,3 0 0 0,-6 0 0 15,-1 2 0-15,-3 0 0 0,-8 0 0 0,13-1 0 16,-13 1 0-16,11 0 0 0,-11 0 0 0,7-3 0 0,-7 3 0 16,0 0 0-16,10-2 0 0,-10 2 0 0,0 0-145 15,0 0-258-15,8-3-42 0,-8 3-41 16,0 0-48-16,0 0-70 0,0 0-325 0,2-5-1007 16,1-1 445-16</inkml:trace>
  <inkml:trace contextRef="#ctx0" brushRef="#br0" timeOffset="129510.96">15721 5916 120 0,'7'-7'479'0,"0"0"23"0,-2-1 12 0,-1 3 6 16,1 0-10-16,-1 0-19 0,-4 5-18 0,4-8-33 15,-4 8-16-15,6-6-26 0,-6 6-24 0,4-5-43 0,-4 5-29 16,0 0-32-16,0 0-37 0,4-5-20 0,-4 5-27 15,0 0-21-15,0 0-11 0,0 0-24 0,0 0-19 16,0 0-4-16,0 0-11 0,0 0-7 0,-14 27-10 16,10-19-2-16,-1 3-14 0,-3-1-5 0,1 5-10 15,0-5-6-15,-1 5 6 0,-3-3-11 0,2 2 0 16,1 0-4-16,-2-1-2 0,1 1-25 0,4-3-6 16,-3-2 0-16,3 4 0 0,-1-5 0 0,4-2 0 15,-3-1 0-15,3 0 0 0,2-5 0 0,-5 9 0 16,5-9 0-16,0 9 0 0,0-9 0 0,0 0 0 15,5 8 0-15,0-5 0 0,-5-3 0 0,17 2 0 16,-6 0 0-16,3-1 0 0,-1 0 0 0,0-1 0 16,1 1 0-16,-1-1 0 0,-1-1 0 0,0 0 0 15,3 0 0-15,-4-2 0 0,-1 3 0 0,-4-1 0 16,6-2 0-16,-12 3 0 0,13-1 0 0,-13 1 0 16,12 0 0-16,-12 0 0 0,9-2 0 0,-9 2-18 15,8-4-126-15,-8 4-32 0,0 0-33 0,10 0-32 16,-10 0-35-16,0 0-48 0,8-3-34 0,-8 3-38 15,2-7-40-15,-2 7-46 0,5-8-18 0,-5 8-273 16,0-11-835-16,0 5 370 0</inkml:trace>
  <inkml:trace contextRef="#ctx0" brushRef="#br0" timeOffset="129839">15845 5926 8 0,'0'-10'359'0,"0"10"25"0,3-10 19 0,-3 10 22 0,2-10 7 16,-1 5 6-16,-1 5 4 0,2-8-3 15,-2 8-9-15,2-8-7 0,-2 8-20 0,0 0-20 16,3-8-29-16,-3 8-47 0,0 0-20 0,0 0-27 16,0 0-36-16,0 0-9 0,5-3-35 0,-5 3-13 0,0 0-24 15,0 0-9-15,0 0-14 0,3 20-8 0,-1-10-5 16,-1 1-8-16,1 0 0 0,-2 5-12 0,1-1-8 16,-2 4-10-16,-1 2 0 0,1-2-6 15,-1 6-16-15,-2 0-47 0,1 0 0 0,-1-6 0 0,2 0 0 16,-2 0 0-16,0-1 0 0,1 2 0 0,0-3 0 15,-1 1 0-15,3-2 0 0,-1-3 0 0,1-1 0 16,0-1 0-16,2-1 0 0,-2 0 0 0,1-1 0 16,0-9 0-16,-1 13 0 0,1-7 0 0,0-6 0 15,1 8 0-15,-1-8 0 0,0 0-83 0,5 4-116 16,-5-4-54-16,10 0-61 0,-10 0-70 0,10-6-78 16,-1 0-107-16,0-3-420 0,0-1-1069 0,5-2 474 15</inkml:trace>
  <inkml:trace contextRef="#ctx0" brushRef="#br0" timeOffset="130432.62">16497 5938 419 0,'0'0'499'0,"0"-9"10"0,0 9 4 0,0 0 16 15,1-13-23-15,-1 13-24 0,0-9-23 0,0 9-22 16,0 0-18-16,1-9-32 0,-1 9-29 0,0 0-36 16,0 0-34-16,0 0-35 0,0 0-24 0,0 0-29 15,0 0-15-15,3-5-25 0,-3 5-16 0,0 0-16 0,0 0-8 16,0 0-16-16,8 18-11 0,-2-9-6 15,-1 1-18-15,-1 3 0 0,2 2-4 0,0 3-12 16,-1-3-1-16,2 3-6 0,-3 1-39 0,5 7-7 16,-5-7 0-16,1 0 0 0,0 5 0 0,0 2 0 0,-2-1 0 15,-1-5 0-15,1 4 0 0,-1-6 0 0,1 1 0 16,0-1 0-16,-1-1 0 0,-1-5 0 16,2-1 0-16,-2 0 0 0,3-2 0 0,-3-2 0 0,1 0 0 15,-2-7 0-15,2 9 0 0,-2-9 0 0,1 6 0 16,-1-6 0-16,0 0 0 0,0 0 0 0,0 0 0 15,17-11 0-15,-9 3 0 0,-2-5 0 0,4-2 0 16,3-7 0-16,1-1 0 0,-1-3 0 0,1-2 0 16,0-2 0-16,0-1 0 0,-1 1 0 0,2 1 0 15,-3-2 0-15,3 2 0 0,-3 2 0 0,-1 4 0 16,-2 6 0-16,-3-1 0 0,3 1 0 0,-1 1 0 16,0 4 0-16,-3 1 0 0,1 0 0 0,-2 1 0 15,0 3 0-15,-3 1 0 0,2 0 0 0,-3 6 0 16,5-10 0-16,-5 10 0 0,2-7 0 0,-2 7 0 15,0 0 0-15,4-4 0 0,-4 4 0 0,0 0 0 16,0 0 0-16,0 0 0 0,0 0 0 0,0 24 0 16,0-17 0-16,-1 2-88 0,1 1-312 0,0 1-55 15,0-1-57-15,2 3-55 0,2 0-44 0,-2-3-316 16,0 3-1004-16,1-2 446 0</inkml:trace>
  <inkml:trace contextRef="#ctx0" brushRef="#br0" timeOffset="130838.77">16980 6183 66 0,'0'0'418'16,"0"0"24"-16,0 0 8 0,0 0-4 0,0 0-14 16,0 0-7-16,-1-23-9 0,1 23-8 0,0 0-20 15,-5-11-11-15,5 11-21 0,-4-7-28 0,4 7-16 0,-3-6-35 16,3 6-23-16,0 0-22 0,-5-6-30 15,5 6-29-15,0 0-17 0,0 0-18 0,0 0-12 16,0 0-11-16,0 0-12 0,-14 8-10 0,9-1-10 16,-1 2-12-16,0 1 2 0,5 0-11 0,-1 3-2 0,-4 1-5 15,4 2-4-15,-1-4-1 0,2 6-4 0,-5-2-10 16,4 1 2-16,-1-2-1 0,-1 4-1 16,1-2-7-16,-1 1 4 0,2-1-12 0,-1 2 2 15,-2-4 0-15,0 3-2 0,3-1-10 0,-4 0 9 0,1-2 0 16,-1 1-2-16,3-5-4 0,-2 1-2 0,0-2 1 15,1 0 1-15,0-2-5 0,1 0 5 0,0-1-5 16,-1-1 1-16,4-6-1 0,-5 7 2 16,5-7-8-16,-5 7-14 0,5-7-32 0,-4 4 3 0,4-4-21 15,0 0-44-15,0 0-55 0,0 0-60 0,0 0-52 16,0 0-68-16,0 0-65 0,-6-19-60 0,8 9-61 16,-2 10-394-16,0-16-997 0,0 4 440 0</inkml:trace>
  <inkml:trace contextRef="#ctx0" brushRef="#br0" timeOffset="131073.09">16747 6361 54 0,'0'0'372'0,"-3"-6"23"0,3 6 17 0,0 0 4 0,0 0-2 16,0 0-6-16,0 0-12 0,0 0-17 0,0 0-13 16,14-5-17-16,-14 5-20 0,19 0-24 0,-8 2-14 15,7-2-26-15,1 0-18 0,1 0-17 0,-1 0-28 16,0 0-17-16,1 2-21 0,-1-2-16 0,2-2-16 15,-1 0-11-15,1-1-14 0,-1 1-17 0,-1 1 0 16,2-1-9-16,-8 1-18 0,-1 0-18 0,1-1-29 16,-2 1-29-16,0 1-37 0,-1 0-44 0,-10 0-45 15,12 3-48-15,-2-3-57 0,-5 1-60 0,-5-1-50 16,9 4-60-16,-5 0-59 0,-4-4-327 0,6 7-867 16,-6-7 383-16</inkml:trace>
  <inkml:trace contextRef="#ctx0" brushRef="#br0" timeOffset="131760.43">15225 6585 280 0,'0'0'311'0,"0"0"-17"16,-9 0-8-16,9 0-6 0,0 0-13 0,0 0 4 15,0 0-10-15,-7-5 0 0,7 5-1 0,0 0-7 16,0 0 0-16,-7-3 3 0,7 3-5 0,0 0-8 16,0 0-10-16,-10-4-12 0,10 4-9 0,0 0-11 15,0 0-13-15,-10-3-11 0,10 3-6 0,-7-2-4 16,7 2-12-16,-9-2-2 0,9 2-4 0,-11-1-12 15,11 1-7-15,-10-3-1 0,10 3 2 0,-12 0-12 16,12 0 1-16,0 0-8 0,-10-1-11 0,10 1 1 16,0 0 1-16,0 0 2 0,0 0-4 0,0 0 8 15,0 0 10-15,-9-1 5 0,9 1 2 0,0 0-4 16,0 0-1-16,0 0-95 0,0 0-26 0,0 0 0 16,42 0 0-16,-12 0 0 0,8 2 0 0,17-2 0 15,4 1 0-15,7 2 0 0,32-1 0 0,1 3 0 16,7-1 0-16,8-2 0 0,9-2 0 0,7 1 0 15,12 0 0-15,-2-1 0 0,3 6 0 0,-3-5 0 16,-7 2 0-16,-9-3 0 0,-8 3 0 0,-13 1 0 0,-12-4 0 16,-32 1 0-16,-3-1 0 0,-17 2 0 0,-2-1 0 15,-3 1 0-15,-1-2 0 0,-4 0 0 16,-9 0 0-16,-1 0 0 0,-7 0 0 0,-5 0 0 0,2 1 0 16,-9-1 0-16,12-1 0 0,-12 1 0 0,9 0 0 15,-9 0 0-15,0 0 0 0,0 0-252 0,0 0-127 16,0 0-45-16,0 0-59 0,0 0-88 0,-32 0-443 15,19 0-1098-15,0 0 486 0</inkml:trace>
  <inkml:trace contextRef="#ctx0" brushRef="#br0" timeOffset="135977.97">15917 6815 247 0,'0'0'417'0,"6"-12"15"0,-6 12 4 0,0 0-5 16,3-6-6-16,-3 6-15 0,0 0-5 0,3-5-8 16,-3 5-13-16,0 0-23 0,4-8-19 0,-4 8-7 15,4-7-13-15,-4 7-19 0,4-5-19 0,-4 5-23 16,0 0-17-16,0 0-21 0,4-7-23 0,-4 7-21 15,0 0-23-15,0 0-16 0,0 0-22 0,0 0-13 16,0 0-12-16,0 0-7 0,0 0-7 0,0 0-8 16,10 16-4-16,-7-6-13 0,2 1-11 0,-3 6 5 15,2 1-5-15,-1 1-5 0,0 1-26 0,0 3-12 16,0-3 0-16,-1 0 0 0,1 0 0 0,-5 4 0 16,2-1 0-16,2-3 0 0,-4 5 0 0,1-7 0 15,0 1 0-15,1-1 0 0,0 2 0 0,-1-2 0 0,-1 1 0 16,1-1 0-16,1 0 0 0,1-2 0 0,1 1 0 15,-2-5 0-15,3-1 0 0,0 0 0 16,2 0 0-16,-1 0 0 0,2-1 0 0,-1 0 0 16,2-1 0-16,-1-6 0 0,3 4 0 0,-1-3 0 0,0 0 0 15,2-2 0-15,-3-1 0 0,2-2-58 0,3-1-144 16,-3 1-40-16,0-2-47 0,1-4-41 0,0 3-40 16,-1-1-40-16,0-2-60 0,0-2-24 0,-3 1-36 15,2 1-270-15,0-1-865 0,-2-2 382 0</inkml:trace>
  <inkml:trace contextRef="#ctx0" brushRef="#br0" timeOffset="136243.54">15940 7036 19 0,'-8'-1'532'0,"8"1"25"0,0 0 19 16,-13-2 6-16,13 2-4 0,0 0 2 0,-7-1-27 15,7 1-14-15,0 0-20 0,0 0-38 0,0 0-42 16,-7-4-45-16,7 4-42 0,0 0-33 0,0 0-37 16,18-9-29-16,-9 7-23 0,3-2-24 0,-2 1-21 15,2 3-170-15,1-2-15 0,6 0 0 0,-2-1 0 16,4 1 0-16,-2 2 0 0,-3-3 0 0,2 1 0 0,3 2 0 16,-6-1 0-16,-2 1 0 0,2 0-64 15,-3-1-206-15,3-1-43 0,-4 1-40 0,0-1-44 16,0 2-51-16,-3 0-62 0,1 0-55 0,-9 0-314 15,14 2-951-15,-9-2 420 0</inkml:trace>
  <inkml:trace contextRef="#ctx0" brushRef="#br0" timeOffset="136727.81">16387 7276 125 0,'0'0'382'0,"6"-5"8"15,-6 5 4-15,5-7-15 0,-2 2 7 0,-3 5 4 16,5-8 7-16,-4 2-14 0,2 0-10 0,-3 6 1 16,1-10-13-16,-1 10-11 0,4-9-6 0,-3 4-3 15,-1 5-17-15,2-10-9 0,-2 10-7 0,0 0-21 16,-2-10-18-16,2 10-16 0,0 0-22 0,0 0-16 15,-1-10-23-15,1 10-18 0,0 0-19 0,-4-5-56 16,4 5-99-16,0 0 0 0,0 0 0 0,-4-7 0 16,4 7 0-16,0 0 0 0,0 0 0 0,0 0 0 15,-20 11 0-15,15-8 0 0,0 2 0 0,-2 4 0 16,1-2 0-16,-2 0 0 0,2 2 0 0,0 0 0 16,-1 1 0-16,2 0 0 0,-3 0 0 0,5 0 0 15,-1-1 0-15,0 3 0 0,3-3 0 0,-1 1 0 16,2 0 0-16,2 1 0 0,0-1 0 0,2-2 0 15,1 0 0-15,3 1 0 0,-1-2 0 0,4 0 0 16,5 1 0-16,0-3 0 0,3 1 0 0,0-2 0 16,0 0 0-16,0-3 0 0,2-1 0 0,-1-1 0 15,-1-2 0-15,-2 1 0 0,1-2 0 0,-1 3-18 0,0-4-190 16,-1 2-34-16,-4 0-37 0,-1 0-40 16,1-2-50-16,-3 2-51 0,-1 0-76 0,-1-1-72 15,0 1-311-15,-1-1-952 0,-6 4 421 0</inkml:trace>
  <inkml:trace contextRef="#ctx0" brushRef="#br0" timeOffset="138102.57">18759 5866 93 0,'0'0'368'0,"0"0"10"0,0 0 11 16,0 0-1-16,0 0-8 0,0 0-8 0,0 0-7 15,0 0-8-15,0 0-8 0,8 3-14 0,-8-3-15 16,0 0-19-16,0 0-24 0,0 0-19 0,0 0-18 15,0 0-21-15,0 0-14 0,-31-4-20 0,20 3-9 16,-2 0-23-16,-6-1-19 0,-2 1-7 0,-10 0-7 16,3 1-7-16,0 0-17 0,-1 1-6 0,-2 0 0 15,0-1-8-15,2 0-11 0,1-1-5 0,-2 2-6 0,2 1-2 16,0-1-7-16,9-1 1 0,0 1-7 16,5-1 5-16,1 1 0 0,1-1 1 0,2 1 2 15,3-1-10-15,7 0 1 0,-12 2 1 0,12-2-10 16,-13-2 5-16,13 2-13 0,0 0 5 0,0 0-6 0,-9 0 3 15,9 0-11-15,0 0-6 0,0 0 10 0,0 0-9 16,0 0-3-16,0 0 4 0,-9 2-2 16,9-2 3-16,0 0 1 0,0 0-5 0,0 0-1 15,0 0-1-15,0 0-9 0,0 0 5 0,0 0 6 0,0 0-9 16,0 0 9-16,0 0-4 0,0 0-8 0,0 0 2 16,0 0 16-16,-6 2-20 0,6-2 0 0,0 0-2 15,0 0 10-15,0 0-7 0,0 0 5 0,0 11 4 16,0-11-2-16,0 15 3 0,1-4-12 0,1 0 10 15,-1 6 5-15,0 2 3 0,-1 6 5 0,3 1 8 16,1 2-27-16,-2 2 0 0,1 1 0 0,-1 2 0 16,1 0 0-16,-2 1 0 0,2 2 0 0,-3 0 0 15,2 10 0-15,2 2 0 0,-3-12 0 0,2 8 0 16,1 3 0-16,-4-11 0 0,1 9 0 0,-2 1 0 16,2-9 0-16,-4-5 0 0,0 3 0 0,0 0 0 15,2 12 0-15,-4-12 0 0,0-1 0 0,-1 4 0 16,3-4 0-16,0-1 0 0,-2 2 0 0,2-5 0 15,1 2 0-15,-2 0 0 0,2-3 0 0,2-2 0 16,-2-2 0-16,0 0 0 0,0-6 0 0,1 1 0 16,0-3 0-16,-3-1 0 0,3-3 0 0,-1-2 0 15,1 2 0-15,1-3 0 0,0 0 0 0,-1 0 0 16,1-10 0-16,0 13 0 0,0-7 0 0,0-6 0 16,0 10 0-16,0-10 0 0,0 8 0 0,0-8 0 15,0 0 0-15,1 6 0 0,-1-6 0 0,0 0 0 0,0 0 0 16,0 0 0-16,1 10 0 0,-1-10 0 15,0 0 0-15,0 0 0 0,0 0 0 0,0 0 0 16,0 0 0-16,0 0 0 0,0 0 0 0,0 0 0 16,0 0 0-16,0 0 0 0,18-10 0 0,-10 7 0 0,1-3 0 15,4 1 0-15,2-2 0 0,4 0 0 0,-1-1 0 16,2 2 0-16,9-1 0 0,-3 1 0 16,1 0 0-16,0 1 0 0,-5 2 0 0,0 0 0 0,-2 0 0 15,-3 1 0-15,4 0 0 0,0 1 0 0,-2-1 0 16,0 2 0-16,-5-1 0 0,-3 1 0 0,-1 0 0 15,-4-1 0-15,-6 1 0 0,14 0 0 0,-6-2 0 16,-8 2 0-16,10 0 0 0,-10 0 0 0,0 0 0 16,9-3 0-16,-9 3 0 0,0 0 0 0,0 0 0 15,0 0 0-15,0 0 0 0,10-1 0 0,-10 1 0 16,0 0 0-16,0 0 0 0,0 0 0 0,0 0-172 16,0 0-81-16,0 0-51 0,0 0-35 0,0 0-45 15,0 0-46-15,0 0-76 0,0 0-57 0,0-7-311 16,0 7-946-16,0 0 419 0</inkml:trace>
  <inkml:trace contextRef="#ctx0" brushRef="#br0" timeOffset="143507.5">18839 6189 165 0,'0'0'400'0,"0"0"13"0,0 0 11 16,0 0-1-16,-6-9-5 0,6 9-6 0,0 0-4 15,0 0-8-15,0 0-15 0,0 0-9 0,0 0-15 0,0 0-6 16,1-10-26-16,-1 10-6 0,0 0-16 0,0 0-22 15,0 0-10-15,0 0-17 0,0 0-12 0,0 0-23 16,0 0-16-16,0 0-18 0,0 0-22 16,0 0-18-16,0 0-20 0,0 0-11 0,4-11-72 0,-4 11-46 15,0 0 0-15,0 0 0 0,0 0 0 0,0 0 0 16,8 21 0-16,-4-11 0 0,2 2 0 16,-1 0 0-16,2 3 0 0,-1 4 0 0,0-1 0 0,3 6 0 15,-2 0 0-15,-1-7 0 0,1 2 0 0,0 0 0 16,-2-1 0-16,0 0 0 0,2 0 0 0,-1-3 0 15,-1 3 0-15,2-3 0 0,-4-3 0 0,3 4 0 16,-3-6 0-16,0 1 0 0,1-1 0 0,-2-3 0 16,0-1 0-16,1-2 0 0,-3-4 0 0,3 8 0 15,-3-8 0-15,4 7 0 0,-4-7 0 0,0 0 0 16,2 5 0-16,-2-5 0 0,0 0 0 0,0 0 0 16,9-12 0-16,-3 4 0 0,0-2 0 0,0-4 0 15,-1-3 0-15,4-8 0 0,-1 0 0 0,2-2 0 16,-1-2 0-16,0 0 0 0,3-2 0 0,-3 0 0 15,0 0 0-15,2 0 0 0,-2 3 0 0,0 0 0 0,0 4 0 16,1 1 0-16,-4 6 0 0,1 2 0 16,-3 4 0-16,1 3 0 0,-1-2 0 0,-2 5 0 15,1 0 0-15,-3 5 0 0,2-8 0 0,-2 8 0 16,3-7 0-16,-3 7 0 0,0 0 0 0,2-5 0 0,-2 5 0 16,0 0 0-16,0 0 0 0,0 0 0 0,0 0 0 15,0 0 0-15,0 0-14 0,0 0-223 16,-6 25-42-16,3-14-51 0,3-1-30 0,-1 7-34 15,-1-2-37-15,2 2-55 0,1 0-38 0,0 2-332 0,2-2-928 16,-1 2 411-16</inkml:trace>
  <inkml:trace contextRef="#ctx0" brushRef="#br0" timeOffset="143976.14">19223 6616 213 0,'0'0'414'0,"0"0"13"0,6-14-8 15,-6 14-4-15,1-8-11 0,-1 8-10 0,2-11-11 16,-2 11-7-16,1-10-10 0,-1 10-11 0,-1-10-19 16,1 10-10-16,0-9-10 0,0 9-9 0,0 0-17 15,-3-11-15-15,3 11-23 0,0 0-24 0,-2-8-37 16,2 8-13-16,0 0-13 0,0 0-22 0,0 0-15 15,-3-5-24-15,3 5-2 0,0 0-10 0,0 0-15 16,0 0-4-16,0 0-6 0,0 0-14 0,0 0 0 16,-20 15-7-16,14-8-5 0,3-1 0 0,-4 4-13 15,1 2 6-15,2-2-3 0,-1 1-9 0,-1 4 4 16,2 3-26-16,-1-3 0 0,1 3 0 0,1-2 0 16,3 0 0-16,0 4 0 0,0-4 0 0,2 3 0 15,-1-2 0-15,-1 0 0 0,1 0 0 0,2 1 0 16,-2-1 0-16,1-2 0 0,-2-2 0 0,2-1 0 15,0 0 0-15,-2-3 0 0,0 0 0 0,0-2 0 16,0-7 0-16,0 9 0 0,0-9 0 0,-1 12 0 16,1-12 0-16,-1 7 0 0,1-7 0 0,0 0 0 15,-2 8 0-15,2-8 0 0,-6 5 0 0,6-5 0 16,0 0-85-16,-11-3-98 0,11 3-46 0,0 0-57 0,-16-7-47 16,10 4-47-16,-2-3-38 0,0 0-45 15,1-4-37-15,-2 2-28 0,-1 1-270 0,1-4-864 16,0 2 382-16</inkml:trace>
  <inkml:trace contextRef="#ctx0" brushRef="#br0" timeOffset="144194.81">19012 6802 139 0,'0'-9'252'0,"0"9"21"0,0 0 28 15,0 0 27-15,0 0 30 0,2-8 28 16,-2 8 15-16,0 0 17 0,0 0 15 0,0 0 10 16,3-7-2-16,-3 7 32 0,0 0-9 0,0 0-8 0,0 0-14 15,1-8-19-15,-1 8-29 0,4-5-33 0,-4 5-35 16,4-6-37-16,-4 6-26 0,9-7-136 0,1 2-127 15,-1-2 0-15,1 2 0 0,7-1 0 0,1 3 0 16,-3-3 0-16,6 2 0 0,-2 0 0 0,9-2 0 16,0 1 0-16,-1 3 0 0,-8 1 0 0,3 0-290 15,6 0-109-15,-8 2-59 0,-3-1-54 0,5-1-63 16,-4 1-417-16,-2 0-1077 0,3 1 476 0</inkml:trace>
  <inkml:trace contextRef="#ctx0" brushRef="#br0" timeOffset="144444.78">19597 6626 239 0,'1'-10'520'0,"-1"10"21"0,0 0 8 0,2-8-11 15,-2 8-29-15,4-9-35 0,-4 9-35 0,2-8-42 16,2 5-39-16,-4 3-32 0,7-8-31 0,-4 5-34 15,4-1-31-15,-7 4-24 0,10-8-15 0,-4 6-42 16,1 0-28-16,0-1-54 0,0 2-17 0,-7 1-60 16,13 1-63-16,-13-1-43 0,14 0-49 0,-14 0-65 15,7 0-50-15,-7 0-52 0,8 5-49 0,-8-5-28 16,4 6-34-16,-4-6-228 0,1 8-726 0,-1-8 322 16</inkml:trace>
  <inkml:trace contextRef="#ctx0" brushRef="#br0" timeOffset="144647.84">19593 6703 365 0,'0'0'435'16,"0"0"26"-16,-6 3 32 0,6-3 22 0,0 0 4 0,0 0-5 15,0 0 2-15,0 0-9 0,0 0-23 16,0 0-41-16,0 0-44 0,0 0-40 0,0 0-37 16,0 0-37-16,22-1-23 0,-22 1-27 0,16-4-23 15,-8 2-24-15,4 2-54 0,-1-1-36 0,-1-1-70 0,1 1-64 16,-3 1-60-16,-8 0-68 0,15-3-63 0,-9 3-70 15,-6 0-88-15,14-2-83 0,-8-1-91 0,-6 3-365 16,12-5-1001-16,-7 2 443 0</inkml:trace>
  <inkml:trace contextRef="#ctx0" brushRef="#br0" timeOffset="145366.44">20378 6336 337 0,'-1'-17'375'0,"0"11"10"0,1 6 13 0,-4-18 0 0,2 13-5 16,2-5-7-16,-2 0-4 0,-1 3-1 0,-1-2-4 16,1 3-17-16,2-2-5 0,-2 0-10 0,3 8-17 15,-4-13-13-15,3 7-19 0,1 6-13 0,-4-9-20 16,0 3-11-16,4 6-23 0,-4-8-9 0,4 8-25 15,-4-7-18-15,4 7-24 0,-5-5-12 0,5 5-16 16,0 0-12-16,0 0-11 0,0 0-15 0,-3-6-47 16,3 6-40-16,0 0 0 0,0 0 0 0,0 0 0 15,-13 21 0-15,9-10 0 0,0 2 0 0,0 4 0 16,-3 3 0-16,1 4 0 0,1 1 0 0,0 0 0 16,1 2 0-16,0 2 0 0,2-1 0 0,1-2 0 15,-2 5 0-15,2-3 0 0,0 3 0 0,-3 1 0 16,0-5 0-16,0 2 0 0,1 2 0 0,2 0 0 15,-1-3 0-15,0 2 0 0,-4-1 0 0,5 1 0 16,1-2 0-16,-3-1 0 0,1 1 0 0,2-5 0 16,0-2 0-16,0-5 0 0,-2 1 0 0,4-6 0 15,-1 3 0-15,0-3 0 0,1-1 0 0,-2-1 0 16,1-4 0-16,-1-5 0 0,1 9 0 0,-1-9 0 16,0 8 0-16,0-8 0 0,0 0-9 0,0 0-387 15,0 0-67-15,0 0-49 0,0 0-51 0,0 0-32 0,-9-29-348 16,4 18-1020-16,-2-4 451 0</inkml:trace>
  <inkml:trace contextRef="#ctx0" brushRef="#br0" timeOffset="145553.8799">20062 6744 4 0,'0'0'378'0,"-5"-9"24"0,4 3 53 16,1 6 35-16,-5-9 14 0,5 9-1 15,-1-10-10-15,-2 3-17 0,3 7-15 0,-1-8-23 16,1 8-33-16,0-11-42 0,0 11-38 0,5-10-39 0,3 3-35 15,-1 0-23-15,2 2-44 0,4-2-38 0,4-1-55 16,2 3-56-16,-1 1-47 0,1 0-53 0,0 3-58 16,2-1-69-16,0-1-63 0,0 1-67 15,7 0-66-15,-8 1-70 0,1 1-393 0,0-1-921 0,-4 1 408 16</inkml:trace>
  <inkml:trace contextRef="#ctx0" brushRef="#br0" timeOffset="145835.07">20464 6604 113 0,'0'0'375'16,"0"0"29"-16,6-6 55 0,-6 6 31 0,0 0 14 16,0 0-1-16,0 0 2 0,0 0 1 0,0 0 1 15,1-10-22-15,-1 10-14 0,0 0-32 0,0 0-34 16,0 0-34-16,0 0-32 0,0 0-34 0,0 0-34 16,0 0-28-16,0 0-27 0,0 0-24 0,0 0-104 15,0 0-88-15,0 0 0 0,0 0 0 0,0 0 0 16,0 0 0-16,0 22 0 0,0-22 0 0,-1 16 0 15,1-8 0-15,0-1 0 0,0 0 0 0,-1 4 0 16,1 0 0-16,-1-2 0 0,1 1 0 0,-2-2 0 16,4-2 0-16,-2-6 0 0,0 13 0 0,1-7 0 15,-1-6 0-15,1 9 0 0,-1-9 0 0,0 9-209 16,0-9-152-16,0 0-33 0,4 5-46 0,-4-5-63 16,0 0-49-16,0 0-404 0,14-12-1034 0,-10 4 457 15</inkml:trace>
  <inkml:trace contextRef="#ctx0" brushRef="#br0" timeOffset="146006.91">20547 6494 121 0,'0'0'395'15,"0"0"23"-15,1-7 24 0,-1 7 12 0,0 0-5 0,1-8-14 16,-1 8-33-16,0 0-34 0,0 0-34 0,0 0-33 16,0 0-34-16,0 0-36 0,-2-10-54 15,2 10-69-15,0 0-77 0,0 0-76 0,0 0-56 16,0 0-60-16,0 0-76 0,7 19-87 0,0-13-62 0,-3 3-228 15,2-2-664-15,0 2 294 0</inkml:trace>
  <inkml:trace contextRef="#ctx0" brushRef="#br0" timeOffset="146413.07">20686 6613 84 0,'0'0'429'0,"10"-1"20"15,-10 1 32-15,0 0 13 0,0 0-1 0,0 0-10 16,0 0-17-16,0 0-11 0,0 0-26 15,0 0-41-15,0 0-19 0,0 0-25 0,0 0-34 0,0 0-30 16,0 0-34-16,0 0-24 0,0 0-24 0,0 0-18 16,0 0-26-16,0 0-16 0,0 0-15 0,0 0-13 15,0 0-5-15,4 5-15 0,-4-5-7 0,-2 10-20 16,2-10-23-16,0 11-9 0,0-11-24 0,0 11-11 16,2-4-21-16,-2-7-22 0,0 9-2 0,0-9-21 15,0 9-2-15,0-9-3 0,1 8-3 0,-1-8 17 16,2 7 12-16,-2-7 8 0,0 0 3 0,0 0 9 15,7 1 1-15,-7-1 11 0,0 0 12 0,15-10 3 16,-12 6 5-16,6-2 16 0,-2-2 9 0,0 2 9 16,0-3 4-16,2 0 7 0,-3 3 20 0,0 0 11 15,-2-1 5-15,2 1 1 0,0 1 0 0,-2 2 3 16,-4 3-14-16,7-7-11 0,-7 7-2 0,5-4-7 16,-5 4-9-16,7-4-11 0,-7 4-6 0,0 0-3 15,0 0-2-15,0 0-1 0,14 8-2 0,-14-8-3 16,5 6-11-16,-1-2-6 0,0 4 0 0,0 0-14 15,2-3-64-15,-2 3-42 0,-1 0-44 0,1 1-46 16,0-4-41-16,1-1-50 0,-2 3-53 0,2-3-44 16,1 0-46-16,1-1-59 0,0-2-390 0,-7-1-966 15,16 0 427-15</inkml:trace>
  <inkml:trace contextRef="#ctx0" brushRef="#br0" timeOffset="147162.8799">21052 6590 333 0,'0'0'406'0,"0"0"19"16,0 0-13-16,5-5-15 0,-5 5-17 15,0 0-21-15,4-5-22 0,-4 5-19 0,0 0-27 16,5-4-27-16,-5 4-25 0,0 0-22 0,9-6-23 16,-9 6-28-16,0 0-8 0,7-2-20 0,-7 2-14 0,9 1-15 15,-9-1-9-15,10 3-13 0,-10-3-6 0,11 5-13 16,-5-2-12-16,-2 0 0 0,1 1-8 15,-5-4-5-15,8 9-11 0,-5-6 0 0,0 2-4 16,-3-5 1-16,4 11-9 0,-4-11-4 0,0 11-2 0,0-11-6 16,-5 9-4-16,3-3-1 0,-1 0-1 0,-1-1-5 15,4-5-1-15,-13 7-1 0,5-6 0 0,-1 2 0 16,1-3-1-16,8 0 0 0,-16 2 8 16,10-4 0-16,6 2 0 0,-10-1 3 0,10 1 7 0,-9-5 8 15,5 0 5-15,4 5 5 0,-4-11-2 0,3 7-2 16,1 4 2-16,0-11-8 0,0 11-1 0,3-11-1 15,1 4-1-15,0 3-3 0,4-2-1 0,-4 2-4 16,-4 4 1-16,9-7-2 0,-7 3-5 16,-2 4 2-16,9-3-5 0,-9 3 0 0,9-1-1 0,-9 1-1 15,12 1-3-15,-12-1 2 0,9 3-1 0,-4 1-3 16,0-3 1-16,0 5 3 0,-1-2-4 0,-1 2 5 16,0-2 2-16,2 3-5 0,-1-3-9 0,3 4-9 15,-5-1-8-15,3-3-3 0,-2 3-4 0,-3-7 4 16,5 10-3-16,-1-6 8 0,-2 2 6 0,2-1 4 15,-4-5 3-15,11 3 3 0,-4-2-1 0,3-1 4 16,0-1 1-16,2 0 4 0,-2-3 0 0,4-1 0 16,-4-1 12-16,6-3 11 0,2-1 6 0,-4-2 7 15,7-6 1-15,-3-2 6 0,-2 1 12 0,1-7 2 16,0-3-3-16,1 2 19 0,-3 0 20 0,-1 1-5 16,-2 0-2-16,-2 3 5 0,-4 9 5 0,0-2-4 15,-3 5-12-15,-1 0-5 0,-1 0-11 0,-1 5-6 16,0 6-11-16,-4-14-5 0,0 7 0 0,4 7-7 15,-7-8-2-15,3 5-5 0,4 3-1 0,-13-4-5 16,13 4-2-16,-12 0-5 0,12 0 4 0,-15 8 0 16,9 1-5-16,-1 0 4 0,1 5-3 0,0 3 1 15,-1 8 0-15,2-6 9 0,3 0-2 0,-1 7 0 16,2-3-3-16,1 4 4 0,5-3 0 0,-4-5-5 16,0 5-1-16,3-6 4 0,-1 1-5 0,3-3 3 0,-2 0-2 15,1-1 0-15,-1-4 1 0,1 0-4 16,0 0-1-16,4-1 3 0,-1 0-15 0,0-1-13 15,1-2-10-15,1-2-21 0,0 0-22 0,0-2-30 16,0-2-35-16,-2 3-34 0,0-4-38 0,-8 0-57 0,15-4-64 16,-9 0-57-16,0 1-79 0,-1-3-438 0,-1 0-976 15,-1-1 433-15</inkml:trace>
  <inkml:trace contextRef="#ctx0" brushRef="#br0" timeOffset="147959.57">21967 6479 209 0,'-2'-10'430'0,"-3"5"37"0,5 5 0 16,-1-11-2-16,1 11 0 0,-2-12-4 0,0 5-2 15,0 1-8-15,2 6-9 0,0-12-18 16,0 12-20-16,0-12-24 0,-2 6-8 0,2 6-24 15,-2-8-31-15,2 8-28 0,0 0-32 0,0 0-29 0,2-11-23 16,-2 11-26-16,0 0-24 0,0 0-9 0,0 0-17 16,0 0-87-16,0 0-42 0,23 15 0 0,-16-5 0 15,1 1 0-15,2 2 0 0,-3 1 0 0,2 2 0 16,-1 2 0-16,0 0 0 0,-1-2 0 0,-2 2 0 16,1-1 0-16,-4 0 0 0,3 1 0 0,-1-4 0 15,-2-2 0-15,1 1 0 0,-2-1 0 0,2-1 0 16,0-1 0-16,-1 0 0 0,-2-2 0 0,1-2 0 15,-1-6 0-15,3 9 0 0,-2-3 0 0,-1-6 0 16,3 6 0-16,-3-6 0 0,7 2 0 0,-7-2 0 16,0 0 0-16,12-7 0 0,-6-1 0 0,1 0 0 15,2-1 0-15,0-9 0 0,0 3 0 0,3-11 0 16,0-1 0-16,-2-4 0 0,1-2 0 0,0 3 0 16,0-4 0-16,-1 2 0 0,1 1 0 0,-1 1 0 15,-2 1 0-15,-2 4 0 0,2 2 0 0,-3 5 0 16,2 2 0-16,-3 1 0 0,0 4 0 0,-1 1 0 15,-1 3 0-15,-2 2 0 0,3-3 0 0,-3 8 0 16,2-9 0-16,-2 9 0 0,3-6 0 0,-3 6 0 16,0 0 0-16,0 0 0 0,0 0 0 0,0 0 0 0,0 0 0 15,3 26 0-15,-3-14 0 0,1 1 0 16,-2 3 0-16,1 1-459 0,1 1-43 0,-2-1-43 16,2 2-41-16,-1-4-431 0,0 1-1101 0,3 0 487 15</inkml:trace>
  <inkml:trace contextRef="#ctx0" brushRef="#br0" timeOffset="148318.87">22369 6570 211 0,'3'7'394'0,"-3"-7"16"16,0 0 14-16,0 0-4 0,0 0-5 0,0 0-6 16,0 0-6-16,0 0-7 0,0 0-15 0,0 0-23 15,0 0-20-15,0 0-27 0,14-11-27 16,-14 11-26-16,0 0-27 0,0 0-23 0,0 0-28 0,9-3-18 15,-9 3-22-15,0 0-9 0,10 4-20 0,-5-2-11 16,-5-2-9-16,8 5-10 0,-2 0-10 0,-6-5-5 16,8 4-9-16,-4 0-8 0,-4-4-5 0,5 7-5 15,-4-2-7-15,-1-5-5 0,5 9-9 0,-5-9-7 16,0 8-14-16,0-8-2 0,-1 10-1 0,1-10-3 16,-6 6 1-16,6-6 3 0,-8 6-7 0,4-3-1 15,-7 1 0-15,4-2-1 0,-1-1 1 0,8-1 3 16,-15 1 5-16,9 2-2 0,6-3 2 0,-11 0 9 15,11 0-2-15,0 0 4 0,-12-4 8 0,12 4-7 16,-8-3 3-16,8 3-7 0,-4-7-16 0,4 7-35 16,-1-12-36-16,1 12-42 0,5-16-37 0,3 7-49 15,1-1-51-15,-3 0-58 0,2 1-47 0,1 0-64 16,5-2-26-16,0 3-325 0,-1 2-846 0,-2-1 374 16</inkml:trace>
  <inkml:trace contextRef="#ctx0" brushRef="#br0" timeOffset="148662.54">22639 6397 5 0,'4'-11'420'0,"-2"0"44"16,2 1 12-16,0-1 9 0,-1-1 1 0,-1 3-8 16,1-2-8-16,-1 0-3 0,1 1-23 0,-2 0-7 15,3 2-12-15,-2 1-21 0,1 1-21 0,-3 6-20 16,1-9-22-16,-1 9-34 0,3-9-27 0,-3 9-34 15,0 0-28-15,4-5-24 0,-4 5-21 0,0 0-23 16,0 0-75-16,0 0-75 0,0 0 0 0,10 19 0 16,-7-9 0-16,1 8 0 0,0-1 0 0,-2 2 0 15,-1 7 0-15,1 1 0 0,1-2 0 0,-2-1 0 16,-2-5 0-16,2 6 0 0,-3-7 0 0,2 2 0 0,-3-1 0 16,-1 0 0-16,0-2 0 0,1 1 0 15,-1-4 0-15,0-3 0 0,0 0 0 0,0-2 0 16,2 0 0-16,-1-3 0 0,3-6 0 0,-4 10 0 15,4-10 0-15,-1 6 0 0,1-6 0 0,0 0 0 0,-1 9 0 16,1-9-204-16,0 0-71 0,0 0-83 0,0 0-63 16,0 0-52-16,24-9-67 0,-14 6-447 0,-1-1-1069 15,3 0 473-15</inkml:trace>
  <inkml:trace contextRef="#ctx0" brushRef="#br0" timeOffset="149272.28">23435 6617 81 0,'0'0'437'0,"0"0"10"0,0 0 1 15,-26-5-17-15,26 5-15 0,-4-6-6 0,4 6-3 16,-6-7-16-16,6 7 14 0,-2-8-18 0,2 8-12 15,0 0-11-15,-1-8-22 0,1 8-21 0,-3-6-22 16,3 6-27-16,0 0-14 0,-1-9-26 0,1 9-20 16,0 0-21-16,0 0-20 0,0 0-19 0,0 0-10 15,0 0-21-15,5-10-10 0,-5 10-17 0,0 0-7 16,0 0-19-16,0 0-3 0,15 5-11 0,-15-5-54 16,10 6 0-16,-3-2 0 0,-3 2 0 0,2-2 0 15,-4 0 0-15,4 0 0 0,-6-4 0 0,6 13 0 16,-5-9 0-16,1 3-20 0,-2-7-17 0,0 12-8 15,-2-4 0-15,0-2-1 0,-2 5-3 0,-1-4 6 16,-3 1-13-16,0-2 10 0,-2-1 9 0,-1-1 1 16,-1 1-3-16,-1 0 2 0,-4-2 4 0,4-2 2 15,-1 0 9-15,2 0 0 16,3-1 5-16,-2-1 1 0,2-3 5 0,2 2 2 16,0-4 5-16,3 1-2 0,0-3-11 15,2-2-23-15,2 0-8 16,1-4-23-16,3 3-16 0,1-1-25 0,4-2-37 0,1 1-34 0,2 4-25 0,4-3-40 0,4 3-45 0,0 3-31 0,0-1-36 15,0 1-26-15,1 1-34 0,1 2-18 0,-3-2-246 16,-1 2-740-16,0 0 328 0</inkml:trace>
  <inkml:trace contextRef="#ctx0" brushRef="#br0" timeOffset="149600.31">23606 6465 114 0,'0'0'285'0,"-4"-12"28"15,4 4 23-15,-3-1 26 0,0-1 26 16,2 0 6-16,-1 2 18 0,0-2 2 0,1 2 2 15,-2 1-6-15,2-3 14 0,-2 2 7 0,3 8-6 0,-1-10-11 16,1 10-16-16,0-10-27 0,0 10-33 0,0 0-32 16,-2-5-31-16,2 5-31 0,0 0-28 0,0 0-23 15,0 0-18-15,0 0-38 0,0 0-137 16,0 0 0-16,-7 24 0 0,6-4 0 0,-2 4 0 0,2 1 0 16,1 3 0-16,0 3 0 0,-3 2 0 0,2-1 0 15,0-2 0-15,-2 4 0 0,2 0 0 0,1-2 0 16,-1 0 0-16,0-1 0 0,-1 0 0 0,-2 3 0 15,-1-4 0-15,3-2 0 0,-1 0 0 0,-1 2 0 16,0-3 0-16,1-8 0 0,2-1 0 0,-2 0 0 16,2-1 0-16,-2-2 0 0,1-3 0 0,0-1 0 15,1-2 0-15,1-1 0 0,0-8 0 0,-3 9 0 16,3-9 0-16,0 9 0 0,0-9-7 0,0 0-322 16,0 0-20-16,0 0-48 0,0 0-46 0,0 0-55 15,0 0-39-15,0 0-9 0,0 0-302 0,6-32-918 16,-8 18 406-16</inkml:trace>
  <inkml:trace contextRef="#ctx0" brushRef="#br0" timeOffset="149787.78">23510 6867 45 0,'0'0'281'0,"3"-11"35"0,-3 11 41 15,0-10 43-15,0 10 39 0,1-9 33 0,-1 9 26 16,2-9 8-16,-2 9 0 0,2-6-11 0,-2 6-31 16,3-7-20-16,-3 7-35 0,2-7-42 0,-2 7-33 15,9-7-37-15,-4 2-25 0,4 1-34 0,0-1-22 16,4 0-24-16,-1 2-48 0,1 0-43 0,0-1-50 15,-1 1-40-15,2 0-64 0,-4 0-70 0,1-2-72 16,0 1-67-16,-3-1-75 0,-2 1-76 0,4-2-90 16,-2 0-64-16,0-5-334 0,-3 1-975 0,-4 1 432 15</inkml:trace>
  <inkml:trace contextRef="#ctx0" brushRef="#br0" timeOffset="150334.53">24492 6500 119 0,'0'-10'390'0,"0"-1"3"16,0-1 1-16,0 1-1 0,1 1-6 0,-2-2 6 15,1 2-10-15,-4-1-2 0,3 2 4 0,-3-1-13 16,2 2-2-16,1 1 7 0,-1-1-15 0,2 8-10 15,-6-13-9-15,3 9-12 0,3 4-25 0,-4-10-28 16,4 10-27-16,-2-8-29 0,2 8-24 0,-4-5-18 16,4 5-17-16,0 0-22 0,0 0-7 0,0 0-19 15,0 0-37-15,-12 18-78 0,9-5 0 0,-4 4 0 16,3 8 0-16,0 1 0 0,0 3 0 0,-2 2 0 16,8 3 0-16,-6 0 0 0,2 2 0 0,2 8 0 15,-3-6 0-15,0-4 0 0,4 1 0 0,-3 13 0 0,2-13 0 16,0 13 0-16,1-15 0 0,-2 0 0 0,1 2 0 15,0-6 0-15,-2 1 0 0,2-2 0 16,-1-1 0-16,1-8 0 0,0 0 0 0,0-4 0 16,0-2 0-16,0-6 0 0,0 5 0 0,0-7 0 0,0-5 0 15,1 11 0-15,-1-11 0 0,0 7 0 0,0-7 0 16,0 0 0-16,0 0-252 0,0 0-167 0,0 0-40 16,0 0-47-16,-4-28-55 0,-2 17-438 0,0-6-1083 15,-1 1 479-15</inkml:trace>
  <inkml:trace contextRef="#ctx0" brushRef="#br0" timeOffset="150553.23">24282 6880 273 0,'-1'-6'309'0,"1"6"4"0,-5-13 29 15,4 7 48-15,1 6 27 0,-3-11 28 0,-2 5 2 16,5 6-5-16,-5-10 6 0,4 6-3 0,1 4-6 16,-3-9-16-16,3 9-27 0,-2-7-27 0,2 7-34 15,-2-7-34-15,2 7-26 0,0 0-33 0,0 0-28 16,4-10-33-16,1 4-42 0,4 3-35 0,-4-1-49 15,6-2-47-15,2 3-48 0,-1-2-45 0,5 2-45 16,-3-2-58-16,3 1-60 0,2-1-49 0,3-1-36 16,-6 1-32-16,2 3-43 0,2-2-52 0,-3 2-38 15,-3-4-286-15,4 4-848 0,-6-2 375 0</inkml:trace>
  <inkml:trace contextRef="#ctx0" brushRef="#br0" timeOffset="150803.17">24622 6690 183 0,'0'0'301'0,"0"0"22"0,4-6 34 15,-4 6 24-15,0 0 28 0,0 0 26 0,3-8 14 16,-3 8 9-16,0 0 3 0,0 0 6 0,0 0-1 16,-3-11-9-16,3 11-14 0,0 0-32 0,0 0-28 15,0 0-37-15,0 0-36 0,0 0-38 0,0 0-24 16,0 0-28-16,0 0-23 0,0 0-19 0,0 0-142 16,0 0-36-16,0 0 0 0,0 0 0 0,0 0 0 0,-4 26 0 15,4-18 0-15,0 1 0 0,0-1 0 0,-2 2 0 16,0-3 0-16,1 2 0 0,0 1 0 0,1-1 0 15,0-9 0-15,-1 12 0 0,1-12 0 16,-2 9 0-16,2-9 0 0,2 8-235 0,-2-8-76 0,0 0-31 16,3 4-41-16,-3-4-39 0,0 0-52 0,12-2-38 15,-12 2-407-15,10-8-995 0,-1-2 439 0</inkml:trace>
  <inkml:trace contextRef="#ctx0" brushRef="#br0" timeOffset="150975.01">24721 6567 304 0,'0'0'385'0,"1"-9"26"16,-1 9 23-16,0 0 19 0,-2-9 5 0,2 9-15 16,0 0-17-16,0 0-32 0,-2-8-37 0,2 8-31 15,0 0-32-15,0 0-35 0,-1-9-23 0,1 9-34 16,0 0-56-16,0 0-53 0,0 0-72 0,0 0-71 16,0 0-69-16,0 0-67 0,0 0-62 0,0 0-76 15,0 0-75-15,22 11-321 0,-11-7-779 0,0-2 345 16</inkml:trace>
  <inkml:trace contextRef="#ctx0" brushRef="#br0" timeOffset="151271.81">25015 6517 187 0,'4'-5'423'0,"-1"-1"34"16,-3 6 13-16,0-9 23 0,0 9 2 0,0 0-5 15,-3-15-4-15,3 15-7 0,1-11-3 0,-1 11-12 16,-3-8-28-16,3 8-9 0,-2-7-32 0,2 7-27 15,0 0-34-15,0 0-36 0,-2-7-28 0,2 7-29 16,0 0-24-16,0 0-31 0,0 0-87 0,0 0-99 16,0 0 0-16,0 0 0 0,-7 23 0 0,6-13 0 15,-2 2 0-15,2 0 0 0,-1 5 0 0,-3-1 0 16,3 2 0-16,-1-2 0 0,1 2 0 0,-1 1 0 16,-2 0 0-16,0 0 0 0,1 0 0 0,1-2 0 15,1 0 0-15,-1 1 0 0,2-4 0 0,-3-2 0 16,2-2 0-16,2 1 0 0,1-1 0 0,2-1-62 15,-3-9-268-15,6 12-70 0,-1-8-62 0,-1 0-75 16,8-3-63-16,-12-1-367 0,17-4-1047 0,-5-1 462 16</inkml:trace>
  <inkml:trace contextRef="#ctx0" brushRef="#br0" timeOffset="151584.24">25168 6494 303 0,'1'-5'425'0,"-1"5"50"0,3-10 32 15,-3 10 20-15,2-7 1 0,-2 7-8 0,3-6-1 16,-3 6-17-16,0 0-9 0,0 0-21 0,0-10-31 0,0 10-43 16,0 0-35-16,0 0-39 0,0 0-30 15,0 0-32-15,0 0-27 0,0 0-22 0,0 0-33 16,0 0-9-16,0 0-132 0,0 0-39 0,9 25 0 16,-8-15 0-16,2 2 0 0,2 4 0 0,-4-1 0 0,3 3 0 15,-3-2 0-15,2 1 0 0,-3 0 0 0,2 0 0 16,1-2 0-16,-2 0 0 0,-1 3 0 15,2-3 0-15,-4-4 0 0,4 1 0 0,-4-1 0 16,4-1 0-16,-2-1 0 0,-2-2 0 0,2-7 0 0,0 12 0 16,-1-5 0-16,1-7 0 0,-1 9-3 0,1-9-254 15,-2 7-13-15,2-7-9 0,0 0-40 0,0 0-52 16,0 0-31-16,0 0-20 0,0 0-25 0,0 0-22 16,0 0-12-16,2-25-265 0,-2 25-807 0,-2-15 358 15</inkml:trace>
  <inkml:trace contextRef="#ctx0" brushRef="#br0" timeOffset="151771.69">25183 6692 618 0,'0'0'43'15,"-4"-7"55"-15,4 7 40 0,-6-6 34 0,6 6 40 16,0 0 33-16,-5-6 42 0,5 6 31 0,-9-5 27 16,9 5 23-16,-5-5 17 0,5 5 12 0,0 0 14 15,-8-4-2-15,8 4-8 0,0 0-17 0,0 0-17 16,-3-5-31-16,3 5-25 0,0 0-32 0,0 0-22 16,0 0-36-16,0 0-28 0,2-12-42 0,-2 12-44 15,9-4-45-15,-9 4-51 0,15-3-56 0,-3 2-55 16,-1-1-49-16,1-1-53 0,1 1-58 0,-1 2-51 15,1 0-33-15,1 0-45 0,-4 0-37 0,6 0-43 16,-4 2-337-16,1 0-872 0,1-2 386 0</inkml:trace>
  <inkml:trace contextRef="#ctx0" brushRef="#br0" timeOffset="152115.47">25430 6648 191 0,'0'0'328'0,"0"0"27"16,0 0 1-16,0 0 44 0,0 0 9 0,0 0 7 15,3 7-2-15,-3-7-11 0,0 0-16 0,0 0-18 16,0 0-28-16,0 0-26 0,0 0-38 0,0 0-24 16,0 0-26-16,4 4-22 0,-4-4-26 0,0 0-23 15,0 0-14-15,0 0-17 0,8 6-12 0,-8-6-7 16,8 7-13-16,-5-3-9 0,1 1-10 0,-2-1-5 16,0 4-9-16,2-3-11 0,-1 0-23 0,-3-5-14 15,5 12-20-15,-3-7-13 0,-2-5-19 0,2 10-6 16,-2-10-6-16,0 7-3 0,0-7-4 0,0 0 8 15,0 10 9-15,0-10 8 0,0 0 6 0,0 0 9 16,1 6 10-16,-1-6 3 0,0 0 6 0,0 0 3 16,0 0 3-16,0 0 5 0,0 0-4 0,8-24-2 15,-6 17 0-15,1 1-2 0,1 0-2 0,1-1-6 16,-3 1-14-16,1 1-6 0,1-2-17 0,-4 7-19 0,6-7-25 16,-2 3-40-16,1 0-32 0,3 1-46 15,-2-1-37-15,2 1-32 0,-8 3-43 0,12 2-45 16,-12-2-34-16,15 1-305 0,-8 1-756 0,-1 0 335 15</inkml:trace>
  <inkml:trace contextRef="#ctx0" brushRef="#br0" timeOffset="153095.81">25656 6699 181 0,'0'0'394'0,"0"0"10"0,0 0-14 16,0 0-21-16,0 0-17 0,0-20-20 0,0 20-23 15,0 0-30-15,6-5-25 0,-6 5-28 16,0 0-25-16,0 0-20 0,7-4-19 0,-7 4-19 16,0 0-15-16,13 4-13 0,-13-4-14 0,11 6-24 0,-8-3 10 15,3 3-17-15,-2-4-2 0,1 4-10 0,-5-6-11 16,8 8-12-16,-6-3-14 0,-2-5-5 0,4 10-4 16,-4-2-13-16,0-8-15 0,0 8-10 15,0-8 2-15,0 0-16 0,-4 12 18 0,-2-8-4 16,6-4-3-16,-8 3 3 0,8-3-2 15,-9 4 2-15,2-4-12 0,7 0 5 0,-14 0 3 0,14 0 9 16,-11 0 1-16,11 0 3 0,-10-6 12 0,5 3 10 16,5 3 17-16,-5-10-6 0,5 10 19 0,0-11 10 15,-2 5 3-15,2 6 4 0,4-14-10 0,-2 8-2 16,3 0-2-16,0 0-2 0,-3-1-6 0,1 2-6 16,5 2 1-16,-8 3-2 0,5-8-1 0,-1 3-7 15,-4 5 2-15,9-3-1 0,-9 3-7 0,7-3-3 16,-7 3-1-16,0 0-2 0,11 2 2 0,-11-2-5 15,0 0 0-15,10 4-1 0,-6 1 5 0,1 0-1 16,-5-5 3-16,6 8-6 0,-4-2 0 0,0-1 3 16,2 1-3-16,2-1 0 0,-6-5-3 0,4 12 0 15,-1-8 9-15,0 2-5 0,0-1-5 0,-3-5 2 16,6 10-6-16,-1-5 0 0,-1 0-2 0,1-2 1 16,2 0 2-16,-1 0-1 0,3 1 2 0,3-4 2 15,-1 0 3-15,3 0 4 0,-1-1 4 0,6-5-5 16,-6 2 22-16,7-3 20 0,-3 1 9 0,2-4 15 15,5-3 30-15,-2-4 24 0,-8 5-1 0,6-5-9 16,-8 2-8-16,1-2 3 0,5-5 1 0,-7 0 1 16,1-3-11-16,-3 1-9 0,-3 5 5 0,-2 1-4 15,-1-1-11-15,-1 1-7 0,0 1 2 0,-2 5-8 16,2 0-6-16,-6 3-5 0,4 0-4 0,0 9-9 16,0-13-1-16,0 13-9 0,0-9-5 0,0 9-13 15,0 0-2-15,0 0-5 0,-2-6-3 0,2 6 5 16,0 0-6-16,0 0 1 0,-11 18-1 0,9-7 5 15,-3 2 0-15,-4 1-5 0,6 2 2 0,-3 1-2 16,-1 1 4-16,3 0-5 0,-2-1-1 0,0 1-1 16,0 0-7-16,1 0 10 0,1-4 0 0,2 4-1 15,0-6 3-15,2 4-14 0,-2-2 1 0,2-3-1 16,4 2-6-16,0-1 4 0,0-3-2 0,5 6-3 0,1-6 5 16,3 2 3-16,5 0-10 0,0-5 10 15,2 1 2-15,1-3 0 0,0-2 0 0,2-2 2 16,5-1 1-16,-6-1 1 0,-2-1 4 0,0-1 1 15,-1 0-3-15,0-4 5 0,-7 3-4 0,3-3 5 0,-6 2 2 16,1-1 1-16,0 0 1 0,-3-1-1 0,-5 0 2 16,2 0-4-16,0 3-3 0,-4-2-2 15,0 7-3-15,2-11-6 0,-2 11-4 0,-2-8-8 16,2 8-6-16,0 0-2 0,-6-9-4 0,6 9-2 16,0 0 0-16,-8 0 2 0,8 0-1 0,0 0 1 0,-13 7 1 15,13-7 5-15,-10 11-1 0,8-6 3 0,0 5 2 16,0-3 0-16,2 4-6 0,0-11 4 15,2 14-3-15,-2-4 3 0,4-2 2 0,1-1 5 16,-3 3-4-16,5-2 8 0,-1 0 2 0,3-1 3 0,1 1-1 16,-2-2 0-16,6 0 1 0,-3-3-5 0,2 1 2 15,4-1-8-15,-4-3-17 0,7 0-15 0,-2-1-23 16,-4 0-30-16,-1-1-12 0,3-1-41 0,-1-3-36 16,-3 2-35-16,-1-1-36 0,-4 0-36 0,-1 0-33 15,2 0-59-15,-2-4-322 0,-6 1-773 0,0-2 343 16</inkml:trace>
  <inkml:trace contextRef="#ctx0" brushRef="#br0" timeOffset="153361.49">26358 6524 287 0,'-13'-10'453'0,"2"4"26"0,-1-3 10 16,4 2 11-16,3 4-8 0,1 0-14 0,4 3-14 15,-10-7-17-15,6 4-17 0,4 3-24 0,-5-5-22 16,5 5-40-16,-4-6-34 0,4 6-31 0,0 0-25 15,0 0-29-15,21-7-24 0,-6 5-23 0,3 0-15 16,9 2-21-16,5-2-12 0,-4 2-9 0,3-4 0 16,2 2-21-16,-5 1-8 0,1 0-9 0,-2 1-1 15,1-3-25-15,-6 2-57 0,-1-1 0 0,-4 0 0 16,-3 1 0-16,-3 1 0 0,-2 0 0 0,0-2 0 16,-9 2 0-16,11 0 0 0,-11 0 0 0,7-1-65 15,-7 1-215-15,0 0-70 0,0 0-61 0,0 0-74 16,0 0-99-16,0 0-419 0,-34 2-1086 0,23-3 480 15</inkml:trace>
  <inkml:trace contextRef="#ctx0" brushRef="#br0" timeOffset="154080.07">27528 6623 391 0,'5'-10'400'0,"-3"3"-7"16,1 0-9-16,-3 7-8 0,2-12-17 0,0 4-11 15,-2-3-17-15,0 1 4 0,0 1-10 0,0 1-17 16,0 8-13-16,-4-15-9 0,2 9-14 0,2 6-13 15,-3-12-12-15,0 6-18 0,3 6-20 0,-4-8-6 16,4 8-23-16,-5-6-23 0,5 6-14 0,-6-3-18 0,6 3-12 16,0 0-12-16,-13 0-3 0,13 0-6 15,-18 4-12-15,9 2-11 0,-3 1 13 0,-1 5 0 16,-3 0 5-16,1 1-11 0,-4 6-5 0,0 0 4 16,0 0-9-16,6-3-11 0,-3 4 8 0,-2 0-14 15,5-4-7-15,0-2-3 0,1 3 0 0,5 0-6 0,1-5-21 16,4 0-8-16,1 1-4 0,1-1-12 0,3 0 12 15,3-1-14-15,7 2-10 0,1-2-16 16,9 4-26-16,-1-1-10 0,3-3-27 0,2-4-25 16,2-3-27-16,0-2-25 0,-8-1-27 0,1-2-31 0,5 0-33 15,0 0-18-15,-9-2-17 0,1 2-22 0,-5-2-21 16,0 0-11-16,2 0-16 0,-3 1-3 16,-2-3 2-16,1 3-241 0,-6-3-669 0,0 1 297 15</inkml:trace>
  <inkml:trace contextRef="#ctx0" brushRef="#br0" timeOffset="154423.74">27675 6790 7 0,'-5'-6'122'0,"5"6"24"16,0 0 29-16,-4-6 23 0,4 6 24 0,0 0 20 16,0 0 10-16,0 0 5 0,0 0-10 0,0 0 10 15,4-15-14-15,-4 15-1 0,8-5 10 0,-8 5-4 16,5-6-5-16,-5 6-18 0,10-2-4 0,-10 2-11 16,8-5-15-16,-8 5-13 0,11-3-16 0,-3 2-20 15,-8 1-18-15,11 0-10 0,-11 0-9 0,11 1-13 16,-4 2-9-16,-2 0-10 0,-5-3-9 0,12 3-9 15,-9 0-8-15,3 1-4 0,-6-4-2 0,10 8-6 16,-8-4-5-16,-2-4-4 0,5 8-3 0,-3-2-5 16,-2-6-3-16,-1 11-1 0,1-11-2 0,-4 12-1 15,0-6 1-15,-1 2-1 0,-4-3 5 0,0 0-8 16,0 0 1-16,-4 1 0 0,2-4-1 0,-2-1 1 16,0 2 1-16,3-3-4 0,-2-2 3 0,3 1 3 15,2-1 4-15,-1-4 12 0,1 1 0 0,2-2 1 16,3-3 5-16,2 10-4 0,0-17-4 0,-2 7-5 15,6 0-6-15,-1 0-12 0,1 0-12 0,3 1-16 16,0 0-33-16,2-1-34 0,1 5-56 0,2-3-54 16,6 1-60-16,-4 7-57 0,-1-1-63 0,7 0-69 15,-7 1-275-15,6 0-783 0,-6 0 347 0</inkml:trace>
  <inkml:trace contextRef="#ctx0" brushRef="#br0" timeOffset="154736.17">28005 6558 427 0,'4'-8'514'16,"-2"1"0"-16,2 2-1 0,-4 5-10 0,3-12-18 16,1 8-9-16,-4 4-23 0,5-9-28 0,-5 9-27 15,0 0-35-15,5-5-30 0,-5 5-34 0,0 0-37 16,0 0-34-16,2-6-32 0,-2 6-16 0,0 0-13 15,0 0-18-15,0 0-14 0,2 18-12 0,-4-8-16 16,0 1-9-16,2 5-7 0,-2-4-17 0,1 4 3 16,1-3-9-16,-1 4-6 0,1 2 1 0,-1-1-13 15,1 0-8-15,0 9-5 0,0-9-3 0,0-2-3 16,1 2 2-16,-2-1-9 0,1 0-33 0,1-2-21 16,-1-3-26-16,2 0-24 0,-3-2-33 0,1 0-38 15,1 0-46-15,-1-10-30 0,0 13-56 0,2-9-50 0,-2-4-60 16,9 7-66-16,-9-7-57 0,10 0-349 15,-10 0-937-15,0 0 416 0</inkml:trace>
  <inkml:trace contextRef="#ctx0" brushRef="#br0" timeOffset="155048.59">28162 6581 45 0,'2'-9'355'0,"0"-2"14"15,1 2 30-15,-1-1 14 0,-2 3 12 0,0 7 7 16,4-11 4-16,-4 11-2 0,0-10-12 0,0 10-19 15,0-6-25-15,0 6-24 0,0 0-30 0,0 0-31 0,4-8-34 16,-4 8-32-16,0 0-26 0,0 0-24 0,0 0-26 16,0 0-3-16,0 0-9 0,0 0-13 15,3 26-12-15,-1-15-8 0,-1 2-6 0,0 2-3 16,2 1-11-16,0 1-5 0,-1 0-9 0,-3 0 0 0,5 0-15 16,-3 4-14-16,1-4 3 0,0 1-4 0,0-1-4 15,-2-2 1-15,0 1-4 0,0 0 0 16,2-3-9-16,-4-1 1 0,4-3-15 0,-1 3-28 15,-1-5-25-15,0-7-29 0,-1 10-38 0,1-10-31 0,1 10-23 16,-1-10-29-16,0 7-22 0,0-7-16 0,0 0-71 16,0 0-75-16,9-1-53 0,-9 1-52 0,13-8-401 15,-6 2-955-15,3-4 422 0</inkml:trace>
  <inkml:trace contextRef="#ctx0" brushRef="#br0" timeOffset="155470.37">28368 6716 34 0,'0'0'313'0,"0"0"4"0,0 0 7 0,0 0-4 0,0 0 2 15,0 0-9-15,0 0-17 0,0 0-4 0,0 0-39 16,0 0-4-16,0 0-19 0,0 0-24 0,0 0-16 16,0 0-22-16,0 0-26 0,0 0 3 0,0 0-13 15,0 0-4-15,10-1-17 0,-10 1-2 0,0 0-9 16,0 0-2-16,12 5-8 0,-6-3-8 0,2-1-1 15,2 1-3-15,1 1-1 0,0-3 0 0,3 1-12 16,-3-1-1-16,8 0-7 0,-6 0 7 0,-1-1-1 16,-1-1 2-16,-1 1 8 0,1-1 3 0,-2-1 2 15,-4 2-3-15,-5 1 0 0,11-7 3 0,-3 5-5 16,-4-2-2-16,-4 4-4 0,7-7-7 0,-7 7-7 16,0-8-9-16,0 8-8 0,0 0-8 0,-6-12 1 15,6 12-9-15,-6-6-3 0,-1 3-3 0,7 3-4 16,-11 0-5-16,11 0 2 0,-20 0-4 0,11 4 1 15,-1 1-5-15,0-1 1 0,1 4-3 0,0-2-1 16,-1 0-7-16,4 3-2 0,-3-1-5 0,2 2-14 16,0 0-13-16,3-1-6 0,-4-2-22 0,4 2-13 15,0-2-14-15,1 0-35 0,3 2-3 0,0-9-8 16,5 14-17-16,-2-8-28 0,3 1-31 0,3 1-31 16,3 0-38-16,0-2-31 0,7 1-34 0,0-3-27 15,2-1-220-15,-2-1-653 0,9 0 290 0</inkml:trace>
  <inkml:trace contextRef="#ctx0" brushRef="#br0" timeOffset="155767.18">28829 6701 409 0,'0'0'424'0,"0"0"0"0,0-9-17 16,0 9-21-16,0 0-7 0,0-10-12 0,0 10-11 15,0 0-17-15,-5-6-28 0,5 6-26 0,-6-4-33 16,6 4-27-16,0 0-25 0,0 0-23 0,-10-4-18 16,10 4-17-16,0 0-14 0,-16 5-21 0,8 0-2 15,0 0-14-15,-1 2-7 0,-2-1-10 0,1 1-3 16,2 0-9-16,-2 3-4 0,1-2-8 0,0 3-7 16,3-2-23-16,-4-1-13 0,6 2-10 0,0-2-9 15,-1 2-12-15,2 1-5 0,5-3-12 0,-1 2-23 16,4-1-24-16,3 4-17 0,4-2-39 0,-1-2-36 15,3 2-29-15,1-4-20 0,6 0-17 0,-2 0-20 16,3-4-19-16,-1 1-24 0,6-4-12 0,-5 1-23 16,0-6-197-16,-3 3-586 0,6-5 260 0</inkml:trace>
  <inkml:trace contextRef="#ctx0" brushRef="#br0" timeOffset="156124.04">29098 6568 258 0,'-2'-10'389'0,"-1"-1"19"0,1 5 2 0,1-5 12 16,0 5 2-16,1 6-9 0,-2-14 4 0,0 10-11 15,2 4-8-15,-1-9-18 0,1 9-21 0,0 0-15 16,-2-8-23-16,2 8-24 0,0 0-27 0,0 0-18 16,0 0-32-16,-2-7-23 0,2 7-33 0,0 0-8 15,0 0-15-15,0 0-17 0,0 0-9 0,0 0-13 16,0 0-17-16,0 0-2 0,0 0-10 0,-3 31-10 15,3-19 6-15,0 4-5 0,0 1-5 0,0-1-3 16,3 4-1-16,-2-2-7 0,0-1-3 0,2 3-4 16,-1-1-42-16,1-2-1 0,-2 1 0 0,2-1 0 15,-1 2 0-15,0-3 0 0,-1-5 0 0,0 1 0 16,2 1 0-16,-1-6 0 0,-1 4 0 0,1 0 0 16,-1-6 0-16,-1-5 0 0,0 10 0 0,0-10 0 15,1 6-48-15,-1-6-82 0,0 0-11 0,3 7-22 16,-3-7-28-16,0 0-35 0,0 0-61 0,0 0-74 15,0 0-45-15,0 0-50 0,0 0-54 0,0 0-369 16,-10-29-952-16,5 17 421 0</inkml:trace>
  <inkml:trace contextRef="#ctx0" brushRef="#br0" timeOffset="156389.6">28943 6709 350 0,'-9'-1'365'0,"9"1"23"0,0 0 16 0,-8-5 2 16,8 5 4-16,0 0-1 0,0 0-10 0,0 0-13 15,0 0-11-15,-6-4-23 0,6 4-27 0,0 0-31 16,0 0-32-16,0 0-25 0,0 0-23 0,19-8-21 16,-11 7-19-16,2-4-21 0,2 2-7 0,0 1-17 15,1-2-9-15,5 2-9 0,-5 0-14 0,6-2-11 16,-7-1-5-16,0 4-17 0,2-2-1 0,3 1-5 16,-4-1-5-16,-2 1-13 0,1-1 1 0,-1 2-6 15,-4 1-5-15,0-1-22 0,-7 1-21 0,13-2-28 0,-13 2-44 16,12-4-39-16,-12 4-47 0,10 1-43 15,-10-1-36-15,9 3-51 0,-9-3-29 0,6 3-39 16,-6-3-28-16,5 4-33 0,-5-4-326 0,3 4-818 16,-3-4 361-16</inkml:trace>
  <inkml:trace contextRef="#ctx0" brushRef="#br0" timeOffset="156951.97">29261 6797 230 0,'0'0'362'0,"0"0"-6"0,0 0-5 0,0 0-19 16,0 0-8-16,0 0-2 0,0 0-17 0,0 0-15 16,0 0-11-16,0 0-14 0,0 0-10 0,0 0-18 15,0 0-12-15,0 0-19 0,0 0-15 0,0 0-21 16,0 0-15-16,0 0-14 0,0 0-14 0,0 0-9 15,13-7-11-15,-13 7-12 0,0 0-9 0,0 0-7 16,0 0-9-16,9-3-7 0,-9 3-7 0,10-2-7 16,-10 2-5-16,10-2-3 0,-2 0-3 0,1 0 0 15,1 0-6-15,2-1 6 0,0 0 0 0,0 1 7 0,-3-1 1 16,4 0-3-16,0-4-4 0,-1 4-1 0,1 0 24 16,-4-2 4-16,1 0-2 0,-1 0-8 15,-1 0-2-15,0 3-3 0,-2-3-5 0,-1 1 0 16,-1-1-3-16,-4 5-4 0,6-8-8 0,-2 5-4 15,-4 3-1-15,4-7-4 0,-4 7-4 0,5-7-7 0,-5 7-2 16,0 0-2-16,0 0-5 0,0 0 0 0,-10-10-2 16,10 10-1-16,-12 0-4 0,2 1 1 15,-3 1 3-15,-3 3-8 0,-2 1-13 0,0-2-9 16,0 2-9-16,-1 0-14 0,3 0-16 0,-1 1-8 0,6-1-12 16,0-4-3-16,3 4-7 0,3-1 0 0,-1 4 7 15,2-5-1-15,3 3 11 0,1-7 7 0,7 15 7 16,6-4 6-16,2 0-13 0,2 1-1 15,7 2-7-15,3-2-14 0,0-3-15 0,1 6-10 16,0-8-6-16,0 2-8 0,-2-2-9 0,-7-3-12 0,9-3-23 16,-6-1-13-16,-3 0-20 0,3-3-20 0,-4-2-11 15,-3-1 2-15,-2 1 8 0,-2-1-10 0,-2-2 9 16,0 2 13-16,-1-2 15 0,-2 2 11 16,-2-2 8-16,0 1-120 0,-1 0-333 0,-3 7 149 15</inkml:trace>
  <inkml:trace contextRef="#ctx0" brushRef="#br0" timeOffset="157280.01">29744 6792 1035 0,'0'0'-78'0,"2"-10"43"0,-2 10 30 16,3-10 37-16,-3 10 31 0,3-8 34 0,-3 8 19 15,1-9 14-15,-1 9 15 0,4-6 19 0,-4 6 10 16,4-9 20-16,0 5 14 0,-4 4-3 0,6-7 1 16,-6 7-10-16,5-6 2 0,-5 6-1 15,8-3-2-15,-3-1-11 0,-5 4-10 0,8-4-8 0,-8 4-11 16,9-2-14-16,-9 2-19 0,8-2-16 0,-8 2-10 16,8-2-10-16,-8 2-4 0,0 0-14 0,13 3-9 15,-7-2-6-15,-6-1-5 0,8 5-8 16,-3-1-2-16,-1-1-11 0,1 1 2 0,-5-4-3 15,5 9-4-15,0-2-8 0,-3 0-8 0,-2-7 7 0,2 9 0 16,-2-3 2-16,0-6 2 0,-1 12-4 0,-3-6-4 16,0 0 6-16,-1 0-5 0,0-2-2 0,-1 3 5 15,-3-2 3-15,-5 4 1 0,-1-5-6 0,2-1 6 16,-4 1-1-16,4 0-4 0,3-2 3 16,-2 0-3-16,4-2 1 0,1 2-2 0,7-2 3 0,-12 0-3 15,12 0-7-15,-13-6-4 0,10 0-6 0,3 6-7 16,-4-9-13-16,4 0-17 0,0 0-17 0,4-1-13 15,0-2-21-15,1 2-19 0,1-1-32 0,2 1-28 16,-2-1-20-16,2 2-29 0,2-2-45 16,2 0-38-16,-6 3-25 0,8-3-239 0,-4 3-616 0,-1-1 273 15</inkml:trace>
  <inkml:trace contextRef="#ctx0" brushRef="#br0" timeOffset="157623.69">29875 6549 45 0,'0'-7'168'0,"0"7"16"16,0-17 15-16,0 7 21 0,0 1 14 0,0 9 16 15,-3-16 9-15,1 8 17 0,0 0 14 0,2 8 14 16,-1-15 10-16,0 9 9 0,1 6 1 0,-1-11 2 16,1 11-5-16,-3-9-4 0,3 9-15 0,-3-9-13 15,3 9-14-15,0 0-15 0,-1-7-25 0,1 7-14 16,0 0-25-16,0 0-15 0,0 0-18 0,0 0-19 16,0 0-14-16,0 0-16 0,0 0-11 0,0 0-11 15,0 0-16-15,0 0-5 0,0 0-8 0,0 0-5 16,0 32 0-16,-1-15-6 0,2 0-7 0,2 8 0 15,-5-1-5-15,4 2-8 0,-1-1 16 0,3 0-14 16,0 1-4-16,-2-6-4 0,-1-2 0 0,1 1-4 16,-2 0-6-16,1-1 0 0,-1 1 4 0,1-3 7 15,0-5-13-15,1 7-4 0,-1-9-3 0,0 0 2 16,-1-9-1-16,2 14 1 0,-2-14-21 0,1 10-12 16,-1-10-12-16,-1 7-8 0,1-7-8 0,0 0-3 15,2 7-10-15,-2-7-12 0,0 0-14 0,0 0-22 16,0 0-34-16,0 0-48 0,0 0-52 0,0 0-49 15,0 0-42-15,0 0-59 0,10-25-78 0,-7 12-402 16,3-1-948-16,-2-4 419 0</inkml:trace>
  <inkml:trace contextRef="#ctx0" brushRef="#br0" timeOffset="158467.24">29661 6129 68 0,'-9'-7'320'0,"2"-2"7"0,0 2 4 15,1 2 5-15,6 5-11 0,-9-10 5 0,6 6-8 16,3 4 5-16,-5-8-10 0,5 8-10 0,-1-7-13 16,1 7-16-16,-3-7-15 0,3 7-17 0,0 0-22 15,4-11-25-15,-4 11-20 0,8-7-19 0,-2 3-18 16,4-1-14-16,8 1-10 0,-2 1-13 0,0-2-13 15,2 0-9-15,0 2-5 0,3 0-8 0,-1-1-7 16,2 2-9-16,-2 2-5 0,3-3-3 0,4-1-8 16,-5 3-3-16,-2-2-5 0,2 4-1 0,0-2-4 15,-6 2-1-15,2-2-6 0,-5 1 0 0,-2 0-6 16,0 0 0-16,-4 0 2 0,-7 0-4 0,13 0-4 16,-13 0 1-16,8 0-4 0,-8 0-2 0,9 0 3 15,-9 0-4-15,0 0-5 0,0 0 6 0,10 3-4 16,-10-3 2-16,0 0 3 0,5 3-6 0,-5-3 3 15,0 0-2-15,5 7 0 0,-1-3 3 0,-1 2 3 16,0 1-5-16,1 1 2 0,1 1-1 0,0 5 1 16,1 6 10-16,3 3 11 0,-3 5 6 0,3 0 1 15,-1 4 15-15,-3 2 5 0,0 3 14 0,0 10 2 16,1 0-1-16,-2-2 1 0,-3 2-1 0,1-3 15 16,-2-7 6-16,0-3-7 0,-3 12-3 0,2 1-11 15,-3-15-2-15,1 1 8 0,-2 0-16 0,0 4-6 16,1-2 4-16,-1 0-4 0,0 0-9 0,1-4 3 15,3 6-17-15,-4-5 8 0,4 0-6 0,1-1-3 16,-3-4-4-16,3 1 3 0,1-3 1 0,-1-5-1 16,2-4-4-16,-1 2 4 0,-1-6-9 0,1 4 13 15,3-4-17-15,-3-1 3 0,2-2-3 0,-2-1 1 16,2 0-2-16,-3-2 2 0,0-6-4 0,1 11 1 16,-1-11 5-16,1 9-1 0,-1-9-1 0,3 5-10 15,-3-5 3-15,0 0-6 0,0 9 6 0,0-9-3 16,0 0 8-16,0 0-2 0,0 0-6 0,0 0 0 15,0 0 3-15,0 0 5 0,-1 9-10 0,1-9 3 16,-8 4 9-16,-2 2-4 0,-2-2 4 0,-4 0-9 16,-2 3-1-16,-10-1 4 0,-3-2-2 0,-2-1-2 15,-1 1 8-15,-1-3-3 0,-4 2 1 0,-15-2 0 16,1-1-6-16,13-1 6 0,1 0-6 0,0-1 0 16,1-2 0-16,2 2 0 0,3-2 0 0,2 0 0 15,4 2 0-15,10 1 0 0,4 0 0 0,0-1 0 16,4 0 0-16,1 1 0 0,8 1 0 0,-12-2 0 15,12 2 0-15,-9-1 0 0,9 1 0 0,0 0 0 16,-9 0 0-16,9 0 0 0,0 0 0 0,0 0 0 16,-12 0 0-16,12 0 0 0,0 0 0 0,0 0 0 15,0 0 0-15,0 0 0 0,0 0 0 0,0 0 0 16,-7-3 0-16,7 3 0 0,0 0 0 0,0 0 0 16,0 0 0-16,0 0 0 0,0 0-12 0,0 0-250 15,0 0-106-15,0 0-97 0,0 0-115 0,28-11-504 16,-14 6-1175-16,4 0 520 0</inkml:trace>
  <inkml:trace contextRef="#ctx0" brushRef="#br0" timeOffset="192001.74">3619 8924 36 0,'0'0'386'0,"-4"-13"13"0,3 4 2 0,1 9 2 16,-1-18-15-16,-1 11-8 0,1-2-11 15,0 2-19-15,-1-3 4 0,0 3-8 0,2 7-10 16,-2-13-24-16,0 6-21 0,2 7-24 0,-3-13-21 16,1 9-27-16,2 4-27 0,-7-11-12 0,5 7-20 0,2 4-19 15,-10-4-16-15,3 1-15 0,7 3-13 0,-13 0-14 16,1 3-8-16,0 0-9 0,-6 5-1 16,-5 7-11-16,1-1-5 0,-2 2-6 0,0 1 0 15,0 3-6-15,-1 2-4 0,4-1-1 0,-2 4-5 0,0-2 1 16,3 1-3-16,1-1-7 0,1 1 1 0,1 3-3 15,2-1 0-15,4 5 3 0,-2-3-7 0,2-1 2 16,3 0-4-16,6-4-1 0,-4-5-4 16,6 0 2-16,3-1-3 0,5-1 0 0,-2-2-3 15,5 0 2-15,1 0 0 0,6-3 2 0,0-3-1 0,9 2-2 16,2-3-1-16,2-5-1 0,2 2 5 0,-1-3 1 16,1-1-12-16,2-2 3 0,-1 1-11 0,-2-1-14 15,-3 1-25-15,1-2-31 0,-10 1-36 0,1 1-39 16,-3-2-39-16,1 1-52 0,-5-3-65 0,-4 3-65 15,-1 0-75-15,-1 0-63 0,-2-2-274 0,-6 4-857 16,10-7 379-16</inkml:trace>
  <inkml:trace contextRef="#ctx0" brushRef="#br0" timeOffset="192454.75">3827 9254 435 0,'0'0'484'0,"0"0"-7"0,6-8-17 16,-6 8-22-16,3-4-26 0,-3 4-23 0,3-10-21 16,-3 10-20-16,3-5-22 0,-3 5-25 0,4-5-25 15,-4 5-32-15,7-9-22 0,-7 9-20 0,11-6-21 16,-3 6-21-16,1-2-17 0,5 1-16 0,-3 1-18 15,0 1-6-15,3 0-11 0,-4 4-12 0,0 0-8 16,4 1-11-16,-2-1-2 0,0-1-20 0,-1 3-6 16,-1 1 10-16,0 2-7 0,-1-3-4 0,0 2-4 15,-4 1-4-15,0-2 0 0,-2 1-6 0,-2-1-1 16,-2 3 1-16,-4 0-1 0,0-1-4 0,-3 1-8 16,-2-2 9-16,-6 2 2 0,0-2-2 0,-1 1 0 15,-1-3-1-15,-2-1 1 0,-1 1 11 0,3-3 9 16,1-2 32-16,-1 0 16 0,6-1 30 0,-1-2 23 15,2-1 18-15,1-2 18 0,1-1 2 0,-1-2-5 16,2-1-97-16,0-2-71 0,2-1 0 0,2 0 0 16,0-1 0-16,3-1 0 0,2-3 0 0,0 1 0 15,6 0 0-15,-1 1 0 0,2-1 0 0,1 6 0 16,5 1 0-16,-4 0-54 0,9-2-323 0,-1 6-79 16,0-2-77-16,10 3-74 0,-8 2-421 0,-2-2-1112 0,4 5 492 15</inkml:trace>
  <inkml:trace contextRef="#ctx0" brushRef="#br0" timeOffset="192923.41">4124 9259 329 0,'0'0'530'0,"0"0"30"0,0 0 11 0,0 0-6 15,0 0-25-15,0 0-28 0,0 0-34 0,-9-32-41 16,9 32-38-16,0 0-35 0,5-11-26 0,-5 11-44 0,6-7-36 15,-6 7-28-15,10-4-22 0,-10 4-19 0,17 1-25 16,-5 2-18-16,-1-1-12 0,-1 3-16 16,2 0-11-16,-1 1-22 0,-1-1-11 0,1 3-12 15,-1 0-25-15,-2 1-13 0,1-1-15 0,-2-1-25 0,-1 3-19 16,1-3-20-16,-3 3-13 0,-2-2-10 0,1 0-16 16,-3-1-13-16,0-7-7 0,0 14-17 0,0-14 12 15,-4 12-2-15,2-6-1 0,-2 0 8 16,4-6 12-16,-7 7 10 0,5-3 13 0,2-4 3 0,-8 6 21 15,8-6 23-15,0 0 16 0,-8 1 24 0,8-1 11 16,0 0 22-16,0 0 0 0,0-17-1 0,0 17 2 16,8-19 2-16,-2 10 2 0,2-4 0 0,-1 4 0 15,2-2-3-15,3-1-6 0,1 2-7 0,1-3 3 16,-4 7-4-16,3-1-2 0,0 1-4 0,-4 3-2 16,2 2-5-16,5 1-4 0,-5 0 2 0,1 3-2 15,-1-2-4-15,-1 2-4 0,1 4 0 0,-1-2 0 16,-2 1-2-16,0-1 1 0,-1 2 0 0,-1 0-1 15,-2 2-1-15,0-1-11 0,-1 3-23 0,-1-5-21 16,-1 1-30-16,2 0-29 0,-2-1-28 0,2 1-38 16,-3-7-39-16,1 7-31 0,-1-7-35 0,6 9-56 15,-1-8-79-15,-5-1-367 0,21 0-851 0,-7-1 377 16</inkml:trace>
  <inkml:trace contextRef="#ctx0" brushRef="#br0" timeOffset="193276.03">4835 9045 132 0,'-2'-10'549'0,"-2"0"22"16,1 2 19-16,1-1 3 0,1 1-6 0,1 8-14 16,-7-11-20-16,7 5-23 0,0 6-23 0,-3-9-30 15,3 9-42-15,-3-8-33 0,3 8-42 0,0 0-35 16,0 0-33-16,-1-8-32 0,1 8-32 0,0 0-24 15,0 0-181-15,0 0-23 0,0 0 0 0,0 0 0 16,1 25 0-16,0-12 0 0,1-3 0 0,-2 3 0 16,2 3 0-16,-1 2 0 0,3-1 0 0,-5 2 0 15,1 1 0-15,0 4 0 0,0-5 0 0,-3 8 0 16,2-2 0-16,0 0 0 0,-2-8 0 0,1 4 0 0,0-6 0 0,1 4 0 16,0-2 0-16,-3 0 0 0,3-2 0 0,1-3 0 0,0-1 0 15,0-1 0-15,0-1 0 0,1-3 0 0,0 2 0 16,-1-8 0-16,3 9 0 0,-1-6-198 0,-2-3-153 15,8 2-46-15,-8-2-31 0,0 0-47 0,0 0-44 16,13-9-29-16,-13 9-332 0,2-12-952 16,-2 12 421-16</inkml:trace>
  <inkml:trace contextRef="#ctx0" brushRef="#br0" timeOffset="193494.73">4686 9281 6 0,'0'0'399'0,"0"0"19"0,-13 1 22 15,13-1 5-15,0 0-2 0,-9-1-1 0,9 1 0 16,0 0-14-16,0 0 6 0,-11-3-9 0,11 3-17 16,0 0-15-16,0 0-31 0,0 0-20 0,0 0-29 15,0 0-22-15,0 0-29 0,-2-6-32 0,2 6-21 16,0 0-40-16,17-5-37 0,-17 5-43 0,18-4-51 16,0 0-44-16,0 2-45 0,0-1-47 0,3 1-55 15,-3-2-40-15,5 2-62 0,5-2-52 0,-6 2-41 16,-3 0-44-16,3 2-48 0,0-3-35 0,-4 0-332 15,1 2-875-15,-1 1 387 0</inkml:trace>
  <inkml:trace contextRef="#ctx0" brushRef="#br0" timeOffset="193744.68">5081 9253 164 0,'0'0'271'0,"0"0"30"0,0 0 28 16,0 0 31-16,2 6 26 0,-2-6 19 0,0 0 13 15,0 0 8-15,0 0-10 0,0 0 11 0,0 0-12 16,0 0-8-16,6 2-18 0,-6-2-27 0,0 0-32 15,0 0-35-15,0 0-30 0,0 0-23 0,0 0-26 16,0 0-22-16,1 9-18 0,-1-9-15 0,1 9-16 16,-1-9-23-16,-1 14-6 0,1-6-13 0,-1 2-9 15,1-1-10-15,0 0-7 0,0 1-12 0,-2 3-35 16,2-4-30-16,-1 1-9 0,1-3-57 0,0-7-21 16,0 11-44-16,-1-5-36 0,1-6-44 0,0 10-36 15,0-10-34-15,0 0-30 0,0 9-15 0,0-9-38 16,0 0-56-16,0 0-58 0,0 0-372 0,0 0-919 15,0 0 407-15</inkml:trace>
  <inkml:trace contextRef="#ctx0" brushRef="#br0" timeOffset="193932.13">5141 9172 137 0,'0'0'403'0,"0"0"27"0,-5-11 22 15,2 5 12-15,3 6-1 0,-5-8-14 0,5 8-19 16,-5-5-22-16,5 5-30 0,0 0-29 0,-2-8-36 15,2 8-45-15,0 0-23 0,0 0-41 0,0 0-65 16,-6-5-80-16,6 5-70 0,0 0-54 0,0 0-65 16,0 0-76-16,0 0-74 0,25 23-79 0,-14-16-52 15,4 3-278-15,1-2-745 0,-4-2 330 0</inkml:trace>
  <inkml:trace contextRef="#ctx0" brushRef="#br0" timeOffset="194400.77">5331 9310 279 0,'0'0'442'0,"0"0"21"0,0 0 5 0,0 0 3 16,0 0-6-16,0 0-7 0,0 0-15 0,0 0-19 15,0 0-21-15,7-15-34 0,-7 15-22 0,0 0-37 16,6-10-21-16,-6 10-27 0,0 0-33 0,8-7-25 0,-8 7-24 16,9-4-15-16,-9 4-15 0,14-2-15 15,-14 2-9-15,16 4-18 0,-7-2-26 0,1 4 5 16,-2-1-12-16,1 2-14 0,0 0-5 0,-3 1-16 15,3-1-18-15,-2 1-17 0,-1 1-13 0,-2-2-11 16,0 1-18-16,-2 0-25 0,-3 1 6 0,2-1-3 0,-1-8-8 16,-2 15-1-16,-1-9-6 0,1 0 0 0,-3 0 0 15,5-6 11-15,-8 9 4 0,4-5 8 16,4-4 7-16,-5 7 9 0,5-7 7 0,-5 4 12 16,5-4 13-16,0 0 11 0,0 0 11 0,0 0 7 0,0 0 8 15,0 0-6-15,-3-22 0 0,3 22 13 0,7-18-3 16,-2 9-6-16,1 0-1 0,1-1-7 0,2 2-15 15,-2 0 13-15,2 2-2 0,3-2-6 16,-2 3 3-16,-1 1-7 0,2-1 0 0,0 2-2 0,-1 3-7 16,3 0-7-16,-4 1 9 0,1 1 2 0,-1 0-7 15,1 2 2-15,-4 1-2 0,2 1-1 0,1 0 0 16,-3 3 3-16,-1-2 1 0,1 3-4 0,-1-1 0 16,0-1 3-16,0 1-5 0,-3-4-9 15,1 3-18-15,-2-1-21 0,2-1-24 0,-3-6-22 0,2 11-34 16,-2-11-25-16,0 0-27 0,4 10-26 0,-2-7-33 15,-2-3-25-15,5 4-61 0,-5-4-70 0,0 0-56 16,0 0-288-16,0 0-806 0,29-11 357 0</inkml:trace>
  <inkml:trace contextRef="#ctx0" brushRef="#br0" timeOffset="194681.96">5864 9369 51 0,'0'0'397'0,"0"0"16"0,1-7 0 0,-1 7 7 15,0 0-9-15,0 0-16 0,0 0-12 0,0 0-17 16,0 0-16-16,0 0-16 0,0 0-24 0,0 0-25 16,0 0-24-16,0 0-27 0,0 0-23 0,0 0-21 15,0 0-19-15,0 0-15 0,0 0-17 0,0 0-14 16,0 0-8-16,0 0-12 0,0 0-1 0,2 26 0 16,-2-20-11-16,0 2-26 0,1 1 13 0,-1-9-15 15,-1 17-3-15,-1-9-1 0,1 3-9 0,1-2-4 16,1-2-19-16,-1-7 7 0,-3 13-20 0,2-7-20 15,1-6-26-15,-2 11-36 0,2-11-32 0,-1 7-20 16,1-7-28-16,0 0-13 0,0 0-22 0,0 0-55 16,0 0-29-16,0 0-43 0,0 0-22 0,0 0-18 15,0 0-51-15,9-29-329 0,-8 16-789 0,2-11 350 16</inkml:trace>
  <inkml:trace contextRef="#ctx0" brushRef="#br0" timeOffset="194869.4199">5858 9157 81 0,'0'0'368'0,"0"0"18"0,1-14 12 16,-1 14 11-16,0 0-7 0,0 0-5 0,0-9-9 16,0 9-1-16,0 0-16 0,0 0-15 0,0 0-20 15,0 0-20-15,0 0-31 0,0 0-21 0,0 0-33 16,0 0-23-16,0 0-25 0,0 0-20 0,0-7-39 16,0 7-51-16,0 0-55 0,0 0-46 0,0 0-56 15,0 0-69-15,6 28-67 0,-2-18-63 0,0 1-61 16,3 0-80-16,-1 4-344 0,-1-5-832 0,1 1 368 15</inkml:trace>
  <inkml:trace contextRef="#ctx0" brushRef="#br0" timeOffset="195244.31">5974 9408 343 0,'1'5'385'0,"-1"-5"11"15,0 0 3-15,0 0-3 0,0 0 2 0,0 0 3 16,0 0-5-16,0 0-13 0,0 0-10 0,0 0-11 15,9-21-12-15,-9 21-19 0,7-8-27 0,-2 3-34 16,-5 5-27-16,5-7-12 0,0 4-23 0,0-2-14 16,-5 5-26-16,13-5-13 0,-5 4-33 0,-1 1 0 15,-7 0-10-15,16 0-10 0,-9 1-18 0,0 1-12 0,0 0-5 16,0 2-13-16,-1 0 3 0,1 2-16 16,-1 0-8-16,0 1-3 0,-2-1-18 0,-1 1-15 15,-2 0-11-15,0 3-11 0,-1-10-4 0,-4 13-9 16,-1-3-3-16,-1-2-4 0,0-1 6 0,-1-1-3 15,-2 0-1-15,-1 0 1 0,0-1 8 0,-1 0 3 0,0-4 4 16,3 0 12-16,-1-1 1 0,9 0 14 0,-15-1 9 16,9-1 17-16,-1-3 9 0,7 5 12 15,-11-12-3-15,6 4 0 0,2 0 11 0,3 0-9 16,-1-3-7-16,-2 2 0 0,5-2-9 0,-1 0-11 0,3 0-12 16,0 1-23-16,1 2-30 0,2-1-49 0,2 3-61 15,5-3-67-15,0 4-69 0,3 3-73 0,1 0-75 16,4 1-70-16,-2 2-392 0,8 2-977 15,-6-1 433-15</inkml:trace>
  <inkml:trace contextRef="#ctx0" brushRef="#br0" timeOffset="195994.15">6310 9427 87 0,'0'0'449'16,"3"-13"33"-16,-3 13 9 0,4-11 2 0,-3 5 2 15,-1 6-7-15,4-9-3 0,-4 9-11 0,5-10-13 16,-5 10-26-16,4-6-24 0,-4 6-34 0,2-5-36 16,-2 5-37-16,0 0-31 0,4-5-28 0,-4 5-29 15,0 0-26-15,0 0-21 0,0 0-13 0,0 0-22 16,0 0-12-16,9 11-14 0,-9-11-12 0,5 11-9 16,-2-5-3-16,-2 1-46 0,1-1-38 0,0 1 0 15,0 1 0-15,0 2 0 0,-2-2 0 0,1-1 0 16,-1-7 0-16,2 11 0 0,0-4 0 0,-2-7 0 15,1 10 0-15,-1-10 0 0,3 6 0 0,-3-6 0 16,0 0 0-16,1 6 0 0,-1-6 0 0,0 0 0 16,0 0-15-16,9 0-17 0,-9 0 5 0,0 0-3 15,16-9 10-15,-7 4 6 0,-1-2 0 0,2 2-6 16,-5 0 8-16,4-1-1 0,-1 0 0 0,-2 2 6 16,1 0-1-16,-7 4 10 0,11-6 3 0,-4 1 2 15,-1 2-6-15,-6 3 4 0,8-3 1 0,-8 3-7 16,7-4-5-16,-7 4 6 0,7-1-14 0,-7 1 11 15,0 0-3-15,0 0 1 0,10 7-1 0,-7-2 2 16,-3-5 0-16,5 11 1 0,-3-6 6 0,1 1-5 16,-1 1-2-16,1 2-3 0,0-2 9 0,-1 2 0 15,2-2-7-15,-4-7 4 0,5 12 2 0,-1-6 10 16,-4-6-13-16,11 12 4 0,1-8 4 0,-2-3 0 16,2 1 7-16,2-4-16 0,4-3 15 0,1-1-4 15,0-1 3-15,0-3-7 0,3-4 6 0,-1-2-2 16,-4 2 2-16,2-5-2 0,-1-1-3 0,-3-4-4 15,2 2 32-15,0 0 15 0,-8 7-8 0,2-2-9 16,-2 5-31-16,-5-1 0 0,0 5 0 0,-2 1 0 16,-2 7 0-16,3-11 0 0,-3 11 0 0,0 0 0 15,-7-13 0-15,7 13 0 0,0 0 0 0,-14 0 0 0,14 0 0 16,0 0 0-16,-20 16 0 0,12-12 0 16,2 4 0-16,1-1 0 0,5-7 0 0,-4 15-7 15,3-5 0-15,1-10-2 0,2 19 7 0,1-10-7 16,2 0 1-16,0 3 5 0,1-5-1 0,3 1 1 0,-1 0 4 15,1-2 3-15,1 1-3 0,-5-3-1 0,1 1 0 16,1 0 0-16,-2-1-2 0,0-1 1 0,0 1 0 16,-5-4-3-16,6 5 1 0,-6-5 1 15,6 3-4-15,-6-3-12 0,4 5 6 0,-4-5 2 0,0 0-8 16,0 0 2-16,0 0 3 0,-12 9-2 0,12-9-35 16,-15 5-39-16,0 1-42 0,2-1-48 0,-1-2-41 15,-3 0-41-15,2-2-56 0,3 2-69 0,-1-1-64 16,5-1-80-16,8-1-373 0,-15 1-976 15,15-1 432-15</inkml:trace>
  <inkml:trace contextRef="#ctx0" brushRef="#br0" timeOffset="196587.76">7832 8999 158 0,'-2'-11'333'16,"-3"1"3"-16,0 0-1 0,-1 2-8 0,-1-3-17 16,-1 0 11-16,2 1-8 0,-3 2 16 0,2-3 7 15,-3 5 2-15,4-2 2 0,-3 1-4 0,1 1-7 0,1-1-6 16,0 2-5-16,2 1-17 0,0-1-19 0,0 1-6 15,5 4-39-15,-9-5-20 0,9 5-24 0,-5-4-26 16,5 4-20-16,0 0-11 0,0 0-5 0,-14 9-17 16,10 0-10-16,1 2 16 0,-3 5 4 0,3 4 13 15,1 5-3-15,-1 5-2 0,2 2 0 0,1 0-107 16,3 2-25-16,0 2 0 0,0 9 0 0,-2-11 0 16,5 12 0-16,-2-12 0 0,-2 12 0 0,-1-11 0 15,0-2 0-15,-2 14 0 0,0-13 0 0,-2 0 0 16,2 11 0-16,-4-12 0 0,2 1 0 0,1 0 0 15,-3-2 0-15,-1-2 0 0,0-3 0 0,2-2 0 16,-2-6 0-16,3-1 0 0,2-5 0 0,0-1 0 16,-2-2 0-16,2-3 0 0,1-1 0 0,0-6 0 15,-1 8 0-15,1-8 0 0,0 0 0 0,-3 7 0 16,3-7-341-16,0 0-108 0,0 0-40 0,0 0-49 16,6-32-47-16,-4 20-381 0,-2-8-1045 0,-2 2 464 15</inkml:trace>
  <inkml:trace contextRef="#ctx0" brushRef="#br0" timeOffset="196822.0799">7527 9531 207 0,'0'0'358'0,"-8"-8"32"0,4 3 48 0,4 5 30 16,-7-7 21-16,3 2 7 0,4 5-14 0,-8-6-9 0,8 6-14 16,-3-10-27-16,3 10-22 0,-3-9-39 0,3 9-46 15,4-11-39-15,2 3-21 0,2-1-30 16,2 1-21-16,3-3-24 0,3 2-19 0,2-1-18 15,0 3-49-15,3-2-40 0,5 0-55 0,2 3-39 0,-1-1-42 16,1 2-34-16,-7 3-47 0,1-3-45 0,3 0-45 16,-5 4-45-16,-1 0-20 0,0-1-26 0,-6 2-20 15,0 0-25-15,0-2-18 0,-1 2-10 0,1-1 0 16,-4 1-229-16,-2-1-688 0,-7 1 304 0</inkml:trace>
  <inkml:trace contextRef="#ctx0" brushRef="#br0" timeOffset="197040.78">7940 9350 1028 0,'0'0'8'0,"0"0"51"0,0 0 46 16,0 0 35-16,0 0 37 0,0 0 33 0,0 0 32 15,0 0 33-15,0 0 26 0,0 0 17 0,0 0 19 16,0 0 11-16,0 0 1 0,0 0-7 0,0 0-9 16,0 0-4-16,0 0-14 0,0 0-9 0,0 0-24 15,0 0-33-15,0 0-15 0,0 0-21 0,0 0-23 16,0 0-18-16,0 0-7 0,0 0-30 0,0 0-14 16,0 0-4-16,0 0-21 0,0 0-11 0,-8 23-5 15,9-15-9-15,1 1-3 0,-1 0-13 0,-1 2-4 16,0 0 3-16,0-1-16 0,1-2-51 0,-1 0-39 15,0-8-58-15,0 14-54 0,1-5-69 0,-1-9-69 16,3 10-60-16,-3-10-47 0,0 6-62 0,0-6-78 16,0 0-341-16,0 0-962 0,0 0 426 0</inkml:trace>
  <inkml:trace contextRef="#ctx0" brushRef="#br0" timeOffset="197228.23">7963 9254 45 0,'0'0'383'0,"0"0"22"0,-3-12 20 0,0 6 39 16,3 6 2-16,-3-9-19 0,3 9-33 0,0 0-34 16,-4-9-31-16,4 9-36 0,-1-6-30 0,1 6-31 15,0 0-30-15,0 0-22 0,0 0-31 0,0 0-45 16,0 0-56-16,0 0-66 0,0 0-71 0,0 0-67 0,0 0-49 16,0 0-53-16,0 0-77 0,17-3-87 0,-17 3-276 15,19 0-734-15,-6 0 325 0</inkml:trace>
  <inkml:trace contextRef="#ctx0" brushRef="#br0" timeOffset="197514.73">8201 9077 298 0,'0'0'464'0,"-3"-13"30"0,3 13 36 15,-4-10 18-15,4 10 8 0,-1-9-1 0,1 9-5 16,-3-8-15-16,3 8-14 0,0 0-32 0,-2-6-40 15,2 6-42-15,0 0-40 0,0 0-38 0,0 0-33 16,0 0-31-16,0 0-29 0,0 0-30 0,0 0-110 16,0 0-96-16,6 23 0 0,-3-11 0 0,2 4 0 15,1 1 0-15,-2 2 0 0,0 1 0 0,-2-1 0 16,2 7 0-16,0 0 0 0,-1-1 0 0,-1 0 0 16,-2-6 0-16,4-1 0 0,-2 1 0 0,0 1 0 15,-1-1 0-15,0 0 0 0,1-3 0 0,-4 0 0 16,4-5 0-16,-1 0 0 0,0-2 0 0,0-2-338 15,-1 0-70-15,0-7-9 0,2 8-31 0,-2-8-50 16,0 0-46-16,10 0-379 0,-10 0-1001 0,0 0 443 0</inkml:trace>
  <inkml:trace contextRef="#ctx0" brushRef="#br0" timeOffset="197780.3">8452 9126 284 0,'0'0'395'0,"1"-11"34"0,-1 11 34 15,2-7 23-15,-2 7 5 0,0 0-13 16,0 0-14-16,2-6-20 0,-2 6-14 0,0 0-29 0,0 0-38 16,0 0-39-16,0 0-30 0,0 0-28 0,0 0-30 15,0 0-16-15,0 0-14 0,8 22 4 0,-5-12-18 16,0 6-10-16,1 1-18 0,-1-1-7 0,2 1-16 16,-3 0-16-16,0 1-11 0,0 1-12 0,-1-1-12 15,1-1-50-15,-2 1-40 0,0-1 0 0,0-2 0 16,0 2 0-16,1-1 0 0,0-4 0 0,-1 0 0 15,0 0 0-15,-1-3 0 0,1 1 0 0,-1-4 0 16,3 1-207-16,-2-7-65 0,2 12-65 0,0-8-54 16,-2-4-58-16,0 0-78 0,11 6-47 0,-4-6-332 15,-7 0-981-15,0 0 434 0</inkml:trace>
  <inkml:trace contextRef="#ctx0" brushRef="#br0" timeOffset="198514.5">8641 9374 273 0,'0'0'318'0,"4"-3"11"0,-4 3 11 16,0 0 13-16,0 0 5 0,0 0 0 0,0 0-11 16,0 0-5-16,0 0-13 0,0 0-13 0,0 0-25 15,0 0-22-15,0 0-27 0,5-6-22 0,-5 6-23 16,0 0-21-16,0 0-17 0,0 0-19 0,0 0-14 16,0 0-10-16,0 0-13 0,0 0-11 0,0 0-7 15,0 0-9-15,0 0-8 0,0 0-6 0,0 0-5 16,0 0 0-16,3 18-11 0,-3-18 0 0,5 6 1 15,2-4-10-15,0 1-1 0,1-2-2 0,3 0 2 16,3 0-7-16,-1 0-2 0,1-1 2 0,4-1-1 0,-4 0-6 16,3-4-2-16,-1 0 1 0,-3 0 0 15,-2-1 5-15,1 2 12 0,-3-4 16 0,1 3-2 16,-5 0 12-16,0-4 7 0,2 2-4 0,-3 1-6 16,-3 0-8-16,-1 6-6 0,0-11-8 0,0 11-5 0,-4-11-6 15,4 11-3-15,-9-10-4 0,4 7-3 0,-3 1-12 16,8 2 4-16,-15 0 0 0,6 1-7 15,-2 3 2-15,-1 0 4 0,0 2-9 0,-1 3 4 16,2-3-5-16,-3 5 1 0,3 0 4 0,2-1-5 0,0 0-12 16,1 4-1-16,2-3-9 0,3 0-1 0,-1 0-6 15,2-1 4-15,0 1-7 0,4 0-1 0,0 0 4 16,2 0 0-16,1-2 3 0,3 1-1 0,1-3 9 16,2 0-2-16,0 0 4 0,7 0 1 0,0-1 1 15,1 0 6-15,0-4 1 0,0-2 0 0,1 0 0 16,1-4 5-16,-4-1-1 0,0 0-1 0,-1-2 11 15,0-1 7-15,-4 2 1 0,2-5 3 0,-3-1 4 16,-2 2 2-16,-2 1-2 0,3-1 5 0,-4 1-3 16,-1-1 6-16,-2 2 5 0,0 0-4 0,-2 3-3 15,4-1-8-15,-5 6 4 0,2-11-1 0,-2 11-4 16,2-6-1-16,-2 6 0 0,1-8-3 0,-1 8-1 16,0 0-4-16,0 0-2 0,3-6 4 0,-3 6-9 15,0 0 1-15,0 0 2 0,6-4 2 0,-6 4-6 16,0 0-8-16,14 6 5 0,-14-6 5 0,10 4-7 15,-6-1 4-15,-4-3-3 0,8 10 0 0,-6-7-2 16,2 2 2-16,-1 1 1 0,0 0 3 0,0 2-1 16,2 0 3-16,-4-1 4 0,2 4 3 0,-2-2-3 15,-2 0 3-15,1 2 1 0,0-4 1 0,0 2-2 16,0-9-4-16,-1 16 2 0,-1-12 0 0,2-4-1 16,0 11 5-16,0-11-6 0,2 9 4 0,-2-9 4 15,6 8 1-15,1-5-3 0,3-1-17 0,3-1-20 16,6 0-16-16,-1-1-36 0,1 0-46 0,0-2-53 15,0-2-52-15,0 2-54 0,-2-3-45 0,-4-1-43 16,-2 1-46-16,4-6-58 0,-6 3-369 0,0-1-911 16,-2-6 403-16</inkml:trace>
  <inkml:trace contextRef="#ctx0" brushRef="#br0" timeOffset="198764.4499">8990 9206 448 0,'-5'-4'513'0,"0"-3"44"0,0 2 18 0,0 1 4 16,5 4-5-16,-5-7-28 0,5 7-35 0,-3-11-42 0,3 11-44 16,4-10-51-16,3 3-41 0,5 1-22 0,5-1-36 15,11-4-25-15,1 2-25 0,2 1-17 0,4-2-21 16,-1 3-13-16,-2-1-21 0,0 2-18 0,-3-2-10 16,-2 3-10-16,1 0-15 0,-6 0-71 0,-2 2-29 15,-3-1 0-15,1 1 0 0,-5 1 0 0,-1 0 0 16,-1 0 0-16,-5 0 0 0,1 1 0 0,0-1 0 15,-7 2-116-15,9-1-184 0,-9 1-87 0,0 0-55 16,0 0-82-16,4 9-95 0,-4-9-349 0,0 0-1048 16,0 0 464-16</inkml:trace>
  <inkml:trace contextRef="#ctx0" brushRef="#br0" timeOffset="199951.66">2967 9928 148 0,'0'0'200'0,"-10"-2"-9"0,10 2-4 0,0 0-10 15,0 0-8-15,-11-2-2 0,11 2-1 0,0 0-6 16,-8 0-8-16,8 0 0 0,0 0-10 0,0 0-4 16,0 0-2-16,-8-4 7 0,8 4-10 0,0 0-11 15,0 0 0-15,0 0-10 0,0 0-8 0,0 0-7 16,0 0-10-16,0 0-1 0,0 0-5 0,0 0 3 16,0 0-5-16,0 0-7 0,0 0-6 0,0 0-6 15,0 0-10-15,0 0 5 0,32 2 5 0,-13 0-7 16,8-2-6-16,1 4 7 0,5-3-21 0,6-1 2 15,-1 2-5-15,18-2 11 0,0 0-6 0,2 4-17 16,4-4 8-16,4 0-3 0,23-2 8 0,-24 4-4 16,29-2-3-16,-1 0 8 0,0-4-3 0,-28 4-6 15,40 2 9-15,-5-3-5 0,3 0 8 0,6 1-4 16,-2-5 2-16,4 5 4 0,6 0-11 0,-2 0 7 16,2-2 1-16,6-1-2 0,1 2-1 0,3 1-4 15,3-2 1-15,2 2-2 0,-2-1 4 0,-3 1-7 16,2-2 3-16,7 1-4 0,-3-1 3 0,-7 5 1 15,11-1 2-15,-2-4 7 0,-1 5 1 0,3-4 0 16,-4 4-3-16,2-5-1 0,0 2 0 0,-2 0-1 16,4 4-10-16,0-2 3 0,3 5-6 0,-4-6 2 15,-2-1 0-15,0 3-3 0,-7 1-3 0,1-4 1 16,-3 4 4-16,-1-2 0 0,-3 3 5 0,-1-2 8 16,-7 0 2-16,-6-3 5 0,-4 4 4 0,-4 0-2 0,-3 4 3 15,-7-7-3-15,-26 1-3 0,3-2-3 16,-4 1-3-16,-1 2-1 0,-5 1-1 0,-3-1-7 15,-1 0-4-15,-16-2-4 0,0 1 5 0,-5-2-3 16,-3 4-3-16,-8-6-5 0,-2 4-1 0,-5 0-1 0,0-3-1 16,-3 2-4-16,-3 0-1 0,0 0-6 0,-7-1-6 15,10 3-22-15,-6 1-12 0,-4-4-20 16,0 0-24-16,0 0-25 0,0 0-25 0,0 0-24 16,5 9-33-16,-5-9-44 0,0 0-64 0,0 0-71 0,0 0-346 15,0 0-779-15,0 0 345 0</inkml:trace>
  <inkml:trace contextRef="#ctx0" brushRef="#br0" timeOffset="201701.25">2962 10603 180 0,'5'-9'412'16,"-1"4"-3"-16,-4 5 6 0,4-11 5 0,-2 8-3 16,-2 3 10-16,3-8-13 0,-3 8 12 0,2-10-13 15,1 6-18-15,-3 4-9 0,0 0-31 0,2-9-16 16,-2 9-23-16,0 0-28 0,0 0-24 0,3-6-28 16,-3 6-27-16,0 0-24 0,0 0-21 0,0 0-22 15,0 0-20-15,0 0-10 0,0 0-12 0,0 0-9 16,0 0-12-16,13 20-7 0,-11-9-5 0,3 1-7 15,1 3-2-15,-3 4-8 0,3 0-6 0,-3 7-4 16,4-1-3-16,-4-6-4 0,4 5-19 0,-4-6-14 16,2 5 0-16,0-2 0 0,-1-3 0 0,-1 3 0 15,2-5 0-15,-1 2 0 0,0-3 0 0,0 1-34 16,-1-3-27-16,1-2-3 0,-1 0 0 0,4-1-3 16,-2 1 6-16,0-3-2 0,-1-3 3 0,0 1 10 15,2-3 5-15,-1 0 8 0,-5-3 2 0,13 1-4 16,-13-1 23-16,9-5 8 0,-3-1 22 0,2-2 13 15,-3-3 10-15,1-3-3 0,3 0 3 0,-2-5 14 16,-2 5 1-16,0-3 8 0,-1 2 5 0,1 2-3 16,-3-4-3-16,6 3 3 0,-5 3-3 0,-2 5 0 0,-1 6-33 15,5-15-26-15,-5 15 0 0,4-11 0 16,-4 11 0-16,0 0 0 0,5-9 0 0,-5 9 0 16,0 0 0-16,14 2 0 0,-14-2 0 0,14 7 0 15,-5-2 0-15,1 0 0 0,-1 1 0 0,2 1 0 0,1 4 0 16,-2-3 0-16,1-1 0 0,-3 1 0 15,-1 0 0-15,3-1 0 0,-2 0 0 0,-1-2 0 16,0 0 0-16,-1-2 0 0,0 1 0 0,-3 1-40 16,4-1 0-16,-7-4 16 0,6 3 4 0,-6-3 3 0,6 1 23 15,-6-1 15-15,0 0 8 0,8-8 27 0,-4 3-27 16,0-2-29-16,0-4 0 0,-1-7 0 0,0 0 0 16,1-10 0-16,1 1 0 0,-5-1 0 15,4 0 0-15,-2 0 0 0,2 2 0 0,-1-2 0 0,-2 3 0 16,1 6 0-16,0 2 0 0,-2 0 0 0,1 4 0 15,0 3 0-15,-1-1 0 0,0 4 0 0,0 7 0 16,2-12 0-16,-2 12 0 0,0-9 0 0,0 9 0 16,1-8 0-16,-1 8 0 0,0 0 0 0,0 0 0 15,0 0 0-15,0 0 0 0,0 0 0 0,0 0 0 16,0 0 0-16,3 28 0 0,-1-19-365 0,-1 3-117 16,3 1-70-16,1 2-70 0,-1 1-407 0,-1-5-1114 15,3 7 493-15</inkml:trace>
  <inkml:trace contextRef="#ctx0" brushRef="#br0" timeOffset="202466.7">3613 10792 335 0,'0'0'412'0,"7"-5"1"0,-4 1-2 0,-3 4-20 15,5-7-25-15,-5 7-22 0,5-4-22 0,-5 4-20 16,6-5-34-16,-6 5-20 0,5-5-26 0,-5 5-26 15,9-2-21-15,-9 2-19 0,0 0-16 0,16 2-15 16,-10 0-12-16,2 0-12 0,-2 1-15 0,4 4-6 16,-2-3-8-16,1 3-6 0,-3-1-11 0,1-1-9 15,-2 5-3-15,0-3-5 0,0 3-11 0,-1-2-10 16,-2 1-5-16,-2 0-15 0,-1 0-4 0,1-2-9 16,-4 1-2-16,-2-2-4 0,0 2-9 0,-1-3-3 15,-3 1-1-15,-1-1 6 0,1 0 5 0,-1-4-3 16,-2 2 7-16,3-3 0 0,0 4 20 0,10-4 18 15,-16-4 19-15,10 2 23 0,1 0 6 0,0-4 15 16,5 6 15-16,-8-11-4 0,8 3-2 0,0-3-7 16,4 1-12-16,2 1-8 0,1-2-4 0,3-1-9 15,4 1-2-15,-6 3-5 0,1 0-6 0,2 4-5 16,-1-1-5-16,-1 2-4 0,0 4-10 0,3-5 0 0,-2 4 0 16,-1 4-4-16,2-2-1 0,0 2-2 15,0 3 3-15,-2 0-3 0,0-1 4 0,0 3-5 16,1 0-1-16,-2 0 7 0,-3-1-1 0,1 0-1 15,2 3-10-15,-4-3 11 0,1 2-2 0,-2-3-3 0,2 2-1 16,-3-3 0-16,1-1 3 0,-1 1 1 0,-2-6-2 16,9 8 2-16,-5-4 1 0,-4-4 4 15,10 7 1-15,-3-7-2 0,2 0 10 0,-9 0 12 16,22-4 9-16,-10-1 3 0,6-3 0 0,-1-1 0 0,-1-1 2 16,2-1 9-16,5-4-5 0,-7 2 8 0,-1 1 4 15,-2-3 1-15,-1-1-7 0,1 1-4 0,-2 0-3 16,-5 4-3-16,0 1 4 0,-1-3 0 0,-1 3 1 15,-1 0-4-15,-3 10-7 0,4-12-5 0,-4 12-13 16,3-9-3-16,-3 9-9 0,0 0-2 0,0 0-6 16,0 0-1-16,0 0 1 0,0 0-2 0,0 0 4 15,-20 23-2-15,17-14 1 0,1 0 5 0,2-9-10 16,-4 21 3-16,8-10-7 0,-4-11 4 16,2 19 7-16,1-11-4 0,-1 2 4 0,4-2 1 0,-1 1-8 15,0-1 5-15,0 0-2 0,0 0 0 0,-1-2-6 16,-2-2 9-16,2 3-3 0,0-3 0 0,-4-4-4 15,5 9 2-15,-1-6-1 0,-4-3-3 0,1 6-2 16,-1-6-15-16,4 7-6 0,-4-7 5 0,0 0 0 16,0 0-5-16,-9 11 1 0,9-11-12 0,-7 4-13 15,-1 2-20-15,-5-3-16 0,2-1-22 0,-2 1-28 16,0 0-29-16,-5-3-26 0,4 1-33 0,-3-1-46 16,3-1-43-16,2-2-53 0,-2 0-62 0,6 2-72 15,-1-5-291-15,9 6-856 0,-9-7 379 0</inkml:trace>
  <inkml:trace contextRef="#ctx0" brushRef="#br0" timeOffset="203169.66">4429 10676 47 0,'3'-9'482'0,"-3"-1"15"0,0 10 11 16,-2-15 5-16,1 7-11 0,1-2-13 0,0 10-12 15,-1-13-11-15,1 5-10 0,0 8-14 0,-3-11-10 16,3 11-22-16,0-10-38 0,0 10-39 0,0 0-31 16,-2-11-36-16,2 11-28 0,0 0-25 0,0 0-28 15,-2-6-22-15,2 6-13 0,0 0-18 0,0 0-16 16,0 0-116-16,0 0 0 0,0 0 0 0,3 31 0 16,-2-22 0-16,-1 3 0 0,1 0 0 0,2 4 0 15,-2 3 0-15,-1-2 0 0,2 2 0 0,-2-1 0 16,0-1 0-16,-2 2 0 0,0-1 0 0,0-1 0 15,0-1 0-15,1 1 0 0,-2-1 0 0,3-4 0 16,-1 0 0-16,-2-1 0 0,2-3 0 0,0 0 0 16,0 0 0-16,1-8 0 0,0 10 0 0,0-10 0 15,1 7 0-15,-1-7 0 0,0 0 0 0,6 4 0 0,-6-4 0 16,0 0 0-16,17-8 0 0,-8 6 0 16,1-4 0-16,-2 1 0 0,1 1 0 0,1-2 0 15,-1 1 0-15,0-1 0 0,-2 2 0 0,1-1 0 16,-2 1 0-16,1 2 0 0,-1-2 0 0,-6 4 0 0,13-4 0 15,-7 4 0-15,-6 0 0 0,11 0 0 0,-11 0 0 16,12 2 0-16,-7 0 0 0,2 1 0 0,-1 0 0 16,2 2 0-16,-3-1 0 0,1 0 0 15,-1 2 0-15,1 1 0 0,-1-3 0 0,0 1 0 0,-1 0 0 16,-1 2 0-16,4-3 0 0,-5 0 0 0,2 0 0 16,-4-4 0-16,5 7 0 0,-5-7 0 0,5 3 0 15,-5-3 0-15,0 0 0 0,7 4 0 16,-7-4 0-16,0 0 0 0,10-7 0 0,-5 3 0 0,-1 0 0 15,7-1 0-15,-4-1 0 0,-1-1 0 0,1 1 0 16,-1 1 0-16,0 0 0 0,2-1 0 0,-4 3 0 16,1-2 0-16,-5 5 0 0,9-7 0 0,-5 4 0 15,-4 3 0-15,5-5 0 0,-5 5 0 0,0 0 0 16,10 0 0-16,-10 0 0 0,0 0 0 0,10 8 0 16,-6-3 0-16,-4-5 0 0,8 9 0 0,-7-4 0 15,2 2 0-15,-2-1 0 0,0 1 0 0,2-1 0 16,-2 1 0-16,2 0 0 0,-3-7 0 0,6 10 0 15,-5-3 0-15,2-3-111 0,-3-4-37 0,4 8-34 16,-3-2-26-16,-1-6-27 0,0 0-13 0,5 5-50 16,-5-5-56-16,0 0-53 0,0 0-47 0,0 0-42 15,13-13-346-15,-13 13-912 0,8-16 403 0</inkml:trace>
  <inkml:trace contextRef="#ctx0" brushRef="#br0" timeOffset="203325.87">4846 10779 123 0,'0'0'343'15,"0"0"17"-15,-4-10 24 0,4 10 3 0,0 0-5 16,0 0-15-16,-1-5-22 0,1 5-24 0,0 0-28 16,0 0-26-16,0 0-33 0,0 0-28 0,0 0-43 15,0 0-42-15,0 0-39 0,0 0-47 0,0 0-73 16,0 0-72-16,0 0-69 0,0 0-72 0,25 12-54 16,-17-5-284-16,-2-3-637 0,-6-4 282 0</inkml:trace>
  <inkml:trace contextRef="#ctx0" brushRef="#br0" timeOffset="203732.02">4950 10867 154 0,'2'5'347'0,"-2"-5"22"0,0 0 8 0,0 0 10 15,0 0-3-15,0 0 5 0,0 0 5 0,0 0 0 16,0 0-9-16,0 0-1 0,0 0-6 0,0 0-19 16,0 0-12-16,0 0-20 0,0 0-24 0,0 0-31 15,10-17-23-15,-10 17-34 0,0 0-22 0,0 0-17 16,0 0-24-16,0 0-8 0,0 0-26 0,0 0-13 15,0 0-13-15,14 12-5 0,-14-12-5 0,8 9-8 16,-6-3-13-16,-2-6-7 0,5 12-22 0,-1-6-17 16,-2 2-20-16,0-2-12 0,-1-1-12 0,-1-5-10 15,4 11-16-15,-4-5 6 0,0-6-2 0,3 7 8 0,-3-7 9 16,1 7 5-16,-1-7 8 0,0 0 7 16,0 0 18-16,0 0 12 0,0 0 1 0,0 0-10 15,0 0 8-15,0 0-8 0,13-13 2 0,-8 9 6 16,-1 0 5-16,2-6-6 0,0 3 0 0,1 0 2 0,-1 2-1 15,-2 1-2-15,2 0-5 0,-6 4 3 0,11-7-1 16,-5 3 3-16,-6 4-12 0,9-6 2 16,-3 4-3-16,-6 2 1 0,9-4 4 0,-9 4-6 15,11 0-4-15,-11 0 1 0,14 3 6 0,-9-1-2 0,2 0-8 16,1 3-24-16,0 0-31 0,2-2-37 0,-4 2-42 16,2 0-40-16,0 0-43 0,-1 1-45 0,2-4-47 15,-2 2-37-15,0-2-44 0,-7-2-42 16,14 3-36-16,-7-3-296 0,-7 0-837 0,0 0 370 15</inkml:trace>
  <inkml:trace contextRef="#ctx0" brushRef="#br0" timeOffset="204294.3899">5333 10844 143 0,'0'0'300'0,"4"-6"9"16,-4 6 12-16,4-6-9 0,-4 6 28 0,8-7-3 0,-8 7-14 15,7-4-19-15,-7 4-17 0,7-3-11 0,-7 3-24 16,0 0-17-16,7-4-27 0,-7 4-19 0,0 0-22 15,10 0-19-15,-10 0-14 0,0 0-14 0,0 0-16 16,9 4-8-16,-9-4-14 0,5 5-3 0,-5-5-10 16,6 8-7-16,-1-3-8 0,-5-5-7 0,3 6-4 15,-3-6-7-15,1 8-4 0,-1-8 1 0,1 11-8 16,-1-11 1-16,-2 8 1 0,2-8-4 0,-4 9-3 16,-1-2 3-16,0-3-1 0,-4 0-2 0,3 0 2 15,-5-2-2-15,4 1 1 0,-1-2-2 0,0 0 3 16,8-1 11-16,-15 0 16 0,15 0 18 0,-10-2 17 15,10 2 7-15,-12-4 4 0,7 0 2 0,5 4-2 16,-6-5-10-16,6 5 6 0,-4-9-4 0,4 9-8 16,0-8-4-16,0 8-11 0,5-9-9 0,-5 9-8 15,5-6-6-15,-5 6-3 0,14-2-9 0,-7 2-6 16,3 3 3-16,1 1-9 0,1 2 1 0,3 4-2 16,-1 1-9-16,-1 3 1 0,0 1-2 0,-2 0-1 15,6 9 4-15,-4 1-5 0,-1-2-4 0,1 1 4 16,-5 0 0-16,-2 0-1 0,-2 1 1 0,-1-6 2 15,-5 7-1-15,1-1-2 0,-4-1-3 0,-3-1 6 16,1-5-4-16,-5 7 1 0,-1-8 0 0,1 0 3 16,-2-2-1-16,-3 4 1 0,3-7-4 0,0-1 4 15,-1-3-2-15,2-2 1 0,-1-1 4 0,2-2-1 16,1-1 1-16,-3-1 6 0,2-2-5 0,3-2 9 16,-2-3 10-16,3-1 19 0,2-1 11 0,-2-2-6 15,4 0 1-15,2-6 5 0,4-1-4 0,1 0-6 16,6-2-1-16,-2 2-8 0,4-1 0 0,8-4-2 15,0 1-3-15,1 2-4 0,5 3-3 0,-1-2-9 16,-1 3-6-16,0 1-24 0,-3 6-22 0,1 2-36 16,-2-1-43-16,1 2-56 0,-3 0-69 0,3 2-84 0,-6 0-73 15,-2 2-81-15,0 0-90 0,-12 1-375 16,15-1-1016-16,-15 1 450 0</inkml:trace>
  <inkml:trace contextRef="#ctx0" brushRef="#br0" timeOffset="204747.4199">6545 10925 66 0,'0'0'410'0,"0"-11"12"0,0 11 3 0,3-9 3 0,-3 9-11 15,2-7-20-15,-2 7-19 0,2-9-16 0,-2 9-14 16,2-7-19-16,-2 7-16 0,0 0-16 0,2-8-13 15,-2 8-20-15,0 0-21 0,0 0-22 0,0 0-25 16,0 0-23-16,0 0-18 0,0 0-18 0,0 0-19 16,0 0-6-16,0 0-17 0,0 0-6 0,0 0-11 15,6 24-7-15,-6-14-10 0,1 0-6 0,-1 1-2 16,2 0-3-16,0 1-7 0,-2-1-1 0,0 1-6 16,0-1-4-16,2 0-7 0,-2-1-20 0,3 0-38 15,-5-1-40-15,-1-1-37 0,2-1-50 0,1-7-52 16,0 11-47-16,0-11-47 0,1 9-43 0,-1-9-43 15,3 7-62-15,-3-7-360 0,0 0-881 0,0 0 389 16</inkml:trace>
  <inkml:trace contextRef="#ctx0" brushRef="#br0" timeOffset="204919.24">6558 10817 92 0,'0'0'421'0,"3"-13"28"16,-2 7 10-16,-1 6-1 0,0-9-20 0,0 9-37 0,0 0-44 15,1-9-33-15,-1 9-41 0,0 0-47 16,0 0-63-16,2-7-73 0,-2 7-51 0,0 0-46 16,0 0-59-16,0 0-54 0,21 13-71 0,-13-5-63 15,3-2-79-15,0 1-233 0,2 1-600 0,2 0 266 0</inkml:trace>
  <inkml:trace contextRef="#ctx0" brushRef="#br0" timeOffset="205262.9199">6856 10875 158 0,'2'-3'403'0,"-2"3"21"0,0 0 17 16,3-9 7-16,-3 9-6 0,0 0-19 0,0 0-19 15,0 0-28-15,-4-12-32 0,4 12-35 0,0 0-24 16,0 0-37-16,-10-2-26 0,10 2-19 0,0 0-25 16,-11 8-13-16,11-8-24 0,-7 9-11 0,6-4-11 15,-2 2-10-15,3 1-14 0,-1-1-5 0,1 3-13 16,1-2-5-16,1 2-6 0,0-1-9 0,1 0 5 15,1-2-11-15,-1 2 1 0,3-1 4 0,2 0-6 16,-3 0-5-16,2-1-4 0,-2-1-1 0,2 0-7 16,-1-1 5-16,-1-1-11 0,-3 0 1 0,-2-4-9 15,7 7-5-15,-5-3-2 0,-2-4 2 0,6 4-6 16,-6-4 7-16,0 0-7 0,1 9-2 0,-1-9 2 16,0 0 0-16,-9 8-6 0,2-5-9 0,-2-1-12 15,-2 0-19-15,-2 2-27 0,-3 0-30 0,3-2-37 16,-2-1-18-16,4-1-31 0,0 0-18 0,-1 1-19 15,12-1-13-15,-13-2-49 0,13 2-59 0,-7-3-78 16,7 3-366-16,0 0-847 0,0 0 374 0</inkml:trace>
  <inkml:trace contextRef="#ctx0" brushRef="#br0" timeOffset="206137.71">7542 10987 162 0,'0'0'438'0,"5"-11"19"0,-5 11 0 15,4-9-7-15,-2 4-8 0,-2 5-16 0,1-11-16 16,-1 11-14-16,1-11-4 0,4 6-33 0,-5 5-21 16,3-8-17-16,-3 8-31 0,3-9-34 0,-1 3-19 15,-2 6-19-15,6-7-15 0,-2 4-33 0,-4 3-15 16,10-4-24-16,-2 3-16 0,-8 1-9 0,17 1-11 15,-6 3-12-15,-1-1-8 0,1 0-9 0,-1 1-18 16,-1 2-1-16,-2-1-1 0,2 2-8 0,-4-1-4 16,2 2-4-16,-2 0-3 0,-3 2-9 0,0-3-12 15,-1 4-2-15,-2-1-1 0,-3 1-6 0,-1-1-15 16,-2 3 3-16,-3-3-5 0,-1 2-11 0,-2-1-9 16,-2-1-5-16,-5-1-3 0,4-2-1 0,-1-1 2 15,6-2 8-15,-2 0 9 0,0-3 9 0,3-1 3 16,1 0 5-16,9 0 13 0,-17-3 20 0,12 0 1 15,1-3 14-15,0 1 1 0,3-4 1 0,-2-1-1 16,4 1 1-16,4-2 0 0,-1 0-1 0,-1 1-4 16,5 0 1-16,-3 0-2 0,3 1-4 0,-2-3 4 15,2 5-9-15,0 1-7 0,-3 0 3 0,2 2-4 16,1-2 6-16,-3 3-2 0,2 1-13 0,-7 2-6 0,14-2 4 16,-7 2-4-16,-7 0 2 0,17 4-9 15,-9 2 0-15,1-2 7 0,-2 3-4 0,2 0 3 16,-3 1 1-16,0 0 0 0,0 2-7 0,-1-1 1 15,1 0 3-15,-3 0-1 0,2 0 1 0,-2-1 0 0,-2-1 6 16,2 0-7-16,-3-7 1 0,2 10 2 0,-2-10 4 16,4 7-2-16,-4-7 3 0,3 8 1 0,-3-8-6 15,4 3 8-15,-4-3 2 0,0 0-1 16,11 0-2-16,-11 0 5 0,10-7 6 0,-1 1-8 0,1-1-5 16,-1-1 4-16,4-3 0 0,-3 1-1 0,3-2-4 15,-2 4-1-15,0 0 5 0,3-2-4 0,-5 3-1 16,1 0 0-16,0 2 0 0,2-1 15 0,-3 2-19 15,0-1 5-15,2 2-9 0,-5 1-3 0,2 2 3 16,-8 0 3-16,15 2 0 0,-4 1-3 0,-5-1 2 16,2 4 0-16,-1-1 1 0,-2-1 2 0,3 3-3 15,-4 2-4-15,0-4 5 0,-3 3-3 0,4 0-15 16,-2-1-7-16,-2-1-3 0,-1-6-6 0,1 12 7 16,1-6 1-16,-2-6 0 0,2 9 0 0,-2-9 10 15,1 5 7-15,-1-5 6 0,0 0 10 0,0 0 3 16,6 4 2-16,-6-4 1 0,0 0 0 0,13-10 2 15,-5 4-7-15,0-1 0 0,1 1-1 0,1-1 5 16,-1 0-2-16,-1 1 11 0,0-1-6 0,3 0-2 16,-3 2-2-16,-1-1 6 0,1 2-8 0,-3 2 6 0,-5 2-5 15,10-6-1-15,-5 6-7 0,-5 0 0 16,14 0-1-16,-14 0 5 0,12 5-6 0,-6 0 2 16,0-2 3-16,2 3-1 0,0 0 2 0,0 1-9 15,0 1 4-15,-1-3 4 0,-2 1-1 0,0-1-3 0,0 1-16 16,1-1-22-16,1-2-28 0,-7-3-20 0,7 8-23 15,-4-6-27-15,-3-2-45 0,8 2-55 16,-8-2-65-16,0 0-51 0,13-4-67 0,-13 4-68 16,7-9-350-16,-4 2-909 0,2-1 402 0</inkml:trace>
  <inkml:trace contextRef="#ctx0" brushRef="#br0" timeOffset="206621.9799">9297 10990 251 0,'0'0'399'0,"0"-10"17"0,0 10 4 16,0 0-5-16,1-9-7 0,-1 9-13 0,0 0-7 15,0 0-2-15,0 0-4 0,0 0-16 0,2-8-19 16,-2 8-18-16,0 0-34 0,0 0-25 0,0 0-23 15,0 0-27-15,0 0-25 0,0 0-16 0,0 0-25 16,0 0-16-16,0 0-4 0,0 0-26 0,0 0-9 0,5 27-9 16,-4-16-5-16,-1-1-2 0,-4 1-20 0,5 1-5 15,1 0-6-15,-2 0 1 0,0 1-11 16,-2-1-3-16,1 0 1 0,2 1 5 0,-1-2-26 16,-2-1-21-16,1-1-31 0,1-1-30 0,0 0-33 0,0-8-41 15,-2 9-44-15,2-9-50 0,0 0-34 0,2 10-33 16,-2-10-62-16,0 0-70 0,0 0-58 15,0 0-350-15,0 0-907 0,19-17 400 0</inkml:trace>
  <inkml:trace contextRef="#ctx0" brushRef="#br0" timeOffset="206793.8">9335 10822 124 0,'0'0'392'0,"2"-13"15"0,-2 13 13 0,1-6-3 0,-1 6-10 16,0 0-24-16,0 0-30 0,0 0-31 0,0 0-36 15,1-7-35-15,-1 7-29 0,0 0-32 0,0 0-31 16,0 0-42-16,0 0-54 0,0 0-66 0,0 0-63 16,0 0-50-16,4 27-64 0,0-16-73 0,3 3-78 15,0-2-263-15,1 1-644 0,2 3 285 0</inkml:trace>
  <inkml:trace contextRef="#ctx0" brushRef="#br0" timeOffset="207215.5799">9486 11037 259 0,'0'0'413'0,"0"0"23"0,10-11 15 0,-10 11 0 16,3-9-17-16,-3 9-10 0,1-7-24 0,-1 7-20 15,3-7-23-15,-3 7-31 0,3-6-27 0,-3 6-33 16,4-7-33-16,-4 7-22 0,7-4-23 0,-7 4-20 16,10-3-16-16,-10 3-18 0,13 3-15 0,-7-1-18 15,2 0-7-15,-1 2-13 0,0 3-6 0,1-3-7 16,-1 4-8-16,-1 0-8 0,1-1-2 0,-3-1-9 15,-2 2-9-15,0 2-25 0,-1-3-20 0,-1 2-18 0,0 0-11 16,0-9-9-16,-3 13-1 0,2-6-7 0,-2-1-2 16,1 1-2-16,2-7 5 0,-4 8 10 15,4-8 9-15,-3 5 12 0,3-5 10 0,0 0 13 16,0 0 10-16,0 0 12 0,0 0 6 0,0 0 9 0,0 0-4 16,9-26 7-16,-2 16 0 0,1 1-5 0,2-2 7 15,-3 3-8-15,2-2-5 0,3 2 1 0,-3 1-3 16,0-1-4-16,-1 2 1 0,2 1-3 0,-4 1-6 15,-1 2 1-15,-5 2-4 0,15-2 1 0,-7 2-1 16,-8 0-4-16,16 4 0 0,-9-2-1 0,0 2 0 16,0 2-1-16,-2-1 0 0,3 2-1 0,0 0 1 15,-2 0-1-15,1 2-3 0,-1-2-7 0,1 1-29 16,-3 1-31-16,0-4-35 0,3 3-48 0,-1 0-33 16,1 0-24-16,0-3-47 0,-1 0-35 0,2 0-48 15,1-1-45-15,4-2-61 0,-5-1-255 0,4-1-757 16,2-1 335-16</inkml:trace>
  <inkml:trace contextRef="#ctx0" brushRef="#br0" timeOffset="207512.3899">10151 10803 129 0,'0'-7'369'16,"0"7"26"-16,-2-12 16 0,2 12 16 0,-2-13-1 15,0 8-16-15,2 5-1 0,-2-9-13 0,2 9-14 16,-6-7-17-16,6 7-17 0,0 0-29 0,0 0-29 15,-4-6-33-15,4 6-25 0,0 0-31 0,0 0-13 16,0 0-19-16,0 0-13 0,0 0-10 0,-4 20 5 16,3-11 11-16,1 1-7 0,-2 3-2 0,2 2-11 15,-1 2-11-15,0-3-11 0,1 6-8 0,-2-1-16 0,2 2-6 16,-2-2-8-16,-1 0-13 0,2 6-4 16,0-7 6-16,-2 2-13 0,-3 3-13 0,5-4-1 15,-3 0-24-15,0-4-20 0,1 2 0 0,1-6 0 0,-1 0 0 16,2-2-74-16,-3 0-38 0,3-2-38 0,1-7-41 15,-4 12-40-15,4-12-49 0,0 7-28 0,0-7-19 16,0 0-50-16,0 0-65 0,0 0-49 0,6 4-377 16,-6-4-941-16,0 0 416 0</inkml:trace>
  <inkml:trace contextRef="#ctx0" brushRef="#br0" timeOffset="207762.3299">9923 10961 353 0,'0'0'477'16,"-9"-4"37"-16,9 4 16 0,-8-3-8 0,8 3-27 16,0 0-27-16,-9-2-20 0,9 2-15 0,0 0-17 15,0 0-30-15,0 0-38 0,-4-5-37 0,4 5-26 16,0 0-40-16,0 0-11 0,20-10-29 0,-2 8-30 16,2 0-22-16,6-4-28 0,5 1-28 0,-1 1-32 15,2 0-34-15,-1 1-27 0,2 2-26 0,-4-4-36 16,0 3-35-16,-8-1-33 0,1 2-28 0,-2 0-38 15,1 0-48-15,-3 0-46 0,-4 1-40 0,-1 2-56 16,1-1-56-16,-3 3-60 0,-2-2-254 0,0 3-812 16,-4-1 359-16</inkml:trace>
  <inkml:trace contextRef="#ctx0" brushRef="#br0" timeOffset="208230.97">10304 11072 238 0,'0'0'439'0,"0"0"17"0,0 0 7 0,0 0 0 16,0 0-12-16,0 0-11 0,0 0-13 0,0 0-20 0,0 0-23 15,0 0-22-15,0 0-24 0,0 0-44 0,0 0-18 16,0 0-20-16,5-15-23 0,-5 15-26 16,0 0-22-16,0 0-23 0,0 0-15 0,0 0-34 15,0 0-3-15,0 0-12 0,0 0-11 0,0 0-6 0,0 0-9 16,9-1-8-16,-9 1 0 0,11 3-14 0,-11-3-1 15,17 3 0-15,-5-1-6 0,0-1-4 0,3 0-2 16,-1 0-10-16,2 0 0 0,-2-2-9 16,7-2 1-16,-6 0-2 0,3 0 5 0,-7-1-13 0,2-2 6 15,-1 3-6-15,-2-3 0 0,-1-1 21 0,0 1-20 16,-2 1-4-16,0-3-1 0,-3 5 7 0,-2-3-7 16,1 0 1-16,-3 6-3 0,1-11-5 0,-1 11 0 15,-4-11-6-15,0 4 3 0,-2 3 2 0,1 1-6 16,-3-1-2-16,-1 0-4 0,-1 2 4 0,1 0 3 15,-2 2-1-15,0 0-4 0,0 2 2 0,1 1 2 16,-1 4-4-16,1-2 7 0,0 0-3 0,1 5-2 16,1-2 4-16,0 3 0 0,2-2-14 0,3 2-9 15,-1-1 0-15,4 0-3 0,1 2-8 0,3 0-1 16,2-2-4-16,6 1-7 0,-3-1-11 0,7-1-8 16,-2 1-28-16,12 0-30 0,-6-3-35 0,7-1-24 15,1-1-44-15,2-5-29 0,-3 0-26 0,2-3-36 16,-7 0-39-16,6-3-46 0,-3-3-30 0,-7 5-283 15,3-4-782-15,-7-1 346 0</inkml:trace>
  <inkml:trace contextRef="#ctx0" brushRef="#br0" timeOffset="208840.2">10875 10967 76 0,'0'0'296'16,"3"-9"15"-16,-3 9 14 0,0 0 9 0,1-6 16 0,-1 6-3 16,0 0-7-16,0 0-11 0,4-6-15 15,-4 6-27-15,0 0-23 0,0 0-23 0,6-3-30 16,-6 3-19-16,0 0-18 0,0 0-24 0,11-1-14 15,-11 1-13-15,0 0-16 0,15 5-10 0,-10-1-11 0,0-1-10 16,0 3-11-16,-1-1-6 0,1 1-8 0,0 3-9 16,-1 1 1-16,0-2-9 0,-4-1-4 15,1 1 7-15,0 1-8 0,-4 0-8 0,1 1 0 16,0-1-1-16,-2 0 3 0,-5-1 2 0,0 0-1 0,-3-2-4 16,-4 0 0-16,3 0 0 0,-6-2-2 0,1 1-2 15,3-3-6-15,1 1 10 0,2-5-2 0,1 2 1 16,-1-3 6-16,3 1 9 0,2-2 4 0,1 0 8 15,0-4 4-15,0 0 8 0,3-2 1 0,3 2-6 16,-1-2-7-16,2 1-2 0,3 1-5 0,1-1 1 16,0 2-15-16,3-1 0 0,-3 4 3 0,4-2-7 15,1 2-3-15,0 1-4 0,2 3-6 0,1 0 0 16,-3 3-2-16,9 1-1 0,-5 3-1 0,0 1-3 16,2 3 0-16,0 2-2 0,-3 1 0 0,-1 3 1 15,0 6-2-15,0 0 3 0,-5 2 5 0,0 0 4 16,-2 2-1-16,-3-2 2 0,0 3 8 0,-4-1 4 15,-3 0 2-15,1-1-2 0,-3-1-1 0,-2 3 3 16,-4-3-2-16,0 3-8 0,-1-3 4 0,0-3-1 16,1-1-4-16,-2 0-2 0,6-5 5 0,1-6-5 15,2-2 0-15,-1 1-1 0,1-1 1 0,3-1 0 16,-3-3 1-16,6-4 7 0,-7 6-2 0,7-6-1 16,-12-2-2-16,12 2 2 0,-10-5-2 0,4-1-2 15,-2-2 1-15,-1 1-6 0,1-4 5 0,1-1 0 0,-2-2-2 16,0 1 1-16,2-2 2 0,1 0 11 0,3 4 13 15,2-5 5-15,0 4 0 0,1 1-6 16,1-2 9-16,4-2-11 0,0 5-10 0,6-3-8 16,1 1-1-16,1 2-19 0,6-1-19 0,8 3-31 0,1-1-36 15,5 1-42-15,-1 1-43 0,0 3-43 0,-2 0-47 16,-2 0-57-16,-8 2-64 0,1 1-73 0,0-2-62 16,-3 3-280-16,0-3-866 0,-5 2 384 15</inkml:trace>
  <inkml:trace contextRef="#ctx0" brushRef="#br0" timeOffset="209230.73">11107 11133 174 0,'0'-14'461'0,"1"7"7"15,1-1 7-15,2 1-18 0,-4 0-23 0,4 1-36 16,-4 6-27-16,5-11-31 0,0 5-30 0,-1 1-31 15,0 1-24-15,-4 4-29 0,10-8-21 0,-6 6-24 16,4 0-16-16,-8 2-19 0,14-3-15 0,-7 3-17 16,5 3-11-16,-2-2-11 0,-1 2-11 0,4 4-6 15,-3-2-10-15,1 3-8 0,-2-1-8 0,-1 1-3 16,2 1-7-16,-3-1-2 0,0 1-6 0,-3-2-8 16,1 2-15-16,-2-1-17 0,-2 1-7 0,1-1-7 15,-2 0-5-15,0-8-3 0,-3 12 2 0,0-7 6 16,0 1-4-16,-1-2 8 0,4-4-2 0,-10 7 11 15,4-5 2-15,6-2 3 0,-9 0 5 0,9 0-1 16,0 0 3-16,-9-6-1 0,9 6-5 0,0-11 0 0,0 11-3 16,5-14-5-16,-2 5-10 0,5 1-5 15,-2-1-13-15,2 1-5 0,1-2-24 0,1 3-26 16,5-3-25-16,-3 4-42 0,3 3-24 0,2-2-22 16,-3 1-27-16,3 3-42 0,-4 1-44 0,4 1-25 0,-3 0-36 15,-2 4-200-15,-1-3-629 0,1 0 278 0</inkml:trace>
  <inkml:trace contextRef="#ctx0" brushRef="#br0" timeOffset="209949.31">11501 11133 207 0,'0'0'327'0,"0"0"10"0,0 0-4 16,7-21-8-16,-7 21 1 0,4-7-9 0,-4 7-10 0,6-7-5 15,-6 7-17-15,8-5-15 0,-2 1-11 0,-6 4-5 16,5-6-27-16,-5 6-26 0,7-4-22 0,-7 4-18 15,6-2-20-15,-6 2-15 0,0 0-15 0,0 0-5 16,15 5-18-16,-10-2-8 0,1 1-11 0,-6-4-8 16,7 7-4-16,-3-2-7 0,0-1-4 0,-2 2-6 15,-2-6-7-15,4 11-4 0,-2-4-13 0,-2-7-8 16,-2 9-2-16,2-9 1 0,-4 11 1 0,1-6 1 16,-4 1-3-16,2-3-5 0,-1 2-3 0,-2-1-4 15,0-2-5-15,-3 0-1 0,5-1 6 0,6-1 1 16,-16 0 0-16,16 0 3 0,-11-2 7 0,11 2 0 15,-11-3-3-15,11 3-2 0,-7-7 4 0,7 7-3 16,-3-10-2-16,3 10 6 0,0-12-5 0,0 12 0 16,2-12-5-16,3 4 0 0,-2 3 0 0,1 0 0 15,1-1 1-15,1 1-2 0,0 0 3 0,2 2-4 16,-2-1 3-16,-6 4-2 0,14-3 4 0,-4 0-1 0,-2 3-4 16,-8 0 2-16,15 0-4 0,-8 1 1 15,-7-1-1-15,12 4 0 0,-5 1 2 0,-1-2-2 16,3 3 0-16,-2 2 3 0,-2-4 1 0,3 2-2 0,-4 2 3 15,3-1 1-15,-1 0 7 0,-2-1-9 0,2-1 1 16,-2 1 1-16,0-1 6 0,2 1-4 0,1-3 8 16,1 2 1-16,4 0 4 0,-3-2-7 15,2 0 4-15,1-1 10 0,1-1 11 0,7-3 7 0,-4-4-5 16,12-3-3-16,0 0 30 0,-1-4 31 0,-2-1-5 16,0-1-4-16,-1-2 2 0,-1 1-1 0,-1-6-5 15,-4-1-7-15,2-1-4 0,-5-2-6 0,-1-4-7 16,-3 3-4-16,-2-3-5 0,0-2-5 0,-2 2-6 15,-3 2 0-15,-1 1-8 0,-2 7 0 0,-1 4-5 16,-1 2-3-16,1 5-5 0,-2-1-3 0,2 3-5 16,0 7-3-16,-3-10-2 0,3 10-6 0,0 0-2 15,0 0 6-15,0 0-3 0,-23 18-1 0,15-3 5 16,3 2-3-16,-4 5 2 0,5-3 1 0,-5 8 1 16,4-2-4-16,1 1 5 0,0 2 0 0,2-7 0 15,-3 4 2-15,3 3-4 0,-3-10 3 0,4 6-1 16,2-7 0-16,4 2 4 0,-1-4 2 0,0 0-2 15,5 0 0-15,0-2 2 0,5 0-2 0,-1 0 0 16,5-2-9-16,-2 0-11 0,4-1-18 0,0-5-21 16,0 1-29-16,-2-1-24 0,3-2-34 0,-3-1-40 15,2-2-46-15,-5-2-32 0,-1 1-62 0,-5-3-72 16,4 2-70-16,-3-2-290 0,-3 0-816 0,-1 0 360 16</inkml:trace>
  <inkml:trace contextRef="#ctx0" brushRef="#br0" timeOffset="210464.81">13270 10894 264 0,'0'0'432'0,"0"0"21"0,0 0 8 0,0 0 1 16,0 0-10-16,5-13-7 0,-5 13-13 0,0 0-7 15,0 0-6-15,0 0-18 0,0 0-27 0,4-8-35 16,-4 8-27-16,0 0-40 0,0 0-27 16,0 0-25-16,0 0-25 0,0 0-24 0,0 0-15 0,0 0-18 15,0 0-21-15,5 26-5 0,-2-11-16 0,-1 4-5 16,0 0-5-16,2 8-5 0,0-2-17 0,-3 1-6 15,1 0-4-15,0 0-8 0,-2 0-1 0,0-1-3 16,2 0-10-16,-2-4 7 0,0-2-10 0,-2 0-7 16,2-2-20-16,2-1-24 0,-2-2-30 0,0-5-28 15,0 1-35-15,0 0-36 0,0 0-52 0,0-10-42 16,0 12-50-16,4-8-31 0,-4-4-10 0,0 0-15 16,-4 10-45-16,4-10-51 0,0 0-55 0,0 0-259 15,0 0-824-15,-13-24 365 0</inkml:trace>
  <inkml:trace contextRef="#ctx0" brushRef="#br0" timeOffset="210855.3599">12843 10857 169 0,'-8'-4'411'15,"-3"-5"28"-15,1 2 17 0,1 0 8 0,-3-1-12 0,2 1-14 16,1-1-11-16,0 1-3 0,-1-1-19 0,4-2-25 15,-1 0-11-15,5-1-21 0,-4-6-33 0,4 2-29 16,4-2-33-16,4 0-17 0,5-6-29 16,8 2-25-16,8-2-29 0,4 2-5 0,14-7-30 0,7 6 0 15,2 4 3-15,6 1-28 0,3 2-13 0,0 3-12 16,0 4-3-16,2 5-9 0,-2 2-4 0,0 4-2 16,-5 4-7-16,-2 3-5 0,-4 3-21 0,-3 4 10 15,-17-4-7-15,3 5-7 0,-9-1-2 0,-2 0-2 16,-4 3 15-16,-8-5-16 0,-4 3 0 0,-3 7 4 15,-7 1 2-15,-3 0-5 0,-11-1-3 0,-4-1-1 16,-7 2-4-16,-15 4 8 0,-5 0-5 0,-5-4 9 16,0-3-6-16,-4-2-1 0,4-3-15 0,-4-4-7 15,7-1-13-15,13-5-11 0,0-2-24 0,2-2-5 0,12-3-12 16,2 1-21-16,3-2-16 0,4 2-22 16,7-2-39-16,6 0-78 0,-7-2-74 0,7 2-65 15,0 0-44-15,30-2-46 0,-13 4-37 0,12 0-279 16,0-2-867-16,1 4 384 0</inkml:trace>
  <inkml:trace contextRef="#ctx0" brushRef="#br0" timeOffset="211542.69">13560 11215 337 0,'0'0'348'15,"0"0"-2"-15,0 0-17 0,0 0-11 0,0 0-26 0,5-21-30 16,-5 21-8-16,7-6-11 0,-7 6-4 0,6-7-30 16,-2 3-18-16,-4 4-20 0,10-4-18 0,-6 3-21 15,-4 1-11-15,9-4-9 0,-9 4-24 0,0 0 4 16,13 1-13-16,-13-1-9 0,12 3-13 0,-12-3-7 16,11 4-7-16,-9-1-1 0,2 2-1 0,-4-5 2 15,8 7-10-15,-8-7-9 0,2 7 4 0,0-1-11 16,-2-6 2-16,-4 11-4 0,4-11-2 0,-8 10-4 15,4-5 0-15,-2 2-9 0,1-1 5 0,-9-1-9 16,8 1 2-16,-5-2 2 0,0 0-10 0,1-1-2 16,2-2 9-16,-1 1-9 0,9-2 7 0,-12 0 6 15,12 0 16-15,-11-3 0 0,11 3 8 0,-6-3 0 16,6 3 25-16,-3-9 4 0,3 9-6 0,0-12-5 16,0 12-5-16,5-12-7 0,-1 5 7 0,3 0-2 15,1-1-6-15,0 1-1 0,-2 1-7 0,3 2-2 16,-2-1 0-16,0 3-8 0,0-1-2 0,-1 0-3 15,3 2 0-15,-9 1-1 0,14 0 3 0,-14 0-6 16,15 3-1-16,-8-2-2 0,0 3-1 0,0-1-4 16,-1 1 1-16,0-1-2 0,2 1 4 0,-3 1 1 0,-1-1-5 15,2 1 3-15,-3 0 6 0,1 1-8 0,0-1 4 16,1-1-5-16,-5-4 6 0,3 9-5 16,-1-3 2-16,-2-6-4 0,4 6 5 0,-4-6-1 15,0 0 7-15,3 7 7 0,-3-7 6 0,0 0 2 0,8 0 5 16,-8 0 13-16,0 0 9 0,14-9 4 0,-7 5-2 15,-1-3 1-15,3 1 9 0,1 1 9 0,0-1 0 16,-3 1 1-16,3 1-2 0,0-1 9 16,-3 3-14-16,2-2-5 0,-2 0-4 0,2 3-6 0,-2-1-3 15,4 0-6-15,-11 2-4 0,15 2-2 16,-8 0-6-16,3 3-1 0,-1-4-4 0,-1 2-4 0,1 1-5 16,-2 0 6-16,-2-1-6 0,1 2 3 0,1 1 0 15,-1-1-4-15,0 0-2 0,-2 1-17 0,2-3-20 16,-1 2-24-16,-5-5-20 0,4 11-35 0,2-7-26 15,-2 0-16-15,-4-4-25 0,9 7-29 0,-5-3-19 16,-4-4-19-16,9 4-28 0,-2-2-32 0,-7-2-25 16,13 1-32-16,-13-1-13 0,11-3-217 0,-3 2-639 15,0-2 283-15</inkml:trace>
  <inkml:trace contextRef="#ctx0" brushRef="#br0" timeOffset="212183.17">14272 10900 261 0,'2'-11'471'0,"1"0"12"16,-3-1 20-16,2 1 5 0,-2-2-19 0,0 5-16 15,2 0-20-15,-2 1-15 0,0 7-9 16,2-14-3-16,-2 14-34 0,4-8-24 0,-4 8-40 0,0 0-32 15,0-7-34-15,0 7-31 0,0 0-23 0,0 0-30 16,0 0-20-16,0 0-7 0,0 0-24 0,0 0-16 16,0 0-5-16,0 0-13 0,-2 36-16 0,0-18 2 15,0 1-2-15,0 7-62 0,0-1-15 0,-1 1 0 16,1 2 0-16,-2 0 0 0,4 0 0 0,-5-2 0 16,2 1 0-16,1-2 0 0,-2 0 0 0,2-4 0 15,-1 3 0-15,2-4 0 0,-2-2 0 0,-1 0 0 16,4-3 0-16,-2-1 0 0,2-3 0 0,0 2 0 15,0-4 0-15,0-1 0 0,2-1 0 0,-2-7 0 16,2 12-92-16,0-7-98 0,-2-5-27 0,4 7-36 16,1-6-52-16,-5-1-52 0,11-1-23 0,-11 1-32 15,12-4-29-15,-3-2-44 0,-5 2-359 0,2-6-913 16,0 1 404-16</inkml:trace>
  <inkml:trace contextRef="#ctx0" brushRef="#br0" timeOffset="212370.62">14252 11157 192 0,'-6'-5'343'16,"6"5"33"-16,0 0 33 0,0 0 44 0,0 0 24 16,-5-6 3-16,5 6-9 0,0 0-18 0,0 0-20 0,0 0-45 15,0 0-44-15,0 0-36 0,0 0-43 16,11-14-37-16,-2 11-45 0,9 0-40 0,-1-1-47 16,4 3-60-16,0-1-61 0,1 1-60 0,-2 1-71 15,9-2-62-15,-2 4-60 0,-4-1-70 0,6 0-55 0,-2 1-359 16,0-1-824-16,-7 2 366 0</inkml:trace>
  <inkml:trace contextRef="#ctx0" brushRef="#br0" timeOffset="212765.94">14888 11237 100 0,'0'0'412'0,"0"0"18"0,0 0-1 0,11-5-1 16,-11 5-23-16,4-4-22 0,-4 4-17 0,7-5-19 16,-7 5-31-16,5-7-23 0,0 3-21 0,-5 4-25 15,8-5-24-15,-3 2-23 0,-1-2-16 0,-4 5-20 16,12-5-18-16,-5 3-18 0,-1 0-13 0,-6 2-10 16,15 0-16-16,-7 1-9 0,2 1-11 0,-1 1-5 15,1 4-7-15,-1-3-2 0,-1 3-14 0,1 1-5 16,-4-1-3-16,4 1-5 0,-5 2-1 0,-2-2-3 15,2 1-5-15,-5 0-6 0,0 3 3 0,-3-4-3 16,0 0 0-16,-2 1-4 0,-2 0 0 0,-3-5 0 16,0 2 2-16,-3-1-4 0,1-3 1 0,-1 1 3 0,0-2-3 15,2-1 1-15,0 0 8 0,-1-1 13 16,5-2 17-16,-2-2 6 0,3 1 3 0,0-4 1 16,5 1-8-16,0-2-4 0,0-3-5 0,7 0-14 15,3-2-15-15,4 0-18 0,1-1-42 0,10-2-51 0,0 1-38 16,2 0-36-16,3 3-48 0,-2 2-39 0,3 3-39 15,-1-1-41-15,-3 2-39 0,6 1-45 16,-3-1-323-16,-9 3-810 0,8-3 358 0</inkml:trace>
  <inkml:trace contextRef="#ctx0" brushRef="#br0" timeOffset="213093.9799">15355 10990 164 0,'-2'-8'287'0,"-2"-3"16"0,0 1 38 16,-1-1 14-16,2 0 13 0,-3 1 11 0,3-1-3 15,0 0 7-15,-1 2 10 0,3 3 2 0,-4 0 5 16,5 6-17-16,-3-11-3 0,3 11-31 0,-1-8-17 16,1 8-29-16,0 0-42 0,-3-9-28 0,3 9-23 15,0 0-28-15,0 0-16 0,0 0-16 0,0 0-17 16,0 0-10-16,-5 20-8 0,5-4 3 0,-2 4 17 16,0 8 6-16,1 1-6 0,1 4-6 0,0 3-60 15,-2 9-69-15,2-10 0 0,-2 12 0 0,4-11 0 16,-1-2 0-16,-1 12 0 0,-1-10 0 0,1 12 0 15,-3-12 0-15,3-1 0 0,0 12 0 0,-1-15 0 16,-1 3 0-16,0-4 0 0,-2 0 0 0,-1-4 0 16,0 0 0-16,1-1 0 0,3-8 0 0,-3-1 0 15,2-2 0-15,1-3 0 0,0-1 0 0,1-4 0 16,-1 0 0-16,1-7 0 0,-3 11 0 0,3-11 0 0,0 6-69 16,0-6-267-16,0 0-70 0,0 0-58 15,0 0-61-15,5-23-50 0,-5 13-395 0,0-8-1050 16,1-1 465-16</inkml:trace>
  <inkml:trace contextRef="#ctx0" brushRef="#br0" timeOffset="213297.06">15102 11444 256 0,'0'0'479'16,"-3"-10"16"-16,3 10 6 0,0 0-14 0,5-9-28 15,-1 4-43-15,6 1-41 0,3 1-36 0,6-2-33 16,3 1-27-16,10-3-26 0,-2 0-26 0,1 2-21 15,3 2-22-15,-2-1-21 0,0 1-15 0,0-3-15 16,0 4-17-16,-2 0-34 0,-9 1-56 0,0-4-69 16,-3 5-87-16,-3 0-71 0,-4 2-68 0,-3-2-63 15,2-2-79-15,-3 6-347 0,-7-4-820 0,9 1 363 16</inkml:trace>
  <inkml:trace contextRef="#ctx0" brushRef="#br0" timeOffset="-211162.29">16703 10929 72 0,'-8'-8'330'15,"3"3"-5"-15,0-1-5 0,-3-1-13 0,0 1-15 16,-3 0-2-16,1 0-3 0,-3-1-6 0,0 2-3 15,2 1-8-15,-1 2-11 0,3-1-22 0,1 2-19 16,0-1-17-16,8 2-17 0,-15 1-11 0,9 3 6 16,0 1-1-16,-1 2 10 0,2 4 7 0,1 2 5 15,1 3 2-15,1 2 0 0,2 8-8 0,2-1-8 16,0 0-24-16,1 4 2 0,-1-2-11 0,2 2-6 16,0 0-5-16,1 0-16 0,-4 0-2 0,2 1-14 15,-2-1-16-15,2 0-11 0,-2 2 3 0,-1 0-13 16,-4-6-10-16,4 6 1 0,-4-2-19 0,3 1 5 0,-2-5-2 15,0 4-6-15,0-3-9 0,2-2-5 16,-2-6 4-16,2-1-1 0,1-1-10 0,1-1-1 16,1-4-21-16,-2 0-22 0,1-1-10 0,0-4-36 0,0 1-34 15,-1-7-41-15,3 9-46 0,-3-9-58 0,-1 8-44 16,1-8-64-16,0 0-84 0,0 0-78 0,0 0-411 16,0 0-1007-16,-17-19 446 0</inkml:trace>
  <inkml:trace contextRef="#ctx0" brushRef="#br0" timeOffset="-210943.59">16319 11388 274 0,'0'0'423'0,"0"0"31"0,-1-11 38 16,1 11 13-16,-4-6 0 0,4 6-8 0,0-8-18 16,0 8 13-16,0 0 3 0,-1-10-15 0,1 10-27 15,0 0-35-15,2-11-44 0,-2 11-35 0,7-9-37 16,0 5-34-16,2-2-24 0,3 0-32 0,6 0-48 15,2 1-46-15,7-3-51 0,4 3-67 0,0-1-53 16,0 4-56-16,3-4-53 0,-4 6-55 0,1-1-71 16,-2-1-65-16,-6 4-49 0,4-1-47 0,-5-1-41 15,-3 0-25-15,0 4-322 0,-1-4-905 0,-4 0 400 16</inkml:trace>
  <inkml:trace contextRef="#ctx0" brushRef="#br0" timeOffset="-210678.03">16839 11279 39 0,'0'0'358'0,"0"0"27"0,0 0 38 16,0 0 19-16,0 0 25 0,-12-15 10 0,12 15 1 16,0 0-11-16,0 0 4 0,0 0-3 0,0 0-13 15,0-11-22-15,0 11-28 0,0 0-34 0,0 0-40 16,0 0-32-16,0 0-30 0,0 0-26 0,0 0-30 16,0 0-21-16,0 0-20 0,0 0-23 0,0 0-8 0,0 0-98 15,0 0-43-15,6 26 0 0,-6-19 0 0,3 0 0 16,-3 3 0-16,1-1 0 0,-1 2 0 0,1 0 0 15,2-3 0-15,-3 2 0 0,1-3 0 16,-1-7 0-16,0 16 0 0,1-12 0 0,-1-4 0 0,2 11-27 16,-2-11-245-16,1 9-45 0,-1-9-26 0,0 0-24 15,1 6-36-15,-1-6-62 0,0 0-48 0,0 0-32 16,0 0-279-16,17-11-892 0,-12 5 395 0</inkml:trace>
  <inkml:trace contextRef="#ctx0" brushRef="#br0" timeOffset="-210506.19">16879 11140 143 0,'0'0'357'0,"-2"-10"24"0,2 10 44 16,-2-10 20-16,2 10 14 0,-1-9 7 0,1 9-10 15,-1-8-15-15,1 8-19 0,-2-7-24 0,2 7-40 16,0 0-33-16,-1-10-46 0,1 10-19 0,0 0-31 16,0 0-44-16,0-8-47 0,0 8-57 0,0 0-70 15,0 0-87-15,9-1-95 0,-9 1-69 0,14 4-65 16,-5-1-77-16,4-1-69 0,-2 2-322 0,1 0-836 15,0-1 370-15</inkml:trace>
  <inkml:trace contextRef="#ctx0" brushRef="#br0" timeOffset="-210178.14">17169 11075 302 0,'1'-5'434'0,"-1"5"43"0,4-10 30 16,-4 10 9-16,3-8 8 0,-3 8 4 0,1-10 2 15,2 4 3-15,-3 6-8 0,1-7-18 0,-1 7-25 16,0 0-30-16,0-8-34 0,0 8-33 0,0 0-36 0,0 0-36 16,0 0-37-16,1-9-143 0,-1 9-133 15,0 0 0-15,0 0 0 0,0 0 0 0,0 0 0 16,0 0 0-16,0 0 0 0,2 34 0 0,-2-23 0 0,-2 2 0 16,2 2 0-16,-1 1 0 0,0 1 0 0,1 0 0 15,-2 0 0-15,1 3 0 0,-2-4 0 0,2 3 0 16,1-1 0-16,-1-2 0 0,1 0 0 0,-1-1 0 15,1-4 0-15,0 3 0 0,0-5 0 0,0 2 0 16,1-1 0-16,0-3 0 0,2 0 0 0,-3-7 0 16,2 11-197-16,1-8-211 0,-3-3-17 0,9 6-24 15,-4-4-17-15,-5-2-19 0,10-2-3 0,-10 2-12 16,13-6-296-16,-3-1-862 0,-2-1 381 0</inkml:trace>
  <inkml:trace contextRef="#ctx0" brushRef="#br0" timeOffset="-209912.5799">17315 11212 287 0,'7'-16'83'0,"1"4"47"0,-1 1 31 0,-1-5 28 15,4 3 23-15,-5 1 22 0,0 1 21 0,-1 1 21 16,1 0 17-16,2 1 11 0,-5 1 17 0,1 3 12 16,-3 5 10-16,4-9-2 0,-4 9-6 0,3-6-12 15,-3 6-14-15,0 0-19 0,0 0-21 0,3-8-25 16,-3 8-25-16,0 0-13 0,0 0-19 0,0 0-19 16,0 0-4-16,0 0 22 0,0 0-7 0,4 26-6 15,-3-15-16-15,2-1-8 0,-2 6-18 0,0 0-12 16,-1-1-6-16,0 1-11 0,3-1-11 0,-3 0-14 0,0 0-5 15,0 2-8-15,0-6 1 0,0 0-28 16,0 0-37-16,-3-2 0 0,2 2 0 0,1-1 0 16,-1-1 0-16,2-1 0 0,-1-8-34 0,-1 13-102 0,2-7-39 15,-1-6-41-15,0 7-41 0,0-7-34 0,8 7-52 16,-8-7-42-16,11 2-54 0,-3-2-44 0,5 0-22 16,-2 0-317-16,1-1-889 0,3 0 393 15</inkml:trace>
  <inkml:trace contextRef="#ctx0" brushRef="#br0" timeOffset="-209178.3799">17609 11304 72 0,'0'0'308'0,"0"0"19"15,0 0 12-15,0 0 21 0,0 0 4 0,0 0 13 16,0 0-10-16,0 0-1 0,0 0-6 0,0 0-11 16,0 0-14-16,0 0-20 0,0 0-24 0,0 0-25 15,0 0-23-15,0 0-20 0,0 0-20 0,0 0-22 16,0 0-20-16,0 0-16 0,0 0-16 0,0 0-11 15,0 0-17-15,0 0 2 0,0 0-20 0,0 0-6 16,0 0-12-16,0 0-3 0,0 0-6 0,0 0-5 16,0 0-4-16,0 0 3 0,0 0-7 0,0 0-5 15,0 0 0-15,19 4-3 0,-11-4-3 0,2 0-4 16,1 0 1-16,2 0-8 0,-1-2 3 0,0 1-1 16,1-1 2-16,-1-3-2 0,-6 3-3 0,2-3 2 15,-2 3-2-15,2-1 10 0,-2 0 3 0,-1-2 11 16,-1-1-2-16,-4 6-12 0,5-7-1 0,-5 7-1 15,3-10-1-15,-3 10-6 0,1-8-15 0,-1 8 4 16,0 0-2-16,-6-11 5 0,1 7-11 0,5 4-4 0,-9-4-1 16,9 4 1-16,-12-2-2 0,12 2 3 15,-13 2-4-15,13-2 9 0,-15 8-7 0,9-3 0 16,-2 4-6-16,1-2-1 0,2 2-12 0,0 0-1 16,2-1-8-16,-1 2 3 0,2 0-3 0,0-2-4 0,2 3 4 15,-1-3 0-15,2 3 0 0,1-4 3 0,2 0 0 16,1 3 5-16,2-4 1 0,0-1-3 15,4-1 5-15,3 1 7 0,-2-4-7 0,8 1 8 16,-1-1 2-16,1-4 1 0,1 1 5 0,-2-2-4 0,0-1 6 16,-2-2-3-16,1 2 1 0,-2-3 2 0,-3 1 4 15,-2 2 1-15,1-2 2 0,-3-1 7 0,0-1 1 16,0 0 9-16,-3 0-1 0,1 1-2 0,-1 0 19 16,-2 2-4-16,-2 0-1 0,3 1-8 0,-5 5-4 15,4-8-3-15,-4 8-3 0,3-7-1 0,-3 7 1 16,1-6-5-16,-1 6-2 0,0 0-5 0,0 0 1 15,3-8 6-15,-3 8-7 0,0 0-5 0,0 0 1 16,0 0 4-16,0 0-6 0,0 0 2 0,6-3 2 16,-6 3-3-16,0 0 4 0,0 0 4 0,14 3 2 15,-14-3-9-15,9 4-2 0,-9-4-2 0,8 4 1 16,-3 0 3-16,-5-4-4 0,9 6-1 0,-5-1 3 16,-4-5-4-16,7 6-3 0,-3-1 8 0,-1 1-1 15,1-2 11-15,-1 2-8 0,1 2 8 0,0-2 1 16,-2 1-3-16,0 0-1 0,2 1 2 0,-3 0-1 15,0-1-4-15,2 0 1 0,-1 1-1 0,2-2-2 16,-2 0 3-16,0 1 0 0,-2-7 2 0,5 9-4 16,-5-9-17-16,3 7-22 0,-3-7-23 0,2 5-19 15,-2-5-33-15,0 0-31 0,3 6-56 0,-3-6-86 0,0 0-67 16,0 0-67-16,16-11-66 0,-9 6-395 16,-1-1-953-16,-1-2 421 0</inkml:trace>
  <inkml:trace contextRef="#ctx0" brushRef="#br0" timeOffset="-208959.68">17840 11118 53 0,'-9'-5'529'16,"0"0"34"-16,1-1 31 0,-2 0 9 0,5 3 11 16,1-4-15-16,4 7-26 0,-6-8-33 0,5 2-47 15,1 6-51-15,0 0-48 0,5-16-42 0,4 7-34 16,7-1-33-16,5-1-32 0,4 2-28 0,1 2-47 15,1 0-35-15,-7 2-59 0,-1 0-59 0,-1 2-62 16,1 0-57-16,-6 2-66 0,-1 0-80 0,2-1-72 16,-4 2-69-16,-4 0-64 0,-6 0-67 0,12 0-435 15,-12 0-1025-15,8-1 454 0</inkml:trace>
  <inkml:trace contextRef="#ctx0" brushRef="#br0" timeOffset="-208287.97">18629 11534 541 0,'0'0'566'0,"0"0"16"16,0 0 1-16,0 0-12 0,0 0-17 0,0 0-31 15,-11-20-33-15,11 20-25 0,0 0-22 0,-5-4-39 16,5 4-33-16,0 0-35 0,0 0-31 0,-1-8-32 16,1 8-26-16,0 0-26 0,0 0-26 0,0 0-35 15,0 0-48-15,0 0-53 0,0 0-62 0,0 0-65 16,-5-5-62-16,5 5-69 0,0 0-71 0,0 0-72 16,0 0-56-16,0 0-61 0,0 0-53 0,0 0-425 0,0 0-1015 15,0 0 449-15</inkml:trace>
  <inkml:trace contextRef="#ctx0" brushRef="#br0" timeOffset="-207803.7">19315 11172 228 0,'0'0'459'15,"2"-11"22"-15,0 5 15 0,-2 6 2 0,2-11-14 16,-2 11-18-16,0-8-22 0,0 8-14 0,0-9-8 16,0 9-24-16,0 0-18 0,0 0-27 0,-2-11-30 15,2 11-36-15,0 0-30 0,0 0-27 0,0 0-21 16,0 0-27-16,0 0-18 0,0 0-12 0,0 0-31 16,0 0-3-16,0 0-12 0,6 32-9 0,-6-22-7 15,1 3-9-15,1-1-7 0,-1 4-6 0,-1 1-9 0,1-1-25 16,-2 2-34-16,1-2 0 0,0 1 0 15,0 0 0-15,-3-1 0 0,3 2 0 0,-2 0 0 16,0-1 0-16,1 0 0 0,0-1 0 0,1 1 0 0,2-3 0 16,-3-1 0-16,1-3 0 0,1 0 0 0,2-1 0 15,0-3 0-15,0 0 0 0,3 1 0 16,1-1 0-16,5-2 0 0,1-2 0 0,1 0 0 16,5-4 0-16,3 2 0 0,-2-3 0 0,8-1 0 0,1-1 0 15,-8 2 0-15,4-5 0 0,-4 3 0 0,-2 0 0 16,-1 0 0-16,0-1 0 0,-7 3 0 0,1 0 0 15,-1 1 0-15,-2-1 0 0,0 0 0 0,-2 1 0 16,-7 2 0-16,11-2 0 0,-11 2 0 0,8-4 0 16,-8 4 0-16,5-2 0 0,-5 2-256 0,0 0-125 15,0 0-47-15,0 0-51 0,0 0-65 0,0 0-41 16,-24-7-335-16,13 6-997 0,-1-1 442 0</inkml:trace>
  <inkml:trace contextRef="#ctx0" brushRef="#br0" timeOffset="-207553.76">19341 11205 205 0,'-2'-9'465'0,"2"1"32"16,-1-1 19-16,1-1-11 0,3 1-17 0,-2-2-25 16,5 0-27-16,0 0-21 0,1-1-39 0,2 0-36 15,6-2-23-15,1 2-33 0,0 1-24 0,1 1-29 16,2 0-21-16,0-1-24 0,-4 2-16 0,3 4-16 15,-2-3-19-15,-4 4-21 0,0 0-6 0,-2 2-36 16,2 0-36-16,-2-1-51 0,-2 2-52 0,-8 1-57 16,15 0-58-16,-10 1-50 0,-5-1-44 0,13 3-22 15,-8 0-19-15,-1 2-21 0,-4-5-6 0,3 12-4 0,-3-5-5 16,0-7-10-16,-5 17 7 0,0-6-206 0,-1-2-608 16,1 1 268-16</inkml:trace>
  <inkml:trace contextRef="#ctx0" brushRef="#br0" timeOffset="-207381.9199">19513 11172 5 0,'-10'8'93'0,"1"-1"34"15,2 0 27-15,4-2 27 0,-3 0 41 0,3-2 43 0,3-3 40 16,-8 7 47-16,8-7 41 0,-5 4 33 0,5-4 23 16,0 0 12-16,0 0 9 0,-5 3-6 0,5-3-27 15,0 0-54-15,0 0-23 0,0 0-39 0,0 0-38 16,27-10-27-16,-17 8-29 0,4-2-23 0,-1 2-23 16,1-1-51-16,2-1-73 0,2 2-65 0,0 1-74 15,0 0-79-15,1 1-86 0,-1 0-84 0,1 1-64 16,-1-1-80-16,1 3-51 0,0-1-305 0,1-1-899 15,-3 3 399-15</inkml:trace>
  <inkml:trace contextRef="#ctx0" brushRef="#br0" timeOffset="-206772.68">19941 11308 154 0,'0'0'346'0,"0"0"35"15,3 4 47-15,-3-4 34 0,0 0 14 0,0 0-5 16,0 0-14-16,0 0-14 0,0 0-7 0,0 0-23 15,0 0-13-15,0 0-24 0,0 0-39 0,7-12-24 16,-7 12-22-16,4-4-27 0,-4 4-21 0,4-7-32 16,-4 7-23-16,5-4-21 0,-5 4-22 0,0 0-13 0,9-4-16 15,-9 4-4-15,9 2-22 0,-9-2-8 16,11 3-1-16,-5 0-19 0,0-1-6 0,-2 4 1 16,0-2-56-16,1 3-1 0,-3-3 0 0,-2-4 0 15,5 15 0-15,-3-6 0 0,-4-2 0 0,2-7 0 0,-5 16 0 16,0-8 0-16,-1 1 0 0,-2-2 0 0,-5 0 0 15,-1 0-2-15,-2-1-47 0,0 2-7 16,-3-5 2-16,2-1 6 0,4 2 6 0,1-3 2 16,-2-1 10-16,4 0 4 0,-1-1 8 0,5-1 8 0,-3-1 11 15,4-1 5-15,0-5 1 0,2 3 18 0,2-4 2 16,1-1 1-16,1 0-1 0,3-1-2 0,3-1-10 16,-1 1 1-16,3 2 6 0,0 1-12 0,-1 2 4 15,2 0-6-15,-1 0 2 0,0 3-6 0,2 0-7 16,-2 3 3-16,3-1-5 0,-2 4-1 0,0-1 1 15,0 5 0-15,2-1-2 0,-2 3 7 0,-1 2-11 16,4 4 2-16,-2 2 1 0,0 7 5 0,-4-6-5 16,1 1 7-16,0 8-3 0,-3-1 0 0,0 3 4 15,-3 1-5-15,-3 0 4 0,0-1 1 0,-2 1 5 16,-2-1-12-16,0-2 9 0,-3 0-3 0,-2 0 0 16,2-2 2-16,1-6 6 0,-1 0-4 0,-2-1 0 15,2-2 0-15,-1-1-4 0,4-4 5 0,-2-2-3 16,1-2 11-16,1-2 1 0,-1-1 1 0,-1 1 18 15,7-4 2-15,-12 3 8 0,12-3 6 0,-13-4-47 0,5 2-1 16,1-3 0-16,0-2 0 0,1-2 0 16,-1-1 0-16,1-2 0 0,2 0 0 0,2-3 0 15,-1-1 0-15,4 0 0 0,1 1 0 0,2-2 0 16,3 2 0-16,2 1 0 0,3 0 0 0,1 0-49 0,6-5-277 16,0 9-77-16,0 3-57 0,0 1-68 15,9-2-55-15,-8 5-391 0,1-1-1055 0,7 0 466 16</inkml:trace>
  <inkml:trace contextRef="#ctx0" brushRef="#br0" timeOffset="-206600.8599">20317 11552 141 0,'0'0'358'0,"9"-2"24"16,-9 2 41-16,0 0 34 0,7-3 30 0,-7 3 7 0,0 0 1 16,4-5-4-16,-4 5 0 0,0 0-16 0,0 0-25 15,3-6-56-15,-3 6-32 0,0 0-32 0,0 0-36 16,0 0-56-16,1-7-50 0,-1 7-82 0,0 0-82 15,0 0-90-15,0 0-102 0,1-7-121 0,-1 7-116 16,0 0-125-16,0 0-407 0,0 0-1016 0,19-4 450 16</inkml:trace>
  <inkml:trace contextRef="#ctx0" brushRef="#br0" timeOffset="-206132.22">20789 11251 471 0,'0'0'500'0,"0"0"25"0,0-15 6 0,0 15-10 16,-2-7-14-16,2 7-12 0,0 0-18 0,-1-11-12 16,1 11-19-16,0 0-12 0,-1-9-23 0,1 9-31 15,0 0-28-15,0 0-34 0,0 0-30 0,0 0-29 16,-3-6-29-16,3 6-24 0,0 0-25 0,0 0-21 15,0 0-126-15,0 0-34 0,0 0 0 0,1 26 0 16,1-15 0-16,-4 4 0 0,2 3 0 0,0 2 0 0,0-1 0 16,-2 2 0-16,-1 5 0 0,3-7 0 15,-1 6 0-15,-2 1 0 0,1-7 0 0,-1 0 0 16,2-2 0-16,-3-1 0 0,-1 2 0 0,1-4 0 0,3-4 0 16,-3 1 0-16,0 0 0 0,2-2 0 0,-4 1 0 15,4-3-211-15,1-1-136 0,1-6-29 0,-4 8-27 16,4-8-54-16,0 0-69 0,-10 1-58 0,10-1-298 15,0 0-954-15,0 0 422 0</inkml:trace>
  <inkml:trace contextRef="#ctx0" brushRef="#br0" timeOffset="-205569.8499">20455 11236 157 0,'-8'-6'448'0,"2"-2"36"0,-1 0 26 0,1-1 8 0,-2 0 6 16,5 0-11-16,-1-3-7 0,1 2-31 0,1-6-12 16,0 4-31-16,4-5-39 0,0-1-41 0,5 0-40 15,5-5-21-15,0 7-35 0,8-5-26 0,4 1-19 16,3-2-26-16,4 3-15 0,3 2-22 0,1 3-16 16,12-2-13-16,-8 7-11 0,-2 0-9 0,-2 4-12 15,1 1-19-15,3 4-68 0,-2 2 0 0,15 3 0 16,-17 1 0-16,0 4 0 0,1 3 0 0,0 2 0 15,-3-1 0-15,-2 1 0 0,-4 4 0 0,-5-2 0 16,-5 2 0-16,-5-4 0 0,-2 0 0 0,-2 1 0 16,-4 0 0-16,-3 1 0 0,-4 1 0 0,-6 5 0 15,-2-5 0-15,-6 4 0 0,-6-3 0 0,-2 1 0 16,-3 0 0-16,-4-3 0 0,-3 1 0 0,-1-5 0 0,-12 4 0 16,12-6 0-16,1-3 0 0,3-1 0 15,2 0 0-15,8-4 0 0,2 1 0 0,0-4 0 16,6 0 0-16,3 0 0 0,2-4 0 0,-1 3 0 15,3-1 0-15,7 2 0 0,-9-8 0 0,9 8 0 0,-2-10 0 16,2 10 0-16,0 0 0 0,10-13 0 0,-2 8 0 16,1 1 0-16,1 1 0 0,4 3 0 15,-4 0 0-15,4 0 0 0,-1 3 0 0,-1 1 0 16,4 3 0-16,0 0 0 0,1 1 0 0,-4 1 0 0,2 2 0 16,0-1 0-16,-3 1 0 0,1 1 0 0,0 2 0 15,-3-1 0-15,-2-2 0 0,0-1 0 0,0 3 0 16,-1-1 0-16,-2-3 0 0,1 3 0 0,-1-2 0 15,2-1 0-15,-2 0 0 0,-1 0 0 0,1 1 0 16,0-2-113-16,0 0-130 0,4-3-39 0,-9-5-46 16,12 12-35-16,-9-8-27 0,5-1-33 0,-8-3-35 15,18 3-36-15,-9-2-356 0,-9-1-921 0,22-2 409 16</inkml:trace>
  <inkml:trace contextRef="#ctx0" brushRef="#br0" timeOffset="-205194.94">21271 11439 226 0,'0'0'338'16,"4"-3"13"-16,-4 3 10 0,0 0 9 0,7-5-9 15,-7 5-4-15,6-6-4 0,-6 6-3 0,4-4-8 16,-4 4-10-16,0 0-20 0,4-6-23 0,-4 6-21 16,0 0-27-16,6-4-17 0,-6 4-26 0,5-4-22 15,-5 4-10-15,7-3-26 0,-7 3-16 0,10-2-14 16,-10 2-14-16,11 1-5 0,-11-1-11 0,12 2-11 15,-12-2-4-15,10 5-7 0,-3-4-12 0,-2 2-1 16,-1 2-7-16,0-2-6 0,-4-3-2 0,7 9-2 16,-5-4-4-16,-2-5-3 0,2 11-7 0,-2-5 0 15,0-6-2-15,-5 10-10 0,1-1 1 0,-2-1 4 16,-1-3-10-16,-2 0-4 0,0 2-4 0,-1-2 0 0,-2-1-1 16,2 1 2-16,-3-4 1 0,3 1 3 15,2 0 6-15,8-2-1 0,-15 1 5 0,15-1 7 16,-9-5 7-16,5 2 5 0,4 3-3 0,-10-9-1 15,9 2-3-15,1 7-2 0,3-14-17 0,-1 7-20 0,4-3-42 16,1 3-49-16,2 0-48 0,6-3-51 16,0 3-60-16,3-1-60 0,0 3-54 0,5 0-70 15,-4 3-342-15,1-4-864 0,0 4 382 0</inkml:trace>
  <inkml:trace contextRef="#ctx0" brushRef="#br0" timeOffset="-204851.27">21678 11218 42 0,'4'-8'550'0,"1"-2"37"16,-4 0 12-16,2 1-13 0,-2 2-33 16,0 0-24-16,-1 7-37 0,1-11-30 0,-1 11-41 0,3-7-47 15,-3 7-37-15,0 0-42 0,3-8-32 0,-3 8-29 16,0 0-25-16,0 0-17 0,0 0-22 0,3 21-5 15,0-9 1-15,-2 5-10 0,2 2 10 0,0 7-11 16,1-1-15-16,0 0-13 0,1 1-8 0,-1 3-17 16,1-3-102-16,1 1 0 0,-3-1 0 0,2 1 0 15,-1-1 0-15,-4-2 0 0,0-5 0 0,0 0 0 16,-1-1 0-16,0 0 0 0,-2-3 0 0,2-4 0 16,-2 1 0-16,3-2 0 0,-1-3 0 0,1-7 0 15,-2 11 0-15,0-7 0 0,2-4 0 0,-1 11-25 16,1-11-137-16,0 0-38 0,0 0-61 0,0 0-35 15,0 0-31-15,0 0-25 0,-6-25-33 0,2 14-28 16,0-1-24-16,0-6-15 0,0 7 0 0,-1-1-287 16,-3-5-799-16,1 1 354 0</inkml:trace>
  <inkml:trace contextRef="#ctx0" brushRef="#br0" timeOffset="-204663.8199">21602 11443 131 0,'-5'-4'133'0,"-2"-1"49"0,7 5 44 0,-8-5 31 15,3 1 27-15,5 4 37 0,-5-5 41 0,5 5 33 16,-7-6 14-16,7 6 12 0,0 0 4 0,-2-6-23 15,2 6-34-15,0 0-44 0,0 0-25 0,7-15-32 0,4 10-28 16,1 0-23-16,0-2-22 0,6 2-15 0,-1 1-26 16,2-2-22-16,0 3-7 0,1 0-35 15,2 0-40-15,-3-1-55 0,2 2-64 0,0 0-62 16,-1 0-58-16,1 1-63 0,-3 2-45 0,-1-1-55 0,-3 1-54 16,2 0-28-16,-2 2-305 0,-3-2-800 0,2 3 354 15</inkml:trace>
  <inkml:trace contextRef="#ctx0" brushRef="#br0" timeOffset="-203289.13">22025 11403 86 0,'0'0'313'0,"0"0"18"15,0 0 12-15,0 0 11 0,0 0 5 0,0 0 11 16,0 0-3-16,0 0 2 0,7-10-9 0,-7 10-16 16,0 0-20-16,4-7-21 0,-4 7-26 0,4-6-25 15,-4 6-23-15,0 0-27 0,6-3-21 0,-6 3-21 16,0 0-12-16,0 0-20 0,0 0-17 0,14 3-10 15,-9 1-4-15,-5-4-17 0,7 9-7 0,-4-5-8 16,1 2-7-16,-1 3-6 0,2-2-9 0,-5 0-4 16,0 3-5-16,0-10-1 0,-2 17-9 0,-2-8-5 15,2 1-9-15,-2-4-5 0,1 0-1 0,-3-1 2 16,-1 1 2-16,-3-1-4 0,-1-1 2 0,0 0 3 16,-1-2-2-16,2-1 0 0,0-3 2 0,10 2 2 15,-14-4 5-15,9 2-5 0,-2-3 10 0,2 0 4 16,5 5 12-16,-7-12-5 0,5 6-5 0,1-2 3 15,1 8-4-15,5-19-2 0,0 10-1 0,-1 3 1 16,4-1-5-16,-3 2-7 0,0 0 2 0,2 1-6 16,-1 2 0-16,-6 2-6 0,10-6-3 0,-4 5 5 15,-6 1 0-15,14-1-1 0,-14 1-6 0,13 2 2 16,-6 2-1-16,0 0-3 0,-2 0 4 0,2 2 0 16,0 1-1-16,0 1 5 0,0-1-7 0,0 4 2 15,-1-1 2-15,-1-2 0 0,2 2-2 0,-1-2-6 16,-1-2-2-16,2 2-1 0,-2-1 1 0,2-2-4 15,0 1 1-15,-1-2 0 0,1-2 5 0,-2 1 5 0,3-1-2 16,-8-2 0-16,18-5-3 0,-7 3 2 16,0-4 2-16,-2 1 1 0,0-3 0 0,1-3 2 15,-1 1 2-15,0-3-1 0,3 0-1 0,-7 2 2 16,-1-2-6-16,1-2 5 0,-1 4-3 0,-2-1 3 0,1 1 0 16,-1 3-3-16,-1-1-3 0,-1 9 4 0,-1-12-3 15,1 12-4-15,-2-11-1 0,2 11-4 16,-4-4-2-16,4 4 1 0,0 0 0 0,0 0-2 15,0 0 2-15,0 0 2 0,0 0 2 0,0 0 3 0,0 0 0 16,0 0 0-16,-9 15 5 0,9-15 1 0,0 0-1 16,0 0 5-16,9 18-1 0,-5-13-1 0,2-1 1 15,-1 0 9-15,-5-4-5 0,9 7-2 0,-4-5 11 16,3 0-8-16,-8-2-4 0,13 3 1 0,-3-2 4 16,-1 1-1-16,0-2-1 0,-9 0 0 0,14 0-2 15,-5-3-1-15,-9 3 2 0,13 0 1 0,-13 0-2 16,11 0 7-16,-11 0-3 0,10 0-4 0,-10 0 1 15,0 0-2-15,9 0-3 0,-9 0 0 0,0 0-3 16,8 4-2-16,-8-4-2 0,3 5 2 0,-3-5 3 16,2 6-1-16,-2-6-4 0,0 10 5 0,0-10-1 15,0 10 4-15,1-2-4 0,-3 1 1 0,-1-2-2 16,3-7 9-16,-5 16-8 0,4-9 2 0,0 0-10 16,-2-1-8-16,3-6-2 0,-1 12-2 0,1-12 1 15,0 10 1-15,0-10 0 0,2 7 1 0,-2-7 4 16,11 6 2-16,-5-4 2 0,-6-2 7 0,14 1-3 15,-2-2 0-15,1-1 4 0,-2 0 2 0,1-2 7 16,0 1 7-16,-2-1 5 0,3-3 8 0,-4 2-3 16,1-1 9-16,0 0-2 0,-2-1 2 0,0 1 3 15,-3 2 8-15,1-1 3 0,-2 0 3 0,-4 5 4 0,6-7-7 16,0 3 4-16,-4 0-1 0,-2 4-2 16,4-6-14-16,-4 6 5 0,0 0-8 0,4-5 0 15,-4 5-5-15,0 0-2 0,0 0-13 0,0 0-3 16,0 0-3-16,0 0 3 0,0 0-4 0,0 0 8 0,0 0-5 15,0 0-5-15,0 0 3 0,9 12 2 16,-9-12-6-16,1 12 4 0,2-2-7 0,-1-4-10 16,1 3-4-16,-2-2 1 0,0 1 1 0,3 0 0 15,0-2-2-15,1 2 10 0,1-2-5 0,-1-1 2 0,3 1-1 16,-4-3 4-16,4-1 7 0,4-1 0 0,-1 0-3 16,0-2 10-16,-1-2-5 0,1 1-2 0,1-4 6 15,0 1 9-15,-2-2 14 0,2 0 1 16,-3 0 0-16,0 1 10 0,-1-4 7 0,-1 2 20 0,-2-1 24 15,0 1 15-15,-1 2-15 0,1 0 14 0,-4 0-23 16,-1 6-3-16,5-9-12 0,-5 9 10 0,3-10-12 16,-3 10-19-16,-1-7-44 0,1 7 0 0,0 0 0 15,0 0 0-15,0 0 0 0,0 0 0 0,-10-3 0 16,10 3 0-16,0 0 0 0,0 0 0 0,-13 27 0 16,9-15 0-16,0 4 0 0,0 3 0 0,-1 6 0 15,1-2 0-15,3 6 0 0,0-4 0 0,1 1 0 16,0 2 0-16,-4 0 0 0,4 1 0 0,-1 0 0 15,-1-2 0-15,0 0 0 0,0 1 0 0,-1-3 0 16,-3 0 0-16,2-6 0 0,-2 1 0 0,5-2 0 16,-4 0 0-16,0-3 0 0,0-1 0 0,1-3 0 15,-1-2 0-15,1-1 0 0,3 0 0 0,-3-4 0 16,4-4 0-16,-5 9 0 0,5-9 0 0,-7 3 0 16,7-3 0-16,-12-1 0 0,12 1 0 0,-17-9 0 15,6 3 0-15,-1-7 0 0,-1 3 0 0,2-6 0 16,0-2 0-16,-3-1 0 0,4 2 0 0,4-2 0 15,-1 4 0-15,3-4 0 0,1 3 0 0,2 2 0 16,2 1 0-16,2 1 0 0,3 0 0 0,4-1 0 16,5-1 0-16,8 0 0 0,-4 3 0 0,7 2 0 0,-7 0 0 15,9 1-12-15,-1 2-47 0,0-1-23 16,-5 3-48-16,-6 2-44 0,-2-1-57 0,3 0-71 16,-4 0-68-16,-4 0-62 0,0 1-81 0,-2-1-468 15,-7 3-1063-15,10-7 470 0</inkml:trace>
  <inkml:trace contextRef="#ctx0" brushRef="#br0" timeOffset="-202726.76">23518 11601 206 0,'0'0'423'16,"0"0"23"-16,-4-8-3 0,4 8-13 0,0 0-21 15,0-14-10-15,0 14-9 0,-1-11-13 0,1 11-15 16,1-11-21-16,-1 11-18 0,4-13-15 0,-4 5-7 16,3 1-10-16,-2-1-22 0,0 1-33 0,2-1-10 15,1 1-14-15,-1 2-21 0,1 0-19 0,0 0-20 16,-4 5-18-16,8-10-9 0,-4 8-30 0,6-3-1 16,-5 3-9-16,3-1-15 0,2 4 1 0,1-1-8 15,0 3-8-15,-1 1-15 0,1 2-1 0,-2-1-10 16,2 3 3-16,-1-3-7 0,-1 3 5 0,-2-1-14 15,1 0 3-15,-3-1-4 0,-2 1-5 0,1 1 7 16,-4 2-9-16,-3 1-2 0,-2-1 5 0,-5 0-4 16,-1-2-3-16,1-1 7 0,-8 1 3 0,-1-2 10 15,1 1-24-15,-9-2-15 0,8 2 15 0,1-7 3 16,3 0-4-16,-2 1 2 0,3-2 4 0,4 1-1 16,0-3 1-16,2 1 7 0,8 2-4 0,-13-6 0 15,8 0 3-15,3 1-13 0,0-2-22 0,2 7-17 0,2-15-20 16,0 4-38-16,5-1-39 0,0-3-40 0,5-1-48 15,6-3-58-15,-4 5-37 0,0 4-28 16,10-6-31-16,-7 5-29 0,-2 4-29 0,9-6-24 16,-8 5-320-16,0-1-845 0,1 2 375 0</inkml:trace>
  <inkml:trace contextRef="#ctx0" brushRef="#br0" timeOffset="-202414.34">23724 11316 154 0,'-5'-8'218'0,"-1"-2"36"0,-2 2 38 16,1-1 21-16,1-2 43 0,-2 1 16 0,2-2 22 15,2 0 12-15,-5-2 31 0,4 3 11 0,2-1 10 16,1 1-8-16,-3 2-13 0,2-2-7 0,1 1-7 16,0 2-11-16,2 8-27 0,0-12-22 0,0 12-28 15,-1-11-29-15,1 11-32 0,-1-7-30 0,1 7-214 16,0 0-30-16,0 0 0 0,0 0 0 0,0 0 0 16,0 0 0-16,0 0 0 0,0 0 0 0,4 29 0 15,-3-13 0-15,0 2 0 0,-1 2 0 0,2 3 0 16,-2 2 0-16,0-1 0 0,-2 1 0 0,0 0 0 15,-1 0 0-15,2 1 0 0,-4 0 0 0,2-7 0 16,3 8 0-16,-1-2 0 0,-2-6 0 0,2 0 0 16,-2-3 0-16,2-3 0 0,1-1 0 0,0 1 0 15,1 0 0-15,1-3 0 0,0-1-90 0,1-2-340 16,3-2-33-16,-3 1-54 0,5-5-53 0,3 1-30 0,-2 2-321 16,1-5-996-16,3-1 440 0</inkml:trace>
  <inkml:trace contextRef="#ctx0" brushRef="#br0" timeOffset="-202070.68">23798 11525 323 0,'3'-8'349'0,"-3"8"16"0,0 0 19 0,0 0 11 16,2-6-6-16,-2 6-7 0,0 0-13 0,0 0-11 16,0 0-23-16,0 0-26 0,0 0-29 0,6-5-25 0,-6 5-31 15,0 0-27-15,0 0-19 0,11 0-16 16,-11 0-20-16,10 5-17 0,-5 0-11 0,3 1-12 0,-1 1-5 15,1-1-18-15,-3 1-3 0,0 1-13 0,3 1-8 16,-3 1-1-16,-1-4-7 0,0 1-5 0,-2-1-2 16,1-1-12-16,-2 3-3 0,-1-8-16 0,2 8-5 15,-2-8-8-15,1 7 2 0,-1-7 2 0,0 0 3 16,0 0 4-16,0 8-2 0,0-8 7 0,0 0 7 16,0 0 3-16,0 0 10 0,0 0 4 0,0 0 10 15,0 0 9-15,-10-20 0 0,10 20 4 0,1-18-5 16,-1 7-2-16,2 0-9 0,2 0-5 0,0 0-3 15,1 1-5-15,1-1-23 0,1 2-9 0,-1 0-30 16,1 1-32-16,0 5-47 0,4-3-56 0,-1 3-60 16,3 0-43-16,-3 2-35 0,0 1-43 0,1 2-38 15,0 1-28-15,-3-2-31 0,-1 1-254 0,2 5-756 16,-1-3 335-16</inkml:trace>
  <inkml:trace contextRef="#ctx0" brushRef="#br0" timeOffset="-201024.05">24081 11576 295 0,'0'0'361'15,"0"0"15"-15,0 0 0 0,0 0 11 0,12-18-1 16,-12 18-2-16,0 0 4 0,5-8-2 0,-5 8-8 0,0 0-17 16,4-4-13-16,-4 4-16 0,0 0-27 15,3-6-21-15,-3 6-21 0,0 0-18 0,0 0-38 16,0 0-22-16,0 0-18 0,0 0-22 0,0 0-26 15,0 0 3-15,0 0-18 0,0 0-9 0,0 0-9 0,12 15-11 16,-10-9-8-16,-1-1-4 0,0 2-6 0,1 2-11 16,-2-9 0-16,3 14-9 0,0-5-4 15,-3-3-5-15,1 2-4 0,-1-8-19 0,4 11-13 16,-2-6 4-16,-2-5-11 0,3 8-4 0,1-3-1 0,0-1 1 16,-4-4-1-16,6 10-3 0,-2-8 7 0,-4-2 5 15,9 2-4-15,-2 0 4 0,2-2 0 0,-9 0 5 16,19-6-2-16,-7 3 1 0,-1-4 8 0,0 2-8 15,3-5 4-15,-4 2-2 0,3 0 3 0,-3-4 2 16,2 2-2-16,-2 2 21 0,-4 1-1 0,1 1 9 16,-1-1 15-16,-2 1-9 0,1 0 11 0,-2 1 3 15,-3 5 8-15,0 0-1 0,7-8-2 0,-4 3-5 16,-3 5-10-16,0 0 2 0,5-5-13 0,-5 5-3 16,0 0-5-16,0 0-6 0,0 0-1 0,0 0-7 15,0 0-1-15,0 0-15 0,0 0-5 0,0 0-2 16,0 0 2-16,0 0-8 0,0 0-5 0,0 0-2 15,7 18 3-15,-5-13-8 0,0 1-3 0,1 1-4 16,-3-7-3-16,3 16 2 0,-1-8-1 0,1-3 2 16,0 1-2-16,0 1 2 0,0-2 6 0,-3-5 1 15,7 10 4-15,-2-6 4 0,-1 2 5 0,3-4 4 16,-2 1 3-16,1 0 3 0,-6-3-3 0,14 1 7 16,-6-1 3-16,2-1-1 0,-10 1 4 0,18-6-5 15,-9 2 3-15,1 0 5 0,1 0 3 0,-1-1 7 0,-1-3-4 16,5-1 7-16,-4 3-1 0,-1 1 3 0,1-3 9 15,-2 2-5-15,0-1-1 0,-2 3 7 16,-1-6-1-16,-1 8 1 0,-4 2 2 0,7-6-2 16,-7 6-11-16,4-3 7 0,-4 3-7 0,6-4-1 0,-6 4-4 15,0 0-5-15,0 0-6 0,0 0 2 0,0 0 2 16,12 4-1-16,-12-4-2 0,0 0-1 0,5 11 3 16,-3-4 5-16,-2-7-5 0,1 12 0 15,0-6-2-15,3 4 2 0,-3-4-2 0,1 0-11 0,-2-6-5 16,5 13-2-16,-3-8-8 0,-1 2-1 0,2 0-8 15,-3-7-5-15,5 9-3 0,-4-3-1 0,-1-6 1 16,4 7 4-16,-4-7 14 0,4 4-4 0,-4-4 3 16,7 4 0-16,-7-4 7 0,9 3 2 0,-9-3 1 15,0 0 4-15,14-9 2 0,-8 5 0 0,1-1 0 16,1 1 0-16,0-3 9 0,2 2-6 0,0-1 1 16,1-1 3-16,-2-1 10 0,2 2 6 0,-2-1 1 15,-3 3-2-15,3 0 5 0,-2 1-7 0,-1 0 2 16,-6 3-3-16,10-5 0 0,-10 5 2 0,6 0-2 15,-6 0-9-15,0 0 2 0,10 0-2 0,-10 0 3 16,0 0-4-16,9 2 2 0,-9-2-1 0,0 0 1 16,6 5 0-16,-6-5 1 0,4 4 0 0,-4-4-5 15,0 0-5-15,6 7-2 0,-6-7 1 0,3 3 3 16,-3-3 2-16,0 0 4 0,5 4-1 0,-5-4 3 0,0 0 2 16,0 0-1-16,0 0 1 0,16-6 7 15,-10 2-6-15,2 0-4 0,0-3 3 0,3 1 12 16,0 1-1-16,-1-3 0 0,-2 3-6 0,2 0 4 15,-1 5 0-15,-9 0 0 0,11-6-1 0,-4 4-4 0,-7 2-3 16,11 0 1-16,-2 0-2 0,-3 4-3 0,4 0 2 16,-3-2 0-16,0 4 0 0,4-2-3 15,-4 3 3-15,0-1 3 0,1-2-3 0,-3 0-2 16,2 3 3-16,-2-4-10 0,-2 0-26 0,-3-3-46 0,7 4-54 16,-7-4-54-16,5 5-48 0,-5-5-40 0,7 2-34 15,-7-2-60-15,0 0-101 0,0 0-334 0,0 0-870 16,16-2 385-16</inkml:trace>
  <inkml:trace contextRef="#ctx0" brushRef="#br0" timeOffset="-200430.44">25837 11331 278 0,'0'0'290'0,"-3"-12"-5"0,2 4 0 15,-2-2 3-15,1 3 3 0,0-1 14 0,2 8 12 0,-6-18 13 16,1 11 11-16,0-3 6 0,-2 2 8 0,3 1 5 16,-1 0 5-16,3 1 8 0,-2-2-6 15,-1 3-9-15,1 0-14 0,4 5-24 0,-7-7-25 16,7 7-24-16,-5-6-24 0,5 6-34 0,-4-4-16 0,4 4-23 15,0 0-19-15,0 0-14 0,0 0-14 0,0 0-12 16,-15 15-58-16,7-4-57 0,0 4 0 16,1 4 0-16,-1 5 0 0,-2 5 0 0,5-1 0 15,1 6 0-15,-3 11 0 0,7 1 0 0,-2-10 0 0,2 11 0 16,0 2 0-16,2 0 0 0,-2-1 0 0,1-1 0 16,0-1 0-16,-1-11 0 0,3 1 0 0,-3 10 0 15,-4-14 0-15,3 1 0 0,-3-2 0 0,4-1 0 16,-3 0 0-16,1-4 0 0,-1-8 0 0,1 0 0 15,0-2 0-15,0-4 0 0,2-1 0 0,-2-3 0 16,0-2 0-16,2-6 0 0,0 11 0 0,0-11 0 16,0 0 0-16,-5 7 0 0,5-7 0 0,0 0-333 15,0 0-75-15,0 0-43 0,-11-25-47 0,8 9-36 16,-1-2-18-16,0-1-351 0,-1-6-977 0,1-2 432 16</inkml:trace>
  <inkml:trace contextRef="#ctx0" brushRef="#br0" timeOffset="-200211.73">25545 11755 199 0,'0'0'308'0,"-4"-9"17"16,4 9 25-16,-5-9 31 0,5 9 30 0,-4-11 14 15,4 6 7-15,0 5 2 0,-7-8 0 0,7 8 0 16,-2-11-5-16,2 11-19 0,0-9-26 0,0 9-33 16,4-14-35-16,1 8-22 0,-2-3-42 0,5 2-27 15,1-2-17-15,0 1-25 0,7-2-20 0,-1 3-26 16,5 0-42-16,6-4-38 0,1 7-47 0,0-1-35 15,2 0-40-15,-8 4-39 0,7-3-47 0,-6 1-54 16,-1 2-40-16,-1 1-42 0,0-2-36 0,-1 2-36 16,-6 2-36-16,1-2-39 0,5-2-35 0,-8 4-296 15,1-4-827-15,-1 4 366 0</inkml:trace>
  <inkml:trace contextRef="#ctx0" brushRef="#br0" timeOffset="-199946.17">25995 11569 81 0,'0'0'304'0,"0"0"14"0,0 0 20 15,0 0 12-15,0 0 35 0,0 0 2 0,4-6 1 0,-4 6-8 16,0 0-3-16,0 0-12 0,0 0-10 16,0 0-22-16,0 0-23 0,0 0-37 0,0 0-25 15,0 0-28-15,0 0-13 0,0 0-9 0,0 0-26 16,2 15-15-16,0-9-5 0,-2-6-14 0,1 17 0 0,-1-7-16 16,0 1-11-16,0 0-12 0,-1-3-11 0,1 3-12 15,-2-1-5-15,2-1-1 0,0 1-9 0,-2-5-9 16,2-5-12-16,0 14-22 0,-2-7-29 15,2-7-28-15,2 8-34 0,-2-8-39 0,0 0-38 0,-2 8-36 16,2-8-42-16,0 0-47 0,7 5-38 0,-7-5-31 16,8 0-27-16,-8 0-24 0,0 0-25 0,14-11-19 15,-9 7-232-15,-1-3-728 0,1-3 323 16</inkml:trace>
  <inkml:trace contextRef="#ctx0" brushRef="#br0" timeOffset="-199805.57">26064 11508 182 0,'0'-11'230'16,"4"-1"10"-16,-6 1 15 0,4 2 17 0,-2-1 21 15,0 3 18-15,1-2 13 0,-1 9 2 0,0-13-2 16,0 13-16-16,-3-11-17 0,3 11-31 0,0-7-25 16,0 7-26-16,0 0-21 0,0-11-32 0,0 11-39 15,0 0-52-15,0 0-65 0,0 0-68 0,0-8-61 16,0 8-65-16,0 0-76 0,0 0-62 0,0 0-268 16,0 0-648-16,0 0 288 0</inkml:trace>
  <inkml:trace contextRef="#ctx0" brushRef="#br0" timeOffset="-199508.78">26282 11323 191 0,'4'-4'391'16,"-4"4"30"-16,5-8 19 0,-5 8 16 0,4-6 8 16,-4 6-1-16,0 0-4 0,0 0-11 0,0 0-11 15,0-7-20-15,0 7-43 0,0 0-21 0,0 0-42 16,0 0-21-16,0 0-39 0,0 0-25 0,0 0-29 15,0 0-12-15,0 0-13 0,0 0-10 0,8 24-12 0,-8-12-1 16,0 1-10-16,-4 3-9 0,4 1-10 16,0 2-10-16,0 1-18 0,0 0-3 0,0 6-17 15,-2 0-40-15,0-6-32 0,2 4 0 0,-4 2 0 16,4-7 0-16,2 2 0 0,-4-4 0 0,2 2 0 0,0-4 0 16,0 1 0-16,0-3-101 0,0-4-97 0,-2 2-50 15,2-4-53-15,0-7-47 0,4 10-33 16,-2-6-53-16,-2-4-67 0,12 6-42 0,-12-6-313 15,15-5-928-15,-15 5 411 0</inkml:trace>
  <inkml:trace contextRef="#ctx0" brushRef="#br0" timeOffset="-199227.59">26498 11393 146 0,'2'-7'381'0,"0"1"35"0,0 0 13 0,-2 6 12 0,5-11 1 16,-5 11-16-16,2-8-14 0,-2 8-16 0,4-5-21 15,-4 5-17-15,0 0-37 0,0 0-32 0,0-7-31 16,0 7-25-16,0 0-28 0,0 0-21 0,0 0-14 16,0 0-18-16,0 0-16 0,8 24-2 0,-6-12-11 15,2 3-3-15,-4 2 4 0,4 1-12 0,-1 1 1 16,-1 5-15-16,2 1-13 0,0-1 4 0,0-4-23 16,-2 4-2-16,2 1 0 0,-6-7-7 0,4 0-11 15,0 0-15-15,0-2-21 0,1 0-17 0,-1-3-27 16,0-2-33-16,0 1-33 0,0-3-45 0,1-1-48 15,4-1-69-15,-5-1-54 0,3-1-52 0,-5-5-74 16,10 3-68-16,-5-3-334 0,-5 0-914 0,22-7 405 16</inkml:trace>
  <inkml:trace contextRef="#ctx0" brushRef="#br0" timeOffset="-198446.52">26758 11629 301 0,'0'0'329'0,"9"1"-2"0,-9-1-10 16,0 0-26-16,0 0-15 0,0 0-24 0,0 0-12 15,0 0-15-15,0 0-7 0,0 0-21 0,0 0-17 16,0 0-15-16,0 0-17 0,0 0-11 0,0 0-15 16,0 0-1-16,0 0-23 0,0 0-1 0,0 0 4 0,0 0-10 15,5 7 1-15,-5-7-8 0,0 0 6 16,6 4-5-16,-6-4 4 0,9 7-12 0,5-3 0 15,-5 1-1-15,4-2 2 0,7 2 2 0,-1-4 3 16,-2 3 4-16,2-3 3 0,-6 1 8 0,7 0 13 0,-2-4 1 16,-5 2 10-16,-4-3 6 0,3-2-4 0,-1 2-5 15,-2-2 3-15,0 0 1 0,-4 1-4 16,1 0-4-16,-1 0-10 0,-3-3 0 0,2 1-15 16,-4 6-13-16,2-11-9 0,-2 11-12 0,-6-12 0 0,4 5-11 15,2 7-6-15,-7-11-5 0,2 4-3 0,-1 1-10 16,-1 4-4-16,-2-3-4 0,2 3 3 0,7 2-8 15,-18 1-4-15,9 2 2 0,-5 4-10 0,3-2-18 16,-4 5-12-16,3-4-15 0,2 2-13 0,1 2-9 16,-3 0-1-16,3 1-11 0,3 0-2 0,-2 0 3 15,4-2 5-15,2 2 8 0,0-4 6 0,2 3 8 16,0 0 10-16,0-3 3 0,4 2 2 0,3 0 7 16,0-2 3-16,2-1 9 0,1 0-4 0,4-1 6 15,0-3 6-15,2 0 8 0,6-1 7 0,-2-2 10 16,0 0 5-16,-2-1 14 0,5-3 6 0,-3-2 4 15,1 1 3-15,-4-1 9 0,2-3 0 0,0 2-6 16,0-2 9-16,-2 1 20 0,1 0 2 0,-2-1-3 16,-7 3-13-16,-2 0-6 0,1 0 1 0,-2 3-19 15,2-3 12-15,-5 5-13 0,3-2-3 0,-6 4 0 16,5-6-8-16,-5 6 0 0,6-5-2 0,-6 5 0 16,0 0-10-16,3-5-2 0,-3 5-2 0,0 0-1 15,0 0-3-15,5-3-5 0,-5 3 0 0,0 0-8 16,0 0 5-16,0 0-3 0,0 0-2 0,0 0 3 15,0 0-2-15,0 0 3 0,0 0-1 0,0 0 2 16,8 10 3-16,-8-10-1 0,7 4-6 0,-7-4 5 16,2 9-1-16,-2-9 1 0,8 8 1 0,-6-3-2 15,0 1-3-15,-2-6 6 0,4 10 1 0,-2-3 0 16,2 0 0-16,-3 1 5 0,1-1-8 0,0 3-3 16,2-2-2-16,-4-1 6 0,5 2-3 0,-5-2 3 0,3 1-4 15,-1-1 0-15,0-2 6 0,1 2-5 16,-3-7 1-16,1 10 2 0,2-4 0 0,-3-6 1 15,0 7 0-15,0-7-1 0,4 8 6 0,-4-8-11 16,0 0-10-16,2 4-16 0,-2-4-19 0,0 0-22 0,0 0-27 16,0 0-41-16,0 0-71 0,0 0-67 0,0 0-64 15,0 0-66-15,4-23-91 0,-5 12-374 16,1-5-946-16,-1 0 418 0</inkml:trace>
  <inkml:trace contextRef="#ctx0" brushRef="#br0" timeOffset="-198134.09">26938 11422 349 0,'-13'-4'463'0,"6"-1"30"0,-3 2 25 16,4 0 1-16,1-1-11 0,5 4-19 0,-10-6-10 16,10 6-3-16,-4-4-17 0,4 4-23 15,-4-8-39-15,4 8-39 0,0 0-37 0,14-10-32 0,-5 4-29 16,4 3-24-16,7-2-19 0,7-1-18 0,1-1-16 15,7 2-8-15,-3 0-21 0,-1 0-12 0,3 2-71 16,-3 1-71-16,-6 2 0 0,-2-3 0 0,-2 1 0 16,-2 2 0-16,-1-1 0 0,-4 0 0 0,-4 1 0 15,2 0 0-15,-5-2 0 0,-7 2 0 0,13 0 0 16,-13 0 0-16,10 0 0 0,-10 0 0 0,8-2 0 16,-8 2 0-16,0 0-200 0,0 0-152 0,0 0-39 15,0 0-25-15,0 0-46 0,2 12-53 0,-2-12-27 16,0 11-344-16,0-11-960 0,2 8 426 0</inkml:trace>
  <inkml:trace contextRef="#ctx0" brushRef="#br0" timeOffset="-197915.4">27536 11818 219 0,'0'0'454'0,"0"10"-6"0,0-10-10 0,0 0-33 16,0 0-46-16,0 0-36 0,0 0-30 0,0 0-34 15,0 0-25-15,0 0-41 0,0 0-41 0,0 0-36 16,0 0-56-16,0 0-48 0,0 0-38 0,0 0-53 16,0 0-54-16,0 0-77 0,0 0-81 0,0 0-247 15,0 0-582-15,0 0 257 0</inkml:trace>
  <inkml:trace contextRef="#ctx0" brushRef="#br0" timeOffset="-174177.76">2779 3151 30 0,'-4'-5'219'0,"4"5"-2"16,-4-8-3-16,4 8-1 0,-1-7-4 0,1 7-6 16,0 0 3-16,-6-9-3 0,6 9-6 0,-3-6-8 15,3 6-9-15,0 0-13 0,-2-9-13 0,2 9-5 16,0 0-19-16,-2-7-9 0,2 7-14 0,0 0-8 15,0 0-11-15,0 0-13 0,0 0-6 0,0 0-11 16,0 0-10-16,0 0-12 0,0 0 1 0,0 0-6 16,0 0 2-16,0 0-7 0,0 0-5 0,0 0-2 15,0 0 0-15,0 0-5 0,9 21 5 16,-6-15-5-16,-1 1-3 0,0 0 3 0,0-1-5 16,0 4-3-16,-1-5 4 0,2 4 2 0,-3-9-3 15,3 12-1-15,0-7-5 0,-3-5 6 0,2 7-4 0,-2-7 3 16,4 7 4-16,-4-7 2 0,9 4 0 0,1-5 2 15,4 0-6-15,12-5-1 0,2 0 1 16,7-7-1-16,0-2 1 0,15-8-6 0,7-1 3 16,1-1 0-16,27-16-4 0,1 8-5 0,-24 14-39 15,26-12-26-15,-4 6-42 0,2-4-43 0,-27 12-39 16,5-1-50-16,25-8-51 0,-35 12-200 0,-3-3-532 16,1 2 236-16</inkml:trace>
  <inkml:trace contextRef="#ctx0" brushRef="#br0" timeOffset="-172818.69">1577 4167 148 0,'0'0'241'0,"0"0"-3"0,-7-3-7 0,7 3-7 15,0 0-7-15,-6-4-2 0,6 4-9 0,0 0-6 16,0 0-10-16,-5-5-11 0,5 5-5 0,0 0-16 16,0 0-15-16,0 0-8 0,0 0-19 0,0 0-8 15,0 0-16-15,0 0-5 0,0 0-29 0,0 0 8 16,0 0 2-16,0 0-22 0,0 0-1 0,0 0-4 15,0 0-3-15,0 0-5 0,0 0-5 0,0 0 2 16,0 0-6-16,0 0-2 0,10 22-2 0,-8-19 0 16,-2-3-3-16,4 10-4 0,-2-4-1 0,1-1 0 15,-3-5-2-15,4 9-4 0,-1-4-8 0,-3-5 10 16,5 8 2-16,-5-8-1 0,1 7-5 0,-1-7 5 16,3 7-12-16,-3-7 7 0,0 0 0 15,6 4 9-15,-6-4-2 0,9 2-3 0,2-4-3 16,1 0 1-16,6-7-2 0,9-1 0 0,3-3-7 15,5-6 9-15,12-4-1 0,3-2-3 0,-1-1-2 0,-2 1 0 16,0 3 3-16,-11 6-6 0,9-6-23 0,-13 7-19 16,0 2-42-16,1 0-54 0,-4 0-78 0,5-1-92 15,-5 6-220-15,0-7-576 0,2-1 255 16</inkml:trace>
  <inkml:trace contextRef="#ctx0" brushRef="#br0" timeOffset="-171615.8599">1279 5537 202 0,'-8'-3'225'0,"8"3"-6"15,0 0-12-15,0 0-6 0,0 0-3 16,0 0-3-16,0 0-3 0,-10-2-4 0,10 2-8 15,0 0-5-15,0 0-9 0,-5-3-4 0,5 3 2 16,0 0-9-16,0 0-3 0,0 0-4 0,0 0-12 0,0 0 4 16,-8-5-9-16,8 5-11 0,0 0-6 15,0 0 4-15,0 0-2 0,0 0-7 0,0 0-10 16,0 0-7-16,0 0-4 0,0 0-11 0,0 0-10 16,0 0-6-16,0 0-13 0,0 0-4 0,0 0-6 15,0 0-10-15,0 0-3 0,0 0-9 0,0 0 0 16,0 0-5-16,0 0 5 0,0 0-4 0,0 0 4 15,4 19-9-15,-4-19 4 0,5 10-1 0,-5-10-6 16,4 9 7-16,-4-3-7 0,0-6-1 0,4 10-1 16,0-4 6-16,-3-1 0 0,-1-5-6 0,4 8 3 15,-4-8 7-15,5 5-7 0,-5-5 8 0,0 0 11 16,6 4 1-16,-6-4-1 0,13-5-1 0,-2-3 8 16,13-6-1-16,2-3-4 0,4-3-2 0,13-12-3 15,4 4 0-15,7-2 0 0,-5 1-2 0,1-1-4 16,-3 3-10-16,-13 8-29 0,10-5-53 0,-8 9-75 15,-4 4-94-15,1 0-108 0,-6 0-384 0,3 1-800 16,-9 3 354-16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9-28T06:18:03.86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20166 7482 166 0,'-5'-5'253'0,"5"5"3"16,0 0 6-16,0 0 5 0,0 0 3 0,0 0 1 15,0 0 11-15,0 0 9 0,0 0-1 0,0 0-8 16,0 0 8-16,0 0-7 0,0 0-5 0,0 0-16 16,0 0-11-16,0 0-13 0,0 0-13 0,-1-9-12 15,1 9-9-15,0 0-7 0,0 0-12 0,0 0-5 16,0 0-7-16,0 0-11 0,-6-5-2 0,6 5-2 16,0 0-9-16,0 0-6 0,0 0-7 0,0 0-4 15,0 0-6-15,0 0-14 0,0 0-9 0,7-9-10 0,-7 9-23 16,12-1-2-16,-12 1-10 0,19 1-1 15,-8 1-12-15,3 2-5 0,2 2-3 0,3-1-9 16,-4 3-7-16,0 2-1 0,-1 0 1 0,-2-1 4 16,-2 1-11-16,-1 4-15 0,1-1-3 0,-5 3-14 0,-1-4 3 15,-2-2-3-15,-1 1-8 0,-2 1-3 16,-3-1 3-16,-3 0 6 0,1-1 0 0,-4-3 3 16,-2 3 3-16,-4-2 4 0,-1 0 6 0,-2-1-8 15,1-3 7-15,-1-1 5 0,0-3 5 0,1 2 15 0,4-4 23 16,2-1 17-16,2-3 12 0,-3 1 21 0,4-3 11 0,4-2 10 15,-3 1-42-15,5-4-72 0,-1-1 0 0,2-1 0 16,4 0 0-16,-2-3 0 0,4 3 0 0,3-1 0 16,1 1 0-16,1 2 0 0,-1-1 0 0,0 5 0 15,1-1 0-15,4 0 0 0,0 5 0 0,-2 1-181 16,5 1-129-16,0 2-61 0,-2 2-42 0,2 0-34 16,2 6-42-16,-2-4-36 0,-2 1-385 0,-2 0-984 15,-1 3 435-15</inkml:trace>
  <inkml:trace contextRef="#ctx0" brushRef="#br0" timeOffset="390.5299">20402 7542 47 0,'12'-8'354'0,"-12"8"5"16,0 0-8-16,6-8 1 0,-6 8-8 0,5-5-17 0,-5 5-12 15,5-6-19-15,-5 6-24 0,7-5-12 0,-7 5-26 16,8-3-21-16,-8 3-24 0,7 0-24 15,-7 0-13-15,14 1-18 0,-14-1-6 0,16 5-19 16,-9-3-16-16,1 5-8 0,2 0-12 0,0 2-2 0,-1-1-5 16,2 6-10-16,-1-3-3 0,-1 5-10 0,-2-5-3 15,0 0-4-15,0 4-2 0,0-5-6 16,-2 1 2-16,-2 0-10 0,0-1-3 0,-1-1-11 16,-1 1 0-16,-1-1-12 0,0-1-5 0,0-8-1 0,-4 10 5 15,2-5-5-15,2-5 12 0,-3 9-3 0,3-9 29 16,-4 4 31-16,4-4 19 0,0 0 18 0,0 0 4 15,0 0 8-15,0 0 2 0,0 0 7 0,0-28 0 16,4 18 2-16,0 0 1 0,0-3-13 0,3-1-5 16,1 3-19-16,0 1-3 0,-1 0-13 0,2 0-12 15,0 2-5-15,0 1-10 0,3 0 0 0,-1 2-27 16,1-1-23-16,-1 3-35 0,-1 1-37 0,2 2-35 16,-1 0-49-16,2 0-38 0,-2-3-67 0,-3 6-53 15,0-3-49-15,-8 0-44 0,12 4-33 0,-12-4-294 16,7 2-808-16,-7-2 358 0</inkml:trace>
  <inkml:trace contextRef="#ctx0" brushRef="#br0" timeOffset="1187.22">21604 7544 332 0,'-4'-6'370'15,"1"-4"8"-15,-1 4 12 0,4 6 8 0,-6-13 7 16,4 7 17-16,2 6 0 0,-3-10 0 0,0 4-3 15,3 6-6-15,-1-13-17 0,0 7-6 0,1 6-27 16,1-12-22-16,-1 12-28 0,1-11-14 0,2 7-26 16,-3 4-23-16,1-10-31 0,-1 10-24 0,3-7-15 15,-3 7-20-15,4-4-17 0,-4 4-21 0,0 0-17 16,0 0-34-16,9-4-71 0,-9 4 0 0,0 0 0 16,16 11 0-16,-7-3 0 0,-1 1 0 0,0 1 0 15,2 3 0-15,1 2 0 0,-2 1 0 0,3 6 0 16,-2-4 0-16,-1 0 0 0,1 6 0 0,0-1 0 15,-3-6 0-15,0 8 0 0,-1-7 0 0,1-1 0 16,-2-1 0-16,0 1 0 0,1 0 0 0,-4-3 0 16,1-2 0-16,1 1 0 0,-3-2 0 0,0-1 0 0,1 0 0 15,0-3 0-15,-1 0 0 0,-1-7 0 0,1 11 0 16,2-5 0-16,-3-6 0 0,4 4 0 16,-4-4-15-16,7 0 17 0,-7 0-20 0,14-7 22 15,-5 0 11-15,0-1-3 0,5-5-12 0,-5-5 0 0,7-5 0 16,0-3 0-16,-1 0 0 0,0-6 0 0,-1 1 0 15,2 0 0-15,0 1 0 0,-2 2 0 16,-1-1 0-16,-1 0 0 0,0-1 0 0,2 2 0 16,-1 1 0-16,-2 4 0 0,1 0 0 0,-5 6 0 0,2-1 0 15,-2 4 0-15,-1 3 0 0,0 1 0 0,-2 1 0 16,-1 2 0-16,1 3 0 0,-4 4 0 0,4-8 0 16,-4 8 0-16,4-6 0 0,-4 6 0 0,3-5 0 15,-3 5 0-15,0 0 0 0,0 0 0 0,0 0 0 16,0 0 0-16,0 0 0 0,5 19-311 0,-3-15-51 15,0 8-36-15,-2-1-27 0,0 6-42 0,3-6-48 16,-3 6-26-16,-3-1-321 0,2 1-935 0,0-2 414 16</inkml:trace>
  <inkml:trace contextRef="#ctx0" brushRef="#br0" timeOffset="1546.51">22075 7675 274 0,'-1'9'411'0,"1"-9"24"16,0 0-12-16,0 0-6 0,0 0-8 0,0 0-18 16,0 0-17-16,0 0-13 0,13-18-20 0,-13 18-18 15,0 0-22-15,6-6-24 0,-6 6-31 0,5-4-29 16,-5 4-23-16,8-4-19 0,-8 4-15 0,11 0-19 16,-3 0-18-16,-8 0-18 0,16 3-7 0,-6-2-3 15,0 3-15-15,-4 0-12 0,4 1-6 0,-3 2-8 16,-2-1-9-16,-1-1-3 0,1 2-12 0,-1 1-10 15,-3-3-11-15,1 5-16 0,-2-10-9 0,-2 14-4 16,0-8-2-16,-5 2-3 0,1-2 4 0,-3 2 0 16,0-4 5-16,0 2-1 0,0-3 1 0,-2 1 5 0,2-2 4 15,-2-2 0-15,3 2 5 0,8-2 8 0,-15-3 17 16,15 3 10-16,-10-5 6 0,3 2 0 16,3-3 1-16,-4 1-6 0,5-2-3 0,3 7-6 15,-2-18-19-15,0 9-21 0,5-2-32 0,0 1-49 0,2-1-71 16,4-3-67-16,2 2-61 0,2 1-61 0,2 1-69 15,2 0-73-15,2 1-275 0,-1 0-838 16,8 0 372-16</inkml:trace>
  <inkml:trace contextRef="#ctx0" brushRef="#br0" timeOffset="1891.35">22503 7402 338 0,'2'-7'546'0,"-2"7"20"0,2-12 2 0,-2 5-16 0,0 7-24 16,3-7-31-16,-3 7-37 0,0 0-39 0,4-10-53 15,-4 10-41-15,0 0-30 0,0 0-27 0,0 0-41 16,0 0-6-16,0 0-30 0,2 22-24 0,-2-11-9 16,-2 6-11-16,1 0-16 0,-1 2 2 0,0 1-20 15,2 3-9-15,-2-2-6 0,1-2-10 0,-2 7-11 16,1-7-6-16,-1 2-7 0,3-3-5 0,-1 1-5 15,1 2-10-15,-3-4 2 0,3-1-6 0,0 0-4 16,-1-1-9-16,1 0-6 0,0-2 6 0,-1-3-7 16,1 1 5-16,0-4-15 0,-1 1-12 0,1-8 0 0,0 12 0 15,0-12 0-15,-2 10 0 0,2-10 0 0,0 7-17 16,0-7-25-16,0 0-19 0,4 7-25 16,-4-7-50-16,0 0-60 0,0 0-65 0,0 0-61 15,0 0-63-15,18-12-74 0,-10 6-80 0,-4-1-410 0,2 3-1026 16,-1-5 454-16</inkml:trace>
  <inkml:trace contextRef="#ctx0" brushRef="#br0" timeOffset="2360">23086 7751 264 0,'0'0'383'0,"-4"-6"10"0,4 6 11 0,-2-8-3 0,2 8-2 16,0 0 0-16,1-13-8 0,-1 13-14 0,1-8-17 16,-1 8-18-16,4-6-16 0,-4 6-27 0,5-6-13 15,-5 6-28-15,4-8-21 0,0 4-30 0,-4 4-14 16,8-7-18-16,-8 7-21 0,7-3-17 0,-7 3-21 15,9-4-4-15,-9 4-22 0,13 2-5 0,-13-2-14 16,14 5-2-16,-7-2-9 0,3 3-11 0,-4-1 0 16,1 1-7-16,-4-1 2 0,4 2-17 0,-1 0-17 15,-3-1-13-15,-1 1-9 0,1-2-14 0,-2 2-13 16,0 1-2-16,-1-8 3 0,-4 12-1 0,1-7 3 16,3-5 7-16,-12 8 3 0,5-5 4 0,-4 2 0 15,-3-4 5-15,4 2 0 0,-3-3 5 0,-1 1 0 16,3-4 4-16,1 2 7 0,-2-1 1 0,2-3 6 15,-2 1 2-15,5 0 8 0,0-2-5 0,-1-1 4 16,2 3-6-16,4-4-4 0,0 1-8 0,1 0-33 16,2-4-38-16,3 1-46 0,2-1-56 0,5-1-46 15,-1 4-54-15,5-2-37 0,1 2-53 0,3 4-47 16,0-6-35-16,1 6-291 0,2-4-800 0,-2 3 353 16</inkml:trace>
  <inkml:trace contextRef="#ctx0" brushRef="#br0" timeOffset="2719.4">23392 7503 122 0,'0'-9'336'16,"1"-1"45"-16,0-1 26 0,1 1 3 0,-1 1 18 15,0-1 5-15,-1 0 2 0,1 0-4 0,-1 0-8 0,0 3 3 16,0 7 4-16,2-13-10 0,-2 8-14 16,0 5-26-16,1-11-20 0,-1 11-25 0,0 0-31 15,0-8-32-15,0 8-29 0,0 0-26 0,0 0-27 16,0 0-17-16,0 0-18 0,0 0-81 0,0 0-74 0,0 0 0 15,0 27 0-15,0-9 0 0,1 8 0 0,-1 1 0 16,0 3 0-16,2 0 0 0,-1 4 0 0,1 0 0 16,-1 0 0-16,1 0 0 0,-1 1 0 0,0 0 0 15,1 0 0-15,-2-1 0 0,0 1 0 0,0 0 0 16,-2-3 0-16,2 0 0 0,-1 1 0 0,0-3 0 16,-2-2 0-16,1-2 0 0,1-6 0 0,1 0 0 15,-2-2 0-15,1-3 0 0,-2-3 0 0,2 1 0 16,0-2 0-16,1-2 0 0,0-2 0 0,0-7 0 15,0 13 0-15,-1-8 0 0,1-5 0 0,0 0 0 16,0 0 0-16,1 10 0 0,-1-10 0 0,0 0-135 16,0 0-283-16,0 0-43 0,9-20-40 0,-6 9-43 15,-1-2-32-15,-1 2-350 0,-1-7-1004 0,-1 1 445 16</inkml:trace>
  <inkml:trace contextRef="#ctx0" brushRef="#br0" timeOffset="2922.48">23352 7955 14 0,'0'0'312'0,"-4"-9"45"15,4 9 46-15,0-9 47 0,0 9 46 0,0 0 28 16,0-10-11-16,0 10 20 0,3-8-16 0,-3 8-32 16,5-12-42-16,0 7-39 0,3-1-41 0,3 0-43 15,5-2-31-15,1 0-24 0,0 1-29 0,2 0-21 16,0 0-24-16,2 3-17 0,-1-2-22 0,-3 2-12 16,2 0-24-16,-1 0-43 0,-5 1-43 0,1-1-40 15,-2 2-35-15,-1-1-42 0,-3 2-43 0,0-1-51 16,3-1-60-16,-5-1-56 0,1 0-78 0,-1 1-70 15,3-4-94-15,-7 0-406 0,-2 7-1022 0,8-14 452 16</inkml:trace>
  <inkml:trace contextRef="#ctx0" brushRef="#br0" timeOffset="3531.81">24280 7540 75 0,'0'0'387'0,"-3"-14"12"0,1 5 6 0,-1-1 1 16,3 0-4-16,-5 1 5 0,4 3 5 0,-2-3-3 15,1 2-7-15,2 7-3 0,-3-12-17 0,2 6-8 16,1 6-14-16,-3-8-11 0,3 8-23 0,0 0-24 16,-4-9-35-16,4 9-26 0,0 0-30 0,-2-6-24 15,2 6-20-15,0 0-20 0,0 0-14 0,0 0-12 16,0 0-12-16,-8 25-13 0,6-10-4 0,-2 2 8 16,0 0 17-16,2 7-110 0,-2 5-7 0,0-1 0 15,2-2 0-15,-1 2 0 0,3 2 0 0,-2-2 0 16,2-1 0-16,0 3 0 0,0-1 0 0,2-2 0 15,-2 1 0-15,1-1 0 0,0 0 0 0,0-1 0 16,2-1 0-16,-2-6 0 0,-2 0 0 0,1-1 0 16,0 0 0-16,-1-2 0 0,-1 0 0 0,0-4 0 15,1-2 0-15,-1-1 0 0,1 1 0 0,1-4 0 16,0-6 0-16,-5 11 0 0,5-11 0 0,0 9 0 16,0-9 0-16,0 0 0 0,-6 3-203 0,6-3-157 0,0 0-71 15,0 0-56-15,-14-17-66 0,10 7-52 16,-5-3-321-16,3-2-1002 0,-2 0 443 0</inkml:trace>
  <inkml:trace contextRef="#ctx0" brushRef="#br0" timeOffset="3750.52">24051 7844 106 0,'0'0'349'0,"-4"-10"15"16,4 10 31-16,-1-10 22 0,1 10 13 0,-3-6 3 15,3 6-5-15,0 0-2 0,-3-12-13 0,3 12-17 0,0-6-26 16,0 6-27-16,0 0-27 0,3-10-32 0,1 5-30 15,2 0-29-15,5 1-36 0,-1-2-9 16,3 1-18-16,1 1-17 0,5-1-19 0,2 1-32 16,-2 1-35-16,4 1-46 0,3-3-43 0,2 3-55 15,-8 2-38-15,2 0-52 0,6-3-41 0,-9 4-60 0,1-1-36 16,-2 0-42-16,1 0-45 0,1-1-29 0,-8 1-326 16,2 0-815-16,-3 0 361 0</inkml:trace>
  <inkml:trace contextRef="#ctx0" brushRef="#br0" timeOffset="3969.21">24493 7737 326 0,'0'0'401'0,"3"-7"26"0,-3 7 21 0,0 0 17 15,0 0 7-15,0 0 2 0,0 0-10 16,0 0-11-16,0 0-10 0,0 0-20 0,0 0-33 0,0 0-29 16,0 0-36-16,0 0-44 0,0 0-24 0,0 0-30 15,0 0-22-15,0 0-17 0,0 0-16 0,0 0-24 16,0 0-14-16,0 0-14 0,0 0-9 0,-3 19-13 15,3-19-13-15,-1 13-39 0,1-4-22 0,-3-2-44 16,3-7-37-16,3 13-31 0,-3-13-31 0,0 12-38 16,0-6-46-16,0-6-45 0,0 10-48 0,0-10-49 15,0 6-39-15,0-6-66 0,0 0-73 0,4 6-324 16,-4-6-917-16,0 0 406 0</inkml:trace>
  <inkml:trace contextRef="#ctx0" brushRef="#br0" timeOffset="4156.67">24557 7596 116 0,'0'0'434'0,"-2"-9"17"15,0 3-12-15,2 6-24 0,-2-8-38 0,2 8-36 16,-4-11-35-16,4 11-30 0,0 0-41 0,0-7-35 16,0 7-52-16,0 0-60 0,0 0-84 0,4-9-68 15,-4 9-60-15,0 0-62 0,14-1-50 0,-6 1-53 16,-8 0-200-16,15 3-529 0,-15-3 234 0</inkml:trace>
  <inkml:trace contextRef="#ctx0" brushRef="#br0" timeOffset="4453.46">24745 7491 112 0,'1'-7'460'15,"-1"7"21"-15,0-10 20 0,0 10 14 0,-1-10 6 16,1 10-6-16,0-10-16 0,0 10 14 0,-3-9-19 15,3 9-26-15,0 0-23 0,0 0-33 0,2-9-38 16,-2 9-40-16,0 0-34 0,0 0-32 0,0 0-37 16,0 0-18-16,0 0-20 0,0 0-20 0,0 0-22 15,0 0-133-15,0 0-18 0,2 33 0 0,-2-18 0 16,-1-2 0-16,1 4 0 0,1 7 0 0,-2-5 0 16,1 5 0-16,0 1 0 0,0 0 0 0,-1-6 0 15,-3-2 0-15,4 1 0 0,-1 2 0 0,1-3 0 0,-2-1 0 16,2-3 0-16,-2-2 0 0,4 2 0 15,-2-1-12-15,2-3-258 0,-4 0-37 0,4-1-47 16,0-2-47-16,2-1-50 0,-1 1-49 0,-3-6-53 16,9 3-338-16,-9-3-964 0,11-2 426 0</inkml:trace>
  <inkml:trace contextRef="#ctx0" brushRef="#br0" timeOffset="4812.76">24975 7502 326 0,'5'-5'509'0,"-5"5"21"0,6-8 22 0,-3 6-6 0,-3 2-11 16,4-6-14-16,-4 6-21 0,0 0-15 15,4-7-28-15,-4 7-27 0,0 0-39 0,0 0-32 0,0 0-37 16,0 0-28-16,4-6-30 0,-4 6-28 0,0 0-24 16,0 0-23-16,0 0-19 0,0 0-16 0,0 0-15 15,0 0-69-15,0 0-70 0,1 20 0 0,-2-11 0 16,1-9 0-16,-2 20 0 0,2-5 0 0,0 2 0 15,0-1 0-15,0 0 0 0,0 1 0 0,0-1 0 16,0 3 0-16,0 0 0 0,0 0 0 0,0-2 0 16,2 0 0-16,-1 1 0 0,-2-1 0 0,1 0 0 15,-2-2 0-15,2-3 0 0,0-1 0 0,0-2 0 16,-2 1 0-16,2-10 0 0,0 13 0 0,0-13 0 16,0 9 0-16,0-9 0 0,0 8 0 0,0-8 0 15,0 0-5-15,0 0-258 0,0 0-33 0,0 0-10 16,0 0-35-16,10-20-25 0,-6 12-18 0,-2-3-18 15,0 5-17-15,2-5-20 0,-1 1-6 0,-3 1-7 16,0 9-228-16,-2-15-734 0,2 8 324 0</inkml:trace>
  <inkml:trace contextRef="#ctx0" brushRef="#br0" timeOffset="5000.22">24887 7676 5 0,'0'0'329'15,"-10"-1"32"-15,10 1 51 0,-8-4 25 0,8 4 26 16,0 0 16-16,-9-4-6 0,9 4 3 0,0 0-13 15,0 0-23-15,0 0-16 0,0 0-35 0,0 0-31 16,0 0-42-16,0 0-26 0,0 0-33 0,0 0-32 16,17-12-25-16,-6 9-37 0,2 1-34 0,-1-1-50 15,7-2-55-15,1 2-62 0,-5 0-47 0,5 1-68 16,-2 1-67-16,3-1-69 0,-2 1-70 0,-2-2-66 0,3 3-70 16,-7 1-360-16,6-1-926 0,-6 2 410 15</inkml:trace>
  <inkml:trace contextRef="#ctx0" brushRef="#br0" timeOffset="6313.61">25199 7693 431 0,'0'0'513'0,"0"0"12"0,0 0-3 16,0 0-21-16,0-18-29 0,0 18-26 0,0 0-25 0,5-12-36 15,-3 6-46-15,-2 6-28 0,6-5-31 0,-1 0-33 16,-5 5-26-16,12-2-19 0,-4-1-24 15,1 2-20-15,-9 1-16 0,19 4-17 0,-10 0-18 16,4-1-2-16,-4 1-15 0,-3 3-11 0,1 1-15 0,1-1-19 16,-2 2-14-16,0 0-25 0,-1-1-17 0,-3 1-20 15,0-3-23-15,-2 4-18 0,0-2-10 0,0-8-10 16,-2 11 4-16,0-5-3 0,2-6 0 0,-5 9-3 16,1-3 6-16,0-1 16 0,4-5 0 15,-6 4 12-15,6-4 9 0,-6 2 9 0,6-2 7 0,0 0 11 16,0 0 9-16,0 0 6 0,0 0 7 0,0 0 7 15,6-23-3-15,2 14 4 0,-1 2-3 0,1-2 0 16,2 1-1-16,-2 1-2 0,1-2-3 0,6 0 3 16,-3 3-5-16,-3 1-1 0,3 1-6 0,1-2-11 15,1 2-14-15,-1 1-9 0,-6 3-16 0,6-4-34 16,0 6-27-16,2 0-29 0,-5 0-22 0,0-1-15 16,1 2-5-16,-6 0-4 0,3 1-4 0,-5-1 4 15,3-1 9-15,-2 5 12 0,1-2 17 0,-5-5 21 16,5 4 13-16,-5-4 9 0,0 0 23 0,4 5 22 15,-4-5 34-15,0 0 37 0,0 0 36 0,2 7 41 16,-2-7 36-16,0 0 42 0,0 0-5 0,0 0 28 16,0 0 12-16,0 0 1 0,0 0 0 0,11-14 1 15,-11 14-6-15,4-7-12 0,-4 7-5 0,8-7-11 16,-8 7-16-16,6-4-12 0,1 1-20 0,-7 3-7 16,11-2-10-16,-4 0-14 0,-7 2-7 0,14 2-7 15,-3 2-9-15,-1 0-9 0,-2 0-5 0,-2 0-3 16,-1 1-7-16,4 1-1 0,-4-1-7 0,-3 0-1 15,2 1-2-15,-2 0-9 0,-2-6 4 0,0 12 0 16,0-12-2-16,-2 11-2 0,-4-5 0 0,1-1-6 16,-2-1 6-16,-2 0 0 0,-2 2-3 0,-2-3-9 15,-1-1 7-15,4 0 0 0,-3 1 0 0,2-3 2 16,3 0 1-16,-4-3 2 0,12 3 0 0,-11-3 3 16,3 0-6-16,8 3 7 0,-6-7 2 0,2 2 2 15,4 5-8-15,0-15 2 0,0 15-2 0,4-14-1 0,-1 4 8 16,2 0-2-16,-1 1 1 0,0 2 0 0,3-1-5 15,-3 0 1-15,3 0-1 0,-2 4-4 0,1 0-2 16,-3-1 0-16,-3 5-2 0,11-4-1 0,-11 4-2 16,12-1-1-16,-12 1-3 0,11 0 3 0,-11 0-5 15,10 5 1-15,-2 0 0 0,-4 0-6 0,0-1 10 16,-1 2-2-16,1-1 1 0,0 2-7 0,1 2-2 16,0-4 10-16,-3 2-3 0,0 0 4 0,3-1 0 15,-5 1-1-15,2 1 0 0,2-4 0 0,-1 5-2 16,1-4 2-16,0 1-1 0,2-1-2 0,0-1 3 15,1-2-2-15,3 0 1 0,3 0 0 0,-3-2 2 16,4-4 1-16,3 1-1 0,0 0 4 0,-4-2-4 16,12-8 2-16,0-3-3 0,4-1 0 0,2-3 1 15,-4-5 3-15,-3-1 1 0,3 0 3 0,-4-5-5 16,0 5 1-16,-6-2-1 0,-1 1 0 0,-4 2 12 16,-6 9-1-16,1-2 4 0,-4 3-3 0,-1 2-2 15,-2 2-4-15,-3 2 0 0,1-1-3 0,-5 5-4 16,3-1-1-16,-5 2 1 0,2 2-4 0,-5-2 0 15,2 1 0-15,1 1-3 0,-3 6 2 0,1-2 0 16,0 2 0-16,0 2 1 0,4 1 1 0,-2-1-2 16,-1 4 3-16,2 3 0 0,1 2 2 0,1-5 0 15,2 1-3-15,-2 7 3 0,2 0-4 0,-1 1-1 16,3-1 7-16,0 0 0 0,0 10 1 0,2-11-1 16,2 1 1-16,0 0-11 0,1 0 10 0,1-1-2 15,0 1 2-15,6 0-1 0,-1-3 1 0,1-1-3 16,4-1 2-16,-1 0-2 0,1-1 0 0,4-3 1 15,0 1 1-15,-3-2 1 0,6-2 1 0,-3-3-1 16,0-1 0-16,2 1 0 0,0-3 5 0,-2-4-5 16,3 1 1-16,-2-1 0 0,-2-3 1 0,-2-1-3 15,-1 0 2-15,-3 1-5 0,3-4 7 0,-5 2-3 0,3-3 5 16,-2-2-1-16,-6 3 3 0,1 2 0 0,-1-1 3 16,-1-1-2-16,-1 3-6 0,-2-2-1 15,0 10-3-15,0-11-3 0,0 11 0 0,-5-11-3 16,1 7-3-16,4 4 1 0,-11 0 1 0,11 0-3 0,0 0 2 15,-18 9 0-15,11-4 1 0,1 2 2 0,-2 1 0 16,2 0-3-16,1 2 5 0,1 1-2 0,4-3 3 16,-2 1 1-16,-1 1-1 0,3-10 0 15,3 17 5-15,-1-11-1 0,0 2 1 0,2-2 1 16,5 0-1-16,-5 0 1 0,6 0-3 0,3 0 2 0,5 1 4 16,-2-2-1-16,0-2-3 0,3-2-11 0,0 0-12 15,2 0-24-15,-4-3-23 0,1 1-25 0,0-2-22 16,0-2-25-16,-7 3-22 0,1-3-33 15,-1-2-39-15,-1 1-40 0,-2-3-55 0,-1 1-15 0,-1 0-10 16,-4-5-40-16,0 4-298 0,-6-3-747 0,0 1 330 16</inkml:trace>
  <inkml:trace contextRef="#ctx0" brushRef="#br0" timeOffset="6516.69">26423 7564 16 0,'-4'-3'361'0,"-1"-2"30"15,5 5 36-15,-8-7 25 0,5 2 22 0,-3 0 5 16,6 5-1-16,-2-8-17 0,2 8-12 0,-4-9-17 15,4 9-32-15,0 0-48 0,10-13-37 0,-1 6-34 16,7 0-33-16,4 0-22 0,5 1-20 0,4-2-27 16,2 1-12-16,-1 4-26 0,-1 1-20 0,2-1-13 15,-4 0-31-15,2 0-36 0,-11 3-50 0,3-1-43 16,-1-1-45-16,-7 2-47 0,-2-1-42 0,1 0-50 16,-6 1-60-16,-6 0-53 0,9-3-70 0,-9 3-92 15,8-3-320-15,-8 3-899 0,0 0 397 0</inkml:trace>
  <inkml:trace contextRef="#ctx0" brushRef="#br0" timeOffset="7219.65">27714 7801 159 0,'0'0'345'0,"0"0"3"0,1-9-2 16,-1 9 8-16,-1-10-15 0,1 10 8 0,-4-10-6 15,4 10 1-15,0-9-9 0,0 9-13 0,-2-12-11 0,2 12-10 16,-4-9-13-16,2 4-14 0,2 5-12 15,-5-8-17-15,5 8-16 0,-5-8-18 0,5 8-18 16,-7-8-22-16,7 8-18 0,-6-5-18 0,6 5-16 16,-9-1-13-16,9 1-3 0,-16 0-13 0,9 0-5 0,-3 3-15 15,-4 0-5-15,1 2-1 0,-3 3-7 0,-2-1-7 16,0 2-9-16,2 1 1 0,0 0-4 16,0 3-5-16,0 0 0 0,2-3-8 0,-3 2 0 15,6 0 21-15,0 0-21 0,4-1-9 0,-2-1-11 0,7 1-5 16,0 0-16-16,2 6 3 0,2-9-17 0,6 6-21 15,4 0-26-15,2-1-29 0,4-1-36 0,6 1-35 16,3 0-32-16,-2-5-32 0,2-1-25 16,-7-3-24-16,0-1-19 0,3-1-26 0,-5-2-23 0,2 0-18 15,2-4-12-15,-3 1-7 0,-2-3-204 0,-5 3-650 16,-1-5 288-16</inkml:trace>
  <inkml:trace contextRef="#ctx0" brushRef="#br0" timeOffset="7563.32">27867 7880 191 0,'0'0'345'0,"0"0"5"0,0 0 5 0,0 0-1 15,10-4-9-15,-10 4-18 0,7-2-19 0,-7 2-14 16,0 0-16-16,10-3-31 0,-10 3-22 0,8-2-25 16,-8 2-20-16,0 0-20 0,11 2-9 0,-11-2-21 15,6 2-12-15,-6-2-18 0,7 2-8 0,-7-2-10 16,7 5-11-16,-7-5-9 0,4 5-4 0,-4-5-8 15,3 7-5-15,-3-7-8 0,2 6-12 0,-2-6 4 16,0 0-1-16,-7 15 5 0,2-11-8 0,1-1 1 16,4-3 1-16,-13 7-6 0,8-2 2 0,-4-3-4 15,0 1 0-15,0-2 2 0,-4 2-4 0,2-3-3 16,2 0 5-16,9 0-5 0,-16-1 1 0,9-1 3 16,7 2-3-16,-11-4-1 0,5-1-5 0,2 0-10 15,4 5-1-15,-2-12-12 0,2 1-15 0,0 11-15 16,5-14-26-16,0 3-19 0,4 2-31 0,1-1-38 15,0 0-50-15,3-1-49 0,1 3-67 0,4 0-61 16,0-1-263-16,8 2-701 0,-6 3 310 0</inkml:trace>
  <inkml:trace contextRef="#ctx0" brushRef="#br0" timeOffset="7875.75">28079 7617 505 0,'-1'-11'522'16,"0"-1"36"-16,3 2 3 0,-2-1-19 0,0 0-5 16,1 1-9-16,0 4-15 0,-1 6-18 0,-1-12-28 15,1 12-38-15,1-9-35 0,-1 9-39 0,0 0-39 16,0-8-32-16,0 8-34 0,0 0-26 0,0 0-23 16,0 0-24-16,0 0-13 0,0 0-15 0,0 0-129 15,7 22-20-15,-3-6 0 0,-4 0 0 0,2 9 0 16,1-5 0-16,-3-1 0 0,2 9 0 0,0-3 0 15,-2-1 0-15,0-4 0 0,-2-1 0 0,2 2 0 16,-2-2 0-16,2 0 0 0,-2-2 0 0,4-1 0 16,-2-1 0-16,-4 1 0 0,5-5-12 0,-2-2-238 15,1-2-32-15,0-7-22 0,2 12-41 0,0-8-25 16,-2-4-36-16,8 3-27 0,-8-3-32 0,11 0-8 16,-11 0-336-16,17-7-876 0,-7-1 388 0</inkml:trace>
  <inkml:trace contextRef="#ctx0" brushRef="#br0" timeOffset="8125.69">28276 7638 15 0,'1'-5'236'16,"-1"5"8"-16,0-13 15 0,0 6 20 0,0 7 17 15,0-8 23-15,0 8 12 0,0 0 7 0,0 0 0 16,0-11 0-16,0 11-11 0,0 0-15 0,0 0-22 16,0 0-23-16,0 0-27 0,0 0-22 0,0 0-5 0,0 0 11 15,0 0-9-15,0 0-3 0,-4 23-8 16,5-12-15-16,-1 5-14 0,0-4-13 0,2 5-17 15,-1-1-14-15,1 2-12 0,1-1-16 0,-4-1-10 16,2 0-5-16,1-1-6 0,-1-2-10 0,-1-1-9 0,1-2-5 16,-1 3-4-16,-1-1-20 0,1-1-30 0,-1 0-21 15,1-2-23-15,0 1-31 0,0-4-30 16,0-6-39-16,0 14-39 0,0-14-48 0,0 7-35 16,0-7-33-16,0 0-48 0,2 8-80 0,-2-8-67 0,0 0-294 15,12-2-848-15,-12 2 375 0</inkml:trace>
  <inkml:trace contextRef="#ctx0" brushRef="#br0" timeOffset="8563.09">28386 7792 343 0,'6'-2'467'0,"-6"2"12"0,0 0-6 0,0 0-13 0,0 0-19 15,0 0-25-15,0 0-27 0,0 0-25 16,0 0-27-16,0 0-43 0,0 0-15 0,0 0-28 0,0 0-30 15,0 0-21-15,0 0-22 0,0 0-19 0,0 0-17 16,0 0-15-16,0 0-10 0,0 0-14 0,0 0-10 16,0 0-7-16,0 0-4 0,0 0-10 0,0 0-12 15,13 2 2-15,-13-2-8 0,14-1-5 0,-3-1-5 16,0 1-6-16,0-2-6 0,2-1-9 0,-1 0-4 16,-1 1-3-16,0-2 2 0,-1 1-3 0,0-1 4 15,-3 2-16-15,0-2 10 0,-3 2-4 0,1-1 0 16,-5 4 1-16,9-7 0 0,-6 3-6 0,-3 4-3 15,4-5-4-15,-4 5-1 0,0 0-3 0,0 0 1 16,-9-12-5-16,9 12-5 0,-10-4 7 0,2 3 5 16,8 1-8-16,-16 1 2 0,7 2 4 0,-1 0 1 15,-2 2-14-15,0 0 12 0,4-1 2 0,0 1 0 16,-3 2-2-16,5-1 2 0,0 2-7 0,2 2-18 16,-3-2 0-16,5 0-10 0,0 2-13 0,2-1-10 15,1 1-10-15,0-2-16 0,6 2-22 0,-1 0-27 16,2-2-34-16,1-1-34 0,6 2-38 0,2-2-27 15,-1-2-39-15,5 2-39 0,6-2-36 0,-6-1-24 16,0-2-251-16,2-2-714 0,2-5 317 0</inkml:trace>
  <inkml:trace contextRef="#ctx0" brushRef="#br0" timeOffset="8859.89">28809 7763 107 0,'0'0'354'0,"0"0"18"15,2-7 25-15,-2 7-18 0,0 0-3 0,0 0 4 16,0 0-4-16,0 0-14 0,0 0-15 0,-2-10-20 16,2 10-30-16,0 0-26 0,0 0-27 0,0 0-29 15,0 0-19-15,0 0-21 0,0 0-18 0,-11 0-14 16,11 0-17-16,0 0-15 0,-16 8-11 0,11-4-7 16,-2 0-9-16,1 1-17 0,-2 2-9 0,2-1 4 15,-2 2-6-15,1-1-6 0,-2 0-6 0,4 0-20 16,-1 2-10-16,1-2-12 0,4 1-12 0,-2 0-11 15,3-8-11-15,2 12-13 0,-1-3-10 0,2-2-22 16,2 1-23-16,1 0-16 0,9 1-31 0,-4-2-30 16,2-2-17-16,6-1-18 0,1 1-21 0,-3-3-25 15,3 0-28-15,1-4-28 0,-1 1-11 0,1-2-20 16,-1-3-226-16,-2 0-616 0,1-1 273 0</inkml:trace>
  <inkml:trace contextRef="#ctx0" brushRef="#br0" timeOffset="9156.69">29109 7580 422 0,'0'0'442'0,"0"-10"10"0,0 10 5 0,0 0-11 16,0 0-20-16,0-9-30 0,0 9-23 0,0 0-23 16,0 0-35-16,0 0-27 0,0 0-24 0,0 0-32 0,0 0-20 15,0 0-16-15,0 0 4 0,0 0 6 16,0 0 1-16,0 0-1 0,-10 26-17 0,9-17-31 15,-2 4 2-15,1 4-15 0,0-1-1 0,2-1-19 16,-2 5-4-16,3-1-15 0,-1-2-9 0,3 3-5 0,-3 5-10 16,2-6-6-16,-1 0-13 0,2 1-8 15,1-3 2-15,-3 3-7 0,3-4-27 0,-2 0-21 16,1-3-17-16,1 1-19 0,-2-5-39 0,0 4-36 16,0-2-39-16,0-7-46 0,-1 2-29 0,-1-6-31 15,2 7-31-15,-2-7-60 0,0 0-69 0,0 0-65 0,0 0-398 16,14-12-951-16,-10 7 421 0</inkml:trace>
  <inkml:trace contextRef="#ctx0" brushRef="#br0" timeOffset="9375.39">29167 7807 135 0,'0'0'383'0,"0"0"11"0,0 0 11 16,0 0-6-16,0 0-11 0,0 0-9 0,0 0-12 15,0 0-16-15,0 0-24 0,0 0-32 0,14 11-30 0,-14-11-28 16,10-4-26-16,-1 1-23 0,-9 3-16 0,17-5-37 16,-6 3-34-16,-1 0-40 0,2-1-47 0,0-1-41 15,0 1-43-15,1 0-48 0,-2 2-45 16,1-3-44-16,0 2-47 0,-1 0-49 0,2 0-34 16,-1 1-17-16,-4 1-209 0,-8 0-609 0,14-2 269 0</inkml:trace>
  <inkml:trace contextRef="#ctx0" brushRef="#br0" timeOffset="10187.7">29412 7882 149 0,'0'0'346'0,"0"0"-7"0,0 0 1 16,0 0 0-16,0 0-8 0,0 0-10 0,0 0-7 0,0 0-14 15,0 0-14-15,0 0-11 0,0 0-18 0,0 0-12 16,0 0-17-16,0 0-18 0,0 0-20 0,0 0-11 16,0 0-14-16,0 0-16 0,0 0-15 15,0 0-11-15,0 0-8 0,0 0-7 0,0 0-6 0,0 0-6 16,0 0-7-16,0 0-8 0,0 0-8 0,0 0-8 16,17-7-7-16,-17 7-5 0,0 0-6 0,12-6-8 15,-4 6-3-15,-8 0-3 0,12-7 0 0,-6 5-4 16,4-3-2-16,-1 0-5 0,-2-1 0 15,0 0-4-15,2-1 0 0,-1 1-2 0,0 0 0 0,-5 3 3 16,4-3 0-16,-2 2 2 0,1 1 0 0,-6 3-3 16,1-8-7-16,-1 8 0 0,0 0-7 0,0 0-1 15,-9-15-1-15,6 11-4 0,-4 0 1 0,7 4-1 16,-12-5-4-16,2 4-2 0,-1 1-1 0,1 1-1 16,-2 3 2-16,-2 0 5 0,1 1-2 0,-2 3-2 15,0 0 2-15,0 2-3 0,2 2-5 0,3-3-10 16,2 0-7-16,-1 2-7 0,4-2-5 0,-2 1-5 15,2 0-2-15,4 1 4 0,1 0 2 0,4 0 3 16,3 0-1-16,4 1-5 0,2-1 7 0,6-2-4 16,1 1-5-16,8-1-15 0,2 0-9 0,1-4-13 15,1 1-6-15,4-3-11 0,-1-1-15 0,-2-2-6 16,-2-2-16-16,-3-1-7 0,0-3-13 0,-1-1-20 16,0-1 7-16,-12 4 19 0,1-3 6 0,-1-3-20 15,-8 6-10-15,3-4 0 0,-4 0-1 0,-3-1 5 16,0 4 2-16,-3-3 10 0,0 8 16 0,-3-11 9 15,3 11 12-15,-3-13 18 0,-1 7 21 0,4 6 30 16,-5-8 32-16,5 8 40 0,-4-7 34 0,4 7 31 16,0 0 28-16,-1-7 11 0,1 7 8 0,0 0-7 15,7-6-6-15,-7 6 12 0,12-2 13 0,-1 0 5 16,2 2 8-16,-1 0 2 0,3-1-2 0,-2 2-4 16,1-1-6-16,0 1-13 0,-1 0 4 0,-1 2-2 15,1-1-4-15,-1-1-7 0,-2-1-9 0,-1 3-10 16,-4-2-20-16,-5-1-1 0,10 5-15 0,-5-4-5 15,-5-1-9-15,7 8-5 0,-7-8-6 0,1 6-2 16,-1-6-2-16,-6 14-3 0,0-7-2 0,-4 0-4 16,-4 1 5-16,-1 0-10 0,-3-2 7 0,-9 4-8 15,0-2 2-15,0-3-1 0,-1-3-4 0,1 3-7 16,4-3-4-16,2-4-5 0,0 1 2 0,3 0 4 16,7-2-6-16,-2 1 5 0,4 0 1 0,0-5-6 15,5 3-10-15,4 4-19 0,-2-11-21 0,2 11-15 16,10-16-31-16,-1 6-33 0,5-3-43 0,4 3-41 15,2 0-36-15,5-4-39 0,0 3-33 0,2 1-36 16,-1-1-44-16,-10 4-229 0,5-1-678 0,-1 1 300 16</inkml:trace>
  <inkml:trace contextRef="#ctx0" brushRef="#br0" timeOffset="10422.02">30011 7659 179 0,'-2'-12'271'15,"-2"3"23"-15,1-2 32 0,-2-3 24 0,3 3 15 16,-3 0 13-16,0-7 29 0,-2 7 21 0,3-1 14 15,0 1 0-15,1 3 9 0,-2-2-17 0,1 4-13 16,1 0-30-16,3 6-35 0,-4-8-35 0,4 8-33 16,-2-6-28-16,2 6-29 0,0 0-29 0,0 0-22 15,0 0-12-15,0 0-19 0,-5 30-11 0,5-11-9 16,0-1-14-16,-2 0-40 0,1 8-75 0,-3 1 0 16,-1-1 0-16,3 0 0 0,0-7 0 0,0 0 0 15,1 0 0-15,-2-1 0 0,2 0 0 0,1 0 0 16,-3-3-138-16,2 2-155 0,1-1-66 0,-1-3-93 15,-1-1-94-15,2-3-522 0,3 2-1156 0,-3-11 512 16</inkml:trace>
  <inkml:trace contextRef="#ctx0" brushRef="#br0" timeOffset="11656.11">21406 8371 337 0,'0'0'372'0,"0"0"6"0,0 0 3 0,2-10-2 16,-2 10 1-16,-2-11 0 0,2 11 0 0,-1-7 0 15,1 7-8-15,-4-11-13 0,4 11-11 0,-3-8-16 16,3 8-17-16,-4-11-4 0,4 11-2 0,-4-6-29 0,4 6-17 16,0 0-14-16,-1-8-24 0,1 8-19 0,0 0-24 15,0 0-27-15,0 0-15 0,0 0-20 0,0 0-12 16,-4-7-15-16,4 7-11 0,0 0-8 0,0 0-2 16,0 0-8-16,-2 32-7 0,2-15-9 0,-3 7-3 15,2 1-30-15,-1 2-15 0,-1 0 0 0,0 0 0 16,1-1 0-16,0 3 0 0,2-3 0 0,-2 0 0 15,-1 2 0-15,-1-3 0 0,2 1 0 0,0-1 0 16,0-7 0-16,-1 7 0 0,2-7 0 0,0-1 0 16,1 1 0-16,0-3 0 0,-3-1 0 0,6-3 0 15,-2 2-15-15,-1-1-83 0,1-3-13 0,2 1-15 16,-2-2-16-16,0-3-24 0,-1-5-16 0,3 9-10 16,-3-9-7-16,1 7-19 0,-1-7-27 0,0 0-55 15,0 0-47-15,0 0-53 0,0 0-55 0,0 0-41 16,2-29-255-16,-4 17-811 0,1-7 359 0</inkml:trace>
  <inkml:trace contextRef="#ctx0" brushRef="#br0" timeOffset="12031.02">20815 8325 350 0,'-9'-8'386'0,"2"1"24"0,1 0 10 0,2 2-11 15,0-1-22-15,4 6-15 0,-4-8-20 0,2 1-23 16,2 7-20-16,3-11-31 0,-3 11-23 16,8-14-26-16,-1 7-24 0,2 1-20 0,3 0-12 15,6-1-15-15,1-1-10 0,7 3-9 0,2 0-13 0,1 2-9 16,7-2-2-16,1 4-1 0,-2 0-10 0,20-1 3 16,-1 3 0-16,2 0-6 0,3 4-8 0,-1 0-8 15,0 4-12-15,1-1-2 0,-1 0-13 16,-3 4-2-16,-4-2-6 0,-15 1-9 0,-3 1-1 0,-2-2-9 15,-5 2-3-15,-7-2 2 0,-6 0-12 0,-1-2-4 16,-5 0-2-16,0 4 1 0,-5-1-5 0,-2 1 4 16,-3 0-1-16,-5 0-1 0,-7 1-3 0,-2-2-3 15,-11 5-3-15,-3-8-3 0,-3 4-12 0,-6-3-9 16,3 0-12-16,1-2-16 0,2 1-15 0,0-5-14 16,5 2-18-16,7-5-19 0,1 1-24 0,4 1-21 15,3 1-30-15,5-2-29 0,1 1-32 0,8-2-38 16,-9 0-74-16,9 0-48 0,0 0-50 0,0 0-231 15,24 6-753-15,-12-3 333 0</inkml:trace>
  <inkml:trace contextRef="#ctx0" brushRef="#br0" timeOffset="12874.57">21724 8561 176 0,'0'0'371'0,"6"-2"14"0,-6 2 5 0,0 0-1 16,7-4-17-16,-7 4-7 0,0 0-7 0,0 0-8 16,2-7-12-16,-2 7-17 0,0 0-16 0,0 0-16 15,0 0-13-15,0 0-23 0,0 0-19 0,0 0-20 16,0 0-17-16,0 0-24 0,0 0-14 0,0 0-15 16,0 0-19-16,0 0-5 0,0 0-4 0,0 0-3 15,0 0-10-15,5-4-11 0,-5 4-12 0,0 0-5 16,0 0-2-16,13 0-10 0,-13 0-9 0,16 1-1 15,-6 0-7-15,1-1-5 0,1 2-3 0,3-4-6 16,-1 1 1-16,0-1-6 0,3-3-2 0,-5 2 6 16,8-2-8-16,-8 3 2 0,0-2-1 0,-1-2-5 15,-2 3-1-15,-1-4-3 0,1-1-5 0,-1 2 13 16,-3 1 2-16,-1-4 7 0,2 2-8 0,-6 7-4 0,3-14 2 16,-3 5-7-16,-2 2-5 0,-3-1-3 0,1-1-1 15,0 3 2-15,4 6-3 0,-7-10-6 16,1 6-1-16,0-1-8 0,0 3 6 0,6 2 0 15,-10-5-1-15,2 2-4 0,8 3 4 0,-11 0-11 0,11 0 9 16,-15 5-2-16,7 0 2 0,0 2-3 0,0 1 9 16,-1 0-3-16,2-1 4 0,-1 5-10 0,0-2 8 15,2-1-9-15,-2 1-7 0,2 0-4 16,1 0-3-16,-2 0 2 0,6-4-3 0,-2 3 7 0,2-1-1 16,1-8 4-16,0 13 6 0,4-6 2 0,1 1 1 15,3 1-2-15,3-1 1 0,5-2 2 0,-1-1-11 16,5-1 12-16,-6-2 2 0,8-2 5 0,-1-2-9 15,-1 1 7-15,-1-2 4 0,0-5 4 0,-2 1 5 16,1 0-2-16,1 0 6 0,-9 0 0 0,2-2 5 16,1-1-8-16,-3 1 16 0,-2 1-6 0,0-2-2 15,-2 1 7-15,0-1-12 0,-2 0 7 0,0 0 8 16,-2 3-10-16,1 2-7 0,-3 5 2 0,-3-11-11 16,3 11-5-16,0-10 5 0,0 10-8 0,-4-7-1 15,4 7-4-15,-7-5-3 0,7 5-8 0,0 0-3 16,-8-5-2-16,8 5 0 0,0 0-3 0,-9-1 5 15,9 1 1-15,0 0-2 0,0 0 4 0,0 0 2 16,0 0-3-16,0 0 12 0,0 0-1 0,0 0 5 16,0 0-4-16,0 0 2 0,28 6-2 0,-19-6 3 15,-1 1 0-15,1 1 1 0,-1-2 1 0,0 2-1 16,0-2 1-16,0 4-3 0,-8-4 1 0,14 0 1 16,-14 0-4-16,9 0-3 0,-9 0-4 0,7 0 5 15,-7 0 1-15,4 8-5 0,-4-8 6 0,4 9 1 16,-4-1-3-16,0-8 7 0,-4 15-1 0,0-4 2 0,-1 2-5 15,-1 1 12-15,-5 0-7 0,1 0-4 16,3-1 8-16,0-4-4 0,-1 1 2 0,1-1 1 16,2 1-4-16,2-6 5 0,1 3-5 0,-3-4-8 15,5-3-7-15,-2 9-7 0,2-9-35 0,9 6-56 0,3-4-59 16,7-1-65-16,4-2-64 0,8-1-50 0,1-1-79 16,6-5-73-16,0 4-342 0,19-6-917 0,0-1 406 15</inkml:trace>
  <inkml:trace contextRef="#ctx0" brushRef="#br0" timeOffset="13878.46">23026 8325 125 0,'11'-14'455'0,"-1"-1"-7"0,-3 0 10 0,-4 3 1 0,5-2-18 15,-5 2-23-15,2 1-21 0,-3 0-20 0,0 2-17 16,1 2-15-16,-2 0-19 0,-1 7-22 0,0-11-24 16,0 11-31-16,-1-9-23 0,1 9-29 0,-5-6-20 15,5 6-19-15,0 0-10 0,-17 1-21 0,7 1-2 16,-4 2-15-16,-3 4-2 0,-2 1-14 0,2 1-1 16,-6 2-10-16,0 3-8 0,1 0-11 0,1 1-9 15,3-3 0-15,3 1-5 0,1-2-7 0,-2 3-1 16,2-1-11-16,3 1 2 0,-2 1-6 0,4 1 1 15,1 2-3-15,2-2 2 0,2 0-8 0,5 2-7 16,1-1-2-16,2 1-3 0,6 5-4 0,0-2-4 16,9-2-5-16,-1 1 3 0,1-5-9 0,-1-2 6 15,-1-7 0-15,1 4 1 0,-1-4 5 0,1-2-2 16,2-2-1-16,-4-4 9 0,3 1 0 0,-6-4 6 16,4-1-14-16,-2-1 7 0,0-4 1 0,0 3 0 15,-1-7-5-15,-3 3 8 0,0 0-8 0,0-4 1 16,-2-1 3-16,-4 4 5 0,0 1 3 0,-1 2-1 15,0-1-12-15,-2 3 10 0,1-2-4 0,-2 2 4 16,-1 7-11-16,3-10 4 0,-3 10-5 0,0-7-3 16,0 7-3-16,0 0-2 0,0 0-2 0,0 0 1 15,0 0 0-15,0 0 0 0,0 0 3 0,0 0-1 0,0 0 3 0,0 0 0 16,0 0 3-16,0 0-3 0,0 0 4 0,-6 25 0 16,4-18-2-16,2-7 0 0,1 14 0 15,-1-6-1-15,1-1-11 0,1 3-3 0,-2-3-4 16,2 1-1-16,0-2 0 0,-1 0-2 0,1 1-2 0,2-1-3 15,0 0 1-15,2 1 1 0,0-3 3 0,-1-2 4 16,1 2 3-16,1-3 6 0,3 2 8 0,0-3-7 16,0-3 0-16,3 2 3 0,-4-3 3 0,2-1 2 15,3 0 0-15,-5-1 0 0,4-1-1 0,-4 0 5 16,0-1 11-16,1 3 15 0,-2-3 0 0,-3 2-2 16,0 2 6-16,-1-2 18 0,-4 6-10 0,7-6-3 15,-4 1-2-15,-3 5-2 0,4-7-9 0,-4 7-2 16,3-8-4-16,-3 8 0 0,0 0-6 0,0 0 0 15,0-8-9-15,0 8 8 0,0 0-8 0,0 0 6 16,0 0-7-16,0 0-3 0,0 0 3 0,0 0-4 16,-12 21 5-16,10-11-1 0,-1 3 1 0,-1 5 15 15,0 5 4-15,0 1 16 0,3 2 9 0,0 3 6 16,0-1-16-16,-2 2 8 0,0 0 0 0,0-1 0 16,-1-1-4-16,3-1-2 0,-2 1-2 0,1-1 0 15,-1-1-7-15,0-2-2 0,1 1-26 0,-1-9 0 16,3 1 0-16,-4-2 0 0,2-4 0 0,-2 0 0 15,2-2 0-15,0-2 0 0,0 0 0 0,2-7 0 16,-3 10 0-16,3-10 0 0,-4 9 0 0,4-9 0 16,0 7 0-16,0-7 0 0,0 0 0 0,-2 7 0 15,2-7 0-15,0 0 0 0,0 0 0 0,0 0 0 16,0 0 0-16,0 0 0 0,-27-14 0 0,17 7 0 16,-2-1 0-16,-2 0 0 0,2 2 0 0,-3-3 0 15,4 1 0-15,1 1 0 0,-2 0 0 0,3 0 0 0,-2-1 0 16,3 2 0-16,1 1 0 0,2 2 0 0,-1-2 0 15,6 5 0-15,-5-10 0 0,2 4 0 16,3 6 0-16,0-9 0 0,0 9 0 0,4-15 0 16,2 9 0-16,2-2 0 0,1-1 0 0,5 0 0 0,3-2 0 15,1 1 0-15,1 1 0 0,0 3 0 0,7-3-141 16,-7 4-155-16,3-1-57 0,-2-1-51 0,-1 3-41 16,3-1-56-16,0-1-48 0,-6-1-368 15,3-2-994-15,-3 1 439 0</inkml:trace>
  <inkml:trace contextRef="#ctx0" brushRef="#br0" timeOffset="14175.26">23605 8548 137 0,'3'-5'378'0,"-3"5"8"0,6-9 0 0,-6 9-4 0,4-6-15 15,-1 2-21-15,-3 4-17 0,0 0-19 0,0 0-26 16,1-10-17-16,-1 10-21 0,0 0-24 0,0 0-25 15,0 0-19-15,-7-9-16 0,7 9-20 0,0 0-16 16,-11 0-14-16,11 0-11 0,0 0-10 0,-17 8-10 16,8-3-12-16,-1 2-3 0,-1 0-6 0,2 1-6 15,0 1-6-15,-3 4-5 0,3-4-2 0,-1 4-4 16,3-2-4-16,-1 0-5 0,3-4-5 0,-3 9-13 16,4-5-6-16,3 1-8 0,-1-1-8 0,4 1-7 15,0-1-14-15,5 1-14 0,2 1-36 0,1-4-37 16,3 2-37-16,4-3-24 0,1-3-32 0,5 0-37 15,5-4-48-15,4-2-36 0,-1-3-38 0,0-2-233 16,3 0-653-16,-2-4 290 0</inkml:trace>
  <inkml:trace contextRef="#ctx0" brushRef="#br0" timeOffset="14472.06">23873 8371 114 0,'-5'-8'376'0,"0"-5"23"0,1 6 23 0,1-4 12 15,0 6 8-15,-1-2-2 0,2 0-7 16,2 7-4-16,-6-10-8 0,6 10-12 0,-4-7-18 16,4 7-26-16,-3-7-31 0,3 7-28 0,0 0-32 15,-3-7-24-15,3 7-25 0,0 0-31 0,0 0-19 0,0 0-16 16,0 0-19-16,0 0-5 0,0 0-21 0,0 28-8 16,3-11-14-16,0 2-9 0,-1-1-10 15,-1 7-12-15,2 3 4 0,-2-2-11 0,-1 2 5 16,0-2-11-16,1 2-1 0,-1-2-7 0,0-1-6 0,0-5-20 15,0-3-17-15,-1 4-25 0,1-3-32 0,1-3-33 16,1-1-29-16,-1-2-46 0,1-1-45 0,0 1-52 16,2-4-48-16,-1 1-33 0,3-1-38 15,1-1-44-15,0-3-38 0,3-3-31 0,-1 0-299 0,2-3-861 16,1-2 381-16</inkml:trace>
  <inkml:trace contextRef="#ctx0" brushRef="#br0" timeOffset="14956.32">24033 8621 239 0,'0'0'262'0,"3"-8"7"0,-3 8 6 16,0 0 6-16,4-4-3 0,-4 4-12 0,0 0-8 16,0 0-24-16,1-7 1 0,-1 7-11 0,0 0 2 15,0 0-7-15,0 0-16 0,0 0-12 0,0 0-17 16,0 0-9-16,0 0-10 0,0 0-17 0,0 0-10 16,0 0-16-16,0 0-13 0,0 0-6 0,0 0-11 15,0 0-6-15,0 0-8 0,0 0-14 0,0 0 1 16,0 0-8-16,0 0 0 0,0 0 0 0,0 0-1 15,0 0 1-15,0 0-2 0,0 0 4 0,0 0-3 16,0 0 0-16,19 5-3 0,-11-3-4 0,3-1 1 16,3-1 4-16,2-4 15 0,-2 4 1 0,-1-4-4 15,4 1-3-15,-4 0 4 0,0-1-1 0,-3 0 2 16,0 1 7-16,0-1 5 0,-1-3-1 0,-3 4 3 16,-1-2-2-16,-1-2-9 0,-4 7-8 0,4-8-10 15,-4 8-3-15,0-8-8 0,0 8 1 0,-9-13-10 16,2 8-3-16,1 0-7 0,-4 2 0 0,-2 1-5 15,-1 2-4-15,-3-1 1 0,-6 3-3 0,1 2 0 16,1 2 0-16,2 0 3 0,-1 0-5 0,1 2 0 16,6-2 2-16,2 3-4 0,-2 1 2 0,2 0-1 15,4 0-1-15,-1-2 4 0,4 3 0 0,0 0 3 0,3-1-2 16,2 2 2-16,2-1 1 0,7 3 0 0,-1 0 0 16,5-3 4-16,2 0-5 0,9 5 1 15,6-3 0-15,2-3 0 0,2 0-1 0,3-4 1 16,15 3-4-16,-14-5-1 0,8-1-19 0,-11-1-33 0,-6-1-30 15,1-1-53-15,-3-1-61 0,-8-2-52 0,-2 0-46 16,-6 2-40-16,-3 2-64 0,4-4-67 16,-7 1-306-16,-1-1-833 0,-6 3 369 0</inkml:trace>
  <inkml:trace contextRef="#ctx0" brushRef="#br0" timeOffset="19099.59">21625 7233 89 0,'-6'-5'151'16,"0"1"-3"-16,1-3-2 0,-4 1-5 0,3 0 4 16,0 0-1-16,1 1-3 0,0-1 5 0,0 3 1 15,5 3 3-15,-5-7 8 0,5 7 2 0,-7-4 5 16,7 4 8-16,0 0 6 0,0 0 16 0,-7-4 23 15,7 4 8-15,0 0 12 0,0 0 8 0,0 0 10 16,0 0 5-16,0 0 6 0,0 0 1 0,0 0-3 16,0 0-11-16,0 0-2 0,0 0-7 0,0 0-17 15,0 0 1-15,0 0-15 0,0 0-9 0,0 0-13 0,0 0-8 16,0 0-22-16,0 0-18 0,0 0-12 0,0 0-20 16,0 0-13-16,-4-6-3 0,4 6-18 15,0 0-14-15,0 0-2 0,0 0-4 0,-18 8-19 16,5-6 5-16,-2 4-2 0,-7-1-9 0,-7 1 4 0,-2 2-11 15,2-3 12-15,-3 1-16 0,1 0 4 0,3 2-11 16,0-4 4-16,-2 1-2 0,10-1-17 16,1 0 0-16,0-2 0 0,7 1 0 0,-2 2 0 0,4-4 0 15,-1 2 0-15,5-3 0 0,6 0 0 0,-13 2 0 16,13-2 0-16,-9 2 0 0,9-2 0 0,-6 1 0 16,6-1 0-16,-7 6 0 0,7-6 0 0,-2 7 0 15,2-7 0-15,5 14 0 0,-1-3 0 0,-1-1 0 16,2 3 0-16,1 4 0 0,-1-1 0 0,0 1 0 15,5 6 0-15,-3-4 0 0,-2 1 0 0,-1-1 0 16,-1 0 0-16,3 7 0 0,-4-2 0 0,0 4 0 16,-2-4 0-16,0-3 0 0,-2 2 0 0,0-4 0 15,-4 8 0-15,-1-8 0 0,3 1 0 0,-1-1 0 16,1-2 0-16,-2 1 0 0,0-2 0 0,0 0 0 16,1-4 0-16,1-2 0 0,2 2 0 0,-1-3 0 15,1 1 0-15,2-1 0 0,-2-2 0 0,5 2 0 16,2 0 0-16,0-1 0 0,3 0 0 0,1-1 0 15,0-1 0-15,2 0 0 0,7 1 0 0,-1-3-41 16,2 1-77-16,-6-4-42 0,5 4-43 0,-2-3-45 0,2-2-59 16,0 0-56-16,-5 0-58 0,-2 0-80 15,3 0-471-15,-2-2-1052 0,2-1 465 0</inkml:trace>
  <inkml:trace contextRef="#ctx0" brushRef="#br0" timeOffset="20177.47">24231 8316 199 0,'0'0'373'0,"-3"-6"1"0,3 6-11 0,-6-7 3 0,6 7-11 16,0 0-8-16,-5-9-10 0,5 9-1 16,-2-5-7-16,2 5-12 0,0 0-8 0,-4-8-11 0,4 8-10 15,0 0-20-15,-6-7-14 0,6 7-13 0,0 0-14 16,0 0-10-16,-2-7-12 0,2 7-8 0,0 0-23 15,0 0-9-15,8-8-18 0,-8 8-18 0,9-4-18 16,0 1-15-16,3-1-3 0,1-1-11 0,5 1-20 16,-2-1 4-16,3 3-8 0,-1 0-1 0,-1-1-11 15,-4 1-3-15,3-1-16 0,-4 2 8 0,2-2-4 16,-2 2-7-16,1 0-1 0,-1-1 0 0,-1 1-3 16,-5 0-5-16,-6 1 1 0,16 0-9 0,-16 0 3 15,11 0-2-15,-11 0-6 0,10 1 6 0,-10-1-7 16,7 1-2-16,-7-1-2 0,10 4 9 0,-6 0-8 15,1 1 2-15,1 1-5 0,-3 0 6 0,0 3 1 16,1-1 1-16,0 3 8 0,0 6-6 0,1-5 7 16,-1 5 0-16,0 0 10 0,2 8-13 0,-3 0 5 15,1 2 10-15,-2 1 2 0,2-2 2 0,-3 3-11 16,2 0 11-16,2 3 3 0,-3 1 10 0,-2-4-4 16,3 8-3-16,0-5 2 0,0 2-12 0,0-4-24 15,1 1 0-15,-4-2 0 0,1-2 0 0,-1-1 0 16,0-5 0-16,-1-2 0 0,1 0 0 0,0-3 0 15,0-1 0-15,-4-4 0 0,3 0 0 0,2-1 0 0,-1-2 0 16,-3-1 0-16,3-7 0 0,0 10 0 16,0-10 0-16,-2 11 0 0,2-11 0 0,-4 5 0 15,4-5 0-15,-11 7 0 0,0-6 0 0,-8-2 0 0,0 1 0 16,-12-4 0-16,-3 1 0 0,-6 0 0 0,-12 1 0 16,-5-4 0-16,1 3 0 0,1-1 0 15,-2 0 0-15,-1 3 0 0,8 1 0 0,12-3 0 16,-14 0 0-16,12 2 0 0,2-2-316 0,0 3-222 0,0-4-103 15,1-2-475-15,4 1-1209 0,2-1 534 0</inkml:trace>
  <inkml:trace contextRef="#ctx0" brushRef="#br0" timeOffset="25598.78">1847 9267 163 0,'-5'-4'216'0,"5"4"-4"16,-6-4-9-16,6 4-11 0,0 0-7 0,-6-5-5 15,6 5-8-15,0 0-6 0,0 0-8 0,-8-2-6 16,8 2-9-16,0 0 1 0,0 0-9 0,0 0-11 15,-4-6-17-15,4 6-12 0,0 0-14 0,0 0-11 16,0 0-2-16,0 0-5 0,0 0 2 0,0 0-5 16,15 17-5-16,-12-12-3 0,3 1 3 0,-1-1 2 15,2 5-18-15,-1-3-15 0,1 3 3 0,-2-2-5 16,1 2 3-16,-3-3 0 0,-1-1 8 0,2 0 3 16,-1 0 7-16,-1-1-8 0,2 1-8 0,-4-6 4 15,5 9 10-15,-5-9 10 0,4 5 20 0,0-2 20 16,-4-3 17-16,17-5-1 0,7-6-7 0,10-7-7 15,21-13-10-15,32-22-10 0,4-4-2 0,2-6-12 16,12 4-9-16,6 1-8 0,5 0-22 0,-4-2-20 16,-1 4-32-16,-10 7-48 0,-5 6-44 0,-13 6-45 15,-26 15-64-15,2 3-61 0,0 2-46 0,-21 8-248 0,11-3-637 16,-16 6 281-16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1727"/>
          </a:xfrm>
          <a:prstGeom prst="rect">
            <a:avLst/>
          </a:prstGeom>
        </p:spPr>
        <p:txBody>
          <a:bodyPr vert="horz" lIns="96656" tIns="48328" rIns="96656" bIns="48328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1727"/>
          </a:xfrm>
          <a:prstGeom prst="rect">
            <a:avLst/>
          </a:prstGeom>
        </p:spPr>
        <p:txBody>
          <a:bodyPr vert="horz" lIns="96656" tIns="48328" rIns="96656" bIns="48328" rtlCol="0"/>
          <a:lstStyle>
            <a:lvl1pPr algn="r">
              <a:defRPr sz="1200"/>
            </a:lvl1pPr>
          </a:lstStyle>
          <a:p>
            <a:fld id="{143F6E76-D32A-4F60-9992-87F5028D701A}" type="datetimeFigureOut">
              <a:rPr lang="en-IN" smtClean="0"/>
              <a:t>17-09-2024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6" tIns="48328" rIns="96656" bIns="48328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3"/>
          </a:xfrm>
          <a:prstGeom prst="rect">
            <a:avLst/>
          </a:prstGeom>
        </p:spPr>
        <p:txBody>
          <a:bodyPr vert="horz" lIns="96656" tIns="48328" rIns="96656" bIns="4832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6" tIns="48328" rIns="96656" bIns="48328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6" tIns="48328" rIns="96656" bIns="48328" rtlCol="0" anchor="b"/>
          <a:lstStyle>
            <a:lvl1pPr algn="r">
              <a:defRPr sz="1200"/>
            </a:lvl1pPr>
          </a:lstStyle>
          <a:p>
            <a:fld id="{74B2998F-6834-4E04-A5E3-C7F868389BD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962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 anchorCtr="0"/>
          <a:lstStyle/>
          <a:p>
            <a:pPr algn="l"/>
            <a:endParaRPr lang="en-US" sz="1600" b="1" dirty="0">
              <a:latin typeface="+mn-lt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/>
          </a:p>
        </p:txBody>
      </p:sp>
      <p:sp>
        <p:nvSpPr>
          <p:cNvPr id="23" name="Rectangle 22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/>
          </a:p>
        </p:txBody>
      </p:sp>
      <p:sp>
        <p:nvSpPr>
          <p:cNvPr id="24" name="Rectangle 23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-101600" y="52578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5666603"/>
            <a:ext cx="2743200" cy="30777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4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4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4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GB" altLang="en-GB" dirty="0"/>
              <a:t>Presentation Title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05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/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54745" y="5206978"/>
            <a:ext cx="8026400" cy="700756"/>
          </a:xfrm>
        </p:spPr>
        <p:txBody>
          <a:bodyPr numCol="1" anchor="b" anchorCtr="0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altLang="en-GB" dirty="0"/>
              <a:t>Presenter Name</a:t>
            </a:r>
          </a:p>
          <a:p>
            <a:pPr lvl="0"/>
            <a:endParaRPr lang="en-GB" altLang="en-GB" dirty="0"/>
          </a:p>
          <a:p>
            <a:pPr lvl="0"/>
            <a:r>
              <a:rPr lang="en-GB" altLang="en-GB" dirty="0"/>
              <a:t>Date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4745" y="3429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altLang="en-GB" dirty="0"/>
              <a:t>Presentation title</a:t>
            </a:r>
            <a:endParaRPr lang="en-US" dirty="0"/>
          </a:p>
        </p:txBody>
      </p:sp>
      <p:pic>
        <p:nvPicPr>
          <p:cNvPr id="13" name="Picture 12" descr="BITS_university_logo_whitevert.png"/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91344" y="3225301"/>
            <a:ext cx="2160000" cy="21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28" y="5293668"/>
            <a:ext cx="2456855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1" spc="-113" dirty="0">
                <a:solidFill>
                  <a:schemeClr val="bg1"/>
                </a:solidFill>
                <a:latin typeface="+mn-lt"/>
                <a:cs typeface="Arial"/>
              </a:rPr>
              <a:t>BITS</a:t>
            </a:r>
            <a:r>
              <a:rPr lang="en-US" sz="2400" spc="-113" dirty="0">
                <a:solidFill>
                  <a:schemeClr val="bg1"/>
                </a:solidFill>
                <a:latin typeface="+mn-lt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200" y="5684844"/>
            <a:ext cx="2160000" cy="33855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6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6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6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0581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4282182"/>
            <a:ext cx="12192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/>
          </a:p>
        </p:txBody>
      </p: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/>
          </a:p>
        </p:txBody>
      </p:sp>
      <p:sp>
        <p:nvSpPr>
          <p:cNvPr id="16" name="Rectangle 15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/>
          </a:p>
        </p:txBody>
      </p:sp>
      <p:sp>
        <p:nvSpPr>
          <p:cNvPr id="18" name="Rectangle 1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0" y="7620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1170804"/>
            <a:ext cx="2540000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2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2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67" y="4586984"/>
            <a:ext cx="109728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035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2A491D64-6E7A-47E5-8871-C567CFCF0209}" type="datetime1">
              <a:rPr lang="en-US" smtClean="0"/>
              <a:t>9/17/2024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9012435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69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113F9DC9-2FA8-418E-A798-58B43570A064}" type="datetime1">
              <a:rPr lang="en-US" smtClean="0"/>
              <a:t>9/17/2024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BED1AA-28D0-45FC-8FFA-4C86EED6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835" y="0"/>
            <a:ext cx="12096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28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EC42848B-856D-420A-9F86-C35049044CB1}" type="datetime1">
              <a:rPr lang="en-US" smtClean="0"/>
              <a:t>9/17/2024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14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3215EB0F-0B96-47E4-8531-92F2F4461191}" type="datetime1">
              <a:rPr lang="en-US" smtClean="0"/>
              <a:t>9/17/2024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1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16CF9436-5AC0-4EC7-A27E-4314D94B7B1B}" type="datetime1">
              <a:rPr lang="en-US" smtClean="0"/>
              <a:t>9/17/2024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58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844800" y="6287776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0BC83A9-2AE2-485F-B9D7-B012454DC659}" type="datetime1">
              <a:rPr lang="en-US" smtClean="0"/>
              <a:t>9/17/2024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06400" y="1125898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>
          <a:xfrm>
            <a:off x="6367200" y="1137930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06400" y="1"/>
            <a:ext cx="10972800" cy="845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9091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4"/>
            <a:ext cx="5386917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2"/>
            <a:ext cx="5389033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362204"/>
            <a:ext cx="5389033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844800" y="6338420"/>
            <a:ext cx="93472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191606E-1FA2-4373-BEC3-A82949A739EA}" type="datetime1">
              <a:rPr lang="en-US" smtClean="0"/>
              <a:t>9/17/2024</a:t>
            </a:fld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" y="9943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41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722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159EC3D-8FBE-4CD2-B999-40A67999ADC6}" type="datetime1">
              <a:rPr lang="en-US" smtClean="0"/>
              <a:t>9/17/2024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-1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969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5"/>
            <a:ext cx="6815667" cy="4525963"/>
          </a:xfrm>
        </p:spPr>
        <p:txBody>
          <a:bodyPr numCol="1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600205"/>
            <a:ext cx="4011084" cy="4525963"/>
          </a:xfrm>
        </p:spPr>
        <p:txBody>
          <a:bodyPr numCol="1"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838201"/>
            <a:ext cx="93472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844800" y="6248401"/>
            <a:ext cx="93472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610A6E7-0A44-4779-8BA9-8E7514D06D50}" type="datetime1">
              <a:rPr lang="en-US" smtClean="0"/>
              <a:t>9/17/2024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09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numCol="1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 numCol="1">
            <a:normAutofit/>
          </a:bodyPr>
          <a:lstStyle>
            <a:lvl1pPr marL="0" indent="0"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0" y="913669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88080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346845E-38F5-41A4-8043-67E91762957D}" type="datetime1">
              <a:rPr lang="en-US" smtClean="0"/>
              <a:t>9/17/2024</a:t>
            </a:fld>
            <a:endParaRPr lang="en-IN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03200" y="86276"/>
            <a:ext cx="8636003" cy="704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377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95401"/>
            <a:ext cx="10972800" cy="4639857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0" y="1077226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839452" y="6242465"/>
            <a:ext cx="93472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7513"/>
            <a:ext cx="10972800" cy="9723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81592-02E4-401F-82A2-B24E79769662}" type="datetime1">
              <a:rPr lang="en-US" smtClean="0"/>
              <a:t>9/17/2024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3353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5"/>
            <a:ext cx="8026400" cy="5851525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8191500" y="2552700"/>
            <a:ext cx="5867400" cy="1524000"/>
          </a:xfrm>
        </p:spPr>
        <p:txBody>
          <a:bodyPr numCol="1"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/>
        </p:nvGrpSpPr>
        <p:grpSpPr>
          <a:xfrm rot="5400000">
            <a:off x="7538720" y="2560325"/>
            <a:ext cx="5181600" cy="6095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646085" y="1015801"/>
            <a:ext cx="2193193" cy="9235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5400000">
            <a:off x="-2748004" y="3826195"/>
            <a:ext cx="5867400" cy="19620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sz="67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7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3510043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151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08B34-117A-2CCB-AF13-65C69B52B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10A9F-BA0F-7139-421A-80F880176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1E7E9-F591-F5A7-B241-4349482F7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8DD6-B343-45A2-9B37-C9072C324755}" type="datetime1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5688C-F6DC-5B5D-C61D-2E29B31A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3BDB1-77E7-3410-39B8-97F8BF61F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CBBD-A506-4A75-933F-C8935C78F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08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2" y="-1"/>
            <a:ext cx="2924257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6604000" y="1600203"/>
            <a:ext cx="5384800" cy="4525963"/>
          </a:xfrm>
        </p:spPr>
        <p:txBody>
          <a:bodyPr/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3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844800" y="6553203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4368800" y="6596391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141665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560000" cy="864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1"/>
            <a:ext cx="109728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E6981AFC-6557-471E-B322-F2E64E984E91}" type="datetime1">
              <a:rPr lang="en-US" smtClean="0"/>
              <a:t>9/17/2024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400" b="1">
                <a:solidFill>
                  <a:srgbClr val="002060"/>
                </a:solidFill>
                <a:latin typeface="+mn-lt"/>
                <a:cs typeface="Arial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4781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</p:sldLayoutIdLst>
  <p:hf hdr="0" ftr="0" dt="0"/>
  <p:txStyles>
    <p:titleStyle>
      <a:lvl1pPr algn="l" defTabSz="685783" rtl="0" eaLnBrk="1" latinLnBrk="0" hangingPunct="1">
        <a:spcBef>
          <a:spcPct val="0"/>
        </a:spcBef>
        <a:buNone/>
        <a:defRPr sz="3600" b="1" kern="1200" spc="-113">
          <a:solidFill>
            <a:srgbClr val="002060"/>
          </a:solidFill>
          <a:latin typeface="+mj-lt"/>
          <a:ea typeface="+mj-ea"/>
          <a:cs typeface="Arial" pitchFamily="34" charset="0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57199" indent="-214308" algn="l" defTabSz="68578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57228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00120" indent="-171446" algn="l" defTabSz="685783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wg39R41EyPo?feature=oembed" TargetMode="External"/><Relationship Id="rId5" Type="http://schemas.openxmlformats.org/officeDocument/2006/relationships/image" Target="../media/image9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5.emf"/><Relationship Id="rId18" Type="http://schemas.openxmlformats.org/officeDocument/2006/relationships/customXml" Target="../ink/ink13.xml"/><Relationship Id="rId26" Type="http://schemas.openxmlformats.org/officeDocument/2006/relationships/customXml" Target="../ink/ink17.xml"/><Relationship Id="rId3" Type="http://schemas.openxmlformats.org/officeDocument/2006/relationships/image" Target="../media/image16.png"/><Relationship Id="rId21" Type="http://schemas.openxmlformats.org/officeDocument/2006/relationships/image" Target="../media/image19.emf"/><Relationship Id="rId7" Type="http://schemas.openxmlformats.org/officeDocument/2006/relationships/image" Target="../media/image12.emf"/><Relationship Id="rId12" Type="http://schemas.openxmlformats.org/officeDocument/2006/relationships/customXml" Target="../ink/ink10.xml"/><Relationship Id="rId17" Type="http://schemas.openxmlformats.org/officeDocument/2006/relationships/image" Target="../media/image17.emf"/><Relationship Id="rId25" Type="http://schemas.openxmlformats.org/officeDocument/2006/relationships/image" Target="../media/image21.emf"/><Relationship Id="rId2" Type="http://schemas.openxmlformats.org/officeDocument/2006/relationships/customXml" Target="../ink/ink5.xml"/><Relationship Id="rId16" Type="http://schemas.openxmlformats.org/officeDocument/2006/relationships/customXml" Target="../ink/ink12.xml"/><Relationship Id="rId20" Type="http://schemas.openxmlformats.org/officeDocument/2006/relationships/customXml" Target="../ink/ink14.xml"/><Relationship Id="rId1" Type="http://schemas.openxmlformats.org/officeDocument/2006/relationships/slideLayout" Target="../slideLayouts/slideLayout17.xml"/><Relationship Id="rId6" Type="http://schemas.openxmlformats.org/officeDocument/2006/relationships/customXml" Target="../ink/ink7.xml"/><Relationship Id="rId11" Type="http://schemas.openxmlformats.org/officeDocument/2006/relationships/image" Target="../media/image14.emf"/><Relationship Id="rId24" Type="http://schemas.openxmlformats.org/officeDocument/2006/relationships/customXml" Target="../ink/ink16.xml"/><Relationship Id="rId5" Type="http://schemas.openxmlformats.org/officeDocument/2006/relationships/image" Target="../media/image11.emf"/><Relationship Id="rId15" Type="http://schemas.openxmlformats.org/officeDocument/2006/relationships/image" Target="../media/image16.emf"/><Relationship Id="rId23" Type="http://schemas.openxmlformats.org/officeDocument/2006/relationships/image" Target="../media/image20.emf"/><Relationship Id="rId10" Type="http://schemas.openxmlformats.org/officeDocument/2006/relationships/customXml" Target="../ink/ink9.xml"/><Relationship Id="rId19" Type="http://schemas.openxmlformats.org/officeDocument/2006/relationships/image" Target="../media/image18.emf"/><Relationship Id="rId4" Type="http://schemas.openxmlformats.org/officeDocument/2006/relationships/customXml" Target="../ink/ink6.xml"/><Relationship Id="rId9" Type="http://schemas.openxmlformats.org/officeDocument/2006/relationships/image" Target="../media/image13.emf"/><Relationship Id="rId14" Type="http://schemas.openxmlformats.org/officeDocument/2006/relationships/customXml" Target="../ink/ink11.xml"/><Relationship Id="rId22" Type="http://schemas.openxmlformats.org/officeDocument/2006/relationships/customXml" Target="../ink/ink15.xml"/><Relationship Id="rId27" Type="http://schemas.openxmlformats.org/officeDocument/2006/relationships/image" Target="../media/image22.emf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customXml" Target="../ink/ink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8432800" y="5271633"/>
            <a:ext cx="3077654" cy="700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Somak Chatterjee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142837" y="3509818"/>
            <a:ext cx="9301018" cy="1946974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 Mechanical Separations (Chapter 29)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6</a:t>
            </a:r>
            <a:r>
              <a:rPr lang="en-US" sz="4000" dirty="0"/>
              <a:t/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347200" y="6356350"/>
            <a:ext cx="2844800" cy="365125"/>
          </a:xfrm>
        </p:spPr>
        <p:txBody>
          <a:bodyPr/>
          <a:lstStyle/>
          <a:p>
            <a:fld id="{957D5EAD-A97B-4969-AF6A-47A86C2666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83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5601F9-E9D0-44BE-928C-AB37DDC3D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794373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Lecture: Centrifugal Filtration and Washing Rate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56706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C8139-45A4-4D66-971A-B0E1977D680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3</a:t>
            </a:fld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6C8009-5235-43A5-8472-5F730AE99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Centrifugal Filtration</a:t>
            </a:r>
            <a:endParaRPr lang="en-I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568964-8251-453F-90E4-221279373876}"/>
              </a:ext>
            </a:extLst>
          </p:cNvPr>
          <p:cNvGrpSpPr/>
          <p:nvPr/>
        </p:nvGrpSpPr>
        <p:grpSpPr>
          <a:xfrm>
            <a:off x="106621" y="1070035"/>
            <a:ext cx="11978758" cy="4941661"/>
            <a:chOff x="345057" y="1147673"/>
            <a:chExt cx="11978758" cy="494166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E093B58-19F3-43FE-A63B-3C2654F978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rcRect l="2830" r="1863"/>
            <a:stretch/>
          </p:blipFill>
          <p:spPr>
            <a:xfrm>
              <a:off x="345057" y="1147673"/>
              <a:ext cx="11619782" cy="423377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35B299-8B9D-459D-A226-FCB3532E4030}"/>
                </a:ext>
              </a:extLst>
            </p:cNvPr>
            <p:cNvSpPr txBox="1"/>
            <p:nvPr/>
          </p:nvSpPr>
          <p:spPr>
            <a:xfrm>
              <a:off x="1077988" y="5654781"/>
              <a:ext cx="20437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Bowl is Stationary</a:t>
              </a:r>
              <a:endParaRPr lang="en-IN" sz="2000" dirty="0">
                <a:solidFill>
                  <a:srgbClr val="00206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AD5C995-7AA6-434F-8F77-773E26AEB85E}"/>
                </a:ext>
              </a:extLst>
            </p:cNvPr>
            <p:cNvSpPr txBox="1"/>
            <p:nvPr/>
          </p:nvSpPr>
          <p:spPr>
            <a:xfrm>
              <a:off x="4469247" y="5381448"/>
              <a:ext cx="325350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Sedimentation in rotated imperforated bowl</a:t>
              </a:r>
              <a:endParaRPr lang="en-IN" sz="2000" dirty="0">
                <a:solidFill>
                  <a:srgbClr val="00206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37317F-4A0A-4151-AE53-C80039E56A21}"/>
                </a:ext>
              </a:extLst>
            </p:cNvPr>
            <p:cNvSpPr txBox="1"/>
            <p:nvPr/>
          </p:nvSpPr>
          <p:spPr>
            <a:xfrm>
              <a:off x="9070310" y="5381448"/>
              <a:ext cx="325350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Filtration in rotated perforated basket</a:t>
              </a:r>
              <a:endParaRPr lang="en-IN" sz="2000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4428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78F1D-E228-4E95-A965-0DE3EA90035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57D5EAD-A97B-4969-AF6A-47A86C2666CF}" type="slidenum">
              <a:rPr lang="en-IN" smtClean="0"/>
              <a:pPr>
                <a:spcAft>
                  <a:spcPts val="600"/>
                </a:spcAft>
              </a:pPr>
              <a:t>4</a:t>
            </a:fld>
            <a:endParaRPr lang="en-IN"/>
          </a:p>
        </p:txBody>
      </p:sp>
      <p:pic>
        <p:nvPicPr>
          <p:cNvPr id="7" name="Online Media 6" title="ANDRITZ SEPARATION - Krauss-Maffei VZU-G gypsum centrifuge">
            <a:hlinkClick r:id="" action="ppaction://media"/>
            <a:extLst>
              <a:ext uri="{FF2B5EF4-FFF2-40B4-BE49-F238E27FC236}">
                <a16:creationId xmlns:a16="http://schemas.microsoft.com/office/drawing/2014/main" id="{B6CFDA0A-8B9F-4160-96D2-DBF18F7666B4}"/>
              </a:ext>
            </a:extLst>
          </p:cNvPr>
          <p:cNvPicPr>
            <a:picLocks noGrp="1" noRot="1" noChangeAspect="1"/>
          </p:cNvPicPr>
          <p:nvPr>
            <p:ph sz="quarter" idx="14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12477" y="990600"/>
            <a:ext cx="8669338" cy="4876800"/>
          </a:xfrm>
          <a:prstGeom prst="rect">
            <a:avLst/>
          </a:prstGeom>
          <a:noFill/>
        </p:spPr>
      </p:pic>
      <p:sp>
        <p:nvSpPr>
          <p:cNvPr id="12" name="Title 5">
            <a:extLst>
              <a:ext uri="{FF2B5EF4-FFF2-40B4-BE49-F238E27FC236}">
                <a16:creationId xmlns:a16="http://schemas.microsoft.com/office/drawing/2014/main" id="{9D6FB9D3-237A-49D9-B04A-3F5989F54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99" y="-4794"/>
            <a:ext cx="9012435" cy="864000"/>
          </a:xfrm>
        </p:spPr>
        <p:txBody>
          <a:bodyPr/>
          <a:lstStyle/>
          <a:p>
            <a:r>
              <a:rPr lang="en-US" dirty="0"/>
              <a:t>Centrifugal Filtration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EAD283-6FDF-4D9A-915A-A65C647B8E44}"/>
              </a:ext>
            </a:extLst>
          </p:cNvPr>
          <p:cNvSpPr/>
          <p:nvPr/>
        </p:nvSpPr>
        <p:spPr>
          <a:xfrm>
            <a:off x="7218587" y="5957373"/>
            <a:ext cx="4973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https://www.youtube.com/watch?v=wg39R41EyPo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51E22DB-9B24-0D47-AE41-275F9D8B2B67}"/>
                  </a:ext>
                </a:extLst>
              </p14:cNvPr>
              <p14:cNvContentPartPr/>
              <p14:nvPr/>
            </p14:nvContentPartPr>
            <p14:xfrm>
              <a:off x="10985040" y="419760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51E22DB-9B24-0D47-AE41-275F9D8B2B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75680" y="41882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632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F60DF-7C20-4982-A860-3B0F76B7ED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5</a:t>
            </a:fld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D194D3-0AD2-45D7-8D5E-2784730BF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Centrifugal Filtration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223411-4752-4E79-BC12-061AF3F87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24278" y="996770"/>
            <a:ext cx="8390990" cy="532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27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ABCE4-1C1B-4898-86A8-EDA6A8F76F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6</a:t>
            </a:fld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1DC6BE4-5CCD-4163-AB4B-6CD7CF612E73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6096000" y="1147673"/>
                <a:ext cx="5439484" cy="487680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basic theory of constant pressure filtration can be modified to apply to filtration in a centrifuge.</a:t>
                </a:r>
              </a:p>
              <a:p>
                <a:r>
                  <a:rPr lang="en-US" sz="2400" dirty="0"/>
                  <a:t>Applies after the cake has been deposited and during the flow of clear filtrate or fresh water through the cake.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400" dirty="0"/>
                  <a:t> = Radius of inner surface of liquid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/>
                  <a:t> = radius of inner face of cake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400" dirty="0"/>
                  <a:t> = inside radius of basket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1DC6BE4-5CCD-4163-AB4B-6CD7CF612E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6096000" y="1147673"/>
                <a:ext cx="5439484" cy="4876800"/>
              </a:xfrm>
              <a:blipFill>
                <a:blip r:embed="rId2"/>
                <a:stretch>
                  <a:fillRect l="-1457" t="-1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71F0620A-3402-474F-9BAC-D675C50D0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Centrifugal Filtration</a:t>
            </a:r>
            <a:endParaRPr lang="en-IN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813ED9E-6643-48CE-B472-71DD8909422D}"/>
              </a:ext>
            </a:extLst>
          </p:cNvPr>
          <p:cNvGrpSpPr/>
          <p:nvPr/>
        </p:nvGrpSpPr>
        <p:grpSpPr>
          <a:xfrm>
            <a:off x="347141" y="1083114"/>
            <a:ext cx="4621673" cy="4732316"/>
            <a:chOff x="347141" y="1083114"/>
            <a:chExt cx="4621673" cy="473231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9A17B94-58E0-45F2-9FE8-3798C0E20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141" y="1147673"/>
              <a:ext cx="4621673" cy="466775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D296C6D-0309-4A47-B68C-445BE5B7E78E}"/>
                    </a:ext>
                  </a:extLst>
                </p:cNvPr>
                <p:cNvSpPr txBox="1"/>
                <p:nvPr/>
              </p:nvSpPr>
              <p:spPr>
                <a:xfrm>
                  <a:off x="2205469" y="5415320"/>
                  <a:ext cx="436466" cy="3929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2000" baseline="-25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D296C6D-0309-4A47-B68C-445BE5B7E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5469" y="5415320"/>
                  <a:ext cx="436466" cy="392993"/>
                </a:xfrm>
                <a:prstGeom prst="rect">
                  <a:avLst/>
                </a:prstGeom>
                <a:blipFill>
                  <a:blip r:embed="rId4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AF791D-138C-426B-A1D6-46B02ABD76FF}"/>
                    </a:ext>
                  </a:extLst>
                </p:cNvPr>
                <p:cNvSpPr txBox="1"/>
                <p:nvPr/>
              </p:nvSpPr>
              <p:spPr>
                <a:xfrm>
                  <a:off x="3387743" y="4413357"/>
                  <a:ext cx="430502" cy="3929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2000" baseline="-25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AF791D-138C-426B-A1D6-46B02ABD76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743" y="4413357"/>
                  <a:ext cx="430502" cy="392993"/>
                </a:xfrm>
                <a:prstGeom prst="rect">
                  <a:avLst/>
                </a:prstGeom>
                <a:blipFill>
                  <a:blip r:embed="rId5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8C19789-64B2-4569-94DC-A9B8C02F5DCA}"/>
                    </a:ext>
                  </a:extLst>
                </p:cNvPr>
                <p:cNvSpPr txBox="1"/>
                <p:nvPr/>
              </p:nvSpPr>
              <p:spPr>
                <a:xfrm>
                  <a:off x="3093404" y="4813467"/>
                  <a:ext cx="399597" cy="3929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IN" sz="2000" baseline="-25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8C19789-64B2-4569-94DC-A9B8C02F5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3404" y="4813467"/>
                  <a:ext cx="399597" cy="392993"/>
                </a:xfrm>
                <a:prstGeom prst="rect">
                  <a:avLst/>
                </a:prstGeom>
                <a:blipFill>
                  <a:blip r:embed="rId6"/>
                  <a:stretch>
                    <a:fillRect b="-468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BFCD141-D829-4E79-B9FD-253F08C8437F}"/>
                    </a:ext>
                  </a:extLst>
                </p:cNvPr>
                <p:cNvSpPr txBox="1"/>
                <p:nvPr/>
              </p:nvSpPr>
              <p:spPr>
                <a:xfrm>
                  <a:off x="4499186" y="2936118"/>
                  <a:ext cx="366639" cy="3929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IN" sz="2000" baseline="-25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BFCD141-D829-4E79-B9FD-253F08C843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186" y="2936118"/>
                  <a:ext cx="366639" cy="39299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066856D-17C9-446A-8E76-E0B890B092B3}"/>
                </a:ext>
              </a:extLst>
            </p:cNvPr>
            <p:cNvSpPr txBox="1"/>
            <p:nvPr/>
          </p:nvSpPr>
          <p:spPr>
            <a:xfrm rot="16200000">
              <a:off x="3896784" y="3249529"/>
              <a:ext cx="604653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Axis</a:t>
              </a:r>
              <a:endParaRPr lang="en-IN" sz="2000" dirty="0">
                <a:solidFill>
                  <a:srgbClr val="002060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955FFD-203C-41C4-B54A-68B33889A20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2102329"/>
              <a:ext cx="378956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4573A6-56D5-44A2-B392-733EDBF65959}"/>
                </a:ext>
              </a:extLst>
            </p:cNvPr>
            <p:cNvCxnSpPr>
              <a:cxnSpLocks/>
            </p:cNvCxnSpPr>
            <p:nvPr/>
          </p:nvCxnSpPr>
          <p:spPr>
            <a:xfrm>
              <a:off x="600974" y="4387479"/>
              <a:ext cx="3889586" cy="86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A93BEF7-414D-4740-AE64-14EDCDBEFCD5}"/>
                </a:ext>
              </a:extLst>
            </p:cNvPr>
            <p:cNvCxnSpPr>
              <a:cxnSpLocks/>
            </p:cNvCxnSpPr>
            <p:nvPr/>
          </p:nvCxnSpPr>
          <p:spPr>
            <a:xfrm>
              <a:off x="4425044" y="1498996"/>
              <a:ext cx="0" cy="2746640"/>
            </a:xfrm>
            <a:prstGeom prst="line">
              <a:avLst/>
            </a:prstGeom>
            <a:ln w="28575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0A07731-1690-4196-9C07-407E04F5E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348" y="2117651"/>
              <a:ext cx="0" cy="22957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8B15FA9-40C1-485C-9548-5D6568DB5F0F}"/>
                </a:ext>
              </a:extLst>
            </p:cNvPr>
            <p:cNvSpPr txBox="1"/>
            <p:nvPr/>
          </p:nvSpPr>
          <p:spPr>
            <a:xfrm>
              <a:off x="1169944" y="1166892"/>
              <a:ext cx="68134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Cake</a:t>
              </a:r>
              <a:endParaRPr lang="en-IN" sz="2000" dirty="0">
                <a:solidFill>
                  <a:srgbClr val="00206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B4091E-1337-4A76-BD23-CB9A1BB83107}"/>
                </a:ext>
              </a:extLst>
            </p:cNvPr>
            <p:cNvSpPr txBox="1"/>
            <p:nvPr/>
          </p:nvSpPr>
          <p:spPr>
            <a:xfrm>
              <a:off x="2120467" y="1083114"/>
              <a:ext cx="81464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Liquid</a:t>
              </a:r>
              <a:endParaRPr lang="en-IN" sz="2000" dirty="0">
                <a:solidFill>
                  <a:srgbClr val="002060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0AD6B26-269E-4B4B-AB04-8FEDF7CC5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6940" y="1498996"/>
              <a:ext cx="0" cy="4786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012EF15-FEA2-4DC1-A018-248BBD4B1D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727" y="1509153"/>
              <a:ext cx="0" cy="4786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C0F117B-A322-401C-A9A1-CB5CE5000F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1590" y="1483225"/>
              <a:ext cx="0" cy="3973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FBB9301-C3EE-42D3-AF8A-794E4A4310E9}"/>
                </a:ext>
              </a:extLst>
            </p:cNvPr>
            <p:cNvCxnSpPr>
              <a:cxnSpLocks/>
            </p:cNvCxnSpPr>
            <p:nvPr/>
          </p:nvCxnSpPr>
          <p:spPr>
            <a:xfrm>
              <a:off x="780633" y="1621509"/>
              <a:ext cx="123411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6552977-149C-4A76-A842-F530041908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3670" y="4936682"/>
              <a:ext cx="0" cy="7394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10DA20B-1FF2-46D2-871D-2FA9538C37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7719" y="4485160"/>
              <a:ext cx="0" cy="7394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12D9673-28A5-4A84-A2B6-68CCA4733E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230" y="4463963"/>
              <a:ext cx="0" cy="12122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1631731-B3CF-46ED-9EBF-63F734EC9E3C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780635" y="5611817"/>
              <a:ext cx="14248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9601238-51C3-48F3-BCFF-5B801851D6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9591" y="5603190"/>
              <a:ext cx="1804079" cy="103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2FC8F53-805D-4E04-BD59-F2E3B2A721AB}"/>
                  </a:ext>
                </a:extLst>
              </p14:cNvPr>
              <p14:cNvContentPartPr/>
              <p14:nvPr/>
            </p14:nvContentPartPr>
            <p14:xfrm>
              <a:off x="2651400" y="2766960"/>
              <a:ext cx="360" cy="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2FC8F53-805D-4E04-BD59-F2E3B2A721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42040" y="27576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7142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ABCE4-1C1B-4898-86A8-EDA6A8F76F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7</a:t>
            </a:fld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DC6BE4-5CCD-4163-AB4B-6CD7CF612E7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147673"/>
            <a:ext cx="5439484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Assumptions:</a:t>
            </a:r>
          </a:p>
          <a:p>
            <a:endParaRPr lang="en-US" sz="2400" dirty="0"/>
          </a:p>
          <a:p>
            <a:r>
              <a:rPr lang="en-US" sz="2400" dirty="0"/>
              <a:t>Effect of gravity &amp; change in kinetic energy of liquid is neglected</a:t>
            </a:r>
          </a:p>
          <a:p>
            <a:r>
              <a:rPr lang="en-US" sz="2400" dirty="0"/>
              <a:t>Pressure drop from the centrifugal action equals the drag of the liquid through the cake</a:t>
            </a:r>
          </a:p>
          <a:p>
            <a:r>
              <a:rPr lang="en-US" sz="2400" dirty="0"/>
              <a:t>The cake is completely filled with liquid</a:t>
            </a:r>
          </a:p>
          <a:p>
            <a:r>
              <a:rPr lang="en-US" sz="2400" dirty="0"/>
              <a:t>Flow of liquid is laminar</a:t>
            </a:r>
          </a:p>
          <a:p>
            <a:r>
              <a:rPr lang="en-US" sz="2400" dirty="0"/>
              <a:t>Resistance of filter medium is constant</a:t>
            </a:r>
          </a:p>
          <a:p>
            <a:r>
              <a:rPr lang="en-US" sz="2400" dirty="0"/>
              <a:t>The cake is nearly incompressible.</a:t>
            </a:r>
            <a:endParaRPr lang="en-IN" sz="2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F0620A-3402-474F-9BAC-D675C50D0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Centrifugal Filtration</a:t>
            </a:r>
            <a:endParaRPr lang="en-IN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813ED9E-6643-48CE-B472-71DD8909422D}"/>
              </a:ext>
            </a:extLst>
          </p:cNvPr>
          <p:cNvGrpSpPr/>
          <p:nvPr/>
        </p:nvGrpSpPr>
        <p:grpSpPr>
          <a:xfrm>
            <a:off x="347141" y="1083114"/>
            <a:ext cx="4621673" cy="4732316"/>
            <a:chOff x="347141" y="1083114"/>
            <a:chExt cx="4621673" cy="473231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9A17B94-58E0-45F2-9FE8-3798C0E20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141" y="1147673"/>
              <a:ext cx="4621673" cy="466775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D296C6D-0309-4A47-B68C-445BE5B7E78E}"/>
                    </a:ext>
                  </a:extLst>
                </p:cNvPr>
                <p:cNvSpPr txBox="1"/>
                <p:nvPr/>
              </p:nvSpPr>
              <p:spPr>
                <a:xfrm>
                  <a:off x="2205469" y="5415320"/>
                  <a:ext cx="436466" cy="3929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2000" baseline="-25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D296C6D-0309-4A47-B68C-445BE5B7E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5469" y="5415320"/>
                  <a:ext cx="436466" cy="392993"/>
                </a:xfrm>
                <a:prstGeom prst="rect">
                  <a:avLst/>
                </a:prstGeom>
                <a:blipFill>
                  <a:blip r:embed="rId3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AF791D-138C-426B-A1D6-46B02ABD76FF}"/>
                    </a:ext>
                  </a:extLst>
                </p:cNvPr>
                <p:cNvSpPr txBox="1"/>
                <p:nvPr/>
              </p:nvSpPr>
              <p:spPr>
                <a:xfrm>
                  <a:off x="3387743" y="4413357"/>
                  <a:ext cx="430502" cy="3929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2000" baseline="-25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AF791D-138C-426B-A1D6-46B02ABD76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743" y="4413357"/>
                  <a:ext cx="430502" cy="392993"/>
                </a:xfrm>
                <a:prstGeom prst="rect">
                  <a:avLst/>
                </a:prstGeom>
                <a:blipFill>
                  <a:blip r:embed="rId4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8C19789-64B2-4569-94DC-A9B8C02F5DCA}"/>
                    </a:ext>
                  </a:extLst>
                </p:cNvPr>
                <p:cNvSpPr txBox="1"/>
                <p:nvPr/>
              </p:nvSpPr>
              <p:spPr>
                <a:xfrm>
                  <a:off x="3093404" y="4813467"/>
                  <a:ext cx="399597" cy="3929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IN" sz="2000" baseline="-25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8C19789-64B2-4569-94DC-A9B8C02F5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3404" y="4813467"/>
                  <a:ext cx="399597" cy="392993"/>
                </a:xfrm>
                <a:prstGeom prst="rect">
                  <a:avLst/>
                </a:prstGeom>
                <a:blipFill>
                  <a:blip r:embed="rId5"/>
                  <a:stretch>
                    <a:fillRect b="-468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BFCD141-D829-4E79-B9FD-253F08C8437F}"/>
                    </a:ext>
                  </a:extLst>
                </p:cNvPr>
                <p:cNvSpPr txBox="1"/>
                <p:nvPr/>
              </p:nvSpPr>
              <p:spPr>
                <a:xfrm>
                  <a:off x="4499186" y="2936118"/>
                  <a:ext cx="366639" cy="3929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IN" sz="2000" baseline="-25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BFCD141-D829-4E79-B9FD-253F08C843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186" y="2936118"/>
                  <a:ext cx="366639" cy="39299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066856D-17C9-446A-8E76-E0B890B092B3}"/>
                </a:ext>
              </a:extLst>
            </p:cNvPr>
            <p:cNvSpPr txBox="1"/>
            <p:nvPr/>
          </p:nvSpPr>
          <p:spPr>
            <a:xfrm rot="16200000">
              <a:off x="3896784" y="3249529"/>
              <a:ext cx="604653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Axis</a:t>
              </a:r>
              <a:endParaRPr lang="en-IN" sz="2000" dirty="0">
                <a:solidFill>
                  <a:srgbClr val="002060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955FFD-203C-41C4-B54A-68B33889A20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2102329"/>
              <a:ext cx="378956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4573A6-56D5-44A2-B392-733EDBF65959}"/>
                </a:ext>
              </a:extLst>
            </p:cNvPr>
            <p:cNvCxnSpPr>
              <a:cxnSpLocks/>
            </p:cNvCxnSpPr>
            <p:nvPr/>
          </p:nvCxnSpPr>
          <p:spPr>
            <a:xfrm>
              <a:off x="600974" y="4387479"/>
              <a:ext cx="3889586" cy="86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A93BEF7-414D-4740-AE64-14EDCDBEFCD5}"/>
                </a:ext>
              </a:extLst>
            </p:cNvPr>
            <p:cNvCxnSpPr>
              <a:cxnSpLocks/>
            </p:cNvCxnSpPr>
            <p:nvPr/>
          </p:nvCxnSpPr>
          <p:spPr>
            <a:xfrm>
              <a:off x="4425044" y="1498996"/>
              <a:ext cx="0" cy="2746640"/>
            </a:xfrm>
            <a:prstGeom prst="line">
              <a:avLst/>
            </a:prstGeom>
            <a:ln w="28575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0A07731-1690-4196-9C07-407E04F5E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348" y="2117651"/>
              <a:ext cx="0" cy="22957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8B15FA9-40C1-485C-9548-5D6568DB5F0F}"/>
                </a:ext>
              </a:extLst>
            </p:cNvPr>
            <p:cNvSpPr txBox="1"/>
            <p:nvPr/>
          </p:nvSpPr>
          <p:spPr>
            <a:xfrm>
              <a:off x="1169944" y="1166892"/>
              <a:ext cx="68134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Cake</a:t>
              </a:r>
              <a:endParaRPr lang="en-IN" sz="2000" dirty="0">
                <a:solidFill>
                  <a:srgbClr val="00206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B4091E-1337-4A76-BD23-CB9A1BB83107}"/>
                </a:ext>
              </a:extLst>
            </p:cNvPr>
            <p:cNvSpPr txBox="1"/>
            <p:nvPr/>
          </p:nvSpPr>
          <p:spPr>
            <a:xfrm>
              <a:off x="2120467" y="1083114"/>
              <a:ext cx="81464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Liquid</a:t>
              </a:r>
              <a:endParaRPr lang="en-IN" sz="2000" dirty="0">
                <a:solidFill>
                  <a:srgbClr val="002060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0AD6B26-269E-4B4B-AB04-8FEDF7CC5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6940" y="1498996"/>
              <a:ext cx="0" cy="4786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012EF15-FEA2-4DC1-A018-248BBD4B1D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727" y="1509153"/>
              <a:ext cx="0" cy="4786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C0F117B-A322-401C-A9A1-CB5CE5000F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1590" y="1483225"/>
              <a:ext cx="0" cy="3973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FBB9301-C3EE-42D3-AF8A-794E4A4310E9}"/>
                </a:ext>
              </a:extLst>
            </p:cNvPr>
            <p:cNvCxnSpPr>
              <a:cxnSpLocks/>
            </p:cNvCxnSpPr>
            <p:nvPr/>
          </p:nvCxnSpPr>
          <p:spPr>
            <a:xfrm>
              <a:off x="780633" y="1621509"/>
              <a:ext cx="123411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6552977-149C-4A76-A842-F530041908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3670" y="4936682"/>
              <a:ext cx="0" cy="7394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10DA20B-1FF2-46D2-871D-2FA9538C37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7719" y="4485160"/>
              <a:ext cx="0" cy="7394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12D9673-28A5-4A84-A2B6-68CCA4733E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230" y="4463963"/>
              <a:ext cx="0" cy="12122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1631731-B3CF-46ED-9EBF-63F734EC9E3C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780635" y="5611817"/>
              <a:ext cx="14248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9601238-51C3-48F3-BCFF-5B801851D6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9591" y="5603190"/>
              <a:ext cx="1804079" cy="103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9551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1D6070-91EC-B41D-2C56-F8DB33616AAF}"/>
                  </a:ext>
                </a:extLst>
              </p14:cNvPr>
              <p14:cNvContentPartPr/>
              <p14:nvPr/>
            </p14:nvContentPartPr>
            <p14:xfrm>
              <a:off x="296280" y="94680"/>
              <a:ext cx="11503440" cy="1092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1D6070-91EC-B41D-2C56-F8DB33616A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920" y="85320"/>
                <a:ext cx="11522160" cy="111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2999B49-6AF7-F502-9F6A-DBFAE9D647C6}"/>
              </a:ext>
            </a:extLst>
          </p:cNvPr>
          <p:cNvGrpSpPr/>
          <p:nvPr/>
        </p:nvGrpSpPr>
        <p:grpSpPr>
          <a:xfrm>
            <a:off x="7076415" y="1187280"/>
            <a:ext cx="4621673" cy="4732316"/>
            <a:chOff x="347141" y="1083114"/>
            <a:chExt cx="4621673" cy="47323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72578F1-0486-1E49-D6DD-12221DC12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7141" y="1147673"/>
              <a:ext cx="4621673" cy="466775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97E9418-32A4-614F-6D4A-9BBC2FB3C1D8}"/>
                    </a:ext>
                  </a:extLst>
                </p:cNvPr>
                <p:cNvSpPr txBox="1"/>
                <p:nvPr/>
              </p:nvSpPr>
              <p:spPr>
                <a:xfrm>
                  <a:off x="2205469" y="5415320"/>
                  <a:ext cx="436466" cy="3929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2000" baseline="-25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D296C6D-0309-4A47-B68C-445BE5B7E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5469" y="5415320"/>
                  <a:ext cx="436466" cy="392993"/>
                </a:xfrm>
                <a:prstGeom prst="rect">
                  <a:avLst/>
                </a:prstGeom>
                <a:blipFill>
                  <a:blip r:embed="rId5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515A513-5C49-1B28-9980-FDDBC64AD49E}"/>
                    </a:ext>
                  </a:extLst>
                </p:cNvPr>
                <p:cNvSpPr txBox="1"/>
                <p:nvPr/>
              </p:nvSpPr>
              <p:spPr>
                <a:xfrm>
                  <a:off x="3387743" y="4413357"/>
                  <a:ext cx="430502" cy="3929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2000" baseline="-25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AF791D-138C-426B-A1D6-46B02ABD76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743" y="4413357"/>
                  <a:ext cx="430502" cy="392993"/>
                </a:xfrm>
                <a:prstGeom prst="rect">
                  <a:avLst/>
                </a:prstGeom>
                <a:blipFill>
                  <a:blip r:embed="rId6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2A13395-16C6-4B3B-DF59-0DDD0EA10D15}"/>
                    </a:ext>
                  </a:extLst>
                </p:cNvPr>
                <p:cNvSpPr txBox="1"/>
                <p:nvPr/>
              </p:nvSpPr>
              <p:spPr>
                <a:xfrm>
                  <a:off x="3093404" y="4813467"/>
                  <a:ext cx="399597" cy="3929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IN" sz="2000" baseline="-25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8C19789-64B2-4569-94DC-A9B8C02F5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3404" y="4813467"/>
                  <a:ext cx="399597" cy="392993"/>
                </a:xfrm>
                <a:prstGeom prst="rect">
                  <a:avLst/>
                </a:prstGeom>
                <a:blipFill>
                  <a:blip r:embed="rId7"/>
                  <a:stretch>
                    <a:fillRect b="-468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517D70C-C15E-BF95-31C6-AF3B3D08E1A1}"/>
                    </a:ext>
                  </a:extLst>
                </p:cNvPr>
                <p:cNvSpPr txBox="1"/>
                <p:nvPr/>
              </p:nvSpPr>
              <p:spPr>
                <a:xfrm>
                  <a:off x="4499186" y="2936118"/>
                  <a:ext cx="366639" cy="3929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IN" sz="2000" baseline="-25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BFCD141-D829-4E79-B9FD-253F08C843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186" y="2936118"/>
                  <a:ext cx="366639" cy="39299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08FCB0-94A3-0784-73D3-76A8DE9805FA}"/>
                </a:ext>
              </a:extLst>
            </p:cNvPr>
            <p:cNvSpPr txBox="1"/>
            <p:nvPr/>
          </p:nvSpPr>
          <p:spPr>
            <a:xfrm rot="16200000">
              <a:off x="3896784" y="3249529"/>
              <a:ext cx="604653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Axis</a:t>
              </a:r>
              <a:endParaRPr lang="en-IN" sz="2000" dirty="0">
                <a:solidFill>
                  <a:srgbClr val="002060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54D9CDD-0B67-20B3-8BB0-3CAC4E09C1D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2102329"/>
              <a:ext cx="378956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B9FD60-5C13-6BD5-9A62-C752B0801E81}"/>
                </a:ext>
              </a:extLst>
            </p:cNvPr>
            <p:cNvCxnSpPr>
              <a:cxnSpLocks/>
            </p:cNvCxnSpPr>
            <p:nvPr/>
          </p:nvCxnSpPr>
          <p:spPr>
            <a:xfrm>
              <a:off x="600974" y="4387479"/>
              <a:ext cx="3889586" cy="86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34A8F54-A3AA-8D41-7065-411FF0657AAA}"/>
                </a:ext>
              </a:extLst>
            </p:cNvPr>
            <p:cNvCxnSpPr>
              <a:cxnSpLocks/>
            </p:cNvCxnSpPr>
            <p:nvPr/>
          </p:nvCxnSpPr>
          <p:spPr>
            <a:xfrm>
              <a:off x="4425044" y="1498996"/>
              <a:ext cx="0" cy="2746640"/>
            </a:xfrm>
            <a:prstGeom prst="line">
              <a:avLst/>
            </a:prstGeom>
            <a:ln w="28575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DD79A41-10FA-4142-7F60-E14C350E49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348" y="2117651"/>
              <a:ext cx="0" cy="22957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A0E871F-ADC5-7745-F44F-49B9178EFE8F}"/>
                </a:ext>
              </a:extLst>
            </p:cNvPr>
            <p:cNvSpPr txBox="1"/>
            <p:nvPr/>
          </p:nvSpPr>
          <p:spPr>
            <a:xfrm>
              <a:off x="1169944" y="1166892"/>
              <a:ext cx="68134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Cake</a:t>
              </a:r>
              <a:endParaRPr lang="en-IN" sz="2000" dirty="0">
                <a:solidFill>
                  <a:srgbClr val="00206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E5E4A-7434-9E0A-F62A-F66A2225C2ED}"/>
                </a:ext>
              </a:extLst>
            </p:cNvPr>
            <p:cNvSpPr txBox="1"/>
            <p:nvPr/>
          </p:nvSpPr>
          <p:spPr>
            <a:xfrm>
              <a:off x="2120467" y="1083114"/>
              <a:ext cx="81464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Liquid</a:t>
              </a:r>
              <a:endParaRPr lang="en-IN" sz="2000" dirty="0">
                <a:solidFill>
                  <a:srgbClr val="002060"/>
                </a:solidFill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7644348-9AA2-BF48-6B8A-A1D74884CC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6940" y="1498996"/>
              <a:ext cx="0" cy="4786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6426D5D-7E0F-B43F-B2A3-F16B8F4F88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727" y="1509153"/>
              <a:ext cx="0" cy="4786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8B87676-A309-D075-70A0-484F32BAEC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1590" y="1483225"/>
              <a:ext cx="0" cy="3973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3A5BCDF-A4F1-05AF-3854-662C9CDF915F}"/>
                </a:ext>
              </a:extLst>
            </p:cNvPr>
            <p:cNvCxnSpPr>
              <a:cxnSpLocks/>
            </p:cNvCxnSpPr>
            <p:nvPr/>
          </p:nvCxnSpPr>
          <p:spPr>
            <a:xfrm>
              <a:off x="780633" y="1621509"/>
              <a:ext cx="123411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4639126-38D1-C012-9425-6662B158A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3670" y="4936682"/>
              <a:ext cx="0" cy="7394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15AA46B-4505-ACB8-8961-464682481A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7719" y="4485160"/>
              <a:ext cx="0" cy="7394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C3BD35D-A551-3428-DF3B-D2E775765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230" y="4463963"/>
              <a:ext cx="0" cy="12122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FD519F0-4910-CE86-AAD8-BEDEDA9F718B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>
              <a:off x="780635" y="5611817"/>
              <a:ext cx="14248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6A747D6-B5D0-65E7-84C5-DF31CD4BAC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9591" y="5603190"/>
              <a:ext cx="1804079" cy="103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67C8882-159A-C770-53AD-B453A870413B}"/>
                  </a:ext>
                </a:extLst>
              </p14:cNvPr>
              <p14:cNvContentPartPr/>
              <p14:nvPr/>
            </p14:nvContentPartPr>
            <p14:xfrm>
              <a:off x="284400" y="1363320"/>
              <a:ext cx="11589840" cy="5405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67C8882-159A-C770-53AD-B453A87041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5040" y="1353960"/>
                <a:ext cx="11608560" cy="54241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852E56-894F-DAA4-C283-DED4AC48C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CBBD-A506-4A75-933F-C8935C78F0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94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BF1B53-EAE8-0B26-3282-AB21BA2FA360}"/>
                  </a:ext>
                </a:extLst>
              </p14:cNvPr>
              <p14:cNvContentPartPr/>
              <p14:nvPr/>
            </p14:nvContentPartPr>
            <p14:xfrm>
              <a:off x="782280" y="463320"/>
              <a:ext cx="6418080" cy="3102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BF1B53-EAE8-0B26-3282-AB21BA2FA3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0520" y="123840"/>
                <a:ext cx="11109240" cy="46785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D34A9-A3DF-C164-BAA4-82DA74D1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CBBD-A506-4A75-933F-C8935C78F0B7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3102480" y="561960"/>
              <a:ext cx="167040" cy="10044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86640" y="548640"/>
                <a:ext cx="1875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/>
              <p14:cNvContentPartPr/>
              <p14:nvPr/>
            </p14:nvContentPartPr>
            <p14:xfrm>
              <a:off x="9779400" y="3214080"/>
              <a:ext cx="2061000" cy="1077120"/>
            </p14:xfrm>
          </p:contentPart>
        </mc:Choice>
        <mc:Fallback>
          <p:pic>
            <p:nvPicPr>
              <p:cNvPr id="12" name="Ink 1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66080" y="3201120"/>
                <a:ext cx="2087640" cy="11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2" name="Ink 61"/>
              <p14:cNvContentPartPr/>
              <p14:nvPr/>
            </p14:nvContentPartPr>
            <p14:xfrm>
              <a:off x="2329560" y="3522018"/>
              <a:ext cx="549360" cy="7782"/>
            </p14:xfrm>
          </p:contentPart>
        </mc:Choice>
        <mc:Fallback>
          <p:pic>
            <p:nvPicPr>
              <p:cNvPr id="62" name="Ink 6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19840" y="3509991"/>
                <a:ext cx="572040" cy="311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5" name="Ink 74"/>
              <p14:cNvContentPartPr/>
              <p14:nvPr/>
            </p14:nvContentPartPr>
            <p14:xfrm>
              <a:off x="967320" y="1077258"/>
              <a:ext cx="3765074" cy="1310622"/>
            </p14:xfrm>
          </p:contentPart>
        </mc:Choice>
        <mc:Fallback>
          <p:pic>
            <p:nvPicPr>
              <p:cNvPr id="75" name="Ink 74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0761" y="1063579"/>
                <a:ext cx="3797113" cy="1332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0" name="Ink 89"/>
              <p14:cNvContentPartPr/>
              <p14:nvPr/>
            </p14:nvContentPartPr>
            <p14:xfrm>
              <a:off x="205394" y="126858"/>
              <a:ext cx="11974680" cy="6277902"/>
            </p14:xfrm>
          </p:contentPart>
        </mc:Choice>
        <mc:Fallback>
          <p:pic>
            <p:nvPicPr>
              <p:cNvPr id="90" name="Ink 89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0994" y="105978"/>
                <a:ext cx="12007800" cy="63113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5" name="Ink 104"/>
              <p14:cNvContentPartPr/>
              <p14:nvPr/>
            </p14:nvContentPartPr>
            <p14:xfrm>
              <a:off x="4551674" y="2808720"/>
              <a:ext cx="4665600" cy="1984320"/>
            </p14:xfrm>
          </p:contentPart>
        </mc:Choice>
        <mc:Fallback>
          <p:pic>
            <p:nvPicPr>
              <p:cNvPr id="105" name="Ink 10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35114" y="2792880"/>
                <a:ext cx="4692600" cy="20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6" name="Ink 135"/>
              <p14:cNvContentPartPr/>
              <p14:nvPr/>
            </p14:nvContentPartPr>
            <p14:xfrm>
              <a:off x="9394394" y="673338"/>
              <a:ext cx="2738520" cy="878760"/>
            </p14:xfrm>
          </p:contentPart>
        </mc:Choice>
        <mc:Fallback>
          <p:pic>
            <p:nvPicPr>
              <p:cNvPr id="136" name="Ink 135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81432" y="659658"/>
                <a:ext cx="2772364" cy="9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82" name="Ink 181"/>
              <p14:cNvContentPartPr/>
              <p14:nvPr/>
            </p14:nvContentPartPr>
            <p14:xfrm>
              <a:off x="8993714" y="12738"/>
              <a:ext cx="3185280" cy="1659960"/>
            </p14:xfrm>
          </p:contentPart>
        </mc:Choice>
        <mc:Fallback>
          <p:pic>
            <p:nvPicPr>
              <p:cNvPr id="182" name="Ink 181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986874" y="2658"/>
                <a:ext cx="3209040" cy="16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86" name="Ink 185"/>
              <p14:cNvContentPartPr/>
              <p14:nvPr/>
            </p14:nvContentPartPr>
            <p14:xfrm>
              <a:off x="4302554" y="5842218"/>
              <a:ext cx="6840" cy="57960"/>
            </p14:xfrm>
          </p:contentPart>
        </mc:Choice>
        <mc:Fallback>
          <p:pic>
            <p:nvPicPr>
              <p:cNvPr id="186" name="Ink 185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287074" y="5827818"/>
                <a:ext cx="349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87" name="Ink 186"/>
              <p14:cNvContentPartPr/>
              <p14:nvPr/>
            </p14:nvContentPartPr>
            <p14:xfrm>
              <a:off x="4344674" y="5845818"/>
              <a:ext cx="9720" cy="79200"/>
            </p14:xfrm>
          </p:contentPart>
        </mc:Choice>
        <mc:Fallback>
          <p:pic>
            <p:nvPicPr>
              <p:cNvPr id="187" name="Ink 186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32794" y="5837178"/>
                <a:ext cx="3528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8" name="Ink 187"/>
              <p14:cNvContentPartPr/>
              <p14:nvPr/>
            </p14:nvContentPartPr>
            <p14:xfrm>
              <a:off x="4068554" y="5837178"/>
              <a:ext cx="11160" cy="78840"/>
            </p14:xfrm>
          </p:contentPart>
        </mc:Choice>
        <mc:Fallback>
          <p:pic>
            <p:nvPicPr>
              <p:cNvPr id="188" name="Ink 187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58834" y="5826378"/>
                <a:ext cx="4032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9" name="Ink 188"/>
              <p14:cNvContentPartPr/>
              <p14:nvPr/>
            </p14:nvContentPartPr>
            <p14:xfrm>
              <a:off x="4005194" y="5848698"/>
              <a:ext cx="9720" cy="83880"/>
            </p14:xfrm>
          </p:contentPart>
        </mc:Choice>
        <mc:Fallback>
          <p:pic>
            <p:nvPicPr>
              <p:cNvPr id="189" name="Ink 188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89354" y="5836818"/>
                <a:ext cx="41760" cy="10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963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3330B-61F7-47D4-ADB4-3BD87382E21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10</a:t>
            </a:fld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A2B5FB-C029-4DB6-BD3B-871B7570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299" y="143474"/>
            <a:ext cx="9012435" cy="864000"/>
          </a:xfrm>
        </p:spPr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B7801E-322F-4C5E-BF6C-CFC96BBAD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5106" y="1075368"/>
            <a:ext cx="9232058" cy="512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86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F0A73-8149-505D-24FB-0899775D6D7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11</a:t>
            </a:fld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8DE77F1-D5A5-0473-7C34-C48EF703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Washing Rates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7CBAE44-F205-1249-7716-3C4F3B66C8CF}"/>
                  </a:ext>
                </a:extLst>
              </p14:cNvPr>
              <p14:cNvContentPartPr/>
              <p14:nvPr/>
            </p14:nvContentPartPr>
            <p14:xfrm>
              <a:off x="71280" y="961560"/>
              <a:ext cx="12013200" cy="51073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7CBAE44-F205-1249-7716-3C4F3B66C8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20" y="952200"/>
                <a:ext cx="12031920" cy="512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2986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F0A73-8149-505D-24FB-0899775D6D7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12</a:t>
            </a:fld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8DE77F1-D5A5-0473-7C34-C48EF703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Washing Rates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F3046E2-4740-A2A2-225D-DB18DD9F7924}"/>
                  </a:ext>
                </a:extLst>
              </p14:cNvPr>
              <p14:cNvContentPartPr/>
              <p14:nvPr/>
            </p14:nvContentPartPr>
            <p14:xfrm>
              <a:off x="449280" y="990720"/>
              <a:ext cx="10408680" cy="3395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F3046E2-4740-A2A2-225D-DB18DD9F79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920" y="981360"/>
                <a:ext cx="10427400" cy="341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15B7C4-18D7-4F4C-7985-14769A971734}"/>
                  </a:ext>
                </a:extLst>
              </p14:cNvPr>
              <p14:cNvContentPartPr/>
              <p14:nvPr/>
            </p14:nvContentPartPr>
            <p14:xfrm>
              <a:off x="654480" y="2579040"/>
              <a:ext cx="10162440" cy="797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15B7C4-18D7-4F4C-7985-14769A9717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5120" y="2569680"/>
                <a:ext cx="10181160" cy="81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1241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B60DBF-2453-4592-B561-2F3748042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11179946" cy="45259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Smith, J., 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Harriott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, P., McCabe, W. (2005). Unit Operations of Chemical Engineering. Colombia: McGraw-Hill Education.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Swain, A. K., Patra, H., &amp; Roy, G. K. (2011). Mechanical operations. Tata McGraw Hill.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4EFE7-AC8A-4AAC-998D-7C6A10089D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36935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ITS-Onlin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09D214E-960E-4D68-B7CB-6AB012D71534}" vid="{1D5525B8-28E5-4723-AE4D-CCF0534A7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171</Words>
  <Application>Microsoft Office PowerPoint</Application>
  <PresentationFormat>Widescreen</PresentationFormat>
  <Paragraphs>64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BITS-Online</vt:lpstr>
      <vt:lpstr>Module 2:  Mechanical Separations (Chapter 29) Lecture 6 </vt:lpstr>
      <vt:lpstr>Lecture: Centrifugal Filtration and Washing Rate</vt:lpstr>
      <vt:lpstr>Centrifugal Filtration</vt:lpstr>
      <vt:lpstr>Centrifugal Filtration</vt:lpstr>
      <vt:lpstr>Centrifugal Filtration</vt:lpstr>
      <vt:lpstr>Principles of Centrifugal Filtration</vt:lpstr>
      <vt:lpstr>Principles of Centrifugal Filtration</vt:lpstr>
      <vt:lpstr>PowerPoint Presentation</vt:lpstr>
      <vt:lpstr>PowerPoint Presentation</vt:lpstr>
      <vt:lpstr>Summary</vt:lpstr>
      <vt:lpstr>Washing Rates</vt:lpstr>
      <vt:lpstr>Washing Rates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SP2_Lecture-14 (22_09_2020)</dc:title>
  <dc:creator>Bhanu Vardhan Reddy  K</dc:creator>
  <cp:lastModifiedBy>Somak Chatterjee</cp:lastModifiedBy>
  <cp:revision>10</cp:revision>
  <dcterms:created xsi:type="dcterms:W3CDTF">2020-09-22T06:19:17Z</dcterms:created>
  <dcterms:modified xsi:type="dcterms:W3CDTF">2024-09-17T12:14:43Z</dcterms:modified>
</cp:coreProperties>
</file>