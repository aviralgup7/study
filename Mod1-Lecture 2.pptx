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1"/>
  </p:sldMasterIdLst>
  <p:notesMasterIdLst>
    <p:notesMasterId r:id="rId22"/>
  </p:notesMasterIdLst>
  <p:handoutMasterIdLst>
    <p:handoutMasterId r:id="rId23"/>
  </p:handoutMasterIdLst>
  <p:sldIdLst>
    <p:sldId id="257" r:id="rId2"/>
    <p:sldId id="379" r:id="rId3"/>
    <p:sldId id="378" r:id="rId4"/>
    <p:sldId id="380" r:id="rId5"/>
    <p:sldId id="383" r:id="rId6"/>
    <p:sldId id="334" r:id="rId7"/>
    <p:sldId id="409" r:id="rId8"/>
    <p:sldId id="381" r:id="rId9"/>
    <p:sldId id="402" r:id="rId10"/>
    <p:sldId id="335" r:id="rId11"/>
    <p:sldId id="336" r:id="rId12"/>
    <p:sldId id="337" r:id="rId13"/>
    <p:sldId id="408" r:id="rId14"/>
    <p:sldId id="326" r:id="rId15"/>
    <p:sldId id="395" r:id="rId16"/>
    <p:sldId id="327" r:id="rId17"/>
    <p:sldId id="338" r:id="rId18"/>
    <p:sldId id="407" r:id="rId19"/>
    <p:sldId id="325" r:id="rId20"/>
    <p:sldId id="300" r:id="rId2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anu Vardhan Reddy  K" initials="BVRK" lastIdx="1" clrIdx="0">
    <p:extLst>
      <p:ext uri="{19B8F6BF-5375-455C-9EA6-DF929625EA0E}">
        <p15:presenceInfo xmlns:p15="http://schemas.microsoft.com/office/powerpoint/2012/main" userId="S::bhanu.vardhan@pilani.bits-pilani.ac.in::483e4f9e-8dd7-40f0-a51f-cc6aa4d414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91EAE5-6FA4-4B40-AC62-1FF199F8BC08}" v="46" dt="2022-09-04T20:12:51.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4" autoAdjust="0"/>
    <p:restoredTop sz="96300"/>
  </p:normalViewPr>
  <p:slideViewPr>
    <p:cSldViewPr snapToGrid="0">
      <p:cViewPr varScale="1">
        <p:scale>
          <a:sx n="111" d="100"/>
          <a:sy n="111" d="100"/>
        </p:scale>
        <p:origin x="720"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ak Chatterjee" userId="e6d5a15b-8109-4a04-ba46-d7e9f6fc31a9" providerId="ADAL" clId="{55A738E6-FFE9-4091-B22D-9B2E94B84FBE}"/>
    <pc:docChg chg="custSel modSld">
      <pc:chgData name="Somak Chatterjee" userId="e6d5a15b-8109-4a04-ba46-d7e9f6fc31a9" providerId="ADAL" clId="{55A738E6-FFE9-4091-B22D-9B2E94B84FBE}" dt="2022-09-05T07:32:16.319" v="1" actId="478"/>
      <pc:docMkLst>
        <pc:docMk/>
      </pc:docMkLst>
      <pc:sldChg chg="delSp mod">
        <pc:chgData name="Somak Chatterjee" userId="e6d5a15b-8109-4a04-ba46-d7e9f6fc31a9" providerId="ADAL" clId="{55A738E6-FFE9-4091-B22D-9B2E94B84FBE}" dt="2022-09-05T07:32:11.289" v="0" actId="478"/>
        <pc:sldMkLst>
          <pc:docMk/>
          <pc:sldMk cId="550302832" sldId="381"/>
        </pc:sldMkLst>
        <pc:inkChg chg="del">
          <ac:chgData name="Somak Chatterjee" userId="e6d5a15b-8109-4a04-ba46-d7e9f6fc31a9" providerId="ADAL" clId="{55A738E6-FFE9-4091-B22D-9B2E94B84FBE}" dt="2022-09-05T07:32:11.289" v="0" actId="478"/>
          <ac:inkMkLst>
            <pc:docMk/>
            <pc:sldMk cId="550302832" sldId="381"/>
            <ac:inkMk id="7" creationId="{C142EE32-37D6-CD4B-A641-4E8D7B4DC609}"/>
          </ac:inkMkLst>
        </pc:inkChg>
      </pc:sldChg>
      <pc:sldChg chg="delSp mod">
        <pc:chgData name="Somak Chatterjee" userId="e6d5a15b-8109-4a04-ba46-d7e9f6fc31a9" providerId="ADAL" clId="{55A738E6-FFE9-4091-B22D-9B2E94B84FBE}" dt="2022-09-05T07:32:16.319" v="1" actId="478"/>
        <pc:sldMkLst>
          <pc:docMk/>
          <pc:sldMk cId="3126674125" sldId="402"/>
        </pc:sldMkLst>
        <pc:inkChg chg="del">
          <ac:chgData name="Somak Chatterjee" userId="e6d5a15b-8109-4a04-ba46-d7e9f6fc31a9" providerId="ADAL" clId="{55A738E6-FFE9-4091-B22D-9B2E94B84FBE}" dt="2022-09-05T07:32:16.319" v="1" actId="478"/>
          <ac:inkMkLst>
            <pc:docMk/>
            <pc:sldMk cId="3126674125" sldId="402"/>
            <ac:inkMk id="11" creationId="{769C0D9B-C1BE-694F-ABCF-FDCFACC39E58}"/>
          </ac:inkMkLst>
        </pc:inkChg>
      </pc:sldChg>
    </pc:docChg>
  </pc:docChgLst>
  <pc:docChgLst>
    <pc:chgData name="Somak Chatterjee" userId="e6d5a15b-8109-4a04-ba46-d7e9f6fc31a9" providerId="ADAL" clId="{5091EAE5-6FA4-4B40-AC62-1FF199F8BC08}"/>
    <pc:docChg chg="undo custSel addSld delSld modSld">
      <pc:chgData name="Somak Chatterjee" userId="e6d5a15b-8109-4a04-ba46-d7e9f6fc31a9" providerId="ADAL" clId="{5091EAE5-6FA4-4B40-AC62-1FF199F8BC08}" dt="2022-09-04T20:37:06.853" v="1243" actId="478"/>
      <pc:docMkLst>
        <pc:docMk/>
      </pc:docMkLst>
      <pc:sldChg chg="modSp add del mod">
        <pc:chgData name="Somak Chatterjee" userId="e6d5a15b-8109-4a04-ba46-d7e9f6fc31a9" providerId="ADAL" clId="{5091EAE5-6FA4-4B40-AC62-1FF199F8BC08}" dt="2022-08-22T19:27:56.444" v="14" actId="20577"/>
        <pc:sldMkLst>
          <pc:docMk/>
          <pc:sldMk cId="3817445897" sldId="257"/>
        </pc:sldMkLst>
        <pc:spChg chg="mod">
          <ac:chgData name="Somak Chatterjee" userId="e6d5a15b-8109-4a04-ba46-d7e9f6fc31a9" providerId="ADAL" clId="{5091EAE5-6FA4-4B40-AC62-1FF199F8BC08}" dt="2022-08-22T19:27:56.444" v="14" actId="20577"/>
          <ac:spMkLst>
            <pc:docMk/>
            <pc:sldMk cId="3817445897" sldId="257"/>
            <ac:spMk id="7" creationId="{00000000-0000-0000-0000-000000000000}"/>
          </ac:spMkLst>
        </pc:spChg>
      </pc:sldChg>
      <pc:sldChg chg="add">
        <pc:chgData name="Somak Chatterjee" userId="e6d5a15b-8109-4a04-ba46-d7e9f6fc31a9" providerId="ADAL" clId="{5091EAE5-6FA4-4B40-AC62-1FF199F8BC08}" dt="2022-09-04T18:41:07.151" v="130"/>
        <pc:sldMkLst>
          <pc:docMk/>
          <pc:sldMk cId="683512075" sldId="300"/>
        </pc:sldMkLst>
      </pc:sldChg>
      <pc:sldChg chg="delSp mod">
        <pc:chgData name="Somak Chatterjee" userId="e6d5a15b-8109-4a04-ba46-d7e9f6fc31a9" providerId="ADAL" clId="{5091EAE5-6FA4-4B40-AC62-1FF199F8BC08}" dt="2022-09-04T20:36:43.313" v="1240" actId="478"/>
        <pc:sldMkLst>
          <pc:docMk/>
          <pc:sldMk cId="2689835385" sldId="326"/>
        </pc:sldMkLst>
        <pc:inkChg chg="del">
          <ac:chgData name="Somak Chatterjee" userId="e6d5a15b-8109-4a04-ba46-d7e9f6fc31a9" providerId="ADAL" clId="{5091EAE5-6FA4-4B40-AC62-1FF199F8BC08}" dt="2022-09-04T20:36:43.313" v="1240" actId="478"/>
          <ac:inkMkLst>
            <pc:docMk/>
            <pc:sldMk cId="2689835385" sldId="326"/>
            <ac:inkMk id="9" creationId="{84142555-D9CF-FD42-9DB6-B7CBC5EDBF4F}"/>
          </ac:inkMkLst>
        </pc:inkChg>
      </pc:sldChg>
      <pc:sldChg chg="delSp mod">
        <pc:chgData name="Somak Chatterjee" userId="e6d5a15b-8109-4a04-ba46-d7e9f6fc31a9" providerId="ADAL" clId="{5091EAE5-6FA4-4B40-AC62-1FF199F8BC08}" dt="2022-09-04T20:37:02.625" v="1242" actId="478"/>
        <pc:sldMkLst>
          <pc:docMk/>
          <pc:sldMk cId="3036283774" sldId="327"/>
        </pc:sldMkLst>
        <pc:inkChg chg="del">
          <ac:chgData name="Somak Chatterjee" userId="e6d5a15b-8109-4a04-ba46-d7e9f6fc31a9" providerId="ADAL" clId="{5091EAE5-6FA4-4B40-AC62-1FF199F8BC08}" dt="2022-09-04T20:37:02.625" v="1242" actId="478"/>
          <ac:inkMkLst>
            <pc:docMk/>
            <pc:sldMk cId="3036283774" sldId="327"/>
            <ac:inkMk id="9" creationId="{69CD7B4C-8049-FD49-AF03-502080C086AA}"/>
          </ac:inkMkLst>
        </pc:inkChg>
      </pc:sldChg>
      <pc:sldChg chg="del">
        <pc:chgData name="Somak Chatterjee" userId="e6d5a15b-8109-4a04-ba46-d7e9f6fc31a9" providerId="ADAL" clId="{5091EAE5-6FA4-4B40-AC62-1FF199F8BC08}" dt="2022-09-04T18:41:29.709" v="131" actId="47"/>
        <pc:sldMkLst>
          <pc:docMk/>
          <pc:sldMk cId="3694050285" sldId="331"/>
        </pc:sldMkLst>
      </pc:sldChg>
      <pc:sldChg chg="addSp delSp modSp mod">
        <pc:chgData name="Somak Chatterjee" userId="e6d5a15b-8109-4a04-ba46-d7e9f6fc31a9" providerId="ADAL" clId="{5091EAE5-6FA4-4B40-AC62-1FF199F8BC08}" dt="2022-09-04T19:50:05.046" v="1212"/>
        <pc:sldMkLst>
          <pc:docMk/>
          <pc:sldMk cId="1014893493" sldId="334"/>
        </pc:sldMkLst>
        <pc:spChg chg="add mod">
          <ac:chgData name="Somak Chatterjee" userId="e6d5a15b-8109-4a04-ba46-d7e9f6fc31a9" providerId="ADAL" clId="{5091EAE5-6FA4-4B40-AC62-1FF199F8BC08}" dt="2022-09-04T19:34:36.477" v="1128" actId="208"/>
          <ac:spMkLst>
            <pc:docMk/>
            <pc:sldMk cId="1014893493" sldId="334"/>
            <ac:spMk id="9" creationId="{1C7DCD5E-AA35-A073-886B-AEBCF1685A83}"/>
          </ac:spMkLst>
        </pc:spChg>
        <pc:spChg chg="add mod">
          <ac:chgData name="Somak Chatterjee" userId="e6d5a15b-8109-4a04-ba46-d7e9f6fc31a9" providerId="ADAL" clId="{5091EAE5-6FA4-4B40-AC62-1FF199F8BC08}" dt="2022-09-04T19:35:11.587" v="1145" actId="1076"/>
          <ac:spMkLst>
            <pc:docMk/>
            <pc:sldMk cId="1014893493" sldId="334"/>
            <ac:spMk id="10" creationId="{24A07243-6C03-BA08-B953-6F997C17E3D1}"/>
          </ac:spMkLst>
        </pc:spChg>
        <pc:spChg chg="add mod">
          <ac:chgData name="Somak Chatterjee" userId="e6d5a15b-8109-4a04-ba46-d7e9f6fc31a9" providerId="ADAL" clId="{5091EAE5-6FA4-4B40-AC62-1FF199F8BC08}" dt="2022-09-04T19:35:47.606" v="1178" actId="1076"/>
          <ac:spMkLst>
            <pc:docMk/>
            <pc:sldMk cId="1014893493" sldId="334"/>
            <ac:spMk id="11" creationId="{4FB17388-D70C-3F9E-92A2-9A5FE12E2004}"/>
          </ac:spMkLst>
        </pc:spChg>
        <pc:spChg chg="add del">
          <ac:chgData name="Somak Chatterjee" userId="e6d5a15b-8109-4a04-ba46-d7e9f6fc31a9" providerId="ADAL" clId="{5091EAE5-6FA4-4B40-AC62-1FF199F8BC08}" dt="2022-09-04T19:36:02.350" v="1180" actId="478"/>
          <ac:spMkLst>
            <pc:docMk/>
            <pc:sldMk cId="1014893493" sldId="334"/>
            <ac:spMk id="12" creationId="{C8A6356E-ECF3-9FD4-A1D4-77B2428A40A6}"/>
          </ac:spMkLst>
        </pc:spChg>
        <pc:spChg chg="add mod">
          <ac:chgData name="Somak Chatterjee" userId="e6d5a15b-8109-4a04-ba46-d7e9f6fc31a9" providerId="ADAL" clId="{5091EAE5-6FA4-4B40-AC62-1FF199F8BC08}" dt="2022-09-04T19:38:17.332" v="1210" actId="1076"/>
          <ac:spMkLst>
            <pc:docMk/>
            <pc:sldMk cId="1014893493" sldId="334"/>
            <ac:spMk id="29" creationId="{37C16BE7-5706-BA9E-BB22-4A5D949B2EA5}"/>
          </ac:spMkLst>
        </pc:spChg>
        <pc:picChg chg="add del">
          <ac:chgData name="Somak Chatterjee" userId="e6d5a15b-8109-4a04-ba46-d7e9f6fc31a9" providerId="ADAL" clId="{5091EAE5-6FA4-4B40-AC62-1FF199F8BC08}" dt="2022-09-04T19:50:05.046" v="1212"/>
          <ac:picMkLst>
            <pc:docMk/>
            <pc:sldMk cId="1014893493" sldId="334"/>
            <ac:picMk id="1026" creationId="{82BA2FD4-AC61-EE4D-A537-95A1928F5D30}"/>
          </ac:picMkLst>
        </pc:picChg>
        <pc:inkChg chg="del">
          <ac:chgData name="Somak Chatterjee" userId="e6d5a15b-8109-4a04-ba46-d7e9f6fc31a9" providerId="ADAL" clId="{5091EAE5-6FA4-4B40-AC62-1FF199F8BC08}" dt="2022-09-04T19:34:21.863" v="1125" actId="478"/>
          <ac:inkMkLst>
            <pc:docMk/>
            <pc:sldMk cId="1014893493" sldId="334"/>
            <ac:inkMk id="5" creationId="{B198D59A-B10C-D542-8C39-028683DA0D03}"/>
          </ac:inkMkLst>
        </pc:inkChg>
        <pc:cxnChg chg="add mod">
          <ac:chgData name="Somak Chatterjee" userId="e6d5a15b-8109-4a04-ba46-d7e9f6fc31a9" providerId="ADAL" clId="{5091EAE5-6FA4-4B40-AC62-1FF199F8BC08}" dt="2022-09-04T19:36:15.865" v="1183" actId="1582"/>
          <ac:cxnSpMkLst>
            <pc:docMk/>
            <pc:sldMk cId="1014893493" sldId="334"/>
            <ac:cxnSpMk id="14" creationId="{5AE30530-E473-F928-1228-571FD16C5943}"/>
          </ac:cxnSpMkLst>
        </pc:cxnChg>
        <pc:cxnChg chg="add mod">
          <ac:chgData name="Somak Chatterjee" userId="e6d5a15b-8109-4a04-ba46-d7e9f6fc31a9" providerId="ADAL" clId="{5091EAE5-6FA4-4B40-AC62-1FF199F8BC08}" dt="2022-09-04T19:36:21.880" v="1184" actId="571"/>
          <ac:cxnSpMkLst>
            <pc:docMk/>
            <pc:sldMk cId="1014893493" sldId="334"/>
            <ac:cxnSpMk id="15" creationId="{51219020-FD99-D420-58E8-149595F5AA3A}"/>
          </ac:cxnSpMkLst>
        </pc:cxnChg>
        <pc:cxnChg chg="add mod">
          <ac:chgData name="Somak Chatterjee" userId="e6d5a15b-8109-4a04-ba46-d7e9f6fc31a9" providerId="ADAL" clId="{5091EAE5-6FA4-4B40-AC62-1FF199F8BC08}" dt="2022-09-04T19:36:25.689" v="1185" actId="571"/>
          <ac:cxnSpMkLst>
            <pc:docMk/>
            <pc:sldMk cId="1014893493" sldId="334"/>
            <ac:cxnSpMk id="16" creationId="{9CCDA78E-DBFD-B2DB-9B15-6BA9D9AEB29F}"/>
          </ac:cxnSpMkLst>
        </pc:cxnChg>
        <pc:cxnChg chg="add mod">
          <ac:chgData name="Somak Chatterjee" userId="e6d5a15b-8109-4a04-ba46-d7e9f6fc31a9" providerId="ADAL" clId="{5091EAE5-6FA4-4B40-AC62-1FF199F8BC08}" dt="2022-09-04T19:36:42.052" v="1192" actId="1037"/>
          <ac:cxnSpMkLst>
            <pc:docMk/>
            <pc:sldMk cId="1014893493" sldId="334"/>
            <ac:cxnSpMk id="17" creationId="{AAB6F1EA-B72F-E469-ACC8-A77F1B188105}"/>
          </ac:cxnSpMkLst>
        </pc:cxnChg>
        <pc:cxnChg chg="add mod">
          <ac:chgData name="Somak Chatterjee" userId="e6d5a15b-8109-4a04-ba46-d7e9f6fc31a9" providerId="ADAL" clId="{5091EAE5-6FA4-4B40-AC62-1FF199F8BC08}" dt="2022-09-04T19:36:48.971" v="1194" actId="1076"/>
          <ac:cxnSpMkLst>
            <pc:docMk/>
            <pc:sldMk cId="1014893493" sldId="334"/>
            <ac:cxnSpMk id="18" creationId="{671404A3-DAAC-533E-D693-6CD377B9132D}"/>
          </ac:cxnSpMkLst>
        </pc:cxnChg>
        <pc:cxnChg chg="add mod">
          <ac:chgData name="Somak Chatterjee" userId="e6d5a15b-8109-4a04-ba46-d7e9f6fc31a9" providerId="ADAL" clId="{5091EAE5-6FA4-4B40-AC62-1FF199F8BC08}" dt="2022-09-04T19:37:00.949" v="1197" actId="1076"/>
          <ac:cxnSpMkLst>
            <pc:docMk/>
            <pc:sldMk cId="1014893493" sldId="334"/>
            <ac:cxnSpMk id="20" creationId="{ADFBD6F3-0319-07D1-E7DE-993F6A6C998E}"/>
          </ac:cxnSpMkLst>
        </pc:cxnChg>
        <pc:cxnChg chg="add mod">
          <ac:chgData name="Somak Chatterjee" userId="e6d5a15b-8109-4a04-ba46-d7e9f6fc31a9" providerId="ADAL" clId="{5091EAE5-6FA4-4B40-AC62-1FF199F8BC08}" dt="2022-09-04T19:37:04.624" v="1198" actId="571"/>
          <ac:cxnSpMkLst>
            <pc:docMk/>
            <pc:sldMk cId="1014893493" sldId="334"/>
            <ac:cxnSpMk id="21" creationId="{B9AB1462-082A-89BE-D456-52E3386F6106}"/>
          </ac:cxnSpMkLst>
        </pc:cxnChg>
        <pc:cxnChg chg="add mod">
          <ac:chgData name="Somak Chatterjee" userId="e6d5a15b-8109-4a04-ba46-d7e9f6fc31a9" providerId="ADAL" clId="{5091EAE5-6FA4-4B40-AC62-1FF199F8BC08}" dt="2022-09-04T19:37:08.124" v="1199" actId="571"/>
          <ac:cxnSpMkLst>
            <pc:docMk/>
            <pc:sldMk cId="1014893493" sldId="334"/>
            <ac:cxnSpMk id="22" creationId="{AD72E596-C69B-C4BA-E2AD-3C40FE52DDCE}"/>
          </ac:cxnSpMkLst>
        </pc:cxnChg>
        <pc:cxnChg chg="add mod">
          <ac:chgData name="Somak Chatterjee" userId="e6d5a15b-8109-4a04-ba46-d7e9f6fc31a9" providerId="ADAL" clId="{5091EAE5-6FA4-4B40-AC62-1FF199F8BC08}" dt="2022-09-04T19:37:10.894" v="1200" actId="571"/>
          <ac:cxnSpMkLst>
            <pc:docMk/>
            <pc:sldMk cId="1014893493" sldId="334"/>
            <ac:cxnSpMk id="23" creationId="{668C0600-4BC3-1427-7E44-A54573B06CB6}"/>
          </ac:cxnSpMkLst>
        </pc:cxnChg>
        <pc:cxnChg chg="add mod">
          <ac:chgData name="Somak Chatterjee" userId="e6d5a15b-8109-4a04-ba46-d7e9f6fc31a9" providerId="ADAL" clId="{5091EAE5-6FA4-4B40-AC62-1FF199F8BC08}" dt="2022-09-04T19:37:15.659" v="1201" actId="571"/>
          <ac:cxnSpMkLst>
            <pc:docMk/>
            <pc:sldMk cId="1014893493" sldId="334"/>
            <ac:cxnSpMk id="24" creationId="{F912588F-5B1E-5293-903E-E5BCEDBCFDEC}"/>
          </ac:cxnSpMkLst>
        </pc:cxnChg>
        <pc:cxnChg chg="add del mod">
          <ac:chgData name="Somak Chatterjee" userId="e6d5a15b-8109-4a04-ba46-d7e9f6fc31a9" providerId="ADAL" clId="{5091EAE5-6FA4-4B40-AC62-1FF199F8BC08}" dt="2022-09-04T19:37:18.815" v="1202" actId="478"/>
          <ac:cxnSpMkLst>
            <pc:docMk/>
            <pc:sldMk cId="1014893493" sldId="334"/>
            <ac:cxnSpMk id="25" creationId="{95C4018C-D85F-257F-1F75-2CBF1F2A9C65}"/>
          </ac:cxnSpMkLst>
        </pc:cxnChg>
        <pc:cxnChg chg="add mod">
          <ac:chgData name="Somak Chatterjee" userId="e6d5a15b-8109-4a04-ba46-d7e9f6fc31a9" providerId="ADAL" clId="{5091EAE5-6FA4-4B40-AC62-1FF199F8BC08}" dt="2022-09-04T19:37:56.907" v="1207" actId="1582"/>
          <ac:cxnSpMkLst>
            <pc:docMk/>
            <pc:sldMk cId="1014893493" sldId="334"/>
            <ac:cxnSpMk id="27" creationId="{FD5912C7-CEF9-E66B-0A11-71F81A260697}"/>
          </ac:cxnSpMkLst>
        </pc:cxnChg>
      </pc:sldChg>
      <pc:sldChg chg="del">
        <pc:chgData name="Somak Chatterjee" userId="e6d5a15b-8109-4a04-ba46-d7e9f6fc31a9" providerId="ADAL" clId="{5091EAE5-6FA4-4B40-AC62-1FF199F8BC08}" dt="2022-09-04T20:12:42.345" v="1239" actId="2696"/>
        <pc:sldMkLst>
          <pc:docMk/>
          <pc:sldMk cId="4002526709" sldId="335"/>
        </pc:sldMkLst>
      </pc:sldChg>
      <pc:sldChg chg="del">
        <pc:chgData name="Somak Chatterjee" userId="e6d5a15b-8109-4a04-ba46-d7e9f6fc31a9" providerId="ADAL" clId="{5091EAE5-6FA4-4B40-AC62-1FF199F8BC08}" dt="2022-09-04T20:12:42.345" v="1239" actId="2696"/>
        <pc:sldMkLst>
          <pc:docMk/>
          <pc:sldMk cId="2510079035" sldId="336"/>
        </pc:sldMkLst>
      </pc:sldChg>
      <pc:sldChg chg="modSp del mod">
        <pc:chgData name="Somak Chatterjee" userId="e6d5a15b-8109-4a04-ba46-d7e9f6fc31a9" providerId="ADAL" clId="{5091EAE5-6FA4-4B40-AC62-1FF199F8BC08}" dt="2022-09-04T20:12:42.345" v="1239" actId="2696"/>
        <pc:sldMkLst>
          <pc:docMk/>
          <pc:sldMk cId="817131428" sldId="337"/>
        </pc:sldMkLst>
        <pc:spChg chg="mod">
          <ac:chgData name="Somak Chatterjee" userId="e6d5a15b-8109-4a04-ba46-d7e9f6fc31a9" providerId="ADAL" clId="{5091EAE5-6FA4-4B40-AC62-1FF199F8BC08}" dt="2022-09-04T19:25:26.568" v="1107" actId="27636"/>
          <ac:spMkLst>
            <pc:docMk/>
            <pc:sldMk cId="817131428" sldId="337"/>
            <ac:spMk id="5" creationId="{00000000-0000-0000-0000-000000000000}"/>
          </ac:spMkLst>
        </pc:spChg>
      </pc:sldChg>
      <pc:sldChg chg="delSp mod">
        <pc:chgData name="Somak Chatterjee" userId="e6d5a15b-8109-4a04-ba46-d7e9f6fc31a9" providerId="ADAL" clId="{5091EAE5-6FA4-4B40-AC62-1FF199F8BC08}" dt="2022-09-04T20:37:06.853" v="1243" actId="478"/>
        <pc:sldMkLst>
          <pc:docMk/>
          <pc:sldMk cId="2642400728" sldId="338"/>
        </pc:sldMkLst>
        <pc:inkChg chg="del">
          <ac:chgData name="Somak Chatterjee" userId="e6d5a15b-8109-4a04-ba46-d7e9f6fc31a9" providerId="ADAL" clId="{5091EAE5-6FA4-4B40-AC62-1FF199F8BC08}" dt="2022-09-04T20:37:06.853" v="1243" actId="478"/>
          <ac:inkMkLst>
            <pc:docMk/>
            <pc:sldMk cId="2642400728" sldId="338"/>
            <ac:inkMk id="10" creationId="{E5E52F4B-2DB7-1E44-BB76-EBB1600E188A}"/>
          </ac:inkMkLst>
        </pc:inkChg>
      </pc:sldChg>
      <pc:sldChg chg="del">
        <pc:chgData name="Somak Chatterjee" userId="e6d5a15b-8109-4a04-ba46-d7e9f6fc31a9" providerId="ADAL" clId="{5091EAE5-6FA4-4B40-AC62-1FF199F8BC08}" dt="2022-09-04T18:41:29.709" v="131" actId="47"/>
        <pc:sldMkLst>
          <pc:docMk/>
          <pc:sldMk cId="4077580435" sldId="339"/>
        </pc:sldMkLst>
      </pc:sldChg>
      <pc:sldChg chg="del">
        <pc:chgData name="Somak Chatterjee" userId="e6d5a15b-8109-4a04-ba46-d7e9f6fc31a9" providerId="ADAL" clId="{5091EAE5-6FA4-4B40-AC62-1FF199F8BC08}" dt="2022-09-04T18:41:29.709" v="131" actId="47"/>
        <pc:sldMkLst>
          <pc:docMk/>
          <pc:sldMk cId="1904937482" sldId="340"/>
        </pc:sldMkLst>
      </pc:sldChg>
      <pc:sldChg chg="del">
        <pc:chgData name="Somak Chatterjee" userId="e6d5a15b-8109-4a04-ba46-d7e9f6fc31a9" providerId="ADAL" clId="{5091EAE5-6FA4-4B40-AC62-1FF199F8BC08}" dt="2022-09-04T18:41:29.709" v="131" actId="47"/>
        <pc:sldMkLst>
          <pc:docMk/>
          <pc:sldMk cId="212934682" sldId="341"/>
        </pc:sldMkLst>
      </pc:sldChg>
      <pc:sldChg chg="del">
        <pc:chgData name="Somak Chatterjee" userId="e6d5a15b-8109-4a04-ba46-d7e9f6fc31a9" providerId="ADAL" clId="{5091EAE5-6FA4-4B40-AC62-1FF199F8BC08}" dt="2022-09-04T18:41:29.709" v="131" actId="47"/>
        <pc:sldMkLst>
          <pc:docMk/>
          <pc:sldMk cId="1968742673" sldId="342"/>
        </pc:sldMkLst>
      </pc:sldChg>
      <pc:sldChg chg="del">
        <pc:chgData name="Somak Chatterjee" userId="e6d5a15b-8109-4a04-ba46-d7e9f6fc31a9" providerId="ADAL" clId="{5091EAE5-6FA4-4B40-AC62-1FF199F8BC08}" dt="2022-09-04T18:41:29.709" v="131" actId="47"/>
        <pc:sldMkLst>
          <pc:docMk/>
          <pc:sldMk cId="2764394357" sldId="343"/>
        </pc:sldMkLst>
      </pc:sldChg>
      <pc:sldChg chg="del">
        <pc:chgData name="Somak Chatterjee" userId="e6d5a15b-8109-4a04-ba46-d7e9f6fc31a9" providerId="ADAL" clId="{5091EAE5-6FA4-4B40-AC62-1FF199F8BC08}" dt="2022-09-04T18:41:29.709" v="131" actId="47"/>
        <pc:sldMkLst>
          <pc:docMk/>
          <pc:sldMk cId="2257274480" sldId="344"/>
        </pc:sldMkLst>
      </pc:sldChg>
      <pc:sldChg chg="del">
        <pc:chgData name="Somak Chatterjee" userId="e6d5a15b-8109-4a04-ba46-d7e9f6fc31a9" providerId="ADAL" clId="{5091EAE5-6FA4-4B40-AC62-1FF199F8BC08}" dt="2022-09-04T18:41:29.709" v="131" actId="47"/>
        <pc:sldMkLst>
          <pc:docMk/>
          <pc:sldMk cId="2029049631" sldId="345"/>
        </pc:sldMkLst>
      </pc:sldChg>
      <pc:sldChg chg="del">
        <pc:chgData name="Somak Chatterjee" userId="e6d5a15b-8109-4a04-ba46-d7e9f6fc31a9" providerId="ADAL" clId="{5091EAE5-6FA4-4B40-AC62-1FF199F8BC08}" dt="2022-09-04T18:41:29.709" v="131" actId="47"/>
        <pc:sldMkLst>
          <pc:docMk/>
          <pc:sldMk cId="3215155620" sldId="346"/>
        </pc:sldMkLst>
      </pc:sldChg>
      <pc:sldChg chg="del">
        <pc:chgData name="Somak Chatterjee" userId="e6d5a15b-8109-4a04-ba46-d7e9f6fc31a9" providerId="ADAL" clId="{5091EAE5-6FA4-4B40-AC62-1FF199F8BC08}" dt="2022-09-04T18:41:29.709" v="131" actId="47"/>
        <pc:sldMkLst>
          <pc:docMk/>
          <pc:sldMk cId="3081930813" sldId="347"/>
        </pc:sldMkLst>
      </pc:sldChg>
      <pc:sldChg chg="del">
        <pc:chgData name="Somak Chatterjee" userId="e6d5a15b-8109-4a04-ba46-d7e9f6fc31a9" providerId="ADAL" clId="{5091EAE5-6FA4-4B40-AC62-1FF199F8BC08}" dt="2022-09-04T18:41:29.709" v="131" actId="47"/>
        <pc:sldMkLst>
          <pc:docMk/>
          <pc:sldMk cId="2776056354" sldId="348"/>
        </pc:sldMkLst>
      </pc:sldChg>
      <pc:sldChg chg="del">
        <pc:chgData name="Somak Chatterjee" userId="e6d5a15b-8109-4a04-ba46-d7e9f6fc31a9" providerId="ADAL" clId="{5091EAE5-6FA4-4B40-AC62-1FF199F8BC08}" dt="2022-09-04T18:41:29.709" v="131" actId="47"/>
        <pc:sldMkLst>
          <pc:docMk/>
          <pc:sldMk cId="1217877105" sldId="349"/>
        </pc:sldMkLst>
      </pc:sldChg>
      <pc:sldChg chg="del">
        <pc:chgData name="Somak Chatterjee" userId="e6d5a15b-8109-4a04-ba46-d7e9f6fc31a9" providerId="ADAL" clId="{5091EAE5-6FA4-4B40-AC62-1FF199F8BC08}" dt="2022-09-04T18:41:29.709" v="131" actId="47"/>
        <pc:sldMkLst>
          <pc:docMk/>
          <pc:sldMk cId="444111218" sldId="350"/>
        </pc:sldMkLst>
      </pc:sldChg>
      <pc:sldChg chg="del">
        <pc:chgData name="Somak Chatterjee" userId="e6d5a15b-8109-4a04-ba46-d7e9f6fc31a9" providerId="ADAL" clId="{5091EAE5-6FA4-4B40-AC62-1FF199F8BC08}" dt="2022-09-04T18:41:29.709" v="131" actId="47"/>
        <pc:sldMkLst>
          <pc:docMk/>
          <pc:sldMk cId="3304792696" sldId="351"/>
        </pc:sldMkLst>
      </pc:sldChg>
      <pc:sldChg chg="del">
        <pc:chgData name="Somak Chatterjee" userId="e6d5a15b-8109-4a04-ba46-d7e9f6fc31a9" providerId="ADAL" clId="{5091EAE5-6FA4-4B40-AC62-1FF199F8BC08}" dt="2022-09-04T18:41:29.709" v="131" actId="47"/>
        <pc:sldMkLst>
          <pc:docMk/>
          <pc:sldMk cId="2538566975" sldId="352"/>
        </pc:sldMkLst>
      </pc:sldChg>
      <pc:sldChg chg="del">
        <pc:chgData name="Somak Chatterjee" userId="e6d5a15b-8109-4a04-ba46-d7e9f6fc31a9" providerId="ADAL" clId="{5091EAE5-6FA4-4B40-AC62-1FF199F8BC08}" dt="2022-09-04T18:41:29.709" v="131" actId="47"/>
        <pc:sldMkLst>
          <pc:docMk/>
          <pc:sldMk cId="2604335556" sldId="353"/>
        </pc:sldMkLst>
      </pc:sldChg>
      <pc:sldChg chg="del">
        <pc:chgData name="Somak Chatterjee" userId="e6d5a15b-8109-4a04-ba46-d7e9f6fc31a9" providerId="ADAL" clId="{5091EAE5-6FA4-4B40-AC62-1FF199F8BC08}" dt="2022-09-04T18:41:29.709" v="131" actId="47"/>
        <pc:sldMkLst>
          <pc:docMk/>
          <pc:sldMk cId="2288391494" sldId="354"/>
        </pc:sldMkLst>
      </pc:sldChg>
      <pc:sldChg chg="del">
        <pc:chgData name="Somak Chatterjee" userId="e6d5a15b-8109-4a04-ba46-d7e9f6fc31a9" providerId="ADAL" clId="{5091EAE5-6FA4-4B40-AC62-1FF199F8BC08}" dt="2022-09-04T18:41:29.709" v="131" actId="47"/>
        <pc:sldMkLst>
          <pc:docMk/>
          <pc:sldMk cId="1570454223" sldId="355"/>
        </pc:sldMkLst>
      </pc:sldChg>
      <pc:sldChg chg="del">
        <pc:chgData name="Somak Chatterjee" userId="e6d5a15b-8109-4a04-ba46-d7e9f6fc31a9" providerId="ADAL" clId="{5091EAE5-6FA4-4B40-AC62-1FF199F8BC08}" dt="2022-09-04T18:41:29.709" v="131" actId="47"/>
        <pc:sldMkLst>
          <pc:docMk/>
          <pc:sldMk cId="2252568856" sldId="356"/>
        </pc:sldMkLst>
      </pc:sldChg>
      <pc:sldChg chg="del">
        <pc:chgData name="Somak Chatterjee" userId="e6d5a15b-8109-4a04-ba46-d7e9f6fc31a9" providerId="ADAL" clId="{5091EAE5-6FA4-4B40-AC62-1FF199F8BC08}" dt="2022-09-04T18:41:29.709" v="131" actId="47"/>
        <pc:sldMkLst>
          <pc:docMk/>
          <pc:sldMk cId="1551196944" sldId="357"/>
        </pc:sldMkLst>
      </pc:sldChg>
      <pc:sldChg chg="del">
        <pc:chgData name="Somak Chatterjee" userId="e6d5a15b-8109-4a04-ba46-d7e9f6fc31a9" providerId="ADAL" clId="{5091EAE5-6FA4-4B40-AC62-1FF199F8BC08}" dt="2022-09-04T18:41:29.709" v="131" actId="47"/>
        <pc:sldMkLst>
          <pc:docMk/>
          <pc:sldMk cId="3407843393" sldId="358"/>
        </pc:sldMkLst>
      </pc:sldChg>
      <pc:sldChg chg="del">
        <pc:chgData name="Somak Chatterjee" userId="e6d5a15b-8109-4a04-ba46-d7e9f6fc31a9" providerId="ADAL" clId="{5091EAE5-6FA4-4B40-AC62-1FF199F8BC08}" dt="2022-08-22T19:13:37.484" v="5" actId="2696"/>
        <pc:sldMkLst>
          <pc:docMk/>
          <pc:sldMk cId="3077862164" sldId="359"/>
        </pc:sldMkLst>
      </pc:sldChg>
      <pc:sldChg chg="del">
        <pc:chgData name="Somak Chatterjee" userId="e6d5a15b-8109-4a04-ba46-d7e9f6fc31a9" providerId="ADAL" clId="{5091EAE5-6FA4-4B40-AC62-1FF199F8BC08}" dt="2022-09-04T18:41:29.709" v="131" actId="47"/>
        <pc:sldMkLst>
          <pc:docMk/>
          <pc:sldMk cId="3647249918" sldId="360"/>
        </pc:sldMkLst>
      </pc:sldChg>
      <pc:sldChg chg="del">
        <pc:chgData name="Somak Chatterjee" userId="e6d5a15b-8109-4a04-ba46-d7e9f6fc31a9" providerId="ADAL" clId="{5091EAE5-6FA4-4B40-AC62-1FF199F8BC08}" dt="2022-09-04T18:41:29.709" v="131" actId="47"/>
        <pc:sldMkLst>
          <pc:docMk/>
          <pc:sldMk cId="3231924244" sldId="361"/>
        </pc:sldMkLst>
      </pc:sldChg>
      <pc:sldChg chg="del">
        <pc:chgData name="Somak Chatterjee" userId="e6d5a15b-8109-4a04-ba46-d7e9f6fc31a9" providerId="ADAL" clId="{5091EAE5-6FA4-4B40-AC62-1FF199F8BC08}" dt="2022-08-22T19:13:37.484" v="5" actId="2696"/>
        <pc:sldMkLst>
          <pc:docMk/>
          <pc:sldMk cId="1694873220" sldId="362"/>
        </pc:sldMkLst>
      </pc:sldChg>
      <pc:sldChg chg="addSp delSp modSp add mod">
        <pc:chgData name="Somak Chatterjee" userId="e6d5a15b-8109-4a04-ba46-d7e9f6fc31a9" providerId="ADAL" clId="{5091EAE5-6FA4-4B40-AC62-1FF199F8BC08}" dt="2022-09-04T18:21:07.269" v="58" actId="108"/>
        <pc:sldMkLst>
          <pc:docMk/>
          <pc:sldMk cId="1719342529" sldId="378"/>
        </pc:sldMkLst>
        <pc:spChg chg="add mod">
          <ac:chgData name="Somak Chatterjee" userId="e6d5a15b-8109-4a04-ba46-d7e9f6fc31a9" providerId="ADAL" clId="{5091EAE5-6FA4-4B40-AC62-1FF199F8BC08}" dt="2022-09-04T18:20:59.173" v="56" actId="113"/>
          <ac:spMkLst>
            <pc:docMk/>
            <pc:sldMk cId="1719342529" sldId="378"/>
            <ac:spMk id="14" creationId="{0DD9BFB3-CD8A-2ED1-DF65-B9CE502B7BC3}"/>
          </ac:spMkLst>
        </pc:spChg>
        <pc:spChg chg="add mod">
          <ac:chgData name="Somak Chatterjee" userId="e6d5a15b-8109-4a04-ba46-d7e9f6fc31a9" providerId="ADAL" clId="{5091EAE5-6FA4-4B40-AC62-1FF199F8BC08}" dt="2022-09-04T18:21:04.291" v="57" actId="108"/>
          <ac:spMkLst>
            <pc:docMk/>
            <pc:sldMk cId="1719342529" sldId="378"/>
            <ac:spMk id="15" creationId="{1BF826BB-F77D-98E2-494C-B73271C41870}"/>
          </ac:spMkLst>
        </pc:spChg>
        <pc:spChg chg="add mod">
          <ac:chgData name="Somak Chatterjee" userId="e6d5a15b-8109-4a04-ba46-d7e9f6fc31a9" providerId="ADAL" clId="{5091EAE5-6FA4-4B40-AC62-1FF199F8BC08}" dt="2022-09-04T18:21:07.269" v="58" actId="108"/>
          <ac:spMkLst>
            <pc:docMk/>
            <pc:sldMk cId="1719342529" sldId="378"/>
            <ac:spMk id="16" creationId="{C3B7E841-FC23-CD05-7327-AE5870F1EC95}"/>
          </ac:spMkLst>
        </pc:spChg>
        <pc:inkChg chg="add del">
          <ac:chgData name="Somak Chatterjee" userId="e6d5a15b-8109-4a04-ba46-d7e9f6fc31a9" providerId="ADAL" clId="{5091EAE5-6FA4-4B40-AC62-1FF199F8BC08}" dt="2022-09-04T18:19:55.385" v="17" actId="478"/>
          <ac:inkMkLst>
            <pc:docMk/>
            <pc:sldMk cId="1719342529" sldId="378"/>
            <ac:inkMk id="6" creationId="{102CC332-1E87-0043-9250-6E41DCE149C6}"/>
          </ac:inkMkLst>
        </pc:inkChg>
        <pc:cxnChg chg="add mod">
          <ac:chgData name="Somak Chatterjee" userId="e6d5a15b-8109-4a04-ba46-d7e9f6fc31a9" providerId="ADAL" clId="{5091EAE5-6FA4-4B40-AC62-1FF199F8BC08}" dt="2022-09-04T18:20:14.728" v="21" actId="208"/>
          <ac:cxnSpMkLst>
            <pc:docMk/>
            <pc:sldMk cId="1719342529" sldId="378"/>
            <ac:cxnSpMk id="9" creationId="{4887D2AC-A653-D1BA-D5F8-8540E275CF62}"/>
          </ac:cxnSpMkLst>
        </pc:cxnChg>
        <pc:cxnChg chg="add mod">
          <ac:chgData name="Somak Chatterjee" userId="e6d5a15b-8109-4a04-ba46-d7e9f6fc31a9" providerId="ADAL" clId="{5091EAE5-6FA4-4B40-AC62-1FF199F8BC08}" dt="2022-09-04T18:20:19.747" v="22" actId="571"/>
          <ac:cxnSpMkLst>
            <pc:docMk/>
            <pc:sldMk cId="1719342529" sldId="378"/>
            <ac:cxnSpMk id="12" creationId="{D6872711-7152-B55F-FCA3-6F8CDB4F7AD4}"/>
          </ac:cxnSpMkLst>
        </pc:cxnChg>
        <pc:cxnChg chg="add mod">
          <ac:chgData name="Somak Chatterjee" userId="e6d5a15b-8109-4a04-ba46-d7e9f6fc31a9" providerId="ADAL" clId="{5091EAE5-6FA4-4B40-AC62-1FF199F8BC08}" dt="2022-09-04T18:20:23.166" v="23" actId="571"/>
          <ac:cxnSpMkLst>
            <pc:docMk/>
            <pc:sldMk cId="1719342529" sldId="378"/>
            <ac:cxnSpMk id="13" creationId="{3F1CE3D4-E725-3498-524E-876A1094E3D9}"/>
          </ac:cxnSpMkLst>
        </pc:cxnChg>
      </pc:sldChg>
      <pc:sldChg chg="addSp delSp modSp add mod">
        <pc:chgData name="Somak Chatterjee" userId="e6d5a15b-8109-4a04-ba46-d7e9f6fc31a9" providerId="ADAL" clId="{5091EAE5-6FA4-4B40-AC62-1FF199F8BC08}" dt="2022-09-04T18:26:01.643" v="125" actId="113"/>
        <pc:sldMkLst>
          <pc:docMk/>
          <pc:sldMk cId="2223502012" sldId="379"/>
        </pc:sldMkLst>
        <pc:spChg chg="add mod">
          <ac:chgData name="Somak Chatterjee" userId="e6d5a15b-8109-4a04-ba46-d7e9f6fc31a9" providerId="ADAL" clId="{5091EAE5-6FA4-4B40-AC62-1FF199F8BC08}" dt="2022-09-04T18:22:07.830" v="66" actId="208"/>
          <ac:spMkLst>
            <pc:docMk/>
            <pc:sldMk cId="2223502012" sldId="379"/>
            <ac:spMk id="9" creationId="{4AC90E4A-F0CC-C517-1481-DB51995CEBF7}"/>
          </ac:spMkLst>
        </pc:spChg>
        <pc:spChg chg="add mod">
          <ac:chgData name="Somak Chatterjee" userId="e6d5a15b-8109-4a04-ba46-d7e9f6fc31a9" providerId="ADAL" clId="{5091EAE5-6FA4-4B40-AC62-1FF199F8BC08}" dt="2022-09-04T18:22:46.714" v="71" actId="208"/>
          <ac:spMkLst>
            <pc:docMk/>
            <pc:sldMk cId="2223502012" sldId="379"/>
            <ac:spMk id="11" creationId="{59636AA5-CEC6-D7CB-0892-73EB51EBB8A8}"/>
          </ac:spMkLst>
        </pc:spChg>
        <pc:spChg chg="add mod">
          <ac:chgData name="Somak Chatterjee" userId="e6d5a15b-8109-4a04-ba46-d7e9f6fc31a9" providerId="ADAL" clId="{5091EAE5-6FA4-4B40-AC62-1FF199F8BC08}" dt="2022-09-04T18:22:55.257" v="73" actId="571"/>
          <ac:spMkLst>
            <pc:docMk/>
            <pc:sldMk cId="2223502012" sldId="379"/>
            <ac:spMk id="13" creationId="{081EC589-AE37-5927-B796-C20A680098ED}"/>
          </ac:spMkLst>
        </pc:spChg>
        <pc:spChg chg="add mod">
          <ac:chgData name="Somak Chatterjee" userId="e6d5a15b-8109-4a04-ba46-d7e9f6fc31a9" providerId="ADAL" clId="{5091EAE5-6FA4-4B40-AC62-1FF199F8BC08}" dt="2022-09-04T18:23:03.119" v="75" actId="571"/>
          <ac:spMkLst>
            <pc:docMk/>
            <pc:sldMk cId="2223502012" sldId="379"/>
            <ac:spMk id="15" creationId="{41DADAE0-5A20-9DE2-37E2-B2DE28C16AAE}"/>
          </ac:spMkLst>
        </pc:spChg>
        <pc:spChg chg="add mod">
          <ac:chgData name="Somak Chatterjee" userId="e6d5a15b-8109-4a04-ba46-d7e9f6fc31a9" providerId="ADAL" clId="{5091EAE5-6FA4-4B40-AC62-1FF199F8BC08}" dt="2022-09-04T18:23:36.373" v="82" actId="1076"/>
          <ac:spMkLst>
            <pc:docMk/>
            <pc:sldMk cId="2223502012" sldId="379"/>
            <ac:spMk id="16" creationId="{68B2489F-08B5-2EDC-E14D-0099128A5EA0}"/>
          </ac:spMkLst>
        </pc:spChg>
        <pc:spChg chg="add mod">
          <ac:chgData name="Somak Chatterjee" userId="e6d5a15b-8109-4a04-ba46-d7e9f6fc31a9" providerId="ADAL" clId="{5091EAE5-6FA4-4B40-AC62-1FF199F8BC08}" dt="2022-09-04T18:24:54.848" v="107" actId="207"/>
          <ac:spMkLst>
            <pc:docMk/>
            <pc:sldMk cId="2223502012" sldId="379"/>
            <ac:spMk id="20" creationId="{54EF6874-C5FC-C558-C2B0-7599D71518E8}"/>
          </ac:spMkLst>
        </pc:spChg>
        <pc:spChg chg="add mod">
          <ac:chgData name="Somak Chatterjee" userId="e6d5a15b-8109-4a04-ba46-d7e9f6fc31a9" providerId="ADAL" clId="{5091EAE5-6FA4-4B40-AC62-1FF199F8BC08}" dt="2022-09-04T18:24:50.896" v="106" actId="207"/>
          <ac:spMkLst>
            <pc:docMk/>
            <pc:sldMk cId="2223502012" sldId="379"/>
            <ac:spMk id="21" creationId="{0B0BEAAC-FB48-9453-0630-8FA461988F81}"/>
          </ac:spMkLst>
        </pc:spChg>
        <pc:spChg chg="add mod">
          <ac:chgData name="Somak Chatterjee" userId="e6d5a15b-8109-4a04-ba46-d7e9f6fc31a9" providerId="ADAL" clId="{5091EAE5-6FA4-4B40-AC62-1FF199F8BC08}" dt="2022-09-04T18:26:01.643" v="125" actId="113"/>
          <ac:spMkLst>
            <pc:docMk/>
            <pc:sldMk cId="2223502012" sldId="379"/>
            <ac:spMk id="22" creationId="{8D2C32B0-5C59-8857-2123-4BB018152EC4}"/>
          </ac:spMkLst>
        </pc:spChg>
        <pc:picChg chg="mod">
          <ac:chgData name="Somak Chatterjee" userId="e6d5a15b-8109-4a04-ba46-d7e9f6fc31a9" providerId="ADAL" clId="{5091EAE5-6FA4-4B40-AC62-1FF199F8BC08}" dt="2022-09-04T18:24:29.021" v="98" actId="1076"/>
          <ac:picMkLst>
            <pc:docMk/>
            <pc:sldMk cId="2223502012" sldId="379"/>
            <ac:picMk id="7" creationId="{704833EE-59F0-442B-AA39-9DA47DA0FC49}"/>
          </ac:picMkLst>
        </pc:picChg>
        <pc:picChg chg="add mod">
          <ac:chgData name="Somak Chatterjee" userId="e6d5a15b-8109-4a04-ba46-d7e9f6fc31a9" providerId="ADAL" clId="{5091EAE5-6FA4-4B40-AC62-1FF199F8BC08}" dt="2022-09-04T18:22:55.257" v="73" actId="571"/>
          <ac:picMkLst>
            <pc:docMk/>
            <pc:sldMk cId="2223502012" sldId="379"/>
            <ac:picMk id="12" creationId="{52BCC456-EEB5-4A0A-33FF-73364B95808D}"/>
          </ac:picMkLst>
        </pc:picChg>
        <pc:picChg chg="add mod">
          <ac:chgData name="Somak Chatterjee" userId="e6d5a15b-8109-4a04-ba46-d7e9f6fc31a9" providerId="ADAL" clId="{5091EAE5-6FA4-4B40-AC62-1FF199F8BC08}" dt="2022-09-04T18:23:03.119" v="75" actId="571"/>
          <ac:picMkLst>
            <pc:docMk/>
            <pc:sldMk cId="2223502012" sldId="379"/>
            <ac:picMk id="14" creationId="{FE793630-323C-0CA6-AC5C-694FE12F0F5E}"/>
          </ac:picMkLst>
        </pc:picChg>
        <pc:inkChg chg="add del">
          <ac:chgData name="Somak Chatterjee" userId="e6d5a15b-8109-4a04-ba46-d7e9f6fc31a9" providerId="ADAL" clId="{5091EAE5-6FA4-4B40-AC62-1FF199F8BC08}" dt="2022-09-04T18:21:52.075" v="63" actId="478"/>
          <ac:inkMkLst>
            <pc:docMk/>
            <pc:sldMk cId="2223502012" sldId="379"/>
            <ac:inkMk id="6" creationId="{FDA99387-7920-504D-8970-7B558463B128}"/>
          </ac:inkMkLst>
        </pc:inkChg>
        <pc:cxnChg chg="add mod">
          <ac:chgData name="Somak Chatterjee" userId="e6d5a15b-8109-4a04-ba46-d7e9f6fc31a9" providerId="ADAL" clId="{5091EAE5-6FA4-4B40-AC62-1FF199F8BC08}" dt="2022-09-04T18:23:55.524" v="84" actId="208"/>
          <ac:cxnSpMkLst>
            <pc:docMk/>
            <pc:sldMk cId="2223502012" sldId="379"/>
            <ac:cxnSpMk id="18" creationId="{006CAA83-7A1A-234F-5BA5-94C62B90B4B0}"/>
          </ac:cxnSpMkLst>
        </pc:cxnChg>
        <pc:cxnChg chg="add mod">
          <ac:chgData name="Somak Chatterjee" userId="e6d5a15b-8109-4a04-ba46-d7e9f6fc31a9" providerId="ADAL" clId="{5091EAE5-6FA4-4B40-AC62-1FF199F8BC08}" dt="2022-09-04T18:24:00.591" v="85" actId="571"/>
          <ac:cxnSpMkLst>
            <pc:docMk/>
            <pc:sldMk cId="2223502012" sldId="379"/>
            <ac:cxnSpMk id="19" creationId="{7B8C0FD4-94E8-770F-D0AA-80844CEF1BFA}"/>
          </ac:cxnSpMkLst>
        </pc:cxnChg>
        <pc:cxnChg chg="add mod">
          <ac:chgData name="Somak Chatterjee" userId="e6d5a15b-8109-4a04-ba46-d7e9f6fc31a9" providerId="ADAL" clId="{5091EAE5-6FA4-4B40-AC62-1FF199F8BC08}" dt="2022-09-04T18:25:38.310" v="122" actId="1582"/>
          <ac:cxnSpMkLst>
            <pc:docMk/>
            <pc:sldMk cId="2223502012" sldId="379"/>
            <ac:cxnSpMk id="24" creationId="{C0CBB0A3-27DC-35CD-93F4-CF7641A2409B}"/>
          </ac:cxnSpMkLst>
        </pc:cxnChg>
      </pc:sldChg>
      <pc:sldChg chg="delSp add mod">
        <pc:chgData name="Somak Chatterjee" userId="e6d5a15b-8109-4a04-ba46-d7e9f6fc31a9" providerId="ADAL" clId="{5091EAE5-6FA4-4B40-AC62-1FF199F8BC08}" dt="2022-09-04T18:34:54.521" v="126" actId="478"/>
        <pc:sldMkLst>
          <pc:docMk/>
          <pc:sldMk cId="3839385389" sldId="380"/>
        </pc:sldMkLst>
        <pc:inkChg chg="del">
          <ac:chgData name="Somak Chatterjee" userId="e6d5a15b-8109-4a04-ba46-d7e9f6fc31a9" providerId="ADAL" clId="{5091EAE5-6FA4-4B40-AC62-1FF199F8BC08}" dt="2022-09-04T18:34:54.521" v="126" actId="478"/>
          <ac:inkMkLst>
            <pc:docMk/>
            <pc:sldMk cId="3839385389" sldId="380"/>
            <ac:inkMk id="6" creationId="{DF77370E-765D-794D-B4D8-6CEE7B8600A9}"/>
          </ac:inkMkLst>
        </pc:inkChg>
      </pc:sldChg>
      <pc:sldChg chg="delSp modSp add mod">
        <pc:chgData name="Somak Chatterjee" userId="e6d5a15b-8109-4a04-ba46-d7e9f6fc31a9" providerId="ADAL" clId="{5091EAE5-6FA4-4B40-AC62-1FF199F8BC08}" dt="2022-09-04T18:35:09.145" v="129" actId="113"/>
        <pc:sldMkLst>
          <pc:docMk/>
          <pc:sldMk cId="1087374479" sldId="383"/>
        </pc:sldMkLst>
        <pc:spChg chg="mod">
          <ac:chgData name="Somak Chatterjee" userId="e6d5a15b-8109-4a04-ba46-d7e9f6fc31a9" providerId="ADAL" clId="{5091EAE5-6FA4-4B40-AC62-1FF199F8BC08}" dt="2022-09-04T18:35:09.145" v="129" actId="113"/>
          <ac:spMkLst>
            <pc:docMk/>
            <pc:sldMk cId="1087374479" sldId="383"/>
            <ac:spMk id="6" creationId="{168FA471-32F8-4413-9E5E-9E8862070803}"/>
          </ac:spMkLst>
        </pc:spChg>
        <pc:inkChg chg="del">
          <ac:chgData name="Somak Chatterjee" userId="e6d5a15b-8109-4a04-ba46-d7e9f6fc31a9" providerId="ADAL" clId="{5091EAE5-6FA4-4B40-AC62-1FF199F8BC08}" dt="2022-09-04T18:35:02.642" v="127" actId="478"/>
          <ac:inkMkLst>
            <pc:docMk/>
            <pc:sldMk cId="1087374479" sldId="383"/>
            <ac:inkMk id="8" creationId="{4AD0DE6C-E490-9D4F-876E-571C18D42764}"/>
          </ac:inkMkLst>
        </pc:inkChg>
      </pc:sldChg>
      <pc:sldChg chg="del">
        <pc:chgData name="Somak Chatterjee" userId="e6d5a15b-8109-4a04-ba46-d7e9f6fc31a9" providerId="ADAL" clId="{5091EAE5-6FA4-4B40-AC62-1FF199F8BC08}" dt="2022-09-04T18:41:29.709" v="131" actId="47"/>
        <pc:sldMkLst>
          <pc:docMk/>
          <pc:sldMk cId="1656469444" sldId="387"/>
        </pc:sldMkLst>
      </pc:sldChg>
      <pc:sldChg chg="del">
        <pc:chgData name="Somak Chatterjee" userId="e6d5a15b-8109-4a04-ba46-d7e9f6fc31a9" providerId="ADAL" clId="{5091EAE5-6FA4-4B40-AC62-1FF199F8BC08}" dt="2022-09-04T18:41:29.709" v="131" actId="47"/>
        <pc:sldMkLst>
          <pc:docMk/>
          <pc:sldMk cId="1757532978" sldId="388"/>
        </pc:sldMkLst>
      </pc:sldChg>
      <pc:sldChg chg="del">
        <pc:chgData name="Somak Chatterjee" userId="e6d5a15b-8109-4a04-ba46-d7e9f6fc31a9" providerId="ADAL" clId="{5091EAE5-6FA4-4B40-AC62-1FF199F8BC08}" dt="2022-09-04T18:41:29.709" v="131" actId="47"/>
        <pc:sldMkLst>
          <pc:docMk/>
          <pc:sldMk cId="251950550" sldId="389"/>
        </pc:sldMkLst>
      </pc:sldChg>
      <pc:sldChg chg="del">
        <pc:chgData name="Somak Chatterjee" userId="e6d5a15b-8109-4a04-ba46-d7e9f6fc31a9" providerId="ADAL" clId="{5091EAE5-6FA4-4B40-AC62-1FF199F8BC08}" dt="2022-09-04T18:41:29.709" v="131" actId="47"/>
        <pc:sldMkLst>
          <pc:docMk/>
          <pc:sldMk cId="2757300492" sldId="390"/>
        </pc:sldMkLst>
      </pc:sldChg>
      <pc:sldChg chg="del">
        <pc:chgData name="Somak Chatterjee" userId="e6d5a15b-8109-4a04-ba46-d7e9f6fc31a9" providerId="ADAL" clId="{5091EAE5-6FA4-4B40-AC62-1FF199F8BC08}" dt="2022-09-04T18:41:29.709" v="131" actId="47"/>
        <pc:sldMkLst>
          <pc:docMk/>
          <pc:sldMk cId="4255029374" sldId="391"/>
        </pc:sldMkLst>
      </pc:sldChg>
      <pc:sldChg chg="del">
        <pc:chgData name="Somak Chatterjee" userId="e6d5a15b-8109-4a04-ba46-d7e9f6fc31a9" providerId="ADAL" clId="{5091EAE5-6FA4-4B40-AC62-1FF199F8BC08}" dt="2022-09-04T18:41:29.709" v="131" actId="47"/>
        <pc:sldMkLst>
          <pc:docMk/>
          <pc:sldMk cId="3164373773" sldId="393"/>
        </pc:sldMkLst>
      </pc:sldChg>
      <pc:sldChg chg="del">
        <pc:chgData name="Somak Chatterjee" userId="e6d5a15b-8109-4a04-ba46-d7e9f6fc31a9" providerId="ADAL" clId="{5091EAE5-6FA4-4B40-AC62-1FF199F8BC08}" dt="2022-08-22T14:27:23.895" v="0" actId="47"/>
        <pc:sldMkLst>
          <pc:docMk/>
          <pc:sldMk cId="1407205546" sldId="394"/>
        </pc:sldMkLst>
      </pc:sldChg>
      <pc:sldChg chg="delSp mod">
        <pc:chgData name="Somak Chatterjee" userId="e6d5a15b-8109-4a04-ba46-d7e9f6fc31a9" providerId="ADAL" clId="{5091EAE5-6FA4-4B40-AC62-1FF199F8BC08}" dt="2022-09-04T20:36:57.480" v="1241" actId="478"/>
        <pc:sldMkLst>
          <pc:docMk/>
          <pc:sldMk cId="2913401318" sldId="395"/>
        </pc:sldMkLst>
        <pc:inkChg chg="del">
          <ac:chgData name="Somak Chatterjee" userId="e6d5a15b-8109-4a04-ba46-d7e9f6fc31a9" providerId="ADAL" clId="{5091EAE5-6FA4-4B40-AC62-1FF199F8BC08}" dt="2022-09-04T20:36:57.480" v="1241" actId="478"/>
          <ac:inkMkLst>
            <pc:docMk/>
            <pc:sldMk cId="2913401318" sldId="395"/>
            <ac:inkMk id="10" creationId="{2AF213AB-63F7-1F49-8727-E5C527AF5ECC}"/>
          </ac:inkMkLst>
        </pc:inkChg>
      </pc:sldChg>
      <pc:sldChg chg="del">
        <pc:chgData name="Somak Chatterjee" userId="e6d5a15b-8109-4a04-ba46-d7e9f6fc31a9" providerId="ADAL" clId="{5091EAE5-6FA4-4B40-AC62-1FF199F8BC08}" dt="2022-09-04T18:41:29.709" v="131" actId="47"/>
        <pc:sldMkLst>
          <pc:docMk/>
          <pc:sldMk cId="3529563121" sldId="396"/>
        </pc:sldMkLst>
      </pc:sldChg>
      <pc:sldChg chg="del">
        <pc:chgData name="Somak Chatterjee" userId="e6d5a15b-8109-4a04-ba46-d7e9f6fc31a9" providerId="ADAL" clId="{5091EAE5-6FA4-4B40-AC62-1FF199F8BC08}" dt="2022-09-04T18:41:29.709" v="131" actId="47"/>
        <pc:sldMkLst>
          <pc:docMk/>
          <pc:sldMk cId="3162871891" sldId="397"/>
        </pc:sldMkLst>
      </pc:sldChg>
      <pc:sldChg chg="del">
        <pc:chgData name="Somak Chatterjee" userId="e6d5a15b-8109-4a04-ba46-d7e9f6fc31a9" providerId="ADAL" clId="{5091EAE5-6FA4-4B40-AC62-1FF199F8BC08}" dt="2022-09-04T18:41:29.709" v="131" actId="47"/>
        <pc:sldMkLst>
          <pc:docMk/>
          <pc:sldMk cId="841773504" sldId="398"/>
        </pc:sldMkLst>
      </pc:sldChg>
      <pc:sldChg chg="del">
        <pc:chgData name="Somak Chatterjee" userId="e6d5a15b-8109-4a04-ba46-d7e9f6fc31a9" providerId="ADAL" clId="{5091EAE5-6FA4-4B40-AC62-1FF199F8BC08}" dt="2022-09-04T18:41:29.709" v="131" actId="47"/>
        <pc:sldMkLst>
          <pc:docMk/>
          <pc:sldMk cId="1607602923" sldId="399"/>
        </pc:sldMkLst>
      </pc:sldChg>
      <pc:sldChg chg="del">
        <pc:chgData name="Somak Chatterjee" userId="e6d5a15b-8109-4a04-ba46-d7e9f6fc31a9" providerId="ADAL" clId="{5091EAE5-6FA4-4B40-AC62-1FF199F8BC08}" dt="2022-09-04T18:41:29.709" v="131" actId="47"/>
        <pc:sldMkLst>
          <pc:docMk/>
          <pc:sldMk cId="3650997690" sldId="404"/>
        </pc:sldMkLst>
      </pc:sldChg>
      <pc:sldChg chg="del">
        <pc:chgData name="Somak Chatterjee" userId="e6d5a15b-8109-4a04-ba46-d7e9f6fc31a9" providerId="ADAL" clId="{5091EAE5-6FA4-4B40-AC62-1FF199F8BC08}" dt="2022-09-04T18:41:29.709" v="131" actId="47"/>
        <pc:sldMkLst>
          <pc:docMk/>
          <pc:sldMk cId="2349061079" sldId="405"/>
        </pc:sldMkLst>
      </pc:sldChg>
      <pc:sldChg chg="del">
        <pc:chgData name="Somak Chatterjee" userId="e6d5a15b-8109-4a04-ba46-d7e9f6fc31a9" providerId="ADAL" clId="{5091EAE5-6FA4-4B40-AC62-1FF199F8BC08}" dt="2022-09-04T18:41:29.709" v="131" actId="47"/>
        <pc:sldMkLst>
          <pc:docMk/>
          <pc:sldMk cId="993783843" sldId="406"/>
        </pc:sldMkLst>
      </pc:sldChg>
      <pc:sldChg chg="modSp mod">
        <pc:chgData name="Somak Chatterjee" userId="e6d5a15b-8109-4a04-ba46-d7e9f6fc31a9" providerId="ADAL" clId="{5091EAE5-6FA4-4B40-AC62-1FF199F8BC08}" dt="2022-09-04T19:24:50.899" v="1088" actId="1076"/>
        <pc:sldMkLst>
          <pc:docMk/>
          <pc:sldMk cId="314866932" sldId="407"/>
        </pc:sldMkLst>
        <pc:spChg chg="mod">
          <ac:chgData name="Somak Chatterjee" userId="e6d5a15b-8109-4a04-ba46-d7e9f6fc31a9" providerId="ADAL" clId="{5091EAE5-6FA4-4B40-AC62-1FF199F8BC08}" dt="2022-09-04T19:24:50.899" v="1088" actId="1076"/>
          <ac:spMkLst>
            <pc:docMk/>
            <pc:sldMk cId="314866932" sldId="407"/>
            <ac:spMk id="6" creationId="{548C82CC-2EC0-44E7-BCC4-457823A7FBEF}"/>
          </ac:spMkLst>
        </pc:spChg>
      </pc:sldChg>
      <pc:sldChg chg="addSp delSp modSp add del mod modClrScheme delAnim modAnim chgLayout">
        <pc:chgData name="Somak Chatterjee" userId="e6d5a15b-8109-4a04-ba46-d7e9f6fc31a9" providerId="ADAL" clId="{5091EAE5-6FA4-4B40-AC62-1FF199F8BC08}" dt="2022-09-04T20:12:42.345" v="1239" actId="2696"/>
        <pc:sldMkLst>
          <pc:docMk/>
          <pc:sldMk cId="656338468" sldId="408"/>
        </pc:sldMkLst>
        <pc:spChg chg="mod">
          <ac:chgData name="Somak Chatterjee" userId="e6d5a15b-8109-4a04-ba46-d7e9f6fc31a9" providerId="ADAL" clId="{5091EAE5-6FA4-4B40-AC62-1FF199F8BC08}" dt="2022-09-04T19:33:15.683" v="1120" actId="26606"/>
          <ac:spMkLst>
            <pc:docMk/>
            <pc:sldMk cId="656338468" sldId="408"/>
            <ac:spMk id="2" creationId="{00000000-0000-0000-0000-000000000000}"/>
          </ac:spMkLst>
        </pc:spChg>
        <pc:spChg chg="mod">
          <ac:chgData name="Somak Chatterjee" userId="e6d5a15b-8109-4a04-ba46-d7e9f6fc31a9" providerId="ADAL" clId="{5091EAE5-6FA4-4B40-AC62-1FF199F8BC08}" dt="2022-09-04T19:33:15.683" v="1120" actId="26606"/>
          <ac:spMkLst>
            <pc:docMk/>
            <pc:sldMk cId="656338468" sldId="408"/>
            <ac:spMk id="3" creationId="{00000000-0000-0000-0000-000000000000}"/>
          </ac:spMkLst>
        </pc:spChg>
        <pc:spChg chg="mod">
          <ac:chgData name="Somak Chatterjee" userId="e6d5a15b-8109-4a04-ba46-d7e9f6fc31a9" providerId="ADAL" clId="{5091EAE5-6FA4-4B40-AC62-1FF199F8BC08}" dt="2022-09-04T19:33:15.683" v="1120" actId="26606"/>
          <ac:spMkLst>
            <pc:docMk/>
            <pc:sldMk cId="656338468" sldId="408"/>
            <ac:spMk id="4" creationId="{00000000-0000-0000-0000-000000000000}"/>
          </ac:spMkLst>
        </pc:spChg>
        <pc:spChg chg="del">
          <ac:chgData name="Somak Chatterjee" userId="e6d5a15b-8109-4a04-ba46-d7e9f6fc31a9" providerId="ADAL" clId="{5091EAE5-6FA4-4B40-AC62-1FF199F8BC08}" dt="2022-09-04T19:28:52.785" v="1110" actId="478"/>
          <ac:spMkLst>
            <pc:docMk/>
            <pc:sldMk cId="656338468" sldId="408"/>
            <ac:spMk id="5" creationId="{00000000-0000-0000-0000-000000000000}"/>
          </ac:spMkLst>
        </pc:spChg>
        <pc:spChg chg="mod ord">
          <ac:chgData name="Somak Chatterjee" userId="e6d5a15b-8109-4a04-ba46-d7e9f6fc31a9" providerId="ADAL" clId="{5091EAE5-6FA4-4B40-AC62-1FF199F8BC08}" dt="2022-09-04T19:33:15.683" v="1120" actId="26606"/>
          <ac:spMkLst>
            <pc:docMk/>
            <pc:sldMk cId="656338468" sldId="408"/>
            <ac:spMk id="6" creationId="{00000000-0000-0000-0000-000000000000}"/>
          </ac:spMkLst>
        </pc:spChg>
        <pc:spChg chg="add del mod">
          <ac:chgData name="Somak Chatterjee" userId="e6d5a15b-8109-4a04-ba46-d7e9f6fc31a9" providerId="ADAL" clId="{5091EAE5-6FA4-4B40-AC62-1FF199F8BC08}" dt="2022-09-04T19:33:15.683" v="1120" actId="26606"/>
          <ac:spMkLst>
            <pc:docMk/>
            <pc:sldMk cId="656338468" sldId="408"/>
            <ac:spMk id="14" creationId="{7738C8A4-E75C-18C2-B19A-358C7822B24B}"/>
          </ac:spMkLst>
        </pc:spChg>
        <pc:picChg chg="add del mod">
          <ac:chgData name="Somak Chatterjee" userId="e6d5a15b-8109-4a04-ba46-d7e9f6fc31a9" providerId="ADAL" clId="{5091EAE5-6FA4-4B40-AC62-1FF199F8BC08}" dt="2022-09-04T19:30:35.156" v="1113" actId="478"/>
          <ac:picMkLst>
            <pc:docMk/>
            <pc:sldMk cId="656338468" sldId="408"/>
            <ac:picMk id="7" creationId="{AA08AB45-ED2F-F4F6-3ACB-61A6A1BA047D}"/>
          </ac:picMkLst>
        </pc:picChg>
        <pc:picChg chg="add del mod">
          <ac:chgData name="Somak Chatterjee" userId="e6d5a15b-8109-4a04-ba46-d7e9f6fc31a9" providerId="ADAL" clId="{5091EAE5-6FA4-4B40-AC62-1FF199F8BC08}" dt="2022-09-04T19:31:28.953" v="1115" actId="478"/>
          <ac:picMkLst>
            <pc:docMk/>
            <pc:sldMk cId="656338468" sldId="408"/>
            <ac:picMk id="8" creationId="{339B1482-25BC-563A-E373-4A086ABBB7B6}"/>
          </ac:picMkLst>
        </pc:picChg>
        <pc:picChg chg="add mod ord">
          <ac:chgData name="Somak Chatterjee" userId="e6d5a15b-8109-4a04-ba46-d7e9f6fc31a9" providerId="ADAL" clId="{5091EAE5-6FA4-4B40-AC62-1FF199F8BC08}" dt="2022-09-04T19:33:25.183" v="1124" actId="1076"/>
          <ac:picMkLst>
            <pc:docMk/>
            <pc:sldMk cId="656338468" sldId="408"/>
            <ac:picMk id="9" creationId="{66AE4FF5-CAB2-96AD-4CDB-A03F1CE364F3}"/>
          </ac:picMkLst>
        </pc:picChg>
      </pc:sldChg>
      <pc:sldChg chg="modSp add del mod">
        <pc:chgData name="Somak Chatterjee" userId="e6d5a15b-8109-4a04-ba46-d7e9f6fc31a9" providerId="ADAL" clId="{5091EAE5-6FA4-4B40-AC62-1FF199F8BC08}" dt="2022-09-04T19:23:53.465" v="1081" actId="2696"/>
        <pc:sldMkLst>
          <pc:docMk/>
          <pc:sldMk cId="1275681070" sldId="408"/>
        </pc:sldMkLst>
        <pc:spChg chg="mod">
          <ac:chgData name="Somak Chatterjee" userId="e6d5a15b-8109-4a04-ba46-d7e9f6fc31a9" providerId="ADAL" clId="{5091EAE5-6FA4-4B40-AC62-1FF199F8BC08}" dt="2022-09-04T19:14:50.883" v="138" actId="20577"/>
          <ac:spMkLst>
            <pc:docMk/>
            <pc:sldMk cId="1275681070" sldId="408"/>
            <ac:spMk id="5" creationId="{C3D3A73B-8267-4E56-B9CD-54C024CF09CB}"/>
          </ac:spMkLst>
        </pc:spChg>
        <pc:spChg chg="mod">
          <ac:chgData name="Somak Chatterjee" userId="e6d5a15b-8109-4a04-ba46-d7e9f6fc31a9" providerId="ADAL" clId="{5091EAE5-6FA4-4B40-AC62-1FF199F8BC08}" dt="2022-09-04T19:23:29.210" v="1080" actId="207"/>
          <ac:spMkLst>
            <pc:docMk/>
            <pc:sldMk cId="1275681070" sldId="408"/>
            <ac:spMk id="6" creationId="{168FA471-32F8-4413-9E5E-9E8862070803}"/>
          </ac:spMkLst>
        </pc:spChg>
      </pc:sldChg>
      <pc:sldChg chg="add del">
        <pc:chgData name="Somak Chatterjee" userId="e6d5a15b-8109-4a04-ba46-d7e9f6fc31a9" providerId="ADAL" clId="{5091EAE5-6FA4-4B40-AC62-1FF199F8BC08}" dt="2022-09-04T19:25:31.915" v="1108" actId="47"/>
        <pc:sldMkLst>
          <pc:docMk/>
          <pc:sldMk cId="1513860654" sldId="408"/>
        </pc:sldMkLst>
      </pc:sldChg>
      <pc:sldChg chg="addSp delSp modSp add mod">
        <pc:chgData name="Somak Chatterjee" userId="e6d5a15b-8109-4a04-ba46-d7e9f6fc31a9" providerId="ADAL" clId="{5091EAE5-6FA4-4B40-AC62-1FF199F8BC08}" dt="2022-09-04T19:51:59.035" v="1238" actId="1037"/>
        <pc:sldMkLst>
          <pc:docMk/>
          <pc:sldMk cId="507842093" sldId="409"/>
        </pc:sldMkLst>
        <pc:spChg chg="del">
          <ac:chgData name="Somak Chatterjee" userId="e6d5a15b-8109-4a04-ba46-d7e9f6fc31a9" providerId="ADAL" clId="{5091EAE5-6FA4-4B40-AC62-1FF199F8BC08}" dt="2022-09-04T19:50:26.941" v="1216" actId="478"/>
          <ac:spMkLst>
            <pc:docMk/>
            <pc:sldMk cId="507842093" sldId="409"/>
            <ac:spMk id="9" creationId="{1C7DCD5E-AA35-A073-886B-AEBCF1685A83}"/>
          </ac:spMkLst>
        </pc:spChg>
        <pc:spChg chg="del">
          <ac:chgData name="Somak Chatterjee" userId="e6d5a15b-8109-4a04-ba46-d7e9f6fc31a9" providerId="ADAL" clId="{5091EAE5-6FA4-4B40-AC62-1FF199F8BC08}" dt="2022-09-04T19:50:26.941" v="1216" actId="478"/>
          <ac:spMkLst>
            <pc:docMk/>
            <pc:sldMk cId="507842093" sldId="409"/>
            <ac:spMk id="10" creationId="{24A07243-6C03-BA08-B953-6F997C17E3D1}"/>
          </ac:spMkLst>
        </pc:spChg>
        <pc:spChg chg="del">
          <ac:chgData name="Somak Chatterjee" userId="e6d5a15b-8109-4a04-ba46-d7e9f6fc31a9" providerId="ADAL" clId="{5091EAE5-6FA4-4B40-AC62-1FF199F8BC08}" dt="2022-09-04T19:50:12.748" v="1215" actId="478"/>
          <ac:spMkLst>
            <pc:docMk/>
            <pc:sldMk cId="507842093" sldId="409"/>
            <ac:spMk id="11" creationId="{4FB17388-D70C-3F9E-92A2-9A5FE12E2004}"/>
          </ac:spMkLst>
        </pc:spChg>
        <pc:spChg chg="add mod">
          <ac:chgData name="Somak Chatterjee" userId="e6d5a15b-8109-4a04-ba46-d7e9f6fc31a9" providerId="ADAL" clId="{5091EAE5-6FA4-4B40-AC62-1FF199F8BC08}" dt="2022-09-04T19:51:50.603" v="1233" actId="14100"/>
          <ac:spMkLst>
            <pc:docMk/>
            <pc:sldMk cId="507842093" sldId="409"/>
            <ac:spMk id="12" creationId="{E5113CB4-5F30-C932-F9BA-EF25B3978D0C}"/>
          </ac:spMkLst>
        </pc:spChg>
        <pc:spChg chg="del">
          <ac:chgData name="Somak Chatterjee" userId="e6d5a15b-8109-4a04-ba46-d7e9f6fc31a9" providerId="ADAL" clId="{5091EAE5-6FA4-4B40-AC62-1FF199F8BC08}" dt="2022-09-04T19:50:26.941" v="1216" actId="478"/>
          <ac:spMkLst>
            <pc:docMk/>
            <pc:sldMk cId="507842093" sldId="409"/>
            <ac:spMk id="29" creationId="{37C16BE7-5706-BA9E-BB22-4A5D949B2EA5}"/>
          </ac:spMkLst>
        </pc:spChg>
        <pc:picChg chg="del">
          <ac:chgData name="Somak Chatterjee" userId="e6d5a15b-8109-4a04-ba46-d7e9f6fc31a9" providerId="ADAL" clId="{5091EAE5-6FA4-4B40-AC62-1FF199F8BC08}" dt="2022-09-04T19:50:11.443" v="1214" actId="478"/>
          <ac:picMkLst>
            <pc:docMk/>
            <pc:sldMk cId="507842093" sldId="409"/>
            <ac:picMk id="7" creationId="{00000000-0000-0000-0000-000000000000}"/>
          </ac:picMkLst>
        </pc:picChg>
        <pc:picChg chg="del">
          <ac:chgData name="Somak Chatterjee" userId="e6d5a15b-8109-4a04-ba46-d7e9f6fc31a9" providerId="ADAL" clId="{5091EAE5-6FA4-4B40-AC62-1FF199F8BC08}" dt="2022-09-04T19:50:26.941" v="1216" actId="478"/>
          <ac:picMkLst>
            <pc:docMk/>
            <pc:sldMk cId="507842093" sldId="409"/>
            <ac:picMk id="8" creationId="{00000000-0000-0000-0000-000000000000}"/>
          </ac:picMkLst>
        </pc:picChg>
        <pc:picChg chg="add mod">
          <ac:chgData name="Somak Chatterjee" userId="e6d5a15b-8109-4a04-ba46-d7e9f6fc31a9" providerId="ADAL" clId="{5091EAE5-6FA4-4B40-AC62-1FF199F8BC08}" dt="2022-09-04T19:51:59.035" v="1238" actId="1037"/>
          <ac:picMkLst>
            <pc:docMk/>
            <pc:sldMk cId="507842093" sldId="409"/>
            <ac:picMk id="2050" creationId="{498E2300-FD88-2B56-1155-B65FB51CE47B}"/>
          </ac:picMkLst>
        </pc:picChg>
        <pc:cxnChg chg="del">
          <ac:chgData name="Somak Chatterjee" userId="e6d5a15b-8109-4a04-ba46-d7e9f6fc31a9" providerId="ADAL" clId="{5091EAE5-6FA4-4B40-AC62-1FF199F8BC08}" dt="2022-09-04T19:50:26.941" v="1216" actId="478"/>
          <ac:cxnSpMkLst>
            <pc:docMk/>
            <pc:sldMk cId="507842093" sldId="409"/>
            <ac:cxnSpMk id="14" creationId="{5AE30530-E473-F928-1228-571FD16C5943}"/>
          </ac:cxnSpMkLst>
        </pc:cxnChg>
        <pc:cxnChg chg="del">
          <ac:chgData name="Somak Chatterjee" userId="e6d5a15b-8109-4a04-ba46-d7e9f6fc31a9" providerId="ADAL" clId="{5091EAE5-6FA4-4B40-AC62-1FF199F8BC08}" dt="2022-09-04T19:50:26.941" v="1216" actId="478"/>
          <ac:cxnSpMkLst>
            <pc:docMk/>
            <pc:sldMk cId="507842093" sldId="409"/>
            <ac:cxnSpMk id="15" creationId="{51219020-FD99-D420-58E8-149595F5AA3A}"/>
          </ac:cxnSpMkLst>
        </pc:cxnChg>
        <pc:cxnChg chg="del">
          <ac:chgData name="Somak Chatterjee" userId="e6d5a15b-8109-4a04-ba46-d7e9f6fc31a9" providerId="ADAL" clId="{5091EAE5-6FA4-4B40-AC62-1FF199F8BC08}" dt="2022-09-04T19:50:26.941" v="1216" actId="478"/>
          <ac:cxnSpMkLst>
            <pc:docMk/>
            <pc:sldMk cId="507842093" sldId="409"/>
            <ac:cxnSpMk id="16" creationId="{9CCDA78E-DBFD-B2DB-9B15-6BA9D9AEB29F}"/>
          </ac:cxnSpMkLst>
        </pc:cxnChg>
        <pc:cxnChg chg="del">
          <ac:chgData name="Somak Chatterjee" userId="e6d5a15b-8109-4a04-ba46-d7e9f6fc31a9" providerId="ADAL" clId="{5091EAE5-6FA4-4B40-AC62-1FF199F8BC08}" dt="2022-09-04T19:50:26.941" v="1216" actId="478"/>
          <ac:cxnSpMkLst>
            <pc:docMk/>
            <pc:sldMk cId="507842093" sldId="409"/>
            <ac:cxnSpMk id="17" creationId="{AAB6F1EA-B72F-E469-ACC8-A77F1B188105}"/>
          </ac:cxnSpMkLst>
        </pc:cxnChg>
        <pc:cxnChg chg="del">
          <ac:chgData name="Somak Chatterjee" userId="e6d5a15b-8109-4a04-ba46-d7e9f6fc31a9" providerId="ADAL" clId="{5091EAE5-6FA4-4B40-AC62-1FF199F8BC08}" dt="2022-09-04T19:50:26.941" v="1216" actId="478"/>
          <ac:cxnSpMkLst>
            <pc:docMk/>
            <pc:sldMk cId="507842093" sldId="409"/>
            <ac:cxnSpMk id="18" creationId="{671404A3-DAAC-533E-D693-6CD377B9132D}"/>
          </ac:cxnSpMkLst>
        </pc:cxnChg>
        <pc:cxnChg chg="del">
          <ac:chgData name="Somak Chatterjee" userId="e6d5a15b-8109-4a04-ba46-d7e9f6fc31a9" providerId="ADAL" clId="{5091EAE5-6FA4-4B40-AC62-1FF199F8BC08}" dt="2022-09-04T19:50:26.941" v="1216" actId="478"/>
          <ac:cxnSpMkLst>
            <pc:docMk/>
            <pc:sldMk cId="507842093" sldId="409"/>
            <ac:cxnSpMk id="20" creationId="{ADFBD6F3-0319-07D1-E7DE-993F6A6C998E}"/>
          </ac:cxnSpMkLst>
        </pc:cxnChg>
        <pc:cxnChg chg="del">
          <ac:chgData name="Somak Chatterjee" userId="e6d5a15b-8109-4a04-ba46-d7e9f6fc31a9" providerId="ADAL" clId="{5091EAE5-6FA4-4B40-AC62-1FF199F8BC08}" dt="2022-09-04T19:50:26.941" v="1216" actId="478"/>
          <ac:cxnSpMkLst>
            <pc:docMk/>
            <pc:sldMk cId="507842093" sldId="409"/>
            <ac:cxnSpMk id="21" creationId="{B9AB1462-082A-89BE-D456-52E3386F6106}"/>
          </ac:cxnSpMkLst>
        </pc:cxnChg>
        <pc:cxnChg chg="del">
          <ac:chgData name="Somak Chatterjee" userId="e6d5a15b-8109-4a04-ba46-d7e9f6fc31a9" providerId="ADAL" clId="{5091EAE5-6FA4-4B40-AC62-1FF199F8BC08}" dt="2022-09-04T19:50:26.941" v="1216" actId="478"/>
          <ac:cxnSpMkLst>
            <pc:docMk/>
            <pc:sldMk cId="507842093" sldId="409"/>
            <ac:cxnSpMk id="22" creationId="{AD72E596-C69B-C4BA-E2AD-3C40FE52DDCE}"/>
          </ac:cxnSpMkLst>
        </pc:cxnChg>
        <pc:cxnChg chg="del">
          <ac:chgData name="Somak Chatterjee" userId="e6d5a15b-8109-4a04-ba46-d7e9f6fc31a9" providerId="ADAL" clId="{5091EAE5-6FA4-4B40-AC62-1FF199F8BC08}" dt="2022-09-04T19:50:26.941" v="1216" actId="478"/>
          <ac:cxnSpMkLst>
            <pc:docMk/>
            <pc:sldMk cId="507842093" sldId="409"/>
            <ac:cxnSpMk id="23" creationId="{668C0600-4BC3-1427-7E44-A54573B06CB6}"/>
          </ac:cxnSpMkLst>
        </pc:cxnChg>
        <pc:cxnChg chg="del">
          <ac:chgData name="Somak Chatterjee" userId="e6d5a15b-8109-4a04-ba46-d7e9f6fc31a9" providerId="ADAL" clId="{5091EAE5-6FA4-4B40-AC62-1FF199F8BC08}" dt="2022-09-04T19:50:26.941" v="1216" actId="478"/>
          <ac:cxnSpMkLst>
            <pc:docMk/>
            <pc:sldMk cId="507842093" sldId="409"/>
            <ac:cxnSpMk id="24" creationId="{F912588F-5B1E-5293-903E-E5BCEDBCFDEC}"/>
          </ac:cxnSpMkLst>
        </pc:cxnChg>
        <pc:cxnChg chg="del">
          <ac:chgData name="Somak Chatterjee" userId="e6d5a15b-8109-4a04-ba46-d7e9f6fc31a9" providerId="ADAL" clId="{5091EAE5-6FA4-4B40-AC62-1FF199F8BC08}" dt="2022-09-04T19:50:26.941" v="1216" actId="478"/>
          <ac:cxnSpMkLst>
            <pc:docMk/>
            <pc:sldMk cId="507842093" sldId="409"/>
            <ac:cxnSpMk id="27" creationId="{FD5912C7-CEF9-E66B-0A11-71F81A260697}"/>
          </ac:cxnSpMkLst>
        </pc:cxnChg>
      </pc:sldChg>
      <pc:sldChg chg="del">
        <pc:chgData name="Somak Chatterjee" userId="e6d5a15b-8109-4a04-ba46-d7e9f6fc31a9" providerId="ADAL" clId="{5091EAE5-6FA4-4B40-AC62-1FF199F8BC08}" dt="2022-09-04T18:41:29.709" v="131" actId="47"/>
        <pc:sldMkLst>
          <pc:docMk/>
          <pc:sldMk cId="2401735318" sldId="40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CC00E1C0-348C-40D3-BEEA-3D2CC97E46E5}" type="datetimeFigureOut">
              <a:rPr lang="en-IN" smtClean="0"/>
              <a:t>07-08-2024</a:t>
            </a:fld>
            <a:endParaRPr lang="en-IN"/>
          </a:p>
        </p:txBody>
      </p:sp>
      <p:sp>
        <p:nvSpPr>
          <p:cNvPr id="4" name="Footer Placeholder 3"/>
          <p:cNvSpPr>
            <a:spLocks noGrp="1"/>
          </p:cNvSpPr>
          <p:nvPr>
            <p:ph type="ftr" sz="quarter" idx="2"/>
          </p:nvPr>
        </p:nvSpPr>
        <p:spPr>
          <a:xfrm>
            <a:off x="0" y="9120189"/>
            <a:ext cx="3170238" cy="481012"/>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4143375" y="9120189"/>
            <a:ext cx="3170238" cy="481012"/>
          </a:xfrm>
          <a:prstGeom prst="rect">
            <a:avLst/>
          </a:prstGeom>
        </p:spPr>
        <p:txBody>
          <a:bodyPr vert="horz" lIns="91440" tIns="45720" rIns="91440" bIns="45720" rtlCol="0" anchor="b"/>
          <a:lstStyle>
            <a:lvl1pPr algn="r">
              <a:defRPr sz="1200"/>
            </a:lvl1pPr>
          </a:lstStyle>
          <a:p>
            <a:fld id="{5EBB26E0-1484-46A8-B7A9-B238AB04DEAD}" type="slidenum">
              <a:rPr lang="en-IN" smtClean="0"/>
              <a:t>‹#›</a:t>
            </a:fld>
            <a:endParaRPr lang="en-IN"/>
          </a:p>
        </p:txBody>
      </p:sp>
    </p:spTree>
    <p:extLst>
      <p:ext uri="{BB962C8B-B14F-4D97-AF65-F5344CB8AC3E}">
        <p14:creationId xmlns:p14="http://schemas.microsoft.com/office/powerpoint/2010/main" val="3953929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143F6E76-D32A-4F60-9992-87F5028D701A}" type="datetimeFigureOut">
              <a:rPr lang="en-IN" smtClean="0"/>
              <a:t>07-08-2024</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5"/>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61" tIns="48331" rIns="96661" bIns="48331" rtlCol="0" anchor="b"/>
          <a:lstStyle>
            <a:lvl1pPr algn="r">
              <a:defRPr sz="1300"/>
            </a:lvl1pPr>
          </a:lstStyle>
          <a:p>
            <a:fld id="{74B2998F-6834-4E04-A5E3-C7F868389BD2}" type="slidenum">
              <a:rPr lang="en-IN" smtClean="0"/>
              <a:t>‹#›</a:t>
            </a:fld>
            <a:endParaRPr lang="en-IN"/>
          </a:p>
        </p:txBody>
      </p:sp>
    </p:spTree>
    <p:extLst>
      <p:ext uri="{BB962C8B-B14F-4D97-AF65-F5344CB8AC3E}">
        <p14:creationId xmlns:p14="http://schemas.microsoft.com/office/powerpoint/2010/main" val="332962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B2998F-6834-4E04-A5E3-C7F868389BD2}" type="slidenum">
              <a:rPr lang="en-IN" smtClean="0"/>
              <a:t>2</a:t>
            </a:fld>
            <a:endParaRPr lang="en-IN"/>
          </a:p>
        </p:txBody>
      </p:sp>
    </p:spTree>
    <p:extLst>
      <p:ext uri="{BB962C8B-B14F-4D97-AF65-F5344CB8AC3E}">
        <p14:creationId xmlns:p14="http://schemas.microsoft.com/office/powerpoint/2010/main" val="23202062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nchorCtr="0"/>
          <a:lstStyle/>
          <a:p>
            <a:pPr algn="l"/>
            <a:endParaRPr lang="en-US" sz="1600" b="1" dirty="0">
              <a:latin typeface="+mn-lt"/>
              <a:cs typeface="Arial" pitchFamily="34" charset="0"/>
            </a:endParaRPr>
          </a:p>
        </p:txBody>
      </p:sp>
      <p:sp>
        <p:nvSpPr>
          <p:cNvPr id="22" name="Rectangle 21"/>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4" name="Rectangle 23"/>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26" name="Picture 25" descr="BITS_university_logo_whitevert.png"/>
          <p:cNvPicPr>
            <a:picLocks noChangeAspect="1"/>
          </p:cNvPicPr>
          <p:nvPr/>
        </p:nvPicPr>
        <p:blipFill rotWithShape="1">
          <a:blip r:embed="rId3">
            <a:extLst>
              <a:ext uri="{28A0092B-C50C-407E-A947-70E740481C1C}">
                <a14:useLocalDpi xmlns:a14="http://schemas.microsoft.com/office/drawing/2010/main" val="0"/>
              </a:ext>
            </a:extLst>
          </a:blip>
          <a:srcRect t="2" b="28592"/>
          <a:stretch/>
        </p:blipFill>
        <p:spPr>
          <a:xfrm>
            <a:off x="101600" y="3352800"/>
            <a:ext cx="2743200" cy="1980000"/>
          </a:xfrm>
          <a:prstGeom prst="rect">
            <a:avLst/>
          </a:prstGeom>
        </p:spPr>
      </p:pic>
      <p:sp>
        <p:nvSpPr>
          <p:cNvPr id="30" name="TextBox 29"/>
          <p:cNvSpPr txBox="1"/>
          <p:nvPr/>
        </p:nvSpPr>
        <p:spPr>
          <a:xfrm>
            <a:off x="-101600" y="52578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31" name="TextBox 30"/>
          <p:cNvSpPr txBox="1"/>
          <p:nvPr/>
        </p:nvSpPr>
        <p:spPr>
          <a:xfrm>
            <a:off x="0" y="5666603"/>
            <a:ext cx="2743200" cy="307777"/>
          </a:xfrm>
          <a:prstGeom prst="rect">
            <a:avLst/>
          </a:prstGeom>
          <a:noFill/>
        </p:spPr>
        <p:txBody>
          <a:bodyPr wrap="square" numCol="1" rtlCol="0">
            <a:spAutoFit/>
          </a:bodyPr>
          <a:lstStyle/>
          <a:p>
            <a:pPr algn="ctr"/>
            <a:r>
              <a:rPr lang="en-US" sz="1400" spc="0" dirty="0">
                <a:solidFill>
                  <a:srgbClr val="FFFFFF"/>
                </a:solidFill>
                <a:latin typeface="+mn-lt"/>
                <a:cs typeface="Arial"/>
              </a:rPr>
              <a:t>Pilani</a:t>
            </a:r>
            <a:r>
              <a:rPr lang="en-US" sz="1400" spc="0" baseline="0" dirty="0">
                <a:solidFill>
                  <a:srgbClr val="FFFFFF"/>
                </a:solidFill>
                <a:latin typeface="+mn-lt"/>
                <a:cs typeface="Arial"/>
              </a:rPr>
              <a:t> Campus</a:t>
            </a:r>
            <a:endParaRPr lang="en-US" sz="1400" spc="0" dirty="0">
              <a:solidFill>
                <a:srgbClr val="FFFFFF"/>
              </a:solidFill>
              <a:latin typeface="+mn-lt"/>
              <a:cs typeface="Arial"/>
            </a:endParaRPr>
          </a:p>
        </p:txBody>
      </p:sp>
      <p:sp>
        <p:nvSpPr>
          <p:cNvPr id="11" name="Title 1"/>
          <p:cNvSpPr>
            <a:spLocks noGrp="1"/>
          </p:cNvSpPr>
          <p:nvPr>
            <p:ph type="title" hasCustomPrompt="1"/>
          </p:nvPr>
        </p:nvSpPr>
        <p:spPr>
          <a:xfrm>
            <a:off x="3352800" y="3810000"/>
            <a:ext cx="8026400" cy="1524000"/>
          </a:xfrm>
        </p:spPr>
        <p:txBody>
          <a:bodyPr numCol="1" anchor="ctr" anchorCtr="0">
            <a:noAutofit/>
          </a:bodyPr>
          <a:lstStyle>
            <a:lvl1pPr algn="l">
              <a:lnSpc>
                <a:spcPts val="3000"/>
              </a:lnSpc>
              <a:defRPr sz="3600" baseline="0">
                <a:solidFill>
                  <a:schemeClr val="bg1"/>
                </a:solidFill>
              </a:defRPr>
            </a:lvl1pPr>
          </a:lstStyle>
          <a:p>
            <a:r>
              <a:rPr lang="en-GB" altLang="en-GB" dirty="0"/>
              <a:t>Presentation Title </a:t>
            </a:r>
            <a:endParaRPr lang="en-US" dirty="0"/>
          </a:p>
        </p:txBody>
      </p:sp>
    </p:spTree>
    <p:extLst>
      <p:ext uri="{BB962C8B-B14F-4D97-AF65-F5344CB8AC3E}">
        <p14:creationId xmlns:p14="http://schemas.microsoft.com/office/powerpoint/2010/main" val="2855921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dirty="0">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7" name="Content Placeholder 6"/>
          <p:cNvSpPr>
            <a:spLocks noGrp="1"/>
          </p:cNvSpPr>
          <p:nvPr>
            <p:ph sz="quarter" idx="13" hasCustomPrompt="1"/>
          </p:nvPr>
        </p:nvSpPr>
        <p:spPr>
          <a:xfrm>
            <a:off x="3354745" y="5206978"/>
            <a:ext cx="8026400" cy="700756"/>
          </a:xfrm>
        </p:spPr>
        <p:txBody>
          <a:bodyPr numCol="1" anchor="b" anchorCtr="0">
            <a:noAutofit/>
          </a:bodyPr>
          <a:lstStyle>
            <a:lvl1pPr marL="0" indent="0" algn="r">
              <a:lnSpc>
                <a:spcPts val="1350"/>
              </a:lnSpc>
              <a:spcBef>
                <a:spcPts val="0"/>
              </a:spcBef>
              <a:buNone/>
              <a:defRPr sz="2000" baseline="0">
                <a:solidFill>
                  <a:schemeClr val="bg1"/>
                </a:solidFill>
                <a:latin typeface="+mj-lt"/>
              </a:defRPr>
            </a:lvl1pPr>
          </a:lstStyle>
          <a:p>
            <a:pPr lvl="0"/>
            <a:r>
              <a:rPr lang="en-GB" altLang="en-GB" dirty="0"/>
              <a:t>Presenter Name</a:t>
            </a:r>
          </a:p>
          <a:p>
            <a:pPr lvl="0"/>
            <a:endParaRPr lang="en-GB" altLang="en-GB" dirty="0"/>
          </a:p>
          <a:p>
            <a:pPr lvl="0"/>
            <a:r>
              <a:rPr lang="en-GB" altLang="en-GB" dirty="0"/>
              <a:t>Date </a:t>
            </a:r>
          </a:p>
        </p:txBody>
      </p:sp>
      <p:sp>
        <p:nvSpPr>
          <p:cNvPr id="2" name="Title 1"/>
          <p:cNvSpPr>
            <a:spLocks noGrp="1"/>
          </p:cNvSpPr>
          <p:nvPr>
            <p:ph type="title" hasCustomPrompt="1"/>
          </p:nvPr>
        </p:nvSpPr>
        <p:spPr>
          <a:xfrm>
            <a:off x="3354745" y="3429000"/>
            <a:ext cx="8026400" cy="1524000"/>
          </a:xfrm>
        </p:spPr>
        <p:txBody>
          <a:bodyPr numCol="1" anchor="ctr" anchorCtr="0">
            <a:noAutofit/>
          </a:bodyPr>
          <a:lstStyle>
            <a:lvl1pPr algn="l">
              <a:lnSpc>
                <a:spcPts val="3000"/>
              </a:lnSpc>
              <a:defRPr sz="3600" baseline="0">
                <a:solidFill>
                  <a:schemeClr val="bg1"/>
                </a:solidFill>
                <a:latin typeface="+mj-lt"/>
              </a:defRPr>
            </a:lvl1pPr>
          </a:lstStyle>
          <a:p>
            <a:r>
              <a:rPr lang="en-GB" altLang="en-GB" dirty="0"/>
              <a:t>Presentation title</a:t>
            </a:r>
            <a:endParaRPr lang="en-US" dirty="0"/>
          </a:p>
        </p:txBody>
      </p:sp>
      <p:pic>
        <p:nvPicPr>
          <p:cNvPr id="13" name="Picture 12" descr="BITS_university_logo_whitevert.png"/>
          <p:cNvPicPr preferRelativeResize="0">
            <a:picLocks/>
          </p:cNvPicPr>
          <p:nvPr/>
        </p:nvPicPr>
        <p:blipFill rotWithShape="1">
          <a:blip r:embed="rId3">
            <a:extLst>
              <a:ext uri="{28A0092B-C50C-407E-A947-70E740481C1C}">
                <a14:useLocalDpi xmlns:a14="http://schemas.microsoft.com/office/drawing/2010/main" val="0"/>
              </a:ext>
            </a:extLst>
          </a:blip>
          <a:srcRect t="2" b="28592"/>
          <a:stretch/>
        </p:blipFill>
        <p:spPr>
          <a:xfrm>
            <a:off x="191344" y="3225301"/>
            <a:ext cx="2160000" cy="2160000"/>
          </a:xfrm>
          <a:prstGeom prst="rect">
            <a:avLst/>
          </a:prstGeom>
        </p:spPr>
      </p:pic>
      <p:sp>
        <p:nvSpPr>
          <p:cNvPr id="14" name="TextBox 13"/>
          <p:cNvSpPr txBox="1"/>
          <p:nvPr/>
        </p:nvSpPr>
        <p:spPr>
          <a:xfrm>
            <a:off x="18728" y="5293668"/>
            <a:ext cx="2456855" cy="461665"/>
          </a:xfrm>
          <a:prstGeom prst="rect">
            <a:avLst/>
          </a:prstGeom>
          <a:noFill/>
        </p:spPr>
        <p:txBody>
          <a:bodyPr wrap="square" numCol="1" rtlCol="0">
            <a:spAutoFit/>
          </a:bodyPr>
          <a:lstStyle/>
          <a:p>
            <a:pPr algn="ctr"/>
            <a:r>
              <a:rPr lang="en-US" sz="2400" b="1" spc="-113" dirty="0">
                <a:solidFill>
                  <a:schemeClr val="bg1"/>
                </a:solidFill>
                <a:latin typeface="+mn-lt"/>
                <a:cs typeface="Arial"/>
              </a:rPr>
              <a:t>BITS</a:t>
            </a:r>
            <a:r>
              <a:rPr lang="en-US" sz="2400" spc="-113" dirty="0">
                <a:solidFill>
                  <a:schemeClr val="bg1"/>
                </a:solidFill>
                <a:latin typeface="+mn-lt"/>
                <a:cs typeface="Arial"/>
              </a:rPr>
              <a:t> Pilani</a:t>
            </a:r>
          </a:p>
        </p:txBody>
      </p:sp>
      <p:sp>
        <p:nvSpPr>
          <p:cNvPr id="15" name="TextBox 14"/>
          <p:cNvSpPr txBox="1"/>
          <p:nvPr/>
        </p:nvSpPr>
        <p:spPr>
          <a:xfrm>
            <a:off x="139200" y="5684844"/>
            <a:ext cx="2160000" cy="338554"/>
          </a:xfrm>
          <a:prstGeom prst="rect">
            <a:avLst/>
          </a:prstGeom>
          <a:noFill/>
        </p:spPr>
        <p:txBody>
          <a:bodyPr wrap="square" numCol="1" rtlCol="0">
            <a:spAutoFit/>
          </a:bodyPr>
          <a:lstStyle/>
          <a:p>
            <a:pPr algn="ctr"/>
            <a:r>
              <a:rPr lang="en-US" sz="1600" spc="0" dirty="0">
                <a:solidFill>
                  <a:srgbClr val="FFFFFF"/>
                </a:solidFill>
                <a:latin typeface="+mn-lt"/>
                <a:cs typeface="Arial"/>
              </a:rPr>
              <a:t>Pilani</a:t>
            </a:r>
            <a:r>
              <a:rPr lang="en-US" sz="1600" spc="0" baseline="0" dirty="0">
                <a:solidFill>
                  <a:srgbClr val="FFFFFF"/>
                </a:solidFill>
                <a:latin typeface="+mn-lt"/>
                <a:cs typeface="Arial"/>
              </a:rPr>
              <a:t> Campus</a:t>
            </a:r>
            <a:endParaRPr lang="en-US" sz="1600" spc="0" dirty="0">
              <a:solidFill>
                <a:srgbClr val="FFFFFF"/>
              </a:solidFill>
              <a:latin typeface="+mn-lt"/>
              <a:cs typeface="Arial"/>
            </a:endParaRPr>
          </a:p>
        </p:txBody>
      </p:sp>
    </p:spTree>
    <p:extLst>
      <p:ext uri="{BB962C8B-B14F-4D97-AF65-F5344CB8AC3E}">
        <p14:creationId xmlns:p14="http://schemas.microsoft.com/office/powerpoint/2010/main" val="464995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p:nvPicPr>
        <p:blipFill>
          <a:blip r:embed="rId2"/>
          <a:srcRect/>
          <a:stretch>
            <a:fillRect/>
          </a:stretch>
        </p:blipFill>
        <p:spPr>
          <a:xfrm>
            <a:off x="0" y="0"/>
            <a:ext cx="12192000" cy="6858000"/>
          </a:xfrm>
          <a:prstGeom prst="rect">
            <a:avLst/>
          </a:prstGeom>
          <a:noFill/>
        </p:spPr>
      </p:pic>
      <p:sp>
        <p:nvSpPr>
          <p:cNvPr id="8" name="Rectangle 7"/>
          <p:cNvSpPr/>
          <p:nvPr/>
        </p:nvSpPr>
        <p:spPr>
          <a:xfrm>
            <a:off x="0" y="4282182"/>
            <a:ext cx="12192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15" name="Picture 14" descr="Picture 7.png"/>
          <p:cNvPicPr>
            <a:picLocks noChangeAspect="1"/>
          </p:cNvPicPr>
          <p:nvPr/>
        </p:nvPicPr>
        <p:blipFill>
          <a:blip r:embed="rId3" cstate="print"/>
          <a:srcRect l="1923" b="5336"/>
          <a:stretch>
            <a:fillRect/>
          </a:stretch>
        </p:blipFill>
        <p:spPr>
          <a:xfrm>
            <a:off x="8839204" y="-1"/>
            <a:ext cx="2924257" cy="692697"/>
          </a:xfrm>
          <a:prstGeom prst="rect">
            <a:avLst/>
          </a:prstGeom>
        </p:spPr>
      </p:pic>
      <p:sp>
        <p:nvSpPr>
          <p:cNvPr id="11" name="Rectangle 10"/>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TextBox 11"/>
          <p:cNvSpPr txBox="1"/>
          <p:nvPr/>
        </p:nvSpPr>
        <p:spPr>
          <a:xfrm>
            <a:off x="9144000" y="7620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13" name="TextBox 12"/>
          <p:cNvSpPr txBox="1"/>
          <p:nvPr/>
        </p:nvSpPr>
        <p:spPr>
          <a:xfrm>
            <a:off x="9448800" y="1170804"/>
            <a:ext cx="2540000" cy="276999"/>
          </a:xfrm>
          <a:prstGeom prst="rect">
            <a:avLst/>
          </a:prstGeom>
          <a:noFill/>
        </p:spPr>
        <p:txBody>
          <a:bodyPr wrap="square" numCol="1" rtlCol="0">
            <a:spAutoFit/>
          </a:bodyPr>
          <a:lstStyle/>
          <a:p>
            <a:pPr algn="ctr"/>
            <a:r>
              <a:rPr lang="en-US" sz="1200" spc="0" dirty="0">
                <a:solidFill>
                  <a:srgbClr val="FFFFFF"/>
                </a:solidFill>
                <a:latin typeface="+mn-lt"/>
                <a:cs typeface="Arial"/>
              </a:rPr>
              <a:t>Pilani</a:t>
            </a:r>
            <a:r>
              <a:rPr lang="en-US" sz="1200" spc="0" baseline="0" dirty="0">
                <a:solidFill>
                  <a:srgbClr val="FFFFFF"/>
                </a:solidFill>
                <a:latin typeface="+mn-lt"/>
                <a:cs typeface="Arial"/>
              </a:rPr>
              <a:t> Campus</a:t>
            </a:r>
            <a:endParaRPr lang="en-US" sz="1200" spc="0" dirty="0">
              <a:solidFill>
                <a:srgbClr val="FFFFFF"/>
              </a:solidFill>
              <a:latin typeface="+mn-lt"/>
              <a:cs typeface="Arial"/>
            </a:endParaRPr>
          </a:p>
        </p:txBody>
      </p:sp>
      <p:sp>
        <p:nvSpPr>
          <p:cNvPr id="2" name="Title 1"/>
          <p:cNvSpPr>
            <a:spLocks noGrp="1"/>
          </p:cNvSpPr>
          <p:nvPr>
            <p:ph type="title"/>
          </p:nvPr>
        </p:nvSpPr>
        <p:spPr>
          <a:xfrm>
            <a:off x="592667" y="4586984"/>
            <a:ext cx="10972800" cy="1143000"/>
          </a:xfrm>
        </p:spPr>
        <p:txBody>
          <a:bodyPr/>
          <a:lstStyle>
            <a:lvl1pPr>
              <a:defRPr>
                <a:solidFill>
                  <a:srgbClr val="002060"/>
                </a:solidFill>
              </a:defRPr>
            </a:lvl1pPr>
          </a:lstStyle>
          <a:p>
            <a:r>
              <a:rPr lang="en-US"/>
              <a:t>Click to edit Master title style</a:t>
            </a:r>
            <a:endParaRPr lang="en-IN" dirty="0"/>
          </a:p>
        </p:txBody>
      </p:sp>
    </p:spTree>
    <p:extLst>
      <p:ext uri="{BB962C8B-B14F-4D97-AF65-F5344CB8AC3E}">
        <p14:creationId xmlns:p14="http://schemas.microsoft.com/office/powerpoint/2010/main" val="183029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6" name="Picture 15"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793CAAB6-CD82-467D-B8E9-9E98DCC1E140}" type="datetime1">
              <a:rPr lang="en-IN" smtClean="0"/>
              <a:t>07-08-2024</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a:p>
        </p:txBody>
      </p:sp>
      <p:sp>
        <p:nvSpPr>
          <p:cNvPr id="10" name="Title 9"/>
          <p:cNvSpPr>
            <a:spLocks noGrp="1"/>
          </p:cNvSpPr>
          <p:nvPr>
            <p:ph type="title"/>
          </p:nvPr>
        </p:nvSpPr>
        <p:spPr>
          <a:xfrm>
            <a:off x="443999" y="-4794"/>
            <a:ext cx="9012435" cy="864000"/>
          </a:xfrm>
        </p:spPr>
        <p:txBody>
          <a:bodyPr/>
          <a:lstStyle>
            <a:lvl1pPr>
              <a:defRPr>
                <a:solidFill>
                  <a:srgbClr val="002060"/>
                </a:solidFill>
              </a:defRPr>
            </a:lvl1pPr>
          </a:lstStyle>
          <a:p>
            <a:r>
              <a:rPr lang="en-US"/>
              <a:t>Click to edit Master title style</a:t>
            </a:r>
            <a:endParaRPr lang="en-IN"/>
          </a:p>
        </p:txBody>
      </p:sp>
      <p:sp>
        <p:nvSpPr>
          <p:cNvPr id="7" name="Content Placeholder 6">
            <a:extLst>
              <a:ext uri="{FF2B5EF4-FFF2-40B4-BE49-F238E27FC236}">
                <a16:creationId xmlns:a16="http://schemas.microsoft.com/office/drawing/2014/main" id="{2FABC1C0-E399-4727-BAFC-A3C9C317453B}"/>
              </a:ext>
            </a:extLst>
          </p:cNvPr>
          <p:cNvSpPr>
            <a:spLocks noGrp="1"/>
          </p:cNvSpPr>
          <p:nvPr>
            <p:ph sz="quarter" idx="14"/>
          </p:nvPr>
        </p:nvSpPr>
        <p:spPr>
          <a:xfrm>
            <a:off x="544513" y="1141413"/>
            <a:ext cx="10914062" cy="47228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00779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F62F1373-6317-4369-96B3-E1706F11E666}" type="datetime1">
              <a:rPr lang="en-IN" smtClean="0"/>
              <a:t>07-08-2024</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rgbClr val="002060"/>
                </a:solidFill>
              </a:defRPr>
            </a:lvl1pPr>
          </a:lstStyle>
          <a:p>
            <a:r>
              <a:rPr lang="en-US"/>
              <a:t>Click to edit Master title style</a:t>
            </a:r>
            <a:endParaRPr lang="en-IN"/>
          </a:p>
        </p:txBody>
      </p:sp>
      <p:pic>
        <p:nvPicPr>
          <p:cNvPr id="2" name="Picture 1">
            <a:extLst>
              <a:ext uri="{FF2B5EF4-FFF2-40B4-BE49-F238E27FC236}">
                <a16:creationId xmlns:a16="http://schemas.microsoft.com/office/drawing/2014/main" id="{6EBED1AA-28D0-45FC-8FFA-4C86EED6999E}"/>
              </a:ext>
            </a:extLst>
          </p:cNvPr>
          <p:cNvPicPr>
            <a:picLocks noChangeAspect="1"/>
          </p:cNvPicPr>
          <p:nvPr/>
        </p:nvPicPr>
        <p:blipFill>
          <a:blip r:embed="rId2"/>
          <a:stretch>
            <a:fillRect/>
          </a:stretch>
        </p:blipFill>
        <p:spPr>
          <a:xfrm>
            <a:off x="10992835" y="0"/>
            <a:ext cx="1209675" cy="1123950"/>
          </a:xfrm>
          <a:prstGeom prst="rect">
            <a:avLst/>
          </a:prstGeom>
        </p:spPr>
      </p:pic>
    </p:spTree>
    <p:extLst>
      <p:ext uri="{BB962C8B-B14F-4D97-AF65-F5344CB8AC3E}">
        <p14:creationId xmlns:p14="http://schemas.microsoft.com/office/powerpoint/2010/main" val="316244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and Content">
    <p:bg>
      <p:bgPr>
        <a:solidFill>
          <a:schemeClr val="tx1"/>
        </a:solidFill>
        <a:effectLst/>
      </p:bgPr>
    </p:bg>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C8031A8B-4C8E-4A91-8AF7-6F818B3845F3}" type="datetime1">
              <a:rPr lang="en-IN" smtClean="0"/>
              <a:t>07-08-2024</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1671680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Title and Conten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775C6030-3177-42D1-A166-8780658CEE63}" type="datetime1">
              <a:rPr lang="en-IN" smtClean="0"/>
              <a:t>07-08-2024</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1022550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6AA7CA08-ABC1-4731-A517-5CF7A5A99B80}" type="datetime1">
              <a:rPr lang="en-IN" smtClean="0"/>
              <a:t>07-08-2024</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267944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0" name="Group 19"/>
          <p:cNvGrpSpPr/>
          <p:nvPr/>
        </p:nvGrpSpPr>
        <p:grpSpPr>
          <a:xfrm>
            <a:off x="0" y="868682"/>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9" name="Group 28"/>
          <p:cNvGrpSpPr/>
          <p:nvPr/>
        </p:nvGrpSpPr>
        <p:grpSpPr>
          <a:xfrm>
            <a:off x="2844800" y="6287776"/>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2" name="Date Placeholder 1"/>
          <p:cNvSpPr>
            <a:spLocks noGrp="1"/>
          </p:cNvSpPr>
          <p:nvPr>
            <p:ph type="dt" sz="half" idx="11"/>
          </p:nvPr>
        </p:nvSpPr>
        <p:spPr/>
        <p:txBody>
          <a:bodyPr/>
          <a:lstStyle/>
          <a:p>
            <a:fld id="{743A4FEC-5CA3-4A6C-9A16-46ABA3497544}" type="datetime1">
              <a:rPr lang="en-IN" smtClean="0"/>
              <a:t>07-08-2024</a:t>
            </a:fld>
            <a:endParaRPr lang="en-IN"/>
          </a:p>
        </p:txBody>
      </p:sp>
      <p:sp>
        <p:nvSpPr>
          <p:cNvPr id="5" name="Footer Placeholder 4"/>
          <p:cNvSpPr>
            <a:spLocks noGrp="1"/>
          </p:cNvSpPr>
          <p:nvPr>
            <p:ph type="ftr" sz="quarter" idx="12"/>
          </p:nvPr>
        </p:nvSpPr>
        <p:spPr/>
        <p:txBody>
          <a:bodyPr/>
          <a:lstStyle/>
          <a:p>
            <a:r>
              <a:rPr lang="en-US"/>
              <a:t>SEPARATION PROCESSES-II</a:t>
            </a:r>
            <a:endParaRPr lang="en-IN"/>
          </a:p>
        </p:txBody>
      </p:sp>
      <p:sp>
        <p:nvSpPr>
          <p:cNvPr id="6" name="Slide Number Placeholder 5"/>
          <p:cNvSpPr>
            <a:spLocks noGrp="1"/>
          </p:cNvSpPr>
          <p:nvPr>
            <p:ph type="sldNum" sz="quarter" idx="13"/>
          </p:nvPr>
        </p:nvSpPr>
        <p:spPr/>
        <p:txBody>
          <a:bodyPr/>
          <a:lstStyle/>
          <a:p>
            <a:fld id="{957D5EAD-A97B-4969-AF6A-47A86C2666CF}" type="slidenum">
              <a:rPr lang="en-IN" smtClean="0"/>
              <a:t>‹#›</a:t>
            </a:fld>
            <a:endParaRPr lang="en-IN"/>
          </a:p>
        </p:txBody>
      </p:sp>
      <p:sp>
        <p:nvSpPr>
          <p:cNvPr id="8" name="Content Placeholder 7"/>
          <p:cNvSpPr>
            <a:spLocks noGrp="1"/>
          </p:cNvSpPr>
          <p:nvPr>
            <p:ph sz="quarter" idx="14"/>
          </p:nvPr>
        </p:nvSpPr>
        <p:spPr>
          <a:xfrm>
            <a:off x="406400" y="1125898"/>
            <a:ext cx="552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5"/>
          </p:nvPr>
        </p:nvSpPr>
        <p:spPr>
          <a:xfrm>
            <a:off x="6367200" y="1137930"/>
            <a:ext cx="552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itle 10"/>
          <p:cNvSpPr>
            <a:spLocks noGrp="1"/>
          </p:cNvSpPr>
          <p:nvPr>
            <p:ph type="title"/>
          </p:nvPr>
        </p:nvSpPr>
        <p:spPr>
          <a:xfrm>
            <a:off x="406400" y="1"/>
            <a:ext cx="10972800" cy="845821"/>
          </a:xfrm>
        </p:spPr>
        <p:txBody>
          <a:bodyPr/>
          <a:lstStyle/>
          <a:p>
            <a:r>
              <a:rPr lang="en-US"/>
              <a:t>Click to edit Master title style</a:t>
            </a:r>
            <a:endParaRPr lang="en-IN" dirty="0"/>
          </a:p>
        </p:txBody>
      </p:sp>
    </p:spTree>
    <p:extLst>
      <p:ext uri="{BB962C8B-B14F-4D97-AF65-F5344CB8AC3E}">
        <p14:creationId xmlns:p14="http://schemas.microsoft.com/office/powerpoint/2010/main" val="3892047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2"/>
            <a:ext cx="5386917"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362204"/>
            <a:ext cx="5386917"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2"/>
            <a:ext cx="5389033"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70" y="2362204"/>
            <a:ext cx="5389033"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oup 10"/>
          <p:cNvGrpSpPr/>
          <p:nvPr/>
        </p:nvGrpSpPr>
        <p:grpSpPr>
          <a:xfrm>
            <a:off x="0" y="868682"/>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6" name="Group 15"/>
          <p:cNvGrpSpPr/>
          <p:nvPr/>
        </p:nvGrpSpPr>
        <p:grpSpPr>
          <a:xfrm>
            <a:off x="2844800" y="6338420"/>
            <a:ext cx="93472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0" name="Picture 19"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680F4A18-4DB3-44A7-9B1E-93E7313DB5C0}" type="datetime1">
              <a:rPr lang="en-IN" smtClean="0"/>
              <a:t>07-08-2024</a:t>
            </a:fld>
            <a:endParaRPr lang="en-IN"/>
          </a:p>
        </p:txBody>
      </p:sp>
      <p:sp>
        <p:nvSpPr>
          <p:cNvPr id="7" name="Footer Placeholder 6"/>
          <p:cNvSpPr>
            <a:spLocks noGrp="1"/>
          </p:cNvSpPr>
          <p:nvPr>
            <p:ph type="ftr" sz="quarter" idx="12"/>
          </p:nvPr>
        </p:nvSpPr>
        <p:spPr/>
        <p:txBody>
          <a:bodyPr/>
          <a:lstStyle/>
          <a:p>
            <a:r>
              <a:rPr lang="en-US"/>
              <a:t>SEPARATION PROCESSES-II</a:t>
            </a:r>
            <a:endParaRPr lang="en-IN"/>
          </a:p>
        </p:txBody>
      </p:sp>
      <p:sp>
        <p:nvSpPr>
          <p:cNvPr id="8" name="Slide Number Placeholder 7"/>
          <p:cNvSpPr>
            <a:spLocks noGrp="1"/>
          </p:cNvSpPr>
          <p:nvPr>
            <p:ph type="sldNum" sz="quarter" idx="13"/>
          </p:nvPr>
        </p:nvSpPr>
        <p:spPr/>
        <p:txBody>
          <a:bodyPr/>
          <a:lstStyle/>
          <a:p>
            <a:fld id="{957D5EAD-A97B-4969-AF6A-47A86C2666CF}" type="slidenum">
              <a:rPr lang="en-IN" smtClean="0"/>
              <a:t>‹#›</a:t>
            </a:fld>
            <a:endParaRPr lang="en-IN"/>
          </a:p>
        </p:txBody>
      </p:sp>
      <p:sp>
        <p:nvSpPr>
          <p:cNvPr id="9" name="Title 8"/>
          <p:cNvSpPr>
            <a:spLocks noGrp="1"/>
          </p:cNvSpPr>
          <p:nvPr>
            <p:ph type="title"/>
          </p:nvPr>
        </p:nvSpPr>
        <p:spPr>
          <a:xfrm>
            <a:off x="304800" y="9943"/>
            <a:ext cx="10972800" cy="864000"/>
          </a:xfrm>
        </p:spPr>
        <p:txBody>
          <a:bodyPr/>
          <a:lstStyle/>
          <a:p>
            <a:r>
              <a:rPr lang="en-US"/>
              <a:t>Click to edit Master title style</a:t>
            </a:r>
            <a:endParaRPr lang="en-IN"/>
          </a:p>
        </p:txBody>
      </p:sp>
    </p:spTree>
    <p:extLst>
      <p:ext uri="{BB962C8B-B14F-4D97-AF65-F5344CB8AC3E}">
        <p14:creationId xmlns:p14="http://schemas.microsoft.com/office/powerpoint/2010/main" val="247631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6" name="Group 5"/>
          <p:cNvGrpSpPr/>
          <p:nvPr/>
        </p:nvGrpSpPr>
        <p:grpSpPr>
          <a:xfrm>
            <a:off x="0" y="868682"/>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72201"/>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45B495A5-7228-4970-8717-F77030465104}" type="datetime1">
              <a:rPr lang="en-IN" smtClean="0"/>
              <a:t>07-08-2024</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a:t>
            </a:fld>
            <a:endParaRPr lang="en-IN"/>
          </a:p>
        </p:txBody>
      </p:sp>
      <p:sp>
        <p:nvSpPr>
          <p:cNvPr id="10" name="Title 9"/>
          <p:cNvSpPr>
            <a:spLocks noGrp="1"/>
          </p:cNvSpPr>
          <p:nvPr>
            <p:ph type="title"/>
          </p:nvPr>
        </p:nvSpPr>
        <p:spPr>
          <a:xfrm>
            <a:off x="609600" y="-1"/>
            <a:ext cx="10972800" cy="864000"/>
          </a:xfrm>
        </p:spPr>
        <p:txBody>
          <a:bodyPr/>
          <a:lstStyle/>
          <a:p>
            <a:r>
              <a:rPr lang="en-US"/>
              <a:t>Click to edit Master title style</a:t>
            </a:r>
            <a:endParaRPr lang="en-IN"/>
          </a:p>
        </p:txBody>
      </p:sp>
    </p:spTree>
    <p:extLst>
      <p:ext uri="{BB962C8B-B14F-4D97-AF65-F5344CB8AC3E}">
        <p14:creationId xmlns:p14="http://schemas.microsoft.com/office/powerpoint/2010/main" val="259897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600205"/>
            <a:ext cx="6815667" cy="4525963"/>
          </a:xfrm>
        </p:spPr>
        <p:txBody>
          <a:bodyPr numCol="1"/>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600205"/>
            <a:ext cx="4011084" cy="4525963"/>
          </a:xfrm>
        </p:spPr>
        <p:txBody>
          <a:bodyPr numCol="1"/>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grpSp>
        <p:nvGrpSpPr>
          <p:cNvPr id="9" name="Group 8"/>
          <p:cNvGrpSpPr/>
          <p:nvPr/>
        </p:nvGrpSpPr>
        <p:grpSpPr>
          <a:xfrm>
            <a:off x="0" y="838201"/>
            <a:ext cx="93472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4" name="Group 13"/>
          <p:cNvGrpSpPr/>
          <p:nvPr/>
        </p:nvGrpSpPr>
        <p:grpSpPr>
          <a:xfrm>
            <a:off x="2844800" y="6248401"/>
            <a:ext cx="93472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8" name="Picture 17"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4"/>
          </p:nvPr>
        </p:nvSpPr>
        <p:spPr/>
        <p:txBody>
          <a:bodyPr/>
          <a:lstStyle/>
          <a:p>
            <a:fld id="{204C4D53-4B0F-43A3-8AF7-A28CF93D388C}" type="datetime1">
              <a:rPr lang="en-IN" smtClean="0"/>
              <a:t>07-08-2024</a:t>
            </a:fld>
            <a:endParaRPr lang="en-IN"/>
          </a:p>
        </p:txBody>
      </p:sp>
      <p:sp>
        <p:nvSpPr>
          <p:cNvPr id="5" name="Footer Placeholder 4"/>
          <p:cNvSpPr>
            <a:spLocks noGrp="1"/>
          </p:cNvSpPr>
          <p:nvPr>
            <p:ph type="ftr" sz="quarter" idx="15"/>
          </p:nvPr>
        </p:nvSpPr>
        <p:spPr/>
        <p:txBody>
          <a:bodyPr/>
          <a:lstStyle/>
          <a:p>
            <a:r>
              <a:rPr lang="en-US"/>
              <a:t>SEPARATION PROCESSES-II</a:t>
            </a:r>
            <a:endParaRPr lang="en-IN"/>
          </a:p>
        </p:txBody>
      </p:sp>
      <p:sp>
        <p:nvSpPr>
          <p:cNvPr id="6" name="Slide Number Placeholder 5"/>
          <p:cNvSpPr>
            <a:spLocks noGrp="1"/>
          </p:cNvSpPr>
          <p:nvPr>
            <p:ph type="sldNum" sz="quarter" idx="16"/>
          </p:nvPr>
        </p:nvSpPr>
        <p:spPr/>
        <p:txBody>
          <a:bodyPr/>
          <a:lstStyle/>
          <a:p>
            <a:fld id="{957D5EAD-A97B-4969-AF6A-47A86C2666CF}" type="slidenum">
              <a:rPr lang="en-IN" smtClean="0"/>
              <a:t>‹#›</a:t>
            </a:fld>
            <a:endParaRPr lang="en-IN"/>
          </a:p>
        </p:txBody>
      </p:sp>
      <p:sp>
        <p:nvSpPr>
          <p:cNvPr id="7" name="Title 6"/>
          <p:cNvSpPr>
            <a:spLocks noGrp="1"/>
          </p:cNvSpPr>
          <p:nvPr>
            <p:ph type="title"/>
          </p:nvPr>
        </p:nvSpPr>
        <p:spPr>
          <a:xfrm>
            <a:off x="609600" y="0"/>
            <a:ext cx="10972800" cy="864000"/>
          </a:xfrm>
        </p:spPr>
        <p:txBody>
          <a:bodyPr/>
          <a:lstStyle/>
          <a:p>
            <a:r>
              <a:rPr lang="en-US"/>
              <a:t>Click to edit Master title style</a:t>
            </a:r>
            <a:endParaRPr lang="en-IN" dirty="0"/>
          </a:p>
        </p:txBody>
      </p:sp>
    </p:spTree>
    <p:extLst>
      <p:ext uri="{BB962C8B-B14F-4D97-AF65-F5344CB8AC3E}">
        <p14:creationId xmlns:p14="http://schemas.microsoft.com/office/powerpoint/2010/main" val="891374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numCol="1"/>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4" name="Text Placeholder 3"/>
          <p:cNvSpPr>
            <a:spLocks noGrp="1"/>
          </p:cNvSpPr>
          <p:nvPr>
            <p:ph type="body" sz="half" idx="2"/>
          </p:nvPr>
        </p:nvSpPr>
        <p:spPr>
          <a:xfrm>
            <a:off x="2389717" y="5711825"/>
            <a:ext cx="7315200" cy="304800"/>
          </a:xfrm>
        </p:spPr>
        <p:txBody>
          <a:bodyPr numCol="1">
            <a:normAutofit/>
          </a:bodyPr>
          <a:lstStyle>
            <a:lvl1pPr marL="0" indent="0">
              <a:buNone/>
              <a:defRPr sz="120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grpSp>
        <p:nvGrpSpPr>
          <p:cNvPr id="6" name="Group 5"/>
          <p:cNvGrpSpPr/>
          <p:nvPr/>
        </p:nvGrpSpPr>
        <p:grpSpPr>
          <a:xfrm>
            <a:off x="0" y="913669"/>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88080"/>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10" name="Date Placeholder 9"/>
          <p:cNvSpPr>
            <a:spLocks noGrp="1"/>
          </p:cNvSpPr>
          <p:nvPr>
            <p:ph type="dt" sz="half" idx="11"/>
          </p:nvPr>
        </p:nvSpPr>
        <p:spPr/>
        <p:txBody>
          <a:bodyPr/>
          <a:lstStyle/>
          <a:p>
            <a:fld id="{0316624A-ABAD-442D-8B9B-17BF9D9B5EF7}" type="datetime1">
              <a:rPr lang="en-IN" smtClean="0"/>
              <a:t>07-08-2024</a:t>
            </a:fld>
            <a:endParaRPr lang="en-IN"/>
          </a:p>
        </p:txBody>
      </p:sp>
      <p:sp>
        <p:nvSpPr>
          <p:cNvPr id="16" name="Footer Placeholder 15"/>
          <p:cNvSpPr>
            <a:spLocks noGrp="1"/>
          </p:cNvSpPr>
          <p:nvPr>
            <p:ph type="ftr" sz="quarter" idx="12"/>
          </p:nvPr>
        </p:nvSpPr>
        <p:spPr/>
        <p:txBody>
          <a:bodyPr/>
          <a:lstStyle/>
          <a:p>
            <a:r>
              <a:rPr lang="en-US"/>
              <a:t>SEPARATION PROCESSES-II</a:t>
            </a:r>
            <a:endParaRPr lang="en-IN"/>
          </a:p>
        </p:txBody>
      </p:sp>
      <p:sp>
        <p:nvSpPr>
          <p:cNvPr id="18" name="Slide Number Placeholder 17"/>
          <p:cNvSpPr>
            <a:spLocks noGrp="1"/>
          </p:cNvSpPr>
          <p:nvPr>
            <p:ph type="sldNum" sz="quarter" idx="13"/>
          </p:nvPr>
        </p:nvSpPr>
        <p:spPr/>
        <p:txBody>
          <a:bodyPr/>
          <a:lstStyle/>
          <a:p>
            <a:fld id="{957D5EAD-A97B-4969-AF6A-47A86C2666CF}" type="slidenum">
              <a:rPr lang="en-IN" smtClean="0"/>
              <a:t>‹#›</a:t>
            </a:fld>
            <a:endParaRPr lang="en-IN"/>
          </a:p>
        </p:txBody>
      </p:sp>
      <p:sp>
        <p:nvSpPr>
          <p:cNvPr id="19" name="Title 18"/>
          <p:cNvSpPr>
            <a:spLocks noGrp="1"/>
          </p:cNvSpPr>
          <p:nvPr>
            <p:ph type="title"/>
          </p:nvPr>
        </p:nvSpPr>
        <p:spPr>
          <a:xfrm>
            <a:off x="203200" y="86276"/>
            <a:ext cx="8636003" cy="704837"/>
          </a:xfrm>
        </p:spPr>
        <p:txBody>
          <a:bodyPr/>
          <a:lstStyle/>
          <a:p>
            <a:r>
              <a:rPr lang="en-US"/>
              <a:t>Click to edit Master title style</a:t>
            </a:r>
            <a:endParaRPr lang="en-IN"/>
          </a:p>
        </p:txBody>
      </p:sp>
    </p:spTree>
    <p:extLst>
      <p:ext uri="{BB962C8B-B14F-4D97-AF65-F5344CB8AC3E}">
        <p14:creationId xmlns:p14="http://schemas.microsoft.com/office/powerpoint/2010/main" val="34976350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09600" y="1295401"/>
            <a:ext cx="10972800" cy="4639857"/>
          </a:xfrm>
        </p:spPr>
        <p:txBody>
          <a:bodyPr vert="eaVert"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p:cNvGrpSpPr/>
          <p:nvPr/>
        </p:nvGrpSpPr>
        <p:grpSpPr>
          <a:xfrm>
            <a:off x="0" y="1077226"/>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5" name="Group 24"/>
          <p:cNvGrpSpPr/>
          <p:nvPr/>
        </p:nvGrpSpPr>
        <p:grpSpPr>
          <a:xfrm>
            <a:off x="2839452" y="6242465"/>
            <a:ext cx="93472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9" name="Picture 28"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Title 1"/>
          <p:cNvSpPr>
            <a:spLocks noGrp="1"/>
          </p:cNvSpPr>
          <p:nvPr>
            <p:ph type="title"/>
          </p:nvPr>
        </p:nvSpPr>
        <p:spPr>
          <a:xfrm>
            <a:off x="508000" y="27513"/>
            <a:ext cx="10972800" cy="972390"/>
          </a:xfrm>
        </p:spPr>
        <p:txBody>
          <a:bodyPr/>
          <a:lstStyle/>
          <a:p>
            <a:r>
              <a:rPr lang="en-US"/>
              <a:t>Click to edit Master title style</a:t>
            </a:r>
            <a:endParaRPr lang="en-IN"/>
          </a:p>
        </p:txBody>
      </p:sp>
      <p:sp>
        <p:nvSpPr>
          <p:cNvPr id="4" name="Date Placeholder 3"/>
          <p:cNvSpPr>
            <a:spLocks noGrp="1"/>
          </p:cNvSpPr>
          <p:nvPr>
            <p:ph type="dt" sz="half" idx="10"/>
          </p:nvPr>
        </p:nvSpPr>
        <p:spPr/>
        <p:txBody>
          <a:bodyPr/>
          <a:lstStyle/>
          <a:p>
            <a:fld id="{82297C08-31AC-4FBB-9371-F95B30FA76E5}" type="datetime1">
              <a:rPr lang="en-IN" smtClean="0"/>
              <a:t>07-08-2024</a:t>
            </a:fld>
            <a:endParaRPr lang="en-IN"/>
          </a:p>
        </p:txBody>
      </p:sp>
      <p:sp>
        <p:nvSpPr>
          <p:cNvPr id="5" name="Footer Placeholder 4"/>
          <p:cNvSpPr>
            <a:spLocks noGrp="1"/>
          </p:cNvSpPr>
          <p:nvPr>
            <p:ph type="ftr" sz="quarter" idx="11"/>
          </p:nvPr>
        </p:nvSpPr>
        <p:spPr/>
        <p:txBody>
          <a:bodyPr/>
          <a:lstStyle/>
          <a:p>
            <a:r>
              <a:rPr lang="en-US"/>
              <a:t>SEPARATION PROCESSES-II</a:t>
            </a:r>
            <a:endParaRPr lang="en-IN"/>
          </a:p>
        </p:txBody>
      </p:sp>
      <p:sp>
        <p:nvSpPr>
          <p:cNvPr id="6" name="Slide Number Placeholder 5"/>
          <p:cNvSpPr>
            <a:spLocks noGrp="1"/>
          </p:cNvSpPr>
          <p:nvPr>
            <p:ph type="sldNum" sz="quarter" idx="12"/>
          </p:nvPr>
        </p:nvSpPr>
        <p:spPr/>
        <p:txBody>
          <a:bodyPr/>
          <a:lstStyle/>
          <a:p>
            <a:fld id="{957D5EAD-A97B-4969-AF6A-47A86C2666CF}" type="slidenum">
              <a:rPr lang="en-IN" smtClean="0"/>
              <a:t>‹#›</a:t>
            </a:fld>
            <a:endParaRPr lang="en-IN"/>
          </a:p>
        </p:txBody>
      </p:sp>
    </p:spTree>
    <p:extLst>
      <p:ext uri="{BB962C8B-B14F-4D97-AF65-F5344CB8AC3E}">
        <p14:creationId xmlns:p14="http://schemas.microsoft.com/office/powerpoint/2010/main" val="757164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625600" y="381005"/>
            <a:ext cx="8026400" cy="5851525"/>
          </a:xfrm>
        </p:spPr>
        <p:txBody>
          <a:bodyPr vert="eaVert"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8191500" y="2552700"/>
            <a:ext cx="5867400" cy="1524000"/>
          </a:xfrm>
        </p:spPr>
        <p:txBody>
          <a:bodyPr numCol="1" anchor="ctr" anchorCtr="0">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p:nvGrpSpPr>
        <p:grpSpPr>
          <a:xfrm rot="5400000">
            <a:off x="7538720" y="2560325"/>
            <a:ext cx="5181600" cy="6095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7" name="Picture 16" descr="Picture 7.png"/>
          <p:cNvPicPr>
            <a:picLocks noChangeAspect="1"/>
          </p:cNvPicPr>
          <p:nvPr/>
        </p:nvPicPr>
        <p:blipFill>
          <a:blip r:embed="rId2" cstate="print"/>
          <a:srcRect l="1923" b="5336"/>
          <a:stretch>
            <a:fillRect/>
          </a:stretch>
        </p:blipFill>
        <p:spPr>
          <a:xfrm rot="5400000">
            <a:off x="-646085" y="1015801"/>
            <a:ext cx="2193193" cy="923596"/>
          </a:xfrm>
          <a:prstGeom prst="rect">
            <a:avLst/>
          </a:prstGeom>
        </p:spPr>
      </p:pic>
      <p:sp>
        <p:nvSpPr>
          <p:cNvPr id="18" name="TextBox 17"/>
          <p:cNvSpPr txBox="1"/>
          <p:nvPr/>
        </p:nvSpPr>
        <p:spPr>
          <a:xfrm rot="5400000">
            <a:off x="-2748004" y="3826195"/>
            <a:ext cx="5867400" cy="196208"/>
          </a:xfrm>
          <a:prstGeom prst="rect">
            <a:avLst/>
          </a:prstGeom>
          <a:noFill/>
        </p:spPr>
        <p:txBody>
          <a:bodyPr wrap="square" numCol="1" rtlCol="0">
            <a:spAutoFit/>
          </a:bodyPr>
          <a:lstStyle/>
          <a:p>
            <a:pPr algn="r"/>
            <a:r>
              <a:rPr lang="en-US" sz="675" b="1" dirty="0">
                <a:solidFill>
                  <a:srgbClr val="101141"/>
                </a:solidFill>
                <a:latin typeface="Arial"/>
                <a:cs typeface="Arial"/>
              </a:rPr>
              <a:t>BITS </a:t>
            </a:r>
            <a:r>
              <a:rPr lang="en-US" sz="675" dirty="0">
                <a:solidFill>
                  <a:srgbClr val="101141"/>
                </a:solidFill>
                <a:latin typeface="Arial"/>
                <a:cs typeface="Arial"/>
              </a:rPr>
              <a:t>Pilani, Pilani Campus</a:t>
            </a:r>
          </a:p>
        </p:txBody>
      </p:sp>
    </p:spTree>
    <p:extLst>
      <p:ext uri="{BB962C8B-B14F-4D97-AF65-F5344CB8AC3E}">
        <p14:creationId xmlns:p14="http://schemas.microsoft.com/office/powerpoint/2010/main" val="2097413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dirty="0"/>
          </a:p>
        </p:txBody>
      </p:sp>
      <p:sp>
        <p:nvSpPr>
          <p:cNvPr id="14" name="Rectangle 6"/>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27" name="Rectangle 19"/>
          <p:cNvSpPr>
            <a:spLocks noGrp="1"/>
          </p:cNvSpPr>
          <p:nvPr>
            <p:ph type="ftr" sz="quarter" idx="11"/>
          </p:nvPr>
        </p:nvSpPr>
        <p:spPr/>
        <p:txBody>
          <a:bodyPr/>
          <a:lstStyle/>
          <a:p>
            <a:r>
              <a:rPr lang="en-US"/>
              <a:t>SEPARATION PROCESSES-II</a:t>
            </a:r>
            <a:endParaRPr lang="en-IN"/>
          </a:p>
        </p:txBody>
      </p:sp>
      <p:sp>
        <p:nvSpPr>
          <p:cNvPr id="24" name="Rectangle 26"/>
          <p:cNvSpPr>
            <a:spLocks noGrp="1"/>
          </p:cNvSpPr>
          <p:nvPr>
            <p:ph type="sldNum" sz="quarter" idx="12"/>
          </p:nvPr>
        </p:nvSpPr>
        <p:spPr/>
        <p:txBody>
          <a:bodyPr/>
          <a:lstStyle/>
          <a:p>
            <a:fld id="{957D5EAD-A97B-4969-AF6A-47A86C2666CF}" type="slidenum">
              <a:rPr lang="en-IN" smtClean="0"/>
              <a:t>‹#›</a:t>
            </a:fld>
            <a:endParaRPr lang="en-IN"/>
          </a:p>
        </p:txBody>
      </p:sp>
    </p:spTree>
    <p:extLst>
      <p:ext uri="{BB962C8B-B14F-4D97-AF65-F5344CB8AC3E}">
        <p14:creationId xmlns:p14="http://schemas.microsoft.com/office/powerpoint/2010/main" val="1014275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8839202" y="-1"/>
            <a:ext cx="2924257" cy="692697"/>
          </a:xfrm>
          <a:prstGeom prst="rect">
            <a:avLst/>
          </a:prstGeom>
        </p:spPr>
      </p:pic>
      <p:sp>
        <p:nvSpPr>
          <p:cNvPr id="3" name="Content Placeholder 2"/>
          <p:cNvSpPr>
            <a:spLocks noGrp="1"/>
          </p:cNvSpPr>
          <p:nvPr userDrawn="1">
            <p:ph sz="half" idx="1" hasCustomPrompt="1"/>
          </p:nvPr>
        </p:nvSpPr>
        <p:spPr>
          <a:xfrm>
            <a:off x="6096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66040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1"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3"/>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9" name="Group 28"/>
          <p:cNvGrpSpPr/>
          <p:nvPr userDrawn="1"/>
        </p:nvGrpSpPr>
        <p:grpSpPr>
          <a:xfrm>
            <a:off x="2844800" y="6553203"/>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4" name="TextBox 33"/>
          <p:cNvSpPr txBox="1"/>
          <p:nvPr userDrawn="1"/>
        </p:nvSpPr>
        <p:spPr>
          <a:xfrm>
            <a:off x="4368800" y="6596391"/>
            <a:ext cx="7823200" cy="261610"/>
          </a:xfrm>
          <a:prstGeom prst="rect">
            <a:avLst/>
          </a:prstGeom>
          <a:noFill/>
        </p:spPr>
        <p:txBody>
          <a:bodyPr wrap="square" rtlCol="0">
            <a:sp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Tree>
    <p:extLst>
      <p:ext uri="{BB962C8B-B14F-4D97-AF65-F5344CB8AC3E}">
        <p14:creationId xmlns:p14="http://schemas.microsoft.com/office/powerpoint/2010/main" val="1782718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560000" cy="864000"/>
          </a:xfrm>
          <a:prstGeom prst="rect">
            <a:avLst/>
          </a:prstGeom>
        </p:spPr>
        <p:txBody>
          <a:bodyPr vert="horz" lIns="91440" tIns="45720" rIns="91440" bIns="45720" numCol="1"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447801"/>
            <a:ext cx="10972800" cy="4525963"/>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numCol="1" rtlCol="0" anchor="ctr"/>
          <a:lstStyle>
            <a:lvl1pPr algn="l">
              <a:defRPr sz="1400">
                <a:solidFill>
                  <a:schemeClr val="tx1">
                    <a:tint val="75000"/>
                  </a:schemeClr>
                </a:solidFill>
                <a:latin typeface="+mn-lt"/>
                <a:cs typeface="Arial" pitchFamily="34" charset="0"/>
              </a:defRPr>
            </a:lvl1pPr>
          </a:lstStyle>
          <a:p>
            <a:fld id="{73BF427A-98DC-4449-9996-04B152966DD1}" type="datetime1">
              <a:rPr lang="en-IN" smtClean="0"/>
              <a:t>07-08-2024</a:t>
            </a:fld>
            <a:endParaRPr lang="en-IN"/>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numCol="1" rtlCol="0" anchor="ctr"/>
          <a:lstStyle>
            <a:lvl1pPr algn="ctr">
              <a:defRPr sz="1400" b="1">
                <a:solidFill>
                  <a:srgbClr val="002060"/>
                </a:solidFill>
                <a:latin typeface="+mn-lt"/>
                <a:cs typeface="Arial" pitchFamily="34" charset="0"/>
              </a:defRPr>
            </a:lvl1pPr>
          </a:lstStyle>
          <a:p>
            <a:r>
              <a:rPr lang="en-US"/>
              <a:t>SEPARATION PROCESSES-II</a:t>
            </a:r>
            <a:endParaRPr lang="en-IN"/>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numCol="1" rtlCol="0" anchor="ctr"/>
          <a:lstStyle>
            <a:lvl1pPr algn="r">
              <a:defRPr sz="1400">
                <a:solidFill>
                  <a:schemeClr val="tx1">
                    <a:tint val="75000"/>
                  </a:schemeClr>
                </a:solidFill>
                <a:latin typeface="+mn-lt"/>
                <a:cs typeface="Arial" pitchFamily="34" charset="0"/>
              </a:defRPr>
            </a:lvl1pPr>
          </a:lstStyle>
          <a:p>
            <a:fld id="{957D5EAD-A97B-4969-AF6A-47A86C2666CF}" type="slidenum">
              <a:rPr lang="en-IN" smtClean="0"/>
              <a:t>‹#›</a:t>
            </a:fld>
            <a:endParaRPr lang="en-IN"/>
          </a:p>
        </p:txBody>
      </p:sp>
    </p:spTree>
    <p:extLst>
      <p:ext uri="{BB962C8B-B14F-4D97-AF65-F5344CB8AC3E}">
        <p14:creationId xmlns:p14="http://schemas.microsoft.com/office/powerpoint/2010/main" val="369318447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Lst>
  <p:hf hdr="0"/>
  <p:txStyles>
    <p:titleStyle>
      <a:lvl1pPr algn="l" defTabSz="685783" rtl="0" eaLnBrk="1" latinLnBrk="0" hangingPunct="1">
        <a:spcBef>
          <a:spcPct val="0"/>
        </a:spcBef>
        <a:buNone/>
        <a:defRPr sz="3600" b="1" kern="1200" spc="-113">
          <a:solidFill>
            <a:srgbClr val="002060"/>
          </a:solidFill>
          <a:latin typeface="+mj-lt"/>
          <a:ea typeface="+mj-ea"/>
          <a:cs typeface="Arial" pitchFamily="34" charset="0"/>
        </a:defRPr>
      </a:lvl1pPr>
    </p:titleStyle>
    <p:bodyStyle>
      <a:lvl1pPr marL="257168" indent="-257168" algn="l" defTabSz="685783" rtl="0" eaLnBrk="1" latinLnBrk="0" hangingPunct="1">
        <a:spcBef>
          <a:spcPct val="20000"/>
        </a:spcBef>
        <a:buFont typeface="Arial" pitchFamily="34" charset="0"/>
        <a:buChar char="•"/>
        <a:defRPr sz="3200" kern="1200">
          <a:solidFill>
            <a:schemeClr val="tx1"/>
          </a:solidFill>
          <a:latin typeface="+mn-lt"/>
          <a:ea typeface="+mn-ea"/>
          <a:cs typeface="Arial" pitchFamily="34" charset="0"/>
        </a:defRPr>
      </a:lvl1pPr>
      <a:lvl2pPr marL="557199" indent="-214308" algn="l" defTabSz="685783"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2pPr>
      <a:lvl3pPr marL="857228" indent="-171446" algn="l" defTabSz="685783" rtl="0" eaLnBrk="1" latinLnBrk="0" hangingPunct="1">
        <a:spcBef>
          <a:spcPct val="20000"/>
        </a:spcBef>
        <a:buFont typeface="Arial" pitchFamily="34" charset="0"/>
        <a:buChar char="•"/>
        <a:defRPr sz="2400" kern="1200">
          <a:solidFill>
            <a:schemeClr val="tx1"/>
          </a:solidFill>
          <a:latin typeface="+mn-lt"/>
          <a:ea typeface="+mn-ea"/>
          <a:cs typeface="Arial" pitchFamily="34" charset="0"/>
        </a:defRPr>
      </a:lvl3pPr>
      <a:lvl4pPr marL="1200120"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4pPr>
      <a:lvl5pPr marL="1543012"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5pPr>
      <a:lvl6pPr marL="1885903"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20.png"/></Relationships>
</file>

<file path=ppt/slides/_rels/slide1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8432800" y="5271633"/>
            <a:ext cx="3077654" cy="700756"/>
          </a:xfrm>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Somak Chatterjee</a:t>
            </a:r>
          </a:p>
        </p:txBody>
      </p:sp>
      <p:sp>
        <p:nvSpPr>
          <p:cNvPr id="7" name="Title 6"/>
          <p:cNvSpPr>
            <a:spLocks noGrp="1"/>
          </p:cNvSpPr>
          <p:nvPr>
            <p:ph type="title"/>
          </p:nvPr>
        </p:nvSpPr>
        <p:spPr>
          <a:xfrm>
            <a:off x="2142837" y="3509818"/>
            <a:ext cx="9301018" cy="1946974"/>
          </a:xfrm>
        </p:spPr>
        <p:txBody>
          <a:bodyPr anchor="t">
            <a:normAutofit fontScale="90000"/>
          </a:bodyPr>
          <a:lstStyle/>
          <a:p>
            <a:pPr algn="ctr">
              <a:lnSpc>
                <a:spcPct val="100000"/>
              </a:lnSpc>
            </a:pPr>
            <a:r>
              <a:rPr lang="en-US" sz="4000" dirty="0">
                <a:latin typeface="Times New Roman" panose="02020603050405020304" pitchFamily="18" charset="0"/>
                <a:cs typeface="Times New Roman" panose="02020603050405020304" pitchFamily="18" charset="0"/>
              </a:rPr>
              <a:t>Module 1:  Properties and Handling of Particulate Solids (Chapter 28)</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Lecture 2</a:t>
            </a:r>
            <a:r>
              <a:rPr lang="en-US" sz="4000" dirty="0"/>
              <a:t/>
            </a:r>
            <a:br>
              <a:rPr lang="en-US" sz="4000" dirty="0"/>
            </a:br>
            <a:endParaRPr lang="en-IN" sz="4000" dirty="0"/>
          </a:p>
        </p:txBody>
      </p:sp>
      <p:sp>
        <p:nvSpPr>
          <p:cNvPr id="4" name="Slide Number Placeholder 3"/>
          <p:cNvSpPr>
            <a:spLocks noGrp="1"/>
          </p:cNvSpPr>
          <p:nvPr>
            <p:ph type="sldNum" sz="quarter" idx="4294967295"/>
          </p:nvPr>
        </p:nvSpPr>
        <p:spPr>
          <a:xfrm>
            <a:off x="9347200" y="6356350"/>
            <a:ext cx="2844800" cy="365125"/>
          </a:xfrm>
        </p:spPr>
        <p:txBody>
          <a:bodyPr/>
          <a:lstStyle/>
          <a:p>
            <a:fld id="{957D5EAD-A97B-4969-AF6A-47A86C2666CF}" type="slidenum">
              <a:rPr lang="en-IN" smtClean="0"/>
              <a:t>1</a:t>
            </a:fld>
            <a:endParaRPr lang="en-IN"/>
          </a:p>
        </p:txBody>
      </p:sp>
    </p:spTree>
    <p:extLst>
      <p:ext uri="{BB962C8B-B14F-4D97-AF65-F5344CB8AC3E}">
        <p14:creationId xmlns:p14="http://schemas.microsoft.com/office/powerpoint/2010/main" val="3817445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8E31AE-9AC8-420D-9BAA-A21561227D3B}"/>
              </a:ext>
            </a:extLst>
          </p:cNvPr>
          <p:cNvSpPr>
            <a:spLocks noGrp="1"/>
          </p:cNvSpPr>
          <p:nvPr>
            <p:ph type="dt" sz="half" idx="11"/>
          </p:nvPr>
        </p:nvSpPr>
        <p:spPr/>
        <p:txBody>
          <a:bodyPr/>
          <a:lstStyle/>
          <a:p>
            <a:fld id="{62E878A6-8203-5043-945A-5A65F2C9986A}" type="datetime1">
              <a:rPr lang="en-IN" smtClean="0"/>
              <a:t>07-08-2024</a:t>
            </a:fld>
            <a:endParaRPr lang="en-IN"/>
          </a:p>
        </p:txBody>
      </p:sp>
      <p:sp>
        <p:nvSpPr>
          <p:cNvPr id="3" name="Footer Placeholder 2">
            <a:extLst>
              <a:ext uri="{FF2B5EF4-FFF2-40B4-BE49-F238E27FC236}">
                <a16:creationId xmlns:a16="http://schemas.microsoft.com/office/drawing/2014/main" id="{704B1078-515F-4DED-8A9E-024609ADCE5B}"/>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423D0BFC-AC46-49FA-99AB-3CFBBB444068}"/>
              </a:ext>
            </a:extLst>
          </p:cNvPr>
          <p:cNvSpPr>
            <a:spLocks noGrp="1"/>
          </p:cNvSpPr>
          <p:nvPr>
            <p:ph type="sldNum" sz="quarter" idx="13"/>
          </p:nvPr>
        </p:nvSpPr>
        <p:spPr/>
        <p:txBody>
          <a:bodyPr/>
          <a:lstStyle/>
          <a:p>
            <a:fld id="{957D5EAD-A97B-4969-AF6A-47A86C2666CF}" type="slidenum">
              <a:rPr lang="en-IN" smtClean="0"/>
              <a:t>2</a:t>
            </a:fld>
            <a:endParaRPr lang="en-IN"/>
          </a:p>
        </p:txBody>
      </p:sp>
      <p:sp>
        <p:nvSpPr>
          <p:cNvPr id="5" name="Title 4">
            <a:extLst>
              <a:ext uri="{FF2B5EF4-FFF2-40B4-BE49-F238E27FC236}">
                <a16:creationId xmlns:a16="http://schemas.microsoft.com/office/drawing/2014/main" id="{FBB32648-C7B3-475D-89FA-E38213EB232F}"/>
              </a:ext>
            </a:extLst>
          </p:cNvPr>
          <p:cNvSpPr>
            <a:spLocks noGrp="1"/>
          </p:cNvSpPr>
          <p:nvPr>
            <p:ph type="title"/>
          </p:nvPr>
        </p:nvSpPr>
        <p:spPr/>
        <p:txBody>
          <a:bodyPr/>
          <a:lstStyle/>
          <a:p>
            <a:r>
              <a:rPr lang="en-US" dirty="0"/>
              <a:t>Screening Analysis </a:t>
            </a:r>
            <a:endParaRPr lang="en-IN" dirty="0"/>
          </a:p>
        </p:txBody>
      </p:sp>
      <p:pic>
        <p:nvPicPr>
          <p:cNvPr id="7" name="Picture 6">
            <a:extLst>
              <a:ext uri="{FF2B5EF4-FFF2-40B4-BE49-F238E27FC236}">
                <a16:creationId xmlns:a16="http://schemas.microsoft.com/office/drawing/2014/main" id="{704833EE-59F0-442B-AA39-9DA47DA0FC49}"/>
              </a:ext>
            </a:extLst>
          </p:cNvPr>
          <p:cNvPicPr>
            <a:picLocks noChangeAspect="1"/>
          </p:cNvPicPr>
          <p:nvPr/>
        </p:nvPicPr>
        <p:blipFill>
          <a:blip r:embed="rId3"/>
          <a:stretch>
            <a:fillRect/>
          </a:stretch>
        </p:blipFill>
        <p:spPr>
          <a:xfrm>
            <a:off x="115956" y="1906153"/>
            <a:ext cx="5434016" cy="3045692"/>
          </a:xfrm>
          <a:prstGeom prst="rect">
            <a:avLst/>
          </a:prstGeom>
        </p:spPr>
      </p:pic>
      <p:pic>
        <p:nvPicPr>
          <p:cNvPr id="8" name="Picture 7">
            <a:extLst>
              <a:ext uri="{FF2B5EF4-FFF2-40B4-BE49-F238E27FC236}">
                <a16:creationId xmlns:a16="http://schemas.microsoft.com/office/drawing/2014/main" id="{530CB87C-23ED-4347-B1EF-F7DE2948153E}"/>
              </a:ext>
            </a:extLst>
          </p:cNvPr>
          <p:cNvPicPr>
            <a:picLocks noChangeAspect="1"/>
          </p:cNvPicPr>
          <p:nvPr/>
        </p:nvPicPr>
        <p:blipFill rotWithShape="1">
          <a:blip r:embed="rId4"/>
          <a:srcRect l="4840" r="2952"/>
          <a:stretch/>
        </p:blipFill>
        <p:spPr>
          <a:xfrm>
            <a:off x="5585792" y="1906153"/>
            <a:ext cx="6490252" cy="3045693"/>
          </a:xfrm>
          <a:prstGeom prst="rect">
            <a:avLst/>
          </a:prstGeom>
        </p:spPr>
      </p:pic>
      <p:sp>
        <p:nvSpPr>
          <p:cNvPr id="10" name="Rectangle 9">
            <a:extLst>
              <a:ext uri="{FF2B5EF4-FFF2-40B4-BE49-F238E27FC236}">
                <a16:creationId xmlns:a16="http://schemas.microsoft.com/office/drawing/2014/main" id="{344A0F54-196F-43C0-83DB-622DCC15174C}"/>
              </a:ext>
            </a:extLst>
          </p:cNvPr>
          <p:cNvSpPr/>
          <p:nvPr/>
        </p:nvSpPr>
        <p:spPr>
          <a:xfrm>
            <a:off x="7508638" y="5407262"/>
            <a:ext cx="4282967" cy="276999"/>
          </a:xfrm>
          <a:prstGeom prst="rect">
            <a:avLst/>
          </a:prstGeom>
        </p:spPr>
        <p:txBody>
          <a:bodyPr wrap="none">
            <a:spAutoFit/>
          </a:bodyPr>
          <a:lstStyle/>
          <a:p>
            <a:r>
              <a:rPr lang="en-IN" sz="1200" dirty="0"/>
              <a:t>Reference: www.bangalorewiremesh.com/product/test-sieves/</a:t>
            </a:r>
          </a:p>
        </p:txBody>
      </p:sp>
      <p:sp>
        <p:nvSpPr>
          <p:cNvPr id="9" name="Rectangle 8">
            <a:extLst>
              <a:ext uri="{FF2B5EF4-FFF2-40B4-BE49-F238E27FC236}">
                <a16:creationId xmlns:a16="http://schemas.microsoft.com/office/drawing/2014/main" id="{4AC90E4A-F0CC-C517-1481-DB51995CEBF7}"/>
              </a:ext>
            </a:extLst>
          </p:cNvPr>
          <p:cNvSpPr/>
          <p:nvPr/>
        </p:nvSpPr>
        <p:spPr>
          <a:xfrm>
            <a:off x="6900333" y="2997200"/>
            <a:ext cx="203200" cy="1820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9636AA5-CEC6-D7CB-0892-73EB51EBB8A8}"/>
              </a:ext>
            </a:extLst>
          </p:cNvPr>
          <p:cNvSpPr/>
          <p:nvPr/>
        </p:nvSpPr>
        <p:spPr>
          <a:xfrm rot="2774911">
            <a:off x="787400" y="2735942"/>
            <a:ext cx="123371" cy="1306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8B2489F-08B5-2EDC-E14D-0099128A5EA0}"/>
              </a:ext>
            </a:extLst>
          </p:cNvPr>
          <p:cNvSpPr/>
          <p:nvPr/>
        </p:nvSpPr>
        <p:spPr>
          <a:xfrm rot="1233485">
            <a:off x="2388419" y="2948199"/>
            <a:ext cx="77298" cy="75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006CAA83-7A1A-234F-5BA5-94C62B90B4B0}"/>
              </a:ext>
            </a:extLst>
          </p:cNvPr>
          <p:cNvCxnSpPr/>
          <p:nvPr/>
        </p:nvCxnSpPr>
        <p:spPr>
          <a:xfrm>
            <a:off x="870857" y="2775857"/>
            <a:ext cx="254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B8C0FD4-94E8-770F-D0AA-80844CEF1BFA}"/>
              </a:ext>
            </a:extLst>
          </p:cNvPr>
          <p:cNvCxnSpPr/>
          <p:nvPr/>
        </p:nvCxnSpPr>
        <p:spPr>
          <a:xfrm>
            <a:off x="2463800" y="2986314"/>
            <a:ext cx="254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4EF6874-C5FC-C558-C2B0-7599D71518E8}"/>
              </a:ext>
            </a:extLst>
          </p:cNvPr>
          <p:cNvSpPr txBox="1"/>
          <p:nvPr/>
        </p:nvSpPr>
        <p:spPr>
          <a:xfrm>
            <a:off x="1099458" y="2641600"/>
            <a:ext cx="548548" cy="276999"/>
          </a:xfrm>
          <a:prstGeom prst="rect">
            <a:avLst/>
          </a:prstGeom>
          <a:noFill/>
        </p:spPr>
        <p:txBody>
          <a:bodyPr wrap="none" rtlCol="0">
            <a:spAutoFit/>
          </a:bodyPr>
          <a:lstStyle/>
          <a:p>
            <a:r>
              <a:rPr lang="en-US" sz="1200" b="1" dirty="0"/>
              <a:t>1 mm</a:t>
            </a:r>
          </a:p>
        </p:txBody>
      </p:sp>
      <p:sp>
        <p:nvSpPr>
          <p:cNvPr id="21" name="TextBox 20">
            <a:extLst>
              <a:ext uri="{FF2B5EF4-FFF2-40B4-BE49-F238E27FC236}">
                <a16:creationId xmlns:a16="http://schemas.microsoft.com/office/drawing/2014/main" id="{0B0BEAAC-FB48-9453-0630-8FA461988F81}"/>
              </a:ext>
            </a:extLst>
          </p:cNvPr>
          <p:cNvSpPr txBox="1"/>
          <p:nvPr/>
        </p:nvSpPr>
        <p:spPr>
          <a:xfrm>
            <a:off x="2721429" y="2859314"/>
            <a:ext cx="668773" cy="276999"/>
          </a:xfrm>
          <a:prstGeom prst="rect">
            <a:avLst/>
          </a:prstGeom>
          <a:noFill/>
        </p:spPr>
        <p:txBody>
          <a:bodyPr wrap="none" rtlCol="0">
            <a:spAutoFit/>
          </a:bodyPr>
          <a:lstStyle/>
          <a:p>
            <a:r>
              <a:rPr lang="en-US" sz="1200" b="1" dirty="0"/>
              <a:t>0.5 mm</a:t>
            </a:r>
          </a:p>
        </p:txBody>
      </p:sp>
      <p:sp>
        <p:nvSpPr>
          <p:cNvPr id="22" name="TextBox 21">
            <a:extLst>
              <a:ext uri="{FF2B5EF4-FFF2-40B4-BE49-F238E27FC236}">
                <a16:creationId xmlns:a16="http://schemas.microsoft.com/office/drawing/2014/main" id="{8D2C32B0-5C59-8857-2123-4BB018152EC4}"/>
              </a:ext>
            </a:extLst>
          </p:cNvPr>
          <p:cNvSpPr txBox="1"/>
          <p:nvPr/>
        </p:nvSpPr>
        <p:spPr>
          <a:xfrm>
            <a:off x="5799909" y="2120174"/>
            <a:ext cx="891783" cy="276999"/>
          </a:xfrm>
          <a:prstGeom prst="rect">
            <a:avLst/>
          </a:prstGeom>
          <a:noFill/>
        </p:spPr>
        <p:txBody>
          <a:bodyPr wrap="none" rtlCol="0">
            <a:spAutoFit/>
          </a:bodyPr>
          <a:lstStyle/>
          <a:p>
            <a:r>
              <a:rPr lang="en-US" sz="1200" b="1" dirty="0">
                <a:solidFill>
                  <a:srgbClr val="FF0000"/>
                </a:solidFill>
              </a:rPr>
              <a:t>Screen Size</a:t>
            </a:r>
          </a:p>
        </p:txBody>
      </p:sp>
      <p:cxnSp>
        <p:nvCxnSpPr>
          <p:cNvPr id="24" name="Straight Arrow Connector 23">
            <a:extLst>
              <a:ext uri="{FF2B5EF4-FFF2-40B4-BE49-F238E27FC236}">
                <a16:creationId xmlns:a16="http://schemas.microsoft.com/office/drawing/2014/main" id="{C0CBB0A3-27DC-35CD-93F4-CF7641A2409B}"/>
              </a:ext>
            </a:extLst>
          </p:cNvPr>
          <p:cNvCxnSpPr/>
          <p:nvPr/>
        </p:nvCxnSpPr>
        <p:spPr>
          <a:xfrm flipH="1" flipV="1">
            <a:off x="6385560" y="2446020"/>
            <a:ext cx="541020" cy="51816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350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FCFEE9-876A-4843-861F-6DC733413980}"/>
              </a:ext>
            </a:extLst>
          </p:cNvPr>
          <p:cNvSpPr>
            <a:spLocks noGrp="1"/>
          </p:cNvSpPr>
          <p:nvPr>
            <p:ph type="dt" sz="half" idx="11"/>
          </p:nvPr>
        </p:nvSpPr>
        <p:spPr/>
        <p:txBody>
          <a:bodyPr/>
          <a:lstStyle/>
          <a:p>
            <a:fld id="{21348A26-5B8C-8A44-8FB9-5BCD9E67D041}" type="datetime1">
              <a:rPr lang="en-IN" smtClean="0"/>
              <a:t>07-08-2024</a:t>
            </a:fld>
            <a:endParaRPr lang="en-IN"/>
          </a:p>
        </p:txBody>
      </p:sp>
      <p:sp>
        <p:nvSpPr>
          <p:cNvPr id="3" name="Footer Placeholder 2">
            <a:extLst>
              <a:ext uri="{FF2B5EF4-FFF2-40B4-BE49-F238E27FC236}">
                <a16:creationId xmlns:a16="http://schemas.microsoft.com/office/drawing/2014/main" id="{6FAE1D14-EB14-44E5-A7C8-1DBBC0533338}"/>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A6DAE267-0CBB-4FE2-B307-A8D5EE0D91A9}"/>
              </a:ext>
            </a:extLst>
          </p:cNvPr>
          <p:cNvSpPr>
            <a:spLocks noGrp="1"/>
          </p:cNvSpPr>
          <p:nvPr>
            <p:ph type="sldNum" sz="quarter" idx="13"/>
          </p:nvPr>
        </p:nvSpPr>
        <p:spPr/>
        <p:txBody>
          <a:bodyPr/>
          <a:lstStyle/>
          <a:p>
            <a:fld id="{957D5EAD-A97B-4969-AF6A-47A86C2666CF}" type="slidenum">
              <a:rPr lang="en-IN" smtClean="0"/>
              <a:t>3</a:t>
            </a:fld>
            <a:endParaRPr lang="en-IN"/>
          </a:p>
        </p:txBody>
      </p:sp>
      <p:sp>
        <p:nvSpPr>
          <p:cNvPr id="5" name="Title 4">
            <a:extLst>
              <a:ext uri="{FF2B5EF4-FFF2-40B4-BE49-F238E27FC236}">
                <a16:creationId xmlns:a16="http://schemas.microsoft.com/office/drawing/2014/main" id="{98AB4E76-3431-4BBB-9815-7F3471987608}"/>
              </a:ext>
            </a:extLst>
          </p:cNvPr>
          <p:cNvSpPr>
            <a:spLocks noGrp="1"/>
          </p:cNvSpPr>
          <p:nvPr>
            <p:ph type="title"/>
          </p:nvPr>
        </p:nvSpPr>
        <p:spPr/>
        <p:txBody>
          <a:bodyPr/>
          <a:lstStyle/>
          <a:p>
            <a:r>
              <a:rPr lang="en-US" dirty="0"/>
              <a:t>Screening Analysis </a:t>
            </a:r>
            <a:endParaRPr lang="en-IN" dirty="0"/>
          </a:p>
        </p:txBody>
      </p:sp>
      <p:pic>
        <p:nvPicPr>
          <p:cNvPr id="7" name="Picture 6">
            <a:extLst>
              <a:ext uri="{FF2B5EF4-FFF2-40B4-BE49-F238E27FC236}">
                <a16:creationId xmlns:a16="http://schemas.microsoft.com/office/drawing/2014/main" id="{43C2A223-67F3-4645-A04D-6B3A66295ECD}"/>
              </a:ext>
            </a:extLst>
          </p:cNvPr>
          <p:cNvPicPr>
            <a:picLocks noChangeAspect="1"/>
          </p:cNvPicPr>
          <p:nvPr/>
        </p:nvPicPr>
        <p:blipFill rotWithShape="1">
          <a:blip r:embed="rId2"/>
          <a:srcRect l="618" r="941" b="2064"/>
          <a:stretch/>
        </p:blipFill>
        <p:spPr>
          <a:xfrm>
            <a:off x="690228" y="1161038"/>
            <a:ext cx="6769916" cy="4535923"/>
          </a:xfrm>
          <a:prstGeom prst="rect">
            <a:avLst/>
          </a:prstGeom>
        </p:spPr>
      </p:pic>
      <p:pic>
        <p:nvPicPr>
          <p:cNvPr id="10" name="Picture 9">
            <a:extLst>
              <a:ext uri="{FF2B5EF4-FFF2-40B4-BE49-F238E27FC236}">
                <a16:creationId xmlns:a16="http://schemas.microsoft.com/office/drawing/2014/main" id="{9E0B810D-427F-4EA7-9EC3-D0001FD3750E}"/>
              </a:ext>
            </a:extLst>
          </p:cNvPr>
          <p:cNvPicPr>
            <a:picLocks noChangeAspect="1"/>
          </p:cNvPicPr>
          <p:nvPr/>
        </p:nvPicPr>
        <p:blipFill rotWithShape="1">
          <a:blip r:embed="rId3"/>
          <a:srcRect l="25001" t="2936" r="28642" b="4221"/>
          <a:stretch/>
        </p:blipFill>
        <p:spPr>
          <a:xfrm>
            <a:off x="8419366" y="1161038"/>
            <a:ext cx="2074136" cy="4316801"/>
          </a:xfrm>
          <a:prstGeom prst="rect">
            <a:avLst/>
          </a:prstGeom>
        </p:spPr>
      </p:pic>
      <p:sp>
        <p:nvSpPr>
          <p:cNvPr id="11" name="Rectangle 10">
            <a:extLst>
              <a:ext uri="{FF2B5EF4-FFF2-40B4-BE49-F238E27FC236}">
                <a16:creationId xmlns:a16="http://schemas.microsoft.com/office/drawing/2014/main" id="{6C3992A4-FCC5-4767-B988-67CEBAD51167}"/>
              </a:ext>
            </a:extLst>
          </p:cNvPr>
          <p:cNvSpPr/>
          <p:nvPr/>
        </p:nvSpPr>
        <p:spPr>
          <a:xfrm>
            <a:off x="7941600" y="5696961"/>
            <a:ext cx="4146935" cy="461665"/>
          </a:xfrm>
          <a:prstGeom prst="rect">
            <a:avLst/>
          </a:prstGeom>
        </p:spPr>
        <p:txBody>
          <a:bodyPr wrap="square">
            <a:spAutoFit/>
          </a:bodyPr>
          <a:lstStyle/>
          <a:p>
            <a:r>
              <a:rPr lang="en-IN" sz="1200" dirty="0"/>
              <a:t>Reference: www.scientificservices.eu/item/laboratory-test-sieves-200-mm-diameter/1506</a:t>
            </a:r>
          </a:p>
        </p:txBody>
      </p:sp>
      <p:cxnSp>
        <p:nvCxnSpPr>
          <p:cNvPr id="9" name="Straight Arrow Connector 8">
            <a:extLst>
              <a:ext uri="{FF2B5EF4-FFF2-40B4-BE49-F238E27FC236}">
                <a16:creationId xmlns:a16="http://schemas.microsoft.com/office/drawing/2014/main" id="{4887D2AC-A653-D1BA-D5F8-8540E275CF62}"/>
              </a:ext>
            </a:extLst>
          </p:cNvPr>
          <p:cNvCxnSpPr/>
          <p:nvPr/>
        </p:nvCxnSpPr>
        <p:spPr>
          <a:xfrm>
            <a:off x="9864436" y="1981200"/>
            <a:ext cx="1170709" cy="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D6872711-7152-B55F-FCA3-6F8CDB4F7AD4}"/>
              </a:ext>
            </a:extLst>
          </p:cNvPr>
          <p:cNvCxnSpPr/>
          <p:nvPr/>
        </p:nvCxnSpPr>
        <p:spPr>
          <a:xfrm>
            <a:off x="9802090" y="3796145"/>
            <a:ext cx="1170709" cy="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3F1CE3D4-E725-3498-524E-876A1094E3D9}"/>
              </a:ext>
            </a:extLst>
          </p:cNvPr>
          <p:cNvCxnSpPr/>
          <p:nvPr/>
        </p:nvCxnSpPr>
        <p:spPr>
          <a:xfrm>
            <a:off x="9795163" y="4024745"/>
            <a:ext cx="1170709" cy="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0DD9BFB3-CD8A-2ED1-DF65-B9CE502B7BC3}"/>
              </a:ext>
            </a:extLst>
          </p:cNvPr>
          <p:cNvSpPr txBox="1"/>
          <p:nvPr/>
        </p:nvSpPr>
        <p:spPr>
          <a:xfrm>
            <a:off x="11055927" y="1835727"/>
            <a:ext cx="983673" cy="307777"/>
          </a:xfrm>
          <a:prstGeom prst="rect">
            <a:avLst/>
          </a:prstGeom>
          <a:noFill/>
        </p:spPr>
        <p:txBody>
          <a:bodyPr wrap="square" rtlCol="0">
            <a:spAutoFit/>
          </a:bodyPr>
          <a:lstStyle/>
          <a:p>
            <a:r>
              <a:rPr lang="en-US" sz="1400" b="1" dirty="0"/>
              <a:t>10 mesh</a:t>
            </a:r>
          </a:p>
        </p:txBody>
      </p:sp>
      <p:sp>
        <p:nvSpPr>
          <p:cNvPr id="15" name="TextBox 14">
            <a:extLst>
              <a:ext uri="{FF2B5EF4-FFF2-40B4-BE49-F238E27FC236}">
                <a16:creationId xmlns:a16="http://schemas.microsoft.com/office/drawing/2014/main" id="{1BF826BB-F77D-98E2-494C-B73271C41870}"/>
              </a:ext>
            </a:extLst>
          </p:cNvPr>
          <p:cNvSpPr txBox="1"/>
          <p:nvPr/>
        </p:nvSpPr>
        <p:spPr>
          <a:xfrm>
            <a:off x="11069782" y="3595254"/>
            <a:ext cx="1122218" cy="307777"/>
          </a:xfrm>
          <a:prstGeom prst="rect">
            <a:avLst/>
          </a:prstGeom>
          <a:noFill/>
        </p:spPr>
        <p:txBody>
          <a:bodyPr wrap="square" rtlCol="0">
            <a:spAutoFit/>
          </a:bodyPr>
          <a:lstStyle/>
          <a:p>
            <a:r>
              <a:rPr lang="en-US" sz="1400" b="1" dirty="0"/>
              <a:t>200 mesh</a:t>
            </a:r>
          </a:p>
        </p:txBody>
      </p:sp>
      <p:sp>
        <p:nvSpPr>
          <p:cNvPr id="16" name="TextBox 15">
            <a:extLst>
              <a:ext uri="{FF2B5EF4-FFF2-40B4-BE49-F238E27FC236}">
                <a16:creationId xmlns:a16="http://schemas.microsoft.com/office/drawing/2014/main" id="{C3B7E841-FC23-CD05-7327-AE5870F1EC95}"/>
              </a:ext>
            </a:extLst>
          </p:cNvPr>
          <p:cNvSpPr txBox="1"/>
          <p:nvPr/>
        </p:nvSpPr>
        <p:spPr>
          <a:xfrm>
            <a:off x="11069782" y="3906981"/>
            <a:ext cx="1122218" cy="307777"/>
          </a:xfrm>
          <a:prstGeom prst="rect">
            <a:avLst/>
          </a:prstGeom>
          <a:noFill/>
        </p:spPr>
        <p:txBody>
          <a:bodyPr wrap="square" rtlCol="0">
            <a:spAutoFit/>
          </a:bodyPr>
          <a:lstStyle/>
          <a:p>
            <a:r>
              <a:rPr lang="en-US" sz="1400" b="1" dirty="0"/>
              <a:t>Bottom Tray</a:t>
            </a:r>
          </a:p>
        </p:txBody>
      </p:sp>
    </p:spTree>
    <p:extLst>
      <p:ext uri="{BB962C8B-B14F-4D97-AF65-F5344CB8AC3E}">
        <p14:creationId xmlns:p14="http://schemas.microsoft.com/office/powerpoint/2010/main" val="171934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37782B-B1A2-47B0-8339-B4E1EE4F96B4}"/>
              </a:ext>
            </a:extLst>
          </p:cNvPr>
          <p:cNvSpPr>
            <a:spLocks noGrp="1"/>
          </p:cNvSpPr>
          <p:nvPr>
            <p:ph type="dt" sz="half" idx="11"/>
          </p:nvPr>
        </p:nvSpPr>
        <p:spPr/>
        <p:txBody>
          <a:bodyPr/>
          <a:lstStyle/>
          <a:p>
            <a:fld id="{73CE3CF0-28BF-B845-89B1-D9B4FE57044E}" type="datetime1">
              <a:rPr lang="en-IN" smtClean="0"/>
              <a:t>07-08-2024</a:t>
            </a:fld>
            <a:endParaRPr lang="en-IN"/>
          </a:p>
        </p:txBody>
      </p:sp>
      <p:sp>
        <p:nvSpPr>
          <p:cNvPr id="3" name="Footer Placeholder 2">
            <a:extLst>
              <a:ext uri="{FF2B5EF4-FFF2-40B4-BE49-F238E27FC236}">
                <a16:creationId xmlns:a16="http://schemas.microsoft.com/office/drawing/2014/main" id="{0BCE5B31-A906-44A0-A1F3-74A278987D23}"/>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1E5E9CCC-1BFE-4F2D-8E0C-5A766CCA58C5}"/>
              </a:ext>
            </a:extLst>
          </p:cNvPr>
          <p:cNvSpPr>
            <a:spLocks noGrp="1"/>
          </p:cNvSpPr>
          <p:nvPr>
            <p:ph type="sldNum" sz="quarter" idx="13"/>
          </p:nvPr>
        </p:nvSpPr>
        <p:spPr/>
        <p:txBody>
          <a:bodyPr/>
          <a:lstStyle/>
          <a:p>
            <a:fld id="{957D5EAD-A97B-4969-AF6A-47A86C2666CF}" type="slidenum">
              <a:rPr lang="en-IN" smtClean="0"/>
              <a:t>4</a:t>
            </a:fld>
            <a:endParaRPr lang="en-IN"/>
          </a:p>
        </p:txBody>
      </p:sp>
      <p:sp>
        <p:nvSpPr>
          <p:cNvPr id="5" name="Title 4">
            <a:extLst>
              <a:ext uri="{FF2B5EF4-FFF2-40B4-BE49-F238E27FC236}">
                <a16:creationId xmlns:a16="http://schemas.microsoft.com/office/drawing/2014/main" id="{7B47BC2A-9E60-4290-8EFA-05E761F686C5}"/>
              </a:ext>
            </a:extLst>
          </p:cNvPr>
          <p:cNvSpPr>
            <a:spLocks noGrp="1"/>
          </p:cNvSpPr>
          <p:nvPr>
            <p:ph type="title"/>
          </p:nvPr>
        </p:nvSpPr>
        <p:spPr/>
        <p:txBody>
          <a:bodyPr/>
          <a:lstStyle/>
          <a:p>
            <a:r>
              <a:rPr lang="en-US" dirty="0"/>
              <a:t>Screening Analysis </a:t>
            </a:r>
            <a:endParaRPr lang="en-IN" dirty="0"/>
          </a:p>
        </p:txBody>
      </p:sp>
      <p:pic>
        <p:nvPicPr>
          <p:cNvPr id="7" name="Picture 6">
            <a:extLst>
              <a:ext uri="{FF2B5EF4-FFF2-40B4-BE49-F238E27FC236}">
                <a16:creationId xmlns:a16="http://schemas.microsoft.com/office/drawing/2014/main" id="{1656C092-FD24-4229-8787-111D907D4DA7}"/>
              </a:ext>
            </a:extLst>
          </p:cNvPr>
          <p:cNvPicPr>
            <a:picLocks noChangeAspect="1"/>
          </p:cNvPicPr>
          <p:nvPr/>
        </p:nvPicPr>
        <p:blipFill rotWithShape="1">
          <a:blip r:embed="rId2"/>
          <a:srcRect l="4840" r="54744"/>
          <a:stretch/>
        </p:blipFill>
        <p:spPr>
          <a:xfrm>
            <a:off x="184425" y="1091053"/>
            <a:ext cx="3373783" cy="3612032"/>
          </a:xfrm>
          <a:prstGeom prst="rect">
            <a:avLst/>
          </a:prstGeom>
        </p:spPr>
      </p:pic>
      <p:sp>
        <p:nvSpPr>
          <p:cNvPr id="8" name="Rectangle 7">
            <a:extLst>
              <a:ext uri="{FF2B5EF4-FFF2-40B4-BE49-F238E27FC236}">
                <a16:creationId xmlns:a16="http://schemas.microsoft.com/office/drawing/2014/main" id="{7E0AB096-889C-4C99-8A42-5306FC2AD955}"/>
              </a:ext>
            </a:extLst>
          </p:cNvPr>
          <p:cNvSpPr/>
          <p:nvPr/>
        </p:nvSpPr>
        <p:spPr>
          <a:xfrm>
            <a:off x="4667563" y="5014112"/>
            <a:ext cx="6553520" cy="400110"/>
          </a:xfrm>
          <a:prstGeom prst="rect">
            <a:avLst/>
          </a:prstGeom>
        </p:spPr>
        <p:txBody>
          <a:bodyPr wrap="square">
            <a:spAutoFit/>
          </a:bodyPr>
          <a:lstStyle/>
          <a:p>
            <a:pPr marL="285750" indent="-285750">
              <a:buFont typeface="Arial" panose="020B0604020202020204" pitchFamily="34" charset="0"/>
              <a:buChar char="•"/>
            </a:pPr>
            <a:r>
              <a:rPr lang="en-US" sz="2000" dirty="0"/>
              <a:t>Mesh Number = Number of opening per linear inch</a:t>
            </a:r>
            <a:endParaRPr lang="en-IN" sz="2000" dirty="0"/>
          </a:p>
        </p:txBody>
      </p:sp>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C0C75F16-1C98-48D7-B6A9-8F8D2BEA396A}"/>
                  </a:ext>
                </a:extLst>
              </p:cNvPr>
              <p:cNvSpPr/>
              <p:nvPr/>
            </p:nvSpPr>
            <p:spPr>
              <a:xfrm>
                <a:off x="4667562" y="5491193"/>
                <a:ext cx="6840075" cy="528606"/>
              </a:xfrm>
              <a:prstGeom prst="rect">
                <a:avLst/>
              </a:prstGeom>
            </p:spPr>
            <p:txBody>
              <a:bodyPr wrap="square">
                <a:spAutoFit/>
              </a:bodyPr>
              <a:lstStyle/>
              <a:p>
                <a:pPr marL="285750" indent="-285750">
                  <a:buFont typeface="Arial" panose="020B0604020202020204" pitchFamily="34" charset="0"/>
                  <a:buChar char="•"/>
                </a:pPr>
                <a:r>
                  <a:rPr lang="en-IN" sz="2000" dirty="0"/>
                  <a:t>Clear </a:t>
                </a:r>
                <a:r>
                  <a:rPr lang="en-IN" sz="2000" dirty="0" smtClean="0"/>
                  <a:t>opening (inches) </a:t>
                </a:r>
                <a:r>
                  <a:rPr lang="en-IN" sz="2000" dirty="0"/>
                  <a:t>=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𝑚𝑒𝑠h</m:t>
                        </m:r>
                        <m:r>
                          <a:rPr lang="en-US" sz="2000" b="0" i="1" smtClean="0">
                            <a:latin typeface="Cambria Math" panose="02040503050406030204" pitchFamily="18" charset="0"/>
                          </a:rPr>
                          <m:t> </m:t>
                        </m:r>
                        <m:r>
                          <a:rPr lang="en-US" sz="2000" b="0" i="1" smtClean="0">
                            <a:latin typeface="Cambria Math" panose="02040503050406030204" pitchFamily="18" charset="0"/>
                          </a:rPr>
                          <m:t>𝑛𝑢𝑚𝑏𝑒𝑟</m:t>
                        </m:r>
                      </m:den>
                    </m:f>
                    <m:r>
                      <a:rPr lang="en-US" sz="2000" b="0" i="1" smtClean="0">
                        <a:latin typeface="Cambria Math" panose="02040503050406030204" pitchFamily="18" charset="0"/>
                      </a:rPr>
                      <m:t>−</m:t>
                    </m:r>
                    <m:r>
                      <a:rPr lang="en-US" sz="2000" b="0" i="1" smtClean="0">
                        <a:latin typeface="Cambria Math" panose="02040503050406030204" pitchFamily="18" charset="0"/>
                      </a:rPr>
                      <m:t>𝑤𝑖𝑟𝑒</m:t>
                    </m:r>
                    <m:r>
                      <a:rPr lang="en-US" sz="2000" b="0" i="1" smtClean="0">
                        <a:latin typeface="Cambria Math" panose="02040503050406030204" pitchFamily="18" charset="0"/>
                      </a:rPr>
                      <m:t> </m:t>
                    </m:r>
                    <m:r>
                      <a:rPr lang="en-US" sz="2000" b="0" i="1" smtClean="0">
                        <a:latin typeface="Cambria Math" panose="02040503050406030204" pitchFamily="18" charset="0"/>
                      </a:rPr>
                      <m:t>𝑡h𝑖𝑐𝑘𝑛𝑒𝑠𝑠</m:t>
                    </m:r>
                  </m:oMath>
                </a14:m>
                <a:endParaRPr lang="en-IN" sz="2000" dirty="0"/>
              </a:p>
            </p:txBody>
          </p:sp>
        </mc:Choice>
        <mc:Fallback>
          <p:sp>
            <p:nvSpPr>
              <p:cNvPr id="9" name="Rectangle 8">
                <a:extLst>
                  <a:ext uri="{FF2B5EF4-FFF2-40B4-BE49-F238E27FC236}">
                    <a16:creationId xmlns:a16="http://schemas.microsoft.com/office/drawing/2014/main" id="{C0C75F16-1C98-48D7-B6A9-8F8D2BEA396A}"/>
                  </a:ext>
                </a:extLst>
              </p:cNvPr>
              <p:cNvSpPr>
                <a:spLocks noRot="1" noChangeAspect="1" noMove="1" noResize="1" noEditPoints="1" noAdjustHandles="1" noChangeArrowheads="1" noChangeShapeType="1" noTextEdit="1"/>
              </p:cNvSpPr>
              <p:nvPr/>
            </p:nvSpPr>
            <p:spPr>
              <a:xfrm>
                <a:off x="4667562" y="5491193"/>
                <a:ext cx="6840075" cy="528606"/>
              </a:xfrm>
              <a:prstGeom prst="rect">
                <a:avLst/>
              </a:prstGeom>
              <a:blipFill>
                <a:blip r:embed="rId3"/>
                <a:stretch>
                  <a:fillRect l="-802" b="-9302"/>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09D6AE0A-C8C5-4E50-A27C-EDEDD6CA9ED2}"/>
              </a:ext>
            </a:extLst>
          </p:cNvPr>
          <p:cNvPicPr>
            <a:picLocks noChangeAspect="1"/>
          </p:cNvPicPr>
          <p:nvPr/>
        </p:nvPicPr>
        <p:blipFill>
          <a:blip r:embed="rId4"/>
          <a:stretch>
            <a:fillRect/>
          </a:stretch>
        </p:blipFill>
        <p:spPr>
          <a:xfrm>
            <a:off x="3828021" y="1185161"/>
            <a:ext cx="3352381" cy="2619048"/>
          </a:xfrm>
          <a:prstGeom prst="rect">
            <a:avLst/>
          </a:prstGeom>
        </p:spPr>
      </p:pic>
      <p:pic>
        <p:nvPicPr>
          <p:cNvPr id="11" name="Picture 10">
            <a:extLst>
              <a:ext uri="{FF2B5EF4-FFF2-40B4-BE49-F238E27FC236}">
                <a16:creationId xmlns:a16="http://schemas.microsoft.com/office/drawing/2014/main" id="{67DBBD29-F706-4772-843D-1298AFDC0E34}"/>
              </a:ext>
            </a:extLst>
          </p:cNvPr>
          <p:cNvPicPr>
            <a:picLocks noChangeAspect="1"/>
          </p:cNvPicPr>
          <p:nvPr/>
        </p:nvPicPr>
        <p:blipFill>
          <a:blip r:embed="rId5"/>
          <a:stretch>
            <a:fillRect/>
          </a:stretch>
        </p:blipFill>
        <p:spPr>
          <a:xfrm>
            <a:off x="7737310" y="1102504"/>
            <a:ext cx="4270264" cy="1847663"/>
          </a:xfrm>
          <a:prstGeom prst="rect">
            <a:avLst/>
          </a:prstGeom>
        </p:spPr>
      </p:pic>
    </p:spTree>
    <p:extLst>
      <p:ext uri="{BB962C8B-B14F-4D97-AF65-F5344CB8AC3E}">
        <p14:creationId xmlns:p14="http://schemas.microsoft.com/office/powerpoint/2010/main" val="383938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BB1BA1-8B54-444B-A5D8-4D253096D771}"/>
              </a:ext>
            </a:extLst>
          </p:cNvPr>
          <p:cNvSpPr>
            <a:spLocks noGrp="1"/>
          </p:cNvSpPr>
          <p:nvPr>
            <p:ph type="dt" sz="half" idx="11"/>
          </p:nvPr>
        </p:nvSpPr>
        <p:spPr/>
        <p:txBody>
          <a:bodyPr/>
          <a:lstStyle/>
          <a:p>
            <a:fld id="{0F57ACD7-420A-E94B-9323-C37F16A5AF27}" type="datetime1">
              <a:rPr lang="en-IN" smtClean="0"/>
              <a:t>07-08-2024</a:t>
            </a:fld>
            <a:endParaRPr lang="en-IN"/>
          </a:p>
        </p:txBody>
      </p:sp>
      <p:sp>
        <p:nvSpPr>
          <p:cNvPr id="3" name="Footer Placeholder 2">
            <a:extLst>
              <a:ext uri="{FF2B5EF4-FFF2-40B4-BE49-F238E27FC236}">
                <a16:creationId xmlns:a16="http://schemas.microsoft.com/office/drawing/2014/main" id="{B2B9656C-C307-4069-BD37-33AB46FDA0E7}"/>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C1E8C97A-8CD2-4064-BB60-A4FC3CC05A03}"/>
              </a:ext>
            </a:extLst>
          </p:cNvPr>
          <p:cNvSpPr>
            <a:spLocks noGrp="1"/>
          </p:cNvSpPr>
          <p:nvPr>
            <p:ph type="sldNum" sz="quarter" idx="13"/>
          </p:nvPr>
        </p:nvSpPr>
        <p:spPr/>
        <p:txBody>
          <a:bodyPr/>
          <a:lstStyle/>
          <a:p>
            <a:fld id="{957D5EAD-A97B-4969-AF6A-47A86C2666CF}" type="slidenum">
              <a:rPr lang="en-IN" smtClean="0"/>
              <a:t>5</a:t>
            </a:fld>
            <a:endParaRPr lang="en-IN"/>
          </a:p>
        </p:txBody>
      </p:sp>
      <p:sp>
        <p:nvSpPr>
          <p:cNvPr id="5" name="Title 4">
            <a:extLst>
              <a:ext uri="{FF2B5EF4-FFF2-40B4-BE49-F238E27FC236}">
                <a16:creationId xmlns:a16="http://schemas.microsoft.com/office/drawing/2014/main" id="{C3D3A73B-8267-4E56-B9CD-54C024CF09CB}"/>
              </a:ext>
            </a:extLst>
          </p:cNvPr>
          <p:cNvSpPr>
            <a:spLocks noGrp="1"/>
          </p:cNvSpPr>
          <p:nvPr>
            <p:ph type="title"/>
          </p:nvPr>
        </p:nvSpPr>
        <p:spPr/>
        <p:txBody>
          <a:bodyPr/>
          <a:lstStyle/>
          <a:p>
            <a:r>
              <a:rPr lang="en-US" dirty="0"/>
              <a:t>Screen Analysis</a:t>
            </a:r>
            <a:endParaRPr lang="en-IN" dirty="0"/>
          </a:p>
        </p:txBody>
      </p:sp>
      <p:sp>
        <p:nvSpPr>
          <p:cNvPr id="6" name="Content Placeholder 5">
            <a:extLst>
              <a:ext uri="{FF2B5EF4-FFF2-40B4-BE49-F238E27FC236}">
                <a16:creationId xmlns:a16="http://schemas.microsoft.com/office/drawing/2014/main" id="{168FA471-32F8-4413-9E5E-9E8862070803}"/>
              </a:ext>
            </a:extLst>
          </p:cNvPr>
          <p:cNvSpPr>
            <a:spLocks noGrp="1"/>
          </p:cNvSpPr>
          <p:nvPr>
            <p:ph sz="quarter" idx="14"/>
          </p:nvPr>
        </p:nvSpPr>
        <p:spPr/>
        <p:txBody>
          <a:bodyPr/>
          <a:lstStyle/>
          <a:p>
            <a:r>
              <a:rPr lang="en-US" dirty="0"/>
              <a:t>List of standard test screens</a:t>
            </a:r>
          </a:p>
          <a:p>
            <a:pPr lvl="1">
              <a:buFont typeface="Wingdings" panose="05000000000000000000" pitchFamily="2" charset="2"/>
              <a:buChar char="v"/>
            </a:pPr>
            <a:r>
              <a:rPr lang="en-US" b="1" dirty="0"/>
              <a:t>BSS= British Standard Screen</a:t>
            </a:r>
          </a:p>
          <a:p>
            <a:pPr lvl="1">
              <a:buFont typeface="Wingdings" panose="05000000000000000000" pitchFamily="2" charset="2"/>
              <a:buChar char="v"/>
            </a:pPr>
            <a:r>
              <a:rPr lang="en-US" dirty="0"/>
              <a:t>IMM= Institute of Mining &amp; Metallurgy</a:t>
            </a:r>
          </a:p>
          <a:p>
            <a:pPr lvl="1">
              <a:buFont typeface="Wingdings" panose="05000000000000000000" pitchFamily="2" charset="2"/>
              <a:buChar char="v"/>
            </a:pPr>
            <a:r>
              <a:rPr lang="en-US" b="1" dirty="0">
                <a:solidFill>
                  <a:srgbClr val="C00000"/>
                </a:solidFill>
              </a:rPr>
              <a:t>U.S. Tyler mesh (Appendix 5 of textbook)</a:t>
            </a:r>
          </a:p>
          <a:p>
            <a:pPr lvl="1">
              <a:buFont typeface="Wingdings" panose="05000000000000000000" pitchFamily="2" charset="2"/>
              <a:buChar char="v"/>
            </a:pPr>
            <a:r>
              <a:rPr lang="en-US" dirty="0"/>
              <a:t>US. ASTM= American Institute for testing Materials</a:t>
            </a:r>
            <a:endParaRPr lang="en-IN" dirty="0"/>
          </a:p>
        </p:txBody>
      </p:sp>
    </p:spTree>
    <p:extLst>
      <p:ext uri="{BB962C8B-B14F-4D97-AF65-F5344CB8AC3E}">
        <p14:creationId xmlns:p14="http://schemas.microsoft.com/office/powerpoint/2010/main" val="1087374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84358E43-A191-4F36-98E5-23903BF7D572}" type="datetime1">
              <a:rPr lang="en-IN" smtClean="0"/>
              <a:t>07-08-2024</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6</a:t>
            </a:fld>
            <a:endParaRPr lang="en-IN"/>
          </a:p>
        </p:txBody>
      </p:sp>
      <p:pic>
        <p:nvPicPr>
          <p:cNvPr id="7" name="Content Placeholder 6"/>
          <p:cNvPicPr>
            <a:picLocks noGrp="1" noChangeAspect="1"/>
          </p:cNvPicPr>
          <p:nvPr>
            <p:ph sz="quarter" idx="4294967295"/>
          </p:nvPr>
        </p:nvPicPr>
        <p:blipFill>
          <a:blip r:embed="rId2">
            <a:lum bright="-20000" contrast="40000"/>
          </a:blip>
          <a:stretch>
            <a:fillRect/>
          </a:stretch>
        </p:blipFill>
        <p:spPr>
          <a:xfrm>
            <a:off x="127885" y="934909"/>
            <a:ext cx="6238561" cy="5214221"/>
          </a:xfrm>
          <a:prstGeom prst="rect">
            <a:avLst/>
          </a:prstGeom>
        </p:spPr>
      </p:pic>
      <p:sp>
        <p:nvSpPr>
          <p:cNvPr id="6" name="Title 5"/>
          <p:cNvSpPr>
            <a:spLocks noGrp="1"/>
          </p:cNvSpPr>
          <p:nvPr>
            <p:ph type="title"/>
          </p:nvPr>
        </p:nvSpPr>
        <p:spPr/>
        <p:txBody>
          <a:bodyPr/>
          <a:lstStyle/>
          <a:p>
            <a:r>
              <a:rPr lang="en-IN" dirty="0"/>
              <a:t>Tyler Series screen scale (Appendix 5)</a:t>
            </a:r>
          </a:p>
        </p:txBody>
      </p:sp>
      <p:pic>
        <p:nvPicPr>
          <p:cNvPr id="8" name="Picture 7"/>
          <p:cNvPicPr>
            <a:picLocks noChangeAspect="1"/>
          </p:cNvPicPr>
          <p:nvPr/>
        </p:nvPicPr>
        <p:blipFill rotWithShape="1">
          <a:blip r:embed="rId3">
            <a:lum bright="-20000" contrast="40000"/>
          </a:blip>
          <a:srcRect l="2956" r="2929" b="1174"/>
          <a:stretch/>
        </p:blipFill>
        <p:spPr>
          <a:xfrm>
            <a:off x="6671894" y="1447351"/>
            <a:ext cx="5278582" cy="4835553"/>
          </a:xfrm>
          <a:prstGeom prst="rect">
            <a:avLst/>
          </a:prstGeom>
        </p:spPr>
      </p:pic>
      <p:sp>
        <p:nvSpPr>
          <p:cNvPr id="9" name="Oval 8">
            <a:extLst>
              <a:ext uri="{FF2B5EF4-FFF2-40B4-BE49-F238E27FC236}">
                <a16:creationId xmlns:a16="http://schemas.microsoft.com/office/drawing/2014/main" id="{1C7DCD5E-AA35-A073-886B-AEBCF1685A83}"/>
              </a:ext>
            </a:extLst>
          </p:cNvPr>
          <p:cNvSpPr/>
          <p:nvPr/>
        </p:nvSpPr>
        <p:spPr>
          <a:xfrm>
            <a:off x="116732" y="1955260"/>
            <a:ext cx="661481" cy="5155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4A07243-6C03-BA08-B953-6F997C17E3D1}"/>
              </a:ext>
            </a:extLst>
          </p:cNvPr>
          <p:cNvSpPr txBox="1"/>
          <p:nvPr/>
        </p:nvSpPr>
        <p:spPr>
          <a:xfrm>
            <a:off x="0" y="1653702"/>
            <a:ext cx="1585608" cy="369332"/>
          </a:xfrm>
          <a:prstGeom prst="rect">
            <a:avLst/>
          </a:prstGeom>
          <a:noFill/>
        </p:spPr>
        <p:txBody>
          <a:bodyPr wrap="square" rtlCol="0">
            <a:spAutoFit/>
          </a:bodyPr>
          <a:lstStyle/>
          <a:p>
            <a:pPr algn="just"/>
            <a:r>
              <a:rPr lang="en-US" b="1" dirty="0">
                <a:solidFill>
                  <a:srgbClr val="FF0000"/>
                </a:solidFill>
              </a:rPr>
              <a:t>Mesh Number</a:t>
            </a:r>
          </a:p>
        </p:txBody>
      </p:sp>
      <p:sp>
        <p:nvSpPr>
          <p:cNvPr id="11" name="TextBox 10">
            <a:extLst>
              <a:ext uri="{FF2B5EF4-FFF2-40B4-BE49-F238E27FC236}">
                <a16:creationId xmlns:a16="http://schemas.microsoft.com/office/drawing/2014/main" id="{4FB17388-D70C-3F9E-92A2-9A5FE12E2004}"/>
              </a:ext>
            </a:extLst>
          </p:cNvPr>
          <p:cNvSpPr txBox="1"/>
          <p:nvPr/>
        </p:nvSpPr>
        <p:spPr>
          <a:xfrm>
            <a:off x="8180961" y="1040860"/>
            <a:ext cx="2013625" cy="369332"/>
          </a:xfrm>
          <a:prstGeom prst="rect">
            <a:avLst/>
          </a:prstGeom>
          <a:noFill/>
        </p:spPr>
        <p:txBody>
          <a:bodyPr wrap="square" rtlCol="0">
            <a:spAutoFit/>
          </a:bodyPr>
          <a:lstStyle/>
          <a:p>
            <a:pPr algn="just"/>
            <a:r>
              <a:rPr lang="en-US" b="1" dirty="0">
                <a:solidFill>
                  <a:srgbClr val="FF0000"/>
                </a:solidFill>
              </a:rPr>
              <a:t>Size of the opening</a:t>
            </a:r>
          </a:p>
        </p:txBody>
      </p:sp>
      <p:cxnSp>
        <p:nvCxnSpPr>
          <p:cNvPr id="14" name="Straight Connector 13">
            <a:extLst>
              <a:ext uri="{FF2B5EF4-FFF2-40B4-BE49-F238E27FC236}">
                <a16:creationId xmlns:a16="http://schemas.microsoft.com/office/drawing/2014/main" id="{5AE30530-E473-F928-1228-571FD16C5943}"/>
              </a:ext>
            </a:extLst>
          </p:cNvPr>
          <p:cNvCxnSpPr/>
          <p:nvPr/>
        </p:nvCxnSpPr>
        <p:spPr>
          <a:xfrm>
            <a:off x="7159557" y="311285"/>
            <a:ext cx="0" cy="11381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219020-FD99-D420-58E8-149595F5AA3A}"/>
              </a:ext>
            </a:extLst>
          </p:cNvPr>
          <p:cNvCxnSpPr/>
          <p:nvPr/>
        </p:nvCxnSpPr>
        <p:spPr>
          <a:xfrm>
            <a:off x="7354111" y="301558"/>
            <a:ext cx="0" cy="11381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CCDA78E-DBFD-B2DB-9B15-6BA9D9AEB29F}"/>
              </a:ext>
            </a:extLst>
          </p:cNvPr>
          <p:cNvCxnSpPr/>
          <p:nvPr/>
        </p:nvCxnSpPr>
        <p:spPr>
          <a:xfrm>
            <a:off x="7548664" y="301558"/>
            <a:ext cx="0" cy="11381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AB6F1EA-B72F-E469-ACC8-A77F1B188105}"/>
              </a:ext>
            </a:extLst>
          </p:cNvPr>
          <p:cNvCxnSpPr/>
          <p:nvPr/>
        </p:nvCxnSpPr>
        <p:spPr>
          <a:xfrm>
            <a:off x="7733489" y="301558"/>
            <a:ext cx="0" cy="11381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1404A3-DAAC-533E-D693-6CD377B9132D}"/>
              </a:ext>
            </a:extLst>
          </p:cNvPr>
          <p:cNvCxnSpPr>
            <a:cxnSpLocks/>
          </p:cNvCxnSpPr>
          <p:nvPr/>
        </p:nvCxnSpPr>
        <p:spPr>
          <a:xfrm flipH="1">
            <a:off x="6760725" y="535023"/>
            <a:ext cx="138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DFBD6F3-0319-07D1-E7DE-993F6A6C998E}"/>
              </a:ext>
            </a:extLst>
          </p:cNvPr>
          <p:cNvCxnSpPr>
            <a:cxnSpLocks/>
          </p:cNvCxnSpPr>
          <p:nvPr/>
        </p:nvCxnSpPr>
        <p:spPr>
          <a:xfrm flipH="1">
            <a:off x="6760725" y="758759"/>
            <a:ext cx="138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9AB1462-082A-89BE-D456-52E3386F6106}"/>
              </a:ext>
            </a:extLst>
          </p:cNvPr>
          <p:cNvCxnSpPr>
            <a:cxnSpLocks/>
          </p:cNvCxnSpPr>
          <p:nvPr/>
        </p:nvCxnSpPr>
        <p:spPr>
          <a:xfrm flipH="1">
            <a:off x="6750997" y="1001950"/>
            <a:ext cx="138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D72E596-C69B-C4BA-E2AD-3C40FE52DDCE}"/>
              </a:ext>
            </a:extLst>
          </p:cNvPr>
          <p:cNvCxnSpPr>
            <a:cxnSpLocks/>
          </p:cNvCxnSpPr>
          <p:nvPr/>
        </p:nvCxnSpPr>
        <p:spPr>
          <a:xfrm flipH="1">
            <a:off x="6750997" y="1196503"/>
            <a:ext cx="138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68C0600-4BC3-1427-7E44-A54573B06CB6}"/>
              </a:ext>
            </a:extLst>
          </p:cNvPr>
          <p:cNvCxnSpPr>
            <a:cxnSpLocks/>
          </p:cNvCxnSpPr>
          <p:nvPr/>
        </p:nvCxnSpPr>
        <p:spPr>
          <a:xfrm flipH="1">
            <a:off x="6750997" y="1429967"/>
            <a:ext cx="138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912588F-5B1E-5293-903E-E5BCEDBCFDEC}"/>
              </a:ext>
            </a:extLst>
          </p:cNvPr>
          <p:cNvCxnSpPr>
            <a:cxnSpLocks/>
          </p:cNvCxnSpPr>
          <p:nvPr/>
        </p:nvCxnSpPr>
        <p:spPr>
          <a:xfrm flipH="1">
            <a:off x="6750998" y="311287"/>
            <a:ext cx="138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D5912C7-CEF9-E66B-0A11-71F81A260697}"/>
              </a:ext>
            </a:extLst>
          </p:cNvPr>
          <p:cNvCxnSpPr>
            <a:cxnSpLocks/>
          </p:cNvCxnSpPr>
          <p:nvPr/>
        </p:nvCxnSpPr>
        <p:spPr>
          <a:xfrm>
            <a:off x="7334656" y="1089498"/>
            <a:ext cx="223735" cy="0"/>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37C16BE7-5706-BA9E-BB22-4A5D949B2EA5}"/>
              </a:ext>
            </a:extLst>
          </p:cNvPr>
          <p:cNvSpPr/>
          <p:nvPr/>
        </p:nvSpPr>
        <p:spPr>
          <a:xfrm>
            <a:off x="7266561" y="1566154"/>
            <a:ext cx="2286000" cy="5155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893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84358E43-A191-4F36-98E5-23903BF7D572}" type="datetime1">
              <a:rPr lang="en-IN" smtClean="0"/>
              <a:t>07-08-2024</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7</a:t>
            </a:fld>
            <a:endParaRPr lang="en-IN"/>
          </a:p>
        </p:txBody>
      </p:sp>
      <p:sp>
        <p:nvSpPr>
          <p:cNvPr id="6" name="Title 5"/>
          <p:cNvSpPr>
            <a:spLocks noGrp="1"/>
          </p:cNvSpPr>
          <p:nvPr>
            <p:ph type="title"/>
          </p:nvPr>
        </p:nvSpPr>
        <p:spPr/>
        <p:txBody>
          <a:bodyPr/>
          <a:lstStyle/>
          <a:p>
            <a:r>
              <a:rPr lang="en-IN" dirty="0"/>
              <a:t>Tyler Series screen scale (Appendix 5)</a:t>
            </a:r>
          </a:p>
        </p:txBody>
      </p:sp>
      <p:pic>
        <p:nvPicPr>
          <p:cNvPr id="2050" name="Picture 2" descr="wire-mesh-pitch">
            <a:extLst>
              <a:ext uri="{FF2B5EF4-FFF2-40B4-BE49-F238E27FC236}">
                <a16:creationId xmlns:a16="http://schemas.microsoft.com/office/drawing/2014/main" id="{498E2300-FD88-2B56-1155-B65FB51CE4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225" y="1112195"/>
            <a:ext cx="5207735" cy="382945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5113CB4-5F30-C932-F9BA-EF25B3978D0C}"/>
              </a:ext>
            </a:extLst>
          </p:cNvPr>
          <p:cNvSpPr txBox="1"/>
          <p:nvPr/>
        </p:nvSpPr>
        <p:spPr>
          <a:xfrm>
            <a:off x="5428034" y="1129765"/>
            <a:ext cx="6624535" cy="4893647"/>
          </a:xfrm>
          <a:prstGeom prst="rect">
            <a:avLst/>
          </a:prstGeom>
          <a:noFill/>
        </p:spPr>
        <p:txBody>
          <a:bodyPr wrap="square">
            <a:spAutoFit/>
          </a:bodyPr>
          <a:lstStyle/>
          <a:p>
            <a:pPr algn="just"/>
            <a:r>
              <a:rPr lang="en-US" sz="2400" b="1" i="0" dirty="0">
                <a:solidFill>
                  <a:srgbClr val="FF0000"/>
                </a:solidFill>
                <a:effectLst/>
                <a:latin typeface="AvenirWeb"/>
              </a:rPr>
              <a:t>Aperture width</a:t>
            </a:r>
            <a:r>
              <a:rPr lang="en-US" sz="2400" b="0" i="0" dirty="0">
                <a:solidFill>
                  <a:srgbClr val="FF0000"/>
                </a:solidFill>
                <a:effectLst/>
                <a:latin typeface="AvenirWeb"/>
              </a:rPr>
              <a:t> </a:t>
            </a:r>
            <a:r>
              <a:rPr lang="en-US" sz="2400" b="0" i="0" dirty="0">
                <a:effectLst/>
                <a:latin typeface="AvenirWeb"/>
              </a:rPr>
              <a:t>(labeled w in the below diagram) is the distance between two adjacent warp or weft wires, measured in the projected plane at the mid positions.</a:t>
            </a:r>
          </a:p>
          <a:p>
            <a:pPr algn="just"/>
            <a:r>
              <a:rPr lang="en-US" sz="2400" b="1" i="0" dirty="0">
                <a:solidFill>
                  <a:srgbClr val="FF0000"/>
                </a:solidFill>
                <a:effectLst/>
                <a:latin typeface="AvenirWeb"/>
              </a:rPr>
              <a:t>Warp:</a:t>
            </a:r>
            <a:r>
              <a:rPr lang="en-US" sz="2400" b="0" i="0" dirty="0">
                <a:effectLst/>
                <a:latin typeface="AvenirWeb"/>
              </a:rPr>
              <a:t> All wires running lengthwise of the cloth as woven.</a:t>
            </a:r>
          </a:p>
          <a:p>
            <a:pPr algn="just"/>
            <a:r>
              <a:rPr lang="en-US" sz="2400" b="1" i="0" dirty="0">
                <a:solidFill>
                  <a:srgbClr val="FF0000"/>
                </a:solidFill>
                <a:effectLst/>
                <a:latin typeface="AvenirWeb"/>
              </a:rPr>
              <a:t>Weft:</a:t>
            </a:r>
            <a:r>
              <a:rPr lang="en-US" sz="2400" b="0" i="0" dirty="0">
                <a:effectLst/>
                <a:latin typeface="AvenirWeb"/>
              </a:rPr>
              <a:t> All wires running across the cloth as woven.</a:t>
            </a:r>
          </a:p>
          <a:p>
            <a:pPr algn="just"/>
            <a:r>
              <a:rPr lang="en-US" sz="2400" b="1" i="0" dirty="0">
                <a:solidFill>
                  <a:srgbClr val="FF0000"/>
                </a:solidFill>
                <a:effectLst/>
                <a:latin typeface="AvenirWeb"/>
              </a:rPr>
              <a:t>Wire diameter (d)</a:t>
            </a:r>
            <a:r>
              <a:rPr lang="en-US" sz="2400" b="0" i="0" dirty="0">
                <a:solidFill>
                  <a:srgbClr val="FF0000"/>
                </a:solidFill>
                <a:effectLst/>
                <a:latin typeface="AvenirWeb"/>
              </a:rPr>
              <a:t> </a:t>
            </a:r>
            <a:r>
              <a:rPr lang="en-US" sz="2400" b="0" i="0" dirty="0">
                <a:effectLst/>
                <a:latin typeface="AvenirWeb"/>
              </a:rPr>
              <a:t>is the width of the wires in the woven cloth. (The wire diameter may be altered slightly during the weaving process.)</a:t>
            </a:r>
          </a:p>
          <a:p>
            <a:pPr algn="just"/>
            <a:r>
              <a:rPr lang="en-US" sz="2400" b="1" i="0" dirty="0">
                <a:solidFill>
                  <a:srgbClr val="FF0000"/>
                </a:solidFill>
                <a:effectLst/>
                <a:latin typeface="AvenirWeb"/>
              </a:rPr>
              <a:t>Pitch (p)</a:t>
            </a:r>
            <a:r>
              <a:rPr lang="en-US" sz="2400" b="0" i="0" dirty="0">
                <a:solidFill>
                  <a:srgbClr val="FF0000"/>
                </a:solidFill>
                <a:effectLst/>
                <a:latin typeface="AvenirWeb"/>
              </a:rPr>
              <a:t> </a:t>
            </a:r>
            <a:r>
              <a:rPr lang="en-US" sz="2400" b="0" i="0" dirty="0">
                <a:effectLst/>
                <a:latin typeface="AvenirWeb"/>
              </a:rPr>
              <a:t>is the distance between the midpoints of two adjacent wires. Represents the sum of the aperture width (w) and wire diameter (d).</a:t>
            </a:r>
          </a:p>
        </p:txBody>
      </p:sp>
    </p:spTree>
    <p:extLst>
      <p:ext uri="{BB962C8B-B14F-4D97-AF65-F5344CB8AC3E}">
        <p14:creationId xmlns:p14="http://schemas.microsoft.com/office/powerpoint/2010/main" val="507842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4288FA-EE66-4E64-9670-847459962A87}"/>
              </a:ext>
            </a:extLst>
          </p:cNvPr>
          <p:cNvSpPr>
            <a:spLocks noGrp="1"/>
          </p:cNvSpPr>
          <p:nvPr>
            <p:ph type="dt" sz="half" idx="11"/>
          </p:nvPr>
        </p:nvSpPr>
        <p:spPr/>
        <p:txBody>
          <a:bodyPr/>
          <a:lstStyle/>
          <a:p>
            <a:fld id="{793CAAB6-CD82-467D-B8E9-9E98DCC1E140}" type="datetime1">
              <a:rPr lang="en-IN" smtClean="0"/>
              <a:t>07-08-2024</a:t>
            </a:fld>
            <a:endParaRPr lang="en-IN"/>
          </a:p>
        </p:txBody>
      </p:sp>
      <p:sp>
        <p:nvSpPr>
          <p:cNvPr id="3" name="Footer Placeholder 2">
            <a:extLst>
              <a:ext uri="{FF2B5EF4-FFF2-40B4-BE49-F238E27FC236}">
                <a16:creationId xmlns:a16="http://schemas.microsoft.com/office/drawing/2014/main" id="{CCAE64DD-5D96-4CF7-A612-ED48F35F8B7C}"/>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FB9F576B-0B79-41EC-AFBE-EF99501A1129}"/>
              </a:ext>
            </a:extLst>
          </p:cNvPr>
          <p:cNvSpPr>
            <a:spLocks noGrp="1"/>
          </p:cNvSpPr>
          <p:nvPr>
            <p:ph type="sldNum" sz="quarter" idx="13"/>
          </p:nvPr>
        </p:nvSpPr>
        <p:spPr/>
        <p:txBody>
          <a:bodyPr/>
          <a:lstStyle/>
          <a:p>
            <a:fld id="{957D5EAD-A97B-4969-AF6A-47A86C2666CF}" type="slidenum">
              <a:rPr lang="en-IN" smtClean="0"/>
              <a:t>8</a:t>
            </a:fld>
            <a:endParaRPr lang="en-IN"/>
          </a:p>
        </p:txBody>
      </p:sp>
      <p:sp>
        <p:nvSpPr>
          <p:cNvPr id="5" name="Title 4">
            <a:extLst>
              <a:ext uri="{FF2B5EF4-FFF2-40B4-BE49-F238E27FC236}">
                <a16:creationId xmlns:a16="http://schemas.microsoft.com/office/drawing/2014/main" id="{FA9986EB-51EB-4446-BE0E-11A226D28278}"/>
              </a:ext>
            </a:extLst>
          </p:cNvPr>
          <p:cNvSpPr>
            <a:spLocks noGrp="1"/>
          </p:cNvSpPr>
          <p:nvPr>
            <p:ph type="title"/>
          </p:nvPr>
        </p:nvSpPr>
        <p:spPr/>
        <p:txBody>
          <a:bodyPr/>
          <a:lstStyle/>
          <a:p>
            <a:r>
              <a:rPr lang="en-US" dirty="0"/>
              <a:t>Screening Analysis </a:t>
            </a:r>
            <a:endParaRPr lang="en-IN" dirty="0"/>
          </a:p>
        </p:txBody>
      </p:sp>
      <p:pic>
        <p:nvPicPr>
          <p:cNvPr id="8" name="Picture 7">
            <a:extLst>
              <a:ext uri="{FF2B5EF4-FFF2-40B4-BE49-F238E27FC236}">
                <a16:creationId xmlns:a16="http://schemas.microsoft.com/office/drawing/2014/main" id="{EA814694-41DC-45AD-9EA6-EBF0005FB4DF}"/>
              </a:ext>
            </a:extLst>
          </p:cNvPr>
          <p:cNvPicPr>
            <a:picLocks noChangeAspect="1"/>
          </p:cNvPicPr>
          <p:nvPr/>
        </p:nvPicPr>
        <p:blipFill rotWithShape="1">
          <a:blip r:embed="rId2"/>
          <a:srcRect l="25001" t="2936" r="28642" b="4221"/>
          <a:stretch/>
        </p:blipFill>
        <p:spPr>
          <a:xfrm>
            <a:off x="2765185" y="1031771"/>
            <a:ext cx="2234653" cy="4650877"/>
          </a:xfrm>
          <a:prstGeom prst="rect">
            <a:avLst/>
          </a:prstGeom>
        </p:spPr>
      </p:pic>
      <p:sp>
        <p:nvSpPr>
          <p:cNvPr id="9" name="Rectangle 8">
            <a:extLst>
              <a:ext uri="{FF2B5EF4-FFF2-40B4-BE49-F238E27FC236}">
                <a16:creationId xmlns:a16="http://schemas.microsoft.com/office/drawing/2014/main" id="{BC277508-56F3-40BC-AB40-36E767D9FC01}"/>
              </a:ext>
            </a:extLst>
          </p:cNvPr>
          <p:cNvSpPr/>
          <p:nvPr/>
        </p:nvSpPr>
        <p:spPr>
          <a:xfrm>
            <a:off x="2169974" y="5782448"/>
            <a:ext cx="3626819" cy="461665"/>
          </a:xfrm>
          <a:prstGeom prst="rect">
            <a:avLst/>
          </a:prstGeom>
        </p:spPr>
        <p:txBody>
          <a:bodyPr wrap="square">
            <a:spAutoFit/>
          </a:bodyPr>
          <a:lstStyle/>
          <a:p>
            <a:r>
              <a:rPr lang="en-IN" sz="1200" dirty="0"/>
              <a:t>Reference: www.scientificservices.eu/item/laboratory-test-sieves-200-mm-diameter/1506</a:t>
            </a:r>
          </a:p>
        </p:txBody>
      </p:sp>
    </p:spTree>
    <p:extLst>
      <p:ext uri="{BB962C8B-B14F-4D97-AF65-F5344CB8AC3E}">
        <p14:creationId xmlns:p14="http://schemas.microsoft.com/office/powerpoint/2010/main" val="550302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4288FA-EE66-4E64-9670-847459962A87}"/>
              </a:ext>
            </a:extLst>
          </p:cNvPr>
          <p:cNvSpPr>
            <a:spLocks noGrp="1"/>
          </p:cNvSpPr>
          <p:nvPr>
            <p:ph type="dt" sz="half" idx="11"/>
          </p:nvPr>
        </p:nvSpPr>
        <p:spPr/>
        <p:txBody>
          <a:bodyPr/>
          <a:lstStyle/>
          <a:p>
            <a:fld id="{793CAAB6-CD82-467D-B8E9-9E98DCC1E140}" type="datetime1">
              <a:rPr lang="en-IN" smtClean="0"/>
              <a:t>07-08-2024</a:t>
            </a:fld>
            <a:endParaRPr lang="en-IN"/>
          </a:p>
        </p:txBody>
      </p:sp>
      <p:sp>
        <p:nvSpPr>
          <p:cNvPr id="3" name="Footer Placeholder 2">
            <a:extLst>
              <a:ext uri="{FF2B5EF4-FFF2-40B4-BE49-F238E27FC236}">
                <a16:creationId xmlns:a16="http://schemas.microsoft.com/office/drawing/2014/main" id="{CCAE64DD-5D96-4CF7-A612-ED48F35F8B7C}"/>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FB9F576B-0B79-41EC-AFBE-EF99501A1129}"/>
              </a:ext>
            </a:extLst>
          </p:cNvPr>
          <p:cNvSpPr>
            <a:spLocks noGrp="1"/>
          </p:cNvSpPr>
          <p:nvPr>
            <p:ph type="sldNum" sz="quarter" idx="13"/>
          </p:nvPr>
        </p:nvSpPr>
        <p:spPr/>
        <p:txBody>
          <a:bodyPr/>
          <a:lstStyle/>
          <a:p>
            <a:fld id="{957D5EAD-A97B-4969-AF6A-47A86C2666CF}" type="slidenum">
              <a:rPr lang="en-IN" smtClean="0"/>
              <a:t>9</a:t>
            </a:fld>
            <a:endParaRPr lang="en-IN"/>
          </a:p>
        </p:txBody>
      </p:sp>
      <p:sp>
        <p:nvSpPr>
          <p:cNvPr id="5" name="Title 4">
            <a:extLst>
              <a:ext uri="{FF2B5EF4-FFF2-40B4-BE49-F238E27FC236}">
                <a16:creationId xmlns:a16="http://schemas.microsoft.com/office/drawing/2014/main" id="{FA9986EB-51EB-4446-BE0E-11A226D28278}"/>
              </a:ext>
            </a:extLst>
          </p:cNvPr>
          <p:cNvSpPr>
            <a:spLocks noGrp="1"/>
          </p:cNvSpPr>
          <p:nvPr>
            <p:ph type="title"/>
          </p:nvPr>
        </p:nvSpPr>
        <p:spPr/>
        <p:txBody>
          <a:bodyPr/>
          <a:lstStyle/>
          <a:p>
            <a:r>
              <a:rPr lang="en-US" dirty="0"/>
              <a:t>Screening Analysis </a:t>
            </a:r>
            <a:endParaRPr lang="en-IN" dirty="0"/>
          </a:p>
        </p:txBody>
      </p:sp>
      <p:pic>
        <p:nvPicPr>
          <p:cNvPr id="7" name="Picture 6">
            <a:extLst>
              <a:ext uri="{FF2B5EF4-FFF2-40B4-BE49-F238E27FC236}">
                <a16:creationId xmlns:a16="http://schemas.microsoft.com/office/drawing/2014/main" id="{1F5272B8-A772-4149-A765-CD6366F5B528}"/>
              </a:ext>
            </a:extLst>
          </p:cNvPr>
          <p:cNvPicPr>
            <a:picLocks noChangeAspect="1"/>
          </p:cNvPicPr>
          <p:nvPr/>
        </p:nvPicPr>
        <p:blipFill rotWithShape="1">
          <a:blip r:embed="rId2"/>
          <a:srcRect r="29579"/>
          <a:stretch/>
        </p:blipFill>
        <p:spPr>
          <a:xfrm>
            <a:off x="4371662" y="953037"/>
            <a:ext cx="4463245" cy="4533330"/>
          </a:xfrm>
          <a:prstGeom prst="rect">
            <a:avLst/>
          </a:prstGeom>
        </p:spPr>
      </p:pic>
      <p:pic>
        <p:nvPicPr>
          <p:cNvPr id="8" name="Picture 7">
            <a:extLst>
              <a:ext uri="{FF2B5EF4-FFF2-40B4-BE49-F238E27FC236}">
                <a16:creationId xmlns:a16="http://schemas.microsoft.com/office/drawing/2014/main" id="{EA814694-41DC-45AD-9EA6-EBF0005FB4DF}"/>
              </a:ext>
            </a:extLst>
          </p:cNvPr>
          <p:cNvPicPr>
            <a:picLocks noChangeAspect="1"/>
          </p:cNvPicPr>
          <p:nvPr/>
        </p:nvPicPr>
        <p:blipFill rotWithShape="1">
          <a:blip r:embed="rId3"/>
          <a:srcRect l="25001" t="2936" r="28642" b="4221"/>
          <a:stretch/>
        </p:blipFill>
        <p:spPr>
          <a:xfrm>
            <a:off x="735049" y="1004738"/>
            <a:ext cx="2234653" cy="4650877"/>
          </a:xfrm>
          <a:prstGeom prst="rect">
            <a:avLst/>
          </a:prstGeom>
        </p:spPr>
      </p:pic>
      <p:sp>
        <p:nvSpPr>
          <p:cNvPr id="9" name="Rectangle 8">
            <a:extLst>
              <a:ext uri="{FF2B5EF4-FFF2-40B4-BE49-F238E27FC236}">
                <a16:creationId xmlns:a16="http://schemas.microsoft.com/office/drawing/2014/main" id="{BC277508-56F3-40BC-AB40-36E767D9FC01}"/>
              </a:ext>
            </a:extLst>
          </p:cNvPr>
          <p:cNvSpPr/>
          <p:nvPr/>
        </p:nvSpPr>
        <p:spPr>
          <a:xfrm>
            <a:off x="139838" y="5755415"/>
            <a:ext cx="3626819" cy="461665"/>
          </a:xfrm>
          <a:prstGeom prst="rect">
            <a:avLst/>
          </a:prstGeom>
        </p:spPr>
        <p:txBody>
          <a:bodyPr wrap="square">
            <a:spAutoFit/>
          </a:bodyPr>
          <a:lstStyle/>
          <a:p>
            <a:r>
              <a:rPr lang="en-IN" sz="1200" dirty="0"/>
              <a:t>Reference: www.scientificservices.eu/item/laboratory-test-sieves-200-mm-diameter/1506</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7C8F20E-333A-40E7-A06D-E606E75B46BD}"/>
                  </a:ext>
                </a:extLst>
              </p:cNvPr>
              <p:cNvSpPr/>
              <p:nvPr/>
            </p:nvSpPr>
            <p:spPr>
              <a:xfrm>
                <a:off x="4165600" y="5612575"/>
                <a:ext cx="6580840" cy="584775"/>
              </a:xfrm>
              <a:prstGeom prst="rect">
                <a:avLst/>
              </a:prstGeom>
            </p:spPr>
            <p:txBody>
              <a:bodyPr wrap="none">
                <a:spAutoFit/>
              </a:bodyPr>
              <a:lstStyle/>
              <a:p>
                <a:pPr marL="285750" indent="-285750">
                  <a:buFont typeface="Wingdings" panose="05000000000000000000" pitchFamily="2" charset="2"/>
                  <a:buChar char="v"/>
                </a:pPr>
                <a:r>
                  <a:rPr lang="en-US" sz="1600" dirty="0">
                    <a:solidFill>
                      <a:srgbClr val="C00000"/>
                    </a:solidFill>
                  </a:rPr>
                  <a:t>The notation </a:t>
                </a:r>
                <a14:m>
                  <m:oMath xmlns:m="http://schemas.openxmlformats.org/officeDocument/2006/math">
                    <m:r>
                      <a:rPr lang="en-US" sz="1600" i="1" dirty="0" smtClean="0">
                        <a:solidFill>
                          <a:srgbClr val="C00000"/>
                        </a:solidFill>
                        <a:latin typeface="Cambria Math" panose="02040503050406030204" pitchFamily="18" charset="0"/>
                      </a:rPr>
                      <m:t>14/20</m:t>
                    </m:r>
                  </m:oMath>
                </a14:m>
                <a:r>
                  <a:rPr lang="en-US" sz="1600" dirty="0">
                    <a:solidFill>
                      <a:srgbClr val="C00000"/>
                    </a:solidFill>
                  </a:rPr>
                  <a:t> means "through 14 mesh and on 20 mesh.“</a:t>
                </a:r>
              </a:p>
              <a:p>
                <a:pPr marL="285750" indent="-285750">
                  <a:buFont typeface="Wingdings" panose="05000000000000000000" pitchFamily="2" charset="2"/>
                  <a:buChar char="v"/>
                </a:pPr>
                <a:r>
                  <a:rPr lang="en-US" sz="1600" dirty="0">
                    <a:solidFill>
                      <a:srgbClr val="C00000"/>
                    </a:solidFill>
                  </a:rPr>
                  <a:t>The notation </a:t>
                </a:r>
                <a14:m>
                  <m:oMath xmlns:m="http://schemas.openxmlformats.org/officeDocument/2006/math">
                    <m:r>
                      <a:rPr lang="en-US" sz="1600" i="1" dirty="0" smtClean="0">
                        <a:solidFill>
                          <a:srgbClr val="C00000"/>
                        </a:solidFill>
                        <a:latin typeface="Cambria Math" panose="02040503050406030204" pitchFamily="18" charset="0"/>
                      </a:rPr>
                      <m:t>−14+20 </m:t>
                    </m:r>
                  </m:oMath>
                </a14:m>
                <a:r>
                  <a:rPr lang="en-US" sz="1600" dirty="0">
                    <a:solidFill>
                      <a:srgbClr val="C00000"/>
                    </a:solidFill>
                  </a:rPr>
                  <a:t>means “pass through 14 and retains on 20 mesh”</a:t>
                </a:r>
                <a:endParaRPr lang="en-IN" sz="1600" dirty="0">
                  <a:solidFill>
                    <a:srgbClr val="C00000"/>
                  </a:solidFill>
                </a:endParaRPr>
              </a:p>
            </p:txBody>
          </p:sp>
        </mc:Choice>
        <mc:Fallback xmlns="">
          <p:sp>
            <p:nvSpPr>
              <p:cNvPr id="10" name="Rectangle 9">
                <a:extLst>
                  <a:ext uri="{FF2B5EF4-FFF2-40B4-BE49-F238E27FC236}">
                    <a16:creationId xmlns:a16="http://schemas.microsoft.com/office/drawing/2014/main" id="{D7C8F20E-333A-40E7-A06D-E606E75B46BD}"/>
                  </a:ext>
                </a:extLst>
              </p:cNvPr>
              <p:cNvSpPr>
                <a:spLocks noRot="1" noChangeAspect="1" noMove="1" noResize="1" noEditPoints="1" noAdjustHandles="1" noChangeArrowheads="1" noChangeShapeType="1" noTextEdit="1"/>
              </p:cNvSpPr>
              <p:nvPr/>
            </p:nvSpPr>
            <p:spPr>
              <a:xfrm>
                <a:off x="4165600" y="5612575"/>
                <a:ext cx="6580840" cy="584775"/>
              </a:xfrm>
              <a:prstGeom prst="rect">
                <a:avLst/>
              </a:prstGeom>
              <a:blipFill>
                <a:blip r:embed="rId4"/>
                <a:stretch>
                  <a:fillRect l="-370" t="-3125" b="-12500"/>
                </a:stretch>
              </a:blipFill>
            </p:spPr>
            <p:txBody>
              <a:bodyPr/>
              <a:lstStyle/>
              <a:p>
                <a:r>
                  <a:rPr lang="en-IN">
                    <a:noFill/>
                  </a:rPr>
                  <a:t> </a:t>
                </a:r>
              </a:p>
            </p:txBody>
          </p:sp>
        </mc:Fallback>
      </mc:AlternateContent>
    </p:spTree>
    <p:extLst>
      <p:ext uri="{BB962C8B-B14F-4D97-AF65-F5344CB8AC3E}">
        <p14:creationId xmlns:p14="http://schemas.microsoft.com/office/powerpoint/2010/main" val="312667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EF6E3BB-57CF-47AF-922A-5AE17906C969}" type="datetime1">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07-08-2024</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p:sp>
        <p:nvSpPr>
          <p:cNvPr id="3" name="Footer Placeholder 2"/>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rPr>
              <a:t>SEPARATION PROCESSES-II</a:t>
            </a:r>
            <a:endParaRPr kumimoji="0" lang="en-IN"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endParaRPr>
          </a:p>
        </p:txBody>
      </p:sp>
      <p:sp>
        <p:nvSpPr>
          <p:cNvPr id="4" name="Slide Number Placeholder 3"/>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7D5EAD-A97B-4969-AF6A-47A86C2666CF}" type="slidenum">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mc:AlternateContent xmlns:mc="http://schemas.openxmlformats.org/markup-compatibility/2006" xmlns:a14="http://schemas.microsoft.com/office/drawing/2010/main">
        <mc:Choice Requires="a14">
          <p:sp>
            <p:nvSpPr>
              <p:cNvPr id="5" name="Content Placeholder 4"/>
              <p:cNvSpPr>
                <a:spLocks noGrp="1"/>
              </p:cNvSpPr>
              <p:nvPr>
                <p:ph sz="quarter" idx="4294967295"/>
              </p:nvPr>
            </p:nvSpPr>
            <p:spPr>
              <a:xfrm>
                <a:off x="562684" y="1147673"/>
                <a:ext cx="10972800" cy="4876800"/>
              </a:xfrm>
            </p:spPr>
            <p:txBody>
              <a:bodyPr>
                <a:normAutofit/>
              </a:bodyPr>
              <a:lstStyle/>
              <a:p>
                <a:r>
                  <a:rPr lang="en-US" sz="2800" dirty="0"/>
                  <a:t>This set of screens is based on the opening of the 200-mesh screen, which is established at 0.074 mm. </a:t>
                </a:r>
              </a:p>
              <a:p>
                <a:r>
                  <a:rPr lang="en-US" sz="2800" dirty="0"/>
                  <a:t>The area of the openings in any one screen in the series is exactly twice that of the openings in the next smaller screen. </a:t>
                </a:r>
              </a:p>
              <a:p>
                <a:r>
                  <a:rPr lang="en-US" sz="2800" dirty="0"/>
                  <a:t>The ratio of the actual mesh dimension of any screen to that of the next smaller screen is, then, </a:t>
                </a:r>
                <a14:m>
                  <m:oMath xmlns:m="http://schemas.openxmlformats.org/officeDocument/2006/math">
                    <m:rad>
                      <m:radPr>
                        <m:degHide m:val="on"/>
                        <m:ctrlPr>
                          <a:rPr lang="en-US" sz="2800" i="1" dirty="0" smtClean="0">
                            <a:latin typeface="Cambria Math" panose="02040503050406030204" pitchFamily="18" charset="0"/>
                          </a:rPr>
                        </m:ctrlPr>
                      </m:radPr>
                      <m:deg/>
                      <m:e>
                        <m:r>
                          <a:rPr lang="en-IN" sz="2800" b="0" i="1" dirty="0" smtClean="0">
                            <a:latin typeface="Cambria Math" panose="02040503050406030204" pitchFamily="18" charset="0"/>
                          </a:rPr>
                          <m:t>2</m:t>
                        </m:r>
                      </m:e>
                    </m:rad>
                    <m:r>
                      <a:rPr lang="en-US" sz="2800" i="1" dirty="0" smtClean="0">
                        <a:latin typeface="Cambria Math" panose="02040503050406030204" pitchFamily="18" charset="0"/>
                      </a:rPr>
                      <m:t> = 1.41</m:t>
                    </m:r>
                  </m:oMath>
                </a14:m>
                <a:r>
                  <a:rPr lang="en-US" sz="2800" dirty="0"/>
                  <a:t>. </a:t>
                </a:r>
              </a:p>
              <a:p>
                <a:r>
                  <a:rPr lang="en-US" sz="2800" dirty="0"/>
                  <a:t>For closer sizing, intermediate screens are available, each of which has a mesh dimension </a:t>
                </a:r>
                <a14:m>
                  <m:oMath xmlns:m="http://schemas.openxmlformats.org/officeDocument/2006/math">
                    <m:rad>
                      <m:radPr>
                        <m:ctrlPr>
                          <a:rPr lang="en-US" sz="2800" i="1" smtClean="0">
                            <a:latin typeface="Cambria Math" panose="02040503050406030204" pitchFamily="18" charset="0"/>
                          </a:rPr>
                        </m:ctrlPr>
                      </m:radPr>
                      <m:deg>
                        <m:r>
                          <m:rPr>
                            <m:brk m:alnAt="7"/>
                          </m:rPr>
                          <a:rPr lang="en-IN" sz="2800" b="0" i="1" smtClean="0">
                            <a:latin typeface="Cambria Math" panose="02040503050406030204" pitchFamily="18" charset="0"/>
                          </a:rPr>
                          <m:t>4</m:t>
                        </m:r>
                      </m:deg>
                      <m:e>
                        <m:r>
                          <a:rPr lang="en-IN" sz="2800" b="0" i="1" smtClean="0">
                            <a:latin typeface="Cambria Math" panose="02040503050406030204" pitchFamily="18" charset="0"/>
                          </a:rPr>
                          <m:t>2</m:t>
                        </m:r>
                      </m:e>
                    </m:rad>
                  </m:oMath>
                </a14:m>
                <a:r>
                  <a:rPr lang="en-US" sz="2800" dirty="0"/>
                  <a:t>, or 1.189, times that of the </a:t>
                </a:r>
                <a:r>
                  <a:rPr lang="en-IN" sz="2800" dirty="0"/>
                  <a:t>next smaller standard screen.</a:t>
                </a:r>
              </a:p>
            </p:txBody>
          </p:sp>
        </mc:Choice>
        <mc:Fallback xmlns="">
          <p:sp>
            <p:nvSpPr>
              <p:cNvPr id="5" name="Content Placeholder 4"/>
              <p:cNvSpPr>
                <a:spLocks noGrp="1" noRot="1" noChangeAspect="1" noMove="1" noResize="1" noEditPoints="1" noAdjustHandles="1" noChangeArrowheads="1" noChangeShapeType="1" noTextEdit="1"/>
              </p:cNvSpPr>
              <p:nvPr>
                <p:ph sz="quarter" idx="14"/>
              </p:nvPr>
            </p:nvSpPr>
            <p:spPr>
              <a:blipFill>
                <a:blip r:embed="rId2"/>
                <a:stretch>
                  <a:fillRect l="-1000" t="-1125" r="-611"/>
                </a:stretch>
              </a:blipFill>
            </p:spPr>
            <p:txBody>
              <a:bodyPr/>
              <a:lstStyle/>
              <a:p>
                <a:r>
                  <a:rPr lang="en-IN">
                    <a:noFill/>
                  </a:rPr>
                  <a:t> </a:t>
                </a:r>
              </a:p>
            </p:txBody>
          </p:sp>
        </mc:Fallback>
      </mc:AlternateContent>
      <p:sp>
        <p:nvSpPr>
          <p:cNvPr id="6" name="Title 5"/>
          <p:cNvSpPr>
            <a:spLocks noGrp="1"/>
          </p:cNvSpPr>
          <p:nvPr>
            <p:ph type="title"/>
          </p:nvPr>
        </p:nvSpPr>
        <p:spPr/>
        <p:txBody>
          <a:bodyPr/>
          <a:lstStyle/>
          <a:p>
            <a:r>
              <a:rPr lang="en-IN" dirty="0"/>
              <a:t>Screen Analysis (standard screen series)</a:t>
            </a:r>
          </a:p>
        </p:txBody>
      </p:sp>
    </p:spTree>
    <p:extLst>
      <p:ext uri="{BB962C8B-B14F-4D97-AF65-F5344CB8AC3E}">
        <p14:creationId xmlns:p14="http://schemas.microsoft.com/office/powerpoint/2010/main" val="4080555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FE1145-8192-4D5A-A241-627BCDF9C94B}" type="datetime1">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07-08-2024</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p:sp>
        <p:nvSpPr>
          <p:cNvPr id="3" name="Footer Placeholder 2"/>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rPr>
              <a:t>SEPARATION PROCESSES-II</a:t>
            </a:r>
            <a:endParaRPr kumimoji="0" lang="en-IN"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endParaRPr>
          </a:p>
        </p:txBody>
      </p:sp>
      <p:sp>
        <p:nvSpPr>
          <p:cNvPr id="4" name="Slide Number Placeholder 3"/>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7D5EAD-A97B-4969-AF6A-47A86C2666CF}" type="slidenum">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800" dirty="0"/>
              <a:t>In making an analysis a set of standard screens is arranged serially in a stack, with the smallest mesh at the bottom and the largest at the top. </a:t>
            </a:r>
          </a:p>
          <a:p>
            <a:r>
              <a:rPr lang="en-US" sz="2800" dirty="0"/>
              <a:t>The sample is placed on the top screen and the stack shaken mechanically for a definite time, perhaps 20 min. </a:t>
            </a:r>
          </a:p>
          <a:p>
            <a:r>
              <a:rPr lang="en-US" sz="2800" dirty="0"/>
              <a:t>The particles retained on each screen are removed and weighed, and the masses of the individual screen increments are converted to mass fractions or mass percentages of the total sample.</a:t>
            </a:r>
          </a:p>
          <a:p>
            <a:r>
              <a:rPr lang="en-US" sz="2800" dirty="0"/>
              <a:t>Any particles that pass the finest screen are caught in a pan at the bottom of the stack.</a:t>
            </a:r>
            <a:endParaRPr lang="en-IN" sz="2800" dirty="0"/>
          </a:p>
        </p:txBody>
      </p:sp>
      <p:sp>
        <p:nvSpPr>
          <p:cNvPr id="6" name="Title 5"/>
          <p:cNvSpPr>
            <a:spLocks noGrp="1"/>
          </p:cNvSpPr>
          <p:nvPr>
            <p:ph type="title"/>
          </p:nvPr>
        </p:nvSpPr>
        <p:spPr/>
        <p:txBody>
          <a:bodyPr/>
          <a:lstStyle/>
          <a:p>
            <a:r>
              <a:rPr lang="en-IN" dirty="0"/>
              <a:t>Screen Analysis (standard screen series)</a:t>
            </a:r>
          </a:p>
        </p:txBody>
      </p:sp>
    </p:spTree>
    <p:extLst>
      <p:ext uri="{BB962C8B-B14F-4D97-AF65-F5344CB8AC3E}">
        <p14:creationId xmlns:p14="http://schemas.microsoft.com/office/powerpoint/2010/main" val="3618951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B3ABAD4-6431-48A2-A6DF-FD78F01CD3B9}" type="datetime1">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07-08-2024</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p:sp>
        <p:nvSpPr>
          <p:cNvPr id="3" name="Footer Placeholder 2"/>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rPr>
              <a:t>SEPARATION PROCESSES-II</a:t>
            </a:r>
            <a:endParaRPr kumimoji="0" lang="en-IN"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endParaRPr>
          </a:p>
        </p:txBody>
      </p:sp>
      <p:sp>
        <p:nvSpPr>
          <p:cNvPr id="4" name="Slide Number Placeholder 3"/>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7D5EAD-A97B-4969-AF6A-47A86C2666CF}" type="slidenum">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p:sp>
        <p:nvSpPr>
          <p:cNvPr id="5" name="Content Placeholder 4"/>
          <p:cNvSpPr>
            <a:spLocks noGrp="1"/>
          </p:cNvSpPr>
          <p:nvPr>
            <p:ph sz="quarter" idx="4294967295"/>
          </p:nvPr>
        </p:nvSpPr>
        <p:spPr>
          <a:xfrm>
            <a:off x="272375" y="1147673"/>
            <a:ext cx="11712102" cy="4876800"/>
          </a:xfrm>
        </p:spPr>
        <p:txBody>
          <a:bodyPr>
            <a:normAutofit/>
          </a:bodyPr>
          <a:lstStyle/>
          <a:p>
            <a:r>
              <a:rPr lang="en-US" sz="2800" dirty="0"/>
              <a:t>The results of a screen analysis are tabulated to show the mass fraction of each screen increment as a function of the mesh size range of the increment. </a:t>
            </a:r>
          </a:p>
          <a:p>
            <a:r>
              <a:rPr lang="en-US" sz="2800" dirty="0"/>
              <a:t>Since the particles on any one screen are passed by the screen immediately ahead of it, two numbers are needed to specify the size range of an increment, one for the screen through which the fraction passes and the other on which it is retained.</a:t>
            </a:r>
          </a:p>
          <a:p>
            <a:r>
              <a:rPr lang="en-IN" sz="2800" dirty="0"/>
              <a:t>The material that passes through the screen is called the </a:t>
            </a:r>
            <a:r>
              <a:rPr lang="en-IN" sz="2800" b="1" dirty="0">
                <a:solidFill>
                  <a:srgbClr val="FF0000"/>
                </a:solidFill>
              </a:rPr>
              <a:t>minus (-) material/ undersize</a:t>
            </a:r>
            <a:r>
              <a:rPr lang="en-IN" sz="2800" dirty="0"/>
              <a:t> and the material that is retained on the screen is called the </a:t>
            </a:r>
            <a:r>
              <a:rPr lang="en-IN" sz="2800" b="1" dirty="0">
                <a:solidFill>
                  <a:srgbClr val="FF0000"/>
                </a:solidFill>
              </a:rPr>
              <a:t>plus (+) material/oversize</a:t>
            </a:r>
            <a:endParaRPr lang="en-US" sz="2800" dirty="0"/>
          </a:p>
          <a:p>
            <a:r>
              <a:rPr lang="en-US" sz="2800" dirty="0"/>
              <a:t>Thus, the notation 14/20 means </a:t>
            </a:r>
            <a:r>
              <a:rPr lang="en-US" sz="2800" dirty="0">
                <a:solidFill>
                  <a:srgbClr val="0070C0"/>
                </a:solidFill>
              </a:rPr>
              <a:t>"through 14 mesh and on 20 mesh."</a:t>
            </a:r>
            <a:endParaRPr lang="en-IN" sz="2800" dirty="0">
              <a:solidFill>
                <a:srgbClr val="0070C0"/>
              </a:solidFill>
            </a:endParaRPr>
          </a:p>
        </p:txBody>
      </p:sp>
      <p:sp>
        <p:nvSpPr>
          <p:cNvPr id="6" name="Title 5"/>
          <p:cNvSpPr>
            <a:spLocks noGrp="1"/>
          </p:cNvSpPr>
          <p:nvPr>
            <p:ph type="title"/>
          </p:nvPr>
        </p:nvSpPr>
        <p:spPr/>
        <p:txBody>
          <a:bodyPr/>
          <a:lstStyle/>
          <a:p>
            <a:r>
              <a:rPr lang="en-IN" dirty="0"/>
              <a:t>Screen Analysis (standard screen series)</a:t>
            </a:r>
          </a:p>
        </p:txBody>
      </p:sp>
    </p:spTree>
    <p:extLst>
      <p:ext uri="{BB962C8B-B14F-4D97-AF65-F5344CB8AC3E}">
        <p14:creationId xmlns:p14="http://schemas.microsoft.com/office/powerpoint/2010/main" val="3954476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B3ABAD4-6431-48A2-A6DF-FD78F01CD3B9}" type="datetime1">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07-08-2024</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p:sp>
        <p:nvSpPr>
          <p:cNvPr id="3" name="Footer Placeholder 2"/>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rPr>
              <a:t>SEPARATION PROCESSES-II</a:t>
            </a:r>
            <a:endParaRPr kumimoji="0" lang="en-IN" sz="1400" b="1" i="0" u="none" strike="noStrike" kern="1200" cap="none" spc="0" normalizeH="0" baseline="0" noProof="0">
              <a:ln>
                <a:noFill/>
              </a:ln>
              <a:solidFill>
                <a:srgbClr val="002060"/>
              </a:solidFill>
              <a:effectLst/>
              <a:uLnTx/>
              <a:uFillTx/>
              <a:latin typeface="Calibri" panose="020F0502020204030204"/>
              <a:ea typeface="+mn-ea"/>
              <a:cs typeface="Arial" pitchFamily="34" charset="0"/>
            </a:endParaRPr>
          </a:p>
        </p:txBody>
      </p:sp>
      <p:sp>
        <p:nvSpPr>
          <p:cNvPr id="4" name="Slide Number Placeholder 3"/>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7D5EAD-A97B-4969-AF6A-47A86C2666CF}" type="slidenum">
              <a:rPr kumimoji="0" lang="en-IN" sz="1400" b="1"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400" b="1" i="0" u="none" strike="noStrike" kern="1200" cap="none" spc="0" normalizeH="0" baseline="0" noProof="0">
              <a:ln>
                <a:noFill/>
              </a:ln>
              <a:solidFill>
                <a:prstClr val="black">
                  <a:tint val="75000"/>
                </a:prstClr>
              </a:solidFill>
              <a:effectLst/>
              <a:uLnTx/>
              <a:uFillTx/>
              <a:latin typeface="Calibri" panose="020F0502020204030204"/>
              <a:ea typeface="+mn-ea"/>
              <a:cs typeface="Arial" pitchFamily="34" charset="0"/>
            </a:endParaRPr>
          </a:p>
        </p:txBody>
      </p:sp>
      <p:sp>
        <p:nvSpPr>
          <p:cNvPr id="6" name="Title 5"/>
          <p:cNvSpPr>
            <a:spLocks noGrp="1"/>
          </p:cNvSpPr>
          <p:nvPr>
            <p:ph type="title"/>
          </p:nvPr>
        </p:nvSpPr>
        <p:spPr>
          <a:xfrm>
            <a:off x="1017931" y="102210"/>
            <a:ext cx="9012435" cy="864000"/>
          </a:xfrm>
        </p:spPr>
        <p:txBody>
          <a:bodyPr/>
          <a:lstStyle/>
          <a:p>
            <a:r>
              <a:rPr lang="en-IN" dirty="0"/>
              <a:t>Screen Analysis (standard screen series)</a:t>
            </a:r>
          </a:p>
        </p:txBody>
      </p:sp>
      <p:pic>
        <p:nvPicPr>
          <p:cNvPr id="9" name="Screen Recording 8">
            <a:hlinkClick r:id="" action="ppaction://media"/>
            <a:extLst>
              <a:ext uri="{FF2B5EF4-FFF2-40B4-BE49-F238E27FC236}">
                <a16:creationId xmlns:a16="http://schemas.microsoft.com/office/drawing/2014/main" id="{66AE4FF5-CAB2-96AD-4CDB-A03F1CE364F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55142" y="1144620"/>
            <a:ext cx="9280453" cy="4915711"/>
          </a:xfrm>
          <a:prstGeom prst="rect">
            <a:avLst/>
          </a:prstGeom>
        </p:spPr>
      </p:pic>
    </p:spTree>
    <p:extLst>
      <p:ext uri="{BB962C8B-B14F-4D97-AF65-F5344CB8AC3E}">
        <p14:creationId xmlns:p14="http://schemas.microsoft.com/office/powerpoint/2010/main" val="296833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675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EEE000F9-0187-4B55-B07B-CB3CA6E1C513}" type="datetime1">
              <a:rPr lang="en-IN" smtClean="0"/>
              <a:t>07-08-2024</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14</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000" dirty="0"/>
              <a:t>Information from particle-size analysis is tabulated to show the mass or number fraction in each size increment as a function of the average particle size (or size range) in the increment. </a:t>
            </a:r>
          </a:p>
        </p:txBody>
      </p:sp>
      <p:sp>
        <p:nvSpPr>
          <p:cNvPr id="6" name="Title 5"/>
          <p:cNvSpPr>
            <a:spLocks noGrp="1"/>
          </p:cNvSpPr>
          <p:nvPr>
            <p:ph type="title"/>
          </p:nvPr>
        </p:nvSpPr>
        <p:spPr/>
        <p:txBody>
          <a:bodyPr/>
          <a:lstStyle/>
          <a:p>
            <a:r>
              <a:rPr lang="en-IN" dirty="0"/>
              <a:t>Differential Analysis</a:t>
            </a:r>
          </a:p>
        </p:txBody>
      </p:sp>
      <p:pic>
        <p:nvPicPr>
          <p:cNvPr id="7" name="Picture 6"/>
          <p:cNvPicPr>
            <a:picLocks noChangeAspect="1"/>
          </p:cNvPicPr>
          <p:nvPr/>
        </p:nvPicPr>
        <p:blipFill>
          <a:blip r:embed="rId2">
            <a:lum contrast="20000"/>
          </a:blip>
          <a:stretch>
            <a:fillRect/>
          </a:stretch>
        </p:blipFill>
        <p:spPr>
          <a:xfrm>
            <a:off x="4950216" y="2243093"/>
            <a:ext cx="6397456" cy="3653284"/>
          </a:xfrm>
          <a:prstGeom prst="rect">
            <a:avLst/>
          </a:prstGeom>
        </p:spPr>
      </p:pic>
    </p:spTree>
    <p:extLst>
      <p:ext uri="{BB962C8B-B14F-4D97-AF65-F5344CB8AC3E}">
        <p14:creationId xmlns:p14="http://schemas.microsoft.com/office/powerpoint/2010/main" val="268983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4288FA-EE66-4E64-9670-847459962A87}"/>
              </a:ext>
            </a:extLst>
          </p:cNvPr>
          <p:cNvSpPr>
            <a:spLocks noGrp="1"/>
          </p:cNvSpPr>
          <p:nvPr>
            <p:ph type="dt" sz="half" idx="11"/>
          </p:nvPr>
        </p:nvSpPr>
        <p:spPr/>
        <p:txBody>
          <a:bodyPr/>
          <a:lstStyle/>
          <a:p>
            <a:fld id="{793CAAB6-CD82-467D-B8E9-9E98DCC1E140}" type="datetime1">
              <a:rPr lang="en-IN" smtClean="0"/>
              <a:t>07-08-2024</a:t>
            </a:fld>
            <a:endParaRPr lang="en-IN"/>
          </a:p>
        </p:txBody>
      </p:sp>
      <p:sp>
        <p:nvSpPr>
          <p:cNvPr id="3" name="Footer Placeholder 2">
            <a:extLst>
              <a:ext uri="{FF2B5EF4-FFF2-40B4-BE49-F238E27FC236}">
                <a16:creationId xmlns:a16="http://schemas.microsoft.com/office/drawing/2014/main" id="{CCAE64DD-5D96-4CF7-A612-ED48F35F8B7C}"/>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FB9F576B-0B79-41EC-AFBE-EF99501A1129}"/>
              </a:ext>
            </a:extLst>
          </p:cNvPr>
          <p:cNvSpPr>
            <a:spLocks noGrp="1"/>
          </p:cNvSpPr>
          <p:nvPr>
            <p:ph type="sldNum" sz="quarter" idx="13"/>
          </p:nvPr>
        </p:nvSpPr>
        <p:spPr/>
        <p:txBody>
          <a:bodyPr/>
          <a:lstStyle/>
          <a:p>
            <a:fld id="{957D5EAD-A97B-4969-AF6A-47A86C2666CF}" type="slidenum">
              <a:rPr lang="en-IN" smtClean="0"/>
              <a:t>15</a:t>
            </a:fld>
            <a:endParaRPr lang="en-IN"/>
          </a:p>
        </p:txBody>
      </p:sp>
      <p:sp>
        <p:nvSpPr>
          <p:cNvPr id="5" name="Title 4">
            <a:extLst>
              <a:ext uri="{FF2B5EF4-FFF2-40B4-BE49-F238E27FC236}">
                <a16:creationId xmlns:a16="http://schemas.microsoft.com/office/drawing/2014/main" id="{FA9986EB-51EB-4446-BE0E-11A226D28278}"/>
              </a:ext>
            </a:extLst>
          </p:cNvPr>
          <p:cNvSpPr>
            <a:spLocks noGrp="1"/>
          </p:cNvSpPr>
          <p:nvPr>
            <p:ph type="title"/>
          </p:nvPr>
        </p:nvSpPr>
        <p:spPr/>
        <p:txBody>
          <a:bodyPr/>
          <a:lstStyle/>
          <a:p>
            <a:r>
              <a:rPr lang="en-US" dirty="0"/>
              <a:t>Cumulative Analysis </a:t>
            </a:r>
            <a:endParaRPr lang="en-IN" dirty="0"/>
          </a:p>
        </p:txBody>
      </p:sp>
      <p:pic>
        <p:nvPicPr>
          <p:cNvPr id="7" name="Picture 6">
            <a:extLst>
              <a:ext uri="{FF2B5EF4-FFF2-40B4-BE49-F238E27FC236}">
                <a16:creationId xmlns:a16="http://schemas.microsoft.com/office/drawing/2014/main" id="{1F5272B8-A772-4149-A765-CD6366F5B528}"/>
              </a:ext>
            </a:extLst>
          </p:cNvPr>
          <p:cNvPicPr>
            <a:picLocks noChangeAspect="1"/>
          </p:cNvPicPr>
          <p:nvPr/>
        </p:nvPicPr>
        <p:blipFill>
          <a:blip r:embed="rId2"/>
          <a:stretch>
            <a:fillRect/>
          </a:stretch>
        </p:blipFill>
        <p:spPr>
          <a:xfrm>
            <a:off x="4165600" y="953037"/>
            <a:ext cx="6923234" cy="4951926"/>
          </a:xfrm>
          <a:prstGeom prst="rect">
            <a:avLst/>
          </a:prstGeom>
        </p:spPr>
      </p:pic>
      <p:pic>
        <p:nvPicPr>
          <p:cNvPr id="8" name="Picture 7">
            <a:extLst>
              <a:ext uri="{FF2B5EF4-FFF2-40B4-BE49-F238E27FC236}">
                <a16:creationId xmlns:a16="http://schemas.microsoft.com/office/drawing/2014/main" id="{EA814694-41DC-45AD-9EA6-EBF0005FB4DF}"/>
              </a:ext>
            </a:extLst>
          </p:cNvPr>
          <p:cNvPicPr>
            <a:picLocks noChangeAspect="1"/>
          </p:cNvPicPr>
          <p:nvPr/>
        </p:nvPicPr>
        <p:blipFill rotWithShape="1">
          <a:blip r:embed="rId3"/>
          <a:srcRect l="25001" t="2936" r="28642" b="4221"/>
          <a:stretch/>
        </p:blipFill>
        <p:spPr>
          <a:xfrm>
            <a:off x="735049" y="1004738"/>
            <a:ext cx="2234653" cy="4650877"/>
          </a:xfrm>
          <a:prstGeom prst="rect">
            <a:avLst/>
          </a:prstGeom>
        </p:spPr>
      </p:pic>
      <p:sp>
        <p:nvSpPr>
          <p:cNvPr id="9" name="Rectangle 8">
            <a:extLst>
              <a:ext uri="{FF2B5EF4-FFF2-40B4-BE49-F238E27FC236}">
                <a16:creationId xmlns:a16="http://schemas.microsoft.com/office/drawing/2014/main" id="{BC277508-56F3-40BC-AB40-36E767D9FC01}"/>
              </a:ext>
            </a:extLst>
          </p:cNvPr>
          <p:cNvSpPr/>
          <p:nvPr/>
        </p:nvSpPr>
        <p:spPr>
          <a:xfrm>
            <a:off x="139838" y="5755415"/>
            <a:ext cx="3626819" cy="461665"/>
          </a:xfrm>
          <a:prstGeom prst="rect">
            <a:avLst/>
          </a:prstGeom>
        </p:spPr>
        <p:txBody>
          <a:bodyPr wrap="square">
            <a:spAutoFit/>
          </a:bodyPr>
          <a:lstStyle/>
          <a:p>
            <a:r>
              <a:rPr lang="en-IN" sz="1200" dirty="0"/>
              <a:t>Reference: www.scientificservices.eu/item/laboratory-test-sieves-200-mm-diameter/1506</a:t>
            </a:r>
          </a:p>
        </p:txBody>
      </p:sp>
    </p:spTree>
    <p:extLst>
      <p:ext uri="{BB962C8B-B14F-4D97-AF65-F5344CB8AC3E}">
        <p14:creationId xmlns:p14="http://schemas.microsoft.com/office/powerpoint/2010/main" val="291340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4FA11682-47A9-47CC-B753-7F736787E11E}" type="datetime1">
              <a:rPr lang="en-IN" smtClean="0"/>
              <a:t>07-08-2024</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16</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000" i="1" dirty="0"/>
              <a:t>Cumulative analysis </a:t>
            </a:r>
            <a:r>
              <a:rPr lang="en-US" sz="2000" dirty="0"/>
              <a:t>is done obtained by adding, consecutively, the individual increments, starting with that containing the smallest particles, and tabulating or plotting the cumulative sums against the maximum particle diameter in the increment.</a:t>
            </a:r>
            <a:endParaRPr lang="en-IN" sz="2000" dirty="0"/>
          </a:p>
        </p:txBody>
      </p:sp>
      <p:sp>
        <p:nvSpPr>
          <p:cNvPr id="6" name="Title 5"/>
          <p:cNvSpPr>
            <a:spLocks noGrp="1"/>
          </p:cNvSpPr>
          <p:nvPr>
            <p:ph type="title"/>
          </p:nvPr>
        </p:nvSpPr>
        <p:spPr/>
        <p:txBody>
          <a:bodyPr/>
          <a:lstStyle/>
          <a:p>
            <a:r>
              <a:rPr lang="en-IN" dirty="0"/>
              <a:t>Cumulative Analysis</a:t>
            </a:r>
          </a:p>
        </p:txBody>
      </p:sp>
      <p:pic>
        <p:nvPicPr>
          <p:cNvPr id="7" name="Picture 6"/>
          <p:cNvPicPr>
            <a:picLocks noChangeAspect="1"/>
          </p:cNvPicPr>
          <p:nvPr/>
        </p:nvPicPr>
        <p:blipFill>
          <a:blip r:embed="rId2">
            <a:lum contrast="40000"/>
          </a:blip>
          <a:stretch>
            <a:fillRect/>
          </a:stretch>
        </p:blipFill>
        <p:spPr>
          <a:xfrm>
            <a:off x="2208993" y="2495390"/>
            <a:ext cx="6940073" cy="3725186"/>
          </a:xfrm>
          <a:prstGeom prst="rect">
            <a:avLst/>
          </a:prstGeom>
        </p:spPr>
      </p:pic>
    </p:spTree>
    <p:extLst>
      <p:ext uri="{BB962C8B-B14F-4D97-AF65-F5344CB8AC3E}">
        <p14:creationId xmlns:p14="http://schemas.microsoft.com/office/powerpoint/2010/main" val="303628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DFC313FE-B6F2-4E0B-883F-CE3AC4E61740}" type="datetime1">
              <a:rPr lang="en-IN" smtClean="0"/>
              <a:t>07-08-2024</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17</a:t>
            </a:fld>
            <a:endParaRPr lang="en-IN"/>
          </a:p>
        </p:txBody>
      </p:sp>
      <p:pic>
        <p:nvPicPr>
          <p:cNvPr id="7" name="Content Placeholder 6"/>
          <p:cNvPicPr>
            <a:picLocks noGrp="1" noChangeAspect="1"/>
          </p:cNvPicPr>
          <p:nvPr>
            <p:ph sz="quarter" idx="4294967295"/>
          </p:nvPr>
        </p:nvPicPr>
        <p:blipFill>
          <a:blip r:embed="rId2">
            <a:lum bright="-20000" contrast="40000"/>
          </a:blip>
          <a:stretch>
            <a:fillRect/>
          </a:stretch>
        </p:blipFill>
        <p:spPr>
          <a:xfrm>
            <a:off x="1330151" y="1025354"/>
            <a:ext cx="8952692" cy="5225177"/>
          </a:xfrm>
          <a:prstGeom prst="rect">
            <a:avLst/>
          </a:prstGeom>
        </p:spPr>
      </p:pic>
      <p:sp>
        <p:nvSpPr>
          <p:cNvPr id="6" name="Title 5"/>
          <p:cNvSpPr>
            <a:spLocks noGrp="1"/>
          </p:cNvSpPr>
          <p:nvPr>
            <p:ph type="title"/>
          </p:nvPr>
        </p:nvSpPr>
        <p:spPr/>
        <p:txBody>
          <a:bodyPr/>
          <a:lstStyle/>
          <a:p>
            <a:r>
              <a:rPr lang="en-IN" dirty="0"/>
              <a:t>Example: Numerical Calculations</a:t>
            </a:r>
          </a:p>
        </p:txBody>
      </p:sp>
      <p:sp>
        <p:nvSpPr>
          <p:cNvPr id="5" name="Rectangle 4">
            <a:extLst>
              <a:ext uri="{FF2B5EF4-FFF2-40B4-BE49-F238E27FC236}">
                <a16:creationId xmlns:a16="http://schemas.microsoft.com/office/drawing/2014/main" id="{FECB87D8-534B-4EDA-9C42-8492AD021EB2}"/>
              </a:ext>
            </a:extLst>
          </p:cNvPr>
          <p:cNvSpPr/>
          <p:nvPr/>
        </p:nvSpPr>
        <p:spPr>
          <a:xfrm>
            <a:off x="6297768" y="2485623"/>
            <a:ext cx="3825025" cy="36318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42400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38FC58-4277-4A5D-BDB0-6847A4665DC2}"/>
              </a:ext>
            </a:extLst>
          </p:cNvPr>
          <p:cNvSpPr>
            <a:spLocks noGrp="1"/>
          </p:cNvSpPr>
          <p:nvPr>
            <p:ph type="dt" sz="half" idx="11"/>
          </p:nvPr>
        </p:nvSpPr>
        <p:spPr/>
        <p:txBody>
          <a:bodyPr/>
          <a:lstStyle/>
          <a:p>
            <a:fld id="{793CAAB6-CD82-467D-B8E9-9E98DCC1E140}" type="datetime1">
              <a:rPr lang="en-IN" smtClean="0"/>
              <a:t>07-08-2024</a:t>
            </a:fld>
            <a:endParaRPr lang="en-IN"/>
          </a:p>
        </p:txBody>
      </p:sp>
      <p:sp>
        <p:nvSpPr>
          <p:cNvPr id="3" name="Footer Placeholder 2">
            <a:extLst>
              <a:ext uri="{FF2B5EF4-FFF2-40B4-BE49-F238E27FC236}">
                <a16:creationId xmlns:a16="http://schemas.microsoft.com/office/drawing/2014/main" id="{9CF5C4D5-93B6-4F7F-AFFA-52383BBBC186}"/>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47ED1506-62D9-45E1-8444-2408641CC2F9}"/>
              </a:ext>
            </a:extLst>
          </p:cNvPr>
          <p:cNvSpPr>
            <a:spLocks noGrp="1"/>
          </p:cNvSpPr>
          <p:nvPr>
            <p:ph type="sldNum" sz="quarter" idx="13"/>
          </p:nvPr>
        </p:nvSpPr>
        <p:spPr/>
        <p:txBody>
          <a:bodyPr/>
          <a:lstStyle/>
          <a:p>
            <a:fld id="{957D5EAD-A97B-4969-AF6A-47A86C2666CF}" type="slidenum">
              <a:rPr lang="en-IN" smtClean="0"/>
              <a:t>18</a:t>
            </a:fld>
            <a:endParaRPr lang="en-IN"/>
          </a:p>
        </p:txBody>
      </p:sp>
      <p:sp>
        <p:nvSpPr>
          <p:cNvPr id="5" name="Title 4">
            <a:extLst>
              <a:ext uri="{FF2B5EF4-FFF2-40B4-BE49-F238E27FC236}">
                <a16:creationId xmlns:a16="http://schemas.microsoft.com/office/drawing/2014/main" id="{982DD808-B4DF-4B70-9019-F4490EC501DE}"/>
              </a:ext>
            </a:extLst>
          </p:cNvPr>
          <p:cNvSpPr>
            <a:spLocks noGrp="1"/>
          </p:cNvSpPr>
          <p:nvPr>
            <p:ph type="title"/>
          </p:nvPr>
        </p:nvSpPr>
        <p:spPr/>
        <p:txBody>
          <a:bodyPr/>
          <a:lstStyle/>
          <a:p>
            <a:r>
              <a:rPr lang="en-US" dirty="0"/>
              <a:t>Differential Analysis vs. Cumulative Analysis</a:t>
            </a:r>
            <a:endParaRPr lang="en-IN" dirty="0"/>
          </a:p>
        </p:txBody>
      </p:sp>
      <p:sp>
        <p:nvSpPr>
          <p:cNvPr id="6" name="Content Placeholder 5">
            <a:extLst>
              <a:ext uri="{FF2B5EF4-FFF2-40B4-BE49-F238E27FC236}">
                <a16:creationId xmlns:a16="http://schemas.microsoft.com/office/drawing/2014/main" id="{548C82CC-2EC0-44E7-BCC4-457823A7FBEF}"/>
              </a:ext>
            </a:extLst>
          </p:cNvPr>
          <p:cNvSpPr>
            <a:spLocks noGrp="1"/>
          </p:cNvSpPr>
          <p:nvPr>
            <p:ph sz="quarter" idx="14"/>
          </p:nvPr>
        </p:nvSpPr>
        <p:spPr>
          <a:xfrm>
            <a:off x="534785" y="1053863"/>
            <a:ext cx="10914062" cy="5541490"/>
          </a:xfrm>
        </p:spPr>
        <p:txBody>
          <a:bodyPr>
            <a:normAutofit lnSpcReduction="10000"/>
          </a:bodyPr>
          <a:lstStyle/>
          <a:p>
            <a:r>
              <a:rPr lang="en-US" sz="2800" dirty="0"/>
              <a:t>Calculations of average particle size, specific surface area, or particle population of a mixture may be based on either a differential or a cumulative analysis. </a:t>
            </a:r>
          </a:p>
          <a:p>
            <a:endParaRPr lang="en-US" sz="2800" dirty="0"/>
          </a:p>
          <a:p>
            <a:r>
              <a:rPr lang="en-US" sz="2800" dirty="0"/>
              <a:t>In principle, methods based on the </a:t>
            </a:r>
            <a:r>
              <a:rPr lang="en-US" sz="2800" b="1" dirty="0"/>
              <a:t>cumulative analysis are more precise </a:t>
            </a:r>
            <a:r>
              <a:rPr lang="en-US" sz="2800" dirty="0"/>
              <a:t>than those based on the differential analysis, since when the cumulative analysis is used, the assumption that all particles in a single fraction are equal in size is not needed. </a:t>
            </a:r>
          </a:p>
          <a:p>
            <a:endParaRPr lang="en-US" sz="2800" dirty="0"/>
          </a:p>
          <a:p>
            <a:r>
              <a:rPr lang="en-US" sz="2800" dirty="0"/>
              <a:t>The accuracy of particle-size measurements, however, is rarely great enough to warrant the use of the cumulative analysis, and calculations are nearly always based on the differential analysis. </a:t>
            </a:r>
            <a:endParaRPr lang="en-IN" sz="2800" dirty="0"/>
          </a:p>
        </p:txBody>
      </p:sp>
    </p:spTree>
    <p:extLst>
      <p:ext uri="{BB962C8B-B14F-4D97-AF65-F5344CB8AC3E}">
        <p14:creationId xmlns:p14="http://schemas.microsoft.com/office/powerpoint/2010/main" val="314866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85BFE68A-5504-434E-B94D-D34C267D7637}" type="datetime1">
              <a:rPr lang="en-IN" smtClean="0"/>
              <a:t>07-08-2024</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19</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800" dirty="0"/>
              <a:t>The mixtures of particles having various sizes and densities, the mixture is sorted into fractions, each of constant density and approximately constant size. </a:t>
            </a:r>
          </a:p>
          <a:p>
            <a:endParaRPr lang="en-US" sz="2800" dirty="0"/>
          </a:p>
          <a:p>
            <a:r>
              <a:rPr lang="en-US" sz="2800" dirty="0"/>
              <a:t>Each fraction can then be weighed, or the individual particles in it can be counted or measured by any one of a number of methods.</a:t>
            </a:r>
          </a:p>
          <a:p>
            <a:endParaRPr lang="en-US" sz="2800" dirty="0"/>
          </a:p>
          <a:p>
            <a:r>
              <a:rPr lang="en-US" sz="2800" dirty="0"/>
              <a:t>Then apply the area and number of particles equation to each fraction and results added. </a:t>
            </a:r>
            <a:endParaRPr lang="en-IN" sz="2800" dirty="0"/>
          </a:p>
        </p:txBody>
      </p:sp>
      <p:sp>
        <p:nvSpPr>
          <p:cNvPr id="6" name="Title 5"/>
          <p:cNvSpPr>
            <a:spLocks noGrp="1"/>
          </p:cNvSpPr>
          <p:nvPr>
            <p:ph type="title"/>
          </p:nvPr>
        </p:nvSpPr>
        <p:spPr/>
        <p:txBody>
          <a:bodyPr/>
          <a:lstStyle/>
          <a:p>
            <a:r>
              <a:rPr lang="en-IN" dirty="0"/>
              <a:t>Particle Size Analysis </a:t>
            </a:r>
          </a:p>
        </p:txBody>
      </p:sp>
    </p:spTree>
    <p:extLst>
      <p:ext uri="{BB962C8B-B14F-4D97-AF65-F5344CB8AC3E}">
        <p14:creationId xmlns:p14="http://schemas.microsoft.com/office/powerpoint/2010/main" val="1595325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B60DBF-2453-4592-B561-2F3748042A34}"/>
              </a:ext>
            </a:extLst>
          </p:cNvPr>
          <p:cNvSpPr>
            <a:spLocks noGrp="1"/>
          </p:cNvSpPr>
          <p:nvPr>
            <p:ph sz="half" idx="1"/>
          </p:nvPr>
        </p:nvSpPr>
        <p:spPr>
          <a:xfrm>
            <a:off x="609600" y="1600203"/>
            <a:ext cx="11179946" cy="4525963"/>
          </a:xfrm>
        </p:spPr>
        <p:txBody>
          <a:bodyPr>
            <a:normAutofit/>
          </a:bodyPr>
          <a:lstStyle/>
          <a:p>
            <a:pPr algn="just">
              <a:buFont typeface="Arial" panose="020B0604020202020204" pitchFamily="34" charset="0"/>
              <a:buChar char="•"/>
            </a:pPr>
            <a:r>
              <a:rPr lang="en-US" sz="3200" dirty="0">
                <a:solidFill>
                  <a:srgbClr val="000000"/>
                </a:solidFill>
                <a:latin typeface="Arial" panose="020B0604020202020204" pitchFamily="34" charset="0"/>
              </a:rPr>
              <a:t>Smith, J., </a:t>
            </a:r>
            <a:r>
              <a:rPr lang="en-US" sz="3200" dirty="0" err="1">
                <a:solidFill>
                  <a:srgbClr val="000000"/>
                </a:solidFill>
                <a:latin typeface="Arial" panose="020B0604020202020204" pitchFamily="34" charset="0"/>
              </a:rPr>
              <a:t>Harriott</a:t>
            </a:r>
            <a:r>
              <a:rPr lang="en-US" sz="3200" dirty="0">
                <a:solidFill>
                  <a:srgbClr val="000000"/>
                </a:solidFill>
                <a:latin typeface="Arial" panose="020B0604020202020204" pitchFamily="34" charset="0"/>
              </a:rPr>
              <a:t>, P., McCabe, W. (2005). Unit Operations of Chemical Engineering. Colombia: McGraw-Hill Education.</a:t>
            </a:r>
          </a:p>
          <a:p>
            <a:pPr algn="just">
              <a:buFont typeface="Arial" panose="020B0604020202020204" pitchFamily="34" charset="0"/>
              <a:buChar char="•"/>
            </a:pPr>
            <a:r>
              <a:rPr lang="en-US" sz="3200" dirty="0">
                <a:solidFill>
                  <a:srgbClr val="000000"/>
                </a:solidFill>
                <a:latin typeface="Arial" panose="020B0604020202020204" pitchFamily="34" charset="0"/>
              </a:rPr>
              <a:t>Swain, A. K., Patra, H., &amp; Roy, G. K. (2011). Mechanical operations. Tata McGraw Hill.</a:t>
            </a:r>
            <a:endParaRPr lang="en-US" sz="44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2C34EFE7-AC8A-4AAC-998D-7C6A10089D75}"/>
              </a:ext>
            </a:extLst>
          </p:cNvPr>
          <p:cNvSpPr>
            <a:spLocks noGrp="1"/>
          </p:cNvSpPr>
          <p:nvPr>
            <p:ph sz="quarter" idx="10"/>
          </p:nvPr>
        </p:nvSpPr>
        <p:spPr/>
        <p:txBody>
          <a:bodyPr/>
          <a:lstStyle/>
          <a:p>
            <a:r>
              <a:rPr lang="en-US" dirty="0"/>
              <a:t>References</a:t>
            </a:r>
          </a:p>
        </p:txBody>
      </p:sp>
    </p:spTree>
    <p:extLst>
      <p:ext uri="{BB962C8B-B14F-4D97-AF65-F5344CB8AC3E}">
        <p14:creationId xmlns:p14="http://schemas.microsoft.com/office/powerpoint/2010/main" val="68351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ITS-Onlin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709D214E-960E-4D68-B7CB-6AB012D71534}" vid="{1D5525B8-28E5-4723-AE4D-CCF0534A7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2281</TotalTime>
  <Words>820</Words>
  <Application>Microsoft Office PowerPoint</Application>
  <PresentationFormat>Widescreen</PresentationFormat>
  <Paragraphs>130</Paragraphs>
  <Slides>20</Slides>
  <Notes>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AvenirWeb</vt:lpstr>
      <vt:lpstr>Calibri</vt:lpstr>
      <vt:lpstr>Calibri Light</vt:lpstr>
      <vt:lpstr>Cambria Math</vt:lpstr>
      <vt:lpstr>Times New Roman</vt:lpstr>
      <vt:lpstr>Wingdings</vt:lpstr>
      <vt:lpstr>BITS-Online</vt:lpstr>
      <vt:lpstr>Module 1:  Properties and Handling of Particulate Solids (Chapter 28) Lecture 2 </vt:lpstr>
      <vt:lpstr>Screening Analysis </vt:lpstr>
      <vt:lpstr>Screening Analysis </vt:lpstr>
      <vt:lpstr>Screening Analysis </vt:lpstr>
      <vt:lpstr>Screen Analysis</vt:lpstr>
      <vt:lpstr>Tyler Series screen scale (Appendix 5)</vt:lpstr>
      <vt:lpstr>Tyler Series screen scale (Appendix 5)</vt:lpstr>
      <vt:lpstr>Screening Analysis </vt:lpstr>
      <vt:lpstr>Screening Analysis </vt:lpstr>
      <vt:lpstr>Screen Analysis (standard screen series)</vt:lpstr>
      <vt:lpstr>Screen Analysis (standard screen series)</vt:lpstr>
      <vt:lpstr>Screen Analysis (standard screen series)</vt:lpstr>
      <vt:lpstr>Screen Analysis (standard screen series)</vt:lpstr>
      <vt:lpstr>Differential Analysis</vt:lpstr>
      <vt:lpstr>Cumulative Analysis </vt:lpstr>
      <vt:lpstr>Cumulative Analysis</vt:lpstr>
      <vt:lpstr>Example: Numerical Calculations</vt:lpstr>
      <vt:lpstr>Differential Analysis vs. Cumulative Analysis</vt:lpstr>
      <vt:lpstr>Particle Size Analysis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28   Properties and Handling of Particulate Solids</dc:title>
  <dc:creator>Bhanu Vardhan Reddy  K</dc:creator>
  <cp:lastModifiedBy>Somak Chatterjee</cp:lastModifiedBy>
  <cp:revision>75</cp:revision>
  <cp:lastPrinted>2021-08-28T04:09:20Z</cp:lastPrinted>
  <dcterms:created xsi:type="dcterms:W3CDTF">2020-08-19T16:41:20Z</dcterms:created>
  <dcterms:modified xsi:type="dcterms:W3CDTF">2024-08-07T05:09:44Z</dcterms:modified>
</cp:coreProperties>
</file>