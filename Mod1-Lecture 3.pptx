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5" r:id="rId1"/>
  </p:sldMasterIdLst>
  <p:notesMasterIdLst>
    <p:notesMasterId r:id="rId15"/>
  </p:notesMasterIdLst>
  <p:handoutMasterIdLst>
    <p:handoutMasterId r:id="rId16"/>
  </p:handoutMasterIdLst>
  <p:sldIdLst>
    <p:sldId id="257" r:id="rId2"/>
    <p:sldId id="405" r:id="rId3"/>
    <p:sldId id="410" r:id="rId4"/>
    <p:sldId id="411" r:id="rId5"/>
    <p:sldId id="412" r:id="rId6"/>
    <p:sldId id="413" r:id="rId7"/>
    <p:sldId id="414" r:id="rId8"/>
    <p:sldId id="415" r:id="rId9"/>
    <p:sldId id="399" r:id="rId10"/>
    <p:sldId id="396" r:id="rId11"/>
    <p:sldId id="340" r:id="rId12"/>
    <p:sldId id="341" r:id="rId13"/>
    <p:sldId id="300" r:id="rId14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hanu Vardhan Reddy  K" initials="BVRK" lastIdx="1" clrIdx="0">
    <p:extLst>
      <p:ext uri="{19B8F6BF-5375-455C-9EA6-DF929625EA0E}">
        <p15:presenceInfo xmlns:p15="http://schemas.microsoft.com/office/powerpoint/2012/main" userId="S::bhanu.vardhan@pilani.bits-pilani.ac.in::483e4f9e-8dd7-40f0-a51f-cc6aa4d4144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B31D77-9B2B-4EA2-A317-31B080D27B61}" v="3" dt="2022-09-06T07:01:19.2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94" autoAdjust="0"/>
    <p:restoredTop sz="96300"/>
  </p:normalViewPr>
  <p:slideViewPr>
    <p:cSldViewPr snapToGrid="0">
      <p:cViewPr varScale="1">
        <p:scale>
          <a:sx n="83" d="100"/>
          <a:sy n="83" d="100"/>
        </p:scale>
        <p:origin x="787" y="8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mak Chatterjee" userId="e6d5a15b-8109-4a04-ba46-d7e9f6fc31a9" providerId="ADAL" clId="{F4B31D77-9B2B-4EA2-A317-31B080D27B61}"/>
    <pc:docChg chg="undo custSel addSld delSld modSld">
      <pc:chgData name="Somak Chatterjee" userId="e6d5a15b-8109-4a04-ba46-d7e9f6fc31a9" providerId="ADAL" clId="{F4B31D77-9B2B-4EA2-A317-31B080D27B61}" dt="2022-09-06T07:57:30.305" v="9" actId="47"/>
      <pc:docMkLst>
        <pc:docMk/>
      </pc:docMkLst>
      <pc:sldChg chg="delSp mod">
        <pc:chgData name="Somak Chatterjee" userId="e6d5a15b-8109-4a04-ba46-d7e9f6fc31a9" providerId="ADAL" clId="{F4B31D77-9B2B-4EA2-A317-31B080D27B61}" dt="2022-09-06T07:00:43.286" v="0" actId="478"/>
        <pc:sldMkLst>
          <pc:docMk/>
          <pc:sldMk cId="1757532978" sldId="388"/>
        </pc:sldMkLst>
        <pc:inkChg chg="del">
          <ac:chgData name="Somak Chatterjee" userId="e6d5a15b-8109-4a04-ba46-d7e9f6fc31a9" providerId="ADAL" clId="{F4B31D77-9B2B-4EA2-A317-31B080D27B61}" dt="2022-09-06T07:00:43.286" v="0" actId="478"/>
          <ac:inkMkLst>
            <pc:docMk/>
            <pc:sldMk cId="1757532978" sldId="388"/>
            <ac:inkMk id="7" creationId="{221F8F3D-831A-9A4C-B3A0-1E566A8F9E51}"/>
          </ac:inkMkLst>
        </pc:inkChg>
      </pc:sldChg>
      <pc:sldChg chg="delSp mod">
        <pc:chgData name="Somak Chatterjee" userId="e6d5a15b-8109-4a04-ba46-d7e9f6fc31a9" providerId="ADAL" clId="{F4B31D77-9B2B-4EA2-A317-31B080D27B61}" dt="2022-09-06T07:01:29.621" v="4" actId="478"/>
        <pc:sldMkLst>
          <pc:docMk/>
          <pc:sldMk cId="251950550" sldId="389"/>
        </pc:sldMkLst>
        <pc:inkChg chg="del">
          <ac:chgData name="Somak Chatterjee" userId="e6d5a15b-8109-4a04-ba46-d7e9f6fc31a9" providerId="ADAL" clId="{F4B31D77-9B2B-4EA2-A317-31B080D27B61}" dt="2022-09-06T07:01:29.621" v="4" actId="478"/>
          <ac:inkMkLst>
            <pc:docMk/>
            <pc:sldMk cId="251950550" sldId="389"/>
            <ac:inkMk id="7" creationId="{612ADB4F-3B08-8A43-83E7-2FFB986465A0}"/>
          </ac:inkMkLst>
        </pc:inkChg>
      </pc:sldChg>
      <pc:sldChg chg="delSp mod">
        <pc:chgData name="Somak Chatterjee" userId="e6d5a15b-8109-4a04-ba46-d7e9f6fc31a9" providerId="ADAL" clId="{F4B31D77-9B2B-4EA2-A317-31B080D27B61}" dt="2022-09-06T07:01:42.394" v="6" actId="478"/>
        <pc:sldMkLst>
          <pc:docMk/>
          <pc:sldMk cId="3529563121" sldId="396"/>
        </pc:sldMkLst>
        <pc:inkChg chg="del">
          <ac:chgData name="Somak Chatterjee" userId="e6d5a15b-8109-4a04-ba46-d7e9f6fc31a9" providerId="ADAL" clId="{F4B31D77-9B2B-4EA2-A317-31B080D27B61}" dt="2022-09-06T07:01:42.394" v="6" actId="478"/>
          <ac:inkMkLst>
            <pc:docMk/>
            <pc:sldMk cId="3529563121" sldId="396"/>
            <ac:inkMk id="8" creationId="{9AF4B5C9-3DC2-EA48-8D43-948751F4490C}"/>
          </ac:inkMkLst>
        </pc:inkChg>
      </pc:sldChg>
      <pc:sldChg chg="add del">
        <pc:chgData name="Somak Chatterjee" userId="e6d5a15b-8109-4a04-ba46-d7e9f6fc31a9" providerId="ADAL" clId="{F4B31D77-9B2B-4EA2-A317-31B080D27B61}" dt="2022-09-06T07:57:30.305" v="9" actId="47"/>
        <pc:sldMkLst>
          <pc:docMk/>
          <pc:sldMk cId="3162871891" sldId="397"/>
        </pc:sldMkLst>
      </pc:sldChg>
      <pc:sldChg chg="delSp mod">
        <pc:chgData name="Somak Chatterjee" userId="e6d5a15b-8109-4a04-ba46-d7e9f6fc31a9" providerId="ADAL" clId="{F4B31D77-9B2B-4EA2-A317-31B080D27B61}" dt="2022-09-06T07:01:35.888" v="5" actId="478"/>
        <pc:sldMkLst>
          <pc:docMk/>
          <pc:sldMk cId="1607602923" sldId="399"/>
        </pc:sldMkLst>
        <pc:inkChg chg="del">
          <ac:chgData name="Somak Chatterjee" userId="e6d5a15b-8109-4a04-ba46-d7e9f6fc31a9" providerId="ADAL" clId="{F4B31D77-9B2B-4EA2-A317-31B080D27B61}" dt="2022-09-06T07:01:35.888" v="5" actId="478"/>
          <ac:inkMkLst>
            <pc:docMk/>
            <pc:sldMk cId="1607602923" sldId="399"/>
            <ac:inkMk id="7" creationId="{D54CD73B-5E58-ED45-9789-4D9BD3713DB1}"/>
          </ac:inkMkLst>
        </pc:inkChg>
      </pc:sldChg>
      <pc:sldChg chg="modSp">
        <pc:chgData name="Somak Chatterjee" userId="e6d5a15b-8109-4a04-ba46-d7e9f6fc31a9" providerId="ADAL" clId="{F4B31D77-9B2B-4EA2-A317-31B080D27B61}" dt="2022-09-06T07:01:08.588" v="1" actId="208"/>
        <pc:sldMkLst>
          <pc:docMk/>
          <pc:sldMk cId="3650997690" sldId="404"/>
        </pc:sldMkLst>
        <pc:inkChg chg="mod">
          <ac:chgData name="Somak Chatterjee" userId="e6d5a15b-8109-4a04-ba46-d7e9f6fc31a9" providerId="ADAL" clId="{F4B31D77-9B2B-4EA2-A317-31B080D27B61}" dt="2022-09-06T07:01:08.588" v="1" actId="208"/>
          <ac:inkMkLst>
            <pc:docMk/>
            <pc:sldMk cId="3650997690" sldId="404"/>
            <ac:inkMk id="5" creationId="{F380FE7C-D63D-FF45-9EAC-72257E975829}"/>
          </ac:inkMkLst>
        </pc:inkChg>
      </pc:sldChg>
      <pc:sldChg chg="modSp">
        <pc:chgData name="Somak Chatterjee" userId="e6d5a15b-8109-4a04-ba46-d7e9f6fc31a9" providerId="ADAL" clId="{F4B31D77-9B2B-4EA2-A317-31B080D27B61}" dt="2022-09-06T07:01:14.111" v="2" actId="208"/>
        <pc:sldMkLst>
          <pc:docMk/>
          <pc:sldMk cId="993783843" sldId="406"/>
        </pc:sldMkLst>
        <pc:inkChg chg="mod">
          <ac:chgData name="Somak Chatterjee" userId="e6d5a15b-8109-4a04-ba46-d7e9f6fc31a9" providerId="ADAL" clId="{F4B31D77-9B2B-4EA2-A317-31B080D27B61}" dt="2022-09-06T07:01:14.111" v="2" actId="208"/>
          <ac:inkMkLst>
            <pc:docMk/>
            <pc:sldMk cId="993783843" sldId="406"/>
            <ac:inkMk id="5" creationId="{58259FCD-B8E0-B54B-B5B1-EC58694A1D35}"/>
          </ac:inkMkLst>
        </pc:inkChg>
      </pc:sldChg>
      <pc:sldChg chg="modSp">
        <pc:chgData name="Somak Chatterjee" userId="e6d5a15b-8109-4a04-ba46-d7e9f6fc31a9" providerId="ADAL" clId="{F4B31D77-9B2B-4EA2-A317-31B080D27B61}" dt="2022-09-06T07:01:19.253" v="3" actId="208"/>
        <pc:sldMkLst>
          <pc:docMk/>
          <pc:sldMk cId="2401735318" sldId="409"/>
        </pc:sldMkLst>
        <pc:inkChg chg="mod">
          <ac:chgData name="Somak Chatterjee" userId="e6d5a15b-8109-4a04-ba46-d7e9f6fc31a9" providerId="ADAL" clId="{F4B31D77-9B2B-4EA2-A317-31B080D27B61}" dt="2022-09-06T07:01:19.253" v="3" actId="208"/>
          <ac:inkMkLst>
            <pc:docMk/>
            <pc:sldMk cId="2401735318" sldId="409"/>
            <ac:inkMk id="6" creationId="{D324D35A-F04F-A046-8975-0896F49514F0}"/>
          </ac:inkMkLst>
        </pc:inkChg>
      </pc:sldChg>
    </pc:docChg>
  </pc:docChgLst>
  <pc:docChgLst>
    <pc:chgData name="Somak Chatterjee" userId="e6d5a15b-8109-4a04-ba46-d7e9f6fc31a9" providerId="ADAL" clId="{66B05EE4-FBD1-41A4-871E-76B223FA4138}"/>
    <pc:docChg chg="addSld delSld modSld">
      <pc:chgData name="Somak Chatterjee" userId="e6d5a15b-8109-4a04-ba46-d7e9f6fc31a9" providerId="ADAL" clId="{66B05EE4-FBD1-41A4-871E-76B223FA4138}" dt="2022-09-04T18:59:11.161" v="40" actId="47"/>
      <pc:docMkLst>
        <pc:docMk/>
      </pc:docMkLst>
      <pc:sldChg chg="add">
        <pc:chgData name="Somak Chatterjee" userId="e6d5a15b-8109-4a04-ba46-d7e9f6fc31a9" providerId="ADAL" clId="{66B05EE4-FBD1-41A4-871E-76B223FA4138}" dt="2022-09-04T18:40:32.168" v="38"/>
        <pc:sldMkLst>
          <pc:docMk/>
          <pc:sldMk cId="683512075" sldId="300"/>
        </pc:sldMkLst>
      </pc:sldChg>
      <pc:sldChg chg="del">
        <pc:chgData name="Somak Chatterjee" userId="e6d5a15b-8109-4a04-ba46-d7e9f6fc31a9" providerId="ADAL" clId="{66B05EE4-FBD1-41A4-871E-76B223FA4138}" dt="2022-09-04T18:37:04.739" v="0" actId="47"/>
        <pc:sldMkLst>
          <pc:docMk/>
          <pc:sldMk cId="1595325329" sldId="325"/>
        </pc:sldMkLst>
      </pc:sldChg>
      <pc:sldChg chg="del">
        <pc:chgData name="Somak Chatterjee" userId="e6d5a15b-8109-4a04-ba46-d7e9f6fc31a9" providerId="ADAL" clId="{66B05EE4-FBD1-41A4-871E-76B223FA4138}" dt="2022-09-04T18:37:04.739" v="0" actId="47"/>
        <pc:sldMkLst>
          <pc:docMk/>
          <pc:sldMk cId="2689835385" sldId="326"/>
        </pc:sldMkLst>
      </pc:sldChg>
      <pc:sldChg chg="del">
        <pc:chgData name="Somak Chatterjee" userId="e6d5a15b-8109-4a04-ba46-d7e9f6fc31a9" providerId="ADAL" clId="{66B05EE4-FBD1-41A4-871E-76B223FA4138}" dt="2022-09-04T18:37:04.739" v="0" actId="47"/>
        <pc:sldMkLst>
          <pc:docMk/>
          <pc:sldMk cId="3036283774" sldId="327"/>
        </pc:sldMkLst>
      </pc:sldChg>
      <pc:sldChg chg="del">
        <pc:chgData name="Somak Chatterjee" userId="e6d5a15b-8109-4a04-ba46-d7e9f6fc31a9" providerId="ADAL" clId="{66B05EE4-FBD1-41A4-871E-76B223FA4138}" dt="2022-09-04T18:59:11.161" v="40" actId="47"/>
        <pc:sldMkLst>
          <pc:docMk/>
          <pc:sldMk cId="3694050285" sldId="331"/>
        </pc:sldMkLst>
      </pc:sldChg>
      <pc:sldChg chg="del">
        <pc:chgData name="Somak Chatterjee" userId="e6d5a15b-8109-4a04-ba46-d7e9f6fc31a9" providerId="ADAL" clId="{66B05EE4-FBD1-41A4-871E-76B223FA4138}" dt="2022-09-04T18:37:04.739" v="0" actId="47"/>
        <pc:sldMkLst>
          <pc:docMk/>
          <pc:sldMk cId="1014893493" sldId="334"/>
        </pc:sldMkLst>
      </pc:sldChg>
      <pc:sldChg chg="del">
        <pc:chgData name="Somak Chatterjee" userId="e6d5a15b-8109-4a04-ba46-d7e9f6fc31a9" providerId="ADAL" clId="{66B05EE4-FBD1-41A4-871E-76B223FA4138}" dt="2022-09-04T18:37:04.739" v="0" actId="47"/>
        <pc:sldMkLst>
          <pc:docMk/>
          <pc:sldMk cId="4002526709" sldId="335"/>
        </pc:sldMkLst>
      </pc:sldChg>
      <pc:sldChg chg="del">
        <pc:chgData name="Somak Chatterjee" userId="e6d5a15b-8109-4a04-ba46-d7e9f6fc31a9" providerId="ADAL" clId="{66B05EE4-FBD1-41A4-871E-76B223FA4138}" dt="2022-09-04T18:37:04.739" v="0" actId="47"/>
        <pc:sldMkLst>
          <pc:docMk/>
          <pc:sldMk cId="2510079035" sldId="336"/>
        </pc:sldMkLst>
      </pc:sldChg>
      <pc:sldChg chg="del">
        <pc:chgData name="Somak Chatterjee" userId="e6d5a15b-8109-4a04-ba46-d7e9f6fc31a9" providerId="ADAL" clId="{66B05EE4-FBD1-41A4-871E-76B223FA4138}" dt="2022-09-04T18:37:04.739" v="0" actId="47"/>
        <pc:sldMkLst>
          <pc:docMk/>
          <pc:sldMk cId="817131428" sldId="337"/>
        </pc:sldMkLst>
      </pc:sldChg>
      <pc:sldChg chg="del">
        <pc:chgData name="Somak Chatterjee" userId="e6d5a15b-8109-4a04-ba46-d7e9f6fc31a9" providerId="ADAL" clId="{66B05EE4-FBD1-41A4-871E-76B223FA4138}" dt="2022-09-04T18:37:04.739" v="0" actId="47"/>
        <pc:sldMkLst>
          <pc:docMk/>
          <pc:sldMk cId="2642400728" sldId="338"/>
        </pc:sldMkLst>
      </pc:sldChg>
      <pc:sldChg chg="del">
        <pc:chgData name="Somak Chatterjee" userId="e6d5a15b-8109-4a04-ba46-d7e9f6fc31a9" providerId="ADAL" clId="{66B05EE4-FBD1-41A4-871E-76B223FA4138}" dt="2022-09-04T18:59:11.161" v="40" actId="47"/>
        <pc:sldMkLst>
          <pc:docMk/>
          <pc:sldMk cId="4077580435" sldId="339"/>
        </pc:sldMkLst>
      </pc:sldChg>
      <pc:sldChg chg="add">
        <pc:chgData name="Somak Chatterjee" userId="e6d5a15b-8109-4a04-ba46-d7e9f6fc31a9" providerId="ADAL" clId="{66B05EE4-FBD1-41A4-871E-76B223FA4138}" dt="2022-09-04T18:38:57.436" v="37"/>
        <pc:sldMkLst>
          <pc:docMk/>
          <pc:sldMk cId="876660630" sldId="340"/>
        </pc:sldMkLst>
      </pc:sldChg>
      <pc:sldChg chg="modSp del mod modShow">
        <pc:chgData name="Somak Chatterjee" userId="e6d5a15b-8109-4a04-ba46-d7e9f6fc31a9" providerId="ADAL" clId="{66B05EE4-FBD1-41A4-871E-76B223FA4138}" dt="2022-09-04T18:38:52.606" v="36" actId="2696"/>
        <pc:sldMkLst>
          <pc:docMk/>
          <pc:sldMk cId="1904937482" sldId="340"/>
        </pc:sldMkLst>
        <pc:spChg chg="mod">
          <ac:chgData name="Somak Chatterjee" userId="e6d5a15b-8109-4a04-ba46-d7e9f6fc31a9" providerId="ADAL" clId="{66B05EE4-FBD1-41A4-871E-76B223FA4138}" dt="2022-09-04T18:38:35.316" v="34" actId="20577"/>
          <ac:spMkLst>
            <pc:docMk/>
            <pc:sldMk cId="1904937482" sldId="340"/>
            <ac:spMk id="6" creationId="{00000000-0000-0000-0000-000000000000}"/>
          </ac:spMkLst>
        </pc:spChg>
      </pc:sldChg>
      <pc:sldChg chg="del mod modShow">
        <pc:chgData name="Somak Chatterjee" userId="e6d5a15b-8109-4a04-ba46-d7e9f6fc31a9" providerId="ADAL" clId="{66B05EE4-FBD1-41A4-871E-76B223FA4138}" dt="2022-09-04T18:38:52.606" v="36" actId="2696"/>
        <pc:sldMkLst>
          <pc:docMk/>
          <pc:sldMk cId="212934682" sldId="341"/>
        </pc:sldMkLst>
      </pc:sldChg>
      <pc:sldChg chg="add">
        <pc:chgData name="Somak Chatterjee" userId="e6d5a15b-8109-4a04-ba46-d7e9f6fc31a9" providerId="ADAL" clId="{66B05EE4-FBD1-41A4-871E-76B223FA4138}" dt="2022-09-04T18:38:57.436" v="37"/>
        <pc:sldMkLst>
          <pc:docMk/>
          <pc:sldMk cId="642216521" sldId="341"/>
        </pc:sldMkLst>
      </pc:sldChg>
      <pc:sldChg chg="del">
        <pc:chgData name="Somak Chatterjee" userId="e6d5a15b-8109-4a04-ba46-d7e9f6fc31a9" providerId="ADAL" clId="{66B05EE4-FBD1-41A4-871E-76B223FA4138}" dt="2022-09-04T18:59:11.161" v="40" actId="47"/>
        <pc:sldMkLst>
          <pc:docMk/>
          <pc:sldMk cId="1968742673" sldId="342"/>
        </pc:sldMkLst>
      </pc:sldChg>
      <pc:sldChg chg="del">
        <pc:chgData name="Somak Chatterjee" userId="e6d5a15b-8109-4a04-ba46-d7e9f6fc31a9" providerId="ADAL" clId="{66B05EE4-FBD1-41A4-871E-76B223FA4138}" dt="2022-09-04T18:59:11.161" v="40" actId="47"/>
        <pc:sldMkLst>
          <pc:docMk/>
          <pc:sldMk cId="2764394357" sldId="343"/>
        </pc:sldMkLst>
      </pc:sldChg>
      <pc:sldChg chg="del">
        <pc:chgData name="Somak Chatterjee" userId="e6d5a15b-8109-4a04-ba46-d7e9f6fc31a9" providerId="ADAL" clId="{66B05EE4-FBD1-41A4-871E-76B223FA4138}" dt="2022-09-04T18:59:11.161" v="40" actId="47"/>
        <pc:sldMkLst>
          <pc:docMk/>
          <pc:sldMk cId="2257274480" sldId="344"/>
        </pc:sldMkLst>
      </pc:sldChg>
      <pc:sldChg chg="del">
        <pc:chgData name="Somak Chatterjee" userId="e6d5a15b-8109-4a04-ba46-d7e9f6fc31a9" providerId="ADAL" clId="{66B05EE4-FBD1-41A4-871E-76B223FA4138}" dt="2022-09-04T18:59:11.161" v="40" actId="47"/>
        <pc:sldMkLst>
          <pc:docMk/>
          <pc:sldMk cId="2029049631" sldId="345"/>
        </pc:sldMkLst>
      </pc:sldChg>
      <pc:sldChg chg="del">
        <pc:chgData name="Somak Chatterjee" userId="e6d5a15b-8109-4a04-ba46-d7e9f6fc31a9" providerId="ADAL" clId="{66B05EE4-FBD1-41A4-871E-76B223FA4138}" dt="2022-09-04T18:59:11.161" v="40" actId="47"/>
        <pc:sldMkLst>
          <pc:docMk/>
          <pc:sldMk cId="3215155620" sldId="346"/>
        </pc:sldMkLst>
      </pc:sldChg>
      <pc:sldChg chg="del">
        <pc:chgData name="Somak Chatterjee" userId="e6d5a15b-8109-4a04-ba46-d7e9f6fc31a9" providerId="ADAL" clId="{66B05EE4-FBD1-41A4-871E-76B223FA4138}" dt="2022-09-04T18:59:11.161" v="40" actId="47"/>
        <pc:sldMkLst>
          <pc:docMk/>
          <pc:sldMk cId="3081930813" sldId="347"/>
        </pc:sldMkLst>
      </pc:sldChg>
      <pc:sldChg chg="del">
        <pc:chgData name="Somak Chatterjee" userId="e6d5a15b-8109-4a04-ba46-d7e9f6fc31a9" providerId="ADAL" clId="{66B05EE4-FBD1-41A4-871E-76B223FA4138}" dt="2022-09-04T18:59:11.161" v="40" actId="47"/>
        <pc:sldMkLst>
          <pc:docMk/>
          <pc:sldMk cId="2776056354" sldId="348"/>
        </pc:sldMkLst>
      </pc:sldChg>
      <pc:sldChg chg="del">
        <pc:chgData name="Somak Chatterjee" userId="e6d5a15b-8109-4a04-ba46-d7e9f6fc31a9" providerId="ADAL" clId="{66B05EE4-FBD1-41A4-871E-76B223FA4138}" dt="2022-09-04T18:59:11.161" v="40" actId="47"/>
        <pc:sldMkLst>
          <pc:docMk/>
          <pc:sldMk cId="1217877105" sldId="349"/>
        </pc:sldMkLst>
      </pc:sldChg>
      <pc:sldChg chg="del">
        <pc:chgData name="Somak Chatterjee" userId="e6d5a15b-8109-4a04-ba46-d7e9f6fc31a9" providerId="ADAL" clId="{66B05EE4-FBD1-41A4-871E-76B223FA4138}" dt="2022-09-04T18:59:11.161" v="40" actId="47"/>
        <pc:sldMkLst>
          <pc:docMk/>
          <pc:sldMk cId="444111218" sldId="350"/>
        </pc:sldMkLst>
      </pc:sldChg>
      <pc:sldChg chg="del">
        <pc:chgData name="Somak Chatterjee" userId="e6d5a15b-8109-4a04-ba46-d7e9f6fc31a9" providerId="ADAL" clId="{66B05EE4-FBD1-41A4-871E-76B223FA4138}" dt="2022-09-04T18:59:11.161" v="40" actId="47"/>
        <pc:sldMkLst>
          <pc:docMk/>
          <pc:sldMk cId="3304792696" sldId="351"/>
        </pc:sldMkLst>
      </pc:sldChg>
      <pc:sldChg chg="del">
        <pc:chgData name="Somak Chatterjee" userId="e6d5a15b-8109-4a04-ba46-d7e9f6fc31a9" providerId="ADAL" clId="{66B05EE4-FBD1-41A4-871E-76B223FA4138}" dt="2022-09-04T18:46:20.471" v="39" actId="2696"/>
        <pc:sldMkLst>
          <pc:docMk/>
          <pc:sldMk cId="2538566975" sldId="352"/>
        </pc:sldMkLst>
      </pc:sldChg>
      <pc:sldChg chg="del">
        <pc:chgData name="Somak Chatterjee" userId="e6d5a15b-8109-4a04-ba46-d7e9f6fc31a9" providerId="ADAL" clId="{66B05EE4-FBD1-41A4-871E-76B223FA4138}" dt="2022-09-04T18:59:11.161" v="40" actId="47"/>
        <pc:sldMkLst>
          <pc:docMk/>
          <pc:sldMk cId="2604335556" sldId="353"/>
        </pc:sldMkLst>
      </pc:sldChg>
      <pc:sldChg chg="del">
        <pc:chgData name="Somak Chatterjee" userId="e6d5a15b-8109-4a04-ba46-d7e9f6fc31a9" providerId="ADAL" clId="{66B05EE4-FBD1-41A4-871E-76B223FA4138}" dt="2022-09-04T18:59:11.161" v="40" actId="47"/>
        <pc:sldMkLst>
          <pc:docMk/>
          <pc:sldMk cId="2288391494" sldId="354"/>
        </pc:sldMkLst>
      </pc:sldChg>
      <pc:sldChg chg="del">
        <pc:chgData name="Somak Chatterjee" userId="e6d5a15b-8109-4a04-ba46-d7e9f6fc31a9" providerId="ADAL" clId="{66B05EE4-FBD1-41A4-871E-76B223FA4138}" dt="2022-09-04T18:59:11.161" v="40" actId="47"/>
        <pc:sldMkLst>
          <pc:docMk/>
          <pc:sldMk cId="1570454223" sldId="355"/>
        </pc:sldMkLst>
      </pc:sldChg>
      <pc:sldChg chg="del">
        <pc:chgData name="Somak Chatterjee" userId="e6d5a15b-8109-4a04-ba46-d7e9f6fc31a9" providerId="ADAL" clId="{66B05EE4-FBD1-41A4-871E-76B223FA4138}" dt="2022-09-04T18:59:11.161" v="40" actId="47"/>
        <pc:sldMkLst>
          <pc:docMk/>
          <pc:sldMk cId="2252568856" sldId="356"/>
        </pc:sldMkLst>
      </pc:sldChg>
      <pc:sldChg chg="del">
        <pc:chgData name="Somak Chatterjee" userId="e6d5a15b-8109-4a04-ba46-d7e9f6fc31a9" providerId="ADAL" clId="{66B05EE4-FBD1-41A4-871E-76B223FA4138}" dt="2022-09-04T18:59:11.161" v="40" actId="47"/>
        <pc:sldMkLst>
          <pc:docMk/>
          <pc:sldMk cId="1551196944" sldId="357"/>
        </pc:sldMkLst>
      </pc:sldChg>
      <pc:sldChg chg="del">
        <pc:chgData name="Somak Chatterjee" userId="e6d5a15b-8109-4a04-ba46-d7e9f6fc31a9" providerId="ADAL" clId="{66B05EE4-FBD1-41A4-871E-76B223FA4138}" dt="2022-09-04T18:59:11.161" v="40" actId="47"/>
        <pc:sldMkLst>
          <pc:docMk/>
          <pc:sldMk cId="3407843393" sldId="358"/>
        </pc:sldMkLst>
      </pc:sldChg>
      <pc:sldChg chg="del">
        <pc:chgData name="Somak Chatterjee" userId="e6d5a15b-8109-4a04-ba46-d7e9f6fc31a9" providerId="ADAL" clId="{66B05EE4-FBD1-41A4-871E-76B223FA4138}" dt="2022-09-04T18:59:11.161" v="40" actId="47"/>
        <pc:sldMkLst>
          <pc:docMk/>
          <pc:sldMk cId="3647249918" sldId="360"/>
        </pc:sldMkLst>
      </pc:sldChg>
      <pc:sldChg chg="del">
        <pc:chgData name="Somak Chatterjee" userId="e6d5a15b-8109-4a04-ba46-d7e9f6fc31a9" providerId="ADAL" clId="{66B05EE4-FBD1-41A4-871E-76B223FA4138}" dt="2022-09-04T18:59:11.161" v="40" actId="47"/>
        <pc:sldMkLst>
          <pc:docMk/>
          <pc:sldMk cId="3231924244" sldId="361"/>
        </pc:sldMkLst>
      </pc:sldChg>
      <pc:sldChg chg="del">
        <pc:chgData name="Somak Chatterjee" userId="e6d5a15b-8109-4a04-ba46-d7e9f6fc31a9" providerId="ADAL" clId="{66B05EE4-FBD1-41A4-871E-76B223FA4138}" dt="2022-09-04T18:37:04.739" v="0" actId="47"/>
        <pc:sldMkLst>
          <pc:docMk/>
          <pc:sldMk cId="1719342529" sldId="378"/>
        </pc:sldMkLst>
      </pc:sldChg>
      <pc:sldChg chg="del">
        <pc:chgData name="Somak Chatterjee" userId="e6d5a15b-8109-4a04-ba46-d7e9f6fc31a9" providerId="ADAL" clId="{66B05EE4-FBD1-41A4-871E-76B223FA4138}" dt="2022-09-04T18:37:04.739" v="0" actId="47"/>
        <pc:sldMkLst>
          <pc:docMk/>
          <pc:sldMk cId="2223502012" sldId="379"/>
        </pc:sldMkLst>
      </pc:sldChg>
      <pc:sldChg chg="del">
        <pc:chgData name="Somak Chatterjee" userId="e6d5a15b-8109-4a04-ba46-d7e9f6fc31a9" providerId="ADAL" clId="{66B05EE4-FBD1-41A4-871E-76B223FA4138}" dt="2022-09-04T18:37:04.739" v="0" actId="47"/>
        <pc:sldMkLst>
          <pc:docMk/>
          <pc:sldMk cId="3839385389" sldId="380"/>
        </pc:sldMkLst>
      </pc:sldChg>
      <pc:sldChg chg="del">
        <pc:chgData name="Somak Chatterjee" userId="e6d5a15b-8109-4a04-ba46-d7e9f6fc31a9" providerId="ADAL" clId="{66B05EE4-FBD1-41A4-871E-76B223FA4138}" dt="2022-09-04T18:37:04.739" v="0" actId="47"/>
        <pc:sldMkLst>
          <pc:docMk/>
          <pc:sldMk cId="550302832" sldId="381"/>
        </pc:sldMkLst>
      </pc:sldChg>
      <pc:sldChg chg="del">
        <pc:chgData name="Somak Chatterjee" userId="e6d5a15b-8109-4a04-ba46-d7e9f6fc31a9" providerId="ADAL" clId="{66B05EE4-FBD1-41A4-871E-76B223FA4138}" dt="2022-09-04T18:37:04.739" v="0" actId="47"/>
        <pc:sldMkLst>
          <pc:docMk/>
          <pc:sldMk cId="1087374479" sldId="383"/>
        </pc:sldMkLst>
      </pc:sldChg>
      <pc:sldChg chg="del">
        <pc:chgData name="Somak Chatterjee" userId="e6d5a15b-8109-4a04-ba46-d7e9f6fc31a9" providerId="ADAL" clId="{66B05EE4-FBD1-41A4-871E-76B223FA4138}" dt="2022-09-04T18:37:04.739" v="0" actId="47"/>
        <pc:sldMkLst>
          <pc:docMk/>
          <pc:sldMk cId="2913401318" sldId="395"/>
        </pc:sldMkLst>
      </pc:sldChg>
      <pc:sldChg chg="modSp mod">
        <pc:chgData name="Somak Chatterjee" userId="e6d5a15b-8109-4a04-ba46-d7e9f6fc31a9" providerId="ADAL" clId="{66B05EE4-FBD1-41A4-871E-76B223FA4138}" dt="2022-09-04T18:37:52.238" v="14" actId="20577"/>
        <pc:sldMkLst>
          <pc:docMk/>
          <pc:sldMk cId="3529563121" sldId="396"/>
        </pc:sldMkLst>
        <pc:spChg chg="mod">
          <ac:chgData name="Somak Chatterjee" userId="e6d5a15b-8109-4a04-ba46-d7e9f6fc31a9" providerId="ADAL" clId="{66B05EE4-FBD1-41A4-871E-76B223FA4138}" dt="2022-09-04T18:37:52.238" v="14" actId="20577"/>
          <ac:spMkLst>
            <pc:docMk/>
            <pc:sldMk cId="3529563121" sldId="396"/>
            <ac:spMk id="5" creationId="{A3718987-F4FB-4A98-8D81-FA956C51172C}"/>
          </ac:spMkLst>
        </pc:spChg>
      </pc:sldChg>
      <pc:sldChg chg="del">
        <pc:chgData name="Somak Chatterjee" userId="e6d5a15b-8109-4a04-ba46-d7e9f6fc31a9" providerId="ADAL" clId="{66B05EE4-FBD1-41A4-871E-76B223FA4138}" dt="2022-09-04T18:37:07.808" v="1" actId="47"/>
        <pc:sldMkLst>
          <pc:docMk/>
          <pc:sldMk cId="841773504" sldId="398"/>
        </pc:sldMkLst>
      </pc:sldChg>
      <pc:sldChg chg="del">
        <pc:chgData name="Somak Chatterjee" userId="e6d5a15b-8109-4a04-ba46-d7e9f6fc31a9" providerId="ADAL" clId="{66B05EE4-FBD1-41A4-871E-76B223FA4138}" dt="2022-09-04T18:37:04.739" v="0" actId="47"/>
        <pc:sldMkLst>
          <pc:docMk/>
          <pc:sldMk cId="3126674125" sldId="402"/>
        </pc:sldMkLst>
      </pc:sldChg>
      <pc:sldChg chg="del">
        <pc:chgData name="Somak Chatterjee" userId="e6d5a15b-8109-4a04-ba46-d7e9f6fc31a9" providerId="ADAL" clId="{66B05EE4-FBD1-41A4-871E-76B223FA4138}" dt="2022-09-04T18:37:04.739" v="0" actId="47"/>
        <pc:sldMkLst>
          <pc:docMk/>
          <pc:sldMk cId="314866932" sldId="407"/>
        </pc:sldMkLst>
      </pc:sldChg>
    </pc:docChg>
  </pc:docChgLst>
  <pc:docChgLst>
    <pc:chgData name="Somak Chatterjee" userId="e6d5a15b-8109-4a04-ba46-d7e9f6fc31a9" providerId="ADAL" clId="{67BC8444-4F1D-49F9-A7D0-E560770ADD50}"/>
    <pc:docChg chg="modSld">
      <pc:chgData name="Somak Chatterjee" userId="e6d5a15b-8109-4a04-ba46-d7e9f6fc31a9" providerId="ADAL" clId="{67BC8444-4F1D-49F9-A7D0-E560770ADD50}" dt="2022-08-22T19:28:15.701" v="0" actId="20577"/>
      <pc:docMkLst>
        <pc:docMk/>
      </pc:docMkLst>
      <pc:sldChg chg="modSp mod">
        <pc:chgData name="Somak Chatterjee" userId="e6d5a15b-8109-4a04-ba46-d7e9f6fc31a9" providerId="ADAL" clId="{67BC8444-4F1D-49F9-A7D0-E560770ADD50}" dt="2022-08-22T19:28:15.701" v="0" actId="20577"/>
        <pc:sldMkLst>
          <pc:docMk/>
          <pc:sldMk cId="3817445897" sldId="257"/>
        </pc:sldMkLst>
        <pc:spChg chg="mod">
          <ac:chgData name="Somak Chatterjee" userId="e6d5a15b-8109-4a04-ba46-d7e9f6fc31a9" providerId="ADAL" clId="{67BC8444-4F1D-49F9-A7D0-E560770ADD50}" dt="2022-08-22T19:28:15.701" v="0" actId="20577"/>
          <ac:spMkLst>
            <pc:docMk/>
            <pc:sldMk cId="3817445897" sldId="257"/>
            <ac:spMk id="7" creationId="{00000000-0000-0000-0000-000000000000}"/>
          </ac:spMkLst>
        </pc:spChg>
      </pc:sldChg>
    </pc:docChg>
  </pc:docChgLst>
  <pc:docChgLst>
    <pc:chgData name="Somak Chatterjee" userId="e6d5a15b-8109-4a04-ba46-d7e9f6fc31a9" providerId="ADAL" clId="{5091EAE5-6FA4-4B40-AC62-1FF199F8BC08}"/>
    <pc:docChg chg="addSld delSld modSld">
      <pc:chgData name="Somak Chatterjee" userId="e6d5a15b-8109-4a04-ba46-d7e9f6fc31a9" providerId="ADAL" clId="{5091EAE5-6FA4-4B40-AC62-1FF199F8BC08}" dt="2022-08-22T19:22:26.390" v="13" actId="20577"/>
      <pc:docMkLst>
        <pc:docMk/>
      </pc:docMkLst>
      <pc:sldChg chg="modSp add del mod">
        <pc:chgData name="Somak Chatterjee" userId="e6d5a15b-8109-4a04-ba46-d7e9f6fc31a9" providerId="ADAL" clId="{5091EAE5-6FA4-4B40-AC62-1FF199F8BC08}" dt="2022-08-22T19:22:26.390" v="13" actId="20577"/>
        <pc:sldMkLst>
          <pc:docMk/>
          <pc:sldMk cId="3817445897" sldId="257"/>
        </pc:sldMkLst>
        <pc:spChg chg="mod">
          <ac:chgData name="Somak Chatterjee" userId="e6d5a15b-8109-4a04-ba46-d7e9f6fc31a9" providerId="ADAL" clId="{5091EAE5-6FA4-4B40-AC62-1FF199F8BC08}" dt="2022-08-22T19:22:26.390" v="13" actId="20577"/>
          <ac:spMkLst>
            <pc:docMk/>
            <pc:sldMk cId="3817445897" sldId="257"/>
            <ac:spMk id="7" creationId="{00000000-0000-0000-0000-000000000000}"/>
          </ac:spMkLst>
        </pc:spChg>
      </pc:sldChg>
      <pc:sldChg chg="del">
        <pc:chgData name="Somak Chatterjee" userId="e6d5a15b-8109-4a04-ba46-d7e9f6fc31a9" providerId="ADAL" clId="{5091EAE5-6FA4-4B40-AC62-1FF199F8BC08}" dt="2022-08-22T19:13:37.484" v="5" actId="2696"/>
        <pc:sldMkLst>
          <pc:docMk/>
          <pc:sldMk cId="3077862164" sldId="359"/>
        </pc:sldMkLst>
      </pc:sldChg>
      <pc:sldChg chg="del">
        <pc:chgData name="Somak Chatterjee" userId="e6d5a15b-8109-4a04-ba46-d7e9f6fc31a9" providerId="ADAL" clId="{5091EAE5-6FA4-4B40-AC62-1FF199F8BC08}" dt="2022-08-22T19:13:37.484" v="5" actId="2696"/>
        <pc:sldMkLst>
          <pc:docMk/>
          <pc:sldMk cId="1694873220" sldId="362"/>
        </pc:sldMkLst>
      </pc:sldChg>
      <pc:sldChg chg="add">
        <pc:chgData name="Somak Chatterjee" userId="e6d5a15b-8109-4a04-ba46-d7e9f6fc31a9" providerId="ADAL" clId="{5091EAE5-6FA4-4B40-AC62-1FF199F8BC08}" dt="2022-08-22T14:58:00.290" v="4"/>
        <pc:sldMkLst>
          <pc:docMk/>
          <pc:sldMk cId="1719342529" sldId="378"/>
        </pc:sldMkLst>
      </pc:sldChg>
      <pc:sldChg chg="add">
        <pc:chgData name="Somak Chatterjee" userId="e6d5a15b-8109-4a04-ba46-d7e9f6fc31a9" providerId="ADAL" clId="{5091EAE5-6FA4-4B40-AC62-1FF199F8BC08}" dt="2022-08-22T14:58:00.290" v="4"/>
        <pc:sldMkLst>
          <pc:docMk/>
          <pc:sldMk cId="2223502012" sldId="379"/>
        </pc:sldMkLst>
      </pc:sldChg>
      <pc:sldChg chg="add">
        <pc:chgData name="Somak Chatterjee" userId="e6d5a15b-8109-4a04-ba46-d7e9f6fc31a9" providerId="ADAL" clId="{5091EAE5-6FA4-4B40-AC62-1FF199F8BC08}" dt="2022-08-22T14:58:00.290" v="4"/>
        <pc:sldMkLst>
          <pc:docMk/>
          <pc:sldMk cId="3839385389" sldId="380"/>
        </pc:sldMkLst>
      </pc:sldChg>
      <pc:sldChg chg="add">
        <pc:chgData name="Somak Chatterjee" userId="e6d5a15b-8109-4a04-ba46-d7e9f6fc31a9" providerId="ADAL" clId="{5091EAE5-6FA4-4B40-AC62-1FF199F8BC08}" dt="2022-08-22T14:58:00.290" v="4"/>
        <pc:sldMkLst>
          <pc:docMk/>
          <pc:sldMk cId="1087374479" sldId="383"/>
        </pc:sldMkLst>
      </pc:sldChg>
      <pc:sldChg chg="del">
        <pc:chgData name="Somak Chatterjee" userId="e6d5a15b-8109-4a04-ba46-d7e9f6fc31a9" providerId="ADAL" clId="{5091EAE5-6FA4-4B40-AC62-1FF199F8BC08}" dt="2022-08-22T14:27:23.895" v="0" actId="47"/>
        <pc:sldMkLst>
          <pc:docMk/>
          <pc:sldMk cId="1407205546" sldId="39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00E1C0-348C-40D3-BEEA-3D2CC97E46E5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9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9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BB26E0-1484-46A8-B7A9-B238AB04DE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39293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8-10T11:18:18.856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1400 526 222 0,'0'0'266'0,"0"0"-7"0,0 0-11 0,0 0-10 0,0 0-8 15,0 0-14-15,0 0-6 0,0 0-8 16,0 0-16-16,0 0-5 0,0 0-4 0,0 0-8 15,0 0 2-15,0 0 1 0,0 0-6 0,0 0-9 16,0 0 5-16,0 0-2 0,0 0-8 0,0 0-4 16,0 0-4-16,0 0-1 0,0 0 0 0,0 0-8 15,0 0-5-15,0 0-8 0,0 0-2 0,0 0-8 16,0 0-4-16,0 0-11 0,0 0-10 0,0 0-13 16,0 0-9-16,0 0-15 0,0 0-5 0,0 0-5 15,0 0-9-15,0 0-1 0,0 0-4 0,0 0-2 16,0 0-5-16,-13 44-3 0,13-44-1 0,-6 24-1 15,2-10 1-15,0 2-5 0,-1 4 2 16,2-1-2-16,-1 2-1 0,-4-2 2 0,4 6-6 0,-6-2 2 16,5-5-2-16,0 2 1 0,-3-2-3 0,4-2 3 15,-2-1-9-15,-2 0-10 0,6-4 3 0,-1-1-1 16,-1-2 2-16,4-2-2 0,-4 0-4 16,3-1 7-16,0-2 5 0,-2 2-2 0,3 0 10 15,0-5-5-15,0 4 23 0,0-4 12 0,-4 3 17 16,4-3 16-16,0 0 2 0,0 0 6 0,0 0-8 15,0 0 4-15,0 0-10 0,0 0-6 0,0 0-8 16,0 0 2-16,4-46-7 0,0 28 0 0,-4-3-3 16,4-5-5-16,0-2-5 0,-3-1-1 0,3 2 6 15,1-3-7-15,2 2 4 0,4 2-4 0,-6-1 0 16,4 1-1-16,1-1 4 0,0 3-2 0,-2 0 11 16,1 7 4-16,-1 1 9 0,-3 6 1 0,-5 10-1 15,7-16-6-15,-7 16-7 0,0 0-7 0,9-14-6 16,-9 14-2-16,0 0-8 0,5-13-3 0,-5 13-6 15,0 0 0-15,0 0-8 0,0 0-8 0,0 0-5 16,0 0-2-16,0 0 0 0,0 0 3 0,0 0 5 16,0 0-7-16,26 43 10 0,-21-25 3 0,0 0-7 15,3 1 6-15,-3 5-4 0,1 1 4 0,-1 2 1 16,3-3 2-16,-4 3 1 0,0-7-4 0,1 4 0 16,-4-4 3-16,3-2 4 0,1-1-8 15,-1 0-5-15,-4-17-5 0,0 25 3 0,1-14-5 16,-1-11 1-16,4 20 1 0,-1-14 4 0,-2 2 11 15,-1-3-10-15,0-1-9 0,0-4 2 0,3 10-3 16,-3-10 1-16,1 6-6 0,-1-6 3 0,1 2 5 16,-1-2-4-16,3 5 1 0,-3-5-7 0,0 0-10 15,0 0-7-15,0 0-14 0,0 0-17 0,0 0-28 16,0 0-27-16,0 0-40 0,0 0-51 0,0 0-72 16,0 0-60-16,0 0-42 0,0 0-56 0,0 0-353 15,0 0-870-15,-12-43 385 0</inkml:trace>
  <inkml:trace contextRef="#ctx0" brushRef="#br0" timeOffset="243.0639">1341 717 300 0,'0'0'320'0,"0"0"-14"0,0 0-11 0,0 0-16 15,0 0-17-15,0 0-6 0,0 0-16 16,0 0-15-16,0 0-5 0,0 0 0 0,0 0-6 15,0 0-5-15,0 0-6 0,0 0-5 0,0 0-12 16,0 0-27-16,0 0-13 0,0 0-12 0,0 0-14 16,0 0-10-16,0 0-13 0,0 0-7 0,57-22-36 15,-57 22-30-15,29-7-39 0,-9 0-45 0,-20 7-42 16,34-4-47-16,-34 4-51 0,29-4-64 0,-11-3-63 16,-18 7-298-16,23-4-678 0,-23 4 300 0</inkml:trace>
  <inkml:trace contextRef="#ctx0" brushRef="#br0" timeOffset="695.7052">1675 690 401 0,'0'0'435'0,"0"0"-17"0,0 0-7 15,0 0-24-15,0 0-18 0,0 0-30 16,0 0-27-16,0 0-33 0,0 0-24 0,0 0-25 15,0 0-24-15,0 0-28 0,0 0-18 0,0 0-21 16,0 0-17-16,0 0-11 0,0 0-8 0,0 0-12 16,0 0-11-16,0 0-8 0,9 29-4 0,-9-29-4 15,5 12-9-15,-5-12-5 0,5 15-4 0,-5-15-7 16,5 16-4-16,-5-16-2 0,7 15-18 0,-7-15-7 16,6 15-16-16,-6-15-6 0,0 0-11 0,5 17-7 15,-5-17-20-15,0 0 2 0,4 13-1 0,-4-13 10 16,0 0 0-16,0 0 5 0,0 0 18 15,0 0 5-15,0 0 11 0,0 0 12 0,0 0 9 0,0 0 13 16,0 0 25-16,0 0 12 0,0 0 2 16,51-31 14-16,-46 21 5 0,-5 10 6 0,16-23 6 0,-9 15 7 15,-7 8 17-15,13-21-6 0,-8 12-3 0,-5 9 0 16,0 0 2-16,10-16 13 0,-10 16-10 0,5-16-3 16,-5 16-9-16,0 0-10 0,7-18-7 15,-7 18-3-15,0 0-8 0,4-13-17 0,-4 13-5 16,0 0-14-16,0 0-10 0,0 0-24 0,0 0-29 15,0 0-39-15,0 0-46 0,0 0-51 0,0 0-58 16,5-15-49-16,-5 15-49 0,0 0-44 0,0 0-50 16,0 0-51-16,0 0-416 0,0 0-942 0,0 0 417 15</inkml:trace>
  <inkml:trace contextRef="#ctx0" brushRef="#br0" timeOffset="1501.2938">1997 679 272 0,'0'0'339'0,"0"0"-22"15,0 0-15-15,0 0-19 0,0 0-11 0,0 0-20 16,0 0 3-16,0 0-13 0,0 0-24 0,0 0-22 15,0 0-13-15,0 0-14 0,0 0-23 0,0 0-13 16,0 0-20-16,0 0-11 0,0 0-17 0,0 0-3 16,0 0-10-16,0 0-19 0,0 0 4 0,0 0-8 15,0 0-13-15,47 10-7 0,-47-10 2 0,9 8-11 16,-9-8-2-16,0 0-3 0,8 19-14 0,-8-19 15 16,0 0 1-16,-3 22-6 0,3-22-7 0,-9 15 4 15,9-15-2-15,-14 18-9 0,4-9-3 0,10-9-6 16,-24 12-4-16,14-3 7 0,10-9-1 15,-26 9 1-15,26-9 4 0,-16 6 20 0,16-6 20 0,0 0 18 16,0 0 13-16,0 0 22 0,0 0-17 0,0 0 10 16,0 0 4-16,-31-22-1 0,31 22-10 15,0 0-1-15,5-28-7 0,-5 28-3 0,10-27-14 16,-6 16-3-16,-4 11-1 0,14-19-4 0,-14 19-7 16,13-15-7-16,-13 15-3 0,9-13-5 0,-9 13-6 15,0 0-3-15,20-5-4 0,-20 5-2 0,0 0-3 16,0 0 7-16,0 0 0 0,46 27-4 0,-34-14 4 15,-3 4 1-15,-2-1 0 0,1 3 4 0,0 0 6 16,-2 6 4-16,-1 2 0 0,-1-3-9 0,0 5 3 16,-3-1 3-16,-1 0-4 0,0 0 1 0,-1-3-3 15,-2 2-1-15,-2-3-3 0,1 2 2 0,0-8-1 16,3 1-2-16,-3-2 2 0,1-2-10 0,1 0 6 16,1-3 1-16,-1-3 8 0,2 2-11 0,-2-5-3 15,2 1 3-15,-1-2-2 0,1 1 3 0,0-6-1 16,-1 8 1-16,1-8-2 0,0 5 1 0,0-5-3 15,0 5 7-15,0-5 6 0,0 0 15 0,0 0 11 16,-2 6 10-16,2-6 5 0,0 0 6 16,0 0 3-16,0 0 7 0,0 0 1 0,-10 0-12 15,10 0-7-15,0 0-1 0,-14-8-9 0,5 4-2 16,3 0-2-16,-1-1-9 0,-2 1 1 0,2-3 2 0,0-1-6 16,0 1-2-16,-1 1-1 0,3-3-2 15,1-1-1-15,-1-2-2 0,1 0 1 0,4 0 8 16,3 0-1-16,-2-5-2 0,4 2-8 0,3-2 0 15,2 0 1-15,0 1-1 0,4-10-1 0,0 10 2 16,-1 1-2-16,6-3 7 0,-6 4-11 0,4 2-5 16,-2-1-5-16,3 2 4 0,-4-1 0 0,-14 12-5 15,23-11-6-15,-23 11-16 0,19-13-26 0,-19 13-38 16,0 0-37-16,17-6-38 0,-17 6-45 0,0 0-44 16,0 0-58-16,0 0-69 0,12-10-77 0,-12 10-407 15,0 0-932-15,0 0 413 0</inkml:trace>
  <inkml:trace contextRef="#ctx0" brushRef="#br0" timeOffset="2439.6259">2846 444 288 0,'0'0'392'15,"0"0"-15"-15,0 0-5 0,0 0 2 0,0 0-12 16,-8-27-14-16,8 27-21 0,0 0-14 0,0 0-28 16,0 0-24-16,0 0-27 0,-9-12-28 0,9 12-20 15,0 0-22-15,0 0-20 0,0 0-13 16,0 0-13-16,0 0-8 0,-51 22-12 0,35-11-12 16,0 1-6-16,-1 0-10 0,-3 7-4 0,-2-5-6 15,5 0-8-15,-3 3-3 0,6-2-8 0,-1-1-5 16,1-2-11-16,1 2-10 0,4-1-12 0,9-13-4 15,-12 15-3-15,12-15 1 0,-6 12 4 0,6-12-3 16,0 19 2-16,0-19-1 0,10 17 3 0,-10-17 1 16,16 10 2-16,-16-10-4 0,23 9-2 0,-23-9 4 15,24 12 1-15,-24-12-5 0,28 8 10 0,-18-2-10 16,-10-6-4-16,23 8 5 0,-23-8-3 16,18 10 0-16,-18-10 3 0,18 8-11 0,-18-8 5 15,14 10 1-15,-14-10 1 0,11 11 1 0,-11-11-3 16,8 13-1-16,-8-13 7 0,0 0-4 0,4 19-1 0,-4-19 0 15,-4 20 2-15,4-20 5 0,-10 16 0 0,10-16 0 16,-18 17-8-16,7-9-7 0,-2-3-14 0,3 3 5 16,1-1 3-16,-1-3 1 0,2 0 1 0,1-1 3 15,7-3 6-15,-11 3 10 0,7-3-1 16,4 0 5-16,0 0 7 0,0 0 1 0,0 0-5 16,0 0 3-16,0 0-4 0,1-38 0 0,11 22-2 15,1 3 6-15,-1-4 6 0,2 5 4 0,4-1-3 16,-1 3-1-16,-3 0-10 0,1 1 2 0,3-2 1 15,-18 11-5-15,30-12-3 0,-30 12-2 0,21-7-3 16,-21 7 1-16,23-5-1 0,-23 5-1 0,0 0-1 16,30 1-1-16,-30-1-2 0,0 0 3 0,25 12 5 15,-25-12-2-15,14 8-1 0,-14-8-2 0,10 14 4 16,-10-14 0-16,0 0 4 0,8 18-9 16,-8-18 2-16,4 13-1 0,-4-13 9 0,0 0-6 15,0 21-11-15,0-21-12 0,0 0-15 0,-4 17-16 0,4-17-15 16,0 0-17-16,0 0-13 0,0 0-5 0,0 0-8 15,0 0-3-15,0 19-12 0,0-19-9 0,0 0-49 16,0 0-53-16,0 0-45 0,0 0-57 0,0 0-261 16,0 0-653-16,0 0 289 0</inkml:trace>
  <inkml:trace contextRef="#ctx0" brushRef="#br0" timeOffset="2607.6845">2985 662 14 0,'0'0'502'0,"0"0"-27"16,0 0-39-16,0 0-42 0,0 0-47 0,0 0-57 15,0 0-70-15,0 0-66 0,0 0-91 0,-8-20-86 16,8 20-110-16,0 0-90 0,0 0-197 0,0 0-454 16,0 0 201-16</inkml:trace>
  <inkml:trace contextRef="#ctx0" brushRef="#br0" timeOffset="3133.6132">3099 713 464 0,'0'0'479'0,"0"0"-8"0,0 0-31 15,0 0-31-15,0 0-30 0,0 0-31 0,0 0-28 16,0 0-26-16,0 0-24 0,0 0-28 0,0 0-26 15,0 0-26-15,0 0-24 0,0 0-18 0,0 0-17 16,0 0-7-16,0 0-15 0,0 0-17 16,0 0-11-16,0 0-7 0,46-19-5 0,-46 19-8 15,23-4-6-15,-23 4-8 0,0 0 1 0,34-2-5 0,-34 2-10 16,0 0-6-16,32 1-2 0,-32-1 0 0,0 0-1 16,0 0-7-16,0 0-3 0,27-1-3 0,-27 1-11 15,0 0-2-15,0 0 2 0,0 0-7 16,0 0 6-16,0 0-2 0,0 0 4 0,15 13 0 15,-15-13-1-15,0 0 1 0,-11 23 1 0,11-23 1 16,-13 21-1-16,3-11 2 0,10-10 2 0,-18 22-7 16,4-9 4-16,-2-2 2 0,5 1-2 0,2-1 2 15,9-11-1-15,-15 15-2 0,7-9 2 0,3 1 1 16,1-2 8-16,0-2 20 0,4-3 17 0,-2 6 12 16,2-6 17-16,0 0 13 0,-4 5 18 0,4-5 0 15,0 0 1-15,0 0-1 0,0 0-13 0,0 0-11 16,0 0-3-16,0 0 3 0,0 0-17 0,0 0-10 15,0 0-3-15,62-14 1 0,-62 14-11 0,27-8-5 16,-27 8-4-16,25-4-4 0,-25 4-2 16,20-3-5-16,-20 3-2 0,0 0-10 0,26-4 5 0,-26 4-5 15,0 0-4-15,21-8-26 0,-21 8-42 0,0 0-42 16,0 0-46-16,0 0-50 0,21-4-59 0,-21 4-68 16,0 0-62-16,0 0-73 0,0 0-82 15,0 0-321-15,18-9-933 0,-18 9 413 0</inkml:trace>
  <inkml:trace contextRef="#ctx0" brushRef="#br0" timeOffset="3651.6193">3445 732 430 0,'0'0'488'0,"0"0"-7"0,0 0-21 0,0 0-22 16,0 0-46-16,0 0-37 0,0 0-34 0,0 0-28 15,0 0-25-15,0 0-27 0,0 0-27 0,0 0-20 16,0 0-22-16,0 0-16 0,0 0-15 16,0 0-14-16,0 0-14 0,0 0-14 0,0 0-10 15,0 0-3-15,0 0-15 0,0 0-10 0,0 0-2 16,0 0-8-16,18-12-3 0,-18 12-8 0,0 0-4 16,0 0-3-16,27-8-4 0,-27 8-3 0,18-11-3 15,-18 11-1-15,14-9-1 0,-14 9-6 0,12-12 2 16,-12 12-2-16,0 0-3 0,11-14 0 0,-11 14-2 15,0 0-3-15,7-11-6 0,-7 11 1 0,0 0-5 16,0 0 0-16,0 0-5 0,0 0 2 0,-5-20-2 16,5 20 1-16,0 0 0 0,0 0-4 0,0 0-1 15,0 0 9-15,-41 1-8 0,41-1 1 0,0 0 0 16,-30 19-1-16,30-19 1 0,-21 12 1 0,11-2 3 16,10-10-5-16,-14 19 1 0,6-9 3 0,8-10 5 15,-13 18-7-15,13-18 17 0,-6 17-17 0,6-17 4 16,-7 15 5-16,7-15-6 0,-2 14 4 0,2-14 2 15,0 0 5-15,9 19 0 0,-9-19-3 16,10 10 4-16,-10-10 1 0,26 9 4 0,-8-5-6 16,-18-4 9-16,42 1 6 0,-14-2 2 0,-28 1 3 15,41-2-6-15,-19-1-2 0,7-5 2 0,-11 4 0 16,-18 4-4-16,32-6-1 0,-32 6-3 0,25-6 1 16,-25 6-11-16,0 0-28 0,23-6-35 0,-23 6-45 15,0 0-45-15,0 0-60 0,0 0-55 0,0 0-67 16,0 0-81-16,22-3-361 0,-22 3-841 0,0 0 373 15</inkml:trace>
  <inkml:trace contextRef="#ctx0" brushRef="#br0" timeOffset="5668.4756">4410 627 113 0,'0'0'162'0,"0"0"26"0,0 0 17 15,0 0 18-15,0 0 43 0,0 0 13 0,0 0 13 16,0 0-3-16,0 0-1 0,0 0-7 0,0 0-4 15,0 0-3-15,0 0-8 0,0 0-5 0,-37-8-12 16,37 8-8-16,0 0-23 0,0 0-25 0,0 0-22 16,0 0-16-16,0 0-21 0,0 0-15 0,0 0-12 15,0 0-23-15,0 0-3 0,0 0-9 0,0 0-7 16,83 1-8-16,-83-1-8 0,20 11-4 0,-20-11-8 16,20 13-5-16,-20-13-5 0,12 15-5 0,-12-15-2 15,12 18 0-15,-10-7-6 0,-2-11 4 0,-1 21-6 16,1-21 3-16,-14 20-5 0,3-8 5 0,-2 0-2 15,-3-2-1-15,0 0-2 0,0-2 3 16,16-8 3-16,-35 11-4 0,22-7 1 0,13-4 4 16,0 0 7-16,-33 3 10 0,33-3 12 0,0 0 11 15,0 0 6-15,-26-13 1 0,26 13-14 0,-10-16-7 0,10 16-3 16,0-23-9-16,0 23-5 0,10-26-23 0,-1 9-10 16,3 3-23-16,2 0-27 0,2 0-46 15,9-3-49-15,0 6-27 0,-6 1-37 0,8-2-48 16,-8 6-31-16,4-1-50 0,-5 2-30 0,5 0-50 15,-23 5-257-15,33-12-737 0,-17 8 327 0</inkml:trace>
  <inkml:trace contextRef="#ctx0" brushRef="#br0" timeOffset="6003.3786">4715 474 351 0,'0'0'437'0,"8"-23"13"0,-8 23 18 0,0 0 9 16,5-20 3-16,-5 20-8 0,0 0 2 0,4-14-15 15,-4 14-18-15,0 0-21 0,0 0-27 0,0 0-37 16,0 0-31-16,0 0-35 0,0 0-28 0,0 0-41 16,0 0-19-16,0 0-3 0,0 0-1 0,0 0-5 15,0 0-20-15,0 0-6 0,-23 54-3 0,19-31-45 16,-5 6-119-16,5-4 0 0,-2 4 0 0,2 0 0 16,-1 4 0-16,1 0 0 0,0 1 0 15,-1 0 0-15,3 0 0 0,-2 13 0 0,1-11 0 16,3 9 0-16,-4-11 0 0,4 3 0 0,2 9 0 15,-1-12 0-15,0 0 0 0,2-1 0 0,-1-4 0 16,0 0 0-16,-1-8 0 0,7 1 0 0,-7-4 0 16,0-5 0-16,2-2 0 0,-2-3 0 0,0-2 0 15,3-1 0-15,-4-5 0 0,1 10 0 0,1-6 0 16,-2-4-3-16,0 0-259 0,0 0-50 0,6 0-52 16,-6 0-58-16,0 0-63 0,0-22-79 0,-4 12-400 15,3-6-1043-15,-3-2 462 0</inkml:trace>
  <inkml:trace contextRef="#ctx0" brushRef="#br0" timeOffset="6258.6073">4566 958 313 0,'-4'-7'467'0,"4"3"24"0,0 4 17 16,-4-5 6-16,4 5-1 0,0 0-17 0,0-7-21 15,0 7-27-15,0 0-31 0,4-7-42 16,-1 3-40-16,3-3-42 0,-6 7-27 0,27-16-25 15,-8 7-30-15,10-2-18 0,1 0-19 0,3-1-20 16,3-2-22-16,13 0-6 0,-13 7-18 0,-1-1-11 0,-2 1-8 16,-1 1-9-16,-4-1-24 0,-9 6-31 0,-19 1-34 15,32-4-25-15,-32 4-22 0,17-5-27 0,-17 5-23 16,0 0-36-16,0 0-44 0,0 0-46 16,0 0-51-16,0 0-47 0,0 0-60 0,0 0-67 15,0 0-425-15,0 0-955 0,0 0 423 0</inkml:trace>
  <inkml:trace contextRef="#ctx0" brushRef="#br0" timeOffset="6902.8177">5749 684 180 0,'0'0'392'0,"0"0"4"15,-29-13-4-15,29 13-15 0,0 0-22 0,-13-12-8 16,13 12-7-16,0 0-22 0,0 0-2 0,-9-13-11 0,9 13-14 16,0 0-18-16,0 0-23 0,0 0-24 15,0-18-24-15,0 18-22 0,0 0-18 0,0 0-20 16,0 0-14-16,20-18-18 0,-20 18-12 0,19-7-8 15,-19 7-11-15,22-4-11 0,-22 4-9 0,27-3-6 16,-27 3-5-16,32 1-7 0,-32-1-6 0,32 6-5 16,-32-6-9-16,27 6-5 0,-27-6-7 0,22 15-3 15,-13-6-5-15,-9-9 1 0,15 14 1 0,-15-14-1 16,6 23-2-16,-6-23 3 0,-2 22-4 0,-3-6 0 16,-3 0 5-16,-2-2 0 0,-5-1 3 15,-1 1-3-15,-9 1 2 0,-1-3-3 0,4-2-1 16,-1 0 2-16,4-5 0 0,19-5 4 0,-32 7 10 15,32-7 25-15,-23 0 16 0,23 0 22 0,0 0 4 16,0 0 8-16,-27-20-5 0,27 20 2 0,-6-21 5 0,10 0-3 16,0 4-13-16,5-1 0 0,-2 1-9 15,4 1-24-15,4-5 11 0,0 6-10 0,-2 1-4 16,-2 1 4-16,-1 5-11 0,-10 8-8 0,16-13 0 16,-16 13-13-16,13-10-7 0,-13 10 1 0,0 0-3 15,0 0-5-15,19-6-2 0,-19 6-4 0,0 0 7 16,0 0 0-16,0 0-4 0,28 18 2 0,-28-18 3 15,13 16-1-15,-13-16-1 0,5 17 1 0,-5-17-5 16,9 18 3-16,-5-5-3 0,-4-13-6 0,7 20 5 16,-1-8-8-16,-6-12-4 0,7 16-12 0,-7-16-2 15,9 20-12-15,-9-20-3 0,9 12 0 0,-9-12 4 16,13 18-1-16,-13-18-13 0,18 13-3 0,-18-13-17 16,18 11-9-16,-18-11-16 0,15 10-15 0,-15-10-26 15,0 0-32-15,20 7-30 0,-20-7-49 0,0 0-70 16,0 0-84-16,0 0-100 0,0 0-316 0,0 0-889 15,0 0 393-15</inkml:trace>
  <inkml:trace contextRef="#ctx0" brushRef="#br0" timeOffset="8123.3663">6442 544 166 0,'0'0'190'0,"0"0"1"16,0 0 1-16,0 0 0 0,0 0 7 0,0 0 6 0,0 0 17 16,0 0 11-16,0 0 9 0,0 0 14 0,0 0 25 15,0 0 22-15,0 0 16 0,0 0 14 16,0 0 10-16,0 0 1 0,0 0-8 0,0 0-2 15,0 0 0-15,0 0-19 0,0 0-8 0,0 0-17 16,0 0-36-16,0 0-20 0,0 0-33 0,0 0-20 16,0 0-25-16,0 0-22 0,0 0-17 0,0 0-14 15,0 0-4-15,0 0-15 0,0 0 3 0,3 29-9 16,-3-29-10-16,-2 21-5 0,2-21-5 0,0 25-8 16,0-10-10-16,0-15-3 0,-5 28-18 0,5-13-18 15,0 2-8-15,0-17-26 0,-4 22-24 0,4-22 1 16,-4 18-18-16,4-18 2 0,0 0-8 0,-1 18 0 15,1-18 2-15,0 0 4 0,0 0 11 0,0 0 7 16,0 18 14-16,0-18 7 0,0 0 3 0,0 0 5 16,0 0 0-16,0 0 7 0,0 0-7 0,0 0 12 15,0 0 5-15,0 0 4 0,40-35 5 0,-40 35 13 16,15-15 21-16,-6 5-8 0,-9 10 13 0,17-19 4 16,-17 19-2-16,14-15 4 0,-14 15 4 15,9-11-11-15,-9 11-7 0,0 0-4 0,10-10 1 16,-10 10-9-16,0 0 1 0,0 0-13 0,0 0 0 0,14-10 2 15,-14 10-7-15,0 0 2 0,0 0-8 0,0 0 5 16,0 0-1-16,0 0 3 0,0 0-14 0,27 28-18 16,-27-28-4-16,0 0 1 0,4 17-10 0,-4-17-12 15,0 0-4-15,3 14-12 0,-3-14-6 16,0 0-9-16,0 0 3 0,8 12 4 0,-8-12 9 16,0 0 7-16,0 0 9 0,0 0 8 0,0 0 7 15,0 0 7-15,0 0 4 0,0 0 4 0,0 0-2 16,0 0 7-16,0 0 12 0,50-22 4 0,-50 22 1 15,15-13 15-15,-15 13 7 0,19-9 0 0,-19 9 6 16,17-12 3-16,-17 12 1 0,9-8-1 0,-9 8 1 16,0 0-2-16,0 0-9 0,18-10-1 0,-18 10-5 15,0 0-4-15,0 0-6 0,0 0-1 0,0 0 4 16,0 0-3-16,0 0-3 0,0 0 1 0,0 0-3 16,0 0 5-16,0 0-2 0,28 20 2 0,-28-20-14 15,8 14-16-15,-8-14-12 0,0 0-8 0,9 16-14 16,-9-16-11-16,0 0-7 0,9 14-14 0,-9-14-13 15,0 0-3-15,12 9-11 0,-12-9 7 0,0 0 18 16,0 0 3-16,0 0 1 0,0 0 12 0,0 0 14 16,0 0 5-16,0 0-4 0,52-19 15 15,-52 19 6-15,17-9 17 0,-17 9 25 0,17-15 14 0,-17 15 16 16,14-14 24-16,-14 14 16 0,14-12 15 0,-14 12 4 16,0 0 3-16,14-10-6 0,-14 10-4 0,0 0-11 15,0 0-10-15,12-10-7 0,-12 10-6 0,0 0-10 16,0 0-5-16,0 0-4 0,0 0-4 0,0 0-3 15,0 0-1-15,0 0-4 0,0 0-5 16,0 0 1-16,0 0-2 0,0 0 1 0,29 21 2 16,-29-21-5-16,0 0 0 0,9 20-8 0,-9-20-11 15,4 12-26-15,-4-12-22 0,0 0-31 0,7 17-29 16,-7-17-49-16,0 0-26 0,0 0-42 0,6 13-43 0,-6-13-40 16,0 0-53-16,0 0-388 0,0 0-822 0,0 0 364 15</inkml:trace>
  <inkml:trace contextRef="#ctx0" brushRef="#br0" timeOffset="8298.9111">6970 534 10 0,'0'0'437'0,"0"0"19"16,0 0 22-16,0 0 7 0,0 0-16 0,0 0-30 16,0 0-43-16,0 0-39 0,0 0-41 0,0 0-30 15,0 0-34-15,0 0-58 0,0 0-81 0,0 0-97 16,0 0-46-16,0 0-53 0,0 0-68 0,0 0-72 15,0 0-69-15,0 0-75 0,0 0-226 0,0 0-643 16,0 0 284-16</inkml:trace>
  <inkml:trace contextRef="#ctx0" brushRef="#br0" timeOffset="8505.0664">7073 549 376 0,'0'0'395'0,"0"0"4"15,0 0-10-15,0 0-12 0,0 0-35 16,0 0-28-16,0 0-29 0,0 0-2 0,0 0 6 15,0 0-1-15,0 0-4 0,37 18-17 0,-25-11-20 16,3 3-23-16,-2 1-22 0,1 0-19 0,0 2-15 16,0 1-15-16,0-2-17 0,0 3-10 0,2-1-23 15,-2-1-18-15,-2-4-37 0,-4 2-48 0,-8-11-45 16,19 15-42-16,-19-15-49 0,13 13-50 0,-13-13-47 16,9 10-62-16,-9-10-53 0,0 0-66 0,0 0-290 15,0 0-762-15,0 0 338 0</inkml:trace>
  <inkml:trace contextRef="#ctx0" brushRef="#br0" timeOffset="8789.0012">7299 585 363 0,'0'0'404'0,"0"0"13"0,0 0 8 0,0 0-1 0,0 0-9 16,0 0-5-16,0 0-12 0,0 0-14 0,0 0-11 15,0 0-14-15,0 0-25 0,0 0-5 16,0 0 18-16,0 0 4 0,0 0-12 0,0 0-20 15,0 0-28-15,-54 44-27 0,34-21-25 0,-1 1-17 16,-1-3-23-16,-2 4-20 0,-2-1-16 0,4 3-19 16,-5-2-45-16,2 3-99 0,-1-2 0 0,-2-1 0 15,3-1 0-15,-1-2 0 0,3-3 0 0,4 1 0 16,5-6 0-16,1-5 0 0,4 0 0 0,0-2 0 16,4-1-169-16,-1-1-34 0,1-2-17 0,2 1-5 15,3-4-9-15,0 0-39 0,0 0-35 0,0 0-39 16,0 0-36-16,30-11-32 0,-13 0-52 0,0 3-358 15,10-10-893-15,1-1 395 0</inkml:trace>
  <inkml:trace contextRef="#ctx0" brushRef="#br0" timeOffset="9089.4777">7624 394 298 0,'0'0'522'0,"-8"-18"18"0,8 18 3 0,0 0-7 16,-9-17-22-16,9 17-19 0,0 0-33 0,-6-14-6 16,6 14-48-16,0 0-38 0,0 0-34 0,0 0-41 15,0 0-37-15,0 0-26 0,0 0-22 0,0 0-26 16,0 0-17-16,0 0-13 0,0 0-16 0,-20 44-9 16,17-25-7-16,-1 0-14 0,0 5-8 0,3 1-7 15,0 4-12-15,-2-5-10 0,-2-2-4 0,4-3-1 16,1 6-10-16,-3-5-1 0,3 0-12 15,-1 2 0-15,1-6-36 0,-4 0-35 0,4-16-43 0,4 27-38 16,-4-27-40-16,-1 22-43 0,1-22-39 0,0 18-41 16,0-18-44-16,1 13-43 0,-1-13-43 0,0 0-59 15,0 0-63-15,0 0-318 0,0 0-910 0,0 0 403 16</inkml:trace>
  <inkml:trace contextRef="#ctx0" brushRef="#br0" timeOffset="9823.6425">7491 640 320 0,'0'0'409'0,"0"0"-7"16,0 0 4-16,0 0-5 0,0 0-13 0,-36-6-6 15,36 6-18-15,0 0-21 0,0 0-22 0,0 0-18 16,0 0-18-16,0 0-23 0,0 0-28 0,0 0-17 16,0 0-23-16,0 0-21 0,0 0-12 0,0 0-21 15,0 0-14-15,0 0-6 0,0 0-19 0,60-15-10 16,-60 15-5-16,40-6-8 0,-18 2-11 0,-22 4-8 15,39-6-3-15,-22 3-3 0,-17 3-12 0,33-9-2 16,-33 9-3-16,27-6-4 0,-27 6-6 16,23-3 0-16,-23 3-3 0,0 0-5 0,21-5-4 15,-21 5-1-15,0 0-4 0,0 0-6 0,0 0-4 0,0 0 1 16,0 0-5-16,0 0 1 0,33 8 3 16,-33-8 1-16,0 0 0 0,7 15 1 0,-7-15-1 0,0 0 1 15,7 17-3-15,-7-17-1 0,2 18 1 16,-2-18 3-16,0 0-6 0,4 19-8 0,-4-19-12 15,0 0-16-15,4 17-8 0,-4-17-9 0,0 0-6 16,4 13 2-16,-4-13 6 0,0 0 2 0,0 0 12 16,0 0 5-16,0 0 6 0,0 0 7 0,0 0 0 15,0 0 2-15,0 0 4 0,0 0 8 0,0 0-2 16,54-22 4-16,-45 12-3 0,-9 10 10 0,16-18 5 16,-7 8 6-16,-9 10 5 0,17-12 8 0,-17 12 10 15,12-12 4-15,-12 12 5 0,0 0-1 0,12-11 0 16,-12 11-1-16,0 0-7 0,0 0-5 0,0 0-9 15,0 0 3-15,11-11-10 0,-11 11-3 0,0 0-1 16,0 0-1-16,0 0-2 0,0 0 1 0,0 0 0 16,0 0 2-16,0 0-2 0,0 0 1 0,0 0-1 15,32 23-3-15,-32-23 2 0,0 0-2 0,0 0-2 16,12 12 4-16,-12-12 0 0,0 0-4 0,11 10 2 16,-11-10-4-16,0 0-1 0,0 0-11 0,17 8 1 15,-17-8-1-15,0 0 2 0,0 0-2 16,28 2-1-16,-28-2 0 0,0 0 2 0,0 0-1 15,33-12 7-15,-33 12 0 0,0 0-2 0,22-11 2 16,-22 11 0-16,12-7 1 0,-12 7 13 0,0 0 2 16,16-9 11-16,-16 9 3 0,0 0-1 0,0 0-3 15,14-10-4-15,-14 10 2 0,0 0-6 0,0 0-4 16,0 0-4-16,0 0-1 0,0 0-5 0,0 0 0 16,0 0 4-16,0 0-5 0,0 0 1 0,0 0 2 15,0 0-3-15,0 0 2 0,0 0 1 0,0 0-3 16,0 0-7-16,32 19-18 0,-32-19-28 0,0 0-31 15,8 13-38-15,-8-13-24 0,0 0-40 0,0 0-29 16,7 19-38-16,-7-19-41 0,0 0-47 0,10 10-56 16,-10-10-346-16,0 0-808 0,0 0 358 0</inkml:trace>
  <inkml:trace contextRef="#ctx0" brushRef="#br0" timeOffset="10309.92">8305 571 152 0,'0'0'408'0,"0"0"17"16,0 0-3-16,0 0-5 0,0 0-14 0,0 0-19 15,0 0-15-15,0 0-21 0,0 0-21 0,0 0-26 16,0 0-29-16,0 0-26 0,0 0-27 0,0 0-22 16,0 0-23-16,0 0-18 0,0 0-15 0,0 0-14 15,0 0-16-15,0 0-12 0,0 0-11 0,0 0-9 16,0 0-4-16,0 0-7 0,0 0-6 0,0 0-3 15,0 0-2-15,36 12-7 0,-36-12-2 0,0 0-3 16,25 4-9-16,-25-4 4 0,0 0-4 0,39-4-2 16,-39 4-3-16,0 0-5 0,36-7-1 0,-36 7 1 15,20-9-5-15,-20 9 0 0,18-12-1 0,-18 12-1 16,14-11-1-16,-14 11 6 0,0 0 1 16,10-10-8-16,-10 10 5 0,0 0-10 0,0 0-1 15,0 0-3-15,-2-19-3 0,2 19 0 0,0 0-2 16,0 0-5-16,-32-10 2 0,32 10-1 0,0 0-2 15,-36 4 0-15,36-4 1 0,-36 13-2 0,18-6-1 16,4 4-1-16,0 1-2 0,0-2 2 0,14-10 6 16,-18 21-7-16,11-7 4 0,3-2 1 0,0 3-1 15,4-15 3-15,4 27 1 0,1-16 4 0,-5-11-5 16,9 22 4-16,-9-22 0 0,16 18 2 0,-5-11 0 16,-11-7-1-16,24 12-1 0,-6-9 4 0,-18-3 1 15,28 2 2-15,-28-2-1 0,0 0 0 0,49-6-7 16,-49 6-1-16,34-10 5 0,-19 3-26 0,-15 7-26 15,20-7-45-15,-20 7-49 0,0 0-63 0,21-6-77 16,-21 6-83-16,0 0-93 0,11-12-423 0,-11 12-950 16,0 0 421-16</inkml:trace>
  <inkml:trace contextRef="#ctx0" brushRef="#br0" timeOffset="10942.9401">9333 540 14 0,'0'0'435'0,"0"0"2"16,0 0-6-16,0 0-21 0,0 0-29 0,0 0-22 15,0 0-28-15,0 0-26 0,0 0-25 0,0 0-17 16,0 0-34-16,0 0-20 0,0 0-22 0,0 0-23 16,0 0-18-16,0 0-17 0,33-20-10 0,-33 20-13 15,0 0-15-15,0 0-10 0,0 0-12 0,46 15-3 16,-46-15-12-16,15 9-4 0,-15-9-7 0,0 0-1 15,14 16-5-15,-14-16-4 0,4 13 1 0,-4-13-12 16,-5 19 13-16,5-19-4 0,-18 17 1 0,4-5-2 16,0-2-4-16,-5 1-4 0,1-4 5 0,-1 2-10 15,1-1-6-15,-1 0 6 0,19-8-5 0,-31 5 10 16,31-5 5-16,-21 6 5 0,21-6 0 16,0 0-1-16,0 0-6 0,-20-20 1 0,20 20-5 15,0-21-3-15,0 21-7 0,13-28 1 0,1 12-5 16,5-5 1-16,3 2-15 0,5 1-16 0,-3 2-36 15,2-1-48-15,-1 2-38 0,2 2-47 0,-7 3-43 16,1 4-46-16,-2-1-40 0,4-1-41 0,-5 3-56 16,-18 5-239-16,32-10-711 0,-32 10 314 0</inkml:trace>
  <inkml:trace contextRef="#ctx0" brushRef="#br0" timeOffset="11241.0564">9643 373 174 0,'0'0'394'0,"8"-23"44"16,-8 23 6-16,8-18 23 0,-8 18 13 15,7-18 7-15,-7 18 10 0,4-12 3 0,-4 12-16 16,0 0-25-16,0 0-26 0,5-15-27 0,-5 15-34 16,0 0-37-16,0 0-35 0,0 0-35 0,0 0-36 15,0 0 0-15,0 0 32 0,0 0-3 0,0 0-16 16,-4 67-205-16,3-37-37 0,-4 2 0 0,2 1 0 16,0-1 0-16,0 2 0 0,1 14 0 15,-1-14 0-15,-1 11 0 0,2-10 0 0,-2 1 0 0,1 0 0 16,1-2 0-16,-1 0 0 0,0 2 0 15,3-1 0-15,-1 0 0 0,-1-1 0 0,-2-1 0 16,3-4 0-16,-1-3 0 0,1-6 0 0,4-4 0 16,-5-2 0-16,1-4 0 0,1 0 0 0,-1-3 0 15,0-1-40-15,1-6-338 0,0 9-23 0,0-9-22 16,-2 7-47-16,2-7-67 0,0 0-54 0,0 0-302 16,17-17-965-16,-15 6 428 0</inkml:trace>
  <inkml:trace contextRef="#ctx0" brushRef="#br0" timeOffset="11457.4658">9596 831 439 0,'-14'-16'504'0,"14"16"42"0,0 0 28 16,0 0 12-16,-9-14-7 0,9 14-33 0,0 0-38 16,0 0-30-16,0 0-35 0,0 0-43 0,0 0-40 15,0 0-40-15,0 0-40 0,0 0-32 0,19-27-43 16,-19 27-30-16,23-9-43 0,-1 2-53 15,-3 0-70-15,2 2-60 0,0-1-59 0,10 0-49 16,-3-1-35-16,0-1-27 0,3 2-21 0,-12 1-30 16,-19 5-53-16,41-6-47 0,-22 1-52 0,-19 5-37 15,38-3-303-15,-21-2-826 0,6-4 365 0</inkml:trace>
  <inkml:trace contextRef="#ctx0" brushRef="#br0" timeOffset="11791.1986">10661 496 551 0,'0'0'647'0,"5"-22"15"0,-5 22 13 15,0 0-24-15,0-18-36 0,0 18-31 0,0 0-34 16,0 0-29-16,0 0-33 0,0-17-41 0,0 17-46 0,0 0-35 15,0 0-46-15,0 0-38 0,0 0-33 16,0 0-67-16,0 0-182 0,0 0 0 0,0 0 0 16,0 0 0-16,0 0 0 0,1 55 0 0,-2-28 0 15,1-9 0-15,1-1 0 0,-1 3 0 0,-1-1 0 16,1 1 0-16,-1-2 0 0,1 3 0 0,-3-3 0 16,2-1 0-16,-2-2 0 0,0 1 0 0,3-16 0 15,-6 24 0-15,5-13-207 0,1-11-247 0,-4 18-45 16,4-18-48-16,0 0-28 0,0 0-411 15,0 0-1066-15,-5 14 472 0</inkml:trace>
  <inkml:trace contextRef="#ctx0" brushRef="#br0" timeOffset="12141.2577">10500 415 28 0,'0'0'433'15,"-17"-17"23"-15,17 17 12 0,0 0 10 0,-9-14 1 16,9 14-3-16,0 0-11 0,0 0-18 0,-4-21-21 16,4 21-44-16,0 0-30 0,7-21-22 0,-7 21-29 15,14-21-19-15,-4 8-34 0,4 0-20 16,9-3-15-16,2 3-15 0,6 0-24 0,1 2-11 16,18-5-17-16,-16 7-16 0,19-2-8 0,-2-1-8 0,4 5-3 15,-3-1-8-15,-11 5-28 0,-2 3 13 0,-2-2-16 16,-4 4-8-16,-4 1-7 0,-2 4-10 0,-9-2-12 15,-18-5-35-15,23 14 0 0,-17-4 0 16,-2 5 0-16,-4-15 0 0,-20 37 0 0,-3-12 0 16,-18 7 0-16,-1 2 0 0,-12-3 0 0,-25 7 0 15,20-10 0-15,0-5 0 0,4-1 0 0,4 2 0 16,1-8 0-16,13-5-87 0,9-2-57 0,5-4-11 16,5 2-19-16,18-7-15 0,-23 7-42 0,23-7-51 15,0 0-75-15,0 0-85 0,0 0-80 0,0 0-413 16,0 0-1013-16,0 0 449 0</inkml:trace>
  <inkml:trace contextRef="#ctx0" brushRef="#br0" timeOffset="12910.9141">10865 687 256 0,'0'0'370'0,"0"0"-12"16,18-41-27-16,-18 41-36 0,0 0-19 0,13-10-20 15,-13 10-19-15,0 0-20 0,0 0-9 0,11-12-29 16,-11 12-24-16,0 0-14 0,0 0-17 0,18-8-15 16,-18 8-6-16,0 0-14 0,0 0-12 0,0 0-4 15,0 0-11-15,0 0-7 0,0 0-6 0,46 11-6 16,-46-11-1-16,0 0-8 0,18 15-2 0,-18-15-5 15,10 15 1-15,-10-15-9 0,8 10 18 0,-8-10-20 16,5 14-8-16,-5-14 5 0,0 18 0 0,0-18-3 16,0 0 0-16,-13 21 2 0,13-21-12 15,-14 13 2-15,14-13-10 0,-18 11 4 0,18-11-19 16,-20 7 5-16,20-7 10 0,0 0-6 0,-23 4 17 16,23-4 7-16,0 0 12 0,0 0 7 0,0 0 16 15,0 0 11-15,0 0-16 0,0 0 13 0,-21-22-4 16,21 22 25-16,0 0 6 0,16-26 6 0,-16 26 3 15,15-16-1-15,-15 16-4 0,17-15-8 0,-17 15-6 16,18-14-4-16,-18 14-5 0,14-5-8 0,-14 5-4 16,0 0-9-16,16-10-4 0,-16 10-5 0,0 0-7 15,0 0-5-15,27-2 1 0,-27 2-5 16,0 0-2-16,0 0 0 0,31 13-5 0,-31-13 3 16,13 13-2-16,-13-13 6 0,0 0-10 0,15 16-4 0,-15-16-8 15,8 8-12-15,-8-8-12 0,0 0-4 0,7 14-5 16,-7-14 7-16,0 0 6 0,0 0 4 0,0 0 6 15,16 11 3-15,-16-11 2 0,0 0 8 0,0 0 4 16,0 0-5-16,0 0 13 0,0 0 5 0,41-26 2 16,-31 19 4-16,-10 7 4 0,20-15 13 15,-10 5 1-15,-10 10-1 0,20-10 2 0,-20 10 1 16,16-10 4-16,-16 10-7 0,0 0-4 0,21-8-7 16,-21 8-4-16,0 0-4 0,0 0-4 0,23-3-3 15,-23 3-2-15,0 0 0 0,0 0-4 0,0 0 0 16,0 0 0-16,29 16-1 0,-29-16-4 0,10 10-2 15,-10-10 4-15,0 0 1 0,10 14-3 0,-10-14-6 16,0 0-7-16,0 0-5 0,8 14-4 0,-8-14-4 16,0 0-6-16,0 0 2 0,0 0-9 0,0 0 4 15,4 16 4-15,-4-16 1 0,0 0-1 16,0 0 6-16,0 0 1 0,0 0 5 0,0 0-2 0,0 0-11 16,0 0-24-16,0 0-12 0,0 0 2 0,0 0-21 15,0 0-15-15,32-27-44 0,-32 27-51 0,0 0-62 16,16-15-63-16,-16 15-60 0,0 0-274 0,22-12-709 15,-22 12 313-15</inkml:trace>
  <inkml:trace contextRef="#ctx0" brushRef="#br0" timeOffset="13204.5847">11633 487 69 0,'0'0'530'0,"9"-20"28"0,-9 20 11 15,0 0 0-15,9-17 3 0,-9 17-14 0,0 0-23 16,9-15-18-16,-9 15-28 0,0 0-32 0,0 0-44 16,0 0-35-16,5-12-46 0,-5 12-38 0,0 0-28 15,0 0-33-15,0 0-28 0,0 0-26 0,0 0-10 16,0 0-24-16,0 0-12 0,0 0-112 0,0 0-21 16,0 0 0-16,0 0 0 0,-9 54 0 15,8-37 0-15,1-17 0 0,-4 28 0 0,2-13 0 16,2 2 0-16,-3-1 0 0,3 2 0 0,0-18 0 0,-4 24 0 15,0-13 0-15,4-11 0 0,-2 21 0 0,2-21 0 16,-3 21 0-16,3-21-260 0,-4 16-120 0,4-16-59 16,-6 14-45-16,6-14-54 0,0 0-35 0,0 0-347 15,0 0-996-15,0 0 441 0</inkml:trace>
  <inkml:trace contextRef="#ctx0" brushRef="#br0" timeOffset="13579.085">11574 612 18 0,'0'0'404'0,"0"0"15"0,0 0-5 0,0 0-20 15,0 0-12-15,0 0-17 0,0 0-23 0,0 0-17 16,0 0-18-16,0 0-21 0,0 0-26 0,0 0-20 16,0 0-35-16,0 0-22 0,0 0-18 15,0 0-18-15,0 0-17 0,0 0-16 0,0 0-9 16,41-21-9-16,-41 21-10 0,37-3-10 0,-15 2-6 15,-22 1-5-15,37-3 2 0,-37 3-17 0,27-2-5 16,-27 2-4-16,0 0-5 0,31-1-5 0,-31 1-3 16,0 0 0-16,0 0 2 0,25-3-9 0,-25 3-3 15,0 0-4-15,0 0-4 0,0 0-5 0,0 0-2 16,0 0-7-16,0 0 2 0,0 0-3 0,27 10 3 16,-27-10-4-16,0 0 3 0,8 14-1 0,-8-14 8 15,0 0-4-15,1 15-1 0,-1-15 2 0,0 0-1 16,3 22 1-16,-3-22 3 0,0 16-9 0,0-16-9 15,0 0-17-15,0 0-31 0,2 21-22 0,-2-21-32 16,0 0-33-16,0 0-44 0,0 0-28 0,0 16-34 16,0-16-25-16,0 0-46 0,0 0-71 0,0 0-250 15,0 0-698-15,0 0 308 0</inkml:trace>
  <inkml:trace contextRef="#ctx0" brushRef="#br0" timeOffset="13716.7339">11877 490 255 0,'0'0'320'0,"0"0"-23"0,0 0-29 0,0 0-30 16,0 0-40-16,0 0-48 0,0 0-63 0,0 0-65 15,0 0-50-15,0 0-79 0,0 0-177 0,0 0-306 16,0 0 135-16</inkml:trace>
  <inkml:trace contextRef="#ctx0" brushRef="#br0" timeOffset="13960.0283">12062 539 13 0,'0'0'396'0,"0"0"15"15,0 0-7-15,0 0-17 0,0 0-18 16,0 0-23-16,0 0-29 0,0 0-26 0,0 0-20 16,0 0-33-16,0 0-27 0,0 0-21 0,0 0-19 0,0 0-19 15,0 0-13-15,0 0-16 0,0 0-13 16,0 0-11-16,0 0-10 0,-62 16-12 0,62-16-9 15,-11 12-22-15,11-12-22 0,-8 11-24 0,8-11-15 16,-1 17-17-16,1-17-38 0,0 0-36 0,9 22-30 16,-9-22-45-16,20 20-41 0,-9-10-50 0,6 0-47 15,0-5-280-15,-17-5-648 0,37 5 287 0</inkml:trace>
  <inkml:trace contextRef="#ctx0" brushRef="#br0" timeOffset="14258.8604">12355 390 309 0,'0'0'409'15,"0"0"7"-15,0 0-4 0,0 0-4 0,0 0-5 16,4-22-7-16,-4 22-10 0,0 0-14 0,0 0-17 16,0 0-15-16,0 0-26 0,0 0-31 0,0 0-27 15,0 0-28-15,0 0-1 0,0 0 20 0,0 0-5 16,0 0-3-16,0 0-23 0,0 0-10 0,0 0-9 15,-4 60-17-15,3-47-13 0,1-13-17 0,-4 28-17 16,4-10-4-16,0-1-16 0,-1-1-12 0,-3 1-11 16,4-17-1-16,-4 25-15 0,4-13 1 15,0-12-46-15,-1 25-29 0,1-25 0 0,0 18-30 0,0-18-87 16,0 0-42-16,-3 19-49 0,3-19-47 0,-6 13-49 16,6-13-50-16,0 0-39 0,0 0-36 0,0 0-41 15,0 0-57-15,0 0-298 0,0 0-892 0,0 0 394 16</inkml:trace>
  <inkml:trace contextRef="#ctx0" brushRef="#br0" timeOffset="14729.7242">12494 552 65 0,'0'0'323'0,"0"0"-5"0,0 0-11 0,0 0-20 16,0 0-20-16,0 0-20 0,0 0-14 0,0 0-19 15,0 0-6-15,0 0-19 0,0 0-14 0,0 0-15 16,0 0-21-16,0 0-12 0,0 0-6 0,0 0-14 16,0 0-13-16,0 0-13 0,0 0 4 0,0 0-15 15,0 0-7-15,0 0-4 0,44 0-2 0,-44 0 4 16,0 0-5-16,31-1-8 0,-31 1 3 16,0 0-2-16,34-7 7 0,-34 7 8 0,24-8-3 15,-24 8-12-15,22-10 7 0,-22 10-2 0,22-14 6 16,-22 14 19-16,17-12 3 0,-17 12-5 0,10-6-10 15,-10 6-2-15,0 0-9 0,0 0-11 0,11-13-3 16,-11 13-6-16,0 0-8 0,0 0-2 0,0 0-10 16,0 0-3-16,0 0-4 0,0 0 0 0,0 0 0 15,0 0-7-15,0 0 0 0,0 0-3 0,0 0-1 16,0 0 2-16,0 0-1 0,0 0 2 0,0 0 2 16,-64 18-4-16,64-18 2 0,-19 18-6 0,9-7-9 15,1 0-12-15,9-11-7 0,-11 16 1 0,11-16-2 16,-7 18 6-16,7-18-3 0,-1 17 2 0,1-17 8 15,8 16-5-15,-8-16 6 0,20 20-9 0,-6-9 0 16,3-3-20-16,-17-8-21 0,34 12-21 0,-16-12-23 16,-18 0-11-16,38 1-28 0,-38-1-27 15,37-1-35-15,-37 1-40 0,39-10-45 0,-29 4-270 16,-10 6-616-16,33-17 272 0</inkml:trace>
  <inkml:trace contextRef="#ctx0" brushRef="#br0" timeOffset="15070.2946">13017 426 19 0,'0'0'341'0,"0"0"-9"0,0 0-19 15,0 0-20-15,0 0-27 0,0 0-11 0,0 0-27 16,0 0-18-16,0 0 12 0,0 0-4 0,0 0-1 16,0 0-20-16,0 0-15 0,0 0-15 0,0 0-16 15,-32 33-19-15,32-33-12 0,-10 15-2 16,10-15 2-16,-5 17 10 0,5-17-2 0,0 18 1 15,0-18 6-15,5 17 3 0,-5-17 4 0,13 18 7 0,-13-18 3 16,14 16-7-16,-5-9-2 0,-9-7-10 0,19 14-9 16,-19-14-12-16,19 13-12 0,-19-13-12 15,12 6-8-15,-12-6-15 0,0 0-4 0,14 12-9 0,-14-12-7 16,0 0-3-16,0 0-5 0,0 17 1 16,0-17-6-16,0 0-1 0,-27 17-6 0,9-11-6 15,18-6-20-15,-36 10-25 0,16-2-22 0,3-4-19 16,17-4-11-16,-32 5-19 0,32-5-13 0,-23 6-6 15,23-6-4-15,0 0-9 0,0 0-16 0,-23 5-27 16,23-5-26-16,0 0-45 0,0 0-52 0,0 0-52 16,0 0-50-16,0 0-268 0,0 0-720 0,0 0 319 15</inkml:trace>
  <inkml:trace contextRef="#ctx0" brushRef="#br0" timeOffset="16414.4191">1312 1207 196 0,'0'0'283'0,"-10"-2"-4"0,10 2-18 16,-8-3-9-16,8 3-11 0,-9-1-19 0,9 1 0 15,-5-2-6-15,5 2-7 0,0 0-12 0,0 0-2 16,-10-2-4-16,10 2-10 0,0 0-8 0,0 0-10 16,0 0-7-16,-5-3-4 0,5 3-10 0,0 0 1 15,0 0-8-15,0 0-8 0,-7-2-16 16,7 2 0-16,0 0-14 0,0 0-5 0,0 0-13 16,0 0-9-16,0 0-7 0,0 0-5 0,0 0 0 15,0 0-6-15,0 0-8 0,0 0-3 0,0 0 0 0,45 2-9 16,-18-2 0-16,9-2-3 0,1 2-5 15,14-7 13-15,0 3-4 0,3-3 0 0,-4-1 4 16,-13 5 2-16,-2-1 3 0,-3 1-4 0,-10 0-2 16,1-1-6-16,-5 3-4 0,-5-1-6 0,-2 1 2 15,-2 0-2-15,-2 1-3 0,-2 0-5 0,-5 0-4 16,10 0-6-16,-10 0-3 0,7-2 2 0,-7 2-7 16,0 0-10-16,0 0 7 0,0 0-5 0,0 0-15 15,0 0-20-15,0 0-29 0,0 0-38 0,-20 3-31 16,20-3-33-16,-8 1-37 0,8-1-45 0,0 0-56 15,-7-2-413-15,7 2-791 0,0 0 351 0</inkml:trace>
  <inkml:trace contextRef="#ctx0" brushRef="#br0" timeOffset="17271.3411">2466 1241 115 0,'0'0'175'0,"0"0"-13"0,0 0-1 16,-5-4 0-16,5 4-3 0,0 0 9 0,0 0 1 16,-5-2 3-16,5 2 7 0,0 0-11 0,0 0 10 15,0 0 2-15,0 0 7 0,-12-2 1 0,12 2 4 16,0 0 3-16,0 0 1 0,-5-5-5 0,5 5-9 0,0 0 7 15,-5-4 0-15,5 4-6 0,0 0-14 0,0 0-12 16,0 0-9-16,0 0-9 0,0 0-9 16,0 0-13-16,0 0-6 0,0 0-16 0,0 0-8 15,0 0-3-15,0 0-15 0,0 0-7 0,0 0-7 16,0 0-8-16,0 0-3 0,23-1-5 0,-14-1-3 16,0 1-5-16,4 2-2 0,0-1 2 0,-1 0-7 15,5 0 0-15,2-1-1 0,-2 0-5 0,3 1-10 16,3-1 4-16,-4-2-2 0,11 1 3 0,1 2 0 15,0-3 1-15,0-4 1 0,1 3-9 0,4 0 3 16,-3-2-2-16,4-1 0 0,-2 3-2 0,3 0-1 16,-1-3 3-16,0 3 4 0,-3 1-1 0,2 1-2 15,-2-3 0-15,-2 0 0 0,-2 2-5 0,5 2 3 16,-2-3 3-16,-1 1-1 0,-1 0 8 0,-1 1 4 16,4-2 4-16,-1 2 0 0,-4-1 0 0,2 2-1 15,-3 0-1-15,0 0-4 0,-6 0 1 0,-1-2-2 16,6 2 1-16,-5 1 1 0,-2 1-5 0,1-2 2 15,-2 0 0-15,3-1 6 0,-9 2-2 0,2 0 4 16,-2 0-1-16,-2 0 0 0,1-2 3 16,-2 4-4-16,-2-4-7 0,2 4 2 0,-10-2-4 15,19-2-2-15,-9 2-3 0,3-1 4 0,2 1-8 16,2-1 4-16,-3 0 0 0,4 2-2 0,1-4 1 16,3 5 1-16,-3-4-1 0,1 0 0 0,2 2-5 15,-3-1 4-15,3 0 0 0,1 1-4 0,-5-3 2 16,1 4-1-16,-6-3 4 0,1 1 11 0,-3 0 4 15,-2-2-3-15,0 3 7 0,-9 0 3 0,11-1 1 16,-11 1-3-16,9-2 5 0,-9 2-7 0,5-2 5 16,-5 2-6-16,0 0-1 0,0 0-5 0,0 0 0 15,11-1-2-15,-11 1 1 0,0 0-8 0,0 0-15 16,0 0-18-16,0 0-20 0,0 0-23 0,0 0-26 16,0 0-41-16,0 0-36 0,0 0-40 0,0 0-36 15,0 0-40-15,4 6-45 0,-4-6-61 0,0 0-91 16,0 0-247-16,0 0-789 0,0 0 349 15</inkml:trace>
  <inkml:trace contextRef="#ctx0" brushRef="#br0" timeOffset="18752.4603">5085 1130 169 0,'0'0'199'0,"0"0"4"0,-5 0-3 0,5 0-3 0,0 0-2 16,-6 0-1-16,6 0-3 0,0 0 5 0,0 0-6 16,0 0-1-16,0 0 6 0,0 0 7 0,0 0-16 15,0 0 5-15,0 0-8 0,0 0-6 0,0 0-5 16,0 0-3-16,0 0-13 0,0 0 3 0,0 0-7 16,0 0-13-16,0 0-11 0,0 0-11 0,0 0-7 15,0 0-5-15,0 0-16 0,0 0-11 0,0 0-2 16,0 0-9-16,25-2-6 0,-15 2-7 15,2 0-5-15,0 0-8 0,2 0 0 0,5-1-10 16,2 0 1-16,-2 1-4 0,10-3 0 0,-2 2-6 16,-4 0 3-16,4 0-9 0,1-3 2 0,0 3-4 0,-6 1-2 15,1-1-3-15,-1 1 2 0,0-2-2 16,-1-1-2-16,1 2 4 0,-1 1-5 0,1-1 9 0,0-3-8 16,5 4 5-16,0-2 4 0,-4 0 9 15,-1 0-2-15,-2 1 3 0,-1 0 2 0,3-2 3 16,0 2 5-16,-2 0 0 0,1 0 1 0,8-1 3 15,-9 1-6-15,1 0-1 0,-2 0 2 0,4 0 0 16,-4-2 0-16,2 3-2 0,-3-2-5 0,1 1 0 16,-1-2-3-16,0 3-3 0,2-1-4 0,-2-1 2 15,1 1 0-15,-1 0-5 0,-1 1-7 0,2-1 5 16,-3 1-4-16,3-1 2 0,-2-1-5 0,-3 2 2 16,4 0-5-16,-4 0 7 0,4 0 0 0,-3 0-3 15,3 0 3-15,-5 0-2 0,1 0-1 0,0 0-1 16,5 0 4-16,-2 0 4 0,1 0-5 0,0-3 10 15,-4 3-5-15,2-2 8 0,4 1-5 0,-5 0 3 16,3 1-6-16,1-2 4 0,-2 2-5 0,-1-1 0 16,3-1 0-16,-2 1 0 0,2 0-7 15,-2 0 2-15,2 0-3 0,-2 1 6 0,-1 0-5 16,0-3-2-16,-3 4-1 0,3-2-1 0,3 0 4 16,-6 0-5-16,1 1 1 0,4-2 1 0,1 2-2 0,-6 0 5 15,2 0-5-15,3-2-2 0,2 2 1 0,2-2 2 16,-3 2 2-16,4-1-3 0,4-1-1 0,4 1 5 15,-3 1-5-15,0-1 1 0,1-1-4 16,2 2 3-16,-3 0 1 0,0 0-3 0,2-1 1 16,-8-2 2-16,-1 2-1 0,2-1 3 0,4 4-3 15,-6-4 0-15,0 2 2 0,-2-1-1 0,2 1-1 16,-2-2-5-16,4 1 8 0,-5-3-4 0,4 4 4 16,-2 0-7-16,-1-1 6 0,8-1-2 0,-5 1 2 15,-2 1 0-15,8-3 1 0,2 1-1 0,0 1-4 16,-3 0 0-16,1-3 4 0,0 2-1 0,3-1-3 15,-3 1 4-15,4 2-2 0,0-2-2 0,-1 1 1 16,-2 0-3-16,3 0 0 0,0 1 4 0,0-4 1 16,-1 4-1-16,-2-4-2 0,6 4 1 0,-5-1 0 15,-2 1 4-15,3-3-5 0,-11 3 1 0,10 0-2 16,-11 0 3-16,11 0 5 0,-10 1-1 0,8-2-2 16,-9 1 0-16,3 1-1 0,-2-2-2 0,1 2 2 15,7-1 3-15,-6 0-7 0,-2 0 1 0,-1 0 0 16,3 0 6-16,-2-1-5 0,0 2-1 15,1-2 2-15,-2 2-1 0,2-1 0 0,-1 2-1 16,2-2 3-16,-4 0 0 0,3 0 0 0,-2 0-2 0,-1 0 2 16,1 0 0-16,-4 0 1 0,4 0 3 0,-1-2-10 15,3 1 5-15,0 0 0 0,6-1-3 0,-5 1 5 16,0-2-7-16,7 0 0 0,-1 2 5 0,-6 0-1 16,-2-1 3-16,2 1-3 0,-3-1 8 15,-9 0 18-15,2 2 8 0,2 0 3 0,-6 0 1 16,-8 0 3-16,16-3 4 0,-12 3-1 0,-4 0-1 15,9-1-6-15,-9 1-2 0,0 0-14 0,8-1 8 16,-8 1-1-16,0 0-7 0,0 0-2 0,0 0-4 16,0 0 0-16,9-1-1 0,-9 1-6 0,0 0-9 15,0 0-13-15,0 0-18 0,0 0-26 0,0 0-21 16,0 0-30-16,0 0-29 0,0 0-36 0,0 0-34 16,0 0-66-16,0 0-58 0,0 0-78 0,0 0-116 15,0 0-270-15,0 0-862 0,0 0 381 0</inkml:trace>
  <inkml:trace contextRef="#ctx0" brushRef="#br0" timeOffset="20138.9462">9995 987 25 0,'0'0'315'0,"0"0"-5"15,0 0-9-15,0 0-2 0,0 0-7 0,0 0-3 16,0 0-3-16,0 0-7 0,-13 4-13 16,13-4-11-16,0 0-19 0,0 0-10 0,0 0-18 15,0 0-16-15,0 0-5 0,0 0-7 0,0 0-12 16,0 0-15-16,0 0-17 0,0 0-17 0,0 0-4 15,0 0-8-15,0 0-7 0,0 0-7 0,0 0-13 16,0 0-1-16,0 0-11 0,0 0-2 0,0 0-2 16,0 0 0-16,0 0 3 0,0 3 1 0,0-3 2 15,0 0 0-15,0 0 1 0,0 0 2 0,0 0 7 16,0 0-3-16,0 0 3 0,0 0-1 0,0 0-3 16,0 0-2-16,0 0 3 0,0 0 0 0,0 0-8 15,0 0-3-15,0 0-10 0,0 0-5 0,0 0-6 16,0 0 0-16,23-4-11 0,-23 4 6 0,22 0-7 15,-10-1-7-15,-1-1-1 0,1 2 0 0,3-2-5 16,-1 1 7-16,4 2-14 0,3-2 0 0,-4 0 0 16,2-1-5-16,0 1 7 0,-1 1-4 0,4 0-2 15,-1-2 3-15,0 1-5 0,7 0-1 0,-1-1 1 16,2-1-1-16,2 2 4 0,-3-2-1 0,2 3-1 16,-4-2 3-16,-4 2-2 0,0-3 3 0,0 3-4 15,6-2 1-15,-7 2-3 0,0 0 2 0,-1 0-1 16,1 0-4-16,-2 2 1 0,-1-2-2 0,-2 0 4 15,4 0-1-15,-4 0 1 0,2 0 0 16,-5 0-5-16,2 0 7 0,-2 0 2 0,1 0 4 16,-4 0 1-16,4 1 5 0,-1-1-5 0,0-1 1 15,2 2 3-15,-2-1 3 0,1 0 2 0,-4 0 17 0,8-1 4 16,-6 1-8-16,5 0 2 0,-4 0-2 0,1 0-3 16,-1 0 2-16,0-2 4 0,1 1-13 15,0 0 4-15,0 1 11 0,3-1-25 0,-3-1 9 16,2 2-11-16,2-1 9 0,-1 0-6 0,1 0-13 15,2-2 3-15,-2 3 2 0,3-2 3 0,-1 2-5 16,-1-3-2-16,3 4-3 0,0-4 3 0,-4 3 2 16,2-1 5-16,-2 1-13 0,1 0 4 0,0 0 3 15,-1 0-11-15,3 1 8 0,-1-2 1 0,-2 0 0 16,2 1-4-16,10-1-4 0,-3-2 14 0,2 2-11 16,-8 1 0-16,9 0 0 0,-3-2 0 0,1 0 0 15,0 1 0-15,-1-1 0 0,-5 0 0 0,5 2 0 16,-8-2 0-16,2 2 0 0,-1 0 0 0,0 0 0 15,-1 0 0-15,-2 0 0 0,2-1 0 0,-1 1 0 16,4-2 0-16,-2 2 0 0,3-2 0 0,4 1 0 16,1 1 0-16,0 1 0 0,0 0 0 0,-1-1 0 15,3 1 0-15,-1 1 0 0,-1-2 0 0,0 1 0 16,-7-1 0-16,2 2 0 0,-2-2 0 0,2 2 0 16,-2 0 0-16,-6-2 0 0,3 1 0 0,-3 1 0 15,-3-2 0-15,6-2 0 0,-5 4 0 0,0-2 0 16,6 1 0-16,2 0 0 0,-3-1 0 0,1 1 0 15,3-1 0-15,1 0 0 0,5 3 0 0,0-2 0 16,4-2 0-16,3 1 0 0,-1 2 0 0,3-1 0 16,-1-1 0-16,4 0 0 0,12 0 0 0,0 0 0 15,-12 0 0-15,12 0 0 0,-14 2 0 16,-5-4 0-16,5 0 0 0,-5 1 0 0,3-1 0 0,-4 0 0 16,-4 1 0-16,-6 0 0 0,-2-1 0 0,3 2 0 15,-10-1 0-15,4 1 0 0,-4 0 0 0,-2 0 0 16,3 0 0-16,-5 0 0 0,3-2 0 0,-1 2 0 15,-11 0 0-15,12 0 0 0,-12 0 0 16,12 0-3-16,-12 0 0 0,8 0-8 0,-8 0 5 16,0 0 1-16,0 0-1 0,9 2 6 0,-9-2-6 15,0 0-2-15,0 0-14 0,0 0-13 0,0 0-10 16,0 0-11-16,6-4-14 0,-6 4-34 0,0 0-29 16,0 0-35-16,0 0-59 0,0 0-52 0,0 0-64 0,0 0-59 15,0 0-66-15,0 0-79 0,0 0-327 0,0 0-948 16,0 0 420-16</inkml:trace>
  <inkml:trace contextRef="#ctx0" brushRef="#br0" timeOffset="62846.8511">2946 1694 32 0,'6'-2'206'0,"-6"2"0"15,10-2 4-15,-10 2-3 0,6-3-10 0,1 1-7 16,-7 2 0-16,7-2-9 0,-7 2-1 0,0 0-8 15,8-3 5-15,-8 3-10 0,0 0 13 0,5-2-3 16,-5 2-4-16,0 0-3 0,5-2 2 0,-5 2-3 16,0 0 5-16,0 0-3 0,0 0-6 0,0 0-2 15,0 0-3-15,0 0-2 0,0 0 3 16,9 0 3-16,-9 0 1 0,0 0-4 0,0 0-6 0,-28-4-9 16,9 5-6-16,-10 2-8 0,-5 1-14 0,0 0-12 15,-6-3-10-15,-11 8-7 0,13-1-14 0,-12 3-3 16,13-3-8-16,-3 3-6 0,2-3-9 0,3 3-5 15,2-3-2-15,1 3-4 0,3 0-1 16,2-3-2-16,9-1-6 0,0-1-7 0,5 1-10 16,2-3-11-16,2 3-15 0,0-2-6 0,1 0-1 15,2 0-4-15,3 0-8 0,2 0 4 0,0-1 2 16,2 4 2-16,0-2 4 0,2 0 0 0,3 0 5 16,2 1 3-16,1 1 1 0,2-2 0 0,6 0 4 15,2 4 0-15,8 1 3 0,0-1-4 0,2-1 4 16,1 0 0-16,0-3 1 0,2 1-1 0,4 0 3 15,-5 0 1-15,1-2-2 0,-12 0-2 0,-1 1 4 16,-2-1-4-16,-3 1-4 0,-2-2 7 0,-6 0-4 16,4-1 2-16,-5 1 3 0,0 0 0 0,-2 2 4 15,-3-1 11-15,-4 4 10 0,-4-1 11 0,-7 4 1 16,-7 2-2-16,-7 0-1 0,-6-1-6 0,-14 5 3 16,-1-1-7-16,-4-1 0 0,0-1 2 0,2-4 2 15,3-1 8-15,0 0 4 0,11-3 7 0,3 1 14 16,0-1-5-16,5-1 0 0,9-4 0 0,2 2-7 15,2-3-1-15,5 0-4 0,3-1 2 0,2 1-3 16,-2 1-3-16,9-2-4 0,-10 0-22 0,10 0-35 16,0 0-58-16,0 0-71 0,0 0-63 0,0 0-71 15,20-18-70-15,-3 14-78 0,10-3-91 16,-5 2-328-16,7-3-922 0,4 1 409 0</inkml:trace>
  <inkml:trace contextRef="#ctx0" brushRef="#br0" timeOffset="64029.2567">3077 2013 18 0,'0'0'189'0,"-3"-3"-10"0,3 3 1 0,0 0 0 16,0 0-2-16,0 0 6 0,0 0-4 0,0 0 1 16,0 0 8-16,0 0-1 0,0 0 7 0,0 0-1 15,0 0 1-15,0 0 3 0,0 0-5 16,0 0-4-16,0 0-8 0,0 0-11 0,0 0-9 15,0 0-19-15,0 0-10 0,0 0-15 0,0 0-11 0,0 0-13 16,0 0-9-16,0 0-9 0,0 0-22 0,0 0-3 16,0 0-7-16,16 11-6 0,-12-8 2 0,-1 0-9 15,1 1 9-15,-1 0-10 0,-2 2-8 16,2-2 1-16,-2 1-2 0,-1 1-8 0,0 1 7 16,-3-1 6-16,1 5 1 0,-5-4-10 0,-1-2-1 15,0 5 4-15,-1-3-7 0,-5 4 4 0,-3-1-8 16,3-1 1-16,0 0 3 0,1-4-1 0,4 1-5 15,-1-2 9-15,0 0-8 0,2-2 22 0,3-1 21 0,5-1 24 16,-12 0 12-16,12 0 7 0,-8-6 3 0,5 1-5 16,3-2-8-16,3-1-9 0,-1-2-8 15,2-1-6-15,2 1 2 0,2-1-8 0,-3 0-6 16,5 1 2-16,-1 2-7 0,0 0-2 0,4 0-9 16,-5 1-4-16,2 2-3 0,-6 2-3 0,6 0-11 15,-2 1 0-15,-2 0-4 0,2 1-1 0,-8 1-1 16,19 4 0-16,-9 0-4 0,2 2 0 0,-5-1 4 15,0 2-5-15,0 2 0 0,0 0 4 0,0 0-2 16,0 2 2-16,-2-4 0 0,0 4-1 0,0-2 1 16,1 0 0-16,-2-3-1 0,-1 2 2 0,-2-1-4 15,-1 0-3-15,4-3-6 0,-4 1-2 0,1-1 4 16,2-1 3-16,-3-3 4 0,1 7 4 0,-1-7 4 16,0 0-2-16,0 0-3 0,0 0 1 0,14-9 3 15,-10 6-5-15,0-4-3 0,2 3 2 0,1-6 4 16,0 2 0-16,1-1-2 0,0 1 7 0,-2 1 2 15,3 2-3-15,-1-4 12 0,-3 6 1 0,0-1 1 16,0-1-5-16,-1 3-1 0,3-3-6 0,-4 1-1 16,1 2-3-16,-4 2-3 0,5-1-3 0,-5 1 0 15,0 0 0-15,0 0-1 0,0 0-1 0,14 3 1 16,-14-3 0-16,4 8-1 0,0-5 2 0,-3 2-1 16,2 0-4-16,-2 0-5 0,-1 1-4 15,2-1-10-15,-2-2-7 0,2 4-11 0,-1-2-8 0,-1-5-5 16,3 4 9-16,-2 1-1 0,-1-5 8 0,4 4 7 15,-4-4 5-15,0 0 1 0,0 0 6 0,0 0-3 16,25-10 6-16,-17 4 3 0,2 1-2 0,-1-2 4 16,0 2-1-16,1-3 2 0,-1 3 0 15,0 1-1-15,1-3 14 0,-1 2 3 0,-1 1 2 0,0 2-1 16,-2-2 1-16,2 3-4 0,-4-1-3 0,1 0 1 16,1 1 1-16,-6 1-4 0,10 4 10 0,-3-3-2 15,-4 0 2-15,3 4-4 0,-3-1 0 0,0 0-1 16,2-1 0-16,-2 3 1 0,0-1 0 0,0 1-4 15,0 0 8-15,0-2-5 0,-3-4 1 0,4 8-4 16,-1-5 4-16,-3-3-2 0,2 5-19 0,-2-5 0 16,4 4-1-16,-4-4 2 0,3 6 2 0,-3-6 4 15,3 3 9-15,-3-3 6 0,0 0 6 0,0 0-3 16,0 0 6-16,12-9 13 0,-8 4 16 0,2-2 14 16,3-1 6-16,-2-1 3 0,-1 3 16 0,1 0 12 15,0-4 13-15,-1 5-2 0,1 2-6 16,-2-3-3-16,-1 2-14 0,1-1-8 0,0 3-13 15,-5 2-11-15,5-3-3 0,-5 3-6 0,0 0-6 0,0 0-4 16,0 0-4-16,13 5-4 0,-8-1-4 0,-2 1-4 16,-2 1 1-16,4-3-6 0,-4 3 2 15,3-1 2-15,-1 2-15 0,-2-3-10 0,1 1-22 16,0 2-22-16,-1-3-25 0,3 3-24 0,-1-3-15 16,-3-4-9-16,3 6-11 0,1 0-19 0,-4-6-35 15,9 5-45-15,-3-3-40 0,1-2-38 0,-7 0-43 0,0 0-42 16,29-7-49-16,-22 3-283 0,4 1-791 15,-3-3 351-15</inkml:trace>
  <inkml:trace contextRef="#ctx0" brushRef="#br0" timeOffset="64379.5656">3860 2034 340 0,'0'-2'512'0,"0"2"25"0,0 0 12 0,0 0-7 15,0 0-21-15,0 0-22 0,3-6-26 0,-3 6-24 16,0 0-18-16,0 0-28 0,0 0-38 0,0 0-37 16,0 0-37-16,0 0-31 0,0 0-23 0,0 0-35 15,0 0-15-15,0 0-27 0,0 0-20 0,0 0-11 16,0 0-7-16,0 16-3 0,0-5 0 0,-4 1 7 16,5 1-11-16,-1 7-80 0,-1-1-35 0,5 8 0 15,-4 0 0-15,0 0 0 0,5-4 0 0,-5 4 0 16,4 0 0-16,-4 3 0 0,-4-2 0 0,0-1 0 15,3 2 0-15,1 2 0 0,-4-1 0 0,-1-2 0 16,1 1 0-16,0-1 0 0,3-9 0 0,-3 0 0 16,2-1 0-16,0 0 0 0,1-3 0 0,1-3 0 15,0-2 0-15,-4 0-265 0,8 0-26 0,-4-4-17 16,0 0-12-16,0-6-3 0,0 3-39 0,0-3-59 16,0 0-71-16,0 0-46 0,0 0-275 0,14-24-879 15,-10 6 390-15</inkml:trace>
  <inkml:trace contextRef="#ctx0" brushRef="#br0" timeOffset="64695.3897">3864 2042 211 0,'4'-7'397'0,"-4"-3"4"15,1 4-13-15,3-1-32 0,-4 0-31 0,8 0-24 16,-3 0-22-16,3 1-19 0,3 1-5 0,-2 1-21 15,0-1-15-15,5 4-16 0,3 0-13 0,2 2-8 0,-6 0-24 16,7 4-2-16,-3 1-9 0,1 0-7 16,-4 4-9-16,-3-2-10 0,-2-1-14 0,1 3-9 15,-2-1-11-15,-3-2-8 0,-1 4-6 0,-3-3-8 16,3 3-2-16,-4 0-5 0,-5-2 1 0,0 1-10 16,-7 1-1-16,-3 0-7 0,-4-1-3 0,-7 1-4 15,1-1-4-15,-2 0-5 0,0-1-8 0,9-4-11 16,4-1-9-16,1-3 3 0,-1 1-4 0,5 2-9 15,4-4-6-15,5 0-18 0,0 0-50 0,-14-2-67 16,14 2-59-16,0 0-60 0,0 0-70 0,27-21-74 16,-9 12-328-16,6-2-807 0,4-1 357 0</inkml:trace>
  <inkml:trace contextRef="#ctx0" brushRef="#br0" timeOffset="65013.184">4346 1848 104 0,'4'-10'515'0,"1"0"13"0,-5 1 10 15,4-1-3-15,-3 0-7 0,-1 3-7 0,0 0-15 16,3 3-13-16,-3-2-26 0,1 1-31 0,-1 5-33 16,1-5-45-16,0 3-40 0,-1 2-34 0,0-4-33 15,0 4-28-15,0 0-28 0,0 0-13 0,0 15 4 16,-2-3-18-16,1 4-5 0,-2 2-26 0,3 2 2 15,0-1-126-15,-1 5-13 0,1 1 0 0,-4-6 0 16,4 0 0-16,0 2 0 0,0-1 0 0,0-2 0 16,0 1 0-16,0-1 0 0,4 0 0 0,-3 2 0 15,-1-6 0-15,0 2 0 0,3-4 0 16,-2 0 0-16,-1-2 0 0,1-3 0 0,-2 2-53 0,1-3-263 16,1-2-32-16,2 2-30 0,2-4-67 0,-5-2-83 15,13 0-63-15,-13 0-331 0,18-11-1000 0,-6 1 443 16</inkml:trace>
  <inkml:trace contextRef="#ctx0" brushRef="#br0" timeOffset="65445.381">4525 2013 57 0,'0'0'343'0,"0"0"8"16,0 0 10-16,0 0-1 0,0 0-10 0,0 0-19 0,0 0-26 15,0 0-27-15,-4-6-22 0,4 6-22 16,0 0-17-16,0 0-14 0,0 0-20 0,0 0-17 15,0 0-14-15,0 0-20 0,0 0-10 0,0 0-10 16,0 0-3-16,27 7-6 0,-18-5-4 0,2-2 0 16,2 1-5-16,-1-2-2 0,0 0-7 0,2-1 0 15,-2-1 1-15,1 1 5 0,-2-1 6 0,1-1-2 16,-3 1-5-16,-2 0-8 0,1-2-1 0,-4 0-2 16,2 1-7-16,-2 1-3 0,0-3-7 0,-4 4-9 15,2-4-11-15,-3 2-4 0,1 4-2 0,-5-5-14 16,1 3 1-16,-5 1-7 0,2 1-1 0,-6 1 3 15,-1 1-9-15,-3 3 0 0,1 4-1 0,-1 0-1 16,-2 1 0-16,5 0-2 0,-3 2-1 0,4-2-2 16,2 2 2-16,3-3-4 0,2 0 0 0,2-1 3 15,-1-1 0-15,7 2 1 0,2 0 5 0,0 0 6 16,4 0 7-16,1-3 4 0,5 4 2 0,2 0-1 16,4-5 5-16,0 1 3 0,6 2-7 0,-3-5-2 15,3 0-3-15,-4 0 0 0,-3-3 0 0,3 0-1 16,-3 0-6-16,0 0 2 0,-6 0-5 0,-1-3-8 15,-2 0-29-15,0 2-38 0,-10 1-59 0,14-6-59 16,-7 2-77-16,-2 1-87 0,-5 3-83 0,6-5-96 16,-6 5-305-16,0 0-896 0,0 0 397 0</inkml:trace>
  <inkml:trace contextRef="#ctx0" brushRef="#br0" timeOffset="66113.8881">5468 2060 142 0,'-4'-4'303'0,"1"1"-8"16,-1 0 4-16,1-1-8 0,0 0 2 15,2 1 1-15,0-2-1 0,0 2 0 0,1-2 7 0,0 0-10 16,0 5-5-16,0-6-12 0,0 1-28 0,1 2-22 16,-1 3-19-16,2-8-22 0,1 5-19 0,0 1-18 15,2-4-14-15,1 5-16 0,3-5-10 16,-3 5-12-16,1-3-12 0,4 0-7 0,1 2-4 15,-1 2-5-15,2 0-13 0,-1 0-3 0,5 2-3 0,-5 3-5 16,2-1-6-16,-4 2 1 0,2-1-6 0,-1 2-1 16,-3 0 1-16,-3 1-9 0,3 1-4 15,-7-2-1-15,4 0 6 0,-5 2-4 0,-5 2 1 16,3 2 1-16,-5-2 6 0,-3 0 10 0,-7 3 0 16,2 0 1-16,-9-3 5 0,3-3 7 0,2-1 11 15,0-2 26-15,0 1 15 0,1-3 28 0,4 1 26 16,1-6 22-16,3 0 12 0,-3 0-7 0,3-3-12 15,-2-2-4-15,6 0-17 0,-2-2-12 0,4-1-19 16,4-4-10-16,3-1-98 0,2-3-10 0,3 1 0 16,3 0 0-16,7-5 0 0,5 3 0 0,0 2-153 15,0 5-71-15,4-2-47 0,2 1-57 0,-1 4-51 0,6 0-46 16,-5-1-33-16,2 2-44 0,-3 3-35 0,-10 2-282 16,-2-3-888-16,2 2 393 0</inkml:trace>
  <inkml:trace contextRef="#ctx0" brushRef="#br0" timeOffset="66413.9151">5854 1851 28 0,'4'-3'281'0,"-4"3"35"16,3-7 34-16,-2 3 26 0,0-2 28 16,-1 1 19-16,3-1 22 0,-3-1 9 0,2-3 5 0,-4 5-3 15,2-4 0-15,0 3 12 0,-3-2-9 16,3 2-9-16,0 1-24 0,0 1-29 0,0 4-30 16,0-4-36-16,0 4-38 0,0 0-29 0,0 0-43 15,-1-4-154-15,1 4-67 0,0 0 0 0,0 19 0 16,1-2 0-16,-1 5 0 0,0 1 0 0,-1 8 0 0,2 0 0 15,4-1 0-15,-5 2 0 0,4 5 0 16,-4-4 0-16,1 14 0 0,-1-1 0 0,-1-10 0 16,0 8 0-16,-2-8 0 0,3-1 0 0,-5 13 0 15,0-16 0-15,4-3 0 0,-2 0 0 0,-2 0 0 16,0-3 0-16,1-1 0 0,-1-5 0 0,4-3 0 16,-2-5 0-16,3 1 0 0,0-2 0 0,3-2 0 15,-2 0 0-15,4-1 0 0,-1-5 0 0,0 1-332 16,2 0-52-16,-2-4-47 0,-4 0-53 0,14-8-50 15,-6 2-62-15,-5-4-309 0,3-6-981 0,-3 5 433 16</inkml:trace>
  <inkml:trace contextRef="#ctx0" brushRef="#br0" timeOffset="66670.7899">5785 2259 185 0,'-6'-6'505'0,"4"4"27"16,2 2 26-16,-2-9 8 0,2 9-18 0,0 0-17 15,-3-9-28-15,3 9-29 0,0 0-36 0,5-5-29 16,-5 5-45-16,8-8-48 0,2 5-30 0,3-4-27 16,6 0-28-16,11 0-20 0,-2 2-16 0,1-2-17 15,-1 1-22-15,0 2-22 0,3-3-20 0,-3 3-3 16,-7-1-11-16,-1 3-9 0,2-2-8 0,-4 1-18 16,-4 2-38-16,-1-2-26 0,-1 2-24 0,-2-4-19 15,0 4-28-15,-2 1-35 0,-1-1-33 0,-1 1-42 16,-6 0-45-16,9-3-52 0,-5 3-74 0,-4 0-72 15,0 0-82-15,10 1-74 0,-10-1-297 0,0 0-948 16,0 0 419-16</inkml:trace>
  <inkml:trace contextRef="#ctx0" brushRef="#br0" timeOffset="68297.7031">7027 1914 437 0,'0'0'456'0,"-1"-5"11"0,1 5 14 16,-3-6 5-16,2 3 2 0,0-2 4 0,0 1 6 15,-1 1-4-15,2 3-9 0,0-7-21 0,0 3-25 16,0 4-21-16,2-6-30 0,-2 6-35 0,-2-5-35 16,2 5-31-16,0 0-35 0,0 0-30 0,0 0-31 15,0 0-116-15,-1-3-75 0,1 3 0 0,0 0 0 16,0 0 0-16,1 15 0 0,-1-5 0 0,-1 1 0 16,1-2 0-16,0 4 0 0,0 3 0 0,1 0 0 15,1 0 0-15,-1 2 0 0,-1-3 0 0,1-1 0 16,-1 2 0-16,1-4 0 0,1 1 0 0,-2-2 0 15,2 1 0-15,-2-4 0 0,2-2 0 0,-1 2 0 16,0-3-46-16,0 0-38 0,-1-5 9 0,3 5 11 16,-3-5 9-16,9 2 6 0,-9-2 3 0,17-6 8 15,-5 2 15-15,-2-2 15 0,3-5 6 0,4 2 12 16,-7 1 16-16,4-3 19 0,-1 0 12 0,0 0-1 16,-1 0 14-16,-2 1 15 0,0 1-3 0,-4 0-23 15,2 1-59-15,-3 0 0 0,1-1 0 0,-1 2 0 16,-1 3 0-16,-1-1 0 0,1 0 0 0,-2 2 0 15,1 0 0-15,-3 3 0 0,5-5 0 0,-4 4 0 16,-1 1 0-16,3-4 0 0,-3 4 0 0,0 0 0 16,0 0 0-16,0 0 0 0,0 0 0 0,0 0 0 15,6 10 0-15,-6-7 0 0,1 3 0 0,-1 1 0 16,3-1 0-16,-3 1 0 0,1 1 0 0,2 0 0 16,-1-1 0-16,1 3 0 0,-2-4 0 0,0 1 0 15,2 0 0-15,-2-1 0 0,1-1 0 0,0 2-110 16,-1-2-45-16,-1-5 13 0,7 8 12 0,-5-4 12 15,1-2 16-15,-3-2 9 0,7 4 11 0,1-4 10 16,-8 0 7-16,12-4 10 0,-6 2 4 0,0-1 10 16,2-2 2-16,2-3 7 0,-2 1 15 0,1 1 16 15,-1-2 7-15,2 0 11 0,0-2 8 0,-1 3 4 16,2-1 6-16,0-2 14 0,-4 2 13 0,3 0 0 16,-2 2 6-16,-1 2-1 0,-2-1-3 0,-1 2-6 15,1 0-2-15,-2 0-9 0,-3 3-12 0,8-6-4 16,-8 6-3-16,4-1-4 0,-4 1-11 0,0 0-1 15,0 0 2-15,0 0-1 0,10 7-2 0,-5-4 0 16,-5-3-7-16,5 11 3 0,-3-6 2 0,0-1-5 16,0 5 3-16,0-6-5 0,-2 4-15 0,0-1-18 15,1 1-17-15,2-1-11 0,-3-1-14 0,1 0-12 16,-1 1-5-16,0-6-5 0,4 8 3 0,-4-4 3 16,0-4 8-16,4 5 9 0,-3-1 5 0,-1-4 11 15,7 6 8-15,-7-6 6 0,6 1 5 0,-6-1 4 16,9-1 4-16,-3-1 6 0,3 1 4 0,-5-3 9 15,1 1 9-15,3-4 15 0,0 4 15 0,-1-2 7 16,-3-2 3-16,4 0 6 0,-3 2 3 0,4-2-3 16,-5 2 10-16,2-1 17 0,2 3-2 0,-4-4 2 15,1 3-10-15,0-1-10 0,-2 4-1 0,3-3-5 16,-6 4-5-16,6-4 5 0,-6 4-13 0,0 0-7 16,7-5-9-16,-5 5-1 0,-2 0-1 0,0 0-4 15,13 6-4-15,-8-2 5 0,1 2-3 0,0-1-2 16,1 0 0-16,1 3 1 0,-2-1-3 0,-1 3 0 15,3-1 6-15,-2 0-11 0,-2 0 4 0,0-2 1 16,1 2-10-16,-4 0-7 0,2 0-9 0,1-4-8 16,-3 1-8-16,-1-3 0 0,1 2 1 0,2-1 3 15,-3-4 16-15,0 0 6 0,5 7 11 0,-5-7 22 16,0 0 3-16,0 0 1 0,0 0-1 16,0 0 7-16,10-18 8 0,-6 10 6 0,1 0-3 0,2 0 13 15,-1-1-4-15,-2 0 3 0,0 4 4 0,1-3 0 16,-1 2 3-16,-1 1 4 0,0 0-7 0,1 1-1 15,0 0-1-15,-2 1-54 0,-2 3-3 0,4-4 0 16,-4 4 0-16,4-4 0 0,-4 4 0 0,0 0 0 16,0 0 0-16,0 0 0 0,0 0 0 0,18 8 0 15,-15-5 0-15,1 1 0 0,-1-1 0 0,-3-3 0 16,8 7 0-16,-4-3 0 0,-1 1 0 0,2-2 0 16,0 1 0-16,-1-1 0 0,0 0 0 0,-1 1-49 15,1-2-100-15,-2 0-19 0,-2-2-18 0,4 4-41 16,-4-4-74-16,0 0-74 0,13-4-66 0,-7 0-67 15,1-4-59-15,-4 2-303 0,6-3-943 0,-4-7 417 16</inkml:trace>
  <inkml:trace contextRef="#ctx0" brushRef="#br0" timeOffset="68460.8056">7996 1844 300 0,'0'0'418'0,"0"0"47"0,-5-3 24 0,5 3 9 0,0 0-12 16,0-4-19-16,0 4-32 0,0-4-29 0,0 4-33 15,0 0-34-15,0 0-39 0,0 0-27 0,0-5-35 16,0 5-55-16,0 0-76 0,0 0-83 0,0 0-87 16,0 0-98-16,0 0-103 0,0 0-94 0,15 2-83 15,-8 1-312-15,4-3-815 0,1-2 361 0</inkml:trace>
  <inkml:trace contextRef="#ctx0" brushRef="#br0" timeOffset="68815.0746">8289 1733 371 0,'-8'-8'554'0,"3"0"47"15,0-1 13-15,-3 2 7 0,3-2-9 0,1 4-28 16,2-1-21-16,-5 2-18 0,6 0-32 0,-3 1-42 16,3 0-48-16,1 3-46 0,-4-4-35 0,4 4-42 0,-4-3-38 15,4 3-27-15,0 0-32 0,-5 10-203 16,0 6 0-16,-3 2 0 0,-1 0 0 0,4 10 0 15,-4 0 0-15,1 3 0 0,1-2 0 0,-1 4 0 16,3-1 0-16,-1-2 0 0,3 4 0 0,-6-3 0 16,4-2 0-16,1 4 0 0,0 1 0 0,2 0 0 0,-2-2 0 15,0-1 0-15,3-2 0 0,0 0 0 0,2-3 0 16,0 0 0-16,0-6 0 0,1-2 0 16,-1-1 0-16,-1-4 0 0,0-2 0 0,1 1 0 15,-1-2 0-15,2-2 0 0,-4 1 0 0,2-3 0 16,2 0 0-16,-1-3 0 0,-1-3 0 0,0 5 0 15,0-5 0-15,0 0 0 0,0 0-54 0,0 0-376 16,0 0-81-16,0 0-87 0,-5-25-502 0,2 13-1192 0,-2-5 528 16</inkml:trace>
  <inkml:trace contextRef="#ctx0" brushRef="#br0" timeOffset="69009.0706">8109 2121 464 0,'1'-9'511'15,"-1"4"45"-15,0 5 22 0,0-6-7 0,1 3-13 16,-1 3-32-16,0-7-38 0,0 7-44 0,3-6-45 16,-3 6-41-16,2-5-33 0,-1 0-38 0,-1 5-34 15,4-7-58-15,1 2-65 0,0 0-61 0,3 3-61 16,1-2-60-16,0 1-66 0,3-2-69 0,1 2-57 16,4 0-69-16,-3-1-55 0,4 3-44 0,0-2-47 15,-4 1-303-15,0 0-824 0,-1 0 364 16</inkml:trace>
  <inkml:trace contextRef="#ctx0" brushRef="#br0" timeOffset="69351.095">8376 2002 255 0,'0'0'315'0,"0"0"28"0,0 0 27 0,6-3 21 16,-6 3 12-16,5-3 1 0,-5 3-1 0,4-4-5 0,-4 4-6 16,6-4-13-16,-6 4-21 0,4-3-23 0,0-1-25 15,-4 4-28-15,0 0-34 0,5-3-18 16,-5 3-17-16,8-1-36 0,-8 1-12 0,0 0-21 15,14 0-19-15,-8 3-14 0,3 0-11 0,0 2-2 16,0 2-19-16,0 0-7 0,-1 0-2 0,-2 1-10 16,0 1-13-16,-2 0 2 0,0 1-4 0,-3 1-1 15,1 0-15-15,-5 0 5 0,1-1-5 0,-4 1-3 0,-1-3-13 16,-3 4-15-16,-6-4-13 0,2 2-16 16,-5-2-10-16,-3-2-5 0,-1-1 5 0,5-3 5 15,4-1 8-15,1 0 4 0,1-1 17 0,0-2 16 16,4-4 20-16,0 0 9 0,1-2 10 0,5-3 7 15,-2-7 6-15,6 1-20 0,0 3-1 0,4-4 3 16,2 0-10-16,1 3-7 0,-3 0-7 0,4 1-3 16,3-1-18-16,-1 3-43 0,0 5-54 0,-3 0-64 15,2 2-63-15,1 2-80 0,2-1-83 0,3 5-63 16,-4-2-75-16,-3 4-394 0,4-2-998 0,-2 1 442 16</inkml:trace>
  <inkml:trace contextRef="#ctx0" brushRef="#br0" timeOffset="69724.8566">8589 2003 17 0,'3'-5'439'16,"-1"3"8"-16,2-2-7 0,-3 0-13 16,-1 1-24-16,0 3-25 0,4-5-23 0,0 5-27 0,-4 0-29 15,6-4-29-15,-6 4-30 0,5-5-26 0,-1 5-23 16,-4 0-19-16,13 2-23 0,-2 3-15 15,0-1-11-15,-1 2-17 0,0 1-9 0,-1-1-10 0,0 2-10 16,2 2-8-16,1 1-5 0,-5-2-9 16,-2 1-5-16,1-1-11 0,-1 2-4 0,-1 1-3 15,-3-2-8-15,0 0-12 0,-1-2-5 0,-2 3-7 16,-1-3-3-16,1-1-5 0,0-4 0 0,-1 3 1 0,-2-2 5 16,5-4 1-16,-8 1 8 0,8-1 12 15,0 0 26-15,0 0 26 0,-9-7 13 0,8 2 4 16,-2-5 5-16,3-2 5 0,4-2-3 0,1-2-14 15,-1 0-1-15,4 0-11 0,-2 2-3 0,-1 2-8 16,1 1-8-16,0 2-4 0,0 0-12 0,2 1-19 16,-2 1-41-16,-1 4-49 0,-1-1-63 0,0-1-76 15,2 5-73-15,0-1-60 0,2 1-65 0,-3 0-56 16,3 3-347-16,-3 2-880 0,0-2 389 0</inkml:trace>
  <inkml:trace contextRef="#ctx0" brushRef="#br0" timeOffset="70319.1013">8942 2037 53 0,'9'-5'451'0,"-7"3"32"0,-2 2 11 0,3-5 13 15,-3 5-15-15,4-5-16 0,-2 1-25 0,-2 4-26 16,4-6-20-16,-4 6-6 0,3-3-26 0,-3 3-21 16,0 0-26-16,0 0-36 0,0 0-28 0,2-4-34 15,-2 4-19-15,0 0-30 0,0 0-24 0,0 0-18 16,0 0-11-16,0 0-19 0,0 0-17 0,0 0-3 15,4 14-5-15,-3-8-11 0,2 1-8 0,-2 1-4 16,0-1-12-16,0-1-21 0,2 0-11 0,-2 0-26 16,1 2-14-16,-1-3-14 0,-1 1-11 0,1 0-12 15,-1-6-10-15,2 10-9 0,-2-7 0 16,0-3 4-16,2 3 10 0,-2-3 10 0,0 0 9 0,3 6 10 16,-3-6 6-16,0 0 1 0,0 0 6 0,14-11 2 15,-11 4 0-15,5 1 9 0,-1 0-6 0,0-5 4 16,3 2 13-16,2 1 7 0,-3-2 9 0,1 2 6 15,-1 1 5-15,0-1-3 0,-5 1 4 0,5 2-5 16,-5 3-1-16,2-1-9 0,-6 3-5 16,7-4-2-16,-7 4 1 0,7-2-3 0,-7 2 5 15,12 5-10-15,-7-1 8 0,1-1-6 0,-2 1 1 16,2 3 4-16,1 0-5 0,-5-2-11 0,1 1-11 16,-1-1-17-16,1 1-11 0,1-1-16 0,-2 0-14 15,2 0-10-15,-1 0-4 0,0-3 4 0,-3-2 12 16,7 5 10-16,-3-2 7 0,-4-3 5 0,10 3 7 15,-10-3 6-15,19-3 3 0,-14-1 5 0,6 0 6 16,0 1 4-16,-2-4 2 0,0-1 4 0,1 0 4 16,-1 2 9-16,0-1 16 0,-3 1 15 0,1 0 19 15,-1 1 10-15,-2 1 6 0,3 1 4 0,-5-1-6 0,3 2-7 16,-1 0-7-16,-4 2-9 0,5-1-5 16,-5 1-7-16,0 0 3 0,9 1-4 0,-9-1 0 15,6 6-1-15,-2-3-1 0,0-1-4 0,0 1 2 16,0 0-1-16,0 2-2 0,-2-1-3 0,2-2-3 15,-3 2-32-15,3-2-31 0,-1 0-37 0,-3-2-36 16,0 0-49-16,6 6-51 0,-6-6-52 0,0 0-68 16,0 0-128-16,0 0-340 0,0 0-883 0,-5-20 391 15</inkml:trace>
  <inkml:trace contextRef="#ctx0" brushRef="#br0" timeOffset="70833.5371">10354 1659 267 0,'0'-6'472'0,"0"6"4"16,0-4 17-16,1 0-1 0,-1 4-11 0,0-8-3 15,0 8-4-15,2-6 2 0,-2 5-10 0,0 1-21 16,0 0-39-16,0 0-33 0,0 0-41 0,7-2-35 16,-7 2-38-16,0 0-30 0,0 0-19 0,0 0-34 15,4 14 17-15,-3-4 8 0,4 6-17 0,-1 2-11 16,1 8-35-16,-1-1-138 0,5 2 0 0,-8 0 0 16,3 2 0-16,-1-4 0 0,-2 2 0 0,-1 1 0 15,0-1 0-15,0-8 0 0,-1 2 0 0,-2-5 0 16,-1 2 0-16,3-3 0 0,-4-3 0 0,5-3 0 15,-1-4 0-15,1 2 0 0,-3-3 0 16,3 3 0-16,0-2-350 0,0-2-57 0,0-3-47 16,0 0-61-16,0 0-66 0,0 0-400 0,13-11-1063 0,-12 4 470 15</inkml:trace>
  <inkml:trace contextRef="#ctx0" brushRef="#br0" timeOffset="71219.5548">10149 1646 394 0,'-2'-4'507'0,"-1"-1"4"0,2 1 0 0,-3-1-13 16,0 0-23-16,3 0-11 0,1 0-8 0,-4-3-4 16,4 3 4-16,0 5-13 0,-2-9-24 0,2 2-34 15,2-2-44-15,2-2-39 0,5 2-33 0,5-2-29 16,9-5-23-16,8 1-24 0,4 1-20 0,14-2-16 15,6 4-18-15,-1 1-19 0,1-4-51 0,-3 11-69 16,-1-2 0-16,0 6 0 0,-15 0 0 0,1 0 0 16,-2 4 0-16,-5 4 0 0,-2 0 0 15,-6-3 0-15,-4 2 0 0,0 1 0 0,-6 4 0 0,-1 1 0 16,-3 4 0-16,-7-1 0 0,-9 0 0 0,-2 7 0 16,-4 1 0-16,-12 0 0 0,-3 1 0 0,-13 5 0 15,-7-2 0-15,-3-4 0 0,-1-1 0 0,2-2 0 16,3-5 0-16,13-5 0 0,6-6 0 0,11 2 0 15,4-3 0-15,4 1 0 0,2-5 0 0,-1 1 0 16,4 0 0-16,0-1 0 0,5 0-181 0,0 0-120 16,0 0-68-16,0 0-79 0,23-2-78 0,-8 0-74 15,-1-1-361-15,9 2-1042 0,-6 1 461 0</inkml:trace>
  <inkml:trace contextRef="#ctx0" brushRef="#br0" timeOffset="72002.8627">10654 1982 25 0,'0'0'470'0,"1"-6"10"0,2 1 2 16,-3 3-13-16,0 2-27 0,3-9-27 0,-1 6-30 0,1-2-28 16,-1 1-29-16,0 0-31 0,3-2-26 0,-3 4-30 15,1-1-21-15,-1 0-26 0,2-1-22 16,-4 4-19-16,7-2-16 0,-7 2-16 0,5-3-17 15,0 2-6-15,-5 1-17 0,10 3-6 0,-5-1-10 16,2 3-9-16,-2-3-6 0,1 3-4 0,-1 2-4 16,0-2-11-16,-3 0-3 0,0 1-8 0,-1 1-9 15,1-1-16-15,-4 2-6 0,0 1-14 0,-1-1-7 0,-6 0-25 16,-1-2-21-16,0 1-18 0,-3-1-17 16,0 0 1-16,-2-2 3 0,1 0 26 0,1-1-6 15,3-3 15-15,-3 3 17 0,4-4 34 0,0-1 39 16,4 1 25-16,0-3 21 0,1-1 23 0,-1-1 3 15,5-3 1-15,4 0 4 0,-2-1 3 0,5-1 6 16,3-5 4-16,0 0 2 0,3 5 5 0,1-2-7 16,0 1-15-16,0 2-3 0,0 2-14 0,-2 2-7 15,-2 2-4-15,-1 0-8 0,0 2-8 0,2 1-6 16,-11 1-5-16,15 1-10 0,-7 1-1 0,0 1-2 16,-2 1-5-16,1 2-3 0,-2-1-2 0,1 2 0 15,-2 0-4-15,0 1-4 0,0 1-5 0,-3 1-8 16,3-1-12-16,-4-1-22 0,0-1-8 0,0-1-10 15,4 0-9-15,-3 0 0 0,-1-3 4 0,0-3 12 16,4 7 5-16,-4-7 10 0,1 3 11 0,-1-3 10 16,0 0 5-16,0 0-1 0,0 0 10 0,18-6 30 15,-9 1 15-15,1-3 8 0,-1 2-1 0,2-1 0 16,-1-2-1-16,0 0 9 0,0 2 0 0,2 0 4 16,-2 0 1-16,-1 0 2 0,0 1 6 0,-2 1-5 15,1 1-1-15,-3 2-9 0,0-2-10 0,-5 4-13 16,10-1 0-16,-10 1-6 0,12 0-1 15,-6 4-5-15,3-2-1 0,-5 3-4 0,5 0-4 16,-1 1 2-16,-3 1 0 0,1-1-2 0,1 2 0 0,-1 0 3 16,-1 0-4-16,-1-1-2 0,4 2 2 0,-6-4 3 15,2 2-23-15,-1-1-7 0,-1-2-3 0,1 0-2 16,-2 1-3-16,-1-5 7 0,4 5 4 0,-4-5 9 16,1 5 19-16,-1-5 11 0,3 3 41 15,-3-3 22-15,0 0-8 0,0 0-5 0,11-15 6 16,-6 4 13-16,0-1-65 0,1 0-29 0,0-5 0 15,1 0 0-15,1 4 0 0,-4-3 0 0,1 7 0 0,-1-1 0 16,2 0 0-16,-2 3 0 0,-1 0 0 0,1 2 0 16,-2-1 0-16,1 2 0 0,-1 1 0 15,0-1 0-15,-2 4 0 0,4-3 0 0,-2 2 0 16,-2 1 0-16,0 0 0 0,10 0-151 0,-10 0-161 0,13 1-57 16,-4-1-64-16,1 0-71 0,3 1-76 15,1 0-394-15,-1-3-1055 0,5-2 466 0</inkml:trace>
  <inkml:trace contextRef="#ctx0" brushRef="#br0" timeOffset="72319.4017">11532 1735 175 0,'3'-9'528'0,"-2"2"38"0,-2-3 23 16,1-1 23-16,-4 2 5 0,4 1-10 0,-1-1-18 15,-1-1-24-15,1 0-24 0,0 4-30 0,0 2-25 16,-2-1-37-16,3 2-43 0,0 3-29 0,-1-3-54 15,1 3-73-15,-4-5-250 0,4 5 0 0,0 0 0 16,0 0 0-16,0 0 0 0,-5 10 0 0,5 0 0 16,-3 8 0-16,2 1 0 0,1 1 0 0,0 4 0 15,-1 2 0-15,1 2 0 0,1-1 0 0,-1-4 0 16,-1 3 0-16,-2-7 0 0,3 0 0 0,0 0 0 16,-2-2 0-16,-1 1 0 0,2-3 0 0,-3-6 0 15,0 5 0-15,0-3 0 0,0-3 0 0,2 0 0 16,-1 1 0-16,-3-4 0 0,2-1 0 15,4 1-37-15,-4-1-357 0,4-4-37 0,0 3-42 0,0-3-52 16,0 0-34-16,0 0-2 0,5-12-308 0,-2 7-941 16,-3-1 417-16</inkml:trace>
  <inkml:trace contextRef="#ctx0" brushRef="#br0" timeOffset="72639.8061">11413 1936 6 0,'0'0'305'0,"-10"-1"31"0,4-2 35 16,3 2 41-16,-2 0 22 0,5 1 16 15,-6-5 7-15,6 5-5 0,0 0 2 0,-4-5-12 16,4 5-11-16,0-3-16 0,0 3-27 0,0 0-35 0,0 0-45 16,5-7-33-16,-1 4-24 0,0-1-31 0,7-1-24 15,-1-1-21-15,1 1-18 0,0 1-18 16,3 1-17-16,-1-1-13 0,6 0-16 0,-1-1-3 16,2 3-11-16,0 1-6 0,-2-3 0 0,-1 4-16 15,0 0-12-15,-2 0-22 0,-2 0-23 0,-3 3 0 16,3-1 0-16,-4 2 0 0,1-2 0 0,1 2 0 15,-1 2 0-15,0 0 0 0,-5-2 0 0,-1 1 0 16,1 1 0-16,-2 0 0 0,-1 1 0 0,-2 1 0 16,4 1 0-16,-4-3 0 0,0 2 0 0,0-2-79 15,0-1-13-15,-1 2-18 0,1-1-22 0,-3 0-23 16,2-2-18-16,1-4-13 0,0 8-14 0,0-8-21 16,-1 7-20-16,1-7-33 0,0 3-26 0,0-3-49 15,0 0-76-15,0 0-65 0,12-11-304 0,-5 4-861 16,-1-3 381-16</inkml:trace>
  <inkml:trace contextRef="#ctx0" brushRef="#br0" timeOffset="72802.1215">11776 1787 168 0,'0'0'459'16,"-1"-4"9"-16,1 4-10 0,0 0-29 0,-1-5-46 15,1 5-43-15,0 0-31 0,1-4-60 0,-1 4-61 16,0 0-81-16,6-3-102 0,-6 3-102 0,0 0-79 15,11 2-93-15,-5 3-235 0,2-2-545 0,3-1 241 16</inkml:trace>
  <inkml:trace contextRef="#ctx0" brushRef="#br0" timeOffset="73052.4664">11962 1828 146 0,'0'0'459'0,"7"-3"32"0,-6-1 11 0,-1 4 3 16,2-6 5-16,-2 6-12 0,2-5-3 0,-2 5-14 15,0 0-18-15,0-2-30 0,0 2-38 0,0 0-37 16,0 0-41-16,0 0-35 0,0 0-29 0,0 0-26 16,0 0-26-16,-16 6-16 0,8 0-19 0,-1 2-17 0,3-1-14 15,-4 2-13-15,-1-1-13 0,2 5-14 0,-1-2-30 16,5-2-41-16,-4 0-35 0,1-2-31 16,2 1-29-16,2-3-29 0,0 2-27 0,3-2-20 15,1 2-11-15,0-1-21 0,4 0-35 0,1 0-54 16,5 0-40-16,0-6-37 0,3 6-27 0,8-6-21 15,-1-1-39-15,2-1-29 0,5-1-279 0,-6 1-802 16,9-5 356-16</inkml:trace>
  <inkml:trace contextRef="#ctx0" brushRef="#br0" timeOffset="73322.2855">12259 1685 382 0,'0'-5'515'0,"0"-2"18"0,0-1 19 0,2 3 11 15,-2-1-7-15,1 2 2 0,-1 4-14 0,1-4-11 16,-1 4-14-16,2-4-22 0,-2 0-39 0,0 4-42 16,0 0-44-16,2-3-39 0,-2 3-34 0,0 0-32 15,0 0-35-15,0 0-170 0,0 0-62 0,0 12 0 16,0 1 0-16,-2-3 0 0,2 6 0 0,-2 5 0 16,0-3 0-16,0 2 0 0,1-2 0 0,-1 8 0 15,-1-5 0-15,0-1 0 0,0-2 0 0,0 0 0 16,2 1 0-16,-4-2 0 0,1-1 0 15,1-1 0-15,2-3 0 0,1-3 0 0,-3 1 0 16,2-3 0-16,0 0-42 0,2-3-415 0,-1 2-50 16,0-6-43-16,5 2-63 0,-1-1-391 0,-4-1-1088 0,18-4 482 15</inkml:trace>
  <inkml:trace contextRef="#ctx0" brushRef="#br0" timeOffset="74017.9162">12377 1876 137 0,'0'0'355'0,"0"0"3"16,0 0 0-16,0 0-1 0,0 0-21 0,0 0-9 15,0 0-13-15,0 0-16 0,0 0-19 0,0 0-25 16,0 0-24-16,0 0-24 0,0 0-21 0,0 0-20 16,0 0-19-16,0 0-15 0,0 0-13 0,0 0-4 15,0 0-13-15,0 0-11 0,0 0-8 0,0 0-3 16,0 0-9-16,9 0-4 0,-9 0-7 0,14 0-8 15,-3-1 3-15,0 0-5 0,3-2 2 0,2-3 2 16,2 0 16-16,-4-1 9 0,4-1 6 0,-7 2 7 16,1-1 2-16,-2 2 13 0,1-1 1 0,-1-1 13 15,-5 3-9-15,0-1-6 0,-1 2-3 0,0-2-12 16,-4 5-8-16,5-8-10 0,-5 5-11 0,0 3-6 16,-5-7-11-16,0 4-8 0,5 3-9 0,-13-1-3 15,0 1-3-15,4 1-4 0,-4 2 0 0,3 0 1 16,-3 2-3-16,4 0-1 0,-2 5-5 0,3-2-2 15,-1 0-4-15,0 2 1 0,2 0-5 0,0-1-24 16,3 1-3-16,1-1-6 0,1 1-3 16,1-1 3-16,1-1 2 0,0 2-3 0,1-3 4 15,1 1 6-15,1-2 0 0,4 2 5 0,2-2 2 0,1 1 2 16,2 0 4-16,5-3 7 0,5 1-1 0,6-1-2 16,3-1 5-16,-3-4 2 0,4-3 15 0,-3-1 0 15,1 0 11-15,-1-3 12 0,-2-3 0 0,0 1 10 16,-4-1 14-16,-4 1 5 0,-2-1-2 15,-5 0-8-15,1-2-4 0,0 0-7 0,-5 0-5 16,-2 2-3-16,-1 1-6 0,0-1-6 0,-2 3-6 0,-2-5-2 16,-1 6-16-16,0 0-7 0,-1 0-14 0,-3 3-5 15,0-2-1-15,0 4 2 0,1-1-10 0,-4 2 1 16,7 1 1-16,-10 2-5 0,5 2 1 16,0 2 4-16,2-1 3 0,3 4 6 0,1 1 6 15,2 4-3-15,5 0 7 0,-1 2-2 0,4 1-1 16,1-1 4-16,2-3 3 0,0 1 8 0,-1-2-6 15,1 0 2-15,-1-3 2 0,-4-1 2 0,-3-2-1 16,2 0-2-16,-3-1-1 0,-1-2 6 0,0-1-5 16,-3 1 1-16,2 0-3 0,-3-3 1 0,0 6 3 15,0-6 3-15,-11 4 5 0,1-3-4 0,1 4 1 16,-4-4-3-16,2 0-1 0,-2 1-22 0,2-2-36 16,1 2-47-16,2 1-56 0,3 0-52 0,-2-3-59 15,2 2-52-15,5-2-40 0,0 0-54 0,-2 6-68 16,2-6-267-16,0 0-815 0,0 0 361 0</inkml:trace>
  <inkml:trace contextRef="#ctx0" brushRef="#br0" timeOffset="75607.5074">13779 1869 206 0,'0'0'359'0,"0"0"-1"16,0 0-1-16,4-3-6 0,-4 3 6 15,0 0 4-15,0 0-6 0,0 0-2 0,0 0 1 16,2-3-8-16,-2 3-7 0,0 0-12 0,0 0-19 16,0 0-15-16,0-5-9 0,0 5-9 0,0 0-10 15,2-4-17-15,-2 4-18 0,0 0-24 0,0 0-27 16,3-5-23-16,1 4-21 0,-4 1-14 0,0 0-19 15,23 0-6-15,-13 0-12 0,0 0-11 0,2 3-14 16,0-2-11-16,-3 1-1 0,-2 1-7 0,0-3-5 16,-2 3-7-16,-1 1-6 0,-3 2-4 0,2-2 5 15,-3-4-11-15,0 11 11 0,-4-6-7 0,-4 5 2 16,-6-1-6-16,0-1-2 0,-4 1 6 0,0-2 2 16,0-1-1-16,0 4-6 0,0-6-2 15,6-3 8-15,-2 2 7 0,5 2-9 0,2-4 3 0,0 0 17 16,7-1-9-16,-13-4-10 0,9-1 10 0,0 1 3 15,4-6-18-15,-1 0-2 0,2-3-7 0,6-4-4 16,-1 0-39-16,5-1-18 0,5-2-14 0,2 1-25 16,-2 0-44-16,2-2-45 0,-2 9-38 0,0 0-53 15,11-3-57-15,-5 0-48 0,2 3-53 0,3 0-49 16,-8 5-29-16,0 3-308 0,-1-4-890 0,0 1 394 16</inkml:trace>
  <inkml:trace contextRef="#ctx0" brushRef="#br0" timeOffset="75956.2677">14129 1607 70 0,'0'-7'425'0,"-1"-3"25"0,1 2 7 15,-4-2 32-15,-1-2 22 0,5 1 14 0,-4 2 12 16,4 3 5-16,-1-2-5 0,0 1-18 0,1 2-26 16,-3 3-40-16,3-2-41 0,0 4-41 15,-1-8-39-15,1 8-38 0,0 0-31 0,-3-1-34 16,3 1-21-16,0 0-134 0,-1 20-74 0,-2-4 0 15,-2 3 0-15,1 7 0 0,3 6 0 0,-4-6 0 0,-3 8 0 16,3-4 0-16,4 6 0 0,-3 9 0 16,0-9 0-16,0-3 0 0,-1 0 0 0,4 2 0 15,-3 0 0-15,3 1 0 0,-3-1 0 0,4-3 0 16,-3 4 0-16,3 0 0 0,0-6 0 0,0 2 0 16,3-4 0-16,-3 0 0 0,0-10 0 0,4 1 0 15,-3-2 0-15,-1-5 0 0,0-1 0 0,0-1 0 16,0-2 0-16,2-2 0 0,-2 0 0 0,0-1 0 15,0-5 0-15,2 8 0 0,-2-5 0 0,0-3 0 16,0 0 0-16,0 0 0 0,0 0-88 0,0 0-447 16,0 0-59-16,1-23-54 0,-2 13-407 0,2-5-1142 15,3-2 505-15</inkml:trace>
  <inkml:trace contextRef="#ctx0" brushRef="#br0" timeOffset="76162.5621">14004 2052 303 0,'0'0'418'0,"-2"-4"39"0,2 4 35 0,0 0 32 16,0-7 9-16,0 7 6 0,0 0-11 0,2-7-26 16,-2 7-27-16,0 0-15 0,6-4-61 0,-2 1-43 15,9-1-41-15,-2 0-29 0,7-2-28 0,3 1-28 16,-1 0-22-16,-2 1-32 0,10 1-47 0,3-1-57 16,-2-1-43-16,-6 3-38 0,5-2-42 0,-1 3-50 15,-9 1-57-15,1-2-49 0,-6 1-52 16,1 1-66-16,-1-1-49 0,0-2-59 0,-3 1-83 15,-1 1-360-15,4-2-949 0,-7-2 419 0</inkml:trace>
  <inkml:trace contextRef="#ctx0" brushRef="#br0" timeOffset="76542.1639">15035 1626 567 0,'-1'-6'595'0,"2"-1"-1"0,-1-3-6 0,0 4 2 0,2 0-22 16,-2 0-21-16,0 4-24 0,0 2-36 0,1-5-39 15,-1 5-43-15,0 0-41 0,0-5-43 0,0 5-39 16,0 0-35-16,0 0-17 0,0 0-30 0,1 15-6 15,-1-3-13-15,1 3-17 0,2 4-68 0,-3 6-96 16,4 1 0-16,-4-1 0 0,2 0 0 0,-2-1 0 16,1 3 0-16,-1-1 0 0,0-5 0 0,2-2 0 15,0-1 0-15,-3 0 0 0,0-1 0 0,-1-1 0 16,1 0 0-16,0-2 0 0,0-5 0 0,1 1 0 16,0-3 0-16,-2-1 0 0,0-1 0 0,1-1-186 15,1-4-111-15,3 6-24 0,-3-6-66 0,0 0-69 16,0 0-57-16,0 0-44 0,5-17-356 0,-5 7-988 15,-1-6 438-15</inkml:trace>
  <inkml:trace contextRef="#ctx0" brushRef="#br0" timeOffset="76890.3021">14910 1686 320 0,'-4'-9'385'0,"0"0"44"0,3 1 20 0,-2 1 15 0,2-1 0 15,1 1-2-15,0 3-14 0,0 4-13 16,0-10-11-16,-2 6-28 0,0 1-27 0,2 3-33 15,2-5-30-15,0 1-36 0,3 2-29 0,-5 2-20 16,14-6-29-16,0 6-20 0,6 0-21 0,0 0-17 16,9 2-5-16,3 3-11 0,-1 2-3 0,1 3-2 15,0-1-11-15,1 2-14 0,-3 4-8 0,-1-1-6 0,0 3-7 16,-3 1-5-16,-3 1-11 0,-4-2 10 16,-5-2-17-16,0 0-25 0,-6 0-19 0,-1 1 0 15,0 2 0-15,-7 0 0 0,-4 0 0 0,-6 5 0 16,-7 1 0-16,-7 0 0 0,-7-3 0 0,-15 6 0 15,-1-4 0-15,-4 0 0 0,6-3 0 0,12-6 0 16,0-2 0-16,2-1 0 0,4-3 0 0,8 1 0 16,5-6 0-16,1-1 0 0,8 0 0 0,-3 0 0 15,3 0 0-15,5-2 0 0,0 0 0 0,0 0 0 16,0 0 0-16,-1-10-41 0,7 3-215 0,6 1-57 16,6-2-49-16,-4 0-67 0,8 0-60 0,7-2-70 15,0 4-398-15,2-1-1037 0,-2-4 458 0</inkml:trace>
  <inkml:trace contextRef="#ctx0" brushRef="#br0" timeOffset="77174.2286">15485 1915 387 0,'1'-7'483'0,"2"0"17"15,-1 0 4-15,0 1-8 0,-2-1-20 0,0 1-7 16,0 0-24-16,1 1-16 0,-1 1-13 0,0 4-30 15,0-4-34-15,0 4-33 0,0-5-35 0,0 5-30 16,0 0-32-16,0 0-33 0,0 0-26 16,0 0-14-16,0 0-2 0,0 0-20 0,1 18-11 15,-2-12-21-15,0 3-6 0,-1 2-9 0,0-1 0 0,1 0-10 16,-3 0-17-16,1 0 1 0,2 0-4 0,0 0-3 16,-3-1-4-16,3-1-7 0,1-2-23 0,-2-1-40 15,1 0-30-15,1 2-42 0,-1-3-46 16,1 2-46-16,0-6-57 0,-1 7-56 0,1-4-43 15,0-3-33-15,0 0-87 0,0 0-87 0,0 0-314 16,15-14-939-16,-11 3 415 0</inkml:trace>
  <inkml:trace contextRef="#ctx0" brushRef="#br0" timeOffset="77330.7585">15550 1728 333 0,'0'0'463'0,"0"-6"33"16,0 3 19-16,0 3-14 0,0-6-41 0,0 6-44 15,0-4-47-15,0 4-42 0,0 0-44 0,0 0-63 16,0 0-93-16,0 0-112 0,0 0-97 0,0 0-70 16,0 0-81-16,13 11-109 0,-9-1-278 0,3-2-670 15,1 0 296-15</inkml:trace>
  <inkml:trace contextRef="#ctx0" brushRef="#br0" timeOffset="78374.5282">15716 1913 89 0,'0'0'439'0,"0"0"35"16,0 0-3-16,0 0-15 0,-2-14-22 0,3 10-24 15,-1 0-16-15,-1 0-25 0,2-1-28 16,0 0-27-16,-1 0-23 0,3 3-34 0,-3-3-24 16,0 5-26-16,4-5-27 0,-2 3-18 0,-2 2-18 15,5-2-17-15,-5 2-15 0,9 1-11 0,-1 1-14 0,-3 1-13 16,1-1-9-16,2 1-5 0,-4 1-8 15,1 1-7-15,-1 1-7 0,2 0-6 0,-2 0-5 16,0 2 0-16,-4-1-7 0,0 2-3 0,0-2 6 16,-3 3-5-16,2 0-3 0,-5-2-3 0,-2 2 3 15,-3-2-5-15,-5 1-2 0,2-1-6 0,-2-1-7 16,-1 1-5-16,-1-2-1 0,5-1 2 0,1-2 6 16,1 0 3-16,4-2 0 0,0 1 8 0,0-4 13 15,7 2 4-15,-9-4 22 0,5 0 0 0,1-1-3 16,3-2-2-16,3-3 6 0,-2 0-4 0,6-1-3 15,-1 1 16-15,4-5 6 0,0 2 1 0,2 0 10 16,-2 3-15-16,-1 2-7 0,-1 1-5 0,2 1-6 16,-2 1-3-16,-2 2-7 0,0-1-10 0,2 3-1 15,-2 0-3-15,-6 1-8 0,17 0 1 0,-12 3-4 16,4 2 0-16,-2 0-1 0,0 0 2 0,3 4-2 16,-5-1 0-16,2 2 7 0,-5 1-6 0,2-3-1 15,0 3 0-15,0-3 10 0,1 4-6 0,-4-4-8 16,3 2 1-16,-1-3-1 0,-2-2-3 0,0 2 2 15,-1-1-14-15,4-1-12 0,-4-1-7 0,0 1-4 16,0-5 9-16,4 5 5 0,-4-5 8 0,4 2 5 16,-4-2-5-16,0 0 6 0,15-3 2 0,-8-2-1 15,3-1 2-15,0-3-2 0,0 2 3 0,1-1-1 16,0 0 4-16,3-6 1 0,0 5-2 0,-1-2 9 16,-3 4 5-16,1-2 12 0,-3 2-1 0,-3 1 13 15,3 0 2-15,2 1-8 0,-5 1 2 0,0 1-9 16,2 0-2-16,-7 3 0 0,5-2-13 0,-5 2-5 15,0 0-2-15,0 0 6 0,10 0-6 0,-10 0 2 16,8 6 9-16,-4-3-10 0,1 2 3 0,-4 0-5 16,3 0 4-16,1 1-9 0,-4-1-9 0,-1 1-10 15,3 0-4-15,-3 0-12 0,1 0-10 0,-1 0-11 16,4-2-8-16,-4-4-7 0,3 8-3 0,-1-4 6 16,-2-4 3-16,3 6 12 0,-3-6 9 0,0 0 7 15,0 0 8-15,4 2 3 0,-4-2 4 0,0 0 2 16,13-7 6-16,-7 5 1 0,0-2 5 15,3-3-2-15,2 0 2 0,2-3 3 0,-1 3 6 16,-1 0 5-16,2-1 7 0,-3 0 3 0,0-1 10 16,-2 3 11-16,1 0 9 0,-4 3 2 0,0-1-9 0,-1 1-4 15,0 1-6-15,0 0 4 0,-4 2-13 0,5-3-4 16,-5 3-1-16,0 0-6 0,0 0-2 0,6 0 2 16,-6 0 0-16,0 0 0 0,4 6 1 0,-4-1 0 15,3-1-5-15,-3 1 2 0,0-1 3 16,1 1-10-16,0 0-14 0,-1 1-12 0,0-1-15 15,3-2-14-15,-3 1-10 0,1 0-8 0,-1-4 8 16,0 7 1-16,0-4 16 0,0-3 4 0,4 1 5 16,-4-1 8-16,5 2 2 0,-5-2 7 0,10 0 4 0,-2-1 7 15,-3-1 0-15,3-3 3 0,-1 1 4 16,2-1 5-16,-4 0 17 0,3-1 5 0,0 3 14 16,-2-2 17-16,-1 1 15 0,0 0 15 0,1 1 0 15,-3 1-4-15,0-1 3 0,2 1-16 0,-5 2 1 16,5-2-12-16,-5 2-5 0,3-3-10 0,-3 3 1 15,0 0-5-15,5-3-5 0,-5 3-5 0,0 0-1 16,0 0-6-16,0 0-3 0,0 0-8 0,0 0 9 16,8 4-3-16,-6 0-2 0,1-2 2 0,2 2-3 15,0 0 0-15,1 1-5 0,-5 0-37 0,5 1-34 16,0-1-43-16,0 1-47 0,-1-2-65 0,-1 1-61 16,1 0-65-16,-1-4-65 0,0 1-77 0,-1 1-350 15,-3-3-913-15,0 0 405 0</inkml:trace>
  <inkml:trace contextRef="#ctx0" brushRef="#br0" timeOffset="78859.9126">16583 1875 62 0,'0'0'361'16,"0"0"18"-16,0 0-6 0,0 0-22 0,0 0-16 15,0 0-27-15,0 0-27 0,0 0-14 0,2 2-10 16,-2-2-26-16,0 0-18 0,0 0-22 0,0 0-21 15,0 0-16-15,0 0-13 0,0 0-14 0,0 0-17 16,0 0-9-16,0 0-12 0,4 4 1 16,-4-4-5-16,0 0-5 0,0 0-4 0,0 0-4 0,5 2-6 15,-1-1-3-15,1 2-5 0,1-2-2 0,2 1-2 16,-3-2-2-16,7 1-3 0,-3-1-1 0,5-1-4 16,-4-1-7-16,4-1 21 0,-5 0 18 15,0-2 6-15,0 2 6 0,-4-1-1 0,3 0 3 0,-3 0-2 16,0-1-4-16,-2 0-8 0,-2 1-1 15,4 0-8-15,-2 0-7 0,-2-1-8 0,-1 1-7 16,-1 0-2-16,1 4-10 0,-8-7 2 0,5 7-10 16,3 0-4-16,-9-3-6 0,2 3-3 0,7 0-2 0,-18 3-1 15,9 2 1-15,0 0-4 0,-4 3 6 16,4 0-7-16,0 2 1 0,0-1 0 0,3 2 2 16,-2 2-5-16,3-2-3 0,-2-1 3 0,4 1 2 15,-1 0-1-15,2 1 0 0,-1-3-2 0,2 0 0 16,1-2 5-16,2 0 0 0,2-2 0 0,0 1 0 15,6 1 1-15,0-3 3 0,3 3-5 0,5-2 5 16,0 0-2-16,-1-3 1 0,-3 0-3 0,5-2 1 0,0-2 1 16,-2 0-18-16,-2 2-20 0,-1-1-28 15,0 0-37-15,3-3-37 0,-5 3-55 0,5-4-57 16,-6 1-69-16,1 1-92 0,-3-2-102 0,-3-3-307 16,2 2-880-16,-3-2 390 0</inkml:trace>
  <inkml:trace contextRef="#ctx0" brushRef="#br0" timeOffset="79159.2891">17003 1696 3046 0,'6'-10'266'0,"-3"1"37"15,4 0-11-15,-4 1 75 0,-1-2 19 0,-1 1-15 16,-1 1-10-16,3 2-18 0,-2 2-27 0,0-2 13 16,-1 2-17-16,0-1-17 0,0 5-26 0,0-5-27 15,0 5-24-15,0 0-22 0,0 0-22 0,0 0-69 16,3-3-105-16,-3 3 0 0,0 0 0 0,-2 14 0 15,2-4 0-15,-1 0 0 0,0 2 0 0,0 2 0 16,-1 2 0-16,2 3 0 0,2 5 0 16,-2-4 0-16,1-1 0 0,1 8 0 0,0-2 0 15,0 2 0-15,0-8 0 0,0-1 0 0,1 0 0 0,-2-1 0 16,0 0 0-16,2-4 0 0,-1 0 0 0,-2-1 0 16,0 0 0-16,0-5 0 0,0 1 0 15,0-1 0-15,0 0 0 0,2-3 0 0,-2 1-67 16,0-5-341-16,3 5-34 0,-3-5-96 0,0 0-79 15,17-10-404-15,-7 2-1104 0,3-5 489 0</inkml:trace>
  <inkml:trace contextRef="#ctx0" brushRef="#br0" timeOffset="79944.7071">17272 1859 233 0,'0'0'299'0,"0"0"11"0,0 0-9 16,0 0-13-16,0 0-15 0,0 0-19 0,0 0-5 15,0 0-15-15,0 0-6 0,6 5-7 0,-6-5-12 16,0 0-8-16,0 0-29 0,0 0-14 0,0 0-13 16,0 0-20-16,0 0-16 0,0 0-6 0,0 0-13 15,0 0-13-15,0 0-5 0,0 0-2 0,0 0-7 16,0 0 1-16,0 3-8 0,0-3 4 0,5 3-2 16,-5-3 14-16,12 0 5 0,-5-1-5 0,2 1-4 15,4-2 10-15,-5 1 5 0,2-1 4 0,3-2-3 16,-3 1 1-16,0-2 3 0,-2 1 7 0,3-3-2 15,-3 1 0-15,0-2 4 0,-1 1 7 0,-2 1-1 16,-1 1-9-16,-1-1-13 0,-1 4-9 0,1-3-9 16,-3 1-7-16,1 0-10 0,-1 4-4 0,0-5-9 15,-2 2-5-15,2 3-7 0,-8-5-4 0,8 5-5 16,-15 5 1-16,6-4-1 0,-3 5-3 0,1 1 0 16,-6 2-2-16,3 1-2 0,4-2-9 0,-2 4-5 15,-2-1-2-15,5 2-7 0,2-3-14 0,-1 1-1 16,4-1-1-16,-1 1-6 0,1-1 1 0,4-1 5 15,0 3 3-15,4-4 5 0,-1 2 3 0,3-1 8 16,4 0 0-16,1-2 3 0,9 1 3 0,-1-1-1 16,8 1 4-16,-5-5-1 0,6-1 6 0,0-1 0 15,-8-5 2-15,7 0 10 0,-5-2 9 16,-3 0 9-16,-1 0 9 0,0-1 0 0,-3-2 7 16,0 0 1-16,-3-5 5 0,-4 4-8 0,3-3-3 15,-4 2-4-15,-1 2 1 0,-2-2-12 0,-2 2-3 16,0 0-8-16,-4 0-9 0,0 1 3 0,-5 2-4 15,1-3-5-15,-3 6-3 0,0 0-10 0,3 1-5 0,-2-2-6 16,2 3-5-16,-3 2-13 0,4 1-3 0,0 0-6 16,-2-1-1-16,3 1 5 0,4-2 3 15,-1 5 9-15,1-5 5 0,5 7 6 0,-1-5 2 16,1 1 5-16,7 0 5 0,-1 1 2 0,2-2 3 16,0 1-1-16,-1-2 2 0,1 0 4 0,1 0 7 15,-2 2 2-15,-1-3 13 0,2 1 5 0,0-1 3 16,-3 0 1-16,-1 0 0 0,-2 0-7 0,1 1-6 15,-8-1-5-15,5 0-4 0,-5 0-2 0,8 4 0 0,-4-1-1 16,1 1 2-16,-1 1-2 0,0 1 0 16,-2-1-2-16,-2 2 3 0,0 1-1 0,0-2 0 15,0 1 0-15,0 4-1 0,-1-5 0 0,1 1 3 16,1 0-3-16,-1-1 1 0,-1 1 5 0,2-1-6 16,-1 0-1-16,0-2 2 0,0 3 0 0,0-3 3 15,3 1 0-15,-2 0 2 0,3-1-6 0,1 0-4 16,-2 0-18-16,1 0-28 0,1 0-34 0,-5-4-41 15,8 3-64-15,-1-3-71 0,-1-3-53 0,0 1-57 16,1-3-45-16,-3-1-50 0,-3-4-248 0,-1-1-770 16,-2-3 342-16</inkml:trace>
  <inkml:trace contextRef="#ctx0" brushRef="#br0" timeOffset="80209.4724">17494 1672 81 0,'-12'-5'433'0,"2"0"41"0,1 2 26 0,2 1 10 16,2-3-10-16,-2 2-22 0,4 0-22 0,0 2-14 16,3 1-20-16,-3-4-17 0,3 4-21 0,0 0-46 15,0 0-34-15,0 0-36 0,17-6-25 0,-6 4-22 16,10 2-22-16,-2 0-28 0,1-2-17 0,10 2-14 16,-2-1-8-16,-1-1-15 0,3 1-10 15,-9-2-9-15,7-1-13 0,-7 2 1 0,-2 1-18 16,0-2-6-16,-4 2-7 0,-3 1-5 0,-6 0-7 0,3-1 4 15,-9 1-22-15,13-2-31 0,-13 2-34 0,8-2-44 16,-6 2-65-16,-2 0-76 0,8 2-87 16,-8-2-64-16,0 0-49 0,0 0-82 0,0 0-89 15,-21 5-301-15,11-5-971 0,10 0 430 0</inkml:trace>
  <inkml:trace contextRef="#ctx0" brushRef="#br0" timeOffset="80843.5404">19141 1638 20 0,'0'-7'548'0,"-2"0"3"0,4 0 8 15,0-3-5-15,-2 4-13 0,2-1-12 16,-1 2 4-16,1-1-41 0,-1 1-21 0,-1 2-41 15,0 3-30-15,0-6-41 0,0 6-39 0,1-4-39 0,-1 4-33 16,0 0-34-16,0 0-29 0,0 0-18 0,0 0-18 16,0 16-16-16,0-5-9 0,0 5-3 0,0 3-6 15,0 1 1-15,0 6-85 0,0 3-31 16,0-3 0-16,0 2 0 0,0-1 0 0,0 2 0 16,0-4 0-16,-1-6 0 0,-2 0 0 0,1 0 0 15,1 1 0-15,-4-2 0 0,2 1 0 0,2-8 0 16,-2 0 0-16,1 3 0 0,0-7 0 0,1 1 0 0,0-1 0 15,0-1 0-15,-1 0 0 0,2-6 0 16,2 6 0-16,-2-6 0 0,0 5 0 0,0-5-185 16,0 0-146-16,0 0-61 0,0 0-55 0,14-11-43 15,-6 2-64-15,-4-1-412 0,0-1-1046 0,-1-7 463 16</inkml:trace>
  <inkml:trace contextRef="#ctx0" brushRef="#br0" timeOffset="81279.2366">18908 1618 152 0,'-7'-8'427'0,"1"3"23"0,1 0 14 0,0 0-2 16,-2 0-11-16,3-3-16 0,-1 2-16 0,1 1-7 16,1 0-11-16,0 2-14 0,3 3-18 0,0-9-16 15,0 9-8-15,-4-7-31 0,4 7-32 0,3-7-35 16,-3 7-24-16,7-6-26 0,1 2-24 0,4-1-18 15,4 2-15-15,5 0-18 0,8 3-15 0,2 4-9 16,2-2-9-16,4 1-3 0,-1 4-11 0,2 0-9 16,13 8 18-16,-14-3-22 0,9 6-1 0,-10-5-1 15,-9 2-37-15,4 1-23 0,-7 2 0 0,-2-3 0 16,-6-1 0-16,-2-1 0 0,-1 1 0 0,-7 4 0 16,-2-6 0-16,-4 5 0 0,-7 0 0 0,0 1 0 15,-4 7 0-15,-10-2 0 0,-3 0 0 16,-5-3 0-16,-15 7 0 0,-1-2 0 0,-1-4 0 0,-1-2 0 15,-1-1 0-15,9-4 0 0,3-1 0 0,-2-2 0 16,6 0 0-16,-1-4 0 0,5 1 0 0,9-4 0 16,-2 0 0-16,11-1 0 0,0-1 0 15,2 0 0-15,0-1 0 0,8-1 0 0,-6 1 0 16,6-1 0-16,-9 4 0 0,9-4 0 0,0 0 0 16,0 0 0-16,0 0 0 0,23-6 0 0,-23 6 0 15,28-4-275-15,-9 1-169 0,-2 0-60 0,3 2-71 0,3 1-491 16,3-4-1155-16,2 0 512 0</inkml:trace>
  <inkml:trace contextRef="#ctx0" brushRef="#br0" timeOffset="81681.7367">19573 1923 404 0,'0'-4'474'0,"3"-1"5"0,-3 1-7 0,2 1-12 16,-2 3-12-16,0 0-5 0,0-9-11 0,0 3-5 15,0 6 3-15,0 0-5 0,0-5-17 0,-1 1-20 16,1 4-22-16,1-3-20 0,-1 3-28 0,0 0-35 16,0 0-28-16,0 0-28 0,0 0-31 0,0 0-27 15,0 0-15-15,0 0-23 0,0 0-75 0,0 0-56 16,-1 23 0-16,0-12 0 0,1 0 0 0,-1 0 0 15,-1 5 0-15,2-2 0 0,-2 0 0 0,1 2 0 16,-2 0 0-16,2 0 0 0,-2-2 0 0,1 4 0 16,0 0 0-16,0-4 0 0,-2 1 0 0,0 0 0 15,1 1 0-15,2-3 0 0,-1-1 0 0,-2 0 0 16,0-3 0-16,4-1 0 0,-1 0 0 0,0 2 0 16,-2-3 0-16,2 0 0 0,-2-1 0 15,3-6 0-15,-1 7 0 0,1-7 0 0,0 0 0 16,-3 8 0-16,3-8 0 0,0 6 0 0,0-6 0 0,0 0-166 15,0 0-206-15,0 0-67 0,0 0-52 0,0 0-59 16,16-24-44-16,-15 16-337 0,5-2-1006 0,1-7 445 16</inkml:trace>
  <inkml:trace contextRef="#ctx0" brushRef="#br0" timeOffset="82113.3214">19575 1907 111 0,'-4'-6'423'0,"4"6"13"16,-1-5-5-16,1 5-14 0,1-5-13 0,-1 5-11 16,2-6-24-16,0 2-22 0,-1 0-27 0,0 1-27 15,2 0-31-15,1-1-24 0,-2 1-25 0,5-2-19 16,-1 3-18-16,3-2-11 0,1 2-7 0,0 0-4 15,3 1-14-15,-1 1-10 0,-3 0-7 0,2 0-8 16,-2 0-14-16,-2 1-8 0,3 3-9 0,-3-3-9 16,-3 1-1-16,4 1-3 0,-3 0 6 0,1 1-9 15,-2 1-10-15,1 0 3 0,-5 0-9 0,4 2-6 16,-4-1 0-16,0 2-7 0,-1 0-4 0,-3 2 2 16,0 1-1-16,-5-4-2 0,3 4-3 0,-3-3-1 15,-3-1 2-15,-6 0-3 0,4 3-4 0,-3-1-2 16,4-5 0-16,-5 4 2 0,6-3-2 0,0-3-5 15,1 1 4-15,4-1-2 0,-1-1-7 0,2 0 0 16,6-1 5-16,-9 1 4 0,9-1-3 0,-8 2-1 16,8-2-13-16,0 0-20 0,-9 1-36 0,9-1-54 15,0 0-37-15,0 0-37 0,0 0-62 0,3-7-58 16,-3 7-53-16,0 0-57 0,14-5-55 0,-8 5-412 16,-6 0-948-16,12-2 420 0</inkml:trace>
  <inkml:trace contextRef="#ctx0" brushRef="#br0" timeOffset="86501.2994">3315 3074 211 0,'0'0'312'0,"0"0"1"0,0 0-1 16,0 0 10-16,0 0 9 0,0 0 3 0,0 0 8 15,0 0 1-15,0 0-1 0,0 0-2 0,0 0-3 16,0 0-4-16,0 0-3 0,0 0-18 0,0 0-16 16,0 0-11-16,7 0-1 0,-7 0-26 0,0 0-21 15,0 0-24-15,0 0-8 0,0 0-20 0,0 0-20 16,0 0-20-16,0 0-14 0,0 0-34 15,5 4-6-15,-3 1-11 0,-1 1 4 0,2 1-4 0,-1 4-1 16,-1-1-12-16,3 4-5 0,1 0-10 0,-4 4-3 16,3 0-3-16,0 0-6 0,-1 3-2 0,-3-4-1 15,1 2-2-15,0-2 1 0,1 0-36 0,-2 0 0 16,0 0 0-16,0-4 0 0,-2-1 0 0,2 1 0 16,0-1 0-16,-1-4 0 0,1 3 0 0,-1-6 0 15,1 2 0-15,0-1 0 0,0-3 0 0,0 2 0 16,0-5 0-16,1 4 0 0,-1-4 0 0,-2 4 0 15,2-4 0-15,0 0 0 0,0 0 0 0,0 0 0 16,7-13 0-16,-3 4 0 0,0-1 0 0,2-4 0 16,1 0 0-16,0-1 0 0,1 0 0 0,-3-3 0 15,1 5 0-15,2-4 0 0,-3 2 0 0,2 4 0 16,-1-1 0-16,-1 2 0 0,-1-3 0 0,1 3 0 16,-1 2 0-16,-3 1 0 0,3 2 0 0,-1-1 0 15,2 1 0-15,-4 0 0 0,0 0 0 0,2 2 0 16,-2 0 0-16,2 1 0 0,-3 2 0 0,1-5 0 15,-1 5 0-15,0-3 0 0,0 3 0 0,0 0 0 16,0 0 0-16,0 0 0 0,0 0 0 0,13 5 0 16,-7-1 0-16,-2 0 0 0,1 0 0 0,0 2 0 15,2 2 0-15,-2-1 0 0,1 1 0 0,-1 2 0 16,0-1 0-16,-2 2 0 0,1-3 0 0,0 3 0 16,-1-1 0-16,-1-3 0 0,0 2 0 0,1-1 0 15,-2-2 0-15,1 0 0 0,0-1 0 0,0-1 0 16,0-1 0-16,-1 0 0 0,-1-3 0 0,1 6 0 15,-1-6 0-15,4 2-37 0,-4-2 15 0,0 0 6 16,4 1 0-16,-4-1 4 0,5-7-2 0,-1 2 1 16,2-1 8-16,-1-3 7 0,3 1 1 0,-4-1 3 15,2-1 8-15,3-1-10 0,-4 0 10 0,0 2 9 16,2-2 9-16,-2 4 3 0,0-2-33 0,0 2-2 16,-1-2 0-16,1 0 0 0,-2 4 0 0,-1-3 0 15,2 3 0-15,0 0 0 0,1 0 0 0,-1 1 0 16,-3-2 0-16,2 4 0 0,-2-1 0 0,3 1 0 15,-4 2 0-15,4-4 0 0,-4 4 0 0,0 0 0 16,0 0 0-16,1-2 0 0,-1 2 0 0,0 0 0 16,0 0 0-16,10 8 0 0,-5 1 0 0,-1-1 0 15,1 2 0-15,2 1 0 0,-2-2 0 0,0 1 0 16,-1 3 0-16,1-1 0 0,0 1 0 0,0-3 0 16,-1 2 0-16,0 0 0 0,2 3 0 0,-1-5 0 15,-2 3 0-15,-1-2 0 0,1 0 0 0,-1 0 0 16,0 0 0-16,0-1 0 0,0 0 0 0,-1-5 0 15,0 2 0-15,0-1 0 0,1-2 0 0,-2 1 0 16,2 0 0-16,1-2 0 0,-3-3 0 0,2 4 0 16,-2-4 0-16,0 3 0 0,0-3 0 0,0 0 0 15,0 0 0-15,0 0 0 0,0 0 0 0,0 0-130 16,0 0-224-16,0 0-86 0,0 0-84 0,5-10-111 16,-5 1-383-16,4 1-1104 0,0-3 489 0</inkml:trace>
  <inkml:trace contextRef="#ctx0" brushRef="#br0" timeOffset="86814.44">4153 3207 256 0,'0'0'450'0,"0"0"-1"15,-9 0 8-15,9 0-9 0,-5-1-17 0,5 1-17 16,-5-3-17-16,5 3-21 0,0 0-11 0,0 0-24 16,0 0-17-16,0 0-18 0,0 0-33 0,0 0-30 15,0 0-21-15,0 0-31 0,18-2-17 0,-7 1-12 16,7 0-16-16,0 1-19 0,2-3-16 0,2 3-4 16,-4 0-18-16,0 0-9 0,-4-1-9 0,0 1-14 15,-1 1-20-15,-3-3-23 0,2 3-28 0,-6 0-25 16,2-1-28-16,-2 0-33 0,-6 0-35 0,8 0-42 15,-8 0-52-15,4 3-32 0,-4-3-19 16,0 0-37-16,-12 7-49 0,2-3-81 0,0-1-334 0,-2 2-847 16,-2 0 375-16</inkml:trace>
  <inkml:trace contextRef="#ctx0" brushRef="#br0" timeOffset="87117.5247">4098 3393 19 0,'0'0'361'0,"0"3"27"16,0-3 15-16,0 0 30 0,0 0 18 0,0 0 11 16,0 0 5-16,0 0-2 0,3 3 5 0,-3-3-8 15,0 0-12-15,0 0-16 0,0 0-15 0,0 0-30 16,0 0-35-16,0 0-40 0,19-4-28 16,-13 2-32-16,7-2-18 0,5 0-20 0,1 0-14 15,2 1-18-15,8-1-112 0,-1-1-72 0,0 2 0 0,-1 0 0 16,-4 2 0-16,-5 0 0 0,1 1 0 0,-6 0 0 15,-1-2 0-15,-1 3 0 0,-3-2 0 16,-1 1 0-16,-1 0 0 0,-6 0 0 0,9 0 0 16,-9 0 0-16,6-2 0 0,-6 2 0 0,6-2 0 15,-6 2 0-15,0 0 0 0,0 0-199 0,0 0-139 0,0 0-49 16,0 0-44-16,-10-6-59 0,6 2-73 0,0 1-402 16,-1-1-1043-16,1-2 462 0</inkml:trace>
  <inkml:trace contextRef="#ctx0" brushRef="#br0" timeOffset="87523.1681">4479 3111 359 0,'4'-2'475'0,"-4"2"19"0,3-5 4 16,0 4-10-16,-3 1-28 0,0 0-30 15,4-3-31-15,-4 3-27 0,0 0-24 0,0 0-42 16,0 0-17-16,0 0-37 0,0 0-21 0,13 3-21 15,-8 0-2-15,5 2 11 0,0 1-15 0,3 1-7 0,1 2-17 16,-1 3-16-16,1 0-12 0,1 1-11 16,1 1-12-16,-5-2-2 0,2 0-20 0,-3 3-3 15,-1-2-16-15,-4-3-8 0,3 5-7 0,-4-3-6 16,0 4-5-16,-2 0-1 0,-4-4-9 0,-2 5-2 16,-4 1-3-16,-9 5-3 0,-3-3-20 0,-1 1-24 0,-1-3 0 15,-4 1 0-15,-1 1 0 0,0-5 0 16,-1-3 0-16,4-2 0 0,5-3 0 0,3 0 0 15,4-3 0-15,3-1 0 0,2 1 0 0,0 0 0 16,3-1 0-16,-1 0 0 0,1-2 0 0,4-1 0 16,-5 2 0-16,5-2 0 0,-4 3 0 0,4-3 0 15,0 0 0-15,-5 0 0 0,5 0 0 0,0 0 0 16,0 0 0-16,0 0 0 0,0 0 0 0,0 0 0 16,0 0 0-16,0 0-86 0,0 0-141 0,0 0-53 15,0 0-74-15,0 0-64 0,-4-6-48 0,4 6-49 16,4-8-51-16,-8 3-315 0,4 5-952 0,0-12 422 15</inkml:trace>
  <inkml:trace contextRef="#ctx0" brushRef="#br0" timeOffset="89239.1066">5458 3093 3 0,'3'-4'403'0,"-2"1"9"15,-1 3 8-15,0-8 11 0,0 8-8 0,0 0-4 16,0-2 3-16,0 2-9 0,0 0-8 0,0-6-15 15,0 6-8-15,0 0-14 0,0-4-20 0,0 4-15 16,0 0-25-16,0 0-30 0,0 0-25 0,0 0-28 16,0 0-19-16,0 0-25 0,0 0-35 0,0 0-17 15,0 0-14-15,0 0-3 0,0 15 10 0,1-2-6 16,-1 3-6-16,0 1 6 0,0 2 1 0,0 6-32 16,-1-5-85-16,-3 7 0 0,1-1 0 0,-2 3 0 15,0-3 0-15,1 0 0 0,-2 0 0 0,0 0 0 16,-1-4 0-16,1-2 0 0,-7 4 0 0,8-8 0 15,-3 1 0-15,0-1 0 0,3-5 0 0,0 0 0 16,-1 0 0-16,3-4 0 0,2 2 0 0,-3-5 0 16,2 0 0-16,2 1 0 0,0-5 0 0,-3 5 0 15,3-5 0-15,0 0-57 0,0 3-189 0,0-3-80 16,0 0-79-16,5-14-58 0,-5 9-68 0,4-6-56 16,-4-1-343-16,-3 2-1007 0,2-7 446 0</inkml:trace>
  <inkml:trace contextRef="#ctx0" brushRef="#br0" timeOffset="89555.6108">5123 3133 40 0,'-4'-2'405'0,"2"-1"16"0,-1-1 24 16,-1 1 3-16,2 1-6 0,2 2-16 0,-3-5-21 15,3 5-11-15,-4-2-11 0,4 2-4 0,0 0-5 16,-5-2-15-16,5 2-12 0,0 0-25 0,0 0-17 15,0 0-9-15,0 0-25 0,0 0-22 0,0 0-24 16,0 0-26-16,22-5-19 0,-3 5-14 0,10-4-19 16,10-2-17-16,14 4-12 0,6-3-10 0,0-2-11 15,0 2-12-15,1 0-60 0,-5-2-25 0,1 2 0 16,-4 4 0-16,-16 0 0 0,-2 0 0 0,-6-4 0 16,-5 5 0-16,-7-1 0 0,-2 0 0 0,-1 0 0 15,-5 1 0-15,-3-2 0 0,1 2 0 0,-6 0 0 16,9-1 0-16,-9 1 0 0,7 1-46 0,-7-1-162 15,0 0-54-15,0 0-61 0,0 0-74 0,-23 9-71 16,11-7-98-16,-6 3-422 0,4-3-1068 0,-5 7 473 16</inkml:trace>
  <inkml:trace contextRef="#ctx0" brushRef="#br0" timeOffset="89936.3718">5605 3396 208 0,'0'0'425'0,"0"0"0"15,0 0-28-15,0-12-28 0,1 6-30 0,3 2-21 16,1-6-34-16,4 3-12 0,-1 1-11 0,-2-2-19 16,3 0-21-16,2 4-19 0,-2 0-20 15,0 1-19-15,3 0-20 0,1 1-13 0,-2 2-12 0,3 0-14 16,-1 4-11-16,-2-2-12 0,0 3-5 0,-1-1-10 15,1 1-14-15,-2 2 1 0,-1-1-4 16,-3 3-5-16,1-2-6 0,-3 2 1 0,-3-1 0 16,0 2-7-16,-5 1 0 0,0-1 3 0,-4-1-6 15,-4 3-1-15,-2-3-1 0,1 1-3 0,0-2 2 0,-4-2 9 16,4-1 22-16,1-2 24 0,-1 0 27 0,5 0 29 16,-3-3 19-16,1 0 17 0,5-2-3 0,-2 1-6 15,0-4-6-15,2-1-10 0,1 2-14 16,1-5-18-16,4-2-21 0,0 3-26 0,1-3-58 15,6-5-50-15,-1 4-72 0,3-2-67 0,4-1-85 0,10 2-86 16,-5 2-81-16,6-3-92 0,2 1-409 0,2 3-1010 16,-8 1 447-16</inkml:trace>
  <inkml:trace contextRef="#ctx0" brushRef="#br0" timeOffset="90269.6248">6013 3167 233 0,'2'-4'561'0,"-2"-2"36"0,0-1 22 0,1-2 7 16,2 3-10-16,-3-1-17 0,0 1-17 0,0 1-16 15,0 1-31-15,0 0-44 0,0 4-37 0,0-5-49 16,0 5-44-16,0 0-38 0,0 0-40 0,0 0-37 16,0 0-152-16,0 0-94 0,0 0 0 0,0 20 0 15,0-9 0-15,-3 4 0 0,2 2 0 0,1 3 0 16,-2-1 0-16,0 1 0 0,1 5 0 0,1 1 0 15,-4-7 0-15,0 6 0 0,3-5 0 0,-3-2 0 16,4 0 0-16,-4 0 0 0,2-1 0 0,-2-2 0 16,0-2 0-16,3-1 0 0,0-1 0 0,-2-1 0 0,3-3 0 15,0 0 0-15,-1-1 0 0,2-1 0 0,-2-1 0 16,1 1 0-16,1-1-161 0,2-2-197 0,-3-2-49 16,6 1-61-16,-6-1-37 0,11-5-34 15,-5 1-34-15,-4-1-291 0,2-1-935 0,-3 1 414 16</inkml:trace>
  <inkml:trace contextRef="#ctx0" brushRef="#br0" timeOffset="90464.0232">5908 3411 306 0,'0'0'488'0,"-4"-2"35"0,4 2 20 0,0 0 4 16,0 0-2-16,-4-4-23 0,4 4-17 0,0 0-47 15,0-6-42-15,0 6-49 0,8-6-37 0,-2 1-35 16,3-2-30-16,4 3-29 0,2-5-26 0,4 4-34 15,3 1-52-15,-3-2-59 0,3 3-58 0,-2-1-62 16,0 1-58-16,-1 1-70 0,-1-1-46 0,-4 2-52 16,-1-1-42-16,-1 1-34 0,-2 1-33 0,0-2-23 15,-2 1-31-15,-3 0-246 0,1-1-748 0,-3 1 331 16</inkml:trace>
  <inkml:trace contextRef="#ctx0" brushRef="#br0" timeOffset="91137.152">6227 3319 261 0,'4'-2'350'0,"-4"2"0"16,0 0 1-16,1-4 13 0,-1 4 1 0,5-4-16 16,-2 2-12-16,-3 2-19 0,2-5-18 0,-2 5-19 15,7-4-22-15,-6 2-28 0,-1 2-24 0,4-3-25 16,-4 3-22-16,9 0-14 0,-9 0-18 0,14 2-18 16,-9-1-8-16,2 2-11 0,-2 3-12 0,1-2-8 15,-1 1-6-15,-1 0-6 0,1 2-9 0,-1 1-2 16,0-1 0-16,-3 0-11 0,0 2-3 0,-1-2 1 15,-2 4-2-15,-2-2 1 0,-2 2-4 0,-3-2-1 16,-4 1 0-16,-4-1-6 0,-1 2-4 0,4-5-7 16,-5 0-9-16,1 0-3 0,7-2 7 0,-1-3 0 15,1-1 2-15,3 0 2 0,0-1 3 0,-1-3 8 16,2 0 12-16,4-1 8 0,-1-3-2 0,4-2-2 16,-1-1-9-16,5-3 0 0,0-1-5 0,1 0 9 15,2 0 3-15,-1 3-3 0,-1 3 1 0,3-2-3 16,-1 2-3-16,-2 2-4 0,4-1-3 0,-5 4-7 15,1 2-2-15,3-2-5 0,-2 4-3 0,1 0 0 16,-7 0-1-16,11 4 2 0,-2-1-2 0,-4 4 2 16,3 3-4-16,-3-2 5 0,0 3-2 0,0-1-1 15,0-1 0-15,-1 2 2 0,0 1 0 0,-3-2-2 16,2 1 1-16,-2-1 2 0,4 1-1 0,-2-3-5 16,2 0-6-16,0 0 3 0,0-2-2 0,3 3-4 15,3-5-1-15,2 1-8 0,0-3-9 0,6 1 4 16,1-5 0-16,7 1 3 0,-5-2 5 0,6-4 0 15,0-4 3-15,-5 0 4 0,-1-4 2 0,4-4 12 16,-6 3 29-16,-6 1 17 0,6-4 5 0,-1 0 29 16,-3-1 18-16,-5 3 26 0,1 0-4 0,-6-1 2 15,7-9-3-15,-8 11 1 0,-2-2 14 0,-2 1-8 16,0 5-5-16,2 0-1 0,-3 1-4 0,1 4 0 16,-2-4-103-16,-2 5-19 0,3 0 0 0,0 1 0 15,0-1 0-15,-1 4 0 0,1 2 0 0,0-8 0 16,0 8 0-16,0 0 0 0,0 0 0 0,-8 18 0 15,7-9 0-15,-3 2 0 0,3 5 0 0,-4 4 0 16,1-1 0-16,1 5 0 0,1 5 0 0,-5-3 0 16,2 1 0-16,-1-2 0 0,1 1 0 0,1-2 0 15,-2 2 0-15,0-7 0 0,5-1 0 0,-5-4 0 16,2 4 0-16,2-7 0 0,0-2 0 0,2 0 0 16,4-1 0-16,-1 0 0 0,4-5-102 0,4-2-361 15,1-2-144-15,7-4-564 0,12-4-1266 0,-1-5 560 16</inkml:trace>
  <inkml:trace contextRef="#ctx0" brushRef="#br0" timeOffset="91971.9247">7354 3298 430 0,'0'-4'566'16,"0"-3"3"-16,0 0-12 0,3 1-17 0,-3-1-27 15,0 1-19-15,4-1-22 0,-3-2-24 0,-1 5-16 16,0-1-31-16,0 0-23 0,0 0-33 0,3 3-26 15,-2-2-26-15,-1 4-33 0,0-4-25 0,0 4-29 16,0 0-28-16,0 0-27 0,0 0-21 0,0 0-15 16,0 0-13-16,0 0-45 0,0 0-57 0,-1 14 0 15,1-6 0-15,1 0 0 0,0 3 0 0,3-1 0 16,-4 1 0-16,0 2 0 0,0 4 0 0,-1-4 0 16,-2 1 0-16,3 2 0 0,-1-4 0 0,0 2 0 15,-2-4 0-15,3-1 0 0,-4 4 0 0,-1-3 0 16,4-2 0-16,-2-1 0 0,2-2 0 0,1 1 0 15,-5-3 0-15,5 1 0 0,0-4 0 0,-1 5 0 16,1-5 0-16,0 0 0 0,0 0 0 0,0 0 0 16,-4-16 0-16,4 3 0 0,1-1 0 0,-1-5 0 15,0-7 0-15,4 0 0 0,1-1 0 0,-1 0 0 16,-3 0 0-16,-1 1 0 0,4 1 0 0,0 7 0 16,0 1 0-16,-3 2 0 0,3-1 0 0,-3 4 0 15,-1 3 0-15,3 2 0 0,-2 1 0 0,-1 1 0 16,4-1 0-16,-3 1 0 0,-1 5 0 0,1-6 0 15,-1 6 0-15,3-2 0 0,-3 2 0 0,0 0 0 16,5 8 0-16,-1 0 0 0,1 0 0 0,1 3 0 16,3 4 0-16,-1-2 0 0,-2 3 0 0,2-1 0 15,-1-1 0-15,1 1 0 0,-1 1 0 0,-2-1 0 16,0-3 0-16,1-2 0 0,-1 1 0 0,-1-3 0 16,0 3 0-16,-3-5 0 0,2 2 0 0,-2-2 0 15,2 0 0-15,-1-2 0 0,2-1 0 0,-3 1 0 16,4-3 0-16,-5-1 0 0,8-1 0 0,-1-3 0 15,0-1 0-15,2-3 0 0,0-2 0 0,1-2 0 16,3-2 0-16,-4-2 0 0,0-2 0 0,0 1 0 16,-1-2 0-16,-2 4 0 0,2-3 0 0,-2 3 0 15,0 2 0-15,0 4 0 0,-3-1 0 0,0 3 0 16,0 0 0-16,-2 3 0 0,1 0 0 0,0-1 0 16,-1 0 0-16,0 4 0 0,-1 1 0 0,0 0 0 15,0 0 0-15,0 0 0 0,0 0 0 0,6 15 0 16,-3-5 0-16,-2-1 0 0,2 9 0 0,1-2 0 15,-2 2 0-15,0-2 0 0,0 2 0 0,0 2 0 16,-1-1 0-16,0-2 0 0,0 1 0 0,2-1 0 0,-3-6 0 16,2 0 0-16,-2 1 0 0,-3-1 0 15,4-4-344-15,-2-1-155 0,-1 0-78 0,1 0-81 16,1-6-362-16,0 0-1103 0,0 0 489 0</inkml:trace>
  <inkml:trace contextRef="#ctx0" brushRef="#br0" timeOffset="93141.4557">7822 3337 377 0,'-5'-3'377'0,"5"3"6"0,-1-3-6 16,1 3-16-16,-3-4-10 0,3 4-12 0,-1-3-13 15,1 3-15-15,0 0-19 0,0 0-26 0,0 0-25 16,1-7-30-16,-1 7-20 0,3-3-25 0,-3 3-19 16,7-2-15-16,-4 1-17 0,-3 1-12 0,13-2-18 15,-13 2-5-15,13 3-9 0,-6-2-6 0,0 2-11 16,0 0-6-16,0-1-9 0,-2 1 2 0,1 1-7 16,-2 2-3-16,2-1-8 0,-2 0-1 0,0 1 0 15,-1 1-2-15,-2 0-2 0,0-2-2 0,-2 3 2 16,0-1-2-16,-2 0-1 0,-1 0-1 0,-3 2-1 15,-2-2-5-15,1-2-12 0,-1 0-8 0,-1 1-2 16,1-2 0-16,0-1-3 0,0-2 5 0,0 0 7 16,3-1 5-16,6 0 1 0,-12-4 6 0,7 1 16 15,0-1 2-15,1-2 9 0,4-4-1 0,-1 1-1 16,2-1 3-16,2-2-9 0,-1 0 0 0,2 0-4 16,5 1 4-16,-4 0-1 0,0 2 2 0,-1-1-3 15,4 2-4-15,-2 0-4 0,2 2 1 0,-3 1-6 16,1 1 2-16,1 0-8 0,0 1 1 0,0 3-2 15,0 0-3-15,1 0-5 0,3 4 2 0,-3 2 6 16,1 0-2-16,0-1 0 0,-1 4 1 0,2-1 0 16,-5 2 0-16,3 1 0 0,-2-2-1 0,-1 2-2 15,-1 1 4-15,1-3-2 0,-1 4-5 0,0-5 7 16,2 2-5-16,-3-3-9 0,-2-1-8 0,4 0-1 16,-1 0 4-16,-1-3 3 0,3 1 5 0,4-2 2 15,8 1 1-15,-4-4 2 0,7-5 5 0,7-3-3 16,-3-4 2-16,2 1 9 0,1-2 23 0,-2-2 29 15,-3-4 5-15,-5-1 1 0,2 1 0 0,-3-1-4 16,-5 6 9-16,3-7 6 0,-8 7-6 0,3 0 0 16,-4 3 2-16,-3 1-8 0,3 1-11 0,-3 4-1 15,0 0-8-15,-2 1-6 0,4 0-10 0,-5 3-2 16,0 2-13-16,0 0-5 0,0 0-5 0,0 0-2 16,-18 5 1-16,15-1-3 0,-4 2-3 0,2 3 2 15,0-1-6-15,0 3-3 0,2 0-6 0,1-3 1 16,0 4-8-16,2-1 3 0,0-2 4 0,2 3-3 15,0 0 4-15,-2-3 3 0,6 2-3 0,-1-2 5 16,1 0 1-16,0 0-4 0,-1-1 3 0,3-1-2 16,-5 1 7-16,2-3-9 0,-2 1 5 0,1 1-3 15,-1-2 0-15,2 2-10 0,-4-2-6 0,3-1-5 16,-4 0 4-16,4 2-3 0,-4-2-1 0,0 0 7 16,-2 1 5-16,-1-1 2 0,-1 0 1 0,-2 1 0 15,0-3-6-15,-4 2-5 0,1-1-3 0,0-1-1 16,-2 0 4-16,2-1-3 0,1 1 9 0,1-1 3 15,-1-1 3-15,2 0 5 0,6 0 4 0,-11 0-1 16,6-1 4-16,5 1 1 0,-6-5 7 0,6 2-2 16,0-2-2-16,0-2-9 0,5 2 4 0,-1-4-1 15,5 0-2-15,5-1 3 0,2-3-5 0,5 4 5 16,2-4-1-16,1 1-1 0,0-2 3 0,-3 5-1 16,-3 0 0-16,6-5 0 0,-6 3 4 0,5-3 1 15,-5 4-2-15,1 0 0 0,-4-3 3 0,3 3-1 16,-5-1 2-16,-4 1 4 0,1 3 3 0,-1-1 6 15,-1 1 2-15,-3 0-1 0,0 4-2 0,0-1-3 16,-4 2-3-16,3-3-4 0,-1 2-3 0,-3 3-4 16,0 0-2-16,0 0-2 0,0 0-3 0,0 0 0 15,0 0-1-15,-19 4 0 0,12 0 1 0,1 2 2 16,-2 2 0-16,-2 2 0 0,2-1 0 0,5 1-2 16,-1 0 2-16,-2 0-1 0,5-2 3 0,-5 5-1 15,3-5 2-15,2 2 3 0,1 0-5 0,1-3 5 16,3 1 0-16,1 2 0 0,0-3 6 0,3 1 5 15,1 0 2-15,-1 0 5 0,-1 1-1 0,2-2 8 16,0 1-7-16,0 0 1 0,-1-5-1 0,-3 1-3 16,0 1 2-16,-1-1-3 0,2 0-4 0,-2-3 0 15,-1 1 0-15,-2 0-3 0,2 3-1 0,-3-5-1 16,0 5 3-16,0-5-1 0,-8 6-5 0,-1-3-27 16,0 2-40-16,-4-1-52 0,-1-2-61 0,4 3-64 15,-8-2-62-15,1 0-60 0,3-3-84 0,2 2-398 16,-6-2-917-16,7 0 405 0</inkml:trace>
  <inkml:trace contextRef="#ctx0" brushRef="#br0" timeOffset="94924.3474">9519 3223 216 0,'0'0'237'0,"-11"0"11"0,3 0 8 0,8 0 23 0,0 0 18 16,-14 1 9-16,14-1 25 0,-5-1 10 0,5 1 12 15,0 0 7-15,-6-2 0 0,6 2-1 0,0 0-3 16,-3-3-9-16,3 3-10 0,0 0-30 0,0 0-23 16,0 0-42-16,0 0-13 0,3-6-33 0,-3 6-18 15,0 0-21-15,0 0-29 0,6-2-4 16,-1 0-23-16,4 1-1 0,1 1-15 0,2 0-10 0,-2 3-4 16,9-2-8-16,-1 1-11 0,0 3-7 0,1 2-7 15,-7-4-8-15,4 6-3 0,-4-2 10 16,-3 0-17-16,1-1-1 0,-2 0-8 0,-2 4 3 15,-1-1 0-15,-4 2 1 0,-1-1-4 0,-3 1 4 16,-4 3-6-16,-4 0 9 0,-5-1-7 0,-5 2 3 16,-3-3 0-16,-1 2 5 0,5-7-4 0,-6 2-1 0,8-4 8 15,-1-3 1-15,6 0 19 0,-1-2 26 0,1-2 14 16,-1-3 1-16,5-4 3 0,0-1-86 16,3-5 0-16,1-2 0 0,2-2 0 0,5-6 0 15,4 1 0-15,2-1 0 0,5 0 0 0,2 3 0 16,1-1 0-16,6 7-107 0,0-1-124 0,1 1-73 0,4 5-67 15,1-1-72-15,0 4-58 0,5-1-71 0,-6 2-372 16,-4 2-1023-16,-5 0 453 0</inkml:trace>
  <inkml:trace contextRef="#ctx0" brushRef="#br0" timeOffset="95238.7987">9871 3004 112 0,'0'-11'468'0,"1"-1"39"0,-1 2 36 0,0-1 29 15,0 2 16-15,-1 2 6 0,1 1-11 0,0 0-15 16,0 0-23-16,1 3-39 0,0-1-40 16,-1 4-42-16,-1-7-44 0,0 4-42 0,1 3-37 15,0 0-31-15,0 0-26 0,0 0-62 0,-3 19-182 0,2 1 0 16,1 4 0-16,0 3 0 0,0 6 0 0,0 2 0 16,1 12 0-16,-2 1 0 0,0-2 0 0,2 2 0 15,-1 1 0-15,0-4 0 0,-1-8 0 0,-3 10 0 16,4-1 0-16,-3-13 0 0,6 16 0 0,-3-15 0 15,-1 2 0-15,-1-4 0 0,2 2 0 0,0-1 0 16,0-3 0-16,0-3 0 0,0-8 0 0,0-1 0 16,2 0 0-16,-2-8 0 0,0 1 0 0,0-1 0 15,1-2 0-15,-1-5 0 0,0 3 0 16,1-1-164-16,-1-5-268 0,0 0-60 0,0 0-60 16,0 0-50-16,0 0-390 0,0 0-1074 0,0 0 475 0</inkml:trace>
  <inkml:trace contextRef="#ctx0" brushRef="#br0" timeOffset="95457.8829">9789 3592 228 0,'0'-7'422'0,"0"0"40"15,0 2 45-15,3-1 28 0,-3 3 15 16,1-2 16-16,-2 0 0 0,2 0-4 0,-1 1-15 0,0 4-22 16,0-8-35-16,0 6-42 0,1-2-49 0,0 1-40 15,1 0-41-15,-1-3-34 0,4-1-31 16,4 1-83-16,1-1-170 0,3-4 0 0,5 1 0 15,1-1 0-15,8-1 0 0,-1-2 0 0,7 1-245 16,4 1-56-16,-2-1-53 0,0 3-39 0,0-2-34 0,-1 8-56 16,-2-4-70-16,-4 2-354 0,-1 0-980 0,1 4 434 15</inkml:trace>
  <inkml:trace contextRef="#ctx0" brushRef="#br0" timeOffset="96011.7399">11178 3048 152 0,'4'-10'526'0,"1"-8"-4"16,-3 6-13-16,0-7-4 0,-1 3-26 0,1-1-25 16,0 2-17-16,-2 0-9 0,-2 3-4 0,2 4-22 15,-3-3-29-15,3 4-34 0,-6-1-30 0,2 1-30 16,1 1-37-16,-5 5-28 0,0-3-23 0,1 4-19 15,-4 1-23-15,-6 5-11 0,0 5-16 0,2 3-7 16,-3 4-14-16,-1 2-11 0,6 3-9 0,-5 0-7 16,8 2-6-16,-4-2-5 0,5-6-8 0,1 2-4 15,5-1-12-15,-4-2 3 0,6 2-4 0,1-2-30 16,3 0-8-16,4-3 0 0,0 1 0 0,-1-3 0 16,8-1 0-16,0 3 0 0,8 4 0 0,-7-5 0 15,3-4 0-15,-1 4 0 0,-1-2 0 0,0-2 0 16,-4-2 0-16,-1 2 0 0,-2-2 0 0,1-1 0 0,-4 1 0 15,-2-3 0-15,1 1 0 0,-3 0 0 16,0-1 0-16,-4 4 0 0,0-3 0 0,-4 0 0 16,-6 4 0-16,-4-1 0 0,-5 1 0 0,-4-1 0 15,-5-1 0-15,2 2 0 0,0-1 0 0,5-1 0 16,1-5 0-16,2 2-130 0,2-3-28 0,6 1-24 16,1-1-34-16,6-1-73 0,5 1-75 0,-5-6-81 15,5 6-72-15,5-11-38 0,5 7-335 0,7-7-963 16,2 1 427-16</inkml:trace>
  <inkml:trace contextRef="#ctx0" brushRef="#br0" timeOffset="97011.2364">11301 3244 62 0,'5'-2'394'0,"-5"2"20"0,8-10 5 15,-6 6-18-15,3 2 1 0,-2-1-16 0,1-2-15 16,-3 3-21-16,2-1-27 0,-3 3-30 0,3-3-31 15,0 0-27-15,-3 3-28 0,3-4-21 0,-3 4-21 16,0 0-23-16,7 0-16 0,-7 0-10 0,14 4-16 16,-6-1-8-16,-2 1-11 0,4 2-10 0,-1-1-7 15,-1-2-8-15,-3 5-9 0,4-2-2 0,0 0-2 16,-4 3-6-16,-1 0-7 0,0-1-1 0,-3-1-5 16,3 3 0-16,-8-1-10 0,3-1-4 0,-3 1-6 15,-1 0-12-15,-7-1-15 0,-2 2-23 16,0-2-8-16,0-1-7 0,-1-2-6 0,2 0 3 0,2-1 10 15,0-2 13-15,0 0 5 0,5-2 3 0,6 0 6 16,-12-4 7-16,8-1 11 0,2 0 7 0,-1-3 0 16,3-2-3-16,0-1 12 0,4 2 0 0,1-3-3 15,1-3-2-15,1 1 5 0,2 3 11 0,-2-2 2 16,1 4 10-16,0 1 10 0,-2 1 6 0,2-1-1 16,-3 6-8-16,-1-1 0 0,2-2-5 0,-2 3-7 15,4-2-2-15,-3 3-6 0,1 1-7 0,-6 0 0 16,12 3 2-16,-5 1 1 0,-3 2-9 0,0-2 7 15,1 0-1-15,-1 3-4 0,2-1 2 0,-2 4 1 16,2-3-3-16,-2 3 2 0,0-4-4 0,0 3-10 16,-3-3-18-16,2-1-15 0,1 3-11 0,-3-2-18 15,0-2-11-15,2 1-1 0,2-1 2 0,-4-2 14 16,-1-2 5-16,5 5 9 0,-5-5 5 0,8 2 5 16,0-4 6-16,1 0 2 0,-3-3 4 0,3-1 24 15,0 1 12-15,2-2 18 0,0-1 5 0,-1 2 15 16,1-2 7-16,0 0 9 0,0 0 13 0,-2 0 4 15,0 1 13-15,-1-1 5 0,1 4 1 0,-3 0-2 16,-1-2-12-16,0 4-8 0,-1 0-7 0,0 0-9 16,1 0-9-16,-5 2-6 0,9 0-8 0,-9 0-6 15,9 1-4-15,-9-1-1 0,5 3-3 0,-1 3-4 16,-4-1 0-16,5 0-1 0,-4 2-1 0,3 1-4 16,-4-1-2-16,1 2-10 0,2 1-15 0,-2 0-12 15,-1-5-14-15,0 4-17 0,0-2-6 0,0-4-16 16,0 3 10-16,0-3 3 0,3 1 7 0,-3-4 11 15,0 0 6-15,1 5 11 0,-1-5 3 0,0 0 2 16,0 0 4-16,0 0-3 0,18-13 8 0,-10 5 3 16,-2 0 0-16,3-1 8 0,1 0 6 0,0-3 9 15,1 5 14-15,-1-2 6 0,-3 1 9 0,3-2-1 16,0 4 0-16,-4-1 4 0,0 2-4 0,0 2-6 16,-1-2-3-16,2 0-5 0,-3 4-3 0,1 0-2 15,-1 0-6-15,-4 1-3 0,9 3 2 0,-3 0-2 16,2-1-3-16,-3 3 1 0,-1-2 0 0,1 2-1 15,-1 2 0-15,1-1-2 0,0 3-1 0,-1-3-6 16,1 4-11-16,-5-2-18 0,4-3-13 0,-1 3-13 16,-2-2-16-16,0 0-15 0,3-1-2 0,-4 0 3 15,4-3 6-15,-3 0 17 0,-1-2 11 0,4 5 19 16,-4-5 17-16,0 0-5 0,0 0 2 0,8-8 21 16,-6 4 21-16,2-2 17 0,0 1 17 0,1 0 9 15,2-1 0-15,-3-3 14 0,2 4 2 0,-3 2 15 16,1-4 7-16,-1 4-6 0,-1 0-3 0,3 0-5 15,-2 0-4-15,-1 0-10 0,-2 3-8 0,4-4-7 16,-4 4-11-16,3-2-5 0,-3 2-3 0,0 0-8 16,2-4-5-16,-2 4-6 0,0 0-1 0,0 0-3 15,0 0 1-15,0 0-24 0,0 0-28 0,13 6-35 16,-6-4-37-16,-2 3-37 0,1-1-47 0,1 0-37 16,3-1-53-16,1 2-56 0,2-1-57 0,-2-2-62 15,1-1-327-15,3-1-846 0,-2 0 374 0</inkml:trace>
  <inkml:trace contextRef="#ctx0" brushRef="#br0" timeOffset="97265.226">12278 3199 218 0,'0'0'386'0,"3"-7"28"0,-3 4 43 0,0 3 33 16,3-5 8-16,-3 5-6 0,0-4-7 0,0 4-23 16,2-4-17-16,-2 4-22 0,4-2-23 0,-4 2-26 15,0 0-34-15,0 0-32 0,0 0-34 0,0 0-31 16,0 0-28-16,0 0 8 0,3 18 18 0,-3-8-12 15,2 5-11-15,2 2-4 0,-4 3-72 0,5 4-142 16,-4 4 0-16,-1 0 0 0,4-1 0 0,-4 1 0 16,0 2 0-16,0-3 0 0,0 2 0 0,0-3 0 15,-2 4 0-15,-1-2 0 0,-2 0 0 0,1-9 0 16,-1 6 0-16,-1-1 0 0,2-6 0 0,1-3 0 16,-3-3 0-16,3 2 0 0,2-7-291 0,-1 2-164 15,-1-5-34-15,0 0-25 0,3-4-56 0,0 0-409 16,0 0-1060-16,0 0 468 0</inkml:trace>
  <inkml:trace contextRef="#ctx0" brushRef="#br0" timeOffset="97564.7824">12295 3307 79 0,'4'-18'370'16,"1"3"19"-16,0-2 26 0,-4 5 7 0,6 3-3 15,-5-1-5-15,2 0-8 0,0 4-20 0,1-2-26 16,0 2-33-16,-2 3-32 0,-2-2-28 0,3 1-30 15,1 0-24-15,-1 1-21 0,4 2-21 0,-1 0-20 16,1 1-17-16,0 1-12 0,2 1-13 0,3 2-13 16,-3-1-7-16,1 3-11 0,-3-1-6 0,1 0-9 15,-1 2-6-15,0 1-5 0,0 0-6 0,-4-2-5 16,0 1-3-16,0-1-5 0,-3-1-1 0,2 3-5 16,-5-1 2-16,1 3-4 0,-3-1-2 0,-2 3 5 15,-3-3 3-15,-4 2-10 0,2-1-3 0,-8 0-1 16,-1-2-20-16,-5 1-26 0,-2 1-31 15,0-3-33-15,5 2-36 0,3-6-32 0,0-1-34 0,6 1-45 16,-2-4-41-16,5 1-71 0,4-3-93 0,1 0-356 16,4-2-868-16,2-4 384 0</inkml:trace>
  <inkml:trace contextRef="#ctx0" brushRef="#br0" timeOffset="97877.2187">12607 3043 10 0,'5'-11'482'0,"-1"1"19"0,-4 0 20 16,1-1 10-16,2 4 4 0,-3 0-2 0,1 0 0 15,-1 1-13-15,0 6-20 0,0-7-33 16,0 2-40-16,0 5-39 0,0 0-43 0,3-6-33 16,-3 6-39-16,0 0-31 0,0 0-33 0,0 0-18 0,0 0 21 15,2 16-15-15,-2-7-13 0,0 8-106 0,1 1-78 16,1 0 0-16,-2 3 0 0,1 2 0 0,-1 5 0 15,-1-2 0-15,-1-1 0 0,1-5 0 16,0-1 0-16,-3 6 0 0,0-5 0 0,2-1 0 16,-3 5 0-16,2-9 0 0,1 0 0 0,-2 1 0 0,1-4 0 15,3-4 0-15,0-1 0 0,-1 0 0 0,0-1 0 16,-1 1-305-16,1-4-149 0,1-3-39 0,0 0-74 16,12 2-495-16,-12-2-1151 0,16-12 509 15</inkml:trace>
  <inkml:trace contextRef="#ctx0" brushRef="#br0" timeOffset="98340.817">12813 3213 259 0,'0'0'338'0,"0"0"10"16,0 0-3-16,0 0 0 0,0 0-17 16,6-3-14-16,-6 3-13 0,0 0-34 0,0 0-18 15,0 0-18-15,0 0-17 0,0 0-11 0,0 0-26 0,0 0-14 16,0 0-13-16,9 2-18 0,-9-2-8 0,0 0-15 15,0 0-8-15,0 0-9 0,0 0-5 16,9 0 2-16,-1 1 2 0,-2 0-1 0,7-2 6 16,-2 1 0-16,7-1-5 0,-4 0-6 0,4-3-5 15,0-1-7-15,0 1 2 0,0-2 9 0,-4-1 2 16,-4 0 6-16,4 2-3 0,-5-2-3 0,0 2 1 0,0-1 4 16,-5-1-9-16,1 3-4 0,-1-2-12 0,-2-1-9 15,0 1-7-15,-5 1-4 0,-2-2-7 16,2 3-4-16,-5-2-9 0,3-1-2 0,-6 5-4 15,5 1-9-15,-7-1 2 0,4 3-7 0,-4-1 1 0,2 2 2 16,-2 0-7-16,-1 7 4 0,1 0-1 0,-1 4-2 16,-2 1-3-16,4 2 5 0,2 1 3 15,1-2-4-15,2 3-1 0,0-1-2 0,-1-3 2 16,3-2-2-16,2 1 2 0,1-2 1 0,1-1 1 16,1 0 11-16,1-4 5 0,1 3 11 0,5-2 14 15,-1-2-4-15,7 1 6 0,5 1 11 0,2-4 5 0,11-1 2 16,-3 0-1-16,3-4 0 0,-2 0-3 0,3-1-8 15,-2-1-3-15,-4-1-3 0,1-1-8 16,-9 1-6-16,3 2-23 0,-10-1-27 0,3 0-30 16,-5 3-46-16,0-2-50 0,-4 2-61 0,0-1-74 15,-5 2-81-15,0 0-78 0,0 0-74 0,0 0-444 0,0 0-1034 16,0 0 457-16</inkml:trace>
  <inkml:trace contextRef="#ctx0" brushRef="#br0" timeOffset="113359.3636">3547 4776 98 0,'3'3'322'15,"-3"-3"-10"-15,2 2-10 0,-2-2-7 0,0 0-17 16,3 5-1-16,-3-5-13 0,0 0-6 0,0 0 0 16,-3 5 7-16,3-5-4 0,-5 1-3 0,5-1-4 15,-7 1-6-15,1 0-6 0,6-1 3 0,-11 0-2 16,11 0 1-16,-12-1 1 0,3 0 5 0,-2 0-7 16,2-3 2-16,-4-1-7 0,-1 3 0 0,4-2-16 15,-9-2-8-15,2-4-11 0,-2 5-12 0,2-7-16 16,-2 3 6-16,0-1-4 0,-1-4-16 0,-3 0-15 15,4-4-8-15,2-4-138 0,-1-2 0 0,5 0 0 16,-2-2 0-16,2-1 0 0,0 1 0 0,8-5 0 16,4 0 0-16,2 1 0 0,3 2 0 0,0-1 0 15,2 1 0-15,4 0 0 0,2 0 0 0,2 4 0 16,0 0 0-16,0 0 0 0,3 0 0 0,1 3 0 16,0-1 0-16,-1 2 0 0,0 0 0 0,-2 8 0 15,1 0 0-15,-1 1 0 0,2 0 0 0,-2 3 0 16,3-3 0-16,-8 7 0 0,3-3 0 0,0 4 0 15,0 0 0-15,0 3 0 0,-1 0 0 0,-2 3 0 16,3-1 0-16,-3 3 0 0,2 2 0 0,-2-1 0 16,0 2 0-16,-3 0 0 0,0 3 0 0,0 3 0 15,-4 1 0-15,0-2 0 0,-3 3 0 0,-6 5 0 16,-3-3 0-16,-8 3 0 0,-5 6 0 0,-2-5 0 16,-8 0 0-16,-10 6 0 0,-2-3 0 0,11-6 0 15,-14 2 0-15,12-7 0 0,0-3 0 0,0-1 0 16,3-1 0-16,0-3 0 0,4-2 0 0,5-1 0 15,3-3 0-15,3 0 0 0,4 0 0 0,2-2 0 16,2 1 0-16,0-2 0 0,4 1 0 0,0-2 0 16,2-2 0-16,3 3 0 0,0-2 0 0,3 1 0 15,-2-1 0-15,7 2-155 0,3 2-261 0,2 0-64 16,2 1-72-16,-2 0-61 0,-1 1-384 0,7 0-1078 16,1 1 477-16</inkml:trace>
  <inkml:trace contextRef="#ctx0" brushRef="#br0" timeOffset="113859.6306">3789 4625 78 0,'0'0'422'16,"-3"-4"6"-16,3 4 23 0,-4-4 0 0,4 4 0 15,-4-3-4-15,2-1-11 0,2 4-4 0,-1-4-16 16,1 4-3-16,-4-4-11 0,5-1-14 0,-1 5-13 15,0 0-24-15,0 0-28 0,-2-5-23 0,2 5-26 16,0 0-31-16,0 0-25 0,0 0-25 0,0 0-18 16,0 0 8-16,0 0-3 0,1 14-19 0,0-9-161 15,2 5 0-15,-2 0 0 0,1 2 0 0,0 1 0 16,-1 2 0-16,0 2 0 0,1 0 0 0,0 0 0 16,-2 0 0-16,0 0 0 0,2 0 0 0,-2-2 0 15,-2 2 0-15,2-2 0 0,-2 3 0 0,3-3 0 16,-2-2 0-16,-1 2 0 0,2-4 0 0,-1 2 0 15,-2-2 0-15,2-2 0 0,1-3 0 0,0 1 0 0,-1 0 0 16,0 0 0-16,1-2 0 0,-3 0 0 16,6 0 0-16,-3-2 0 0,0 0 0 0,0-3 0 15,0 0 0-15,-4 5 0 0,4-5 0 0,0 0 0 16,0 0-386-16,0 0-85 0,5-17-48 0,-4 8-66 16,-2-4-454-16,-3-3-1125 0,4-2 498 0</inkml:trace>
  <inkml:trace contextRef="#ctx0" brushRef="#br0" timeOffset="114213.8481">3692 4624 295 0,'1'-7'408'0,"1"1"23"0,0 0-7 16,-1-1 4-16,3 1-4 0,0 0-6 0,0-2-10 16,1 3-20-16,0-4-27 0,0 1-21 15,1 0-20-15,1 1-13 0,2 0-14 0,-3 2-33 16,4-1-15-16,-5 2-37 0,3 1-3 0,-2-1-22 0,2 1-17 15,1 1-18-15,2 1-7 0,1 2-13 0,-3 4-5 16,5-1-18-16,-5-1-4 0,1 2-12 0,0 2-9 16,2 0-1-16,-3-2-3 0,1 2-7 15,-6 0-5-15,1-2-19 0,2 4 8 0,-5-3-2 16,1-1 0-16,-1 3-9 0,-2-1 3 0,-5-1 15 0,0 5-2 16,-4-1 2-16,-5 0-49 0,1 1-11 0,-9 0 0 15,4 0 0-15,-8-3 0 0,-1 3 0 16,1-2 0-16,7-4 0 0,2 1 0 0,5-3 0 15,-1-1 0-15,4 1 0 0,0-3 0 0,0 0 0 0,9 0 0 16,-5-1 0-16,5 1 0 0,0 0 0 0,0 0-195 16,14-11-117-16,-1 6-77 0,5-1-74 0,-2 2-80 15,14-4-67-15,-5-1-337 0,7 5-1025 0,-2-5 454 16</inkml:trace>
  <inkml:trace contextRef="#ctx0" brushRef="#br0" timeOffset="114487.9294">4323 4557 533 0,'0'0'554'0,"0"0"5"0,-4-7-12 16,4 7-23-16,0-4-29 0,0 4-22 0,3-9-23 15,-2 6-30-15,-1-1-29 0,3 2-42 0,-3 2-26 16,2-8-44-16,-1 7-30 0,-1 1-26 15,8-2-26-15,0-1-21 0,-1 3-27 0,5-1-24 0,-1-1-37 16,1 0-28-16,-1 4-34 0,0-2-17 0,0 0-31 16,-1 1-31-16,1 0-38 0,0 0-28 15,-5-1-44-15,2 0-57 0,-8 0-48 0,9 0-50 16,-9 0-32-16,8 3-40 0,-5-1-47 0,-3-2-32 16,0 5-248-16,0-5-776 0,-6 7 343 0</inkml:trace>
  <inkml:trace contextRef="#ctx0" brushRef="#br0" timeOffset="114693.9477">4337 4638 22 0,'-4'3'356'0,"3"0"37"16,-3 1 46-16,4-4 18 0,-5 4 24 0,5-4 10 15,-5 0 1-15,5 0-5 0,-4 3-9 0,4-3-19 16,0 0-26-16,0 0-29 0,0 0-30 0,0 0-43 16,0 0-29-16,0 0-33 0,0 0-26 0,0 0-24 15,14 1-49-15,-14-1-52 0,17-1-51 16,-7-1-41-16,1 2-39 0,1 0-47 0,3-1-46 0,-3 1-42 15,7 0-49-15,-2-3-36 0,2 2-48 0,-3-3-42 16,2 1-45-16,-5 0-48 0,5-3-51 0,-4 1-350 16,0 2-885-16,-1-2 393 0</inkml:trace>
  <inkml:trace contextRef="#ctx0" brushRef="#br0" timeOffset="114944.7295">4617 4500 9 0,'0'0'455'0,"-3"-6"21"0,3 3 20 16,0 3 4-16,-4-6 6 0,4 6-4 0,-2-1-15 16,2 1-19-16,0 0-23 0,0 0-37 0,0-5-35 15,0 5-35-15,0 0-31 0,0 0-26 0,0 0-20 16,15 12-14-16,-7-1-11 0,6 0-18 0,-2 3-13 16,2-3-13-16,-3 5-17 0,2-2-14 15,-3 2-17-15,-1-3-13 0,0 4-11 0,0-2-70 0,-4-2-50 16,-1-2 0-16,-3 3 0 0,-1-3 0 0,-4-1 0 15,-1 1 0-15,-5-1 0 0,-3 1-10 0,-1-2-248 16,0-4-96-16,-8 1-120 0,3-4-128 0,-9 2-481 16,6-1-1172-16,-4-2 519 0</inkml:trace>
  <inkml:trace contextRef="#ctx0" brushRef="#br0" timeOffset="116631.2401">5468 4356 25 0,'-1'-4'420'0,"-2"0"11"16,3-2 10-16,0 0 2 0,-1 4 0 15,2-6-5-15,-2 1-8 0,0 2-5 0,1 2 1 16,0-2-5-16,0 5-17 0,-1-8-10 0,2 5-17 16,-1-1-21-16,0 4-28 0,0 0-32 0,-4-4-33 0,4 4-24 15,0 0-26-15,0 0-25 0,0 0-25 16,0 0-3-16,0 0 17 0,-1 12-16 0,1-3-32 16,1 1-129-16,-1 6 0 0,3 2 0 0,-1 0 0 15,2 8 0-15,-4 2 0 0,1-3 0 0,-1 3 0 16,0-3 0-16,-1 4 0 0,-2-3 0 0,1-1 0 0,-2 0 0 15,4-5 0-15,-3 5 0 0,2-7 0 16,0 0 0-16,-1-1 0 0,1-5 0 0,1 0 0 16,0-1 0-16,0-2 0 0,0 0 0 0,-1-3 0 15,1 0 0-15,1-2 0 0,-1-1 0 0,0-3 0 0,1 4 0 16,-1-4 0-16,0 0 0 0,0 0-356 0,3-17-73 16,-6 6-57-16,0-5-79 0,-3 0-61 15,-1-3-330-15,-3-12-1033 0,-3 5 457 0</inkml:trace>
  <inkml:trace contextRef="#ctx0" brushRef="#br0" timeOffset="116982.9561">5253 4300 27 0,'2'-5'330'0,"1"-1"16"0,-1-1 6 0,3 2 5 0,0-1 3 16,3-3 2-16,1 3 5 0,-3-1-11 15,3 1-3-15,4 1-13 0,-4 2-15 0,2-2-14 0,3 2-8 16,0 1-11-16,4 0-16 0,0-1-17 0,0 3-8 15,5 3-6-15,-1-2-21 0,7 1-4 0,1 3-12 16,2 2-12-16,-2 0-13 0,-3 4-18 16,4 0-10-16,-2 2-17 0,-2-1 0 0,-2 2-20 15,-2 1-8-15,-7-2-10 0,4 5-10 0,-3 5-7 16,-7-7-8-16,-5 0-7 0,3 11-3 0,-8-1-22 0,-3 0-43 16,-5 2 0-16,-8-4 0 0,-6 2 0 15,-2 1 0-15,-13 6 0 0,9-9 0 0,-17 2 0 16,13-3 0-16,-2-4 0 0,-9 2 0 0,10-5 0 0,4-3 0 15,1 0 0-15,6-5 0 0,4-1 0 0,4-3 0 16,1 0 0-16,4-1 0 0,0-2 0 0,4 0 0 16,-2 1 0-16,7-2 0 0,-3-6 0 0,3 6 0 15,6-8 0-15,2 2-191 0,7-3-205 16,2 0-81-16,1 2-95 0,1 2-78 0,8-4-335 0,-8 4-1065 16,2-1 471-16</inkml:trace>
  <inkml:trace contextRef="#ctx0" brushRef="#br0" timeOffset="117581.8224">5982 4610 244 0,'0'0'384'0,"-5"-3"0"16,5 3 6-16,0 0-11 0,0 0-1 0,-3-4-3 16,3 4-11-16,0 0-6 0,0 0-15 0,0 0-20 15,0 0-14-15,0 0-22 0,-5-1-18 0,5 1-28 16,0 0-21-16,0 0-24 0,0 0-18 0,0 0-20 16,0 0-11-16,0 0-16 0,0 0-10 0,0 0-2 15,0 0-6-15,0 0-5 0,0 0-5 0,0 0-13 16,9-4-2-16,-3 2-3 0,2 1-6 0,2-3 0 15,1 0-8-15,1 2 1 0,-3-3-2 16,4-1-5-16,0 0-4 0,-3-2-2 0,-1 0 1 0,5-3 4 16,-6 2-10-16,1 0-3 0,-3 0-2 0,0 0 20 15,-3 4-18-15,1-3-2 0,-2 2 0 0,-2 2-11 16,2-4-2-16,-4 1-2 0,2 3 3 0,-3-1-13 16,-1 0 12-16,1 0-9 0,-6 3-11 0,3 1-10 15,-2 1-6-15,-6 0 0 0,0 1 0 0,1 2 0 16,-2 5 0-16,-2-1 0 0,-1 6 0 0,-2 4 0 15,5-2 0-15,-4 4 0 0,2-1 0 0,5-2 0 16,3-3 0-16,3 3 0 0,0 0 0 0,2-4 0 16,1 0 0-16,2 0 0 0,5 0 0 0,-3-1 0 15,5 1 0-15,3-3 0 0,0 0 0 0,5 0 0 16,2 0 0-16,0-1 0 0,1-2 0 0,2 0 0 16,1-3 0-16,1 0 0 0,1-3 0 0,-3 1 0 15,-2-1 0-15,-2-2 0 0,-1 0 0 0,0 1 0 16,-3-1 0-16,1 0 0 0,-2-1 0 0,-1 1 0 15,-2-1 0-15,-1 0 0 0,-1 0 0 0,0 1-81 16,-4 0-126-16,-1 2-69 0,2-8-78 0,-4 4-69 16,-1 0-75-16,0 1-74 0,-5-1-392 0,5 0-1043 15,-4 1 461-15</inkml:trace>
  <inkml:trace contextRef="#ctx0" brushRef="#br0" timeOffset="118133.8373">6331 4528 115 0,'-3'-7'537'0,"2"5"12"15,-2-3 7-15,2 2-10 0,1 3-19 0,-2-9-16 16,2 6-34-16,-3-2-18 0,3 2-25 0,0 3-36 15,-1-6-39-15,1 6-38 0,0 0-40 0,0 0-34 16,0 0-21-16,0 0-24 0,0 0-26 0,0 0-11 16,7 12-20-16,-3-9-16 0,0 6-7 0,0 1-17 15,0 0-14-15,1-1-9 0,-1 1-2 0,0 2-9 16,-2-1-6-16,-1 0-3 0,2-1-14 0,-1 1-8 16,0 0-12-16,-2 0-7 0,0-2-20 0,0 1-9 15,-2-2-12-15,0 3-13 0,1-4-7 0,-1 1-8 0,0-1 0 16,1-4-4-16,-2 2 2 0,2-1 6 15,1-1 5-15,0-3 15 0,-2 5-15 0,2-5 15 16,0 0 1-16,0 0 5 0,0 0 0 0,3-17 3 16,1 8-1-16,0 0 4 0,1-2 5 0,2-3 5 0,1-1 8 15,1-1-2-15,1 1 7 0,-1 5 8 16,0-5 11-16,5 1-7 0,-4 2-7 0,-1 0 3 16,0 3 7-16,3 1 6 0,-6 2 0 0,3 4-4 15,0-2-8-15,0 4 3 0,0 2 7 0,1 1-2 0,2 2 6 16,-3 1-4-16,-1 5-1 0,3 1-3 15,-6-2-2-15,1 1-1 0,1 0-4 0,-2 4 1 0,0 1 0 16,-4 0-3-16,-1 0-11 0,1-1-6 16,-2-2 0-16,0-2 0 0,1-2 0 0,-3 1 0 0,2-2 0 15,0-1 0-15,1-1 0 0,1-2-62 0,-2 1-10 16,-1-2-21-16,2-3-49 0,0 0-57 16,0 0-53-16,0 0-64 0,11-9-58 0,-9 3-58 15,6-2-58-15,3-2-66 0,1-3-312 0,-2 1-939 0,3-1 416 16</inkml:trace>
  <inkml:trace contextRef="#ctx0" brushRef="#br0" timeOffset="118865.0724">6797 4453 73 0,'3'-6'445'0,"1"0"22"0,-1 1-8 0,0 0 17 15,0-1 1-15,-1 2-8 0,1 0-19 0,-2-1-19 16,-1 5-25-16,1-5-40 0,-1 5-26 0,3-4-37 15,-3 4-25-15,0 0-34 0,0 0-18 0,0 0-31 16,0 0-19-16,0 0-18 0,-17 11-8 0,11-3-20 16,-2-2-13-16,3 2-10 0,-3 3-11 0,-1 1-13 15,2 4-3-15,0-6-7 0,4 3-11 0,-1-2-4 16,0-2-2-16,0 3-7 0,4-4-6 0,0 3-3 16,0-1 2-16,4-3-6 0,0 0-9 0,2 2 7 15,2-2-6-15,1 0 3 0,0-1-8 0,0 1-4 16,2-2-1-16,-2 1 2 0,1 0-8 0,0 0-4 15,1-2 2-15,-2 2 1 0,2 1 0 0,-5-4-8 16,1 2-7-16,-2-1 3 0,0 1 1 0,-2-1 9 16,-1 0-6-16,-1 3-5 0,-1-3 10 0,-3 0-6 15,-4 3 2-15,1-1 0 0,-4-1 3 0,-6 2-7 16,0-1 0-16,-1-2 3 0,2 1 1 0,-4 1 3 16,3-1-9-16,1-2 4 0,2 0 5 0,-1-2-6 15,4-1 3-15,-2 2 3 0,6-4 2 0,-2 1-9 16,4-2-3-16,2-1 2 0,2-1-9 0,1-1-7 15,3 0-1-15,0-2-6 0,6-2-8 0,3-1-4 16,1 0-6-16,4-1-13 0,0 2 0 0,0 2-8 16,1-2-11-16,1 2-14 0,1 3-8 0,-1 0-5 15,-1 0 3-15,0 0 3 0,-1 1 5 0,-5 2 12 16,0 0 7-16,0-2 7 0,-3 1 7 0,3 0 7 16,-6 2 8-16,1 1 5 0,-3-3 16 0,4 1 13 15,-3 1 19-15,0-2 10 0,1 2 13 0,-2 0 10 16,3-1 11-16,-3-1 12 0,2-1 6 0,-2 1 9 15,1-1 1-15,-2 2 11 0,2-2 2 0,-2 3 10 16,1-1-3-16,-5 2-3 0,5-3 7 0,-5 3-7 16,3-3-3-16,-3 3-9 0,5-1-15 0,-5 1-5 0,0 0-13 15,0 0-3-15,5 4-32 0,-5-4-20 16,1 6 0-16,1-1 0 0,0-1 0 0,-2 2 0 16,0-1 0-16,4 3 0 0,-4-1 0 0,0-1 0 15,0 4 0-15,0-3 0 0,1 3 0 0,-2-1 0 0,2 2 0 16,-1-2 0-16,-1-1 0 0,2-1 0 15,-1 3 0-15,3-1 0 0,-3-3 0 0,0 1 0 16,0-2 0-16,0 0 0 0,0-1 0 0,1 0 0 16,-1-4 0-16,0 4 0 0,0-4 0 0,0 0-58 0,0 0-215 15,0 0-40-15,-8-14-46 0,7 5-46 0,-3-1-43 16,3-7-48-16,-3-1-37 0,3 0-352 0,1-10-958 16,0 0 424-16</inkml:trace>
  <inkml:trace contextRef="#ctx0" brushRef="#br0" timeOffset="119013.914">7133 4355 216 0,'4'-7'262'0,"-1"0"36"16,-2 0 26-16,-1 3 32 0,4-3 18 0,0 2 23 16,-4 1 2-16,0 1 3 0,0 3-14 0,0-5-13 15,0 5-27-15,0-6-32 0,0 6-39 0,-3-4-23 16,3 4-40-16,0 0-21 0,0 0-49 0,0 0-44 16,0 0-61-16,0 0-79 0,0 0-75 0,0 0-107 15,8 13-86-15,-4-8-99 0,-3-2-357 0,5-1-828 16,-2 3 366-16</inkml:trace>
  <inkml:trace contextRef="#ctx0" brushRef="#br0" timeOffset="119304.2491">7390 4323 401 0,'1'-7'528'0,"-2"2"29"15,0 1-8-15,0-3 6 0,-2 3-14 16,3-1-15-16,-1 0-16 0,1 5-17 0,-3-5-36 0,3 2-38 15,0 3-35-15,0 0-39 0,0-5-39 0,0 5-32 16,0 0-41-16,0 0-11 0,0 0-12 0,0 0-19 16,-6 17-15-16,5-8-17 0,1 3-5 0,-3 7-153 15,3-1-1-15,0 1 0 0,0 6 0 0,0 0 0 16,0 0 0-16,0 0 0 0,4 5 0 0,-4-11 0 16,6 6 0-16,-6-7 0 0,0 1 0 0,-1-1 0 15,2 0 0-15,-1 0 0 0,0 2 0 0,0-9 0 16,0 0 0-16,3 0 0 0,-3-1 0 0,1-3-118 15,-1-2-254-15,3 1-48 0,-1-3-39 0,-2-3-53 16,7 1-58-16,-7-1-387 0,0 0-1037 0,0 0 459 16</inkml:trace>
  <inkml:trace contextRef="#ctx0" brushRef="#br0" timeOffset="120100.4251">7289 4568 388 0,'-6'-2'426'16,"3"0"26"-16,3 2 2 0,-5-4 9 0,5 4 0 15,-6-4-15-15,6 4-12 0,-3-6-8 0,3 6-24 16,0 0-38-16,0-5-29 0,0 5-35 0,3-10-32 16,-1 7-27-16,2-1-19 0,1-1-39 0,2 2-6 15,-1 2-19-15,4-2-8 0,3 0-18 0,1-1-12 16,5 1-18-16,-1 0-11 0,9 2-2 0,-4-2-12 16,5-3-12-16,-9 5-8 0,2 0-6 0,0-3-1 15,-3 3-9-15,3-1 3 0,-7 2-18 0,0 0-2 16,-5 0 10-16,4-2-6 0,-3 2-6 0,-2 0-5 15,-3 0 6-15,1-1-13 0,-6 1 4 0,9 0-9 16,-9 0 4-16,5 1-13 0,-5-1 9 0,0 0-1 16,5 2-3-16,-5-2-1 0,0 0 2 0,0 0-4 15,4 1 3-15,-4-1-6 0,-2 9 6 0,3-1-6 16,-4-3 7-16,3 2 2 0,-1 2 0 0,1 2-8 16,0-2 5-16,0 1 3 0,-1-2-10 0,2 2-1 15,-1-3 6-15,1 0 1 0,2 0-8 0,-1 3-13 16,2-5-12-16,1 4-7 0,-1-4-3 0,1 0-12 15,0 0 2-15,1-1 3 0,2-1-17 0,-1-2 12 16,0-1 7-16,4-1 8 0,0-1 2 0,-2-2 6 16,4-1 2-16,-3-2 4 0,3-4 0 0,2-1 4 15,-6-1 4-15,4-5 6 0,-3 4 24 0,0 0 9 16,-3-1 10-16,-2 5 16 0,0-1 2 0,1 0 20 16,-3 4 3-16,0-2 0 0,-1 2 24 0,1 3 1 15,-2 0 2-15,0 0-24 0,-1 0-3 0,0 4-38 16,0-4-36-16,0 4 0 0,0 0 0 0,0 0 0 15,0 0 0-15,0 0 0 0,-14 11 0 0,9-2 0 16,0 5 0-16,0 3 0 0,0 1 0 0,1 2 0 16,0-1 0-16,4 10 0 0,-4 0 0 0,4 1 0 15,0-1 0-15,-1 3 0 0,1-1 0 0,0 3 0 16,0-1 0-16,-1 2 0 0,1-1 0 0,-3-1 0 16,-2 0 0-16,4-1 0 0,-3 0 0 0,0-3 0 0,4-5 0 15,-4 5 0-15,0-11 0 0,3 2 0 16,-3-2 0-16,0-5 0 0,2-2 0 0,-2 1 0 15,4-3 0-15,-4-2 0 0,3-1 0 0,1-2 0 16,-3-1 0-16,3-3 0 0,-1 5 0 0,1-5 0 0,0 0 0 16,0 0 0-16,-19-8 0 0,13 0 0 0,-1-1 0 15,-2 0 0-15,-2-6 0 0,0 3 0 16,4-2 0-16,-3-3 0 0,2-2 0 0,-1 4 0 16,2-2 0-16,0 0 0 0,3 4 0 0,3 0 0 0,1-4 0 15,2 2 0-15,2 0 0 0,5 0 0 0,1 1 0 16,4-2 0-16,2 4 0 0,8-3 0 15,1 0 0-15,0 5 0 0,3-3 0 0,1 1 0 16,-2 2 0-16,-8 1 0 0,-2 3 0 0,0 0 0 16,-6 2 0-16,3 0 0 0,-9 0 0 0,3 2 0 0,-3-2 0 15,0 1 0-15,0 0-456 0,-5 3-193 0,-9-8-532 16,4 3-1280-16,-4-1 566 0</inkml:trace>
  <inkml:trace contextRef="#ctx0" brushRef="#br0" timeOffset="120735.2896">8599 4357 114 0,'0'0'341'0,"4"-1"11"0,-4 1 12 0,0 0 24 16,4-1-3-16,-4 1 8 0,6-3 6 15,-6 3 1-15,0 0-6 0,1-3-16 0,-1 3-21 16,3-3-30-16,-3 3-26 0,0 0-25 0,9-1-30 0,-9 1-30 15,5 0-25-15,-5 0-19 0,10 1-20 16,-5 1-14-16,3 2-14 0,-4-3-13 0,1 6-8 16,3-3-10-16,-3 1-11 0,-1 1-8 0,-3-1-4 15,-1 2-11-15,0 1 0 0,-4 3-1 0,-1 0 6 0,-5 2-4 16,-2-1-12-16,-3 1 6 0,1-5-2 0,-4 4-7 16,3-3-5-16,-3-2 2 0,1 1-4 0,1-4 18 15,3-1 13-15,1-3 25 0,1 1 23 16,0-1 14-16,0-1-4 0,5-3-90 0,-3 1-37 0,2-3 0 15,1-5 0-15,2 0 0 0,3 0 0 0,2-4 0 16,2-2 0-16,3 0 0 0,3 0 0 0,5-6 0 16,5 4 0-16,3 1 0 0,1-2 0 0,1 9 0 15,3 0-96-15,5-1-256 0,0 3-76 0,0 2-51 16,0 4-53-16,1-1-49 0,-3 2-374 0,-2 0-1032 16,-7 1 457-16</inkml:trace>
  <inkml:trace contextRef="#ctx0" brushRef="#br0" timeOffset="121069.4654">8971 4235 45 0,'0'-5'467'0,"0"-2"39"0,-1 0 21 0,0 0 25 15,-2-2 24-15,2-1 9 0,-1 2 3 0,1 0 3 16,0-2-10-16,0 3-22 0,1 0-26 0,-2 2-28 16,4 1-42-16,-2 0-34 0,0 4-35 0,-2-6-104 15,2 6-290-15,2-4 0 0,-2 4 0 0,0 0 0 16,0 0 0-16,-3 15 0 0,2 1 0 0,-1 3 0 15,0 6 0-15,-6 2 0 0,5 1 0 0,-3 2 0 16,2 1 0-16,-2 3 0 0,2-1 0 0,-2 3 0 16,2 9 0-16,-1-9 0 0,1-2 0 0,-1 1 0 15,0-1 0-15,0-1 0 0,0-1 0 0,1 3 0 16,0-1 0-16,-1-7 0 0,1 2 0 0,0-4 0 16,4-6 0-16,0-1 0 0,0-1 0 0,0-1 0 15,0-4 0-15,0-3 0 0,1 3 0 0,2-5 0 16,-2-2 0-16,-1 1 0 0,4-3 0 0,-4 1 0 15,4 0 0-15,-4-4 0 0,0 0 0 0,14-7 0 16,-9 1-226-16,-1-2-323 0,-1-3-39 0,2-4-29 16,-5-1-419-16,-3-2-1121 0,2-1 496 0</inkml:trace>
  <inkml:trace contextRef="#ctx0" brushRef="#br0" timeOffset="121284.9811">8847 4686 501 0,'-4'-12'94'0,"-1"2"61"0,1-1 41 0,3 7 34 15,-3-3 35-15,-1-1 51 0,5 5 24 0,-5-3 59 16,3 1 42-16,-1-1 33 0,2 2 23 0,-1 1 12 0,2 3 5 15,0-8-12-15,2 4-39 0,0-1-40 16,7-1-43-16,4-4-38 0,6 2-37 0,7-3-24 16,3 4-23-16,9-3-25 0,-2 4-160 0,1 2-73 15,-1-3 0-15,18 0 0 0,-19 2 0 0,3-2 0 16,-5 4 0-16,-4 1 0 0,-8-2 0 0,-1-2 0 16,-6 5 0-16,-1-1 0 0,-3 2 0 0,2-5 0 15,-7 2-89-15,1 0-262 0,-2-1-78 0,-3 2-59 16,-1 2-81-16,-5-6-54 0,5 6-318 0,-10-5-1018 15,2-2 450-15</inkml:trace>
  <inkml:trace contextRef="#ctx0" brushRef="#br0" timeOffset="121758.9925">9931 4244 135 0,'5'-6'455'0,"-4"-1"-4"0,3 2 2 0,0-1 4 0,-3 2 0 15,2-1-5-15,-2 1-12 0,-1-1-10 0,4 3-24 16,-4 2-21-16,1-2-25 0,-1 2-35 0,3-4-30 16,-3 4-26-16,0 0-32 0,0 0-16 0,0 0 20 15,-3 11-8-15,3-2-4 0,0 2-3 0,0 1 3 0,4 5-7 16,-1 0-2-16,-1 2-12 0,-1-1-53 15,2 9-155-15,-2 0 0 0,2-3 0 0,-2 2 0 16,-1-7 0-16,-1 0 0 0,-2 10 0 0,3-9 0 0,-4 4 0 16,3-4 0-16,-1-3 0 0,-2 1 0 0,1 0 0 15,2-6 0-15,-2-1 0 0,3-3 0 16,0 0 0-16,0 0 0 0,-1-1 0 0,1-4 0 16,0 1-300-16,0-4-35 0,-1 4-75 0,1-4-52 15,0 0-59-15,0 0-42 0,0 0-371 0,1-18-1011 0,-1 10 448 16</inkml:trace>
  <inkml:trace contextRef="#ctx0" brushRef="#br0" timeOffset="122102.2709">9816 4256 185 0,'0'-6'464'0,"-2"0"33"0,2-2 12 0,0 2 3 16,0-1-9-16,2 0-23 0,-1-1-30 0,2-1-32 0,1-3-20 15,2 5-21-15,2-5-24 0,2 6-26 0,1-7-24 16,7 3-20-16,0-1-22 0,0 1-21 0,2 2-23 16,2 2-19-16,5-3-11 0,1 5-23 0,1-1-10 15,0 3-17-15,1 0-20 0,-2 2-5 16,-7 2-7-16,-1 2-15 0,2-1-3 0,-4 1-24 0,2 4-63 16,-3-2 0-16,-7-2 0 0,1 2 0 0,-3 2 0 15,0 0 0-15,-4 2 0 0,-2-2 0 0,-3 3 0 16,-3 2 0-16,-5 3 0 0,-5-1 0 0,-9 6 0 15,-2-2 0-15,-6 0 0 0,0-2 0 0,1 2 0 16,2-3 0-16,-2-1 0 0,5 1 0 0,3-9 0 16,5 4 0-16,-2-3-43 0,10-2-268 0,-1 0-79 15,6-2-64-15,4 0-81 0,3 0-86 0,3 0-353 16,3-3-1053-16,9 1 467 0</inkml:trace>
  <inkml:trace contextRef="#ctx0" brushRef="#br0" timeOffset="122953.0739">10261 4502 190 0,'0'0'464'16,"0"0"-1"-16,0 0-7 0,4-17-16 0,-3 16-24 16,3-4-24-16,-2 0-12 0,2 0-27 0,-3 2-30 15,2-2-29-15,1 1-29 0,-1 0-29 0,1 1-26 16,3 1-21-16,0-1-18 0,1 1-15 0,0 1-18 15,-2 1-14-15,8 1-13 0,-5-1-12 0,0 4-13 16,1 2-11-16,-1-1-6 0,-1 1-7 0,3 3-7 16,-7 2-4-16,1-3-4 0,-2 2-4 0,2 1-5 15,-5-3-7-15,0 6 3 0,-1-3-4 0,-6-1-6 16,2 2-1-16,-4-2-13 0,-1 2-1 0,-2-5-16 16,1 2-14-16,-2-1-10 0,-6 2-9 0,6-5-6 15,-5 0 7-15,7 0 6 0,-1-2 3 0,1-2 6 16,1-2 1-16,1-2 8 0,0 2 11 0,1-2 23 0,4-1 22 15,2-2 13-15,-1-2 13 0,3-2 12 16,0-2 8-16,5-1 8 0,0-3 3 0,2 0 9 16,0 2 0-16,4-2-3 0,-4 3-5 0,2 5-8 15,0-4-3-15,0 6-13 0,-1-2-1 0,3 1-2 16,-2 1-13-16,0 3 6 0,3 1-5 0,-1 0 0 16,-3-1-2-16,3 3-7 0,2 3 5 0,-4-1 0 15,4 1-13-15,-3 0-1 0,-1 3-2 0,2 0-40 16,0 2 0-16,-2-2 0 0,1 6 0 0,0 0 0 0,-1 0 0 15,0-1 0-15,-1 0 0 0,-3-2 0 16,3 1 0-16,-3-1 0 0,2 0 0 0,-4 0 0 16,1-3 0-16,0 3 0 0,-1-4 0 0,1-2 0 15,0 3 0-15,-1-2 0 0,0-2 0 0,1 1 0 0,-3 0 0 16,-1-3-35-16,8 0 5 0,-8 0-3 16,9-2-2-16,-4-1 10 0,3 0 1 0,-2-4 5 15,3 0-2-15,-1 0-5 0,2 0 12 0,-1 0 19 16,4-7 9-16,0 3 6 0,-3-1 5 0,-2 2 9 15,2 0 5-15,-1 1 6 0,1 3 1 0,0 0-12 0,-2-3-34 16,1 6 0-16,-3-2 0 0,0 2 0 0,5-1 0 16,-3 4 0-16,-2 0 0 0,4 2 0 15,-1 3 0-15,1 1 0 0,0 1 0 0,2 6 0 16,-3-3 0-16,1-2 0 0,-1 4 0 0,-1 0 0 0,-3-1 0 16,4 3 0-16,-4-3 0 0,-3 0 0 0,1 3 0 15,0-3 0-15,-3 0 0 0,1 0 0 0,-2 0 0 16,-2-5 0-16,2 2 0 0,1-2 0 0,-2-4 0 15,0 4 0-15,-2-3 0 0,4-3 0 0,0 0 0 16,0 0 0-16,0 0 0 0,-11-13 0 0,11 1 0 16,1 3 0-16,5-7 0 0,-2-1 0 0,1 0 0 15,-1 1 0-15,5 0 0 0,-4-2 0 0,5 3 0 16,-1 0 0-16,-2 0 0 0,3-1 0 0,-5 10 0 16,-2-6 0-16,2 4 0 0,1 0 0 0,-2 3 0 15,0 2 0-15,1 0 0 0,-1 0 0 0,-2-3 0 16,3 3 0-16,-1 0 0 0,0 2 0 0,-4 1-167 15,10-3-100-15,-6 3-19 0,2-2-35 0,2 1-25 16,-4 0-24-16,4 0-19 0,-8 1-17 0,12 0-30 16,-4-3-43-16,2 2-309 0,-1-4-852 0,-1 1 377 15</inkml:trace>
  <inkml:trace contextRef="#ctx0" brushRef="#br0" timeOffset="123236.219">11185 4317 359 0,'2'-3'458'0,"-2"0"23"0,4 0 19 0,-4 3 10 16,0-6 0-16,0 6 3 0,-2-10-12 0,0 5-6 16,2 2-12-16,0-2-14 0,-2 1-21 0,2 4-24 15,-4-6-24-15,2 3-39 0,2 3-29 0,-1-4-35 16,1 4-30-16,0 0-29 0,-4-2-93 0,4 2-145 16,0 0 0-16,-2 11 0 0,2-5 0 0,1 4 0 15,-1 2 0-15,3 3 0 0,-1 2 0 0,1 1 0 16,-1 1 0-16,2 0 0 0,0 0 0 0,-3-1 0 15,4 8 0-15,-1-1 0 0,-4-3 0 0,3-3 0 16,-3-1 0-16,1 0 0 0,-2 1 0 0,-1-4 0 16,1 4 0-16,-3-3 0 0,3-5 0 0,-3-2 0 0,3-1 0 15,-3-5 0-15,4 2-56 0,-2-3-401 16,2-2-60-16,0 0-73 0,0 0-54 0,0 0-345 16,0 0-1069-16,-3-18 474 0</inkml:trace>
  <inkml:trace contextRef="#ctx0" brushRef="#br0" timeOffset="123654.3788">11165 4514 359 0,'0'0'418'0,"-8"-2"27"0,4-1 5 0,0 1 5 16,4 2-6-16,-9-2 4 0,9 2-9 0,0 0-9 16,-10-3-16-16,10 3-18 0,0 0-15 0,0 0-31 0,-4-3-34 15,4 3-33-15,0 0-35 0,2-8-26 16,-2 8-23-16,7-5-27 0,-1 3-12 0,1 0-19 15,3-1-22-15,4-2-13 0,-1 4-19 0,4-4-16 16,0 4-19-16,2-2-15 0,-2-1-19 0,-2 3-11 0,-2-2-8 16,5 0 1-16,-5 0-3 0,-1 2-9 0,-1 0-7 15,-1 0-4-15,-1 0-15 0,-3 0 9 16,2-1 6-16,-3 1-4 0,1 0-1 0,-6 1-3 16,8 0 1-16,-8 0-2 0,5-1 3 0,-5 1 3 15,0 0-6-15,9 1 8 0,-6 1-2 0,-3-2 1 0,7 4 4 16,-5-1 5-16,0-1-5 0,-1 2 8 15,2-1-2-15,-2 2 4 0,1-2 14 0,0 1 1 16,-2 1-1-16,1 1 4 0,2-2 2 0,0 2 3 16,-1 1 0-16,-2-1-3 0,1 3 0 0,-1-3-6 0,3 2 3 15,-3-2-4-15,0-2 1 0,1 3-2 0,-1-2-1 16,0 1 1-16,0-1 4 0,0 0 0 0,0 0-13 16,-1-2-30-16,2 2-31 0,-1-5-36 0,-1 6-26 15,1-6-32-15,0 0-32 0,0 0-92 16,0 0-109-16,0 0-88 0,6-16-69 0,-6 6-314 0,4-2-935 15,1-6 414-15</inkml:trace>
  <inkml:trace contextRef="#ctx0" brushRef="#br0" timeOffset="123779.7549">11568 4314 84 0,'0'0'148'0,"8"0"-31"16,-8 0-41-16,7 3-64 0,-1 1-86 0,-6-4-78 15,10 5 35-15</inkml:trace>
  <inkml:trace contextRef="#ctx0" brushRef="#br0" timeOffset="124087.1931">11774 4409 471 0,'0'0'508'0,"1"-6"2"15,-1 6-10-15,-1-7-14 0,1 7-22 0,-4-5-27 0,1 2-43 16,1 1-20-16,-5 0-31 0,7 2-40 0,-11-3-29 16,6 2-31-16,5 1-20 0,-13 2-25 0,5 0-19 15,-4-1-19-15,4 2-20 0,-1 0-12 16,-1 0-11-16,3 2-17 0,-2 1-5 0,4 1-14 16,-1-1-4-16,0 0-6 0,-1 1-11 0,5-1-6 0,-1 2-24 15,3-1-20-15,-1-1-15 0,-1 0-24 0,1 1-16 16,2 3-8-16,1-2-11 0,0 0-7 15,2-2-7-15,0 2-18 0,1-2-14 0,5-2-19 16,-1 2-27-16,0-4-35 0,4 0-37 0,0-1-29 0,1-2-34 16,4-2-41-16,1-6-52 0,-1 2-33 0,0-3-266 15,-3 0-739-15,8-6 327 0</inkml:trace>
  <inkml:trace contextRef="#ctx0" brushRef="#br0" timeOffset="124371.1387">11996 4205 247 0,'1'-6'389'0,"-1"-3"33"0,0 3 19 16,-1 2 20-16,-1-4 26 0,2 3 6 0,-2 2 7 16,1-2-13-16,1 5 1 0,-1-6-19 0,1 6-20 15,-1-5-27-15,1 5-30 0,-3-2-26 0,3 2-32 16,0 0-36-16,0 0-31 0,0 0-27 0,0 0-23 16,0 0-8-16,0 0-96 0,-3 13-113 0,3-6 0 15,-2 4 0-15,1-1 0 0,1 6 0 0,-2 1 0 16,2-1 0-16,-1 2 0 0,1 0 0 0,-1 1 0 15,-1 1 0-15,5 0 0 0,-2-1 0 0,-1-2 0 16,2 0 0-16,-1-1 0 0,0-2 0 0,0 0 0 16,-1-3 0-16,2 0 0 0,-2-1 0 0,1-3 0 15,0 3 0-15,-1-1 0 0,0-2 0 0,2-1 0 16,-1-3-117-16,-1-3-315 0,4 1-82 0,-4-1-101 16,0 0-471-16,19-6-1176 0,-10-4 521 0</inkml:trace>
  <inkml:trace contextRef="#ctx0" brushRef="#br0" timeOffset="125106.4376">12178 4389 353 0,'5'3'453'0,"-5"-3"2"16,0 0-5-16,0 0-13 0,1 3-23 0,-1-3-28 15,0 0-30-15,0 0-24 0,0 0-26 0,0 0-31 16,0 0-24-16,0 0-29 0,0 0-21 0,0 0-20 15,1 4-20-15,-1-4-19 0,0 0-13 0,0 0-12 16,0 0-8-16,0 0-13 0,0 0-6 0,0 0-8 16,0 0-8-16,12 0-3 0,-12 0-6 0,11-4 4 15,-3 4 3-15,0-2-6 0,-1 0-2 0,5-1 7 16,-1-1 3-16,2-1-10 0,-3 0 14 0,-1-1 9 16,-4 2-4-16,4 0 8 0,-2-1 4 0,-1 2-2 15,-1-1-4-15,-1 1-12 0,-3-3-7 0,3 3-5 16,-1 1-18-16,-3 2 7 0,1-4-8 0,-1-1-8 15,0 5-10-15,-1-6 1 0,1 6-8 0,-8-5 2 16,4 5-6-16,4 0-18 0,-11 0 15 0,11 0-10 16,-17 3 1-16,7 1-3 0,-2 1 5 0,1 3-5 15,-1-3-1-15,-4 8 0 0,4-2 3 0,0 0-1 16,1 1 0-16,1 2-1 0,1-4-7 0,3 2-6 16,1-3-7-16,-2 2-7 0,3-3-7 0,2 2 8 15,2-1 3-15,2 3 5 0,2-6 0 0,4 4 5 16,0-4 4-16,3 2-4 0,6-5 3 0,2 1 1 15,9-3 6-15,1-2 4 0,-2-4 17 0,1-3 8 16,2 0 4-16,-2-5 0 0,0 0-6 0,0-1 10 16,0 2 12-16,-4-5-14 0,1 2 15 0,-1-2 0 15,0-3-7-15,-3-1-4 0,-3 1 3 0,-7 6 3 16,2 0-28-16,-4-2-16 0,-3 5 0 0,-3 2 0 16,1 0 0-16,-4 2 0 0,2 1 0 0,-3 0 0 0,0 2 0 15,-1 1 0-15,2 3 0 0,-7-4 0 16,7 4 0-16,0 0 0 0,-17 6 0 0,11-1 0 15,-1 1 0-15,2 2 0 0,1 1 0 0,1 2 0 16,0 1 0-16,4-2 0 0,-1 5 0 0,4 1 0 16,4-2 0-16,1-2 0 0,-2 3 0 0,1 1 0 0,1-5 0 15,-1-3 0-15,-2 2 0 0,0-1 0 16,1 0 0-16,-4-3 0 0,3 1 0 0,-4-1 0 16,1-1 0-16,-2 0 0 0,3-2 0 0,-1 0 0 15,-3-3 0-15,0 8 0 0,1-1 0 0,-1-7 0 0,-8 3 0 16,2 2 0-16,-6 1 0 0,-4-2 0 0,-2 3 0 15,0-3 0-15,-1 0 0 0,1-1 0 16,4-2 0-16,1 2-15 0,0-4-27 0,0-1-11 16,13 2-21-16,-15 0-21 0,11 2-18 0,-1-1-33 15,5-1-46-15,0 0-44 0,-6-3-80 0,6 3-95 0,0 0-76 16,0 0-70-16,15-9-352 0,-7 6-985 16,3-1 435-16</inkml:trace>
  <inkml:trace contextRef="#ctx0" brushRef="#br0" timeOffset="126856.0886">3422 5490 216 0,'5'-1'282'0,"-1"-2"25"0,1 1 8 15,0-1 17-15,3-1-14 0,-3 2 30 0,0-3 9 16,4 0 6-16,-4 0-2 0,2 3-4 16,-2-2-7-16,1-2-7 0,-1 3-7 0,0-2-3 0,0 2-9 15,-1-3-8-15,-1 3-17 0,1 0-21 0,-3 1-17 16,-1 2-21-16,4-5-15 0,-4 5-26 0,0 0-23 15,-4-5-13-15,4 5-12 0,-10-2-15 16,2 2-13-16,8 0-13 0,-18 5-7 0,8 0-11 0,-8 3-15 16,5 2-77-16,-11-1 0 0,6 2 0 0,-1 6 0 15,-2 0 0-15,6-5 0 0,-3 6 0 0,2-3 0 16,-2 4 0-16,-4 2 0 0,9-6 0 0,-1 1 0 16,4 1 0-16,-2-2 0 0,2-2 0 0,5 3 0 15,1-5 0-15,0 0 0 0,3 0 0 0,5 0 0 16,-2-2 0-16,9 0 0 0,0 0 0 0,6 2 0 15,11-2 0-15,3 0 0 0,1-2 0 0,2 0 0 16,3 2 0-16,-4-2 0 0,2 3 0 0,-5-3 0 16,0-1 0-16,-6 3 0 0,-6-3 0 0,-3-2 0 15,-3 0 0-15,-2 0 0 0,0 0 0 0,-2-1 0 16,-4 1 0-16,-2 1 0 0,-3 2 0 0,-4-1 0 16,-8 3 0-16,-2-1 0 0,-3 0 0 0,-6 3 0 15,-4 0 0-15,1-5 0 0,-1 3 0 0,-3-1 0 16,0 2 0-16,3-3 0 0,-2-2 0 0,1 3 0 15,9-3 0-15,2-4 0 0,4 2 0 0,4-2 0 16,-2 2 0-16,6-3 0 0,1 1 0 0,0-1 0 16,5 0 0-16,-7-5 0 0,7 2 0 0,0 3 0 15,4-7 0-15,4 3-19 0,1 0-396 0,4-1-67 16,-2 1-70-16,7-2-75 0,1-3-389 0,-1 5-1101 16,1-6 486-16</inkml:trace>
  <inkml:trace contextRef="#ctx0" brushRef="#br0" timeOffset="127223.9811">3795 5821 100 0,'2'-3'528'0,"0"-2"27"16,-2 2 24-16,0 3 3 0,1-7-13 15,1 4 0-15,-2 0-19 0,0 3-22 0,0-4-29 16,0 4-23-16,0 0-32 0,2-4-32 0,-2 4-39 0,0 0-33 15,0 0-33-15,0 0-31 0,0 0-27 0,0 0 2 16,0 0-247-16,1 11-4 0,-1-4 0 0,0 4 0 16,-1 1 0-16,1 4 0 0,1 1 0 15,-1 1 0-15,0 1 0 0,2 8 0 0,-4-9 0 0,2 8 0 16,-3 0 0-16,5 0 0 0,-6 0 0 0,4-5 0 16,-3-3 0-16,1 1 0 0,1-2 0 0,-2 4 0 15,2-6 0-15,-3 0 0 0,3-4 0 16,0 0 0-16,-1-3 0 0,1 0 0 0,1-1 0 0,-1 0 0 15,1-2 0-15,-2-1 0 0,2-1 0 0,0-3 0 16,0 6 0-16,-1-4 0 0,1-2 0 0,0 0 0 16,0 0 0-16,0 0 0 0,0 0 0 0,0 0 0 15,-1-15 0-15,0 8-468 0,-4-2-75 0,3-5-75 16,0 3-476-16,-5-7-1185 0,2-6 524 0</inkml:trace>
  <inkml:trace contextRef="#ctx0" brushRef="#br0" timeOffset="127590.2861">3752 5754 216 0,'2'-5'401'0,"2"1"26"0,-1-1 4 16,-1 1-5-16,1 0-5 0,-1-1-13 0,1 1-22 16,1 1-20-16,1-2-21 0,-1 1-22 0,1 0-27 15,1 0-11-15,6-1-14 0,-1 1-19 0,-1 2-14 16,4-2-17-16,3 2-11 0,2 0-4 0,2 0-17 15,-3 2-12-15,2 3-9 0,-1 0-4 0,-1 2-20 16,1 0-8-16,-5 2-3 0,-1 2-13 0,-3-3-10 16,-1 2-13-16,-1-1-4 0,-3 3-12 0,0-1 2 15,-4 2-9-15,-2 1-7 0,-3 0 6 0,-2-2-1 16,-7 4-5-16,-3 0-53 0,-5 1-14 0,-2-2 0 0,-2 0 0 16,-1 0 0-16,-2-3 0 0,5-1 0 15,1-1 0-15,3-5 0 0,4 2 0 0,-1-3 0 16,7 0 0-16,2 1 0 0,0-1 0 0,0-4 0 15,7 2 0-15,-8-2 0 0,7-1 0 0,1 3 0 0,4-9 0 16,1 4 0-16,2 1-212 0,2-1-91 16,3 0-69-16,2 1-69 0,1-1-62 0,4-1-77 15,-6 3-384-15,9-4-1043 0,-2-1 461 0</inkml:trace>
  <inkml:trace contextRef="#ctx0" brushRef="#br0" timeOffset="127840.1721">4438 5761 444 0,'0'0'518'0,"1"-3"13"0,-1 3 1 16,0 0-16-16,-1-6-30 0,1 6-26 0,1-5-24 15,-1 5-20-15,2-6-35 0,-1 4-36 0,-1 2-47 16,6-7-22-16,1 5-22 0,-2 0-29 0,1-1-22 0,1 0-23 15,-1 2-17-15,4-2-32 0,-1 2-34 0,-4 0-37 16,3 1-58-16,-2-1-63 0,-6 1-58 16,8 0-62-16,-8 0-68 0,5 1-75 0,-5-1-74 15,0 0-93-15,0 0-365 0,0 0-926 0,-13 9 410 16</inkml:trace>
  <inkml:trace contextRef="#ctx0" brushRef="#br0" timeOffset="128059.3021">4341 5884 333 0,'-1'4'463'0,"-2"-2"24"0,3-2 25 0,-1 5 18 0,1-5 5 16,0 4 5-16,0-4-35 0,0 0-27 0,0 0-32 15,0 0-47-15,0 0-37 0,0 0-39 16,0 0-30-16,0 0-35 0,19-8-24 0,-11 6-26 16,1-1-20-16,1-1-31 0,1 3-44 0,1-2-32 0,1 2-51 15,1-3-30-15,-2 2-31 0,6-3-35 0,-5 4-33 16,5-1-44-16,-9-1-47 0,6 2-38 0,2-3-47 15,-3 2-47-15,-4-1-44 0,2 1-48 16,3-1-47-16,-6 0-353 0,2-1-881 0,-2 0 390 0</inkml:trace>
  <inkml:trace contextRef="#ctx0" brushRef="#br0" timeOffset="128343.7508">4667 5700 350 0,'4'-3'477'0,"-1"0"10"0,0 0 17 0,0 0 0 16,-3 3-7-16,3-3-16 0,1 2-16 0,-4 1-24 16,8-2-24-16,-8 2-18 0,7 3-13 0,0-2-16 15,-1 2-15-15,2 4-4 0,2-1-24 0,-2 1-14 16,-2 2-24-16,7 3-21 0,-4 0-22 0,-1 4-23 16,-3-1-182-16,0 1-41 0,0-2 0 0,-5 3 0 15,0 1 0-15,-1-2 0 0,-6 2 0 0,1-2 0 16,-3 0 0-16,-1 1 0 0,-4 0 0 0,-3 5 0 15,-2-5 0-15,-4-2 0 0,1 0 0 0,4-5 0 16,-1 1 0-16,-3 2 0 0,2-2 0 0,6-5-203 16,1-3-235-16,3 3-43 0,-4-3-50 0,5-3-50 15,-5 2-413-15,9-2-1075 0,5 0 476 0</inkml:trace>
  <inkml:trace contextRef="#ctx0" brushRef="#br0" timeOffset="130509.7879">5813 5572 11 0,'5'-2'202'15,"-1"-1"-3"-15,0 1 0 0,0-1 6 0,0 1 0 16,-4 2 7-16,7-6 7 0,-7 4 1 0,4-1 7 16,-4 3 25-16,5-7 7 0,-2 4 8 0,-2-2 16 15,2 0 14-15,-2 0 15 0,2-1 10 0,-2 0 11 16,0-1-15-16,4 2 8 0,-2-2 9 0,-1 0-10 15,2 2-16-15,-1-1-8 0,-1 2-3 0,-1-3-6 16,-1 2-13-16,2 1-23 0,-1 2-16 0,-1 2-27 16,0-6-19-16,0 6-21 0,0 0-65 0,0 0-108 15,0 0 0-15,-10-2 0 0,-3 4 0 0,-2 5 0 16,-11 2 0-16,-2 5 0 0,-1 1 0 0,-2 0 0 16,-1 1 0-16,-3 3 0 0,1 1 0 0,-6 8 0 15,10-8 0-15,0 2 0 0,1-1 0 0,2-1 0 16,3-1 0-16,6-6 0 0,5 2 0 0,4-3 0 15,4-4 0-15,-4 0 0 0,8 2 0 0,1-3 0 16,5 4 0-16,1-5 0 0,6 3 0 0,7-3 0 0,-1 4 0 16,13-2 0-16,-2-1 0 0,2 0 0 15,-1-1 0-15,2 2 0 0,-1-2 0 0,0 1 0 16,-10-2 0-16,6 2 0 0,-8-2 0 0,-1 0 0 0,-1-1 0 16,-7 2 0-16,-1-4 0 0,-3 1 0 15,2 3 0-15,-6-1 0 0,1 0 0 0,-3 0 0 16,-4 1 0-16,-2 3 0 0,-3 1 0 0,-6 0 0 0,-11 4 0 15,-2-2 0-15,-3 1 0 0,1-1 0 0,-5-1 0 16,3 1 0-16,-4-2 0 0,4-3 0 0,4-1 0 16,1 0 0-16,8-3 0 0,6-1 0 0,2-1 0 15,1-1 0-15,5-1 0 0,1-3 0 16,1 0 0-16,10-2 0 0,-1-1 0 0,6 0-149 0,15-5-270 16,-3 1-69-16,5-2-59 0,3 3-54 0,-3-2-398 15,2 1-1080-15,4 0 478 0</inkml:trace>
  <inkml:trace contextRef="#ctx0" brushRef="#br0" timeOffset="130976.851">5978 5859 154 0,'0'0'425'0,"3"-4"30"16,-3 4 36-16,1-6 16 0,0 4-2 0,-1 2-4 15,1-6-20-15,-1 6-14 0,3-5-15 0,-3 5-36 16,0 0-20-16,0 0-46 0,0 0-40 0,0-4-26 15,0 4-39-15,0 0-25 0,0 0-25 0,0 0-10 16,0 0-22-16,0 16-19 0,0-10-18 0,0 0-6 16,1 2-12-16,3 5-12 0,-1-4-11 0,-1 1-8 15,-2 1-5-15,4-1-10 0,-1 1-3 0,-1 2-19 16,2-3-40-16,-3 0 0 0,3-1 0 0,-3-2 0 16,2 0 0-16,-2-2 0 0,4 0-16 0,-5-1-27 15,1-1 7-15,2-1 4 0,-3-2 2 0,4 4 13 16,-4-4 0-16,0 0 4 0,0 0-3 0,9-7 4 15,-5 0 20-15,1-2 9 0,4-1-1 0,-3 0 11 16,6-3 3-16,-3 2 1 0,-3-2 12 0,3 2-3 16,-1 1-20-16,0 0-20 0,0 1 0 0,-1 0 0 15,-3 4 0-15,-1-1 0 0,2 2 0 0,-1 1 0 0,0-1 0 16,0 1 0-16,-3 1 0 0,-1 2 0 0,8-1 0 16,-8 1 0-16,0 0 0 0,14 5 0 0,-10-3 0 15,2 2 0-15,-3-1 0 0,1 2 0 16,2 0 0-16,-2 1 0 0,0 0 0 0,-1 0 0 0,1 0 0 15,0 1 0-15,0-1 0 0,-1 0 0 0,0 0 0 16,0-2 0-16,3-1 0 0,-2 2 0 0,-3-1 0 16,2-2-164-16,1 2-133 0,-4-4-36 15,2 1-36-15,-2-1-49 0,0 0-60 0,0 0-51 0,13-5-406 16,-12 2-1010-16,3-1 446 0</inkml:trace>
  <inkml:trace contextRef="#ctx0" brushRef="#br0" timeOffset="131627.619">6303 5817 24 0,'2'-4'266'0,"1"0"13"0,1-2 23 0,-1 2 1 16,0 0 20-16,2 0 3 0,-2-3 11 0,2 2 0 15,-2 3-5-15,1-2-5 0,2 1-8 0,-4-1-7 16,5 2-13-16,-4-1-17 0,2 2-27 0,-5 1-22 16,9 0-12-16,-1 1-16 0,-3 1-10 0,4 1-11 15,1 2-17-15,-1 1-17 0,0-1-13 0,0 4-15 16,-2-3-10-16,0 6-11 0,1-1-5 0,2-1-9 15,-5-1-11-15,0 2-12 0,3 0-1 0,-7 1-9 16,7-1-4-16,-4-2-4 0,-3 2-3 0,0-2-2 16,-2 3-9-16,0-6-2 0,-3 5-3 0,0-7 4 15,-1 3-9-15,0 0-1 0,-3-2 0 0,4-4 2 16,0 3 2-16,2-4-2 0,2 0 1 0,0 0 9 16,-14-7-9-16,10 3 6 0,0-9 6 0,4 5-2 15,-1-4 9-15,6-6-1 0,0 0-11 0,9-5 7 16,-1 1-2-16,1-1 0 0,8 0 2 0,-3 1-10 0,3-3 3 15,3 2-11-15,0 0 9 0,-1 3 13 0,1 0-4 16,-4 2 5-16,2-1-3 0,-3 4-7 16,2-1-4-16,-1-1-3 0,-5 3-7 0,0 1 0 0,-1 3 2 15,-2-2-18-15,-1 1-3 0,-3 3 0 0,0-1 0 16,-1 0 0-16,-1 2 0 0,1-2 0 0,-4 5 0 16,0-1 0-16,1-1 0 0,-4 2 0 15,3 2 0-15,-1-2 0 0,-1 0 0 0,-2 4 0 0,0-4 0 16,0 4 0-16,-5-5 0 0,0 4 0 0,1-2 0 15,4 3 0-15,-9-5 0 0,4 4 0 0,5 1 0 16,-11 4 0-16,4 1 0 0,2 0 0 0,-4 3 0 16,3 2 0-16,-2 4 0 0,3 4 0 0,-1 2 0 15,-1 3 0-15,5 2 0 0,-3 3 0 0,3-2 0 16,1 2 0-16,1 2 0 0,0-1 0 0,0-1 0 16,-1 1 0-16,-2 3 0 0,1-2 0 0,0 3 0 15,1 0 0-15,1 3 0 0,-4-2 0 0,2-1 0 16,-2 2 0-16,1-2 0 0,-3-1 0 0,5-4 0 15,-2 0 0-15,1-2 0 0,-1-7 0 0,-1-1 0 0,4-1 0 16,0-3 0-16,0-3 0 0,0-2 0 16,0-3 0-16,0 1 0 0,0-2 0 0,-1-2 0 15,0-1 0-15,1-2 0 0,0 0 0 0,-3 6 0 16,3-6 0-16,0 0 0 0,0 0-190 0,-5-14-264 0,2 5-48 16,2 0-64-16,0-7-34 0,-3 2-381 15,0 0-1061-15,2-4 471 0</inkml:trace>
  <inkml:trace contextRef="#ctx0" brushRef="#br0" timeOffset="131846.6292">6696 5998 47 0,'0'-6'239'0,"0"2"18"0,4-1 26 0,-4 1 26 15,0 0 30-15,1-1 29 0,-1 1 16 0,3 1 15 16,-3 3 17-16,0 0 11 0,0-8 10 16,0 8 2-16,1-6-5 0,2 3-24 0,-3 3-23 0,1-3-27 15,0-2-36-15,3 1-38 0,0-1-26 0,4 2-37 16,3-3-19-16,-2 0-23 0,4 2-21 0,1-1-47 15,3 0-54-15,2 1-43 0,-1-1-65 0,0-2-46 16,3 4-44-16,-3-4-49 0,0 3-45 0,1-2-49 16,-2 2-42-16,-2-2-30 0,-2 2-37 0,-4 0-24 15,5 0-11-15,-4 0-1 0,0 1 7 0,-3-1-250 16,-2 1-725-16,0-2 320 0</inkml:trace>
  <inkml:trace contextRef="#ctx0" brushRef="#br0" timeOffset="132248.0529">7048 5815 1433 0,'0'0'-76'15,"4"-2"59"-15,-4 2 38 0,3-2 43 0,-3 2 44 16,0 0 31-16,0 0 37 0,0 0 28 0,0 0 33 15,8-1 22-15,-8 1 23 0,0 0 10 0,0 0 9 16,3-4 1-16,-3 4-10 0,7 0-4 0,-7 0-21 16,0 0-19-16,0 0-14 0,0 0-17 0,5-2-20 15,-5 2-24-15,0 0-14 0,0 0-21 0,0 0-4 16,9 3-23-16,-9-3-5 0,4 4-9 0,0-3-7 16,-3 2-14-16,3 2-4 0,-1 0-6 0,-3 0-9 15,2 1-4-15,-2 0-3 0,1 2-5 0,-2-1-6 16,1-1-4-16,-2 1-4 0,-1-3 2 0,-1 3-5 15,-3 1-3-15,0-1-3 0,-2-1-16 0,-1 0-10 0,2-3-11 16,2 1-2-16,-2-1-2 0,1-1 5 0,0-1 2 16,0 1 1-16,7-2 0 0,-9-3 2 15,2-1 2-15,3-1 2 0,1-1-2 0,1 1 0 16,1-2 0-16,1 0 1 0,0-1-2 0,1-3 4 0,3 1-2 16,0 0 0-16,0 1 4 0,1 0 0 0,-1 2 10 15,2 0-6-15,-2 3 0 0,1-3 0 16,3 3-2-16,-2 1 1 0,1 1 3 0,-1 2-7 15,2 0 5-15,-1-1-2 0,2 2 2 0,-1 1 2 0,2 3-1 16,-1 2 1-16,-3-1 1 0,2 0-2 0,1 2 1 16,-4 1 5-16,0-2-8 0,-1-2-11 0,1 5-23 15,2-4-33-15,-6 0-38 0,5 1-43 0,-2-2-31 16,0 1-62-16,1 1-48 0,-2-2-48 0,2-3-54 16,1-1-54-16,0-1-348 0,-6 0-858 0,15-1 379 15</inkml:trace>
  <inkml:trace contextRef="#ctx0" brushRef="#br0" timeOffset="132797.0269">7385 5786 216 0,'4'-5'380'0,"1"0"12"0,-1-1 26 0,1 1 11 16,-2 0 13-16,-1 3-5 0,1-3-6 0,-1 1-11 16,1 2-19-16,-1 0-25 0,-2 2-17 0,0 0-21 15,5-3-16-15,-5 3-35 0,0 0-26 0,0 0-17 16,0 0-10-16,0 0-23 0,-7 10-22 0,-1-5-8 15,3-2-30-15,0 1-14 0,1 4-16 0,-2-3-15 16,-1 4 5-16,1 0-20 0,1-1-11 0,-3 4-5 16,3-4-7-16,1 3-11 0,-1-3-4 0,0 3-2 15,1-1 0-15,-1 1-11 0,1-3-9 0,3 2-31 0,-2 0 0 16,2-3 0-16,1 0 0 0,1 0 0 16,2-1 0-16,2-1 0 0,0 4 0 0,0-6-29 15,8 4-13-15,-3-1-4 0,8-3 1 0,1 0 5 16,4-3 4-16,7 0 4 0,2-3 7 0,2-3-1 15,-1-3 4-15,7 3 1 0,-3-7-1 0,-2 0 2 16,0 0 6-16,-1-1 12 0,-1-1 8 0,-5 1-2 16,0-2 1-16,-2 0 4 0,-1-1 20 0,-8 4 6 15,-2 2 11-15,-3 0 4 0,-2 1-16 0,-3 3 6 0,-1-3-9 16,-4 3-5-16,-1 0-9 0,-2 2-1 16,-1-1-5-16,-4 3-5 0,1-1-7 0,-4 3 2 15,0-2 5-15,-1 3-2 0,-1 3-8 0,1 2 1 16,-7 0 1-16,5 2 3 0,1 6-2 0,-3 0-3 0,1 1 7 15,4 0-3-15,-1 3 5 0,6 0-1 0,0-3-4 16,4-2 5-16,0 1 3 0,8 1-9 0,2 2 3 16,-1-5 6-16,5 0 3 0,4 1-7 15,4-7 2-15,2 5-1 0,5-5-5 0,0-4 0 0,0 0 0 16,2 0 0-16,-3-2 0 0,-1-1 0 0,-1-2 0 16,-3 1 0-16,-5-4 0 0,0 5 0 0,-6-4 0 15,-2 5 0-15,1-4-29 0,-3 3-87 0,-3-1-58 16,4 2-79-16,-8 0-96 0,2-3-93 0,-3 4-89 15,0 0-85-15,-18-7-332 0,9 3-1025 0,-4 0 455 16</inkml:trace>
  <inkml:trace contextRef="#ctx0" brushRef="#br0" timeOffset="133579.4711">9081 5474 141 0,'0'-6'470'0,"-3"2"13"0,2 0 14 16,1 4 1-16,-4-2-8 0,4 2-20 0,-1-8-9 15,1 8-34-15,-5-2-26 0,5 2-27 0,0 0-50 16,0 0-29-16,0 0-29 0,0 0-24 0,0 0 20 15,0 0-4-15,-3 13-13 0,3-6-17 0,-1 1-27 16,1 1-17-16,0 4-16 0,-1-1-18 0,-3 3-10 16,1 2-10-16,2 2-10 0,-4-1-21 0,1 1-6 15,-1 6-19-15,-4-1-74 0,5-4 0 0,-1-2 0 16,0 0 0-16,1-1 0 0,-3-1 0 0,2 1 0 16,-1-3 0-16,3-3 0 0,0 0 0 0,-1-3 0 15,1-1 0-15,2 0 0 0,1-3 0 0,-1 1 0 0,0-2 0 16,1-3 0-16,0 0 0 0,0 0 0 0,0 0 0 15,0 0 0-15,7-17 0 0,-1 6 0 16,1-7 0-16,1-11 0 0,1 1 0 0,1-6 0 0,-1 1 0 16,5-13 0-16,-5-1 0 0,1 2 0 0,-1 9 0 15,-1 5 0-15,2-1 0 0,-1 2 0 0,-1 2 0 16,-2 9 0-16,1 2 0 0,-2 2 0 0,1-2 0 16,-4 6 0-16,1 3 0 0,3-2 0 0,-2 4 0 15,-1 3 0-15,-2-2 0 0,-1 2 0 0,3 1 0 16,-3 2 0-16,2 8 0 0,2 1 0 0,-1 3 0 15,2 7 0-15,-1 8 0 0,-1-1 0 0,1 1 0 16,1 3 0-16,3 2 0 0,-7 3 0 0,3-4 0 16,-1 2 0-16,1 2 0 0,-3-3 0 0,3-2 0 15,0 2 0-15,-1-4 0 0,0-2 0 0,-3-1 0 16,4-6 0-16,-2 0 0 0,-1-7 0 0,-1 3 0 16,0-4 0-16,2-1 0 0,-2-3 0 0,1-1 0 15,0 2 0-15,-2-4 0 0,2 1 0 0,1-1 0 16,-2-4 0-16,0 5 0 0,0-5 0 0,2 2 0 15,-2-2 0-15,0 0 0 0,0 0 0 0,1-11 0 0,-1 5 0 16,3-4 0-16,-3 0-167 0,0 1-351 16,-3-1-40-16,0-3-44 0,-3 2-14 0,-4-2-339 15,3 3-1036-15,-2 0 459 0</inkml:trace>
  <inkml:trace contextRef="#ctx0" brushRef="#br0" timeOffset="134063.3929">9095 5696 137 0,'-1'-3'188'0,"1"3"53"0,-4-2 36 16,4 2 31-16,-8-2 36 0,8 2 45 0,-4-4 31 15,4 4 13-15,-2-3 5 0,2 3 2 0,-4-2-7 0,4 2-5 16,0 0-19-16,0 0-13 0,0 0-30 0,-5-2-30 16,5 2-32-16,0 0-36 0,0 0-23 0,10-5-33 15,-10 5-23-15,9-2-11 0,-1 1-23 0,3 1-11 16,-2-3-19-16,3 2-14 0,2 0-9 0,4-2-11 16,2 2-8-16,0-3-82 0,0 0-1 0,0 1 0 15,1-2 0-15,-2 3 0 0,0 0 0 0,1-1 0 16,0-1 0-16,-1 1 0 0,-1-1 0 0,-2 3 0 15,-4 0 0-15,-2-1 0 0,-2 2 0 0,-1-2 0 16,0 4 0-16,-7-2 0 0,11 0 0 0,-6 0 0 16,0 3 0-16,1-1 0 0,0 2 0 0,-2 2 0 15,2 1 0-15,-2-2 0 0,1 5 0 0,-1 0 0 16,-3-1 0-16,3 1 0 0,0 1 0 0,-3-1 0 16,3 1 0-16,-4 0 0 0,1-2 0 0,-2 0 0 15,1 1 0-15,-4-3 0 0,4 1 0 0,-1-4 0 16,1 1 0-16,-3 2 0 0,2-3 0 0,1-4 0 15,0 2 0-15,0-2 0 0,0 0 0 0,0 0 0 16,0 0 0-16,-5-18 0 0,5 9 0 0,0-8 0 16,1 2 0-16,3-2 0 0,0-1 0 0,2 0 0 15,-1 0 0-15,-1-1 0 0,4 5 0 0,-3 3 0 16,-1-2 0-16,-2 3 0 0,2 2 0 0,0 1 0 16,0 1 0-16,-3 1 0 0,-1 2 0 0,4-1 0 0,-4-1 0 15,3 3 0-15,-2-2 0 0,-1 4 0 0,1-3 0 16,-1 3 0-16,0 0-201 0,0 0-90 0,0 0-39 15,7 10-35-15,-7-10-28 0,2 4-29 0,1 1-26 16,-1 0-29-16,1-2-15 0,-2 2-304 16,2 0-861-16,0-3 380 0</inkml:trace>
  <inkml:trace contextRef="#ctx0" brushRef="#br0" timeOffset="134881.0495">9683 5681 15 0,'4'3'355'0,"-4"-3"36"0,0 0 23 15,6 2 31-15,-6-2 20 0,0 0 5 0,4 2-4 16,-4-2-3-16,0 0-5 0,0 0-11 0,0 0-21 16,0 0-13-16,0 0-22 0,1 1-30 0,-1-1-31 15,0 0-33-15,0 0-28 0,0 0-31 0,0 0-23 16,0 0-21-16,0 0-22 0,0 0-18 0,0 0-16 16,0 0-15-16,0 0-42 0,0 0-81 0,0 0 0 15,0 0 0-15,8 0 0 0,-8 0 0 0,15-1 0 16,-6-1 0-16,4 0 0 0,1-2 0 0,-2-1 0 15,4 0 0-15,0-4 0 0,0 1 0 0,-2 0 0 16,0-3 0-16,0 3 0 0,-6-2 0 0,2 2 0 16,-3 0 0-16,-2 1 0 0,1 4 0 0,4-6 0 15,-9 5 0-15,2-2 0 0,-3 1 0 0,0 0 0 16,0 1 0-16,-3 1 0 0,2-1 0 0,-5 1 0 16,2 1 0-16,-2 1 0 0,6 1 0 0,-14 4 0 15,4-2 0-15,-1 2 0 0,1 2 0 0,-1 1 0 16,2 3 0-16,-1-1 0 0,2 1 0 0,-1 3 0 15,1 1 0-15,3-5 0 0,0 4 0 0,1 1 0 16,3-3 0-16,-2 0 0 0,3-1 0 0,0 1 0 0,1-3 0 16,6 2 0-16,-3-2 0 0,1 0 0 0,2-1 0 15,2-1 0-15,4-1 0 0,-1 0 0 16,2-1 0-16,2-1 0 0,3-2 0 0,-2 2 0 16,4-3 0-16,0-4 0 0,-3 2 0 0,4-2 0 0,5-3 0 15,-9 0 0-15,-1 0 0 0,0-2 0 0,-2 0 0 16,3-1 0-16,-5-2 0 0,0 1 0 15,0 1 0-15,-2-2 0 0,-1 1 0 0,-2 1 0 16,1 0 0-16,-1 0 0 0,-1-2 0 0,1 4 0 0,0-1 0 16,-2 3 0-16,-2 0 0 0,2 1 0 0,-2 0 0 15,3 1 0-15,-5 0 0 0,2 1 0 0,-1 1 0 16,-3 2 0-16,8 0 0 0,-8 0 0 0,9 4 0 16,-4 1 0-16,1-1 0 0,-2 2 0 0,-2 0 0 15,-1 4 0-15,-1 1 0 0,-1-3 0 0,-1 3 0 16,-2-1 0-16,-2-1 0 0,0 3 0 0,-5-3 0 15,2-2 0-15,-6 4 0 0,2-3 0 0,1 0 0 16,-3-2 0-16,2-1 0 0,-1-1 0 0,2 1 0 16,7-4 0-16,-4 0 0 0,3 0 0 0,6-1 0 15,-9-3 0-15,5-1 0 0,4 0 0 0,0-3 0 16,3-2 0-16,1-1 0 0,2 1 0 0,1-1 0 16,1-3 0-16,1 2 0 0,-1 0 0 0,-1 2 0 15,4-1 0-15,-5 4 0 0,3-3 0 0,0 4 0 16,-4 0 0-16,2 1 0 0,-1 2 0 0,1 1 0 15,1 1 0-15,-1 1 0 0,0 2 0 0,3 3 0 16,-1 0 0-16,-1 2 0 0,1-2 0 0,-4 4 0 16,3-2 0-16,-3 4 0 0,1-5 0 0,1 4 0 15,-3-3 0-15,2 0 0 0,-1-1-32 0,-2-1-94 16,1 0-55-16,-1 0-72 0,4-2-70 0,-1 2-75 16,-1-2-114-16,8-3-110 0,6-2-336 0,8-4-1037 15,4-4 459-15</inkml:trace>
  <inkml:trace contextRef="#ctx0" brushRef="#br0" timeOffset="135315.3053">10999 5581 355 0,'-1'-6'436'0,"1"3"7"0,0-2-2 0,0 0-1 0,0 5-13 16,0-7-19-16,0 2-21 0,3 2-22 0,-3-1-21 16,2-1-26-16,-2 5-8 0,4-6-31 0,2 2-21 15,-2 1-23-15,0 1-14 0,1-1-33 0,-4 1-17 16,6 1-10-16,-2-1-19 0,-5 2-19 0,14 0-11 16,-9 2-8-16,4 1-12 0,1 1-16 0,2 1-6 15,-5 0-10-15,4 3-1 0,-4 0-9 0,0 1-4 16,-1 0-5-16,-2 1-2 0,2 0 1 0,-5-1-10 15,1 2-3-15,-2 2 9 0,-3-3-13 0,-2 3 4 16,-5-2-3-16,0 1-3 0,-3-6 2 0,-1 3-10 16,-5 0 9-16,1-4-3 0,-3-2-1 0,2 0-3 15,1-2 1-15,-1 0 0 0,-1-3-1 0,1-1-2 16,6 1-3-16,0-4 3 0,4 0 6 0,0-2-4 0,3-2-5 16,2-3-4-16,3-2-7 0,5-1 2 15,3 1-13-15,7-9-17 0,0 3-28 0,4 1-23 16,2 3-23-16,2-2-32 0,5 2-41 0,-3 2-34 15,3 0-46-15,0 3-26 0,2 3-33 0,-1-2-34 16,-8 5-45-16,9-3-33 0,-2 2-36 0,-8 4-268 16,2-1-792-16,-1-2 351 0</inkml:trace>
  <inkml:trace contextRef="#ctx0" brushRef="#br0" timeOffset="135633.394">11378 5335 200 0,'1'-7'234'0,"-1"1"28"0,-1-2 42 15,-1 2 48-15,1-6 24 0,0 2 37 0,0-2 34 16,-2 1 11-16,-1 1 14 0,2 0 16 0,-1 1-6 15,0-1 15-15,1 3-6 0,-1 1-16 0,2 0-19 16,-3 3-28-16,3-1-40 0,0 0-41 0,1 4-36 16,-2-4-38-16,2 4-236 0,0 0-37 0,0 0 0 15,-6 18 0-15,5-5 0 0,-1 13 0 0,1 0 0 16,1 6 0-16,0 2 0 0,1 1 0 0,-1 12 0 16,2-1 0-16,-1 0 0 0,2 2 0 0,-2-1 0 15,3-2 0-15,-2 2 0 0,-2-15 0 0,4 1 0 16,-4-1 0-16,-1 1 0 0,1 0 0 15,0-6 0-15,0-1 0 0,0 1 0 0,0-2 0 16,1-7 0-16,-1-2 0 0,0 0 0 0,0-3 0 0,0-4 0 16,0 1 0-16,0-3 0 0,0-3 0 0,1 2 0 15,-1-2 0-15,0 1 0 0,0-5 0 0,0 3 0 16,0-3 0-16,0 0 0 0,0 0-445 16,0 0-42-16,0 0-15 0,4-14-10 0,-1 7-9 0,-3-2-8 15,0-2 12-15,-3-2-263 0,-2-2-845 0,0 1 374 16</inkml:trace>
  <inkml:trace contextRef="#ctx0" brushRef="#br0" timeOffset="135848.4118">11337 5929 1519 0,'-2'-6'-22'0,"2"-3"43"0,2-1 47 16,-1 3 38-16,-2-2 36 0,2 3 34 0,-1-1 36 16,0 0 30-16,0 2 55 0,1-2 30 0,1 1 32 15,-2 2 22-15,0 0 16 0,0 4 15 0,2-8 11 16,1 4-1-16,2-1-6 0,2 0-15 0,4 0-13 16,4-1-14-16,4-3-16 0,9 3-23 0,-1-2-22 15,1 0-189-15,2 3-124 0,-2-1 0 0,-9 3 0 16,1-2 0-16,-2 0 0 0,1 1 0 0,-2 0 0 15,-5 1 0-15,-5 2 0 0,2-2 0 0,-2 2 0 16,-1-2 0-16,-5 0 0 0,3 1 0 0,0 0 0 16,-4 2 0-16,0-5 0 0,0 0 0 0,-4 2-190 15,-1 0-426-15,-3-4-74 0,-2 0-427 0,-4 0-1208 16,1-2 535-16</inkml:trace>
  <inkml:trace contextRef="#ctx0" brushRef="#br0" timeOffset="136453.9748">12818 5253 383 0,'1'-8'451'0,"1"6"14"0,-2 2 13 16,1-6 3-16,0 4 4 0,-1 2-16 15,0-4-5-15,0 4-7 0,0 0-12 0,3-4-4 0,-3 4-15 16,0 0-20-16,0 0-23 0,0 0-31 0,2-4-29 15,-2 4-35-15,0 0-29 0,0 0-29 0,0 0-27 16,0 0-20-16,0 0-64 0,3 13-119 16,-2-4 0-16,0 3 0 0,0 6 0 0,1 0 0 0,-1 3 0 15,3 6 0-15,-2-2 0 0,0 1 0 0,0 0 0 16,1-2 0-16,-3 2 0 0,0-6 0 0,0 5 0 16,-1-6 0-16,2 1 0 0,-2 0 0 0,-1-2 0 15,0 0 0-15,2-5 0 0,-3-2 0 0,3 1 0 16,-1-3 0-16,0 1 0 0,-2-3 0 0,3-2 0 15,3 0 0-15,-6-1 0 0,3 0 0 0,0-4 0 16,0 4 0-16,0-4 0 0,0 0 0 0,0 0 0 16,0 0 0-16,13-19-264 0,1 8-510 0,6-8-419 15,3-4-1291-15,8-2 572 0</inkml:trace>
  <inkml:trace contextRef="#ctx0" brushRef="#br0" timeOffset="136783.652">13633 5310 265 0,'0'-2'579'16,"1"-2"13"-16,-1 4 3 0,-1-9 5 0,2 5 12 0,-2 2-20 16,1 2-27-16,0-9-30 0,-1 7-36 0,1 2-42 15,0 0-44-15,0-6-41 0,0 6-41 16,0 0-36-16,0 0-40 0,0 0-23 0,0 0-16 0,-5 17-30 15,5-8-186-15,0 7 0 0,0 2 0 0,-3-3 0 16,3 3 0-16,3-1 0 0,-7 0 0 0,5 0 0 16,-1 1 0-16,-1-2 0 0,1 1 0 15,0 0 0-15,0-3 0 0,0-4 0 0,-1 2 0 0,-2-1 0 16,3-1 0-16,0 1 0 0,-1-3 0 0,-2-1 0 16,2-1 0-16,1 0 0 0,0-1 0 0,0-5 0 15,0 6 0-15,0-3-341 0,0-3-73 0,5 3-44 16,-5-3-47-16,0 0-52 0,13-4-429 0,-13 4-1069 15,5-10 473-15</inkml:trace>
  <inkml:trace contextRef="#ctx0" brushRef="#br0" timeOffset="137150.3088">13503 5185 132 0,'-5'-9'455'15,"-2"0"14"-15,0 0 23 0,-2 1 4 0,1-1-10 16,-1 3-9-16,0-2-19 0,4 1-13 0,0-1-17 16,1 0-13-16,-1 2-13 0,1 0-1 0,0 1-16 0,-1-3-19 15,5 4-32-15,-4-3-30 0,7 0-32 16,1-2-34-16,2-1-22 0,3 2-25 0,14-6-23 16,3 0-18-16,3-1-139 0,4 6-11 0,3-1 0 15,1 1 0-15,16 1 0 0,-2 5 0 0,-13-2 0 0,0 3 0 16,0 4 0-16,0-1 0 0,-5 3 0 0,-1 0 0 15,-5 2 0-15,-7 0 0 0,-1 0 0 16,-2 2 0-16,0 1 0 0,-6 2 0 0,-1 0 0 16,-5-2 0-16,-5 4 0 0,-1 2 0 0,-8 3 0 0,-5 2 0 15,-9 2 0-15,-7-1 0 0,-18 6 0 0,1-3 0 16,-2-2 0-16,3-2 0 0,0 0 0 0,14-8 0 16,2 0 0-16,0-5 0 0,6 5 0 15,6-6 0-15,5-2-108 0,3 3-304 0,6-3-40 0,3-1-46 16,5 3-95-16,6 1-429 0,3-4-1106 0,7 2 489 15</inkml:trace>
  <inkml:trace contextRef="#ctx0" brushRef="#br0" timeOffset="137952.7376">13946 5488 77 0,'4'-11'446'0,"-4"11"9"0,4-4-16 16,-3 1-17-16,1-2-16 0,-1 1-22 0,2 2-16 16,-1 1-21-16,-2 1-29 0,4-5-28 0,-3 1-24 15,-1 4-22-15,4-4-20 0,-3 1-21 0,-1 3-24 16,0 0-16-16,3-2-19 0,-3 2-19 0,0 0-14 16,0 0-15-16,6 0-10 0,-6 0-11 0,8 2-7 15,-8-2-8-15,9 6-8 0,-7-1-5 0,1 0-4 16,-1-2-7-16,0 4-5 0,0 0-1 0,-2-4-2 15,4 3-4-15,-4 0-8 0,0-1 5 0,0 0-1 16,-2 0 0-16,2 2-5 0,-2-1 2 0,-3-1-2 16,2-3 1-16,0 4-1 0,-2-1-2 0,0-2-3 15,-2 0 5-15,3-1-3 0,0 1 4 0,4-3 0 16,-6 2 6-16,6-2 12 0,0 0 1 0,0 0 18 16,-11-4 6-16,7 1 13 0,2-1 10 0,2 4 1 15,0-9 3-15,2 3-13 0,-2-2 13 0,1-2-8 16,0 4-5-16,3 0 7 0,0-3-8 0,2 1-13 15,-2 0 3-15,3 1-13 0,-2 3-5 0,1 0-9 16,4 0 2-16,-1 1-6 0,0 0-5 0,5 3-3 16,-1 0 8-16,-3 3-5 0,4-2 5 0,3 6-5 15,-4-3 2-15,-4 1-9 0,1 0 10 0,0 2-11 16,-2-1 7-16,-2 1-5 0,4 0-13 0,-5 0 2 16,1-1 0-16,-3 1 10 0,1-2-9 0,1 0-4 15,-5 0-6-15,3-1 0 0,-2 0 0 0,2 0 0 16,-1-2 0-16,-2-2 0 0,4 5 0 0,-4-5 0 15,1 3 0-15,-1-3 0 0,0 0 0 0,0 0 0 0,0 0 0 16,0 0 0-16,11-10 0 0,-9 3 0 0,5-2 0 16,0-2 0-16,-3 0 0 0,3 2 0 15,0-1 0-15,1 1 0 0,2 0 0 0,3-1 0 16,-3 2 0-16,-4 2 0 0,2 3 0 0,1-6 0 0,-4 7 0 16,4 0 0-16,-4 0 0 0,6 1 0 0,-5 1 0 15,4 1 0-15,-2 3 0 0,-2-1 0 0,1 0 0 16,0 2 0-16,0 2 0 0,-2-1 0 15,-4-1 0-15,3 2 0 0,0 1 0 0,-2-3 0 0,3 5 0 16,-3-4 0-16,-2 0 0 0,0-1 0 0,1 2 0 16,-1-3 0-16,0 0 0 0,0-4 0 0,0 6 0 15,0-6 0-15,-1 4 0 0,1-4 0 0,0 0 0 16,0 0 0-16,0 0 0 0,0 0 0 0,3-19 0 16,0 8 0-16,3-4 0 0,1 1 0 0,2-4 0 15,0-1 0-15,2 3 0 0,3-5 0 0,-4 8 0 16,2-3 0-16,2 2 0 0,-5 3 0 0,0 2 0 15,1 0 0-15,-2 2 0 0,2 0 0 0,0 4 0 16,-2-3 0-16,-3 2-134 0,0 2-184 0,3 1-79 16,-8 1-65-16,7-2-61 0,-1 1-52 0,-6 1-389 15,0 0-1044-15,0 0 462 0</inkml:trace>
  <inkml:trace contextRef="#ctx0" brushRef="#br0" timeOffset="138250.8767">14674 5220 1 0,'5'-9'403'0,"-2"0"46"0,0-1 24 16,2 4 31-16,-5-1 11 0,4 1 3 0,-4 0-2 0,4-1-4 16,-3 5-12-16,-1-2-26 0,4 0-22 15,-4 4-34-15,0-4-41 0,0 4-42 0,5-3-34 16,-5 3-32-16,0 0-33 0,0 0-24 0,0 0-14 16,0 0 11-16,3 17-9 0,-1-4-81 0,2 4-119 0,-3 8 0 15,7-1 0-15,-7 5 0 0,3 0 0 16,0 0 0-16,-4 2 0 0,2-2 0 0,1 1 0 0,-3-1 0 15,0 1 0-15,-3-5 0 0,3 3 0 16,-2-9 0-16,1 6 0 0,-3-7 0 0,0-1 0 0,1-4 0 16,2-4 0-16,1 3 0 0,-4-5 0 0,3-1 0 15,-2 0 0-15,2 0 0 0,-1-4 0 16,0 0 0-16,2-2-209 0,0 0-191 0,0 0-45 16,-14-7-49-16,13 3-43 0,1-5-21 0,0 1-367 0,-3-3-1002 15,3 3 444-15</inkml:trace>
  <inkml:trace contextRef="#ctx0" brushRef="#br0" timeOffset="138551.1752">14671 5520 64 0,'0'0'280'0,"0"-5"32"16,0 5 29-16,0-4 38 0,0 4 20 0,1-4 25 15,-1 4 12-15,0 0-2 0,0 0-6 0,0-5-12 16,0 5-12-16,5-2-11 0,-5 2-29 0,0 0-35 16,4-5-32-16,-3 4-31 0,2-1-24 0,2-1-28 15,0-1-22-15,3 0-21 0,-2 1-19 0,3 0-20 16,0-2-9-16,4-1-17 0,-3 3-8 0,3 0-12 15,0 2-13-15,0-1-4 0,1 2-2 0,-2 0-21 16,0-1 6-16,-1 2-7 0,0-1-7 0,1 3-14 16,-3-2-1-16,-1 3 6 0,1-2-8 0,-1 6-1 15,-1-4-4-15,-2 3-11 0,-1-1 7 0,4 2 1 16,-2-1 2-16,-2 1-9 0,0-1 2 0,-3-1-11 16,3 2-6-16,-4-3-16 0,1 1-16 0,2 1-16 15,-2-2-21-15,2 0-22 0,-2 0-28 0,-1-1-31 16,0-1-31-16,3 1-34 0,-3-4-48 0,0 4-46 15,0-4-35-15,0 6-36 0,0-6-72 0,0 0-416 16,0 0-948-16,0 0 419 0</inkml:trace>
  <inkml:trace contextRef="#ctx0" brushRef="#br0" timeOffset="138720.6021">14970 5381 214 0,'4'-4'507'16,"-4"1"22"-16,0 3 31 0,1-6 12 0,-1 6-15 15,3-5-36-15,-3 5-42 0,0 0-45 0,1-4-43 16,-1 4-52-16,0 0-28 0,0-4-52 0,0 4-79 16,0 0-77-16,0 0-104 0,0 0-103 0,0 0-74 15,0 0-64-15,6 12-71 0,-2-6-90 0,5 2-384 16,-2-1-850-16,4 0 376 0</inkml:trace>
  <inkml:trace contextRef="#ctx0" brushRef="#br0" timeOffset="138986.5863">15217 5434 219 0,'5'-3'400'0,"-3"-1"31"0,2-1 14 16,0 0 6-16,-3 3 4 0,0-3-7 0,-1 1-9 15,0 4-14-15,-1-4-23 0,1 4-31 0,-2-7-33 16,-2 5-43-16,4 2-27 0,-6-2-25 0,6 2-24 16,-13 1-21-16,0 1-25 0,4 2-10 0,-1-2-19 15,-3 4-15-15,0 0-11 0,4 3-18 0,-1-2-6 16,-1 2-15-16,0-1-3 0,2 0-25 0,2-1-31 15,4 4-19-15,-3-4-14 0,4 4-6 0,1-5-18 16,2 6-9-16,2-1-14 0,2-1-28 0,4-2-26 16,1 0-39-16,3-2-29 0,0 1-42 0,6 1-43 15,0-3-27-15,-2-4-59 0,1-2-59 0,1-2-48 0,0-1-286 16,1-2-808-16,-3-2 358 0</inkml:trace>
  <inkml:trace contextRef="#ctx0" brushRef="#br0" timeOffset="139235.1851">15374 5223 315 0,'-3'-6'494'0,"3"0"20"16,0 3 23-16,0 3 10 0,0-6-7 0,-1 3-21 15,1 3-31-15,1-5-25 0,-1 5-37 16,0 0-42-16,0 0-33 0,0 0-37 0,0 0-36 0,0 0-26 16,0 0-21-16,0 0 10 0,3 11 0 0,-6-1-11 15,6 1-24-15,-3 5-14 0,1 1-27 16,-1 3-2-16,0 5-63 0,3-5-100 0,-6 0 0 15,3 4 0-15,0-4 0 0,0-1 0 0,0 1 0 0,0-2 0 16,0 0 0-16,3-3 0 0,-3 2 0 16,0-7 0-16,1 2 0 0,-1-3 0 0,0 1-119 0,0-4-215 15,0-1-63-15,1 1-49 0,3-2-63 16,0-1-82-16,0-2-376 0,-4-1-1045 0,0 0 463 0</inkml:trace>
  <inkml:trace contextRef="#ctx0" brushRef="#br0" timeOffset="139687.2032">15531 5437 48 0,'0'0'372'0,"3"-3"16"0,-3 3 13 0,2-3-9 15,-2 3-8-15,0 0-17 0,0 0-22 0,0 0-21 16,9-1-21-16,-9 1-23 0,0 0-23 0,0 0-22 16,0 0-19-16,0 0-18 0,0 0-16 0,0 0-10 15,0 0-19-15,0 0-11 0,0 0-15 0,0 0-7 16,7 5-14-16,-1-5-9 0,-1 4-9 0,6-3-5 15,1-1-12-15,3 0 0 0,-2 0-7 0,6-1-1 16,-2-4 0-16,2 2 4 0,0-3 3 0,-1-1 12 16,-1 1 6-16,-2-2 16 0,4-1 1 0,-10 1 7 15,0-2 10-15,1 3-5 0,-2-1-6 0,-2-1-15 16,-2 5-15-16,3-4-1 0,-6 2-8 0,-1-1-19 16,0 3-10-16,-1-2 5 0,-3 1-17 0,-3 0 0 15,2 4 0-15,-2-1-11 0,-5-1-1 0,3 4-3 16,-5 1-2-16,3 1-5 0,-3 9 4 0,-3-1-6 15,3-1-1-15,0 3-11 0,4 3 4 0,-3 0-10 16,5 1-6-16,2 0-3 0,1 0-9 0,1 0-2 16,0-1 4-16,3-5 2 0,1 6 4 0,-4-8 1 15,9 1 4-15,-2 1 2 0,4-3 9 0,1 0 5 16,5 0-8-16,3-1 7 0,5-1-3 0,7-1 12 16,2-2 3-16,2-4 8 0,4-1 14 0,0-3 1 15,-1 2 8-15,-2-3-28 0,0-1 11 0,-1 0 2 16,-1 1 0-16,-4 0-9 0,-7 2-2 0,-7 1-27 15,1 0-34-15,-4 3-50 0,-4-3-73 0,-6 3-73 16,12-2-116-16,-12 2-102 0,0 0-118 0,0 0-394 16,0 0-1053-16,-24-5 466 0</inkml:trace>
  <inkml:trace contextRef="#ctx0" brushRef="#br0" timeOffset="141204.3873">3092 6862 3 0,'0'-5'314'0,"0"5"-1"0,4-3-1 15,-4 3 10-15,0 0 4 0,0-6 15 0,0 2 0 16,0 4 3-16,0-5-2 0,0 5-6 0,4-4-8 16,-2 2-15-16,-2 2-17 0,0 0-29 0,0 0-18 15,0 0-32-15,0-4-20 0,0 4-23 0,0 0-22 16,0 0-14-16,11 7-6 0,-6 1-12 0,-4 0-5 16,4 2-7-16,3 1-3 0,0 5-2 0,3 2 3 15,0 6-16-15,-1-6-2 0,1 4-9 0,0 2-7 16,-2-1-8-16,-1 1-6 0,6 0-11 0,-5-1 1 15,-4-3-1-15,8 2-9 0,-8-2-4 0,8 3-1 16,-7-4-6-16,1 2 0 0,0-3-5 0,-2 1-2 16,1-2 1-16,-1 0 2 0,-1-1 1 0,2-4-8 15,-2-1-2-15,0-2-2 0,1-2 2 0,0 0 0 16,-1-1-1-16,1-2 1 0,0 0 1 0,-1 0 0 16,1-4 2-16,1 0 6 0,1-4 17 0,5 1 19 15,-1-4 6-15,0-2 13 0,2-1 3 0,0-5 14 16,2-5-5-16,2 0 1 0,-2-5-2 0,-2 1-29 15,3-2-60-15,-2-4 0 0,-1 0 0 0,-1 0 0 0,-1-3 0 16,1 2 0-16,-6-4 0 0,2 0 0 0,-1 2 0 16,-3 3 0-16,-1-1 0 0,-3 1 0 15,0 1 0-15,-3 4 0 0,3 1 0 0,0 4 0 16,-6 3 0-16,5 6 0 0,-2-1 0 0,1 2 0 0,-1 3 0 16,0 1 0-16,0 1 0 0,-1 0 0 0,-2 2 0 15,-1-1 0-15,2 3 0 0,-4-1 0 0,1 4 0 16,-2 2 0-16,0 2 0 0,-1 0 0 0,-1 5 0 15,-1 2 0-15,3 1 0 0,-3 0 0 0,4 2 0 16,0 1 0-16,-5 6 0 0,9-5 0 0,-3 0 0 16,3-1 0-16,0 1 0 0,1-5 0 0,4-1 0 15,-1-1 0-15,4 0 0 0,5 0 0 0,0-1 0 16,2-3 0-16,8 0 0 0,-1 0 0 0,5-4 0 16,4 0 0-16,-3-1 0 0,-2-1 0 0,1-1 0 15,4-3 0-15,-4 3 0 0,-7-2 0 0,2 2 0 16,-7 0 0-16,3 0 0 0,0 0-2 0,-6-1-150 15,0 2-30-15,-2 1-34 0,0-2-57 0,-5 0-54 16,8 2-54-16,-8-2-29 0,-2 3-53 0,2-3-44 16,-6 8-373-16,1-3-953 0,-1-2 422 0</inkml:trace>
  <inkml:trace contextRef="#ctx0" brushRef="#br0" timeOffset="141555.4033">3739 7332 254 0,'0'0'520'16,"0"0"21"-16,0 0 8 0,0-17 2 0,0 12-4 0,1 1-17 16,2 0-15-16,-3-1-9 0,0 1-20 0,0 4-25 15,1-7-29-15,-1 7-31 0,1-5-32 16,-1 3-39-16,0 2-33 0,0 0-35 0,0 0-31 0,0 0-21 15,0 0-25-15,0 0-171 0,5 13-14 0,-3-3 0 16,-1 1 0-16,2 0 0 0,-3 4 0 16,2 2 0-16,-1 2 0 0,1-1 0 0,-1 0 0 15,-1 2 0-15,0-2 0 0,0 1 0 0,0 5 0 0,-1-5 0 16,2-2 0-16,-2 2 0 0,-1-3 0 0,1 1 0 16,2-1 0-16,-2-5 0 0,1-1 0 0,0-2 0 15,0-1 0-15,-1 0 0 0,2-1 0 0,-1-2-37 16,0-1-283-16,0-3-30 0,0 0-54 0,0 0-51 15,0 0-70-15,0 0-56 0,0 0-340 0,-15-14-996 16,8 4 442-16</inkml:trace>
  <inkml:trace contextRef="#ctx0" brushRef="#br0" timeOffset="141872.1287">3757 7250 59 0,'4'-10'394'0,"-2"5"22"0,1-4 24 15,-1 4 8-15,2-1 6 0,-1-2-8 0,-2 3-11 16,1-4-20-16,1 5-21 0,0-1-24 16,-1-1-27-16,2 3-20 0,0-1-26 0,1 0-29 15,1 1-25-15,2 0-23 0,1 2-11 0,5 0-18 0,-4 1-8 16,3 1-19-16,0 2-6 0,-3-1-19 16,3 3-16-16,-3 2-6 0,-1-2-11 0,0 2-11 15,1 0-9-15,-2 0-13 0,-2 1 2 0,-2 2-16 16,0-2-3-16,0 2 3 0,-2 0-10 0,-4-1-4 0,-3 1-2 15,0 0-2-15,-4-2-3 0,-3 4-12 16,-3-1 4-16,-3-3 0 0,0 2-23 0,0-2-23 0,1-2-22 16,3-1-17-16,4 1-4 0,-3-4-6 15,3 1-20-15,3-2-24 0,-1-2-46 0,8 1-58 0,-8-5-67 16,7 0-65-16,6-1-47 0,1 0-48 0,10-5-52 16,0 1-413-16,1 0-978 0,6-3 433 0</inkml:trace>
  <inkml:trace contextRef="#ctx0" brushRef="#br0" timeOffset="142092.4738">4277 7202 199 0,'3'-3'499'0,"-1"-3"5"0,-1 2-6 15,2-1-13-15,1 2-30 0,-3-1-31 0,3 1-40 16,-2-1-40-16,2 0-37 0,0 2-31 0,-3-2-31 15,3 1-28-15,3 0-36 0,-1 1-45 0,0 1-50 16,2 1-45-16,-8 0-51 0,13 0-50 0,-3 1-50 16,-5 0-53-16,-1-1-45 0,1 3-45 0,-2 1-46 15,-1-3-37-15,-2-1-42 0,2 7-200 0,-4-4-625 16,0 0 276-16</inkml:trace>
  <inkml:trace contextRef="#ctx0" brushRef="#br0" timeOffset="142272.3663">4263 7299 67 0,'-3'5'301'0,"0"-3"33"0,0 1 33 16,3-3 36-16,-4 2 26 0,4-2 16 0,-4 3 9 16,4-3-11-16,0 0-32 0,0 0-39 0,0 0-34 15,0 0-37-15,14-7-28 0,-7 4-25 0,-1 2-32 16,3-1-20-16,1-2-26 0,2 3-43 0,-2-2-47 0,4 1-47 16,-2-1-57-16,-2 1-62 0,6-3-61 15,-4 2-57-15,1 0-58 0,-3 0-55 0,2-2-63 16,0-1-36-16,0 1-280 0,-2-2-753 0,3-2 333 15</inkml:trace>
  <inkml:trace contextRef="#ctx0" brushRef="#br0" timeOffset="142489.8323">4570 7157 314 0,'5'-4'347'0,"-4"2"21"0,3-1 30 16,-2 0 8-16,-2 3 10 0,3-5-4 0,-3 5-13 15,6-2-20-15,-6 2-25 0,6-2-19 16,-6 2-12-16,6 6-2 0,1-2-12 0,-1 1-22 15,1 0-13-15,1 3-20 0,0 0-9 0,-2 2-23 0,0-1-23 16,0 2-12-16,-3 5-22 0,0-3-15 0,-2 2-15 16,2 1-8-16,-7-4-6 0,-1 5-14 0,-3-1-12 15,-3-1-38-15,-3-1-49 0,-2 1-80 16,-8-1-69-16,-3 2-81 0,3-4-103 0,-3 1-103 0,6-7-124 16,-8 0-444-16,10-2-1079 0,1-2 477 0</inkml:trace>
  <inkml:trace contextRef="#ctx0" brushRef="#br0" timeOffset="143323.8988">5496 6949 76 0,'0'-5'484'0,"0"5"14"15,0-5 5-15,3 1-3 0,-3 4-7 0,1-6-8 16,0 4-15-16,-1-3-10 0,0 5-13 0,1-5-24 16,-1 5-20-16,3-3-27 0,-3-1-31 0,0 4-37 15,0 0-32-15,0 0-32 0,5-2-24 0,-5 2-26 16,7 9-17-16,-5-1-19 0,5 1-14 0,0 2-13 15,1 5-6-15,0 7-4 0,-2-4-2 0,4 7-108 16,-1 1-11-16,-4-1 0 0,3 1 0 0,-2-2 0 16,-2 1 0-16,1-7 0 0,-1 2 0 0,1 3 0 15,-1-4 0-15,-1-2 0 0,-2 0 0 0,1-1 0 0,2-3 0 16,-4-3 0-16,4-2 0 0,-4-4 0 0,0 1 0 16,0-1 0-16,3 0 0 0,-2-4 0 0,-1-1 0 15,5 3 0-15,-5-3 0 0,9-9 0 0,1 3 0 16,-1-3 0-16,1-6 0 0,3 0 0 0,3-8 0 15,0-2 0-15,0-5 0 0,-3-2 0 0,8-9 0 16,-10 8 0-16,5-14 0 0,-6 12 0 0,3-10 0 16,-7 11 0-16,2-2 0 0,-2 4 0 0,1 4 0 15,2 5 0-15,-8 5 0 0,3 1 0 0,-3 7 0 16,2-1 0-16,-1 2 0 0,1 3 0 0,-1 2 0 0,-2 0 0 16,0-1 0-16,0 5 0 0,3-3 0 15,-3 3 0-15,0 0 0 0,0 0 0 0,0 0 0 16,0 0 0-16,0 16 0 0,1-6 0 0,-2-3 0 0,1 4 0 15,0-2 0-15,-3 8 0 0,2-4 0 0,0 0 0 16,-2-1-179-16,1 1-493 0,-1 3-60 16,2-3-370-16,1-1-1193 0,-1-3 528 0</inkml:trace>
  <inkml:trace contextRef="#ctx0" brushRef="#br0" timeOffset="144006.979">5932 7182 216 0,'0'0'389'0,"0"0"23"15,0 0 0-15,0 0-11 0,0 0-22 0,6-11-13 16,-3 8-24-16,-3 3-25 0,2-4-25 0,-2 0-28 16,4 1-20-16,-4 3-27 0,7-3-23 0,-3 2-16 15,1-1-18-15,0 0-22 0,1 2-10 0,-6 0-12 16,14 3-13-16,-5-1-12 0,-2 0-11 0,2 2-6 15,-2 2-5-15,2-2-12 0,-5 0-6 0,1 3-4 16,-1-2-4-16,1 1-6 0,-2 3-3 0,-2-3 0 16,-1 5-3-16,0-4 0 0,-1 1-1 0,-2-1-4 15,-2 3-2-15,-3-3-1 0,3 0 1 0,-5 1-5 16,2-2 2-16,-1-1-3 0,0-2-1 0,3 1 3 16,-3-3 16-16,1 0 21 0,2-1 16 0,-2 0 16 15,8 0 16-15,-10-6 6 0,6 1-1 0,2-1 4 16,-1-5 5-16,3 1-1 0,3-6-18 0,3 0-6 15,1-2-8-15,6-2-4 0,2-1-11 0,5 1-10 16,-1-2 2-16,7 2-18 0,-2 2-8 0,5-2 3 16,0 0-1-16,0 1-8 0,-1 2-7 0,0 1 4 15,-1 5-7-15,-4-4-11 0,-1 0 11 0,-7 4-2 16,2 1 1-16,-2 1-30 0,-6 2 3 0,3-2-1 16,-1 1 2-16,-3 1 6 0,-1 2-7 0,0-2-3 0,-2 2 8 15,0-1-6-15,-1-3 3 0,0 4-2 0,-2-4-4 16,-1 0 8-16,1-2 3 0,-1 2-8 0,-2-2 5 15,-1 1 3-15,1 1 0 0,-3 2 8 16,3 0 11-16,0 1 6 0,-1 1 10 0,1-2 4 0,0 3 4 16,-2-1 0-16,2 1-2 0,1 4-4 0,-4-4-34 15,4 4-3-15,0 0 0 0,0 0 0 0,-11 12 0 16,7-5 0-16,-1 10 0 0,-2 0 0 0,2 2 0 16,3 7 0-16,-2 0 0 0,0 0 0 0,2 4 0 15,-1-2 0-15,3-3 0 0,-3 4 0 0,3 1 0 16,0-4 0-16,2 3 0 0,-1-2 0 0,-1-1 0 15,0-2 0-15,3-5 0 0,-3 2 0 0,1-3 0 16,0-2 0-16,2 1 0 0,-1-5 0 0,1 0 0 16,-1-3 0-16,1 0 0 0,1-2 0 0,-2 0 0 15,2-2 0-15,-1 0 0 0,-1-3 0 0,2 1-75 16,-4-3-267-16,0 0-45 0,15-5-32 0,-10 2-35 16,3 0-43-16,-3-4-33 0,0 0-385 0,4-3-990 15,-5 4 437-15</inkml:trace>
  <inkml:trace contextRef="#ctx0" brushRef="#br0" timeOffset="145025.9008">6498 7184 71 0,'4'-2'276'0,"0"-2"22"15,-3 1 19-15,3 0 34 0,0 1 22 0,0-1 19 0,-2 1 16 16,-2 2 11-16,3-4 1 0,-3 4-7 0,4-4-3 16,-4 4-4-16,3-1-13 0,-3 1-27 0,0 0-25 15,0 0-30-15,3-4-30 0,-3 4-33 16,0 0-32-16,0 0-27 0,0 0-15 0,0 0-18 0,4 9-14 15,-2-3-15-15,0 1-14 0,-1 0-6 0,3 2-11 16,-2 2-10-16,-1-2-12 0,2 2-2 0,0 1-7 16,-2-1-8-16,1 1-34 0,-2-3-23 0,3 3 0 15,-2-3 0-15,-1-2 0 0,2 1 0 0,-4-2 0 16,4 1 0-16,-2-3 0 0,0 2 0 0,0-3 0 16,1 1 0-16,-1-4 0 0,3 4 0 0,-3-4 0 15,0 0 0-15,0 0 0 0,11-8 0 0,-5 1 0 16,2 1 0-16,1-2 0 0,-1-2 0 0,2 0 0 15,-2 4 0-15,2-4 0 0,-1 2 0 0,1 0 0 16,-4 0 0-16,3 2 0 0,-4-1 0 0,3 2 0 16,-4-1 0-16,0 4 0 0,-2-1 0 0,2 0 0 15,0-1 0-15,0 1 0 0,-4 3 0 0,1-3 0 16,-1 3 0-16,0 0 0 0,9 0 0 0,-9 0 0 16,5 4 0-16,-2 2 0 0,-2-2 0 0,5-1 0 0,-3 4 0 15,-2 0 0-15,3-2 0 0,-1 2 0 16,2 0 0-16,-4-2 0 0,5 1 0 0,-3-1 0 15,1 0 0-15,-1 0 0 0,-1-2 0 0,0 0 0 0,0 3 0 16,-2-6 0-16,5 4 0 0,-1-3 0 0,-4-1 0 16,9-1 0-16,-9 1 0 0,12-4 0 0,-7 0 0 15,3-1 0-15,2-3 0 0,-2 0 0 0,0-1 0 16,4-3 0-16,1 1 0 0,-2-3 0 0,1 2 0 16,-3 2 0-16,0 0 0 0,0 2 0 0,-1-1 0 15,-2 2 0-15,1-1 0 0,-2 4 0 0,1-1 0 16,-2 2 0-16,0-3 0 0,-3 3 0 0,3 2 0 15,0 0 0-15,-4 1 0 0,9 0 0 0,-3 2 0 16,-1 0 0-16,0 2 0 0,-1 1 0 0,1 0 0 16,-1 0 0-16,2 3 0 0,-2-2 0 0,1 2 0 15,-1-1 0-15,1 2 0 0,-2-2 0 0,-1-1 0 16,2 1 0-16,-1-1 0 0,-1-1 0 0,-1 1 0 16,1-2 0-16,-1-1 0 0,2-1 0 0,-3-2 0 15,1 6 0-15,-1-6 0 0,3 4 0 0,-3-4 0 16,0 0 0-16,0 0 0 0,0 0 0 0,0 0 0 15,9-11 0-15,-6 6 0 0,0-2 0 0,3-1 0 16,-1-2 0-16,0 2 0 0,1-3 0 0,0 4 0 0,2-3 0 16,-2 2 0-16,-1 1 0 0,-1 2 0 15,1-1 0-15,-1 4 0 0,2-4 0 0,1 2 0 16,-2 3 0-16,0-1 0 0,0 2 0 0,3 2 0 16,-2-1 0-16,-1 2 0 0,2 1 0 0,0 2 0 0,0 1 0 15,0 1 0-15,-2 0 0 0,2 1 0 0,-2 0 0 16,1 1 0-16,-1-2 0 0,-2 4 0 15,0-4 0-15,0 3 0 0,0-3 0 0,-2 1 0 0,-1-4 0 16,2 1 0-16,-1-1 0 0,0-2 0 0,0 2-10 16,1-2-27-16,-2-3 4 0,0 3 4 0,0-3 12 15,0 0 4-15,0 0-2 0,0 0 5 0,0 0 0 16,10-12 3-16,-5 2 6 0,0 2 1 0,0-4-10 16,2 0 25-16,0 1 7 0,0 0 0 0,-1 2 2 15,0-2 10-15,2 3 2 0,-2 0-3 0,1 1-27 16,-2 3-6-16,-1-2 0 0,0 3 0 0,-2 0 0 15,3-1 0-15,0 4 0 0,-5 0 0 0,0 0 0 16,12 5 0-16,-7-1 0 0,-1 1 0 0,2 0 0 16,-3 3 0-16,1-1 0 0,1 0 0 0,-4 0 0 0,2 1 0 15,-2-1 0-15,3 1 0 0,-3-4 0 16,0 3 0-16,3-1 0 0,-6-2 0 0,4 1 0 16,1-3-14-16,-2 2-127 0,-1-4-31 0,4 6-35 15,-3-4-42-15,-1-2-31 0,4 1-64 0,-4-1-59 0,0 0-53 16,13-3-66-16,-6-1-379 0,0-3-976 15,-2 2 433-15</inkml:trace>
  <inkml:trace contextRef="#ctx0" brushRef="#br0" timeOffset="145530.6293">7569 7203 198 0,'0'0'376'0,"0"0"18"0,0 0 31 16,0 0 0-16,0 0 4 0,0 0-7 0,0 0-9 15,0 0-16-15,0 0-11 0,0 0-25 0,0 0-15 16,0 0-25-16,0 0-18 0,0 0-30 0,0 0-32 16,0 0-24-16,8 0-20 0,-8 0-24 0,0 0-11 15,0 0-24-15,0 0-8 0,0 0-21 0,0 0-5 16,0 0-16-16,0 0-6 0,4 4-1 0,-4-4-5 16,6 1-8-16,2 0-5 0,-2-1-5 0,2 1 0 15,-1-3 2-15,5 0-4 0,-1-2-5 0,1 1 0 16,7-5-5-16,-2 1 8 0,1-3-23 0,-2 2 26 15,0-4 19-15,-3 3-3 0,-1 0-5 0,-3 1-14 16,0-2-54-16,-4 6 0 0,0-1 0 0,-1-1 0 16,0 3 0-16,-4-3 0 0,1-2 0 0,-2 4 0 15,0-3 0-15,-2 3 0 0,-1 1 0 0,-1 0 0 16,-3 1 0-16,1 0 0 0,-1 0 0 0,-4 6 0 16,1-2 0-16,2 3 0 0,-4-1 0 0,-2 6 0 15,1 3 0-15,0-1 0 0,2 4 0 0,-2-1 0 16,5 1 0-16,0-1 0 0,3 0 0 0,1-1 0 15,1-4 0-15,3 2 0 0,0-1 0 0,-2 0 0 0,7 1 0 16,1-4 0-16,0 2 0 0,4-3 0 0,0-2 0 16,7 5 0-16,0-5 0 0,3-2 0 15,0 0 0-15,3-1 0 0,-3-2 0 0,0-3 0 0,3 3 0 16,-3-4 0-16,-1 0 0 0,0-2 0 0,1 0 0 16,-2 1 0-16,-6 1 0 0,3-1 0 0,-5 1 0 15,-1 1-4-15,2 1-220 0,-6 0-47 0,1-2-60 16,-1 3-64-16,1-3-70 0,-4 2-91 0,-1 2-436 15,0 0-1072-15,0 0 474 0</inkml:trace>
  <inkml:trace contextRef="#ctx0" brushRef="#br0" timeOffset="146192.0088">8630 7101 112 0,'0'0'348'0,"5"-4"-11"0,-4 2-8 0,4 0-14 0,-1-1-10 16,0-1-11-16,1 1-5 0,-1-1-17 0,1 2-6 15,-1-3-22-15,2 4-11 0,2-2-16 16,-3-1-14-16,2 1-15 0,-1 3-15 0,1-3-21 0,0 3-3 16,1 0-6-16,-1 1 3 0,3 1-13 0,-2 1-12 15,0 1-4-15,1-1-10 0,-2 1-7 0,2 3-28 16,-3-3-6-16,-1 5-7 0,2-2-5 0,-3 2-5 15,1 0-2-15,-5 2 9 0,-2-2 14 0,-2 4 10 16,-5 0 9-16,-1 0 8 0,-3-1-1 0,-4 0-2 16,-1-5-7-16,-7 8-2 0,1-4 12 0,3-3 14 15,2-3 5-15,-3-2 27 0,11 1 29 0,-2-4 16 16,3-2 6-16,-2-1-4 0,5-2-12 0,-1-2-9 16,3-1-10-16,3-5-79 0,1-4-80 0,2 0 0 15,8-8 0-15,3 1 0 0,5 1 0 0,0 0 0 0,4 2 0 16,-1-4 0-16,2 6 0 0,1-1 0 15,3 4 0-15,-1 0-158 0,2 1-161 0,1 3-57 16,1 2-48-16,-2 2-42 0,-6 2-41 0,3-2-24 0,-4 2-371 16,-3 2-977-16,1 0 432 0</inkml:trace>
  <inkml:trace contextRef="#ctx0" brushRef="#br0" timeOffset="146525.8729">9059 6811 312 0,'-1'-8'336'0,"1"4"28"0,-3-4 32 0,3 2 27 15,-3-2 29-15,0 1 16 0,0 0 16 0,2 0 18 16,-3 0 9-16,3-2 6 0,-4 4-6 0,3 3-17 16,0-2-31-16,0-1-34 0,2 5-38 0,-3-3-41 15,3 3-36-15,0 0-36 0,0 0-82 0,-8 7-196 16,6 1 0-16,-1 8 0 0,-1 0 0 0,1 11 0 16,0 6 0-16,3-1 0 0,0 15 0 0,-1 0 0 15,2 1 0-15,-1 1 0 0,0 1 0 0,-1 0 0 16,1-1 0-16,0-2 0 0,-3 3 0 0,-1-5 0 0,2 3 0 15,1-2 0-15,-2-11 0 0,0 0 0 16,-1 13 0-16,3-14 0 0,-1-2 0 0,-2-3 0 16,1-3 0-16,0-7 0 0,0-1 0 0,3-3 0 15,0-4 0-15,-3-2 0 0,5-2 0 0,-1-1 0 16,-1-1 0-16,-1 0 0 0,-1 0 0 0,2-5 0 16,2 3 0-16,-2-3 0 0,0 0 0 0,0 0 0 15,6-8 0-15,-2 1 0 0,-3-2-346 0,4-3-321 0,-1-3-530 16,3-4-1296-16,2-7 574 0</inkml:trace>
  <inkml:trace contextRef="#ctx0" brushRef="#br0" timeOffset="146759.161">9022 7309 61 0,'0'-6'408'16,"0"0"34"-16,4 2 48 0,-4 2 43 0,0-3 27 15,3 2 22-15,-2-1 13 0,-1 4-13 0,1-9-23 16,1 6-35-16,0-2-46 0,-2 0-46 0,5 2-44 15,1-2-40-15,2-4-34 0,5 5-33 0,1-7-30 16,-1 7-25-16,6-3-89 0,0 0-137 0,0 2 0 16,2-1 0-16,-5 1 0 0,1 2 0 0,0-3 0 15,0 1 0-15,-4 2-15 0,0-3-196 0,0 3-42 16,-2-2-39-16,1-1-48 0,-2 1-34 0,0 1-24 16,-2 1-25-16,-3-1-35 0,2 0-35 0,-2 1-330 15,0-1-891-15,-3-2 395 0</inkml:trace>
  <inkml:trace contextRef="#ctx0" brushRef="#br0" timeOffset="147377.1006">10491 6820 334 0,'0'-3'447'0,"0"3"-8"15,3-4 8-15,-3 4-2 0,2-3-4 0,-1-1-4 16,-1 4-4-16,0 0-31 0,3-3-18 0,-3 3-25 16,0 0-36-16,0 0-32 0,0 0-36 0,5-2-22 15,-5 2-35-15,0 0-4 0,1 9 17 0,0-4 0 16,2 2-2-16,-2 6-4 0,0-1 1 0,3 2-18 16,1 7-2-16,-2-2-20 0,-2 5 8 0,4 2 0 15,-3 1-2-15,-1-1-145 0,0-6-27 0,0 7 0 16,-1-4 0-16,2 3 0 0,-1-8 0 0,-1 0 0 15,0 2 0-15,0-2 0 0,-1-1 0 0,-1 0 0 0,1-1 0 16,0-4 0-16,-2-1 0 0,3-1 0 16,-2-3 0-16,-1 3 0 0,3-5 0 0,-3 2 0 15,2-3 0-15,1-1 0 0,0-3 0 0,0 5 0 0,0-5 0 16,0 0 0-16,0 0 0 0,11-12-238 0,-4 3-259 16,8-5-96-16,6-4-552 0,6-6-1238 0,-3-1 548 15</inkml:trace>
  <inkml:trace contextRef="#ctx0" brushRef="#br0" timeOffset="147693.6825">11211 6817 444 0,'3'-5'539'0,"-3"3"31"16,0 2 17-16,0-7 10 0,0 4-5 0,0 3-28 15,0 0-29-15,-3-5-38 0,3 5-42 0,0 0-49 16,0 0-40-16,0 0-42 0,0 0-25 0,0 0-4 16,0 0-14-16,-1 15-17 0,1-5-13 0,-2 8-19 15,2 1-139-15,0 7-93 0,2-1 0 0,-2-5 0 16,0 5 0-16,1 1 0 0,2-1 0 0,-3-5 0 16,0-2 0-16,0 1 0 0,0 1 0 0,0-4 0 15,0-4 0-15,-3 7 0 0,3-4 0 0,-1-2 0 16,1-1 0-16,0-2 0 0,0 0 0 0,-2-3 0 15,2 0 0-15,-2-2 0 0,1-1 0 0,1 0-315 16,-1-1-190-16,1-3-88 0,0 0-62 0,0 0-366 0,0 0-1106 16,6-17 490-16</inkml:trace>
  <inkml:trace contextRef="#ctx0" brushRef="#br0" timeOffset="148061.296">11034 6797 241 0,'-4'-11'553'0,"1"1"22"0,2-2 4 16,-3 0 1-16,3-4 6 0,-2 1-19 0,2 0-28 15,1 2-32-15,4-7-45 0,-3 5-43 0,7-2-45 16,1 1-37-16,4-1-34 0,5-5-30 0,5 3-26 16,3 1-29-16,4 0-22 0,3 4-18 0,2 0-41 15,2 6-17-15,2-1-13 0,1 6-14 0,12-3-93 16,-13 5 0-16,-1 1 0 0,2 5 0 0,-1-3 0 15,-6 5 0-15,-2 0 0 0,0 4 0 0,-2 1 0 16,-2 4 0-16,-8 0 0 0,-5-3 0 0,-1 6 0 16,-8-3 0-16,-2 4 0 0,-6 4 0 0,-11 0 0 15,-1 2 0-15,-10-2 0 0,-13 9 0 0,-3-1 0 16,-2 3 0-16,-6-5 0 0,-3 0 0 0,1-4 0 16,0-1 0-16,1-3 0 0,15-9 0 0,2 0 0 15,6-5 0-15,9-4 0 0,4 2 0 0,5-3 0 16,0-2 0-16,2 1 0 0,4-2-104 0,3 0-255 0,0 0-60 15,0 0-59-15,37-5-48 0,-10 2-49 16,1-1-380-16,0 1-1036 0,4 2 459 0</inkml:trace>
  <inkml:trace contextRef="#ctx0" brushRef="#br0" timeOffset="149085.011">11521 7086 19 0,'0'0'449'0,"0"0"20"0,0 0 14 16,-8-7 6-16,8 3-16 0,0 4-11 0,0-5-26 16,0 5-26-16,-1-7-20 0,-2 1-28 0,3 6-27 15,0-5-21-15,0 5-33 0,0-4-22 0,0 4-19 16,0-6-38-16,0 6-21 0,0 0-19 0,0 0-16 16,3-4-18-16,-3 4-12 0,0 0-15 0,0 0-16 15,14 5-10-15,-9-3 8 0,1 1-21 0,-1 1-15 16,1 0-4-16,-3 1-2 0,1-1-8 0,0 1 2 15,-1 0-16-15,0 3 6 0,0-2-1 0,-2 2-14 16,-1 1 12-16,0-3-13 0,-1 2-6 0,-2 0-6 16,-4 2-8-16,0 0-6 0,2-2-10 0,-2 1-6 15,-4 0-8-15,1-1-6 0,-4-4 5 0,3 1 1 16,-1-1 10-16,2 1 4 0,1-3 4 0,1-2 6 16,0-1 3-16,1-4 3 0,3 2 10 0,-1 0 18 15,1-2 11-15,-1-5 6 0,4 2-3 0,-1-3 0 16,5 0 9-16,0 0-4 0,3-5-5 0,0 4 3 15,3-4-1-15,-1 5-5 0,2 0 0 0,4-3-10 16,-2 3-4-16,-3 4 1 0,1 0 7 0,1 2-6 0,1 1-6 16,-1-1 0-16,1 4 4 0,1-2-8 15,-2 3-6-15,0 4 8 0,1-1-5 0,0 3 0 16,-2 4 0-16,0-6-6 0,-1 3 6 0,0 1-5 16,-4 4-7-16,4-3 12 0,-4 0-4 0,-1 3 1 0,1-1-3 15,-1-2-2-15,0 1-6 0,-4 1-12 0,2-1-4 16,1-3-5-16,-2-1-2 0,-1 0-8 0,3-3 1 15,-6 1 0-15,6 1 7 0,-2-3 12 0,-1-2 2 16,0 5 10-16,0-5 5 0,0 0-5 0,0 0-1 16,0 0 22-16,5-13-10 0,-2 7 9 0,-2-2 13 15,3 0 10-15,-3-1-2 0,3-1 6 0,2 1-1 16,1-1 6-16,0 0 4 0,1 2-2 0,2-1-12 16,-1 2 8-16,-1 0-4 0,3 2-1 0,-4 1-2 15,4 0-13-15,2 0 5 0,-3 3-3 0,3 2-5 16,-2-1 1-16,1 3-2 0,1 0-4 0,-3 2-2 15,-1 1 3-15,0-1 5 0,0 2-10 0,-4 0-6 16,0 1 7-16,-1 1-5 0,1 0-2 0,-1 0 4 16,-4 0-6-16,0-3 0 0,0 2 2 0,-4-2-6 15,2 2 5-15,-1-3-8 0,-1 3 6 0,-5-3 4 16,5 0-1-16,-1-3 10 0,3 1-11 0,-2-2 15 16,4-1-9-16,0 0 0 0,-13-4 2 0,10 2 1 15,2-5 4-15,1-3-1 0,4-1 4 0,1-3-11 0,3-4-1 16,6-6 5-16,4 2 0 0,1 0-5 0,4-1-1 15,0 0-7-15,5-1 7 0,4 3-6 16,0 0 5-16,6-9-11 0,-6 7 5 0,1 4 6 16,-2 3-7-16,0-2 9 0,-1 2-12 0,1 0 4 0,-3 3-2 15,-2-1 7-15,0 2-10 0,-7 4 5 0,-5-2 0 16,2 2-8-16,-7 2 0 0,0 1-1 0,0-2-5 16,-2 2 9-16,-4 2 2 0,3-5-4 15,-4 3-1-15,1-2 2 0,-2 2 3 0,3 0-3 0,-2-1 5 16,-4-1-13-16,0 2 4 0,-1-1 4 0,-2-1-3 15,2 3 11-15,-2 0-5 0,-2-1 19 0,2 2 8 16,-1-1 20-16,2 1 0 0,-1 1 3 0,0 0-6 16,1 1-7-16,4 1-6 0,0 0 3 0,-13 5-19 15,10 0-9-15,-3 6 0 0,2 2 0 0,-2 3 0 16,2 3 0-16,2 7 0 0,-2 2 0 0,0 2 0 16,4 3 0-16,-1-2 0 0,2-2 0 0,-2 1 0 15,1 0 0-15,0-2 0 0,-1-2 0 0,1 2 0 16,0-2 0-16,-3-1 0 0,3-4 0 0,0-1 0 15,0-5 0-15,0-1 0 0,-1 2 0 0,1-3 0 16,0-3 0-16,1 0 0 0,-1-3 0 0,0 1 0 16,0-4 0-16,0 0-198 0,0-1-255 0,0-3-72 15,0 0-85-15,0 0-458 0,0 0-1156 0,0 0 511 16</inkml:trace>
  <inkml:trace contextRef="#ctx0" brushRef="#br0" timeOffset="149413.6598">12331 7040 9 0,'0'0'335'0,"0"-5"24"0,0 5 27 16,0 0 31-16,0-3 16 0,0 3 1 0,0 0-4 16,0-7-16-16,0 7-25 0,0 0-20 0,0-4-32 15,0 4-32-15,5-5-32 0,-4 3-32 0,3-1-23 16,4-1-22-16,1 1-17 0,2 0-18 0,0 1-14 16,0-1-15-16,0 0-13 0,0 0-14 0,-1-1-9 15,1 4-11-15,0-1 1 0,-1-1-9 0,1 0-8 16,-4 1 1-16,1 0-8 0,0 2 1 0,-3-2-12 15,3 1-8-15,-8 0-1 0,9 2 2 0,0 2-5 16,-4 0 0-16,-1 0 8 0,1 2-12 0,0-1-11 16,-1 1-2-16,1 2 5 0,0 1-1 0,-1 0-4 15,0 0-5-15,-3 0 1 0,2 1 4 0,-2-4-11 16,-1 2 7-16,0-2-3 0,3 1-5 0,-6-1 1 16,3 3-3-16,3-4-6 0,-3-1-28 0,1 1-32 15,-1-1-36-15,0-4-43 0,0 5-45 0,0-5-51 16,4 4-38-16,-4-4-62 0,0 0-63 0,0 0-71 15,18-9-57-15,-12-1-288 0,3 2-878 0,2-8 388 16</inkml:trace>
  <inkml:trace contextRef="#ctx0" brushRef="#br0" timeOffset="149563.9313">12684 6852 122 0,'2'-5'376'15,"-2"5"-1"-15,2-6 7 0,-2 6-12 0,0 0-19 16,0-3-41-16,0 3-32 0,0 0-38 0,2-2-26 0,-2 2-58 15,0 0-60-15,0 0-69 0,4 10-58 0,-1-3-69 16,-1-3-68-16,4 1-55 0,-2 1-50 0,0-1-144 16,1 2-452-16,4-2 200 0</inkml:trace>
  <inkml:trace contextRef="#ctx0" brushRef="#br0" timeOffset="149845.6908">12868 6921 196 0,'6'0'317'0,"-1"-1"19"0,0-1 12 0,2 0 16 16,-2 0 12-16,-1-1-4 0,-4 3 8 0,6-1-6 15,-6 1-6-15,3-3-11 0,-3 3-9 0,0 0-12 16,0 0-11-16,-11-5-18 0,11 5-11 0,-11-1-20 16,6-1-13-16,5 2-19 0,-18 3-24 0,9-2-24 15,0 4-16-15,-1 0-27 0,-3 4-8 0,1 3-22 16,2 0-3-16,-4 2-19 0,5-2-5 0,3 2-14 16,-3-2-4-16,5-1-4 0,-5 4-8 0,4-3-11 15,1 4-10-15,2-3 4 0,-1-1-3 0,-2 1-24 16,10-2-24-16,-4 0-28 0,3 1-33 0,0-2-27 15,5-4-19-15,0 1-24 0,10-2-20 0,0-3-20 16,11-3-38-16,0-3-27 0,7-3-42 0,0-2-30 16,13-4-36-16,-14 2-34 0,11-4-31 0,-10 2-23 15,-1-2-32-15,-6 1-236 0,3-3-759 0,-4 2 337 16</inkml:trace>
  <inkml:trace contextRef="#ctx0" brushRef="#br0" timeOffset="150129.8673">13346 6715 123 0,'0'-9'378'0,"1"3"31"0,0 0 32 16,1 0 29-16,1 2 17 0,-3 0 11 0,0 0-13 15,0 4-10-15,0-5-4 0,0 5-18 0,0 0-12 16,0-6-26-16,0 6-20 0,0 0-19 0,0 0-26 16,0 0 8-16,0 0 1 0,-5 14-11 0,4-4-25 15,0 5-187-15,1 2-136 0,-1 2 0 0,-1 6 0 16,2 4 0-16,-2 0 0 0,2 4 0 0,-2-3 0 15,1 2 0-15,0 0 0 0,-2-2 0 0,1-3 0 16,-2 2 0-16,1-1 0 0,1-2 0 0,-5-2 0 16,6-5 0-16,-1-3 0 0,-1 1 0 0,4-5 0 15,-3-2 0-15,2-2 0 0,0-1 0 0,0-1 0 16,0 0 0-16,1-3 0 0,0 0 0 0,-1-3 0 16,5 0 0-16,-5 0-378 0,13-10-262 0,-4 2-52 15,0-5-389-15,2-3-1169 0,-3-2 517 0</inkml:trace>
  <inkml:trace contextRef="#ctx0" brushRef="#br0" timeOffset="150618.6009">13458 6954 162 0,'0'0'327'0,"7"7"11"0,-7-7 7 0,0 0 5 16,0 0 10-16,1 3-19 0,-1-3-17 0,0 0-16 15,0 0-17-15,0 0-19 0,1 4-23 16,-1-4-20-16,0 0-18 0,0 0-19 0,3 2-22 0,-3-2-17 15,0 0-11-15,0 0-15 0,0 0-15 0,0 0-11 16,1 3-5-16,-1-3 8 0,5 4 3 0,-5-4 9 16,4 3 5-16,1-2-4 0,-1 2 2 0,1-1-6 15,4-2 1-15,1 2-3 0,0-1 3 0,3-2-9 16,0-1-7-16,5-3-6 0,-2 2 3 0,2-3-2 16,-1-1-5-16,-2-1-9 0,-6 2-1 0,4-1-5 15,-3-2-11-15,-1-5 2 0,1 6-10 0,-2-2-4 16,0 2 2-16,-4-2-11 0,-1 5-6 0,0-2-3 15,0 0-4-15,-3 1-5 0,0 2-4 0,-3 0-1 16,2-1-8-16,-2 1 1 0,-2 0-6 0,-3 3 4 16,-1 1-6-16,-1-3 7 0,-3 3-7 0,-1 3 0 15,1 0-8-15,-2 7 2 0,-2 0-3 0,1 3 9 16,-3 5-5-16,2-3 6 0,-1 6-2 0,2-2-1 16,2-3 0-16,2 0-5 0,3-2 11 0,3 3-10 15,-1-2 6-15,5-1 0 0,-2-1 6 0,4-1 1 16,3 1 11-16,2-4 18 0,5 4 14 0,-1-3 4 15,4-1 3-15,4 0-3 0,3-2 3 0,0-2 2 16,7-1-6-16,1 0-19 0,3-5-37 0,-2-3 0 16,2-2 0-16,-2 3 0 0,1-2 0 0,-2-5 0 15,-2 1 0-15,0 0 0 0,-7 3-48 0,-1-2-132 16,-2 1-58-16,-5 3-69 0,-1 0-59 0,-3 1-77 16,-5 0-69-16,3 2-70 0,-5 1-338 0,0 0-996 15,0 0 441-15</inkml:trace>
  <inkml:trace contextRef="#ctx0" brushRef="#br0" timeOffset="153368.179">695 8308 255 0,'0'0'431'0,"0"0"6"0,0 0 1 16,11-18 6-16,-11 18-3 0,0 0-11 0,0 0-9 16,0 0-22-16,0 0-18 0,0 0-24 0,0 0-23 15,0 0-26-15,0 0-35 0,0 0-23 0,0 0-29 16,11-11-17-16,-11 11-21 0,0 0-1 15,0 0 9-15,0 0 3 0,0 0-11 0,0 0 0 0,0 0 5 16,0 0 2-16,0 0-5 0,-12 48-7 0,12-48 2 16,-1 30-50-16,1-18-130 0,-2 6 0 0,2 2 0 15,2-2 0-15,-2 0 0 0,-3 2 0 16,0-2 0-16,1 0 0 0,1 0 0 0,-2 1 0 0,1-2 0 16,-3 1 0-16,2-2 0 0,2 1 0 0,-3-2 0 15,4-15 0-15,-7 23 0 0,4-13 0 0,3-10 0 16,0 0 0-16,-3 24 0 0,3-24 0 15,0 0 0-15,-1 17 0 0,1-17 0 0,0 0 0 16,0 0 0-16,0 0 0 0,-5 15 0 0,5-15 0 0,0 0 0 16,0 0 0-16,0 0 0 0,0 0 0 0,0 0 0 15,0 0 0-15,0 0 0 0,0 0 0 0,0 0-392 16,0 0-63-16,0 0-43 0,0 0-44 0,0 0-53 16,14-48-357-16,-14 48-1031 0,1-29 456 0</inkml:trace>
  <inkml:trace contextRef="#ctx0" brushRef="#br0" timeOffset="153867.2543">677 8317 266 0,'0'0'264'0,"0"0"5"15,9-19-5-15,-9 19 1 0,0 0-11 0,0 0-3 16,0 0-8-16,0 0-6 0,4-15-13 0,-4 15-1 15,0 0-5-15,0 0-3 0,0 0-14 0,0 0-4 16,0 0-6-16,0 0 0 0,0 0 2 0,0 0 3 16,0 0 2-16,0 0 4 0,0 0 7 0,0 0 3 15,0 0 6-15,0 0 6 0,0 0 13 0,0 0 5 16,0 0 0-16,0 0 2 0,0 0-1 0,0 0-2 16,0 0-3-16,0 0-10 0,0 0-18 15,0 0-12-15,0 0-12 0,0 0-129 0,0 0-57 0,0 0 0 16,0 0 0-16,0 0 0 0,0 0 0 0,0 0 0 15,0 0 0-15,0 0 0 0,0 0 0 0,0 0 0 16,0 0 0-16,0 0 0 0,15-1 0 0,-9 9 0 16,5 6 0-16,1 1 0 0,6 6 0 0,1 2 0 15,3 1 0-15,0-4 0 0,-3 3 0 0,4 0 0 16,-1 1 0-16,-3-1 0 0,1 1 0 0,0-4 0 16,0 0 0-16,-6-4 0 0,0 0 0 0,-1-2 0 15,-3-2 0-15,-1-1 0 0,-2 1 0 0,1-5 0 16,-3 1 0-16,-1-4 0 0,0 1 0 0,0 1 0 15,0-2 0-15,-3-1 0 0,3 0 0 0,1-1 0 16,-5-2 0-16,1 2 0 0,-1-2 0 0,0 0 0 16,0 0 0-16,0 0 0 0,3-8 0 0,-3 3 0 15,0-3 0-15,1 0 0 0,-1-5 0 0,4 1-383 16,-4 4-110-16,0-5-48 0,3-4-50 0,-2 6-440 16,0-1-1116-16,2-4 494 0</inkml:trace>
  <inkml:trace contextRef="#ctx0" brushRef="#br0" timeOffset="154285.2974">1095 8287 292 0,'0'-6'361'0,"1"0"14"16,1 0 27-16,-2 0 13 0,2 0 7 0,-2 2 3 16,0 1-5-16,0 3-8 0,-2-7-7 0,4 4-10 15,-2 3-18-15,0 0-18 0,0 0-25 0,1-6-23 16,-1 6-16-16,0 0-45 0,0 0-17 0,0 0-31 15,0 0 7-15,0 0-8 0,0 0 2 0,0 0-14 16,-1 17-12-16,-1-10-11 0,2 0-4 0,-2 3-10 16,2 0-105-16,0 2-47 0,-1 2 0 0,-3 2 0 15,3 2 0-15,-2 0 0 0,2 0 0 0,1 0 0 16,0 1 0-16,0-1 0 0,-4 0 0 16,4 3 0-16,-1-1 0 0,-2-2 0 0,3 1 0 0,-1-2 0 15,0-2 0-15,-2-2 0 0,3-1 0 0,-1-1 0 16,-2-1 0-16,3 0 0 0,-1-2 0 0,1-1 0 15,-3 0 0-15,6-2 0 0,-3 0 0 0,0 0 0 16,0-2 0-16,-3 1 0 0,3-4 0 0,-1 7 0 16,1-7 0-16,0 4 0 0,0-4 0 0,0 0 0 15,0 4 0-15,0-4 0 0,0 0 0 0,0 0 0 16,0 0 0-16,0 0 0 0,0 0 0 0,0 0 0 16,0 0 0-16,0 0 0 0,-13-12 0 0,11 9 0 15,-1-1 0-15,3-5 0 0,0 3-387 0,-1-2-228 16,6-1-78-16,-1-3-390 0,6-4-1173 0,3 1 519 15</inkml:trace>
  <inkml:trace contextRef="#ctx0" brushRef="#br0" timeOffset="154718.3689">1749 8247 298 0,'0'-7'372'0,"6"0"8"15,-3 1 8-15,1-2 2 0,0 2 3 0,-3 0-7 16,2 0-4-16,-1 1-3 0,-2 1-2 0,3 0-4 16,-2-1-10-16,-1 5-8 0,0-6-22 0,0 6-23 15,1-2-27-15,-1 2-17 0,0 0-3 0,0 0 13 16,0 0 4-16,-11 13-16 0,3-5-3 0,2 5-1 15,-7 4-9-15,3 0-16 0,-2 7-162 0,1 1-73 16,-1 2 0-16,2 1 0 0,-3 3 0 0,4-1 0 16,1 4 0-16,-3-1 0 0,3 2 0 0,1-2 0 15,0 0 0-15,0 1 0 0,2 3 0 0,1-5 0 16,1 2 0-16,2-2 0 0,2 1 0 0,0-5 0 16,2 1 0-16,5-2 0 0,2 1 0 0,1-7 0 15,0-3 0-15,4 4 0 0,-1-2 0 0,0-4 0 16,-1-4 0-16,2 2 0 0,2-5 0 0,-7-1 0 15,1 0 0-15,-1-3 0 0,-3 2 0 0,-1-2 0 16,0-2 0-16,-3-1 0 0,0-1 0 0,-2 3 0 16,-1-4 0-16,0 0-476 0,0 0-100 0,0 0-79 15,-9-9-426-15,4 2-1171 0,-4 1 518 0</inkml:trace>
  <inkml:trace contextRef="#ctx0" brushRef="#br0" timeOffset="155285.6243">2028 8350 413 0,'0'0'481'0,"1"-7"7"15,0 4 5-15,-1 3-8 0,2-6-7 0,-2 6-17 16,1-5-27-16,-1 5-17 0,0 0-45 0,0 0-29 16,0 0-44-16,0 0-29 0,0 0-14 0,0 0 1 15,5 13-4-15,-4-8 0 0,1 5-17 0,0-2-8 16,1 9-13-16,-2 0 3 0,-1 1-19 0,2-3-18 15,-2 4-14-15,0 0-17 0,0 1-16 0,-2 0-124 16,2 5-10-16,0-7 0 0,-1 5 0 0,-1-3 0 0,0-2 0 16,1 0 0-16,-1-1 0 0,1-1 0 0,1-4 0 15,-1 0 0-15,1-1 0 0,0-1 0 16,0 0 0-16,0-5 0 0,0 1 0 0,0-1 0 16,0-1 0-16,0-1 0 0,0-3-76 0,1 5-137 15,-1-5-50-15,0 0-56 0,0 0-58 0,0 0-57 0,-1-16-64 16,1 8-54-16,-3-4-359 0,1-4-984 0,-1-2 435 15</inkml:trace>
  <inkml:trace contextRef="#ctx0" brushRef="#br0" timeOffset="155552.41">2009 8361 33 0,'0'-4'388'16,"1"0"27"-16,1-2 23 0,1 2-1 0,1 3-4 15,-4 1-20-15,2-3-27 0,-2 3-13 0,4-4-12 16,-4 4-8-16,0 0-12 0,0 0-10 0,17 5-21 15,-10-2-12-15,0 1-16 0,2 5-20 0,1-4-34 16,0 9-4-16,3-4-21 0,-3 1-11 0,4 2-15 16,-1 0-16-16,1 0-19 0,3 1-11 0,-2 0-15 15,0 0-8-15,10 1-10 0,-9-1-6 0,0-3-14 16,0 0-13-16,-3 1-5 0,2-3-28 0,-4-1-31 16,-4-2-30-16,2 0-37 0,0 0-38 0,-5-2-31 15,1-2-30-15,-1 2-29 0,1-2-21 0,-5-2-25 16,6 2-46-16,-6-2-53 0,0 0-29 15,8-7-24-15,-4 4-5 0,1-2-7 0,0-4-5 0,-1 4-4 16,1-4-222-16,-1-2-687 0,-3-1 304 0</inkml:trace>
  <inkml:trace contextRef="#ctx0" brushRef="#br0" timeOffset="155835.1142">2378 8343 95 0,'-1'-11'251'0,"-2"1"23"0,3 1 37 0,0-1 39 0,3 4 30 15,-3-2 6-15,0 4 9 0,1-6 10 0,-1 4 8 16,0 1 2-16,0 0 5 0,1 3-11 0,-1 2-24 15,4-6-17-15,-4 6-28 0,-1-4-35 0,1 4-27 16,0 0-17-16,0 0 26 0,0 0-1 0,0 0-9 16,6 15-17-16,-2-6-4 0,-3 1-2 0,3 2-124 15,-4-1-130-15,4 9 0 0,-3-2 0 0,2 1 0 16,-2 1 0-16,-1 0 0 0,3-1 0 0,-2 7 0 16,-1-1 0-16,0-6 0 0,0-1 0 0,0 2 0 15,0-2 0-15,-1 0 0 0,-2 0 0 0,2-2 0 16,1-4 0-16,-2-2 0 0,2 1 0 0,0-4 0 15,0 2 0-15,-1-2 0 0,1-1 0 0,-1-1 0 16,1-1 0-16,0 1 0 0,0-5 0 0,0 0-62 16,0 0-549-16,11-7-90 0,-4 1-436 0,-1-3-1230 15,3 1 544-15</inkml:trace>
  <inkml:trace contextRef="#ctx0" brushRef="#br0" timeOffset="156503.2661">2672 8446 143 0,'0'0'447'16,"0"0"13"-16,0 0 4 0,0 0 11 0,-4-4 1 16,4 4-5-16,0 0-6 0,-3-6-10 0,3 6-11 15,0 0-16-15,0 0-21 0,0-5-17 0,0 5-29 16,0 0-36-16,0 0-26 0,0 0-32 0,0 0-26 16,0 0-26-16,0 0-25 0,0 0-15 0,0 0-19 15,0 0-17-15,-3 12-16 0,3-6-10 0,-2 4-51 16,1-4-62-16,0 3 0 0,-2-1 0 0,2 3 0 15,0-2 0-15,-1 2 0 0,0 0 0 0,1-2 0 16,-2 2 0-16,3-1 0 0,0-2 0 0,-1-1 0 16,-1 3 0-16,2-3 0 0,0-1 0 0,0-1 0 15,0 1 0-15,3-3 0 0,1 1 0 0,-2 1 0 16,4-4 0-16,-1 0 0 0,2-1 0 0,1 2-14 16,0-2-77-16,-1-2 7 0,3-1 0 0,-2-1 7 15,4-2 7-15,-1 1 7 0,-2-1 5 0,0-1 8 16,-3 1 7-16,2-2 3 0,-3-3 9 0,0 1 16 15,2-1 2-15,-1 2 27 0,-2-1 14 0,1 2 12 16,-4-3 18-16,3 5 2 0,-4 0 8 0,4-5 11 16,-1 6 9-16,-2 0 1 0,0 1 9 0,2 0 4 15,-2-1-93-15,-1 2-9 0,0 3 0 0,4-6 0 16,-4 6 0-16,0-4 0 0,0 4 0 0,0 0 0 0,0 0 0 16,0 0 0-16,0 0 0 0,0 0 0 15,1 11 0-15,-1-2 0 0,0-3 0 0,3 4 0 16,-3-1 0-16,1 0 0 0,0 4 0 0,-1-2 0 15,0-1 0-15,0 1 0 0,0-2 0 0,0 1 0 0,3 1 0 16,-3-6 0-16,1 3 0 0,-1-1 0 0,0 0 0 16,3-2 0-16,-1 1 0 0,1-1 0 0,1 0 0 15,1-3 0-15,0 4 0 0,0-3 0 16,0-2 0-16,4 1-133 0,-4-2-140 0,6-1-67 16,-3-1-89-16,-1-1-89 0,3-3-90 0,-3 0-374 0,-1 1-1063 15,-1 0 469-15</inkml:trace>
  <inkml:trace contextRef="#ctx0" brushRef="#br0" timeOffset="157186.4125">3022 8508 325 0,'0'0'486'0,"4"-2"7"0,-4 2 4 15,4-5-12-15,-4 5-12 0,0 0-10 0,7-2-22 16,-7 2-18-16,0 0-26 0,4-3-24 0,-4 3-32 15,0 0-36-15,0 0-42 0,0 0-20 0,0 0-17 16,0 0-22-16,12 8-15 0,-11-2-22 0,3-2-16 16,-3 2-9-16,3 1-10 0,1 2-11 0,0 0-11 15,-2 0-12-15,2 2-9 0,0 0-6 0,-2-1-11 16,-1 0-5-16,1 0-4 0,2 0-17 0,-2 1 2 16,-1-3-10-16,0 1-7 0,0-4-7 0,-1 3-12 15,-1-5-11-15,2 2-9 0,-2-5-3 0,0 6-3 16,0-6 8-16,2 5-3 0,-2-5 9 0,0 0 1 15,0 0 0-15,0 0-4 0,0 0 5 0,9-11 3 16,-7 6-7-16,1-5-7 0,3-1 5 0,-2 0 5 16,2-1-3-16,3-3 2 0,4 0-4 0,-3 1 2 15,-1 2 5-15,1 3-6 0,2 2 7 0,-4-1-4 16,3 0 4-16,-3 2 1 0,2 2-6 0,-1 0 6 16,0 3 5-16,-1 1-8 0,-8 0 10 0,20 4-2 15,-16-1-1-15,8 3-1 0,-4-1-2 0,0 0-8 16,-2 2 14-16,0-3-14 0,1 5 7 0,-2 0 5 15,0 0-7-15,-1 2 4 0,0-4 2 0,-1 4-13 16,-3-4 7-16,2 3 8 0,-2-2-4 0,-1-1-7 16,1 0 0-16,0-2 0 0,0 1 0 0,1-1 0 15,-1-5-4-15,0 7 4 0,0-7 1 0,0 6 2 16,0-6-3-16,0 0 0 0,0 0 0 0,0 0 0 16,12-14 0-16,-10 7 0 0,2-1 0 0,2-3 0 15,4-4 0-15,-3 5 0 0,-1 0 0 0,2-5 0 16,0 5-3-16,-3-1 1 0,0 2 7 0,1 1-5 15,2 1 0-15,-4-1 0 0,0 5 0 0,1-4 0 0,0 4 0 16,-1 1 0-16,0-1 0 0,-4 3 0 16,9-2 0-16,-9 2 0 0,11 2 0 0,-3 1 0 15,-3 1 0-15,1 1 0 0,1 2 0 0,2 0 0 16,-4 0 0-16,0 1 0 0,1 1 0 0,-2-1 0 0,0-2 0 16,2 2 0-16,-2-1 0 0,-1 0 0 0,-2-3 0 15,2 2-72-15,-1-2-42 0,-1 1-38 16,1 0-40-16,-1-3-42 0,-1-2-25 0,5 2-30 15,-5-2-63-15,0 0-61 0,0 0-76 0,4-8-50 16,-4 8-309-16,7-15-919 0,-3 7 407 0</inkml:trace>
  <inkml:trace contextRef="#ctx0" brushRef="#br0" timeOffset="158337.6293">3725 8327 160 0,'1'-3'440'0,"3"-2"32"0,0 1 1 15,-4 0 9-15,0 1-1 0,0 3 4 0,0 0-13 16,2-7-9-16,-2 7-14 0,2-4-21 16,-2 4-22-16,1-2-40 0,-1 2-18 0,0 0-25 0,0 0-30 15,0 0-29-15,0 0-30 0,0 0-15 0,0 0 1 16,0 0-14-16,-5 13-15 0,5-10-19 0,0 6-28 16,-1-2-144-16,1 5 0 0,0-1 0 0,-2 2 0 15,2-1 0-15,0 3 0 0,-1 1 0 16,1 0 0-16,-1 0 0 0,1 0 0 0,-2 4 0 0,2-2 0 15,0-6 0-15,0 4 0 0,-1 1 0 0,1-1 0 16,1-1 0-16,-1-3 0 0,2 0 0 0,-2-1 0 16,2 0 0-16,0-3 0 0,-1 3 0 15,1-2 0-15,2-2 0 0,1-3 0 0,0 3 0 0,1-3 0 16,1-1 0-16,0-2 0 0,1-1 0 0,3-3 0 16,-1 2 0-16,0-3 0 0,0-3 0 0,2 1 0 15,-2-2 0-15,-1-2 0 0,0 1 0 0,-5-1 0 16,6 0 0-16,-6 2 0 0,1-2 0 0,-1 0 0 15,-4 1 0-15,1 3 0 0,3-1 0 0,-4 1 0 16,3 1 0-16,-6-1 0 0,3 6 0 0,0-7 0 16,0 7 0-16,-1-8 0 0,-2 5 0 0,3 3 0 15,0 0 0-15,-5-4 0 0,5 4 0 0,0 0 0 16,-8-1 0-16,8 1 0 0,0 0 0 0,0 0 0 16,0 0 0-16,0 0 0 0,-11 7 0 0,7-3 0 15,4-4 0-15,-4 8 0 0,0-2 0 0,4-2 0 16,0-4 0-16,-1 10 0 0,1-5 0 0,0-1 0 15,0-4 0-15,0 7 0 0,0-1 0 0,0-6 0 16,0 5 0-16,4 0 0 0,1-1 0 0,-1 0 0 16,6-3 0-16,-2 2 0 0,2 0 0 0,3-2 0 15,-3 0 0-15,7-1 0 0,-1-1 0 0,6-1 0 16,-2-1 0-16,0-4 0 0,-1 3 0 0,0-3 0 16,-2-2 0-16,3 1 0 0,-3-2 0 0,-1 2 0 15,-3 0 0-15,-4-2 0 0,5 0 0 0,-5 1 0 16,-3 2 0-16,3-1 0 0,-5 2 0 0,1-3 0 0,-1 4 0 15,0 1 0-15,-1-3 0 0,-2 2 0 0,-1 1 0 16,0 4 0-16,-1-9 0 0,1 9 0 16,-6-5 0-16,6 5 0 0,-6-1 0 0,6 1 0 15,-9-2 0-15,9 2 0 0,-13 5 0 0,6-2 0 0,-2 2 0 16,-2 1 0-16,5 1 0 0,-4 1 0 0,2 0 0 16,-2 3 0-16,5-1 0 0,-2 3 0 15,1-1 0-15,1 1 0 0,1-2 0 0,0 1 0 16,3-2 0-16,-3 0 0 0,2-1 0 0,4 1 0 0,-2 0 0 15,4-3 0-15,0 2 0 0,-3-4 0 16,4 3 0-16,3-3 0 0,2 2 0 0,-1-4 0 0,10 3 0 16,-6-2 0-16,7-3 0 0,3-1 0 15,5-5 0-15,3 2 0 0,-9 0 0 0,2-6 0 0,3 0 0 16,-5 2 0-16,5-5 0 0,-12 2 0 0,3 0 0 16,-1-1 0-16,-2 0 0 0,-1-3 0 0,1 0 0 15,-6 6 0-15,1-6 0 0,-6 6 0 0,5-1 0 16,-8 1 0-16,2 0 0 0,-2 4 0 0,-1-2 0 15,0 6 0-15,-4-6 0 0,4 6 0 0,-5-8 0 16,0 7 0-16,5 1 0 0,0 0 0 0,-13 1 0 16,13-1 0-16,-9 4 0 0,6 0 0 0,-1-1 0 15,4-3 0-15,-5 5 0 0,5-5 0 0,-2 6 0 16,2-6 0-16,0 0 0 0,4 9 0 0,1-6 0 16,3-1 0-16,0-2 0 0,2 2 0 0,4-1 0 15,-5-1 0-15,2 0 0 0,2 0 0 0,-1 1 0 16,2-1 0-16,-8 3 0 0,4-3 0 0,2 2 0 15,-4-2 0-15,-2 2 0 0,2 0 0 0,-1-1 0 16,0 3 0-16,-1 1 0 0,1 2 0 0,0 1 0 16,-2-3 0-16,-1 4 0 0,1-1 0 0,-1 0 0 15,-1 1 0-15,-1 0 0 0,1 1 0 0,-3 1 0 16,0 1 0-16,0-1 0 0,0-3 0 0,-3 3 0 16,2-5 0-16,1 3 0 0,0-3 0 0,-3 1 0 15,2-2 0-15,1-5 0 0,1 9 0 0,-1-9 0 16,3 5 0-16,-3-5 0 0,9 1 0 0,-9-1 0 0,16-4 0 15,-4 2 0-15,2-3 0 0,-1 0 0 16,-1-1 0-16,0-1 0 0,2 2 0 0,-5-2 0 16,0 1-182-16,-1 1-78 0,-2-4-68 0,-6 3-85 15,-1-1-83-15,-4 1-88 0,-3 2-404 0,-1-3-1071 16,-5 1 474-16</inkml:trace>
  <inkml:trace contextRef="#ctx0" brushRef="#br0" timeOffset="159305.8407">5385 8465 156 0,'-4'-4'424'0,"4"4"21"15,-1-5 3-15,-2 3-4 0,3 2-5 0,-1-5-14 16,1 5-15-16,0 0-8 0,0-6-19 0,0 6-17 16,0-4-26-16,0 4-22 0,4-4-26 0,-4 4-30 15,1-4-27-15,-1 4-31 0,8-1-20 0,-3 1-20 16,-5 0-13-16,15 3-18 0,-7 2-12 0,1-1-16 15,0 0-10-15,0 0-8 0,0 0-14 0,-1 3-5 16,-1 1-9-16,2-2-9 0,-3 1-1 0,0 3-1 0,-4-5-6 16,2 5-1-16,-4-2-12 0,-1 1 2 15,-3 0 1-15,-1 2-2 0,-6 1-2 0,1-3-2 16,-1 3 2-16,-3 0-9 0,-3-2-29 0,-2-1 32 0,2-1-5 16,-2-3-3-16,1 2 8 0,4-6-3 0,-4 2 21 15,6-2 26-15,0-3 16 0,6 0 14 16,-5-3 4-16,5 1-63 0,2-2-37 0,0-5 0 15,3 3 0-15,1-5 0 0,3 2 0 0,4-6 0 0,5 0 0 16,2-5 0-16,6 2 0 0,2 0 0 0,1 1 0 16,1 1 0-16,3 0-5 0,0 2-209 15,0 1-27-15,0 4-57 0,2 2-30 0,1-2-34 0,-1 2-10 16,-10 5-18-16,4-1-13 0,-5 0 0 0,1 2 1 16,0-2 11-16,-1 3 25 0,-6 1 28 0,2-4 33 15,-5 2 31-15,1 1 35 0,-3-1 40 0,1 0 45 16,-5-1 52-16,1 0 47 0,-3 0 58 0,0-3 46 15,1 1 42-15,-4 0 37 0,2-1 32 0,-1 0 42 16,-2-2 39-16,2 2 37 0,0 2 26 0,-2-5 15 16,-3 4 14-16,3-1 21 0,-1 1 10 0,2-1 12 15,1-2 5-15,-1 4 4 0,1 1 5 0,-1-2-5 16,-1 1-15-16,2 3-31 0,1 2-18 0,-5-6-253 16,5 3-68-16,0 3 0 0,0 0 0 0,0 0 0 15,-4 10 0-15,4-1 0 0,-2 3 0 0,1 6 0 16,0 7 0-16,-1 2 0 0,0 1 0 0,-2 4 0 15,2 5 0-15,0-1 0 0,4 12 0 0,-5-12 0 0,2 12 0 16,2-3 0-16,-2-9 0 0,-6 11 0 0,5-11 0 16,-2 0 0-16,3 10 0 0,-2-12 0 0,1-2 0 15,-1-1 0-15,-1 1 0 0,3-2 0 16,-2-3 0-16,1 1 0 0,-2-10 0 0,4-1 0 0,-1-1 0 16,1-2 0-16,-2-3 0 0,2-1 0 0,2 0 0 15,-2-4 0-15,0-1 0 0,0-2 0 0,0 3 0 16,0-2 0-16,0-4 0 0,0 0 0 0,0 0 0 15,0 0 0-15,5-12 0 0,-1 6-389 0,-2-5-210 16,7-4-29-16,-6-1-469 0,-1-2-1186 0,-3-2 525 16</inkml:trace>
  <inkml:trace contextRef="#ctx0" brushRef="#br0" timeOffset="159572.2205">5606 8727 214 0,'-1'-3'369'0,"-2"0"35"0,3-3 50 16,-1 3 36-16,1 3 32 0,0-5 25 0,0 5 14 15,-3-6 5-15,3 6-3 0,0-5-11 16,0 5-18-16,3-3-26 0,-3-1-46 0,5 0-44 16,3 0-45-16,3-1-35 0,2 0-28 0,7-2-304 0,9 0-6 15,1-3 0-15,-10 5 0 0,1 0 0 0,7 0 0 16,-10 0 0-16,4-1 0 0,-3 2 0 0,-1 1 0 16,0-1 0-16,-5-2 0 0,1 3 0 0,-5 1 0 15,1-1 0-15,-3 0 0 0,0 2 0 0,-2 1 0 16,-5 0 0-16,8-3 0 0,-8 3 0 0,6-2 0 15,-6 2 0-15,0 0 0 0,3-5 0 0,-3 5-419 16,-5-5-166-16,5 5-90 0,-7-8-411 0,2 3-1176 16,0-1 521-16</inkml:trace>
  <inkml:trace contextRef="#ctx0" brushRef="#br0" timeOffset="160156.155">6982 8363 272 0,'0'-6'468'0,"2"2"8"0,-1 0 12 0,-1 4 9 15,1-6-5-15,-1 6-1 0,0 0-12 0,3-1-22 16,-3 1-27-16,2-4-25 0,-2 4-33 16,0 0-39-16,0 0-20 0,0 0-29 0,0 0-28 0,0 0 12 15,4 9 1-15,-2 0-11 0,-1 0-9 0,0 9-3 16,0-2-8-16,-1 0-88 0,0 4-150 0,2 5 0 15,-2 0 0-15,0-3 0 0,0 4 0 0,1 1 0 16,-2-1 0-16,-1-1 0 0,1 2 0 0,1 0 0 16,-1-2 0-16,-2-5 0 0,1-1 0 0,-1 0 0 15,1-2 0-15,0-1 0 0,0-3 0 0,0-3 0 16,0 1 0-16,1 0 0 0,-3-4 0 0,4-1 0 16,0-1 0-16,-1 0 0 0,-1-3 0 0,2-2 0 15,0 0 0-15,0 0-63 0,0 0-456 0,0 0-49 16,2-19-63-16,-2 7-438 0,1-7-1157 0,3-4 512 15</inkml:trace>
  <inkml:trace contextRef="#ctx0" brushRef="#br0" timeOffset="160523.3983">6721 8322 363 0,'-11'-7'388'0,"1"0"22"0,0 0 3 16,2 1 22-16,-1-2 11 0,3 4 3 0,-3-3-12 0,3 1-9 15,2 1-17-15,1-1-10 0,-1-1-29 0,2 0-22 16,-2 0-30-16,8-3-36 0,-1 1-38 0,4-1-11 16,3-4-23-16,4 0-24 0,3 2-20 15,7-6-15-15,3 3-8 0,1 3-19 0,4-1-11 0,1 2-11 16,3 0-6-16,1 3 0 0,5 1 2 0,-5-2 1 16,3 4 3-16,-2 1-13 0,3 4-91 0,-5 0 0 15,-4 4 0-15,-1 2 0 0,-5 0 0 0,-8 3 0 16,2 0 0-16,-6 3 0 0,-2 0 0 0,-1 0 0 15,-5 4 0-15,0 0 0 0,-4 3 0 0,-5 0 0 16,-5-1 0-16,-2 3 0 0,-9 5 0 0,-8-2 0 16,0-1 0-16,-11 11 0 0,-3-4 0 0,-2-5 0 15,-1 0 0-15,12-9 0 0,2 0 0 0,3-4 0 16,6-1 0-16,5-3 0 0,4-1 0 0,2-3 0 16,2-1 0-16,3 2 0 0,0-2-166 0,5-2-234 15,0-1-78-15,6 3-74 0,6-1-68 0,2-1-377 16,8 0-1078-16,-3-1 477 0</inkml:trace>
  <inkml:trace contextRef="#ctx0" brushRef="#br0" timeOffset="161591.3323">7190 8644 160 0,'0'0'442'0,"-8"-12"-7"0,8 12 9 0,0-8-14 0,0 5-14 15,0 3-24-15,0-7-26 0,0 3-27 16,0-2-26-16,0 6-30 0,3-6-29 0,-2 3-14 16,3 0-33-16,-2-2-25 0,1 3-14 0,-3 2-19 15,5-5-16-15,-1 4-14 0,-4 1-11 0,9-3-14 16,-9 3-11-16,10 3-4 0,-4 0-14 0,1-2-3 16,-2 5-8-16,0-2-6 0,1 3-6 0,0-1-2 15,1 2-4-15,-1-1 0 0,-3 0 1 0,0 0-6 16,0 3-5-16,-3-4 2 0,0 3-7 0,-1 0 1 0,-3 1-1 15,-1 0 2-15,0-3-7 0,-2 1-1 16,-3 1 2-16,1-1-6 0,0 1-13 0,-3-3-10 16,3 0 0-16,-2-3 1 0,1-1 3 0,3 0 7 0,-1-2-3 15,0 0-2-15,2-2 3 0,1-2 8 0,1 0 10 16,0-2 4-16,3-1 3 0,-3-2 10 0,4 0 6 16,4-2 8-16,-3 1 7 0,3-1 7 0,1-1 10 15,3-1 0-15,-2 4 6 0,0-2-8 0,1 1 3 16,1 2 0-16,0-1 1 0,1 3-1 0,-2 0-11 15,2 1 6-15,0 0-14 0,-3 4-2 0,4-1 4 16,2 3 8-16,-2 0-13 0,-1 3 2 0,1 0-12 16,0 0 14-16,-1 0-18 0,2 3-2 0,-4 2-7 15,1-3 2-15,0 2 0 0,2 0-10 0,-5 1 6 16,3-2-4-16,-3 5-4 0,-4-4 0 0,3 2-2 16,0-4-5-16,-2 3 1 0,1-1-18 0,-2 0-15 15,-1 0-1-15,0-3-6 0,4 1-2 0,-4-1-5 16,0-1-2-16,0-1-1 0,1 1 8 0,-1-4-3 15,0 0 12-15,-1 6 6 0,1-6 1 0,0 0 4 16,0 0 0-16,0 0 6 0,0 0 3 0,0 0-4 16,0 0 7-16,1-20 18 0,-1 14 9 0,0 0-2 15,4-4 0-15,-4-1-4 0,4 1 9 0,1 1 4 16,3-1 5-16,-1 0 0 0,5-2-2 0,-3 5 0 16,-2-3 3-16,5 2 7 0,-1 3-1 0,0-1-24 15,-1 1-22-15,3 1 0 0,-2 1 0 0,2 1 0 16,-2 1 0-16,1 1 0 0,3 2 0 0,-6 2 0 15,3 0 0-15,-1-1 0 0,-2 2 0 0,-2 0 0 16,-2 1 0-16,1 0 0 0,0 0 0 0,-3 1 0 0,0-1 0 16,-2 2 0-16,0-1 0 0,-1 1 0 0,0-2 0 15,-2 1 0-15,-1 0 0 0,3-1 0 0,-3-1 0 16,2 0 0-16,0-2 0 0,-3 2 0 16,4-5 0-16,0 3 0 0,0-3 0 0,0 0 0 0,0 0 0 15,0 0 0-15,9-14 0 0,-1 5 0 0,1-7 0 16,3 1 0-16,6-4 0 0,3-2 0 15,2-1 0-15,1 2 0 0,-1-3 0 0,0 3 0 16,3-5 0-16,-3 3 0 0,0 0 0 0,0-1 0 0,0 1 0 16,-3 0 0-16,-1 0 0 0,3 0 0 0,-7 2 0 15,-1 4 0-15,-1 0 0 0,1 4 0 0,-6 2 0 16,-3 1 0-16,3-1 0 0,-2 2 0 0,-2 2 0 16,-2 0 0-16,0 0 0 0,-1 1 0 0,-1 0 0 15,0 0 0-15,0 1 0 0,0-1 0 0,-3 1 0 16,1 2 0-16,-1-1 0 0,3 3 0 0,-7-3 0 15,3 2 0-15,4 1 0 0,-8 3 0 0,3 2 0 16,1 1 0-16,-1 2 0 0,0 3 0 0,-1 3 0 16,2-1 0-16,1 2 0 0,-2 3 0 0,5 1 0 15,-1 1 0-15,-2-2 0 0,2 2 0 0,1-1 0 16,1 7 0-16,-2-1 0 0,1-5 0 0,0 1 0 16,-3 5 0-16,1-1 0 0,2-6 0 0,0 5 0 15,-3 0 0-15,3-8 0 0,-1 4 0 0,1-2 0 16,-1-2 0-16,-3 0 0 0,4-4 0 0,-3-2 0 0,2 0 0 15,1-4 0-15,0 2 0 0,0-4 0 16,-2-1 0-16,0 0 0 0,2-3 0 0,0 0-304 16,0 0-195-16,0 0-41 0,-4-10-21 0,4 2-24 15,-1-1-366-15,2-2-1030 0,-2 0 457 0</inkml:trace>
  <inkml:trace contextRef="#ctx0" brushRef="#br0" timeOffset="161909.6165">7955 8601 450 0,'0'-3'69'0,"0"-2"52"0,-2 2 33 0,2-2 20 16,0 5 22-16,-2-8 20 0,1 6 27 0,1 2 17 15,0 0 20-15,0-4 20 0,0 4 13 0,-4-4 11 0,4 4 1 16,0 0-7-16,0 0-7 0,0-5-10 0,0 5-16 16,0 0-20-16,0 0-19 0,0 0-25 0,4-4-19 15,-4 4-23-15,13-1-15 0,-7 0 0 0,3-1-6 16,4 1-6-16,-2-1-5 0,2 0-7 0,1 0-10 16,-1 1 0-16,3-1-10 0,1 0 4 0,1-1-11 15,-5 2 2-15,2 1-6 0,-5-1-9 0,-2 1-6 16,4-1-12-16,-5 2-6 0,1 1-7 0,-3-1-7 15,3 1-6-15,-2 1-2 0,-1 2-2 0,0-1-25 16,3 2-27-16,-7 1 0 0,4-2 0 0,-1 2 0 16,0 0 0-16,-3-1 0 0,3 3 0 0,-4 0 0 15,0-3 0-15,-1 2 0 0,-2 2 0 0,2 1 0 16,1-5 0-16,-1 1 0 0,-2 0 0 0,2 0 0 16,-3-4 0-16,4 1 0 0,0 0 0 0,0-4-154 15,-4 5-72-15,4-5-59 0,0 0-83 0,0 0-72 16,0 0-67-16,22-12-45 0,-14 4-392 0,2 1-1022 15,-2-3 453-15</inkml:trace>
  <inkml:trace contextRef="#ctx0" brushRef="#br0" timeOffset="162065.0631">8289 8478 270 0,'0'0'399'0,"1"-6"27"0,0 4 29 0,-1 2 27 15,0-7-6-15,0 7-20 0,-1-4-33 0,1 4-43 16,-1-5-36-16,1 5-42 0,0 0-24 0,0 0-40 0,0 0-69 15,0 0-83-15,0 0-97 0,0 0-80 0,6-1-64 16,-6 1-67-16,13 8-80 0,-4-2-58 16,0 1-315-16,1-3-729 0,0 1 323 0</inkml:trace>
  <inkml:trace contextRef="#ctx0" brushRef="#br0" timeOffset="162343.3639">8496 8517 67 0,'6'-2'262'0,"1"1"23"15,-4-2 18-15,4 2 30 0,-1-2 29 0,-1 2 25 16,-1-3 7-16,-4 4 0 0,4-5-4 0,-3 4-9 15,-1 1-20-15,1-4-5 0,-1 4-20 0,0 0-17 16,0 0 5-16,-7-5-31 0,7 5-11 0,-9 0-27 16,9 0-25-16,-13 5-19 0,7-2-24 0,-2 1-15 15,0 4-19-15,-1-1-10 0,-1 0-16 0,5 3-11 16,-4 1-11-16,-4 1-13 0,4 2-10 0,4-5-5 16,0 4-11-16,0-4-6 0,0 2-3 0,2-1-12 15,2 1-18-15,1-3-26 0,4 0-23 0,0 2-26 16,2-2-22-16,2-4-29 0,-2 3-22 0,6-2-24 15,2-1-18-15,2-1-27 0,1-2-22 0,3-1-24 16,0-2-36-16,0-3-14 0,-1 0-17 0,0-1-19 16,0-5-23-16,1 1-14 0,-1-1-27 0,-5-1-34 15,3-1-253-15,-3-2-729 0,1-7 323 0</inkml:trace>
  <inkml:trace contextRef="#ctx0" brushRef="#br0" timeOffset="162610.3063">8806 8316 227 0,'4'-6'408'0,"-4"-1"36"15,3 2 28-15,-2 0 31 0,0 1 13 16,-1 1-4-16,2-1 4 0,-2 4-16 0,2-5-20 16,-2 5-10-16,0-2-25 0,0 2-28 0,0 0-33 0,0 0-36 15,0 0-33-15,0 0-2 0,0 0-1 0,-6 10-13 16,3-3-10-16,1 4-268 0,0 2-21 0,-3 4 0 16,2 1 0-16,0 9 0 0,-2-3 0 15,2 1 0-15,1-1 0 0,0 3 0 0,0-4 0 0,-1 3 0 16,2-7 0-16,-3 2 0 0,1-2 0 0,0-1 0 15,0 0 0-15,2 2 0 0,1-9 0 16,-3 3 0-16,3-3 0 0,0 0 0 0,3-3 0 16,-3-1 0-16,0 1 0 0,2-5 0 0,0 4 0 0,0-4 0 15,3-2 0-15,2-1-242 0,-1 0-361 16,5-5-59-16,-3 3-452 0,1-7-1208 0,3 0 535 0</inkml:trace>
  <inkml:trace contextRef="#ctx0" brushRef="#br0" timeOffset="163326.3854">8958 8532 247 0,'0'0'335'0,"0"0"16"15,5-1 5-15,-5 1 11 0,0 0-12 0,0 0-20 16,0 0-25-16,0 0-25 0,0 0-27 0,0 0-28 16,0 0-19-16,0 0-27 0,0 0-19 0,0 0-15 15,0 0-10-15,2 6-12 0,-2-6-2 0,0 0-2 16,0 0 0-16,0 6-3 0,0-6 0 0,5 1-6 15,-3 1-4-15,2 1-4 0,-4-3-7 0,9 4-6 16,-1-4-2-16,0 0-5 0,0 0-8 0,3-2-3 16,-2 0-6-16,3-2-6 0,-1 2 6 0,0-3 2 15,2-1 0-15,-3 1-5 0,2-1-1 0,-1 0 0 16,-6 1 5-16,3-1-8 0,-3 1 0 0,0 2-1 16,0-1-2-16,-2 0-1 0,-2 0-12 0,3 2-5 15,-2-1 0-15,-2 3-8 0,2-4-6 0,-2 4-6 0,-3-5-4 16,3 5-6-16,-8-1 1 0,8 1 1 15,-11 0-5-15,11 0 2 0,-13 3-5 0,4 3 2 16,-1-2-3-16,1 4-2 0,0 1 5 0,-1 0-4 16,-2 1-2-16,2 3 1 0,-2-1 1 0,5-2 1 0,-1-2 0 15,3 2-5-15,-2-1 2 0,3 1 5 16,1-1-8-16,3 2 0 0,-1-1 3 0,4-1 1 16,3 0-1-16,1 0 0 0,2-2 0 0,3 2 2 0,7-4 5 15,-1 2-2-15,0-4 1 0,4 0 3 0,1-3-6 16,5-2 4-16,-1-3 5 0,0-4-4 0,-6 4-5 15,-2-5 2-15,4-2-4 0,2-4 3 16,-9 5-2-16,1-2 1 0,1-5 5 0,-5 2 2 0,-1 2 6 16,-1 1 0-16,-5 2-1 0,0-1-5 0,1 0 2 15,-2 3-3-15,-4-2-3 0,0 7-6 0,-1-3 2 16,0 3-8-16,-1 0 2 0,0 0-3 0,1 4-1 16,0 0-1-16,-12 1 1 0,12-1-4 0,-7 5-1 15,4 0 4-15,2 0-5 0,-2 2 2 0,2 3 3 16,1-3-1-16,1 4 3 0,2 0-1 0,2 0 2 15,0 1 1-15,3-2-2 0,-1 0 2 0,2 5 4 16,-1-5-4-16,2 2 2 0,-1-2-3 0,-2 0 1 16,-1-3-4-16,0 3 6 0,2-2 8 0,-5-4-10 15,0 3-1-15,0-3 2 0,1 2-1 0,-3-2 6 16,-1 1-4-16,-1-2 4 0,-3 3 2 0,0-3 3 0,-1 2 0 16,-8-1-4-16,2 2-3 0,-1-3 0 15,-8 2 0-15,-2-2 3 0,3 2 0 0,1-3-19 16,0 1-22-16,4-5-23 0,0 4-29 0,1-1-27 15,7 0-24-15,-2 0-29 0,4-3-56 0,4 2-46 16,-6-3-53-16,6 3-40 0,6-8-38 0,2 2-30 16,2 2-345-16,7-5-841 0,0 2 372 0</inkml:trace>
  <inkml:trace contextRef="#ctx0" brushRef="#br0" timeOffset="163713.8509">9585 8228 62 0,'-4'-9'402'0,"-1"-1"29"0,2 4 16 15,-1 0 11-15,2 2 3 0,-1 0-2 0,1-2-5 16,-1 0-13-16,2 5-12 0,1 1-20 16,-3-5-22-16,3 5-36 0,0-5-27 0,0 5-38 0,0 0-14 15,0 0-4-15,12 9-1 0,-6-2-6 0,3 3-7 16,6 5 3-16,2 4-7 0,1 5 1 0,-1 2-15 15,-1-1-162-15,-1 7-74 0,7 11 0 0,-4 0 0 16,-4 1 0-16,1 1 0 0,-2 1 0 0,-5-11 0 16,-4 9 0-16,-3-9 0 0,4 1 0 0,-5-1 0 15,-5-2 0-15,0 1 0 0,-3-1 0 0,-5 0 0 16,-2 1 0-16,-2-2 0 0,-3-2 0 0,-6-3 0 16,2 0 0-16,-6-4 0 0,0-2 0 0,-2-3 0 15,4-3 0-15,6 0 0 0,3-5 0 0,4-2 0 16,2-3 0-16,4 0 0 0,1 0 0 0,1-2 0 15,2 0 0-15,1-1 0 0,-1 0 0 0,5-2 0 16,-3 3 0-16,3-3 0 0,0 0 0 0,0 0 0 16,0 0 0-16,16-10-150 0,-11 8-312 0,2-2-39 15,2-1-67-15,-2 2-38 0,-1-1-378 0,4-3-1066 16,-3 2 471-16</inkml:trace>
  <inkml:trace contextRef="#ctx0" brushRef="#br0" timeOffset="165378.0498">10666 8714 54 0,'-8'1'342'0,"8"-1"-4"16,-6 0 5-16,6 0 5 0,-6 2 3 0,6-2 7 16,0 0 6-16,-7 2 9 0,7-2 7 0,0 0 11 15,-4 1 20-15,4-1-3 0,0 0-4 0,0 0 7 16,0 0-5-16,0 0-4 0,0 0-13 0,0 0-14 16,0 0-21-16,0 0-33 0,0 0-27 0,0 0-33 15,22-9-148-15,-9 5-113 0,-2 1 0 0,2-1 0 16,5-1 0-16,-5 0 0 0,3-2 0 0,0 2 0 15,-3 1 0-15,0-1 0 0,0 1 0 0,-4 3 0 16,1-2 0-16,-3 2 0 0,-6-5 0 0,8 5 0 16,-9 1 0-16,6-1 0 0,-6 1 0 0,4-2 0 15,-4 2 0-15,4-3 0 0,-4 3 0 0,0 0 0 16,0 0-423-16,-22 7-41 0,12-1-29 0,1-2-21 16,0 0-11-16,0 0-5 0,0 2-344 0,-4 1-946 0,2 0 418 15</inkml:trace>
  <inkml:trace contextRef="#ctx0" brushRef="#br0" timeOffset="165661.6233">10598 8843 200 0,'-4'5'247'0,"-1"-3"18"0,1 1 16 15,0-2 18-15,3 2 20 0,1-3 36 0,0 0 21 16,-7 4 20-16,7-4 16 0,-3 3 15 0,3-3 5 16,0 0 5-16,0 0-5 0,0 0 0 0,0 0-7 15,0 5-17-15,0-5-29 0,0 0-26 0,0 0-20 16,15-4-21-16,-11 2-19 0,6 0-14 0,4-1-180 15,-2 1-99-15,6-3 0 0,0 2 0 0,1-2 0 16,0 1 0-16,1 0 0 0,3 0 0 0,-3 0 0 16,0-3 0-16,3 4 0 0,-6 0 0 0,-1-1 0 15,-3 0 0-15,1 1 0 0,-5 1 0 0,1 0 0 16,-2 0 0-16,-3 1 0 0,0 1 0 0,0-2 0 16,-5 2 0-16,7-4 0 0,-7 4 0 0,0 0 0 0,0 0 0 15,0 0 0-15,0 0 0 0,0 0 0 16,0 0 0-16,-21 0 0 0,12 0 0 0,3 2-282 15,6-2-419-15,-13-2-501 0,8 2-1301 0,5 0 575 16</inkml:trace>
  <inkml:trace contextRef="#ctx0" brushRef="#br0" timeOffset="168047.8584">12553 8297 213 0,'4'2'249'0,"-4"-2"3"0,0 0 5 15,0 0-1-15,0 0 0 0,0 0 8 0,0 0 17 16,0 0-10-16,0 0 6 0,0 0 13 0,0 0 10 16,0 0 5-16,0 0 8 0,0 0-1 0,0 0 4 15,0 0 4-15,0 0 3 0,0 0 5 0,0 0-7 16,-19-4-11-16,19 4-12 0,0 0-17 0,0 0-20 16,0 0-22-16,0 0-14 0,0 0-20 0,1-7-11 15,-1 7-15-15,0 0-12 0,4-5-39 0,-4 5-128 16,0 0 0-16,3-2 0 0,-3 2 0 0,2-4 0 15,-2 4 0-15,5-3 0 0,-1 3 0 0,0-4 0 0,-4 4 0 16,9-1 0-16,-1 2 0 0,3 0 0 0,2-1 0 16,0 3 0-16,1 2 0 0,-3 1 0 15,6 1 0-15,1 2 0 0,-4 1 0 0,0 1 0 0,1 0 0 16,-2 3 0-16,-3 3 0 0,-1-2 0 0,0 0 0 16,-4 3 0-16,3-4 0 0,-6-2 0 0,2 1 0 15,-5 3 0-15,1-5 0 0,-3 3 0 0,1-5 0 16,-1 3 0-16,-3-1 0 0,2-4 0 0,-1-1 0 15,1 1 0-15,-1-1 0 0,1-2 0 0,2-1 0 16,0 0 0-16,-3-1 0 0,5-2 0 0,-5 1 0 16,5-1 0-16,-4-7 0 0,3 2 0 0,1 0 0 15,0-2 0-15,0-1 0 0,5-2 0 0,-1-1 0 16,6-4 0-16,-5-1 0 0,7 0 0 0,-1-1 0 0,1 0 0 16,6-3 0-16,-3 1 0 0,3 6 0 15,1-4 0-15,-4 4 0 0,-2 1 0 0,1 4 0 16,-2 1 0-16,-1 0 0 0,1 1 0 0,-2 0 0 15,4 2 0-15,-5 2 0 0,1-3 0 0,-2 4 0 0,6 1 0 16,-5 1 0-16,0 4 0 0,4-1 0 0,-3 1 0 16,0 2 0-16,-1-1 0 0,0 4 0 15,-3 2 0-15,2-2 0 0,0 6 0 0,-3 2 0 0,-3-2 0 16,1-1 0-16,0 1 0 0,-3-4 0 0,-3-1 0 16,2-1 0-16,1 1 0 0,-4-2 0 0,1 1 0 15,1-3 0-15,0-1 0 0,1-1 0 0,-2-1 0 16,3-4 0-16,0 6 0 0,0-6 0 0,-1 3 0 15,1-3 0-15,0 0 0 0,0 0 0 0,5-14 0 16,-2 3 0-16,2 0 0 0,0-5 0 0,3-2 0 16,-1 2 0-16,2 0 0 0,-1 0 0 0,4-1 0 15,-5 2 0-15,4-1 0 0,1 1 0 0,-3 1 0 16,-1 5 0-16,1-1 0 0,0 0 0 0,-3 2 0 16,-2 2 0-16,1 1 0 0,-1 1 0 0,-1 1 0 15,0-1 0-15,1 3 0 0,-4 1 0 0,13 2 0 16,-4 2 0-16,4 2 0 0,-4 1 0 0,0 1 0 15,2 0 0-15,1 3 0 0,-3 3 0 0,2 3 0 0,-3 2 0 16,-2-1 0-16,1 0 0 0,0-1 0 0,-3 1 0 16,-1-1 0-16,-1-1 0 0,1 0 0 15,-1 0 0-15,2-4 0 0,-4 0 0 0,0-1 0 16,-2-5 0-16,2 1 0 0,0 0 0 0,2-2 0 0,-2 1 0 16,0-2 0-16,0-1 0 0,0-3 0 0,0 5 0 15,0-5 0-15,0 4 0 0,0-4 0 0,0 0 0 16,0 0 0-16,0 0 0 0,8-11 0 0,-6 7 0 15,-1-6-79-15,2 3-437 0,-3-4-108 0,0 4-538 16,-3-4-1260-16,0 2 558 0</inkml:trace>
  <inkml:trace contextRef="#ctx0" brushRef="#br0" timeOffset="168914.7673">12045 9031 66 0,'-7'-1'301'0,"7"1"-4"0,-14 1-3 0,7-1-8 15,0 0-1-15,-1 1-12 0,0 1 14 0,0-4-26 16,-1 4 4-16,1-2 2 0,-3 1-6 0,3 2-8 15,-1-1-4-15,3 0-12 0,-3-1-11 0,4 0 1 16,-3 0-12-16,-1 1-5 0,3-1-8 0,6-1-14 16,-13 0-14-16,6 1-6 0,4 0-9 0,3-1-10 15,-8 2-5-15,8-2-2 0,0 0-17 0,0 0-9 16,-8 0-3-16,8 0 7 0,0 0 2 0,0 0-5 0,0 0-1 16,0 0-17-16,0 0 10 0,0 0-12 0,0 0-5 15,0 0 1-15,22 0 7 0,-9 0 4 0,6-3 10 16,9-1 10-16,1 2 3 0,6-2-11 0,5 0-15 15,17-2-101-15,6-1 0 0,2-3 0 0,32-1 0 16,5-5 0-16,7 0 0 0,5-3 0 0,12 3 0 16,7-1 0-16,9-2 0 0,14 1 0 0,-3-4 0 15,4 3 0-15,1 4 0 0,-5 3 0 0,-9-1 0 16,-8 2 0-16,-6 2 0 0,-4-1 0 0,-9 1 0 16,-6-1 0-16,-5 2 0 0,0 2 0 0,-10-4 0 15,-29 6 0-15,-1-1 0 0,25-4 0 0,-28 5 0 16,-5-3 0-16,-7 3 0 0,-15 3 0 0,-1-2 0 15,-6-1 0-15,-6 2 0 0,-5 0 0 0,-5 0 0 16,-3 1 0-16,-2 2 0 0,-1-2 0 0,0 1 0 16,-7 0 0-16,7-1 0 0,-7 1 0 0,8 1 0 15,-8-1 0-15,0 0 0 0,0 0 0 0,0 0 0 16,0 0 0-16,0 0 0 0,0 0 0 0,0 0 0 0,0 0 0 16,0 0 0-16,0 0 0 0,0 0 0 15,0 0 0-15,0 0 0 0,0 0 0 0,0 0 0 16,0 0-319-16,-18-6-128 0,9 6-68 0,4-1-73 0,-2-2-466 15,-4 0-1141-15,0 2 504 0</inkml:trace>
  <inkml:trace contextRef="#ctx0" brushRef="#br0" timeOffset="170266.7579">12473 9937 102 0,'2'3'261'0,"-2"-3"1"16,0 0 2-16,0 0-2 0,0 0 0 0,0 5 7 15,0-5 0-15,0 0 12 0,0 5 11 0,0-5-1 16,0 0 13-16,0 0-3 0,-5 2-2 0,5-2 3 16,-5 3 3-16,5-3-6 0,0 0-8 0,-6 1-5 15,6-1-1-15,-9-4-3 0,9 4-3 0,-9-3-3 16,2-2-12-16,1 1-10 0,-3 0 4 0,0-3-5 15,0 1 1-15,-2 0-9 0,2-3-7 0,-3-2-137 16,-3-3-101-16,2 2 0 0,-1-4 0 0,-3-6 0 0,2 2 0 16,0-3 0-16,-2 1 0 0,1-2 0 0,0-1 0 15,2 1 0-15,2-1 0 0,2-2 0 16,0 2 0-16,1-1 0 0,6-1 0 0,3 2 0 0,-3 6 0 16,6-8 0-16,-1 7 0 0,2 3 0 0,3-2 0 15,0 2 0-15,3 2 0 0,2-2 0 0,6-2 0 16,-3 6 0-16,2-1 0 0,2 4 0 15,4-2 0-15,-3 5 0 0,7-4 0 0,-5 7 0 0,-3 3 0 16,3-2 0-16,-1 3 0 0,-3 2 0 0,0 0 0 16,-1 2 0-16,-5-1 0 0,0 5 0 0,-1-1 0 15,-3 0 0-15,4 3 0 0,-5-1 0 0,1 2 0 16,-3 1 0-16,-1 0 0 0,1 3 0 0,-5 3 0 16,-1-1 0-16,-3 0 0 0,-1 1 0 0,-7-1 0 15,-3 5 0-15,-3-2 0 0,-8 0 0 0,2-3 0 16,-4 0 0-16,1 1 0 0,1-6 0 0,-1 0 0 15,2 0 0-15,6-6 0 0,1 1 0 0,6-3 0 16,1 0 0-16,-1-2 0 0,4 1 0 0,1-3 0 0,2 1 0 16,-1 0 0-16,6-1 0 0,0 0 0 15,-9-2 0-15,9 2 0 0,0 0 0 0,-4-3 0 16,4 3 0-16,-1-4 0 0,1 4 0 0,0 0 0 0,0 0 0 16,5-6 0-16,-5 6 0 0,6-4 0 0,1 4-181 15,-7 0-359-15,14 3-46 0,-3-2-45 0,1 2-412 16,1-1-1129-16,7 2 500 0</inkml:trace>
  <inkml:trace contextRef="#ctx0" brushRef="#br0" timeOffset="170786.0352">12718 9846 213 0,'0'0'537'0,"0"0"25"0,0 0 8 0,0 0-3 16,1-13 2-16,-1 13-28 0,0-5-17 16,0 5-18-16,0 0-19 0,0-4-26 0,0 4-29 15,0 0-26-15,-1-5-31 0,1 5-33 0,0 0-33 0,0 0-36 16,0 0-24-16,0 0-32 0,0 0-166 0,0 0-51 16,0 0 0-16,4 20 0 0,-1-9 0 0,-1 0 0 15,-2-1 0-15,2 6 0 0,0 1 0 0,3 1 0 16,-4 7 0-16,3-7 0 0,-3 2 0 0,-1-4 0 15,3 2 0-15,-3-1 0 0,0 2 0 0,4-3 0 16,-4-5 0-16,0 6 0 0,0-5 0 0,0 1 0 16,-4-2 0-16,4 1 0 0,-3-3 0 0,3 3 0 15,-1-2 0-15,1-3 0 0,-4-2 0 0,4 3 0 16,0-3 0-16,0 0 0 0,0-1 0 0,0 1 0 16,0 1 0-16,0-6 0 0,-1 2 0 0,1-2 0 15,0 0 0-15,0 0 0 0,0 0-174 0,0 0-359 16,-4-14-54-16,4 8-57 0,4-5-399 0,-9-2-1129 15,5 1 500-15</inkml:trace>
  <inkml:trace contextRef="#ctx0" brushRef="#br0" timeOffset="171168.9756">12675 9805 363 0,'3'-5'424'0,"3"-5"6"0,-4 7-2 15,2-2-11-15,1-1-20 0,0 2-15 0,4-2-22 16,0-2-19-16,-2 1-20 0,-1 4-23 0,2-1-13 16,-1 2-24-16,5-1-18 0,-1-1-13 0,-2 4-15 15,3 0-8-15,-1 0-12 0,2 0-6 16,5 5-10-16,-5-1-17 0,1 0-8 0,1 3-10 0,-1 0-15 16,3 3-2-16,-7-1-14 0,0-3-18 0,-1 3 5 15,0 1-8-15,-4-3-12 0,2 1 5 0,-1 0-19 16,-5 0-10-16,1 0 5 0,-2 2 5 0,0-3 4 15,-3 3-2-15,-3-3-5 0,-2 3 3 0,-1-2-7 16,-4 5 1-16,-3-4-9 0,0 0-3 0,0-2-37 16,2-2-11-16,0 0 0 0,2-3 0 0,3 1 0 15,0-2 0-15,4 1 0 0,-1 0 0 0,-1 0 0 16,1-1 0-16,6-1 0 0,0 0 0 0,-9 0 0 16,9 0 0-16,-4-2 0 0,0-2 0 0,4 4 0 0,0-7-184 15,0 2-49-15,0 5-63 0,4-5-56 0,0 3-53 16,-4-2-59-16,5 1-60 0,-1 0-432 15,2 1-1035-15,-2-1 458 0</inkml:trace>
  <inkml:trace contextRef="#ctx0" brushRef="#br0" timeOffset="173419.2503">13385 9316 108 0,'0'0'252'0,"0"0"-3"0,1-6-3 0,-1 6 0 15,0 0-7-15,0 0-3 0,0 0 1 0,0 0-4 16,0 0-5-16,3-5-2 0,-3 5-3 0,0 0 2 16,0 0 1-16,0 0-4 0,0 0-1 0,0 0 3 15,0 0-4-15,0 0 0 0,0 0-6 0,0 0-2 16,0 0-9-16,0 0-3 0,0 0-13 0,0 0-5 0,0 0-14 16,0 0-15-16,0 0-9 0,0 0-15 0,0 0-9 15,0 0-7-15,0 0 3 0,0 0-9 16,7 10-8-16,-5-6-5 0,2-1-16 0,0 4 7 0,-3-1-4 15,5 2 6-15,-2 2 0 0,1 0-8 0,-1 2-5 16,5 1-2-16,0 1-6 0,-4 1-8 0,2 0-7 16,-2 0-3-16,0 1-8 0,0 2 2 0,3-2-1 15,-5 0-12-15,3-1 2 0,-1 1-4 0,-4-4-3 16,3 1 0-16,0 3 0 0,1 0-11 0,-3-6 2 16,1 1-2-16,-5 0 16 0,5-1-18 0,1-1-5 15,-2-1 5-15,1-1-3 0,-2 0 2 0,-1-2 4 16,4 2 0-16,-4-3 1 0,2 0-8 0,0-1 1 15,1 1-11-15,3-1 17 0,-2 0 6 0,2-2-6 16,1 1 6-16,3-2 19 0,1 0 4 0,0-3-43 16,1 1 0-16,1-2 0 0,-3 0 0 0,4 0 0 15,3-2 0-15,0-3 0 0,-2 0 0 0,2-2 0 16,0 0 0-16,-1-1 0 0,5-5 0 0,0 0 0 0,1-2 0 16,-2-2 0-16,-2 0 0 0,-3 0 0 15,2-3 0-15,2 1 0 0,-7 6 0 0,-1-6 0 16,-1 6 0-16,1-9 0 0,-5 9 0 0,0 0 0 0,-2-1 0 15,-1 0 0-15,-2 0 0 0,2 5 0 0,-3-3 0 16,1 6 0-16,-2-1 0 0,-2 2 0 0,2-1 0 16,-2 4 0-16,-2-4 0 0,-1 2 0 0,-2 1 0 15,3 0 0-15,-3 2 0 0,-2 3 0 0,-1 0 0 16,-1 1 0-16,2 2 0 0,-3 1 0 0,4 0 0 16,-5 3 0-16,2 0 0 0,2 3 0 0,-5 2 0 15,2 0 0-15,4-2 0 0,0 2 0 0,0 1 0 16,0-2 0-16,1 6 0 0,0-1 0 0,1-4 0 15,3 2 0-15,1-2 0 0,-4 2 0 0,7-3 0 16,-2 0 0-16,3 0 0 0,0 1 0 0,6-1 0 16,0-1 0-16,4-1 0 0,1-1 0 0,8 1 0 15,1 0 0-15,6-1 0 0,0 0 0 0,-8-2 0 16,3-3 0-16,-4 3 0 0,0-1 0 0,-6-1 0 0,0 0 0 16,-2-1 0-16,-1 0 0 0,-4-1 0 15,2 1 0-15,-7-1 0 0,7 0 0 0,-7 0-36 16,4 1-336-16,-4-1-40 0,0 0-40 0,0 0-65 0,-9 5-64 15,1-5-390-15,2 2-1051 0,-3 1 466 0</inkml:trace>
  <inkml:trace contextRef="#ctx0" brushRef="#br0" timeOffset="173854.2353">13990 9730 445 0,'2'-4'536'0,"-2"0"18"0,2 0 3 16,-1-1-8-16,0 0-23 0,-1 1 4 0,5-1-18 16,-5 1-15-16,0 1-20 0,0-2-18 0,0 5-24 15,0-6-27-15,0 6-34 0,1-3-38 0,-1 3-34 16,0 0-29-16,0 0-33 0,0 0-59 0,0 0-181 15,0 0 0-15,0 0 0 0,0 0 0 0,-3 15 0 16,0-7 0-16,2 2 0 0,1 1 0 0,-1 2 0 0,-1 2 0 16,1 2 0-16,0 1 0 0,0 0 0 0,-1 2 0 15,0 3 0-15,-1 3 0 0,2 1 0 0,-2-1 0 16,-1 0 0-16,3-9 0 0,-3 2 0 0,2-2 0 16,-2 0 0-16,4-1 0 0,-1 2 0 0,0-8 0 15,-1 1 0-15,-2 2 0 0,4-6 0 0,0 2 0 16,-1-3 0-16,1 2 0 0,-1-2 0 0,1-1 0 15,0 0 0-15,0-5 0 0,0 4 0 0,0-4 0 16,1 7 0-16,-1-7 0 0,0 3 0 0,0-3 0 16,0 0 0-16,0 0 0 0,0 0 0 0,4-19-59 15,-4 10-409-15,1-2-39 0,-1 2-50 0,3-2-43 16,-2-1-400-16,-1-5-1084 0,-1 2 480 0</inkml:trace>
  <inkml:trace contextRef="#ctx0" brushRef="#br0" timeOffset="174253.5233">13948 9712 353 0,'2'-6'385'0,"-1"0"11"0,1 0 23 0,-1 0-5 16,0-1 3-16,1 2 1 0,-1-1 4 0,0 1 3 15,-1 0-9-15,3 0 0 0,-2 0-12 16,0-1-20-16,3 2-16 0,0-1-33 0,-2 1-31 0,4-2-29 15,1 2-30-15,5-2-15 0,-1 1-9 0,3-1-11 16,4 6-8-16,1-3-14 0,-2 1-14 0,6 2-13 16,-5 1-152-16,2 2-9 0,1-1 0 0,-6 3 0 15,3 0 0-15,-3-1 0 0,-3-1 0 0,-2 3 0 16,-1-2 0-16,-1 1 0 0,-2-2 0 16,-1 6 0-16,-4-2 0 0,2-1 0 0,-6 2 0 0,-2 1 0 15,-4 4 0-15,-1 0 0 0,-5-1 0 0,-7 3 0 16,-2-3 0-16,-2 0 0 0,1 0 0 0,-2 1 0 15,-3-4 0-15,6 3 0 0,3-4 0 0,4-3 0 16,3-1 0-16,2 0 0 0,2-3 0 0,1 1 0 16,3 0 0-16,1-1 0 0,5-1 0 0,-8 0 0 15,3 2 0-15,5-2 0 0,0 0 0 0,0 0 0 16,0 0 0-16,0 0-340 0,0 0-93 0,11-10-50 16,-6 10-64-16,2-2-44 0,-2 1-376 0,3-2-1046 15,-1 1 463-15</inkml:trace>
  <inkml:trace contextRef="#ctx0" brushRef="#br0" timeOffset="183715.4309">20729 8198 109 0,'0'0'285'0,"0"0"-6"0,0 0-19 0,0 0-14 15,0 0-15-15,0 0-7 0,0 0-11 0,0 0-18 16,14-5-1-16,-14 5-9 0,0 0-10 0,0 0-8 15,0 0-2-15,0 0-10 0,0 0 12 0,0 0-26 16,0 0-1-16,0 0-6 0,0 0 2 0,0 0 6 16,0 0-10-16,0 0 0 0,4-1 5 0,-4 1 3 15,0 0 0-15,0 0-3 0,0 0-5 0,0 0 1 16,0 0-12-16,0 0 0 0,0 0-7 0,0 0-2 16,0 0-9-16,0 0-2 0,0 0-6 0,0 0-3 15,0 0-1-15,0 0 1 0,0 0 3 0,0 0-9 16,0 0 6-16,2 5-1 0,-2-5-2 0,0 0 11 15,0 0-6-15,0 0 3 0,0 0 4 0,0 0 10 16,0 0 2-16,0 0 11 0,0 0-3 0,0 0 8 16,0 0 13-16,0 0-4 0,0 0 1 0,0 0 4 15,0 0-25-15,0 0-118 0,0 0 0 0,0 0 0 16,0 0 0-16,0 0 0 0,0 0 0 0,0 0 0 0,0 0 0 16,0 0 0-16,0 0 0 0,0 0 0 0,0 0 0 15,0 0 0-15,0 0 0 0,0 0 0 0,-11 4 0 16,6-3 0-16,-6 4 0 0,-6-1 0 0,-4 4 0 15,-9 1 0-15,0 5 0 0,-1-2 0 0,-1 3 0 16,0 3 0-16,0 2 0 0,2-3 0 0,-2 1 0 16,-1 0 0-16,4 4 0 0,3-4 0 0,1 1 0 15,6 0 0-15,5-4 0 0,1-4 0 0,4 0 0 16,2-2 0-16,3 2 0 0,-1-2 0 0,2 2 0 16,3 0 0-16,3 1 0 0,2 0 0 0,0-1 0 15,5 2 0-15,7-1 0 0,5 2 0 0,3 0 0 16,3-4 0-16,2 1 0 0,-2 1 0 0,1-2 0 15,-1-2 0-15,-7-2 0 0,7 2 0 0,-8-2 0 16,2 1 0-16,-7-3 0 0,3 0 0 0,-5 0 0 16,0-2 0-16,-3 3 0 0,-2-3 0 0,-1 0 0 15,0 0 0-15,-3 1 0 0,1-1 0 0,-3-2 0 16,1 4 0-16,-3-4 0 0,0 7 0 0,-3 0 0 16,-3 0 0-16,-5 0 0 0,-2 4 0 0,-3 0 0 15,-11 2 0-15,3-1 0 0,-8 2 0 0,3-1 0 16,-2-2 0-16,2 0 0 0,-2 1 0 0,3-5 0 15,7 0 0-15,2-1 0 0,4 0 0 0,2-4 0 0,4 1 0 16,2-2 0-16,2-1 0 0,1 1 0 0,4-1 0 16,0 0-31-16,0 0-402 0,6-10-44 0,5 5-54 15,6-3-53-15,1 3-439 0,2-2-1107 0,-3 0 489 16</inkml:trace>
  <inkml:trace contextRef="#ctx0" brushRef="#br0" timeOffset="184080.9106">20853 8654 8 0,'2'-4'453'0,"1"0"26"0,-2 0 35 16,0-1 23-16,-1 5 10 0,-2-9-11 0,1 3-14 16,-1 3-13-16,0-1-10 0,-1-1-10 0,3 1-12 15,0 4-23-15,-4-5-28 0,4 5-34 0,-2-3-35 16,2 3-27-16,-3-2-29 0,3 2-31 0,0 0-179 15,0 0-91-15,0 0 0 0,0 0 0 0,-5 12 0 16,0-5 0-16,5 6 0 0,-1 4 0 0,1 2 0 16,-3 6 0-16,3 0 0 0,0 3 0 0,3-3 0 15,-2 5 0-15,-1-2 0 0,4 0 0 0,-4 1 0 16,1 0 0-16,-2-2 0 0,1 0 0 0,1 3 0 16,-2-3 0-16,1-2 0 0,0 0 0 0,0-5 0 15,0 1 0-15,1-4 0 0,-2 2 0 0,1-3 0 0,0-5 0 16,0 0 0-16,0-3 0 0,0 0 0 0,0-1 0 15,-4-3 0-15,8 0 0 0,-4 0 0 16,0 0 0-16,0-4 0 0,0 0 0 0,0 0 0 0,0 0 0 16,0 0 0-16,0 0-376 0,0 0-286 0,-4-12-531 15,4 5-1291-15,4-6 572 0</inkml:trace>
  <inkml:trace contextRef="#ctx0" brushRef="#br0" timeOffset="184414.3891">20767 8712 49 0,'1'-12'435'0,"3"0"26"0,1 2 26 0,-1 0 12 15,0 2-12-15,1-2-23 0,0 4-18 0,4-3-32 16,-4 2-24-16,4 1-24 0,3-1-21 0,-1 2-17 16,3 1-14-16,0 2-15 0,3 1-21 0,-3 2 2 15,0 1-28-15,0 0-16 0,-1 3-23 0,2 2-18 16,-3 0-21-16,-1-2-11 0,-1 1-10 0,-2 3-17 15,-3-2-12-15,0 3-7 0,-1 0-31 0,-1-1-86 0,-3 2 0 16,-3 1 0-16,-2-1 0 0,0-1 0 0,-7 5 0 16,1-4 0-16,-2 2 0 0,-5-1 0 15,4-2 0-15,-4-1 0 0,2-2 0 0,-3 2 0 16,6-5 0-16,1 0 0 0,3 2 0 0,0-2 0 0,2-3 0 16,2 2 0-16,-2-3 0 0,7 0 0 0,-4 0 0 15,4 0 0-15,0 0-199 0,0 0-183 16,13-7-69-16,-1 4-58 0,-1-4-65 0,2 3-439 0,5-7-1098 15,1 3 487-15</inkml:trace>
  <inkml:trace contextRef="#ctx0" brushRef="#br0" timeOffset="184865.1708">21249 8497 233 0,'6'-10'474'0,"-2"5"41"16,0-3 36-16,1-3 4 0,-4 1-4 0,3-1-7 15,-1-1-9-15,-2 4-14 0,2 4-11 0,-1-3-10 16,-2 2-23-16,0 0-23 0,3 1-30 0,-2 0-29 16,0 0-35-16,1 2-36 0,-2 2-56 0,0 0-268 15,0 0 0-15,1-5 0 0,-1 5 0 0,0 0 0 16,1 13 0-16,-1-1 0 0,1-1 0 0,1 8 0 16,-1-2 0-16,1 3 0 0,-2-2 0 0,-2 1 0 15,2 2 0-15,0-3 0 0,2 3 0 0,-4-3 0 16,1-1 0-16,-1 1 0 0,4 0 0 0,-4-7 0 15,2 1 0-15,-1 0 0 0,0-2 0 0,1-3 0 16,-1-1 0-16,-1-2 0 0,2 2 0 0,2-3 0 0,-2-3 0 16,0 7 0-16,0-7 0 0,0 0 0 0,0 0 0 15,0 0 0-15,0 0 0 0,11-16 0 16,-7 8 0-16,-2 1 0 0,2 1 0 0,0-1 0 16,-3 0 0-16,3 3 0 0,1-1 0 0,-1-2 0 0,0 3 0 15,0 1 0-15,0 1 0 0,-3-3 0 0,3 4 0 16,-4 1 0-16,6-3 0 0,-6 3 0 0,12 3 0 15,-7 1 0-15,0-4 0 0,1 5 0 0,-1-1 0 16,4 2 0-16,-2 2 0 0,-1 1 0 0,1-2 0 16,-4 0 0-16,4-1 0 0,-4 0 0 0,1 0 0 15,1-1 0-15,-2-1 0 0,2 1 0 0,-1-3 0 16,-3 0-234-16,4 0-312 0,-5-2-94 0,13-2-489 16,-4-3-1223-16,4-3 542 0</inkml:trace>
  <inkml:trace contextRef="#ctx0" brushRef="#br0" timeOffset="185364.1096">21659 8587 230 0,'0'0'361'15,"0"0"16"-15,0 0 18 0,0 0 13 0,4-2 10 16,-4 2-11-16,0 0-11 0,0 0-14 0,0 0-14 0,0 0-14 16,0 0-18-16,0 0-24 0,0 0-17 15,0 0-25-15,0 0-16 0,0 0-19 0,0 0-27 16,1 7-25-16,-1-7-8 0,0 0-27 0,0 0-10 0,0 0-10 15,0 0-18-15,4 3-8 0,-4-3 3 0,0 0-10 16,0 0-8-16,0 0-3 0,0 0 0 16,4 3-3-16,-4-3 9 0,5 1 9 0,0 0-7 15,-5-1-7-15,9-1 10 0,0 1 0 0,-1-1-3 0,1 0-75 16,2-3-17-16,-2 3 0 0,-3-4 0 0,2 4 0 16,0-2 0-16,-2 1 0 0,1-2 0 15,-4-1 0-15,1 2 0 0,-1-1 0 0,1 2 0 0,-2 0 0 16,1-2 0-16,-3 4 0 0,-3-7 0 0,3 7 0 15,-4-6 0-15,1 4 0 0,3 2 0 0,-11-2 0 16,5 2 0-16,-4 2 0 0,-1 0 0 0,0 3 0 16,-2 0 0-16,2 2 0 0,-6 3 0 0,4 0 0 15,-2 1 0-15,6 0 0 0,1 0 0 0,-1 3 0 16,3-4 0-16,2-1 0 0,2 2 0 0,0-1 0 16,2 1 0-16,0 0 0 0,4 0 0 0,0-1 0 15,2 0 0-15,3-1 0 0,0-1 0 0,0-1 0 16,5-2 0-16,2 3 0 0,-2-5 0 0,-1 0 0 15,4-2 0-15,0 1 0 0,-3 0 0 0,-1-2 0 0,5-2 0 16,-7 0 0-16,3 0 0 0,-1-3 0 0,-3 3 0 16,3-4 0-16,-4 1 0 0,1 0 0 15,-1-2 0-15,0 3 0 0,3-3-319 0,-6 5-172 16,-1-3-62-16,0 2-54 0,2-1-431 0,-3 0-1123 0,1 0 498 16</inkml:trace>
  <inkml:trace contextRef="#ctx0" brushRef="#br0" timeOffset="185899.1717">22013 8603 68 0,'3'-3'486'0,"-1"1"-1"0,-2 2 16 15,4-3-6-15,-4 3-24 0,5-3-33 0,-5 3-37 16,4-5-32-16,-4 5-28 0,0-4-27 0,0 4-33 15,0 0-18-15,6-1-31 0,-6 1-24 0,4-2-17 16,-4 2-23-16,9 0-20 0,-9 0-16 0,19 5-12 16,-10-1-14-16,0 0-9 0,4 2-5 0,-3-1-6 15,2 4-9-15,-1-2-11 0,-2 1-1 0,2-1-6 16,-3 3-8-16,-1-3-2 0,-3 1-8 0,-1-1-3 16,3 1-3-16,-4 2-3 0,1-2-6 0,-3 2-6 15,-2-1 13-15,0-1-7 0,-2-2-5 0,0 1 4 16,-2 2-8-16,-1-4-2 0,0-1-2 0,2 2-2 15,-2-3 4-15,1 0-4 0,2-1 5 0,-1-1 1 16,5-1 6-16,0 0-14 0,-13-5 5 0,12 2 0 16,-2-2-5-16,3-3 10 0,0-2-7 0,4 0-2 15,1-1 4-15,-1-3-2 0,9 1-4 0,-4-2-3 16,1 3 1-16,4-1 3 0,-5 5-3 0,5-2 0 16,0 2-1-16,-2 2 1 0,0 1-1 0,-1-1-4 15,1 5 0-15,-3-1 3 0,4 2-7 0,-1 2 4 16,-3 1 0-16,2 1 5 0,2 2-3 0,-3 0 4 0,-1 1-4 15,0 2 1-15,-1 0 7 0,-2-2-12 16,0 3 2-16,2-2 5 0,-4 1-4 0,1-2 2 0,0 0-1 16,-4 1-3-16,2-1 11 0,0-2-12 15,-2 2 0-15,0-3 3 0,0 1 2 0,1 0-1 0,-1-1-1 16,-1-1-2-16,0-3-6 0,1 5-25 0,-1-5-21 16,3 2-30-16,-3-2-35 0,0 0-44 15,0 0-41-15,0 0-50 0,0 0-53 0,0 0-67 0,0 0-70 16,0 0-63-16,-5-17-331 0,3 10-905 0,1-4 401 15</inkml:trace>
  <inkml:trace contextRef="#ctx0" brushRef="#br0" timeOffset="186117.0575">22482 8492 286 0,'0'0'357'15,"0"0"14"-15,0 0 5 0,0 0 5 0,0 0-24 16,0 0-30-16,0 0-22 0,0-5-29 0,0 5-31 16,0 0-26-16,0 0-21 0,0 0-19 0,0 0-47 15,0 0-36-15,0 0-67 0,0 0-63 0,0 0-57 16,0 0-58-16,0 0-56 0,0 0-57 0,0 0-66 16,0 0-184-16,13 3-552 0,-13-3 244 0</inkml:trace>
  <inkml:trace contextRef="#ctx0" brushRef="#br0" timeOffset="186734.5066">22749 8592 60 0,'0'0'325'0,"0"0"6"15,0 0 0-15,0 0 1 0,0 0 9 0,0 0-6 16,1-7 0-16,-1 7-1 0,0 0 1 0,0 0-4 0,-5-6-6 15,5 6-8-15,0 0-14 0,-6-5-12 0,6 5-10 16,-4-2-9-16,4 2-5 0,0 0-18 16,-5-1-11-16,5 1-25 0,-8-3-18 0,8 3-21 15,0 0-16-15,-14 4-22 0,9-1-8 0,-2-1-14 0,-1 4-10 16,-1 1-10-16,1-1-13 0,1 1-10 16,-2 0-7-16,1-1-3 0,0 2-6 0,-1 1-3 15,3 0-10-15,-2-2-3 0,5 1-6 0,-3-1 1 0,3 0-5 16,0-1 2-16,0 2-11 0,2 0-9 0,-1-1-11 15,2-1-11-15,1 1 3 0,0 1-9 0,3 0 3 16,1 1-6-16,3-2-7 0,2 1-2 0,3-1-6 16,-2-3 1-16,7 1-2 0,3-2 1 0,-1 0 1 15,-1-2 3-15,3-1 5 0,7-4-2 0,-9 3 5 16,-1-4 3-16,0 0 3 0,0 0 8 0,0-3-4 16,-1 0 2-16,-1 1 3 0,-2-1 4 0,-5 2 3 15,0-2 0-15,-2 1 4 0,2-2-1 0,-2 2 7 16,-3 0-6-16,0-2 0 0,-2 2 2 0,1-1 1 15,-3 0 2-15,3 3 5 0,-3-1 5 0,0 2 4 16,2-1 1-16,-3 3 12 0,0 2-2 0,1-7-1 16,2 4-6-16,-3 3 2 0,2-3-8 0,-2 3-5 15,0 0-1-15,0 0-5 0,0 0-1 0,0 0 6 16,0 0 23-16,0 0-5 0,-6 14 10 0,3-9-10 16,2 4-4-16,0-4-2 0,-3 5 1 0,0-3 4 0,4 0-7 15,-4 0 0-15,4 3 1 0,0-4-7 16,0 1-3-16,0-1 3 0,0 0-7 0,0 2 4 15,0-3-3-15,0 1-2 0,0 0-1 0,4-1-20 16,-4 1-23-16,4-1-25 0,-4 1-18 0,5-5-32 0,-4 3-24 16,-1 0-35-16,0-4-35 0,3 3-35 0,-3-3-53 15,0 0-75-15,0 0-65 0,8-8-53 0,-8 2-48 16,0-5-307-16,2 0-908 0,-3 0 402 0</inkml:trace>
  <inkml:trace contextRef="#ctx0" brushRef="#br0" timeOffset="186886.4277">22996 8496 98 0,'0'-4'362'0,"0"4"-4"0,0-5-1 16,0 0 18-16,0 5 5 0,0 0-10 0,1-5-30 15,-1 5-35-15,0 0-29 0,-1-6-30 0,1 6-29 16,0 0-46-16,0-4-46 0,0 4-62 0,-3-3-64 16,3 3-71-16,0 0-73 0,0 0-50 0,0 0-56 15,0 0-44-15,0 0-219 0,11 8-558 0,-9-6 247 16</inkml:trace>
  <inkml:trace contextRef="#ctx0" brushRef="#br0" timeOffset="187188.0873">23217 8425 31 0,'1'-5'427'0,"3"2"43"0,-1-1 28 0,-2 0 20 15,-1 4 10-15,3-5 9 0,-1 1 4 0,-2 4-3 16,0-4-18-16,3 2-23 0,-3 2-35 0,0 0-36 15,1-5-45-15,-1 5-36 0,0 0-36 0,0 0-29 16,0 0-33-16,0 0-25 0,4 12-11 0,-4-2-8 16,0 6-203-16,1 3 0 0,0-1 0 0,2 6 0 15,-3-4 0-15,1 5 0 0,2 2 0 0,-2-4 0 0,1 4 0 16,0-9 0-16,0 6 0 0,0-5 0 0,-2-1 0 16,1 0 0-16,0-1 0 0,2-1 0 15,-2-5 0-15,-1 1 0 0,0-3 0 0,0 0 0 16,0-2 0-16,0 0 0 0,1-3 0 0,1 0 0 0,0-1 0 15,-2-3 0-15,0 4-251 0,0-4-146 0,0 0-53 16,0 0-49-16,0 0-43 0,-4-15-4 0,3 7-372 16,-1-1-994-16,-1-3 440 0</inkml:trace>
  <inkml:trace contextRef="#ctx0" brushRef="#br0" timeOffset="188052.2506">23208 8689 477 0,'-5'-2'55'16,"1"-2"68"-16,0 0 40 0,2 2 27 0,-1 0 24 15,3 2 19-15,-8-4 33 0,6 0 34 0,-1 2 18 16,3 2 20-16,0 0 5 0,-10 0 2 0,10 0 5 15,0 0-7-15,0 0-6 0,0 0-14 0,-8 0-9 16,8 0-18-16,0 0-13 0,0 0-16 0,0 0-18 16,0 0-21-16,0 0-8 0,0 0-18 0,0 0-22 0,0 0-12 15,8-8-28-15,-3 4-16 0,4 3-11 16,3-4-15-16,2 4-12 0,4-3-3 0,-1 1-10 16,2-2-10-16,2 0 0 0,0 3-9 0,-2-3-7 0,1 0 1 15,-1 1-8-15,-1 1-6 0,-4-3-34 16,-1 5 0-16,0-2 0 0,0-1 0 0,-4 1 0 15,-3 2 0-15,2-1 0 0,-2 2 0 0,-6 0 0 16,9-1 0-16,-5-1 0 0,-4 2 0 0,6-1 0 0,-6 1 0 16,0 0 0-16,0 0 0 0,9-1 0 0,-9 1 0 15,3 7 0-15,-2-4 0 0,0 0 0 0,1 2 0 16,0 0 0-16,-2 1 0 0,3-1 0 16,-1 3 0-16,0-2 0 0,-1 3 0 0,1-4 0 0,1 0 0 15,1 3 0-15,-3-3 0 0,2 1 0 0,0 0 0 16,-1 0 0-16,2-1 0 0,-1 0 0 0,3-1-50 15,-3 2-12-15,4-3-2 0,-4 1 2 0,3-1 7 16,-1-1 6-16,1 0 16 0,-2 0-8 0,4-2 9 16,-8 0 6-16,11-5 8 0,-3 2 11 0,-3-2 12 15,4-1 10-15,-3-2 12 0,2-3 13 0,0 2 8 16,-2-3 14-16,-1 4 0 0,0-2 11 0,-1-1 3 16,1 1 3-16,-2 3-67 0,1-3-12 0,1 5 0 15,-4-2 0-15,0 1 0 0,0 1 0 0,1 0 0 16,-1 1 0-16,-1 4 0 0,0-4 0 0,0 4 0 15,3-4 0-15,-3 4 0 0,0 0 0 0,0 0 0 16,0 0 0-16,1 18 0 0,-1-3 0 0,-1 4 0 16,-1 0 0-16,2 10 0 0,-1 0 0 0,-2 0 0 15,3 0 0-15,0 2 0 0,0-1 0 0,3 0 0 16,0 0 0-16,-2 2 0 0,-1-1 0 0,1 2 0 16,3-1 0-16,-3 2 0 0,3-2 0 0,0 1 0 15,1-1 0-15,-2-3 0 0,-1-1 0 0,-2 0 0 0,3-2 0 16,-1-7 0-16,0 2 0 0,0-4 0 15,-2-1 0-15,1-5 0 0,-1 2 0 0,0-7 0 16,0 2 0-16,2-1 0 0,-2-1 0 0,0-1 0 16,0-1 0-16,0-1 0 0,0-3 0 0,-2 5 0 0,0-1 0 15,2-4 0-15,-7 2 0 0,2 1 0 0,-2-3 0 16,-4-2 0-16,0 1 0 0,0-1 0 0,-2-2 0 16,0-1 0-16,-4-2 0 0,2-1 0 0,2-2 0 15,0-1 0-15,3 0 0 0,1-1 0 0,0-4 0 16,0-1 0-16,4 0 0 0,3-1 0 0,0-7 0 15,4 6 0-15,0-7 0 0,3 7 0 0,7-5 0 16,-1 1 0-16,3 0 0 0,3 3 0 0,2-3 0 16,2 3 0-16,-1 1 0 0,4 3 0 0,1-2 0 15,-1 3 0-15,3-1 0 0,-3 0 0 0,-5 6 0 16,4-1 0-16,-5 2 0 0,0 2 0 0,-4 2 0 16,0-2 0-16,-5 2 0 0,0 2 0 0,-3 0 0 15,1-1 0-15,-2 2 0 0,-3 1 0 0,-2 1 0 16,4-5 0-16,-4 5 0 0,2-3 0 0,-2 3 0 0,-7-5-274 15,3 1-409-15,-6-2-523 0,1 0-1306 16,-1-1 578-16</inkml:trace>
  <inkml:trace contextRef="#ctx0" brushRef="#br0" timeOffset="188601.2127">24568 8327 189 0,'4'-2'418'16,"0"-1"10"-16,-2-2 13 0,1 3 12 0,-3 2 0 16,4-5-6-16,-1 3-7 0,-3 2-13 0,0-5 2 15,0 5-2-15,0-4-10 0,0 4-10 0,-3-4-17 0,3 4-1 16,-6-5-25-16,4 3-30 0,2 2-23 15,0 0-22-15,-12 4-17 0,3 0-8 0,0 1-62 16,-1 4-202-16,-5 5 0 0,-2 4 0 0,-2 5 0 0,-3 1 0 16,4 5 0-16,-1 1 0 0,1 0 0 0,0 2 0 15,4 0 0-15,-2 0 0 0,-2 11 0 0,4-9 0 16,1 0 0-16,-1 10 0 0,6-10 0 0,-1-2 0 16,3 0 0-16,2 1 0 0,4-3 0 0,4 1 0 15,2-3 0-15,3 2 0 0,3-5 0 0,2 0 0 16,3-1 0-16,3-2 0 0,0-2 0 0,0-1 0 15,-5-4 0-15,5 1 0 0,-4-4 0 0,3-1 0 16,-9-5 0-16,-1 0 0 0,1 1 0 0,2-4 0 16,-3 1 0-16,-3-4 0 0,3 1 0 0,1-1-214 15,-3-2-361-15,3-1-58 0,0-3-496 0,-2-2-1221 16,0-2 540-16</inkml:trace>
  <inkml:trace contextRef="#ctx0" brushRef="#br0" timeOffset="189087.6626">24832 8470 211 0,'4'-6'505'15,"-4"2"18"-15,3-2 10 0,-2 0 1 0,2 0-5 16,-2 0-8-16,3 0-10 0,-2 0-13 0,1 0-26 15,-1 1-27-15,0-1-30 0,2 0-25 0,1 0-28 16,2-2-31-16,-2 2-30 0,4-3-31 0,-1 2-24 16,3 2-24-16,1 2-22 0,-2-3-28 0,4 2-172 15,-1 3 0-15,5-3 0 0,-1 5 0 0,-3-1 0 16,4 3 0-16,-1-2 0 0,2 3 0 0,-6 1 0 16,6-1 0-16,-4 5 0 0,-1 3 0 0,-2 0 0 15,0 3 0-15,-2 2 0 0,-2 0 0 0,-3 2 0 16,-1 5 0-16,-4-3 0 0,-4 6 0 0,-1-3 0 15,-3 1 0-15,-3-1 0 0,-5 2 0 0,-3-1 0 16,-8-3 0-16,2 2 0 0,-5-5 0 0,0-1 0 16,-5-2 0-16,2-2 0 0,-1-3 0 0,4-3 0 15,1-1 0-15,8-6 0 0,-2 1 0 0,10-2 0 16,-4-2 0-16,-1-5 0 0,6 0 0 0,-1-4 0 16,-1-1 0-16,5-3 0 0,3-4 0 0,-5-6 0 15,4 0 0-15,8-1 0 0,3 5 0 0,-2-4 0 0,4 0 0 16,0 0 0-16,3 9 0 0,-4-1 0 0,3 2 0 15,1 1 0-15,0-4 0 0,1 3 0 16,3-1 0-16,-3 2 0 0,8 2 0 0,-3 1 0 0,2 2-237 16,0 2-343-16,0-1-54 0,1 3-23 0,0-1-358 15,-5 3-1097-15,2-1 486 0</inkml:trace>
  <inkml:trace contextRef="#ctx0" brushRef="#br0" timeOffset="189468.4309">24983 8249 126 0,'0'-13'410'0,"-1"3"46"16,0-1 39-16,-2 4 34 0,1-4 15 0,-1 3 13 16,2-2 4-16,-1 5 2 0,1-3 1 0,0 1-16 15,-2 2-18-15,1 0-31 0,2 2-36 0,-3-1-44 16,3 4-39-16,-1-6-38 0,1 6-137 0,0 0-205 16,0 0 0-16,0 0 0 0,-4 13 0 0,4 1 0 15,0 2 0-15,0 11 0 0,0-1 0 0,0 5 0 16,4 1 0-16,-3 18 0 0,2-1 0 0,-1-4 0 15,3 3 0-15,-3-13 0 0,0 12 0 0,0 1 0 16,-2-13 0-16,2 13 0 0,1-12 0 0,-3-1 0 16,0 9 0-16,-4-8 0 0,5 0 0 0,-1-6 0 15,-1 3 0-15,0-1 0 0,1-3 0 0,0-1 0 16,0-2 0-16,1 1 0 0,-2-2 0 0,2-7 0 0,0 1 0 16,-1-2 0-16,0-5 0 0,4-2 0 15,-4-1 0-15,1-1 0 0,-1-2 0 0,0 0 0 16,0-2 0-16,2 1 0 0,-2-3 0 0,0-2 0 0,-2 6 0 15,4-2 0-15,-2-4 0 0,2 2 0 0,-2-2 0 16,0 0 0-16,0 0 0 0,4-13 0 0,0 3 0 16,1 1 0-16,0-2-17 0,1-4-572 15,1 0-59-15,0-3-509 0,4-7-1252 0,-4 6 554 0</inkml:trace>
  <inkml:trace contextRef="#ctx0" brushRef="#br0" timeOffset="189985.8111">25411 8601 164 0,'3'-4'388'0,"1"0"13"0,0 0 1 15,-2 0 1-15,-2 4 0 0,4-4-2 0,-3 2-7 16,-1 2-17-16,0 0-11 0,0 0-19 0,0 0-13 15,0 0-18-15,0 0-18 0,0 0-13 0,-5-5-10 16,5 5-24-16,-9 0-18 0,9 0-14 0,0 0-21 16,-15 2-26-16,2 2-16 0,4-2-16 0,0 3-18 15,0 0-9-15,0-1-12 0,0 0-10 0,0 2-14 0,-1 1-6 16,1-3-9-16,5 0 2 0,-1-1-19 16,1 2 7-16,-1-2-8 0,4-1-6 0,-3 1-5 15,2-1-1-15,2-2-7 0,-3 5 0 0,3-5 8 0,0 0-8 16,7 6 2-16,-2-3-6 0,2 2 9 0,-2-2 2 15,0 1 2-15,3 2 1 0,1-1 1 16,-4-2-36-16,4 3 0 0,0-2 0 0,-4-1 0 16,3-1 0-16,-3 0 0 0,0 1 0 0,-2 1 0 0,-1-3 0 15,2 2 0-15,-4-3 0 0,6 5 0 0,-3-3 0 16,-2 3 0-16,-1-2 0 0,0-3 0 0,0 5 0 16,0-5 0-16,-1 8 0 0,-4-4 0 0,1 0 0 15,0 1 0-15,-1 1 0 0,0 0 0 0,-3-1 0 16,-2 1 0-16,1-1 0 0,1-2 0 0,-2 2 0 15,1 0 0-15,4-2 0 0,-4 0 0 0,5-2 0 16,-2 0 0-16,0 1 0 0,6-2-12 0,-5 1-124 16,5-1-33-16,0 0-53 0,-6-4-49 0,6-2-39 15,0 6-42-15,2-8-36 0,0 4-47 0,3-2-53 16,1 1-414-16,2-2-976 0,1 1 432 0</inkml:trace>
  <inkml:trace contextRef="#ctx0" brushRef="#br0" timeOffset="190404.7605">25539 8369 361 0,'0'-12'434'0,"0"0"21"0,0 0 17 0,1 3 2 16,-1 0-1-16,0 4 3 0,3-1-6 0,-3 1-4 15,1 2-13-15,-1-3-23 0,0 3-18 0,0 3-21 16,4-4-24-16,-4 4-24 0,1-4-37 0,-1 4-30 0,0 0-31 16,0 0-21-16,0 0-9 0,0 0-3 0,17 11 2 15,-11 0-192-15,7 5-22 0,0 0 0 0,2 11 0 16,-1 2 0-16,0 1 0 0,-2-1 0 0,-1 5 0 16,2-1 0-16,-3-1 0 0,-2 3 0 0,0 2 0 15,-3-3 0-15,-3 2 0 0,0-1 0 0,-2 1 0 16,-2-4 0-16,-3 3 0 0,-2-2 0 15,2-1 0-15,-7-3 0 0,-6-1 0 0,4 2 0 0,-6-6 0 16,0-1 0-16,-4 0 0 0,1 0 0 0,-4-1 0 16,-1-6 0-16,0-1 0 0,5 2 0 0,4-9 0 15,9 0 0-15,-3-1 0 0,3-3 0 0,3-1 0 16,1 1 0-16,1 0 0 0,1-4 0 0,0 3 0 16,4-3 0-16,0 0 0 0,0 0 0 0,0 0 0 15,9-18 0-15,1 8 0 0,4 0-374 0,2-2-217 16,-1-1-69-16,0 3-435 0,1-3-1186 0,3-5 526 15</inkml:trace>
  <inkml:trace contextRef="#ctx0" brushRef="#br0" timeOffset="192322.3799">26149 8770 250 0,'0'0'400'0,"-4"-3"14"0,4 3-1 16,-3-2-1-16,3 2-9 0,-2-4-9 0,2 4-12 0,0 0-12 15,0 0-8-15,0 0-9 0,0 0-13 0,0 0-3 16,0 0-14-16,0 0-8 0,0 0-12 15,0 0-9-15,0 0-12 0,0 0-3 0,0 0-10 0,0 0-3 16,0 0-10-16,0 0-6 0,0 0-17 16,0 0-16-16,0 0-143 0,0 0-74 0,16-1 0 0,-3-2 0 15,5-3 0-15,0 2 0 0,2-3 0 0,6 0 0 16,5 0 0-16,-10 3 0 0,0-3 0 0,-3 3 0 16,0-3 0-16,-7 6 0 0,3-2 0 0,-4-1 0 15,2 2 0-15,-6 0 0 0,-1 0 0 0,-1 1 0 16,-4 1 0-16,8-2 0 0,-8 2 0 0,4-2 0 15,-4 2 0-15,0 0 0 0,0 0 0 0,0 0 0 16,0 0-389-16,-13 10-124 0,3-4-50 0,-2 0-36 16,-1 2-423-16,-4 1-1106 0,0-1 490 0</inkml:trace>
  <inkml:trace contextRef="#ctx0" brushRef="#br0" timeOffset="192638.4704">26174 8927 194 0,'0'5'295'0,"-2"-2"26"15,2 1 41-15,0-4 48 0,2 6 34 0,-4-4 33 16,2-2 26-16,0 0 32 0,0 0-9 16,0 0 5-16,-2 5-3 0,2-5-10 0,0 0-20 0,0 0-24 15,0 0-27-15,0 0-25 0,0 0-28 0,0 0-82 16,0 0-312-16,0 0 0 0,0 0 0 16,11-10 0-16,-1 6 0 0,-4 0 0 0,3-2 0 15,3 0 0-15,4-1 0 0,-3 0 0 0,5-1 0 0,-3 2 0 16,5 0 0-16,0-1 0 0,-3 2 0 0,0 1 0 15,-4 1 0-15,-1-1 0 0,-1 2 0 16,-4 1 0-16,0-1 0 0,2-1 0 0,-1 3 0 0,-8 0 0 16,6-1 0-16,-2-1 0 0,-4 2 0 0,5-1 0 15,-5 1 0-15,0 0 0 0,5-5 0 0,-5 5 0 16,0 0 0-16,0 0 0 0,0 0 0 0,0 0 0 16,-10-5 0-16,10 5 0 0,-5-8 0 0,0 4 0 15,1-1-507-15,0-3-774 0,-1-2-1388 0,8-1 614 16</inkml:trace>
  <inkml:trace contextRef="#ctx0" brushRef="#br0" timeOffset="193157.7664">27429 8089 196 0,'3'-8'485'0,"-1"1"22"0,-2 2 9 0,0-1-5 0,0 0-6 16,2 2-10-16,-4-1-13 0,2 0-7 0,0 1-13 16,-2 0-14-16,0-1-18 0,2 5-18 0,-2-5-26 15,-2 4-24-15,2-2-32 0,2 3-36 0,0 0-28 16,0 0-31-16,-7-1-22 0,7 1-32 0,-7 5-181 15,-1 1 0-15,-2 5 0 0,-4 4 0 0,3 0 0 16,-4 5 0-16,-2 3 0 0,1 2 0 0,-1-2 0 16,4 0 0-16,-1 2 0 0,0 0 0 0,0 0 0 15,0-1 0-15,1-1 0 0,1 2 0 0,-2 0 0 16,5-1 0-16,5-6 0 0,-2 1 0 0,7 0 0 16,-1 2 0-16,2-3 0 0,5-2 0 0,3-1 0 15,9 2 0-15,-5-5 0 0,5-2 0 0,4 1 0 16,-1-5 0-16,-2-3 0 0,3-1 0 0,-2-2 0 15,-1-2 0-15,-3-3 0 0,2-1 0 0,0-1 0 16,-3-2 0-16,-1 0 0 0,-5 0 0 0,-1 0 0 16,-4-2 0-16,0 1 0 0,-1-4 0 0,-4 2 0 15,0 0 0-15,-4 4 0 0,-4-2 0 0,0 1 0 16,-6 0 0-16,-3 2 0 0,-3 0 0 0,0 2 0 16,1 0 0-16,-5 4 0 0,-4 0 0 0,-3 1 0 15,4 2 0-15,6-2 0 0,0 2 0 0,2 2 0 16,5-3-68-16,2 0-473 0,1 4-53 0,6-1-50 15,0-1-414-15,5-3-1145 0,0 0 506 0</inkml:trace>
  <inkml:trace contextRef="#ctx0" brushRef="#br0" timeOffset="193843.3726">27762 8197 456 0,'3'-5'523'16,"0"-2"18"-16,-2-1 14 0,3 5-6 0,-3-5-3 16,1 5-16-16,0-2-6 0,1 0-28 0,-2 1-25 15,-1 4-26-15,1-6-33 0,1 3-33 0,-2 3-35 16,1-4-31-16,-1 4-32 0,0 0-29 0,0 0-30 16,0 0-28-16,0 0-36 0,0 0-158 0,0 0 0 15,0 0 0-15,0 0 0 0,1 17 0 0,-1-7 0 16,0 1 0-16,2-3 0 0,0 3 0 0,2 3 0 15,-3 3 0-15,2-2 0 0,-1 0 0 0,3 2 0 16,0 0 0-16,1-1 0 0,-1 0 0 0,0 3 0 16,0-4 0-16,-1 2 0 0,0 1 0 0,-1-6 0 15,4 4 0-15,-3-4 0 0,3 2 0 0,-4-4 0 16,1 1 0-16,-2-4 0 0,3 3 0 0,-2-3 0 0,1 0 0 16,3-3 0-16,-5 1 0 0,3-1 0 15,-1-2 0-15,3-1 0 0,1-2 0 0,3-1 0 16,1-2 0-16,4-7 0 0,0 0 0 0,-1-2 0 15,7-5 0-15,0-1 0 0,-2-1 0 0,-2 0 0 16,0-2 0-16,-8-2 0 0,4-2 0 0,-4 1 0 16,-1-2 0-16,0-1 0 0,0-1 0 0,-1-1 0 15,-5 0 0-15,5 0 0 0,-5 2 0 0,-2 2 0 0,3-2 0 16,-3 3 0-16,-2 7 0 0,1 1 0 16,0 5 0-16,-3 1 0 0,3 1 0 0,-1 4 0 15,1 0 0-15,0 1 0 0,0 1 0 0,0 4 0 16,0-5 0-16,0 5 0 0,0 0 0 0,-15 8 0 0,7 0 0 15,-6 5 0-15,1-1 0 0,-1 1 0 0,-7 5 0 16,2-1 0-16,0 3 0 0,6-3 0 0,0-3 0 16,0 1 0-16,0-2 0 0,4 1 0 0,2-1 0 15,3-3 0-15,0 1 0 0,1 0 0 0,3 0 0 16,4 0 0-16,0-3 0 0,6 3 0 0,3-2 0 16,1 0 0-16,4-1 0 0,1-2 0 0,2-2 0 15,0 1 0-15,-2-1 0 0,-1-2 0 0,0-2 0 16,-4 1 0-16,0-1 0 0,-1 0 0 0,0-1 0 15,-3 1 0-15,-1-1 0 0,1 0 0 0,-3-1 0 16,-1 0 0-16,-1 1 0 0,-5 1-172 0,8-1-113 16,-3 0-53-16,-5 1-42 0,6-1-36 0,-6 1-36 15,0 0-20-15,0 0-15 0,0 0-14 0,-2 8-281 16,2-8-846-16,-4 7 374 0</inkml:trace>
  <inkml:trace contextRef="#ctx0" brushRef="#br0" timeOffset="194207.9238">28351 8451 73 0,'0'0'502'0,"7"-5"31"16,-3 2 20-16,-2 2-1 0,1-5-14 15,-3 3-3-15,4-1-12 0,-4 0-15 0,2-2-20 0,0 4-20 16,-2 2-20-16,0-4-28 0,4 2-28 0,-4 2-29 15,2-4-33-15,-2 4-30 0,0 0-33 0,0 0-31 16,0 0-74-16,0 0-162 0,0 0 0 0,0 0 0 16,0 0 0-16,0 15 0 0,0-6 0 0,4 2 0 15,-4 6 0-15,4 1 0 0,-4 0 0 0,1 1 0 16,-1 5 0-16,3 1 0 0,-2-6 0 0,-1 0 0 16,3 7 0-16,-2-1 0 0,0 0 0 0,-1-6 0 15,3-1 0-15,-3 3 0 0,0-5 0 0,0 3 0 16,0-1 0-16,0-3 0 0,0 1 0 0,-3-2 0 15,6-4 0-15,-3 0 0 0,0 0 0 0,1-1 0 16,-1-1 0-16,-1-1-107 0,1-2-251 0,1-2-25 16,-1 0-20-16,0-3-30 0,0 0-75 0,0 0-55 15,0 0-343-15,0-11-982 0,3 0 434 0</inkml:trace>
  <inkml:trace contextRef="#ctx0" brushRef="#br0" timeOffset="194591.3303">28394 8449 240 0,'3'-7'430'0,"-1"-2"12"15,2-2 4-15,1 2-12 0,3 0-19 16,-2 0-17-16,1 1-10 0,-2-1-14 0,1 1-13 16,3 2-20-16,-2-1-12 0,-2 4-23 0,4-4-32 15,-1 3-12-15,-1 1-18 0,3-3-21 0,-3 4-26 0,0-1-19 16,1 1-16-16,0 1-12 0,-1 0-25 15,-7 1-7-15,16 2-9 0,-7 0-5 0,1 3-7 16,-1 1-9-16,-3-1-7 0,-1 0-9 0,-1 1-4 16,2 1-12-16,-3-1-1 0,-2 2 0 0,-1 2-2 0,0-1-4 15,-4 3-13-15,-2 0 6 0,1-1-4 16,-3 4-6-16,-1-2 2 0,-5-1-6 0,5-2-1 16,-5 2-3-16,0-3 15 0,3-1-18 0,-2-3 3 15,0 0-4-15,2 0-3 0,0 1 3 0,1-4-4 0,4 1 7 16,-2-1 3-16,3 2-26 0,0-2 0 15,2-1 0-15,3-1 0 0,-6 4 0 0,6-4 0 16,0 0-17-16,0 0-66 0,0 0-22 0,0 0-20 0,0 0-37 16,0 0-41-16,0 0-46 0,10-10-77 0,-10 10-62 15,0 0-65-15,0 0-58 0,12 5-418 0,-11-2-1005 16,-1-3 445-16</inkml:trace>
  <inkml:trace contextRef="#ctx0" brushRef="#br0" timeOffset="195302.3725">27092 9039 160 0,'0'0'296'0,"0"0"-7"0,0 0-12 0,0 0-8 16,0 0-15-16,0 0-6 0,-3-13-5 0,3 13-7 15,0 0-10-15,0 0 6 0,0-4-14 0,0 4 7 0,0 0-6 16,0 0-2-16,0-4 2 0,0 4-3 16,0 0-3-16,0 0 1 0,0 0-5 0,0 0 4 15,0 0 1-15,0 0-1 0,0 0 5 0,0 0-4 0,0 0 3 16,0 0-1-16,0 0-3 0,0 0-4 0,0 0-12 15,0 0 7-15,0 0-12 0,0 0 2 16,0 0-16-16,0 0-4 0,0 0-12 0,0 0-14 0,0 0-13 16,0 0-135-16,0 0 0 0,0 0 0 0,0 0 0 15,0 0 0-15,0 0 0 0,0 0 0 0,0 0 0 16,9 0 0-16,-5-1 0 0,-4 1 0 0,19-1 0 16,3 2 0-16,11-5 0 0,18 5 0 0,3-4 0 15,7 0 0-15,31-2 0 0,9 2 0 0,10-4 0 16,6 1 0-16,12 4 0 0,5-6 0 0,8 1 0 15,2 2 0-15,3 2 0 0,-1 2 0 0,-14-2 0 16,-4 1 0-16,-15 0 0 0,-13 1 0 0,-36 1 0 16,-5 0 0-16,-6-1 0 0,-16 1 0 0,0-1 0 15,-8 1 0-15,-3 0 0 0,-5 0 0 0,-4-2 0 16,-5 2 0-16,-3 0 0 0,-2 0 0 0,0-2 0 16,-2 2 0-16,-5 0 0 0,12 0 0 0,-12 0 0 15,6 0 0-15,-6 0 0 0,0 0 0 0,8 0 0 16,-8 0 0-16,0 0 0 0,0 0 0 0,0 0-142 15,0 0-240-15,0 0-41 0,0 0-33 0,0 0-49 16,0 0-41-16,0 0-411 0,0 0-1035 0,0 0 458 16</inkml:trace>
  <inkml:trace contextRef="#ctx0" brushRef="#br0" timeOffset="196995.3689">27051 9363 193 0,'0'0'330'0,"1"3"5"16,-1-3 0-16,0 0 0 0,0 0 16 0,0 0-12 15,0 0-6-15,0 0 2 0,0 0-8 0,10-1-4 16,-10 1-5-16,0 0 0 0,0 0-4 0,0 0 0 16,0 0 0-16,0 0 3 0,0 0 0 0,0 0-4 15,0 0 6-15,0 0-10 0,0 0-4 0,0 0-14 16,0 0-8-16,0 0-11 0,0 0-12 0,0 0-169 15,0 0-91-15,0 0 0 0,0 0 0 0,0 0 0 16,0 0 0-16,0 0 0 0,0 0 0 0,-3 6 0 16,3-6 0-16,2 4 0 0,-2-1 0 0,1 3 0 15,3 4 0-15,-4 1 0 0,4 1 0 0,0 4 0 0,0 4 0 16,-3-2 0-16,4 6 0 0,4 2 0 0,-5-1 0 16,0-6 0-16,-3 2 0 0,4 3 0 15,-5 1 0-15,4 0 0 0,-1-7 0 0,-1 0 0 0,2-1 0 16,0 0 0-16,-3 0 0 0,0 2 0 0,2-7 0 15,-3 0 0-15,4-1 0 0,-3-2 0 0,3 1 0 16,-3-2 0-16,-1 0 0 0,2-1 0 0,-1-4 0 16,0 1 0-16,-1 1 0 0,3-2 0 0,-3-3 0 15,5 4 0-15,-5-4 0 0,0 0 0 0,0 0 0 16,0 0 0-16,0 0 0 0,0 0-252 0,-8-23-296 16,3 13-45-16,-3-6-41 0,-2-1-394 0,-3-7-1112 15,-1 3 492-15</inkml:trace>
  <inkml:trace contextRef="#ctx0" brushRef="#br0" timeOffset="197393.5134">26985 9435 231 0,'0'-3'368'0,"0"3"22"0,2-6 29 16,-1 4 10-16,-1 2 11 0,0 0-8 0,0-5-10 15,0 5-14-15,0 0-8 0,0 0-16 0,4-4-27 0,-4 4-25 16,5-2-15-16,0 1-30 0,2 0-18 15,1 1-7-15,2 1-10 0,1-2-18 0,8 3-16 16,-5 0-8-16,8 2-10 0,-4-2-6 0,1 3-15 0,9 4-13 16,2-2-5-16,-2 4-16 0,-1 1-60 0,-7-5-85 15,4 9 0-15,2-2 0 0,-3 4 0 0,-8-5 0 16,6 4 0-16,-8-2 0 0,-1 3 0 16,0 3 0-16,-3-3 0 0,-4 0 0 0,0 2 0 0,-4-2 0 15,-1 1 0-15,-7 5 0 0,0 0 0 0,0-4 0 16,-4-3 0-16,-7 3 0 0,-2 2 0 0,-3-3 0 15,-5-1 0-15,-3-3 0 0,-1 2 0 0,1-2 0 16,2-1 0-16,2-2 0 0,7-6 0 0,3 1 0 16,3-2 0-16,5-1 0 0,-1-2 0 0,1-2 0 15,5 5 0-15,-1-4 0 0,1 2 0 0,4-3 0 16,0 0 0-16,0 0 0 0,0 0 0 0,-1-9 0 16,1 9 0-16,9-9 0 0,-3 0-153 0,7 4-262 15,-4-2-63-15,10 1-68 0,-10 2-47 0,2-1-408 16,6 2-1085-16,0-1 479 0</inkml:trace>
  <inkml:trace contextRef="#ctx0" brushRef="#br0" timeOffset="197776.9229">27653 9782 51 0,'-1'-6'454'15,"-1"2"20"-15,2 0 3 0,-2 1 4 0,0-2-10 0,1 0-9 16,-1 3-17-16,2 2-17 0,-4-8-14 0,3 6-11 16,1 2-13-16,0 0-20 0,-2-4-17 15,2 4-43-15,0 0-22 0,0 0-26 0,-2-3-33 0,2 3-21 16,0 0-20-16,0 0 6 0,0 0 12 0,2 18 1 16,-2-10-6-16,3 2-15 0,-1 2-147 0,0 1-39 15,-1 4 0-15,0 0 0 0,0-1 0 0,1 10 0 16,-2-1 0-16,2 0 0 0,0-8 0 0,-2 1 0 15,0 4 0-15,0-5 0 0,1 3 0 0,-1-1 0 16,0 0 0-16,0 0 0 0,-1-1 0 0,-1-5 0 16,0 0 0-16,0-2 0 0,0-2 0 0,1 0 0 15,-1-2 0-15,2-1 0 0,-2-2 0 0,2 1 0 16,-1-1 0-16,1-1 0 0,0-3 0 0,0 5 0 16,0-5 0-16,0 0 0 0,0 0-157 0,0 0-230 15,0 0-56-15,0 0-52 0,-2-17-53 0,2 10-66 16,0-2-311-16,0-3-1002 0,-1-4 444 0</inkml:trace>
  <inkml:trace contextRef="#ctx0" brushRef="#br0" timeOffset="198161.6993">27626 9823 9 0,'0'-6'357'0,"1"0"14"0,1 1 14 0,-2-1 7 16,0-2 11-16,0 3-4 0,1 1-3 0,-1-1-10 15,1 0-9-15,-1 1-1 0,2 0-21 16,-1-1-20-16,0 1-26 0,2 2-15 0,0-2-14 16,2-1-31-16,-1 2-26 0,5 1-15 0,-1-1-17 0,5 1-6 15,-2 2-11-15,3 0-2 0,0 0 1 16,-1 1-29-16,6 2-6 0,-5 2-11 0,-1-2-3 16,1 1-6-16,-2 1-3 0,-1 0-20 0,-2 1-6 0,0-1-8 15,-2-1-12-15,-1 3-2 0,-2-3-42 0,0-1-25 16,-1 3 0-16,-1 0 0 0,-1 2 0 0,-4-3 0 15,-2 3 0-15,-1-2 0 0,-7 5 0 0,-3-4 0 16,-10 4 0-16,7-4 0 0,-7 3 0 0,-2-2 0 16,9-1 0-16,0-3 0 0,1 3 0 0,6-4 0 15,0 1 0-15,3-4 0 0,4 0 0 0,-2 2 0 16,7-2 0-16,-10 0 0 0,6 1 0 0,4-1 0 16,0 0 0-16,0 0 0 0,0 0 0 0,0 0-54 15,0 0-278-15,22-1-53 0,-9 2-50 0,1-1-46 16,2 1-57-16,3-1-58 0,-1-1-299 0,0 0-971 15,4-1 430-15</inkml:trace>
  <inkml:trace contextRef="#ctx0" brushRef="#br0" timeOffset="198663.1251">28499 9487 183 0,'6'-13'443'0,"-1"4"17"15,-1-1 2-15,-1 4-11 0,-1-1-12 0,0 1-15 16,0 1-26-16,-2-2-26 0,0 1-29 0,-2 1-33 0,0 2-14 16,0-1-36-16,-2 1-24 0,-1 2-19 0,-4 0-20 15,1 1-22-15,-1 1-17 0,-2 4-18 0,-1 3-9 16,-3 2-13-16,-3 3-14 0,0 4-11 15,0 0-9-15,1 5-5 0,2-3-12 0,1-3-2 0,4 0-7 16,0 0-5-16,2-2-8 0,-1 0 0 0,5-2-5 16,1-2-6-16,0 1 0 0,2-2 8 15,-1-3-10-15,4 3-1 0,0 0 3 0,1-3 7 0,1 1-7 16,3 3-2-16,4-5 0 0,0 1 0 0,-2 2-1 16,6 0-7-16,2-3-1 0,2 0-4 0,-7 1 0 15,4-1-3-15,-4 0-3 0,0 1-5 0,0-1 1 16,-2 0 2-16,0-1-4 0,-3-1-2 0,-1-1-4 15,-2 2 8-15,1-2-4 0,0 3-2 0,-1-4 4 16,-1 3 4-16,-1-2-7 0,-2-2-2 0,0 8-2 16,-1-5 11-16,-4 2 4 0,1 0 10 0,-5 1-13 15,-2-1 1-15,0-1-1 0,-1 0 5 0,-5 1-5 16,-2 1-2-16,1-2-2 0,1 0-1 0,-2 2 3 16,1-2-12-16,4-3-17 0,5 2-27 0,0 1-27 15,-1-1-29-15,6-2-41 0,-3 0-40 0,1 1-61 16,6-2-53-16,0 0-71 0,-3 2-71 0,3-2-66 15,0 0-376-15,25-5-953 0,-6 3 421 0</inkml:trace>
  <inkml:trace contextRef="#ctx0" brushRef="#br0" timeOffset="199011.5013">28719 9792 24 0,'5'-2'412'0,"-3"2"30"0,2-4 20 15,-4 4 19-15,4-4 1 0,-3 0-2 0,-1 4-14 0,4-4-1 16,-4 4-9-16,4-2-16 0,-4 2-19 0,0 0-27 16,0 0-14-16,3-3-31 0,-3 3-27 0,0 0-27 15,0 0-32-15,0 0-23 0,0 0-31 16,0 0-22-16,0 0-7 0,2 9 14 0,-2-1-47 0,0 3-147 16,0 3 0-16,3 4 0 0,-2 2 0 0,0 6 0 15,2-6 0-15,1 6 0 0,0-2 0 16,-3 1 0-16,1-6 0 0,0 6 0 0,0-6 0 0,0 6 0 15,0-5 0-15,-2 1 0 0,0-2 0 0,1-1 0 16,1 0 0-16,-4 0 0 0,2-1 0 0,-1-6 0 16,-1 5 0-16,2-3 0 0,-2 0 0 15,2-6 0-15,-2 4 0 0,0-6 0 0,4 1 0 0,-4-1 0 16,2-2 0-16,0 1 0 0,0-4 0 0,0 4 0 16,0-4 0-16,0 0 0 0,0 0-466 0,4-13-58 15,-4 2-49-15,4 0-40 0,-4-5-390 0,0-2-1086 16,1 1 480-16</inkml:trace>
  <inkml:trace contextRef="#ctx0" brushRef="#br0" timeOffset="199412.0401">28760 9814 364 0,'0'-4'376'0,"-2"-3"10"0,2 3 8 0,2-3 1 15,-4 2 7-15,4 1-1 0,0-1-8 0,1-1-9 0,-1-1-16 16,2 0-7-16,0 2-20 0,-1-3-13 16,2 3-26-16,2 0 3 0,2-2-20 0,4 1-28 15,-3 2-22-15,8 0-10 0,-4 3 2 0,3-1-25 16,-2 3-19-16,-2 0-5 0,5 1-18 0,-5 2-10 16,3 1-13-16,0 1-13 0,-4 1-11 0,-1 0-11 15,1 2-8-15,-4-2-75 0,-2 4-19 0,2 0 0 16,-3-3 0-16,-1 5 0 0,-3-2 0 0,-6 0 0 0,1 0 0 15,-1 4 0-15,-4-5 0 0,-5 2 0 0,-9 1 0 16,-6 2 0-16,-4-4 0 0,3-4 0 16,-2 2 0-16,0-4 0 0,4-1 0 0,-1-1 0 15,7-3 0-15,8 0 0 0,3 4 0 0,0-3 0 0,4-1 0 16,-1-1 0-16,8 1 0 0,-8-4 0 0,5 3 0 16,1-4 0-16,4-1 0 0,0 0 0 15,2 3 0-15,1-3 0 0,3 4-206 0,2-2-170 0,0 1-46 16,2 0-51-16,-2 3-53 0,3 0-42 0,-6 2-369 15,2-1-1015-15,2 1 449 0</inkml:trace>
  <inkml:trace contextRef="#ctx0" brushRef="#br0" timeOffset="204434.6082">23750 10424 305 0,'5'-9'420'0,"4"2"6"15,-5-2-3-15,2 3 10 0,-1 1-2 0,-1-4-11 0,0 4-7 16,-1-2-4-16,2 1-9 0,-3 0-19 16,3 2-27-16,-1 0 3 0,-4-1-15 0,1 3-31 15,2-2-39-15,-3 4-13 0,4-5-21 0,-3 3-25 0,-1 2-21 16,0 0-24-16,0-4-19 0,0 4-16 0,0 0-14 16,0 0-19-16,0 0-22 0,0 0 8 0,-8 10-15 15,2-3 0-15,-7 2-4 0,3 2-15 16,-3 3 3-16,-3 0-12 0,-2 6-43 0,-1-2 0 0,-3 1 0 15,-1-1 0-15,4 1 0 0,-2-3 0 0,2 2 0 16,2-6 0-16,5 1 0 0,0 0 0 0,3-6 0 16,1 1 0-16,3-1 0 0,-1-3 0 0,2 1 0 15,2 1 0-15,0 1 0 0,4-1 0 0,2 0 0 16,4 3 0-16,1-4 0 0,4 5 0 0,6-2 0 16,7 5 0-16,-2 0 0 0,3 0 0 0,4 0 0 15,-1 1 0-15,1-6 0 0,-1 4 0 0,0 0 0 16,-11-5 0-16,0 2 0 0,1 0 0 0,-4-3 0 15,-4-1 0-15,-1 1 0 0,-1-1 0 0,-3-2 0 0,-1 2 0 16,-1 0 0-16,-2 0 0 0,-2-1 0 16,-2 4 0-16,-3-1 0 0,-4 3 0 0,-7 0 0 15,-9 4 0-15,-6-5 0 0,-5 3 0 0,1 0 0 0,2-4 0 16,-3 2 0-16,1-3 0 0,4-1 0 0,-1-2 0 16,12-2 0-16,-2 1 0 0,11-2 0 0,-4 0 0 15,5 0 0-15,-1 0 0 0,2-2 0 0,8 1 0 16,-7-3 0-16,4-2 0 0,3 5 0 0,8-9 0 15,2 5 0-15,4-5 0 0,5 3-341 0,-1 2-114 16,5-1-66-16,8-1-86 0,-2 3-438 0,4 0-1132 16,1-1 502-16</inkml:trace>
  <inkml:trace contextRef="#ctx0" brushRef="#br0" timeOffset="204835.6693">24091 10823 219 0,'-1'-4'562'16,"0"0"22"-16,-2 0 21 0,-1 0 17 0,4-1-19 15,-2-1-14-15,0 1-11 0,0 0-19 0,-1 0-24 16,2 2-8-16,-2 0-33 0,3 3-13 0,-6-4-26 16,6 0-33-16,0 4-66 0,0 0-356 0,-1-4 0 15,1 4 0-15,0 0 0 0,-3-3 0 0,3 3 0 0,0 0 0 16,0 0 0-16,0 0 0 0,0 0 0 15,-4 14 0-15,4-5 0 0,-1 1 0 0,1 2 0 16,-1 6 0-16,-2-2 0 0,3 3 0 0,0 1 0 0,0 3 0 16,-1 4 0-16,1-1 0 0,0-2 0 0,-3-5 0 15,3 2 0-15,0-2 0 0,0 6 0 16,-4-1 0-16,4-6 0 0,0 1 0 0,0-3 0 0,0 0 0 16,0-4 0-16,3 0 0 0,-3-2 0 0,0 0 0 15,0-1 0-15,0-1 0 0,0-2 0 0,0 0 0 16,1-3 0-16,-1 1 0 0,0 1 0 0,3-2 0 15,-3 1 0-15,0-4 0 0,0 0 0 0,0 0 0 16,0 0 0-16,0 0 0 0,0 0 0 0,0 0-307 16,-4-13-299-16,4 4-39 0,-4 0-461 0,4-2-1198 15,-5 2 530-15</inkml:trace>
  <inkml:trace contextRef="#ctx0" brushRef="#br0" timeOffset="205217.8259">24063 10854 106 0,'0'-5'468'0,"0"5"22"0,3-7 14 0,-3 3-1 0,1-1-17 16,1 0-18-16,-2 2-19 0,4-3-6 0,-1-1-23 16,2 3-19-16,-1-1-12 0,2 1-25 0,1-3-18 15,0 1-25-15,3-1-18 0,1 1-20 0,-1 2-25 16,0 1-19-16,0 0-22 0,2 0-20 0,1 1-18 15,-1 1-17-15,2 0-10 0,-1 2-109 0,1 2-43 16,-1-1 0-16,2 2 0 0,-3-3 0 16,-1 3 0-16,-2 0 0 0,-1 0 0 0,0 1 0 0,-2 2 0 15,-1-1 0-15,-1 0 0 0,-3-1 0 0,-2 4 0 16,0 0 0-16,-6 1 0 0,-4 1 0 0,-2 2 0 16,-5-1 0-16,-6 1 0 0,0 0 0 0,-1-5 0 15,2 0 0-15,5-1 0 0,-2-2 0 0,1-1 0 16,6-1 0-16,2-1 0 0,2 0 0 0,2 0 0 15,1-1 0-15,3 0 0 0,3-1 0 0,-10 0 0 16,10 0 0-16,0 0 0 0,0 0 0 0,13-11 0 16,-3 7 0-16,8-3-237 0,-1 2-366 0,3 1-96 15,8-6-410-15,-7 6-1202 0,8-2 533 0</inkml:trace>
  <inkml:trace contextRef="#ctx0" brushRef="#br0" timeOffset="205492.0467">24739 10814 252 0,'-2'-4'466'0,"2"4"9"0,-7-3 7 0,3 1-8 16,4 2-10-16,0 0-17 0,-2-3-10 0,2 3-4 15,0 0-16-15,0 0-21 0,0 0-53 0,5-8-17 16,0 6-34-16,0 0-25 0,7-1-21 15,-2 1-25-15,0 1-14 0,3-2-27 0,-2 0-17 0,2 1-28 16,-1 1-5-16,-2 0-12 0,0 0-16 0,-2 0-4 16,-1-2-13-16,-1 3-10 0,-6 0-49 0,12 0-51 15,-12 0-57-15,5-1-69 0,-5 1-68 0,4-1-73 16,-4 1-61-16,0 0-61 0,2 6-65 0,-2-6-57 16,0 0-332-16,-11 7-940 0,4-2 416 0</inkml:trace>
  <inkml:trace contextRef="#ctx0" brushRef="#br0" timeOffset="205751.5814">24703 10931 86 0,'0'4'398'0,"0"-4"48"15,0 5 49-15,0-5 36 0,0 6 16 16,0-6-1-16,0 0-3 0,3 3-16 0,-3-3-19 16,5 2-19-16,-5-2-22 0,10 0-30 0,-2-2-29 15,2 2-35-15,3-2-26 0,-3 1-25 0,3-2-24 0,1 2-26 16,0-1-121-16,-1 1-151 0,0-1 0 15,1 0 0-15,-2 0 0 0,-1 0 0 0,3 1 0 16,-3 0 0-16,-2-2 0 0,-4 3 0 0,3 0 0 0,-3-2 0 16,-5 2 0-16,9-1 0 0,-9 1 0 15,6-1 0-15,-6 1 0 0,7-3 0 0,-7 3 0 16,0 0 0-16,2-3-34 0,-2 3-431 0,0 0-45 0,0 0-58 16,0 0-41-16,-14-2-393 0,14 2-1084 0,-13-3 481 15</inkml:trace>
  <inkml:trace contextRef="#ctx0" brushRef="#br0" timeOffset="208990.6695">26401 10414 114 0,'2'-3'340'0,"-2"3"-1"0,5-6-6 0,-5 3 5 16,3-2 16-16,-1 1-4 0,-1 1 12 0,3-3-4 0,-5 2-8 16,1 4-5-16,1-5-6 0,2 3-7 0,-2-1-6 15,-1 3-11-15,4-7-4 0,-4 7-39 16,1-5 22-16,-1 5-17 0,0 0-12 0,0-3-13 0,0 3-4 15,0 0-15-15,0 0-16 0,0-4-16 0,0 4-19 16,0 0-16-16,0 0-17 0,0 0-18 0,0 0-33 16,0 0-98-16,0 0 0 0,0 0 0 0,0 0 0 15,-3 10 0-15,1-4 0 0,-3 3 0 0,-4-1 0 16,2 4 0-16,-2 2 0 0,1 1 0 0,-5 0 0 16,3 1 0-16,0 1 0 0,-6 4 0 0,6-5 0 15,-1 8 0-15,-1-1 0 0,3-5 0 0,-4 4 0 16,3 3 0-16,0 2 0 0,1-3 0 0,5-5 0 15,0 1 0-15,-1-2 0 0,5-1 0 0,-1-1 0 0,2-4 0 16,3-2 0-16,1 1 0 0,2-2 0 16,3 0 0-16,0-2 0 0,6 1 0 0,3-1 0 15,0-4 0-15,1 1 0 0,-3-1 0 0,1-3 0 16,-6-2 0-16,6-1 0 0,-4-2 0 0,-1 0 0 0,-4 0 0 16,1 2 0-16,-1-5 0 0,0 1 0 15,-1 1 0-15,-3-4 0 0,0 1 0 0,-1 0 0 16,-3-2 0-16,2 1 0 0,-3-1 0 0,-3-2 0 0,1 2 0 15,-2 1 0-15,-1-2 0 0,0 4 0 0,-2-1 0 16,1 4 0-16,-2-2 0 0,2 2 0 0,-1-2 0 16,1 6 0-16,-3-2 0 0,5-1 0 0,-3 1 0 15,1 2 0-15,6 1 0 0,-15 1 0 0,9 1 0 16,-1 2 0-16,2-2-366 0,-6 1-177 0,4 0-43 16,1-1-33-16,-3 3-395 0,5-3-1097 0,-2 0 487 15</inkml:trace>
  <inkml:trace contextRef="#ctx0" brushRef="#br0" timeOffset="209676.0799">26818 10537 357 0,'4'-6'453'0,"0"1"2"0,-1 0 5 15,-1 0 11-15,-2 1-7 0,4 0-5 0,-4 0-5 16,0 1-15-16,1-2 16 0,-1 5-20 0,3-6-16 0,-3 3-20 16,0 3-23-16,0 0-22 0,0 0-27 0,0 0-31 15,2-4-31-15,-2 4-26 0,0 0-25 16,0 0-25-16,0 0-20 0,0 0-127 0,0 0-42 0,0 0 0 16,0 0 0-16,0 0 0 0,0 0 0 0,2 14 0 15,0-8 0-15,-2 1 0 0,0 7 0 0,4-4 0 16,-4 3 0-16,1 2 0 0,3 2 0 0,1 2 0 15,-5-1 0-15,4 0 0 0,1 9 0 0,-1-8 0 16,-3 8 0-16,3-8 0 0,1-1 0 0,-2 1 0 16,-2-2 0-16,3-1 0 0,0 0 0 0,-3-3 0 15,3-2 0-15,2 0 0 0,-3 0 0 0,1-2 0 16,0 0 0-16,-2-4 0 0,2 3 0 0,-1-5 0 16,-1 2 0-16,4-3 0 0,-2-1 0 0,1 0 0 15,3 2 0-15,-1-7 0 0,3 2 0 0,1-2 0 16,-1-4 0-16,2 1 0 0,-1-7 0 0,5 2 0 15,0-10 0-15,-2 1 0 0,3-2 0 0,-2-2 0 16,-6-4 0-16,0 4 0 0,0-4 0 0,0 4 0 16,-1-3 0-16,-2 5 0 0,-2 2 0 0,-1 2 0 15,2 2 0-15,-3 2 0 0,-1 3 0 0,-2 1 0 16,2 3 0-16,-1 0 0 0,0 2 0 0,2 3 0 16,-2-2 0-16,0 1 0 0,0 4 0 0,0-6 0 15,0 6 0-15,0 0 0 0,-4-2 0 0,4 2 0 0,-13 6 0 16,8-4 0-16,-1 5 0 0,-3 1 0 0,-3 0 0 15,2 3 0-15,-3 2 0 0,0-3 0 0,3 5 0 16,0-5 0-16,1-2 0 0,1 4 0 0,3-3 0 16,-2 0 0-16,2-2 0 0,1 0 0 0,1 0 0 15,1 0 0-15,0-1 0 0,5 2 0 0,-1-1 0 16,5 2 0-16,4-3 0 0,-2-1 0 0,0 2 0 16,6-1 0-16,2-1 0 0,-2 6 0 0,-2-10 0 15,0 0 0-15,-3 1 0 0,2-2 0 0,2 1 0 16,-3-2 0-16,-2 1-117 0,0 0-164 0,-2 0-62 15,-1-3-59-15,0 3-57 0,-6 0-74 0,10-1-44 16,-6 1-337-16,-4 0-989 0,0 0 438 0</inkml:trace>
  <inkml:trace contextRef="#ctx0" brushRef="#br0" timeOffset="210023.0726">27300 10824 180 0,'9'-3'518'16,"-9"3"30"-16,5-1 13 0,-2-2-11 0,-3 3-16 16,6-5-5-16,-3 1-16 0,-2 3-11 15,-1 1-19-15,3-6-18 0,-3 6-25 0,1-5-29 16,-1 5-31-16,0 0-35 0,0 0-33 0,2-3-31 0,-2 3-28 16,0 0-29-16,0 0-62 0,0 0-162 0,0 0 0 15,0 0 0-15,0 0 0 0,0 18 0 16,-2-8 0-16,1 0 0 0,-2 3 0 0,3 3 0 0,-1 0 0 15,-2 1 0-15,3 0 0 0,0-1 0 0,-1 4 0 16,0-5 0-16,-2 0 0 0,2 2 0 0,1 0 0 16,1 1 0-16,-1-4 0 0,-1-3 0 0,-2 4 0 15,3-3 0-15,0-3 0 0,-1-1 0 0,1-2 0 16,0 1 0-16,0 0 0 0,1-4 0 0,-5 2 0 16,4-2-32-16,3 0-324 0,-3-3-29 0,0 0-17 15,0 5-26-15,0-5-56 0,0 0-54 0,0 0-390 16,0 0-1005-16,-8-13 445 0</inkml:trace>
  <inkml:trace contextRef="#ctx0" brushRef="#br0" timeOffset="210399.2489">27323 10826 30 0,'7'-8'415'0,"-1"0"26"0,0 0 13 16,-2-1 6-16,3 5-3 0,-1-2-12 0,0-2-14 0,1 1-13 15,-2 2-14-15,4-1-13 0,-3-2-15 0,1 2-13 16,-2 0-23-16,-1-1-30 0,3 0-14 16,-2 3-18-16,-1-1-15 0,1 4-23 0,0-2-17 15,-5 3-23-15,6 0-16 0,-6 0-22 0,9 0-14 0,-1 0-16 16,-4 1-3-16,3 1-7 0,0 3-43 0,-1 2-79 16,2-2 0-16,0 2 0 0,-3 0 0 15,0-2 0-15,-1 4 0 0,1 0 0 0,-1-1 0 0,0 3 0 16,-3-3 0-16,0 3 0 0,-1-1 0 15,-2 0 0-15,-2-2 0 0,-1 2 0 0,-4 0 0 16,-4-1 0-16,-3 1 0 0,-1-2 0 0,-1-2 0 16,-2 2 0-16,3-3 0 0,0 0 0 0,5-3 0 0,0 0 0 15,1 1 0-15,0-2 0 0,6 1 0 0,-2-2 0 16,7 0 0-16,-8 0 0 0,8 0 0 0,-9-3 0 16,9 3 0-16,-5-5 0 0,2 3 0 0,2-3 0 15,1 5 0-15,-4-6-330 0,4 3-167 0,0 3-87 16,4-5-81-16,-4 5-355 0,1-5-1104 0,-1 5 489 15</inkml:trace>
  <inkml:trace contextRef="#ctx0" brushRef="#br0" timeOffset="211023.5973">26090 11141 157 0,'0'0'258'0,"-12"1"5"0,7 0 6 16,-1 0 6-16,1 1 9 0,-3-2 14 0,8 0 26 15,-9 1-1-15,9-1 10 0,-10 0 0 0,10 0 2 16,-6 2-6-16,6-2-9 0,-7 1-9 0,7-1-10 16,-4 3-15-16,4-3-3 0,0 0-12 0,0 0-19 15,0 0-8-15,-6 1-17 0,6-1-16 0,0 0-15 16,0 0-8-16,0 0-9 0,0 0-11 0,0 0-9 15,0 0-4-15,0 0-9 0,0 0 5 0,0 0-1 16,0 0 2-16,0 0-92 0,0 0-60 0,0 0 0 0,13 3 0 16,0-3 0-16,8 0 0 0,14-1 0 15,4 2 0-15,16 2 0 0,40-1 0 0,6-2 0 16,-1-2 0-16,16-1 0 0,5 2 0 0,10-5 0 16,13 2 0-16,9-5 0 0,-2 2 0 0,-2 0 0 0,-3 3 0 15,-9-3 0-15,-17 3 0 0,-2 3 0 16,-17-1 0-16,-37 2 0 0,-9 0 0 0,-14-1 0 15,-8 2 0-15,-5-1 0 0,-9 2 0 0,-2-4 0 0,-4 2 0 16,-1 0 0-16,-7 0 0 0,3 0 0 0,-3 0 0 16,-5 0 0-16,10-1 0 0,-10 1 0 0,0 0 0 15,8 0 0-15,-8 0 0 0,0 0 0 16,0 0 0-16,0 0 0 0,0 0 0 0,0 0 0 0,0 0 0 16,0 0 0-16,-29 1 0 0,22-2-283 0,-2 4-234 15,0-2-63-15,0 1-57 0,-1 0-392 0,-4 0-1115 16,1-1 493-16</inkml:trace>
  <inkml:trace contextRef="#ctx0" brushRef="#br0" timeOffset="211825.0693">26354 11487 112 0,'-3'-3'332'0,"3"3"9"0,-2-4 6 15,2 4 11-15,-1-6 13 0,1 6 9 0,1-7 19 0,-1 7-1 16,2-6 3-16,-1 4-1 0,-1 2-6 0,2-6 4 16,-2 6-9-16,2-4-10 0,-2 4-6 0,2-2-21 15,-2 2-18-15,0 0-23 0,0 0-30 0,0 0-27 16,0 0-26-16,0 0-25 0,0 0-19 0,0 0-21 15,0 0-54-15,0 0-109 0,3 10 0 0,-2-1 0 16,0 3 0-16,3 2 0 0,0 3 0 0,-4 0 0 16,3 1 0-16,-5 2 0 0,6-2 0 0,-4 7 0 15,5 0 0-15,-5-6 0 0,0 8 0 0,-2-3 0 16,-1-5 0-16,1-1 0 0,0 2 0 0,1-1 0 16,-1-3 0-16,0 5 0 0,-2-8 0 0,1 3 0 15,1-4 0-15,-2-2 0 0,3 0 0 0,0-3 0 16,-3-2 0-16,4 3 0 0,0-5 0 0,0 2 0 0,-4-3 0 15,4-2 0-15,0 0 0 0,-2 6 0 16,2-6 0-16,0 0 0 0,0 0-205 0,0 0-325 16,0 0-61-16,0-18-51 0,-3 9-396 0,-1-7-1123 0,2-1 497 15</inkml:trace>
  <inkml:trace contextRef="#ctx0" brushRef="#br0" timeOffset="212258.205">26215 11478 284 0,'0'-4'476'0,"0"-1"14"15,0 1 12-15,0 4-2 0,0-8-16 0,0 5-10 16,0 3-13-16,0-4-14 0,3 2-17 0,-2-2-36 16,-1 4-30-16,6-6-34 0,1 3-26 0,-5-1-26 0,2 2-22 15,4-1-13-15,2-1-25 0,0 2-13 16,3 1-13-16,5-1-8 0,0 3-5 0,0 1-7 15,3 1-7-15,6 4-6 0,0 0-159 0,-1 0 0 0,-6 0 0 16,2 2 0-16,2 3 0 0,-3-3 0 16,2 8 0-16,-8-3 0 0,2 0 0 0,-1 6 0 15,-2-4 0-15,-5 0 0 0,1 2 0 0,-1 7 0 0,-4 0 0 16,-1-5 0-16,-8 3 0 0,3-1 0 0,-3 3 0 16,-3-6 0-16,-7 4 0 0,3-7 0 0,-8 7 0 15,1-4 0-15,-5 0 0 0,2-4 0 0,-2 0 0 16,6-7 0-16,-5 2 0 0,4-2 0 0,-1-2 0 15,-4 0 0-15,5-1 0 0,-1-3 0 0,6 2 0 16,2-3 0-16,3 0 0 0,0 0 0 0,3 1 0 16,-1-1 0-16,0-1 0 0,6 0 0 0,0 0 0 15,-7-3 0-15,7 3 0 0,0 0 0 0,3-7 0 16,2 5 0-16,0-2 0 0,5 1 0 0,2 0 0 16,1 2-346-16,-1 1-207 0,6-1-65 0,1 1-495 15,3 0-1205-15,-3 1 533 0</inkml:trace>
  <inkml:trace contextRef="#ctx0" brushRef="#br0" timeOffset="212625.1253">26854 11832 211 0,'1'-7'529'0,"-1"2"40"0,3 2 25 0,-2-2 0 16,-1 1 15-16,3 1-13 0,-2-1-20 0,-1 4-21 15,0-4-25-15,0 4-28 0,2-4-36 16,-2 4-37-16,0 0-36 0,0 0-38 0,0 0-30 0,0 0-35 16,0 0-222-16,0 0-68 0,0 0 0 0,0 0 0 15,0 0 0-15,0 15 0 0,0-6 0 16,0 4 0-16,0 3 0 0,-2 0 0 0,2 1 0 0,-1 1 0 16,-2 0 0-16,6 1 0 0,-6-1 0 0,3 0 0 15,0 0 0-15,-1 0 0 0,2 1 0 0,-5-1 0 16,3-1 0-16,1-4 0 0,-2 3 0 0,0-4 0 15,2 1 0-15,-1-2 0 0,-2 0 0 0,2-6 0 16,1 4 0-16,0-4 0 0,0 0 0 0,-4 0 0 16,4 1 0-16,0-6 0 0,0 6 0 0,0-3 0 15,0-3 0-15,-2 3 0 0,2-3 0 0,0 0 0 16,2 4 0-16,-2-4-358 0,0 0-180 0,0 0-50 16,0 0-39-16,0 0-387 0,4-16-1098 0,-4 7 486 15</inkml:trace>
  <inkml:trace contextRef="#ctx0" brushRef="#br0" timeOffset="213042.3039">26863 11832 413 0,'0'-6'443'0,"0"2"19"0,0 4 3 0,2-7 4 16,-2 2 1-16,0 2 3 0,0 3-8 0,0-6-5 0,2 2-13 15,-2 4-31-15,1-6-19 0,4 2-28 0,-5 2-30 16,3-1-29-16,-1 0-22 0,2-1-27 16,3 2-17-16,-1 0-19 0,2-2-19 0,2 2-14 15,0-1-8-15,2 3-12 0,-3-1-151 0,2 1-21 0,-2 0 0 16,0 1 0-16,-1 1 0 0,-2-1 0 0,4 2 0 16,-3 0 0-16,-1 0 0 0,-1 1 0 15,0 1 0-15,0 2 0 0,-1 1 0 0,-1-1 0 0,1 3 0 16,-2-2 0-16,-1 2 0 0,-2-2 0 0,1 3 0 15,0 1 0-15,-4-3 0 0,-1 0 0 0,-2-2 0 16,0 3 0-16,-4-2 0 0,-1 0 0 0,1-1 0 16,-5 1 0-16,0-2 0 0,3-1 0 0,-5-3 0 15,5 1 0-15,-1 0 0 0,5 0 0 0,-1-2 0 16,1 0 0-16,1 0 0 0,3-1 0 0,0 3 0 16,5-3 0-16,-10-1 0 0,10 1 0 0,-6-3 0 15,6 3 0-15,-3-5 0 0,3 2 0 0,0 3 0 16,9-9-316-16,-3 5-166 0,3-3-52 0,0 2-58 15,5 1-453-15,-1-2-1132 0,5 1 502 0</inkml:trace>
  <inkml:trace contextRef="#ctx0" brushRef="#br0" timeOffset="213593.7261">27498 11591 377 0,'-5'-2'406'0,"3"-1"13"0,-5 0-5 15,6 0 0-15,-3 1-6 0,4 2-5 0,-6-5-6 16,6 5-5-16,-7-1-7 0,7 1 4 0,-4-2-25 15,4 2-13-15,-1-3-11 0,1 3-12 0,0 0-16 16,-1-5-17-16,1 5-20 0,0-5-23 0,1 1-26 16,-1 4-19-16,5-6-23 0,-1 5-9 0,-1-1-14 15,3 0-16-15,-1-2-19 0,4 1-80 0,0 2-46 16,4-2 0-16,-2 1 0 0,2-1 0 0,8 6 0 16,-1-2 0-16,-1 3 0 0,2-3 0 0,-2 6 0 15,1-1 0-15,1 3 0 0,-5 1 0 0,2-1 0 16,-1 4 0-16,-2-2 0 0,-2 3 0 0,0 1 0 15,-7-1 0-15,2 2 0 0,-4-4 0 0,-2 5 0 16,1 0 0-16,-7-2 0 0,-1 2 0 0,-3 1 0 16,-5-2 0-16,-2 3 0 0,-8-2 0 0,1-1 0 0,-6 0 0 15,-1-1 0-15,-2-5 0 0,-1-1 0 16,0 0 0-16,0-4 0 0,0-3 0 0,4 1 0 16,9-4 0-16,0-1 0 0,4-1 0 0,3 0 0 15,-1-1 0-15,3-2 0 0,2-2 0 0,1-2 0 0,2-2 0 16,-2-5 0-16,7 2 0 0,3-2 0 15,-2 2 0-15,2 0 0 0,1-1 0 0,3 1 0 0,3-1 0 16,-1 2 0-16,4 2 0 0,-1-1 0 0,2-1 0 16,2 3-343-16,3 2-131 0,-3 2-55 0,4 0-60 15,-1 2-454-15,-1-2-1130 0,1 3 501 16</inkml:trace>
  <inkml:trace contextRef="#ctx0" brushRef="#br0" timeOffset="214011.4761">27626 11389 199 0,'3'-6'478'0,"-2"1"41"0,-1-2 39 15,1 2 23-15,-1 1 0 0,0-1-14 0,2 1-17 16,-2 4-20-16,1-5-24 0,-1 5-28 0,0-6-38 16,0 6-45-16,0 0-24 0,0 0-37 0,0-3-31 0,0 3-29 15,0 0-28-15,0 0 10 0,-3 11-231 16,2 1-25-16,-3 5 0 0,-1 0 0 0,-1 7 0 15,-2 6 0-15,2 0 0 0,0 2 0 0,1 2 0 0,0-1 0 16,-2-1 0-16,3 1 0 0,1 1 0 16,2-1 0-16,0-2 0 0,-1 2 0 0,1-3 0 15,1 1 0-15,0-1 0 0,0-2 0 0,0-1 0 0,1 1 0 16,-1-2 0-16,2-2 0 0,-1-4 0 0,-2 0 0 16,2 0 0-16,-1-1 0 0,-1-1 0 15,2 0 0-15,-2-7 0 0,-1 1 0 0,4 1 0 16,-4-3 0-16,1 1 0 0,0-2 0 0,-2 0 0 0,3-6 0 15,0 3 0-15,-1 0 0 0,0-2 0 0,1-1 0 16,0-3 0-16,-2 5 0 0,2-5 0 0,0 0 0 16,0 3 0-16,0-3 0 0,0 0 0 0,0 0 0 15,0 0 0-15,0 0 0 0,0 0 0 0,4-11 0 16,1 6 0-16,-3-1 0 0,2-1 0 0,-2-1 0 16,6-1 0-16,-3 1-79 0,-1 2-544 0,3-2-58 15,-2-2-454-15,8-2-1229 0,-5 2 543 0</inkml:trace>
  <inkml:trace contextRef="#ctx0" brushRef="#br0" timeOffset="214587.1435">28020 11817 335 0,'1'-5'363'0,"-1"2"0"0,0 3 9 0,1-5-6 16,-1 5 7-16,0-6-6 0,0 6 1 0,0 0-2 0,0-4-2 15,0 4 0-15,0 0 5 0,0 0-18 16,0 0-10-16,0 0-14 0,0 0-18 0,-5-4-22 16,5 4-19-16,0 0-23 0,0 0-22 0,0 0-21 15,0 0-22-15,0 0-9 0,0 0-9 0,-11 6-21 0,4-1-11 16,2-3-15-16,-4 4-12 0,-2 2-9 0,2-4-6 15,-3 1-13-15,2 4-66 0,1-5-9 16,1 3 0-16,3-2 0 0,-4 0 0 0,4 0 0 0,1-1 0 16,1-2 0-16,1 1 0 0,-2 0 0 0,4-3 0 15,-2 3 0-15,2-3 0 0,2 7 0 0,2 1 0 16,0-5 0-16,1 3 0 0,4 0 0 0,1 0 0 16,-1 0 0-16,0 1 0 0,1 1 0 0,1-2 0 15,-1 1 0-15,0 0 0 0,-1-2 0 0,0 1 0 16,0-1 0-16,-4-1 0 0,0 1 0 0,0 0 0 15,-3-2 0-15,0-1 0 0,1 1 0 0,-2 3 0 16,0-4 0-16,-2 4 0 0,-1-2 0 0,-4 3 0 16,3 0 0-16,-4-1 0 0,-4 1 0 0,2-1 0 15,-7 1 0-15,0 0 0 0,0-2 0 0,-3 0 0 0,0-2 0 16,6 0 0-16,-1-2 0 0,3-1 0 16,-1 3 0-16,3-2 0 0,2-1 0 0,0 0 0 15,7 0 0-15,-9 0 0 0,9 0 0 0,-7 0 0 0,7 0 0 16,0 0 0-16,-5 1 0 0,5-1 0 0,0 0 0 15,0 0 0-15,0 0 0 0,0 0 0 16,0 0 0-16,-2-6 0 0,2 6 0 0,0 0 0 0,0 0-206 16,5-6-149-16,-5 6-59 0,0 0-50 0,0 0-57 15,13 0-52-15,-13 0-370 0,5 3-1023 0,-5-3 453 16</inkml:trace>
  <inkml:trace contextRef="#ctx0" brushRef="#br0" timeOffset="221550.7878">30015 8965 96 0,'0'0'376'0,"0"0"10"16,0 0 9-16,0 0-18 0,0 0-7 15,0 0-4-15,0 0-3 0,0 0-10 0,0 0-19 0,0 0-8 16,0 0-16-16,0 0-13 0,0 0-15 0,0 0-16 16,0 0-25-16,0 0-19 0,0 0-21 0,0 0-22 15,16-2-18-15,-16 2-20 0,6-5-14 16,-6 5-15-16,8 0-8 0,-3-1-13 0,3 0-12 0,1-1-26 16,2 2-24-16,-1-1-27 0,1 0-25 0,3 0-25 15,-5 0-34-15,5 0-34 0,-4-1-51 0,2 1-35 16,-1-2-43-16,0 0-35 0,-1 2-38 15,-1 1-43-15,1-4-19 0,0 2-25 0,0 0-264 0,-2 0-725 16,0 0 321-16</inkml:trace>
  <inkml:trace contextRef="#ctx0" brushRef="#br0" timeOffset="221901.0668">30384 8919 272 0,'6'0'301'0,"-6"0"17"0,9 0 21 15,-3 0 33-15,-6 0 11 0,11 0 8 0,-6-1 1 16,-5 1-12-16,9 0-17 0,-9 0-17 0,8-2-21 15,-8 2-28-15,9-2-29 0,-9 2-24 0,7 1-31 16,-7-1-14-16,5-2-22 0,-1 0-31 0,-4 2-50 16,9-1-56-16,-4-1-62 0,0 0-55 0,2-1-50 15,-1-1-46-15,6 2-31 0,-5 0-31 0,1 1-20 16,-3-1-21-16,4 2-14 0,-4-2-3 0,8 0-7 16,1 1-5-16,-4-3 10 0,2 3 22 0,-1 1 29 15,9 1 26-15,-7-1 34 0,4 4 33 0,1-4 31 16,-4 0 29-16,1 0 34 0,2 2 24 0,-2-2 27 15,-2 3 34-15,-1-3 27 0,-1 0 22 0,-3 0 24 16,3 0 20-16,-6 1 20 0,-5-1 17 0,13-1 15 16,-6 1 17-16,-2-2 2 0,0 0 6 0,-5 2-11 15,9-5-17-15,-8 4-12 0,3-1-18 0,-4 2-12 16,8-4-17-16,-5 2-25 0,1 0-31 0,1-1-36 16,0 1-36-16,2-2-34 0,-1 3-50 0,6 1-45 0,-5-1-62 15,5 1-41-15,2 0-55 0,-2 0-204 16,1 0-550-16,-1-1 243 0</inkml:trace>
  <inkml:trace contextRef="#ctx0" brushRef="#br0" timeOffset="222351.557">31243 8585 228 0,'5'-13'437'15,"-4"4"-1"-15,2-3-6 0,-1 1-8 0,2 0-11 16,-1-1-14-16,-2 5-17 0,0-2-9 0,1 0-9 16,-1 1-17-16,-2 2-12 0,2 0-14 15,-1 0-9-15,1 1 0 0,-1 3-10 0,3-3-7 0,-3 5-7 16,0-5-18-16,0 5-12 0,1-3-14 0,-1 3-13 16,0-4-16-16,0 4-15 0,1-5-22 0,-1 5-14 15,0 0-85-15,0 0-77 0,0 0 0 0,0 0 0 16,0 0 0-16,0 0 0 0,0 0 0 0,3 17 0 15,-3-6 0-15,0 1 0 0,-3 4 0 0,2 4 0 16,0-1 0-16,1 0 0 0,0 6 0 16,1 0 0-16,-2-4 0 0,1 4 0 0,-1-5 0 15,1-2 0-15,0 7 0 0,1-6 0 0,0 0 0 0,-2-2 0 16,2-1 0-16,3 0 0 0,-4-3 0 0,1-3 0 16,-1 2 0-16,1-2 0 0,-1-1 0 0,0-2 0 15,2 0 0-15,-1 0 0 0,-1-2 0 0,0 0 0 16,1 1 0-16,-1-4 0 0,0-2 0 0,0 5 0 15,0-2 0-15,0-3 0 0,0 0 0 0,1 3 0 16,-1-3 0-16,0 0 0 0,0 0 0 0,0 0 0 16,0 0 0-16,0 0 0 0,0 0 0 0,2-12 0 15,-4 5-289-15,2-1-356 0,0 1-565 0,0-3-1311 16,2 1 581-16</inkml:trace>
  <inkml:trace contextRef="#ctx0" brushRef="#br0" timeOffset="224103.3292">31523 8850 236 0,'0'0'287'0,"6"3"-11"15,-6-3-12-15,0 0-7 0,0 0-8 0,0 0 6 16,5 1-7-16,-5-1-9 0,0 0-9 0,7 0-6 15,-7 0 1-15,0 0-6 0,0 0-2 0,0 0-3 16,2 2-6-16,-2-2-3 0,0 0-5 0,0 0 0 16,0 0-5-16,5 1-2 0,-5-1-6 0,0 0-6 15,0 0-6-15,0 0-3 0,0 0-10 0,0 7-12 16,0-7-1-16,-2 5-10 0,2-5-2 0,0 0-13 16,0 5-2-16,0-5-9 0,0 0-13 0,0 5-5 15,0-5-7-15,-3 4-7 0,2 0-16 0,1-4 5 16,0 5-5-16,0-5-4 0,-3 5-6 0,2-2 6 15,-1 3 1-15,0-2 6 0,-2 0 0 0,2 0 10 16,-2 2-12-16,-2-2-6 0,-1 2-2 0,1 2-7 16,-1-3-1-16,1 1 3 0,-3-1-11 0,0 2-5 15,4-1 1-15,-4 2 0 0,0-2-9 0,0 1-29 16,3-1 0-16,-6-1 0 0,6 0 0 0,-2-1 0 16,1 1 0-16,-5 0 0 0,3 2 0 0,-1-4 0 15,-1 3 0-15,0-2 0 0,1-1 0 0,-1 0 0 0,-1-1 0 16,2 3 0-16,-2-3 0 0,2-1 0 15,-3 4 0-15,2-4 0 0,-1 0 0 0,1 1 0 16,-2-2 0-16,0 2 0 0,3 0 0 0,-2-2 0 16,1 1 0-16,-1 2 0 0,2-4 0 0,-1 1 0 0,0 1 0 15,2 0 0-15,-2-1 0 0,3 1 0 0,-1-1 0 16,2-1 0-16,-3 2 0 0,3-1 0 0,-1-1 0 16,2 2 0-16,-3-2 0 0,-1 0 0 15,1 0 0-15,0 1 0 0,1 0 0 0,-2-3 0 0,1 1 0 16,3 2 0-16,-2-1 0 0,0 1 0 0,-3-2 0 15,3 1 0-15,-1-3 0 0,-3 3 0 0,3-1 0 16,1 1 0-16,-5-3 0 0,4-1 0 0,0 2 0 16,2 1 0-16,-4-1 0 0,1 0 0 0,1-2 0 15,-1 2 0-15,1-2 0 0,0 2 0 0,-1-1 0 16,1-1 0-16,0 0 0 0,0 1 0 0,0-2 0 16,0-1 0-16,0 2 0 0,0-3 0 0,4 3 0 15,-6 1 0-15,4-2 0 0,-3-2 0 0,2 1 0 16,2 2 0-16,1-3 0 0,-3 1 0 0,3 2 0 15,-1-3 0-15,-1 1 0 0,1-1 0 0,0-1 0 16,-1-1 0-16,2 1 0 0,-1 0 0 0,0 0 0 16,1 0 0-16,0 0 0 0,2-1 0 0,-1-1 0 15,-1 1 0-15,1 1 0 0,2-3 0 0,0 1 0 16,-1 2 0-16,-2-4 0 0,0 5 0 0,4-4 0 16,-2 1 0-16,1-1 0 0,-1 1 0 0,3 2 0 0,0-2 0 15,0 0 0-15,0-2 0 0,0 3 0 16,0-3 0-16,3 1 0 0,-2 1 0 0,0 2 0 15,-1-1 0-15,3-2 0 0,-2 1 0 0,3 1 0 16,0-2 0-16,-2 1 0 0,1 0 0 0,2 1 0 0,-1-3 0 16,-2 1 0-16,2 2 0 0,1-1 0 15,0-2 0-15,0 4 0 0,2-4 0 0,-2 2 0 16,0 0 0-16,2 1 0 0,-1 1 0 0,-2-2 0 16,1 2 0-16,1-1 0 0,3-1 0 0,-4 4 0 0,3-4 0 15,-2 2 0-15,0 4 0 0,-1-6 0 0,3 4 0 16,0-2 0-16,-3 0 0 0,4 0 0 15,0-2 0-15,0 4 0 0,0-2 0 0,1 0 0 16,-1 0 0-16,0 2 0 0,0-1 0 0,1 1 0 0,-1 0 0 16,-1 0 0-16,3-1 0 0,-2 2 0 0,0 0 0 15,2-2 0-15,-2 4 0 0,-2-3 0 0,2 2 0 16,1 0 0-16,-3 1 0 0,-1 1 0 16,6-1 0-16,-3-1 0 0,0 1 0 0,0 1 0 0,-1 0 0 15,1 0 0-15,-1 0 0 0,2-1 0 0,-1 3 0 16,4-1 0-16,-3 0 0 0,-1 0 0 0,0 0 0 15,3 2 0-15,-5-1 0 0,4 0 0 0,0 0 0 16,-3 1 0-16,1 0 0 0,-2 0 0 0,2-2 0 16,1 2 0-16,-2 0 0 0,2 0 0 0,-5 0 0 15,3 0 0-15,1 0 0 0,3 2 0 0,-5-2 0 16,1 0 0-16,-3 1 0 0,8-1 0 0,-7 1 0 16,2-1 0-16,-2 1 0 0,2-1 0 0,2 1 0 15,-3 2 0-15,0-2 0 0,2 1 0 0,-2 0 0 16,0 0 0-16,-2-1 0 0,4 0 0 0,0 3 0 15,-1-3 0-15,1 3 0 0,0-1 0 0,-3-2 0 16,-1 2 0-16,2-1 0 0,0 1 0 0,0-1 0 16,-1 0 0-16,3 1 0 0,-1 1 0 0,-1-1 0 15,-3 0 0-15,1 0 0 0,3-1 0 0,-2 3 0 16,1-3 0-16,-1 1 0 0,-1 0 0 0,4 2 0 16,-4 0 0-16,2-4 0 0,-1 5 0 0,-1-2 0 15,2 0 0-15,3-1 0 0,-4 6 0 0,1-6 0 0,-1 1 0 16,3 2 0-16,-4 2 0 0,3-1 0 0,-2-1 0 15,1-1 0-15,0 2 0 0,-2-1 0 16,-1-1 0-16,3 0 0 0,0 1 0 0,-2 0 0 0,0 0 0 16,1-1 0-16,-1 1 0 0,-1 0 0 0,-1-3 0 15,4 3 0-15,-4-2 0 0,1 2 0 0,0-1 0 16,0-1 0-16,0 3 0 0,0 0 0 0,-2-2 0 16,3 0 0-16,-1 2 0 0,0-1 0 0,-3-1 0 15,3-1 0-15,-1 2 0 0,-1 1 0 0,2-2 0 16,1 1 0-16,-3 2 0 0,1-4 0 15,0 3 0-15,1 0 0 0,-3-2 0 0,3 0 0 0,-3 0 0 16,3 1 0-16,-3-1 0 0,2 1 0 0,-1 0 0 16,0 0 0-16,0 0 0 0,2 0 0 0,-3-1 0 15,2 5 0-15,-1-6 0 0,1 6 0 0,-2-4 0 16,2-1 0-16,-3 2 0 0,2-1 0 0,1 0 0 16,-2 1 0-16,1 0 0 0,0 2 0 0,-1-2 0 15,2 1 0-15,-1-2 0 0,0 5 0 0,-2-4 0 16,0-2 0-16,1 4 0 0,-1-2 0 0,1 1 0 15,-1-3 0-15,0 4 0 0,1-2 0 0,-1 4 0 16,-1-2 0-16,1 1 0 0,0-1 0 0,-1-2 0 16,-2 1 0-16,1 1 0 0,1 0 0 0,-1-1 0 15,1 2 0-15,-1-1 0 0,0 1 0 0,0-1 0 16,-1 2 0-16,1 1 0 0,-4-2 0 0,3 2 0 16,-1-3 0-16,-3 5 0 0,2-4 0 0,0 1 0 15,0 2 0-15,-3-5 0 0,3 4 0 0,0-2 0 0,-1 1 0 16,-2 0 0-16,0-1 0 0,-2 1 0 0,3-2 0 15,-4 5 0-15,5-4 0 0,-7 1 0 0,2 1 0 16,-3-2 0-16,-2 1 0 0,-2 0 0 0,-5 3 0 16,-1-1 0-16,-3-2 0 0,-5 2 0 0,0-1 0 15,-7-5 0-15,-14 6-211 0,1-8-1119 0,12 2-1442 16,2-3 638-16</inkml:trace>
  <inkml:trace contextRef="#ctx0" brushRef="#br0" timeOffset="225523.348">16050 8803 176 0,'0'0'306'0,"-1"-8"-6"0,1 8-10 0,0 0-14 16,0 0 3-16,0 0-20 0,0 0-18 0,0 0 3 15,0 0 0-15,0 0-13 0,0 0-4 0,0 0-9 16,0 0-1-16,0 0-6 0,0 0 1 0,0 0-5 15,-4-5-10-15,4 5-2 0,0 0-1 0,0 0 11 16,0 0-4-16,-12 7 0 0,12-7-5 0,0 2 4 16,0-2 2-16,0 0 0 0,0 0 2 0,0 0-4 15,-5 2-2-15,5-2 9 0,0 0-9 0,0 0-7 16,0 0-24-16,0 0-15 0,26-4-21 0,-12 4-13 16,5-2-8-16,9-3-11 0,3 4-23 0,3-1-67 15,3-1-9-15,-1 1 0 0,2 1 0 0,-3-2 0 16,1 3 0-16,-4-3 0 0,-2-2 0 0,-9 5 0 15,-2-1 0-15,-5 1 0 0,-1-2 0 0,-3 2 0 0,-1 0 0 16,-1 0 0-16,-2-1 0 0,-6 1 0 0,9 1 0 16,-9-1 0-16,6-1 0 0,-6 1 0 15,0 0 0-15,0 0 0 0,7-1 0 0,-7 1 0 0,0 0 0 16,4-2 0-16,-4 2 0 0,0 0 0 0,0-3 0 16,0 3-127-16,0 0-184 0,0-7-64 0,0 7-62 15,-2-8-65-15,4 5-73 0,-1-1-403 0,4-2-1059 16,3-1 469-16</inkml:trace>
  <inkml:trace contextRef="#ctx0" brushRef="#br0" timeOffset="226431.1827">17272 8527 259 0,'0'0'273'0,"-5"-1"0"16,5 1 8-16,0 0 4 0,0 0 5 0,-9 0 8 0,9 0 6 15,0 0 12-15,-5-2-2 0,5 2-4 0,0 0-2 16,0 0-4-16,0 0-7 0,0 0-8 16,0 0-14-16,0 0-7 0,-6-3-10 0,6 3-22 15,-3-3-9-15,3 3-7 0,-4-4 3 0,2 1 6 0,2 3-17 16,-5-4-1-16,2-1-12 0,0 3 5 0,3 2-15 16,-4-5-4-16,2 2-4 0,-1-1-7 15,2-1-7-15,-1 0-35 0,1-1-132 0,1-1 0 0,1 1 0 16,-1 1 0-16,2 0 0 0,-2 1 0 0,1-4 0 15,2 0 0-15,1-2 0 0,-1 2 0 0,2 1 0 16,0 0 0-16,2 0 0 0,-1-1 0 0,2 3 0 16,2 0 0-16,0-2 0 0,2 3 0 0,2 2 0 15,-1-1 0-15,1-2 0 0,-3 4 0 0,3-2 0 16,-1 5 0-16,6-4 0 0,-2 2 0 0,-3 2 0 16,-1-1 0-16,0 2 0 0,1 0 0 0,-3 0 0 15,2-1 0-15,-3 1 0 0,-1 1 0 0,1 0 0 16,-1 1 0-16,-4 0 0 0,3 3 0 0,1 1 0 15,-7-1 0-15,2 0 0 0,3 2 0 0,-7 0 0 16,1 1 0-16,-1 2 0 0,-1-3 0 0,-2 2 0 16,-5 3 0-16,2 0 0 0,-4-1 0 0,-3 1 0 15,0-1 0-15,3 3 0 0,-5-5 0 0,-2 2 0 16,-1-1 0-16,3-1 0 0,-3 1 0 0,3-1 0 0,-1-1 0 16,2-1 0-16,-1 0 0 0,5-1 0 0,-2-2 0 15,1 0 0-15,1 0 0 0,3-1 0 16,-2 0 0-16,4-4 0 0,1 3 0 0,-1-1 0 0,1 1 0 15,-1-1 0-15,1-2 0 0,2 1 0 0,2-3 0 16,-5 4 0-16,5-4 0 0,-3 2 0 0,1 1 0 16,2-3 0-16,0 0 0 0,0 0 0 0,0 0 0 15,-2 6 0-15,2-6 0 0,0 0 0 0,0 0 0 16,8 3 0-16,-8-3 0 0,10 1 0 0,-5-1 0 16,4 0 0-16,-4 0 0 0,4-1 0 0,2-1 0 15,0 1 0-15,3-1 0 0,0 0 0 0,4-1 0 16,-1-1 0-16,-1 0 0 0,-3 2 0 0,2 1 0 15,-2-2 0-15,1 0 0 0,-2 2 0 0,-3-2 0 16,-1 2 0-16,0-1 0 0,-3 0 0 0,1 1 0 16,0 1 0-16,-6 0 0 0,7-2 0 0,-3 0 0 15,-4 2 0-15,0 0 0 0,8 0 0 0,-8 0 0 16,5-1 0-16,-5 1 0 0,3-2 0 0,-3 2 0 0,0 0 0 16,0 0 0-16,0 0 0 0,0 0 0 15,0 0 0-15,0 0 0 0,0 0 0 0,0 0 0 16,6-2 0-16,-6 2 0 0,0 0 0 0,0 0 0 15,0 0 0-15,0 0 0 0,4-4 0 0,-4 4-353 0,0 0-246 16,0 0-55-16,0 0-444 0,0 0-1189 0,0 0 527 16</inkml:trace>
  <inkml:trace contextRef="#ctx0" brushRef="#br0" timeOffset="228543.9759">17775 8872 298 0,'0'0'387'0,"0"0"10"0,3 2-13 0,-3-2-7 16,0 0-16-16,0 0-15 0,5 1-8 0,-5-1-11 16,0 0-10-16,0 4-10 0,0-4-15 0,0 0-15 15,0 0-14-15,0 0-22 0,0 0-15 0,5 2-25 16,-5-2-16-16,0 0-25 0,0 0-9 0,0 0-17 15,0 0-13-15,0 0-9 0,0 0-5 0,0 0-2 16,0 0-4-16,0 0 0 0,-5 7 4 0,5-7 3 16,-4 2 12-16,4-2 6 0,-5 3-3 0,1-2-1 15,-1 3-5-15,-3-2-7 0,0 2 1 0,-2 0-6 16,0 1-4-16,-2 0-2 0,-3 2-10 0,-1-1-12 16,-1-2-15-16,-1 4-62 0,2-2 0 0,-2-2 0 15,-1 1 0-15,3 2 0 0,-3-2 0 0,1 2 0 0,0-2 0 16,2 0 0-16,-1 1 0 0,-3-1 0 0,4 0 0 15,1-4 0-15,1 2 0 0,0 0 0 16,-3 0 0-16,2 1 0 0,2-2 0 0,0 1 0 16,-1-3 0-16,4 3 0 0,-4 1 0 0,3-2 0 0,0-1 0 15,-3-1 0-15,3 2 0 0,-3-1 0 0,2 1 0 16,1-2 0-16,-2 0 0 0,-1 0 0 0,1-2 0 16,0 2 0-16,-2-1 0 0,2 1 0 0,0-2 0 15,2 2 0-15,-2 0 0 0,-1-1 0 0,5 0 0 16,-4 0 0-16,1 1 0 0,5-2 0 0,-2 0 0 15,0 1 0-15,2-1 0 0,-1 1 0 0,0-2 0 16,1 1 0-16,0-1 0 0,1 2 0 0,-1-1 0 16,1-1 0-16,0 0 0 0,1 2 0 0,1-3 0 15,-1 2 0-15,-1-2 0 0,1-1 0 0,-1 2 0 16,1 1 0-16,-3-1 0 0,2-1 0 0,-1-2 0 16,-4 1 0-16,3 2 0 0,3-3 0 0,-3 0 0 15,2 1 0-15,1-2 0 0,-3 1 0 0,3 1 0 16,1-1 0-16,-5 0 0 0,4 1 0 0,0-2 0 0,1 1 0 15,-1 1 0-15,1 1 0 0,-4-4 0 16,2 2 0-16,2 1 0 0,1-1 0 0,-3 0 0 16,3 0 0-16,-2-2 0 0,0 0 0 0,1 3 0 0,1-1 0 15,-1-3 0-15,0 4 0 0,2-2 0 0,-2 1 0 16,0-1 0-16,2 1 0 0,-1 0 0 0,-1 0 0 16,2 0 0-16,-2-2 0 0,0 0 0 0,1 0 0 15,1 1 0-15,-1 1 0 0,1-3 0 0,-2-1 0 16,4 3 0-16,-1-1 0 0,1 0 0 0,0-3 0 15,-3 0 0-15,4 3 0 0,1-2 0 0,-2 0 0 16,-2 0 0-16,4-1 0 0,-2 1 0 0,0 3 0 16,1-3 0-16,-2 2 0 0,2-1 0 0,-1 1 0 15,0 0 0-15,4 1 0 0,-3-3 0 0,0 2 0 16,2-2 0-16,1 3 0 0,-2-3 0 0,1 3 0 16,-2 0 0-16,3-2 0 0,0-1 0 0,0 0 0 15,1-1 0-15,0 0 0 0,0 1 0 0,-1-1 0 16,1 0 0-16,0 1 0 0,1 0 0 0,-1 0 0 0,2 1 0 15,-2 0 0-15,2 0 0 0,1 1 0 0,-4-2 0 16,1 3 0-16,0-2 0 0,3 1 0 16,-4 1 0-16,6-1 0 0,-1 1 0 0,-1 0 0 15,-1-2 0-15,0 3 0 0,-1 0 0 0,1 1 0 0,2-1 0 16,-4 2 0-16,4-4 0 0,1 2 0 0,-1 1 0 16,-2-1 0-16,0 1 0 0,1-1 0 15,-3 1 0-15,6 0 0 0,-3 0 0 0,-2 1 0 0,3-1 0 16,-1-1 0-16,-2 4 0 0,1-1 0 0,-1 0 0 15,2-1 0-15,-1 0 0 0,-2 1 0 0,3 1 0 16,-3-4 0-16,1 4 0 0,2-1 0 0,-4 0 0 16,1 1 0-16,0-2 0 0,4 3 0 0,-1-2 0 15,-3 1 0-15,0-1 0 0,5 2 0 0,-2-1 0 16,-3-1 0-16,2 3 0 0,-1-2 0 0,3 1 0 16,-1 0 0-16,-1-2 0 0,1 2 0 0,2-1 0 15,-2 0 0-15,-2 0 0 0,3 2 0 0,-3-3 0 16,2 2 0-16,-1 1 0 0,0-1 0 0,2 0 0 15,-2 1 0-15,0-1 0 0,1 0 0 0,-1 1 0 0,1-2 0 16,0 2 0-16,-8 0 0 0,11-1 0 16,-3 2 0-16,-3-1 0 0,-5 0 0 0,13 0 0 15,-7 0 0-15,1 0 0 0,-7 0 0 0,11 2 0 0,-6-1 0 16,3 0 0-16,-2-1 0 0,1 1 0 16,-3 0 0-16,1 0 0 0,2-1 0 0,-2 2 0 15,1-1 0-15,0 0 0 0,-1 0 0 0,2 1 0 0,-1-1 0 16,0 0 0-16,-2 1 0 0,1 0 0 0,2-1 0 15,0 1 0-15,-2-1 0 0,1 2 0 0,-1-2 0 16,1 1 0-16,0 0 0 0,2 0 0 0,-3-1 0 16,-1 0 0-16,1 2 0 0,0-3 0 0,3 2 0 15,-8-2 0-15,6 2 0 0,1 1 0 0,-2 0 0 16,0-1 0-16,1-1 0 0,-2 1 0 0,1 1 0 16,-1 0 0-16,1-2 0 0,0 0 0 0,2 3 0 15,-2-2 0-15,0 2 0 0,0-1 0 0,0-1 0 16,-1 1 0-16,4-1 0 0,-6 1 0 0,3 1 0 15,2-1 0-15,-3 0 0 0,1 1 0 0,1-3 0 0,-1 4 0 16,0-1 0-16,0-1 0 0,2-1 0 0,-3 3 0 16,3-1 0-16,-3 0 0 0,1 0 0 15,0 0 0-15,1-2 0 0,0 2 0 0,0 0 0 16,2-1 0-16,-2 2 0 0,2-2 0 0,-2 2 0 0,2-1 0 16,-3-2 0-16,0 3 0 0,-1 0 0 0,4-3 0 15,-2 2 0-15,-1 1 0 0,-1-2 0 0,1 2 0 16,-1 0 0-16,2-3 0 0,-2 2 0 0,0 2 0 15,1-1 0-15,-2 0 0 0,2 0 0 0,-1-3 0 16,2 3 0-16,-3-2 0 0,0 2 0 0,1-2 0 16,-1 1 0-16,1 2 0 0,-2-2 0 15,2-1 0-15,0 0 0 0,0-1 0 0,0 4 0 0,-2-2 0 16,1-1 0-16,-1 1 0 0,1 2 0 0,-2 0 0 16,2-1 0-16,-1 0 0 0,0-1 0 0,-2 1 0 15,2 0 0-15,1-1 0 0,-2 0 0 0,0-1 0 16,4 1 0-16,-5-1 0 0,1 0 0 0,-1 3 0 15,0-6 0-15,4 5 0 0,-2-1 0 0,0 1 0 16,-2-3 0-16,4 1 0 0,-4 0 0 0,0-3 0 16,1 8 0-16,1-4 0 0,-2 0 0 0,0 1 0 15,2 0 0-15,-2-1 0 0,0-1 0 0,0 4 0 16,0-4 0-16,0 2 0 0,0-5 0 0,0 6 0 16,2-2 0-16,-4 0 0 0,2-4 0 0,0 7 0 15,2-4 0-15,-2 1 0 0,0-4 0 0,0 7 0 16,0-3 0-16,0 0 0 0,0-4 0 0,0 7 0 15,0-3 0-15,2-1 0 0,-2 1 0 0,-2 0 0 0,2-4 0 16,0 6 0-16,0-2 0 0,0-4 0 16,0 6 0-16,0-6 0 0,0 5 0 0,0-5 0 15,0 5 0-15,-2-1 0 0,2 0 0 0,0-4 0 0,0 7 0 16,0-1 0-16,0-4 0 0,-2 2 0 0,2-4 0 16,0 9 0-16,0-6 0 0,0-3 0 0,-2 5 0 15,2-2 0-15,-1 2 0 0,1-5 0 0,0 7 0 16,0-4 0-16,0 1 0 0,0-4 0 0,-4 6 0 15,4-2 0-15,0-1 0 0,0-3 0 0,-2 8 0 16,2-6 0-16,0-2 0 0,-2 8 0 0,1-5 0 16,0 2 0-16,1-2 0 0,0-3 0 0,-2 7 0 15,1-4 0-15,-1 2 0 0,-1-3 0 0,2 3 0 16,-2-1 0-16,2-1 0 0,0 2 0 0,-2 0 0 16,3 0 0-16,-2 0 0 0,0-1 0 0,1 0 0 0,0 0 0 15,-3-1 0-15,1 1 0 0,2-1 0 16,-1 2 0-16,-1 0 0 0,2-3 0 0,-4 2 0 0,2 1 0 15,1-1 0-15,-2 0 0 0,0 1 0 0,1 0 0 16,-1-1 0-16,1 1 0 0,-2 0 0 0,0-1 0 16,1 0 0-16,-2 0 0 0,0 3 0 0,-4-2 0 15,1 2 0-15,0-4 0 0,-1 4 0 16,-2 1 0-16,3-3 0 0,0 0 0 0,1 1 0 0,1-1 0 16,-2 0 0-16,1-1 0 0,2 0 0 0,-2 0 0 15,3 0 0-15,-3 1 0 0,1 0 0 0,-1 1 0 16,1-4 0-16,-4 3 0 0,0-1 0 0,-6 2 0 15,-1-3 0-15,-10 1 0 0,-1-3-1366 0,2-1-1478 16,5-1 654-16</inkml:trace>
  <inkml:trace contextRef="#ctx0" brushRef="#br0" timeOffset="233496.3852">3937 11360 318 0,'0'0'459'16,"0"0"11"-16,0 0 5 0,-4-11-6 0,4 11-7 15,0 0-5-15,0 0-11 0,0 0-13 16,0 0-13-16,3-7-9 0,-3 7-20 0,0-3-13 0,0 3-19 16,0 0-15-16,0 0-25 0,1-4-22 0,-1 4-22 15,0 0-24-15,0 0-24 0,0 0-20 0,0 0-31 16,0 0-29-16,0 0-147 0,0 0 0 0,0 0 0 15,0 0 0-15,0 15 0 0,0-6 0 0,0 0 0 16,3 7 0-16,-1-4 0 0,-2 6 0 0,4 6 0 16,-3 0 0-16,-1 1 0 0,7-5 0 0,-2 6 0 15,-4 0 0-15,1-7 0 0,1 6 0 0,-2 0 0 16,-2-1 0-16,-2 0 0 0,2-4 0 0,-1-1 0 16,-1 1 0-16,1-2 0 0,-2-2 0 0,1 0 0 0,2 0 0 15,-2-5 0-15,2 0 0 0,2 1 0 16,2-4 0-16,-4-2 0 0,1 0 0 0,1 1 0 15,-1-3 0-15,0 2 0 0,-1-3 0 0,1-3 0 0,0 7 0 16,0-7 0-16,-2 5 0 0,1-3 0 0,1-2 0 16,0 0 0-16,0 4 0 0,0-4 0 15,0 0 0-15,0 0 0 0,0 0 0 0,0 0 0 0,0 0 0 16,-2-11 0-16,-1 4-34 0,3-3-442 0,0 0-48 16,0-4-61-16,-1-4-46 0,-4 0-360 0,0-1-1072 15,0-7 474-15</inkml:trace>
  <inkml:trace contextRef="#ctx0" brushRef="#br0" timeOffset="233929.8147">3629 11262 185 0,'-6'-2'338'0,"6"2"4"0,-12-2 9 0,7-1 6 15,0 1 7-15,5 2 8 0,-10-2-2 16,2-1-2-16,2 2-5 0,1 1-4 0,5 0-9 16,-10-1-7-16,10 1-14 0,-7 0-10 0,7 0-8 15,0 0-8-15,0 0-22 0,0 0-8 0,-8 0-21 16,8 0-9-16,0 0-14 0,0 0-6 0,0 0-16 0,0 0-18 16,0 0-10-16,0 0-6 0,0 0-7 15,0 0-114-15,0 0-52 0,22 1 0 0,-10-1 0 0,7-1 0 16,2 1 0-16,10-3 0 0,6-1 0 0,3-1 0 15,13-3 0-15,-4-1 0 0,11 0 0 0,1-1 0 16,1-2 0-16,-5 1 0 0,1 0 0 16,-7 1 0-16,-2 0 0 0,-14 4 0 0,1-1 0 0,-7 1 0 15,-8 2 0-15,1 1 0 0,-10 2 0 0,1-2 0 16,-3 3 0-16,-3-2 0 0,0 0 0 0,-2 2 0 16,1-2 0-16,-6 2 0 0,0 0 0 0,6 4 0 15,-6-4 0-15,0 0 0 0,-12 9 0 0,7-5 0 16,-3-1 0-16,-1 4 0 0,-1-1 0 0,3-1-110 15,-1-1-354-15,2 3-24 0,1 0-38 0,2-3-37 16,3 6-38-16,-1-6-306 0,5 7-982 0,0-4 434 16</inkml:trace>
  <inkml:trace contextRef="#ctx0" brushRef="#br0" timeOffset="234397.936">4291 11711 42 0,'0'0'389'16,"6"1"-5"-16,-6-1 6 0,0 0-10 0,0 0 0 0,0 0-8 15,0 0 4-15,0 0-5 0,0 0-6 16,0 0-7-16,0 0-18 0,0 0-17 0,8-3-8 15,-8 3-20-15,1-4-9 0,-1 4-17 0,0 0-17 0,4-3-19 16,0-1-12-16,-4 4-28 0,4-4-20 0,-4 4-30 16,8-3 6-16,-1 3-19 0,-7 0-15 0,13 0-8 15,-7 1-14-15,6-1-19 0,-4 2-7 0,1 0 1 16,2 1-9-16,-3 3-8 0,-1-1-6 0,2-1-4 16,-1 3 5-16,-2-2-3 0,-3 1-13 0,-1 1-5 15,2 2-6-15,-4 2 8 0,-1-1-8 0,-2 3-1 16,-3-3 1-16,-3 3-2 0,-4 1 2 0,0-1-5 15,-2-4-1-15,1 4-1 0,-1-3 7 0,1-2-17 16,0-2-2-16,2-2 0 0,-1 0 0 0,2-3 0 16,2-1 0-16,-4-1 0 0,3-2 0 0,2-1 0 15,-1-3 0-15,2-1 0 0,3-4 0 0,0-1 0 16,1-3 0-16,6-2 0 0,0-1 0 0,2 0 0 16,4 1 0-16,5-5 0 0,-3 7 0 0,3 0 0 15,5-3-253-15,7 1-171 0,-7 7-84 0,4-2-81 16,4 2-481-16,-1-1-1159 0,-2 1 513 0</inkml:trace>
  <inkml:trace contextRef="#ctx0" brushRef="#br0" timeOffset="234747.3042">4728 11415 69 0,'4'-11'547'0,"1"-1"30"16,-1-4 14-16,0 0 11 0,-3 4-8 0,0 0-11 15,2 2-11-15,-2 0-19 0,-1 4-24 0,3 0-25 16,-2 0-31-16,-1 2-46 0,0 4-45 0,0-6-38 16,4 4-35-16,-4 2-36 0,0 0-21 0,0 0-242 15,0 0-10-15,1 19 0 0,0-7 0 0,-2 1 0 16,2 5 0-16,-2 1 0 0,2 8 0 0,2 1 0 16,-2 4 0-16,-1-3 0 0,0 2 0 0,0-1 0 15,0-4 0-15,-1 3 0 0,-3-2 0 0,3 0 0 16,1 2 0-16,-4-2 0 0,-1-3 0 0,2-4 0 15,2-1 0-15,1-1 0 0,-1-1 0 0,-2-5 0 16,2-1 0-16,-2 0 0 0,3-1 0 0,0-2 0 0,0-1 0 16,3 0 0-16,-6-2 0 0,7-1 0 15,-4-1 0-15,3-1 0 0,-3-2 0 0,1 4 0 16,-1-4 0-16,0 0-263 0,0 0-239 0,0 0-36 0,4-11-43 16,-4 4-28-16,-4 1-341 0,0 0-1029 0,-4-4 455 15</inkml:trace>
  <inkml:trace contextRef="#ctx0" brushRef="#br0" timeOffset="234964.1981">4600 11735 98 0,'-2'-3'383'0,"2"3"42"15,-4-4 38-15,4 4 47 0,-3-3 25 0,2 0 18 16,1 3 0-16,0 0-12 0,-2-5-7 0,2 5-14 16,0 0-21-16,-4-2-27 0,4 2-32 0,0 0-43 15,0-4-39-15,0 4-40 0,4-5-32 0,1 4-29 16,1-1-208-16,5-2-49 0,0 1 0 0,0 1 0 0,3-1 0 15,-1 1 0-15,2 1 0 0,2-3 0 16,2 3 0-16,0-3 0 0,2 0 0 0,1 0 0 16,-3-1 0-16,0 3-123 0,4-5-251 0,-1 1-56 0,-2 3-63 15,-1-2-67-15,0 3-476 0,-2 0-1121 0,-3 0 496 16</inkml:trace>
  <inkml:trace contextRef="#ctx0" brushRef="#br0" timeOffset="235465.2941">5034 11689 391 0,'0'0'410'0,"0"0"32"16,0 0 2-16,0 0 0 0,7-9-13 0,-7 9-20 15,4-5-21-15,-1 3-26 0,-3 2-26 0,5-4-27 16,-3 1-25-16,-2 3-29 0,5-2-24 0,-5 2-20 16,4-5-27-16,1 5-21 0,-5 0-16 0,7-1-18 15,-7 1-12-15,9 1-14 0,-3-1-9 0,-1 3-15 16,4 0-5-16,-2 0-9 0,2 1-5 0,-1 3-8 15,0-1-3-15,-2 0-9 0,2 1 4 0,-4 0-12 16,1 0-7-16,0 2 1 0,-4 0-6 0,2-1 2 16,-3 0-3-16,0 1-2 0,-4 1-6 0,-5-3 1 15,3 3-12-15,-2-2-14 0,-1-1-4 0,-3 0-11 16,-1-1-6-16,-3 1 5 0,5-3 2 0,-3 0 2 16,1-3 2-16,0-1 8 0,2 2 0 0,0-4 2 15,2-1 0-15,1 0 10 0,0 0 23 0,4-5 9 16,3-2 14-16,-3 0 3 0,4-1 17 0,0-1-8 15,3-4 3-15,-1 5 9 0,6-3 5 0,-3 3 2 0,4 0-9 16,0 2-10-16,1 0-2 0,1 3 3 16,0-3-4-16,-1 5-2 0,1 0-3 0,1 2 2 15,2 0 6-15,-4 3 6 0,3 0-17 0,-3 1 6 0,0 2-9 16,2 2-3-16,-2 1 1 0,-1-1 8 16,0 3-17-16,0 0 2 0,-1 2-18 0,-2-5-15 15,1 3 0-15,-2 0 0 0,2 0 0 0,-3 0 0 16,0-3 0-16,0 3 0 0,0-4 0 0,0 3 0 0,-1-3 0 15,4-1 0-15,-1 4 0 0,0-5-5 0,5 1-103 16,1-2-30-16,0 0-28 0,3-2-42 0,-5-1-51 16,5 0-57-16,-1-4-40 0,-2 1-40 0,2-3-50 15,2-2-55-15,-1-1-381 0,-2 0-956 0,1-4 423 16</inkml:trace>
  <inkml:trace contextRef="#ctx0" brushRef="#br0" timeOffset="235862.9533">5556 11407 412 0,'2'-11'476'16,"1"0"38"-16,-1 2 26 0,-2 0 12 0,-2 4 17 0,4-3 4 15,0 2-8-15,-2 0-11 0,0 3-22 16,0 3-25-16,0-7-32 0,0 4-41 0,0 3-44 16,0 0-33-16,0-4-42 0,0 4-33 0,0 0-138 0,0 0-144 15,-2 14 0-15,2-5 0 0,-2 0 0 0,2 2 0 16,-3 6 0-16,1 0 0 0,1 2 0 15,1 7 0-15,0-1 0 0,-4 1 0 0,2-1 0 0,-1-4 0 16,-2 5 0-16,4-2 0 0,-3 1 0 0,-1-1 0 16,3-2 0-16,-1-3 0 0,1-1 0 0,1 0 0 15,0-1 0-15,3 0 0 0,-3-4 0 16,1-2 0-16,1 0 0 0,-1-3 0 0,3 2 0 0,-3-5 0 16,4 3 0-16,-2-3 0 0,-1 0 0 0,2 1 0 15,-2-4 0-15,3 3 0 0,-1-2 0 0,2-2 0 16,0 0 0-16,-5-1 0 0,14-1 0 0,-8-2 0 15,3 2 0-15,4-1 0 0,-8-1 0 0,0 1 0 16,7-1 0-16,-3-2 0 0,-4 2 0 0,4 0 0 16,-4 1 0-16,0-1 0 0,1 1 0 0,-3-1 0 15,3 2 0-15,-6 1 0 0,7-3 0 0,-2 2 0 16,-5 1 0-16,5-4 0 0,-5 4-288 0,0 0-397 16,0 0-518-16,0 0-1304 0,0 0 577 0</inkml:trace>
  <inkml:trace contextRef="#ctx0" brushRef="#br0" timeOffset="236565.81">7034 11346 386 0,'8'-10'467'0,"-2"3"6"16,0-3-11-16,-3 5-6 0,1-4-17 0,-2 3-14 16,-1 0-24-16,-1 1-20 0,-1-1-20 0,-1 0-16 15,-2 2-36-15,-1 0-5 0,-2 1-12 0,-2 2-12 16,-4-2-10-16,-3 0-16 0,-2 3-24 0,0 3-30 15,0 1-13-15,3 2-15 0,-2 3-17 0,-2 2-11 16,6 2-11-16,-5 1-15 0,5 0-11 0,0 2-9 16,0 0-5-16,1 0-8 0,3 1-16 0,2 0-9 15,-1-2-25-15,4-3-35 0,-1 7 0 0,3-4 0 16,2 0 0-16,1 2 0 0,3-7 0 0,2 3 0 16,3 0 0-16,2-2 0 0,7 2 0 0,1-4 0 0,7 2 0 15,2 3 0-15,-1-4 0 0,1 0 0 16,1 2 0-16,-3-2 0 0,-8-4 0 0,2 2 0 15,-2 0 0-15,-9-2 0 0,2 2 0 0,-3-2 0 0,-3 1 0 16,-1-1 0-16,-4 1 0 0,-5 3 0 0,-4 4 0 16,-5-1 0-16,-5 2 0 0,-9 2 0 0,-3-4 0 15,1 4 0-15,-2-2 0 0,-3-1 0 0,2-1 0 16,2-3 0-16,1 0 0 0,3-3 0 0,9-1 0 16,3-3 0-16,3 0 0 0,5-3 0 0,-1 0 0 15,3 0 0-15,5 0 0 0,-4-6 0 0,8-1 0 16,2-1 0-16,8-2 0 0,3-3 0 0,4-5 0 15,6 5-175-15,0 0-267 0,1 1-54 0,-4 0-64 16,7 0-55-16,-8-1-370 0,7 3-1065 0,-4 4 472 16</inkml:trace>
  <inkml:trace contextRef="#ctx0" brushRef="#br0" timeOffset="237651.4005">7243 11643 284 0,'4'-2'504'0,"-4"2"28"0,5-4 26 15,-5 4 8-15,5-4-8 0,-2 1-10 16,-1-1-16-16,-2 4-16 0,3-3-24 0,-3 3-27 0,1-5-37 16,-1 5-32-16,2-2-45 0,-2 2-33 0,0 0-32 15,0 0-32-15,0 0-26 0,0 0-21 0,0 0-39 16,5 9-168-16,-3-2 0 0,2 1 0 0,-3 1 0 16,2 2 0-16,1 0 0 0,-2 1 0 0,1-1 0 15,-3 0 0-15,1 1 0 0,-1-3 0 0,3 2 0 16,-1-4 0-16,-2 3 0 0,1-4 0 0,-2-1 0 15,2-1 0-15,-1 1 0 0,0 1 0 0,0-2 0 16,3-1 0-16,-3 0 0 0,0-3 0 0,1 3 0 16,-1-3 0-16,0 0 0 0,0 0 0 0,9-6 0 15,-4 3 0-15,-1-2 0 0,1-1 0 0,3-3 0 16,0 1 0-16,-1-1 0 0,1 0 0 0,-3 1 0 16,4-1 0-16,1 2 0 0,-2-2 0 0,-3 3 0 15,3-1 0-15,1 0 0 0,-4 4 0 0,1-3 0 16,-1 2 0-16,2 1 0 0,0 0 0 0,1 3 0 15,0-1 0-15,-1 1 0 0,2 0 0 0,-2 1 0 16,0 1 0-16,1-1 0 0,0 2 0 0,-3 1 0 0,1 2 0 16,-1-3 0-16,-1 3 0 0,0 0 0 15,1-1 0-15,-2 2 0 0,-1-1 0 0,2 0 0 16,-3 5 0-16,2-7 0 0,-3 2 0 0,1-1 0 0,-1-2 0 16,4 1 0-16,-4-1 0 0,0-3 0 0,0 4 0 15,0-4 0-15,0 0-81 0,0 0-151 0,0 0-7 16,0 0-9-16,0 0 0 0,6-10 17 0,-3 5 6 15,-2-2 15-15,4 3 12 0,-2-2 17 0,-1-4 12 16,1 3 23-16,1 0 17 0,0-2 17 0,-2 0 24 16,2 4 27-16,1-2 33 0,-1 2 21 0,0 0 21 15,1-1 20-15,0 0 11 0,0 2 11 0,0-1 12 16,3 1 8-16,-3 0 5 0,5 1 9 0,-2-1 5 16,1 0 4-16,1 3 3 0,-1 0 2 0,2 0-2 15,0 0 3-15,-1 1-2 0,1 2-4 0,1-1-1 16,-3 3 5-16,1 0-1 0,-1 1 2 0,0 1-2 15,1 0-5-15,-1 2-8 0,-2 1-12 0,-1 0-1 16,-1 1-9-16,0-1-7 0,-5 2-31 0,4 1 26 16,-5 0-2-16,-2 0-7 0,1 1-5 0,-10 0 3 0,3 0-4 15,-1 0-6-15,0-3-1 0,-2-2-9 16,3-2 4-16,0-1-6 0,3-1-7 0,2-2 17 16,-2-2-1-16,6 0-3 0,-8-3 2 0,4-3-30 0,4-1 0 15,2-3 0-15,3-2 0 0,1-4 0 0,4-1 0 16,4 1 0-16,3-10 0 0,2 3 0 15,4 0 0-15,-2 2 0 0,2-3 0 0,3 0 0 0,2 4 0 16,3-6 0-16,6-5 0 0,3 1 0 0,-8 8 0 16,10-7 0-16,-11 7 0 0,8-6 0 0,-8 8 0 15,-7 2 0-15,-2 1 0 0,0 2 0 0,-6 4 0 16,-2 0 0-16,2 2 0 0,-7-1 0 0,-3 1 0 16,-1 4 0-16,-1-1 0 0,1-1 0 0,-2 1 0 15,-5 2 0-15,1 0 0 0,-4-1 0 0,1 1 0 0,-1 1 0 16,-1 0 0-16,-5 0 0 0,-1-1 0 15,1 3 0-15,-1 1 0 0,0-1 0 0,3 2 0 16,-2 0 0-16,2 3 0 0,-3-1 0 0,2-2 0 0,1 4 0 16,1 1 0-16,1 3 0 0,-1-1 0 15,0 3 0-15,-1 4 0 0,3 2 0 0,0 2 0 16,3 1 0-16,-1 8 0 0,2-1 0 0,2 2 0 16,-2 4 0-16,2-2 0 0,2 1 0 0,-2 5 0 0,-2-1 0 15,5-2 0-15,0 1 0 0,0 1 0 0,0-1 0 16,2 10 0-16,-2-9 0 0,-1-3 0 15,-1 2 0-15,1-3 0 0,-1 0 0 0,0-2 0 0,-2 2 0 16,0-7 0-16,-1 0 0 0,1-1 0 0,-3-6 0 16,2 0 0-16,-1-4 0 0,1-1 0 0,-1-1 0 15,1-4 0-15,-1 3 0 0,2-6 0 0,-2 1 0 16,3-2 0-16,0 1 0 0,-1-1 0 0,1-4 0 16,0 5 0-16,1-2 0 0,-1-3 0 0,0 0 0 15,0 0 0-15,0 0 0 0,9-13 0 0,-6 7-12 16,-1-6-627-16,5-1-45 0,-5 3-459 0,1-8-1238 15,-1 0 548-15</inkml:trace>
  <inkml:trace contextRef="#ctx0" brushRef="#br0" timeOffset="237917.9514">8088 11903 24 0,'-5'-6'384'0,"2"1"22"16,0-2 47-16,0 1 31 0,-1 0 29 0,-1 0 15 0,1 1 2 15,3-1-9-15,-2 2 7 0,2-1-20 0,0-1-6 16,-3 2-24-16,3 0-23 0,-1-3-29 0,2 4-31 15,0 3-35-15,3-6-33 0,-3 0-33 0,4 3-219 16,-2-1-75-16,2-1 0 0,0-1 0 0,5 0 0 16,-4 2 0-16,8-3 0 0,-2 2 0 0,3 0 0 15,4-1 0-15,0-1 0 0,1 1 0 0,1-2 0 16,-3 4 0-16,4-1 0 0,1-1 0 0,-1-1 0 16,-4 2 0-16,-3 3 0 0,3-5 0 0,-1 1 0 15,2 1-406-15,-5 2-56 0,-3-1-27 0,3 3-24 16,-3-3-16-16,-5 2-1 0,3-1 14 0,-3 1-275 15,1 0-858-15,1 0 380 0</inkml:trace>
  <inkml:trace contextRef="#ctx0" brushRef="#br0" timeOffset="238318.4706">8446 11665 1877 0,'0'0'-109'0,"5"-1"72"16,-5 1 65-16,6-2 54 0,-6 2 47 0,0 0 37 15,7-2 30-15,-7 2 30 0,4-2 28 0,-4 2 13 16,2-4 4-16,2 2-1 0,0-1 3 0,-4 3-8 16,5-1-5-16,-5 1-5 0,9-2-6 0,-5 0-13 15,-4 2-15-15,7-1-35 0,-7 1 8 0,7-2-14 0,-7 2-21 16,9-1-22-16,-9 1-3 0,10 1-4 0,-6 0-18 15,1 1-5-15,1 2-11 0,-1-1-12 0,0 1-7 16,1 1-11-16,-1 1-6 0,-3 0-5 0,3 4-5 16,-2-4-4-16,1 2-3 0,-2 1-1 0,-4 3-11 15,-2-3 5-15,0 2-3 0,-2-1-6 0,-3-1-7 16,0 1-6-16,-7 0-19 0,1 1-12 0,-4-4-14 16,1 1 0-16,0-2 9 0,3-3-13 0,2 1 5 15,4-2 7-15,-4-2 10 0,3 0-3 0,4-2 1 16,-2-3 1-16,3 2 12 0,2-2 11 0,2-3 13 15,1 3-3-15,0-5-9 0,4 0 8 0,1 1 20 16,3 0-8-16,-2 0-2 0,3-1-9 0,0 2 7 16,1 1-2-16,-1 0 4 0,0 0 0 0,4 2 6 15,-4 1-9-15,-1 1 0 0,-2 1 4 0,4 1 10 16,-2 2-19-16,-8-1 12 0,15 3-13 0,-6 1-1 16,-3-1-3-16,0 3-3 0,0-1-2 0,2 2-2 15,-5-2-2-15,3 2-1 0,-3 2-1 0,3-1-3 16,-3 1-19-16,1-3-19 0,2 2-27 0,-2 1-32 15,0-3-39-15,3 0-33 0,-1 0-31 0,0 0-51 16,3 0-54-16,0-2-48 0,-1 1-61 0,6-5-61 16,-4 3-52-16,4-3-276 0,-1-1-869 0,0-1 386 0</inkml:trace>
  <inkml:trace contextRef="#ctx0" brushRef="#br0" timeOffset="238868.9916">8889 11673 184 0,'4'-4'349'0,"0"0"16"15,0-1 15-15,-3-1 14 0,3 3 8 0,-1 0 1 16,-2 1-8-16,-1 2-4 0,4-4-5 0,-4 4-9 16,0 0-14-16,1-3-19 0,-1 3-18 0,0 0-24 15,0 0-24-15,0 0-23 0,0 0-11 0,0 0-17 16,0 0-24-16,-13 10-11 0,11-5-14 0,-5 1-25 16,2 3-14-16,-4 1-16 0,4 0-10 0,-3 0-5 15,2 1-12-15,-2-1-11 0,2 0-14 0,2 1-17 16,-4-1 9-16,3-1-6 0,1-1-7 0,-1 2 0 15,2-3-10-15,0 0-4 0,0 2-21 0,2-3-15 16,1 2 0-16,0-2 0 0,0 3 0 0,1 0-34 16,3-2-9-16,1-1 4 0,4 1-2 0,1-2 3 15,7 3 4-15,1-4 3 0,5-4 0 0,-5 2 3 16,15-5 7-16,-6 0 3 0,7-3 5 0,2-3 3 0,-3-1 14 16,1-1-2-16,-1-5 4 0,-2 0 2 0,-2 1 8 15,-1-2-6-15,-2 0 4 0,-2 1-2 16,-5-1-5-16,-1 4 7 0,-8-2 0 0,3 4 0 0,0-2-2 15,-7 3 6-15,-1 1-2 0,-1 2-10 0,-1 0 4 16,-2 2-6-16,-2-1-2 0,-2 2 2 0,-3 0-4 16,1 1-1-16,-2-1 0 0,-3 3-6 0,1 1 4 15,-1 1 2-15,0 3-3 0,1 0-3 0,1 2 6 16,-1 3-3-16,-1-2-2 0,2 3 3 0,3 1 3 16,-1 3-1-16,1 4 2 0,2-2 4 0,3-1-6 15,0-3-3-15,0 4 7 0,5-3 0 0,4 0-6 16,0 1 6-16,5-2 4 0,0 0 0 0,5-6 5 15,8 6 0-15,1-8 1 0,2-2-2 0,2 1 28 16,2-6-7-16,-1 0 15 0,3 0-7 0,-4-4-40 16,-3 0 0-16,-2 1 0 0,-7 0 0 0,-3 0 0 15,-4 1 0-15,-3-1 0 0,-1 0 0 0,-1 2-8 16,-3 0-173-16,-1-1-84 0,-4 0-102 0,-3 2-91 16,-2 0-105-16,-2-2-496 0,-4 3-1146 0,1 0 508 15</inkml:trace>
  <inkml:trace contextRef="#ctx0" brushRef="#br0" timeOffset="239419.0263">10620 11492 205 0,'-3'-3'463'0,"3"-2"29"16,3 1 29-16,-3 4 9 0,-3-6 3 0,3 1 3 15,0 1-8-15,3-1-6 0,-3 1-5 0,0-1-14 16,0 5-13-16,-3-5-3 0,3 5-41 0,0 0-28 15,0-4-41-15,0 4-46 0,0 0-39 0,0 0-292 0,0 0 0 16,0 0 0-16,0 0 0 0,-9 15 0 16,7-3 0-16,-6 6 0 0,3-1 0 0,-4 8 0 15,0 5 0-15,1-4 0 0,-5 4 0 0,2-3 0 0,0 2 0 16,1-2 0-16,-2-1 0 0,3 0 0 0,1-1 0 16,2-8 0-16,-1 2 0 0,2-2 0 0,1 1 0 15,1-2 0-15,1-5 0 0,1 1 0 0,-2-3 0 16,3 2 0-16,0-5-336 0,2 0-275 0,-1-2-50 15,0-1-437-15,-1-3-1188 0,0 0 525 0</inkml:trace>
  <inkml:trace contextRef="#ctx0" brushRef="#br0" timeOffset="240237.8809">10521 11548 416 0,'14'-25'464'0,"2"4"21"0,-5 4 22 16,2 0 18-16,-2 3 11 0,1-1-9 0,-2 2-3 15,-1 5 0-15,-4 2-12 0,-1 1-12 0,0 1-27 0,0 0-17 16,-3 1-36-16,2-1-47 0,-3 4-28 0,5-6-38 16,-5 6-37-16,0 0-243 0,0 0-27 0,0 0 0 15,2 16 0-15,-3-4 0 0,0 3 0 0,1 4 0 16,1-1 0-16,0 9 0 0,-1 2 0 0,1 1 0 16,1 0 0-16,2 0 0 0,-2 1 0 0,-1-1 0 15,1 2 0-15,-1-4 0 0,2 0 0 0,1-3 0 16,-2-6 0-16,1 1 0 0,-1-2 0 0,-2 1 0 15,3-5 0-15,-3-2 0 0,1-1 0 0,0-3 0 16,0 2 0-16,1-4 0 0,-2-1 0 0,1-1 0 16,0-1 0-16,1-1 0 0,-2-2 0 0,0 0 0 15,0 0 0-15,0 0-291 0,0 0-142 0,0 0-9 16,-12-11-3-16,10 7-3 0,-2-2-2 0,0-1 5 16,0 1 11-16,0-4 23 0,2 4 27 0,-4-1 26 15,-1 0 33-15,2-1 30 0,0 2 33 0,-3 2 33 16,4-2 27-16,-5-2 46 0,0 5 36 0,3 0 39 15,-2-2 38-15,3 0 35 0,-4 0 38 0,4 2 39 16,-3 1 40-16,3-3 34 0,-4 2 27 0,3 0 51 16,0 0 42-16,0-1 44 0,1 3 39 0,-1-2 37 15,2 1 21-15,2 0 23 0,2 2 9 0,-4-5 1 0,2 3-4 16,2 2-16-16,0 0-25 0,-5-4-24 0,5 4-30 16,0-5-34-16,4 1-39 0,0 1-265 0,0-1 0 15,2 1 0-15,4-1 0 0,2 0 0 0,3 1 0 16,-2-1 0-16,6 1 0 0,-1-1 0 0,0 0 0 15,0 3 0-15,4-1 0 0,-2 0 0 0,-2 2 0 16,2-2 0-16,1 2 0 0,-2 3 0 0,0-3 0 16,0 3 0-16,-6-2 0 0,0 2 0 0,6 2 0 15,-1 2 0-15,-5-2 0 0,2 2 0 0,0 0 0 16,-4 1 0-16,1 1 0 0,-4 0 0 0,2 2 0 16,-1 2 0-16,-4-4 0 0,0 1 0 0,-1 2 0 15,0 1 0-15,-4-1 0 0,0 0 0 0,0 0 0 16,-4-2 0-16,3-1 0 0,-2 0 0 0,2 0 0 0,-1-3 0 15,-1 0 0-15,0-1 0 0,3-2 0 0,-2 2 0 16,2-5 0-16,-1 2 0 0,1-2 0 0,0 0 0 16,0 0 0-16,0-13 0 0,1 2 0 0,4 2 0 15,0-7 0-15,4 0 0 0,3-1 0 0,-3 0 0 16,2-2 0-16,4-2 0 0,-3 4 0 0,-2 1 0 16,3 0 0-16,-4 4 0 0,-1-2 0 0,3 2 0 15,-3 3 0-15,-1 0 0 0,1 2 0 0,-3 2 0 16,-1 1 0-16,1-3 0 0,-1 4 0 0,-1 0 0 15,-1 0 0-15,-2 3 0 0,5-2 0 0,-5 2 0 16,4-4 0-16,-4 4 0 0,1-3 0 0,-1 3 0 16,0 0 0-16,0 0 0 0,7 7 0 0,-5-5 0 15,3 1-403-15,-2 3-82 0,0-1-48 0,0-1-34 16,4 4-47-16,-6-2-318 0,1 1-1009 0,1-1 447 16</inkml:trace>
  <inkml:trace contextRef="#ctx0" brushRef="#br0" timeOffset="240671.3101">11191 11854 392 0,'0'0'430'0,"0"0"41"0,0 0 31 0,0 0 20 15,0 0 7-15,8 1-5 0,-8-1-9 0,0 0-18 16,0 0-22-16,0 0-32 0,0 0-18 0,0 0-37 16,0 0-34-16,0 0-36 0,0 0-30 0,0 0-33 15,0 0-24-15,6 0-27 0,-6 0-24 0,0 0-16 16,0 0-80-16,0 0-84 0,5 1 0 0,-5-1 0 15,4 3 0-15,-4-3 0 0,10 0 0 0,3 2 0 16,-4-2 0-16,5 0 0 0,0-2 0 0,5 0 0 16,-1 0 0-16,3-1 0 0,-2-2 0 0,1-1 0 15,1 1 0-15,-6-5 0 0,4 4 0 0,-6 1 0 0,-2-3 0 16,-2 2 0-16,-1 1 0 0,-4 0 0 0,5-1 0 16,-7 1 0-16,1 1 0 0,-2 1 0 15,-1-2 0-15,-4 1 0 0,-1-1 0 0,1 2 0 0,-2 0 0 16,-2 1 0-16,-2 1 0 0,0 1 0 0,-3 1 0 15,2 2 0-15,-1-1 0 0,1 3 0 16,0 1 0-16,-4 2 0 0,5 1 0 0,-2-1 0 0,5 2 0 16,0-2 0-16,1 2 0 0,1 2 0 0,0-3 0 15,2 1 0-15,2 1 0 0,1-1 0 0,4 0 0 16,1 0 0-16,0-2 0 0,4 1 0 0,0-1 0 16,0-1 0-16,7 1 0 0,0-1 0 0,-4-4 0 15,6 2 0-15,-1-3 0 0,3 0 0 0,-3-2-213 16,5-2-61-16,-2-3-39 0,-1 1-25 0,-2-1-35 15,-2-1-50-15,-2 0-47 0,3-5-58 0,-1 2-349 16,-9 2-950-16,1-3 421 0</inkml:trace>
  <inkml:trace contextRef="#ctx0" brushRef="#br0" timeOffset="241139.622">11649 11792 115 0,'6'-3'307'0,"-6"3"14"0,5-3 14 16,-5 3 17-16,5-3 12 0,-5 0 3 0,0 3 0 15,5-2-3-15,-5 2-3 0,4-3-9 0,1 2-14 16,-5 1-17-16,4-2-24 0,-4 2-15 0,9 0-20 16,-9 0-9-16,0 0-36 0,10 1-28 0,-10-1-15 15,4 3-16-15,1 0-15 0,-1 2-10 0,4 0-13 16,-6 0-15-16,1 3-9 0,3 0-7 0,-3-1-7 16,1 2-11-16,-2 1-5 0,-4 1-6 0,2-1-14 15,-3 0 4-15,3 2-16 0,-5-3 10 0,-3 1-6 16,3-3-7-16,-5 2-1 0,1-4-2 0,-5 0 2 15,2 0-14-15,2 1-6 0,-4-4 5 0,3 1-9 16,2-2 10-16,-3-2-1 0,3 0 0 0,0-4 1 16,2 3 5-16,2-5 14 0,-1 1 1 0,2-3 12 15,2-2 14-15,1 1 6 0,1 0 0 0,1 0-11 16,1-2-12-16,2 3 18 0,-1-1 2 0,1 0-5 16,3 3-4-16,1 3-50 0,2-4-6 0,2 6 0 15,-3-1 0-15,1 3 0 0,0 1 0 0,4 2 0 0,-2 0 0 16,4 3 0-16,-3 2 0 0,-1 2 0 15,0-1 0-15,0 3 0 0,1 1 0 0,-6-3 0 16,4 3 0-16,-1 1 0 0,-3 1 0 0,0-6 0 0,-2 3 0 16,3-1 0-16,-5-2 0 0,1 1 0 0,1 0 0 15,-2-4 0-15,2 0 0 0,-2 1 0 0,-3-2 0 16,5 1 0-16,-3-4 0 0,-2 1-42 0,0 2-190 16,0-5-43-16,4 1-71 0,-4-1-60 0,7 0-56 15,-7 0-66-15,6-6-456 0,-5 1-1065 0,1-2 471 16</inkml:trace>
  <inkml:trace contextRef="#ctx0" brushRef="#br0" timeOffset="242605.2376">12345 12090 36 0,'0'0'393'15,"0"0"13"-15,0 0 15 0,0 0 8 0,4-1 0 16,-4 1-7-16,0 0-1 0,0 0-8 0,0 0 5 16,0 0 0-16,0 0 8 0,1-3 1 0,-1 3-8 15,0 0-10-15,0 0-15 0,0 0-19 0,0 0-23 0,0 0-27 16,0 0-23-16,0 0-4 0,0 0-40 0,0 0-258 15,0 0 0-15,0 0 0 0,0 0 0 16,0 0 0-16,0 0 0 0,3 8 0 0,-6-1 0 0,2-1 0 16,-4 2 0-16,-2 0 0 0,1 4 0 0,-2-4 0 15,2 3 0-15,-4-3 0 0,-4 4 0 0,5-4 0 16,-3 0-204-16,2-2-443 0,-2-2-577 0,2-1-1325 16,3-1 586-16</inkml:trace>
  <inkml:trace contextRef="#ctx0" brushRef="#br0" timeOffset="243010.7385">13347 11549 278 0,'0'-5'448'0,"0"-1"28"16,0 3 25-16,-2-1 9 0,2 4 5 0,-2-5-5 16,2 5 6-16,0-6 7 0,0 2-2 0,-2 2-3 15,0-3-9-15,2 5-13 0,0-5-24 0,0 5-23 16,0 0-30-16,2-5-33 0,-2 5-242 0,0 0-144 16,0 0 0-16,0 0 0 0,0 0 0 0,0 0 0 15,0 0 0-15,-6 12 0 0,6-5 0 0,-1 5 0 16,1 5 0-16,-2 0 0 0,0 7 0 0,-2-5 0 15,1 8 0-15,-1-1 0 0,-1 2 0 0,0 1 0 16,-2 2 0-16,-1 0 0 0,0-1 0 0,3 2 0 0,-4-1 0 16,2-2 0-16,-3-1 0 0,1-2 0 0,3-2 0 15,-1-4 0-15,2-3 0 0,-4-1 0 16,7 0 0-16,-2-4 0 0,0-1 0 0,0-3 0 0,4-2 0 16,-1-1 0-16,1-2-223 0,0 1-346 0,0-4-50 15,0 0-37-15,0 0-365 0,10-3-1106 0,-5-1 490 16</inkml:trace>
  <inkml:trace contextRef="#ctx0" brushRef="#br0" timeOffset="243389.2931">13375 11600 156 0,'4'-18'465'0,"2"4"34"0,-2 0 39 15,0 4 16-15,1 0 19 0,-1-1-1 0,-4 3-8 0,1 2-4 16,2-1-6-16,-1 3-8 0,1-3-24 0,-3 3-27 15,0 1-37-15,0 3-36 0,5-5-39 16,-5 5-53-16,0-3-330 0,0 3 0 0,0 0 0 0,0 0 0 16,0 0 0-16,5 14 0 0,-4-2 0 0,3 4 0 15,4 2 0-15,-4 10 0 0,2-1 0 0,-1-1 0 16,3 1 0-16,0 5 0 0,-2-2 0 0,0 1 0 16,3-1 0-16,-5 0 0 0,0-1 0 0,-1 0 0 15,0-1 0-15,4-2 0 0,-4 0 0 0,1-8 0 16,-1 2 0-16,1 0 0 0,-6 1 0 0,5-6 0 15,0 3 0-15,1-1 0 0,-3-5 0 0,0-2 0 16,0-3 0-16,3 2 0 0,-3-3 0 0,-1 0 0 16,3 0 0-16,-2-3 0 0,0 1 0 0,1-1 0 15,-2-3 0-15,-2 6 0 0,2-6 0 0,0 0 0 16,0 0 0-16,0 0 0 0,0 0 0 0,0 0 0 16,2-13 0-16,-2 9-296 0,-2-4-258 0,1 1-44 0,-1-4-33 15,-1 1-388-15,-4-7-1104 0,-3 2 489 16</inkml:trace>
  <inkml:trace contextRef="#ctx0" brushRef="#br0" timeOffset="243705.922">13288 11846 192 0,'-5'-5'411'0,"1"2"39"0,0 1 31 16,1-1 34-16,3 3 10 0,-4-3 10 0,1-1 4 15,3 4-4-15,-6 0-9 0,6 0-9 0,-4-4-18 16,4 4-26-16,0 0-29 0,0 0-32 0,-4-2-33 15,4 2-31-15,0 0-28 0,0 0-230 0,0 0-90 16,0 0 0-16,0 0 0 0,0 0 0 0,0 0 0 16,0 0 0-16,0 0 0 0,9-3 0 0,-3 1 0 0,5-2 0 15,3 2 0-15,4 0 0 0,8-3 0 16,-6 1 0-16,5-1 0 0,-3 3 0 0,7-3 0 16,-7 3 0-16,0 0 0 0,-3-1 0 0,0-1 0 15,-6 2 0-15,2 1 0 0,-5 0 0 0,-2-1 0 16,4 1 0-16,-7 0 0 0,1 0 0 0,-1 0 0 15,-5 1 0-15,8 0 0 0,-8 0 0 0,6-1 0 0,-6 1 0 16,0 0 0-16,5-2 0 0,-5 2 0 0,0 0 0 16,0 0 0-16,0 0-76 0,0 0-527 0,-11 6-63 15,11-6-475-15,-6 4-1237 0,6-4 547 0</inkml:trace>
  <inkml:trace contextRef="#ctx0" brushRef="#br0" timeOffset="244034.0803">13964 11856 143 0,'0'0'411'0,"0"0"43"0,0 0 18 16,0 0 14-16,0 0 5 0,0 0 1 0,0 0 0 0,0 0-3 15,0 0-13-15,0 0-20 0,0 0-14 0,0 0-28 16,0 0-22-16,0 0-22 0,0 0-23 15,0 0-23-15,0 0-23 0,0 0-30 0,0 0-31 0,0 0-25 16,10-5-202-16,-1 3-13 0,3 1 0 0,3-3 0 16,-2 3 0-16,1-1 0 0,-1-1 0 0,2 1 0 15,-3 1 0-15,-2-2 0 0,3-1 0 0,-4 2 0 16,-3 1 0-16,-2 2 0 0,3-2 0 0,-7 1 0 16,8-2 0-16,-8 2 0 0,5-2 0 0,-5 2 0 15,0 0 0-15,0 0 0 0,0 0-372 0,-4 11-59 16,-2-7-50-16,0-1-49 0,-2 2-39 0,2 2-399 15,-2-1-1049-15,-1 2 463 0</inkml:trace>
  <inkml:trace contextRef="#ctx0" brushRef="#br0" timeOffset="244340.3115">13867 12044 256 0,'0'3'402'0,"0"-3"42"0,-5 2 33 0,5-2 30 0,0 0 11 16,0 4-4-16,0-4-13 0,0 0-15 0,0 0-26 15,0 0-16-15,0 0-11 0,19-5-17 0,-7 4-21 16,-2 0-16-16,8-3-24 0,0 1-20 0,-3-1-19 16,4 1-20-16,-2-1-39 0,3-1-257 0,1-1 0 15,-1 3 0-15,-2-4 0 0,-4 5 0 0,0 1 0 16,-1-2 0-16,1-1 0 0,-4 0 0 0,2 2 0 16,-2-1 0-16,-2 2 0 0,-3 0 0 0,0 1 0 15,-5 0 0-15,10-3 0 0,-10 3 0 0,6 0 0 16,-6 0 0-16,0 0 0 0,0 0 0 0,0 0 0 15,0 0 0-15,6 3 0 0,-6-3 0 0,0 0 0 16,0 0 0-16,-13 8-3 0,6-5-405 0,4-1-31 16,-3 3-27-16,0-4-35 0,1 1-29 0,-3 1-32 15,-1 1-319-15,3-2-953 0,-2-1 421 0</inkml:trace>
  <inkml:trace contextRef="#ctx0" brushRef="#br0" timeOffset="246075.1882">14897 11498 6 0,'-2'-2'219'0,"2"2"3"16,0 0 0-16,2-5 1 0,-2 5 2 0,0 0 3 16,0 0 1-16,0 0-7 0,1-5 4 0,-1 5 0 15,0 0 1-15,0 0 3 0,3-3 9 0,-3 3 7 16,0 0 10-16,0 0 4 0,0-4 2 0,0 4 0 16,0 0 1-16,0 0 2 0,0 0 3 0,0 0-3 15,0 0-4-15,1-5 7 0,-1 5 0 0,0 0-4 16,0 0-3-16,0 0-3 0,0 0-3 0,0 0-2 0,0 0-5 15,0 0-8-15,0 0-12 0,0 0-132 0,0 0-96 16,0 0 0-16,0 0 0 0,0 0 0 0,0 0 0 16,0 0 0-16,0 0 0 0,0 0 0 0,0 0 0 15,4 10 0-15,-4-4 0 0,1 3 0 0,2 3 0 16,-3 0 0-16,5 4 0 0,-5-1 0 0,0 7 0 16,1-4 0-16,2 7 0 0,-2-1 0 0,-1 2 0 15,-1-1 0-15,1 2 0 0,0 0 0 0,0-1 0 16,0 3 0-16,-3 0 0 0,2-4 0 0,1 0 0 15,0 0 0-15,-2-4 0 0,0-2 0 0,4-1 0 16,-2 3 0-16,0-4 0 0,2-3 0 0,-2 2 0 16,0-5 0-16,0-1 0 0,0 1 0 0,0-4 0 15,0-1 0-15,1 0 0 0,-1-1 0 0,0 0 0 16,0 0 0-16,3 0 0 0,-3-1 0 0,0-4 0 16,0 6 0-16,0-6 0 0,0 2 0 0,0-2 0 15,0 0 0-15,0 0 0 0,0 0 0 0,0 0 0 16,0 0 0-16,0 0 0 0,0 0 0 0,0 0 0 0,0 0 0 15,-4-15 0-15,0 8 0 0,3 2 0 16,1-4 0-16,-4-2-328 0,4 0-171 0,-4 0-24 16,4-1-22-16,0-6-20 0,0 4-391 0,0-3-1035 0,2 0 459 15</inkml:trace>
  <inkml:trace contextRef="#ctx0" brushRef="#br0" timeOffset="246544.3503">14973 11668 97 0,'-3'-4'305'0,"3"-1"13"0,0-1 12 0,-1 1 2 16,-2 0 9-16,3-1 11 0,0 3 5 0,0-2 13 15,0 5 12-15,-1-8 7 0,1 5 2 0,-1-1 0 16,1 4-3-16,0-5-32 0,0 5 6 0,0 0-6 16,-3-4-16-16,3 4-16 0,0 0-18 0,0 0-18 15,0 0-20-15,0 0-16 0,0 0-15 0,0 0-15 16,4-5-85-16,-4 5-137 0,0 0 0 0,0 0 0 15,0 0 0-15,0 0 0 0,0 0 0 0,0 0 0 0,0 0 0 16,0 0 0-16,0 0 0 0,0 0 0 0,0 0 0 16,0 0 0-16,5 11 0 0,-1-7 0 15,-3 2 0-15,3-1 0 0,2 4 0 0,-2-1 0 0,4 2 0 16,0 5 0-16,3 0 0 0,3 1 0 16,1-1 0-16,3 6 0 0,3-2 0 0,2 1 0 0,1 2 0 15,-1-1 0-15,1 3 0 0,3-1 0 0,-4-4 0 16,4 2 0-16,-1-2 0 0,-3-2 0 0,0 1 0 15,-3-1 0-15,-6-5 0 0,0 0 0 0,-1-1 0 16,-3 0 0-16,-1-4 0 0,0 0 0 0,-4 0 0 16,2-3 0-16,-4 0 0 0,3-1 0 0,-3 0 0 15,0 1 0-15,1-2 0 0,-4-2 0 0,3 3 0 16,-3-3 0-16,4 2 0 0,-4-2 0 0,0 0 0 16,0 0 0-16,0 0 0 0,0 0 0 0,0 0 0 15,0 0 0-15,0 0 0 0,-2-14 0 0,-1 9 0 16,1-2 0-16,-2-1-126 0,1-2-429 0,1 1-64 0,1-2-47 15,-3-3-372-15,1 0-1124 0,1 1 498 16</inkml:trace>
  <inkml:trace contextRef="#ctx0" brushRef="#br0" timeOffset="246962.0967">15490 11611 76 0,'1'-6'403'0,"2"0"21"0,-2-1 29 0,2 2 16 15,-2 0 3-15,0 1-1 0,1-4-3 0,-2 3-2 16,0 1-18-16,0 0 7 0,-2-1-9 0,4 1-13 16,-2 4-20-16,0 0-20 0,-4-6-19 0,4 6-24 15,0 0-18-15,0-6-24 0,0 6-22 0,0 0-35 16,0 0-251-16,0 0 0 0,0 0 0 0,0 0 0 16,0 0 0-16,0 0 0 0,0 0 0 0,0 0 0 15,0 0 0-15,0 0 0 0,-3 16 0 0,3-6 0 16,2 1 0-16,-4 8 0 0,2-1 0 0,0 7 0 15,-1-1 0-15,0 4 0 0,-1-1 0 0,2 1 0 0,-1 1 0 16,1-3 0-16,-1 2 0 0,0-1 0 0,1-1 0 16,-3 0 0-16,2-2 0 0,-1-5 0 15,0-1 0-15,1 0 0 0,-1-3 0 0,0-3 0 0,1 1 0 16,2-1 0-16,-2 0 0 0,-1-3 0 0,2-1 0 16,0-3 0-16,-2 0 0 0,1 0 0 15,1-1 0-15,0 0 0 0,0-4 0 0,0 5 0 0,0-5 0 16,0 5 0-16,0-5 0 0,0 4 0 0,0-4 0 15,0 0 0-15,0 0 0 0,0 0 0 0,1 3 0 16,-1-3 0-16,0 0 0 0,0 0 0 0,0 0 0 16,0 0 0-16,-4-17 0 0,4 12 0 0,0-3-85 15,0-1-638-15,-1-2-508 0,1 1-1333 0,1-2 590 16</inkml:trace>
  <inkml:trace contextRef="#ctx0" brushRef="#br0" timeOffset="247610.3853">15963 11552 152 0,'3'-5'355'0,"0"-6"-2"15,-1 4-5-15,0 0 4 0,-2 1 5 0,1 2 3 16,2-1 4-16,-3 0 0 0,0 1-3 0,0 4 1 16,1-5-5-16,-1 5-22 0,4-4-10 0,-4 1-15 15,0 3-12-15,0 0-24 0,0 0-16 0,0 0-23 16,1-3-18-16,-1 3-20 0,0 0-13 0,0 0-1 16,0 0-4-16,0 0-12 0,-14 13-6 0,8-8-18 15,-2 3 0-15,-1-1-5 0,-2 7-8 0,1-1-17 16,-2-2-5-16,0 5-100 0,0-4-8 0,-2 3 0 15,5-2 0-15,-4 1 0 0,-1-1 0 0,5 1 0 16,0-5 0-16,0 1 0 0,3-1 0 0,-1-1 0 16,2-1 0-16,1 0 0 0,1-2 0 0,1 1 0 15,-3-3 0-15,4 2 0 0,1 0 0 0,0 2 0 16,0-3 0-16,1-2 0 0,4 4 0 0,-3-2 0 0,4 1 0 16,-1 1 0-16,4-1 0 0,-4-2 0 0,8 2 0 15,-4-1 0-15,5 2 0 0,-2-2 0 0,-1 2 0 16,2-1 0-16,4 2 0 0,-5-1 0 0,0 1 0 15,-2-1 0-15,3 3 0 0,-4-5 0 0,3 1 0 16,-3 2 0-16,-1 0 0 0,1 2 0 0,-3-3 0 16,-2 0 0-16,0 3 0 0,1-3 0 0,-4 0 0 15,3 2 0-15,-1-1 0 0,-6 0 0 0,3 2 0 16,-1 0 0-16,-3-2 0 0,-1 3 0 0,-3-2 0 16,-2 1 0-16,2-1 0 0,-2 1 0 0,-8-3 0 15,3 5 0-15,2-9 0 0,0 3 0 0,1-1 0 16,-2 1 0-16,1-2 0 0,4-2 0 0,1 3 0 15,0-4 0-15,1 1 0 0,2 1 0 0,0-2 0 0,5 0 0 16,-8 1 0-16,8-1 0 0,-5 2 0 16,5-2 0-16,-3 2 0 0,3-2 0 0,0 0 0 15,0 0 0-15,0 0 0 0,0 0-76 0,0 0-341 0,21-5-58 16,-16 5-62-16,9 0-59 0,-4-2-419 0,4 1-1101 16,-1 0 487-16</inkml:trace>
  <inkml:trace contextRef="#ctx0" brushRef="#br0" timeOffset="247977.309">16242 11960 415 0,'0'0'469'16,"1"-5"31"-16,0 2 27 0,-1-2 13 0,0 5 3 15,4-7-4-15,-4 4-13 0,0 3-6 0,0-5-13 16,0 5-19-16,-4-4-26 0,4 4-20 0,0 0-30 15,0 0-30-15,-1-5-28 0,1 5-27 0,0 0-89 16,0 0-238-16,0 0 0 0,0 0 0 0,0 0 0 16,-5 10 0-16,1-3 0 0,4 2 0 0,-3 4 0 15,2 3 0-15,-3 0 0 0,3 4 0 0,-3 6 0 16,0-8 0-16,4 6 0 0,0-4 0 0,-5 6 0 16,5-6 0-16,-1 1 0 0,1 7 0 0,0-2 0 15,-4-1 0-15,4-6 0 0,0 1 0 0,0-2 0 16,-2 0 0-16,0 1 0 0,1-3 0 0,-2-5 0 0,2 0 0 15,-1-1 0-15,0 0 0 0,1-5 0 0,1 1 0 16,-1-1 0-16,1 0 0 0,-2-3 0 0,2-2 0 16,0 0 0-16,-1 7 0 0,1-7 0 15,0 0 0-15,0 0-1 0,0 0-556 0,0 0-54 0,7-18-45 16,-5 10-405-16,2-2-1150 0,-3 1 508 0</inkml:trace>
  <inkml:trace contextRef="#ctx0" brushRef="#br0" timeOffset="248384.2823">16230 11970 77 0,'1'-10'463'16,"2"4"21"-16,1-1 12 0,-3-3-9 0,3 1-25 0,2 0-28 15,-2 0-23-15,4 2-21 0,-3-2-18 0,0 2-13 16,5-2-16-16,-2 3-19 0,1-1-9 0,2 1-17 15,0 2-21-15,0-2-20 0,1 3-19 0,-2 1-18 16,1-1-20-16,1 3-15 0,-3-2-16 0,2 4-9 16,1 0-10-16,-2 2-6 0,0 0-7 0,3 0-7 15,-7 3-14-15,2 1-23 0,1 1-93 16,-4-1 0-16,0 2 0 0,-1-1 0 0,-1 1 0 0,-3 2 0 16,-3-1 0-16,2-1 0 0,-7 5 0 15,-1 0 0-15,-1-3 0 0,-3 3 0 0,-10 2 0 0,0-3 0 16,-1 0 0-16,-2-1 0 0,2-4 0 0,1-2 0 15,4-1 0-15,1 0 0 0,4-4 0 0,0 0 0 16,2-1 0-16,4 1 0 0,1 0 0 0,1-2 0 16,0 1 0-16,6-1 0 0,0 0 0 0,-11-3 0 15,11 3 0-15,-6-2 0 0,6 2 0 0,0 0 0 16,-3-4 0-16,3 4 0 0,0 0 0 0,0-6 0 16,0 6 0-16,1-4 0 0,-1 4 0 0,4-3-369 0,-4 3-243 15,0 0-101-15,0 0-371 0,10 0-1172 16,-10 0 519-16</inkml:trace>
  <inkml:trace contextRef="#ctx0" brushRef="#br0" timeOffset="249112.7555">13811 13082 54 0,'-6'1'400'0,"6"-1"12"0,0 0 15 16,0 0 7-16,0 0-2 0,0 0-7 0,0 0-12 15,0 0-12-15,0 0-8 0,0 0-12 0,0 0-19 16,-4-6-3-16,4 6-23 0,0 0-11 0,0 0-14 16,0 0-7-16,0 0-12 0,0 0-13 0,0 0-13 0,0 0-11 15,0 0-14-15,0 0-18 0,0 0-22 16,0 0-13-16,17-4-111 0,-5 3-77 0,-2-2 0 0,11 0 0 16,-1 1 0-16,-2-1 0 0,13 1 0 0,-10 0 0 15,8 1 0-15,-8-1 0 0,1 1 0 0,-3-1 0 16,-1 1 0-16,-8 1 0 0,3 0 0 0,-3 0 0 15,-1 0 0-15,-1 0 0 0,0 0 0 0,-2 0 0 16,-6 0 0-16,8 0 0 0,-8 0 0 0,5 0 0 16,-5 0 0-16,0 0 0 0,6 1 0 0,-6-1 0 15,0 0 0-15,-5 8-93 0,1-5-352 0,-1 2-33 16,-5 2-44-16,1-2-46 0,-1 1-11 0,-3 1-339 16,0 1-994-16,0-1 440 0</inkml:trace>
  <inkml:trace contextRef="#ctx0" brushRef="#br0" timeOffset="249450.9397">13830 13279 249 0,'-3'1'359'0,"3"-1"14"0,-5 4 31 16,5-4 11-16,-4 1 6 0,3 3 1 0,1-4 0 16,-5 4-8-16,4-2-9 0,1-2-1 0,0 0-4 15,0 0-5-15,0 0-22 0,0 0-15 0,-4 3-14 16,4-3-24-16,0 0-16 0,0 0-16 0,0 0-26 15,0 0-17-15,0 0-11 0,0 0-2 0,28-5-84 16,-10 2-148-16,0 2 0 0,5-5 0 0,5 3 0 16,1 0 0-16,2 1 0 0,-3-4 0 15,4 2 0-15,0-2 0 0,0 1 0 0,-5 3 0 0,-7 1 0 16,-2-3 0-16,3 2 0 0,-10 0 0 0,1 1 0 16,-5 1 0-16,1 0 0 0,-3-2 0 0,-5 2 0 15,7-1 0-15,-7 1 0 0,7-2 0 0,-7 2 0 16,0 0 0-16,0 0 0 0,0 0 0 0,0 0 0 15,0 0 0-15,0 0 0 0,0 0 0 0,0 0 0 16,-14 6 0-16,14-6 0 0,-5 2 0 0,5-2 0 16,0 0 0-16,-4 1-195 0,4-1-510 0,0 0-511 0,0 0-1316 15,0 0 582-15</inkml:trace>
  <inkml:trace contextRef="#ctx0" brushRef="#br0" timeOffset="252548.7179">15095 12923 71 0,'-1'-4'376'0,"1"4"24"16,0 0 5-16,-3-5 4 0,3 5-4 0,-1-6 4 15,1 6-6-15,0 0 2 0,1-4-4 0,-1 4-13 16,-1-4-1-16,1 4-8 0,0 0-22 0,0-4-25 15,0 4-11-15,-2-4-20 0,2 4-15 0,-2-4-20 16,2 4-18-16,0 0-12 0,-1-6-12 0,1 6-19 16,0-3-14-16,0 3-17 0,3-4-19 0,-3 4-98 15,3-3-57-15,0 1 0 0,2-2 0 0,-1 3 0 16,2-2 0-16,3 3 0 0,0-4 0 0,5 3 0 16,-2-1 0-16,1 0 0 0,6 2 0 0,-5 0 0 15,5 3 0-15,-1 2 0 0,-3-1 0 0,4 1 0 16,-7 2 0-16,1-2 0 0,-2 1 0 0,3 6 0 15,-2-6 0-15,-5 4 0 0,1-1 0 0,-4 2 0 0,2 0 0 16,-2 0 0-16,-4 0 0 0,0-2 0 0,0 0 0 16,-4-1 0-16,-5 2 0 0,4-1 0 0,-2 5 0 15,0-4 0-15,-6 2 0 0,6-3 0 0,0-3 0 16,2-2 0-16,1 0 0 0,-3 1 0 0,2-4 0 16,1 0 0-16,4-1 0 0,-8 2 0 0,8-2 0 15,-5-13 0-15,4 5 0 0,1-3 0 0,1 2 0 16,3-2 0-16,1-2 0 0,4 0 0 0,-3-4 0 15,4 2 0-15,1 2 0 0,-2-3 0 0,2 5 0 16,3-2 0-16,-6 5 0 0,7-3 0 0,-3 4 0 16,-1 1 0-16,-2 1 0 0,3 1 0 0,-1-2 0 15,1 4 0-15,2-1 0 0,-3 2 0 0,-2 2 0 16,6 2 0-16,-4-1 0 0,3 1 0 0,-3 2 0 16,-3 0 0-16,2-1 0 0,0 4 0 0,-2-2 0 15,-3-2 0-15,3 5 0 0,-2-2 0 0,-5-1 0 16,2 1 0-16,-2 2 0 0,-2 1 0 0,1-4 0 0,-3 3 0 15,2 0 0-15,-3-3 0 0,2 0 0 16,-1-1 0-16,2 0 0 0,1-1 0 0,-2-1 0 0,2-3 0 16,-2 4 0-16,2-4 0 0,0 0 0 0,0 0 0 15,0 0 0-15,4-18 0 0,0 9 0 0,2 0 0 16,-1-3 0-16,3 5 0 0,1-8 0 16,4 2 0-16,-4 3 0 0,0 0 0 0,2 2 0 15,-2 0 0-15,1 2 0 0,2 1 0 0,-1 0 0 0,-2 0 0 16,3 4 0-16,-1 0 0 0,3 3 0 0,-2 3 0 15,-1-2 0-15,2 1 0 0,-4 2 0 0,1 1 0 16,0-1 0-16,-2 2 0 0,0 0 0 0,-3 2 0 16,1 1 0-16,-2-1 0 0,-1 1 0 0,-1 0 0 15,1-1 0-15,-2 3 0 0,-1-1 0 0,3-2 0 16,-6 1 0-16,6-2 0 0,-6 1 0 0,3-3 0 16,0-1 0-16,0-1 0 0,0-2 0 0,3 0 0 15,-3-3 0-15,1 7 0 0,-1-7 0 0,0 4 0 16,0-4 0-16,0 0 0 0,-1 4 0 0,1-4 0 0,0 0-203 15,0 0-259-15,0 0-115 0,0 0-110 0,-9-9-357 16,1 7-1131-16,-5 0 500 0</inkml:trace>
  <inkml:trace contextRef="#ctx0" brushRef="#br0" timeOffset="253149.1119">14910 13457 309 0,'0'0'313'0,"-8"-2"-5"15,3-1-16-15,5 3-7 0,-10-1-4 0,4 0-2 16,0 1 3-16,6 0 6 0,-6 0-12 0,6 0 1 15,0 0-2-15,-11 0-1 0,11 0-7 0,0 0 1 16,-8 0-3-16,8 0-10 0,0 0-8 0,0 0 6 16,0 0-14-16,0 0-7 0,0 0-8 0,0 0-6 15,0 0-14-15,0 0 3 0,31 2-6 0,-8-2-6 16,10 3-7-16,5-7-14 0,16 5-15 0,10-2-11 16,32-4-18-16,-2-2-5 0,8 0-19 0,2 1-14 15,11-5-37-15,0 1-55 0,5-2 0 0,4-5 0 0,-6 1 0 16,-9 1 0-16,-6 0 0 0,-14 7 0 0,-30 1 0 15,-4 1 0-15,-18 3 0 0,-6-3 0 0,-3 3 0 16,-10 1 0-16,-3 1 0 0,-5 0 0 0,3 1 0 16,-8-2 0-16,3 2 0 0,-3-2 0 0,0 1 0 15,-5 1 0-15,5-3 0 0,-5 3 0 0,9 0 0 16,-9 0 0-16,0 0 0 0,5-1 0 0,-5 1 0 16,0 0 0-16,4 4 0 0,-4-4-117 0,0 0-313 15,0 6-62-15,0-6-76 0,-9 6-70 0,4-3-353 16,-8 2-1075-16,3-1 476 0</inkml:trace>
  <inkml:trace contextRef="#ctx0" brushRef="#br0" timeOffset="253983.1206">15145 14155 166 0,'-9'0'385'0,"9"0"-1"15,0 0 8-15,0 0-5 0,-9-2-6 0,9 2-2 16,0 0 2-16,0 0 2 0,-9 0 2 0,4-1-2 15,1 0-2-15,-5 0-7 0,4-2-8 0,0 0-17 16,-3 0-17-16,-2-1-3 0,3-3-18 0,-1 0-17 16,-2 0-14-16,1 0-11 0,0-4-14 0,-1-1-17 0,-2-3-12 15,3-1-45-15,-2-7-181 0,-1 0 0 16,6 5 0-16,-6-4 0 0,6-6 0 0,1 5 0 0,1-4 0 16,0 2 0-16,4-1 0 0,0 6 0 0,1-4 0 15,3 4 0-15,0 0 0 0,0 2 0 0,6 0 0 16,-1 1 0-16,5 1 0 0,-1 2 0 0,1 1 0 15,8-2 0-15,-5 5 0 0,-2 0 0 16,11 1 0-16,-4 5 0 0,0-1 0 0,1 1 0 0,-4 1 0 16,-1 3 0-16,2 0 0 0,-2 1 0 0,-5 4 0 15,0-2 0-15,-2 4 0 0,0-4 0 0,-4 7 0 16,1 0 0-16,-3-1 0 0,0 2 0 0,-4-1 0 16,-4 6 0-16,-6 0 0 0,1-1 0 0,-4-1 0 15,-4 2 0-15,-3 4 0 0,-6 0 0 0,0-3 0 16,-2 0 0-16,-1-3 0 0,6-1 0 0,-6-1 0 15,9-6 0-15,2-1 0 0,1 2 0 0,5-4 0 16,0 1 0-16,5-1 0 0,2-2 0 0,-1 1 0 16,5-2 0-16,-7 0 0 0,7 0 0 0,0 0 0 15,0 0 0-15,0 0 0 0,12-10-381 0,-6 6-125 16,4-2-51-16,1 4-38 0,-1 0-431 0,5 0-1111 16,-2-1 492-16</inkml:trace>
  <inkml:trace contextRef="#ctx0" brushRef="#br0" timeOffset="254550.3657">15347 14071 438 0,'0'0'545'0,"0"0"16"0,0 0 3 15,0 0-5-15,0 0-9 0,0 0-3 16,0 0-15-16,0 0-8 0,4-12-14 0,-4 12-18 16,0-3-24-16,0 3-30 0,0 0-29 0,0-6-30 15,0 6-28-15,0 0-36 0,0 0-306 0,0 0-9 0,0 0 0 16,0 0 0-16,0 0 0 0,0 0 0 15,0 0 0-15,0 0 0 0,0 0 0 0,6 18 0 16,-5-6 0-16,2 0 0 0,2 4 0 0,-2-1 0 0,-2 5 0 16,3-2 0-16,-3 0 0 0,-1 0 0 15,4 3 0-15,-4-3 0 0,0 0 0 0,0-1 0 16,0 0 0-16,-1 0 0 0,-2-6 0 0,2 5 0 0,-2-5 0 16,2-1 0-16,1 1 0 0,-4-4 0 0,4 1 0 15,-1-1 0-15,-2-6 0 0,2 4 0 0,1 0 0 16,-4-1 0-16,4-4-14 0,0 0-418 0,0 0-53 15,0 0-52-15,0 0-52 0,0 0-434 0,0 0-1108 16,-4-15 492-16</inkml:trace>
  <inkml:trace contextRef="#ctx0" brushRef="#br0" timeOffset="254887.6634">15298 14071 81 0,'4'-8'389'0,"1"-4"22"0,3 1 11 16,0-2-5-16,-1 5-22 0,1-2-29 0,1 2-20 16,1 0-6-16,-5 1-13 0,7-1-15 0,-2 3-19 15,-2 1-18-15,1-1-12 0,1 2-15 0,3 1-12 0,-3 2-10 16,3-1-14-16,-2 2-13 0,1 1-15 16,0 1-13-16,1 1-8 0,-1-1-6 0,-1 2-5 15,-4-2-11-15,2 4-3 0,-1-2-21 0,0 4-9 16,-3-1-8-16,-1-1-16 0,0 0-2 0,-3 1-9 0,-1-1-7 15,-1 4-3-15,-1-2-3 0,0 2-2 0,-3-2-5 16,-1 1-2-16,-3-1-15 0,-4 0 1 16,3 1-28-16,1-4-17 0,-4-1-21 0,1-1-14 0,1 2-8 15,1-4-7-15,1 1-12 0,0 0-11 0,5-3-11 16,-1 1-31-16,5-1-45 0,0 0-44 0,-6-6-60 16,6 6-38-16,3-7-32 0,3 3-33 15,4-1-35-15,1 1-24 0,5 0-30 0,1-2-257 0,3 0-779 16,-2 0 345-16</inkml:trace>
  <inkml:trace contextRef="#ctx0" brushRef="#br0" timeOffset="256036.2196">15963 13783 161 0,'0'-6'297'0,"-4"1"7"0,2 1 9 0,0 0 17 16,1-4 22-16,0 2 14 0,0 2 21 0,-1-4 4 15,2 4-1-15,-2 0-1 0,0-1-12 0,2 0-3 16,-1 1-5-16,1 4-14 0,0-5-11 0,0 1-24 15,0 4-24-15,-1-4-23 0,1 4-27 0,0 0-24 16,0 0-29-16,0 0-18 0,0 0-18 0,0 0-23 16,0 0-16-16,0 0-8 0,0 0-9 0,10 16-5 15,-5-6-6-15,-1-1-6 0,4 1-10 0,-2 7-71 16,3 1-3-16,-2-3 0 0,1 1 0 0,0 0 0 16,1 1 0-16,-4 0 0 0,4-1 0 0,-1 2 0 0,-6 2 0 15,5-2 0-15,-2-2 0 0,-1 0 0 16,1 2 0-16,-3-3 0 0,2 0 0 0,0-2 0 15,-1 1 0-15,-3-2 0 0,2 1 0 0,-2-6 0 0,4 4 0 16,-4-4 0-16,3 1 0 0,-3-4 0 0,2 2 0 16,-1-1 0-16,1-1 0 0,3-1 0 0,-2 0 0 15,-3-3 0-15,8 2 0 0,-1-2 0 16,0-1 0-16,6-4 0 0,-3-1 0 0,4-2 0 0,0-3 0 16,0 0 0-16,-1-1 0 0,0-3 0 0,6-4 0 15,-6 4 0-15,2-7 0 0,-2-1 0 0,-3 1 0 16,2-2 0-16,-3-1 0 0,1 0 0 0,-2-1 0 15,-2 1 0-15,-2 6 0 0,0 0 0 0,-3 0 0 16,-2-2 0-16,2 1 0 0,-1 5 0 0,-1-1 0 16,-1 6 0-16,1 0 0 0,-1-1 0 0,0 3 0 15,0 2 0-15,-1-2 0 0,-1 3 0 0,0-1 0 16,2 2 0-16,-2 0 0 0,-2 1 0 0,1 0 0 16,-1 2 0-16,6 1 0 0,-12 1 0 0,3 2 0 0,1 2 0 15,4 0 0-15,-5 3 0 0,3 0 0 16,-3 1 0-16,4 0 0 0,-2 2 0 0,2 0 0 15,-1-1 0-15,2-1 0 0,0 2 0 0,3-3 0 16,-2-1 0-16,2 1 0 0,1-1 0 0,0 0 0 0,4-1 0 16,1 5 0-16,4-4 0 0,1 2 0 0,-1-2 0 15,8 0 0-15,-4-2 0 0,1-1 0 16,-3 1 0-16,2-1 0 0,1-3 0 0,-2 1 0 0,-2 1 0 16,-3-2 0-16,1 1 0 0,0-2 0 0,-3 0-153 15,-5 0-132-15,15 0-52 0,-11-2-46 0,1 1-40 16,-5 1-42-16,0 0-46 0,10 1-36 0,-10-1-302 15,4 4-918-15,-3 1 407 0</inkml:trace>
  <inkml:trace contextRef="#ctx0" brushRef="#br0" timeOffset="256387.5443">16491 14057 287 0,'0'0'544'0,"0"0"25"0,0 0 18 0,0 0 2 16,6-9 5-16,-6 9-7 0,0-5-18 0,0 5-12 16,3-5-20-16,-3 5-22 0,0-4-25 15,0 4-31-15,0-4-33 0,0 4-42 0,0 0-28 0,0-5-215 16,0 5-141-16,0 0 0 0,0 0 0 0,0 0 0 16,0 0 0-16,0 0 0 0,0 0 0 15,1 15 0-15,-1-5 0 0,-1 4 0 0,2-1 0 0,-1 6 0 16,0-2 0-16,0 0 0 0,-1 1 0 0,2 2 0 15,-1 4 0-15,0-5 0 0,0 0 0 0,0-1 0 16,5-1 0-16,-6 0 0 0,0-2 0 0,2 1 0 16,-2-4 0-16,-2-1 0 0,3 0 0 0,-1 0 0 15,-2-1 0-15,3-5 0 0,0 4 0 0,-1-5 0 16,1 1 0-16,-1-3 0 0,-3 3 0 0,4-5-145 16,4 4-272-16,-4-4-30 0,0 0-34 0,0 0-39 15,0 0-33-15,0 0-385 0,-4-16-1017 0,4 6 450 16</inkml:trace>
  <inkml:trace contextRef="#ctx0" brushRef="#br0" timeOffset="256753.5523">16460 14027 261 0,'5'-11'355'0,"-2"2"20"0,-2-2 17 0,4 1 3 15,-2 1-3-15,2 1-3 0,-4-1-1 0,3 2-7 16,4-1-7-16,-6-1-9 0,5 0-22 0,-1 0-12 15,1 2-32-15,1-2-12 0,0 4-18 0,1-3-17 16,0 5-8-16,1 0-23 0,2 0-14 0,0-1-12 0,0 0-10 16,2 4-5-16,-1 1-16 0,0-1-11 0,1 3-11 15,-3 1-17-15,-2-2-19 0,4 3-6 16,-3-2-9-16,-2 5-9 0,-4-4-7 0,2 3-8 0,-1 2-61 16,-1 2-6-16,-3-3 0 0,-1 3 0 0,-2-1 0 15,-1 1 0-15,-3-3 0 0,-6 5 0 0,-2 2 0 16,0-6 0-16,0 2 0 0,-6-2 0 15,0-1 0-15,4-2 0 0,-2-2 0 0,5 1 0 0,0-3 0 16,2 4 0-16,-1-5 0 0,2 1 0 0,1-2 0 16,0 0 0-16,4 0 0 0,5 0 0 15,-10 0 0-15,10 0 0 0,-5-3 0 0,5 3 0 0,-4-7-9 16,0 5-227-16,4 2-52 0,0 0-50 0,5-8-60 16,-2 7-55-16,1-3-58 0,3 1-55 0,0 1-333 15,-1 0-974-15,4-4 432 0</inkml:trace>
  <inkml:trace contextRef="#ctx0" brushRef="#br0" timeOffset="259288.3967">17725 12928 264 0,'4'-4'398'0,"-4"4"17"0,1-1 9 0,-1 1 7 0,3-5 2 15,-3 5-3-15,0 0-4 0,6-2-3 0,-6 2-7 16,3-2-5-16,-3 2-5 0,0 0-10 0,0 0-13 16,0 0-14-16,0 0-20 0,0 0-22 0,0 0-31 15,0 0-24-15,0 0-26 0,0 0-21 0,0 0-28 16,0 0-14-16,0 0-112 0,0 0-71 0,0 0 0 0,0 0 0 16,-8 14 0-16,4-8 0 0,1 2 0 0,-5 5 0 15,-1 2 0-15,1-1 0 0,1 4 0 0,-5 4 0 16,-2 0 0-16,3-4 0 0,-3 3 0 0,0 1 0 15,3-6 0-15,1 1 0 0,0 0 0 0,-3-1 0 16,4-2 0-16,-2 2 0 0,2-1 0 0,-3-3 0 16,2-3 0-16,2-1 0 0,3 0 0 15,-4 1 0-15,3-1 0 0,2-3 0 0,2-2 0 0,0 2 0 16,-2-1 0-16,3 0 0 0,1-4 0 0,-4 3 0 16,4-3 0-16,0 0 0 0,0 0 0 0,0 0-105 15,0 0-315-15,0 0-13 0,0 0-29 0,2-17-36 16,-2 10-40-16,-2-1-30 0,-2-2-294 0,2 1-932 15,-1-1 412-15</inkml:trace>
  <inkml:trace contextRef="#ctx0" brushRef="#br0" timeOffset="259588.5928">17374 13033 310 0,'-4'-4'381'0,"4"-1"34"0,-1 0 27 15,0 1 19-15,-1 1 2 0,2 3 1 0,-2-5-10 0,2 5-6 16,-3-5-10-16,3 5-20 0,0 0-23 0,0-5-30 15,0 5-33-15,0 0-34 0,0 0-37 16,8-3 4-16,-8 3-9 0,13 6-3 0,-3-1-15 0,0-1-16 16,5 6-9-16,-2 1-12 0,3 2-11 0,0-2-182 15,3 1-8-15,1 5 0 0,1-2 0 0,2 1 0 16,-6-3 0-16,1 0 0 0,1 3 0 0,0-6 0 16,-2 3 0-16,-2-3 0 0,0 1 0 0,-1 0 0 15,2-3 0-15,-1 2 0 0,-5-4 0 0,3-1 0 16,-4 1 0-16,0 0 0 0,1 0 0 0,-5-3 0 15,-1 0 0-15,1-2 0 0,-1 2 0 0,0-1 0 16,2 1 0-16,-2 0 0 0,-4-3 0 0,5 1-31 16,-5-1-282-16,0 0-64 0,9-5-71 0,-5-1-66 15,5 0-62-15,-4-3-413 0,3-2-1072 0,0 0 475 0</inkml:trace>
  <inkml:trace contextRef="#ctx0" brushRef="#br0" timeOffset="260105.2116">18786 12712 289 0,'5'-8'454'15,"-1"2"13"-15,-3 1 17 0,2-2-1 0,-2 3 6 16,2 0 6-16,-1 1-20 0,-2-1 8 0,0-1-15 16,0 0-11-16,0 2-20 0,0 3-16 0,0-6-22 15,0 1-23-15,0 5-24 0,-5-5-30 0,5 5-27 16,-1-2-29-16,1 2-28 0,0 0-197 0,0 0-41 16,-13 6 0-16,7 1 0 0,-1 1 0 0,-5 6 0 15,0 2 0-15,-3 4 0 0,-2 3 0 0,-3 0 0 16,2 4 0-16,-4 0 0 0,3 1 0 0,2-2 0 15,-2 2 0-15,1-2 0 0,5-2 0 0,-1 3 0 0,4-1 0 16,1 3 0-16,4-4 0 0,1-7 0 16,2 3 0-16,0-3 0 0,2-2 0 0,5 1 0 15,2-2 0-15,-2-4 0 0,5 3 0 0,6-2 0 16,3-3 0-16,0-1 0 0,9 1 0 0,-9-6 0 16,1-1 0-16,0-3 0 0,0-2 0 0,-2-1 0 15,0-2 0-15,-2-3 0 0,-3 4 0 0,-2-3 0 16,-4 1 0-16,2-2 0 0,-1-1 0 0,-3-3 0 0,-4 3 0 15,3 0 0-15,-4 0 0 0,-1 0 0 0,-3-2 0 16,0 5 0-16,-7-5 0 0,-2 6 0 0,-1 0 0 16,-5 0 0-16,1 1 0 0,0 2 0 0,0 3 0 15,-1 0 0-15,-3 2 0 0,3 1 0 0,6 0 0 16,-5 4-251-16,8-1-431 0,1-1-528 0,-1-3-1310 16,6 2 579-16</inkml:trace>
  <inkml:trace contextRef="#ctx0" brushRef="#br0" timeOffset="261060.4704">19274 12879 419 0,'3'-7'494'0,"-2"4"3"16,-1 3 4-16,0-7-2 0,3 4-6 0,-3 0-14 15,1-1-12-15,0 0-8 0,2 2-17 0,-3 2-23 0,1-6-31 16,2 4-12-16,-3 2-29 0,0 0-28 0,1-5-32 16,-1 5-27-16,0 0-32 0,5-4-22 0,-5 4-25 15,0 0-22-15,0 0-16 0,1 11-15 0,3-7-128 16,0 2 0-16,0 0 0 0,1 4 0 0,0 2 0 16,3 5 0-16,-2-4 0 0,4 3 0 0,-2 0 0 15,0-2 0-15,1 2 0 0,-2-1 0 0,0 4 0 16,2 5 0-16,-2-9 0 0,0 1 0 0,-1 2 0 15,-1-3 0-15,3 3 0 0,-4-2 0 0,2-1 0 16,-3-2 0-16,1-1 0 0,-2 1 0 0,-2-2 0 16,6-1 0-16,-2 0 0 0,-4-2 0 0,1-2 0 15,-1-1 0-15,3 0 0 0,-2 0 0 0,3-2 0 16,0-2 0-16,1 3 0 0,-1-1 0 0,6-1 0 16,-5-3 0-16,7-2 0 0,2 1 0 0,-4-2 0 15,8-4 0-15,-3-2 0 0,2 2 0 0,-2-2 0 16,2-4 0-16,5 0 0 0,-3-3 0 0,-1-3 0 0,-6 6 0 15,1-3 0-15,4-8 0 0,-3 4 0 16,-1-4 0-16,0 1 0 0,-3 2 0 0,-5 5 0 16,2-1 0-16,-4-1 0 0,2-2 0 0,-2 3 0 15,-3 0 0-15,1 0 0 0,-1 1 0 0,-1-1 0 0,1 3 0 16,-1 4 0-16,-1 0 0 0,-3 1 0 16,4 0 0-16,-2 3 0 0,1-2 0 0,-1 4 0 0,0 1 0 15,1-2 0-15,-1 3 0 0,-3 0 0 0,6 3 0 16,0 0 0-16,-13 4 0 0,8 0 0 0,-5 3 0 15,2-1 0-15,-1 3 0 0,2-1 0 0,-3 2 0 16,3 0 0-16,-2 6 0 0,1-6 0 0,0 0 0 16,2 0 0-16,1 1 0 0,0-3 0 0,0-1 0 15,1 0 0-15,4 3 0 0,0-4 0 0,4 2 0 16,-3-3 0-16,3 0 0 0,5 1 0 0,0 0 0 16,1 0 0-16,3-2 0 0,4 1 0 0,-1 2 0 15,-3-5 0-15,0 1 0 0,1-3 0 0,-1 2 0 16,-2-1 0-16,1 1 0 0,-2-4 0 0,-2 2 0 15,-2 0 0-15,2 0 0 0,-2 2-140 0,-6-2-272 16,10 0-67-16,-10 0-76 0,5 1-69 0,-5-1-374 16,3 3-1079-16,-3-3 478 0</inkml:trace>
  <inkml:trace contextRef="#ctx0" brushRef="#br0" timeOffset="261443.1136">19971 13190 447 0,'4'-5'558'0,"-2"3"13"0,1-3 9 0,-2 0-12 16,3-2-17-16,-2 2-15 0,1 1-26 0,-3 1-23 15,3-3-18-15,-2 3-22 0,0-1-17 0,-1 4-24 16,0-6-26-16,0 6-26 0,2-5-32 0,-2 5-28 15,0 0-42-15,0-2-223 0,0 2-29 0,0 0 0 16,0 0 0-16,0 0 0 0,0 0 0 0,1 12 0 16,-1-4 0-16,0 2 0 0,1 3 0 0,-1 3 0 15,1 0 0-15,1-1 0 0,-4 2 0 0,2 1 0 16,2 2 0-16,-2 0 0 0,2-2 0 0,-4 1 0 16,2-1 0-16,0 0 0 0,3 0 0 0,-3-1 0 0,0 1 0 15,-1-3 0-15,1 1 0 0,0-1 0 16,0-4 0-16,0 2 0 0,0-2 0 0,0-3 0 15,-2-2 0-15,2-1 0 0,0 3 0 0,-2-3 0 16,4-3 0-16,-2 3-464 0,0-1-21 0,0-4-34 0,3 2-52 16,-3-2-455-16,0 0-1111 0,0 0 492 0</inkml:trace>
  <inkml:trace contextRef="#ctx0" brushRef="#br0" timeOffset="261817.2765">19970 13185 101 0,'3'-8'425'0,"1"-4"40"16,0 2-1-16,2-1 2 0,-3-1-15 0,4 5-11 15,-4 1-12-15,5-4-3 0,-3 2-27 0,0-1-18 16,2 1-11-16,-1-1-15 0,2 2-32 0,-1 1-23 16,0-1-23-16,-2 2-25 0,5 0-18 0,-4 2-25 15,2 0-18-15,1 1-14 0,2 2-19 0,-3 2-10 16,2 2-12-16,3 1-5 0,-4 0-6 0,0 2-13 15,1-1-9-15,-3 2-11 0,-1 0-18 0,-1 1-73 16,-1-2 0-16,0 4 0 0,0-2 0 0,-4 2 0 16,-2 0 0-16,-1 0 0 0,-4 0 0 0,-2 2 0 15,-1 1 0-15,-4-3 0 0,-3 1 0 0,-1-2 0 16,-1 0 0-16,1-3 0 0,-3-1 0 0,4 0 0 16,-2-3 0-16,4 1 0 0,3-2 0 0,2-1 0 15,-3-1 0-15,7 1 0 0,-2 1 0 0,4-1 0 0,4-1 0 16,-10 1 0-16,10-1-124 0,0 0-40 0,0 0-22 15,-8-2-28-15,8 2-40 0,0 0-36 16,0 0-39-16,3-6-34 0,-3 6-39 0,0 0-41 0,1-6-38 16,-1 6-343-16,0 0-892 0,0 0 395 0</inkml:trace>
  <inkml:trace contextRef="#ctx0" brushRef="#br0" timeOffset="263295.9731">18504 13585 186 0,'0'0'247'16,"0"0"-2"-16,0 0 0 0,0 0-1 0,-17 2-3 16,17-2-1-16,-5 1 4 0,5-1-2 0,0 0 0 15,0 0 0-15,0 0-1 0,-9-3-9 0,9 3-7 16,0 0-1-16,-4 3-8 0,4-3-4 0,0 0-5 0,0 0-7 15,0 0 1-15,0 0-2 0,0 0-3 16,0 0 0-16,0 0 1 0,0 0 0 0,0 0 6 16,0 0 8-16,0 0-9 0,0 0-10 0,0 0-16 15,0 0-15-15,0 0-17 0,28-3 4 0,-10 3-5 0,14-5-9 16,4 5 5-16,15-3-2 0,7-4-13 16,0 3-8-16,8 0-8 0,31-5-9 0,1 3-13 0,-3-1-3 15,6 1-59-15,2-2-24 0,3 1 0 0,4-1 0 16,0 4 0-16,-5-2 0 0,-8 1 0 0,-5 1 0 15,-33 4 0-15,-3 0 0 0,-2-1 0 0,-20 0 0 16,-2 0 0-16,-10-1 0 0,-3 2 0 0,-4 0 0 16,-2-1 0-16,-3-1 0 0,4 1 0 0,-5 0 0 15,-1-1 0-15,0 2 0 0,-8 0 0 0,6 0 0 16,-6 0 0-16,9 0 0 0,-9 0 0 0,5 0 0 16,-5 0 0-16,0 0 0 0,10 0 0 0,-10 0 0 15,0 0 0-15,0 0 0 0,0 0 0 0,0 0 0 16,0 0 0-16,4-1-198 0,-4 1-139 0,0 0-66 15,0 0-46-15,0 0-65 0,-23 1-68 0,13 1-370 0,-8-1-1030 16,0 0 455-16</inkml:trace>
  <inkml:trace contextRef="#ctx0" brushRef="#br0" timeOffset="263993.556">18557 13939 295 0,'0'0'409'0,"0"-5"19"15,-3 1 5-15,3 4-4 0,-2-7-2 0,2 7-13 16,2-5-6-16,-2 1-11 0,0 4-12 0,3-11-14 16,-3 6-17-16,0 3-23 0,3-6-12 0,-2 3-32 15,4-1-27-15,-1 1-20 0,1-1-22 0,-1 2-36 16,4 0-9-16,3-2-11 0,-2 2-15 0,0 3-14 0,1-2-13 16,6 2-2-16,-1 1-14 0,3 2-1 0,2 3 0 15,1 0-5-15,-6 4 0 0,3 0-6 16,-1 2-3-16,-1 3-25 0,-2-1-64 0,-1-2 0 15,-3 3 0-15,-1 7 0 0,-4-3 0 0,-1 1 0 0,-3 5 0 16,-2-6 0-16,-9-1 0 0,1 7 0 16,-9-3 0-16,0 1 0 0,-6-3 0 0,0-2 0 15,-2 1 0-15,-1-4 0 0,-2 0 0 0,-1-1 0 0,2-5 0 16,0 1 0-16,9-5 0 0,-3-1 0 0,2 0 0 16,1-1 0-16,1-4 0 0,5 1 0 15,2-3 0-15,-2 0 0 0,0-8 0 0,-1 4 0 0,0-5 0 16,6-1 0-16,-1-3 0 0,1-2 0 0,2-4 0 15,2-2 0-15,4 6 0 0,2-1 0 0,0-6 0 16,4 9 0-16,0-1 0 0,1 3 0 0,1-1 0 16,0 0 0-16,3 3 0 0,-6 5 0 0,3-4 0 15,1 8 0-15,1-8-137 0,2 4-298 0,-3 6-20 16,-2-4-21-16,5 4-17 0,-1 0-23 0,1 0 17 16,-6 1 15-16,5 0-299 0,-3 1-848 0,-1-2 375 15</inkml:trace>
  <inkml:trace contextRef="#ctx0" brushRef="#br0" timeOffset="264379.436">18591 13838 98 0,'0'-5'177'0,"0"-2"22"0,-2-1 30 16,4-1 27-16,-2-4 29 0,0 3 30 0,-2-2 35 15,2-4 21-15,0 1 35 0,-2 4 18 0,2 0 33 16,-4 3 11-16,1-3 19 0,2 3 11 0,1 1 0 16,-4 0-3-16,3 2-7 0,-2-1-19 0,3 2-23 15,0 4-29-15,0-6-59 0,0 6-358 0,-1-4 0 0,1 4 0 16,0 0 0-16,-2-5 0 0,2 5 0 0,0 0 0 15,0 0 0-15,0 0 0 0,2 22 0 0,-1-9 0 16,5 11 0-16,-6 4 0 0,0 3 0 16,2-2 0-16,-2 2 0 0,1 0 0 0,2 1 0 0,-2 3 0 15,2 2 0-15,-1-2 0 0,-2 15 0 16,0-15 0-16,0 10 0 0,0-11 0 0,-2 1 0 16,-1-2 0-16,3-2 0 0,3-1 0 0,-3 0 0 0,0-3 0 15,0-1 0-15,-3-4 0 0,6-4 0 0,-1-4 0 16,-2 2 0-16,2-4 0 0,0-3 0 0,-2 1 0 15,0-4 0-15,1 0 0 0,2-1 0 0,-3-2 0 16,0 0 0-16,0 1 0 0,1 1 0 0,-1-5 0 16,0 4 0-16,0-4 0 0,0 0 0 0,0 0 0 15,0 0 0-15,0 0 0 0,0 0 0 0,0 0 0 16,0 0 0-16,9-11-92 0,-5 8-374 0,0 0-44 16,2 0-53-16,-2-2-50 0,1-1-379 0,4 1-1074 15,-5-1 476-15</inkml:trace>
  <inkml:trace contextRef="#ctx0" brushRef="#br0" timeOffset="265194.4101">19070 14147 208 0,'0'0'272'15,"1"-3"-9"-15,-1 3-10 0,0 0-11 0,0 0-6 0,0-4 1 16,0 4-6-16,0 0-17 0,0 0-5 0,0 0-11 15,4-3-17-15,-4 3-6 0,0 0-12 16,0 0-16-16,0 0-17 0,0 0-5 0,0-4-22 16,0 4-4-16,0 0-7 0,0 0-5 0,0 0 1 0,0 0-9 15,0-4-2-15,0 4-7 0,0 0-7 0,0 0 8 16,0 0-4-16,0 0-13 0,0 0 6 16,0 0-3-16,0 0 12 0,0 0-9 0,0 0-7 15,0 0 0-15,0 0 6 0,0 0 1 0,0 0-5 0,0 0 2 16,0 0 0-16,0 0 7 0,0 0-12 0,0 0 5 15,0 0-3-15,0 0 4 0,0 0 0 0,0 0 7 16,0 0-3-16,0 0 2 0,0 0 2 16,0 0-2-16,0 0-3 0,0 0-1 0,0 0-1 0,0 0-1 15,0 0 3-15,0 0-5 0,0 0-2 0,0 0-3 16,0 0-3-16,0 0 2 0,0 0-1 0,0 0-1 16,0 0-4-16,0 0-6 0,-13 7-6 0,8-5-2 15,5-2-4-15,-5 5-1 0,2-2 0 0,-3 2-2 16,2 0-4-16,-1 1-2 0,1-2-1 0,-1 3 0 15,-1-1-5-15,2-1 3 0,-2 3-2 0,2-3-4 16,-1 0-1-16,-1 3 0 0,1-2-1 0,0-2 2 16,0 1-1-16,1 2-2 0,2-3-1 0,-3-3-1 15,3 3 3-15,1 1 1 0,0-1-2 0,1-4 0 16,0 5-3-16,0-5 5 0,4 5 2 0,-1-1 4 16,3 0 4-16,0-1 6 0,7 2 3 0,-4-2 7 15,2 1 0-15,3 1 2 0,0 1 8 0,-1 0 6 16,1-3 18-16,-1 2-9 0,-3 0-2 0,-1 0-9 15,3-2-9-15,-6 2 6 0,0-1-2 0,0-1-5 16,-1 1-2-16,0 0 5 0,-2 0-8 0,-1 1 3 0,-1 0-6 16,-2 1 3-16,-1-1 2 0,-1-3 8 0,-5 3-1 15,3 0-12-15,-4 0 10 0,-1-2-13 16,-4 1 1-16,1-2 2 0,-1 2-9 0,1-3-1 0,-3 2-1 16,3-1-2-16,0-1-7 0,0 0 8 0,5 0 1 15,-3-2 9-15,3 2-11 0,2-1-2 0,6 0-7 16,-8-2-13-16,8 2-29 0,-10-1-35 15,10 1-31-15,-2-2-28 0,2 2-35 0,1-7-37 0,-1 7-68 16,11-7-58-16,-2 4-69 0,0-2-53 0,4 1-66 16,-2 0-400-16,1 2-990 0,5-5 437 15</inkml:trace>
  <inkml:trace contextRef="#ctx0" brushRef="#br0" timeOffset="265632.7965">19599 13987 329 0,'0'-3'428'0,"0"-4"20"0,-1 1-3 0,-1 1-1 16,1 2 1-16,0-2 0 0,0 1-12 0,-1 0 3 15,1 0-10-15,1 4 0 0,-4-9-18 0,3 8-11 16,1 1-14-16,-3-6-11 0,3 6-21 0,-2-5-15 16,2 5-26-16,0 0-24 0,-3-3-26 0,3 3-22 15,0 0-93-15,0 0-145 0,0 0 0 0,0 0 0 16,0 0 0-16,0 0 0 0,0 0 0 0,-2 14 0 16,2-4 0-16,-2-1 0 0,4 2 0 0,-4 2 0 15,2 3 0-15,-2 0 0 0,2 2 0 0,-1 1 0 16,1-1 0-16,-2-1 0 0,1 2 0 0,-3 0 0 15,2-1 0-15,-3-1 0 0,2 0 0 0,-1-1 0 0,0 1 0 16,-2-5 0-16,2 2 0 0,2-5 0 16,-5 4 0-16,7-4 0 0,-4-2 0 0,4 1 0 15,-5-2 0-15,4-1 0 0,1 0 0 0,-3-3 0 0,3 2 0 16,0-4 0-16,0 0 0 0,-5 2-138 0,5-2-299 16,0 0-45-16,0 0-39 0,-1-16-44 15,1 8-35-15,0-4-308 0,-4-3-984 0,4 0 435 16</inkml:trace>
  <inkml:trace contextRef="#ctx0" brushRef="#br0" timeOffset="266062.7186">19359 13957 207 0,'0'0'411'0,"-7"-5"19"15,5 3 19-15,1-2 1 0,-2 1-13 0,2-1-13 16,-2 1-9-16,3 3-17 0,-2-6-15 0,-1 3-7 15,3-1-13-15,0 4-10 0,-1-5-21 0,1 2-16 16,0 3-21-16,2-8-20 0,1 6-25 0,-1-1-24 16,4-1-28-16,0 4-15 0,4-5-12 0,3 5 1 15,6-2-16-15,-1 2 1 0,6 5-7 0,3-4-11 16,1 0-64-16,3 3-75 0,0 1 0 0,-2 1 0 16,2-1 0-16,-3 4 0 0,1 1 0 0,-3 0 0 15,-6-3 0-15,-1 3 0 0,-2 2 0 0,-2-1 0 16,-3 2 0-16,-2 0 0 0,-1 1 0 0,-1 2 0 15,-5 4 0-15,-3-4 0 0,-2 3 0 0,-3 1 0 16,-6 2 0-16,-2 2 0 0,-4-1 0 0,-5-1 0 16,3-1 0-16,-7 0 0 0,-2-2 0 0,1 0 0 15,2-3 0-15,-3-3 0 0,2-1 0 0,9-3 0 16,-3-3 0-16,6 1 0 0,0-3 0 0,2-1 0 16,6 1 0-16,-3-1 0 0,4-1 0 0,-1-2 0 15,-1 0 0-15,7 0 0 0,0 0 0 0,-9-4 0 0,9 0 0 16,0 4 0-16,9-7 0 0,-2 2 0 15,-1 2-253-15,3-1-159 0,2 0-39 0,2 0-38 0,0 1-40 16,6-1-29-16,-1-1-359 0,0 3-993 16,2-2 440-16</inkml:trace>
  <inkml:trace contextRef="#ctx0" brushRef="#br0" timeOffset="266446.3405">20010 14223 211 0,'0'0'482'0,"-1"-5"11"0,1 0 15 0,0 5-6 16,0-7-12-16,0 2-13 0,0 5-8 0,-1-6 9 16,0 3-14-16,1-2-20 0,0 5-5 0,0-7-14 15,0 7-19-15,0-4-27 0,0 4-26 0,0 0-34 16,-2-6-27-16,2 6-28 0,0 0-28 0,0 0-176 15,0 0-60-15,0 0 0 0,0 0 0 0,0 0 0 16,-1 16 0-16,2-7 0 0,-1 1 0 0,0 3 0 16,2-2 0-16,-2 1 0 0,1 6 0 0,-2-2 0 15,2 0 0-15,0 0 0 0,-1 0 0 0,0-2 0 16,0 1 0-16,1 1 0 0,-2-2 0 0,1-4 0 16,-1 2 0-16,1 0 0 0,0-2 0 0,-1 0 0 15,2-3 0-15,-2 2 0 0,1-2 0 0,-2-1 0 16,1 0 0-16,-1-2 0 0,2 1 0 0,-2-1 0 15,4 1 0-15,-2-2 0 0,0-3 0 0,-2 5 0 16,2-5 0-16,-2 3-324 0,2-3-63 0,0 0-57 16,0 0-53-16,0 0-67 0,4-11-433 0,-2 5-1078 0,1 2 477 15</inkml:trace>
  <inkml:trace contextRef="#ctx0" brushRef="#br0" timeOffset="266896.9456">20008 14164 96 0,'2'-6'421'0,"0"0"24"0,0-1 6 0,0 1-3 16,-1 1-12-16,1-1-13 0,1 0-8 0,-2 2-14 15,2-3-12-15,-1 1-16 0,1 2-12 0,1-1-19 16,0 1 0-16,-1-2-29 0,0 4-23 0,1-2-28 15,0-1-24-15,-3 1-16 0,3 1-23 0,3 3-10 16,-2-3-25-16,3 1-11 0,1-2-8 0,3 4-5 16,-1 4-9-16,-4-3-10 0,5 3-7 0,-3-1 0 15,0 3-61-15,0 1-53 0,0-1 0 0,0 4 0 16,-4-2 0-16,2 3 0 0,-2-2 0 0,-3 3 0 16,-2-1 0-16,0 1 0 0,-1 1 0 0,-4 2 0 15,-3 0 0-15,-1-2 0 0,-5 1 0 0,4-3 0 16,-7 0 0-16,2 0 0 0,-2-4 0 0,-2 0 0 15,-1 0 0-15,2-1 0 0,-1-3 0 0,2-1 0 16,2 0 0-16,3-1 0 0,1 0 0 0,3-1 0 16,-1 1 0-16,4-1 0 0,5 0 0 0,-13 0 0 15,13 0 0-15,-5 0 0 0,5 0 0 0,-5-3 0 16,5 3 0-16,-4-3 0 0,4 3 0 0,-4-3-16 16,4 3-270-16,0 0-46 0,0 0-52 0,9-6-34 15,-9 6-42-15,8 0-58 0,-8 0-44 0,9 0-308 16,0-1-941-16,-3 1 416 0</inkml:trace>
  <inkml:trace contextRef="#ctx0" brushRef="#br0" timeOffset="269379.7729">21057 13555 151 0,'0'0'485'0,"0"0"8"0,-5 0 13 16,5 0 1-16,0 0-8 0,-5 4-7 0,5-4-8 15,-1 3-10-15,1-3-10 0,0 0-3 0,0 0-9 16,0 0-13-16,0 0-20 0,0 0-23 0,0 0-37 15,0 0-29-15,0 0-31 0,0 0-37 0,11-10-43 0,-4 9-219 16,-1-2 0-16,4 0 0 0,-2 1 0 16,0-1 0-16,2 0 0 0,0 1 0 0,-2 1 0 15,2 0 0-15,-4 0 0 0,2-1 0 0,-4 1 0 0,1 0 0 16,-5 1 0-16,6-1 0 0,-2 0 0 0,-4 1-431 16,0 0-70-16,0 0-49 0,0 0-52 0,0 0-417 15,1 7-1101-15,-1-7 487 0</inkml:trace>
  <inkml:trace contextRef="#ctx0" brushRef="#br0" timeOffset="269669.8563">20955 13768 196 0,'0'0'508'0,"-3"4"23"16,3-4 20-16,0 0 11 0,0 0-2 0,0 0-16 15,0 0-25-15,0 0-35 0,18-3-34 0,-18 3-29 16,14-3-33-16,-1-1-39 0,5-2-25 0,-3 0-30 15,2 3-25-15,2-4-24 0,-1 1-20 0,0 2-19 16,4 0-21-16,-2 0-17 0,-1 2-11 0,-1-2-102 16,0 3-55-16,0-1 0 0,-5 0 0 0,-2 0 0 15,3 1 0-15,-1 1 0 0,-3 0 0 0,-2-1 0 16,1 1 0-16,-2 1 0 0,1-4 0 0,-3 5 0 16,-5-2 0-16,8-3 0 0,-8 3 0 0,8-1 0 15,-8 1 0-15,0 0 0 0,0 0 0 0,0 0 0 16,0 0 0-16,0 0 0 0,0 0-31 0,0 0-376 15,0 0-79-15,-20 6-83 0,20-6-76 0,-14-4-365 0,4 2-1092 16,4 0 484-16</inkml:trace>
  <inkml:trace contextRef="#ctx0" brushRef="#br0" timeOffset="271301.886">23202 13324 123 0,'0'0'451'0,"0"0"2"0,0 0 22 15,-7-1 3-15,7 1-3 0,0 0 0 0,-5-2-10 16,5 2-6-16,0 0-25 0,0 0-18 0,-4-3-14 15,4 3-26-15,0 0-14 0,-1-6-16 0,1 6-21 16,-3-3-20-16,3 3-20 0,-1-3-22 0,1 3-15 16,0-6-26-16,0 6-15 0,0 0-61 0,4-4-146 15,-3 2 0-15,3-1 0 0,-4 3 0 0,8-3 0 16,-4 0 0-16,3 2 0 0,-7 1 0 0,17 4 0 16,-8-3 0-16,4 1 0 0,-2 1 0 0,2 1 0 15,-2 1 0-15,0 1 0 0,1 1 0 0,1 5 0 16,1-1 0-16,-5-2 0 0,2 3 0 0,-3-3 0 15,0 6 0-15,-3-5 0 0,-4-1 0 0,3 0 0 16,-4 4 0-16,0-5 0 0,0 3 0 0,-1-4 0 16,-2 4 0-16,-2-1 0 0,1-3 0 0,-1 1 0 15,-1 1 0-15,-2-3 0 0,3 0 0 0,-3-2 0 16,2 2 0-16,1-3 0 0,1-1 0 0,0 1 0 0,2-1 0 16,2-2 0-16,-5 1 0 0,5-1 0 15,0 0 0-15,-4-7 0 0,4 7 0 0,1-11 0 16,2 5 0-16,1-3 0 0,1-1 0 0,0 0 0 15,1-1 0-15,0 2 0 0,2 0 0 0,-3-3 0 0,4 4 0 16,1-7 0-16,-2 7 0 0,1 0 0 0,-4 3 0 16,4-2 0-16,-1 2 0 0,-2 2 0 15,1-1 0-15,3 0 0 0,-4 1 0 0,2 3 0 0,0-1 0 16,0 1 0-16,1 2 0 0,2 0 0 0,-5 1 0 16,3 2 0-16,0-1 0 0,-1 2 0 0,1 1 0 15,-4-2 0-15,0 0 0 0,-1 2 0 0,1 1 0 16,-3-4 0-16,3 2 0 0,-5-1 0 0,3 2 0 15,-1-2 0-15,0 0 0 0,-2-3 0 0,2 3 0 16,0-1 0-16,-2-4 0 0,2 4 0 0,-2-4 0 16,0 0 0-16,0 0 0 0,0 0 0 0,0 0 0 15,0 0 0-15,0 0 0 0,0 0 0 0,0-14 0 16,1 9 0-16,1-6 0 0,0 6 0 0,2-5 0 16,0 2 0-16,2-4 0 0,2 3 0 0,-2 1 0 15,2 0 0-15,-4-1 0 0,6 3 0 0,-1 1 0 16,0 1 0-16,1 3 0 0,-1 1 0 0,4 0 0 15,-2 0 0-15,2 5 0 0,-1 1 0 0,-2 1 0 0,3 4 0 16,-1 0 0-16,-2-1 0 0,-3 0 0 0,3 0 0 16,-5 2 0-16,3-1 0 0,-3 1 0 0,1-2 0 15,-3 1 0-15,2 2 0 0,-3-2 0 0,0-1 0 16,-2-1 0-16,0 1 0 0,0-3 0 0,0 2 0 16,-4-2 0-16,4-2 0 0,0 0 0 0,-3-1 0 15,1-1 0-15,2-3 0 0,-1 7 0 0,1-7 0 16,0 4 0-16,0-4 0 0,-4 4 0 0,4-4-233 15,0 0-155-15,-8-2-61 0,8 2-76 0,-5-6-84 16,-1-1-390-16,0-3-1080 0,2-1 478 0</inkml:trace>
  <inkml:trace contextRef="#ctx0" brushRef="#br0" timeOffset="282663.9632">22921 12997 121 0,'3'-6'260'0,"2"2"-4"0,-1-4 7 0,0 4 12 0,-1-2 6 15,0-1 3-15,0 4 3 0,1-2 2 0,-3 1 8 16,1 0 1-16,0 0-1 0,-2 4 0 0,6-3-1 16,-6-1-6-16,0 4-6 0,0-3-3 0,0 3-8 15,3-4 1-15,-3 4 6 0,0 0-8 0,1-5-13 16,-1 5-16-16,-1-4-4 0,1 4-10 0,0 0-19 16,0 0-8-16,0 0-10 0,0 0-16 0,0 0-12 15,0 0-20-15,0 0-13 0,0 0-11 0,0 0-10 16,0 0-93-16,-13 6-17 0,4 1 0 0,0 0 0 15,-5 5 0-15,0-2 0 0,0 6 0 0,1 0 0 16,-4 7 0-16,-2 3 0 0,-1 1 0 0,-2 0 0 16,3 2 0-16,0 0 0 0,-9 9 0 0,6-8 0 0,4 0 0 15,-1 1 0-15,4 2 0 0,1-2 0 16,2 0 0-16,2 0 0 0,2-3 0 0,6-3 0 16,1-4 0-16,4-2 0 0,4 1 0 0,7 1 0 15,4-2 0-15,3-2 0 0,6-2 0 0,5-6 0 0,4 0 0 16,3-5 0-16,-3-2 0 0,1-2 0 0,-1-4 0 15,-5 1 0-15,-3-5 0 0,-6 5 0 16,-4-6 0-16,0 0 0 0,-6-1 0 0,0 3 0 0,-3-1 0 16,-3-3 0-16,-1 0 0 0,-2 1 0 0,-2-3 0 15,-6 1 0-15,-3-2 0 0,-2 0 0 0,-4 3 0 16,0 0 0-16,-5 0 0 0,2 2 0 0,-11 4 0 16,6 1 0-16,4 2 0 0,-5 3 0 0,4-1 0 15,0 2 0-15,-1 6 0 0,2-5 0 0,5 1 0 16,3 3-239-16,-3-1-319 0,4 1-71 0,1 1-499 15,-2-1-1221-15,4 1 540 0</inkml:trace>
  <inkml:trace contextRef="#ctx0" brushRef="#br0" timeOffset="283416.4523">22473 13883 304 0,'0'0'314'0,"0"0"3"0,0 0-7 16,0 0-7-16,-9 3-4 0,9-3-4 0,-5 1-12 15,5-1-14-15,-8 0-4 0,8 0-7 0,-7 1-10 16,3 0-14-16,-4 0-8 0,8-1-5 0,-10 1-12 16,4-1-9-16,-1 0-4 0,0 2-13 0,0 1-8 15,1-2-2-15,-1-1 4 0,1 1-13 0,6-1-4 16,-13 0-8-16,8 0-4 0,5 0-1 0,-9 0-9 15,9 0-7-15,-5 0-6 0,5 0-7 0,0 0 3 16,0 0 4-16,0 0-2 0,0 0 2 0,0 0-5 16,0 0-6-16,0 0-2 0,0 0-11 0,41 2 7 15,-6-4 12-15,17 2 2 0,9 0-4 0,31-5-78 16,-28 1-40-16,45-2 0 0,-2-1 0 0,8 3 0 16,7-4 0-16,9 2 0 0,2-2 0 0,1 1 0 15,-2 0 0-15,-11 0 0 0,-9 6 0 0,-14-1 0 16,-32 3 0-16,-4-5 0 0,-11 3 0 0,-13 0 0 15,-2-2 0-15,-10-1 0 0,-7 3 0 0,-4 1 0 0,-3-3 0 16,-5 1 0-16,1 2 0 0,-2-1 0 16,-1-1 0-16,1 0 0 0,-6 2 0 0,7-1 0 15,-7 1 0-15,5-1 0 0,-5 1 0 0,0 0 0 0,7-3 0 16,-7 3 0-16,0 0 0 0,0 0 0 0,6-1 0 16,-6 1 0-16,0 0 0 0,0 0 0 15,0 0 0-15,0 0 0 0,6 4-31 0,-6-4-222 16,0 0-46-16,0 0-57 0,0 0-50 0,2 3-29 0,-2-3-33 15,0 0-47-15,-8 6-390 0,4-3-981 0,-2-2 435 16</inkml:trace>
  <inkml:trace contextRef="#ctx0" brushRef="#br0" timeOffset="291287.0122">22703 14632 295 0,'0'0'299'0,"0"0"-4"0,0 0 6 0,0 0 6 0,0 0 17 15,0 0 6-15,0 0 14 0,0 0 6 16,0 0 1-16,0 0 3 0,0 0-1 0,0 0 0 15,-13-7-6-15,13 7-6 0,0 0-5 0,-10 1 1 16,10-1-2-16,-7-1-11 0,1 0-12 0,1 0-3 0,-1-1-12 16,-3 0-12-16,4-2-4 0,-2 1-12 0,-2-2-107 15,-1-2-162-15,1 1 0 0,-2-1 0 16,-4-7 0-16,-1 4 0 0,1-2 0 0,2-3 0 0,-9-3 0 16,3-2 0-16,5 4 0 0,1-4 0 0,-3-4 0 15,3 2 0-15,2-2 0 0,0 0 0 0,6 0 0 16,0 0 0-16,1-1 0 0,4 6 0 15,4-6 0-15,0-2 0 0,2 3 0 0,1 6 0 0,0 1 0 16,3-1 0-16,2 3 0 0,3 2 0 0,-2-1 0 16,4 2 0-16,-1 2 0 0,2 1 0 0,-1 3 0 15,1-3 0-15,-2 3 0 0,1 4 0 0,-4 1 0 16,-1 1 0-16,1 0 0 0,5 2 0 0,-6 2 0 16,-2 3 0-16,1-2 0 0,-2 1 0 0,-1 4 0 15,2-1 0-15,-6 2 0 0,1 3 0 0,-5 0 0 16,2 2 0-16,-4 2 0 0,-3-1 0 0,-4 0 0 15,2 1 0-15,-10 3 0 0,5-5 0 0,-8 4 0 16,-2-4 0-16,1 0 0 0,4-4 0 0,-5-2 0 16,-2 1 0-16,6-3 0 0,-2-3 0 0,4 1 0 0,-2-1 0 15,6-1 0-15,1-3 0 0,4 0 0 0,-1 0 0 16,0-1 0-16,2 2 0 0,6-2 0 16,-10-2 0-16,10 2 0 0,-7-2 0 0,7 2 0 15,-6-1 0-15,6 1 0 0,0 0 0 0,0-4 0 0,0 4 0 16,0 0 0-16,11-4-483 0,0 5-136 0,3 1-53 15,0 1-398-15,6-1-1159 0,2 3 513 0</inkml:trace>
  <inkml:trace contextRef="#ctx0" brushRef="#br0" timeOffset="291738.5626">22937 14518 32 0,'1'-7'494'0,"1"4"26"0,-2 3 19 15,-2-7 1-15,2 7-10 0,0-6-22 0,0 6-5 16,0-4-12-16,-4 0-19 0,4 0-11 0,0 4-21 16,0 0-19-16,-1-7-28 0,1 7-27 0,0 0-23 15,-4-3-26-15,4 3-31 0,0 0-25 0,0 0-30 16,0 0-188-16,0-4-43 0,0 4 0 0,0 0 0 15,0 0 0-15,0 0 0 0,0 0 0 0,0 0 0 16,0 0 0-16,4 18 0 0,-4-7 0 0,0 1 0 16,0-2 0-16,4 6 0 0,-4-2 0 0,1 6 0 15,-1-4 0-15,0-1 0 0,2 2 0 0,0-1 0 16,-2 0 0-16,0 3 0 0,0-2 0 0,0 1 0 16,-4-7 0-16,4 5 0 0,0-4 0 0,-4-1 0 15,3-2 0-15,-1 2 0 0,0-1 0 0,2-2 0 16,-2-2 0-16,2 1 0 0,-3-2 0 0,2 0 0 15,1-1 0-15,0 0 0 0,0 1 0 0,0-5 0 16,0 6 0-16,0-6 0 0,0 5 0 0,0-5 0 16,0 0 0-16,0 0 0 0,0 0 0 0,0 0 0 15,-2 2 0-15,2-2-141 0,0 0-225 0,0 0-46 16,0 0-41-16,0 0-37 0,0 0-51 0,0-18-32 16,-2 13-297-16,-2 1-941 0,-1-2 416 0</inkml:trace>
  <inkml:trace contextRef="#ctx0" brushRef="#br0" timeOffset="292139.0165">22872 14501 166 0,'0'-4'385'0,"0"4"9"15,0-11 0-15,1 5-5 0,-1 1 6 0,-1 1 4 16,2 1 4-16,-2-2 0 0,1 5-4 0,1-7-15 15,0 3-6-15,-1-1-16 0,3 2-25 0,1-1-12 16,-2 0-29-16,2-1-33 0,0 1-21 0,1 0-19 16,3 2-17-16,0 0-27 0,3-2-9 0,0 0-17 15,8 1-13-15,-7 3-8 0,2-1-2 0,4 2-11 16,-5-1-17-16,0 3 3 0,0-3-4 0,-1 3-17 16,1-1-51-16,-3 1-33 0,-1 1 0 0,1 0 0 15,-3 0 0-15,1 1 0 0,-3 0 0 0,0 0 0 16,-3 0 0-16,-1 1 0 0,1 0 0 0,-5 4 0 15,-2-2 0-15,-2 3 0 0,-4-5 0 0,-8 5 0 16,4-2 0-16,-2 1 0 0,-1-2 0 0,-2 0 0 16,-2-1 0-16,4-3 0 0,-1 0 0 0,2 1 0 15,3-3 0-15,4 1 0 0,-1-2 0 0,4-1 0 16,2 1 0-16,5-1 0 0,0 0 0 0,-10-2 0 16,10 2 0-16,0 0 0 0,0 0-14 0,9-10-403 15,-3 8-68-15,6 0-60 0,4 0-59 0,2-1-417 16,2-2-1107-16,9 1 490 0</inkml:trace>
  <inkml:trace contextRef="#ctx0" brushRef="#br0" timeOffset="292638.5296">23515 14314 113 0,'1'-5'388'0,"0"1"11"0,1-1 4 16,-2-1 9-16,1 1 4 0,1-1 4 0,1 1 1 15,-2-1-5-15,1 2-2 0,1-1-4 16,1 1 4-16,-2-1-20 0,0 1-14 0,4-2-8 0,-3 1-23 16,1 2-19-16,2 0-28 0,-3-4-28 0,3 4-22 15,4-2-22-15,-2 2-25 0,1-2-21 0,0 1-20 16,5 1-35-16,0 0-129 0,4 1 0 0,-1 2 0 15,2 0 0-15,-1 0 0 0,1 0 0 0,-1 3 0 16,0-1 0-16,-1 2 0 0,1 4 0 16,-7-5 0-16,0 4 0 0,1 2 0 0,-2-2 0 0,-4 3 0 15,1-2 0-15,-1 3 0 0,-5-2 0 0,-1 3 0 16,0 0 0-16,-6 3 0 0,-2-3 0 0,-6 5 0 16,-5 2 0-16,-3-3 0 0,-1 0 0 0,-5-1 0 15,-1-1 0-15,-2 0 0 0,-1-4 0 0,0 0 0 16,1-2 0-16,3-3 0 0,7-2 0 0,3-3 0 15,0 2 0-15,3-1 0 0,3-2 0 0,0-2 0 16,1 0 0-16,2-2 0 0,0-2 0 0,5-4 0 16,-1 0 0-16,4-1 0 0,1-6 0 0,1 0 0 15,4 1 0-15,3 2 0 0,0-3 0 0,2 1 0 16,3 2 0-16,0 1 0 0,0 2 0 0,4 0-206 16,1 1-315-16,-1 4-55 0,2-2-31 0,1 1-441 15,-2 2-1133-15,0 0 502 0</inkml:trace>
  <inkml:trace contextRef="#ctx0" brushRef="#br0" timeOffset="293006.4273">23676 14132 239 0,'-3'-5'409'16,"1"0"54"-16,-2-1 37 0,0 1 19 0,2-1 17 0,0-1 19 16,0 2 0-16,-1-2 4 0,-1 3-5 0,4-1-17 15,-1-1-17-15,0 3-29 0,1 3-22 16,-3-4-34-16,3-1-14 0,0 5-41 0,-1-4-331 15,1 4-49-15,0 0 0 0,-3-4 0 0,3 4 0 0,0 0 0 16,0 0 0-16,0 0 0 0,0 0 0 0,0 0 0 16,7 17 0-16,-5-8 0 0,5 7 0 15,2 9 0-15,-1-2 0 0,-2 1 0 0,-1 6 0 16,1-4 0-16,-1 6 0 0,-1-2 0 0,-1 0 0 0,-2 2 0 16,0 1 0-16,0 0 0 0,1-3 0 15,-4 2 0-15,5-2 0 0,-7 3 0 0,3-4 0 16,-3-3 0-16,0-1 0 0,2-4 0 0,-1-3 0 15,-1-2 0-15,3 2 0 0,0-3 0 0,-2-3 0 0,3-5 0 16,0 4 0-16,1-5 0 0,-1 1 0 0,0-3 0 16,-1 0 0-16,1 0 0 0,0-4 0 15,-1 7 0-15,1-7 0 0,0 0 0 0,2 2 0 16,-2-2 0-16,0 0 0 0,11-7 0 0,-5 3 0 0,-2-1 0 16,-2 1-476-16,2-3-147 0,0 2-52 0,-1-6-395 15,1 4-1159-15,-1-4 513 0</inkml:trace>
  <inkml:trace contextRef="#ctx0" brushRef="#br0" timeOffset="293475.841">24031 14427 312 0,'0'-4'465'0,"4"1"9"0,-3-1 3 15,-1 1-15-15,4-1-25 0,-4 4-23 0,0 0-17 16,1-5-35-16,-1 5-23 0,0 0-30 0,0-3-27 16,0 3-34-16,0 0-23 0,0 0-32 0,0 0-17 15,-14 6-13-15,7-2-16 0,4 0-16 0,-5 3-10 16,-2 0-15-16,1 2-9 0,0-1-12 0,2 1-8 16,0-1-7-16,2 0 5 0,0 1-19 0,1-3-8 15,1-1-4-15,0-2 1 0,3 1-5 0,-3-1-4 16,1 1-6-16,2 0 1 0,0-4 8 0,1 5-14 15,3-3-2-15,-2 1 2 0,2-1-5 0,0 2 0 16,1-2 3-16,2 0 4 0,1 0-4 0,-4 1-1 16,1-1-2-16,0 1 0 0,3-1-4 0,0 3 2 15,-2 0 0-15,-1-2 1 0,0 0 0 0,-1 0 12 16,1 3-14-16,-1-2 3 0,1 1-5 0,-4 1 1 16,2-1-3-16,-2-1 2 0,-1 2-7 0,0-1 7 0,0 0-4 15,-4 0 7-15,3 0-3 0,-4 0-1 16,0-1-2-16,0 1-2 0,-4-1-2 0,1 2 1 0,-4-4-13 15,3 0-6-15,1 1-14 0,-5-2-10 16,4-1-11-16,-1 2-6 0,1-2-19 0,1 0-12 16,2 0-20-16,6 0-26 0,-13-2-25 0,13 2-33 15,-7-4-44-15,4 2-56 0,3 2-54 0,0 0-58 16,-6-6-61-16,8 2-374 0,-2 4-903 0,9-6 400 16</inkml:trace>
  <inkml:trace contextRef="#ctx0" brushRef="#br0" timeOffset="293909.4932">24490 14195 201 0,'0'-8'471'0,"-3"3"17"16,3-2 10-16,3 1 3 0,-6 0-11 0,3 2-11 16,0 0-11-16,0 0-10 0,0 4-13 0,3-6-18 15,-3 6-21-15,0 0-15 0,0-5-23 16,0 5-26-16,0-3-25 0,0 3-19 0,0 0-28 0,0 0-21 16,0 0-24-16,0 0-28 0,0 0-17 0,0 0-158 15,0 0-22-15,0 0 0 0,0 0 0 0,-3 16 0 16,3-8 0-16,3 0 0 0,-6 3 0 0,6 2 0 15,-2-3 0-15,2 5 0 0,-2 0 0 0,0 2 0 16,3-6 0-16,-4 6 0 0,1-1 0 0,-1-1 0 16,0-1 0-16,0 2 0 0,-1-5 0 0,2 2 0 15,-1 3 0-15,0-4 0 0,-1 1 0 0,1-2 0 16,-4 0 0-16,3-1 0 0,1-3 0 0,-1 0 0 16,1-1 0-16,-3 1 0 0,3-4 0 0,0 1 0 15,0 0 0-15,0-4 0 0,0 6-169 0,0-6-191 16,0 0-44-16,0 0-44 0,0 0-51 0,0 0-48 15,0 0-414-15,-4-17-1041 0,7 10 461 0</inkml:trace>
  <inkml:trace contextRef="#ctx0" brushRef="#br0" timeOffset="294375.3236">24354 14128 29 0,'-2'-5'413'0,"2"2"9"0,-2-2 15 16,-1 1-4-16,3 4-2 0,-4-6-9 0,3 3-7 15,1 3-14-15,-2-5-10 0,2 5-10 16,-1-5-10-16,1 5-18 0,0-6-16 0,0 6-15 0,0 0-12 16,1-2-26-16,-1 2-17 0,2-4-23 0,-2 4-26 15,7-5-25-15,-3 4-22 0,4-2-13 0,2 3-21 16,1-2-15-16,8 1-15 0,0 1-18 15,2 0 0-15,7 5-10 0,7 4-7 0,-2-2-8 0,2 4-35 16,0 3-29-16,1-1 0 0,0 1 0 0,-3 2 0 16,2 3 0-16,-8-2 0 0,-2 0 0 0,-7-6 0 15,-3 4 0-15,-1-1 0 0,-6-5 0 0,-1 5 0 16,-4-3 0-16,1 1 0 0,-6 4 0 0,-3-4 0 16,-6 3 0-16,0-1 0 0,-8 6 0 0,-3-4 0 15,-2 0 0-15,-6 1 0 0,-3-5 0 0,2 0 0 16,-1-1 0-16,4 0 0 0,1-4 0 0,0-2 0 15,10-2 0-15,5 0 0 0,1-3 0 0,3 1 0 16,0 2 0-16,3-2 0 0,5-1 0 0,-10 0 0 16,6 1 0-16,0 1 0 0,4-2 0 0,0 0 0 15,0 0 0-15,0 0 0 0,0 0 0 0,0 0 0 16,0 0-234-16,31-2-158 0,-22 4-55 0,4 1-55 16,-2-2-58-16,8 2-450 0,1 3-1093 0,-1-3 483 15</inkml:trace>
  <inkml:trace contextRef="#ctx0" brushRef="#br0" timeOffset="294741.3315">24960 14464 262 0,'5'-2'498'0,"-5"-2"37"0,0 4 20 0,7-2-5 16,-7 2-14-16,2-3-17 0,-2 3-18 0,0 0-28 15,0 0-28-15,3-2-34 0,-3 2-25 0,0 0-32 16,0 0-31-16,0 0-35 0,0 0-25 0,0 0-24 16,0 0-25-16,0 0-25 0,0 0-24 0,0 0-17 15,0 0-11-15,1 12 1 0,2-5-76 0,-3 2-62 16,1 2 0-16,2 1 0 0,-2 5 0 0,3 0 0 16,-1 1 0-16,0-1 0 0,-1 2 0 0,2 5 0 15,-2-5 0-15,0 0 0 0,-2 0 0 0,0-1 0 16,0-2 0-16,0 0 0 0,0 1 0 0,0-1 0 15,-1-4 0-15,0-2 0 0,-1 3 0 0,1-2 0 16,0 2 0-16,-1-5 0 0,1-1 0 0,0 2 0 16,1-2 0-16,-1-1 0 0,1-2 0 0,0-1 0 15,0-3 0-15,0 6 0 0,-2-3 0 0,2-3 0 16,0 0-313-16,0 0-113 0,0 0-54 0,0 0-49 16,0 0-38-16,-2-16-413 0,1 10-1060 0,-1-2 469 15</inkml:trace>
  <inkml:trace contextRef="#ctx0" brushRef="#br0" timeOffset="295207.721">24965 14444 122 0,'0'0'380'0,"-1"-7"-1"0,0 4 1 0,1 3 2 0,0-8-22 15,0 4-12-15,0-2-8 0,0 3-13 0,1-3-12 16,0 1-12-16,-1 0 0 0,3-1-2 0,-2 1-11 16,0 3-14-16,1-3-10 0,2 0-19 15,-2 0-11-15,1 4-25 0,1-4-17 0,1 2-18 16,1-1-25-16,0 3-15 0,5-2-9 0,0 2-15 16,1 1-10-16,0 0-10 0,6 1-13 0,-5 2-6 0,1 0-3 15,-4-2-14-15,4 3-5 0,-1-3 0 0,-4 3-10 16,4-1-3-16,-7 2-3 0,2 3-8 0,1-5 5 15,-4 3-9-15,0 1-1 0,-2-2-5 0,1 3 2 16,-4-2-2-16,-2 3 2 0,0-1 1 0,-5 0 2 16,1 0 1-16,-3-2 8 0,-4 4 0 0,-1-3 7 15,-3 0-4-15,0 0 1 0,1-3 7 0,-4 1 4 16,1-2 13-16,6-2 5 0,0 2 0 0,0 1 1 16,4-2 3-16,3 0-45 0,-3-1-23 0,5 0 0 15,4-1 0-15,-9 1 0 0,5 1 0 0,4-2 0 16,-6 0 0-16,6 0 0 0,0 0 0 0,0 0 0 15,-6 1 0-15,6-1-79 0,0 0-118 0,0 0-46 16,0 0-51-16,0 0-48 0,0 0-46 0,14 6-38 16,-10-4-51-16,2 0-34 0,-1 2-362 0,3-1-945 15,-2-2 418-15</inkml:trace>
  <inkml:trace contextRef="#ctx0" brushRef="#br0" timeOffset="297943.6686">24379 13791 20 0,'0'0'143'0,"0"0"-1"0,0 0 5 15,0 0 3-15,0 0-1 0,0 0-7 0,0 0-5 16,0 0-4-16,0 0-4 0,0 0-11 0,0 0-8 16,0 0-4-16,0 0-1 0,0 0-5 0,0 0 1 0,0 0-2 15,0 0-1-15,0 0 2 0,0 0 2 16,0 0 2-16,0 0 1 0,0 0 3 0,0 0 8 15,0 0 3-15,0 0-1 0,0 0 10 0,0 0-3 0,0 0 15 16,0 0-11-16,0 0 7 0,0 0 3 0,0 0-4 16,0 0-1-16,0 0-3 0,0 0 4 15,0 0-6-15,0 0 4 0,0 0 2 0,0 0 1 16,0 0-2-16,0 0-4 0,0 0 5 0,0 0-6 0,-8-5-2 16,8 5 2-16,0 0-4 0,0 0-4 0,0 0-3 15,0 0-7-15,0 0-5 0,0 0-15 0,0 0 1 16,0 0-16-16,0 0-3 0,0 0-8 0,15 3 2 15,-15-3-11-15,0 0 2 0,9 0-2 0,-9 0-4 16,9-3 2-16,-9 3 0 0,10 0 2 0,-10 0-2 16,9 0 5-16,-1 0 5 0,-3 0 4 0,4 0 3 15,-9 0 7-15,16 3 10 0,-4-6-10 0,-3 3 4 16,0-1-4-16,5 1-3 0,-2-1 0 0,-2 0-7 16,0 1-1-16,3-3-2 0,0 3-25 0,0-1-40 15,-1 1 0-15,1-3 0 0,-1 2 0 0,0 1 0 16,-1-1 0-16,0 1 0 0,0 0 0 0,-3 0 0 15,3-2 0-15,-3 2 0 0,1 0 0 0,-1-1 0 16,0 1 0-16,-1 0 0 0,1 0 0 0,-8 0 0 0,13 0 0 16,-8 0 0-16,3 0 0 0,-1 0 0 0,0-2 0 15,-7 2 0-15,14 2 0 0,-8-4 0 16,0 1 0-16,1 1 0 0,-1 0 0 0,3 0 0 0,-2 0 0 16,-1-2 0-16,4 2 0 0,-1 0 0 0,-2-2 0 15,4 0 0-15,-3 1 0 0,3-1 0 0,-2 1 0 16,1-4 0-16,2 3 0 0,-6 1 0 0,8-1 0 15,-1 2 0-15,-4 0 0 0,4 0 0 0,-4-1 0 16,2 1 0-16,1-1 0 0,-2 1 0 0,0-2 0 16,0 1 0-16,-2 1 0 0,2-3 0 0,0 3 0 15,-2-1 0-15,-1 1 0 0,0 0 0 0,0-1 0 16,0 1 0-16,1 0 0 0,1 0 0 0,1 0 0 16,0-3 0-16,-2 2 0 0,1 1 0 0,1-1 0 0,-1 1 0 15,3 0 0-15,-2 0 0 0,0 0 0 16,2-1 0-16,-1-1 0 0,-1 2 0 0,3 0 0 15,-1 0 0-15,-1 0 0 0,-1 0 0 0,3-1 0 0,-3 1 0 16,1-3 0-16,0 2 0 0,1 2 0 0,-1-2 0 16,-2 1 0-16,1 0 0 0,2-2 0 15,-2 1 0-15,0 2 0 0,-2-2 0 0,-8 1 0 16,10 0 0-16,-1-1 0 0,-4 0 0 0,3 1 0 0,2-1 0 16,2-2 0-16,-5 3 0 0,4 0 0 0,0-1 0 15,1 0 0-15,-1 0 0 0,0 0 0 0,2 1 0 16,-4-1 0-16,4-1 0 0,-3 2 0 0,-5-1 0 15,8 1 0-15,-8 0 0 0,4-1 0 0,-2 1 0 16,-7 0 0-16,12-2 0 0,-4 2 0 0,-8 0 0 16,9 0 0-16,-9 0 0 0,8 0 0 0,-8 0 0 15,0 0 0-15,9 0 0 0,-9 0 0 0,5 2 0 16,-5-2 0-16,0 0 0 0,0 0 0 0,7 0 0 16,-7 0 0-16,0 0 0 0,0 0 0 0,0 0 0 0,0 0 0 15,0 0 0-15,0 0 0 0,0 0 0 16,0 0 0-16,0 0 0 0,0 0 0 0,0 0 0 15,0 0 0-15,0 0 0 0,0 0 0 0,0 0 0 0,0 0 0 16,0 0 0-16,0 0-85 0,0 0-495 0,0 0-79 16,-16 4-486-16,11-2-1240 0,-4-2 549 0</inkml:trace>
  <inkml:trace contextRef="#ctx0" brushRef="#br0" timeOffset="299512.2838">26615 13718 179 0,'0'0'302'0,"-7"-5"-10"16,7 5-10-16,0 0-22 0,0 0-4 15,-2-4-21-15,2 4-9 0,0 0-14 0,0 0-12 16,0 0-12-16,0-5-13 0,0 5-11 0,0 0-4 0,0 0-9 16,0 0-1-16,0 0-24 0,0 0-6 0,0 0-7 15,0 0-13-15,0 0-10 0,0 0-9 0,0 0-7 16,0 0-10-16,0 0 4 0,0 0-3 15,0 0 2-15,0 0 1 0,0 0-2 0,0 0 0 0,0 0-1 16,0 0 6-16,0 0-5 0,0 0-4 0,0 0 1 16,0 0-4-16,0 0 2 0,0 0-6 0,0 0 0 15,0 0-7-15,0 0-5 0,0 0 0 0,0 0-2 16,0 0-3-16,0 0-1 0,0 0-4 0,0 0 1 16,0 0 0-16,0 0-1 0,0 0 1 0,0 0-4 15,0 0 2-15,0 0-6 0,0 0 1 0,0 0-3 16,0 0 0-16,0 0 5 0,0 0-7 0,0 0-3 15,0 0-3-15,0 0-3 0,0 0-1 0,0 0 1 16,0 0-2-16,0 0 1 0,0 0-3 0,0 0 1 16,0 0-2-16,0 0-3 0,0 0 4 0,0 0 3 15,0 0 5-15,0 0 5 0,0 0-3 0,0 0 5 16,0 0 1-16,0 0 4 0,0 0 1 0,0 0 6 16,0 0 0-16,0 0 5 0,0 0 2 0,0 0 4 15,0 0-2-15,0 0 0 0,0 0-1 0,0 0-4 16,0 0-1-16,0 0-2 0,0 0 0 0,0 0-2 15,0 0 0-15,0 0 2 0,0 0 0 0,0 0 5 0,0 0-6 16,0 0 4-16,0 0 3 0,0 0 4 0,0 0 6 16,0 0-3-16,0 0 4 0,0 0 2 15,0 0 2-15,0 0 1 0,0 0 0 0,0 0 3 0,0 0 3 16,0 0-9-16,0 0 11 0,0 0-15 0,0 0 1 16,0 0-10-16,0 0-8 0,0 0 3 0,13 1-8 15,-13-1 1-15,10-2-9 0,-5 2-1 0,3-1-2 16,-3 0-6-16,5 1 2 0,-1-1-4 0,0 2 4 15,4-2-2-15,-3 1-2 0,1-2-5 0,0 1 6 16,-3 1-1-16,1-1-3 0,-2 2 1 0,2-2 2 16,-1-1-11-16,-2-1 7 0,3 2-16 0,-1 1 16 15,0-1 10-15,-1-1-3 0,0 1 3 0,5-1 2 16,-8 2 0-16,3-1-4 0,-7 1 6 0,12 1-21 16,-8-3 0-16,-4 2 0 0,9-2 0 0,-9 2 0 15,0 0 0-15,5-1 0 0,-5 1 0 0,0 0 0 0,0 0 0 16,0 0 0-16,8 0 0 0,-8 0 0 15,0 0 0-15,0 0 0 0,0 0 0 0,0 0 0 16,0 0 0-16,0 0 0 0,0 0 0 0,0 0 0 0,0 0 0 16,0 0 0-16,0 0 0 0,0 0 0 0,0 0 0 15,0 0 0-15,0 0 0 0,0 0 0 16,0 0-2-16,0 0-112 0,0 0-52 0,0 0-42 0,0 0-40 16,0 0-48-16,1-4-48 0,-1 4-47 0,0 0-95 15,0 0-78-15,-5-9-332 0,4 6-969 0,1-3 428 16</inkml:trace>
  <inkml:trace contextRef="#ctx0" brushRef="#br0" timeOffset="300429.6018">27833 13428 120 0,'-10'-1'364'0,"10"1"-15"0,0 0-6 16,-3-2-7-16,3 2-18 0,-1-5-16 0,1 5-14 0,0 0-5 15,-4-2-9-15,4 2-5 0,-2-4-17 16,2 4-12-16,-3-4-8 0,3 4-5 0,-1-7-7 0,1 7 1 16,-4-5-6-16,3 3-3 0,1 2-1 0,-3-3 6 15,3 3-6-15,0-6-5 0,0 6-1 16,-2-4-10-16,2 4-3 0,2-6-7 0,-2 4-11 0,3-4-20 15,-3 6-18-15,2-5 2 0,1 1-14 0,-1 1-10 16,2-3-8-16,-1 3-19 0,1 1-3 0,2-1-11 16,0 1-2-16,1-2-17 0,-1 1-9 0,4-1-8 15,1 4 0-15,-1-1-5 0,3 1-6 0,-2 0-14 16,2 1-12-16,-2 1 0 0,1 0 0 0,-1 1 0 16,-2 0 0-16,0 0 0 0,-1 1 0 0,2 1 0 15,-5 1 0-15,3 0 0 0,-4-1 0 0,1 4 0 16,-1-2 0-16,0 2 0 0,-3-2 0 0,0 2 0 15,-1-3 0-15,-1 5 0 0,0-3 0 0,-3 4 0 16,-4-2 0-16,3 1 0 0,-4-2 0 0,0 1 0 16,-4 0 0-16,3 1 0 0,-6-3 0 0,4 2 0 15,2-3 0-15,0-3 0 0,3 0 0 0,1 0 0 16,1-2 0-16,0 1 0 0,0-1 0 0,2 0 0 16,3-2 0-16,-3 3 0 0,3-3 0 0,-5 2 0 15,5-2 0-15,0 0 0 0,0 0 0 0,0 0 0 16,0 0 0-16,0 0 0 0,0 0 0 0,21-5 0 15,-16 4 0-15,2 0 0 0,1 1 0 0,2 0 0 16,1 1 0-16,1 3 0 0,6 1 0 0,-5-1 0 16,4 3 0-16,-1 4 0 0,1 0 0 0,-2-4 0 15,-2 4 0-15,-4 0 0 0,0-1 0 0,-2-1 0 16,0 1 0-16,-1 1 0 0,-3-3 0 0,1 3 0 16,-2 0 0-16,-2-2 0 0,-2 2 0 0,0 4 0 0,-3-7 0 15,-5 6 0-15,-3 1 0 0,-1-4 0 0,0 2 0 16,-2-1 0-16,-1-1 0 0,-1-1 0 15,-4-1 0-15,-4-1 0 0,10-3 0 0,-6-2 0 16,3 0 0-16,6-2 0 0,1 0 0 0,-2 0 0 0,3-1 0 16,1 0 0-16,0 0 0 0,4 0 0 0,-1 0 0 15,7 0 0-15,-11-1 0 0,11 1 0 0,-5-1 0 16,5 1 0-16,0 0 0 0,-7-1 0 0,7 1 0 16,0 0 0-16,-5-3 0 0,5 3 0 0,0 0 0 15,1-4 0-15,-1 4 0 0,0 0 0 0,0 0 0 16,4-8-282-16,-1 6-114 0,-3 2-50 0,8 0-43 15,-8 0-50-15,8 0-35 0,-8 0-338 0,12 0-986 16,-6 0 437-16</inkml:trace>
  <inkml:trace contextRef="#ctx0" brushRef="#br0" timeOffset="302452.2031">28305 13934 250 0,'0'0'305'0,"0"0"-10"0,0 0-15 16,5 2-15-16,-5-2-13 0,0 0-10 0,0 0-16 15,4 0-3-15,-4 0-5 0,0 0 4 0,0 0-10 0,0 0-4 16,0 0-8-16,0 0-14 0,0 0 3 15,0 0-5-15,0 5 0 0,0-5 3 0,0 0-3 16,0 0-3-16,-4 6-6 0,-1-2-3 0,5-4-1 16,-4 3-2-16,3 1-4 0,-2-1-9 0,0 0 3 0,1 1 6 15,-2 0 1-15,-2 0-5 0,2-1-4 0,0 1-7 16,-2-1 7-16,-2 1-11 0,-2 1 2 16,-2 0-5-16,3 0-7 0,-2-1-5 0,-1 0-8 15,-2 1-7-15,3-1-3 0,-2 0-10 0,-5 0-2 0,0 3-7 16,2-2-73-16,0 0-21 0,1-4 0 0,1 2 0 15,1-2 0-15,0 3 0 0,-1-1 0 16,0 1 0-16,0-3 0 0,3 1 0 0,-6 0 0 16,7-2 0-16,-2 0 0 0,-2 0 0 0,7 1 0 0,-4 1 0 15,-1-2 0-15,1 2 0 0,-1-2 0 0,1-2 0 16,0 2 0-16,-1 0 0 0,2 0 0 0,-2 0 0 16,1 0 0-16,1 0 0 0,0-2 0 15,-2 2 0-15,3-1 0 0,0 1 0 0,-2 0 0 0,-1 0 0 16,3-4 0-16,-5 3 0 0,5-4 0 0,-5 3 0 15,5-1 0-15,-2 1 0 0,-1 1 0 0,1-1 0 16,0 1 0-16,0-1 0 0,1-1 0 0,0-1 0 16,-2 3 0-16,2-2 0 0,2 2 0 0,-2-2 0 15,0-1 0-15,2 3 0 0,-2-2 0 0,2 1 0 16,2 0 0-16,-3-2 0 0,-4 2 0 0,8-2 0 16,-3 2 0-16,3-2 0 0,-4 2 0 0,4-3 0 15,-4 1 0-15,3 1 0 0,-1 1 0 0,0-4 0 16,0 3 0-16,1-1 0 0,-1 0 0 0,-1-1 0 15,1 0 0-15,1 3 0 0,1-2 0 0,-3 1 0 16,3-1 0-16,-1 0 0 0,2-1 0 0,1 4 0 16,-1-2 0-16,0-1 0 0,1-2 0 0,0 1 0 15,1 3 0-15,-3-3 0 0,1-1 0 0,-3-1 0 16,6 5 0-16,-2-6 0 0,-2 2 0 0,4 1 0 16,-2-2 0-16,-3 1 0 0,2-1 0 0,3-2 0 15,-3 4 0-15,3-5 0 0,-2 2 0 0,-1-2 0 16,3 0 0-16,0 1 0 0,-2 2 0 0,3-2 0 15,0 1 0-15,0-2 0 0,-1 3 0 0,-3-1 0 16,4-4 0-16,0 6 0 0,4-5 0 0,-3 1 0 0,-1 4 0 16,0-1 0-16,0-1 0 0,4-1 0 15,-3 3 0-15,-1 0 0 0,0 0 0 0,3-3 0 16,-2 5 0-16,2-3 0 0,-2 1 0 0,3-2 0 16,-3 1 0-16,-1 1 0 0,4 1 0 0,-4-3 0 0,4 3 0 15,-2-5 0-15,2 5 0 0,-1-3 0 16,-1-2 0-16,2 2 0 0,0 0 0 0,0-1 0 15,0 0 0-15,0 0 0 0,-1 2 0 0,1-1 0 16,0 0 0-16,1-1 0 0,-1 2 0 0,0 0 0 0,1-2 0 16,1 0 0-16,-1 0 0 0,1 0 0 0,-3 2 0 15,4-2 0-15,-3 3 0 0,2-2 0 0,0-1 0 16,-2 1 0-16,5 1 0 0,-5-1 0 0,2 1 0 16,-2 1 0-16,1 1 0 0,-1 0 0 0,1 1 0 15,-1-1 0-15,1-1 0 0,0 1 0 0,-1 1 0 16,1-1 0-16,-1-2 0 0,1 3 0 0,0 0 0 15,-1-1 0-15,4 0 0 0,-2 2 0 0,-2-3 0 16,1 1 0-16,3 0 0 0,-2 3 0 0,1-3 0 16,-2 1 0-16,1 0 0 0,-2 1 0 0,4 0 0 15,-2-3 0-15,0 4 0 0,1-2 0 0,-2 0 0 16,1 1 0-16,-1-1 0 0,2 2 0 0,-2-3 0 16,1 1 0-16,1 2 0 0,0-2 0 0,-2 1 0 15,2-1 0-15,-1 2 0 0,2-2 0 0,0 2 0 16,-1-1 0-16,1 1 0 0,-2-1 0 0,3-1 0 15,-4 0 0-15,3 1 0 0,1 1 0 0,1-1 0 16,-5 1 0-16,3-1 0 0,1 1 0 0,-1-1 0 16,-2 2 0-16,2-2 0 0,-1 2 0 0,4-1 0 15,-5 1 0-15,2-1 0 0,2-1 0 0,-4 2 0 16,2-3 0-16,-3 1 0 0,3 2 0 0,-3 1 0 0,1-1 0 16,1 0 0-16,-7 1 0 0,12 0 0 15,-7-1 0-15,3 1 0 0,-8 0 0 0,10 0 0 16,-1-1 0-16,-4 1 0 0,3-2 0 0,-3 5 0 0,5-3 0 15,-1 1 0-15,-2 0 0 0,-1 0 0 0,1 0 0 16,0-1 0-16,2 3 0 0,-2-1 0 0,-1-1 0 16,3 1 0-16,1 0 0 0,-2-2 0 15,-3 3 0-15,4-2 0 0,-3-1 0 0,1 2 0 0,-1 0 0 16,3 0 0-16,-3-1 0 0,3 3 0 0,-5-3 0 16,4 0 0-16,-2 3 0 0,1-3 0 0,0 3 0 15,2 2 0-15,0-4 0 0,-4 2 0 16,3-2 0-16,-3 0 0 0,1 1 0 0,-1 3 0 0,2-3 0 15,-3 0 0-15,1 0 0 0,0 1 0 0,1 0 0 16,1-1 0-16,-1 2 0 0,-1 0 0 0,3 1 0 16,-2-1 0-16,2 0 0 0,-2 1 0 0,1-1 0 15,-2 1 0-15,2-1 0 0,-3-2 0 0,4 5 0 16,-3-2 0-16,2-2 0 0,-2 4 0 0,-2-3 0 16,1-1 0-16,0 2 0 0,1-3 0 0,-3 2 0 15,1-1 0-15,1 3 0 0,-1-2 0 0,1 0 0 16,-1 0 0-16,-1 1 0 0,2 1 0 0,-2-2 0 15,-1 1 0-15,3 0 0 0,0 2 0 0,-3-3 0 16,3 4 0-16,-1-2 0 0,-1-1 0 0,2 2 0 16,-1-3 0-16,-1 3 0 0,0 1 0 0,1-2 0 15,0 0 0-15,-2 0 0 0,1-2 0 0,0 1 0 0,-1 1 0 16,2-3 0-16,-1 1 0 0,-2 1 0 16,0 0 0-16,0-1 0 0,4-1 0 0,-4 2 0 15,0-2 0-15,0 0 0 0,4-1 0 0,-3 2 0 16,-1-1 0-16,0 1 0 0,3-1 0 0,-2 1 0 0,-2 0 0 15,2 1 0-15,-1 1 0 0,3-4 0 16,-3 2 0-16,0 1 0 0,0 1 0 0,0-4 0 16,0 4 0-16,0-1 0 0,0-2 0 0,0 1 0 0,0-1 0 15,-3-1 0-15,3-3 0 0,0 9 0 0,0-6 0 16,0 2 0-16,0-5 0 0,3 6 0 0,-3-1 0 16,0-5 0-16,0 6 0 0,0-4 0 15,-3 4 0-15,3-1 0 0,0 0 0 0,0-2 0 0,0-3 0 16,0 9 0-16,0-6 0 0,0 3 0 0,0-1 0 15,-1 0 0-15,1 0 0 0,0-1 0 0,0 4 0 16,-3-5 0-16,3 1 0 0,-1-1 0 0,-2 3 0 16,2-4 0-16,1-2 0 0,-1 8 0 0,1-2 0 15,-3 0 0-15,1-5 0 0,-1 4 0 0,2 1 0 16,1 0 0-16,0-1 0 0,-4 0 0 0,4 0 0 16,-1 1 0-16,-2-2 0 0,3 1 0 0,-3 0 0 15,3-1 0-15,-2 0 0 0,0 1 0 0,0-1 0 16,2-4 0-16,-5 6 0 0,5-3 0 0,-5 0 0 15,5 0 0-15,0-3 0 0,-2 6 0 0,0-2 0 16,1-1 0-16,-1 0 0 0,2-3 0 0,-2 3 0 16,2-3 0-16,-4 4 0 0,4-4 0 0,-1 4 0 15,-1-2 0-15,2-2 0 0,-2 4 0 0,2-4 0 16,-2 4 0-16,2-4 0 0,-4 8 0 0,1-8 0 16,1 4 0-16,2-4 0 0,-5 5 0 0,3-3 0 0,2-2 0 15,-3 5 0-15,3-5 0 0,-4 4 0 0,1-3 0 16,1 2 0-16,-1 0 0 0,3-3 0 15,-4 7 0-15,2-5 0 0,-1 0 0 0,3-2 0 16,-7 5 0-16,4-3 0 0,-1 0 0 0,-1 0 0 0,1 1 0 16,-1 1-318-16,-3-1-392 0,2 0-485 0,-4-2-1292 15,-2-1 572-15</inkml:trace>
  <inkml:trace contextRef="#ctx0" brushRef="#br0" timeOffset="345791.5632">1294 14801 218 0,'0'0'388'0,"0"-6"-1"0,0 6-11 0,0-4 2 0,0 4-11 16,0-5-9-16,0 5-9 0,0-5-11 0,0 5-12 15,0 0-11-15,0-5-19 0,0 5-10 0,-4-3-17 16,4 3-13-16,0 0-17 0,0 0-14 0,0 0-10 16,0 0-12-16,0-7-18 0,0 7-13 0,0 0-9 15,0 0-18-15,0 0-9 0,0 0-22 0,0 0 2 16,0 0-21-16,0 0-15 0,0 0-5 0,0 0-11 15,0 0-4-15,4 13-6 0,-1-6 5 0,-2 2-11 16,-1 3-3-16,3-3 10 0,-3 9-8 0,1 0-5 16,-1-1 4-16,0 2-6 0,0 0-3 15,0 0-10-15,1 0 6 0,-1 1-5 0,0-2-7 0,0 3 2 16,-1-3-2-16,0 1-1 0,-2-2 4 0,-1-1-11 16,4-1-1-16,-1-2-3 0,-3-3-5 0,4 0 0 15,0-3 10-15,-1 1-12 0,1-2 4 0,-3 0 12 16,3-1-7-16,0-1 9 0,0 0-12 0,-1 0 0 15,1-4 2-15,-3 5-3 0,2-2 11 0,1-3-2 16,0 0 24-16,-5 3 21 0,5-3-15 0,-4 3-46 16,4-3 0-16,0 0 0 0,0 0 0 0,-6-11 0 15,3 7 0-15,2-2 0 0,1-3 0 0,0 0 0 16,-3-1 0-16,3-2 0 0,0-5 0 0,0 1 0 16,-1-4 0-16,1-5 0 0,-3 6 0 0,3-7 0 15,-1 2 0-15,1-1 0 0,0-1 0 0,0 7 0 16,1-8 0-16,-1 7 0 0,3 1 0 0,-3 4 0 15,4-2 0-15,0-1 0 0,-3 3 0 0,-1 5 0 16,4-3 0-16,-3 4 0 0,3 2 0 0,-4 0 0 16,4 2 0-16,-3-2 0 0,-1 2 0 0,0 2 0 15,0 3 0-15,1-3 0 0,-1 3 0 0,4-5 0 16,-4 5 0-16,0 0 0 0,0 0 0 0,9 7 0 16,-5-4 0-16,-1 3 0 0,3 3 0 0,-1 0 0 15,0 1 0-15,2 5 0 0,-1 0 0 0,0 0 0 16,2 0 0-16,-3 0 0 0,-1 3 0 0,2 0 0 15,-2-2 0-15,0-1 0 0,0 0 0 0,-2 2 0 16,1-7 0-16,-1 2 0 0,1 2 0 0,1-5 0 16,-2 2 0-16,1-1 0 0,0-2 0 0,-1 1 0 15,1-2 0-15,-1-1 0 0,1-1 0 0,-3 0 0 16,2-1 0-16,2 0 0 0,0-2 0 0,1-1 0 16,2-1 0-16,1 0 0 0,1-1 0 0,3-3 0 15,-2-1 0-15,-1-1 0 0,0-2 0 0,6-3 0 16,1 0 0-16,-2-2 0 0,-2 0 0 0,1-2 0 15,1 0 0-15,-1 1 0 0,1-1 0 0,-2 2 0 0,-1-2 0 16,1 4 0-16,-1-1 0 0,-6 3 0 16,4 1 0-16,-5 1 0 0,0 0 0 0,1 4 0 15,-5 0 0-15,4-1 0 0,-3 2 0 0,-1 2 0 16,4-3 0-16,-4 3 0 0,0-6 0 0,0 6 0 16,0 0 0-16,0 0 0 0,0 0 0 0,0 0 0 15,9 13 0-15,-9-8 0 0,1 6 0 0,-1-1 0 16,4 3 0-16,-3 5 0 0,3 0 0 0,0-2 0 15,0 2 0-15,-4-1 0 0,4 1 0 0,-3 0 0 16,0 0 0-16,3-1 0 0,-3 2 0 0,2-1 0 0,-2 2 0 16,2-3 0-16,-2-1 0 0,-1 1 0 0,0 0 0 15,4-8 0-15,-4 4 0 0,0-3 0 0,0 0 0 16,-3-3 0-16,6 0 0 0,-3-1 0 16,0-1 0-16,0 1 0 0,0-4 0 0,0-2 0 15,-3 5 0-15,3-5 0 0,3 4 0 0,-3-4-124 0,0 0-223 16,0 0-72-16,0 0-67 0,0 0-73 0,5-14-64 15,0 5-317-15,-1 3-1016 0,5-5 450 16</inkml:trace>
  <inkml:trace contextRef="#ctx0" brushRef="#br0" timeOffset="346095.559">1923 15086 200 0,'0'0'505'0,"0"-6"20"15,0 6 8-15,0-4-3 0,0 4-11 0,0-5-6 0,0 5-22 16,0 0-18-16,1-5-18 0,-1 5-25 16,0 0-30-16,0 0-31 0,0-4-31 0,0 4-31 0,0 0-31 15,0 0-31-15,0 0-22 0,0 0-29 0,0 0-19 16,0 0-18-16,0 0-14 0,0 0-18 0,0 18-60 16,0-11-65-16,0 0 0 0,0 1 0 15,4 1 0-15,-4 2 0 0,0-1 0 0,-4 1 0 16,4 0 0-16,4-2 0 0,-4 2 0 0,0-5 0 0,-4 4 0 15,4-5 0-15,0 4 0 0,0-5 0 16,0 0 0-16,4 0 0 0,-4-4 0 0,-4 5 0 16,4-5 0-16,-1 5-192 0,1-5-110 0,0 0-54 15,0 0-41-15,0 0-33 0,5-17-42 0,-5 6-60 16,0 1-387-16,0-4-995 0,0-4 441 0</inkml:trace>
  <inkml:trace contextRef="#ctx0" brushRef="#br0" timeOffset="346306.5586">1955 14924 236 0,'0'0'320'16,"0"0"5"-16,0-5-4 0,0 5-11 0,0 0-12 15,0 0-28-15,0 0-33 0,0 0-34 0,0 0-11 0,0 0-18 16,0 0-21-16,0 0-20 0,0 0-55 0,0 0-51 16,0 0-45-16,6 12-57 0,-2-4-54 15,2 0-60-15,1-1-48 0,-2-1-202 0,3 2-474 16,-1 0 210-16</inkml:trace>
  <inkml:trace contextRef="#ctx0" brushRef="#br0" timeOffset="346560.0378">2085 15066 93 0,'0'0'341'0,"0"0"20"0,0 0 30 0,-2-12 16 16,2 12 14-16,0 0 14 0,-5-6-1 0,5 6-4 15,0-4-7-15,0 4-21 0,0 0-15 0,0 0-16 16,-3-3-33-16,3 3-35 0,0 0-20 0,0 0-29 0,0 0-20 15,0 0-19-15,0 0-20 0,14 13-23 16,-9-6-13-16,3 1-13 0,2 0-17 0,-5 1-8 16,5 0-21-16,4 3-2 0,-1 0-12 0,-1 1-6 15,-2-4-11-15,-1 2-4 0,5 1-29 0,-3 1-27 16,0 0-20-16,-4-4-22 0,2 0-17 0,-2-1-25 0,0 0-21 16,-1 1-26-16,-1-5-20 0,1 2-17 15,0 2-16-15,1-4-20 0,-2 1-30 0,1-2-17 16,3 0-41-16,-5-1-33 0,5 0-22 0,-9-2-22 15,10 0-25-15,-10 0-13 0,10-8-14 0,-6 4-251 16,0-2-716-16,0-3 317 0</inkml:trace>
  <inkml:trace contextRef="#ctx0" brushRef="#br0" timeOffset="346860.5374">2323 15105 72 0,'0'-7'234'16,"0"1"35"-16,0 0 25 0,0 0 19 0,-4 0 17 15,4 0 22-15,1 0 22 0,-2 3 18 0,1 3 18 16,1-7 4-16,-1 7 5 0,0-8-4 0,3 7-4 0,-3 1-16 15,0 0-16-15,-4-5-24 0,4 5-18 0,0 0-11 16,0 0-7-16,0 0-11 0,-15 9-19 16,7-2-14-16,0 0-13 0,-3 3-20 0,-1 2-237 15,1 0-5-15,-1 2 0 0,-5 5 0 0,2-3 0 16,-1 3 0-16,-3 1 0 0,-2 1 0 0,2-2 0 0,-1 0 0 16,0 1 0-16,1-1 0 0,1-3 0 15,3-1 0-15,4-1 0 0,-2 1 0 0,4-7 0 16,1 2 0-16,-1-4 0 0,4 1 0 0,-3-3 0 15,2 1 0-15,3-2 0 0,-3 2 0 0,5-2 0 0,-2-1 0 16,1 1 0-16,2-3 0 0,-5 4 0 16,5-4 0-16,0 0 0 0,-4 1 0 0,4-1 0 15,0 0 0-15,0 0 0 0,0 0-17 0,9-10-431 16,-7 5-45-16,5 1-50 0,-1-4-58 0,3 1-415 0,1-1-1098 16,-2 0 485-16</inkml:trace>
  <inkml:trace contextRef="#ctx0" brushRef="#br0" timeOffset="354951.3947">2636 14813 247 0,'0'-6'425'0,"2"3"13"0,-2 3-5 0,-2-9-3 15,2 6-1-15,2-2-5 0,-2 0-6 0,0 0-13 16,2-1-14-16,-2 3-14 0,0-4-17 0,1 1-19 16,0 2-12-16,1 0-15 0,-2-2-16 0,1 3-17 15,-1-2-17-15,0 5-15 0,0-7-18 0,0 7-16 16,0-4-20-16,0 4-19 0,0-3-17 0,0 3-17 15,0 0-15-15,0 0-34 0,0 0-93 0,0 0 0 16,0 0 0-16,0 14 0 0,-1-4 0 0,-1 4 0 16,1 3 0-16,-4 7 0 0,0 1 0 0,0 4 0 15,1-1 0-15,3 3 0 0,-4-3 0 0,-2 3 0 16,-3-3 0-16,6 1 0 0,2-1 0 0,-6-3 0 0,4-5 0 16,0-1 0-16,0-1 0 0,2-1 0 15,2-2 0-15,-3-2 0 0,2-2 0 0,2 2 0 16,-1-3 0-16,3-5 0 0,-3 1 0 0,0 1 0 15,0-4 0-15,2 3 0 0,-2-4 0 0,0-2 0 0,0 0 0 16,0 5-85-16,0-5-310 0,0 0-59 0,0 0-41 16,-10-13-41-16,6 8-39 0,-2 0-368 0,-3-2-1019 15,0-1 451-15</inkml:trace>
  <inkml:trace contextRef="#ctx0" brushRef="#br0" timeOffset="355938.5576">2434 15094 9 0,'-2'-3'231'0,"-1"-1"26"0,2 3 17 15,1 1 18-15,-4-7 21 0,0 3 13 0,3 0 24 16,1 4 15-16,-4-3 17 0,4 3 13 0,-1-3 3 16,1 3-3-16,-4-3-2 0,4 3-6 0,0 0-9 15,-1-4-14-15,1 4-27 0,0 0-11 0,0 0-34 16,0 0-27-16,5-4-26 0,1 2-23 0,0 0-23 16,5 0-21-16,1 1-27 0,6-2-3 0,1 2-15 15,1 1-10-15,0-2-13 0,3 2-97 0,5-1-7 16,-7 1 0-16,2 0 0 0,-2 0 0 0,-1 1 0 15,-3-1 0-15,3 0 0 0,-8 0 0 0,0 0 0 16,1 2 0-16,-2-2 0 0,2-2 0 0,-4 2 0 16,-3 0 0-16,2 0 0 0,-3-1 0 0,-5 1 0 15,10 0 0-15,-10 0 0 0,7 0 0 0,-7 0 0 16,0 0 0-16,6 0 0 0,-6 0 0 0,8 1 0 16,-8-1 0-16,0 0 0 0,0 0 0 0,0 0 0 15,0 0 0-15,4 2 0 0,-4-2 0 0,1 5 0 16,-1-1 0-16,1 0 0 0,-1-4 0 0,0 9 0 15,0-4 0-15,0 1 0 0,3 4 0 0,-2-3 0 16,-1 4 0-16,0-3 0 0,0 2 0 0,0 0 0 16,0-1 0-16,0 0 0 0,0-1 0 0,0 3 0 15,-1-4 0-15,2 3 0 0,-1-3 0 0,0-2 0 16,0 3 0-16,3-3 0 0,-2 0 0 0,0-2 0 16,2 1 0-16,-2-1 0 0,4 0 0 0,-1-1 0 15,-4-2 0-15,11-4 0 0,-3 2 0 0,-1-2 0 16,3-1 0-16,-1 0 0 0,-2-2 0 0,2-3 0 15,0 4 0-15,-1-3 0 0,0 2 0 0,-1-1 0 16,2 1 0-16,-2 0 0 0,-1 2 0 0,-1 0 0 16,-1 2 0-16,2-1 0 0,-5 2 0 0,2-2 0 0,1 2 0 15,-3-1 0-15,-1 3 0 0,4-3 0 16,-4 3 0-16,1-4 0 0,-1 4 0 0,0 0 0 16,0 0 0-16,0 0 0 0,0 0 0 0,0 0 0 15,0 0 0-15,0 0 0 0,8 8 0 0,-8-4 0 0,1 1 0 16,4 1 0-16,-1 0 0 0,0 0 0 0,4 1 0 15,-3 0 0-15,0 1 0 0,1-3 0 16,2 4 0-16,-3-3 0 0,3 0 0 0,-3 0 0 16,6-3 0-16,-4 1 0 0,-3-2 0 0,1 1 0 0,1-1 0 15,-1-2 0-15,-5 0 0 0,12-6 0 0,-6 3 0 16,4-4 0-16,-3-1 0 0,-3 1 0 16,2-5 0-16,-1 2 0 0,-2 1 0 0,-1-1 0 15,2 1 0-15,-3-1 0 0,3 4 0 0,-4 0 0 0,1 0 0 16,2 1 0-16,-2 2 0 0,-1-3 0 0,0 6 0 15,0-4 0-15,0 4 0 0,2-5 0 0,-2 5 0 16,2-3 0-16,-2 3 0 0,0 0 0 0,1-4 0 16,-1 4 0-16,0 0 0 0,0 0 0 0,0 0 0 15,0 0 0-15,0 0 0 0,0 0 0 0,0 0 0 16,0 0 0-16,0 0 0 0,16 3 0 0,-9-3 0 16,2 1 0-16,4 0 0 0,0 1 0 0,-3-2 0 15,3 3 0-15,0-1 0 0,-3 0 0 0,3-1 0 16,-3 2 0-16,1 0 0 0,-4-1 0 0,0 0 0 15,0 1 0-15,-3 0 0 0,3-1 0 0,-2 2 0 16,1 1 0-16,-3-1 0 0,0 0 0 0,-2 1 0 16,-1 1 0-16,2 0 0 0,-4 2 0 0,0-1 0 15,0-2 0-15,-1 4 0 0,0-2 0 0,-1 1 0 16,1-4 0-16,1 4 0 0,-2-2 0 0,3-2 0 16,0 3 0-16,1-3 0 0,-2 0 0 0,2 2 0 15,3-3 0-15,3-1 0 0,1 3 0 0,-1-3 0 16,1 2-124-16,5-2-77 0,-4 1-37 0,0-3-36 15,-1 0-44-15,2-2-42 0,-1 2-47 0,-3-2-52 16,0-1-51-16,4-1-374 0,-4 0-956 0,-1-1 423 16</inkml:trace>
  <inkml:trace contextRef="#ctx0" brushRef="#br0" timeOffset="356469.0807">3531 15175 22 0,'5'-3'433'0,"-5"3"11"0,0 0 19 0,0 0 7 0,4-3-5 16,-4 3-8-16,2-3-15 0,-2 3-19 0,0 0-13 16,0 0-22-16,1-3-20 0,-1 3-21 0,0 0-25 15,0 0-26-15,0 0-19 0,0 0-22 16,0 0-28-16,0 0-22 0,0 0-20 0,3-4-24 0,-3 4-11 16,0 0-11-16,0 0-21 0,0 0-13 0,0 0-10 15,0 0-13-15,0 0-4 0,0 0-9 0,10 5-2 16,-4-4-9-16,1-1-2 0,-2 1-1 0,2 1-5 15,-7-2-41-15,20 0-9 0,-8-3 0 0,4 2 0 16,-1-2 0-16,-1 0 0 0,3-4 0 16,0 1 0-16,-2-1 0 0,-2 2 0 0,-4-2 0 15,1 0 0-15,1 0 0 0,-2 2 0 0,-1-1 0 16,0-2 0-16,-5 3 0 0,1 0 0 0,-1-1 0 0,-2 0 0 16,-1 1 0-16,0 1 0 0,-2-1 0 0,-2 2 0 15,-1-3 0-15,-2 3 0 0,0 2 0 0,-5 0 0 16,-1 1 0-16,1 1 0 0,-5 3 0 15,-1 3 0-15,-1 0 0 0,-4 6 0 0,5-1 0 16,2 1 0-16,-1-1 0 0,3 4 0 0,2-3 0 0,2 2 0 16,2-5 0-16,5 1 0 0,0 1 0 0,2-2 0 15,2 3 0-15,3-1 0 0,2-2 0 0,3-2 0 16,0 1 0-16,6-1 0 0,-3-4 0 0,7 4 0 16,0-6 0-16,3 1 0 0,0-3 0 0,-3-3 0 15,4 1 0-15,-1-3 0 0,-3 1 0 0,-1-1 0 16,0-2 0-16,-2 0 0 0,-3 1 0 0,1 1 0 15,-5-1 0-15,0 1 0 0,1 0 0 0,-5 1 0 16,2 0 0-16,-5 0 0 0,2-1-211 0,0 1-139 16,-4 2-68-16,0 2-54 0,-8-3-71 0,8 3-51 15,-13 0-341-15,3 0-1010 0,0 3 446 0</inkml:trace>
  <inkml:trace contextRef="#ctx0" brushRef="#br0" timeOffset="357387.0761">4806 14936 9 0,'3'-6'315'0,"-2"0"0"0,3 0-6 0,-3 0 11 16,3 0 2-16,-2 0 10 0,1 0 11 15,-2 1 4-15,0-1 10 0,-1-1 10 0,0 3-11 16,-1 0-5-16,1-3-5 0,-2 1-9 0,0 5-15 0,-1-6-8 16,1 4-27-16,1-1-26 0,-4 1-5 0,0 2-15 15,0-1-3-15,-8 1-10 0,4 2-7 0,0 2 0 16,-1 1-4-16,-2 2-9 0,-2 2-14 16,-4 3-8-16,4 0-115 0,-7 7-71 0,1 3 0 0,0 0 0 15,1 1 0-15,-3 0 0 0,4 1 0 0,-1 0 0 16,1 2 0-16,0-3 0 0,9-5 0 0,-2 0 0 15,3-2 0-15,3 0 0 0,1-3 0 16,1 0 0-16,6 1 0 0,1 0 0 0,5-2 0 0,6 1 0 16,2-4 0-16,5-1 0 0,6 1 0 0,2-1 0 15,0-1 0-15,-1-1 0 0,0-5 0 0,2 2 0 16,-10-2 0-16,-1-3 0 0,0-1 0 0,0 1 0 16,-4-3-28-16,-3 4-478 0,4-5-76 0,-6 2-70 15,1-3-419-15,-1 4-1159 0,-3-3 512 0</inkml:trace>
  <inkml:trace contextRef="#ctx0" brushRef="#br0" timeOffset="358439.2192">4980 15151 297 0,'0'0'353'0,"-3"-4"-8"0,3 4-16 0,0-4-6 15,0 4-6-15,-1-6-12 0,1 6-9 0,0-5-12 16,0 0-16-16,0 5-4 0,-1-4-10 0,1 4-12 16,0 0-7-16,0-4-7 0,0 4-5 0,0 0-5 15,1-7-7-15,-1 7-5 0,0-3-3 0,0 3-11 16,0-4-4-16,0 4-20 0,4-1 1 0,-4 1-11 15,1-4-12-15,-1 4-11 0,4-5-12 0,-4 5-9 16,8-3-16-16,-8 3-15 0,5-3-6 0,-5 3-3 16,5-1-7-16,-5 1-13 0,7-1-4 0,-7 1-7 15,9 0-1-15,-9 0-10 0,7 1-7 0,1 2 2 16,-2-2-5-16,-2 2 6 0,1 0-14 0,0 0 2 16,-2 0 1-16,2 1-3 0,0 0-5 0,-1 0 0 15,-1 3-13-15,1-1 9 0,-1 2 0 0,-2-1 4 16,0 0 0-16,-1 0-11 0,0 3 12 0,-1-2-4 15,0 3 2-15,-4-1-5 0,1-1 0 0,-4-2 4 16,1 3-5-16,-2-2-2 0,1-1 10 0,-2 2-2 16,1-2-9-16,0-4 5 0,0 0 0 0,4-1 2 15,-3-1 6-15,-1 1 4 0,4-1-4 0,5-1 1 16,-13-4-11-16,11 1 30 0,-2-2-4 0,0 1 23 16,0-4-5-16,4 0 0 0,-1-1 8 0,1 0-9 15,1-1 6-15,0-1-4 0,-1 2-4 0,3-3-37 0,2 3-6 16,-1 1 0-16,1 0 0 0,-1 2 0 15,1 0 0-15,0 0 0 0,-1 2 0 0,1 0 0 16,3 0 0-16,-3 1 0 0,4 2 0 0,-4-2 0 0,3 2 0 16,-1 1 0-16,1 1 0 0,-3 0 0 0,3 2 0 15,-2 1 0-15,-1-2 0 0,5 3 0 16,-3 2 0-16,-2-2 0 0,-1 1 0 0,0 0 0 16,1 0 0-16,-3 1 0 0,2 0 0 0,-3-2 0 15,2 1 0-15,2 4 0 0,-5-5 0 0,1 0 0 0,1 0 0 16,-1-1 0-16,2-2 0 0,-1 1 0 15,-2-3 0-15,0 7 0 0,0-7 0 0,1 2 0 16,-1-2 0-16,0 0 0 0,0 0 0 0,0 0 0 16,0 0 0-16,14-6 0 0,-9 3 0 0,2-2 0 0,-1-1 0 15,7 0 0-15,-5 1 0 0,1 1 0 0,-2-3 0 16,1 3 0-16,1-1 0 0,-1 3 0 0,2-4 0 16,-1 3 0-16,0 1 0 0,1-2 0 0,0 3 0 15,-3 1 0-15,0-2 0 0,2 4 0 0,-1-2 0 16,-2 1 0-16,-1 0 0 0,2 3 0 0,-2-2 0 15,0 2 0-15,-1-1 0 0,-2 1 0 0,2 0 0 16,-4 0 0-16,0 3 0 0,0-2 0 16,0-1 0-16,0 2 0 0,-1-2 0 0,0-1 0 0,1 1 0 15,-2 0 0-15,2-4 0 0,0 0 0 0,0 0 0 16,0 5 0-16,0-5 0 0,0 0 0 0,0 0 0 16,8-14 0-16,-2 7 0 0,-2-3 0 0,3 3 0 15,0-4 0-15,6 3 0 0,-7-2 0 0,5 2 0 16,-2-1 0-16,1 4 0 0,-4-4 0 0,2 3 0 15,-3 1 0-15,4 4 0 0,-4-2 0 0,4 1 0 16,-2 2 0-16,4 1 0 0,-3 1 0 0,-2 1 0 16,3 2 0-16,-2 1 0 0,-1 0 0 0,0 1 0 15,-1 0 0-15,-2 2 0 0,1-3 0 0,1 4 0 16,-4-1 0-16,1 0 0 0,1-1 0 0,-2 0 0 16,1-2 0-16,-1 0 0 0,-1-1 0 0,1 1 0 15,-1-2 0-15,3-1 0 0,-3-3 0 0,0 6 0 16,4-4 0-16,-4-2 0 0,1 3 0 0,-1-3 0 15,0 0-245-15,10-6-108 0,-7 2-82 0,0 0-76 16,1-3-87-16,-2 0-411 0,0-1-1091 0,-4-4 483 16</inkml:trace>
  <inkml:trace contextRef="#ctx0" brushRef="#br0" timeOffset="359288.4162">6285 14926 81 0,'-3'-5'430'0,"3"0"13"0,3 1 10 16,-2-1 1-16,-1 0-5 0,0 1 0 0,0 0-4 15,0 0-4-15,0 4-4 0,0-6-9 16,0 6-11-16,-1-5-17 0,-2 1-14 0,3 4-15 0,0 0-24 16,0 0-24-16,0 0-20 0,3-4-32 0,-3 4-26 15,0 0-27-15,0 0-21 0,0 0-21 0,0 0-149 16,0 0-27-16,0 0 0 0,-3 17 0 0,3-7 0 15,0 3 0-15,0 0 0 0,-1 4 0 0,-2 2 0 16,3 0 0-16,-1 2 0 0,1 2 0 0,-1 4 0 16,-2-8 0-16,2 1 0 0,1 6 0 0,-3-7 0 15,3-1 0-15,-1 4 0 0,1-3 0 0,0-1 0 16,0-2 0-16,1-2 0 0,3 0 0 0,0-1 0 16,1-3 0-16,3 0 0 0,2-2 0 0,2-2 0 15,3 0 0-15,4-2 0 0,4-3 0 0,-4-2 0 16,2 0 0-16,-1-3 0 0,-7 1 0 0,1-1 0 15,-4-2 0-15,-1 0 0 0,4-3 0 0,-4 1 0 16,-4-1 0-16,0-1 0 0,3-3 0 0,-4 1 0 16,-7 1 0-16,6-1 0 0,-6 1 0 0,-2-1 0 15,1 5 0-15,-1-4 0 0,-4 4 0 0,-5-3 0 16,5 4 0-16,-4 0 0 0,-1 1 0 0,3 3 0 0,-6-2 0 16,3 3 0-16,1 2 0 0,3-1 0 15,0 2 0-15,-2 0 0 0,3 2 0 0,-1-1 0 16,5 0 0-16,-3 0-434 0,2 1-154 0,5-2-61 15,-3 3-438-15,4-2-1177 0,0-3 520 0</inkml:trace>
  <inkml:trace contextRef="#ctx0" brushRef="#br0" timeOffset="359838.8735">6710 15165 236 0,'7'-4'477'0,"-7"4"12"0,1-3 4 16,-1 3-7-16,0 0-12 0,0-6-15 0,0 6-24 16,0 0-12-16,-4-5-21 0,4 5-38 0,-4-3-3 15,4 3-27-15,0 0-30 0,-5-4-21 0,5 4-22 0,0 0-27 16,0 0-24-16,0 0-21 0,0 0-15 0,0 0-23 16,0 0-12-16,0 0-19 0,0 0-13 0,0 0-6 15,0 0-11-15,0 0-6 0,0 0-10 0,0 0-11 16,0 0 4-16,0 0-14 0,18 7-4 0,-10-7-44 15,2 0-5-15,3 0 0 0,2-2 0 0,2 0 0 16,2-2 0-16,1 1 0 0,-3-5 0 0,2 1 0 16,-5 1 0-16,0 0 0 0,-1 1 0 0,-4-2 0 15,1-1 0-15,-1 3 0 0,0-4 0 0,-1 0 0 16,-3 4 0-16,-1-1 0 0,-3-2 0 0,-1 2 0 16,0 1 0-16,0-2 0 0,-4 1 0 15,-1 3 0-15,-4-3 0 0,3 3 0 0,-3-1 0 0,-4 4 0 16,0 0 0-16,0 1 0 0,-5 3 0 0,2 0 0 15,-1 3 0-15,-1 4 0 0,3 0 0 0,1 3 0 16,1 0 0-16,3-1 0 0,-4 3 0 0,10-5 0 16,-2 5 0-16,-2 0 0 0,3 0 0 0,1-3 0 15,4-1 0-15,3-4 0 0,2 4 0 0,0-2 0 16,0-2 0-16,7 1 0 0,-1-4 0 0,4 2 0 16,6 0 0-16,-3-2 0 0,5-1 0 0,3-2 0 15,5 1 0-15,-4-3 0 0,1 0 0 0,3-1 0 16,-11-2 0-16,2 2 0 0,-2-2 0 0,-3-1 0 15,2 2 0-15,-8 0 0 0,1-1 0 0,-3 0 0 16,0 0 0-16,-4-1 0 0,3 1 0 0,-7 2 0 16,3-3-129-16,-4 4-352 0,0-4-88 0,0 4-92 15,-9-4-398-15,9 4-1146 0,-14-1 506 0</inkml:trace>
  <inkml:trace contextRef="#ctx0" brushRef="#br0" timeOffset="360490.6213">8278 14854 40 0,'6'-8'433'0,"-3"-1"6"0,0 0-3 15,-2 0-5-15,2 3-5 0,-2-2-10 0,0 1-11 16,1 1-19-16,-4 1-20 0,1-1-19 0,0 0-24 16,-2-1-26-16,-1 3-15 0,1 1-16 0,-1-1-24 15,-2 1-22-15,-1 1-19 0,1 2-21 0,6 0-15 16,-20 4-21-16,10 1-11 0,-3 0-12 0,-1 5-6 16,0 1-12-16,0 2-7 0,3 2-14 0,-1-1-3 15,-6 7-8-15,8-3-5 0,-1-2-7 0,3 1-13 16,-1 0-12-16,2-2 8 0,4 0-8 0,-1-3 0 15,4-1-3-15,0 0 0 0,2 1-3 0,1-1-4 16,1 3 1-16,2-4 0 0,3 2 7 0,1-1 0 16,2-1 13-16,-2 2-4 0,5-2 0 0,-2 0 1 15,-1 0-4-15,1-2 3 0,-2 0 1 0,2 0-11 16,-7 0 3-16,6-1-3 0,-5 0-14 0,1 0-17 16,-3 0 0-16,2 0 0 0,-4-2 0 0,0 2 0 15,-3-1 0-15,0-2 0 0,0 2 0 0,-1 1 0 16,-3-1 0-16,-4 0 0 0,-1-1 0 0,-5 1 0 15,0-1 0-15,0-1 0 0,-3 0 0 0,-2 1 0 16,6-1 0-16,-2-1 0 0,1 1 0 0,1-2 0 0,6-3 0 16,-2 3 0-16,1-2 0 0,0 0 0 0,3-2 0 15,0 1-64-15,5 1-191 0,-6-4-69 16,3 0-69-16,3 4-51 0,0-7-61 0,4 2-52 16,1 1-385-16,0 2-1020 0,7-4 452 0</inkml:trace>
  <inkml:trace contextRef="#ctx0" brushRef="#br0" timeOffset="360977.8026">8474 15157 94 0,'4'-1'378'0,"-4"1"18"0,5-6 21 0,-5 3 1 16,0 3-10-16,5-3-14 0,-5 3-13 0,0 0-10 15,0-6-12-15,0 6-10 0,0-4-21 0,0 4-19 16,0 0-19-16,-5-3-21 0,5 3-19 0,0 0-23 15,0 0-20-15,0 0-10 0,0 0-33 0,4-5-13 16,-4 5-16-16,0 0-13 0,0 0-17 0,0 0-15 16,0 0-13-16,0 0-1 0,0 0-8 0,0 0-1 15,0 0-8-15,0 0-11 0,14 5 0 0,-10-4-3 16,1 0-2-16,-5-1-7 0,15-1-1 0,-5 1-1 16,-1-1-5-16,4-2-2 0,-1 0-2 0,0-2 3 15,1 0 6-15,-4 0 12 0,9-1 12 0,-8-3 7 16,-1 3 10-16,0 3-2 0,0-4 7 0,0 1 8 15,-3 1 3-15,-2-1-64 0,0 5-27 0,1-4 0 16,-2 1 0-16,-2-1 0 0,-1 2 0 0,0 3 0 16,3-5 0-16,-3 5 0 0,-7-2 0 0,7 2 0 15,-10-3 0-15,10 3 0 0,-18 6 0 0,6-1 0 16,1 1 0-16,-1 1 0 0,2 1 0 0,-5 1 0 16,6 0 0-16,1 0 0 0,-2 0 0 0,4 0 0 15,-1 0 0-15,3-1 0 0,1 1 0 0,0 1 0 16,3-1 0-16,0-2 0 0,1 1 0 0,1-2 0 15,1 4 0-15,3-4 0 0,1 2 0 0,1-2 0 16,2-1 0-16,0 1 0 0,4-1 0 0,4-2 0 0,4 2 0 16,-4-2 0-16,1-1-72 0,4 0-211 15,-4-1-24-15,11-3-50 0,-12 1-36 0,1-1-38 16,-1 0-44-16,-1-6-41 0,0 0-378 0,1 0-967 16,-4-2 429-16</inkml:trace>
  <inkml:trace contextRef="#ctx0" brushRef="#br0" timeOffset="361273.584">8975 15077 241 0,'0'0'411'0,"4"-3"37"0,-4 3 32 0,3-3 17 15,-3 3-1-15,0 0-5 0,0 0-21 0,2-3-3 16,-2 3-2-16,0 0-21 0,0 0-27 0,0 0-32 16,0 0-28-16,0 0-19 0,0 0-12 0,0 0-15 15,-3 14-12-15,2-7-10 0,0 4-13 0,-2-1-10 16,-1 6-249-16,3-1-17 0,-1 2 0 0,0 1 0 15,1 3 0-15,0 3 0 0,-1 4 0 0,1-2 0 16,0 0 0-16,-3-1 0 0,1 1 0 0,2-6 0 16,-1 5 0-16,-1-4 0 0,-3-2 0 0,2 0 0 15,0 0 0-15,0-1 0 0,2-2 0 0,-2-1 0 16,1-2 0-16,2-1 0 0,0-4 0 0,-3-1 0 16,4-2 0-16,-1 2 0 0,-2-2 0 0,3-2 0 15,-1 1-392-15,1-1-111 0,0-3-74 0,0 0-63 16,0 0-374-16,0 0-1097 0,0 0 485 0</inkml:trace>
  <inkml:trace contextRef="#ctx0" brushRef="#br0" timeOffset="361612.3111">8865 15138 337 0,'4'-9'541'0,"-3"-4"32"0,3 5 7 0,-3-5 15 0,2 4-14 15,-2-2-16-15,3 2-32 0,0-1-29 16,-3-1-35-16,3 4-41 0,1-2-25 0,0 0-38 16,4-2-32-16,2 3-33 0,4-3-22 0,0 2-21 15,4 3-14-15,2-3-19 0,0 6-142 0,7-1-82 16,-6 4 0-16,5 0 0 0,1 4 0 0,-6 1 0 0,-3 0 0 16,0 4 0-16,-1-1 0 0,-3 0 0 15,-1 2 0-15,-6 1 0 0,-2-3 0 0,-2 4 0 0,-2 0 0 16,-4 2 0-16,-3-3 0 0,-6 6 0 0,-8 1 0 15,-7 0 0-15,-2-1 0 0,-4 1 0 0,-4-2 0 16,2-2 0-16,-2-1 0 0,5-4 0 16,2 0 0-16,7-1 0 0,7-4 0 0,2 0 0 0,3-3 0 15,3 0 0-15,1 1 0 0,6-2 0 0,0 0 0 16,-4-4-330-16,4 4-165 0,10-7-107 16,1 5-526-16,4-5-1221 0,8 1 540 0</inkml:trace>
  <inkml:trace contextRef="#ctx0" brushRef="#br0" timeOffset="362859.1533">9418 15091 232 0,'0'0'345'0,"0"0"1"0,0 0 3 16,0 0-9-16,-5-2 7 0,5 2 1 0,0 0-7 16,0 0-10-16,-1-3-12 0,1 3-13 0,0 0-12 15,0 0-9-15,0 0-17 0,0 0-14 0,0 0-15 16,0 0-15-16,4-7-6 0,-4 7-15 0,2-3-8 16,-2 3-14-16,0 0-9 0,7-3-21 0,-5 0 0 0,-2 3-2 15,6-2-16-15,-4 0-13 0,-2 2-12 16,10-1-8-16,-7-2-17 0,-3 3-9 0,10 0 1 15,-10 0-8-15,14 3-15 0,-9-2 1 0,2-1-5 16,0 7-4-16,1-4-13 0,-2 1-2 0,-1 3-1 0,2-1-10 16,-6 2 4-16,3-2-6 0,0 0 1 15,-4 2 4-15,1 2-6 0,-1-1 1 0,-5 0-6 16,1-1 5-16,0 1-5 0,-1 0 0 0,-5-1-11 16,1 1-11-16,0-3-12 0,-4 0 3 0,2-1 2 0,0-2-1 15,-1 1 9-15,3-1 0 0,1-2 0 0,-2-2 4 16,2 1-1-16,2-3 18 0,1 0 6 0,0 1 7 15,2-4 7-15,-1-1 2 0,3-2 5 16,1-1-7-16,-1 0 4 0,2-1-9 0,4 2-13 0,0-1 12 16,0 2-5-16,0-1-7 0,2 2 0 0,2 1 0 15,1 1-5-15,-5-1 1 0,3 1 2 0,1 1 1 16,-3 3 9-16,2 0-7 0,-1 1 13 0,6 1 17 16,-3 2 1-16,2 0-21 0,-2 3-23 0,0-2 0 15,2 2 0-15,-2-1 0 0,-1 1 0 0,-1 2 0 16,1-1 0-16,-3 1 0 0,2 0 0 0,-3 1 0 15,0-1 0-15,1 0 0 0,-1 2 0 0,-2-4 0 16,1-1 0-16,0 3 0 0,0-2 0 0,-1-2 0 16,0 0 0-16,1 0 0 0,1-1 0 0,0 2 0 15,1-4 0-15,5 0 0 0,-4-1 0 0,3 0 0 16,2-3 0-16,2-2 0 0,-4 0 0 0,4 0-3 16,0-4-11-16,3-1 5 0,-3 0 7 0,3-2 1 15,-6 0 11-15,1-1 9 0,-2 0-19 0,-1-1 0 16,-3 3 0-16,1 3 0 0,-1-4 0 0,-2 4 0 15,-2 0 0-15,1 2 0 0,-1 1 0 0,0-1 0 16,-1 2 0-16,-1 1 0 0,0 3 0 0,1-7 0 16,-1 7 0-16,0 0 0 0,0 0 0 0,0 0 0 15,0 0 0-15,0 0 0 0,0 0 0 0,-4 17 0 16,4-11 0-16,-1 0 0 0,2 0 0 0,-2-2 0 16,4 0 0-16,-3 0 0 0,0 1 0 0,1-1 0 15,2-1 0-15,1-2 0 0,2 1 0 0,0-1 0 16,3-1 0-16,-2 0 0 0,0-3 0 0,6 2 0 15,-3-1 0-15,4 0 0 0,-5-1 0 0,0 1 0 0,4 0 0 16,-3 1 0-16,-2 0 0 0,3-1 0 0,-4 2 0 16,0-1 0-16,0 2 0 0,0 1 0 15,0-1 0-15,-2 2 0 0,0 2 0 0,0-1 0 16,-1 1 0-16,2-1 0 0,-3 3 0 0,1 0 0 0,-3-1 0 16,-1 1 0-16,1 3 0 0,-2-1 0 0,-2 1 0 15,1 0 0-15,-1 0 0 0,-2-1 0 0,2 1 0 16,-1-2 0-16,2 0 0 0,1-1 0 15,-2-4 0-15,3 2 0 0,0-1 0 0,0 0 0 0,3 0 0 16,2-3 0-16,2 1 0 0,1-1-19 0,5-2-136 16,1 1-26-16,4-3-42 0,3-1-35 0,-2 0-43 15,1-1-41-15,2 1-36 0,-5-3-41 0,-1 3-45 16,0-6-29-16,-2 5-334 0,-4-1-895 0,1-2 396 16</inkml:trace>
  <inkml:trace contextRef="#ctx0" brushRef="#br0" timeOffset="363594.6521">10276 15145 177 0,'4'-5'276'0,"-3"3"14"16,2 0 17-16,-3 2 10 0,3-5 22 0,-1 2 5 15,-2 3-7-15,1-5-7 0,-1 5-6 0,4-2-11 16,-4 2-10-16,2-5-14 0,-2 5-3 0,0 0-11 16,0 0-7-16,3-4-12 0,-3 4-19 0,4-4-19 0,-4 4-22 15,4-4-22-15,-1 4-13 0,-3 0-15 16,11-2-14-16,-11 2-9 0,12 2-8 0,-4-1-12 15,1 1-16-15,0 0-5 0,1 1-9 0,-1 1-2 16,-5 2-4-16,1-1-16 0,0 1 0 0,0 0-5 0,-1 2-5 16,0 1-6-16,-4-1 0 0,0 2-1 0,0-3-12 15,-4 2-4-15,0 0-10 0,-2 1-14 16,-2-1-13-16,-1 0-12 0,-1-2-7 0,0 1-2 0,-2-1-1 16,0-2 4-16,1-1 4 0,1-1 12 15,-1-2 1-15,3 0-1 0,2-2 3 0,0-1 8 0,3 0 2 16,-2-2 10-16,3-1 7 0,1-2 10 15,1-1 4-15,1-1-3 0,4-3 5 0,0 4 8 0,1-4 0 16,0 1 0-16,2 3 15 0,1-3-11 0,-2 4 2 16,0-3-6-16,0 3-4 0,2 0 2 15,-5 3-9-15,2 1 0 0,1-1-5 0,-4 2 0 16,4-1-8-16,-2 2 5 0,-5 1-5 0,9-2 1 0,-9 2-1 16,8 3 1-16,-4 1-5 0,-2-1 3 0,3 2-2 15,-1 0-1-15,0 1 4 0,0 0-3 0,-3 0-4 16,3 2 9-16,-1 1-8 0,-2-1 6 0,3 2 1 15,1-2-6-15,0 2-3 0,-1-2-11 0,1-1-2 16,-3-1 1-16,4 0 4 0,0-1-3 0,5 1-1 16,-2-3 8-16,0 1 2 0,3-3-3 0,1-1-3 15,0-1 5-15,0-4 6 0,6-2-5 0,0-1 7 16,1-3 13-16,4-3 12 0,-3-2 11 0,3-1 17 16,-2-2 9-16,-1-1 11 0,-1-3 14 0,1 0 6 15,-5-4 3-15,0 0-80 0,-2 0-22 0,-1 1 0 16,-4 1 0-16,0-4 0 0,1 4 0 0,-7 7 0 15,-2 0 0-15,-1 6 0 0,1 0 0 0,-2 4 0 16,2 1 0-16,-1 0 0 0,0 3 0 0,0-1 0 16,0 5 0-16,-1-4 0 0,1 4 0 0,0 0 0 15,0 0 0-15,-9 9 0 0,3-1 0 0,2 3 0 16,-4 3 0-16,3 3 0 0,-1 3 0 0,-2 4 0 16,0 4 0-16,3-5 0 0,0 4 0 0,1-8 0 15,-2 6 0-15,2-5 0 0,2 0 0 0,-2-2 0 16,0 2 0-16,3-2 0 0,-3-1 0 0,0-1 0 0,1-3 0 15,2-2 0-15,2 0 0 0,-1 0 0 16,0-3 0-16,1-1 0 0,2 4 0 0,-2-6 0 16,3 2-28-16,-1-3-387 0,2-1-42 0,0-2-43 15,3 0-49-15,-1-2-26 0,-7 1-370 0,13-2-1023 0,-3-4 452 16</inkml:trace>
  <inkml:trace contextRef="#ctx0" brushRef="#br0" timeOffset="364044.0819">10884 15149 262 0,'0'0'397'0,"8"-3"37"0,-8 3 6 0,0 0 5 0,6-1-13 15,-6 1-17-15,0 0-28 0,3-2-26 0,-3 2-31 16,0 0-24-16,0 0-39 0,0 0-24 0,0 0-27 16,0 0-18-16,0 0-24 0,0 0-18 0,8-2-15 15,-8 2-14-15,0 0-13 0,0 0-2 0,0 0-1 16,0 0 6-16,3 4-1 0,-3-4 0 0,4 4 3 15,-4-4-3-15,9 2 1 0,-2-1-7 0,3-1-3 16,2 4-7-16,3-4-14 0,5 0-5 0,-2-4-11 16,2 2 4-16,1-2-11 0,-2-1-7 0,1 1 2 15,0 0 13-15,-5-1-1 0,-1 0-11 0,-5 1 20 16,1 0-3-16,0-1 13 0,-3 2-9 0,-1 0-2 16,-2-1-63-16,1-1-15 0,-5 2 0 0,2 0 0 15,-2 3 0-15,-2-5 0 0,-2 1 0 0,4 4 0 16,-10-1 0-16,4 1 0 0,6 0 0 0,-19 5 0 0,8-2 0 15,-1 2 0-15,0 4 0 0,-2 0 0 16,1 1 0-16,2 2 0 0,-2 0 0 0,5-2 0 16,-1-2 0-16,2 4 0 0,0-3 0 0,2 1 0 15,4-2 0-15,-3 0-9 0,4-1-89 0,0 1 3 16,1 0-4-16,4-1 0 0,-1-1-8 0,5 3-16 16,4-5-16-16,0 0-14 0,5 2-26 0,1-5-28 15,0 1-31-15,10-2-26 0,3-1-19 0,-5-1-18 16,-4-3-26-16,5 0-19 0,-1-2-42 0,1-1-27 0,-7 1-306 15,-2 0-779-15,-4-3 345 0</inkml:trace>
  <inkml:trace contextRef="#ctx0" brushRef="#br0" timeOffset="364396.0721">11471 15113 54 0,'0'0'292'0,"-3"-5"5"0,3 5 8 15,0-4 8-15,0 4 5 0,0 0-4 16,0-6-3-16,0 6-4 0,0 0-9 0,-1-4-5 0,1 4-8 15,0-3-9-15,0 3-12 0,0-5-6 0,0 5-17 16,4-2-15-16,-4 2-23 0,2-5-21 0,2 3-20 16,-4 2-18-16,13-2-14 0,-8 3-12 0,4-2-15 15,-1 1-8-15,2 2-10 0,4 3-10 0,-2-3-5 16,-2 2-5-16,4 1-7 0,-3 2-3 0,0-2-4 16,-1 1-6-16,-1-1-6 0,-3 5-5 0,-1-2 2 15,0 2-3-15,-5 0-6 0,0 0 1 0,-6 2 0 16,0 0-3-16,-5-2 0 0,-3 4-2 0,-2-2-2 15,-2-2-1-15,1 1-7 0,-2-2 0 0,-4-3 2 16,4-1-1-16,-3 1-6 0,3-2 11 0,-2-3-7 16,7-1 4-16,4 0-2 0,2-1-1 0,-2-4-1 15,5 0-3-15,3 0-3 0,0-1-11 0,2-5-10 16,3 2-12-16,2-2-23 0,3-1-25 0,-1-2-34 16,4-1-37-16,3 2-34 0,-2 2-29 0,5-1-41 15,-3 2-31-15,1 1-33 0,-3 2-46 0,-2-1-40 16,4 1-330-16,-5 2-789 0,0-2 349 0</inkml:trace>
  <inkml:trace contextRef="#ctx0" brushRef="#br0" timeOffset="364677.1216">11577 14879 121 0,'2'-10'439'0,"-2"-4"40"15,2 3 28-15,-1 3 27 0,-1-2 6 0,0 5 13 16,3-2 7-16,-3 2-5 0,0 0-11 0,1-1-21 15,-1 3-34-15,0 3-39 0,1-3-40 0,-1 3-40 16,0 0-34-16,0 0-17 0,0 0-15 0,0 15-146 0,-1-3-158 16,0 6 0-16,1 7 0 0,0 3 0 0,2 1 0 15,1 0 0-15,-1 2 0 0,0 1 0 16,1 0 0-16,-1-2 0 0,-2 1 0 0,1-6 0 0,-1 2 0 16,-4-2 0-16,4-5 0 0,-2-3 0 0,0 1 0 15,2 0 0-15,-1-7 0 0,0 1 0 16,-2-5 0-16,5 2 0 0,-2 0 0 0,0-2 0 15,1-1-231-15,1-2-214 0,-2 1-62 0,0-5-62 0,10 1-505 16,-10-1-1162-16,0 0 514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8-10T11:28:52.911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10616 14958 34 0,'0'-4'231'0,"0"4"-7"0,0 0-11 0,0 0-9 16,-4-2-9-16,4 2-10 0,0 0-2 0,0 0-4 15,-9-4-6-15,9 4 10 0,0 0-14 0,-5 0-3 16,5 0-5-16,0 0-3 0,0 0-4 16,-5-3 3-16,5 3-3 0,0 0-7 0,0 0 4 0,0 0-1 15,0 0-6-15,0 0 4 0,0 0-7 0,-8 0 2 16,8 0 4-16,0 0-3 0,0 0-2 0,0 0-3 16,0 0-2-16,0 0-7 0,0 0-12 0,0 0-8 15,0 0-13-15,0 0-10 0,17-6-9 0,-7 4-5 16,4 2-10-16,5-3-5 0,2-1-4 0,9-3-9 15,2 3-6-15,0-2-3 0,5 0-1 0,-1 0-1 16,-5-1-4-16,2 0-4 0,-2 0-4 0,-5 2-2 16,-5 0-3-16,-2 3-3 0,-6-2 0 0,-3 2 2 15,-2-1-4-15,-2 2-1 0,2 0-1 0,-2-1-2 16,-6 2 1-16,9 0-2 0,-9 0-4 0,7 0-6 16,-7 0 1-16,5 0-1 0,-5 0-10 0,0 0-12 15,0 0-16-15,0 0-19 0,0 0-30 0,0 0-28 16,0 0-28-16,0 0-41 0,0 0-31 0,-12 7-35 15,12-7-46-15,-5 2-58 0,5-2-39 0,-1 5-258 16,1-5-708-16,-8 2 314 0</inkml:trace>
  <inkml:trace contextRef="#ctx0" brushRef="#br0" timeOffset="3038.9369">12461 15205 98 0,'0'-6'429'0,"1"2"10"0,1 1-3 16,-1-2-5-16,-1 0-9 0,3 2-16 0,-3 3-16 15,2-7-24-15,-2 4-24 0,0 3-30 16,0 0-27-16,0 0-26 0,0-6-31 0,0 6-17 15,0 0-25-15,0 0-11 0,0 0-2 0,0 0-9 0,-6 11-3 16,3-6-6-16,2 2-4 0,-3 0-15 0,2 4-7 16,-1-3-9-16,1 3-5 0,-1-1-16 0,0 0-5 15,1 1-10-15,1 0-11 0,-1 1-6 16,1 0 2-16,1 0-7 0,-1 0-16 0,-1 1 0 0,1-1-4 16,0-2-7-16,-2 1-5 0,3-5 1 0,0 2-30 15,0-2-21-15,0-1-30 0,0 3-27 0,0-4-24 16,0 1-20-16,0-5-25 0,-1 7-29 0,1-7-54 15,0 0-71-15,0 0-47 0,0 0-53 0,0 0-44 16,3-24-44-16,-6 13-279 0,-1-1-831 0,1-6 368 16</inkml:trace>
  <inkml:trace contextRef="#ctx0" brushRef="#br0" timeOffset="3173.2324">12331 15097 137 0,'-1'-6'308'0,"-2"1"10"0,3-2 14 16,-1 2 14-16,1-1 5 0,0 3-5 0,-3-3-11 15,6 2-33-15,-3 0-36 0,0 4-22 0,1-6-30 16,-1 6-24-16,0 0-40 0,0 0-65 0,0 0-93 16,10 9-90-16,-6-6-91 0,1 2-98 0,2 2-270 15,-1 0-604-15,3 0 267 0</inkml:trace>
  <inkml:trace contextRef="#ctx0" brushRef="#br0" timeOffset="3705.0014">12520 15234 358 0,'1'-3'369'0,"1"-2"4"0,0 2-4 15,-2 3-14-15,4-5-19 0,-4-1-13 0,1 3-13 16,2 0-17-16,-3-2-18 0,0 5-18 0,2-8-25 16,1 5-21-16,1 0-26 0,0-1-18 0,2 1-14 15,-1 2-14-15,3-2-18 0,-2 3-13 0,7 0-2 16,-4 0-12-16,3 1-7 0,0 2-6 0,-2-1-11 15,2 3-1-15,1 0-11 0,-4-2-5 0,0 4-6 16,1 0-5-16,-4 0-5 0,-2-2-5 0,0 6 2 16,-1-4-7-16,-2 4-1 0,-1-1-8 0,-1 1 4 0,-3 0-6 15,-1 0 1-15,1 0-1 0,-4-2-1 16,-1 2-6-16,4-3-4 0,-7 4 1 0,6-4-2 16,-2-3-2-16,2-1 3 0,2-2 5 0,-1 0-4 15,5-2 4-15,-6 0-5 0,6 0 9 0,-3-8 7 0,6 0 6 16,0 0 10-16,6-7 7 0,-2 4 6 0,6-3 9 15,-3 1 2-15,0 0 4 0,4-1-9 0,0 2-4 16,1-1-9-16,0 1 2 0,-1 0-3 16,-3 5-5-16,-2 0 3 0,1 2-9 0,-1 0-5 0,-1 4-4 15,1 0 14-15,-3 1 9 0,2 2-6 0,-3 0-1 16,3 1-7-16,-2 3 2 0,0 2-5 0,0-3-2 16,-3 4-4-16,3 2-2 0,-4-4-5 0,2 5 2 15,-3-2-2-15,3 1-2 0,-1-1 1 0,-2-3-4 16,0 3-1-16,-1-3-33 0,1 1-23 0,1 1-29 15,-1-6-22-15,-1 2-19 0,1-2-27 0,-1 2-24 16,5-3-45-16,1-1-56 0,-6-1-44 0,12-1-29 16,-5-1-30-16,4-1-40 0,-2-2-347 0,1-1-821 15,1 0 363-15</inkml:trace>
  <inkml:trace contextRef="#ctx0" brushRef="#br0" timeOffset="4038.9921">13164 14997 456 0,'3'-4'490'0,"-1"-3"11"15,0 0 10-15,-2 3 1 0,0 0-10 0,0-1-29 16,0 5-42-16,-2-6-30 0,2 6-27 0,-2-3-25 16,2 3-8-16,0 0-13 0,0 0-7 0,-8 13-16 15,3-4-17-15,2 1-18 0,2 5-26 0,-3-3-5 16,3 4-16-16,-3 3-17 0,4-1-20 0,0 0-17 15,-4-1-98-15,3 1-71 0,-1 1 0 0,2-1 0 16,-2 2 0-16,1-4 0 0,1 2 0 0,0 3 0 16,-1-3 0-16,1-1 0 0,-1 0 0 0,1 1 0 15,-2-2 0-15,2 0 0 0,0-5 0 0,0 1 0 16,-2-3 0-16,2-1 0 0,2-1 0 0,-2-2 0 16,0 1 0-16,0-1 0 0,0 0 0 0,0-2 0 15,0 0 0-15,0-3 0 0,0 0 0 0,0 0-13 16,0 0-273-16,0 0-19 0,0 0-52 0,0 0-40 15,0-13-39-15,-2 3-40 0,0 1-36 0,1-1-390 16,-3 2-977-16,0-4 433 0</inkml:trace>
  <inkml:trace contextRef="#ctx0" brushRef="#br0" timeOffset="4296.584">13026 15266 253 0,'-6'-3'310'15,"6"3"28"-15,-5-1 37 0,5 1 27 0,0 0 13 0,-8-1 17 16,8 1 6-16,0 0 0 0,-4-1-4 0,4 1-4 15,0 0-16-15,0 0-11 0,0 0-23 16,0 0-19-16,-2-3-27 0,2 3-34 0,0 0-34 16,0 0-28-16,10-5-27 0,-1 5-18 0,4-2-17 0,4-1-18 15,1 1-18-15,2-1-23 0,0 0-37 0,1 1-34 16,0-1-30-16,2 1-22 0,-5-1-29 0,1 0-30 16,3 1-43-16,-5-1-30 0,-2 3-34 15,-1-1-38-15,-4 0-38 0,4-2-43 0,-2 0-45 0,-3 3-33 16,-3-1-30-16,0 1-28 0,2-1-10 0,-8 1-6 15,10 0 13-15,-10 0-234 0,5 0-720 0,-5 0 319 16</inkml:trace>
  <inkml:trace contextRef="#ctx0" brushRef="#br0" timeOffset="4626.5894">13373 15216 1349 0,'0'0'-64'0,"2"3"51"15,-2-3 49-15,0 0 39 0,0 0 38 0,0 0 35 0,0 0 24 16,0 0 19-16,10-3 29 0,-10 3 18 0,4-4 15 16,-4 4 5-16,4-1 4 0,-4 1 2 0,0 0-3 15,5-3 0-15,-5 3-7 0,0 0-13 0,5-4-14 16,-1 2-17-16,-4 2-17 0,0 0-12 0,9-1-23 15,-9 1-21-15,6 0-3 0,2 3-13 0,0-2-5 16,-1 2-3-16,-3 1-8 0,5 3 2 0,-1-1-7 16,-3 2-8-16,4 0-9 0,-4 0-8 0,0 0-8 15,-2-2-7-15,-2 4-7 0,2 0 2 16,-6 0-9-16,3 1-5 0,-4-1 1 0,-2 1-2 0,-3-2-5 16,-4 5 1-16,0-3-5 0,-1-2-7 0,0 1 0 15,-1-4-3-15,3-1-10 0,-2-1 13 0,3-1 2 16,-1-2-4-16,-2-1-5 0,5-3 9 0,0 0 13 15,-1-4 16-15,4 1 11 0,1-3 1 0,2-1-8 16,0-1 1-16,2-6 3 0,1 5-11 0,1 0-20 16,1 0 15-16,0 1-8 0,2 0-5 0,-1 1-7 15,1 1-20-15,1 2-35 0,1 1-47 0,0 2-51 16,-1 1-62-16,3 3-78 0,-1 0-91 0,0 2-101 16,0-1-108-16,-4 1-427 0,5 2-1075 0,-4 2 475 15</inkml:trace>
  <inkml:trace contextRef="#ctx0" brushRef="#br0" timeOffset="5528.1731">14395 15348 186 0,'-4'-5'367'16,"2"3"-3"-16,-1-3 10 0,2 1 7 0,-2 2-3 0,1-2 5 15,2 4 1-15,-4-7-1 0,1 4-10 0,2-1-12 16,-2-1-13-16,2 2-14 0,1-2-16 16,1 0-16-16,-1-1-19 0,3 2-31 0,-3-1-15 15,2 2-26-15,1-2-32 0,0 0-18 0,0 4-12 0,3-3-19 16,0 1-14-16,3 3-9 0,-3-1-11 0,2-1-16 16,3 1-7-16,-2 1-10 0,2 1 0 0,-2 2-12 15,5 1-1-15,-7 3-13 0,2-1 1 0,0 0-3 16,0 2-6-16,-1 2 2 0,-3-3-4 0,0 3-5 15,-4-2 1-15,3 1-6 0,-1 2 0 0,-3 1-4 16,-3-2-3-16,-1 2-8 0,-2-2-13 0,2 2-10 16,-5-2-8-16,0-1 0 0,-5 0-2 0,0 1 0 15,-2-2 2-15,5-2 4 0,-4 0 3 0,5-2 0 16,-3-1 3-16,0-2 3 0,2-1 5 0,0 2 4 16,0-2 19-16,2 0 20 0,2-3 14 0,0 0 21 15,1-1 11-15,-1-2 15 0,2 1 4 0,1-1 6 16,0-2 3-16,-1 2-84 0,5 1-22 0,-1-5 0 15,-4 2 0-15,5 1 0 0,0 2 0 0,0-1 0 16,-3 1 0-16,6-2 0 0,-2 3 0 0,-1-1 0 16,0 5 0-16,0-5 0 0,0 5 0 0,0-4 0 15,0 4 0-15,0 0 0 0,0 0 0 0,0 0 0 16,0 0 0-16,14 9 0 0,-11-2 0 0,-1-1 0 16,-2-1 0-16,4 3 0 0,-1-3 0 0,-1 3 0 15,0-3 0-15,-1-1 0 0,0 3 0 0,-1 0 0 16,0-2 0-16,0 0 0 0,0-1 0 0,3 0 0 15,-3 0 0-15,0-4 0 0,0 0 0 0,0 0 0 16,0 5 0-16,0-5 0 0,6 1 0 0,-6-1 0 16,9-5 0-16,-4 2 0 0,0 0 0 0,5-2 0 0,-1 0 0 15,-1 0 0-15,-2 3 0 0,2 0 0 16,1-4 0-16,-4 3 0 0,3 2 0 0,1-1 0 16,0-1 0-16,-3 1 0 0,1 1 0 0,1-1 0 0,-3 1 0 15,-5 1 0-15,13 1 0 0,-5 1 0 0,-2-2 0 16,-1 1 0-16,2 1 0 0,-2 0 0 0,0 1 0 15,4 0 0-15,-4 1 0 0,0-1-74 0,4-1-86 16,-5 0-40-16,4 2-42 0,-2-3-64 0,3 1-46 16,-2 0-45-16,1-1-57 0,0-2-58 0,1 0-404 15,1 0-992-15,0-3 439 0</inkml:trace>
  <inkml:trace contextRef="#ctx0" brushRef="#br0" timeOffset="6356.791">15461 15359 242 0,'0'0'354'0,"-3"-7"-2"0,-1 4 9 0,2-2 4 0,2 3 3 15,0 2 13-15,-2-10 5 0,0 7 1 0,1-2-7 16,-2-3-9-16,1 4-17 0,2-2-9 0,-2 0-15 16,2-1-8-16,2 1-17 0,-2-2-22 0,1 2-20 15,-1-1-23-15,1 0-14 0,2 2-21 0,-1 0-17 16,1-1-19-16,1 1-14 0,-2 1-23 0,3 1-14 15,2-1-13-15,-2 3-7 0,9 2-13 0,-3 1-1 16,7 3-16-16,-5 2-6 0,4 3-5 0,-4-1-7 0,3 3-50 16,-2 2 0-16,-1 0 0 0,-3 1 0 0,2 0 0 15,-6-1 0-15,-1 3 0 0,3-2 0 16,-3 0 0-16,-2 1 0 0,-3-4 0 0,0 0 0 16,0 1 0-16,-2-3 0 0,0-1 0 0,-3 1 0 0,1-2 0 15,0-2 0-15,-1 0 0 0,0-1 0 16,0-2 0-16,2 2 0 0,-1-2-18 0,4-3 1 15,-9 0 1-15,9 0-4 0,-10-7 8 0,10 4-6 16,0-3 14-16,0-4 13 0,0 1-8 0,1-3 1 0,4 1 4 16,-1 0-5-16,4-2-2 0,-3 2 0 0,3-1 11 15,1 2-5-15,-3 0-3 0,2 0 2 0,1 1 13 16,-1 1-12-16,0 3-4 0,1-2 2 16,-2 5-8-16,1 0 3 0,-1-1 2 0,4 1 1 0,-2 2-4 15,0 2-2-15,0 1 0 0,-1-2 5 0,2 2-2 16,-1 4-4-16,-2 2-11 0,1-2 14 0,-4 3 3 15,1-1-6-15,0 1 9 0,-1 0-4 0,0-1 2 16,0 0-1-16,-4 0-14 0,1 1-17 0,3-3-25 16,-4 0-31-16,0 0-1 0,0-2-29 0,-4 0-33 15,4 0-22-15,0-1-22 0,0 1-16 0,-1-1-17 16,1-4-58-16,0 0-47 0,0 0-26 0,0 0-29 16,0 0-27-16,10-12-21 0,-6 5-323 0,-3 1-820 15,2 0 363-15</inkml:trace>
  <inkml:trace contextRef="#ctx0" brushRef="#br0" timeOffset="7450.8674">15923 15357 299 0,'3'-3'354'0,"-2"-1"23"16,2 1 19-16,-3 3 13 0,4-4 0 0,-4 4 10 16,1-4 1-16,0 1 2 0,-1 3 0 0,0 0-12 15,3-5-14-15,-3 5-22 0,0 0-16 0,2-2-29 16,-2 2-30-16,0 0-38 0,0 0-23 0,0 0-22 15,0 0-22-15,0 0-16 0,0 0-21 0,4 12-8 16,-3-8-13-16,3 5-22 0,-2-1-4 0,-1 3-7 16,-1 0-11-16,1-1-9 0,0 1-16 0,3 0-67 15,-4-1 0-15,2 2 0 0,0 0 0 0,-2-3 0 16,0 1 0-16,0 0 0 0,1-5 0 0,1 3 0 16,-1-3 0-16,1-1 0 0,0 2 0 0,0-3 0 15,-2 0 0-15,4-1 0 0,-4-2 0 0,6 1 0 16,-6-1 0-16,18-5 0 0,-6 0 0 0,-3 0 0 15,2-1 0-15,-2 2 0 0,4-7 0 0,5 0 0 16,-8 3 0-16,3-3-7 0,0 1-10 0,-4 1 10 16,0 0-2-16,-3-2 4 0,2 4-3 0,-3-1 4 0,1 0 0 15,-1 3 8-15,-1-2-3 0,1 3-2 16,-3 0 7-16,-1-1-7 0,1 4 7 0,-2 1 2 0,4-3-2 16,-4 3-1-16,2-4-1 0,-2 4-11 15,2-3-11-15,-2 3 12 0,0 0 6 0,0 0-1 0,0 0 1 16,0 0 2-16,0 0-5 0,-4 13-2 0,4-6-1 15,-4-1-4-15,4 3 8 0,-1-2 2 16,1 4 2-16,0-1-7 0,-1 0 13 0,1 1-24 16,1-3 16-16,-1 2 3 0,3-2-2 0,-1-1 0 0,-2-1-1 15,0 0-3-15,2 2 4 0,0-4 3 0,-1 2-4 16,1-3-1-16,-1 2 3 0,1-2-1 0,-2-3 1 16,4 2 3-16,-4-2 9 0,9 0-9 0,-9 0-6 15,13-6 4-15,-5 1-3 0,2-2 13 0,0 2-6 16,0-3 5-16,-1 0-15 0,3-1 12 0,-1 1 0 15,-2-1-7-15,2 0-1 0,-1 2 2 0,-1-2-3 16,-2-1 0-16,1 2 0 0,0 4 0 0,-3-2 0 16,-1 3 0-16,1-1 0 0,-3 1 0 0,3 0 0 15,-2 1 0-15,-3 2 0 0,5-4 0 0,-5 4 0 16,0 0 0-16,10 4 0 0,-8 1 0 0,0-2 0 16,-1 3 0-16,3 1 0 0,-4-2 0 0,3 1 0 15,-2 2 0-15,-1-1 0 0,3 3 0 0,-3-5 0 16,3 3 0-16,-6-2 0 0,6 0 0 0,-3-1 0 15,0 1 0-15,0-1 0 0,0 0 0 0,0-1 0 16,0-4 0-16,0 7 0 0,0-6 0 0,0-1 0 16,0 5 0-16,0-5 0 0,0 0 0 0,0 0 0 15,0 0 0-15,0 0 0 0,7-13 0 0,-3 8 0 16,2-3 0-16,3-1 0 0,-3 1 0 0,6-5 0 16,-3 3 0-16,2-1 0 0,-2 1 0 0,0 5 0 15,4-2 0-15,-5 0 0 0,1 1 0 0,-2 3 0 16,2-2 0-16,-2 2 0 0,-1 0-7 0,0 3-7 15,2-1 2-15,-2 1 5 0,-6 0-1 0,9 3-1 16,-5 0 11-16,0 0-10 0,-1 0 3 0,2 2 5 16,-3 2-3-16,-1-1 4 0,-1 0-3 0,3-1-14 0,-3 4 13 15,-1-3 11-15,-1 0-10 0,1 3-7 0,-1-3 4 16,0 1 8-16,0 0-8 0,1 0-2 0,-1-2-16 16,2 1 7-16,-1-3-4 0,2 2 1 15,-1-5-5-15,0 6 14 0,2-3-3 0,-2-3 3 0,0 0 4 16,7 1-1-16,-7-1 6 0,0 0-4 0,16-6 5 15,-11 0-6-15,4 0 0 0,0-2 7 0,-2 0 1 16,2 1-6-16,4-1 3 0,-3-3 7 16,-2 1 3-16,2 3 5 0,-1-2 7 0,-4 1-3 0,5 4 8 15,-2-4 1-15,-3 4 6 0,-1-1-3 0,1 2-3 16,-1-2-5-16,1 3-4 0,-1 0 6 0,-4 2-23 16,6-3-1-16,-6 3 0 0,0 0 0 0,9 4 0 15,-6-1 0-15,2 2 0 0,-4-2 0 0,3 2 0 16,-2 2 0-16,1-2 0 0,0 1 0 0,-3 0 0 15,4 1 0-15,-2 0 0 0,-1-1 0 0,2 0 0 16,-2 1 0-16,2-1 0 0,-1 1 0 0,1-1-65 16,-1-1-42-16,1-1-20 0,-2 2-28 0,0-4-17 15,-1-2-35-15,3 4-59 0,-3-4-58 0,0 0-68 16,0 0-54-16,14-10-49 0,-10 6-41 0,2-6-281 16,-2 2-885-16,3-3 393 0</inkml:trace>
  <inkml:trace contextRef="#ctx0" brushRef="#br0" timeOffset="8564.2116">16932 15213 242 0,'0'-6'358'0,"0"0"30"0,1-1 14 15,-1 2 3-15,0-2 18 0,-1 1 17 0,1 2 7 0,-3-2-13 16,3 3 11-16,0 3-9 0,0-6-11 16,0 6-16-16,3-6-21 0,-3 6-22 0,-3-4-27 15,3 4-30-15,0 0-30 0,3-3-22 0,-3 3-29 16,0 0-29-16,0 0-15 0,0 0-16 0,0 0-7 15,0 0-102-15,0 14-59 0,1-8 0 0,-1 4 0 0,1 2 0 16,2 3 0-16,-3-4 0 0,0 6 0 16,1-1 0-16,-1 0 0 0,-1 2 0 0,0 0 0 15,-1 0 0-15,1-1 0 0,-3 0 0 0,3 4 0 0,0-3 0 16,-2-1 0-16,1 1 0 0,2-2 0 16,-3-3 0-16,-1-1 0 0,4 0 0 0,0-2 0 0,3-1 0 15,-2 1 0-15,2-3 0 0,0 0 0 16,1 0 0-16,3-2 0 0,2-3 0 0,2 2 0 0,-1-3 0 15,3-1 0-15,2-1 0 0,-2-2 0 0,4-2 0 16,-1-2 0-16,2-3 0 0,-4-1 0 0,0 1 0 16,-1-5 0-16,1 4 0 0,-2-2 0 15,-6 4 0-15,-2-3 0 0,2 3 0 0,-2-2 0 0,-4 0 0 16,0 0 0-16,0 5 0 0,0-3 0 0,-4 3 0 16,4 0 0-16,-6 1 0 0,2 3 0 0,3-3 0 15,-4 3 0-15,-2 1 0 0,7 1 0 0,-9-2 0 16,9 2 0-16,-10 5 0 0,5 0 0 0,1-1 0 15,-1-1 0-15,1 3 0 0,-1-1 0 0,4 0 0 16,-3 1 0-16,4-2 0 0,0 1 0 0,-2 1 0 16,4-1 0-16,-2-2 0 0,1 2 0 0,2-2 0 15,1 2 0-15,-1-3 0 0,4 2 0 0,-2-1 0 16,0 2 0-16,5-2 0 0,-2-2 0 0,4 1 0 16,-1-1 0-16,1-1 0 0,0 2 0 0,8-5 0 15,-1 2 0-15,0-2 0 0,1-4 0 0,-3 1 0 16,2 1 0-16,-2-2 0 0,-1 0 0 0,5-3 0 15,-11 3 0-15,3 1 0 0,-4-1 0 0,0-2 0 16,-2 1 0-16,0 0 0 0,-2 2 0 0,-1 1 0 16,-2-1 0-16,0 0 0 0,-1 0 0 0,-1 2 0 0,-3 0 0 15,1-1 0-15,-2 3 0 0,0-3 0 16,-1 4 0-16,5 1 0 0,-10-3 0 0,5 3 0 16,5 0 0-16,-13 3 0 0,4 0 0 0,4 1 0 15,-4 3 0-15,2 0 0 0,-3 0 0 0,3 4 0 0,1-2 0 16,1 1 0-16,0 1 0 0,1 0 0 15,3 1 0-15,-1 1 0 0,0-2 0 0,2 2 0 16,0-1 0-16,0-1 0 0,0 0 0 0,4-1 0 16,-3-2 0-16,2-1 0 0,3 0 0 0,-2-1 0 0,5 1 0 15,-1-2 0-15,3-2 0 0,2 1 0 0,2-3 0 16,1-1 0-16,1-1 0 0,2-5 0 0,1 3 0 16,-1-6 0-16,0 3 0 0,-1-2 0 0,0-3 0 15,-3 1 0-15,1 1 0 0,-5-2 0 0,2-1 0 16,-4 4 0-16,0-3 0 0,-3 1 0 0,-2-1 0 15,4 1 0-15,-4 1 0 0,-3 3 0 0,3-1 0 16,-4 0 0-16,-4 0 0 0,4 1 0 0,0 2 0 16,-4-2 0-16,2 3 0 0,0 0 0 0,-3 1 0 15,5 2 0-15,0 0 0 0,-5-4 0 0,5 4 0 16,0 0 0-16,-5-1 0 0,5 1 0 0,0 0 0 16,0 0 0-16,0 0 0 0,0 0 0 0,0 0 0 15,0 0 0-15,0 0 0 0,0 0 0 0,0 0 0 16,23 0 0-16,-16-1 0 0,1 1 0 0,-1 1 0 15,4-1 0-15,-5-1 0 0,2 1 0 0,1 0 0 16,-9 0 0-16,14 0 0 0,-6 0 0 0,-2 1 0 16,-6-1 0-16,9 5 0 0,-1-4 0 0,-4 0 0 15,0 2 0-15,1 1 0 0,-1 2 0 0,-2-2 0 16,2 0 0-16,-2 4 0 0,0-1 0 0,-4-1 0 16,2 4 0-16,-5-2 0 0,4-2 0 0,-3 6 0 15,0-5 0-15,-1 4 0 0,-1-5 0 0,3 0 0 16,-2 0 0-16,1-1 0 0,1 0 0 0,1-1 0 15,-2-1 0-15,2 1 0 0,-1-2 0 0,3-2 0 16,0 5 0-16,0-5 0 0,0 0 0 0,0 0 0 0,11-2 0 16,-11 2 0-16,12-2 0 0,-12 2-63 15,4-5-102-15,1 3-41 0,-5 2-46 0,4-3-69 16,-4-2-86-16,0 5-80 0,-6-5-84 0,-1 1-383 16,-3 2-1032-16,4 1 456 0</inkml:trace>
  <inkml:trace contextRef="#ctx0" brushRef="#br0" timeOffset="9225.334">18358 15427 153 0,'3'-5'331'0,"-1"2"-7"0,0-1 10 0,0 0-18 16,2 0-11-16,-2 1-6 0,2-1-6 0,1-2-13 15,-1 1-12-15,0 0-14 0,0 2-8 0,-2-2-20 16,6-1-18-16,-3 2-12 0,0 0-13 0,3 2-7 15,-3-1-11-15,5 0-12 0,3 1-12 0,-1 2-12 16,0 3-11-16,0 1-13 0,-1-1-4 0,0 0-11 0,0 5-10 16,-2 2-8-16,-3-2-6 0,1 2-7 15,-1 0-5-15,-3 1-12 0,-2-1 5 0,-2 1 1 16,-2 1-8-16,-3-2-2 0,-5 2-3 0,-4 0-5 16,0-3 27-16,-3 0-4 0,-2-1-8 0,2-3 0 15,-3 1-6-15,3-5-5 0,-1 1 6 0,0-2 24 0,6-1 21 16,2-1 25-16,-1-4 7 0,2-1 0 0,2 3-1 15,3-6-2-15,3 2-17 0,0-3-3 16,6-1-5-16,4-2-11 0,2-2-20 0,5 0-2 16,5-1-32-16,1-2-34 0,2 5-42 0,-1 1-38 0,-3 1-51 15,8 4-45-15,0-2-61 0,-10 6-69 0,9-5-38 16,-8 6-34-16,0-1-34 0,1 1-29 0,-2 2-37 16,-7 0-244-16,-1-1-793 0,0 1 350 0</inkml:trace>
  <inkml:trace contextRef="#ctx0" brushRef="#br0" timeOffset="9561.094">18707 15283 39 0,'4'-5'257'0,"-2"2"46"0,2-4 24 0,-1-2 22 16,1-1 14-16,-2-2 15 0,1 2 16 15,-1-1 11-15,1 0 8 0,-2-1-3 0,0 1-9 0,1 3-3 16,-1-4 3-16,-1 2-9 0,2 2-20 0,-2 2-2 16,0-1-16-16,0 3-27 0,0-1-28 0,2 2-30 15,-2 3-32-15,0-6-23 0,0 6-11 16,0 0-7-16,0 13-76 0,-2-3-120 0,0 5 0 0,2 3 0 15,-1 8 0-15,2 3 0 0,1 4 0 0,-2-1 0 16,0 3 0-16,-2 13 0 0,1-12 0 0,1-3 0 16,-4 15 0-16,4-1 0 0,-1-1 0 0,1-12 0 15,-2 1 0-15,0 13 0 0,0-14 0 0,1 2 0 16,0-4 0-16,0-2 0 0,1 3 0 0,0-3 0 16,2-2 0-16,-2-3 0 0,-1-6 0 0,0-1 0 15,1 0 0-15,1-2 0 0,0-4 0 0,2-3 0 16,-2 1 0-16,-1-3 0 0,0-2 0 0,1 0 0 15,1-1 0-15,-2-1 0 0,0-3 0 0,3 3 0 16,-3-3 0-16,0 0-328 0,9-7-125 0,-6 1-36 16,-3 0-50-16,1-4-37 0,-4-6-392 0,0 2-1049 15,-1-4 465-15</inkml:trace>
  <inkml:trace contextRef="#ctx0" brushRef="#br0" timeOffset="9767.1719">18621 15686 171 0,'-5'-8'300'0,"4"2"20"15,-2-3 24-15,2 3 23 0,-3-1 20 0,3 1 12 16,-2 0 16-16,0 1 6 0,1-1 2 0,-2 3-8 16,3-2-2-16,1 1-13 0,0 4-21 0,0-6-25 15,0 3-30-15,1-1-32 0,5 1-32 0,5-2-27 16,7-2-15-16,2 1-21 0,6 0-17 0,5-1-27 0,-4 0-7 16,2 1-11-16,2 1-14 0,-1 0-10 15,-2-1-15-15,-5 4-12 0,-1-3-8 0,-1 4-19 16,-2-3-57-16,-6 0 0 0,0 1 0 0,-1-1-26 15,-3 1-75-15,0 2-48 0,-3 1-60 0,-2-1-61 0,1 0-82 16,-5 1-76-16,0 0-70 0,0 0-83 16,0 0-349-16,-11 6-1007 0,4-3 446 0</inkml:trace>
  <inkml:trace contextRef="#ctx0" brushRef="#br0" timeOffset="10428.1381">20305 15283 46 0,'0'-7'360'0,"-4"-1"0"16,-2-2 4-16,1 1 6 0,-1-1-5 0,-2 2 0 16,1-2-8-16,-1 1-5 0,-1 1-5 0,-6-3-13 15,6 6-10-15,0-2-14 0,-4 2-18 0,4 1-16 16,-5 1-23-16,5 0-21 0,-1 5-17 0,-3-1 1 16,4 4 6-16,-2 2 4 0,0 2 1 0,2 5 5 15,-1 1-11-15,-2 9-5 0,4 1 0 0,-1 0-16 16,5 5 0-16,-5-3-9 0,4 4-8 0,1 0-64 15,3 0-119-15,-4 0 0 0,2 1 0 0,1 1 0 16,-1 0 0-16,2 1 0 0,1-1 0 0,1 3 0 16,0-6 0-16,1 2 0 0,3-1 0 0,-3-1 0 15,-2 0 0-15,2-2 0 0,0-2 0 0,-1-6 0 16,1-2 0-16,-1 0 0 0,0-1 0 0,-1-4 0 16,0-1 0-16,-1-5 0 0,2 5 0 0,-2-6 0 0,0 1 0 15,1-2 0-15,-2 0 0 0,4-2 0 16,-2-3 0-16,-3 5 0 0,3-5 0 0,0 0 0 0,0 0 0 15,0 0 0-15,-8-11 0 0,6 4 0 16,-1-4-371-16,1 1-98 0,-7-5-47 0,2-5-53 0,-5-2-35 16,-6-1-340-16,0 0-1023 0,-1-1 453 0</inkml:trace>
  <inkml:trace contextRef="#ctx0" brushRef="#br0" timeOffset="10635.8362">19724 15665 128 0,'-2'-4'307'0,"-1"-1"14"0,3-1 23 0,-1 3 28 15,-2-1 20-15,3 0 16 0,-5 2 11 0,4-2-2 16,-3 2-2-16,4 2-16 0,0-6-13 16,0 6-18-16,-4-3-20 0,4 3-29 0,0-4-23 15,0 4-25-15,0 0-27 0,0-6-27 0,5 2-22 16,-1 2-23-16,4-4-15 0,2 1-14 0,0-1-19 0,7 0-23 16,1 0-38-16,2 1-45 0,10-6-42 0,-1 4-33 15,2 2-24-15,1-3-30 0,-2 1-23 16,5 1-34-16,-6 0-46 0,-1 0-52 0,0 3-26 15,-10 2-33-15,1 0-31 0,-1 0-25 0,0-2-25 16,-2 3-8-16,-5-1-273 0,-2 1-742 0,3 1 328 0</inkml:trace>
  <inkml:trace contextRef="#ctx0" brushRef="#br0" timeOffset="11558.9049">20232 15515 269 0,'0'0'91'0,"1"4"47"0,-1-4 28 16,0 0 30-16,0 0 22 0,0 0 25 0,0 0 14 15,0 0 20-15,0 0 6 0,0 0 4 0,0 0 6 16,0 0 3-16,1-10 4 0,-1 10-8 0,0 0-9 0,1-4-13 15,-1 4-17-15,0 0-24 0,0 0-27 0,-1-6-21 16,1 6-19-16,0 0-20 0,0 0-14 16,0 0-13-16,9 8-11 0,-5-3-10 0,1-2-12 0,-1 4-10 15,2 0-3-15,-1 0-8 0,1 3-4 16,-4 1-9-16,6 0-3 0,-3-1-2 0,-5 1-7 0,2 0-2 16,0-2-5-16,0 2-2 0,-1-1-6 0,1-3-10 15,-4 0-12-15,2 0-8 0,0 1 1 16,-1-5-6-16,-3 1 4 0,0 2-1 0,1-3 2 15,-2-1-1-15,5-2 2 0,-9-1 2 0,9 1 3 0,-8-7-2 16,4 3 2-16,1-1 2 0,3-3 3 0,-1-1 2 16,2-1 5-16,2 1 3 0,1-3 2 0,4-1 2 15,-3 1 0-15,6-2-4 0,-4 6 0 16,6-3 0-16,2-1-2 0,0 3-4 0,-5 3 3 16,-1 1-4-16,0-1-2 0,-1 3-1 0,2 2 2 0,-1 0-5 15,-1 2-2-15,1-1 3 0,0 1-1 0,-3 2 0 16,4 1 1-16,-2 0-4 0,0 1-15 0,-2 0-21 15,-2-1-28-15,0 1-30 0,2-1-25 16,-2 1-27-16,1 0-25 0,-1-1-26 0,-2 0-17 16,1-1-18-16,-2 1-4 0,-1-4-6 0,3 4 12 0,-3-4 5 15,0 0-18-15,0 0 8 0,0 0 10 0,0 0 11 16,0 0 22-16,10-8 6 0,-8 5 27 0,2-1 11 16,-1 2 7-16,-1-2 17 0,2 1 10 15,1 0 10-15,2-1 17 0,-1 0 8 0,-1 1 9 16,-1-1 25-16,0 2 19 0,-1-1 29 0,0 1 18 0,1-2 15 15,1 1 27-15,-5 3 16 0,5-4 28 0,-2 3 14 16,-3 1 15-16,4-3 19 0,-4 3 12 0,2-1 14 16,-2 1 17-16,4-4 6 0,-4 4 5 0,4-5-3 15,-4 5-2-15,6-2 3 0,-6 2-6 16,0 0-6-16,4-2-7 0,-4 2-10 0,5-3-15 0,-5 3-13 16,7 0-9-16,-7 0-10 0,0 0-3 0,10 3-9 15,-5-1-11-15,-1 0-6 0,0 2-13 0,0 0-3 16,-1-2-10-16,0 2-9 0,1 2-1 0,-2 0-9 15,1 0-3-15,-3 1-4 0,0 1-5 16,0-3 0-16,0 5-6 0,-4-2 0 0,-1-1-6 0,0 2-2 16,-3-1 0-16,-2 0 4 0,1 0-5 0,0-1 1 15,-5 0-12-15,4-2 8 0,-8 2-4 0,6-2-3 16,2-3-1-16,-3 1 1 0,3-1 0 0,4-3-1 16,-1 2-2-16,1-4-4 0,1 0 0 0,1-2 1 15,0 0-2-15,2-2-1 0,3-1-2 0,5-2 0 16,0 2 4-16,2-2-4 0,1 2 1 0,-2-2-1 15,3-3 0-15,0 5 1 0,-1 1-1 0,0-1-1 16,1 2-3-16,-5 2 3 0,2 0-5 0,-1 0 3 16,-2 1-1-16,2 2 1 0,1-2-6 0,-1 3 1 15,-6 0 0-15,9 3 0 0,-5 1-1 0,4 0 2 16,-3 1 2-16,0-1-4 0,0 2 3 0,0 1-2 16,-2 0 2-16,3-2 2 0,-2 4 4 0,2-2-20 15,-1 2-25-15,-1 0-23 0,1-1-19 0,4 0-22 16,-1-2-36-16,1 3-46 0,-1-5-34 0,4 2-33 15,-3-1-30-15,3 0-29 0,-1-3-31 0,2-1-23 16,1 1-22-16,-1-4-3 0,2 2-205 0,-2-2-645 16,1-2 286-16</inkml:trace>
  <inkml:trace contextRef="#ctx0" brushRef="#br0" timeOffset="12085.2801">20965 15568 143 0,'3'-5'198'0,"-1"-1"31"0,2 3 20 15,-4-1 15-15,4-1 8 0,-4-1 19 0,1 1 8 16,-1 2 22-16,0-1 6 0,0 4 12 0,0-8 1 15,-1 2-3-15,-2 4-5 0,2-2-13 0,1 4-18 16,-4-6-22-16,4 6-23 0,0 0-32 0,-2-2-17 16,2 2-27-16,0 0-8 0,0 0-22 0,0 0-17 15,0 0-10-15,-12 10-17 0,8-7-7 0,3 1-11 16,-3 4-8-16,0-1-10 0,-1 1-7 0,3 2-1 16,-1-2-9-16,-1 3-4 0,-1-2 0 0,0 2-11 15,3 0-2-15,-1-1-6 0,3 0-16 0,-1 0-20 16,-1-1-11-16,2 1-8 0,3 1-2 0,0-7-4 15,2 6-5-15,4-2-11 0,-2-2-10 0,4 2-11 16,1-3-7-16,1-1-2 0,4-2-5 0,-1-1 2 16,2-2-12-16,0-1 2 0,5-2 5 0,-5-1 5 15,3-3-12-15,3-3-4 0,-5 0-7 0,5-5-12 16,-8 4-6-16,1-7-1 0,1 0-11 0,-1-1 15 16,-4-2 9-16,-4 4 13 0,1 1 9 0,-5-4 7 15,0-3 27-15,2 6 17 0,-4-1 31 0,4 1 29 16,-5 1 31-16,1-1 18 0,-1 1 34 0,0 6 25 15,0-4 7-15,-2 5 4 0,1 5 2 0,-1-1 11 16,2-2 7-16,-2 4-1 0,0-1-8 0,0 5-14 16,-3-7-14-16,3 7-12 0,-5-4-2 0,5 4-6 15,0 0 14-15,0 0 9 0,-15 10-4 0,11-4 4 16,0 1 7-16,0 5-4 0,-1 3 2 0,1 2-6 16,-2 2-12-16,2-1-11 0,4 1-10 0,-4 0-85 15,4 0-10-15,0 1 0 0,-1-1 0 0,2 1 0 16,-1-1 0-16,0 1 0 0,3-2 0 0,-2-1 0 15,3 1 0-15,-4-1 0 0,5-3 0 0,-4 2 0 16,2-5 0-16,-3 1 0 0,1-2 0 0,2-2 0 16,-1-1 0-16,0-2 0 0,-1 1-13 0,0-1-177 15,-1-1-21-15,0-1-9 0,0-3-21 0,0 0-34 16,0 0-56-16,0 0-19 0,0 0-33 0,0 0-29 16,-9-15-24-16,5 9-23 0,-2-3-320 0,1 1-843 15,-3-2 373-15</inkml:trace>
  <inkml:trace contextRef="#ctx0" brushRef="#br0" timeOffset="12420.6768">21159 15597 120 0,'-2'-3'162'0,"-1"-1"20"0,3 4 18 16,-2-4 24-16,2 4 27 0,-4-4 9 0,1 1 15 15,3 3 2-15,-1-6-5 0,1 6-19 0,0 0-7 16,3-5-17-16,0 2-19 0,1 1-18 0,0 0-17 16,3 1-11-16,3-2-9 0,-1 0-12 0,2 1-6 15,3 0-7-15,-1-1-11 0,6 2-2 0,-1 1-1 16,4-1-2-16,-1-3-11 0,-1 0-2 0,1 0-3 15,0 2-14-15,-2-1-3 0,0-1-2 0,0 2-13 16,-2-1-6-16,-3 0-8 0,-4 3-1 0,3-1-3 16,-3 1 3-16,-1 1-7 0,-1-1-3 0,-2 0-8 15,2 0-2-15,-8 0-1 0,9 4 2 0,-4 0 6 16,-1 1 2-16,-1-1-9 0,-1 4 4 0,-1 1-5 16,-1-2-4-16,-1 4-1 0,0-2-3 0,1 1-1 15,-3-1 0-15,2 1-5 0,0-3 0 0,1 4-1 0,0-2-1 16,-3-3-2-16,2 4-1 0,-1-2-2 15,2-3-1-15,0 1 1 0,0 2-3 0,2-3 5 16,-2 0-10-16,1-2-10 0,2 3-23 0,-1-2-25 16,2-1-34-16,-1-1-33 0,2 0-24 0,0-1-34 15,-5-1-39-15,10-1-41 0,-10 1-51 0,10-6-56 0,-5 1-46 16,0-1-252-16,3-2-724 0,-1-4 321 16</inkml:trace>
  <inkml:trace contextRef="#ctx0" brushRef="#br0" timeOffset="12633.5494">21590 15493 155 0,'-1'-4'346'0,"1"4"-11"0,-3-6-8 15,3 6-31-15,-2-3-27 0,2 3-30 16,0 0-24-16,-2-4-32 0,2 4-37 0,0 0-44 16,0 0-32-16,0 0-30 0,0 0-43 0,0 0-49 15,0 0-57-15,0 0-56 0,7 15-53 0,-5-12-145 16,2 1-393-16,0-1 174 0</inkml:trace>
  <inkml:trace contextRef="#ctx0" brushRef="#br0" timeOffset="13234.5785">21750 15591 145 0,'0'0'282'0,"4"-3"-5"0,-4 3 0 0,2-6-1 16,2 2-15-16,-1 2-22 0,0-1-17 0,1 0-23 15,0 1-15-15,1-2-12 0,-1 1 2 0,1 1-7 16,3 0 7-16,-2 2-8 0,1-2-10 0,5 4 5 16,-3-2-19-16,0 4 0 0,4 0-9 0,-4 1-8 15,-3 1-7-15,1-1-11 0,-2 2-14 0,0-2-1 16,-1-1-18-16,-2 4-11 0,-2-2 3 0,-1-1 1 16,0 3-8-16,-3 0-11 0,-6 2-4 0,2-4 0 15,-3 2-6-15,-1-2-10 0,1-2 5 0,-3 3-7 16,2-3 0-16,-2 0-6 0,1-4 1 0,0 3 3 15,-1-1-4-15,7-2 6 0,-4-2-5 0,3 1 0 16,3-1-1-16,-2-1-1 0,5 0-1 0,-1-4 11 16,2 1 1-16,1-2-3 0,5-2-2 0,-1-1-1 15,5-2-1-15,2 1 2 0,2 0-1 0,-3 4-6 16,4-4 1-16,3 1-4 0,-1 1 1 0,2 4-4 16,0-2-5-16,-4 3 5 0,4 0-8 0,1 5 3 15,-7-3 0-15,3 3-1 0,-2 0-4 0,0 3-2 16,-3-2 3-16,0 5-3 0,-1 1 0 0,-1 0 2 15,-2 0-4-15,1 0 2 0,-4 3 3 0,1 0-2 16,0-3-1-16,0 1 5 0,-3 3-3 0,-1-3-5 16,0-1 4-16,0 2-4 0,0-2 3 0,-1-1 4 15,1 1-6-15,-3-1 3 0,1-2-1 0,-1 3 1 16,2-1-1-16,1-2 2 0,0 0-3 0,0-4-10 16,0 7-17-16,1-5-3 0,-1-2-8 0,0 0-1 0,0 0 4 15,0 6 5-15,0-6 1 0,0 0-4 16,0 0-6-16,0 0 0 0,0 0 9 0,14-8-2 15,-11 3-6-15,-1 2-1 0,2-2-3 0,0 2 4 16,2-2-2-16,-2-2 8 0,1 4-5 0,-1 1-10 16,-3 0-12-16,3-5-9 0,0 5-19 0,0-1-16 0,-3 0-25 15,4 1-27-15,-5 2-25 0,4-3-27 16,-4 3-22-16,4-5-13 0,-4 5-9 0,0 0-4 0,0 0 5 16,0 0 4-16,0 0 9 0,0 0-129 15,0 0-397-15,10 5 176 0</inkml:trace>
  <inkml:trace contextRef="#ctx0" brushRef="#br0" timeOffset="13484.0934">22101 15586 25 0,'0'0'205'0,"0"0"-12"16,0 0-19-16,0 0-12 0,-10 0-18 0,10 0-13 15,0 0-14-15,-5 2-13 0,5-2-7 0,0 0-11 16,0 0-11-16,0 0-3 0,0 0-11 0,0 0-2 16,0 0-10-16,0 0-4 0,0 0-1 0,0 0-9 15,0 0-2-15,0 0-15 0,0 0-13 0,-6 1-16 16,6-1-22-16,0 0-30 0,0 0-19 0,0 0-29 15,0 0-17-15,0 0-123 0,0 0-273 0,0 0 121 16</inkml:trace>
  <inkml:trace contextRef="#ctx0" brushRef="#br0" timeOffset="13864.7421">22142 15609 208 0,'0'0'194'0,"0"0"-11"0,0 0-11 0,0 0-10 16,0 0-5-16,0 0 0 0,0 0-7 0,0 0 5 15,0 0-1-15,0 0-2 0,0 0-2 0,0 0 4 16,0 0-2-16,0 0-3 0,0 0-2 0,0 0-11 16,0 0 4-16,0 0-16 0,0 0-3 0,0 0-4 15,0 0-15-15,7 0-6 0,-5 3-2 0,-2-3 1 16,4 2-11-16,-1 0 6 0,-1 2-6 0,2-1-5 15,-2 0 9-15,0 2-2 0,-1 0-3 0,2 2 0 16,-1-3-15-16,-2 3-12 0,1 0 1 0,-1-2-6 16,0 5-2-16,2-3-5 0,-2 1-3 0,0 0-12 0,0-3-2 15,-2 3 0-15,2-2 0 0,-1-2-5 16,1 2-2-16,0-1 1 0,-1 0-8 0,1-5 13 16,-1 7-13-16,-1-5-25 0,2-2-14 0,2 4-24 15,-2-4-17-15,0 0-46 0,6 1-33 0,-6-1-53 16,10-2-43-16,-4-1-45 0,2 1-48 0,-1 0-234 15,0-4-617-15,3 0 274 0</inkml:trace>
  <inkml:trace contextRef="#ctx0" brushRef="#br0" timeOffset="14396.671">22399 15559 152 0,'3'-5'281'0,"-1"1"-11"0,-2 1-11 0,3-2-9 16,-3 5-12-16,1-6-13 0,-1 3-16 0,0 3-15 15,0 0-14-15,-4-5-10 0,4 5-5 0,-4-4-5 16,4 4 0-16,-7-1-17 0,7 1-4 0,-11 0-15 16,11 0-2-16,-11 3-16 0,7-1 11 0,0 1-8 15,-1 0-5-15,-1 1-14 0,-1 1-1 0,1 2-7 16,2 0-5-16,-1 1-1 0,-3-1-8 0,7 2-7 15,-3-2-13-15,-1 0 2 0,5-1-8 0,-4 2 2 16,3-2-5-16,1 4 2 0,0-4-2 0,0-1-1 16,0 2-10-16,0-3 0 0,4 0 0 0,1 1-2 15,-1-1-9-15,1-2 4 0,0 1 3 0,3 0-6 16,-1 1-1-16,4 0 3 0,-2-2-8 0,2 1-1 16,-2-3-1-16,0 3-3 0,-1-1 8 0,0-1 1 15,-1 1 3-15,-1 0 3 0,0 1-5 0,-3-2 1 16,2 0-6-16,-5-1 2 0,4 3 0 0,-1-2-3 15,-1 3 3-15,-2-4 10 0,-6 8 6 0,0-4 9 16,-1 0-4-16,-3-1-2 0,0 2-2 0,-9-2-4 16,6 0-6-16,-5 0 1 0,0 0-5 0,0 0 1 15,0-2-2-15,0 1 6 0,6-2-10 0,3-1 0 16,2 1 3-16,-2 0 1 0,9 0 5 0,-10 0-2 16,5 1-8-16,5-1-3 0,0 0-1 0,0 0-1 15,0 0-21-15,0 0-29 0,0 0-18 0,0 0-43 16,0 0-27-16,20-5-31 0,-9 7-34 0,-2-1-38 15,3 0-35-15,-3 1-40 0,3 1-14 0,-1-3-43 16,-6 2-206-16,3 0-621 0,-3-1 274 0</inkml:trace>
  <inkml:trace contextRef="#ctx0" brushRef="#br0" timeOffset="42945.2218">22626 15805 41 0,'3'-3'274'0,"-3"3"10"0,0 0 6 15,3-4 3-15,-3 4 3 0,0 0 13 16,0 0 3-16,0 0 1 0,0 0 3 0,0-4 5 16,0 4-1-16,0 0-6 0,0 0-1 0,0 0-7 15,0 0-14-15,0 0-15 0,0 0-9 0,0 0-13 16,0 0-21-16,0 0-16 0,0 0-19 0,-7-1-16 15,7 1-25-15,0 0-5 0,0 0-17 0,0 0-14 16,0 0-8-16,0 0-21 0,0 0-8 0,0 0-6 16,0 0-6-16,5 13-8 0,-5-9-12 0,2-1-3 15,-2 2-9-15,1 2-2 0,-1-3-16 0,-1 1-44 0,-1 4-54 16,0-2-65-16,-2-3-77 0,1 3-85 16,-3 1-94-16,0-1-113 0,-2 1-467 0,0-1-1056 15,-1 0 467-15</inkml:trace>
  <inkml:trace contextRef="#ctx0" brushRef="#br0" timeOffset="43826.9804">23321 15777 78 0,'0'0'333'0,"0"0"-15"0,-4-1-8 0,4 1-15 16,0 0-14-16,0 0-13 0,0 0-9 0,0 0 0 15,0 0-6-15,-4-2-1 0,4 2-7 16,0 0 6-16,0 0-8 0,0 0 0 0,0 0 1 16,0 0-2-16,0 0 0 0,0 0-1 0,0 0-15 15,0-5-27-15,0 5-22 0,10-6-15 0,0 0-16 0,2 0-12 16,6-5-8-16,-2 2-7 0,2-3-3 0,5-3-10 16,3 0-10-16,-2 3-6 0,-6 1-9 0,-3 2-3 15,3-3-4-15,-1 3-9 0,-1-1-6 16,-5 6-4-16,-2-4-2 0,-2 3 3 0,2 1 0 15,-4-1 12-15,-1 1-12 0,0-1-2 0,2 1-2 0,-6 0-10 16,0-1-1-16,0 2-7 0,0 3-8 0,-11-5-3 16,3 3-4-16,-3 2 4 0,-3 1-8 0,1 2 4 15,-4 2-2-15,-3 2 5 0,1 3-4 16,-8 5 1-16,4 1-3 0,-3 2-7 0,11 1 8 16,-3 2-6-16,1 0 1 0,0-2 0 0,6-2-2 0,2 0-5 15,-1 0 7-15,4 0-9 0,1-2 0 0,2-3 1 16,2 0 7-16,3 1-2 0,1-2 0 0,3-1-4 15,3 2 1-15,5-4 3 0,-1-1-18 0,6 0-19 16,0-3-20-16,-1 0-14 0,9-1-20 16,-4 0-25-16,-2-3-21 0,-1 0-29 0,0-3-36 0,3 0-35 15,-5-3-51-15,5 0-42 0,-6-1-44 0,2-1-41 16,-1-2-65-16,-4 2-356 0,5-3-895 0,-3-1 396 16</inkml:trace>
  <inkml:trace contextRef="#ctx0" brushRef="#br0" timeOffset="44372.976">23737 15775 239 0,'0'0'406'0,"-1"-7"-1"0,1 2-17 16,0 0-9-16,0-1-28 0,0 1-15 0,1 2-16 15,-1-2-25-15,1 0-20 0,1 2-31 0,2-1-16 16,-1 0-22-16,4 0-24 0,0-1-21 16,-2 1-19-16,3 0-14 0,-1 3-13 0,2-2-10 0,3 1-14 15,-3 4-10-15,0 0-5 0,1 1-4 0,-1 0-10 16,-1 1-8-16,2 0-4 0,-2 1-10 0,0 3 3 16,-3 0-7-16,2-1-5 0,-3 2-6 0,1-1 6 15,-2 2-5-15,-3-1-1 0,0-2-5 16,-1 2-3-16,-1-2-2 0,-3 1 0 0,-2-1-1 0,0 2 0 15,-2-4-3-15,0 5 1 0,-1-8-1 0,1 1-2 16,0-2 4-16,-1 0 4 0,-3 2-4 0,9-6-2 16,-5 2 27-16,1-2 13 0,2 0 10 0,1-3 11 15,3-2 9-15,-4 1 4 0,10-4-9 16,-2 0-1-16,0 1-9 0,2 0-4 0,1-1 2 0,-1 2-12 16,4-2 1-16,-2 2-2 0,-1 2-9 0,0 1-6 15,-1 0-6-15,1 2 0 0,4 1-7 0,0 1-8 16,-1 1 3-16,-1 1-7 0,1 1 0 0,-3 1-4 15,2 2 1-15,-1 2 0 0,4 0 3 16,-2 2-5-16,-3 0 0 0,1 3 4 0,2-3-4 0,-3 3 3 16,2 0-4-16,-2-1-13 0,-1 1-19 0,1-4-13 15,0 4-23-15,0-4-24 0,-1 3-17 0,-2-4-30 16,2 0-29-16,-1 0-20 0,1 0-32 0,-2-2-22 16,4-3-22-16,-3 3-38 0,3-4-49 0,-6 0-47 15,13 0-32-15,-1-4-248 0,-1 1-730 0,-1-3 323 16</inkml:trace>
  <inkml:trace contextRef="#ctx0" brushRef="#br0" timeOffset="44655.1618">24292 15668 4 0,'0'0'383'0,"-3"-5"14"15,3 5 7-15,3-4 5 0,-3 4-5 0,-3-5-12 16,3 5-23-16,0 0-27 0,0 0-21 0,-10-2-27 15,10 2-10-15,-8 7-13 0,3-5-21 0,4 2-19 16,-7 4-17-16,-1 0-11 0,3-1-23 0,-2 5-8 16,-1-5-24-16,0 5-14 0,2-3-9 0,2 2-14 15,-2 0-12-15,0-2-10 0,3 2-10 0,-1-1-1 16,2 1-10-16,2-1-4 0,-1 1-8 0,1 2-7 16,2-5-11-16,2 2-19 0,1-2-20 0,0 2-24 15,3-2-27-15,2-2-19 0,0 0-25 0,5 0-39 16,3-4-24-16,-2 0-22 0,3 0-29 0,1-2-23 15,2-2-34-15,-2-1-32 0,1 1-45 0,1-4-38 16,-1-2-35-16,5-7-219 0,0 3-687 0,-11-3 305 16</inkml:trace>
  <inkml:trace contextRef="#ctx0" brushRef="#br0" timeOffset="45140.5062">24535 15561 132 0,'-3'-4'358'16,"2"-1"24"-16,-2 2 21 0,3-3 18 0,-2 2 17 15,2 4 5-15,-5-5-1 0,3 2 2 16,0 1-8-16,2 2-11 0,-3-3-3 0,3 3-15 0,-1-4-22 16,1 4-26-16,0 0-25 0,0 0-25 0,-3-6-24 15,3 6-32-15,0 0-24 0,0 0-23 0,0 0-25 16,0 0-16-16,0 0-13 0,0 0-12 0,0 17-100 16,0-9-40-16,0 2 0 0,-1 2 0 0,2 2 0 15,2 2 0-15,-2 0 0 0,2 2 0 0,-2-1 0 16,-1 2 0-16,1-1 0 0,1 1 0 0,-2 0 0 15,0-4 0-15,0-2 0 0,1 3 0 0,-1-5 0 16,1-1 0-16,-1 0 0 0,0-3 0 0,0 2 0 16,0-4 0-16,0-1 0 0,0 2 0 0,0-3 0 15,0-3 0-15,4 2 0 0,-4-2 0 0,0 0 0 16,10-12 0-16,-5 5 0 0,0-4 0 0,1 2 0 16,1-1 0-16,2-1 0 0,-4 0 0 0,3 3 0 15,-3-2 0-15,1 2 0 0,-3 5 0 0,2-4 0 16,0 4 0-16,0 1 0 0,-1-1 0 0,-1 1 0 15,3 1 0-15,-6 1 0 0,10 3 0 0,-6 1 0 16,1 2 0-16,-1 0 0 0,1 1 0 0,4 2 0 16,-2 0 0-16,-1-1 0 0,-1 1 0 0,1 0 0 15,-2 0 0-15,5-2 0 0,-1 1 0 0,-3-1 0 16,4-1 0-16,-3 2-71 0,3-5-118 0,-5 0-32 16,4-2-46-16,-2 3-45 0,1-3-65 0,-2-1-76 15,-5 0-82-15,9-5-426 0,-6 1-1042 0,0 1 461 16</inkml:trace>
  <inkml:trace contextRef="#ctx0" brushRef="#br0" timeOffset="45722.7469">25507 15481 8 0,'0'-7'310'0,"2"3"-8"0,-2-3-2 16,0 1 6-16,-2 1-9 0,2-1 0 0,-2 0 3 16,0-1 12-16,-3-1 12 0,1 3 6 0,-3-5-3 15,-1 4 8-15,-1-4 1 0,1 0-3 0,2 5-1 16,-2-4-13-16,2 2-11 0,0 4-11 0,-1-1-13 0,2 0-22 15,-1 0-22-15,2 1-29 0,-1 2-11 0,5 1-5 16,-8 5 2-16,4 3 3 0,-3 0-4 0,3 5-2 16,-1 10-5-16,2-2-39 0,-1 3-150 15,3 4 0-15,2 0 0 0,-1 6 0 0,4 0 0 0,0 1 0 16,1 9 0-16,3-9 0 0,-2 1 0 0,4 8 0 16,-2-10 0-16,1 1 0 0,0 1 0 0,1-1 0 15,4 8 0-15,-4-10 0 0,7 14 0 16,-5-15 0-16,-2 2 0 0,1 2 0 0,-2-4 0 0,0-5 0 15,1 0 0-15,-5-4 0 0,3-5 0 0,-3-2 0 16,-1 0 0-16,0-4 0 0,-3-1 0 0,3-3 0 16,-3 0 0-16,2-2 0 0,-3-2 0 0,1 1 0 15,-1-2 0-15,0-3 0 0,0 0 0 0,0 0 0 16,-15-11 0-16,7-1-32 0,-1-1-440 0,-5-3-51 16,-3-5-54-16,0-7-38 0,-4 6-381 0,1-9-1078 15,-2 4 477-15</inkml:trace>
  <inkml:trace contextRef="#ctx0" brushRef="#br0" timeOffset="46847.5886">25220 15916 278 0,'-2'-3'322'0,"0"-1"24"0,0 1 31 0,2 3 13 16,-5-6 11-16,2 4 7 0,3 2 10 0,-4-5 2 16,3 1-2-16,1 4 2 0,-4-5-18 0,1 4-11 15,3 1-24-15,-1-3-15 0,1 3-42 0,0-5-29 16,0 5-31-16,8-5-26 0,-3 3-30 0,7-3-14 15,0 1-20-15,-1 0-11 0,2 0-25 0,6 0-33 16,1 0-35-16,-3-1-32 0,1 1-33 0,1 1-34 16,3 2-36-16,-4-1-40 0,2 1-41 0,2-1-43 15,-3-3-47-15,1 1-46 0,-4 3-37 0,-2-2-18 16,-3 3-18-16,2-2-21 0,-4-2-6 0,-1 2 1 16,2 0 4-16,-5 1 20 0,3 0 16 0,-3 0-186 15,-1 0-586-15,-4 1 1919 0,9-3-1007 0,-9 3 41 16,5-1 41-16,-1 0 57 0,-4 1 49 0,5-6 46 15,-2 5 45-15,-2-3 42 0,-1 4 39 0,5-6 28 16,-5 4 28-16,3-2 25 0,0 0 15 0,-3 1 2 16,2-1 19-16,-2 4 8 0,2-5 5 0,-2 1 1 15,0 4-1-15,0-6-10 0,3 3-17 0,-3 3-10 16,0-4-42-16,0 4-13 0,0 0-11 0,5-1-23 16,-5 1-11-16,0 0-16 0,13 5-9 0,-6 0-15 15,-2 0-9-15,3 0-7 0,1 2-20 0,0 0 8 16,0 2-13-16,-1-2-5 0,-1 1-3 0,0 0-9 15,-2 2-8-15,0-3 6 0,-1 1-7 0,-2-2-6 0,0 2-2 16,2-3-5-16,-4 3-8 0,0-6-5 16,1 4-5-16,-1 0-1 0,-1-4-1 0,-1 1 3 15,2-3-3-15,-4 7-3 0,4-7 5 0,-2 2 1 16,2-2 3-16,0 0 0 0,0 0-2 0,-9-10-1 0,6 7-4 16,3-3 3-16,0-2 6 0,1-1 0 0,-1 1 5 15,2-2-5-15,2-2 3 0,-1 0-5 16,3 2 6-16,0 0-5 0,4 3-14 0,-1-1 13 15,0 1-3-15,1 0 0 0,-1 2 1 0,4 1-7 16,-3 3 5-16,3 0 0 0,-4 1-6 0,4 2 4 0,-3-1 4 16,0 2-12-16,-1-1 9 0,-2 2-2 15,0-1-2-15,-2 2-25 0,4 0-20 0,-5 0-24 16,1-2-31-16,-1 2-21 0,0-1-31 0,-1-2-14 16,-2 1-25-16,0-1-16 0,-1-2-19 0,0 0-45 0,0 0-18 15,0 0-14-15,0 0-8 0,0 0 5 16,-8-11 14-16,7 8 7 0,1 3 9 0,-1-7 11 15,1 3 3-15,0 4 18 0,0-9 7 0,2 6 11 16,0 1 17-16,0-1 23 0,-2 3 16 0,5-5-90 16,-2 4 228-16,-3 1-85 0,6-4 15 0,-6 4 21 15,3-2 29-15,-3 2 14 0,0 0 33 0,0 0 47 0,0 0 15 16,5-2 20-16,-5 2 39 0,0 0 31 0,0 0 23 16,0 0 22-16,0 0 17 0,0 0 9 15,4-3-3-15,-4 3 18 0,0 0 0 0,0-3-16 16,0 3-3-16,0 0-12 0,2-3-8 0,-2 3-9 15,0 0-9-15,0 0-7 0,4-3 0 0,-4 3-19 16,0 0-9-16,4-3-14 0,-4 3-10 0,0 0-9 0,3-3-12 16,-3 3-12-16,0 0-3 0,7-3-8 15,-7 3-4-15,0 0-10 0,7-2-7 0,-5 1-1 16,-2 1-10-16,0 0-3 0,0 0 2 0,10 2-7 16,-6-1-3-16,1 2-2 0,0 0 0 0,-1 1-1 0,0 2 8 15,1-1-1-15,0 2 0 0,0-1 1 16,-1 0-5-16,1 2-2 0,-2 0 1 0,-2-1-5 15,-1 2-4-15,0 2 1 0,-1-5 0 0,-2 5 0 16,2-1-1-16,-3-3 3 0,-5 3-3 0,-1-3-2 16,2 0 1-16,-2 3-5 0,0-5 1 0,-7 2-1 0,3-3 0 15,1 0 0-15,0-3 1 0,1 0 3 16,2-1-3-16,-2-1 0 0,5 0 10 0,0-2 14 16,2-1 8-16,-1-3 8 0,3 1 3 0,2-5-4 15,1 2 2-15,0-4-1 0,4 5-2 0,2-5-10 0,0 4-2 16,1-1-4-16,3 0-6 0,0 2-2 0,-2 1-3 15,1 1-3-15,-1 1-3 0,2 2-3 16,-3-1-3-16,1 3-1 0,-3 0-3 0,4 1-1 16,-9 0-1-16,10 3-2 0,-4 0-2 0,1 0 1 15,-2 2 1-15,-1 0-2 0,-3 2 2 0,3-1-1 0,-2 1-1 16,0 2-11-16,-1-1-14 0,2-1-15 0,-2 0-19 16,-1 1-27-16,4-5-21 0,-3 3-11 0,4 2-18 15,-1-5-39-15,5 4-55 0,3-5-40 16,-1 4-49-16,2-4-38 0,6-2-47 0,-1 0-311 15,1-1-776-15,4-1 344 0</inkml:trace>
  <inkml:trace contextRef="#ctx0" brushRef="#br0" timeOffset="47202.6893">26309 15709 90 0,'-3'-4'399'0,"0"-1"20"16,0 2 13-16,0-2 15 0,0 1 3 0,1 2-11 15,-1-3-16-15,3 5-20 0,-5-3-24 0,4 1-35 16,1 2-28-16,0 0-27 0,-4-3-32 16,4 3-31-16,0 0-21 0,0 0-22 0,0 0-17 15,-9 5-14-15,8-2-20 0,-2 3-8 0,-2 2-16 0,1-1-7 16,-2 1-11-16,2 2-7 0,0 0-11 0,-1 0-10 16,0 1 0-16,-3 2-6 0,2-2-11 0,2 1 0 15,0-1-11-15,-1 2-23 0,1-1-17 16,4-2-25-16,0 1-10 0,3-1-16 0,0-2-16 15,4-1-23-15,1 1-27 0,2-2-34 0,0 1-29 0,4-3-23 16,7 1-22-16,1-3-14 0,6 1-11 0,0-2-18 16,0-1-21-16,-8-3-26 0,10-4-49 0,-5-1-32 15,2-2-211-15,-8 2-662 0,4-7 293 16</inkml:trace>
  <inkml:trace contextRef="#ctx0" brushRef="#br0" timeOffset="47493.1323">26610 15472 323 0,'-2'-8'369'0,"0"2"19"0,0 0 9 16,0 1 6-16,2 2 4 0,-4-1-2 0,3 2-9 15,1 2-14-15,-5-5-17 0,5 5-33 0,0-5-20 0,0 5-5 16,0 0 11-16,0 0-9 0,0 0-1 0,-7 15-2 16,7-6-11-16,0 1-9 0,0 2-15 0,1 6-8 15,-1 1-21-15,1-1-17 0,4 7-19 16,0-7-22-16,-5 6-21 0,3 2-134 0,-1-5-29 0,-2 2 0 15,2 2 0-15,-2-6 0 0,2 1 0 0,0-4 0 16,-2 2 0-16,0 0 0 0,0-1 0 0,-2-1 0 16,2-2 0-16,0-2 0 0,0-2 0 0,0 1 0 15,0-1 0-15,0-2 0 0,0-2 0 16,0-1-54-16,-2 0-219 0,2 0-30 0,2-1-14 0,-2-4-20 16,0 3-51-16,0-3-34 0,0 0-24 0,0 0-13 15,0 0-4-15,0-15-8 0,0 10-239 0,-2-2-769 16,0-4 340-16</inkml:trace>
  <inkml:trace contextRef="#ctx0" brushRef="#br0" timeOffset="47846.7996">26530 15780 168 0,'-4'-3'258'0,"0"0"44"15,1 1 35-15,1-1 29 0,2 3 36 0,-3-6 22 16,2 4 14-16,1 2-4 0,-1-5-4 0,1 5-28 16,0-7-39-16,2 2-30 0,1 1-30 0,2 1-34 15,0-2-21-15,6 0-17 0,0 0-16 0,2 1-26 16,4-1-12-16,-4 1-14 0,5 0-24 0,1 3 0 15,-1-1-20-15,1 2-13 0,-1-2-14 0,0 2-4 16,-5 0-11-16,2 2-11 0,-3 0 6 0,-1-2-20 16,2 2-10-16,0 1-2 0,-3 1-13 0,0-1 0 15,2 3-4-15,-5-2 7 0,1 1-13 0,-3 0 0 16,0 0-1-16,0 1-1 0,-1 4 2 0,1-4 1 16,-5 4-10-16,4-2 2 0,-3 0 15 0,2 0-16 15,-3-1-3-15,0 1 5 0,0-4 0 0,0 6-8 16,0-6 5-16,0 2 1 0,0 1-13 0,1-3-21 15,-1-1-23-15,0 1-18 0,0-4-19 0,3 5-15 16,-3-5-15-16,3 4-17 0,-3-4-32 0,7 1-38 16,-2-1-54-16,-5 0-45 0,9-5-35 0,-4 1-41 15,-1 0-46-15,4-2-45 0,-6-5-314 0,3 3-847 16,-2-6 375-16</inkml:trace>
  <inkml:trace contextRef="#ctx0" brushRef="#br0" timeOffset="47962.0968">26891 15569 106 0,'0'0'341'0,"-1"-5"13"0,1 5-1 0,-4-3 13 16,4 3-10-16,0 0-14 0,-4-6-38 0,4 6-27 15,0 0-32-15,0 0-21 0,0 0-26 0,-1-1-21 16,1 1-20-16,0 0-38 0,0 0-45 0,0 0-46 16,0 0-51-16,0 0-56 0,0 0-41 0,4 10-47 15,-3-5-48-15,3-1-43 0,0 2-38 0,0-1-182 16,2 0-516-16,2 1 228 0</inkml:trace>
  <inkml:trace contextRef="#ctx0" brushRef="#br0" timeOffset="48631.1369">27004 15697 212 0,'0'0'290'0,"0"0"10"0,0 0 1 0,5-10-5 0,-4 7-2 15,-1 3-16-15,7-5-8 0,-5 3-12 16,4-2-15-16,-2-1-11 0,-1 2-4 0,3 0-21 0,-1 2-15 15,3-1-17-15,0 2-11 0,1 0-13 0,2 1 5 16,-1 1-14-16,-1 2-9 0,3 2-13 0,-1 0-9 16,-3 0-5-16,0 5-10 0,-2-2-11 0,4 1-9 15,-2 1-7-15,-3 1-8 0,-2-2-5 0,-1 1 1 16,-2 0-7-16,0 0-6 0,-2-2-2 0,-2 2-7 16,-3-1-2-16,0-4-3 0,-2 5 0 0,0-8-2 15,-3 3-2-15,-2 2-3 0,1-5-2 0,2 0 0 16,-2-2 1-16,2-1-1 0,-1 0-4 0,4 0 3 15,1-1 0-15,0-2 12 0,2-1 9 0,0-5-1 16,3 4-1-16,0-6 1 0,2 3-7 0,4-4 1 16,-1-4-6-16,6 0-5 0,-2 2 0 0,6 1-5 15,1 0 6-15,0 2-8 0,-1 0-4 0,0 2-4 16,2 0-2-16,2 2-2 0,-1 3 1 0,-3-3-3 16,-1 5 0-16,0 1-4 0,0 1-1 0,2 0 2 15,-4 1 0-15,2 5-1 0,-1-1-1 0,-2-1 0 16,0 3 3-16,-2 1-1 0,1 0-2 0,-2 2 2 15,1-1-3-15,-3 0 2 0,1 0-1 0,0 1 2 16,-5-2 0-16,3 1-1 0,-1-3-2 0,-2 0 3 16,4 1 1-16,-4-1-3 0,0-2 1 0,3-1 4 15,-3-3 4-15,1 5 6 0,-1-5-5 0,0 0 0 16,0 0-2-16,0 0 3 0,8-10-3 0,-7 4-2 16,5-3 1-16,-2-2-1 0,4 0 1 0,-2 0-1 15,2 2 2-15,0-2-2 0,2-1-4 0,-2 3 3 16,-2-1-2-16,3 2 2 0,-1 1 5 0,-2-1-3 15,-1 1 2-15,0 4-2 0,3 1-1 0,-2 0-4 16,1 0-2-16,0 4 3 0,3 1 0 0,-2 0-1 16,1 1 0-16,3 4 5 0,-1-2-2 0,-2 3 2 15,1-1-2-15,3 5 2 0,-4-1-3 0,1-3-3 16,-1 1 4-16,0 0 0 0,0-2 2 0,-3 2-5 16,1-2 4-16,-1 0-3 0,-1-2 2 0,-1-1-24 15,1 0-29-15,-2 1-25 0,-1-3-22 0,1 0-26 16,0 0-37-16,-1 1-37 0,-2-4-34 0,3 3-56 15,-3-3-70-15,0 0-80 0,0 0-280 0,-12-13-779 16,8 9 345-16</inkml:trace>
  <inkml:trace contextRef="#ctx0" brushRef="#br0" timeOffset="49332.7753">28542 15554 168 0,'0'-7'477'16,"4"1"-5"-16,-2-3 4 0,-1 0-2 0,1-2-10 15,0 1-25-15,0 3-17 0,-2 3-6 0,0-7-16 16,2 1-27-16,0 3-27 0,-2 1-18 0,0-1-11 16,-2 2-24-16,0-1-29 0,-2 0-30 0,-1 1-15 15,-4 2-15-15,-1 0-4 0,0 0-17 0,-3 4-14 16,-1 1-4-16,-3 2-7 0,0 4-4 0,-1 2-1 16,1 1-5-16,-5 6-73 0,4 2-75 0,3 2 0 15,2-2 0-15,-1 4 0 0,1 1 0 0,1 2 0 16,5-1 0-16,0 0 0 0,1 0 0 0,4-5 0 15,-1-1 0-15,6 0 0 0,-1-1 0 0,2-3 0 16,5-1 0-16,0 1 0 0,7-2 0 0,0-5 0 16,3 2 0-16,8-1 0 0,-1 1 0 0,2-4-94 15,-8-2-143-15,2-1-18 0,-2-2-15 0,2-3-31 16,-3-2-12-16,4 1-28 0,-6-1-40 0,2-2-33 16,0-2-32-16,-2 1-31 0,2-3-300 0,-7 1-842 15,2-2 372-15</inkml:trace>
  <inkml:trace contextRef="#ctx0" brushRef="#br0" timeOffset="50609.1032">28737 15666 312 0,'0'0'376'0,"-2"-3"-10"0,2 3 14 0,0 0-4 16,2-3-7-16,-2 3-17 0,2-4-20 15,-2 4-30-15,2-5-24 0,-2 5-24 0,3-3-21 16,-3 3-20-16,4-5-14 0,0 5-15 0,-4 0-19 15,8 0-18-15,-3-1-12 0,-5 1-12 0,13 1-8 16,-6 1-6-16,0 3-8 0,0-3-9 0,2 6-8 16,-4-3-4-16,4 2-12 0,-5-2-9 0,1 2-1 15,-2 4-6-15,-2-4-8 0,3 1 0 0,-3 1-6 16,-2 0-2-16,0-1-1 0,-2-3-7 0,-2 4 0 16,-3-1-1-16,3-2-4 0,-7 0 2 0,2-2-6 15,0 1-3-15,-2-3-2 0,-1-1-1 0,1 0-2 16,-1-2 0-16,3 1 2 0,-1-1 0 0,3-1-2 15,-1-3 3-15,1 0-2 0,2-2 4 0,1-1 13 16,2-2 1-16,3 2-1 0,0-3 0 0,4-1-2 16,3 1-1-16,4-4-1 0,-1 1-8 0,2 1-1 15,1-2-2-15,-1 4 0 0,4 1-1 0,-3 0 0 16,-1 4-2-16,2 0-7 0,-5 3 2 0,4-1-2 16,-3 2 1-16,3 2-4 0,0 0 1 0,-3 2 0 15,9 3-3-15,-7 1 0 0,2 0 0 0,-4 2 7 16,7 3-5-16,-5 1-5 0,-5-4 3 0,3 3 1 15,-4 0 0-15,1 4 0 0,-3-4-2 0,2-3 0 16,0 3-10-16,-2-3-7 0,-4 0-6 0,1-2-8 16,2 0-9-16,-2 0-1 0,1-2 7 0,-2-1 5 15,2 1 5-15,-2-2 9 0,0-2-1 0,0 0 3 16,0 0 0-16,0 0 4 0,0 0 0 0,7-13 4 0,-5 7 3 16,2-3 3-16,1-2-1 0,-4 0 4 0,3 0 1 15,4-1 5-15,-3 1 1 0,0-1 1 16,4 3 0-16,-3-2-1 0,3 4 1 0,-2-3-1 15,3 4 2-15,-2 0-2 0,-1 1 0 0,0 2-2 16,-1 0-2-16,0 1 2 0,1 1 4 0,1 0-4 0,2 3 9 16,-4 0-2-16,1 2-1 0,-4-1-2 0,4 3 4 15,0-1-6-15,-4 0 1 0,3 1-3 16,-2 1 7-16,-1-1-9 0,-1 5 1 0,0-7 0 16,0 6 2-16,3-5-8 0,0 2 3 0,-5 0 3 15,2-2-1-15,0-1 1 0,-1 2 1 0,3-1 0 0,0-1 4 16,3-1 1-16,4 1-4 0,-5-2 1 0,7-2 2 15,-4-1 3-15,5-1-3 0,-1-3 6 0,6-2-3 16,-1-2-4-16,1-1 3 0,3-5-1 16,1-2-3-16,-2 0 1 0,-2 1 1 0,-7 0-2 15,2 0 3-15,-1 1-2 0,1-7 0 0,-2 7-6 0,-6-2 2 16,3 1-1-16,-5 5-2 0,-3 3-5 0,2-2 6 16,-3 3-6-16,-3 1-4 0,3 1 2 0,-1 3-4 15,1 2 2-15,-8-1-3 0,8 1-2 16,0 0 1-16,-14 8 3 0,10 1 3 0,-1-1 0 0,1 3 0 15,4 1-1-15,0 1 0 0,0-3 1 0,3 7 1 16,-2-6-5-16,3 1 5 0,0 1 0 0,1-2 0 16,0 0 4-16,7 3-3 0,-7-5-3 0,2 3 6 15,1-5-2-15,1 4-1 0,-3-4-1 16,3 3 0-16,-3-2 1 0,1-3 1 0,1 3-3 0,-3-3 3 16,1 0 0-16,-3 0-1 0,1 0-2 0,-2-2-2 15,3 0-1-15,-3 0 2 0,-2-3 0 0,-2 8 3 16,2-5 2-16,-3 1-1 0,0-1 7 0,-2 1-5 15,-3 0 0-15,2-2 0 0,-2 0 2 16,1 1-2-16,0-3 2 0,-6 1 2 0,2 0 0 0,1 0-1 16,2-1 0-16,-1-1 1 0,3 0 0 0,-1 0 1 15,1 1 5-15,6 0 8 0,-12-5 9 0,11 3 2 16,-3-5 0-16,4 3 8 0,3-2-9 0,-1 0 5 16,6-2 1-16,1-1-5 0,0 0 2 0,6-1-9 15,1-2-2-15,0 4-4 0,1-2-2 0,2 4-2 16,1-3-1-16,-2 3-1 0,1 0 1 0,-2-1-10 15,1 2 6-15,-5 2 1 0,-2-1-1 0,2 1-3 16,1 1-4-16,-1 1 0 0,-7-1 0 0,1 0-3 16,-1 0 4-16,-1 2-4 0,2-1-1 0,-7 1 1 15,5-1-2-15,-5 1 2 0,0 0-4 0,9 1 5 16,-9-1-6-16,5 2 1 0,-5-2-3 0,2 4 6 16,-1-2 0-16,-1-2 3 0,0 8-3 0,0-5 2 15,2 3 0-15,-2-1 1 0,1 1-2 0,-1-1 0 16,1 0 0-16,2 5 0 0,-2-3-1 0,-1 1 6 15,0-2-4-15,1 0 5 0,1 2-6 0,-2-1 3 16,2-2 3-16,0 1-6 0,-2-1-17 0,1-2-12 16,0 1-28-16,-1 0-23 0,0-1-25 0,0-3-29 15,2 4-20-15,-2-4-15 0,3 2-35 0,-3-2-65 16,0 0-41-16,4-10-41 0,-3 5-60 0,1-5-19 16,-1-1-309-16,-2-1-802 0,2-4 355 0</inkml:trace>
  <inkml:trace contextRef="#ctx0" brushRef="#br0" timeOffset="50703.3738">29815 15487 70 0,'0'-4'285'0,"0"4"-4"16,-2-4-5-16,2 4-3 0,-2-4-12 0,2 4-18 15,0 0-31-15,2-5-20 0,-2 5-25 0,0 0-15 16,0 0-11-16,0 0-39 0,0 0-35 0,0 0-34 16,9 9-63-16,-3-6-56 0,-3 2-62 0,4 1-57 15,-3-2-176-15,1-1-413 0,0 3 182 0</inkml:trace>
  <inkml:trace contextRef="#ctx0" brushRef="#br0" timeOffset="51135.5032">30002 15516 78 0,'5'-1'319'0,"-1"-2"6"0,0 1 21 0,-1-2-1 0,0-2 12 16,1 3-15-16,-2-1-5 0,2 3-5 0,-2-4 1 15,0 2-22-15,-2 3-27 0,2-3-27 0,-2 3-33 16,0 0-24-16,0 0-26 0,0 0-17 0,0 0-19 15,0 0-9-15,3 10-14 0,-3-8-17 0,0 3-3 16,0 2-11-16,0-1-7 0,0-1-10 0,2 5-5 16,-4-3-6-16,6 2-2 0,-1 1-7 0,-1-1-2 15,3 0-4-15,-3-2-3 0,1 2-1 0,5-2 0 16,-3-1-2-16,0 1 1 0,4 1 0 0,-4-3-8 16,1 0-3-16,2 1 1 0,0-2-3 0,-3 0-2 15,0 1-2-15,-1-3-4 0,1 2-2 0,-1-1 0 16,-3 2-6-16,2-1 0 0,-2-3 1 0,-1 3 0 15,0 3 6-15,0-2-5 0,-4-2-2 0,-2 4 3 16,-2-1-1-16,-1 0 1 0,-5-1-4 0,5 0 0 16,-4 0-6-16,0-1-17 0,2 0-17 0,-3 0-15 15,1-1-13-15,3-1-13 0,-1-1-26 0,1 2-14 16,3-2-26-16,1 0-18 0,-1 0-3 0,2 0 4 16,5-1-18-16,-5 1-11 0,5-1-41 0,0 0-33 15,0 0-35-15,0 0-23 0,19-10-30 0,-8 5-226 16,0 1-620-16,7-5 274 0</inkml:trace>
  <inkml:trace contextRef="#ctx0" brushRef="#br0" timeOffset="51429.2599">30384 15431 121 0,'1'-11'285'0,"-1"-2"4"16,3 2 1-16,-3-1 7 0,-3 1 8 0,3 0 4 15,-2 3-5-15,-3-3-6 0,-2 1 0 0,2 3-5 16,0 0 0-16,0 0-4 0,-3 1-2 0,3 2 0 15,-3-1-14-15,3 2-13 0,0 0-24 0,1 1-19 16,4 2-15-16,-8-2-17 0,8 2-21 0,0 0 3 16,0 0 16-16,0 0 10 0,-11 8-1 15,9-2-1-15,0 0-11 0,2 1-1 0,0 4-7 0,0 3-11 16,2 3-1-16,0 1-11 0,3 0-7 0,-1 6-9 16,4 1-14-16,-4-5-31 0,3 5-88 0,-2 1 0 15,3-1 0-15,-3 2 0 0,4-3 0 16,-4 1 0-16,-1-1 0 0,0-4 0 0,-3-1 0 15,3-1 0-15,0-3 0 0,-3-2 0 0,2-2 0 0,-2 0 0 16,-1-1 0-16,1-3 0 0,-1-3 0 0,0 3 0 16,0-3-100-16,0-1-121 0,0-3-22 0,-1 4-32 15,1-4-63-15,0 0-57 0,0 0-35 16,-6-11-25-16,3 0-31 0,-1 0 2 0,3-1-310 16,-3 0-861-16,0-5 381 0</inkml:trace>
  <inkml:trace contextRef="#ctx0" brushRef="#br0" timeOffset="51858.1583">30286 15593 45 0,'0'0'195'0,"-5"-3"16"16,5 3 8-16,0 0 9 0,0 0 6 15,0 0 11-15,0 0 8 0,0 0 11 0,0 0-2 16,-2-4 7-16,2 4 0 0,0 0-3 0,0 0-14 16,0 0-9-16,0 0-14 0,0 0-20 0,9-5-18 0,-4 3-12 15,4 1-5-15,2 0-7 0,2-1-13 16,7-1-12-16,-4 1-10 0,5 0-13 0,-2-2-5 0,0 0-12 15,-1 1-6-15,1 0-4 0,0 1-10 16,-6 1-6-16,6-3-7 0,-6 3-2 0,-3 0-9 16,0 1-5-16,-2-2-5 0,0 2-8 0,-8 0-2 15,11-1-6-15,-11 1-7 0,8 0-5 0,-8 0-2 16,5 4-2-16,-2 1-1 0,-2-1 1 0,0 1-2 16,-1 1-1-16,0 0-1 0,-1 3 0 0,1-2-4 15,-4 1 3-15,4 0-5 0,0 1 0 0,0-2-2 16,-1-1 1-16,2 2-1 0,-2 0 1 0,-2-2-1 15,6 0 2-15,-3 1 0 0,1-2-1 0,-2 1 0 0,2-1-2 16,-1-1 0-16,3-1-2 0,-2 0-7 16,0 1-17-16,-1-4-15 0,4 4-25 0,-4-4-61 15,0 0-43-15,13-3-62 0,-8 0-49 0,-1-2-43 16,1 0-69-16,3-5-41 0,-1 1-285 0,-2-3-775 16,3-5 344-16</inkml:trace>
  <inkml:trace contextRef="#ctx0" brushRef="#br0" timeOffset="51958.6458">30675 15412 151 0,'0'0'294'0,"0"0"-8"15,0 0-21-15,0-3-27 0,0 3-23 0,0 0-26 16,0 0-21-16,0 0-17 0,0 0-28 0,0 0-29 16,0 0-33-16,0 0-36 0,4 14-38 0,1-10-60 15,-1 1-52-15,1 1-55 0,-2-1-132 0,-1 1-337 16,4 2 149-16</inkml:trace>
  <inkml:trace contextRef="#ctx0" brushRef="#br0" timeOffset="52445.3805">30789 15555 135 0,'1'-4'302'0,"-1"0"4"0,0 4 6 15,0-8 1-15,0 8 25 0,0-6-14 0,3 4 3 16,-3 2-4-16,1-4-16 0,-1 4-8 0,0 0-15 15,3-5-26-15,-3 5-23 0,0 0-31 0,0 0-22 16,0 0-16-16,0 0-14 0,10 9-15 0,-7-4-11 16,-2 1-12-16,5 3-13 0,-2 0-5 0,-1 0-10 15,1-1-12-15,-4 2-9 0,2-2-4 16,-1 1-7-16,1-2-3 0,-1-2-10 0,0 2-3 0,1-1-7 16,-1-2 5-16,0 1-7 0,0-1-4 0,-1-4 3 15,0 3 3-15,0-3-1 0,2 3-3 0,-2-3-2 16,0 0-6-16,12-5-1 0,-5 0-5 0,-1-1-1 15,4 0 0-15,-2 0 0 0,1 0-1 0,0 1 0 16,0-2-2-16,-1 0 9 0,-3 2 7 16,2-1 23-16,0 3 12 0,-4-1 11 0,3 0-7 0,-4 1-8 15,2-1-5-15,-1 2-4 0,-3 2-9 0,6-4 1 16,-6 4-7-16,1-3 1 0,-1 3-11 0,0 0 0 16,5-3-5-16,-5 3 0 0,0 0-8 0,0 0-4 15,0 0-4-15,0 0-13 0,13 3-19 16,-9 0-25-16,1 1-23 0,4-2-29 0,-3 4-41 15,5-2-47-15,-1 1-45 0,-1 1-43 0,1-2-36 0,-2 4-39 16,1-6-32-16,-2 1-18 0,2-2-296 0,-2 0-764 16,0-2 338-16</inkml:trace>
  <inkml:trace contextRef="#ctx0" brushRef="#br0" timeOffset="53255.2265">31133 15499 92 0,'2'-5'244'0,"2"2"0"0,0-5 2 0,1 2-3 0,0 3-5 15,2-2-9-15,-1 0-11 0,-1 2-11 0,0-1-2 16,2 2-1-16,-1 1-25 0,-6 1 0 16,9-4-20-16,-4 1-5 0,-5 3-17 0,8-2-1 15,-8 2-17-15,10 0 4 0,-10 0-2 0,9 4-6 16,-5-1-4-16,1 2-13 0,-1 0 3 0,2 3-1 16,-1-1-15-16,-1 3-5 0,1-2-12 0,-1-1-4 0,-1 3 1 15,-3-2-11-15,1 0-7 0,-2 1-1 16,0-1-7-16,-1-2 0 0,-2 0-5 0,-1 1 0 15,0-2-4-15,-3 1 0 0,-2-2-6 0,0 0 1 16,-4 0-4-16,1-3 3 0,0 1-10 0,1-3 9 16,1 0 3-16,-1-1-9 0,3-1 1 0,0 1-7 15,0-3 8-15,1 1-1 0,4-2 14 0,0 0 13 16,2 0 3-16,3-1-3 0,0-3 2 0,2 0-4 16,0-1-4-16,4 2 0 0,-1-1-13 0,1 2 4 15,-1 1-8-15,5 0 2 0,-1 2-5 0,-1 1-3 16,1 0 0-16,1 4-3 0,-3 1 1 0,1 2 10 15,0 5 10-15,-3-1 9 0,7 6 4 0,-3 3 2 16,-2 1 0-16,-3 2 17 0,2 7 9 0,-2 1-6 16,0 0-7-16,-8 1-1 0,6-1 11 0,-2 1 2 15,-5-1 7-15,1 0 6 0,0-2 1 0,0 2-6 16,1-3-1-16,-1-2-8 0,2 5 1 0,-2-2-10 16,3 0 2-16,0-3-7 0,-1-4-4 0,2 1-7 15,-1 2 3-15,2 2-1 0,-1-5 2 0,-1 0-5 16,1-1 1-16,-1-5-4 0,4 0 0 0,-3 0-6 15,2 1-6-15,-3-5 1 0,1 0-2 0,1-2-5 16,-2-2 4-16,2 3 10 0,-2-3 2 0,1-1-2 16,-1 1-2-16,3-1 13 0,-3-3 0 0,0 4-2 15,0-4 2-15,0 0-14 0,0 0-29 0,0 0-8 16,1 4 0-16,-1-4 0 0,0 0 0 0,0 0 0 16,0 0 0-16,0 0 0 0,0 0 0 0,-14-8 0 15,8 5 0-15,-5-2 0 0,1-2 0 0,-3-1 0 16,-3 0 0-16,0-1 0 0,-3-1 0 0,5 3 0 15,0 1 0-15,3-1 0 0,-2 0 0 0,4 0 0 16,-1 0 0-16,1 1 0 0,-1 0 0 0,1 0 0 16,3 2 0-16,1-1 0 0,-1 0 0 0,2 0 0 15,2 0 0-15,-2 2 0 0,4-2 0 0,-3-1 0 16,3 0 0-16,5-2 0 0,2-2 0 0,4-3 0 16,6 2 0-16,6-4 0 0,4 0 0 0,3-1 0 15,2 3 0-15,0-3 0 0,5 0 0 0,9-5 0 16,-11 5 0-16,-1 3 0 0,2-2 0 0,-3 2 0 15,3-1 0-15,-1 2 0 0,2 1 0 0,-5 1 0 16,-7 1 0-16,-3 3 0 0,-6 3 0 0,-4-1 0 16,-4 2 0-16,-1-1 0 0,1 0 0 0,-4 1 0 15,2 0 0-15,-2 1 0 0,-4 1 0 0,8 0 0 0,-8 0 0 16,0 0 0-16,0 0-13 0,0 0-386 16,-12 11-71-16,7-8-59 0,4 1-72 0,-3 2-430 15,-1-4-1114-15,2 1 492 0</inkml:trace>
  <inkml:trace contextRef="#ctx0" brushRef="#br0" timeOffset="55097.9361">1312 16151 242 0,'0'0'349'0,"0"0"-4"16,-1-4-3-16,1 4-7 0,0 0-10 0,0 0 0 16,0 0-9-16,-4-2-16 0,4 2-4 0,0 0-12 15,0 0-12-15,0 0-6 0,0-5-10 0,0 5-12 16,0 0-7-16,0 0-14 0,0 0-6 15,0 0-8-15,0 0-9 0,0 0-7 0,0 0-23 16,4-6-16-16,-4 6-15 0,5-3-15 0,-1 2-11 16,2-1-17-16,3-3-8 0,4 5-7 0,-3-1-8 0,0 1-14 15,9 0-3-15,-6 0-4 0,0 5-8 0,1-2-10 16,-3 0 4-16,1 4-6 0,-5 0-7 16,4 0 0-16,-5 4-7 0,1 0 0 0,-5-1-5 15,1 2 11-15,-6-1-7 0,1 4-3 0,-5 2-1 16,-3-6-3-16,-3 4 4 0,-8 1 5 0,8-2-8 0,-4-4-2 15,3 1 3-15,-1-3-1 0,2-3 5 16,-4-2 8-16,3 0 23 0,3-3 21 0,-3-1 35 16,2-2 7-16,2-3-5 0,-3-2-10 0,4-5-9 15,-1-3-11-15,1-11-1 0,5 9-68 0,3-7-6 16,2 0 0-16,2-1 0 0,7 2 0 0,-1 1-77 16,4 7-83-16,2 2-49 0,2 1-55 0,2 2-52 15,9-2-71-15,0 2-56 0,1 1-55 0,1 2-58 16,-2 1-325-16,-2 1-953 0,-6 4 422 0</inkml:trace>
  <inkml:trace contextRef="#ctx0" brushRef="#br0" timeOffset="55465.0906">1667 15972 332 0,'-1'-9'501'15,"-3"0"5"-15,0-1 5 0,0 0 4 0,3-1 5 16,-5 0-6-16,3 3-9 0,2-3-14 0,-3 4-8 15,2-2-17-15,0 4-21 0,2 0-26 0,-2 0-33 16,-1 0-37-16,3 5-31 0,-2-7-41 0,2 7-27 16,0 0-25-16,0 0-47 0,0 0-178 0,4 15 0 15,-3-3 0-15,3 4 0 0,0 2 0 0,4 5 0 16,0 5 0-16,-3 5 0 0,3-1 0 0,-3 2 0 16,5 12 0-16,-2-1 0 0,-3 3 0 0,-4-12 0 15,3 12 0-15,0 2 0 0,-5-3 0 0,2-11 0 16,-1 15 0-16,-1-3 0 0,-3-15 0 0,0 1 0 15,1 0 0-15,2-3 0 0,0-4 0 0,-3-1 0 16,5-9 0-16,-1 0 0 0,3-7 0 0,-3 2 0 16,0-1 0-16,1-6 0 0,0 3 0 0,-1-2 0 15,3-3 0-15,2-1 0 0,-5-2 0 0,13-1 0 16,-13 1 0-16,10-4 0 0,-6 2 0 0,4-7-102 16,-3 3-329-16,-2 4-53 0,0-9-48 0,3 1-55 15,-3-1-423-15,-3-2-1093 0,0 1 484 0</inkml:trace>
  <inkml:trace contextRef="#ctx0" brushRef="#br0" timeOffset="55682.2081">1624 16494 363 0,'-9'-7'402'0,"6"3"30"0,1-2 9 16,-1 1 21-16,-1 0 5 0,2 0 0 0,-1-1 2 16,1 1-18-16,2 5-13 0,0-8-24 0,0 8-37 15,1-6-39-15,0 0-30 0,3 2-36 0,6 0-27 16,3-1-22-16,3-2-28 0,4 0-18 15,5-2-14-15,2 0-15 0,-1 3-19 0,2-2-10 16,-1-3-12-16,-7 6-8 0,2-1-17 0,-3 0-39 0,2-1-38 16,-1-1-21-16,-2-1-29 0,0 4-43 0,-4 1-42 15,0-5-33-15,-1 7-40 0,-2-5-39 16,-1-2-50-16,-1 5-64 0,0-4-55 0,0-2-78 16,-6 5-412-16,-2 0-974 0,-1-2 431 0</inkml:trace>
  <inkml:trace contextRef="#ctx0" brushRef="#br0" timeOffset="56249.3903">2796 16241 110 0,'-4'-8'309'15,"0"2"1"-15,-2 1 9 0,2 0 1 0,1-1 7 16,-2 0 4-16,0 0 4 0,2 0 5 0,1 1 11 16,-6 0 5-16,7 1 9 0,-3-3 2 0,3 4 8 15,-3-2-11-15,4 2-14 0,0 3-16 0,-4-6-29 16,4 6-27-16,0 0-30 0,0 0-20 0,0 0-28 15,0 0 6-15,0 0 14 0,0 14-8 0,0-3-3 16,4 2-11-16,0 3-4 0,1 1-64 0,1 11-130 16,-2-2 0-16,0 3 0 0,0 2 0 0,1-1 0 15,-1 2 0-15,-4-3 0 0,1 5 0 0,-1-2 0 16,0-4 0-16,0 1 0 0,-1-2 0 0,1 0 0 16,-3-2 0-16,3-9 0 0,0-3 0 0,0-1 0 15,0-2 0-15,3-2 0 0,-3-1 0 0,0-1 0 16,1-1 0-16,2-1-214 0,-2 0-119 0,-1-4-74 15,0 0-65-15,0 0-67 0,13-12-65 0,-12 4-333 16,0-4-1016-16,2 0 450 0</inkml:trace>
  <inkml:trace contextRef="#ctx0" brushRef="#br0" timeOffset="56600.5703">2513 16300 151 0,'-5'-12'476'15,"1"3"14"-15,-1-1 12 0,0 0-3 0,3-2-4 16,-1 3-26-16,3 0-21 0,0-1-28 0,0 3-37 16,5-5-38-16,0 2-35 0,7-5-22 0,-1 1-32 15,3 2-22-15,7 1-20 0,3-5-25 0,3 0-17 16,3 3-20-16,2 1-16 0,0 3-10 0,6 0-11 16,-4 2-20-16,1 1-4 0,-3 4-7 0,-2-1-15 15,-2 3-9-15,-6 3-3 0,-3 1-3 0,0-1-7 16,-1 4-6-16,-4 1-7 0,-1 3 2 0,-4-1-6 15,-4 4 6-15,2 1-15 0,-10 3 10 0,-1-1-9 16,-1 3-3-16,-9 4 1 0,-4 0 3 0,-1 1-2 16,-7-1-7-16,1-1 2 0,-3 0-4 0,-3-4 1 15,7 1 0-15,-3-3-18 0,0-3 28 0,8-3-10 16,7-5-6-16,2-1 10 0,-1 0-2 0,3-2-11 16,3-3-35-16,0 0-58 0,5 0-52 15,-2-7-54-15,2 7-49 0,12-9-66 0,2-2-76 0,1 1-77 16,11-1-81-16,1 3-373 0,0-2-994 15,1 3 441-15</inkml:trace>
  <inkml:trace contextRef="#ctx0" brushRef="#br0" timeOffset="57298.2804">3140 16337 233 0,'0'0'408'0,"0"0"-11"16,-7-17 29-16,7 17-17 0,-1-8-13 0,1 3-13 15,0 5-17-15,0-8-19 0,0 2-17 0,1 0-21 16,-2-1-28-16,1 2-30 0,0 5-32 0,2-9-17 0,-2 9-20 16,2-6-22-16,-2 6-14 0,2-5-19 15,5 2-16-15,-1 3-11 0,4-1-9 0,-10 1-8 16,18-1-7-16,-6 3-17 0,-2-2 1 0,-4 3-9 16,2 2-6-16,2 1-7 0,-2-2-1 0,-2 1-3 15,2 3-4-15,-3-3-2 0,-4 3-8 0,3-2-11 16,-1 4 10-16,-3-3 0 0,0 4-2 0,-3-1-6 15,-1-3 0-15,-2 1-3 0,2 2 3 0,-5-1-11 16,0 0-2-16,-2-4-4 0,-5 6-1 0,2-6-1 16,4 0 6-16,-3-1-1 0,3 0 4 0,1-3 2 15,1-2-5-15,2 1 10 0,-3-5 5 0,3 0 14 16,1 0 3-16,2-2 7 0,-1 0 9 0,0-1 6 16,3-2 0-16,1 1 8 0,3-2-9 0,-2 1-4 15,1 0 0-15,2 2-9 0,0 0-9 0,3 0 7 16,0 1-7-16,2 1-2 0,0 3-9 0,0-3 2 15,0 5-2-15,1-1 1 0,1 1 2 0,-3 4-8 16,4-2 3-16,-3 2 5 0,1 1-3 0,-1 1 3 16,0-1-6-16,-1 3-3 0,-1 0 5 0,1-1-6 15,0 4 0-15,-2 0-4 0,-2-2 2 0,3-1-3 16,-1 3 5-16,-5-2 1 0,4-1-4 0,0 0-5 16,-3 0-3-16,1-2 6 0,1-2-12 0,-1 1-3 15,-1 1-2-15,1-3-4 0,-2 2 10 0,-1-4 4 16,5 1 0-16,-5-1-7 0,7-6 10 0,-7 6-2 15,10-10 3-15,-7 3-3 0,3-1-1 0,0-2 3 16,1 0 0-16,-1-1 1 0,1 0-3 0,0 2 6 16,5-7-1-16,-4 8 3 0,0-2 15 0,1 4-4 15,-1-2 3-15,-2 4-2 0,-1 0-6 0,4 3-2 16,-4-1-1-16,3 0 3 0,-8 2-9 0,14 4 4 16,-6-3 6-16,-2 0-7 0,2 5 3 0,-3-2-5 15,0 4-1-15,0-5 0 0,-1 7 2 0,-2-4-2 16,2 2 2-16,1 0-1 0,-2 2-6 0,1-2 4 15,-3 1 8-15,0-1-7 0,1-2-3 0,-1 2-17 16,-1-3-10-16,1 2-9 0,-1-1-20 0,0-1-26 16,0-2-31-16,1 0-25 0,-1 2-22 0,0-5-24 15,0 0-24-15,2 3-62 0,-2-3-73 0,0 0-56 16,14-11-70-16,-8 4-401 0,1-3-939 0,3-3 416 16</inkml:trace>
  <inkml:trace contextRef="#ctx0" brushRef="#br0" timeOffset="57647.1409">3813 16062 195 0,'5'-7'385'0,"-4"1"7"0,2 0 4 16,-2 0 5-16,2 0-2 0,-2 1 5 0,0 1 0 15,2-1-5-15,-3 5-5 0,1-9-11 0,-1 9-2 16,4-7-4-16,-4 7-5 0,1-4-9 0,-1 4-8 15,4-3-13-15,-4 3-22 0,0 0-25 0,0 0-26 16,4-7-27-16,-4 7-26 0,0 0-20 0,0 0-19 16,0 0-43-16,0 0-134 0,5 15 0 0,-1-5 0 15,0 1 0-15,-2 2 0 0,6 5 0 0,-4 1 0 16,1 0 0-16,-1 6 0 0,0 1 0 0,-3 0 0 16,0-7 0-16,-1 0 0 0,0 5 0 0,0-3 0 0,0 2 0 15,-1 3 0-15,1-7 0 0,-4 1 0 16,-1-4 0-16,1 1 0 0,0 0 0 0,3-6 0 15,-3-2 0-15,0 0 0 0,3-3 0 0,-3 0 0 16,3 0 0-16,1-2 0 0,0 2-356 0,0-6-66 16,0 0-51-16,0 0-53 0,0 0-40 0,0 0-409 15,0 0-1056-15,0 0 467 0</inkml:trace>
  <inkml:trace contextRef="#ctx0" brushRef="#br0" timeOffset="57983.8801">3782 16344 261 0,'-5'-2'299'0,"5"2"24"0,-6-5 18 15,6 5 25-15,-4-6 6 0,4 6 3 0,-2-5-1 16,0 1-4-16,2 4-7 0,0 0-15 0,-1-7-14 16,1 7-20-16,0 0-20 0,3-8-25 0,-3 8-15 15,2-7-27-15,-2 7-25 0,5-5-19 0,-1 0-18 16,2 2-13-16,1-3-10 0,2 4-5 0,2-5-8 16,-2 0-8-16,-1 3-6 0,7 2-10 0,-5-2-7 15,3 1-13-15,4 1-1 0,-4 0-5 0,4 2 0 16,-5 0-3-16,2 0-11 0,0 2-13 0,1 0 2 15,-4 2 6-15,3-1-16 0,-4 3-11 0,0 1 2 16,0 0-6-16,-3 1-1 0,-1 1 3 0,1 0-9 16,-4 3-8-16,1-3 15 0,-1 2-3 0,-3-1-5 15,-3 0 3-15,2 1-5 0,1-2-6 0,-4 2-12 16,3-4 13-16,0 2 0 0,-2-3-23 0,3-1-20 16,-4 0-15-16,4-5-10 0,-2 5-22 0,2-5-42 15,0 0-51-15,0 0-61 0,0 0-41 0,6-16-49 16,-2 8-64-16,2-3-72 0,7-6-88 0,-4 0-350 15,9-7-968-15,-4 3 429 0</inkml:trace>
  <inkml:trace contextRef="#ctx0" brushRef="#br0" timeOffset="58153.0011">4172 16150 272 0,'0'0'392'0,"0"0"25"15,0 0 16-15,0 0-2 0,0 0-16 16,-7-3-27-16,7 3-35 0,0 0-35 0,0 0-35 15,-6-3-25-15,6 3-30 0,0 0-38 0,0 0-57 16,0 0-61-16,0 0-50 0,0 0-52 0,0 0-65 0,9 11-68 16,-9-11-70-16,18 10-67 0,-6-5-65 15,-2 0-206-15,1 1-616 0,1-5 273 0</inkml:trace>
  <inkml:trace contextRef="#ctx0" brushRef="#br0" timeOffset="58401.2349">4341 16211 241 0,'0'0'333'0,"0"0"2"0,0 0 30 0,0 0 10 15,0 0 11-15,0-11 4 0,0 11-8 0,0 0-8 0,-9-7-8 16,9 7-19-16,-9-2-15 0,9 2-22 16,0 0-12-16,0 0-10 0,-22 4-33 0,13-1-14 15,3 0-23-15,-3 2-17 0,2 2-15 0,0 0-18 16,-2 2-25-16,3-2-11 0,-1 2-13 0,-2 2-11 16,6 0-3-16,-1 2-16 0,1-3-13 0,-1 0-1 15,3-1-9-15,0 1-10 0,2 0 0 0,1-2-27 16,1 0-22-16,2 1-32 0,2-2-28 0,0-1-37 15,2 1-20-15,0-4-28 0,1 1-40 0,3-2-47 16,6-1-39-16,-2-1-45 0,-2-4-33 0,4 0-29 16,-2-3-46-16,1-4-42 0,-1 1-287 0,-1-2-807 15,5-5 358-15</inkml:trace>
  <inkml:trace contextRef="#ctx0" brushRef="#br0" timeOffset="58668.1448">4562 16070 293 0,'-1'-5'350'15,"1"5"22"-15,-3-13 16 0,1 9-1 0,-1-1 14 16,3 0 4-16,-4 1 4 0,4 4-6 0,-4-7-8 16,4 7-8-16,-1-5-9 0,1 5-26 0,-5-4-14 15,5 4-20-15,0 0-12 0,0 0-12 0,0 0-5 16,0 0-5-16,-9 11 3 0,9-6 2 0,-4 6 1 16,3 0-10-16,-2 0-27 0,2 6-210 0,1-2-43 15,0 2 0-15,-1 0 0 0,1 0 0 0,0 0 0 16,0-1 0-16,0 1 0 0,0 1 0 0,-3-2 0 15,3-3 0-15,0-3 0 0,0 8 0 0,0-3 0 16,0-5 0-16,0 1 0 0,0-5 0 0,-1-1 0 16,1 3 0-16,0-4 0 0,1 2 0 0,3-3-283 15,-4-3-220-15,10 4-68 0,-2-6-72 0,-8 2-390 16,18-8-1117-16,-10 4 495 0</inkml:trace>
  <inkml:trace contextRef="#ctx0" brushRef="#br0" timeOffset="59401.8671">4701 16190 174 0,'0'0'341'0,"0"0"10"16,0 0 10-16,0 0-5 0,0-8-8 15,0 8-20-15,0 0-8 0,0 0-15 0,0 0-11 16,0 0-9-16,0 0-12 0,-10-2-22 0,10 2-23 0,0 0-20 16,0 0-25-16,-13 10-14 0,11-6-12 0,2-4-19 15,-5 7-9-15,2-4-15 0,3-3-10 16,-5 5-7-16,5-5-11 0,0 0-4 0,0 7-3 15,0-7-4-15,0 0-3 0,6 4-6 0,-6-4-5 16,13 2-6-16,-13-2-4 0,19-5-5 0,-11 1-2 16,1 0-1-16,5 0-4 0,-4-3 13 0,-1-1 10 0,4 1 4 15,-3-1 7-15,-1-2 1 0,-1 0-5 16,-2 2 5-16,-2-1 0 0,2 1-3 0,-3 0-3 16,0 2-14-16,-3 6 5 0,2-11-7 0,-2 11-4 15,-1-7-4-15,1 7-13 0,-5-6-3 0,5 6-2 16,-9-4-6-16,9 4-2 0,0 0-1 0,-22 5 1 15,13 0-2-15,0 1-7 0,-1 2-2 0,1 2 2 16,1-1 1-16,-2 4-5 0,1-2-8 0,0 4 11 16,5-2-2-16,-2-2-6 0,2 1 2 0,2 0 3 15,2-1 2-15,2 0-1 0,2-4-1 0,2 1-2 16,4-2 2-16,3 0 2 0,4 2 0 0,-3-4-3 16,9 0 6-16,-4-4-5 0,3-2 0 0,5 1 0 15,-6-4 3-15,6-1-2 0,-8-2 2 0,5-3 0 16,-7-1 4-16,-1 3-10 0,-1-4 2 0,-1-1-2 15,0 0 6-15,-1 2-5 0,-3-2-15 0,-4-1 11 0,2 1-5 16,-3 3-2-16,-1 1 2 0,-1 0 1 16,-2 0-1-16,0 4-1 0,3 1 0 0,-4 5-4 15,-1-9-2-15,1 9 6 0,0-9 0 0,0 9-6 16,0 0 6-16,0 0-8 0,0 0 5 0,0 0 0 16,0 0-1-16,0 0 8 0,0 0-6 0,-4 24 2 15,5-17 3-15,4 1 0 0,-1 2 2 0,1 0 1 16,0-1-4-16,1 0 7 0,0 1 4 0,1-1 4 15,3 4-2-15,-4-4 3 0,-1-2-2 0,-1-1 3 16,2 1 2-16,-2-2-1 0,1 1 2 0,-4-1 4 16,2 1-6-16,-2 0 0 0,2-1 1 0,-3 1 2 15,0-1-3-15,0-5 7 0,-7 11 6 0,4-5-8 16,-4 2 1-16,-2-1 3 0,0-3-6 0,0 3 5 16,-2-2 8-16,2-1-13 0,0-1-6 0,0 2 4 15,-2-3-7-15,0 0-1 0,11-2-13 0,-14 4-18 16,8-4-7-16,6 0-24 0,-9 1-24 0,9-1-24 15,0 0-29-15,0 0-33 0,0 0-36 0,-15-5-36 16,12 2-35-16,3 3-46 0,0 0-49 0,0 0-47 16,0-11-61-16,0 11-347 0,0 0-891 0,9-11 393 15</inkml:trace>
  <inkml:trace contextRef="#ctx0" brushRef="#br0" timeOffset="60688.0448">5903 16164 284 0,'0'0'287'16,"-3"-3"-8"-16,3 3-5 0,0 0-10 0,0-6-5 16,0 6-13-16,0 0-2 0,0 0-11 0,0 0-5 15,-1-5-14-15,1 5-5 0,0 0-23 0,0 0-13 16,0 0-22-16,1-4-5 0,-1 4-21 0,0 0-11 15,0 0-7-15,0 0-6 0,0 0 2 0,0 0 0 16,0 0 6-16,0 0 1 0,0 0 6 0,0 0 5 16,-4-3 5-16,4 3-1 0,0 0 7 0,-1-3 3 15,1 3 1-15,0 0 0 0,-3-6-4 0,3 6-9 16,3-4-3-16,-3 4-14 0,0 0-3 0,0 0-7 16,-1-7-6-16,1 7-2 0,0 0-4 0,0 0-5 15,-2-5-2-15,2 5-1 0,0 0-7 0,0 0-7 16,0 0 10-16,0 0-13 0,0 0 2 0,0-5-8 15,0 5-6-15,0 0-4 0,0 0-4 0,0 0-5 16,0 0-3-16,0 0-4 0,0 0 3 0,0 0 4 16,0 0-3-16,0 0 5 0,0 0 1 0,0 0 11 15,0 0 5-15,0 0 4 0,0 0 0 0,0 0 7 0,0 0 0 16,0 0-2-16,0 0-3 0,0 0 5 0,0 0-7 16,2-4-12-16,-2 4 1 0,6-3-46 15,-2 1 0-15,0 0 0 0,0-1 0 0,3 1 0 16,0-1 0-16,1 1 0 0,0 1 0 0,1-1 0 0,4 4 0 15,-3-2 0-15,-1 1 0 0,3 2 0 0,0 1 0 16,0 1 0-16,-2 3 0 0,0-2 0 0,2 4 0 16,-3-2 0-16,-3 3 0 0,2-3 0 15,-3 7 0-15,0-2 0 0,-5-1 0 0,0 4 0 0,-6 2 0 16,-2-4 0-16,-2 4 0 0,-4-2 0 0,-2-2 0 16,-4 7 0-16,-6-6 0 0,10-2 0 0,-3-4 0 15,2-1 0-15,0 0 0 0,1-4 0 0,2-1 0 16,2-2 0-16,1-1 0 0,-2-3 0 15,4-1 0-15,-1-3 0 0,2-1 0 0,3-3 0 0,1 1 0 16,1-2 0-16,6-7 0 0,1 0 0 0,1 2 0 16,3 1 0-16,3 0 0 0,1 1 0 0,-2-1 0 15,10-2 0-15,-4 5 0 0,2 7 0 16,-1-5 0-16,2 6-54 0,6-6-326 0,-5 6-72 0,-2 4-65 16,4-4-65-16,-3 2-453 0,-6 1-1121 0,5 0 497 15</inkml:trace>
  <inkml:trace contextRef="#ctx0" brushRef="#br0" timeOffset="61086.1985">6338 15983 39 0,'-1'-11'445'0,"2"0"14"0,-1-2 12 0,-2 3 25 0,-2-1 2 15,-1 1-5-15,1-1-7 0,-1 3-11 16,1-2-9-16,-2 2-18 0,1 0-10 0,-3 1-21 0,3 4-23 15,-3-2-20-15,3 2-27 0,-4 3-18 0,3-3-24 16,6 3-15-16,-17 6-13 0,7 2-33 0,2 0-244 16,1 3 0-16,0 4 0 0,-3 2 0 0,6 8 0 15,-2 0 0-15,1 4 0 0,2-1 0 0,3-1 0 16,-1 3 0-16,-1 5 0 0,1 12 0 0,1-12 0 16,1 1 0-16,1 10 0 0,0-11 0 0,2-1 0 15,-3 1 0-15,2-3 0 0,0 2 0 0,-1-1 0 16,3-2 0-16,4 0 0 0,-5-3 0 15,2 1 0-15,0 0 0 0,0-5 0 0,-1-5 0 0,-4-1 0 16,3-2 0-16,-4 0 0 0,0-4 0 0,0-3 0 16,0 2 0-16,0-1 0 0,0-6 0 0,0 3 0 15,0-1 0-15,0-2 0 0,0-2 0 0,0-2 0 16,-3 5 0-16,3-5 0 0,0 0 0 0,0 0 0 16,0 0 0-16,-10-12 0 0,9 0 0 0,1 6-415 15,-2-2-105-15,-1-6-42 0,0-2-35 0,2 5-420 16,-4-5-1100-16,1-1 486 0</inkml:trace>
  <inkml:trace contextRef="#ctx0" brushRef="#br0" timeOffset="61335.915">6149 16526 146 0,'-2'-4'239'15,"-2"-2"22"-15,1 2 25 0,1-1 26 0,-2-1 40 16,1 2 30-16,1-1 29 0,-2-1 21 0,1 1 16 16,-1 0 11-16,2-1 0 0,-2 3 8 0,3-2-4 15,-2-1-11-15,2 2-19 0,1 1-25 0,0-2-41 16,3 1-38-16,2-2-33 0,5-1-30 0,5-3-27 15,4-1-24-15,12 2-146 0,-3-2-69 0,7 2 0 16,-2 0 0-16,-10-2 0 0,6 4 0 0,-8 2 0 16,-1 0 0-16,-1-1 0 0,-2 4 0 0,-3 0 0 15,-1-2 0-15,1 0 0 0,-5 1 0 0,-3 2 0 16,2-3 0-16,-2 1 0 0,2-1 0 16,-3 2-117-16,-1-2-262 0,1 0-70 0,-1-2-84 0,1 3-102 15,-2-4-378-15,-1 1-1098 0,1 1 485 0</inkml:trace>
  <inkml:trace contextRef="#ctx0" brushRef="#br0" timeOffset="62054.7787">7027 16173 74 0,'-6'2'438'16,"6"-2"15"-16,0 0 7 0,-13-3 18 0,7 1-1 15,6 2-7-15,-8-1-9 0,8 1-25 0,-5-5-5 16,2 4-17-16,3 1-23 0,-5-5-20 0,4 1-21 16,0 1-29-16,-3 1-23 0,4-3-25 0,0 5-24 15,4-8-24-15,-2 5-26 0,-1 0-16 0,6 1-23 16,-1-1-18-16,-2 0-10 0,4-1-17 0,-2 3-13 15,-1-1-14-15,6 2-88 0,1 0 0 0,-1 0 0 16,0 0 0-16,-1 3 0 0,0 1 0 0,2 2 0 16,-4 0 0-16,-1 5 0 0,-2-4 0 0,2 4 0 15,-2-1 0-15,0 1 0 0,-5 2 0 0,0 2 0 16,-5-3 0-16,1 4 0 0,-5-1 0 0,0-1 0 16,-5-3 0-16,3 0 0 0,-5 0 0 0,2 2 0 15,-2-2 0-15,3-3 0 0,1-2 0 0,0-1 0 16,3-2 0-16,0-1 0 0,1-2 0 0,-1 0 0 15,4-2 0-15,-3-1 0 0,2-5 0 0,0 2 0 16,-1-3 0-16,6 4 0 0,-2-6 0 0,2 4 0 16,1-5 0-16,0 2 0 0,0 3 0 0,0 0 0 15,1 1 0-15,-1 0 0 0,3 0 0 0,-2 2 0 16,2 0 0-16,-2 1 0 0,2-1 0 0,-3 4 0 16,5-3 0-16,-5 3 0 0,0 0 0 0,11 4 0 15,-7 1 0-15,1 0 0 0,-1 1 0 0,1-1 0 16,-1 0 0-16,1 4 0 0,-1 0 0 0,0 0 0 15,-2 2 0-15,1-5 0 0,-1 5 0 0,1-4 0 16,-2 0 0-16,0 0 0 0,-1-3 0 0,2 1 0 16,-1 0 0-16,0-3 0 0,-1-2 0 0,0 5 0 15,3-3 0-15,-3-2 0 0,0 0 0 0,0 0 0 16,0 0 0-16,15-8 0 0,-8 3 0 0,0-1 0 16,2-1 0-16,1 2 0 0,1-2 0 0,0 1 0 15,-1-1 0-15,3 2 0 0,0 1 0 0,1-2 0 16,0 0 0-16,-4 3 0 0,4 2 0 0,-2-4 0 15,-1 5 0-15,1-2 0 0,-1 1 0 0,1 1 0 16,-5 0 0-16,2 0 0 0,-1 0 0 0,1 3 0 0,-1-3 0 16,-2 2 0-16,1-2 0 0,-4 2 0 15,4-1-26-15,-4 0-250 0,-3-1-38 0,8 3-39 16,-8-3-57-16,5-4-59 0,-1-1-72 0,0 2-426 16,1-3-1049-16,0 0 464 0</inkml:trace>
  <inkml:trace contextRef="#ctx0" brushRef="#br0" timeOffset="63338.7573">8087 16252 241 0,'-4'-2'368'0,"1"-1"-1"0,3 3 5 15,-3-6 7-15,0 2-6 0,-1 0-1 0,2 0-1 16,-1-2-8-16,2 1-4 0,-1-1-8 0,1 0-13 16,0-1-18-16,1-1-20 0,0 1-25 0,2-1-21 15,0-1-15-15,-1-3-20 0,3 6-27 0,1-3-11 16,-1 3-16-16,-2 1-24 0,5-1-1 0,-2 1-16 15,0 0-19-15,0 2-13 0,2 0-7 0,-2 1-8 16,2-1-11-16,1 3-9 0,0 0-8 0,-1 2-4 16,3 1-2-16,-1 2-3 0,-1 0-1 0,0 0-9 15,-2 3-4-15,1 0-6 0,-4 4-3 0,1 0 6 16,-1-1 0-16,-3 2-4 0,0 2 2 0,-4 2-9 16,-4-1-2-16,3 1 4 0,-5-5 0 0,2 0-6 15,-3 3 4-15,-5 0-3 0,4-2-7 0,0-2 4 16,-1-4-4-16,2-1 4 0,-1-3 2 0,3 2 1 15,-1-4 0-15,0-1 5 0,4-2-6 0,-3-3-4 16,1-2 10-16,-1-1-6 0,4-2-3 0,1-2-7 16,3-5 24-16,1 2-2 0,0 0 14 0,1 2 2 15,3-1-2-15,4-4-8 0,-2 0 4 0,-1 3 18 16,3 2-6-16,-2 2-4 0,-2 0-30 0,5 2-8 16,0 1 0-16,-4 5 0 0,0-1 0 0,4 3 0 15,-3 1 0-15,5 1 0 0,0 5 0 0,2 5 0 16,1 0 0-16,5 8 0 0,-6 2 0 0,4 1 0 15,-5 1 0-15,2 2 0 0,-2 4 0 0,-1 0 0 0,2 2 0 16,-1 0 0-16,-7 0 0 0,2 4 0 16,6-1 0-16,-1 1 0 0,-2-3 0 0,-1-2 0 15,-3 1 0-15,4-2 0 0,5 1 0 0,-5-5 0 16,-3 1 0-16,1-7 0 0,-5-3 0 0,1-1 0 16,2-3 0-16,-2-1 0 0,2-1 0 0,-5-5 0 15,2 3 0-15,-2-4 0 0,0 2 0 0,2-3 0 16,-2 0 0-16,-1-3 0 0,3 6 0 0,-3-6 0 15,0 0 0-15,-3 4 0 0,3-4 0 0,0 0 0 16,0 0 0-16,0 0 0 0,0 0 0 0,0 0 0 0,-14-10 0 16,4 7 0-16,1-3 0 0,-4 1 0 15,-6-5 0-15,1 5 0 0,-9-2 0 0,0-2 0 16,-2 0 0-16,1 1 0 0,0 1 0 0,-4-1 0 16,4-1 0-16,0 1 0 0,1 1 0 0,4 2 0 15,4 2 0-15,0-1 0 0,2 0 0 0,3 0 0 0,5 3 0 16,-1-2 0-16,2 2 0 0,3 0 0 0,-1-2 0 15,2-2 0-15,1 0 0 0,4-2 0 0,2-3 0 16,2 1 0-16,5-5 0 0,7 0 0 16,6-4 0-16,-4-2 0 0,8 0 0 0,0 1 0 15,3 0 0-15,11-6 0 0,-6 4 0 0,8-5 0 0,3-3 0 16,0 6 0-16,-14 5 0 0,0-2 0 0,0-1 0 16,-4 6 0-16,-1 1 0 0,-5 0 0 0,-5 5 0 15,-1 0 0-15,-6 0 0 0,1 2 0 0,-1 1 0 16,-4 1 0-16,1 1 0 0,-4 0 0 0,1 1 0 15,-1 0 0-15,-1-1 0 0,-2 4 0 0,7-1 0 16,-5-2 0-16,-2 3 0 0,0-4 0 0,0 4 0 16,0 0 0-16,1-3 0 0,-1 3 0 15,0 0 0-15,0 0 0 0,0 0 0 0,0 0 0 16,2-5 0-16,-2 5 0 0,0 0 0 0,0 0 0 0,0 0 0 16,0 0 0-16,0 0 0 0,0 0 0 0,0 0 0 15,0 0 0-15,0 0 0 0,0 0 0 0,2 9 0 16,0-4 0-16,-2 1 0 0,1 0 0 15,0 4 0-15,1-2 0 0,0 3 0 0,-2 0 0 16,0 1 0-16,3-4 0 0,-2 2 0 0,-2 2 0 0,2-1 0 16,0-1 0-16,-1-2 0 0,0-2 0 0,0-1 0 15,2 1 0-15,0-2 0 0,-2-1 0 0,0 1 0 16,0-4 0-16,1 3 0 0,-1-3 0 0,0 0 0 16,9-10-114-16,-5 4-406 0,-3-5-29 15,7-3-45-15,-3 2-35 0,-2-5-336 0,-2 1-1044 0,8-9 462 16</inkml:trace>
  <inkml:trace contextRef="#ctx0" brushRef="#br0" timeOffset="63469.4852">8635 16130 78 0,'0'-1'270'0,"-4"-6"7"0,4 3 13 15,0 4 16-15,0 0 15 0,-1-9 12 0,-2 5-4 16,3 1-11-16,0 3-36 0,0 0-27 16,0 0-26-16,-1-4-28 0,1 4-32 0,0 0-62 0,0 0-50 15,0 0-74-15,0 0-86 0,10 11-102 0,0-7-97 16,-2 0-231-16,4 1-577 0,3 3 256 0</inkml:trace>
  <inkml:trace contextRef="#ctx0" brushRef="#br0" timeOffset="63872.4725">8834 16255 60 0,'0'0'472'0,"0"0"26"0,0 0 22 0,0 0 24 0,0 0 5 15,-5-12 15-15,3 10-15 0,2 2-23 16,-3-4-17-16,3 4-40 0,0 0-34 0,0 0-40 15,-4-4-38-15,4 4-39 0,0 0-33 0,0 0-29 0,0 0-28 16,0 0-19-16,4 12-19 0,-3-3-15 0,3 2-92 16,0 1-83-16,-3 2 0 0,3 2 0 15,-4-4 0-15,4 5 0 0,1-1 0 0,-1-1 0 16,1-2 0-16,-4-2 0 0,2 0 0 0,-2-1 0 16,0-2 0-16,2-1 0 0,-2-1 0 0,2 1 0 0,-2-4 0 15,2 0 0-15,-2 0 0 0,-1-3 0 0,0 0 0 16,5 0 0-16,-5 0 0 0,8-8 0 15,-2 0 0-15,2-3 0 0,0-1 0 0,2-4 0 16,-4-1 0-16,3 2 0 0,-2 0 0 0,0-2 0 16,-1 0 0-16,1 0 0 0,-5 4 0 0,2 2 0 0,1-1 0 15,-3 3 0-15,0 1 0 0,1 2 0 0,-2 0 0 16,0 0 0-16,0 1 0 0,-1 1 0 0,0 4 0 16,2-4 0-16,-2 4 0 0,0 0 0 0,0 0 0 15,0 0 0-15,4-5 0 0,-4 5 0 16,0 0 0-16,0 0 0 0,1 11-140 0,3-7-244 0,-2-1-40 15,0 2-30-15,2-1-34 0,1 2-36 0,0-2-22 16,-2 0-327-16,0 0-944 0,0 0 419 0</inkml:trace>
  <inkml:trace contextRef="#ctx0" brushRef="#br0" timeOffset="64673.0472">9063 16299 144 0,'0'0'216'0,"1"0"18"0,-1 0 14 0,0 0 23 0,8 1 18 15,-8-1 23-15,0 0 17 0,0 0 8 0,0 0 0 16,0 0 1-16,0 0-7 0,0 0-9 0,0 0-2 15,0 0-13-15,0 0-15 0,0 0-20 0,0 0-21 16,0 0-19-16,0 0-25 0,0 0-20 0,0 0-10 16,0 0-25-16,0 0-21 0,0 0-2 0,0 0-19 15,6 0-14-15,-6 0-5 0,0 0-9 0,0 0-4 16,8 0-5-16,-8 0-5 0,8 0 2 0,-3 0-9 16,-5 0-9-16,19-4 2 0,-10 3 4 0,2-6 5 15,1 2 1-15,1 1 0 0,-2-3-1 16,0 0 7-16,0-1-8 0,-3 1 0 0,1-1 9 0,-3 3 6 15,2-3-3-15,-5 3-6 0,0-1-5 0,-2 0-9 16,3 1-1-16,-4-1-28 0,0 6-25 0,-6-10 0 16,3 6 0-16,-3 0 0 0,6 4 0 0,-10-6 0 15,3 5 0-15,7 1 0 0,-15 0 0 16,15 0 0-16,-17 1 0 0,10 2 0 0,-5 1 0 0,3 3 0 16,1 1 0-16,0-1 0 0,0 3 0 0,3-2 0 15,-3 2 0-15,4-1 0 0,3 2 0 0,-4 0 0 16,5-1 0-16,0-1 0 0,4 6 0 0,-2-3 0 15,5-4 0-15,-1 2 0 0,1-2 0 0,3 2 0 16,0-2 0-16,-1 0 0 0,4-2 0 0,-2-1 0 16,6 0 0-16,-3-3 0 0,-3-2 0 0,7 2 0 15,-4-4 0-15,4-2 0 0,-5 2 0 0,5-3 0 16,-4-2 0-16,1 0 0 0,1 0 0 16,-1-5 0-16,-6 5 0 0,4-5 0 0,-4 0 0 15,-2 3 0-15,1-7 0 0,-1 7 0 0,0-2 0 0,-2 2 0 16,-1 0 0-16,0 3 0 0,-2-1 0 0,2 2 0 15,-1 0 0-15,-1 2 0 0,-1-1 0 0,-1 4 0 16,4-2 0-16,-4 2 0 0,0 0 0 0,0 0 0 16,8 9 0-16,-3-3 0 0,-1 2 0 0,1 1 0 15,0 2 0-15,-1 0 0 0,-1-1 0 0,0 2 0 16,0 0 0-16,2-2 0 0,-5 0 0 0,4-2 0 16,-4 2 0-16,0-3 0 0,1-2 0 0,3 0 0 15,-3-1 0-15,-1-1 0 0,0-3 0 0,0 0 0 16,3 4 0-16,-3-4 0 0,0 0 0 0,0 0 0 15,6-9 0-15,-3 3 0 0,2-2 0 0,-1-1 0 16,1-2 0-16,1 3 0 0,2-4 0 0,0 5 0 16,-2-4 0-16,2 4 0 0,-3 0 0 0,1-1 0 15,1 2 0-15,-2 2 0 0,-3 0 0 0,4 4 0 16,-2-1 0-16,0-2 0 0,-4 3 0 0,11 3 0 16,-6 0 0-16,1-1 0 0,-2 2 0 0,1 1 0 15,0 0 0-15,0 1 0 0,-1-1 0 0,1-1 0 16,0 3 0-16,-2 0 0 0,1-3 0 0,-1-1 0 15,-1 2 0-15,2 0 0 0,-2 0 0 0,-1-3 0 16,2 1 0-16,-2 0 0 0,-1-3 0 0,5 6-18 16,-5-4-160-16,0 2-21 0,0-4-27 0,0 0-29 15,0 0-35-15,0 0-51 0,0 0-62 0,0 0-68 16,5-8-60-16,-6 1-350 0,1 4-952 0,0 3 422 16</inkml:trace>
  <inkml:trace contextRef="#ctx0" brushRef="#br0" timeOffset="71381.6049">10213 16225 46 0,'-6'-2'207'0,"6"2"-2"0,0 0-3 0,0 0-6 16,-4-3-4-16,4 3-5 0,0 0-3 0,0 0 0 16,0 0-5-16,0 0-2 0,-5-1-4 0,5 1-1 15,0 0-3-15,0 0-7 0,0 0 4 0,0 0-3 16,0 0-7-16,-4-2-4 0,4 2-3 0,0 0-14 15,0 0-3-15,0 0-8 0,0 0-4 0,0 0-8 16,0 0-2-16,0 0-7 0,0 0-11 0,0 0-4 16,0 0-2-16,0 0-3 0,0 0-10 0,-1-4 3 15,1 4-7-15,0 0 2 0,0 0-9 0,0 0-2 0,0 0-5 16,0 0-6-16,0 0-1 0,0 0-1 16,0 0-7-16,0 0-7 0,0 0-1 0,0 0-6 15,0 0 2-15,0 0 0 0,0 0-4 0,0 0-3 16,0 0 0-16,0 0-9 0,0 0 13 0,0 0 8 0,0 0 0 15,0 0 6-15,0 0 6 0,0 0 6 0,0 0 9 16,0 0 1-16,0 0 16 0,0 0 9 16,0 0 2-16,0 0 12 0,-5-2 2 0,5 2-4 15,0 0-21-15,0-5 16 0,0 5-5 0,0-6-6 16,1 3 0-16,-1 3-7 0,1-4-3 0,2 1-9 0,-2-3-7 16,2 3-5-16,1-2 2 0,-2-1-13 15,2 3-6-15,5-2-4 0,-4 2 1 0,3-4-8 16,-2 5 0-16,4-1-4 0,-2 2-4 0,1-1-1 15,-1 2-4-15,0 0 6 0,4 0-9 0,-4 1-1 0,3 3 4 16,-1-2-3-16,-1 2 0 0,1 3-5 0,-2 0 3 16,0-1-3-16,-2 1 1 0,2 4-5 0,-3-2 6 15,-1 2-5-15,-3 1 3 0,-1 0-1 0,0-1 1 16,0 1 3-16,-4 3-4 0,3-2 4 0,-4-1 3 16,-4 3-2-16,1 0 0 0,3-5-3 0,-4 4-2 15,-6-1 1-15,6-5 2 0,1 0 4 0,-2-1-4 16,1-2-2-16,0 2 8 0,2-4-3 0,0-1 2 15,1 1 5-15,-1-2-8 0,0-1 10 0,7 0 12 16,-13-2 6-16,8-1-3 0,0-1 10 0,-1-1 8 16,-1 0 0-16,3-3-9 0,-1-1-1 0,1 0 5 15,0-2-9-15,2 3-6 0,-2-2 4 0,0 2-8 16,4-2 6-16,0 3 3 0,-1 0-17 0,-3 1 4 16,9 0-8-16,-10 1-13 0,4 1 0 0,1 4 0 15,0-5 0-15,0 5 0 0,1-4 0 0,-1 4 0 16,0 0 0-16,0 0 0 0,0 0 0 0,0 0 0 15,0 0 0-15,9 6 0 0,-8 0 0 0,3-2 0 16,-3 4 0-16,3-5 0 0,-4 6 0 0,4-1 0 16,0 2 0-16,-3-2 0 0,2 2 0 0,-2 0 0 15,-1-1 0-15,4 0 0 0,-3-1 0 0,0-1 0 16,-1-3 0-16,1 3 0 0,-1-4 0 0,2 2 0 16,-2-2 0-16,1 0 0 0,2 1 0 0,-3-4 0 15,1 3 0-15,-1-3 0 0,6 0 0 0,-6 0 0 16,0 0 0-16,16-5 0 0,-10 1 0 0,0 1 0 15,4-3 0-15,-2 2 0 0,1-3 0 0,-1 1 0 16,-2 3 0-16,3-2 0 0,-2 0 0 0,0 0 0 16,2 2-3-16,-2-1 3 0,-1 0 0 0,-1 3-6 15,3 0 3-15,-3 0 0 0,4 1 1 0,-3 1 0 16,2 1 7-16,-3 1-6 0,-1-2 6 0,5 2-5 16,-4 1 4-16,0 1-1 0,3-2 0 0,-3 3-3 15,2-3 0-15,-1 2 0 0,-2-1-3 0,1 3-20 16,0-4-31-16,0 2-61 0,0-2-42 0,-1 1-29 15,0 1-31-15,1-4-60 0,1 0-59 0,-1-1-59 16,-5 0-51-16,18-5-54 0,-6-2-41 0,-1 2-283 16,3-3-892-16,0-5 395 0</inkml:trace>
  <inkml:trace contextRef="#ctx0" brushRef="#br0" timeOffset="71880.5647">10634 16227 335 0,'-4'-5'419'0,"4"1"23"16,0 4 6-16,-1-6 6 0,-2 5-4 0,3 1-15 15,-4-9-7-15,3 7-16 0,1 2-12 0,0 0-30 16,0-10-16-16,0 10-22 0,0-4-20 0,0 4-30 16,0 0-24-16,0 0-30 0,0-4-29 0,0 4-25 15,0 0-14-15,0 0-8 0,12 8-11 0,-10-3-20 16,6 0-11-16,-2 2-11 0,2 2-4 0,-3-1-6 15,1 2-1-15,2 0-12 0,-2 0-9 0,-1 2-9 16,2-1-3-16,-2 0-4 0,1 1-11 0,-2-3-9 16,-1 1-5-16,-1 1-26 0,1-4 0 0,-1 1 0 15,1-1 0-15,-3-1-10 0,0-1-41 0,1 1-7 16,-1-1-7-16,0-3 9 0,0-2 5 0,4 7 1 16,-4-6 14-16,0-1 4 0,4 3 0 0,-4-3 9 15,0 0-1-15,0 0 3 0,9-12-6 0,-5 6 9 16,1-4 5-16,-1 0 3 0,2-5 15 0,4-1 8 15,-5 0 5-15,0-2 19 0,3 4 4 0,-4 3 7 16,4-5 12-16,-2 2 4 0,-1 4 9 0,-4-2-5 16,3 3-1-16,0-1 7 0,0 2-65 0,-3 0-9 15,4 3 0-15,-5-1 0 0,3-1 0 0,-3 3 0 16,0 4 0-16,1-6 0 0,-1 6 0 0,0 0 0 16,0 0 0-16,0-6 0 0,0 6 0 0,0 0 0 15,0 0 0-15,0 0 0 0,0 0 0 0,0 0-59 16,0 0-180-16,9 14-33 0,-5-8-44 0,-4-1-52 15,5 0-46-15,-2-1-42 0,-2 0-32 0,5 2-20 16,-2-2-338-16,0 1-915 0,1-2 405 0</inkml:trace>
  <inkml:trace contextRef="#ctx0" brushRef="#br0" timeOffset="72683.1803">10976 16252 160 0,'0'0'245'0,"5"3"22"16,-5-3 18-16,0 0 18 0,0 0 16 0,2 4 12 15,-2-4-9-15,0 0 7 0,0 0-3 0,0 3-2 16,0-3-6-16,0 0-12 0,0 0-16 0,0 0-18 16,0 0-17-16,0 0-22 0,0 0-19 0,-10 1-22 15,10-1-14-15,0 0-17 0,0 0-16 0,0 0-19 16,0 0-11-16,0 0-10 0,0 0-13 0,0 0-7 16,0 0-8-16,0 0-7 0,0 0 0 0,8 7-5 15,-4-5-2-15,-4-2-8 0,5 0-2 0,-1 1-7 16,-4-1 0-16,13-1-8 0,-3-1 2 0,3-2-1 15,-3 0-6-15,4-1-3 0,-5 0 0 0,4 1-4 16,-3-1-2-16,-2-1-3 0,2 2 6 0,-4-2 8 16,2-1 7-16,-3 4 6 0,-1-1-4 0,0 0 5 15,1 1-1-15,-3-2-10 0,0 3-11 0,-2 2 0 16,-3-6-4-16,3 6-3 0,-9-3-1 0,9 3-7 16,-12 0-4-16,5 0 2 0,7 0 1 0,-19 3-3 15,9 1 2-15,-3 0-3 0,-1 3-6 0,0 0 0 16,1 2 6-16,0 1-6 0,-1 0 2 0,4 2-2 15,-1-1-2-15,4 1 6 0,-1-3-5 0,3 3-3 16,3 0 1-16,0-2-1 0,4 2 0 0,2-1 1 16,1 1 2-16,1-2 1 0,3-2 0 0,6 3 5 15,3-4-3-15,-6 0-9 0,7-2 5 0,-1-1 6 16,1-1-3-16,3-2 4 0,-6-2 2 0,2-1-1 16,-1-4 1-16,1 1 2 0,-3-3 1 0,2-2 12 15,-4-2 4-15,1 0 18 0,-3-1 10 0,-2 1 0 16,1-2 4-16,-5-2-17 0,-1 5-3 0,-1-5-6 15,-2 4 7-15,-1 3-10 0,0 0-3 0,4 0-14 16,-4-1-13-16,0 4 0 0,-1 1 0 0,1 2 0 16,-3-1 0-16,3 1 0 0,0 3 0 0,-4-4 0 15,4 4 0-15,-4-2 0 0,4 2 0 0,0 0 0 16,0 0 0-16,-5 6 0 0,5-6 0 0,-1 7 0 16,1-7 0-16,0 5 0 0,0-5 0 0,1 5 0 15,-1-5 0-15,0 3 0 0,0-3 0 0,5 1 0 16,-5-1 0-16,12 0 0 0,-7 0 0 0,4 0 0 15,-1 0 0-15,1-1 0 0,2 1 0 0,-1 0 0 16,1-2 0-16,0-1 0 0,-3 2 0 0,-2 0 0 16,2 1 0-16,1 0 0 0,-3 0 0 0,2 1 0 15,-1 0 0-15,2 2 0 0,-4 0 0 0,-1 2 0 16,4 0 0-16,-3 1 0 0,-1-1 0 0,-3 2 0 16,4 0 0-16,-5 1 0 0,0 3 0 0,1-1 0 15,-2 0 0-15,1 1 0 0,-1-2 0 0,-4 3 0 16,2-1 0-16,0 0 0 0,0-2 0 0,0-3 0 15,2 0 0-15,-3 0 0 0,3-1 0 0,0 0 0 16,3-3 0-16,-2-2 0 0,0 7 0 0,4-6 0 16,-4-1 0-16,9-1-8 0,0 0-126 0,1-3-31 15,2 1-26-15,3-5-38 0,2 1-59 0,1-1-43 16,-2 0-39-16,1-2-42 0,-1 3-44 0,0-3-37 16,-6 2-360-16,1 1-923 0,-3 1 409 0</inkml:trace>
  <inkml:trace contextRef="#ctx0" brushRef="#br0" timeOffset="74231.7989">11661 16272 234 0,'0'0'350'0,"0"0"4"0,8-5 11 16,-7 3 7-16,-1 2-12 0,0-5-4 16,0 5-12-16,0-6-13 0,2 4-13 0,-2 2-14 15,2-5-14-15,-2 5-16 0,4-4-25 0,-4 4-18 16,1-3-20-16,2-1-24 0,-3 4-10 0,1-2-25 15,-1 2-18-15,9-3-14 0,-9 3-11 0,5 0-7 16,-5 0-15-16,12 3-8 0,-6-3-6 0,0 3-9 16,2 1-5-16,0-1-7 0,-2 3-5 0,-2-2-10 15,1 1 4-15,0 3-2 0,-2-2-7 0,-1 1-3 16,0 1-3-16,-1 3-4 0,0-4 5 0,-1 4-7 16,-2-2 0-16,0-1-2 0,-4 2 0 0,-3-2-2 15,3-1-1-15,-2 2 2 0,-1-2-2 0,-4-1-12 16,3 1 7-16,-4-3-9 0,2-1 3 0,6-1 1 15,-2 0-2-15,-1-2-4 0,-1-4 8 0,4 3-5 16,1-3 3-16,-3-3-3 0,4-2 5 0,0 0-2 16,2-1-1-16,3-1 3 0,2 0-3 0,-1-3 3 15,2 6-4-15,2-3 1 0,-2 1-2 0,0 1 2 16,1 1 1-16,2 1-2 0,-4 1 0 0,6 0-4 16,-5 2 2-16,1 1 1 0,3 3-1 0,-3-2 0 15,-5 2 2-15,13 3 4 0,-7 0 4 0,2 1 12 16,-3 1-3-16,4 1 1 0,-4 1-7 0,0-1-1 15,-1-1 6-15,4 2-5 0,-1 2 0 0,-2 0-5 16,-1 0 3-16,3-2 0 0,-5-1-3 0,3 0 1 16,0 0-2-16,-1 0-1 0,1 0-11 0,-1-2-4 15,1 0-11-15,2 0-9 0,2-2-20 0,0 2-11 16,2-2-13-16,-1-2-16 0,1 1-14 0,0-5-19 16,0 2-18-16,1-2-12 0,2-1-23 0,0-4-23 15,-2 4-3-15,-1-2-6 0,-2-1-6 0,1-2 1 16,0 3 3-16,-2-1 6 0,-1 0 6 0,-2-1 11 15,-1 2 8-15,1 1 14 0,-3 1 14 0,1-1 17 16,-2 1 13-16,2-1 12 0,0 2 17 0,-1 0 20 16,0 0 30-16,-2 4 14 0,2-5 20 0,-2 5 24 15,3-4 19-15,-3 4 13 0,3-3 21 0,-3 3 17 16,4-6 13-16,-4 6 14 0,4-3 6 0,-3-1 6 16,1 1 2-16,2 0 9 0,-4 3-1 0,4-5-4 15,1 4-4-15,-5 1-4 0,8 1 0 0,-8-1 0 16,13 1-3-16,-7 2-4 0,1 1-3 0,-4-2-3 15,6 3-3-15,-1-1-1 0,-3 4-6 0,0-2-6 16,-1-1-8-16,1 5-6 0,-4-4-7 0,3 5-8 16,-1-3-5-16,-3 2-3 0,-3 1-8 0,3 1 0 15,-4-3-6-15,-2 0-5 0,1 0-3 0,-3 0 0 16,-1-1-6-16,-1 0 1 0,-1-1-6 0,0 0-1 16,-3-2 3-16,1-2-6 0,1 0-3 0,1-2-1 15,0 0-5-15,0-2 3 0,2-2 1 0,-1-1-5 16,3-1-2-16,2-2-4 0,-3 0 2 0,3-2-2 15,4 0 4-15,1-2-3 0,0 0 1 0,1 1-6 16,2-3 2-16,2 6-2 0,1-4 0 0,-2 2 1 16,6-1-1-16,-2 2-3 0,0 3 5 0,-1 1 0 15,2-1 10-15,1 2 10 0,-1 3 3 0,3 0 10 16,-5 1 7-16,4 2 4 0,0 3 12 0,-2 1 3 16,4 6 0-16,-2 0 16 0,1 4 11 0,-1 3 7 15,1 5 1-15,-4 0 6 0,2-1 0 0,-4 5 4 16,1-1-4-16,-5 3 1 0,2-1-61 0,0 0-44 15,-3 1 0-15,2 0 0 0,-3 1 0 0,0-1 0 16,-2-3 0-16,1-1 0 0,0-2 0 0,0-4 0 16,-2 3 0-16,3-5 0 0,0-1 0 0,3 1 0 15,-3-2 0-15,0-7 0 0,0 2 0 0,0-2 0 16,1-3 0-16,0 0 0 0,0 1 0 0,-1-5 0 16,2 1 0-16,-2 0 0 0,1-1 0 0,3 0 0 15,-4-3 0-15,0 0 0 0,0 4 0 0,0-4 0 16,0 0 0-16,0 0 0 0,0 0 0 0,1 3 0 15,-1-3 0-15,0 0 0 0,0 0 0 0,0 0 0 16,0 0 0-16,0 0 0 0,-9-11 0 0,7 5 0 16,-2 2 0-16,-5-1 0 0,1-6 0 0,-7 1 0 15,-1 0 0-15,1-2 0 0,0 0 0 0,-4-1 0 16,-1 2 0-16,2 3 0 0,1-3 0 0,2 4 0 16,-1-1 0-16,2 1 0 0,1 2 0 0,2 0 0 15,3 0 0-15,-1-1 0 0,5 3 0 0,-1-1 0 0,1 3 0 16,0-2 0-16,4 3 0 0,-2-6 0 15,-1 4 0-15,3 2 0 0,0 0 0 0,0-7 0 16,3 3 0-16,-1-1 0 0,6 0 0 0,6-4 0 16,0 1 0-16,4-2 0 0,6-2 0 0,4-2 0 15,3 0 0-15,1-1 0 0,1-4 0 0,4 2 0 16,8-8 0-16,-4-1 0 0,-8 7 0 0,0-1 0 16,-1 1 0-16,0-2 0 0,-6 2 0 0,0-1 0 15,-4 2 0-15,1 4 0 0,-8-1 0 0,0 5 0 16,-5 2 0-16,-3-2 0 0,1 3 0 0,-4 1 0 15,0 1 0-15,1-3 0 0,-5 4 0 0,0 4 0 16,4-7 0-16,-4 3 0 0,0 4 0 0,0-7 0 16,0 7 0-16,-4-7 0 0,4 7 0 0,-5-5 0 15,5 5 0-15,-4-2 0 0,4 2 0 0,0 0 0 16,0 0 0-16,0 0 0 0,-18 8 0 0,13-2 0 16,-1 1 0-16,-3 2 0 0,4-1 0 0,-2 1 0 0,0 7 0 15,-1-1 0-15,-2-1 0 0,1 1 0 16,1 0 0-16,1-3 0 0,2-2 0 0,2 3 0 15,-1-5 0-15,1 2 0 0,2 0 0 0,4-3 0 16,1 0 0-16,3 0 0 0,3-2 0 0,3-3 0 16,5-1 0-16,3-2 0 0,8-2 0 0,2-1 0 0,-2-1 0 15,4-4 0-15,-5 2 0 0,2-3 0 0,-10 4 0 16,1-2 0-16,-5-1 0 0,2 1 0 16,-5 4 0-16,-3 1 0 0,0-3 0 0,-3 4 0 15,-2-1 0-15,-1 1 0 0,-4 2 0 0,4-5 0 16,-4 5-89-16,0 0-510 0,-13-2-102 0,13 2-433 0,-22 1-1228 15,9 0 543-15</inkml:trace>
  <inkml:trace contextRef="#ctx0" brushRef="#br0" timeOffset="75083.5213">13884 15955 235 0,'0'-5'411'0,"0"0"-1"0,-3 1 6 15,3-1 0-15,0-1-1 0,-4 1-6 0,4 0-11 16,-6 1-13-16,6-1-23 0,-4 1-22 0,-1-1-27 15,1 3-26-15,-1 0-21 0,0-1-19 0,-4 2-24 16,-3 1-15-16,0 0-22 0,0 5-16 0,-1-2-17 16,-4 6-8-16,-1 2-8 0,0 1-4 0,2 2-10 15,0 0-16-15,-3 5-4 0,2 5-10 0,-1-3-10 16,4 1-17-16,0-1 6 0,6-3-3 0,3 0-17 16,0 0-6-16,1-1-2 0,-1-3-13 0,4 1 4 15,2-2 8-15,4-1-11 0,-4 0-1 0,6-1-3 16,-2-1 0-16,4 4 1 0,1-4-4 0,-1-2-14 15,9 5 5-15,-5-4 2 0,1 3-12 0,1-3-1 16,-1 2 12-16,2-2-5 0,-3 2 6 0,-2-2-12 16,-1-2 5-16,-2 0 1 0,1 2 13 0,-2-2-7 15,-1 1 1-15,-1 0-4 0,-4 3 7 0,2-4-3 16,-1 4 4-16,-4-1-8 0,-1 0 7 0,-1 2-1 16,-4-3-3-16,1 2-2 0,-7 0 0 0,3-4-11 15,-4 3-5-15,2-2 0 0,-1-2 0 0,4-1 0 16,-2-1 0-16,1 0 0 0,2-2 0 0,0 0 0 15,4-1 0-15,-4-2 0 0,4-2 0 0,0 0 0 16,1-2 0-16,1-2 0 0,2-3 0 0,5-2 0 16,1-2 0-16,0 3 0 0,6-3 0 0,0-4 0 15,3 4 0-15,0-1 0 0,7-3 0 0,-6 7 0 16,4 0 0-16,-4 1 0 0,3 3 0 0,0 2 0 16,0 1 0-16,-2 0 0 0,-3 1 0 0,4 0 0 15,-3 4 0-15,-1 1 0 0,1 1 0 0,-2 1 0 16,-2 0 0-16,0-1 0 0,0 3 0 0,-1 0 0 15,-1 2 0-15,-1-1 0 0,-1-1 0 0,-1 2 0 16,-1 1 0-16,1 0 0 0,-3-2 0 0,1 3 0 16,-3-4 0-16,2 0 0 0,-2 3 0 0,0-3 0 15,0-1 0-15,0 0 0 0,0-5 0 0,-5 7-5 16,5-5-97-16,0-2-11 0,0 5-14 0,0-5-41 16,0 0-57-16,0 0-58 0,0 0-51 0,0 0-41 15,6-16-58-15,-3 5-57 0,2-2-57 0,-1 1-285 16,-1-4-901-16,3-2 399 0</inkml:trace>
  <inkml:trace contextRef="#ctx0" brushRef="#br0" timeOffset="75254.9515">14027 16234 342 0,'0'0'373'0,"2"-4"21"16,-2 4 13-16,0 0 4 0,0-5-7 0,0 5-30 15,0 0-36-15,0 0-36 0,0 0-29 0,0 0-33 16,0 0-33-16,0 0-60 0,0 0-75 0,0 0-63 15,0 0-70-15,0 0-60 0,0 0-63 0,5 12-65 16,-1-8-62-16,0-1-251 0,0 1-607 0,1 0 269 16</inkml:trace>
  <inkml:trace contextRef="#ctx0" brushRef="#br0" timeOffset="75702.1851">14109 16314 73 0,'0'0'387'16,"0"0"23"-16,0 0 29 0,0 0 11 0,0 0 12 15,0 0 3-15,6-8-6 0,-6 8-12 0,-1-6-30 16,1 6-6-16,4-5-26 0,-3 1-29 0,-1 4-39 16,4-7-31-16,-2 3-37 0,-1 1-18 0,6 1-27 15,-2-1-20-15,4-4-19 0,1 4-16 0,0-2-14 16,2 2-13-16,1 1-13 0,-2 1-6 0,3-2-13 16,-1 2-12-16,2 1-6 0,-2 3-9 0,0-3-4 15,-3 0-7-15,-1 2-11 0,0-2 1 0,1 3-12 16,-3-2 3-16,-1 3-7 0,2-1 0 0,-3 6 0 15,0-4 2-15,-3 2-3 0,1 4 5 0,-3-1-9 16,-1 3-2-16,-2-2-4 0,-4 4-15 0,-1 0 0 16,-1 0 0-16,-4-1 0 0,2 2 0 0,-1-2 0 15,-3-1 0-15,-2 2 0 0,5-5 0 0,1 1 0 16,3-6 0-16,0 3 0 0,4-2 0 0,-1-4 0 16,0 4 0-16,2-3 0 0,0-1 0 0,1 0 0 15,2-2 0-15,0 0 0 0,0 0 0 0,0 0 0 16,0 0 0-16,0 0 0 0,24-7 0 0,-10 5 0 15,0-4 0-15,4 1 0 0,1 0 0 0,-6-2 0 16,6 2 0-16,2-2 0 0,-3-1 0 0,-2 2 0 16,5 1 0-16,-3-2 0 0,-2 3 0 0,-2 0 0 15,-4 3 0-15,2-3 0 0,-2-1 0 0,0 1 0 16,-2 1 0-16,1 2 0 0,-3-2-246 0,2 3-139 16,-3-2-48-16,2 1-27 0,-1-1-28 0,-1-1-43 15,-1 1-27-15,0-2-291 0,-3 0-919 0,3 0 407 16</inkml:trace>
  <inkml:trace contextRef="#ctx0" brushRef="#br0" timeOffset="76167.6655">14520 16337 81 0,'0'0'306'0,"0"0"14"16,0 0 12-16,0 0 22 0,-2-3 3 0,2 3 10 16,0 0-4-16,0 0-11 0,0-4-9 0,0 4-21 15,0 0-15-15,0 0-17 0,0 0-18 0,0 0-20 16,0 0-19-16,0 0-21 0,0 0-19 0,0 0-18 15,0 0-12-15,0 0-17 0,0 0-10 0,0 0-12 16,0 0-9-16,0 0-7 0,0 0-4 0,11 7-2 16,-6-4-7-16,-5-3 4 0,21-3 1 0,-10-1 1 15,7 2-2-15,-1-4-2 0,2 0 7 0,0-1 5 16,7-4 9-16,-6 1-3 0,-2 0-4 0,1 1 6 16,-6-3 3-16,5 2-2 0,-3-2 0 0,-6 4-2 15,0 1-91-15,-3 0-25 0,2-1 0 0,-4 4 0 16,-2 1 0-16,1-4 0 0,-2 3 0 0,-2 0 0 15,1 4 0-15,-6-5 0 0,-1 3 0 0,-3 0 0 16,1 1 0-16,-2 1 0 0,-2 3 0 0,-5 2 0 16,1 1 0-16,-1 2 0 0,0 2 0 0,3 0 0 15,0 2 0-15,0 1 0 0,2 0 0 0,0 1 0 16,4-1 0-16,1 1 0 0,3-2 0 0,1-2 0 16,2 3 0-16,3-2 0 0,0 0 0 0,4-2 0 15,2 1 0-15,2-2 0 0,3-1 0 0,3 2 0 16,1-1 0-16,2-3 0 0,1 0 0 0,3-2 0 15,-4-1 0-15,4 0 0 0,-2-2 0 0,-2 0 0 16,1-3 0-16,-3-1 0 0,1 0 0 0,-4-1 0 16,0 1 0-16,1-3-192 0,1 2-198 0,-4-1-64 15,0-3-59-15,0 3-73 0,0 2-424 0,-6-2-1093 16,3 1 483-16</inkml:trace>
  <inkml:trace contextRef="#ctx0" brushRef="#br0" timeOffset="76389.0159">15070 16331 391 0,'4'1'428'15,"-4"-1"34"-15,0 0 15 0,0 0 9 0,6 2-5 16,-6-2-8-16,0 0-21 0,0 0-17 0,0 0-26 16,0 0-15-16,4 2-49 0,-4-2-29 0,0 0-27 15,-2 4-25-15,2-4-28 0,0 5-21 0,-1 0-28 16,0 0-12-16,-2 1-15 0,-2 3-13 0,2-3-12 15,-1 4-9-15,-3 1-32 0,-1-1-62 0,-3 5-76 16,-2-3-79-16,-2 1-91 0,-3-2-82 0,-5 3-120 16,0-7-109-16,1 1-474 0,-6 0-1081 0,8-3 478 15</inkml:trace>
  <inkml:trace contextRef="#ctx0" brushRef="#br0" timeOffset="76951.9281">16344 16067 187 0,'0'-4'464'0,"0"4"9"0,1-6 13 0,-1 6 7 15,-1-7 7-15,1 7 1 0,-1-5-11 0,1 5-11 16,0-5-20-16,0 5-16 0,0 0-24 0,0 0-23 16,0 0-34-16,0 0-15 0,0 0-30 0,0 0-31 15,0 0-18-15,0 0 6 0,0 0-3 0,-2 15-10 16,1-5-246-16,-3 1-15 0,3 2 0 0,1 7 0 16,-3-2 0-16,2 2 0 0,1 3 0 0,-1 2 0 15,0 2 0-15,-1-7 0 0,0 4 0 0,0-6 0 16,2 4 0-16,-2 4 0 0,1-6 0 0,1 4 0 15,-2-6 0-15,1 0 0 0,1-1 0 0,0 0 0 16,0-1 0-16,0-5 0 0,1 0 0 0,-1 0 0 16,2 0 0-16,-1-4 0 0,0-1 0 0,0 0 0 15,2-1 0-15,1 1 0 0,-2-2 0 0,1-1 0 16,2-2 0-16,-5-1-414 0,9-1-53 0,-9 1-30 16,5-6-51-16,-1 2-31 0,-1-1-369 0,-5-3-1027 15,1-1 454-15</inkml:trace>
  <inkml:trace contextRef="#ctx0" brushRef="#br0" timeOffset="77353.5401">16010 16187 305 0,'-5'-5'449'15,"-4"-4"23"-15,2 3 19 0,0-3 10 0,-1 2-6 16,5 2-10-16,-1-1-10 0,1-1-17 0,0 2-26 15,1-1-26-15,2 0-46 0,-2 2-33 0,4-3-30 16,0 1-32-16,8-1-25 0,1-1-10 0,8 5 3 16,2-3-5-16,7 1-6 0,4 3-5 0,-1 1-9 15,4 3-2-15,4 1-17 0,12 5-189 0,1-2 0 16,1 7 0-16,-5 3 0 0,2-1 0 0,-14-1 0 16,0 0 0-16,-3 4 0 0,-1-1 0 0,-5-1 0 15,-4 2 0-15,-2 2 0 0,-8-4 0 0,-4 8 0 16,-8-5 0-16,2 6 0 0,-11 0 0 0,-2 3 0 15,-10-1 0-15,-6 2 0 0,-12 4 0 0,-3-2 0 16,-8-2 0-16,7-5 0 0,-6 3 0 0,13-10 0 16,0-3 0-16,0 0 0 0,0-5 0 0,3 1 0 15,3-2 0-15,10-2 0 0,6-2 0 0,1-2 0 16,3 0 0-16,2 0 0 0,3-1 0 0,4-1 0 16,0 0 0-16,-3-6 0 0,3 6 0 0,16-11 0 15,-6 7 0-15,9-3 0 0,3 3-34 0,5 0-559 16,-2-2-81-16,-2 1-475 0,4 3-1244 0,4 0 551 15</inkml:trace>
  <inkml:trace contextRef="#ctx0" brushRef="#br0" timeOffset="77718.435">16796 16551 419 0,'2'-5'506'0,"-1"0"33"16,-1 1 7-16,-1 0 2 0,2-3-1 0,-2 4 0 16,1 3-9-16,0-8-18 0,-2 5-15 0,2 3-36 15,0-6-26-15,0 6-30 0,0 0-31 0,0 0-33 16,0-5-32-16,0 5-34 0,0 0-26 0,0 0-194 16,0 0-63-16,-2 14 0 0,-1-5 0 0,2 1 0 15,0 2 0-15,-1 4 0 0,0 0 0 0,1 1 0 16,-2 1 0-16,2 0 0 0,1 0 0 0,-3 1 0 15,3 6 0-15,-1 2 0 0,-2-9 0 0,3 0 0 16,-1 0 0-16,1-5 0 0,-6 4 0 0,6-2 0 16,0-3 0-16,-2 1 0 0,1-3 0 0,1-1 0 15,-1 0 0-15,1-3 0 0,-1 2 0 0,1-1 0 16,0-3 0-16,0 0 0 0,0-4 0 0,0 5 0 16,1-2 0-16,-1-3 0 0,0 5 0 0,0-5-82 15,0 0-360-15,0 0-42 0,0 0-37 0,2-17-48 16,-2 11-39-16,-1 0-307 0,-1-4-990 0,0 2 439 15</inkml:trace>
  <inkml:trace contextRef="#ctx0" brushRef="#br0" timeOffset="78037.6298">16729 16569 250 0,'1'-7'384'0,"4"-3"18"0,0 5 24 0,-1-4 13 16,0 1-8-16,2 1-6 0,-2 2-9 0,4-3-10 15,-1 0-12-15,1 1-9 0,2 0-18 0,2 3-14 16,-1 0-12-16,1 0-24 0,2 1-14 0,5 2-24 16,-2 1-14-16,-2 1-23 0,-4 0-14 0,2 4-20 15,0-2-16-15,-4 2-18 0,1 0-8 0,0 0-13 16,-1 0-13-16,-2 3-35 0,-2 0-105 0,-4-1 0 16,-1 1 0-16,1 1 0 0,-3 1 0 0,-2 0 0 15,-6 3 0-15,-3-1 0 0,-2 0 0 16,-2-2 0-16,-1 3 0 0,3-2 0 0,-2-6 0 0,-2 5 0 15,4-4 0-15,3 0 0 0,1-4 0 0,0 2 0 16,4-2 0-16,2 0 0 0,0 2 0 0,-1-3-141 16,6-1-152-16,0 0-66 0,0 0-64 0,0 0-54 15,18 0-68-15,-4 0-448 0,-1 0-1074 0,10 0 475 16</inkml:trace>
  <inkml:trace contextRef="#ctx0" brushRef="#br0" timeOffset="78357.7747">17117 16762 315 0,'0'0'509'0,"1"-5"23"0,-1 5 18 0,0-5 4 0,0 5-2 16,0-5-9-16,0 5-25 0,0 0-21 0,-1-6-27 16,1 6-35-16,0 0-39 0,0-3-34 0,0 3-40 15,0 0-35-15,0 0-28 0,0 0-27 0,0 0-27 16,0 0-19-16,0 0-18 0,-4 12-9 0,3-6-19 15,-2 0-140-15,1 4 0 0,-2 0 0 0,3-1 0 16,-2 2 0-16,2-1 0 0,-3-3 0 0,4 3 0 16,-2 1 0-16,0 0 0 0,2 0 0 0,-1-5 0 15,-2-1 0-15,2 1 0 0,1 2 0 0,-4-2 0 16,4-2 0-16,-2 1 0 0,2-2 0 0,-4 0 0 16,4-3 0-16,0 0 0 0,1 5 0 0,-1-5 0 15,0 0-145-15,0 0-108 0,0 0-38 0,0 0-40 16,6-11-35-16,-2 8-30 0,0-3-42 0,1-2-45 15,2-2-30-15,-6 3-317 0,5-1-898 0,-2-1 398 16</inkml:trace>
  <inkml:trace contextRef="#ctx0" brushRef="#br0" timeOffset="78842.7723">17181 16606 81 0,'3'-2'339'0,"-3"2"-8"0,0 0 0 0,0 0-8 16,0 0-14-16,0 0-7 0,0 0-14 0,0 0-22 16,0 0-21-16,0 0-13 0,0 0-12 0,0 0-24 15,0 0-7-15,0 0-13 0,0 0-12 0,0 0-2 16,0 0-7-16,0 0-14 0,0 0-6 0,0 0-4 15,0 0-1-15,0 0-7 0,0 0 0 0,3 9-6 16,-3-9-9-16,0 5-3 0,0-5-11 0,0 0-6 16,-2 5-10-16,-1-3-9 0,3-2-6 15,-1 5-5-15,1-5-4 0,-4 5-3 0,1-3-3 0,3-2-3 16,-8 1-5-16,4 1-3 0,-1-1-1 0,5-1-6 16,-7 4 0-16,7-4-3 0,-9-1 1 0,9 1 0 15,-3-7 6-15,3 7 3 0,-7-1 5 0,7 1 2 16,0-5-3-16,-1 0-8 0,1 5-3 15,0 0-3-15,1-6-5 0,3 5-3 0,-1-1-1 0,-3 2-3 16,6-4-6-16,-2 2-5 0,-4 2 4 0,6-3-6 16,-6 3 3-16,0 0-2 0,10 3-2 0,-10-3-1 15,7 2 1-15,-7-2 1 0,5 2-2 0,-5-2 0 16,2 4-2-16,0-3-5 0,-2-1-18 0,0 5-38 16,0-5-35-16,-2 5-22 0,2-5-40 0,0 0-54 15,-6 1-60-15,6-1-72 0,0 0-81 0,-14-8-69 16,10 4-253-16,0-2-811 0,-1-5 359 0</inkml:trace>
  <inkml:trace contextRef="#ctx0" brushRef="#br0" timeOffset="80222.9516">16275 15942 23 0,'0'0'212'0,"0"0"-8"16,0 0-15-16,0 0-9 0,0 0-2 0,0 0-6 16,0 0 0-16,0 0-5 0,0 0-6 0,0 0 2 15,0 0-4-15,-4 2-10 0,4-2 6 0,0 0-1 16,-4 3-4-16,4-3-6 0,-5 1 4 0,5-1-1 16,0 0 0-16,0 0 13 0,0 0-3 0,0 0 7 15,-4 2-4-15,4-2-2 0,0 0 2 0,0 0 3 16,0 0-3-16,0 0-2 0,-5 1-4 0,5-1-4 15,0 0-4-15,0 0-1 0,0 0-9 0,0 0-8 16,0 0-3-16,0 0-2 0,0 0-1 0,0 0-3 16,0 0-4-16,0 0-8 0,0 0 1 0,0 0-4 15,0 0-5-15,0 0 2 0,0 0-3 0,0 0-4 16,0 0-10-16,0 0-8 0,0 0-6 0,22-1-7 16,-9 1-3-16,5 0 10 0,3 0-1 0,9-2 6 15,4 1 3-15,2-1 0 0,15 0-8 0,1-2 14 16,-13 3 19-16,13-3 7 0,-1 1 5 0,-11 2 1 15,-2-2-34-15,2 1-82 0,0-1 0 0,-4-1 0 16,-1 3 0-16,-2-3 0 0,-5 3 0 0,-8 0 0 16,0-3 0-16,-6 3 0 0,-1 0 0 0,-2 1 0 15,2-1 0-15,-6-1 0 0,0 2 0 0,1-1 0 16,-2 0 0-16,-2 0 0 0,-4 1 0 0,13 0 0 16,-8-1 0-16,1-1 0 0,-6 2 0 0,9-1 0 15,-2-1 0-15,-2 0 0 0,-5 2 0 0,5-1 0 0,-5 1 0 16,9-2 0-16,-9 2 0 0,5-1 0 15,-5 1 0-15,0 0 0 0,5-1 0 0,-5 1 0 16,0 0 0-16,0 0 0 0,4-3 0 0,-4 3 0 16,0 0 0-16,0 0 0 0,0 0 0 0,0 0 0 15,0 0 0-15,0 0 0 0,0 0 0 0,0 0 0 16,0 0 0-16,0 0 0 0,0 0 0 0,0 0 0 16,0 0 0-16,0 0 0 0,0 0 0 0,0 0 0 15,0 0 0-15,0 0 0 0,0 0-117 0,5 5-348 16,-5-5-62-16,0 0-76 0,-2 6-478 0,2-6-1169 0,0 4 518 15</inkml:trace>
  <inkml:trace contextRef="#ctx0" brushRef="#br0" timeOffset="82761.1527">18188 16640 84 0,'0'0'301'0,"0"0"1"0,-5 4 1 16,5-4 1-16,0 0-3 0,0 0 18 0,0 0-19 15,0 0 8-15,0 0 3 0,0 0 4 0,0 0-3 16,0 0-4-16,0 0-2 0,0 0-13 0,0 0-15 16,0 0-7-16,-13-7-20 0,8 3-10 0,-6 0-6 15,2-3-17-15,-6-2 0 0,2-2-7 0,-4 2-7 16,-1-4-7-16,-4-2-21 0,-1-2-3 0,-1-1-21 16,2-2-10-16,-2-2-9 0,2-1-9 0,3-2-14 15,-4-3-12-15,5 2-10 0,2-3-8 0,-4 1-12 16,6-1-4-16,3 2-3 0,-2 2-30 0,4 0-31 15,5 1 0-15,-1 5 0 0,1 2 0 0,3-1 0 16,2 2 0-16,-1 3 0 0,0 1 0 0,3 1 0 16,-2 2 0-16,6-1 0 0,-5 2 0 0,5-1 0 15,-5 3 0-15,7 3 0 0,-4-2 0 0,3 1 0 16,0 3 0-16,-3 0 0 0,3 0 0 0,4 3 0 16,-2 1 0-16,3 1 0 0,0 5 0 0,-2-2 0 15,-1 1 0-15,2 3 0 0,-4 3 0 0,-1 1 0 16,-2 4 0-16,2 0 0 0,-5-2 0 0,2 7 0 15,1-4 0-15,-6 5 0 0,1-1 0 0,-8 3 0 16,2-2 0-16,2 0 0 0,-5 0 0 0,-5 2 0 16,-3-1 0-16,2-1 0 0,1 0 0 0,-2-1 0 15,-1-3 0-15,2 1 0 0,-1-2 0 0,2-6 0 16,3 0 0-16,-2-1 0 0,4-4 0 0,1-1 0 16,4-1 0-16,-1-1 0 0,-1 3 0 0,4-5 0 15,0 0 0-15,-2-1 0 0,3 1 0 0,-2-1 0 16,3-3 0-16,-1 4 0 0,1-4 0 0,-4 4 0 15,4-4 0-15,0 0 0 0,0 0 0 0,0 0 0 16,0 0 0-16,0 0 0 0,27-7 0 0,-14 2 0 16,6-3 0-16,5-4 0 0,0-2 0 0,4 3 0 15,0-1 0-15,4-2 0 0,-3-3 0 0,4 4 0 16,2-3 0-16,-3-1 0 0,0 2 0 0,-3 1 0 16,-1 1 0-16,-4-2 0 0,-3 7 0 0,-6 0 0 15,-2 1 0-15,-3 2 0 0,1 1 0 0,-3-1 0 16,-3 2 0-16,2 2 0 0,-3 1 0 0,-4 0 0 15,5-2 0-15,-5 2 0 0,0 0 0 0,0 0 0 16,0 0 0-16,2 8-337 0,-2-8-217 0,-7 7-91 16,0-4-465-16,-2 1-1201 0,1 2 531 0</inkml:trace>
  <inkml:trace contextRef="#ctx0" brushRef="#br0" timeOffset="83374.336">19173 16390 73 0,'0'0'391'0,"5"-3"24"16,-5 3 15-16,0-3 9 0,0 3 8 16,-1-7-4-16,1 7-3 0,-2-7-7 0,-1 4-13 15,-1-1-15-15,1 0-7 0,0 1-5 0,-1-1-16 16,1 1-18-16,-2 2-31 0,1-2-29 0,-1 1-23 16,5 2-28-16,-11-1-17 0,3 2-12 0,1 0-10 15,-2 2-14-15,-3 2-8 0,2 0-51 0,-3 1-136 16,0 6 0-16,-1-1 0 0,4 3 0 0,-2-2 0 15,1 3 0-15,0-1 0 0,3 2 0 0,-2 1 0 16,3-1 0-16,2 3 0 0,-1-4 0 0,2 1 0 16,1 0 0-16,1-3 0 0,2-2 0 0,4 2 0 15,-4-1 0-15,3 0 0 0,5 0 0 0,3-1 0 16,1 0 0-16,4 0 0 0,0-4 0 0,6-2 0 16,-2 1 0-16,2-2 0 0,5-1 0 0,-7-2 0 15,1-2-93-15,6-2-165 0,-8-2-12 0,-1-1-15 16,2-4-32-16,-6 1-23 0,5-1-19 0,-2-1-25 15,-3 0-23-15,0-4-38 0,0 3-26 0,-4 3-290 16,-1-5-823-16,1 3 364 0</inkml:trace>
  <inkml:trace contextRef="#ctx0" brushRef="#br0" timeOffset="84341.957">19430 16449 259 0,'0'0'381'0,"0"-5"32"0,0 5 15 0,0-4 2 15,0 4-10-15,2-3-11 0,-2 3-21 0,0 0-19 16,0 0-20-16,0 0-26 0,2-6-21 0,-2 6-32 16,0 0-27-16,0 0-26 0,0 0-24 0,0 0-23 0,0 0-11 15,0 0-18-15,9 9-20 0,-3-3-8 16,-2-3-9-16,3 5-13 0,-4-1-10 0,4-2-7 16,-6 5-6-16,4-2-11 0,3 0-2 0,-7-1-3 15,0 3-8-15,-1-2-5 0,-1 2 0 0,0-2-5 16,-8 1-3-16,5-1-3 0,-1 0 0 0,-1 1-1 15,-1-2-5-15,-3 2-3 0,0-3 0 0,0-1-7 16,-2 2-9-16,2-2 1 0,-2-2 0 0,2 0-1 16,2-2 5-16,-1 0-2 0,2-1-4 0,-1-1 2 15,3-3 1-15,0-1-2 0,0 0 0 0,2-4 0 16,-3 0 0-16,6-3 2 0,0 0-2 0,4 1-6 16,-1-6 10-16,4 2-5 0,1 1-1 0,1-3 5 15,2 3-5-15,1 2 2 0,0-1 2 0,-1 5 1 16,-2 1-3-16,3 0 0 0,-1 2 1 0,0 1 0 15,3 1 2-15,0 0-3 0,-1 3 0 0,1 3-4 16,-4 0 1-16,4 1 1 0,-1 4-1 0,-2 2 2 16,0-1-2-16,-2 0-1 0,1 2 2 0,-4 0-2 15,-1-1-3-15,2 4 4 0,-5-3-2 0,2 0 2 16,0 0 2-16,-3-1-5 0,1-1 4 0,-1 0-4 16,-1-2 4-16,1-1-8 0,-1-1 0 0,0 0 0 15,0-2 5-15,0-3 3 0,0 4 4 0,0-4 2 16,0 0 1-16,0 0-1 0,0 0-3 0,4-11 2 15,-1 5 0-15,-2 0-1 0,5-6 1 0,-2 1-1 16,5-2 1-16,-1-1 8 0,-1 4 0 0,1-1 1 16,0 2 10-16,-1-1-3 0,1 1 8 0,1 3 2 15,-1-3 8-15,-1 3 3 0,-2 3-10 0,2 0-1 16,-2 1-2-16,1 1-9 0,-6 1 3 0,12 4-4 16,-7-2 2-16,0 3-4 0,3-1 2 0,-5 3-10 15,3 0 0-15,-1 2 2 0,-1 0 2 0,-2 1-3 16,0 0 0-16,-1-1-2 0,-1 1-3 0,0 1-1 15,0-3-3-15,0-1 12 0,0 0-4 0,0 1-4 16,0-1-7-16,0-1-5 0,0-1 12 0,0-2-3 16,1 2-5-16,0-2 1 0,4 2 1 0,0-3-2 15,2-1 1-15,3 0 7 0,3-2-6 0,-2-1 2 16,7-2 8-16,-2-3 0 0,1 0 2 0,0-3-6 16,1-2 15-16,-4-1 4 0,8-5 1 0,-8 3 17 15,0 1 5-15,-2-3 3 0,-1 2 4 0,-1 0 4 16,-1 0-12-16,-4 2-19 0,2 3-28 0,-4 0 0 15,1 1 0-15,-2 1 0 0,-2 2 0 0,1-1 0 16,-2 1 0-16,1 2 0 0,0 4 0 0,-3-4 0 16,-1 3 0-16,4 1 0 0,0 0 0 0,-9 5 0 0,7 1 0 15,-1 1 0-15,1 2 0 0,2 1 0 0,0 0 0 16,2 2 0-16,3 4 0 0,2-1 0 16,-1 0 0-16,-1-2 0 0,4 2 0 0,1-2 0 15,-1-2 0-15,-2-2 0 0,0 1 0 0,2-2 0 16,-4-1 0-16,-1-1 0 0,0-1 0 0,-3 0 0 0,3-2 0 15,-3 1 0-15,2 1 0 0,-2-2 0 16,-1 0 0-16,0-3 0 0,-1 6 0 0,-5-3 0 16,0 2 0-16,-4-2 0 0,-4 3 0 0,-1-4 0 15,2 2 0-15,-4-3 0 0,0 2-102 0,0-1-21 16,-1 2-16-16,1-3-19 0,6-1-22 0,3 0-18 0,2 0-28 16,-3-1-36-16,9 1-46 0,-5-6-35 15,5 6-56-15,1-5-50 0,4 0-35 0,4-1-320 16,3 0-870-16,3-2 385 0</inkml:trace>
  <inkml:trace contextRef="#ctx0" brushRef="#br0" timeOffset="84678.1068">20315 16300 16 0,'3'-10'392'0,"-1"0"8"0,0-1 33 0,-2 1 4 16,0 1 15-16,0 1 6 0,0-1 3 0,-2 0-12 15,2 4-6-15,0-1-3 0,0 6-13 0,0-9-21 0,0 9-21 16,2-6-33-16,-2 6-34 0,0 0-33 0,0 0-28 16,0 0-9-16,0 0 3 0,0 0-3 15,0 0-13-15,-4 22-14 0,4-11-44 0,2 6-177 16,0 1 0-16,-4 0 0 0,4 3 0 0,2 6 0 16,-4-8 0-16,0 7 0 0,1-6 0 0,3 6 0 0,-4-5 0 15,0 4 0-15,0-7 0 0,0 2 0 16,0-1 0-16,2 1 0 0,-4-4 0 0,2 0 0 15,-1-4 0-15,1 2 0 0,-3-4 0 0,2 0 0 16,1-2 0-16,0-2 0 0,0 0 0 0,0-1 0 16,0-3 0-16,0-2 0 0,1 5-325 0,-1-5-92 0,0 0-34 15,0 0-29-15,9-8-24 0,-6 1-28 16,-2 2-12-16,3-2-279 0,-3-3-893 0,-2-3 395 16</inkml:trace>
  <inkml:trace contextRef="#ctx0" brushRef="#br0" timeOffset="84866.1857">20243 16495 252 0,'0'0'368'0,"-8"-2"18"16,8 2 26-16,0 0 19 0,-5-1 3 0,5 1-2 15,0 0-15-15,0 0-21 0,-4-4-28 16,4 4-30-16,0 0-34 0,0 0-33 0,0 0-26 16,0 0-28-16,18-1-18 0,-6 0-25 0,-2 1-46 15,5-3-49-15,2 2-51 0,2 1-60 0,0-1-69 16,8-6-64-16,-4 3-55 0,-2 1-48 0,-2-1-43 15,0-3-42-15,3 2-44 0,-4 1-275 0,-2-2-728 16,2-1 322-16</inkml:trace>
  <inkml:trace contextRef="#ctx0" brushRef="#br0" timeOffset="85646.7371">20625 16449 213 0,'3'5'315'0,"-3"-5"18"0,1 3 25 0,-1-3 23 16,0 0 7-16,0 0 3 0,1 5 0 0,-1-5-8 15,0 0-14-15,0 0-17 0,3 2-18 0,-3-2-23 16,0 0-30-16,0 0-25 0,0 0-27 0,0 0-21 0,5 1-22 16,-5-1-15-16,0 4-19 0,0-4-13 15,0 8-10-15,0-4-15 0,0 1-14 0,0-1-6 16,-1 1-8-16,1 2-10 0,-3 2-6 0,1-1-8 16,-1 1-2-16,-1 0 2 0,-1 0-10 0,0 0-15 15,0-1 6-15,-3 1-7 0,3-2-11 0,-8 4-9 16,8-6-11-16,-4 1-6 0,0 0 4 0,0-2-2 15,3 0 1-15,-2-1 3 0,3-2-6 0,-4 2-3 16,9-3 5-16,-10-3 4 0,5-1-5 0,0-2 2 16,2 1-3-16,-1-5 4 0,4 3-1 0,0-3 1 15,2 0 0-15,0-2 4 0,3 1-6 0,0 1-2 16,1 0 2-16,0 1 2 0,4 0-5 0,-5 2-2 16,4 1-2-16,-1 0 0 0,2 2 5 0,-1 2-3 15,-1 1 17-15,3 1-13 0,-6 1-1 0,3 0 6 16,1 1 6-16,-1 2-2 0,-1 2 2 0,0 1-3 15,-1-1-2-15,-2 0 1 0,5 1 5 0,-4 2-6 16,-1-2 5-16,-2-1-8 0,2 0-3 0,-1 1 3 16,-2-2 0-16,2 2 0 0,-2-2-1 0,3 0-1 15,-4-2 0-15,1 1 6 0,-1 0-1 0,0-4 5 16,4 5-1-16,-4-5 6 0,1 2 3 0,-1-2-9 16,0 0 3-16,0 0 1 0,0 0-2 0,0 0-1 15,10-11-3-15,-6 5 3 0,3 0-14 0,-1-3 6 16,2 1 1-16,-1 0 2 0,0-1-12 0,4 1 8 15,-2 0-1-15,-2 1 4 0,4 1 2 0,-2 1 1 16,0 0 1-16,-4 1 1 0,4 1 0 0,-3-1-1 16,1 3-7-16,-1 1 0 0,2 1 2 0,1 4 4 15,-3-3-7-15,1 2 7 0,-2 1 2 0,1 0-1 16,-2 2 3-16,2 0-7 0,-2 0-1 0,0-1-2 16,-1 0-3-16,-1 0 3 0,1 1 4 0,0-1-2 15,-1 0 0-15,0-1 1 0,-1-2 1 0,2 0-1 16,-2 0-2-16,-1-3 1 0,2 6-5 0,-1-3 7 15,-1-3 4-15,0 0-3 0,0 0 3 0,0 0-7 0,10-7-2 16,-5 2 4-16,0-1-4 0,0 1-1 16,2-5 6-16,1 4-1 0,-3-4-6 0,3 3-1 15,0-2 9-15,-3 1 7 0,3 1 4 0,-2 1 13 16,2 0 0-16,-3 2-7 0,-1-2-4 0,1 5-2 16,-1-2-5-16,1 2-1 0,-5 1-1 0,10-2 0 0,-10 2 2 15,8 2-3-15,-4 1 3 0,1-2-6 16,0 5-14-16,-4-2 14 0,3 0-7 0,1 0 3 15,-1 1-37-15,0 0-32 0,0-2-24 0,1 3-40 16,-1 0-37-16,1 0-44 0,0-2-51 0,1 0-73 16,0 0-57-16,1-3-61 0,-1 1-65 0,1-2-366 0,-7 0-957 15,20-3 424-15</inkml:trace>
  <inkml:trace contextRef="#ctx0" brushRef="#br0" timeOffset="85943.9484">21258 16319 118 0,'4'-13'397'0,"-4"4"7"0,1-4 13 16,4 6 5-16,-4 0 7 0,-1 2 4 0,0-1-4 16,4 1-25-16,-4 5-27 0,0-6-30 0,0 6-32 15,0-5-17-15,0 5-15 0,0 0 10 0,0 0-5 16,0 0-4-16,0 18 4 0,0-7-3 0,0 1-1 16,-1 5-12-16,-2 1-11 0,3 3-13 0,-2 5-16 15,3 0-17-15,0 1-47 0,-1 1-168 0,0-3 0 16,0 3 0-16,3-9 0 0,-6 8 0 0,3-8 0 15,0-1 0-15,0 1 0 0,3-2 0 0,-3 0 0 16,0-4 0-16,0-2 0 0,-3 1 0 0,3-5 0 16,-1-1 0-16,1 0 0 0,-1 0 0 0,1-2 0 15,0-4 0-15,0 5 0 0,0-1 0 0,0-4-73 0,0 0-287 16,0 0-44-16,0 0-35 0,2-14-33 16,-2 6-30-16,0-2-31 0,0-6-369 0,0 2-976 15,3-3 432-15</inkml:trace>
  <inkml:trace contextRef="#ctx0" brushRef="#br0" timeOffset="86113.0788">21255 16515 152 0,'0'-5'115'16,"-1"2"50"-16,1 3 36 0,0-5 21 0,0 5 20 0,-5-3 26 16,5 3 22-16,0 0 30 0,0 0 20 0,0 0 27 15,0 0 18-15,0 0 16 0,4-4 3 16,-4 4 3-16,0 0-21 0,0 0-20 0,6-2-42 16,2 1-31-16,1-1-28 0,4 0-28 0,6 1-20 15,2 0-26-15,1-2-18 0,-1 2-51 0,-2-2-65 0,1 1-69 16,-2-2-86-16,-8 0-96 0,4 2-108 15,-5-2-126-15,-5-2-141 0,1 1-316 0,-5 0-958 16,0 5 423-16</inkml:trace>
  <inkml:trace contextRef="#ctx0" brushRef="#br0" timeOffset="86744.405">22067 16697 352 0,'0'0'372'0,"-3"-5"6"16,3 5 1-16,-1-5-9 0,1 2-2 0,0 3 4 15,-3-7 1-15,3 2-5 0,-1 0 1 0,2 1-11 0,-1 4-4 16,3-9-17-16,-3 4-7 0,0 0-1 16,1-2-8-16,4 3-21 0,-3-3-23 0,1 1-17 15,3 1-16-15,1-2-23 0,2 1-21 0,1 3-17 16,2-2-17-16,-1 1-13 0,2 4-17 0,0-3-15 0,1 3-12 16,-1 1-18-16,3 2-91 0,-3 2 0 0,1 1 0 15,0 1 0-15,-3 3 0 0,-1 0 0 0,-1 2 0 16,-2 3 0-16,-3-4 0 0,1 1 0 15,-5 1 0-15,-2-1 0 0,-5 3 0 0,2 1 0 16,-9-5 0-16,0 5 0 0,1-3 0 0,-6-2 0 0,-8 2 0 16,9-6 0-16,-7 5 0 0,-2-3 0 0,4-6 0 15,5-3 0-15,0 0 0 0,0-1 0 0,3-1 0 16,3-1 0-16,1-3 0 0,2 0 0 16,4-2 0-16,1-4 0 0,0 1 0 0,2-7 0 15,4 0 0-15,3-2 0 0,4-3 0 0,3 1 0 0,2-2-164 16,0 0-153-16,5-2-64 0,2 4-52 0,-2 3-31 15,1 0-47-15,3 2-35 0,-2 3-351 16,-7 1-970-16,1 3 430 0</inkml:trace>
  <inkml:trace contextRef="#ctx0" brushRef="#br0" timeOffset="87030.9527">22296 16381 278 0,'0'-5'324'0,"-2"-1"22"0,1 1 30 0,-2-2 25 16,2 0 26-16,-1 1 17 0,0-2 9 15,0 2 11-15,-1-5-1 0,2 5 7 0,-2-2 0 16,3 2-1-16,-1 1-9 0,1 0-21 0,-2-1-25 16,0 2-35-16,2 4-36 0,0-3-36 0,0 3-32 0,0 0-86 15,0 0-189-15,0 0 0 0,4 14 0 16,-4-4 0-16,4 7 0 0,0 1 0 0,0 1 0 16,-1 7 0-16,1 2 0 0,0-1 0 0,-4 0 0 15,0-2 0-15,1 4 0 0,-1-3 0 0,3 1 0 16,-6-2 0-16,2-5 0 0,-1-2 0 0,0 1 0 0,-2-1 0 15,4-5 0-15,-1 0 0 0,-3-3 0 16,6 2 0-16,-4-5 0 0,6 0-144 0,-4 1-395 16,5-4-61-16,3 2-49 0,-3-4-395 0,8 0-1130 15,-3-2 501-15</inkml:trace>
  <inkml:trace contextRef="#ctx0" brushRef="#br0" timeOffset="88414.3033">22514 16683 234 0,'0'0'358'0,"0"0"3"0,0 0 22 0,4-4-8 16,-4 4-1-16,0 0-7 0,0 0-9 0,0 0-18 15,0 0-15-15,0 0-16 0,0 0-22 0,0 0-17 0,0 0-19 16,0 0-21-16,0 0-19 0,0 0-20 16,0 0-17-16,0 0-13 0,0 0-15 0,0 0-17 15,0 0-8-15,0 0-14 0,0 0-8 0,0 0-11 16,0 0-1-16,0 0 5 0,0 0-6 0,0 0-2 15,0 0-3-15,0 0-8 0,0 0-4 0,0 0-6 16,0 0-3-16,14 0-3 0,-8 0-5 0,6 0-8 0,-4-1 0 16,4-2-5-16,-1 1-3 0,0 1 0 15,-2-3 1-15,1 1 4 0,2-1-1 0,-5-1 9 16,0 1-7-16,-2 2 2 0,0 0-11 0,1-2 8 16,-2 1-7-16,1-1-2 0,-5 3-13 0,3-3 6 0,-3 4-8 15,-1-7-4-15,1 7-4 0,-6-6 0 16,4 5-3-16,-2-2 0 0,-3 1-4 0,1 0 0 15,6 2 3-15,-14-2 6 0,7 4-14 0,-1 0 9 16,-1 2-15-16,1-2-2 0,-1 2 11 0,-1 3-3 16,6 0 11-16,-5 0-5 0,3-1 5 0,-3 3-12 0,1 0 1 15,4 0-1-15,3 0 5 0,-3 2-3 16,-1-2-5-16,4 2 1 0,0-3-4 0,2 0 13 0,0 0-10 16,4 1 10-16,-2-2 2 0,2 1-2 15,0-4 3-15,4 3-4 0,4-1 4 0,-3-1 5 16,9-2-1-16,-2-1 0 0,2-1-2 0,0-2-2 0,2 0 5 15,-2-3 12-15,8-2-1 0,-7-1 26 0,2 2 1 16,2-8 18-16,-6 3-2 0,1 0-2 16,3-7-19-16,-7 5-44 0,2 1 0 0,-2-2 0 15,-1 2 0-15,-3-2 0 0,-4 3 0 0,1-1 0 16,-2 4 0-16,-2-1 0 0,-1 2 0 0,0 2 0 0,1-2 0 16,0 1 0-16,-4 2 0 0,4 0 0 15,-4 3 0-15,5-1 0 0,-5 1 0 0,0 0 0 16,0 0 0-16,1 10 0 0,-1-2 0 0,0 1 0 15,0 0 0-15,0-2 0 0,-1 4 0 0,1 0 0 0,1-1 0 16,-1 3 0-16,3-3 0 0,-2-1 0 0,-1 2 0 16,1-2 0-16,3-3 0 0,-4 2 0 15,3-4 0-15,-2 1 0 0,2 0 0 0,-1 0 0 16,1-2 0-16,1 1 0 0,1-4 0 0,1 0 0 16,-6 0 0-16,13-1 0 0,-4-5 0 0,1 1 0 0,2-1 0 15,-2-1 0-15,0-1 0 0,4-2 0 0,0 0 0 16,-2-2 0-16,-1 3 0 0,-2 0 0 15,0 2 0-15,-2-2 0 0,1 5 0 0,-3-1 0 16,1 0 0-16,0 1 0 0,-2 2 0 0,-3-3 0 16,3 4 0-16,-4 1 0 0,5-2 0 0,-5 2 0 0,0 0 0 15,0 0 0-15,9 3 0 0,-8 0 0 0,-1 1 0 16,3 0 0-16,-2 1 0 0,2 0 0 0,-2-1 0 16,-1 1 0-16,1 2 0 0,-1-1 0 15,0-1 0-15,0 2 0 0,0-2 0 0,0 2 0 16,4-2 0-16,-4 3 0 0,4-3 0 0,2 0 0 0,-2 0 0 15,1 0 0-15,6 0 0 0,-1-1 0 0,0-1 0 16,0-1 0-16,5 0 0 0,-6-4 0 0,3 1 0 16,6-4 0-16,2 0 0 0,-6-3 0 0,4-3 0 15,-4 2 0-15,4-5 0 0,-5 2 0 0,1-1 0 16,-4-1 0-16,-1-1 0 0,-1 1 0 0,-2 2 0 16,-2 1 0-16,-1 1 0 0,-2-1 0 0,-1 3 0 15,0 1 0-15,-1 2 0 0,-3-2 0 0,0 2 0 16,-1 2 0-16,1 2 0 0,-2-1 0 15,6 2 0-15,-12 6 0 0,8 0 0 0,-3 2 0 16,3 1 0-16,-1 1 0 0,2 1 0 0,-1 1 0 0,4-1 0 16,0 2 0-16,0-4 0 0,0 1-6 0,4 1-3 15,0-1-4-15,0-1 15 0,-3 0-9 0,4 0 6 16,3 0-7-16,-3-2 3 0,0-1 1 0,0 2-7 16,-1-2 14-16,2 0 4 0,-3 0-11 0,2-2 0 15,-2 0-1-15,0 0 8 0,0-1-10 0,0 1 9 16,-3-1-14-16,2 0 2 0,-2 2 6 0,0-5-2 15,0 7-4-15,-2-6 2 0,-1 3-2 0,-1-1 13 16,0 1-4-16,-3-1-9 0,-1 0 0 0,2-1-12 16,-2 2 11-16,0-3 1 0,-6 0 2 0,5 1 2 15,3-1 3-15,-3-1 0 0,1 0 2 0,8 0 4 16,-10-1-5-16,4-2 7 0,-1 1-3 0,6-2-1 16,-3 3 3-16,4 1-2 0,0-6 4 0,0-1 1 15,4 2-4-15,2 0 3 0,-1-2-3 0,7 1 0 16,-2-2-1-16,7-2-1 0,-3 2-11 0,1 0 8 15,2 0-1-15,1 3 1 0,-2-3 7 0,1 1-5 16,0 2-5-16,-6 0 0 0,-1 1 7 0,4 1 2 16,-5 0-9-16,-1 1 5 0,-2 1-2 0,2 0 0 15,-3-1-8-15,-1 1-5 0,-4 1 8 0,0 0-2 16,10 3-3-16,-5 0 3 0,-1-1 0 0,0 3 9 16,0 0-6-16,-3-1 0 0,4 1 3 0,-2 2 3 15,1-1-5-15,-2-1 2 0,3 3-5 0,-2-3 6 16,-2 1 8-16,3 0-11 0,-3 0 1 0,2-3 0 15,-2 1-15-15,2 1-13 0,-1-3-25 0,2 1-20 16,-4-1-26-16,0-2-25 0,0 6-24 0,0-6-24 16,3 2-29-16,-3-2-42 0,0 0-69 0,0 0-66 15,0 0-50-15,5-9-63 0,-3 5-351 0,-1-3-915 16,1 1 405-16</inkml:trace>
  <inkml:trace contextRef="#ctx0" brushRef="#br0" timeOffset="88577.376">23627 16519 344 0,'0'-4'353'0,"0"0"5"16,0 4-8-16,0-5-18 0,0 5-28 0,0 0-32 15,-1-5-26-15,1 5-25 0,0 0-31 0,0 0-33 16,-3-4-56-16,3 4-44 0,0 0-31 0,0 0-52 16,0 0-50-16,0 0-62 0,0 0-51 0,0 0-50 15,8 12-202-15,-5-10-477 0,-1 0 211 0</inkml:trace>
  <inkml:trace contextRef="#ctx0" brushRef="#br0" timeOffset="88881.2207">23787 16465 116 0,'3'-6'325'0,"2"-1"5"0,-3 4 5 0,-1-3 13 16,3 3 14-16,-2-4 7 0,0 3-3 0,-1-1-3 0,2 3 2 15,-3 2-13-15,0-5-17 0,1 1-19 0,-1 4-24 16,0 0-24-16,0 0-19 0,0 0 3 15,0 0 11-15,0 0-7 0,-5 11-5 0,5-4-13 16,-4 6-1-16,3 1-3 0,-5 4-13 0,4 0-17 0,-1-1-12 16,0 2-19-16,3 0-16 0,0 1-14 0,0 5-11 15,0-5-10-15,0-1-97 0,1-1-25 0,-1 0 0 16,2 0 0-16,-2-3 0 0,0 0 0 0,0-4 0 16,0 1 0-16,0-1 0 0,-2-1 0 15,1-1 0-15,1 1 0 0,0-3 0 0,1-3 0 0,1 2 0 16,1-2-124-16,-3-4-94 0,0 5-21 0,2-4-36 15,-2-1-55-15,0 0-59 0,0 0-42 0,0 0-30 16,-2-16-31-16,2 10-16 0,-3-5-280 0,0 0-852 16,3 0 377-16</inkml:trace>
  <inkml:trace contextRef="#ctx0" brushRef="#br0" timeOffset="89697.8464">23724 16656 176 0,'-2'-5'239'15,"2"5"14"-15,0 0 12 0,-3-2 17 0,3 2 12 16,0 0 15-16,0 0 3 0,0 0 1 0,-2-4 1 15,2 4-5-15,0 0-5 0,0 0-11 0,0 0-21 16,0 0-12-16,0 0-24 0,0 0-18 0,0 0-16 16,11-1-19-16,-11 1-15 0,13-1-12 0,-5-1-10 15,-2 2-4-15,3-1-16 0,2-1-6 0,1 1-14 16,2 0-7-16,0 0-5 0,0-2 3 0,0 1-19 16,0 1-5-16,-1-3-6 0,-4 3-1 15,4 0-8-15,-7 0-4 0,3-1-8 0,0 1-1 0,-4 1-4 16,-1-1-1-16,-4 1 2 0,8-1-11 0,-8 1 3 15,6 0-6-15,-6 0 0 0,0 0-9 0,0 0-1 16,10 0-4-16,-10 0-6 0,0 0-1 0,0 0-3 16,5 2 2-16,-5-2 3 0,3 5-2 15,-2 0 1-15,2-2 2 0,-2 1-5 0,2-2-4 16,-2 5 0-16,0-3 0 0,2 1 2 0,-1 0-1 0,3 2 1 16,-3 0-2-16,1-1 5 0,1 1-5 0,0 0 3 15,-1-1 3-15,-1-1-2 0,3 2-2 0,2 0 1 16,-1-3 3-16,1 2 1 0,-1-1-1 0,3-1 3 15,-3-1-10-15,2-2 6 0,-3 2-1 0,4-2 0 16,-3 0-1-16,2-2 1 0,0-1 1 0,-2 0-4 16,4-2 6-16,-1-3-6 0,-1 2 0 0,-2-2-1 15,2-1 3-15,-3 0 4 0,-1-2 7 0,2 2 13 16,-3-2 14-16,1 4 15 0,-2-1 18 0,3 0 4 16,-2 3 0-16,-2-2 21 0,0 2 7 0,1 1 5 15,-1 1-12-15,-1 2-11 0,1-4-47 0,-1 4-42 16,0 0 0-16,0-5 0 0,0 5 0 0,0 0 0 15,0 0 0-15,0 0 0 0,0 0 0 0,-7 11 0 16,2-4 0-16,1 0 0 0,-1 2 0 0,0 3 0 16,-2 3 0-16,1 2 0 0,-4 6 0 0,2 2 0 15,0 3 0-15,4-3 0 0,-2 3 0 0,2-2 0 16,4 2 0-16,-1-2 0 0,-2 1 0 0,5-7 0 16,-4 8 0-16,2-2 0 0,0-7 0 0,2-2 0 15,-1 2 0-15,-1-2 0 0,0-6 0 0,0 1 0 16,1-2 0-16,-1 0 0 0,0-1 0 0,0-4 0 15,0 1 0-15,0-1 0 0,3-1 0 0,-3 1 0 16,0-5 0-16,-3 6 0 0,3-6 0 0,0 1 0 16,0-1 0-16,-1 4 0 0,1-4 0 0,0 0 0 15,0 0 0-15,-17-4 0 0,10 1 0 0,0-1 0 16,-3-5 0-16,1 3 0 0,-2-1 0 0,4-1 0 16,-8-2 0-16,3-4 0 0,5 4 0 0,-1-1 0 15,-1-3 0-15,5 2 0 0,0-2 0 0,2-4 0 16,1 6 0-16,2-5 0 0,1 1 0 0,1 0 0 15,3 1 0-15,6 1 0 0,-1-1 0 0,3 3 0 16,-1-4 0-16,1 6 0 0,0 0 0 0,2 0 0 16,0 0 0-16,-3 5 0 0,2-1 0 0,2-2 0 15,-4 5 0-15,-3 1 0 0,3-2 0 0,-3 0 0 16,2 2 0-16,0-2-268 0,0 2-136 0,-2 1-31 16,3 2-24-16,-3-2-26 0,0 2-46 0,3 0-405 15,0-3-1012-15,-2 3 449 0</inkml:trace>
  <inkml:trace contextRef="#ctx0" brushRef="#br0" timeOffset="89901.4899">24399 16782 298 0,'2'-6'399'0,"-2"6"13"16,1-4 10-16,-1 4 8 0,0 0 6 0,2-3-9 16,-2 3-18-16,0 0-21 0,0 0-31 0,0 0-33 15,2-4-30-15,-2 4-29 0,0 0-29 0,0 0-20 16,0 0-26-16,0 0-16 0,-8 9-27 0,5-3-5 15,-2 1-11-15,0 1-13 0,0 3-48 0,-4-1-54 16,1-2-64-16,1 3-71 0,0-1-67 0,0-1-103 16,-4-1-89-16,1 0-110 0,0-1-312 0,0-1-864 15,1-3 382-15</inkml:trace>
  <inkml:trace contextRef="#ctx0" brushRef="#br0" timeOffset="91401.1954">25390 17069 56 0,'0'0'391'0,"0"0"5"0,0 0 2 16,0 0-11-16,0 0-13 0,0 0-11 0,0 0-12 16,-8-11-8-16,4 7-15 0,-4-1-4 0,2-1-9 15,-3-1-9-15,0-2-5 0,0 1-14 0,-3 0-12 16,1-4-8-16,-2-1-9 0,-1 1-4 0,0-4-23 16,2-1-4-16,-3-4-12 0,-2 0-9 0,4-3-11 15,-1 1-7-15,1-2-9 0,3 0-10 0,-3-3-14 0,3 0-6 16,-2 0-7-16,3-2-7 0,4 3-109 15,-3 1-26-15,5-3 0 0,0 2 0 0,-1 0 0 16,3 3 0-16,2 6 0 0,4-2 0 0,-1 2 0 16,1 2 0-16,0 0 0 0,2 5 0 0,-1 1 0 15,3 1 0-15,-4 0 0 0,4 1 0 0,0-1 0 16,1 4 0-16,-2 0 0 0,2 0 0 0,0 3 0 0,-1 1 0 16,2 2 0-16,0 1 0 0,1 2 0 15,-1 2 0-15,1-1 0 0,-5 4 0 0,2 0 0 0,3 2 0 16,-2 3 0-16,-3 0 0 0,1 1 0 15,-4-3 0-15,-3 4 0 0,2-5 0 0,-3 6 0 16,-3-5 0-16,0 5 0 0,-4-2 0 0,2 1 0 16,-6-1 0-16,0-1 0 0,-4 0 0 0,-3-3 0 15,-4 1 0-15,5-1 0 0,-3-4 0 0,1 4 0 0,0-4 0 16,4 0 0-16,-3-1 0 0,5-3 0 0,0 0 0 16,3 0 0-16,1-1 0 0,1 1 0 0,2-3 0 15,2 1 0-15,-2-1 0 0,6 0 0 16,-7 2 0-16,7-2 0 0,0 0 0 0,-7 0 0 15,7 0 0-15,0 0 0 0,0 0-227 0,0 0-155 0,-3-5-53 16,3 5-39-16,0 0-39 0,0 0-22 0,23 2-9 16,-13 1-304-16,3 0-916 0,5 4 405 0</inkml:trace>
  <inkml:trace contextRef="#ctx0" brushRef="#br0" timeOffset="91782.7584">25524 16900 324 0,'4'-6'398'0,"-4"6"-3"16,3-4 14-16,1-1 2 0,-4 2 5 0,0 3 1 16,4-4-7-16,-4 4-9 0,0 0-5 0,1-4-24 0,2 2-5 15,-3 2-25-15,0 0-24 0,0-3-28 16,0 3-31-16,0 0-30 0,0 0-26 0,0 0-20 15,0 0-15-15,6 8-2 0,-6-3 4 0,0 1 3 16,2 5-5-16,0 3-7 0,-2 2-9 0,1-1-14 16,2 1-3-16,1 3-9 0,-3-1-32 0,0 2-94 0,-1-2 0 15,3-1 0-15,-2 1 0 0,-1-1 0 0,0 2 0 16,0-2 0-16,-4 1 0 0,3-1 0 16,0-2 0-16,-2 2 0 0,-1-6 0 0,3 1 0 15,1-1 0-15,-4-1 0 0,-1-1 0 0,4 2 0 0,-2-4 0 16,3 2 0-16,0-4 0 0,0-1 0 0,-1 2 0 15,1-1 0-15,0-2 0 0,-2 1-91 16,2-4-131-16,2 5-27 0,-2-5-30 0,0 0-61 16,0 0-73-16,0 0-52 0,0 0-59 0,5-12-411 15,-1 8-1013-15,-3-3 449 0</inkml:trace>
  <inkml:trace contextRef="#ctx0" brushRef="#br0" timeOffset="92217.2497">25484 16865 111 0,'-2'-6'407'0,"-1"1"4"0,2-2 16 16,0 1 5-16,-1 0-6 0,2 6-12 0,0-12-10 15,2 7-18-15,-1-1-15 0,0 0-21 0,4 0-15 16,-2-1-20-16,2 2-22 0,1 3-32 0,1-7-13 15,-1 5-22-15,4 0-12 0,0 2-14 0,7-2-8 16,-2 0-13-16,6 4-5 0,-3 3-6 0,3 0-12 16,5 4-6-16,-7 1-12 0,2-3-13 0,0 1-19 15,-5 3-3-15,0 1-12 0,-2-1-4 0,-1 1-9 16,-4-1-8-16,-1 1 3 0,-3 1-3 0,-4 0-70 16,3 0 0-16,-8-1 0 0,-2 5 0 0,-2-1 0 15,-3 2 0-15,-5-4 0 0,0-1 0 0,0-1 0 16,-5 0 0-16,1-4 0 0,0 2 0 0,-3-5 0 15,8 0 0-15,-6 2 0 0,8-3 0 0,-2 0 0 16,6-4 0-16,-4 2 0 0,3 2 0 0,1-2 0 16,9 0 0-16,-11 0 0 0,11 0 0 0,-12-2 0 15,12 2 0-15,0 0 0 0,-9-1 0 0,9 1 0 16,0 0 0-16,0 0 0 0,-4-3 0 0,4 3-30 16,0 0-203-16,0 0-42 0,0 0-47 0,17-3-63 15,-17 3-57-15,0 0-58 0,15 5-56 0,-11-3-352 16,3 1-984-16,-1-1 435 0</inkml:trace>
  <inkml:trace contextRef="#ctx0" brushRef="#br0" timeOffset="95804.2374">4208 17706 152 0,'0'0'387'0,"-6"-2"1"0,6 2-11 15,0 0-4-15,0 0-10 0,-3-5-8 0,3 5-11 16,0 0-13-16,0 0-7 0,-2-6-9 0,-1 5-15 16,3 1-7-16,-4-5-11 0,4 5-6 0,0 0-14 15,-1-3-20-15,1 3-1 0,-1-4-1 0,1 4-12 16,0 0-13-16,-4-6-10 0,4 6 1 0,0-4-10 15,0 4-9-15,0 0-13 0,0 0-14 0,-2-4-11 16,2 4-13-16,0 0-14 0,6-3-14 0,-4 0-15 16,3 1-14-16,0 0-13 0,3 1-44 0,2 1-22 15,1 3 0-15,2-1 0 0,4 4 0 0,1 2 0 16,-3 1 0-16,2 1 0 0,2 1 0 0,-5 0 0 16,-1 1 0-16,1 4 0 0,-1-1 0 0,-1 0 0 15,-2 0 0-15,-1 1 0 0,-4 0 0 0,1 1 0 16,-2-1 0-16,-2 1 0 0,-2-1 0 0,0 2 0 15,-2-2 0-15,-1 2 0 0,-2 0 0 0,0-1 0 16,-1-2 0-16,1-4 0 0,-1-1 0 0,2 0 0 16,2-3 0-16,-3-2 0 0,2-2 0 0,3-3 0 15,-2 7 0-15,2-7 0 0,0 0 0 0,0 0 0 16,0 0 0-16,-5-15 0 0,6 4 0 0,0-1 0 16,2-4 0-16,1-3 0 0,3 0 0 0,-2-6 0 15,2 6 0-15,-1 0 0 0,3 0 0 0,-3 4 0 16,3-2 0-16,-1 0 0 0,0 2 0 0,-1 0 0 15,2 1 0-15,-1 4 0 0,0 1 0 0,-1-1 0 16,1 3 0-16,1 2 0 0,0-2 0 16,-4 4 0-16,-5 3 0 0,14-4 0 0,-5 4 0 15,-9 0 0-15,17 4 0 0,-8 0 0 0,1 0 0 16,-1 3 0-16,0-3 0 0,1 3 0 0,-1 5 0 16,-1-3 0-16,3 4 0 0,-3-3 0 0,-2 1 0 0,1 0 0 15,-4 1 0-15,4-2 0 0,-5 2 0 0,2 3 0 16,-3-3 0-16,2 0 0 0,-2-2 0 15,-2 3 0-15,0-1 0 0,1-4 0 0,-2 1 0 16,1-4 0-16,1 1 0 0,-1-2 0 0,1-4 0 0,0 8 0 16,0-8 0-16,-1 4 0 0,1-4 0 15,0 0 0-15,0 0 0 0,0 0 0 0,-3-18 0 16,3 7 0-16,0 2 0 0,1-4 0 0,2-2 0 0,-2 4 0 16,4-5 0-16,-1 6 0 0,-1-6 0 0,-1 5 0 15,2-6 0-15,0 8 0 0,2 1 0 16,-2-2 0-16,2 0 0 0,-2 4 0 0,3 1 0 15,-1 0 0-15,-1 1 0 0,-5 4 0 0,18-2 0 16,-9 2 0-16,-9 0 0 0,14 6 0 0,-4 1 0 16,0-1 0-16,0 1 0 0,-4 3 0 0,3-1 0 15,-2 2 0-15,2 3 0 0,-2 3 0 0,-1-1 0 16,2 2 0-16,-2-3 0 0,-2 3 0 0,1 0 0 16,-1 2 0-16,1-3 0 0,-1-1 0 0,1 2 0 15,-1-2 0-15,-1-3 0 0,-1 3 0 0,-2-16 0 16,5 27 0-16,-1-16 0 0,-4-11 0 0,1 22 0 15,-1-22 0-15,3 15 0 0,-3-15 0 0,0 0 0 16,7 17 0-16,-7-17 0 0,0 0 0 0,0 0 0 16,3 14 0-16,-3-14 0 0,0 0 0 0,0 0 0 15,0 0 0-15,0 0 0 0,0 0-85 0,3-1-208 16,-3 1-90-16,0 0-85 0,10-13-91 0,-5 6-509 16,1-1-1156-16,2 0 512 0</inkml:trace>
  <inkml:trace contextRef="#ctx0" brushRef="#br0" timeOffset="96186.9319">5174 18086 425 0,'0'0'560'0,"0"0"8"0,3-6 5 16,-3 6-18-16,0 0-24 0,0 0 0 0,0 0-54 15,0 0-43-15,0 0-35 0,1-6-42 0,-1 6-43 16,0 0-21-16,0 0-26 0,0 0-10 0,0 0-10 16,0 0-10-16,0 0-15 0,0 0-17 0,0 0-7 15,5 43-14-15,-5-43-7 0,3 19-12 0,-3-19-150 16,0 22-15-16,0-22 0 0,1 21 0 0,-1-7 0 16,0-14 0-16,0 31 0 0,0-31 0 0,-1 21 0 15,1-21 0-15,1 20 0 0,-1-20 0 0,-1 19 0 16,1-19 0-16,0 0 0 0,-3 19 0 0,3-19 0 15,0 0 0-15,-5 14 0 0,5-14 0 0,0 0 0 16,0 0 0-16,0 0 0 0,0 0 0 0,0 0 0 16,0 0 0-16,0 17 0 0,0-17 0 0,0 0 0 15,0 0 0-15,0 0 0 0,0 0 0 0,0 0 0 16,0 0-269-16,0 0-166 0,0 0-61 0,0 0-68 16,0 0-73-16,13-57-328 0,-7 40-1046 0,-2-1 462 15</inkml:trace>
  <inkml:trace contextRef="#ctx0" brushRef="#br0" timeOffset="96711.7901">5166 17809 290 0,'0'0'355'0,"0"0"-8"0,0 0-23 0,0 0-10 15,0 0-22-15,0 0-16 0,0 0-33 0,0 0-4 16,0 0-23-16,0 0 4 0,0 0-14 0,0 0-12 16,0 0-7-16,0 11-7 0,0-11-8 0,0 0-4 15,4 8-14-15,-4-8-10 0,3 5-14 0,-3-5-10 16,0 0-8-16,0 5-7 0,0-5-11 0,1 5-1 15,-1-5-3-15,0 0-8 0,0 6-8 0,0-6-1 16,0 0-9-16,-1 6-5 0,1-6-1 0,0 0 0 16,-4 5-2-16,4-5 5 0,-4 4-7 0,4-4 0 15,0 0-1-15,-14 1 7 0,14-1 2 0,0 0 3 16,-11-5 5-16,11 5-6 0,-7-5 1 16,7 5-4-16,-7-6-9 0,4 4 1 0,3 2 2 15,-4-7-8-15,3 3-1 0,1 4-8 0,0 0-7 0,0 0-6 16,0 0-3-16,0 0 0 0,0 0-8 15,8-5-3-15,-8 5-4 0,0 0 2 0,0 0-1 0,16 6-5 16,-16-6 0-16,8 4 2 0,-5 0-2 0,-3-4-1 16,7 3 2-16,-2 0-4 0,-5-3 3 15,0 7-1-15,0-7-2 0,4 4-4 0,-4-4-22 16,-3 7-24-16,3-7-29 0,0 5-28 0,0-5-31 16,0 0-40-16,-1 5-30 0,1-5-57 0,-4 1-38 15,4-1-54-15,0 0-48 0,0 0-396 0,0 0-867 16,0 0 383-16</inkml:trace>
  <inkml:trace contextRef="#ctx0" brushRef="#br0" timeOffset="97040.6902">5628 17941 221 0,'0'0'425'0,"0"0"18"0,0 0 7 0,0 0 6 0,0 0-2 16,0 0 0-16,0 0-7 0,0 0-2 0,0 0-8 15,0 0-12-15,0 0-17 0,0 0-13 16,0 0-18-16,0 0-24 0,0 0-27 0,0 0-20 16,-3-11-23-16,3 11-23 0,0 0-23 0,7-4-20 15,-2 1-22-15,3 2-20 0,2-1-173 0,1 1-2 0,-1-3 0 16,6 3 0-16,-5 0 0 0,4-3 0 0,-2 3 0 15,-1 1 0-15,-1 0 0 0,0 0 0 16,-1 0 0-16,-10 0 0 0,15-2 0 0,-10 2 0 0,-5 0 0 16,9 2 0-16,-9-2-88 0,9 0-277 15,-9 0-47-15,0 0-44 0,8 5-45 0,-8-5-48 16,1 2-421-16,-1-2-1052 0,0 0 466 0</inkml:trace>
  <inkml:trace contextRef="#ctx0" brushRef="#br0" timeOffset="97337.0094">5646 18106 222 0,'0'0'433'0,"-4"3"24"0,4-3 16 16,0 0 8-16,-4 4 2 0,4-4-17 0,0 0-20 16,0 0-21-16,0 0-24 0,0 0-20 0,0 0-24 15,22 0-27-15,-12 0-27 0,-10 0-23 0,22-1-18 16,-9 0-28-16,0-2-20 0,4-1-20 0,-4 1-21 15,2 0-11-15,1 0-18 0,-4 1-15 0,1 0-13 16,1 1 4-16,-1-1-24 0,-3 0-7 0,-2-1-12 16,-3 2-8-16,3 0-5 0,-8 1-5 0,10-2-8 15,-10 2-51-15,8-3 0 0,-8 3 0 0,6-2 0 16,-6 2-70-16,0 0-38 0,4-1-38 0,-4 1-40 16,0 0-47-16,0 0-58 0,0 0-69 0,0 0-61 15,0 0-70-15,0-7-65 0,0 7-333 0,0 0-961 16,-13-3 425-16</inkml:trace>
  <inkml:trace contextRef="#ctx0" brushRef="#br0" timeOffset="98341.1311">6645 17670 2 0,'0'0'479'0,"0"-4"5"0,0 4 0 0,-3-5-5 15,3 5-2-15,-1-6-15 0,1 6-12 0,0-4-23 16,0 4-16-16,0 0-35 0,0-4-20 0,0 4-45 16,0 0-38-16,0 0-21 0,0 0-20 0,0 0-17 0,0 0 1 15,0 0-9-15,0 15 2 0,0-8-13 16,1 5-11-16,-1 0 0 0,0 5-13 0,3 1-1 0,-2 1-7 16,2 1-9-16,0-1-15 0,-1 6-119 15,-2-6-21-15,0-1 0 0,4 3 0 0,-1-2 0 16,-3 6 0-16,0-7 0 0,0 0 0 0,6-1 0 15,-6 1 0-15,0-1 0 0,-4-3 0 0,4-2 0 16,1-1 0-16,-1-3 0 0,0 4 0 0,3-7 0 16,-3 0 0-16,5 1 0 0,-5-6 0 0,1 7 0 15,-1-7 0-15,0 6 0 0,0-6 0 0,0 4 0 16,0-4 0-16,0 0 0 0,0 0 0 0,0 0 0 16,0 0 0-16,0 0-68 0,0 0-270 0,4-17-45 15,-4 8-56-15,0 2-59 0,0-6-60 0,-3 2-427 16,2-6-1067-16,-3 6 473 0</inkml:trace>
  <inkml:trace contextRef="#ctx0" brushRef="#br0" timeOffset="98706.8821">6363 17728 129 0,'-8'-4'375'0,"2"0"14"0,-2 0 24 15,8 4 6-15,-8-6 7 0,3 2-3 0,5 4-10 16,-6-5-13-16,6 5-8 0,-4-5-12 16,4 5-17-16,0 0-16 0,-1-8-23 0,1 8-33 15,0 0-23-15,0 0 2 0,10-5-4 0,1 3 12 16,1-3 1-16,2 5-1 0,5-3-17 0,13-3-19 0,-2 1-25 16,5 1-16-16,1-6-54 0,2 4-147 0,15-4 0 15,-2 2 0-15,-14-3 0 0,2 6 0 16,-3-2 0-16,-1-1 0 0,-3 3 0 0,-3-2 0 15,-8 4 0-15,-2-1 0 0,-1 2 0 0,-8 0 0 16,-2 4 0-16,-1-4 0 0,1-1 0 0,-3 2 0 16,-5 1 0-16,0 0 0 0,13-1 0 0,-13 1 0 15,0 0 0-15,0 0 0 0,0 0 0 0,0 0 0 16,11 0 0-16,-11 0 0 0,0 0 0 0,0 0 0 16,0 0-398-16,0 0-89 0,-6 10-65 0,6-10-77 15,-6 11-393-15,6-11-1105 0,-4 10 490 0</inkml:trace>
  <inkml:trace contextRef="#ctx0" brushRef="#br0" timeOffset="99111.3027">6960 17985 355 0,'0'0'406'0,"-12"-6"15"15,12 6-15-15,1-6-19 0,-1 6-19 16,0-6-23-16,0 1-21 0,4 1-19 0,-1 0-20 0,-2-1-16 16,3 0-19-16,1 1-16 0,-1-1-17 0,0 1-22 15,2 2-16-15,-1-1-19 0,0 0-13 0,2 0-16 16,3 2-11-16,-3-2-10 0,0 3-9 16,1 3-6-16,-1-2-5 0,3 3-8 0,-3-1-4 15,1 1-6-15,-3 0-6 0,2 2-8 0,-3 1-3 16,-1-1-4-16,-1 0-9 0,-2 3-1 0,-2 0-3 15,0 1-5-15,-2 0-2 0,-3 0-7 0,-1-1 5 16,-1 1-4-16,1-2-7 0,-3 0 5 0,1 2-2 16,0-5-3-16,-1 0 5 0,4-3 17 0,-2 3 18 15,-3-3 23-15,6-1 14 0,6-1 18 0,-17-7 1 16,11 4-3-16,2-1-1 0,-1-4-15 0,0-1-19 16,1-2-4-16,3-1-11 0,2-1-23 0,-1-2-43 15,5 3-45-15,3-4-52 0,2 3-50 0,3 0-57 16,7-8-60-16,2 6-59 0,1-3-57 0,3 4-57 15,2-1-75-15,-3 2-373 0,2-2-962 0,-4 1 426 16</inkml:trace>
  <inkml:trace contextRef="#ctx0" brushRef="#br0" timeOffset="99458.1418">7343 17684 30 0,'0'0'437'0,"-4"-12"19"0,3 3 20 16,-2 2 10-16,2-1 3 0,-3 1 3 0,0-3 9 15,3 2 15-15,-3-3-1 0,2 4-7 0,0-1-10 16,1 4-17-16,-4 1-23 0,5 3-32 16,-3-4-46-16,3 4-40 0,0 0-33 0,-1-8-31 0,1 8-157 15,0 0-119-15,0 0 0 0,0 19 0 16,0-8 0-16,-2 5 0 0,4 1 0 0,-2 0 0 16,0 3 0-16,0 4 0 0,0-3 0 0,0-2 0 15,-2 8 0-15,-1-1 0 0,3-1 0 0,-4 1 0 16,2 2 0-16,-2-4 0 0,1-3 0 0,1 4 0 15,-3-6 0-15,2-1 0 0,1 0 0 0,-2-1 0 16,2-4 0-16,0-1 0 0,1-2 0 0,-1 0 0 16,2-3 0-16,0 1 0 0,-1-3 0 0,2 0 0 15,-1-5 0-15,2 8 0 0,0-4 0 0,2-2 0 16,-1-1 0-16,-3-1 0 0,0 0 0 0,13-2-35 16,-7-2-407-16,-3 2-22 0,1-1-44 0,0-4-33 15,0 3-46-15,-3-3-349 0,3-2-1014 0,-4 2 449 16</inkml:trace>
  <inkml:trace contextRef="#ctx0" brushRef="#br0" timeOffset="99690.6473">7242 17974 90 0,'0'0'334'0,"0"0"23"16,-14-1 33-16,10 1 22 0,4 0 21 0,0 0 17 16,-11-4 6-16,11 4 3 0,-4-4 14 0,4 4 0 15,0 0-1-15,-2-5-25 0,2 5-34 16,0 0-38-16,4-9-43 0,-1 3-36 0,1 2-23 15,2-2-34-15,6 0-23 0,-1-1-21 0,6-2-22 16,-2 2-13-16,0-6-23 0,7 7-32 0,-7-1-74 16,2 0-31-16,2 0 0 0,2 1-77 0,-1-1-42 15,-2 2-40-15,-4 2-50 0,3-4-44 0,0 2-57 16,-4 1-68-16,1 1-50 0,-1-3-47 0,-4 2-60 16,1-1-340-16,-1 3-948 0,-4-1 420 0</inkml:trace>
  <inkml:trace contextRef="#ctx0" brushRef="#br0" timeOffset="100407.8016">7586 17815 257 0,'0'0'319'0,"0"0"18"16,0 0 14-16,0 0 20 0,0 0-4 0,0 0 3 15,0 0-4-15,6-12-10 0,-6 12-22 0,0 0-23 16,3-6-29-16,-3 6-23 0,2-3-29 0,-2 3-25 16,0 0-20-16,9-2-18 0,-9 2-23 0,0 0-14 15,0 0-11-15,13 5-10 0,-8-2-5 16,-5-3-13-16,9 8-3 0,-5-3-11 0,1 1-5 0,-1 4-9 15,-2-2-6-15,1 0-5 0,-2-1-3 0,-1 3-2 16,-2 4-4-16,-1-4-6 0,-3 4-2 0,-2-3-2 16,-1 0-8-16,0-2-3 0,0 1-5 0,-2 0-9 15,-2-2-4-15,0-4-6 0,-1 1 3 16,5-1 7-16,4-3-1 0,-3-1-4 0,8 0 5 16,-12-4 3-16,12 4 15 0,-11-8 7 0,7 2 7 15,3-4-1-15,-6 0-2 0,5 1-3 0,2-2 2 16,0 4-2-16,4-6 11 0,-1 4-6 0,0-1 6 15,3-1-8-15,-3 0-3 0,3 3-12 0,0 2 9 16,-1 1-2-16,1 1-7 0,2 1 4 0,-4-1-6 16,2 3 6-16,3 0-3 0,-9 1 2 0,13 0-2 15,-1 2 12-15,-5 1-2 0,0 0-2 0,-2 1-5 16,2 0 2-16,1 0-3 0,-2 1-4 0,2 0-5 16,-1 3 3-16,0-2-2 0,-1 2-2 0,0-3-2 15,-1 2 2-15,-1-1-4 0,2 0 1 0,2 2 1 16,-3-3-2-16,0-1 3 0,0 1-2 0,2-1 2 15,1-2 3-15,1 1-4 0,-1-1 3 0,1-2-7 16,-9 0-2-16,23-4 7 0,-8 1-3 0,1-5-2 16,0 3 2-16,0-6-4 0,7-4 2 0,-8 3-6 15,3-2 6-15,1-5 7 0,0 1 9 0,-2-5 0 16,2 1 4-16,-2 0 11 0,0-3 5 0,-1 1 6 16,-3-1-5-16,1 0 1 0,-5 1-8 0,-3 1 10 15,1 5-41-15,-3 1-8 0,-1 1 0 0,1 0 0 16,-3 4 0-16,-1 1 0 0,1 1 0 0,1 4 0 15,-1 0 0-15,-1 2 0 0,0 4 0 0,0 0 0 16,-5-7 0-16,5 7 0 0,0 0 0 0,0 0 0 16,-18 18 0-16,12-3 0 0,-1 0 0 0,2 2 0 15,-4 7 0-15,9-3 0 0,-10 3 0 0,6 3 0 16,0-2 0-16,0-6 0 0,2 6 0 0,2-4 0 16,1 0 0-16,-2-3 0 0,2-2 0 0,0 0 0 15,2 0 0-15,-2-4 0 0,6 0 0 16,-5-1 0-16,10 3 0 0,-6 0 0 0,2-5 0 15,-1 1 0-15,5-3 0 0,-3 0 0 0,1-1 0 16,1-2 0-16,1-1 0 0,-3 1 0 0,-1-1 0 16,-2-1-227-16,-1-1-53 0,2-1-60 0,-7 0-66 0,0 0-73 15,12-6-67-15,-12 6-440 0,2-6-1068 16,-2 6 473-16</inkml:trace>
  <inkml:trace contextRef="#ctx0" brushRef="#br0" timeOffset="101409.3098">8957 17878 39 0,'0'0'410'0,"0"0"9"16,-3-8 11-16,3 4 7 0,0-1 4 0,-1 2-3 16,1-1-10-16,-1-1-6 0,2 1-18 0,-1 4 2 15,1-10-1-15,-1 8-6 0,2-2-16 0,-2 1-15 16,0 3-23-16,1-6-27 0,-1 6-33 0,1-3-29 16,-1 3-25-16,0 0-23 0,0-5-26 15,0 5-22-15,0 0-14 0,0 0-12 0,0 0-37 16,7 15-97-16,-5-11 0 0,0 6 0 0,-1 0 0 15,1-2 0-15,-2 3 0 0,2 1 0 0,-1 2 0 0,0 3 0 16,2-1 0-16,-6-3 0 0,3 3 0 0,0-5 0 16,0 1 0-16,-1-1 0 0,0 0 0 0,1-1 0 15,-2-1 0-15,1-2 0 0,0 1 0 0,2-2 0 16,-1 0 0-16,0-6 0 0,0 7 0 16,0-7 0-16,-1 4 0 0,1-4 0 0,0 0 0 15,0 0 0-15,0 0 0 0,0 0 0 0,0 0 0 16,6-18 0-16,-1 9 0 0,0-1 0 0,-1 0 0 15,0-1 0-15,0 0 0 0,0 0 0 0,1-1 0 0,1 0 0 16,1-2 0-16,-1 3 0 0,-1 0 0 16,4 0 0-16,-4 2 0 0,-1 1 0 0,1 4 0 15,3-2 0-15,-7 2 0 0,9 0 0 0,-5-1 0 16,3 2 0-16,4 2 0 0,-2 0 0 0,-10 1 0 16,18 2 0-16,-7 2 0 0,-4 0 0 0,-2-2 0 15,5 4 0-15,-2 0 0 0,-2 2 0 0,-1 1 0 16,0-3 0-16,0 5 0 0,-1-3 0 0,0 2 0 15,-3-3 0-15,-1 0 0 0,0 2 0 0,1-3 0 16,-1 2 0-16,2-1 0 0,-4-1 0 0,4-1 0 16,-2-1 0-16,1 1 0 0,-1-5 0 0,1 5 0 15,-1-5 0-15,0 0 0 0,0 0 0 0,0 0 0 16,0 0 0-16,0 0 0 0,12-14 0 0,-9 4 0 16,0 2 0-16,4-1 0 0,-4-1 0 0,3 0 0 15,-3 0 0-15,3-1 0 0,-2 0 0 0,1 3 0 16,0-3 0-16,1 2 0 0,-1 0 0 0,-1 0 0 15,0 5 0-15,-2-1 0 0,6 2 0 0,-3-1 0 16,-1-1 0-16,1 3 0 0,-5 2 0 0,9-1 0 16,-9 1 0-16,14 1 0 0,-9 1 0 0,3 1 0 15,0 3 0-15,-3 0 0 0,4 0 0 0,-3 2 0 16,2 1 0-16,-2-3 0 0,2 7 0 0,-4-4 0 16,1 3 0-16,1-2 0 0,-1 1 0 15,0-1 0-15,-2 0 0 0,1 0 0 0,-3 0 0 16,1-3 0-16,1 0 0 0,1-3 0 0,-1 3 0 0,-2-3 0 15,3-1 0-15,-1 3 0 0,1-4-154 0,1 1-95 16,0-3-35-16,3 0-26 0,6-3-45 0,-5 1-28 16,0-5-43-16,5 2-42 0,-4-3-74 15,2 1-295-15,1-4-907 0,-3 3 401 0</inkml:trace>
  <inkml:trace contextRef="#ctx0" brushRef="#br0" timeOffset="102646.0647">9670 17869 275 0,'0'0'401'0,"0"0"13"0,4-7-13 15,-4 7-7-15,3-4-30 0,-3 4-2 0,0 0-18 16,2-6-24-16,-2 6-31 0,4-4-19 0,-4 4-27 16,0 0-26-16,0 0-8 0,14 1-12 0,-14-1-11 15,9 4-13-15,-4-2-16 0,4 2-6 0,-4 1-2 16,3 1-14-16,-3 0-7 0,0 1-4 0,0 0-13 15,0-1-6-15,-1 6-15 0,0-5-6 0,0 4-11 16,-3-6-3-16,-1 6-5 0,0-3-9 0,-4 2-4 16,2-1 0-16,-5 1-5 0,0-3-6 15,-4 2-1-15,-3 0-7 0,0 1-5 0,4-5 0 16,-7 2-12-16,5-5-3 0,-2 1 1 0,3-3-3 16,1 0 2-16,-1-3-1 0,6 1 8 0,-1-2-9 0,1-1 3 15,1-2 4-15,2-1-1 0,-1-3 6 16,4 0 1-16,-1-2 4 0,4-3 9 0,2 0 13 15,-3 7-10-15,4-4 19 0,0-3-5 0,-2 6 19 16,4 0-9-16,-3 0 4 0,-1 3 0 0,1 2-2 16,-2-1 4-16,0 2-17 0,0 1-7 0,-4 3 0 15,7-4-7-15,-7 4 0 0,12 0 13 0,-12 0-2 16,11 8-9-16,-3-2-2 0,-2 2-14 0,3-1-25 16,-4 4 0-16,3-1 0 0,-4-1 0 0,1 5 0 15,0-3 0-15,-4 2 0 0,2 1 0 0,-2-2 0 16,3-1 0-16,-4 1 0 0,4-1 0 0,-3-2 0 15,3 0 0-15,-4-2 0 0,5-1 0 0,-4 0 0 16,2-1 0-16,2-1 0 0,-1-2 0 0,1 0 0 16,4-1 0-16,1-2 0 0,2-2 0 0,-2-1 0 15,4-6 0-15,1 1 0 0,1-1 0 0,-2-2 0 16,2-2 0-16,4-4 0 0,1-3 0 0,-3 0 0 16,-4-1 0-16,4 1 0 0,-6 6 0 0,-6-2 0 15,2 0 0-15,0 2 0 0,-1-1 0 0,-3 7 0 16,0-1 0-16,-3 3 0 0,0 0 0 0,-1 7 0 15,2-9 0-15,-2 0 0 0,0 9 0 0,-3-7 0 16,3 7 0-16,0 0 0 0,0 0 0 0,0 0 0 16,0 0 0-16,0 0 0 0,-19 14 0 0,15-7 0 15,3 2 0-15,-1 0 0 0,2 2 0 0,0 0 0 16,3-2 0-16,2 2 0 0,0 0 0 0,0 1 0 16,0-2 0-16,2 3 0 0,-1-3 0 15,0 1 0-15,2-3 0 0,0 2 0 0,-3-2 0 0,3 3 0 16,-2-1 0-16,0-2 0 0,-3 0 0 0,2 0 0 15,0-2 0-15,0 0 0 0,-1-1 0 0,-4 1 0 16,3 0 0-16,-1-1 0 0,-2-5 0 0,-4 10 0 16,4-4 0-16,-5-1 0 0,-1 5 0 0,-3-5 0 15,1 4 0-15,-1-6 0 0,-1 4 0 16,-1 1 0-16,2-6 0 0,-1 2 0 0,-2-2 0 16,5 2 0-16,2-1 0 0,-3-2 0 0,8-1 0 15,-12 2 0-15,12-2 0 0,0 0 0 0,-10-4 0 16,10 4 0-16,-5-8 0 0,5 8 0 0,1-6 0 0,3-3 0 15,2 0 0-15,6-4 0 0,3 1 0 0,-1 0 0 16,3-3 0-16,1-5 0 0,3 5 0 16,0-3 0-16,-5 9 0 0,7-8 0 0,-1-1 0 15,1 3 0-15,-5 4 0 0,-1 0 0 0,-1 2 0 16,-2-3 0-16,0-2 0 0,-2 3 0 0,-1 2 0 16,-4 1 0-16,-1 3 0 0,1-2 0 0,-4 4 0 15,0-1 0-15,-3 4 0 0,6-11 0 0,-5 9 0 16,-1 2 0-16,3-6 0 0,-3 6 0 0,-3-10 0 15,3 10 0-15,0 0 0 0,0 0 0 0,0 0 0 16,0 0 0-16,-8-2 0 0,8 2 0 0,0 0 0 16,0 0 0-16,-8 15 0 0,5-10 0 0,5 0 0 15,-1 3 0-15,-1-1 0 0,1 0 0 0,3 2 0 16,-3 0 0-16,6 0 0 0,-5 0 0 0,3 1 0 16,3 1 0-16,-3-3 0 0,0 1 0 0,4-1 0 15,-5-1 0-15,0-1 0 0,0 1 0 0,1-2 0 16,-4 1 0-16,3 1 0 0,1-2 0 0,-4 1 0 15,3 1 0-15,-4-3 0 0,0 1 0 0,0 2 0 16,0-2 0-16,-1-1 0 0,-3 1 0 0,-1 1 0 16,1-1 0-16,-1 0 0 0,-4 0 0 0,1 1 0 15,-2-1 0-15,1 0 0 0,-2-2 0 0,1-1 0 16,1-1 0-16,1 2 0 0,0-3 0 0,8 0 0 16,-13-1 0-16,13 1 0 0,-10-3 0 0,5 1 0 15,0-1 0-15,5 3 0 0,-10-5 0 16,7 1 0-16,3 4 0 0,-4-7 0 0,2 3 0 0,2 4-93 15,1-8-199-15,-1 8-46 0,8-6-60 0,-4 2-59 16,0-1-61-16,1 0-84 0,2 3-314 0,0-1-992 16,0 0 439-16</inkml:trace>
  <inkml:trace contextRef="#ctx0" brushRef="#br0" timeOffset="103848.1533">11388 17963 166 0,'0'0'360'0,"0"0"-9"0,-14-2 16 15,9 0 12-15,0 1 4 0,-1-2-5 0,2 1-2 16,1-1-3-16,-2 0-9 0,1 0-4 0,4 3-11 15,-5-9-14-15,2 5-8 0,1-1-4 0,2 5-17 16,-3-6-16-16,3 6-33 0,-1-7-27 0,1 7-23 16,2-7-21-16,1 1-14 0,1 2-27 0,2 1-23 15,2 1-9-15,2-1-9 0,2 1-12 0,0 2-6 16,1 1-18-16,0 0-13 0,-2 1-3 0,2 1 4 16,-3 2-11-16,3 2 4 0,-5-1-17 15,-1 3 0-15,1 1-1 0,-3 0-6 0,-1 0 4 16,-4 1-7-16,0 0 6 0,-5 4-7 0,-3-4-3 0,-2 5 4 15,1-4-10-15,-3-3 2 0,-3 3 0 16,1 0 4-16,-2-5-2 0,5 3 2 0,-1-5-5 16,-1-3-13-16,2 2 0 0,0-3 0 0,1-2 0 15,1-3 0-15,1 2 0 0,2-5 0 0,5-2 0 16,-5 0 0-16,6-6 0 0,2-3-15 0,3-1-80 16,1 2-26-16,4 0-31 0,5-3-25 0,-2 5-37 15,4-6-43-15,6 3-41 0,0 1-55 0,4 4-53 16,0-2-55-16,0 0-66 0,2 2-326 0,1 0-924 15,-4 0 410-15</inkml:trace>
  <inkml:trace contextRef="#ctx0" brushRef="#br0" timeOffset="104194.2314">11747 17612 363 0,'-4'-10'468'0,"2"1"15"0,-2-3 20 16,2 5 14-16,0-4-4 0,1 6 14 0,-2-1-10 15,3 6-15-15,-1-12-24 0,-2 7-40 0,3 5-41 16,0 0-40-16,3-6-27 0,-3 6 7 16,0 0 11-16,0 0-16 0,-5 27-16 0,1-8-20 15,0 8-127-15,0 6-169 0,-1-3 0 0,5 3 0 16,-1 2 0-16,-2 2 0 0,2 10 0 0,-4-3 0 0,1 4 0 16,1-1 0-16,1 0 0 0,-1-15 0 0,2 1 0 15,-3 0 0-15,8 1 0 0,-4-2 0 16,-1 1 0-16,1-1 0 0,1-1 0 0,0-2 0 15,2-2 0-15,3-3 0 0,-2 1 0 0,1-6 0 16,-2-1 0-16,3-2 0 0,-2-1 0 0,-4-15 0 16,9 23 0-16,-9-23 0 0,5 12 0 0,-5-12 0 15,0 0 0-15,6 17 0 0,-6-17 0 0,0 0 0 16,0 0 0-16,0 0-305 0,0 0-88 0,0 0-26 16,0 0-26-16,0 0-32 0,0 0-46 0,0 0-416 15,0 0-1016-15,0 0 450 0</inkml:trace>
  <inkml:trace contextRef="#ctx0" brushRef="#br0" timeOffset="104445.3245">11619 18281 135 0,'0'0'447'0,"0"0"35"0,0 0 20 16,0 0 22-16,0 0 17 0,0 0 9 0,-10-20-4 15,10 20-20-15,0 0-32 0,0 0-48 16,0 0-35-16,0 0-44 0,0 0-34 0,15-23-36 15,-15 23-26-15,22-12-28 0,-3 4-26 0,-1 0-20 16,8-2-21-16,0 0-14 0,5 1-22 0,0-2-16 16,-2-1-64-16,1 2-60 0,-5-1 0 0,3 3 0 0,-10 3-50 15,4 0-76-15,-4 2-41 0,-7 0-38 16,1 1-30-16,0-1-37 0,1 0-45 0,-1-1-47 0,-2 1-52 16,2-1-60-16,1 1-67 0,-1 0-294 15,1-2-907-15,3 1 401 0</inkml:trace>
  <inkml:trace contextRef="#ctx0" brushRef="#br0" timeOffset="104746.3272">12465 17959 19 0,'5'-8'470'0,"-3"5"9"0,-2 3 14 15,2-7 23-15,-2 1-8 0,0 6-3 16,1-8-17-16,-1 5 0 0,0 3-12 0,-1-8-28 15,1 8-33-15,0 0-38 0,-1-5-35 0,1 5-34 16,0 0-33-16,0 0-26 0,0 0-12 0,0 0-9 0,0 0-25 16,0 0-12-16,-3 24-17 0,3-14-16 0,0 1-14 15,0 1-144-15,0 0 0 0,0-1 0 0,-2 1 0 16,2 0 0-16,0-1 0 0,0 0 0 16,-2-2 0-16,0 3 0 0,2-6 0 0,-2 4 0 15,4-3 0-15,-2-1 0 0,0 0 0 0,1-1 0 16,-1-2 0-16,0-3 0 0,0 7-226 0,0-7-97 15,0 0-55-15,0 0-59 0,0 0-57 0,0 0-62 16,9-20-408-16,-6 8-1042 0,-1-5 461 0</inkml:trace>
  <inkml:trace contextRef="#ctx0" brushRef="#br0" timeOffset="104909.3284">12449 17779 124 0,'-4'-5'365'0,"4"5"19"0,-9-10 10 0,5 7-7 0,4 3-24 15,-8-5-28-15,8 5-32 0,-5-3-29 0,5 3-36 16,0 0-24-16,-5-7-33 0,5 7-58 0,0 0-52 16,0 0-51-16,0 0-62 0,0 0-77 0,0 0-75 15,0 0-88-15,28-1-242 0,-18-1-567 0,-10 2 252 16</inkml:trace>
  <inkml:trace contextRef="#ctx0" brushRef="#br0" timeOffset="105214.1878">12689 17609 96 0,'0'0'434'0,"1"-12"15"0,0 7 9 15,-1 5 10-15,2-11-2 0,-2 11-1 0,0-8-6 16,0 8 2-16,-2-8 4 0,2 8-18 0,2-7-19 16,-2 7-40-16,0 0-39 0,1-7-36 0,-1 7-30 15,0 0-28-15,0 0-2 0,0 0-6 0,0 0-9 16,0 0-13-16,-1 29-19 0,1-16-6 0,0 3-62 15,1 2-138-15,-2-1 0 0,2 2 0 0,-2 1 0 16,-1-1 0-16,1-2 0 0,0 2 0 0,0 1 0 16,1-2 0-16,-2-4 0 0,1 1 0 15,0 2 0-15,1-5 0 0,-2-1 0 0,4-2 0 16,-2-2 0-16,-2 1 0 0,2-1 0 0,0 0-85 16,2 1-244-16,-1-4-22 0,-1-4-50 0,0 0-52 15,0 0-67-15,8 1-70 0,-8-1-321 0,0 0-986 16,16-19 436-16</inkml:trace>
  <inkml:trace contextRef="#ctx0" brushRef="#br0" timeOffset="105765.2153">12697 17756 64 0,'0'0'416'0,"-16"2"25"0,16-2-13 15,0 0-2-15,0 0-19 0,0 0-19 0,0 0-24 16,-1-10-24-16,1 10-24 0,0 0-20 0,0 0-26 15,0 0-25-15,0 0-26 0,0 0-22 0,0 0-22 16,0 0-20-16,8-8-13 0,-8 8-17 0,14-5-12 16,-2 0-9-16,1 2-10 0,5-1-8 0,-4-2-7 15,1 4-10-15,2-4-8 0,3-1-7 0,0 1-5 16,-5-2-3-16,2 1-4 0,-2 0-4 0,-2 2-3 16,-2 1-4-16,0 0 0 0,-1 1-6 15,-4 0-4-15,-6 3-5 0,12-2 6 0,-12 2-4 0,7-3 1 16,-7 3-2-16,0 0 11 0,10-3-4 15,-10 3 0-15,0 0 4 0,0 0 3 0,0 0-5 16,4-5-3-16,-4 5-3 0,0 0-3 0,0 0-3 16,0 0-2-16,0 0-3 0,0 0-1 0,0 0-2 15,0 0-2-15,4 14-2 0,-4-7 2 0,0-7 2 16,-2 13-2-16,0-4-1 0,1 0-5 0,1 3 5 16,0-1 3-16,-3 1-2 0,3-4 2 0,0 0-6 15,3 3 4-15,-6-1 0 0,3 0-2 0,0-4-2 16,0 0-6-16,3-1-10 0,-3 0-6 0,1 0 0 15,1 0 5-15,-2-5 4 0,2 4 1 0,-2-4-1 16,5 3 8-16,-5-3-4 0,13-2 2 0,-13 2-3 16,14-1 4-16,-9-1-1 0,-5 2 4 0,18-1-8 15,-10 0 2-15,0-1 1 0,-1 1 1 0,-7 1 0 16,13 1 1-16,-13-1-5 0,11 2 7 0,-4-1 0 16,-1 2 1-16,-2 0 4 0,1 0 2 0,-1-1-1 15,0 4-1-15,0-3 4 0,1 1-2 0,-3 0-1 16,-2-4-1-16,7 6 3 0,-5-3-16 15,-2-3-20-15,7 5-25 0,-7-5-34 0,5 2-33 16,-5-2-55-16,12 0-79 0,-12 0-56 0,17-8-60 16,-5 1-88-16,-9 3-320 0,9-3-845 0,-6-2 375 15</inkml:trace>
  <inkml:trace contextRef="#ctx0" brushRef="#br0" timeOffset="106332.1488">14012 17674 16 0,'3'-6'427'0,"1"1"-9"0,-4 0-8 15,0-2-17-15,2 3-5 0,0-1-2 16,-2 0-10-16,-4 0-9 0,0 0-15 0,-1 2-8 0,1-1-12 15,-1 1-8-15,-6 1-16 0,1 0-11 0,1 0-14 16,0 0-12-16,1 2-19 0,0 2-16 0,-1 0-5 16,-1 4 0-16,1 0-3 0,0 4-6 0,-1 0 4 15,4 5-1-15,-2 3-3 0,0 6 5 0,1 2-28 16,4 1-199-16,2 1 0 0,1 1 0 16,-4 2 0-16,5 2 0 0,3 2 0 0,-1 1 0 15,-2 9 0-15,4 1 0 0,-4-12 0 0,-1 0 0 0,3-3 0 16,-2 2 0-16,2-4 0 0,-6 2 0 0,6-1 0 15,-6 0 0-15,3-5 0 0,-1-5 0 16,1 6 0-16,-3-6 0 0,3-4 0 0,0-16 0 16,-2 21 0-16,2-21 0 0,-5 16 0 0,5-16 0 15,0 0 0-15,-3 17 0 0,3-17 0 0,0 0 0 16,0 0 0-16,0 0 0 0,0 0 0 0,0 0 0 16,0 0 0-16,0 0-361 0,0 0-147 0,0 0-45 15,-55-34-62-15,45 19-411 0,-2 0-1111 0,1 0 491 16</inkml:trace>
  <inkml:trace contextRef="#ctx0" brushRef="#br0" timeOffset="106564.178">13623 18177 333 0,'0'0'420'0,"0"0"22"0,0 0 18 16,0 0 23-16,-18-17 8 0,15 13-3 0,0 2-10 15,3 2-10-15,-4-5-25 0,1 2-23 0,3 3-36 16,-1-5-33-16,1 5-44 0,0-6-33 0,0 6-23 15,5-7-31-15,1 1-24 0,4 0-32 0,5-1-54 16,3-3-54-16,2 2-46 0,11-2-47 0,-2-1-39 16,2 2-34-16,-2-2-35 0,-3 3-43 15,2-2-42-15,-6 4-41 0,3-1-41 0,-4 2-41 16,-2-3-36-16,6 1-39 0,-7 3-38 0,-1 0-242 0,-4 1-766 16,-2 1 339-16</inkml:trace>
  <inkml:trace contextRef="#ctx0" brushRef="#br0" timeOffset="107447.9934">14074 17973 193 0,'3'-3'270'0,"-3"3"21"16,0 0 17-16,0 0 29 0,0 0 16 0,0 0 5 16,1-5 12-16,-1 5 3 0,0 0-7 0,1-6-6 15,-1 6-20-15,0 0-27 0,0 0-29 0,3-6-23 16,-3 6-27-16,0 0-28 0,0 0-19 0,0 0-19 16,0 0-13-16,15 12-15 0,-10-9-7 0,-1 3-17 15,0 0-7-15,1 1-16 0,3 2-6 0,-3 0-11 16,1 2-2-16,-2-1-14 0,-1-1 0 0,1 2-7 15,-3 1-6-15,0-5-1 0,0 2-1 16,-1-2-12-16,0-7-13 0,0 0-11 0,0 0-14 16,0 27-7-16,0-27-6 0,0 0 2 0,0 0 8 0,-2 16 5 15,3-13 0-15,-1-3-1 0,0 0-1 0,0 0-2 16,0 0 7-16,0 0-5 0,0 0-3 0,-1-27 4 16,2 19-4-16,5-3 4 0,-3 2-1 0,-1-2 3 15,4-1 1-15,-1 3-1 0,0-3-4 16,0 3-1-16,4 1 3 0,-1 0-5 0,-1 1 2 15,2 2 0-15,0-1 2 0,1 2-1 0,-2 1 1 16,2 1-4-16,-3 0 4 0,-1 1 2 0,-6 1 0 16,15-1 4-16,-15 1-8 0,12 0 1 0,-12 0 4 15,6 0-4-15,-6 0 4 0,0 0-6 0,0 0 7 16,13 1-1-16,-13-1 2 0,0 0 2 0,0 0 0 16,0 0 4-16,8-1-4 0,-8 1-3 0,0 0 6 15,0 0 4-15,0 0 7 0,0 0 6 0,0 0-1 16,0 0-2-16,6-3 7 0,-6 3 5 0,0 0-4 15,0 0-6-15,0 0 4 0,0 0-9 0,4-3 4 16,-4 3-3-16,0 0-4 0,0 0-2 0,0 0 2 16,0 0-5-16,0 0 8 0,0 0-6 0,0 0 0 15,0 0-1-15,8-4-6 0,-8 4-2 0,0 0 4 16,7-1 0-16,-7 1 2 0,0 0 6 0,8-1-4 16,-8 1 2-16,6-4 0 0,-6 4 6 0,7-2 0 15,-7 2-6-15,9-1 3 0,-9 1-2 0,0 0-6 16,12-2-4-16,-12 2 7 0,9 4-1 0,-2 0-1 15,-3-2 2-15,1 2 0 0,0 0 2 0,-1 0-2 16,-2 2-3-16,2-1 9 0,-1 1-1 0,-2 0-7 16,3 0-4-16,-4 0 6 0,-4 2-4 0,3-1-2 15,-1 3 6-15,0-5-1 0,-2 0-3 16,-2 5 7-16,-2-2-4 0,-2-1-6 0,2 2 2 16,2-5 3-16,6-4-1 0,-17 14 7 0,12-9-6 15,0-1 1-15,0 0-1 0,1-2-2 0,4-2 1 16,-5 5-2-16,5-5 0 0,-5 3 9 0,5-3-11 15,-5 4 9-15,5-4-2 0,0 0-6 0,-8 1 2 16,8-1 4-16,0 0 7 0,0 0-10 0,0 0 8 16,-9-7-10-16,6 2-5 0,3 5 1 0,-6-7 10 15,5 3-12-15,-2-2 11 0,3-1-16 0,0 0 7 16,0 1-3-16,0-3-3 0,0 2 1 0,0-1 1 16,3 1 0-16,-2-1 3 0,4 1-2 0,-4 1 2 15,3 1-9-15,0-1 11 0,0 0-6 0,0 2-4 16,0 0 8-16,-4 4-13 0,6-9 7 0,1 7-7 15,-7 2 4-15,8-3 2 0,-1 3 7 0,-7 0-9 16,14 1 3-16,-7 1-10 0,0 0-19 0,2 2-11 16,2 2-15-16,-2 0-8 0,-1 1-20 0,-1 1-20 15,0-1-20-15,2 0-30 0,-3 1-20 0,4-2-38 16,-6 0-47-16,0-1-38 0,1 0-46 0,-4-3-51 16,6 1-56-16,-6 2-302 0,-1-5-820 0,9 1 363 15</inkml:trace>
  <inkml:trace contextRef="#ctx0" brushRef="#br0" timeOffset="107768.567">14639 17953 197 0,'4'-4'436'0,"-4"4"22"16,4-5-8-16,-4 5 5 0,0 0-3 0,0 0-10 15,3-4-9-15,-3 4-12 0,0 0-15 0,0 0-10 16,0 0-27-16,0 0-20 0,0-7-19 0,0 7-15 15,0 0-22-15,0 0-11 0,0 0-9 0,0 0-14 16,-17 14-18-16,12-10-16 0,-2 5-21 0,1-2-15 16,-2 2-17-16,0 0-28 0,2 3-144 0,0-3 0 15,-1 2 0-15,-3 4 0 0,5-4 0 0,-2 0 0 16,4-1 0-16,3-10 0 0,-10 24 0 0,10-24 0 16,-8 20 0-16,8-20 0 0,-3 16 0 0,3-16 0 15,4 17 0-15,-4-17 0 0,13 14 0 0,-13-14 0 16,27 10 0-16,-27-10 0 0,33 6 0 0,-11-5-110 15,6-1-141-15,-28 0-16 0,52-7-18 16,-21 0-21-16,-2-2-22 0,2 0-32 0,-4-2-40 16,-4 0-22-16,1-3-49 0,-1-3-362 0,-9 4-900 15,5-7 399-15</inkml:trace>
  <inkml:trace contextRef="#ctx0" brushRef="#br0" timeOffset="108055.1467">15022 17798 102 0,'0'0'334'15,"0"-10"23"-15,0 10 14 0,3-9 14 0,-2 4 17 16,-1 5 2-16,3-8 11 0,-3 8-7 0,0 0-7 16,2-5-17-16,-2 5-18 0,0 0-5 0,0 0-25 15,0 0 14-15,0 0 15 0,0 0-2 0,0 0-10 16,0 0-10-16,-3 22-22 0,-1-12-15 0,0 2-17 16,1 5-17-16,1-1-69 0,-3 2-203 0,0 6 0 15,1-4 0-15,-1 6 0 0,-2-7 0 0,2 8 0 16,-1-9 0-16,2 0 0 0,-1 0 0 15,2-1 0-15,-2 1 0 0,4 1 0 0,-3-4 0 0,4-15 0 16,-3 24 0-16,3-24 0 0,3 23 0 16,-3-23 0-16,0 16 0 0,0-16 0 0,0 0 0 0,1 19 0 15,-1-19 0-15,0 0-261 0,0 0-152 0,0 0-43 16,0 0-45-16,0 0-48 0,0 0-41 0,0 0-314 16,0 0-979-16,-6-1 433 0</inkml:trace>
  <inkml:trace contextRef="#ctx0" brushRef="#br0" timeOffset="108416.2248">14915 18060 323 0,'0'0'341'16,"0"0"25"-16,0 0 20 0,1-6 5 0,-1 6 9 15,0 0-5-15,0 0-9 0,0 0-8 0,3-5-13 16,-3 5-23-16,0 0-26 0,0 0-27 0,6-4-27 16,-6 4-20-16,5-3-34 0,-5 3-12 0,8-5-19 15,0 1-19-15,-1-1-15 0,1 3-13 0,0-2-12 16,1-1-8-16,2 2-15 0,5-5-4 0,-2 6-12 15,-3-1-9-15,6-1-1 0,-6 2-6 0,2-2-4 16,1 0-5-16,-2 3-6 0,-2 1 0 0,-10 0-5 16,19 0-5-16,-19 0 9 0,15 2-13 0,-3 2 6 15,-3 0-5-15,1 1 5 0,-5-1-5 0,3 1 2 16,-2 2-3-16,2 2-6 0,-4-4 0 0,1 4-9 16,-3-3 10-16,0-1-1 0,0 5-8 0,-1-1 1 15,-1-2 3-15,0 3-10 0,0-10-8 0,0 0 16 16,0 0-12-16,0 0 2 0,-3 30-12 15,3-30 15-15,0 0-21 0,0 0-22 0,-4 13-17 16,4-13-25-16,0 0-27 0,0 0-26 0,0 0-25 16,0 0-11-16,0 0-30 0,-3 7-49 0,3-7-46 0,0 0-47 15,0 0-46-15,0 0-37 0,13-21-68 16,-8 13-313-16,-2-3-861 0,-1-5 382 0</inkml:trace>
  <inkml:trace contextRef="#ctx0" brushRef="#br0" timeOffset="108591.1872">15215 17906 156 0,'0'0'369'0,"0"0"3"16,-1-9 7-16,1 9-5 0,0 0-20 0,0 0-27 15,1-7-24-15,-1 7-34 0,0 0-29 0,0 0-20 16,0 0-30-16,0 0-24 0,0 0-45 0,0 0-40 16,0 0-49-16,0 0-66 0,0 0-56 0,0 0-59 15,0 0-45-15,0 0-57 0,8 21-62 0,-5-17-174 16,-3-4-529-16,7 9 234 0</inkml:trace>
  <inkml:trace contextRef="#ctx0" brushRef="#br0" timeOffset="109236.0317">15302 17977 73 0,'0'0'329'0,"0"0"15"0,0 0 20 0,0 0 4 0,0 0 1 16,9-10-14-16,-9 10-11 0,4-7-7 15,-3 5-12-15,3-3-17 0,-4 5-18 0,5-8-14 16,-1 5-27-16,-4-2-13 0,0 5-22 0,5-6-23 15,-1 2-20-15,-4 4-19 0,7-1-17 0,-7 1-13 16,0 0-11-16,16 1-13 0,-8 1-12 0,-8-2-6 16,10 6-11-16,-4 0-3 0,2 0-10 0,-4 0 1 15,1 1-5-15,0 1-6 0,-1 0-1 0,0 0-8 16,-4 0-6-16,0 3 1 0,0-1 0 0,-4-1-4 16,4 0-4-16,-4 0-2 0,-2-3 2 15,-1 4-1-15,2-3-4 0,-5 0-1 0,1-1 0 0,0-1-2 16,-1 1 1-16,-3-2 0 0,4-1-6 0,-1-2 6 15,6 2 1-15,4-3 5 0,0 0-11 0,-18-4-4 16,11 1 7-16,3-2-6 0,0-1-1 0,1-4-5 16,3-2 5-16,0-1-1 0,3 2-5 15,2-3-3-15,3-1 1 0,-3 5 0 0,4-4 0 16,-2 5-2-16,6-2-4 0,1 1 3 0,0 2 1 16,4 0-1-16,-4 4-6 0,4-1 6 0,3 1-5 15,0 1 5-15,-4 0-3 0,1 3 3 0,0 4-5 16,-4-1 9-16,1-2-7 0,-1 4 5 0,-5 1-4 15,4 0 2-15,1 0 0 0,-8 1-5 0,3 1 6 16,0 0 0-16,-1 2-3 0,-3-2 2 0,-2 1 1 0,-1 0-1 16,-2-1 0-16,0-2 1 0,0 1 1 15,-1-1-4-15,-3 1 2 0,4-4 0 0,0-3 0 16,-4 8 3-16,4-8 4 0,-1 7 1 0,1-7 1 16,0 0-5-16,0 0 6 0,0 0 1 0,0 0-1 15,0 0-5-15,-3-20 2 0,7 11-3 0,-1-1-1 16,2 2 0-16,0-1-1 0,1-1-3 0,-2 2 4 15,5-2 0-15,-1 3 2 0,2 0-2 0,-1 1 5 16,1 0-2-16,2 2 0 0,-1 2-2 0,1 2 5 16,-1 1 7-16,-1 3 1 0,1-1 6 15,0 2 1-15,-2 0-1 0,0 0-8 0,-1 0 6 0,-2 3 1 16,0-1-2-16,-2-2-2 0,0 0-2 0,0 2 1 16,2-1-23-16,-3-3-27 0,-2 2-27 0,3-1-42 15,-3 2-37-15,-1-6-39 0,3 5-48 0,-3-5-62 16,0 0-79-16,0 0-126 0,0 0-343 0,0 0-909 15,13-11 403-15</inkml:trace>
  <inkml:trace contextRef="#ctx0" brushRef="#br0" timeOffset="111185.1517">17062 17931 68 0,'0'0'376'0,"0"0"5"0,0 0 1 16,0 0 6-16,0 0-13 0,0 0-6 0,0 0-19 15,0 0-18-15,0 0-20 0,0 0-28 0,0 0-18 16,0 0-10-16,0 0-18 0,20-7-9 0,-12 7-16 15,-3-2-15-15,3-1-23 0,5 3-12 16,-4-4-23-16,-3 4-10 0,3-2-15 0,1 2-9 16,1-2-15-16,-5 2-22 0,4 0-37 0,-5 0-44 15,-5 0-50-15,11-3-54 0,-11 3-51 0,6 0-53 16,-6 0-44-16,5 0-48 0,-5 0-37 0,0 0-34 16,0 0-310-16,0 0-749 0,0 0 331 0</inkml:trace>
  <inkml:trace contextRef="#ctx0" brushRef="#br0" timeOffset="111436.2467">17049 18099 200 0,'0'0'408'0,"-2"4"37"16,2-4 20-16,0 0 11 0,-5 2 3 0,5-2-10 16,0 0-16-16,0 0-34 0,0 0-32 0,0 0-36 15,0 0-34-15,0 0-23 0,0 0-23 16,20-10-28-16,-15 8-25 0,0-1-16 0,2 0-25 15,0-1-21-15,1 2-10 0,1 1-21 0,1-3-7 16,-2 4-14-16,-3-3-28 0,9 0-30 0,-4-1-39 0,-3 3-46 16,0 0-27-16,2 1-34 0,-2-1-30 0,-7 1-58 15,13-5-43-15,-8 3-53 0,3-1-35 16,-2-3-44-16,0 2-57 0,-2 2-399 0,-1-2-887 16,0-2 392-16</inkml:trace>
  <inkml:trace contextRef="#ctx0" brushRef="#br0" timeOffset="111720.0581">17242 17878 236 0,'3'-8'408'0,"-2"5"9"16,-1 3 11-16,3-7 3 0,-2 3 1 0,-1 4-3 16,5-4-10-16,-5 4-12 0,3-6-8 0,-3 6-13 15,7-3-13-15,-7 3-30 0,7-2-14 0,-7 2-14 16,6-3-20-16,-6 3-10 0,13-1-19 0,-13 1-7 15,17 8-4-15,-6-4-14 0,-1 2-13 0,3 0-11 16,0 2-18-16,-3 1-20 0,3 3-164 0,-2-1-15 16,1 2 0-16,-3 2 0 0,1-1 0 0,-4 1 0 15,-1 0 0-15,-3 0 0 0,-1 3 0 16,-2-7 0-16,-2 5 0 0,-3-2 0 0,-4 2 0 16,-3-3 0-16,0 2 0 0,-5-3 0 0,-6 1 0 15,-3 0 0-15,3-1 0 0,3-4-227 0,-4 2-248 0,-1-2-75 16,9-2-84-16,-3 1-418 0,20-7-1137 0,-29 8 503 15</inkml:trace>
  <inkml:trace contextRef="#ctx0" brushRef="#br0" timeOffset="112870.5059">17075 17906 400 0,'-6'-5'417'0,"6"5"-4"0,-3-5 8 0,3 5-9 0,-8-4-4 16,8 4-7-16,-5-5-6 0,3 3-10 0,2 2-18 15,-7-6-16-15,7 6-21 0,-4-5-27 0,4 5-11 16,-6-4-24-16,6 4-31 0,0 0-26 16,0 0-17-16,0 0-15 0,0 0-10 0,0 0 4 0,0 0-13 15,-17 0-1-15,17 0-15 0,-8 4-10 0,8-4-14 16,-7 4-7-16,3-2-8 0,-1 1-6 0,5-3 1 15,-11 7-3-15,6-4-10 0,1 2-3 16,-1 3-21-16,2-1-63 0,-2 3 0 0,0-2 0 16,-2 3 0-16,1 3 0 0,5-1 0 0,-3-1 0 15,-1 3 0-15,2 0 0 0,1 3 0 0,2 0 0 16,0-18 0-16,-2 33 0 0,2-15 0 0,3-3 0 0,-3 1 0 16,6 0 0-16,-6-16 0 0,11 25 0 0,-1-12 0 15,1-3 0-15,6 2 0 0,1-3 0 16,2 1-90-16,12-4-265 0,-3 0-79 0,2 2-78 15,6-3-98-15,-2 0-422 0,-2-1-1118 0,-1 0 495 16</inkml:trace>
  <inkml:trace contextRef="#ctx0" brushRef="#br0" timeOffset="114194.0199">18198 17544 176 0,'0'0'325'0,"0"0"-1"0,-4-2-6 0,4 2 1 15,0 0 8-15,-2-4 4 0,2 4 3 0,-3-2 0 16,3 2 6-16,-6-2 6 0,6 2-2 16,0 0 0-16,-4-4 2 0,4 4 8 0,0 0 1 15,-5-3 11-15,5 3 3 0,0 0-6 0,0 0-5 0,0 0-8 16,-3-2-13-16,3 2-13 0,0 0-29 16,-1-3-83-16,1 3-212 0,0 0 0 0,1-6 0 15,-1 6 0-15,3-5 0 0,2 2 0 0,-1 3 0 0,1-4 0 16,0 1 0-16,4 1 0 0,3 1 0 15,2-2 0-15,1 2 0 0,5 0 0 0,0 0 0 16,-2 3 0-16,1-1 0 0,-1 3 0 0,2 0 0 0,-1 1 0 16,-1 2 0-16,-3 1 0 0,1 2 0 0,-5-3 0 15,-2 1 0-15,2 2 0 0,-3 2 0 16,-1-3 0-16,-3 4 0 0,-3 1 0 0,3 4 0 16,-4 0 0-16,-4 6 0 0,-3 1 0 0,2-7 0 15,-3-1 0-15,-3 5 0 0,1-4 0 0,-3-2 0 16,0 0 0-16,2-1 0 0,-1 1 0 0,3-4 0 15,-1-4 0-15,3-1 0 0,0 2 0 0,-1-4 0 0,5 1 0 16,-2-2 0-16,1-1 0 0,4-3 0 16,-3 7 0-16,1-4 0 0,2-3 0 0,-4 3 0 15,4-3 0-15,0 0 0 0,0 0 0 0,0 0 0 16,0 0 0-16,0 0 0 0,0 0 0 0,0 0 0 16,8-22 0-16,-3 13 0 0,3-1 0 0,1-3 0 15,1-2 0-15,2 0 0 0,-3 1 0 0,9-8 0 16,-5 7 0-16,3-6 0 0,0-2 0 0,-1 4 0 15,-3 2 0-15,7-4 0 0,-4 2 0 0,-5 2 0 16,3 1 0-16,-4 1 0 0,0 0 0 0,4 3 0 16,-4 2 0-16,-3 1 0 0,-2 0 0 0,2 0 0 15,-1 2 0-15,-2 3 0 0,-3 4 0 0,5-7 0 16,-1 2 0-16,-4 5 0 0,0 0 0 0,5-6 0 16,-5 6 0-16,0 0 0 0,4-3 0 0,-4 3 0 15,0 0 0-15,0 0 0 0,0 0 0 0,0 0 0 16,-9 23 0-16,5-14 0 0,-1 2 0 0,1 0 0 15,-6 3 0-15,2 1 0 0,1 0 0 0,-2 2 0 16,-1 0 0-16,2-4 0 0,-1 3 0 0,0 0 0 16,1-3 0-16,1 2 0 0,1-4 0 0,0 5 0 15,0-3 0-15,2 3 0 0,1-4 0 0,-1-1 0 16,2 0 0-16,1 1 0 0,-1-1 0 0,2 1 0 16,0-2 0-16,3 1 0 0,-1 0 0 0,2-1 0 15,5-2 0-15,-2 1 0 0,0-2 0 16,4 1 0-16,0 0 0 0,0-3 0 0,0 1 0 0,7-2 0 15,-7-2 0-15,8 1 0 0,-6-1 0 0,-2-2 0 16,2 0 0-16,-1 0 0 0,2 0 0 0,-4-1 0 16,0-2 0-16,1 0 0 0,-2-1 0 15,-2 3 0-15,1-2 0 0,-8 3 0 0,9-3 0 16,-4 3 0-16,-5 0 0 0,0 0 0 0,11-2 0 16,-11 2 0-16,0 0-618 0,3-3-87 0,-3 3-440 15,0 0-1241-15,0 0 550 0</inkml:trace>
  <inkml:trace contextRef="#ctx0" brushRef="#br0" timeOffset="114655.8187">18846 17880 8 0,'0'0'295'16,"0"0"1"-16,0 0 11 0,0 0-2 0,4-4 8 16,-4 4 10-16,0-6-2 0,0 6 16 0,0 0 3 15,0 0 4-15,1-8 2 0,-1 8-2 16,0-6 3-16,0 6 8 0,0 0-7 0,-1-10 7 16,1 10-2-16,0-5-1 0,0 5-12 0,0 0-7 0,0-7-9 15,0 7-19-15,0 0-17 0,0-5-23 0,0 5-20 16,0 0-143-16,0 0-102 0,0 0 0 0,0 0 0 15,0 0 0-15,0 0 0 0,0 0 0 16,0 0 0-16,0 0 0 0,0 24 0 0,0-15 0 16,0 2 0-16,0-1 0 0,1 2 0 0,-1 4 0 15,3 0 0-15,-2 0 0 0,-1-3 0 0,0 3 0 16,-1-4 0-16,-2 0 0 0,2-2 0 0,1 3 0 16,-1 0 0-16,1-2 0 0,0-1 0 0,-3-2 0 0,3-1 0 15,0 1 0-15,-1-3 0 0,1 1 0 16,0-1 0-16,-3-2 0 0,2 2 0 0,1-5 0 15,0 6 0-15,0-6 0 0,-3 3 0 0,3-3 0 16,0 0 0-16,0 0 0 0,0 0-71 0,0 0-332 16,3-17-49-16,-3 7-45 0,0 1-48 0,0-4-51 15,0 0-343-15,-3-3-1015 0,3-1 449 0</inkml:trace>
  <inkml:trace contextRef="#ctx0" brushRef="#br0" timeOffset="115110.132">18864 17742 56 0,'0'0'400'0,"0"0"-3"16,0 0-3-16,0 0-17 0,0 0-11 0,0 0-11 15,0 0-20-15,0 0-17 0,0 0-16 0,5-2-15 16,-5 2-23-16,0 0-21 0,0 0-27 15,0 0-21-15,0 0-20 0,0 0-18 0,0 0-15 16,0 0-14-16,0 0-15 0,0 0-11 0,0 0-7 16,0 0-11-16,0 0-8 0,0 0-5 0,0 0-9 15,0 0-5-15,0 0-4 0,0 0-4 0,0 0-2 16,0 13-5-16,0-13-2 0,0 0-2 0,0 0-3 16,0 0-2-16,0 0 9 0,0 0 11 0,0 0 1 15,0 0 2-15,0 0-2 0,0 0 2 0,-19-11 8 16,19 11-7-16,0 0 3 0,-1-7 0 0,1 7 0 15,0 0-9-15,0-9-1 0,0 9-7 0,0 0-3 16,5-11-3-16,-5 11-6 0,5-4-7 0,-5 4-2 16,0 0-3-16,10-2-1 0,-10 2-2 0,0 0-6 15,12-3-1-15,-12 3-4 0,0 0-3 0,0 0 6 16,0 0-8-16,10 5 7 0,-10-5-10 0,4 4 3 16,-4-4-9-16,0 0-10 0,0 9-18 0,0-6-22 15,0-3-26-15,-4 10-36 0,4-10-48 0,-4 4-31 16,4-4-50-16,-2 4-46 0,2-4-66 0,0 0-83 15,0 0-399-15,0 0-912 0,0 0 404 0</inkml:trace>
  <inkml:trace contextRef="#ctx0" brushRef="#br0" timeOffset="115472.9103">19282 17735 112 0,'-4'6'468'15,"4"-6"19"-15,0 0 9 0,0 0 5 0,0 0-6 16,0 0-6-16,0 0 16 0,0 0-24 0,0 0-12 16,0 0-10-16,0 0-24 0,0 0-24 0,0 0-17 15,0 0-22-15,0 0-25 0,0 0-18 0,0 0-28 16,17-11-23-16,-17 11-32 0,0 0-130 0,11-4-116 15,1 0 0-15,0-1 0 0,1 0 0 0,1 3 0 16,3-2 0-16,1 1 0 0,-5 1 0 0,1 0 0 16,4 1 0-16,-6 0 0 0,1 1 0 0,-4-3 0 15,-9 3 0-15,15 2 0 0,-15-2 0 0,12-2 0 16,-12 2 0-16,0 0 0 0,0 0 0 0,14 5 0 16,-14-5-206-16,0 0-129 0,-5 9-34 0,5-9-25 15,-5 8-21-15,-2-4-26 0,5 2-5 0,-5-1-48 16,2 5-355-16,-5-5-919 0,-1 8 406 0</inkml:trace>
  <inkml:trace contextRef="#ctx0" brushRef="#br0" timeOffset="115731.2107">19291 17935 153 0,'-4'5'313'0,"-1"-1"30"0,1-1 28 0,4-1 25 16,-4 0 26-16,4-2 17 0,0 0 11 0,0 0 4 15,0 0 0-15,0 0-4 0,0 0-16 0,0 0-25 16,0 0-32-16,16 2-33 0,-16-2-18 0,0 0-30 15,23-6-23-15,-13 3-25 0,4 0-20 0,-2-1-19 16,5 0-19-16,1 0-22 0,0 1-15 0,1 1-12 16,-3-2-25-16,-2 0-82 0,-2 2-34 0,6 1 0 15,-6 1 0-15,-2-2 0 0,0 2 0 0,-2-2 0 16,-8 2 0-16,12-1 0 0,-12 1 0 0,10 0 0 16,-10 0 0-16,0 0 0 0,6 0 0 0,-6 0 0 15,0 0 0-15,0 0 0 0,0 0-260 0,0 0-74 16,0-4-82-16,0 4-78 0,0 0-89 0,-20-13-435 15,12 7-1102-15,3 0 488 0</inkml:trace>
  <inkml:trace contextRef="#ctx0" brushRef="#br0" timeOffset="116824.4371">20165 17549 337 0,'0'0'374'0,"-9"-2"2"0,9 2-2 0,-1-4 5 15,1 4 9-15,-4-3-6 0,4 3 1 16,0-5-6-16,0 5-7 0,0-5-4 0,-1 1-10 0,1 4 0 15,-3-6-7-15,3 3-15 0,0 3-6 0,3-8-12 16,-2 5-12-16,-1 0-38 0,3-2-10 0,-2 1-14 16,0 0-15-16,4 0-14 0,-2 1-24 0,-2 0-12 15,2-1-14-15,-1 2-154 0,2-2-9 16,1 3 0-16,3-1 0 0,-2 1 0 0,3 1 0 16,0 0 0-16,3 4 0 0,-2 2 0 0,0 1 0 0,1-2 0 15,2 6 0-15,-4-2 0 0,5 1 0 0,-1 2 0 16,-3 2 0-16,-3-2 0 0,0 2 0 0,-3-3 0 15,0 3 0-15,-3-1 0 0,2 3 0 0,-3-2 0 16,0-1 0-16,-4-1 0 0,0 1 0 16,-1-3 0-16,1 1 0 0,-5-2 0 0,2-3 0 15,-1 2 0-15,4-4 0 0,-2 0 0 0,1-2 0 0,0 3 0 16,1-2 0-16,0-3 0 0,4 0 0 0,0 0 0 16,-9-5 0-16,6 0 0 0,2-1 0 0,0-5 0 15,1 1 0-15,2-3 0 0,2-2 0 16,0-2 0-16,4-7 0 0,-1 7 0 0,-2-1 0 15,3-1 0-15,-1 3 0 0,-1-1 0 0,4 5 0 16,-1-5 0-16,1 4 0 0,1 4 0 0,1-2 0 0,0 4 0 16,-2-2 0-16,2 4 0 0,-3-1 0 0,1 2 0 15,0 0 0-15,0 4 0 0,4 0 0 0,-2 1 0 16,-1 3 0-16,0 1 0 0,0 1 0 16,2 0 0-16,2 6 0 0,-3 0 0 0,-5-2 0 15,1 1 0-15,1 3 0 0,-2 1 0 0,1 0 0 0,-5-4 0 16,-2 6 0-16,3-7 0 0,-3 6 0 0,2 0 0 15,-6-3 0-15,3-4 0 0,-1 5 0 0,-3-3 0 16,3-2 0-16,-3-2 0 0,1 3 0 16,2-3 0-16,1-3 0 0,-3 2 0 0,3-1 0 15,0-2 0-15,0-3 0 0,0 6 0 0,0-6 0 16,-1 4 0-16,1-4 0 0,0 0 0 0,0 0 0 0,0 0 0 16,0 0 0-16,5-18 0 0,-1 7 0 0,1 1 0 15,2-2 0-15,0 2 0 0,0-5 0 16,2 2 0-16,0 0 0 0,0 2 0 0,-2 2 0 15,1 2 0-15,-2-4 0 0,3 6 0 0,-2-4 0 16,-2 4 0-16,1 1 0 0,-1 0 0 0,2 0 0 16,-2 0 0-16,0 3 0 0,1 2 0 0,0-2 0 0,-6 1 0 15,11 1 0-15,-5 3 0 0,-1 0 0 16,3-1 0-16,-4 1 0 0,4 0 0 0,-3 3 0 16,-1-3 0-16,2 3 0 0,-1 2 0 0,0-4 0 15,0 2 0-15,-1 2 0 0,1 0 0 0,-1 2 0 16,0 0 0-16,0-2 0 0,-2 2 0 0,3-1 0 15,-5 1 0-15,3-2 0 0,-2-3 0 0,2 4 0 16,-3-3 0-16,1 1 0 0,-1-3 0 0,1 2 0 16,-1-2 0-16,0-2 0 0,0 2 0 0,0-1 0 15,0-4 0-15,0 6 0 0,0-6 0 0,0 0 0 16,0 0 0-16,-2 5 0 0,2-5 0 0,0 0 0 16,0 0-400-16,0 0-196 0,0 0-71 0,6-15-421 15,-2 12-1179-15,1 1 521 0</inkml:trace>
  <inkml:trace contextRef="#ctx0" brushRef="#br0" timeOffset="117146.3146">20993 17717 222 0,'5'-4'498'0,"-5"4"23"15,4-4 14-15,-4 4 1 0,4-3-7 0,-4 3-20 16,1-4-11-16,-1 4-22 0,0 0-28 0,0 0-32 15,0 0-43-15,0 0-36 0,0 0-26 0,0 0-15 16,13 7-17-16,-12-1-10 0,2 2-18 0,-2-1-16 16,-1 3-16-16,0-2-15 0,0 3-15 0,0 2-149 15,3-4-40-15,-2 2 0 0,-1 0 0 0,0-2 0 16,1-3 0-16,-1 3 0 0,0-1 0 0,0-1 0 16,0-1 0-16,0 0 0 0,0 0 0 0,0-6 0 15,0 6 0-15,0-6 0 0,0 8 0 0,0-8 0 16,-2 5 0-16,2-5 0 0,-3 6 0 15,3-6 0-15,0 0 0 0,0 0 0 0,0 0 0 16,0 0-120-16,0 0-242 0,0 0-37 0,8-19-47 16,-4 11-44-16,1-2-50 0,0-2-433 0,0-4-1053 15,0 2 466-15</inkml:trace>
  <inkml:trace contextRef="#ctx0" brushRef="#br0" timeOffset="117411.3223">21088 17524 320 0,'0'0'406'0,"0"0"13"15,0 0 12-15,2-7 4 0,-2 7-2 0,0 0-4 16,0 0-9-16,0 0-5 0,0 0-22 0,0 0-15 16,0 0-14-16,0 0-15 0,0 0-35 15,0 0-20-15,7-4-34 0,-7 4-20 0,0 0-28 16,0 0-13-16,0 0-24 0,0 0-16 0,0 0-10 0,0 0-22 15,0 0-18-15,0 0-17 0,0 0-39 0,0 0-51 16,0 0-36-16,0 0-42 0,0 0-37 0,0 0-44 16,0 0-45-16,0 0-64 0,0 0-52 15,0 0-57-15,0 0-58 0,0 0-66 0,0 0-352 16,0 0-922-16,0 0 409 0</inkml:trace>
  <inkml:trace contextRef="#ctx0" brushRef="#br0" timeOffset="118108.7286">20330 18081 112 0,'-8'-1'330'0,"8"1"4"0,0 0-26 16,-12-3-11-16,12 3-14 0,-7-1-26 0,7 1-3 15,-11-2-25-15,11 2-12 0,-9-1-8 0,9 1-15 16,-16-1-10-16,9 1-16 0,7 0 0 0,-13-2-10 16,7 4 0-16,6-2 8 0,-13 0 3 0,6-2 0 15,7 2 0-15,-12 2 3 0,5-2-2 0,7 0 2 16,-10 1-5-16,10-1 3 0,-10 0-2 0,10 0 1 15,0 0-4-15,-12 0-3 0,12 0 6 0,0 0-1 16,0 0 5-16,-9-3 5 0,9 3-11 0,0 0 14 16,0 0 4-16,0 0-4 0,0 0-5 0,0-4-10 15,0 4-20-15,0 0-5 0,16-3-16 0,-4 3-124 16,5-3 0-16,3 3 0 0,11-2 0 0,4 2 0 16,18-5 0-16,7 2 0 0,5-4 0 0,27-1 0 15,12 1 0-15,-2 1 0 0,-2 0 0 0,-3-2 0 16,-29 4 0-16,24-3 0 0,-39 5 0 0,-13 0 0 15,0 1 0-15,-8 1 0 0,-3 0 0 16,-10 0 0-16,-1 0 0 0,-4-1 0 0,-5 1 0 16,0-1 0-16,0 2 0 0,-4-1 0 0,-5 0 0 15,9-1 0-15,-9 1 0 0,0 0 0 0,5-2 0 0,-5 2 0 16,0 0 0-16,0 0 0 0,0 0 0 0,-16-10 0 16,9 8 0-16,7 2 0 0,-10-4 0 0,2 4 0 15,8 0 0-15,-14 1 0 0,14-1-268 0,-12 3-172 16,4-1-44-16,-1 3-57 0,-1-1-75 15,-1 4-358-15,0-1-1055 0,0-1 466 0</inkml:trace>
  <inkml:trace contextRef="#ctx0" brushRef="#br0" timeOffset="119531.0467">20441 18354 103 0,'0'0'345'16,"0"0"12"-16,0 0-5 0,0 0-6 0,0 0-11 15,0 0-3-15,0 0-8 0,0 0 1 0,0 0 1 16,0 0 0-16,-19-17-8 0,19 17 1 0,0 0-11 15,0 0-2-15,0 0-8 0,0 0 0 0,0 0 1 16,0 0-19-16,0 0-17 0,0 0-13 0,0 0-10 16,0 0-17-16,0 0-25 0,0 0-12 0,0 0-27 15,0 0 0-15,0 0-16 0,0 0-11 0,0 0-5 16,37-15-14-16,-37 15-12 0,0 0-101 0,0 0 0 16,42 26 0-16,-32-19 0 0,-10-7 0 0,22 21 0 15,-12-10 0-15,-2 0 0 0,2 0 0 0,-10-11 0 16,13 20 0-16,-8-9 0 0,-5-11 0 0,10 19 0 15,-7-8 0-15,-3-11 0 0,1 18 0 16,-1-18 0-16,-1 18 0 0,1-18 0 0,0 0 0 0,-8 20 0 16,8-20 0-16,-5 12 0 0,5-12 0 0,0 0 0 15,0 0 0-15,-10 13 0 0,10-13 0 0,0 0 0 16,0 0 0-16,0 0 0 0,0 0 0 0,0 0 0 16,0 0 0-16,0 0 0 0,0 0 0 15,0 0 0-15,0 0 0 0,0 0 0 0,0 0 0 16,0 0 0-16,-18-38 0 0,18 38 0 0,4-22 0 15,-4 22 0-15,10-20 0 0,-10 20 0 0,10-20 0 16,-2 9 0-16,2 0 0 0,-10 11 0 0,18-17 0 16,-6 10 0-16,-12 7 0 0,20-12 0 0,-20 12 0 15,27-7 0-15,-27 7 0 0,27 1 0 0,-27-1 0 16,29 8 0-16,-29-8 0 0,28 5 0 0,-28-5 0 16,23 10 0-16,-23-10 0 0,18 13 0 0,-8-5 0 15,-10-8 0-15,13 15 0 0,-13-15 0 0,9 15 0 16,-9-15 0-16,4 18 0 0,-4-18 0 0,0 0 0 15,6 18 0-15,-6-18 0 0,0 0 0 0,-6 16 0 16,6-16 0-16,0 0 0 0,0 0 0 0,-4 16 0 16,4-16 0-16,0 0 0 0,0 0 0 0,0 0 0 15,0 0 0-15,0 0 0 0,0 0 0 0,0 0 0 16,0 0 0-16,0 0 0 0,0 0 0 0,0 0 0 16,0 0 0-16,0 0 0 0,0 0 0 0,26-41 0 15,-26 41 0-15,10-17 0 0,-10 17 0 0,15-16 0 16,-8 7 0-16,-7 9 0 0,12-12 0 0,-12 12 0 15,0 0 0-15,16-10 0 0,-16 10 0 0,0 0 0 16,0 0 0-16,21-7 0 0,-21 7 0 0,0 0 0 16,0 0 0-16,0 0 0 0,0 0 0 0,49 18 0 15,-41-7 0-15,-8-11 0 0,15 19 0 16,-10-8 0-16,-5-11 0 0,13 19 0 0,-9-8 0 16,-4-11 0-16,6 23 0 0,-6-23 0 0,5 19 0 0,-5-19 0 15,7 19 0-15,-7-19 0 0,1 11 0 0,-1-11 0 16,0 0 0-16,0 0 0 0,4 16 0 15,-4-16 0-15,0 0 0 0,0 0 0 0,0 0 0 0,0 0 0 16,0 0 0-16,0 0 0 0,0 0-9 16,0 0-348-16,0 0-36 0,0 0-63 0,0 0-59 15,0 0-92-15,52-36-369 0,-29 16-1057 0,-1 3 468 16</inkml:trace>
  <inkml:trace contextRef="#ctx0" brushRef="#br0" timeOffset="119958.622">21600 17988 44 0,'0'0'434'0,"-7"-1"14"16,7 1 8-16,-5-3 11 0,5 3 6 15,-7-4 6-15,7 4-9 0,-4-3 6 0,4 3-8 16,-1-5-9-16,1 5-24 0,0 0-19 0,0 0-21 16,2-10-27-16,1 7-38 0,2-2-30 0,2 1-35 15,5 1-21-15,-3 0-26 0,4 0-19 0,1 0-23 16,3 0-13-16,-1-1-155 0,-3 4-8 0,1-1 0 15,-1 0 0-15,2-1 0 0,-3 1 0 0,-1 1 0 16,-2 0 0-16,-9 0 0 0,13-2 0 0,-6 2 0 16,-7 0 0-16,0 0 0 0,13 0 0 0,-13 0 0 15,0 0 0-15,10 2-102 0,-10-2-177 0,0 0-15 16,1 5-14-16,-1-5-19 0,-4 9-28 0,4-9-6 16,-8 8-13-16,3-2-3 0,-1-1-14 0,-1 2-6 15,-2 1-16-15,2-1-290 0,-5 2-760 0,-2 0 336 16</inkml:trace>
  <inkml:trace contextRef="#ctx0" brushRef="#br0" timeOffset="120278.2358">21581 18110 97 0,'-3'2'254'0,"3"-2"22"0,0 0 23 16,-3 5 22-16,3-5 13 0,0 0 17 0,0 0 7 16,-4 2 13-16,4-2 11 0,0 0 4 0,0 0 2 15,0 0 16-15,0 0 0 0,0 0 0 0,0 0-4 16,0 0-14-16,0 0-11 0,9 4-18 0,-9-4-14 15,8-1-8-15,-8 1-14 0,0 0-20 0,17-2-15 16,-8 2-228-16,-1-1-58 0,2-1 0 0,4 1 0 16,-1 1 0-16,0-1 0 0,0-1 0 0,1 1 0 15,-3 0 0-15,1 1 0 0,-1-1 0 0,-2 1 0 16,1-1 0-16,-2 0 0 0,-8 1 0 0,10-3 0 16,-10 3 0-16,8-1 0 0,-8 1 0 0,0 0 0 15,8-3 0-15,-8 3 0 0,0 0 0 0,0 0 0 16,8 0 0-16,-8 0 0 0,0 0 0 0,0 0 0 15,0 0 0-15,10 3 0 0,-10-3 0 0,0 0 0 16,0 0 0-16,0 0-110 0,0 4-352 0,0-4-43 16,0 0-42-16,0 0-65 0,0 0-381 0,-26 0-1075 15,26 0 475-15</inkml:trace>
  <inkml:trace contextRef="#ctx0" brushRef="#br0" timeOffset="122563.4345">22230 17846 50 0,'0'0'282'0,"0"0"0"0,0 0 9 0,0 0 5 0,0 0 2 16,0 0 8-16,0 0 12 0,0 0 5 0,0 0 0 16,0 0-2-16,0 0-6 0,0 0-12 0,0 0-6 15,0 0-3-15,-7-10-4 0,5 7-9 16,2 3-9-16,0 0-19 0,2-9-13 0,-1 7-12 0,0-2-16 16,0 1-14-16,1-1-17 0,0 1-10 0,0-1-19 15,0 1-12-15,-1 0-19 0,3 0-18 0,0 1-7 16,3 0-10-16,0 2-11 0,-7 0-6 0,18 3-8 15,-6 2-1-15,-1-1-4 0,-1 3-14 0,7 2 1 16,-4 2-9-16,1-1 4 0,0 3-3 16,-3-1-11-16,0 2 1 0,-5-3-4 0,2-1-2 15,-3 1-8-15,-2 0 5 0,1 0-5 0,-1-1-1 0,-2 1 2 16,1 0-5-16,-4 0-5 0,0-2-8 0,0 2 3 16,-2-2-10-16,2-1-2 0,-3-2 6 0,2-2-5 15,1 1 11-15,1 0-2 0,-3-1-1 16,4-4 12-16,-4 5-10 0,4-5 13 0,-4 1-6 15,4-1 3-15,0 0-2 0,0 0 3 0,0 0 13 16,-6-10 11-16,6 10 3 0,0-10 0 0,0 4 3 16,1-3-2-16,1-1 1 0,1-1-23 0,1 1-13 15,0-1 0-15,2 0 0 0,-1 1 0 0,3 0 0 0,1 1 0 16,1-4 0-16,1 5 0 0,-2-2 0 16,2 5 0-16,1-2 0 0,1 1 0 0,-1 3 0 15,-1-1 0-15,2 3 0 0,-2-2 0 0,2 3 0 16,4 1 0-16,-7 1 0 0,3 2 0 0,0-1 0 15,-3 3 0-15,1 0 0 0,-2 1 0 0,-2 3 0 16,2-2 0-16,-2 3 0 0,0 0 0 0,-2-2 0 16,-1 1 0-16,0 1 0 0,-2 0 0 0,-1-2 0 15,-2 1 0-15,1-1 0 0,-2 1-17 0,0-4-33 16,0 1 1-16,-1-1 14 0,-1-1 0 0,2-1-2 16,2-4 9-16,-4 5 5 0,4-5 5 0,0 0 1 15,-6 2 0-15,6-2 7 0,0 0-5 0,0 0 9 16,-3-16-3-16,4 6 19 0,4 1-9 0,2-1 0 15,-3-4 4-15,1 2-3 0,2-3 9 0,2 1-10 16,4 0 5-16,-6 5 4 0,0-2-1 0,2 4-8 16,0-4 9-16,-2 5-5 0,1 0 2 0,0 0-2 15,-3 3-3-15,7 0 2 0,-5 0-2 0,-7 3 12 16,18 3-4-16,-6 0 3 0,-2 0-5 0,-1 3 8 16,-3 2 3-16,4-1-3 0,-3 4 4 0,-2-2-12 15,-1 2 19-15,0-1-14 0,0-1-3 0,1 2 1 16,-4-2-10-16,1 1 19 0,-3 0-10 0,4 1-6 15,-5-4 13-15,0 0-11 0,-1 0 2 0,3-1-10 16,0-1-21-16,-1 0-10 0,1-5-1 16,-2 7-18-16,2-7-12 0,-2 6-15 0,2-6-22 15,0 5-27-15,0-5-33 0,0 0-60 0,0 0-67 16,0 0-80-16,17-7-54 0,-6 1-55 0,3 0-62 0,-1 0-324 16,5-5-935-16,-4 4 414 0</inkml:trace>
  <inkml:trace contextRef="#ctx0" brushRef="#br0" timeOffset="123832.0078">23074 17948 232 0,'0'0'355'0,"0"0"4"0,0 0-8 0,4-6-3 15,-4 6-6-15,0 0-8 0,0 0-9 0,2-5-12 16,-2 5-12-16,0 0-12 0,5-4-25 16,-5 4-22-16,0 0-23 0,0 0-21 0,0 0-19 0,7-2-24 15,-7 2-14-15,0 0-15 0,6 0-15 0,-6 0-10 16,7 4-17-16,-5-1-6 0,3 1-7 0,0 1-9 16,-4-1-1-16,2 3-13 0,2-2-4 15,-5 1 0-15,4 2-5 0,-4-1-4 0,0 2-5 16,-2-3-4-16,2 3-1 0,-4-1 1 0,0-2-3 15,-1 3-3-15,-3-2 0 0,2-2-2 0,-2 2 0 16,-1-1-1-16,-1-3 2 0,-2 1-7 0,5-4 2 16,-5 1-1-16,2-1 3 0,3-1-1 0,7 1-4 0,-15-2 5 15,9 0-1-15,1-1-1 0,1-3-2 16,0 1 13-16,3 0 4 0,-3-3 3 0,4-2-3 0,0-1 0 16,4 1 3-16,-3-1-2 0,0 0 0 15,3 2 0-15,0 0-7 0,0 3 0 0,0 0-3 16,1-3-3-16,-1 4-3 0,2 1 0 0,-1 2-4 15,2-1 0-15,-2 1-2 0,-5 2-2 0,12 0 1 16,-12 0-4-16,13 2 0 0,-8-1 3 0,2 3 5 16,2 0-4-16,-4 1 5 0,0-1-2 0,-1 2 1 15,1-1-5-15,-1 1 4 0,3 2 0 0,-2 2-3 16,1-2-3-16,-4 0-2 0,1-1-1 0,3 1 3 16,-5-2 3-16,4 4-7 0,-1-3 4 0,0 0 3 15,-1-2 2-15,3 1 4 0,-2 1 1 0,1-5 2 16,1 2 3-16,3 0 2 0,0 0 9 0,4-2 13 15,-3-3 9-15,3 0 4 0,0-5 3 0,-2 3 8 16,6-7-6-16,-3-2 0 0,1-1 2 16,3 0 1-16,1-5-11 0,4-2 2 0,-12 3-11 15,5-3 7-15,1-6-12 0,-7 8 0 0,-1 2-16 0,-1 1 6 16,-3-1-3-16,-1 5-5 0,2-4-1 0,-6 7-8 16,3-2 4-16,-2 4-5 0,1 0-3 0,-2 6-7 15,-2-10 1-15,2 10-10 0,0 0 2 0,-4-4-3 16,4 4-1-16,0 0-2 0,0 0 1 15,-9 19 3-15,5-8-5 0,2 0 0 0,-1 2-13 16,3-1-2-16,0 5 3 0,3-1-4 0,-2-3 2 16,0 1-3-16,3-4 7 0,0 6 4 0,-1-4-5 15,-2 1 5-15,0-2-3 0,3 1 3 0,0-3 6 16,-1 2-2-16,-1-1 5 0,0 0-4 0,2-2 5 16,-3-2-3-16,1 1 2 0,0-2 4 0,-2 0-2 0,3-1-1 15,-2 1 4-15,-2-1-2 0,1-1 2 16,0 4 0-16,0-4 1 0,0-3 3 0,-4 5 1 15,-1-3-4-15,1 3 1 0,-1-2 5 0,-1-2-6 16,1 1 7-16,-2 2 12 0,1-4-18 0,-1 2 3 16,1-1 1-16,-2 1-3 0,2-2 3 0,6 0 3 15,-9 1 1-15,9-1-1 0,-9 0 10 0,9 0 0 16,0 0 11-16,0 0 11 0,-8-5 5 0,8 5 4 16,0 0 3-16,-1-6 16 0,1 6-14 0,1-7 2 15,3 2-6-15,5-2-5 0,0-3 11 0,1 0-9 16,7-1-9-16,0 0 9 0,7-2-6 0,3-2 2 15,-6-1 3-15,4 2-9 0,2 1-18 0,-2-4-15 16,-1 4 0-16,-1-4 0 0,3 3 0 0,-11 2 0 16,8-2 0-16,-9-1 0 0,0 4 0 0,-1 0 0 15,-3 4 0-15,-3 0 0 0,0 2 0 0,-3 0 0 16,1 1 0-16,-5 4 0 0,6-8 0 0,-6 8 0 16,2-7 0-16,-2 7 0 0,0 0 0 0,0 0 0 15,0 0 0-15,-13-4 0 0,13 4 0 16,0 0 0-16,-19 11 0 0,15-6 0 0,0 0 0 0,-1 3 0 15,3 0 0-15,-1 2 0 0,0 1 0 0,2 0 0 16,2 0 0-16,1 1 0 0,0-2 0 0,4 2 0 16,-1-3 0-16,0 2 0 0,2-2 0 15,-2 1 0-15,3-2 0 0,-4-1 0 0,1 0 0 16,2-2 0-16,0 1 0 0,-2-1 0 0,-1 0 0 16,1 0 0-16,-1-1 0 0,-4-4 0 0,4 6 0 15,-3-3 0-15,-1-3 0 0,5 5 0 0,-5-5 0 16,2 5 0-16,-2-5 0 0,-2 6 0 0,2 0 0 0,0-6 0 15,-9 6 0-15,7-1 0 0,-5-2 0 0,2 0 0 16,-2 0 0-16,-1 2 0 0,-1 0 0 16,-1-2 0-16,-3 1 0 0,2-3-94 0,-1 1-12 15,3 0-8-15,3 0-17 0,-5 0-15 0,4-2-33 16,7 0-31-16,-13-2-25 0,8-2-37 0,1 1-47 16,0 1-46-16,-2-1-57 0,5-5-76 0,-2 3-352 15,2-2-922-15,1 0 408 0</inkml:trace>
  <inkml:trace contextRef="#ctx0" brushRef="#br0" timeOffset="124500.2431">24491 17787 33 0,'3'-5'195'0,"-2"-1"-1"16,0-1 9-16,3 1 3 0,-3 1 11 0,-1-7 4 15,3 4 9-15,-3 0 5 0,-3 0 14 0,3 1-9 16,-5-2 16-16,4 2 7 0,0 1 7 0,-2 1 2 15,2-3 14-15,-3 2 8 0,0 1 3 16,0-1-1-16,0 3-1 0,2-3 9 0,-3 1-10 16,1 1 1-16,0 1-19 0,-1-2-12 0,1 3-19 15,-1 0-19-15,-4 0-14 0,4 1-20 0,5 1-5 16,-13 2-14-16,4-1-5 0,-3 4-6 0,3 4 17 0,-2 5 6 16,1 1-108-16,1 5-77 0,0 4 0 15,-1-1 0-15,6 8 0 0,-1 0 0 0,4 0 0 16,0 2 0-16,1 2 0 0,1-1 0 0,0 13 0 15,0-12 0-15,2 3 0 0,-2-5 0 0,2 0 0 16,-1 1 0-16,1 0 0 0,1-5 0 0,-3-1 0 16,1 0 0-16,0-3 0 0,-2 3 0 0,-2-4 0 15,2-7 0-15,0-1 0 0,-1 3 0 0,1-19 0 16,-10 24 0-16,6-14 0 0,4-10 0 0,0 0 0 16,-5 19 0-16,5-19 0 0,0 0 0 0,0 0 0 15,-9 17 0-15,9-17 0 0,0 0 0 0,0 0 0 16,0 0 0-16,0 0 0 0,0 0 0 0,0 0 0 15,0 0-310-15,0 0-120 0,0 0-42 0,-36-39-34 16,30 28-41-16,-2-5-441 0,-2 3-1070 0,-4-4 474 16</inkml:trace>
  <inkml:trace contextRef="#ctx0" brushRef="#br0" timeOffset="124729.3813">24055 18159 31 0,'-1'-4'360'0,"0"0"7"0,1 4 15 0,-7-10 29 0,6 6 27 15,-3 1 20-15,4 3-2 0,-5-7 8 0,5 7-8 16,-1-7-11-16,1 7-37 0,0-7-41 0,0 7-41 16,6-9-35-16,-1 3-30 0,4-1-33 0,3-1-14 15,1 2-28-15,2-1-18 0,4 0-21 16,-1 0-41-16,-1-2-51 0,3 3-48 0,-1-3-44 16,2 4-37-16,-1 0-39 0,8 0-30 0,-10 1-34 15,0 0-29-15,-1 1-40 0,-6 0-42 0,1 4-32 16,-2-1-32-16,1-1-22 0,-11 1-10 0,17 0-19 15,-17 0-250-15,15 2-707 0,-15-2 313 0</inkml:trace>
  <inkml:trace contextRef="#ctx0" brushRef="#br0" timeOffset="125616.5473">24409 18011 1680 0,'0'0'-104'16,"0"0"61"-16,9 4 38 0,-9-4 42 0,0 0 39 15,4 1 26-15,-4-1 25 0,0 0 27 0,0 0 24 16,0 0 13-16,0 0 26 0,0 0 18 0,9-10 6 16,-9 10 12-16,3-3 4 0,-3 3 7 0,2-6 3 15,-2 6 0-15,3-4-16 0,-3 4 3 0,4-3-26 16,-4 3-20-16,5-5-19 0,-5 5-16 0,4-2-17 15,-4 2-18-15,9-2-15 0,-9 2-12 0,12 3-19 16,-4 0-1-16,1 1-12 0,2 2-4 0,-2 1-9 16,4 4-5-16,-3-3-7 0,1 4-2 0,-6-1-11 15,4 1-5-15,-2-2 2 0,-7-10-8 16,11 22 0-16,-8-12-6 0,-3-10-4 0,4 17 2 16,-4-17-7-16,0 0-8 0,-1 19-1 0,1-19-5 15,0 0 1-15,0 0-2 0,-6 16 3 0,6-16 2 16,0 0 0-16,0 0 6 0,0 0-5 0,0 0 0 15,-21 1-1-15,17-5 1 0,4 4 3 0,-4-8 0 16,1 2-1-16,3-3 6 0,1-1 6 0,1-1 0 16,1-1 2-16,5-1-8 0,-2-3 2 0,4 3 0 15,-1 2 2-15,3-2 2 0,-2 1-2 0,0 2-4 16,0 3 0-16,-1-1 3 0,2 4-9 0,1-2 4 16,-3 4-4-16,2-3-3 0,1 4-5 0,-3-1 4 15,-9 2 1-15,19 3-2 0,-7 1 3 0,-6 0-3 16,3 1 4-16,-2 0-4 0,-2 2 0 0,1 0-1 15,-2-1 2-15,0 0 3 0,-3 3-6 0,2-6 1 16,-2 3-4-16,3 0 5 0,-4-6 0 16,0 6 0-16,0-6-3 0,-2 7 10 0,2-7 0 0,-2 6 3 15,2-6-4-15,0 0 2 0,0 0 15 16,0 0 9-16,0 0 0 0,0 0 4 0,0 0-5 16,0 0 0-16,0 0 5 0,0 0-2 0,0 0-1 15,0 0-7-15,0 0-1 0,2-20 2 0,-2 20-11 0,0 0 3 16,2-8 11-16,-2 8-20 0,0 0-12 15,3-6 14-15,-3 6-2 0,0 0-3 0,4-6-2 16,-4 6-4-16,0 0 0 0,0 0 2 0,4-5-6 16,-4 5-3-16,0 0-1 0,7-2 2 0,-7 2-1 15,0 0-4-15,0 0 8 0,0 0-16 0,12 6-2 16,-8-2 15-16,0 4-8 0,0-1 1 0,-2 1-3 16,4 4 5-16,-3-4 5 0,-3-8-4 0,7 25 1 15,-7-25 3-15,2 22 0 0,-2-22-8 0,-2 22 8 16,2-22-5-16,-8 18-3 0,8-18 7 0,-13 17-5 15,7-8-4-15,6-9 2 0,-22 11 2 0,22-11 11 16,-18 5-7-16,18-5 3 0,0 0-2 0,-29 1 10 16,29-1 2-16,0 0-1 0,0 0 9 0,0 0 2 15,-27-19-5-15,22 13 20 0,1-4 1 0,4 1-2 16,3-2-2-16,-2 0 2 0,4-1-15 0,-1 0 10 16,0 3-4-16,1 0-17 0,-1 0-7 0,0 3 0 15,-2-2 0-15,6 3 0 0,-8 5 0 0,5-7 0 16,-5 7 0-16,4-8 0 0,-4 8 0 0,4-4 0 15,-4 4 0-15,0 0 0 0,0 0 0 0,0 0 0 16,17 5 0-16,-17-5 0 0,7 5 0 16,-3 2 0-16,-2-6 0 0,1 3 0 0,1-2 0 15,-2 3 0-15,2 1-18 0,2-5-29 0,-2 3-12 16,1 2-8-16,3 0-25 0,2 0-28 0,-10-6-25 0,0 0-23 16,35 19-34-16,-20-13-32 0,0 1-21 0,-15-7-25 15,35 12-24-15,-20-7-13 0,-15-5-19 16,26 6-11-16,-26-6-11 0,27 5-7 0,-27-5-21 15,0 0-20-15,38-5-209 0,-24 2-665 0,-6 1 295 16</inkml:trace>
  <inkml:trace contextRef="#ctx0" brushRef="#br0" timeOffset="125902.8119">25153 18076 53 0,'0'0'225'16,"5"-8"9"-16,-5 4 14 0,0 4 11 0,4-6 11 15,-4 2 7-15,0 4-12 0,0 0 24 0,0-12-2 16,0 8 5-16,0 4 3 0,-1-7 5 0,1 7 7 15,-3-5 3-15,3 5-1 0,-1-6-5 16,1 6-1-16,-4-5-2 0,4 5-17 0,0 0-11 16,-9-4-20-16,9 4-29 0,0 0-20 0,0 0-25 15,0 0-1-15,-14 5-32 0,14-5-14 0,-9 7-6 16,5-2-21-16,-2 0-3 0,2 2-10 0,-4-1-11 0,3 4 10 16,0-3-24-16,1 4-7 0,4-11-7 0,-10 18-7 15,10-18-8-15,-9 19-18 0,9-19-31 16,-2 16-26-16,2-16-24 0,2 16-17 0,-2-16-12 15,5 18-28-15,-5-18-23 0,14 19-24 0,-6-11-26 16,-8-8-33-16,23 15-32 0,-8-8-36 0,-15-7-29 16,31 9-28-16,-31-9-31 0,32 4-24 0,-32-4-27 15,36-6-292-15,-36 6-782 0,32-8 347 0</inkml:trace>
  <inkml:trace contextRef="#ctx0" brushRef="#br0" timeOffset="126233.8432">25445 17801 5 0,'0'0'389'0,"-6"-10"9"15,5 2 17-15,-1 2-2 0,0 2-8 0,2 4 6 16,-4-9-8-16,4 9-10 0,-1-5-12 0,1 5-24 16,0 0-9-16,0 0-26 0,0 0-24 0,-5-10-22 0,5 10-22 15,0 0-28-15,0 0-16 0,0 0-1 16,0 0 5-16,0 0-10 0,0 0-15 0,-7 24-2 15,5-14-7-15,4 1-3 0,-2 5-6 0,0 0-2 16,0 1-19-16,2 2-10 0,-1 2-18 0,3 0-13 16,-1 5-43-16,-2 0-66 0,0-1 0 0,2 0 0 15,-5-5 0-15,5 5 0 0,-2-3 0 0,2-4 0 16,-2 1 0-16,-2-2 0 0,1-2 0 0,0-15 0 16,-1 25 0-16,1-25 0 0,-6 21-183 0,6-21-46 15,-6 21-39-15,6-21-42 0,-5 12-32 0,5-12-33 16,0 0-22-16,-14 11-28 0,14-11-29 0,0 0-39 15,0 0-294-15,0 0-850 0,0 0 376 0</inkml:trace>
  <inkml:trace contextRef="#ctx0" brushRef="#br0" timeOffset="126552.19">25312 18131 194 0,'-2'-5'253'16,"2"5"14"-16,0-7 9 0,0 7 10 0,0 0 9 15,4-8 23-15,-3 5 9 0,-1 3 7 0,4-8-11 16,0 3 13-16,0 2-9 0,2-1-11 0,-2-2-7 15,1 3-16-15,4-3-3 0,-1-2-29 16,2 6-16-16,-5-3-22 0,4 0-23 0,4 1-14 16,-4-2-17-16,0 4-2 0,2-1-27 0,-2-1-25 15,-1 2 0-15,-8 2-14 0,15-1-10 0,-15 1-7 16,18 3-7-16,-6 1-2 0,-3 1-4 0,0 3-7 16,-2 1-7-16,3 1-1 0,-10-10-8 0,17 22 0 15,-12-10-3-15,-5-12-5 0,13 22-5 0,-8-12-6 16,-5-10-5-16,8 22 0 0,-8-22 1 0,2 18-6 15,-2-18-1-15,4 12-1 0,-4-12-19 0,0 0-7 16,5 16-18-16,-5-16-15 0,0 0-20 0,0 0-19 16,0 0-20-16,0 0-20 0,0 0-24 0,0 0-43 15,0 0-46-15,0 0-57 0,0 0-49 0,0 0-53 16,0 0-57-16,17-19-405 0,-12 8-925 0,3 0 409 16</inkml:trace>
  <inkml:trace contextRef="#ctx0" brushRef="#br0" timeOffset="126724.6876">25659 17998 343 0,'0'0'349'0,"0"0"0"15,0 0-17-15,0 0-29 0,-2-7-31 0,2 7-21 16,0 0-33-16,0 0-28 0,0 0-10 0,0 0-21 16,0 0-17-16,0 0-23 0,0 0-43 0,0 0-44 15,0 0-50-15,-3 18-41 0,3-18-51 0,1 10-34 16,-1-10-47-16,6 8-45 0,-4-1-191 0,1 0-461 15,2-2 204-15</inkml:trace>
  <inkml:trace contextRef="#ctx0" brushRef="#br0" timeOffset="127391.2756">25726 18116 307 0,'0'0'337'0,"0"0"8"0,4-15 4 0,-4 15 0 0,3-6-13 16,-3 6-4-16,4-4-13 0,-4 4-14 15,3-8-9-15,1 6-26 0,-4 2-19 0,6-5-24 16,-6 5-28-16,5-3-14 0,-5 3-17 0,9-3-19 16,-9 3-19-16,0 0-16 0,12 2-7 0,-12-2-15 15,10 4-8-15,-4-1-13 0,-1 0-2 0,-1 2-12 16,0 0-4-16,-4-5-15 0,0 0 6 0,0 0-4 16,10 25-4-16,-10-25-8 0,0 0 3 0,0 20-7 15,0-20-2-15,0 0-1 0,-6 21 1 0,6-21-7 16,-9 13-6-16,9-13 5 0,-13 10-5 0,13-10-1 15,0 0-2-15,-22 11-2 0,22-11-3 0,0 0 3 16,-23 4-2-16,23-4-5 0,0 0 9 0,0 0 4 16,0 0-6-16,0 0 4 0,0 0-5 0,0 0 4 15,0 0-3-15,-28-24 5 0,31 17-12 0,-1 1 6 16,2-4-1-16,1 2-2 0,4-3 5 0,0 3-4 16,-4 1-1-16,4 0-2 0,0-1-2 15,0 3 7-15,0 1-6 0,1 0-8 0,2-1 6 16,-2 4 2-16,5-3-2 0,-3 3-1 0,-1 2 3 15,0-1-2-15,-1 2 2 0,1 0 0 0,0 4-2 16,-1-2 1-16,0 0 1 0,-2 1-1 0,-1 0-5 16,-7-5 2-16,0 0 5 0,19 18 2 0,-19-18-2 15,8 11 1-15,-8-11-2 0,0 0-5 0,5 17 9 0,-5-17-5 16,0 0 1-16,2 14 0 0,-2-14 3 16,0 0 3-16,0 0 2 0,0 0-1 0,0 0 4 15,0 0 0-15,0 0 5 0,0 0-5 0,0 0-1 16,0 0-1-16,0 0 2 0,0 0-7 0,10 1 10 15,-10-1-8-15,7-13 3 0,-3 7-2 0,1-3 0 16,2 2 3-16,0-1 3 0,1 1 1 0,-3 0 3 16,2 2-2-16,-1 1-5 0,0-1 3 0,5 2 3 15,-2 1-2-15,6 2 2 0,-5 2 3 0,3 1 6 16,0 2-2-16,0 0-3 0,-13-5 5 0,26 14-2 16,-26-14-2-16,21 15-7 0,-12-6 4 15,-9-9-4-15,16 15 1 0,-16-15-1 0,11 12-3 16,-11-12 2-16,0 0-2 0,11 12-7 0,-11-12-19 0,0 0-22 15,9 11-14-15,-9-11-20 0,0 0-18 0,0 0-32 16,0 0-29-16,0 0-48 0,0 0-77 0,0 0-68 16,0 0-113-16,0 0-278 0,0 0-797 15,0 0 352-15</inkml:trace>
  <inkml:trace contextRef="#ctx0" brushRef="#br0" timeOffset="127968.934">26560 18019 139 0,'0'0'412'0,"0"0"-22"0,0 0-27 0,4-5-11 15,-4 5-18-15,0 0-23 0,1-3-19 0,-1 3-10 16,3-3-15-16,-3 3-11 0,0 0-11 0,1-6-3 15,4 3-8-15,-5 0-3 0,0 3-6 0,3-4-10 16,-1 2-17-16,-2 2-15 0,6-3-25 16,-6 3-16-16,7 0-16 0,-7 0-13 0,10 3-12 15,-4 0-11-15,1 2-8 0,-3 0-11 0,6 2-6 16,-5 3-6-16,0-3-11 0,-1 3-4 0,0-2-2 16,0 0-1-16,-6 0-8 0,2-1 1 0,-2 4-1 0,-2-7-3 15,0 4-6-15,-2-1 2 0,-4-1 1 16,-2-2-6-16,3-1 0 0,-5-1 2 0,3 0-2 15,-1-1-3-15,-6-1 11 0,9-1 25 0,1-1 22 16,8 2 11-16,-13-3-2 0,6-1-3 0,3-1-6 16,1-1-7-16,-1-1-9 0,1-2-9 0,5-4-4 15,4 5-5-15,-1-9-20 0,3 3-24 0,1-2-32 16,3 2-29-16,-1-3-45 0,2 3-59 0,8-7-38 16,2 2-47-16,-4-1-46 0,2 1-26 0,2 2-33 15,1 3-25-15,-1 4-28 0,-4 0-35 0,-1 1-289 16,-1 2-793-16,1 0 352 0</inkml:trace>
  <inkml:trace contextRef="#ctx0" brushRef="#br0" timeOffset="128335.8964">26839 17747 7 0,'-4'-4'233'0,"-2"-1"25"0,1 0 17 0,-1-2 16 16,1-4 14-16,-4 2 15 0,4 0 10 0,-1 2 14 16,1-3 6-16,0 0-5 0,1 2 9 0,-1 2-4 15,1-1-7-15,0-1 9 0,1 2 0 0,3 6 7 16,-5-9-3-16,4 3-12 0,1 6-9 0,-1-5-18 15,1 5-26-15,-3-4-35 0,3 4-25 16,0 0-28-16,0 0-26 0,0 0 38 0,0 0 12 16,-4 25-156-16,6 0-71 0,-1 4 0 0,-2 3 0 0,3 15 0 15,1-1 0-15,1 1 0 0,-2 4 0 16,-1 1 0-16,3 2 0 0,-4 0 0 0,2-3 0 16,-1-1 0-16,0 2 0 0,0-5 0 0,1 2 0 15,0-12 0-15,-8 9 0 0,3 2 0 0,1-13 0 16,-1 0 0-16,-2 1 0 0,0-5 0 0,-1 0 0 15,-1-1 0-15,2-1 0 0,0-11 0 0,1 7 0 16,-1-7 0-16,0-1 0 0,4-4 0 0,1-13 0 16,-4 23 0-16,4-23 0 0,-3 12 0 0,3-12 0 15,0 0 0-15,0 0 0 0,-2 17 0 0,2-17 0 16,0 0 0-16,0 0 0 0,0 0 0 0,0 0 0 16,0 0 0-16,0 0-573 0,0 0-37 0,0 0-35 15,2-64-416-15,0 47-1149 0,-2-2 509 0</inkml:trace>
  <inkml:trace contextRef="#ctx0" brushRef="#br0" timeOffset="128591.5085">26613 18400 202 0,'0'0'359'0,"-9"-20"19"0,9 20 25 0,-7-19 28 16,7 19 20-16,-5-14 8 0,5 14 0 0,0 0 20 15,-5-17 4-15,5 17-16 0,0 0-9 16,0 0-19-16,5-24-45 0,-5 24-25 0,14-16-18 15,-1 4-29-15,2 1-25 0,8-1-26 0,4-3-21 16,1 2-25-16,1 2-19 0,-3 3-168 0,0-7-38 16,1 6 0-16,-1-1 0 0,-4 5 0 0,-4-1 0 15,1-2 0-15,-2 2 0 0,-4 3 0 0,-2-1 0 16,-3 0 0-16,-2 2 0 0,2-1 0 0,-8 3 0 16,9-4 0-16,-5 1 0 0,-4 3 0 15,0 0 0-15,4-7-363 0,-4 7-129 0,0 0-50 16,0 0-43-16,0 0-451 0,0 0-1120 0,0 0 496 15</inkml:trace>
  <inkml:trace contextRef="#ctx0" brushRef="#br0" timeOffset="129116.1799">27195 18128 253 0,'-2'-5'452'0,"1"1"21"0,1 4-3 15,1-7 5-15,-1 7-5 0,1-7-14 0,-1 7-9 16,1-7-16-16,1 3-12 0,-2 4-21 0,0 0-21 15,-3-7-29-15,3 7-24 0,0 0-36 0,0 0-25 16,1-6-34-16,-1 6-17 0,0 0-31 0,0 0-16 16,0 0-17-16,0 0-6 0,0 0-12 0,0 0-3 15,0 0-7-15,0 0-11 0,-1 42 0 0,1-42-22 16,0 20 1-16,0-20-88 0,1 24 0 0,1-11 0 16,-2-13 0-16,0 20 0 0,0-20 0 0,1 16 0 15,-1-16 0-15,0 0 0 0,0 19 0 0,0-19-26 16,0 0-191-16,0 0-42 0,-5 15-30 0,5-15-46 15,0 0-63-15,0 0-59 0,0 0-54 0,0 0-440 16,0 0-1028-16,0 0 455 0</inkml:trace>
  <inkml:trace contextRef="#ctx0" brushRef="#br0" timeOffset="129317.4769">27254 17880 315 0,'0'-6'494'0,"0"6"-28"16,1-5-44-16,-1 5-47 0,0 0-31 15,0 0-33-15,0 0-38 0,-1-7-41 0,1 7-56 16,0 0-67-16,0 0-66 0,0-6-70 0,0 6-77 16,0 0-81-16,0 0-89 0,5-4-221 0,-5 4-537 15,9-1 237-15</inkml:trace>
  <inkml:trace contextRef="#ctx0" brushRef="#br0" timeOffset="129668.6174">27404 17696 427 0,'2'-6'483'0,"0"0"22"0,-2 1-3 16,0-1-3-16,0 6-9 0,0 0-17 0,1-13-9 15,-1 13-11-15,1-9-18 0,-1 7-24 0,0 2-23 16,0 0-24-16,4-5-30 0,-4 5-29 16,0 0-34-16,0 0-23 0,0 0-32 0,0 0-19 15,0 0-6-15,0 0 3 0,0 0-3 0,1 21-41 16,-1-12-150-16,2 3 0 0,-1 0 0 0,-2 0 0 0,1 2 0 16,0 0 0-16,2 4 0 0,-1-2 0 0,1 0 0 15,-2 0 0-15,0-3 0 0,0 3 0 0,0-1 0 16,-2-2 0-16,2 2 0 0,0-3 0 15,2-2 0-15,-2 3 0 0,-2-4 0 0,1 1 0 16,0 0 0-16,3-3 0 0,-2-1 0 0,0 0 0 16,0-2 0-16,-1 1-23 0,2-1-360 0,-1-4-37 15,-2 5-22-15,2-5-26 0,-3 2-27 0,3-2-35 16,0 0-375-16,0 0-981 0,0 0 433 0</inkml:trace>
  <inkml:trace contextRef="#ctx0" brushRef="#br0" timeOffset="130216.4656">27377 17854 39 0,'0'0'248'0,"0"0"22"16,0-3 19-16,0 3 16 0,0 0 1 0,0 0 6 16,0 0 19-16,0 0 5 0,-3-6 8 0,3 6 10 15,0 0 3-15,0 0 4 0,-1-7 5 0,1 7-5 16,0 0-13-16,0-5-4 0,0 5-3 0,0 0-17 16,0 0-18-16,5-6-27 0,-2 2-23 0,-3 4-22 15,7-8-18-15,1 4-19 0,0-2-23 16,1-1-18-16,1 2-15 0,3 0-16 0,0-1-14 15,6 0-51-15,-3-3-60 0,2 0 0 0,1-2 0 0,-1 4 0 16,4-3 0-16,-5 4 0 0,0-1 0 0,0 0 0 16,-3-2 0-16,-2 2 0 0,0-1 0 0,-3 5 0 15,-2-1 0-15,0 1 0 0,-2 1 0 16,1 0 0-16,-6 2 0 0,7-4 0 0,-7 4 0 16,5-2 0-16,-5 2 0 0,0 0 0 0,0 0 0 15,0 0 0-15,0 0 0 0,0 0 0 0,4 10 0 16,-4-10 0-16,-7 14 0 0,5-5 0 0,-2 1 0 15,1 7 0-15,-1-5 0 0,2-2 0 0,0 6 0 16,-1 1 0-16,3-5 0 0,0 0 0 0,0 0 0 16,0 0 0-16,0-1 0 0,0-4 0 0,0 0 0 15,-3 0 0-15,6-2 0 0,-3 2 0 0,0-3 0 16,2 1 0-16,-2-5 0 0,2 5 0 0,-2-5 0 16,9 1 0-16,-9-1 0 0,0 0 0 0,14-9 0 15,-7 8 0-15,0-1 0 0,2-4 0 0,0 0 0 16,1 1 0-16,-6 1 0 0,5-2 0 0,-2 2 0 15,-1-1 0-15,-1 2 0 0,0 1 0 0,-5 2 0 16,11-2 0-16,-11 2 0 0,12 0 0 0,-12 0 0 16,12 3 0-16,-6-2 0 0,2 3 0 0,-2-2 0 15,1 2 0-15,0 2 0 0,-2-1 0 0,2-1 0 16,-4 0 0-16,3 0 0 0,-3 0 0 0,-1-1 0 16,0 0-55-16,-2-3-178 0,2 6-35 0,-2-6-47 15,1 5-43-15,0-3-41 0,-1-2-46 0,0 0-56 16,0 0-436-16,0 0-1013 0,0 0 448 0</inkml:trace>
  <inkml:trace contextRef="#ctx0" brushRef="#br0" timeOffset="131006.3091">28045 18043 129 0,'1'-6'414'0,"-1"6"3"0,6-2 4 0,-4 0 4 16,-2 2-7-16,2-4-4 0,-2 4-6 0,0 0-16 15,0 0-11-15,0 0-15 0,3-6-24 16,-3 6-23-16,0 0-34 0,0 0-38 0,4-3-24 15,-4 3-18-15,0 0-29 0,0 0-20 0,3 12 2 16,-2-6-9-16,-1 1-14 0,-1 4-3 0,3-1-21 16,-2-10 1-16,0 0-7 0,0 38-18 0,2-27-4 15,-2-11-6-15,0 26-7 0,0-26-6 0,-2 23-10 16,2-23-3-16,3 20-8 0,-3-20-4 0,-5 19-4 16,5-19-4-16,0 0-8 0,-1 15-8 0,1-15-22 15,0 0-20-15,0 0-22 0,0 0-15 0,0 17-21 16,0-17-24-16,0 0-28 0,0 0-39 0,0 0-40 15,0 0-39-15,0 0-42 0,0 0-47 0,0 0-46 16,0 0-57-16,0 0-405 0,-3-42-922 0,2 30 407 16</inkml:trace>
  <inkml:trace contextRef="#ctx0" brushRef="#br0" timeOffset="131185.622">27999 17883 250 0,'0'0'431'0,"3"-6"-1"0,-3 6-13 0,0 0 3 16,1-4-18-16,-1 4-24 0,0 0-30 0,0 0-37 16,-1-7-30-16,1 7-30 0,0 0-26 0,0 0-43 15,0 0-57-15,0 0-59 0,0 0-64 16,0-2-75-16,0 2-51 0,0 0-72 0,0 0-61 16,13 12-68-16,-11-10-266 0,2 3-640 0,0 0 283 15</inkml:trace>
  <inkml:trace contextRef="#ctx0" brushRef="#br0" timeOffset="131724.7817">28096 18081 205 0,'0'0'391'0,"0"0"13"16,0 0 9-16,0 0-5 0,0 0-1 0,9-13-14 15,-7 8-8-15,-2 5-12 0,1-7-16 0,0 1-20 16,2 1-13-16,-3 5-25 0,2-7-19 0,2 2-22 15,-1 0-15-15,-1 0-33 0,3 2-26 0,-1-1-7 16,-4 4-18-16,5-8-17 0,-1 6-19 0,-4 2-9 16,5-4-5-16,-5 4-21 0,11-1-14 15,-11 1-7-15,12 3-12 0,-3-1-2 0,-4 3-7 16,4 1-3-16,-1 0-11 0,-2 0 2 0,3 3-14 16,-2-2 9-16,0 2-6 0,-2 0 2 0,-2-4-9 15,1 4 2-15,0-3 1 0,-2 3-4 0,0-4-12 16,-2-5-7-16,0 0-7 0,0 0-9 0,5 25-5 0,-5-25-14 15,0 0-2-15,0 0 0 0,-8 18 4 16,8-18 1-16,0 0 2 0,0 0 9 0,0 0-3 16,-10 11 11-16,10-11 0 0,0 0 4 0,0 0 3 15,0 0-3-15,0 0 8 0,0 0 3 0,-5-3 5 16,5 3 0-16,0 0 7 0,0 0 2 0,14-17 6 16,-12 12 4-16,3-2-3 0,3 1-1 0,-3 1-4 15,1-3 3-15,1 2 2 0,1 0-8 0,-1 0-2 16,-2 4 5-16,2-2-3 0,-1 1-5 0,-1 0 0 15,5 1-4-15,-4 2 4 0,1 0-1 0,0 4 6 16,1 0-2-16,2 0-1 0,-1 3 1 0,-1 0 1 16,-8-7-2-16,13 16-3 0,-13-16-2 0,9 18 9 15,-9-18-5-15,10 17-1 0,-10-17-4 0,7 18 4 16,-7-18 0-16,0 0-7 0,2 19-32 0,-2-19-20 16,0 0-33-16,0 14-37 0,0-14-34 0,0 0-29 15,0 0-20-15,0 0-55 0,0 0-58 0,12 12-52 16,-12-12-38-16,0 0-49 0,0 0-310 0,0 0-830 15,56-24 368-15</inkml:trace>
  <inkml:trace contextRef="#ctx0" brushRef="#br0" timeOffset="133208.237">28698 18058 40 0,'2'-5'331'0,"-2"-1"14"0,0 6 2 15,1-7 3-15,0 1 8 0,-2-1-12 0,0 2-3 16,-1-1 2-16,-2 1-1 0,1 0 1 0,-5 1-6 15,4 0-9-15,-2 1-14 0,1-1-11 0,5 4-17 16,-9-6-19-16,5 4-27 0,4 2-22 0,0 0-13 16,-10-2 5-16,10 2 5 0,-9 7-10 0,2 1-19 15,1-1-7-15,1 3-11 0,-3-1-12 0,0 2-17 16,3 1-17-16,-1-1-11 0,6-11-12 0,-13 25-11 16,8-13-5-16,5-12-7 0,-14 22-11 0,10-13-18 15,4-9-49-15,-9 17 0 0,9-17 0 0,-4 13 0 16,4-13 0-16,-3 16 0 0,3-16 0 0,0 0 0 15,7 22 0-15,-7-22 0 0,13 13 0 16,-13-13 0-16,19 12 0 0,-19-12 0 0,23 12 0 16,-23-12 0-16,27 3 0 0,-27-3 0 0,32 0 0 15,-32 0 0-15,34-3 0 0,-34 3 0 0,31-10 0 16,-14 4 0-16,-1-3 0 0,-1-2 0 0,-3 3 0 0,1-3 0 16,-3 0 0-16,-1-4 0 0,-1 4 0 15,-6 0 0-15,2-2 0 0,3-2 0 0,-7 0 0 16,2 6 0-16,2-2 0 0,-4 1 0 0,1 0 0 15,-1 2 0-15,0 2 0 0,0 6 0 0,0-9 0 16,0 6 0-16,0 3 0 0,0-6 0 0,0 6 0 16,0-6 0-16,0 6 0 0,0 0 0 0,0 0 0 15,4-3 0-15,-4 3 0 0,0 0 0 0,0 0 0 16,0 0 0-16,0 0 0 0,16 6 0 0,-16-6 0 16,8 1 0-16,-8-1 0 0,9 2 0 0,-9-2 0 15,7 3 0-15,-7-3 0 0,0 0 0 0,9 2 0 16,-5 1 0-16,-4-3 0 0,0 0 0 0,0 0 0 15,10 1 0-15,-10-1 0 0,0 0 0 0,0 0 0 16,4 6 0-16,-4-6 0 0,5 2 0 0,-5-2 0 16,0 0 0-16,5 12 0 0,-5-9 0 0,2 1 0 15,-2 2 0-15,2-1 0 0,-1 0 0 0,-1 0 0 16,0 3 0-16,1-3 0 0,-1-5 0 16,0 0 0-16,0 0 0 0,-5 32 0 0,5-32 0 15,-4 14 0-15,4-14 0 0,0 0 0 0,-5 18 0 0,5-18 0 16,0 0 0-16,0 0 0 0,-1 18 0 15,1-18 0-15,0 0 0 0,11 13 0 0,-11-13 0 16,0 0 0-16,26 9 0 0,-26-9 0 0,26 3 0 0,-26-3 0 16,39 0 0-16,-39 0 0 0,42-6 0 0,-12 1 0 15,-5-2 0-15,1 0 0 0,-1-4 0 16,-6 4 0-16,2-2 0 0,-6 1 0 0,3-2 0 16,-4 2 0-16,2-2 0 0,-6 3 0 0,-1-3 0 15,-3 3 0-15,1-3 0 0,-2 2 0 0,-3 1 0 16,1-1 0-16,-2 2 0 0,-2 1 0 0,1-1 0 15,-3 0 0-15,3 0 0 0,0 6 0 0,-5-10 0 16,0 8 0-16,1-2 0 0,4 4 0 0,-9-3 0 16,9 3 0-16,-9 1 0 0,9-1 0 0,-15 7 0 15,7 0 0-15,1 0 0 0,-1 2 0 0,0-1 0 16,3 1 0-16,-3-1 0 0,3 2 0 0,0 1 0 16,0-2 0-16,5-9 0 0,-9 20 0 0,9-20 0 15,-6 18 0-15,6-18 0 0,-2 19 0 0,2-19 0 16,4 18 0-16,-4-18 0 0,9 15-3 0,-9-15 1 15,19 13-3-15,-4-4 4 0,2-1-14 0,0-1 19 16,2-1-1-16,-19-6 3 0,40 9 3 0,-20-6-5 16,-20-3-4-16,43 1 0 0,-43-1 0 0,40-6 0 15,-22-1 0-15,-18 7 0 0,36-9 0 16,-21 0 0-16,-2 0 0 0,4-2 0 0,-6-1 0 16,-3 2 0-16,1-1 0 0,-1 2 0 0,-3-2 0 15,0 0 0-15,-1 0 0 0,1 2 0 0,-2-2 0 0,-1 6 0 16,0-1 0-16,0 0 0 0,0 2 0 0,-2 4 0 15,3-7 0-15,-1 3 0 0,-2 4 0 0,0 0 0 16,0 0 0-16,0 0 0 0,0 0 0 0,0 0 0 16,-3 25 0-16,3-25 0 0,0 0 0 15,0 31 0-15,0-31 0 0,-2 23 0 0,2-23 0 16,0 21 0-16,0-21 0 0,-1 18 0 0,1-18 0 16,0 16 0-16,0-16 0 0,0 0 0 0,1 16 0 15,-1-16 0-15,0 0 0 0,0 0 0 0,0 0 0 16,0 0 0-16,0 0 0 0,3 17 0 0,-3-17 0 15,0 0 0-15,0 0 0 0,0 0 0 0,0 0 0 16,0 0 0-16,0 0 0 0,0 0 0 0,0 0 0 16,57-28 0-16,-48 20 0 0,5-3 0 0,-5 2 0 15,-1 1 0-15,1-2 0 0,0 3 0 0,-4 1 0 16,0 1 0-16,0 0 0 0,0 2 0 0,0-2 0 16,-1 2 0-16,-4 3 0 0,5-4 0 0,-5 4 0 15,4-4 0-15,-4 4 0 0,0 0 0 0,0 0 0 16,0 0 0-16,0 0 0 0,0 0 0 0,9 9 0 15,-9-9 0-15,0 0 0 0,0 0 0 0,0 0 0 16,0 0 0-16,0 0 0 0,10 27 0 0,-10-27 0 16,0 0 0-16,0 0 0 0,0 0 0 0,0 0 0 15,3 13-13-15,-3-13-8 0,0 0 9 0,0 0-6 16,0 0 3-16,0 0 18 0,0 0-9 0,0 0 3 16,0 0 2-16,10 0-21 0,-10 0 20 15,0 0-7-15,15-9 2 0,-8 4-2 0,-2 0 5 16,1 1-7-16,-2 0 21 0,1 0-19 0,0 1 3 15,-5 3-1-15,9-6 4 0,-6 5 3 0,-3 1-4 16,6-3 2-16,-6 3 5 0,0 0-14 0,0 0 3 16,9-1 0-16,-9 1 0 0,0 0 2 0,0 0-3 15,10 8 11-15,-10-8-8 0,0 0-4 0,0 0 13 16,0 0-34-16,0 0-42 0,17 21-45 0,-17-21-55 16,0 0-59-16,11 13-73 0,-11-13-75 0,13 8-107 15,-13-8-541-15,0 0-1113 0,0 0 493 0</inkml:trace>
  <inkml:trace contextRef="#ctx0" brushRef="#br0" timeOffset="134059.3427">29937 18087 109 0,'0'0'310'15,"0"0"-4"-15,0 0-15 0,0 0-14 0,0 0-11 16,0 0-18-16,0 0-11 0,0 0-18 15,0 0-10-15,0 0-16 0,0 0-3 0,0 0-14 16,0 0-2-16,0 0-12 0,0 0-8 0,0 0-9 16,0 0-7-16,0 0-3 0,0 0-8 0,0 0-2 15,0 0-11-15,0 0-7 0,0 0 0 0,0 0-12 16,0 0-1-16,0 0 6 0,0 0-7 0,23 6-9 16,-17-6-1-16,-1 1 2 0,0 0-2 0,4-1-9 15,-2 0-1-15,0-1-2 0,4-1-3 0,0-2-3 16,2 2 1-16,0-3 3 0,-3 0 2 0,0 2-1 15,0-5-6-15,-1 6-4 0,0-3-7 0,-5 0-2 16,2 1-4-16,-2-2-5 0,1 4 0 0,-2-1-4 16,-2-1-2-16,0 1-1 0,3-1-3 0,-4 4-4 15,-1-7-6-15,1 7-4 0,-3-4 3 0,3 4-6 16,-2-5-1-16,2 5-4 0,-3-3-3 16,3 3 1-16,0 0-3 0,-15 2-1 0,9 1-1 15,-1 0 0-15,-2 1 2 0,-1 2-5 0,-1 2 1 16,2 0 1-16,-1 0-2 0,0 1 2 0,1-2 0 15,-1 3 3-15,3-3-2 0,7-7-1 0,-12 16-5 16,12-16 4-16,0 0-3 0,-13 17 3 0,13-17 1 16,0 0-1-16,-7 11 5 0,7-11 4 0,0 0 3 15,0 0-2-15,0 0 0 0,19 22 0 0,-19-22 1 16,22 11 6-16,-5-7 3 0,-17-4 4 0,34 7 8 16,-34-7 2-16,36 5-3 0,-36-5 1 0,30-2 3 15,-30 2-2-15,28-4 4 0,-28 4-3 0,26-7 18 16,-15 3-12-16,1-2-8 0,-3 0-1 0,0 0 1 15,-2-1-10-15,0-1-5 0,-3 0 5 0,-1 0-4 16,0 2-4-16,0 0 8 0,-1-1-1 0,1 2-1 16,-1 0 4-16,-2 0-5 0,0 5-3 0,3-6-2 15,-3 6 8-15,1-6-14 0,0 5-4 0,-1 1-3 16,0 0-5-16,0 0 1 0,0 0-1 0,0 0 0 16,0 0 1-16,0 0-1 0,0 13 1 15,-1-9-3-15,0-1 7 0,1 5-3 0,0-2 5 16,0-6-1-16,0 0-5 0,0 0 3 0,0 0-3 15,0 0-2-15,1 29 5 0,-1-29-7 0,0 0 9 0,0 0-3 16,0 0 7-16,4 14-5 0,-4-14 1 0,0 0-1 16,0 0 0-16,0 0 4 0,0 0-3 15,0 0-3-15,0 0 3 0,0 0 0 0,19 2-5 16,-16-3-4-16,4 0 16 0,-2-3-11 0,-1 2 3 16,1-2-2-16,1 2-3 0,2 0 0 0,-4-2 0 15,1 1 4-15,-1 1-7 0,0 0 3 0,1 0 1 16,-1 0-5-16,2 1-2 0,-6 1 2 0,12 1-3 15,-6 0 1-15,2 2-1 0,-8-3 7 0,0 0-8 16,29 16 2-16,-29-16-4 0,22 14-11 0,-13-7-17 16,-9-7-23-16,20 17-30 0,-12-10-32 0,-8-7-40 15,17 12-38-15,-17-12-33 0,14 11-43 0,-14-11-34 16,16 9-56-16,-16-9-55 0,0 0-71 0,0 0-253 16,0 0-811-16,0 0 359 0</inkml:trace>
  <inkml:trace contextRef="#ctx0" brushRef="#br0" timeOffset="134428.4269">30643 17727 219 0,'0'-11'366'0,"-1"1"-13"0,0-2-6 0,0 4-5 16,-1 1-8-16,1-2-5 0,0 2 2 0,1 2-5 16,0 5 5-16,-5-9-3 0,5 9-4 0,-4-6-6 15,4 6-8-15,0 0-13 0,-4-7-14 16,4 7-18-16,0 0-18 0,0 0-15 0,0 0-13 15,0 0-23-15,0 0-9 0,0 0-28 0,0 0 14 16,0 0 1-16,0 0 4 0,-1 22 13 0,2-11-3 16,-2 6-23-16,1 3-16 0,1 0-17 0,2 7-2 15,-2-8-62-15,1 7-68 0,2 0 0 0,0 1 0 16,-1-1 0-16,-1 1 0 0,1-2 0 0,-1 0 0 16,-2-6 0-16,3 0 0 0,-3 0 0 0,1 1 0 15,1-5 0-15,-2 2 0 0,0-17 0 0,1 25 0 16,-1-25 0-16,0 21 0 0,0-21 0 0,0 13 0 15,0-13 0-15,0 0 0 0,0 0 0 0,1 18 0 16,-1-18 0-16,0 0 0 0,0 0 0 0,0 0-50 16,0 0-158-16,0 0-43 0,1 5-46 15,-1-5-26-15,0 0-41 0,0 0-23 0,7-19-28 16,-7 19-3-16,1-13-15 0,-1 9-9 0,1-6-326 16,-3 4-831-16,2 6 369 0</inkml:trace>
  <inkml:trace contextRef="#ctx0" brushRef="#br0" timeOffset="134708.8883">30573 18010 127 0,'-5'-2'200'0,"5"2"19"0,-9-4 7 0,4 2 19 16,0-1 13-16,5 3 12 0,-8-4 16 0,4 1 7 15,4 3 16-15,-5-4 11 0,5 4 4 0,0 0 1 0,-5-3 6 16,5 3-5-16,0 0 0 0,0 0-6 16,0 0 4-16,0 0 10 0,0 0-2 0,0 0-13 15,0 0-29-15,0 0-30 0,14-6-23 0,-9 3-19 16,4-1-25-16,5 0-17 0,4-1-15 0,3 2-16 15,-2 1-12-15,8-6-9 0,-6 3-15 0,2 2-10 16,-5-1-67-16,0 1-32 0,1-1 0 0,-6 2 0 16,-3-1 0-16,4 3 0 0,-3-3 0 0,-2 3 0 15,-2-1 0-15,-7 1 0 0,9-3 0 0,-9 3 0 16,8-4 0-16,-8 4 0 0,0 0 0 0,0 0-183 16,0 0-71-16,0 0-39 0,5 7-40 0,-5-7-50 15,-5 9-64-15,5-9-65 0,-6 11-453 0,0-6-1044 16,1-1 462-16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8-10T11:31:15.979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2190 376 160 0,'0'0'285'0,"0"0"-2"0,0 0-1 16,0 0 2-16,0 0 5 0,0 0 8 0,4-20 6 15,-4 20 2-15,0 0-2 0,0 0 4 0,6-14 6 16,-6 14-14-16,0 0-9 0,0 0-7 16,4-16-5-16,-4 16-7 0,0 0 6 0,0 0-11 15,5-14 0-15,-5 14-8 0,0 0-8 0,0 0-22 16,1-17-3-16,-1 17-11 0,0 0-7 0,0 0-21 15,0 0-7-15,2-17-13 0,-2 17-16 0,0 0-15 16,0 0-20-16,0 0-8 0,0 0-14 0,0 0-56 0,0 0-37 16,0 0 0-16,-25-8 0 0,25 8 0 15,0 0 0-15,-61 19 0 0,30-7 0 0,1 3 0 16,-3 1 0-16,-2 3 0 0,-12 6 0 0,-1 0 0 16,5 0 0-16,9-6 0 0,3 1 0 0,2-4 0 15,2 2 0-15,5-4 0 0,4-1 0 0,5-2 0 16,3-3 0-16,10-8 0 0,-14 18 0 0,14-18 0 15,-4 11-23-15,4-11-22 0,0 0 8 0,0 0 2 16,23 25 3-16,-4-18 9 0,11 2 6 0,-1 0-9 16,9 1 2-16,2-2 4 0,10 5 0 15,-13-6 9-15,1 4-6 0,-7-3 3 0,-1 3-2 16,-6 1-5-16,-9-4 12 0,2 0-7 0,-17-8-1 16,21 13 11-16,-13-5 3 0,-8-8 1 0,6 18 12 0,-6-18 11 15,-6 24 13-15,-9-12 1 0,-10 9-6 0,-3-8 3 16,-4 4-10-16,-15 0 5 0,9-6-1 0,-11 7-6 15,12-9 0-15,1-2-6 0,6 1-1 0,9-5 11 16,2-2 7-16,6 0-1 0,2-2-4 16,11 1-6-16,-13-4-29 0,13 4-41 0,0 0-32 15,0 0-37-15,5-34-33 0,-5 34-49 0,24-24-45 16,-7 11-51-16,2 5-60 0,0-3-51 0,-3 2-51 16,9-4-37-16,3 3-391 0,-10 7-958 0,0-2 423 15</inkml:trace>
  <inkml:trace contextRef="#ctx0" brushRef="#br0" timeOffset="1134.5605">2341 768 56 0,'0'0'464'15,"0"0"7"-15,0 0-1 0,0 0 1 0,0 0-14 16,0 0-10-16,0 0-19 0,0 0-10 0,0 0-19 16,0 0-12-16,0 0-20 0,0 0-22 0,0 0-24 15,0 0-36-15,0 0-24 0,0 0-34 0,0 0-16 16,0 0-22-16,0 0-17 0,0 0-10 0,0 0-39 16,0 0-15-16,0 0-11 0,0 0-13 0,0 0-9 15,0 0-11-15,0 0 2 0,0 0-19 0,0 0-3 16,16 17-3-16,-16-17 15 0,0 0-21 0,-2 24-2 15,-2-14-4-15,4-1-8 0,-4 0 6 0,3-1-5 16,1 0 1-16,-3 1-5 0,2-2-26 0,1-2-19 16,0-5-15-16,0 11-12 0,-1-5-6 15,1-6 1-15,0 0 0 0,-3 8 5 0,3-8 8 16,0 0 13-16,0 0 11 0,0 0-1 0,0 0 2 0,0 0-2 16,0 0 5-16,0 0 10 0,0 0 7 15,0 0 10-15,40-33 8 0,-30 25 1 0,-10 8-6 16,18-17 23-16,-9 7-3 0,-9 10 17 0,18-12-3 15,-18 12-10-15,13-10 4 0,-13 10-2 0,0 0-21 16,14-13 1-16,-14 13 2 0,0 0-10 0,0 0 4 16,0 0-8-16,0 0 5 0,0 0-1 0,0 0-10 15,0 0 4-15,0 0 6 0,43 20-7 0,-43-20 8 16,12 15-12-16,-7-2 3 0,1-5 1 0,-2 0 8 16,1 1-9-16,-4 0 4 0,2-2-21 0,-2 0-17 15,3-2-15-15,-4-1-18 0,2 1-17 0,-2-5-9 16,3 6-3-16,-3-6 13 0,0 0 7 0,1 5 10 15,-1-5 15-15,0 0 11 0,0 0 1 0,0 0 3 16,0 0 3-16,0 0-3 0,0 0 9 0,0 0 1 16,23-28-2-16,-23 28 5 0,12-19 2 15,-12 19 4-15,14-14-2 0,-14 14 8 0,14-15 6 16,-14 15 0-16,13-12 0 0,-13 12 8 0,0 0-2 16,22-7 4-16,-22 7-8 0,0 0 0 0,20-7 5 15,-20 7 0-15,0 0 2 0,0 0-4 0,34 1 2 16,-34-1-2-16,0 0 4 0,0 0-2 0,36 11 0 15,-36-11-2-15,14 11-4 0,-14-11 5 0,13 8-3 16,-9-2 0-16,1 0 3 0,-4-1-2 0,2 1-2 16,-2-1 2-16,2 3 0 0,-3-2 0 0,0 0 5 15,-3 0-10-15,2 0-4 0,-3 0-6 0,-1-1-4 16,1 1-3-16,-1-1-5 0,-3-3 10 0,3 2 7 16,5-4 0-16,-5 2 2 0,5-2 4 0,0 0 5 15,0 0 0-15,-9-12 15 0,7 7 1 0,2 5 2 16,0 0-4-16,9-32 2 0,-2 19 5 0,6-3-3 15,-3 0 1-15,12-3-2 0,0-1 0 0,2 0 10 16,2-4-11-16,3 3 0 0,0 2-3 0,2-1-3 16,-3-1-1-16,4 2-2 0,0 2 0 15,0-1 0-15,1 0 3 0,-3 0 1 0,2 3 11 16,-6 0 13-16,0-1 13 0,-11 4 4 0,3 3-1 16,-5 1 10-16,-13 8 3 0,19-13-9 0,-19 13-6 15,14-13-1-15,-14 13-12 0,10-10 7 0,-10 10-28 16,0 0-1-16,11-14 2 0,-11 14-6 0,0 0 3 15,0 0-4-15,0 0-13 0,-18-21 12 0,18 21-2 16,0 0-1-16,-21-8-7 0,21 8-3 0,0 0-4 16,-21-5 3-16,21 5-2 0,0 0-2 0,0 0 8 15,0 0 32-15,-36 27 5 0,24-12 17 0,7 4 22 16,-4 8 15-16,4 0-60 0,5 2-31 0,-4 3 0 16,2-1 0-16,-2 4 0 0,1 0 0 0,2 10 0 15,-3-9 0-15,-1 0 0 0,0-1 0 0,-2 1 0 16,0-2 0-16,1 0 0 0,0-1 0 0,1 2 0 15,-4-3 0-15,-1-3 0 0,2 0 0 0,-2-1 0 16,1-2 0-16,3-6 0 0,-1-2 0 0,2-2 0 16,1-5 0-16,1-1 0 0,-1 0 0 15,4-3 0-15,-1 3 0 0,1-10 0 0,0 8 0 16,0-8 0-16,0 8 0 0,0-8 0 0,0 0 0 16,0 0-69-16,6 3-322 0,-6-3-67 0,0 0-47 15,0 0-59-15,17-21-470 0,-13 12-1121 0,-2-3 496 16</inkml:trace>
  <inkml:trace contextRef="#ctx0" brushRef="#br0" timeOffset="1354.7259">3067 996 22 0,'0'-9'459'0,"0"9"24"0,-4-10 14 16,8 7 14-16,-4 3-11 0,0 0-13 0,1-11-15 15,-1 11-14-15,0 0-26 0,-1-9-26 0,1 9-46 16,0 0-50-16,1-6-19 0,-1 6-39 0,4-7-35 15,1 3-23-15,7 1-41 0,4-5-37 0,-1 1-49 16,5 1-36-16,-20 6-48 0,38-12-39 0,-10 5-41 16,-5 4-41-16,4-4-47 0,-27 7-34 0,39-7-31 15,-17 4-36-15,-22 3-27 0,36-8-34 16,-22 5-25-16,-14 3-29 0,0 0-273 0,32-6-728 16,-32 6 323-16</inkml:trace>
  <inkml:trace contextRef="#ctx0" brushRef="#br0" timeOffset="1738.3277">3432 844 101 0,'0'0'232'0,"0"0"25"16,0 0 11-16,0 0 8 0,0 0 5 0,0 0 9 16,0 0 12-16,0 0 5 0,0 0 0 0,0 0-13 15,0 0-11-15,0 0-26 0,0 0-15 0,0 0-25 16,0 0-23-16,0 0-23 0,22-14-24 0,-22 14-16 16,0 0-10-16,0 0-10 0,0 0-13 0,0 0-12 15,13 14-11-15,-11-9-5 0,2 3-7 0,0-3-7 16,0 0 0-16,0 2-9 0,-3 2-7 0,-1-1-6 15,0-3-3-15,0 2 0 0,-1 0 1 0,-2 1-12 16,-2-2-17-16,1 4-23 0,-1-4-21 0,-4-2-14 16,0-1 8-16,4 1 13 0,-8-2-10 15,13-2 6-15,-13 2 17 0,13-2 1 0,0 0 1 0,-15-4 12 16,10-2 24-16,0 3 25 0,2-3 12 16,2 0 6-16,1 6 0 0,0 0-5 0,0 0-3 15,5-31-6-15,-5 31 0 0,9-12-6 0,-9 12-4 16,9-13-8-16,-9 13-5 0,0 0-2 0,10-11-9 15,-10 11 1-15,0 0-3 0,0 0-2 0,0 0-1 16,30-4-3-16,-30 4-1 0,15 5-2 0,-7 1 0 16,1 0-1-16,-2 0 4 0,3 1-21 0,-2 0-29 15,0 2-37-15,2-2-36 0,0 0-50 0,-1 2-40 16,3-2-58-16,-3 0-61 0,2-1-64 16,1-1-308-16,-5-3-758 0,4 0 336 0</inkml:trace>
  <inkml:trace contextRef="#ctx0" brushRef="#br0" timeOffset="2285.7021">3753 864 177 0,'0'0'400'0,"0"0"17"0,12-18 11 0,-12 18 6 16,0 0-10-16,0 0-16 0,0 0-12 0,11-9-30 16,-11 9-29-16,0 0-31 0,0 0-32 0,0 0-28 15,0 0-26-15,0 0-26 0,0 0-28 0,0 0-15 16,0 0-11-16,0 0-17 0,0 0-15 0,0 0-8 15,0 0-10-15,-18 25-6 0,13-18-11 0,-1 1-3 16,-3 2-7-16,2-2-5 0,2 2-11 0,-1 1-1 16,-2-1-4-16,1 0-4 0,0-1-2 0,2 1-8 15,0 0-12-15,2 1-22 0,-3-3-21 0,5 0-6 16,-2-4-2-16,3 5 1 0,3-1 6 0,2-1 5 16,0-3 9-16,5 3 2 0,0-1-6 0,9-1 9 15,2-1 1-15,8-1 2 0,1-3 1 16,0-2-3-16,1-3 3 0,-4-2 1 0,1-1 7 0,1-3 2 15,0 2 4-15,-1-3 11 0,-9 4 24 16,0-3 17-16,0 1-1 0,-1 1 4 0,-4-3-11 16,0 2-3-16,-14 10-3 0,18-17-7 0,-18 17 4 0,13-13-1 15,-13 13-5-15,6-13-11 0,-6 13-4 16,0 0-7-16,4-14-3 0,-4 14-4 0,0 0-1 16,0 0-4-16,0 0-1 0,0 0 1 0,0 0-5 15,-28-11 4-15,20 14-6 0,8-3 2 0,-20 11-1 16,8-4-2-16,2 1 1 0,1 1-2 0,1 2 3 15,1-3-3-15,3 5 4 0,-2-2-6 0,4 0 1 16,1 1 5-16,-2-2 1 0,6 3-1 0,-2-4 1 16,7-2 4-16,-3 2 3 0,5-2 1 0,3 0-3 15,9 1 6-15,-2-4-4 0,1 0 0 0,7-1 3 16,1-3-8-16,2-1 0 0,-2 0 3 0,2 0 0 16,-11-2-2-16,2 1-11 0,-4-1-25 0,-4-1-40 15,-1 1-51-15,-2 0-59 0,1 0-54 16,-6 1-67-16,1-1-69 0,-7 3-75 0,7-7-415 15,-7 7-934-15,0 0 414 0</inkml:trace>
  <inkml:trace contextRef="#ctx0" brushRef="#br0" timeOffset="3257.0361">5161 624 99 0,'0'0'382'0,"0"0"4"0,0 0 13 16,0 0 6-16,-5-22 5 0,5 22-6 15,0 0-1-15,0 0-7 0,0 0 1 0,0 0-4 16,-3-18 3-16,3 18-19 0,0 0-15 0,0 0-13 16,0 0-15-16,0 0-31 0,0 0-28 0,0 0-26 15,0 0-42-15,0 0-27 0,0 0-26 0,0 0-19 16,0 0-16-16,0 0-11 0,0 0-12 0,0 0-9 16,0 0 0-16,-16 45-10 0,10-28-8 0,-2 3-4 15,-1 5-9-15,1-1-24 0,1 0-32 0,-5 2 0 16,1-1 0-16,2 1 0 0,-4-1 0 0,1 0 0 15,2-2 0-15,0-5 0 0,1-1 0 0,-1 0 0 16,5-4 0-16,0-1 0 0,0-2 0 0,1-6 0 16,1 5 0-16,2-4 0 0,-2-3 0 0,2 3-34 15,1-5 7-15,-1 6 6 0,1-6 10 0,0 0-1 16,0 0 12-16,0 0-1 0,0 0 0 0,9-24 15 16,-4 14 17-16,3-9-1 0,5-5 2 0,0-3-32 15,1 0 0-15,-1-5 0 0,-3 0 0 0,6 1 0 16,0-12 0-16,-2 12 0 0,-3 1 0 0,5 2 0 15,-3 2 0-15,-4 0 0 0,1 3 0 0,-2 7 0 16,-2-1 0-16,2 2 0 0,-8 15 0 0,10-18 0 16,-10 18 0-16,5-13 0 0,-5 13 0 0,0 0 0 15,0 0 0-15,12-12 0 0,-12 12 0 16,0 0 0-16,0 0 0 0,0 0 0 0,0 0 0 16,19 40 0-16,-14-21 0 0,-1-1 0 0,4 12 0 0,-2-1 0 15,0 1 0-15,-2 0 0 0,1 3 0 0,-2-1 0 16,-1-2 0-16,2-1 0 0,0-1 0 15,-1 3 0-15,-2-2 0 0,1-4 0 0,0 1 0 16,0-8 0-16,0-1 0 0,-4 0 0 0,4-4 0 16,-1-4 0-16,-1 2 0 0,0-3 0 0,0-1 0 15,1-2 0-15,0-1 0 0,-1-4 0 0,-1 8 0 16,1-8 0-16,-2 4-114 0,2-4-162 0,0 0-55 16,0 0-46-16,0 0-56 0,0-21-58 0,1 10-82 15,-4-1-360-15,1-4-1011 0,-1 0 447 0</inkml:trace>
  <inkml:trace contextRef="#ctx0" brushRef="#br0" timeOffset="3491.1115">5095 882 430 0,'-12'0'489'0,"12"0"11"0,0 0 5 0,0 0-5 0,0 0-14 15,0 0-18-15,0 0-36 0,0 0-34 0,0 0-32 16,0 0-44-16,0 0-28 0,0 0-38 0,0 0-32 15,0 0-18-15,0 0-23 0,46-16-15 16,-46 16-21-16,26-4-26 0,-26 4-43 0,41-7-37 16,-24 4-32-16,-17 3-43 0,37-8-21 0,-20 6-30 15,-17 2-43-15,35-4-39 0,-35 4-38 0,35-5-62 16,-35 5-44-16,26-3-34 0,-26 3-50 0,27-4-39 16,-27 4-266-16,0 0-758 0,27-4 335 0</inkml:trace>
  <inkml:trace contextRef="#ctx0" brushRef="#br0" timeOffset="3837.9921">5444 808 237 0,'0'0'326'0,"0"0"14"0,0 0 8 16,0 0-3-16,0 0 5 0,0 0-15 0,0 0-16 15,0 0-17-15,0 0-20 0,0 0-20 0,0 0-23 16,0 0-28-16,0 0-17 0,29-10-28 0,-29 10-10 16,0 0-17-16,0 0-8 0,0 0-5 0,29 14-15 15,-29-14-13-15,16 14-2 0,-10-6-14 0,2 2-14 16,0-1 4-16,-5 1-13 0,3 1 1 0,0-1-7 15,-3 2-3-15,0-1-7 0,-1 0-4 0,-2-1-2 16,-2 1-8-16,1 1-6 0,-3-3-16 16,3 0-6-16,-1-2-2 0,-2 0 1 0,0-1-3 15,1-3 6-15,1 0-8 0,2-3 12 0,0 0 5 16,0 0 5-16,0 0 6 0,-13-10 13 0,12 5 7 16,2-6-7-16,4 0-2 0,-5 11 0 0,10-28-1 15,-2 13-3-15,2-3 0 0,-1 4-6 0,-9 14-3 16,14-20 1-16,-5 10-5 0,-9 10-3 0,14-16-1 15,-14 16-6-15,13-13-9 0,-13 13-28 0,0 0-31 16,19-8-31-16,-19 8-38 0,0 0-48 0,0 0-47 16,0 0-49-16,0 0-48 0,0 0-53 0,0 0-68 15,46 14-233-15,-46-14-731 0,0 0 324 0</inkml:trace>
  <inkml:trace contextRef="#ctx0" brushRef="#br0" timeOffset="4270.0999">5729 918 253 0,'0'0'470'0,"0"0"-8"0,0 0-12 0,0 0-18 16,0 0-23-16,5 1-22 0,-5-1-32 0,0 0-29 16,0 0-33-16,0 0-29 0,0 0-30 0,0 0-20 15,0 0-26-15,0 0-16 0,0 0-18 0,0 0-13 16,0 0-15-16,0 0-15 0,0 0-11 0,0 0-7 15,5 4-9-15,-5-4-4 0,17-2-2 0,-6 1-14 16,3-1 4-16,4 0 10 0,-3-2 6 0,-2-1 4 16,-13 5-7-16,31-13 0 0,-31 13 4 0,23-12 4 15,-23 12 7-15,18-9-3 0,-18 9 1 0,11-9 1 16,-11 9-8-16,0 0-19 0,13-11-12 0,-13 11 1 16,0 0-4-16,0 0-11 0,6-13-8 0,-6 13-7 15,0 0-3-15,0 0-1 0,0 0-7 0,0 0-3 16,0 0-2-16,-38-10-2 0,38 10-3 0,0 0 1 15,-41 16 0-15,22-4 0 0,5-3-1 16,0 2-2-16,2 3 1 0,2-1-3 0,0 0 0 16,1-1-21-16,5-2-13 0,2 1-10 0,2 0 1 0,2 0-6 15,2-1-12-15,0 1-20 0,7-4-26 0,2 5-23 16,0-4-26-16,5 1-35 0,1-6-47 0,-2-1-22 16,2 0-38-16,-1-1-36 0,2-5-48 0,-1 1-34 15,-1-4-42-15,-1-2-257 0,-3 1-770 16,1-3 341-16</inkml:trace>
  <inkml:trace contextRef="#ctx0" brushRef="#br0" timeOffset="4770.6262">6088 878 278 0,'0'0'362'0,"0"0"0"0,0 0-4 0,0 0-12 15,0 0-18-15,0 0-18 0,0 0-25 0,0 0-22 16,0 0-24-16,0 0-23 0,0 0-23 0,20-15-26 15,-20 15-18-15,0 0-15 0,0 0-15 0,12 4-13 16,-12-4-9-16,8 6-8 0,-3-3-9 0,0 0-11 16,-1 3-12-16,1 1-4 0,0 0-14 0,-1 1 1 15,-3 0-7-15,0-2 4 0,0 3-7 0,-1 0-22 16,-1-3 4-16,-3 3-9 0,-1 0 0 0,-2-1-18 16,-2-1-11-16,-2 0-26 0,0-1 9 15,-2 0 4-15,3-2-1 0,-3 1-5 0,4-3 12 16,0-1 1-16,-1-1 9 0,10 0 3 0,-13-3 14 15,8-5 8-15,1 4 18 0,-1-1-2 0,4-4 18 16,1 0 5-16,1-2-7 0,4 0 8 0,-5 11-15 16,9-23 24-16,-9 23-1 0,16-19-1 0,-9 9 6 15,-7 10-5-15,13-13 4 0,-13 13-8 0,13-10-6 16,-13 10-6-16,0 0-8 0,16-8-3 0,-16 8-1 16,0 0 5-16,23 4 3 0,-14 0 0 0,-1 1 5 15,1 3-8-15,-1-1 2 0,-2 1-1 0,1 2 3 16,0-2 3-16,-1 3 1 0,2-2 1 0,-1-1-4 15,-1 2-1-15,2-1-4 0,-2 0-1 0,-1 0 1 16,2 0-3-16,-1-2-2 0,4 0-1 0,-6-2 1 16,5 2-4-16,-4-3 1 0,5 0 0 0,-5-1-1 15,6 1-3-15,-5-1-20 0,3 0-20 0,-1-3-16 16,-8 0-30-16,12 1-30 0,-12-1-34 16,13-4-54-16,-6 1-37 0,-5-1-47 0,-2 4-65 15,8-10-76-15,-9 4-262 0,1 6-733 0,-2-16 324 16</inkml:trace>
  <inkml:trace contextRef="#ctx0" brushRef="#br0" timeOffset="6809.259">6885 884 78 0,'0'0'296'0,"0"0"-1"15,0 0 1-15,-15-7 0 0,15 7-5 0,0 0 4 16,0 0 6-16,0 0 6 0,0 0 1 0,0 0-2 16,0 0-11-16,0 0-13 0,0 0-18 0,0 0-23 15,0 0-28-15,0 0-23 0,0 0-19 16,0 0-21-16,0 0-14 0,0 0-16 0,0 0-12 16,23-25-17-16,-23 25-9 0,0 0-7 0,32 1-10 15,-32-1-8-15,0 0-7 0,32 6-6 0,-23-2-6 16,0-1-4-16,-2 1-4 0,-1 0-7 0,-1 3 0 15,-3-1-6-15,1-1-1 0,-1 0 1 0,-2 0 0 0,0 3-2 16,-2-2 4-16,-3 1-2 0,-2 0 3 0,-4 0-3 16,1-2 2-16,-3 2 4 0,-2-1 2 15,-2-2 11-15,3-1 13 0,-2 0 12 0,5-2 17 16,-2 0 19-16,2-1 23 0,11 0 11 0,-17-2 9 16,12-1-9-16,-1 0-19 0,2-3-9 0,1-2-22 15,3 8-12-15,0 0-14 0,16-37-37 0,-2 23-36 16,10-6-54-16,4 3-57 0,4 4-57 0,0-4-70 15,0 6-69-15,1-1-43 0,-1 0-46 0,0 6-50 16,0-3-37-16,-4 1-270 0,-1 1-834 16,-7 1 370-16</inkml:trace>
  <inkml:trace contextRef="#ctx0" brushRef="#br0" timeOffset="7173.995">7283 662 8 0,'0'0'480'0,"0"0"27"15,4-34 8-15,-4 34 5 0,0-18 7 0,0 18 8 16,0-19 4-16,0 19-9 0,-4-15 0 16,4 15-15-16,0 0-16 0,-4-18-22 0,4 18-32 15,0 0-42-15,0 0-28 0,-4-14-40 0,4 14-34 16,0 0-151-16,0 0-150 0,0 0 0 0,0 0 0 16,0 0 0-16,0 0 0 0,0 0 0 0,0 0 0 15,-9 58 0-15,7-29 0 0,-2 0 0 0,1 3 0 16,-4 0 0-16,5 2 0 0,-3 0 0 0,1 13 0 15,-1-2 0-15,-1 4 0 0,1-2 0 0,-2 0 0 16,5-12 0-16,-2-1 0 0,-4 15 0 0,3 0 0 16,0 1 0-16,-1-14 0 0,2-3 0 0,0 16 0 15,3-17 0-15,-2 0 0 0,2-3 0 0,0 3 0 16,-2-7 0-16,3-6 0 0,-1-2 0 0,1-5 0 16,-3-2 0-16,3-2 0 0,0-2 0 0,0-1 0 15,0-5 0-15,0 6 0 0,0-6 0 0,0 0 0 16,0 0 0-16,0 0 0 0,0 0 0 0,0 0 0 15,-6-26 0-15,5 10-359 0,2-9-316 0,-5-3-519 16,3 4-1292-16,-4-1 573 0</inkml:trace>
  <inkml:trace contextRef="#ctx0" brushRef="#br0" timeOffset="7439.9109">7083 1185 12 0,'-1'-4'369'0,"1"4"21"0,-4-7 32 16,4 4 29-16,-1-3 24 0,1 6 19 15,0-5 8-15,0 5 12 0,-3-7 15 0,3 7-13 16,0-2-11-16,0 2-32 0,0 0-35 0,3-6-43 16,-2 3-41-16,3-1-42 0,0-2-30 0,6 0-29 0,8-4-31 15,9 1-20-15,4-3-121 0,1 1-81 16,0 1 0-16,3-2 0 0,1 2 0 0,-4 0 0 0,-1 1 0 16,0 2 0-16,-5-3 0 0,-7 7 0 15,-1-1 0-15,-5 1 0 0,-1 0 0 0,-1 1 0 16,-5 0 0-16,2 1 0 0,-4-1 0 0,1 2 0 15,-5 0 0-15,0 0-46 0,14-2-343 0,-14 2-67 16,0 0-56-16,8-2-65 0,-8 2-459 0,0 0-1121 16,11-1 496-16</inkml:trace>
  <inkml:trace contextRef="#ctx0" brushRef="#br0" timeOffset="7760.7667">8203 891 201 0,'0'0'570'0,"0"0"31"15,0 0 19-15,13-24 8 0,-13 24 5 16,0 0-3-16,0 0-16 0,0 0-26 0,0 0-42 16,0 0-42-16,0 0-45 0,0 0-50 0,0 0-47 15,0 0-28-15,0 0-44 0,0 0-88 0,0 0-202 16,0 0 0-16,1 0 0 0,-1 0 0 0,0 12 0 0,0-4 0 15,0 0 0-15,-1 4 0 0,1 0 0 16,0 0 0-16,-3 1 0 0,3 1 0 0,0 2 0 16,0 2 0-16,-4-3 0 0,4-3 0 0,-1-3 0 15,-3 1 0-15,3-1 0 0,0-1 0 0,-2-1 0 16,3-1 0-16,-1-3 0 0,1-3 0 0,0 0 0 16,0 9 0-16,0-9 0 0,0 0-347 0,0 0-184 15,0 0-84-15,0 0-502 0,4-27-1209 0,-3 15 535 16</inkml:trace>
  <inkml:trace contextRef="#ctx0" brushRef="#br0" timeOffset="7930.7836">8213 719 318 0,'0'0'455'0,"5"-25"24"0,-5 25 13 0,0 0-5 16,3-21-23-16,-3 21-16 0,0 0-41 0,5-16-33 15,-5 16-41-15,0 0-35 0,0 0-39 0,8-13-56 16,-8 13-66-16,0 0-85 0,0 0-95 0,0 0-83 15,0 0-73-15,0 0-72 0,0 0-90 16,0 0-340-16,0 0-760 0,0 0 336 0</inkml:trace>
  <inkml:trace contextRef="#ctx0" brushRef="#br0" timeOffset="8242.0895">8424 618 435 0,'0'0'502'0,"0"0"13"0,0 0 12 0,5-23 18 16,-5 23 15-16,0 0 28 0,0 0-13 0,0 0-20 16,0 0-29-16,0 0-39 0,-1-18-43 0,1 18-41 15,0 0-40-15,0 0-36 0,0 0-32 0,0 0-34 16,0 0-32-16,0 0-175 0,0 0-54 0,0 0 0 16,0 0 0-16,0 0 0 0,0 0 0 0,0 0 0 15,0 0 0-15,0 0 0 0,0 0 0 0,-9 64 0 16,9-51 0-16,0-13 0 0,-1 27 0 15,2-7 0-15,-2-2 0 0,-2-4 0 0,3-14 0 0,3 29 0 16,-3-18 0-16,0-11 0 0,0 22 0 0,0-22 0 16,0 15 0-16,0-15 0 0,0 0 0 0,0 18 0 15,0-18 0-15,0 0 0 0,0 0 0 0,0 0-102 16,0 0-282-16,0 17-32 0,0-17-68 16,0 0-87-16,0 0-468 0,0 0-1127 0,0 0 499 0</inkml:trace>
  <inkml:trace contextRef="#ctx0" brushRef="#br0" timeOffset="8824.517">8406 690 17 0,'0'0'330'0,"0"0"16"0,0 0 10 16,0 0 20-16,0 0 7 0,0 0 8 0,-25-13 0 16,25 13-11-16,0 0-14 0,0 0-11 0,0 0-19 15,0 0-14-15,0 0-16 0,0 0-16 0,0 0-21 16,0 0-26-16,0 0-20 0,0 0-27 0,0 0-14 15,0 0-23-15,0 0-24 0,0 0-8 0,0 0-12 16,43-14-15-16,-43 14-8 0,36-3-8 0,-36 3-8 16,36-3-3-16,-18 1-13 0,-18 2-1 0,30-8-5 15,-30 8-6-15,23-5 1 0,-23 5-9 0,22-3 2 16,-22 3-5-16,0 0-8 0,20-6 4 0,-20 6-2 16,0 0 6-16,0 0 9 0,0 0 14 0,22-9-9 15,-22 9 6-15,0 0 9 0,0 0 14 0,0 0 6 16,0 0 3-16,0 0 3 0,0 0-66 0,0 0-26 15,13-8 0-15,-13 8 0 0,0 0 0 0,0 0 0 16,0 0 0-16,0 0 0 0,0 0 0 0,0 0 0 16,0 0 0-16,0 0 0 0,0 0 0 0,0 0 0 15,0 0 0-15,0 0 0 0,0 0 0 16,0 0 0-16,0 0 0 0,0 0 0 0,-9 42 0 16,9-42 0-16,-8 21 0 0,8-21 0 0,-6 20 0 0,6-20 0 15,-7 20 0-15,7-20 0 0,-5 14 0 0,5-14 0 16,0 0 0-16,-2 16 0 0,2-16 0 15,0 0 0-15,0 0 0 0,0 0-20 0,-4 14-32 0,4-14 9 16,0 0 8-16,0 0 4 0,0 0 5 0,0 0-4 16,0 0 5-16,0 0 1 0,0 0 5 15,37-36 0-15,-37 36-1 0,13-14 6 0,-13 14-3 16,0 0 11-16,14-12-3 0,-14 12 1 0,0 0-10 16,14-7 10-16,-14 7-8 0,0 0 5 0,0 0-3 15,0 0 3-15,0 0-4 0,0 0 11 0,0 0-3 16,46 13 2-16,-46-13 0 0,14 12 1 0,-14-12 0 15,0 0-11-15,15 13-37 0,-15-13-50 0,11 9-49 16,-11-9-41-16,0 0-63 0,11 12-52 0,-11-12-41 16,0 0-50-16,0 0-61 0,0 0-440 0,0 0-974 15,0 0 432-15</inkml:trace>
  <inkml:trace contextRef="#ctx0" brushRef="#br0" timeOffset="10510.4887">9598 603 116 0,'0'0'433'16,"0"0"-2"-16,3-26 7 0,-3 26 2 0,0 0-5 15,0-15-9-15,0 15-19 0,0 0-28 0,0 0-25 16,-9-20-25-16,9 20-32 0,0 0-13 0,-14-14-27 16,14 14 2-16,-14-7-29 0,14 7 12 0,-24-9-14 15,24 9 4-15,-26-7-24 0,26 7-11 16,-24-6-21-16,24 6-19 0,0 0-11 0,-33 1-25 15,33-1 0-15,-23 12 2 0,6-1 0 0,3 1 3 0,1 4 12 16,2-1 9-16,-2 10 4 0,1 2-111 16,1 2-40-16,2 1 0 0,5 5 0 0,-2-2 0 0,3 3 0 15,-3 10 0-15,5-10 0 0,-6 13 0 16,6-16 0-16,-3 2 0 0,3-1 0 0,-3 1 0 16,0-3 0-16,3 2 0 0,-3-3 0 0,0 4 0 15,0-4 0-15,2-2 0 0,-5 1 0 0,4-2 0 16,-4-3 0-16,3-5 0 0,-2 6 0 0,-2-7 0 15,4-3 0-15,-1 0 0 0,3-5 0 0,-1-4 0 16,1 1 0-16,0 0 0 0,0-4 0 0,2-4 0 16,-3 8 0-16,3-8 0 0,-2 8 0 0,2-8 0 15,0 0 0-15,-1 6 0 0,1-6 0 0,0 0 0 16,0 0 0-16,0 0 0 0,-7-19 0 0,2 7 0 16,1 1 0-16,3-7 0 0,-1 1-394 0,0-7-196 15,2-3-78-15,0 2-423 0,-1 0-1179 0,3 0 521 16</inkml:trace>
  <inkml:trace contextRef="#ctx0" brushRef="#br0" timeOffset="10743.2342">9126 1030 312 0,'-4'-6'379'0,"3"1"21"0,1-1 12 16,-3 2 25-16,-1 0 23 0,2-3 13 0,2 7 13 15,-3-6 6-15,3 1-3 0,0 5-19 0,-1-7-46 0,1 7-44 16,1-10-37-16,3 5-37 0,0 0-36 0,6-2-31 15,4-4-19-15,8 4-30 0,3-4-13 16,4 3-31-16,1-1-50 0,3-2-56 0,-2 4-56 16,-1 0-47-16,0-1-53 0,-2 4-50 0,-5 1-45 15,-23 3-44-15,41-4-51 0,-23 4-53 0,-18 0-40 16,28-4-43-16,-28 4-49 0,24-3-313 0,-24 3-869 16,0 0 386-16</inkml:trace>
  <inkml:trace contextRef="#ctx0" brushRef="#br0" timeOffset="11494.7747">9564 849 149 0,'0'0'373'0,"0"0"5"16,0 0 31-16,0 0 2 0,0 0 6 0,0 0-9 15,0 0-15-15,0 0-20 0,0 0-24 0,0 0-31 16,0 0-28-16,0 0-32 0,0 0-25 0,0 0-34 16,0 0-22-16,0 0-18 0,0 0-19 0,32 11-13 15,-26-8-14-15,3 3-10 0,-1-1-9 0,1 4-12 16,-1 0-10-16,-1-1-6 0,1 4-8 0,0 0-4 15,-3-1-2-15,-1 1-11 0,1 3 3 0,-3-3-8 16,2-1-7-16,-4 0-3 0,1 2-11 16,-2-3-16-16,1-1-16 0,-2 0-5 0,0-2-10 15,1 0-5-15,-2-2-2 0,2 1 7 0,1-3 5 0,0 1 5 16,0-4 6-16,0 4 15 0,0-4-4 0,0 0 8 16,0 0 16-16,0-13 3 0,0 3 2 0,3 2-7 15,1-4-1-15,-1-2 2 0,0 5-1 16,7-6-2-16,-6 3 1 0,1 2-3 0,-1-1-4 15,-3 4-1-15,4-1-1 0,3 3-3 0,-3 0-3 16,-4 1-4-16,3-2 1 0,0 3-3 0,0 1 3 16,-3-1-4-16,6 2 0 0,-7 1 3 0,7-2 0 15,-7 2-2-15,9-1 1 0,-9 1 1 0,0 0-4 16,9 1 1-16,-9-1 2 0,8 3 0 0,-7-1 1 16,-1-2-3-16,5 1 5 0,-5-1-2 0,4 4 0 15,-4-4 2-15,4 1-4 0,-4-1 4 0,0 0-1 16,1 2 4-16,-1-2 1 0,0 0 2 0,0 0 0 15,0 0 4-15,8 0-6 0,-8 0 3 0,0 0-1 16,0 0-2-16,0 0 3 0,10-2-4 0,-10 2 2 16,9-1-1-16,-9 1 2 0,9-2-5 0,-4 2 3 15,1-1 0-15,-1 0 1 0,-5 1-3 0,9 1-1 16,-9-1-7-16,11 1 6 0,-4 1-2 0,-2-1-2 16,1 1 2-16,0 2-3 0,0-1 3 0,-2 0 0 15,1 3-1-15,0-1 3 0,-2 1-1 16,0 0 1-16,0 2-2 0,0-1 2 0,-3-1 1 0,0 3 1 15,0-3-1-15,-4 2 1 0,-1-1 4 0,1-1 0 16,-5 4 4-16,4-5-3 0,-6 2 0 0,3-3-1 16,0 0-2-16,1 0 2 0,1-2 1 0,0 1 2 15,1-3 4-15,5 0 2 0,-11-3 0 0,7 1 12 16,0-3 8-16,4 1 10 0,-1-4-1 16,-1 2-2-16,2-5-7 0,2 5-1 0,-1-1-9 15,1-1 4-15,1 0-11 0,0 1-1 0,-1 1-6 16,1-1 2-16,2 3-5 0,-2 1-2 0,3 0-6 15,-4 0 1-15,3 2 2 0,3 1-3 0,-8 0-4 16,14 1 5-16,-14-1-2 0,14 5 4 0,-9-2-8 16,4 0-3-16,-4 1-18 0,3 3-17 0,-3-3-22 15,4 5-17-15,0-4-20 0,-4 2-25 0,4 1-43 16,-3-1-32-16,2 1-38 0,1-1-47 0,0-3-58 16,1 1-57-16,2-3-380 0,-2 1-848 0,1-2 375 15</inkml:trace>
  <inkml:trace contextRef="#ctx0" brushRef="#br0" timeOffset="11761.6739">10157 957 114 0,'4'-6'359'0,"-3"2"23"0,2-1 9 15,-1 0 15-15,-2 5 15 0,4-6 0 16,-4 1-2-16,0 5-9 0,4-3-11 0,-4 3-21 16,0 0-13-16,0 0-38 0,5-4-29 0,-5 4-31 15,0 0-27-15,0 0-31 0,0 0-18 0,0 0-25 0,0 0-15 16,0 0-12-16,0 0-12 0,-9 17-14 0,4-9-9 15,1 2-14-15,-1-1-1 0,0 2-15 16,-3-1-12-16,2 1 0 0,0 3-8 0,-1-2 3 16,-2 1-16-16,4-2 7 0,0-1-30 0,1-2-38 15,2 0-30-15,0 1-16 0,4 0-6 0,0 0-18 16,2-2-34-16,5 0-49 0,2-2-49 0,6 1-36 16,6-3-44-16,5-2-44 0,2-5-58 0,3-2-48 15,-1-1-351-15,-3-2-869 0,0-3 385 0</inkml:trace>
  <inkml:trace contextRef="#ctx0" brushRef="#br0" timeOffset="12048.8775">10535 781 442 0,'0'0'513'16,"2"-24"27"-16,-2 24 12 0,0 0 2 0,0-17 25 16,0 17 8-16,0 0-8 0,0 0-20 0,0 0-27 15,-3-18-30-15,3 18-39 0,0 0-36 0,0 0-33 16,0 0-45-16,0 0-23 0,0 0-47 0,0 0-265 15,0 0-14-15,0 0 0 0,0 0 0 16,0 0 0-16,0 0 0 0,0 0 0 0,0 0 0 16,-13 51 0-16,8-35 0 0,0 2 0 0,3 1 0 15,-1-3 0-15,0 2 0 0,0-1 0 0,0 1 0 16,0-1 0-16,1 2 0 0,1 1 0 0,-2-4 0 0,2 0 0 16,-2-4 0-16,2 5 0 0,1-5 0 0,-3-3 0 15,2 0 0-15,1 1 0 0,0 0 0 16,-1-3 0-16,0-2 0 0,2 1-24 0,-2-2-457 15,1-4-36-15,0 0-19 0,1 6-73 0,-1-6-395 16,0 0-1088-16,0 0 481 0</inkml:trace>
  <inkml:trace contextRef="#ctx0" brushRef="#br0" timeOffset="12411.7622">10475 957 23 0,'-6'-3'417'0,"6"3"18"0,0 0 10 16,0 0 12-16,0 0 11 0,0 0-1 0,0 0-8 15,0 0-15-15,0 0-12 0,0 0-18 0,0 0-30 16,0 0-25-16,0 0-31 0,0 0-35 0,0 0-28 16,0 0-23-16,0 0-28 0,0 0-20 0,18-7-33 15,-11 5-10-15,5-1-13 0,3 1-16 0,-3 1-20 16,-1-2-7-16,2 3-11 0,0-1-7 0,-3 1-7 16,0-1-11-16,2 1 0 0,-12 0-12 15,14-1-5-15,-9-1-8 0,-5 2-9 0,0 0-8 0,14 0 0 16,-14 0-5-16,11 5-1 0,-5-1-2 15,-3-2 13-15,3 3-27 0,-1 1 17 0,1 1-5 16,-1-1-8-16,-1 1 0 0,-1-2 4 0,-1 6 4 0,2-6-6 16,-3 2 8-16,1 1-11 0,0-1-1 0,-1 1 9 15,1-1 10-15,0-1-17 0,1 1-7 16,-3-2-28-16,0-1-26 0,1 2-20 0,-1-6-18 16,0 8-25-16,0-5-30 0,0-3-25 0,0 0-13 15,0 8-17-15,0-8-16 0,0 0-26 0,0 0-45 16,0 0-84-16,0 0-68 0,10-15-70 0,-7 10-293 15,1-8-879-15,0 1 390 0</inkml:trace>
  <inkml:trace contextRef="#ctx0" brushRef="#br0" timeOffset="12560.5607">10770 844 147 0,'0'0'351'0,"0"0"12"0,0 0 7 16,0 0 2-16,0 0-10 0,0 0-2 0,0 0-19 15,8-23-28-15,-8 23-32 0,0 0-25 0,0 0-31 16,0 0-39-16,0 0-42 0,0 0-58 0,0 0-65 15,0 0-37-15,0 0-72 0,0 0-72 0,0 0-78 16,0 0-74-16,5 26-249 0,-1-17-608 0,5-2 269 16</inkml:trace>
  <inkml:trace contextRef="#ctx0" brushRef="#br0" timeOffset="13197.3313">10902 985 396 0,'0'0'412'15,"0"0"-1"-15,0 0 0 0,10-7-8 0,-10 7-5 16,9-2-17-16,-9 2-21 0,3-7-18 0,-3 7-23 16,2-6-31-16,-2 6-23 0,0 0-23 0,4-5-27 15,-4 5-25-15,0 0-19 0,3-4-14 0,-3 4-21 16,0 0-22-16,0 0-11 0,0 0-9 0,14 5-16 16,-14-5-10-16,11 4-5 0,-6 2-10 0,-1 1-5 15,2 1-3-15,-3 2-8 0,2-1-2 0,-1 0-3 16,-4 0-1-16,1 1-5 0,2 1-1 0,-3-1-4 15,0 0-10-15,-4-1-14 0,2 1-6 0,-5-2-11 16,0-1-11-16,0 1-4 0,-2-2-11 0,2-2-2 16,-1 1 7-16,-1-3 3 0,1 3 10 15,1-5 4-15,-4 0 0 0,11 0 7 0,-15-5 1 16,10 1 2-16,1-1 2 0,3-2-1 0,0-3 0 0,3-1 0 16,1-3 6-16,1-1-2 0,1 0 2 0,2-1 1 15,2 4-4-15,-1-3 2 0,1 7 3 0,0-3-9 16,0 2 5-16,0 2-2 0,6-3 8 0,-3 5-4 15,2 0-2-15,-3 4 0 0,3 0-5 16,-1 1 4-16,1 2 0 0,-4 0-1 0,3 3 3 16,-4 1 0-16,1 1 8 0,-2 1-5 0,1 0 2 15,-2 3-4-15,-1-3 5 0,-1 3-1 0,-1 0 0 16,-1 0-5-16,0-1 9 0,-3-1 2 0,0 1-6 16,0-1-7-16,-1 1-8 0,2-4-15 0,-2-1-11 15,1 1 8-15,0-6 1 0,-2 7 6 0,2-7 9 16,0 0 5-16,0 5 20 0,0-5 6 0,0 0-12 15,0 0 13-15,0 0-4 0,14-18-1 0,-8 9-2 16,-1-1 5-16,1 2-1 0,2-2 3 0,-2 0 3 16,-1 2 6-16,2 1-1 0,0 0 4 0,0 2 3 15,-2 3-2-15,1-3-2 0,-2 4-15 0,1 0 2 16,-5 1 0-16,12 2-4 0,-6 0 1 0,3 1 3 16,-4 0-2-16,8 5 3 0,-7-2 0 0,-2-1 2 15,1 1 0-15,2-1-4 0,-2 1 4 0,-3 0-2 16,5-1 1-16,-4 0-10 0,3 1 10 0,-3 0-6 15,1 0-12-15,1-1-28 0,-1 1-42 0,0-2-43 16,0 0-43-16,-2-1-52 0,-2-3-64 0,6 4-84 16,-6-4-413-16,0 0-838 0,0 0 371 0</inkml:trace>
  <inkml:trace contextRef="#ctx0" brushRef="#br0" timeOffset="42185.0891">11532 1112 70 0,'0'0'429'0,"0"0"-7"15,0 0 0-15,0 0-30 0,8 0-26 0,-8 0-20 0,0 0-27 16,0 0-23-16,0 0-17 0,0 0-12 0,0 0-5 16,0 0-13-16,0 0-10 0,0 0-2 0,0 0-6 15,0 0-3-15,0 0-1 0,0 0-5 0,0 0-7 16,0 0-5-16,0 0 1 0,0 0-7 16,0 0-3-16,0 0-2 0,0 0-6 0,0 0-8 15,4 7-22-15,-4-7-11 0,0 0-17 0,-3 7-10 16,3-7-12-16,-2 7-7 0,-2-2-9 0,-3 2-33 15,1-3-81-15,-3 4-86 0,-5-2-101 0,4 1-124 0,-8 1-135 16,1-1-152-16,-2-1-443 0,1-2-1146 0,0 3 507 16</inkml:trace>
  <inkml:trace contextRef="#ctx0" brushRef="#br0" timeOffset="66117.8344">12562 540 255 0,'0'0'490'0,"0"0"7"0,0 0-5 0,27-12-12 16,-27 12-13-16,0 0-17 0,0 0-15 0,0 0-27 0,0 0-17 15,0 0-29-15,0 0-18 0,0 0-28 0,0 0-16 16,0 0-11-16,0 0-20 0,0 0-30 0,0 0-27 16,0 0-20-16,0 0-23 0,0 0-11 0,0 0-16 15,0 0-25-15,0 0-3 0,-64-8-16 16,64 8-7-16,-31 1-15 0,31-1-4 0,-40 6-6 15,10-3-6-15,5 4-8 0,-5-2 11 0,2-2-38 16,-4 4-25-16,3-3 0 0,1 2 0 0,6-2 0 0,22-4 0 16,-37 6 0-16,19-4 0 0,18-2 0 0,0 0 0 15,-29 5 0-15,29-5 0 0,0 0 0 16,0 0 0-16,-21 4 0 0,21-4 0 0,0 0 0 16,0 0 0-16,0 0 0 0,0 0 0 0,0 0 0 15,0 0 0-15,0 0 0 0,0 0 0 0,0 0 0 16,0 0 0-16,0 0 0 0,0 0 0 0,0 0 0 15,0 0 0-15,0 0 0 0,0 0 0 0,0 0 0 16,-27 4 0-16,27-4 0 0,0 0 0 0,0 0 0 16,0 0 0-16,0 0 0 0,0 0 0 0,0 0 0 15,0 0 0-15,0 0 0 0,0 0 0 0,0 0 0 16,0 0 0-16,0 0 0 0,0 0 0 0,0 0 0 16,-5 18 0-16,5-18 0 0,0 21 0 0,-4-3 0 15,2 0 0-15,2 0 0 0,0 3 0 0,0-2 0 16,0 1 0-16,0 6 0 0,0 2 0 0,0 4 0 15,-3-3 0-15,6 0 0 0,-6 0 0 0,2 0 0 16,1 0 0-16,0-2 0 0,0 2 0 0,0 0 0 16,0-2 0-16,-2 2 0 0,0-1 0 0,4-3 0 15,-4 2 0-15,4-7 0 0,-4-1 0 0,2 1 0 16,4 6 0-16,-3-1 0 0,2 1 0 0,-1-7 0 16,0 1 0-16,1-1 0 0,1-3 0 0,0-1 0 15,0-2 0-15,-3-4 0 0,3 2 0 0,0-1 0 16,-3-1 0-16,4 2 0 0,-5-5 0 15,4-1 0-15,-4-5 0 0,4 6 0 0,-4-6 0 16,0 0 0-16,0 7 0 0,0-7 0 0,0 0 0 16,5 5 0-16,-5-5 0 0,0 0 0 0,3 4 0 0,-3-4 0 15,0 0 0-15,0 0 0 0,20-4 0 0,-7-4 0 16,5 3 0-16,0 1 0 0,2 4 0 0,1-7 0 16,-1 2 0-16,3 1 0 0,-3-1 0 15,1 4 0-15,-2 0 0 0,-1-3 0 0,-6 2 0 16,-1-2 0-16,-1 4 0 0,-10 0 0 0,14 0 0 15,-14 0 0-15,13 0 0 0,-13 0 0 0,8-4 0 16,-8 4 0-16,0 0 0 0,0 0 0 0,10-2 0 0,-10 2 0 16,0 0 0-16,0 0 0 0,0 0 0 15,4-7 0-15,-4 7 0 0,0 0 0 0,0 0 0 16,4-6 0-16,-4 6 0 0,0-9 0 0,0 9-161 16,-3-14-1178-16,3 4-1450 0,0-1 642 0</inkml:trace>
  <inkml:trace contextRef="#ctx0" brushRef="#br0" timeOffset="66498.8271">12760 752 14 0,'4'-20'512'0,"-4"20"31"0,4-17 18 0,-4 17 13 0,0 0 9 15,0 0-5-15,0-21-4 0,0 21-16 0,0 0-18 16,0 0-25-16,0 0-30 0,0 0-38 0,0 0-25 16,0 0-33-16,0 0-32 0,0 0-39 0,0 0-97 15,0 0-221-15,0 0 0 0,0 0 0 0,0 0 0 16,0 0 0-16,0 0 0 0,0 0 0 0,0 0 0 16,0 0 0-16,0 0 0 0,-5 57 0 15,2-41 0-15,3-16 0 0,-2 34 0 0,-2-16 0 16,4 2 0-16,-4-1 0 0,3-1 0 0,-3 0 0 0,1 0 0 15,2 0 0-15,-1-1 0 0,0-1 0 0,1-2 0 16,-3-2 0-16,4-3 0 0,-1 0 0 16,1-1 0-16,-2 1 0 0,4-3 0 0,-4-2 0 15,4 2 0-15,-2-6 0 0,0 7 0 0,0-3 0 16,0-4-411-16,0 0-184 0,0 0-109 0,0 0-377 16,-6-23-1169-16,-1 7 517 0</inkml:trace>
  <inkml:trace contextRef="#ctx0" brushRef="#br0" timeOffset="67034.332">12650 745 82 0,'0'0'514'0,"0"0"13"0,0 0 18 16,7-23 3-16,-7 23-11 0,0 0-21 0,0 0-21 15,0 0-19-15,2-14-13 0,-2 14-8 0,0 0-13 16,0 0-22-16,0 0-22 0,4-17-34 0,-4 17-30 15,0 0-35-15,8-15-30 0,-8 15-30 0,15-16-28 16,-1 5-154-16,4 2-57 0,0-2 0 16,0 2 0-16,10 1 0 0,1 2 0 0,-7 1 0 15,6-1 0-15,-8 2 0 0,-20 4 0 0,40-3 0 16,-40 3 0-16,32 0 0 0,-32 0 0 0,0 0 0 0,37 7 0 16,-37-7 0-16,21 7 0 0,-21-7 0 15,15 14 0-15,-15-14 0 0,9 18 0 0,-7-7 0 16,-2-11 0-16,-7 33 0 0,2-17 0 0,-9 6 0 15,-3 1 0-15,-2-3 0 0,-1 4 0 0,-3-5 0 16,0-2 0-16,-2 2 0 0,4-4 0 0,4-4 0 16,-1 1 0-16,3-4 0 0,3-1 0 0,1-2 0 15,2 0 0-15,1-3 0 0,3 2 0 0,-3-3 0 16,8-1 0-16,-10 4 0 0,10-4 0 0,0 0 0 16,-9-2 0-16,9 2 0 0,0 0 0 0,-10-7 0 15,10 7 0-15,-2-4 0 0,2 4 0 0,-2-5 0 16,2 5 0-16,0 0 0 0,-4-5 0 0,4 5 0 15,0 0 0-15,0 0 0 0,0 0 0 0,0 0 0 16,23 10 0-16,-10-4 0 0,1 1 0 0,3 2 0 16,2 3 0-16,-2-1 0 0,0 2 0 0,1 1 0 15,-1-2 0-15,3 6 0 0,-5-5 0 0,-2 1 0 16,0-1 0-16,0-4 0 0,-4 3 0 0,1 0 0 16,-2-2 0-16,1-2 0 0,-7-2 0 0,5 0 0 15,-1 0 0-15,-2-2 0 0,0-1 0 0,0 1 0 16,-4-4 0-16,6 5-417 0,-6-5-270 0,0 0-495 15,14-10-1279-15,-5 3 566 0</inkml:trace>
  <inkml:trace contextRef="#ctx0" brushRef="#br0" timeOffset="67499.92">13191 916 124 0,'0'0'413'0,"0"0"27"15,4-4 12-15,-4 4 6 0,0 0-20 0,0 0-18 16,0 0-29-16,0 0-28 0,0 0-20 0,0 0-18 16,0 0-24-16,0 0-14 0,0 0-25 0,0 0-17 15,0 0-24-15,0 0-6 0,0 0-17 0,0 0-16 16,0 0-19-16,0 0-2 0,0 0-15 0,0 0-16 16,0 0-11-16,0 0-10 0,0 0-14 0,22 0 4 15,-20-2-14-15,12-1 1 0,-10 2-6 0,9-4-5 16,-8 3-8-16,-5 2 5 0,0 0 16 0,0 0 6 15,0 0 3-15,29-16 10 0,-29 16-6 0,0 0-2 16,0 0-59-16,14-9-40 0,-14 9 0 0,0 0 0 16,0 0 0-16,0 0 0 0,0 0 0 0,0 0 0 15,0 0 0-15,0 0 0 0,0 0 0 0,-26 3 0 16,14 2 0-16,-3 2 0 0,-1 4 0 0,1-1 0 16,2-1 0-16,-2 2 0 0,2 0 0 0,4-1 0 15,2-2 0-15,0 2 0 0,1 1 0 0,3 0 0 16,-4-3 0-16,5 2 0 0,1-4 0 15,2 2 0-15,1-1 0 0,3 0 0 0,1 1 0 0,3-2 0 16,0 2 0-16,6-5 0 0,2 2 0 16,6-3 0-16,8-1 0 0,-2-2 0 0,-1-1 0 0,1-3-112 15,2-1-114-15,-1-3-36 0,0-3-43 0,-3-4-51 16,2 3-39-16,-8-8-56 0,3 3-53 0,-1 2-47 16,-1-4-288-16,-5 1-908 0,-5 3 402 0</inkml:trace>
  <inkml:trace contextRef="#ctx0" brushRef="#br0" timeOffset="67801.0254">13633 667 343 0,'0'0'462'0,"0"0"48"0,-1-30 44 15,1 30 35-15,0 0 38 0,1-17 13 0,-1 17 2 16,0 0-1-16,0 0-32 0,0 0-15 0,-1-17-53 16,1 17-45-16,0 0-40 0,0 0-39 0,0 0-347 15,0 0-70-15,0 0 0 0,0 0 0 0,0 0 0 16,0 0 0-16,0 0 0 0,0 0 0 0,-10 54 0 15,6-26 0-15,0 0 0 0,2 5 0 0,-1 1 0 16,-1-2 0-16,1 3 0 0,0 12 0 0,-5-11 0 16,6-4 0-16,-1 1 0 0,0-1 0 0,0 1 0 15,1-1 0-15,0 2 0 0,-2-4 0 0,1-1 0 16,3-2 0-16,0-9 0 0,0 1 0 0,0-1 0 16,-2-5 0-16,4 3 0 0,-2-4 0 0,3 4 0 15,-3-8 0-15,1-1 0 0,-2-1 0 0,2-1 0 16,-1-5 0-16,1 8 0 0,-1-8 0 0,0 0 0 15,0 0 0-15,0 0 0 0,0 0-541 0,8-27-734 16,-8 10-1382-16,3-1 611 0</inkml:trace>
  <inkml:trace contextRef="#ctx0" brushRef="#br0" timeOffset="68602.8806">13683 962 142 0,'0'0'441'0,"0"0"9"0,4-3 12 16,-4 3-11-16,0 0-24 0,0 0-33 0,5-1-38 0,-5 1-36 16,0 0-30-16,0 0-25 0,0 0-22 15,0 0-22-15,0 0-17 0,0 0-19 0,0 0-13 16,0 0-12-16,0 0-11 0,5-1-12 0,-5 1-9 16,0 0-8-16,0 0-8 0,0 0-3 0,13 1 2 15,-7-2 0-15,-6 1 5 0,18-2 11 0,-5 0 13 16,1 1-16-16,-1-2-3 0,2-1-6 0,-2 1-19 15,3-4 22-15,-4 3-7 0,-2-3-5 0,3 2 2 16,-4 1 1-16,0-1-12 0,-9 5 3 0,0 0-3 16,22-18 9-16,-22 18-7 0,0 0-18 0,10-14-21 15,-10 14-60-15,0 0 0 0,0 0 0 0,0 0 0 16,13-11 0-16,-13 11 0 0,0 0 0 0,0 0 0 16,0 0 0-16,0 0 0 0,-13-1 0 0,13 1 0 15,0 0 0-15,-22 12 0 0,12-6 0 0,1 2 0 16,0 1 0-16,0 2 0 0,2-3 0 0,0 2 0 15,2 1 0-15,-2 1 0 0,1-3 0 16,1 3 0-16,3-2 0 0,-1 0-29 0,2-3-38 16,1 1 12-16,1-2 6 0,0 2 3 0,3-3 7 15,0 1 14-15,3-2 4 0,5 0 0 0,-3-2 5 0,5-1 2 16,4-4 4-16,1 2 4 0,-1-3 0 0,0-3 23 16,1-3 22-16,0-1 3 0,6-2-6 15,-10 2 16-15,0-1-6 0,-1-2-1 0,-5 0 0 16,2 3-4-16,-11 11-2 0,13-22-37 0,-6 12-2 15,-7 10 0-15,6-19 0 0,-6 19 0 0,4-14 0 16,-4 14 0-16,0 0 0 0,3-14 0 0,-3 14 0 16,0 0 0-16,0 0 0 0,0 0 0 0,0 0 0 15,6-16 0-15,-6 16 0 0,0 0 0 0,0 0 0 16,0 0 0-16,0 0 0 0,0 0 0 0,0 0 0 16,0 0 0-16,36-1 0 0,-36 1-8 0,0 0 1 15,0 0 2-15,39 6 1 0,-39-6-7 0,0 0-1 16,0 0 18-16,27 3-15 0,-27-3 3 0,0 0-2 15,0 0 1-15,23 6 1 0,-23-6-6 0,0 0-1 16,0 0 0-16,0 0-4 0,0 0 5 0,0 0 1 16,18 9 0-16,-18-5-1 0,4 1 6 0,-4 2-6 15,0-1 5-15,0 5 9 0,0 0-4 0,0-1 1 16,0 0-6-16,0 0 8 0,-4-1-6 0,4 3 11 16,0-3-9-16,0-1-2 0,-2-2 6 0,4 1 1 15,-2 0 3-15,0-2-2 0,0 2-3 0,2-3 8 16,0 1-3-16,2 0-2 0,2-1 1 0,-1 2 4 15,3-5 12-15,2 3-11 0,3-2-4 0,-4-1-5 16,6-4-28-16,-2 2-12 0,5-2-27 0,-7-1-29 16,2 1-32-16,-1-1-40 0,-3-2-54 0,-3 2-68 15,4 0-83-15,-5 1-82 0,2-2-98 16,-7 5-386-16,8-4-1015 0,-8 4 449 0</inkml:trace>
  <inkml:trace contextRef="#ctx0" brushRef="#br0" timeOffset="69401.839">14887 706 349 0,'0'0'486'0,"0"0"3"0,0 0 1 0,23-19-12 16,-23 19-8-16,0 0-6 0,9-14-15 0,-9 14-8 16,0 0 1-16,0 0-2 0,0 0-21 0,10-14-16 15,-10 14-14-15,0 0-25 0,0 0-21 0,0 0-27 16,0 0-23-16,0 0-24 0,0 0-24 0,0 0-93 16,0 0-152-16,0 0 0 0,0 0 0 0,0 0 0 15,0 0 0-15,0 0 0 0,0 0 0 0,0 0 0 16,0 0 0-16,18 35 0 0,-15-21 0 0,-3-14 0 15,1 33 0-15,-1-15 0 0,2 1 0 0,-2-1 0 16,-2 1 0-16,2 8 0 0,-1-2 0 0,-3 0 0 16,0 1 0-16,0-8 0 0,3 1 0 0,-2 0 0 15,-1-2 0-15,0 0 0 0,3-1 0 0,1-5 0 16,-1 0 0-16,-3-4 0 0,4 2 0 0,0-2 0 16,0 1 0-16,0-4 0 0,5 1 0 0,-1 1 0 15,4-3 0-15,2 0 0 0,4 0 0 0,3-2 0 16,3-2 0-16,2 1 0 0,-2-4 0 0,9-1 0 15,-3-1 0-15,2 0 0 0,-6 0 0 0,-1 1 0 16,-1 1 0-16,-1 1 0 0,-1-3 0 0,0 0 0 16,-6 2 0-16,0 0 0 0,-2 3 0 0,0-2 0 15,-2 2 0-15,-4-2 0 0,1 0 0 0,0 3 0 16,-2-3 0-16,-3 3 0 0,6-1 0 0,-6 1 0 16,0 0 0-16,0 0 0 0,9 0 0 0,-9 0 0 15,0 0 0-15,0 0 0 0,0 0-85 0,0 0-503 16,0 0-68-16,-16-6-488 0,7 0-1239 0,-5 3 548 15</inkml:trace>
  <inkml:trace contextRef="#ctx0" brushRef="#br0" timeOffset="69723.6984">14974 717 71 0,'0'0'513'0,"-8"-23"18"15,8 23 14-15,0 0-4 0,-5-20-7 16,5 20-23-16,0 0 0 0,-1-17-34 0,1 17-17 16,0 0-17-16,0 0-25 0,-3-18-24 0,3 18-26 15,0 0-28-15,0 0-26 0,0 0-35 0,0 0-34 16,9-15-25-16,-9 15-23 0,22-11-22 0,-22 11-71 16,36-8-104-16,-17 3 0 0,8-3 0 0,-4 4 0 15,-2 0 0-15,7-1 0 0,-7 0 0 0,-21 5 0 16,41-4 0-16,-41 4 0 0,29-5 0 0,-29 5 0 15,23-5 0-15,-23 5 0 0,0 0 0 0,0 0 0 16,26-1 0-16,-26 1 0 0,0 0 0 0,0 0 0 16,0 0 0-16,0 0-20 0,0 0-328 0,0 0-16 15,0 0-36-15,0 0-34 0,0 0-43 0,19 13-51 16,-19-13-409-16,0 0-1015 0,0 0 449 0</inkml:trace>
  <inkml:trace contextRef="#ctx0" brushRef="#br0" timeOffset="70002.4561">14974 859 24 0,'0'0'503'0,"0"0"31"0,0 0 27 16,0 0 18-16,0 0 13 0,0 0-21 0,0 0-22 16,0 0-23-16,0 0-40 0,0 0-38 0,0 0-47 15,0 0-37-15,0 0-38 0,0 0-32 0,0 0-25 16,55-13-32-16,-35 8-25 0,-20 5-17 0,37-13-25 0,-19 11-12 15,-18 2-16-15,38-9-92 0,-18 7-50 16,-20 2 0-16,24-6 0 0,-24 6 0 0,29-6 0 16,-29 6 0-16,25-7 0 0,-25 7 0 0,24-2 0 15,-24 2 0-15,0 0 0 0,31-4 0 0,-31 4-144 16,0 0-208-16,20-3-59 0,-20 3-62 0,0 0-81 16,0 0-51-16,0 0-337 0,0 0-1021 0,27-3 451 15</inkml:trace>
  <inkml:trace contextRef="#ctx0" brushRef="#br0" timeOffset="70672.1602">15440 889 391 0,'0'0'467'0,"4"3"19"16,-4-3 3-16,0 0 0 0,0 0-13 0,0 0-7 15,0 0-10-15,0 0-4 0,0 0-7 0,0 0-35 16,0 0-24-16,0 0-43 0,0 0-33 0,0 0-20 15,0 0-42-15,18-29-24 0,-18 29-24 16,0 0-31-16,0 0-19 0,19-10-16 0,-19 10-19 0,0 0-14 16,0 0-11-16,0 0-13 0,31 0-10 15,-31 0-12-15,13 6-8 0,-7-2-7 0,2 2 0 0,-2-1-37 16,-3 0-6-16,1 3 0 0,-2-3 0 0,2 3 0 16,-4-2 0-16,-4 3 0 0,2 0 0 0,-5 0 0 15,-2 0-23-15,0 1-63 0,-6-2-8 16,0-1-14-16,-2 2-5 0,3-5 7 0,2 1 10 15,1 0 9-15,1-1 13 0,3-4 10 0,0 0 14 16,7 0 10-16,-12-3 9 0,10-3 15 0,-1 1 3 16,-1-4 10-16,4 0-1 0,4-4 3 0,-4 13 2 15,9-28 13-15,0 14 3 0,0 1-2 0,-9 13 0 16,19-23 8-16,-10 15-2 0,-9 8 5 0,17-16-5 16,-17 16-2-16,14-8-9 0,-14 8 0 0,0 0-2 15,16-9-6-15,-16 9 5 0,0 0-5 0,0 0 1 16,0 0 12-16,41 18-4 0,-34-8 11 0,-1 1-6 15,-1 3 9-15,-1 2-6 0,2 1 9 0,-2 2 6 16,0 0 0-16,-3 1 2 0,-1 4 2 0,1 4-5 16,-2-8 0-16,1 5 5 0,-1-5-8 0,-3 4 6 15,1-5-11-15,3-2-6 0,-1 2 11 0,1 0-14 16,0-3 2-16,-1-1 8 0,2 1-1 16,-1-5-2-16,0 5-7 0,0-6 0 0,0 0-6 0,0-4 6 15,0 0 0-15,0 1 7 0,1 1-14 0,-1-8-2 16,0 6 11-16,0-6 1 0,3 8-4 0,-3-8-15 15,1 2 0-15,-1-2 0 0,0 0 0 0,8 4 0 16,-8-4 0-16,10-2 0 0,-10 2 0 0,21-4 0 16,-11 0 0-16,5 0 0 0,-3 1 0 0,6-2 0 15,-4-3 0-15,-2 2 0 0,-1 1 0 16,-1 0 0-16,3 2 0 0,-6 0 0 0,1-1 0 16,-3 3 0-16,4-2 0 0,-4 2 0 0,-1-3 0 0,-4 4 0 15,5-5 0-15,-5 5 0 0,4-2 0 0,-4 2 0 16,0 0 0-16,0 0 0 0,0 0 0 0,4-5 0 15,-4 5-488-15,0 0-797 0,-6-14-1390 0,3 9 615 16</inkml:trace>
  <inkml:trace contextRef="#ctx0" brushRef="#br0" timeOffset="71171.2419">15757 947 98 0,'4'-10'504'15,"-4"10"19"-15,5-16 23 0,-5 16 4 0,0 0-4 16,8-21 4-16,-8 21-30 0,0 0-17 0,3-15-23 16,-3 15-22-16,0 0-29 0,0 0-35 0,0 0-43 15,0 0-33-15,0 0-33 0,6-12-25 0,-6 12-32 16,0 0-28-16,0 0-28 0,0 0-18 0,0 0-32 16,0 0-122-16,2 1 0 0,-2-1 0 0,0 0 0 15,2 17 0-15,0-12 0 0,-2 2 0 0,1 2 0 16,2 0 0-16,-3-2 0 0,1 1 0 0,-1-2 0 15,3 3 0-15,-3-1 0 0,1-2 0 0,-1-6 0 16,0 8 0-16,0-5 0 0,0-3 0 16,4 4 0-16,-4-4 0 0,0 0 0 0,0 0 0 0,0 0 0 15,0 0 0-15,0 0 0 0,0 0 0 0,18-15 0 16,-12 5 0-16,1 0 0 0,-1 2 0 0,-6 8 0 16,17-21 0-16,-11 11 0 0,-6 10 0 0,17-18 0 15,-11 9 0-15,-6 9 0 0,0 0 0 16,16-13 0-16,-16 13 0 0,0 0 0 0,13-8 0 15,-13 8 0-15,0 0 0 0,0 0 0 0,0 0 0 16,15 1 0-16,-12 3 0 0,-3-4 0 0,7 8 0 16,-3-2 0-16,-2 0 0 0,1 0 0 0,-1-1 0 15,0 1 0-15,0 1 0 0,1-1 0 0,-3 0 0 16,2-1 0-16,0 1 0 0,1 0 0 0,0-1 0 16,1-2 0-16,-2 2-68 0,-2-5-41 0,4 6-2 15,1-3-16-15,-5-3-22 0,7 4-33 0,-7-4-41 16,12 0-39-16,-4 0-43 0,-8 0-34 0,14-2-36 15,-14 2-60-15,19-5-79 0,-12 2-318 0,-1-5-902 16,3 3 399-16</inkml:trace>
  <inkml:trace contextRef="#ctx0" brushRef="#br0" timeOffset="71366.9647">16179 915 318 0,'10'2'498'0,"-10"-2"34"0,4 2 40 0,-4-2 17 15,0 0 5-15,0 0-17 0,0 0-25 0,5 0-35 16,-5 0-35-16,0 0-38 0,0 0-49 0,0 0-40 16,0 4-35-16,0-4-36 0,0 0-43 0,0 0-81 15,0 0-67-15,0 0-89 0,0 0-81 16,0 0-84-16,0 0-135 0,0 0-157 0,0 0-153 0,0 0-383 16,0 0-1072-16,19-36 474 0</inkml:trace>
  <inkml:trace contextRef="#ctx0" brushRef="#br0" timeOffset="72106.8501">16859 657 351 0,'0'0'400'0,"0"0"-10"0,0 0-1 0,0 0-13 15,-22-15-10-15,22 15-3 0,0 0-9 0,0 0-12 16,0 0-14-16,0 0-17 0,0 0-10 0,0 0-8 15,0 0-19-15,0-18-8 0,0 18-9 0,0 0-15 0,0 0-8 16,0 0-10-16,0 0-21 0,0 0-11 0,0 0-9 16,5-21-12-16,-5 21-25 0,0 0-11 15,0 0-21-15,0 0-15 0,11-16-4 0,-11 16-16 16,0 0-14-16,21-13-6 0,-21 13-3 0,23-8-2 16,-23 8-17-16,22-3-3 0,-22 3 1 0,0 0-11 15,41-1-7-15,-41 1-6 0,0 0 3 0,30 2-24 16,-30-2-14-16,20 8-7 0,-20-8-7 0,16 12-3 15,-16-12 6-15,11 12-9 0,-11-12-4 0,5 16 4 16,-5-16-7-16,-3 21-3 0,3-21 4 0,-9 24-7 16,9-24-5-16,-10 19-1 0,1-8-6 0,9-11 6 15,-17 17 7-15,17-17 2 0,-12 13 2 0,12-13 5 16,-11 10 3-16,11-10 11 0,0 0-1 0,0 0 8 16,0 0 7-16,-11 12 3 0,11-12 7 0,0 0 1 15,0 0-1-15,0 0-6 0,0 0 5 0,0 0 1 16,0 0 0-16,29 14-5 0,-29-14 3 0,0 0 3 15,27 9 1-15,-27-9-12 0,14 7 1 0,-14-7 4 16,19 12-3-16,-19-12 4 0,17 13-1 0,-17-13 1 16,15 18 10-16,-10-9-3 0,-1-1-2 0,0 2 2 15,-3-2 2-15,2 3 2 0,-3 0 3 0,-4-1-4 16,0-1 4-16,0 0-2 0,-3 0 2 0,-1 0 3 16,-1-1 3-16,-9 2-3 0,3-3 1 15,-2-2 2-15,3-1-2 0,0 0 7 0,3 0 12 0,-3-3 22 16,1 0 16-16,5-2 13 0,-1 1 4 0,9 0 6 15,-14-4-12-15,9 1 0 0,1 0-2 0,4 3-9 16,-9-4-4-16,9 1-13 0,0 3-22 0,-4-6-26 16,4 6-48-16,0 0-61 0,0 0-60 15,7-9-67-15,-1 7-60 0,1 2-61 0,-7 0-59 16,16-4-48-16,-4 3-395 0,-3-1-933 0,3 1 412 16</inkml:trace>
  <inkml:trace contextRef="#ctx0" brushRef="#br0" timeOffset="72974.3741">16965 363 106 0,'0'0'421'0,"0"0"23"0,-27-13 7 0,27 13 5 0,0 0-14 15,-16-9-20-15,16 9-25 0,0 0-17 16,0 0-19-16,0 0-21 0,0 0-22 0,0 0-24 0,0 0-24 16,-12-10-28-16,12 10-27 0,0 0-23 0,0 0-19 15,0 0-28-15,0 0-14 0,65-10-12 0,-35 7-12 16,2-1-12-16,0 2-11 0,1-2-7 0,0 2-8 15,-1 2-8-15,-3-3-2 0,-29 3-7 16,42-2-4-16,-42 2-3 0,36 0-6 0,-36 0 1 16,23-1-8-16,-23 1-5 0,0 0-7 0,0 0 3 15,31 0-18-15,-31 0 12 0,0 0 1 0,0 0-15 16,0 0 2-16,0 0 3 0,0 0-3 0,0 0-5 16,22 6 5-16,-22-6-7 0,0 0 9 0,0 0 0 15,0 0 23-15,0 0 2 0,0 0 11 0,7 13 13 16,-7-13 15-16,0 0-1 0,0 0 11 0,0 0 17 15,0 23 10-15,0-23 7 0,-1 18 3 0,1-18-24 16,0 30-94-16,-1-12 0 0,-3 0 0 0,4 6 0 16,-4 4 0-16,4 3 0 0,-1 1 0 0,1 3 0 15,-3 9 0-15,3 7 0 0,-1-2 0 0,0 0 0 16,-2-1 0-16,2 2 0 0,-3-4 0 0,3-10 0 16,-2-1 0-16,-1 1 0 0,-2-3 0 0,2 0 0 15,3 1 0-15,-3-6 0 0,-1 2 0 0,-2-1 0 16,4-6 0-16,-1-4 0 0,0-3 0 0,2 1 0 15,0 0 0-15,2-4 0 0,-2-2 0 0,0-2 0 16,2 0 0-16,-1-3 0 0,1 0 0 0,0-6 0 16,0 0 0-16,0 10 0 0,0-10 0 0,0 0 0 15,-4 4 0-15,4-4 0 0,0 0 0 0,0 0 0 16,0 0 0-16,0 0 0 0,0 0 0 16,0 0 0-16,-2 7 0 0,2-7 0 0,0 0 0 15,0 0 0-15,0 0 0 0,0 0 0 0,-12 2 0 16,12-2 0-16,-27-2 0 0,6 1 0 0,-10-1 0 0,-2 2 0 15,-6-1 0-15,1 0 0 0,-2 1 0 0,-13 2 0 16,4 1 0-16,11 1 0 0,2-4 0 0,6 5 0 16,0-2 0-16,9-2 0 0,2 0 0 0,9-1 0 15,-1 1 0-15,11-1 0 0,-14 0 0 16,14 0 0-16,-12 0 0 0,12 0 0 0,0 0 0 16,-11-2 0-16,11 2 0 0,0 0 0 0,0 0 0 15,0 0 0-15,0 0 0 0,0 0 0 0,-13 2 0 16,13-2 0-16,0 0 0 0,0 0 0 0,0 0 0 15,0 0 0-15,0 0 0 0,0 0 0 0,-4-4 0 16,4 4 0-16,0 0 0 0,0 0 0 0,0 0 0 16,0 0 0-16,0 0 0 0,0 0 0 0,0 0 0 15,0 0-489-15,0 0-197 0,0 0-484 0,-5-12-1267 16,2 6 561-16</inkml:trace>
  <inkml:trace contextRef="#ctx0" brushRef="#br0" timeOffset="74858.3344">6358 1945 217 0,'0'0'449'0,"0"0"2"0,0 0 0 0,0 0 0 16,0 0-10-16,0 0-10 0,0 0-11 0,0 0-15 0,0 0-15 16,0 0-15-16,0 0-10 0,0 0-22 0,0 0-20 15,0 0-5-15,-4-8-32 0,4 8-18 16,0 0-19-16,0 0-24 0,0 0-21 0,0 0-25 16,0 0-32-16,0 0-15 0,0 0-3 0,0 0-19 15,0 0-12-15,0 0-21 0,4 14 2 0,-4-10-20 16,1 7 0-16,-1 1-11 0,2 0-36 0,0 1-12 0,-1 7 0 15,1-2 0-15,0 1 0 0,-2 6 0 0,0 0 0 16,-2 3 0-16,0-2 0 0,-1 1 0 0,1-4 0 16,-3 4 0-16,0-8 0 0,1 1 0 15,-3-1 0-15,2-1 0 0,0 0 0 0,1-5 0 16,1-4 0-16,0-1 0 0,-1 3 0 0,2-5 0 16,-1-1 0-16,3 0 0 0,0-5 0 0,-4 9 0 0,4-7 0 15,0-2 0-15,0 0 0 0,0 0 0 16,0 0 0-16,0 0 0 0,0 0 0 0,0 0 0 15,-2-23 0-15,2 12 0 0,-4-2 0 0,0-11 0 16,3-1 0-16,1 0 0 0,-3-4 0 0,3-1 0 16,3-1 0-16,3 1 0 0,-3-2 0 0,-1 3 0 15,6-2 0-15,0 6 0 0,-1-4 0 0,6 1 0 16,0 0 0-16,-2 1 0 0,3 2 0 0,2 2 0 16,-4 2 0-16,-1 5 0 0,-3 1 0 0,0 7 0 15,0-3 0-15,-3 1 0 0,-1 5 0 0,2-2 0 16,-5 2 0-16,3 3 0 0,0-2 0 0,0 3 0 15,4 2 0-15,3 1 0 0,-2 1 0 0,0 5 0 16,8 3 0-16,-8-1 0 0,5 5 0 0,1 7 0 16,-5-5 0-16,3 5 0 0,-1 4 0 0,2 1 0 15,-5-1 0-15,-4 2 0 0,1-3 0 0,-1 1 0 16,0-2 0-16,-1 4 0 0,-3 1 0 0,2-4 0 16,-3 0 0-16,0-6 0 0,1-1 0 0,1 0 0 15,-2-2 0-15,0 2 0 0,2-7 0 0,-2-1 0 16,0 2 0-16,4-2 0 0,-4-1 0 0,0-2 0 15,-4-1 0-15,4-6 0 0,1 8 0 0,-1-8 0 16,-1 6 0-16,1-6 0 0,1 4 0 0,-1-4 0 16,0 0 0-16,0 0 0 0,3 7 0 0,-3-7 0 15,0 0 0-15,0 0 0 0,0 0-456 0,-4-17-125 16,4 6-90-16,-4 1-410 0,2-1-1171 0,-5 3 519 16</inkml:trace>
  <inkml:trace contextRef="#ctx0" brushRef="#br0" timeOffset="75146.7798">6374 2245 306 0,'0'0'435'0,"-9"1"10"0,9-1 7 0,-9 2 3 16,9-2-14-16,0 0-13 0,0 0-20 0,-9-5-20 16,9 5-24-16,0 0-13 0,0 0-6 0,0 0-15 15,0 0-11-15,-2-5-11 0,2 5-13 0,0 0-20 16,0 0-36-16,0 0-21 0,10-6-23 0,-2 4-22 15,2-4-17-15,3 1-14 0,5-1-15 0,1 0-8 16,1 0-18-16,7 0-9 0,-4 2-14 0,5-3-1 16,-7 3-13-16,6 0-4 0,-7 2-55 0,-1-1-5 15,-7 2 0-15,0-2 0 0,1 2 0 0,-13 1 0 16,13-1 0-16,-4 1-28 0,-9 0-99 0,10-2-40 16,-10 2-35-16,0 0-45 0,5-1-33 0,-5 1-49 15,0 0-27-15,0 0-34 0,0 0-42 0,0 0-53 16,0 0-373-16,0 0-930 0,0 0 411 0</inkml:trace>
  <inkml:trace contextRef="#ctx0" brushRef="#br0" timeOffset="75475.5114">6779 2327 39 0,'0'0'557'0,"0"0"22"0,0 0 15 0,0 0-5 15,0 0-11-15,0 0-7 0,0 0-18 0,0 0-29 16,3-15-23-16,-3 15-20 0,0 0-39 0,1-5-35 16,-1 5-42-16,0 0-37 0,0 0-39 0,0 0-37 0,0 0-31 15,0 0-36-15,0 0-49 0,0 0-136 16,2 17 0-16,-2-10 0 0,1 3 0 0,-1 0 0 0,2 2 0 16,0 1 0-16,0 0 0 0,-2 4 0 15,1 2 0-15,1-1 0 0,-2-4 0 0,2 4 0 16,-1-6 0-16,-3 2 0 0,2-2 0 0,0-4 0 15,-1 2 0-15,-1-3 0 0,4 0 0 0,-2-3 0 16,0-4 0-16,0 0 0 0,0 11 0 0,0-11 0 0,0 0 0 16,0 0 0-16,0 0-8 0,0 0-322 15,0 0-59-15,-3-29-75 0,3 10-70 0,0-6-91 16,1-5-349-16,1 1-1055 0,-1-1 467 0</inkml:trace>
  <inkml:trace contextRef="#ctx0" brushRef="#br0" timeOffset="75664.9893">6785 2132 295 0,'0'0'466'0,"0"0"20"0,-3-4 22 0,3 4 6 15,0 0-5-15,0-6-24 0,0 6-29 0,0 0-39 16,0 0-37-16,-1-5-32 0,1 5-45 0,0 0-28 16,0 0-29-16,0 0-25 0,0 0-55 0,0 0-61 15,0 0-72-15,0 0-81 0,0 0-56 0,0 0-50 16,0 0-68-16,0 0-66 0,0 0-59 15,7 10-95-15,-7-10-326 0,12 3-832 0,-3-3 368 0</inkml:trace>
  <inkml:trace contextRef="#ctx0" brushRef="#br0" timeOffset="75906.3246">7109 2185 3181 0,'0'6'621'0,"0"-6"-184"0,1 4-81 0,-1-4-12 16,4 6 10-16,-4-6-17 0,0 0-32 0,4 2-11 16,-4-2-44-16,0 0-17 0,0 0-16 0,0 0-19 0,0 0-18 15,0 0-21-15,0 0-20 0,0 0-16 16,0 0-41-16,0 0-25 0,24-7-45 0,-16 7-38 16,0-1-34-16,-8 1-27 0,14-2-36 0,-14 2-41 15,9 1-45-15,-9-1-55 0,11-2-51 0,-11 2-54 16,8-1-58-16,-8 1-61 0,6-3-404 0,-6 3-965 15,3-4 427-15</inkml:trace>
  <inkml:trace contextRef="#ctx0" brushRef="#br0" timeOffset="76108.5787">7101 2284 229 0,'0'0'366'16,"-5"4"27"-16,5-4 33 0,0 0 20 0,-1 3 17 15,1-3 4-15,0 0-12 0,0 0-20 0,0 0-24 16,0 0-42-16,0 0-23 0,0 0-28 0,0 0-33 15,0 0-29-15,0 0-24 0,32-2-22 0,-19 1-17 16,-3 1-28-16,4-1-10 0,-3 1-15 0,-4 1-30 16,3-1-41-16,-10 0-43 0,14 0-49 0,-9 0-44 15,-5 0-57-15,9-3-78 0,-9 3-100 0,12-5-109 16,-8-2-125-16,-2 4-348 0,-2 3-956 0,0-16 423 16</inkml:trace>
  <inkml:trace contextRef="#ctx0" brushRef="#br0" timeOffset="76860.0343">8686 1870 45 0,'3'-10'413'0,"-2"2"-7"0,3 2 0 15,0-2-2-15,-3-2-6 0,3 3-6 0,-2 0-14 16,-2 1-11-16,1-1-9 0,-1 0-8 0,0 0-7 16,2 1-8-16,-2 0-16 0,0 0-10 0,0 6-14 15,0-10 10-15,0 7-17 0,0-1-2 0,-2 0-15 16,2 4-17-16,0-8-13 0,0 8-25 0,0 0-23 16,-3-3-19-16,3 3-22 0,-8 1-9 0,-1 2-16 15,0 4-104-15,-5 2-23 0,-3 4 0 0,2 0 0 16,-9 8 0-16,1 2 0 0,4-1 0 0,-3 4 0 15,1-2 0-15,1 3 0 0,0 0 0 0,3 0 0 16,-1 0 0-16,4-1 0 0,1-3 0 0,3 1 0 16,1-1 0-16,5-6 0 0,-2-2 0 0,6 1 0 15,6-3 0-15,2 0 0 0,6-2 0 0,5-3 0 16,8 2 0-16,2-4 0 0,2-1 0 0,1-2 0 16,-1-3 0-16,-1-1 0 0,-2-1 0 0,-7-2 0 15,-2 0 0-15,-6 1 0 0,3-5 0 0,-5 2 0 16,-1-1 0-16,-1 0 0 0,-3-1 0 0,-2 2 0 15,-1 1 0-15,-2-1 0 0,-4-1 0 0,0 0 0 16,-5 0 0-16,-2 3 0 0,-4-1 0 0,-3 1 0 16,-3 0 0-16,-1 1 0 0,-1 1 0 0,3 4 0 15,-2 1 0-15,4 2 0 0,2-2-301 0,3-1-85 16,4 1-88-16,1-1-86 0,2 2-87 0,5-4-324 16,0 0-1051-16,0 0 465 0</inkml:trace>
  <inkml:trace contextRef="#ctx0" brushRef="#br0" timeOffset="77677.5912">9099 2027 31 0,'-8'-1'416'0,"8"1"10"0,-2-3 1 16,2 3-11-16,-4-4-18 0,4 4-4 0,-4-4-6 15,4 4-5-15,0 0-9 0,-4-3-9 0,4 3-18 16,0-5-19-16,0 5-13 0,0-5-22 0,0 5-22 16,0-6-24-16,0 2-27 0,0 0-19 0,4 1-16 15,-4 3-25-15,5-5-22 0,-1 1-4 0,-3-2-26 16,6 3 0-16,4-1-18 0,-6 1-17 0,6 0 2 15,1 1-18-15,0 1-14 0,-1 1 3 0,3 0-13 16,2 6 1-16,2-2-4 0,-7 2-16 0,6 2 9 16,-6-1 1-16,3 3-7 0,-4 0-2 0,2 0 0 15,-2 0-2-15,-2-1-2 0,-3 2-2 0,0-1-6 16,-1 2-15-16,-4-1-3 0,0 0-15 0,0 2 0 16,-1-2-1-16,-3 1-8 0,-4 0 3 0,3-1-5 15,-3-2 3-15,-2-1 1 0,2 0 2 0,3-4 4 16,-2 1 15-16,2 0 3 0,2-5 3 0,3 0 6 15,0 0 12-15,-12-6 6 0,11 2-7 0,2-7 2 16,2 1 0-16,0-2 1 0,3-4-1 0,-1 0 1 16,4-2-6-16,4 2-4 0,-2 0 5 0,6-4-2 15,-3 6 2-15,0 2-2 0,4 1-6 0,-5 0-4 16,-2-1 7-16,2 8-3 0,-3-3 0 0,2 5-2 16,-2-3-1-16,2 4 1 0,0 1-4 0,0 0 4 15,-2 6-4-15,0-3 6 0,0 2-3 0,-1 0 0 16,3 4 3-16,-6-1-4 0,-1 2 5 0,3 0-2 15,-2-1 5-15,1 5 1 0,-2-3-1 0,-4 1 0 16,2-1 0-16,-2 0 0 0,2 0-2 0,-3-5 0 16,0 0 1-16,1 3-11 0,-1-5-5 0,0 3 1 15,1-3 4-15,-1-1 6 0,2-1 10 0,-2-2-2 16,1 3 10-16,-1-3-4 0,0 0-2 0,0 0-3 16,9-12 5-16,-6 3-1 0,0 0-5 0,3-1 5 15,0 0-1-15,0-1-3 0,1 0 5 0,1 1 0 16,0 0 3-16,0 1 13 0,-1-1-1 0,1 2 12 15,-2 0-4-15,1 2-4 0,0 3-4 0,-2 0-7 16,1 1-4-16,-1 0-1 0,2 4-1 0,-7-2 1 16,14 4 3-16,-6-1 6 0,-3 2-8 0,3 1-1 15,-2 2 2-15,-2 2 4 0,1-2-11 0,-1 0 6 0,0 2-6 16,-3 1 7-16,3 0-3 0,-4-2 2 16,0 1-1-16,0 1-3 0,0-3 2 0,0 3 3 15,0-3-17-15,-1-2-27 0,-2-1-23 0,3-1-34 16,0-1-38-16,0 3-38 0,3 2-26 0,-3-4-20 15,0-4-36-15,10 4-84 0,-5-2-88 0,4-2-114 16,-9 0-370-16,14-3-976 0,-5-2 432 0</inkml:trace>
  <inkml:trace contextRef="#ctx0" brushRef="#br0" timeOffset="78080.946">9946 2102 111 0,'0'0'459'0,"0"0"-5"0,0 0-7 15,0 0-12-15,0 0-16 0,0 0-24 0,0 0-15 16,0 0-20-16,-5 1-16 0,5-1-15 0,0 0-21 15,0 0-17-15,0 0-23 0,0 0-21 0,0 0-25 16,0 0-26-16,0 0-20 0,0 0-19 0,1 9-20 16,-1-9-15-16,0 0-7 0,3 8 6 0,-2-3-9 15,-1 1-7-15,3 1-7 0,-3 0 0 0,1 3-1 16,-1-1-5-16,0 1-13 0,0-1-3 0,0 3-8 16,0-1-8-16,0 1-2 0,-1 3-13 0,1-3 2 15,-3-2-5-15,6 2-7 0,-6 1 0 0,2-5-3 16,-2 0 2-16,2-1-17 0,1-1-23 0,-3 0-28 15,3-1-30-15,-1 0-29 0,1-2-25 0,0 1-27 16,0-4-17-16,0 0-19 0,0 0-35 0,0 0-70 16,0 0-91-16,0 0-74 0,0 0-82 0,4-13-311 15,0 1-912-15,-4 1 404 0</inkml:trace>
  <inkml:trace contextRef="#ctx0" brushRef="#br0" timeOffset="78566.5524">9969 1853 42 0,'0'0'310'0,"0"0"3"15,0 0-13-15,0 0-37 0,0 0-3 16,0 0-25-16,0 0-13 0,0 0-10 0,0 0-13 15,0 0-16-15,0 0-6 0,0 0-13 0,0 0-7 16,0 0-10-16,0 0 2 0,0 0-16 0,0 0-9 16,0 0-14-16,0 0-4 0,0 13-10 0,0-13-14 15,0 0 0-15,0 0-4 0,0 0 4 0,-1 6-3 0,1-6-9 16,0 0-8-16,0 0-8 0,-3 8-5 0,3-8 0 16,-1 3-1-16,1-3-3 0,0 0-8 15,0 6-17-15,0-6 16 0,-5 3-8 0,5-3 5 16,0 0-1-16,-5 6 2 0,5-6-1 0,0 0 0 15,-9-3 15-15,9 3 14 0,0 0 18 0,-9-5 11 16,4 2 4-16,2-1 6 0,2 1-9 0,1-1 5 16,-2-1-6-16,2 5-7 0,2-8-8 0,-2 4-10 15,0 1-10-15,1-1-6 0,7 1-11 0,-8 3-14 16,6-3 3-16,1 2-3 0,-1 1-6 0,-6 0-1 16,10 0-6-16,-2 3 1 0,-3-3-5 0,-1 3-1 15,0-2 1-15,0 1-4 0,1 1 0 0,-3-1-1 16,1 1-13-16,-3-3-12 0,0 7-16 0,0-7-30 15,-1 6-33-15,1-6-37 0,-2 6-42 0,2-6-57 16,-6 1-56-16,6-1-82 0,0 0-104 0,0 0-243 16,-9-12-782-16,9 6 346 0</inkml:trace>
  <inkml:trace contextRef="#ctx0" brushRef="#br0" timeOffset="79430.2696">8360 2446 133 0,'0'0'220'0,"0"0"0"0,0 0-3 0,0 0-9 16,-18 7-3-16,13-5 2 0,-2-1-1 0,-2 1 11 16,1 0-6-16,0 2 6 0,-1-2-5 0,3 1-4 0,1-1 14 15,-2-2-1-15,2 2 6 0,-1 0 1 0,6-2-3 16,-5 1-10-16,5-1-1 0,-4 2-8 16,4-2-11-16,0 0-12 0,-4 3-11 0,4-3-9 15,0 0-9-15,0 0-5 0,0 0-9 0,0 0-11 16,0 0-9-16,0 0-9 0,0 0-15 0,0 0-6 0,13 5-6 15,1-5 0-15,4 1 5 0,10 0 1 0,0 0-1 16,14 1-2-16,8-5-4 0,4 3-4 0,6-4-13 16,6 1-1-16,29-3-6 0,0-3-8 15,7 0 1-15,1-5-5 0,12-2-4 0,9 1-2 16,7-3-6-16,4 1 21 0,-2-8 29 0,1 14 12 16,-10-5 15-16,-14 5-1 0,-8 9-6 0,-10-4-8 0,-29 1-2 15,-2 3 2-15,-2 1-46 0,-9-2-51 16,-11 4 0-16,-1-2 0 0,-4-3 0 0,-6 7 0 15,-6-2 0-15,-3-1 0 0,-5-4 0 0,-2 4 0 16,-5 3 0-16,2-6 0 0,-2 3 0 0,-7 0 0 16,11 0 0-16,-6 0 0 0,0 3 0 0,-5-3 0 15,0 0 0-15,9 0 0 0,-9 0 0 0,0 0 0 16,7-3 0-16,-7 3 0 0,0 0 0 0,0 0 0 16,0 0 0-16,0 0 0 0,5-1 0 0,-5 1 0 15,0 0 0-15,0 0 0 0,0 0-115 0,0 0-69 16,0 0-38-16,1-3-31 0,-1 3-48 0,0 0-30 15,0 0-26-15,0 0-31 0,0 0-27 0,0 0-18 16,0 0-24-16,0 0-333 0,0 9-854 0,0-9 378 16</inkml:trace>
  <inkml:trace contextRef="#ctx0" brushRef="#br0" timeOffset="82750.692">8443 3332 357 0,'0'0'402'0,"-2"-4"-3"0,-1 1-12 0,-2-1-8 16,1 0-18-16,-1 1-4 0,0-2-12 0,0 1-9 15,-3-2-2-15,3 1-2 0,-5-2-9 0,4-3-9 16,-1 2 4-16,-1-2 7 0,-2-1-7 0,-1 0-4 16,-1-2-10-16,1-1-6 0,0-1-1 0,2 0-13 15,-2-2-11-15,3 3-10 0,1-3-21 0,-1-1-16 16,-1-5-123-16,3-2-103 0,2 7 0 0,-4-2 0 16,3-4 0-16,0-2 0 0,5 9 0 0,0-2 0 15,0 1 0-15,0 0 0 0,5-1 0 0,-1-1 0 16,1 3 0-16,4 0 0 0,0 2 0 0,4 1 0 15,1-1 0-15,0 3 0 0,0 3 0 0,2 0 0 16,1 3 0-16,2-2 0 0,0 4 0 0,-2 1 0 16,2 2 0-16,-1-1 0 0,-4 4 0 0,3-1 0 15,-5 1 0-15,0 2 0 0,-2 0 0 0,3 3 0 16,-5-2 0-16,1 4 0 0,-3-1 0 0,-1 3 0 16,-2 0 0-16,-5 4 0 0,-1 1 0 0,-1 2 0 15,-4 0 0-15,-5 4 0 0,-7-1 0 0,3 5 0 16,-3-4 0-16,-6-2 0 0,7 1 0 0,-7-3 0 15,1-2 0-15,7-4 0 0,-4 2 0 0,7-3 0 0,3-6 0 16,0-1 0-16,2 3 0 0,3-5 0 16,-3 0 0-16,4-2 0 0,-1 0 0 0,7 0 0 15,-13-2 0-15,7 2 0 0,6 0 0 0,-9-4 0 16,5 1 0-16,4 0 0 0,0 3 0 0,-4-4 0 16,4 4-193-16,11-7-342 0,-11 7-89 0,11-2-517 0,3 2-1234 15,5-3 546-15</inkml:trace>
  <inkml:trace contextRef="#ctx0" brushRef="#br0" timeOffset="83300.0997">8689 3103 30 0,'0'-7'423'0,"0"7"9"0,0-3-6 0,0-1-9 16,0 4-8-16,-3-6-24 0,2 1-23 0,1 5-16 15,0 0-19-15,-4-2-19 0,4 2-23 0,0-3-26 16,0 3-29-16,0 0-26 0,0 0-19 0,0 0-24 16,0 0-18-16,0 0-14 0,0 0-15 0,0 0-12 15,0 0-10-15,-14 8-7 0,10-2-12 0,0-1-5 16,2-1-9-16,-5 6-5 0,2-4-4 0,0 3-4 15,0-2-12-15,1 3-8 0,-1-4-16 0,5-1-13 16,-4 1-6-16,3 0-7 0,-2-1-4 0,2 2 2 16,1-4 4-16,0 3 0 0,1 0 2 0,3 0 4 15,0 0 0-15,1 1 3 0,0-1 1 0,4 1 1 16,0-1 1-16,-1 0-2 0,2 0 2 0,-1-1 2 16,0-2-4-16,0 5 0 0,1-2-2 0,-2 0-2 15,-3-2-1-15,1-1 3 0,1 1 3 0,-2 0-3 16,-3 0-1-16,2 0 3 0,-3 0 0 0,2-1 1 15,-3 0 2-15,0 3-1 0,-1-2 5 0,-2 1 2 16,-2 0 0-16,0 0 3 0,-5-1-4 0,-2 2 1 16,1-2-1-16,-7 2 2 0,6 0 1 0,-3-3 4 15,-2 3 6-15,3-4 2 0,4 0-2 0,-4 1 3 16,5-2 10-16,1 1 8 0,3-2 4 0,-1 1 4 16,6-1-4-16,-8 0-2 0,8 0-7 0,0 0-9 15,-10-1-25-15,10 1-36 0,-3-3-34 0,3 3-53 16,0-6-58-16,0 6-63 0,8-8-59 0,-3 5-49 15,3-2-52-15,3 0-51 0,-2 0-264 0,3 1-778 16,3-1 345-16</inkml:trace>
  <inkml:trace contextRef="#ctx0" brushRef="#br0" timeOffset="84618.068">9149 2975 126 0,'0'0'324'0,"0"0"6"0,0 0-1 0,0 0-5 0,0 0 2 16,-5-3 0-16,5 3 11 0,0 0 5 0,0 0 0 15,0-5 4-15,0 5-2 0,0 0-5 0,0 0-6 16,0 0-5-16,0 0-14 0,0 0-8 0,0 0-5 16,0 0-24-16,2-8-12 0,-1 4-28 0,-1 4-15 15,2-5-31-15,0 1-20 0,2 2-16 0,1-1-23 16,2-1-10-16,-2 0-24 0,1-1-5 0,1 3-8 16,5 0-14-16,0-2-14 0,1 1 1 0,1 3-13 15,4-4-7-15,-1 1-5 0,4 6-5 0,-2 1-6 16,0 0 8-16,-1 1-14 0,-1 1-1 0,1 3-2 15,-3 1-13-15,-1 2 0 0,-1-1 0 0,0-2 0 16,-1 4 0-16,-5-2 0 0,-1-2 0 0,-2 2 0 16,0 1 0-16,-4 0 0 0,-4 1 0 0,0 4 0 15,-5-2 0-15,-4 2 0 0,-5 3 0 0,-7 2 0 16,-1-6 0-16,2 0 0 0,-3-1 0 0,-1-1 0 16,1-4 0-16,8-2 0 0,1-3 0 0,-2-1 0 15,7-3 0-15,-1-1 0 0,1 0 0 16,0-1 0-16,2-5 0 0,-2 0 0 0,3-1 0 0,2-3 0 15,-3-5 0-15,3 0 0 0,2-3 0 0,2-2 0 16,0 2 0-16,4 0 0 0,1-3 0 0,3-4 0 16,0 6 0-16,1 1 0 0,4 2 0 15,0-1 0-15,0 0 0 0,5 3 0 0,-6 5 0 16,7-4-409-16,2 2-72 0,-2 4-48 0,2-3-40 0,-6 5-33 16,2 2-332-16,-2-4-1012 0,0 2 449 0</inkml:trace>
  <inkml:trace contextRef="#ctx0" brushRef="#br0" timeOffset="85136.0086">9292 2776 19 0,'0'-7'367'0,"0"7"15"0,1-9 10 16,-1 7 2-16,0 2 5 0,0-6-4 15,0 2-1-15,0 4-1 0,-1-7 0 0,1 4-8 16,0 3-3-16,0-6-15 0,0 1-4 0,0 5-4 0,0-5-3 16,0 5-12-16,1-5-6 0,-1 2-11 0,0 3-10 15,0-7-15-15,0 4-19 0,0 3-17 16,0 0-17-16,0-4-224 0,0 4-25 0,0 0 0 0,0-2 0 16,0 2 0-16,0 0 0 0,0 0 0 15,0 0 0-15,0 0 0 0,0 0 0 0,0 0 0 0,0 0 0 16,0 0 0-16,0 12 0 0,4-1 0 0,-3 2 0 15,3 3 0-15,0 3 0 0,1 0 0 16,-2 6 0-16,0 3 0 0,1-2 0 0,-1 0 0 16,-2 7 0-16,2 2 0 0,-6-2 0 0,2-3 0 15,-2 2 0-15,-3 0 0 0,2 1 0 0,-1-1 0 0,1-1 0 16,0-3 0-16,-1-1 0 0,1 0 0 0,3-9 0 16,-4-2 0-16,5 1 0 0,-3 0 0 15,3 0 0-15,0-6 0 0,0 0 0 0,3-3 0 16,-3 0 0-16,1-2 0 0,-1-1 0 0,0 0 0 15,0 0 0-15,4-1 0 0,-4 1 0 0,0-5 0 0,0 5 0 16,1-2 0-16,-1-3 0 0,0 0 0 0,0 5 0 16,0-5 0-16,0 0 0 0,0 0 0 0,3 2 0 15,-3-2 0-15,0 0 0 0,0 0 0 16,0 0 0-16,0 0 0 0,0 0 0 0,0 0 0 16,2-15 0-16,2 10-506 0,0-3-111 0,5 0-85 15,0 1-359-15,1-6-1150 0,6-2 508 0</inkml:trace>
  <inkml:trace contextRef="#ctx0" brushRef="#br0" timeOffset="85618.024">9673 3169 188 0,'1'-5'442'0,"-1"2"14"0,0 3-4 0,3-4-11 15,-3 4-21-15,2-4-29 0,-2 4-29 16,0 0-26-16,0 0-33 0,0-5-28 0,0 5-28 16,0 0-27-16,0 0-26 0,0 0-19 0,0 0-20 15,0 0-17-15,-18 8-15 0,11-5-9 0,0 1-13 16,1-1-14-16,-1 1-6 0,1 3-6 0,-2 1-8 16,3 0-8-16,-1-1-6 0,1 0-5 0,2-3-6 15,-1 1-5-15,2-1-4 0,-2 0-5 0,3-2-1 16,-1 0-3-16,2 4-1 0,0-6-2 0,0 8-1 15,2-6 1-15,0 0-3 0,3 3 3 0,0-1-4 16,1-3-1-16,3 4-4 0,1-3-1 0,-1 5 0 16,0-4-3-16,0 2-4 0,1-2 0 0,-4 1 0 15,1 0-1-15,-1 0 2 0,0-2-4 0,-1 2-4 16,-1 0 3-16,0 0-1 0,-3 2 3 0,2-2-1 16,-3 3 8-16,0-4-1 0,-4 2-2 0,0 1 8 15,-3 0 9-15,-4 0 2 0,1-1 3 0,-1 1 2 16,-1-1-3-16,1-2-5 0,-3 2-2 0,2-2 0 15,2-2-2-15,-2 1-3 0,5 0 5 0,-1 0-5 16,4-2 12-16,-1 1-10 0,5-1-4 0,-9 2 1 16,9-2-19-16,0 0-36 0,0 0-38 0,-9-6-36 15,9 6-46-15,0-6-50 0,0 6-63 0,8-8-49 16,-4 3-52-16,2-2-56 0,3 1-34 0,-3-1-253 16,2 0-777-16,1 2 344 0</inkml:trace>
  <inkml:trace contextRef="#ctx0" brushRef="#br0" timeOffset="86153.7521">10272 2895 13 0,'0'-5'496'0,"-2"2"17"0,-1-3 14 0,1 2 1 0,-1-2-18 16,2 1-13-16,-1 2-17 0,1-2-11 0,1 1-29 15,-3 0-12-15,3 4-13 0,-2-4-20 0,2 1-22 16,0 3-24-16,0 0-27 0,-3-4-29 0,3 4-28 16,0 0-27-16,0 0-29 0,0 0-21 0,0 0-27 15,0 0-79-15,0 0-82 0,0 0 0 0,0 0 0 16,-6 10 0-16,6-5 0 0,-1 5 0 0,1 0 0 16,0 4 0-16,1 3 0 0,-1 1 0 0,-3 0 0 15,3 1 0-15,0 6 0 0,-3-7 0 0,3 0 0 16,-2 1 0-16,1 0 0 0,0-1 0 0,0 0 0 15,-2 1 0-15,3-2 0 0,0 0 0 0,-1-3 0 16,-1-2 0-16,2-2 0 0,-2 1 0 0,2 0 0 16,-1-4 0-16,1 1 0 0,0-3 0 0,0 1 0 15,0-1 0-15,0-1 0 0,0-4 0 0,0 4 0 16,0-4 0-16,0 5 0 0,0-5 0 0,0 0 0 16,0 0 0-16,0 0-243 0,0-20-157 0,0 11-56 15,-2-9-57-15,1 0-76 0,-3 0-410 0,4-9-1082 16,0 1 480-16</inkml:trace>
  <inkml:trace contextRef="#ctx0" brushRef="#br0" timeOffset="86568.5397">10051 2823 243 0,'-5'-5'386'16,"2"0"18"-16,1 2 11 0,0-1 0 0,-1 1-7 15,1-1-12-15,1 0-24 0,1-2-28 0,0 3-22 16,3-1-25-16,-2-2-22 0,0 3-23 0,0-2-10 16,2-1-24-16,2 1-21 0,2-1-20 0,0 1-16 15,5-1-3-15,-2 3-2 0,9-4-3 16,0 2-11-16,-1 1-11 0,4 3-10 0,5-3-6 0,2 4-4 16,0 0-24-16,3 4-2 0,4 1-5 0,1 5-8 15,2-1-5-15,-6 3-7 0,4 0-4 0,-5 3 2 16,-5 0-8-16,-3-1-1 0,-5-2-5 0,-6 1-8 15,1 1-1-15,-5 2 7 0,-1-1 0 16,-2 5-12-16,-10 4 4 0,3-4 11 0,-8 5 1 0,-4-3 10 16,-6 1-5-16,-4-1-6 0,-4-1 1 0,-2 1-4 15,-4 0-3-15,-2-3-4 0,-1-3-6 0,4-3 15 16,0 0-27-16,3-2 9 0,9-5-1 0,2-2-1 16,-1 3-5-16,2-5 4 0,4 2 1 0,8-2-7 15,-3-1-17-15,3 0 0 0,5-1 0 0,-6 1 0 16,2 2 0-16,4-3 0 0,0 0 0 0,0 0 0 15,0 0 0-15,-9-5-88 0,9 5-137 0,0 0-68 16,18-7-70-16,-8 5-65 0,3 1-62 0,10-2-63 16,-4 2-406-16,4-1-1038 0,5 1 459 0</inkml:trace>
  <inkml:trace contextRef="#ctx0" brushRef="#br0" timeOffset="86935.3239">10606 3144 378 0,'1'-3'497'0,"0"0"31"15,-1 3 19-15,4-7 3 0,-4 4-8 0,0 3-14 16,1-5-21-16,2 3-24 0,-3 2-30 0,0 0-38 16,0 0-42-16,0 0-32 0,0-5-45 0,0 5-34 15,0 0-36-15,0 0-29 0,0 0-20 0,0 0-5 16,0 12 0-16,1-5-17 0,-1 4-16 0,0 0-11 15,0 1-3-15,3 0-125 0,-2 1 0 0,0 3 0 16,2 2 0-16,-3-2 0 0,1 3 0 0,-1-1 0 16,0 0 0-16,0-1 0 0,-1 1 0 0,1-2 0 15,-3 0 0-15,3 0 0 0,-1-3 0 0,0-1 0 16,-2 0 0-16,3-3 0 0,-1 3 0 0,-2-3 0 16,3-1 0-16,0-2 0 0,-1 0 0 0,1-2 0 15,-4-1 0-15,3 1 0 0,1 0 0 0,0-4 0 16,0 0 0-16,0 0 0 0,0 0 0 0,0 0-135 15,0 0-185-15,0 0-53 0,0 0-53 0,6-15-58 16,-2 5-71-16,0-1-428 0,-3-3-1066 0,3-1 472 16</inkml:trace>
  <inkml:trace contextRef="#ctx0" brushRef="#br0" timeOffset="87319.982">10608 3093 318 0,'0'-4'445'16,"4"1"14"-16,-4 3 14 0,1-9-11 0,-1 8-23 15,0 1-32-15,0-5-26 0,4 3-30 0,-4 2-28 16,0 0-25-16,0-6-25 0,0 6-30 16,4-4-24-16,-4 4-23 0,8 0-22 0,-3-1-18 0,4 0-17 15,0 2-12-15,1 0-13 0,0 1-12 0,3 0-9 16,-3 1-8-16,4 2-4 0,-4-1-9 0,2-1-6 15,1 2-1-15,-3 0-4 0,1-1-8 16,-2 3 0-16,0-1-8 0,-4-1-1 0,3 1-10 0,-5 0 2 16,0 0-3-16,-3 1-1 0,-1-1-2 15,-1 3 2-15,-1 0 11 0,-6 2 4 0,0-1-3 0,-7-1-3 16,3 1 0-16,-6-2-5 0,2 1-1 0,-2 0-7 16,2-4-3-16,-2 2 4 0,7-2-6 15,1-3-2-15,2-1 8 0,4 0-12 0,-3 1 2 16,2 1 3-16,6-3-2 0,-5 2 3 0,5-2-26 15,-8 1-29-15,8-1-26 0,0 0-52 0,0 0-70 0,0 0-91 16,0 0-82-16,14-10-61 0,-5 9-72 0,7-1-57 16,-5-2-309-16,6-1-922 0,0 3 409 0</inkml:trace>
  <inkml:trace contextRef="#ctx0" brushRef="#br0" timeOffset="87856.3716">11053 3280 160 0,'0'0'439'0,"-1"-5"19"0,1 5 7 0,0 0-2 0,-3-3-4 16,3 3-15-16,0 0-13 0,-4-3-11 16,4 3-12-16,0 0-11 0,-1-6-11 0,1 6-16 15,0 0-25-15,0 0-18 0,-5-1-19 0,5 1-17 16,0 0-24-16,0 0-21 0,0 0-25 0,0 0-23 0,0 0-20 15,0 0-18-15,0 0-17 0,0 0-18 16,0 0-43-16,0 0-82 0,-1 10 0 0,-2-7 0 16,3 3 0-16,0 1 0 0,0 1 0 0,0 2 0 15,0-2 0-15,-1 3 0 0,2 1 0 0,-2-1 0 16,1 0 0-16,-3-1 0 0,2 1 0 0,1 2 0 16,0-3 0-16,0-1 0 0,0 0 0 0,-3-2 0 0,2 3 0 15,1-5 0-15,1 1 0 0,-1 1 0 16,0-2 0-16,-1 0 0 0,1-2 0 0,0-3 0 15,-1 5 0-15,1-5 0 0,1 4 0 0,-1-4 0 0,0 0 0 16,-1 4 0-16,1-4 0 0,0 0 0 0,0 0 0 16,0 0 0-16,0 0 0 0,0 0 0 15,5-11-24-15,-4 6-302 0,3-3-59 0,0-2-68 16,2 0-63-16,-2-6-58 0,-1-1-412 0,2-1-1068 16,0-2 473-16</inkml:trace>
  <inkml:trace contextRef="#ctx0" brushRef="#br0" timeOffset="88445.9307">11054 2989 204 0,'0'0'254'16,"0"0"-10"-16,0 0-14 0,0 0-11 0,0 0-8 0,0 0-6 15,0 0-5-15,0 0-1 0,0 0-10 16,0 0-5-16,0 0-4 0,-5 6-5 0,5-6 4 16,0 0 3-16,0 0 5 0,0 0 0 0,0 0-9 15,0 0 3-15,0 0-1 0,0 0-15 0,0 0-10 16,0 0-14-16,0 0-10 0,0 0-21 0,0 0-15 0,0 0-9 15,0 0-10-15,0 0-10 0,8 8-5 16,-8-8-4-16,0 4-7 0,0-4-5 0,1 4-5 0,-1 1-2 16,0-5-5-16,0 5-3 0,3 0-3 15,-2-1-2-15,-1-4-4 0,0 3 2 0,0-3-1 16,-1 5-3-16,1-5-4 0,-3 3-2 0,3-3 0 0,0 5 1 16,-4-2 0-16,4-3 0 0,-5 4-1 15,1-2 1-15,4-2-5 0,0 0 2 0,-6 2 0 16,6-2 3-16,-4 2-3 0,4-2 1 0,0 0-1 15,0 0 0-15,-9-6 1 0,4 3 2 0,2-1-2 0,3 4-2 16,-1-6 0-16,1 6 7 0,0-6 4 0,0 6-2 16,0-3-2-16,0 3-2 0,0 0-3 0,0-6-2 15,1 1-4-15,2 1-5 0,-3 4 1 16,0 0-5-16,5 0 2 0,-5 0-4 0,0 0 0 0,0 0-1 16,0 0 3-16,9 3-1 0,-9-3 0 0,4 2-5 15,1-1 2-15,-4 3 3 0,2-2-1 0,-3-2-1 16,1 5 4-16,-1-5-6 0,0 5-6 0,0-5-21 15,3 2-27-15,-3-2-17 0,2 5-41 0,-2-1-42 16,0-4-42-16,0 0-50 0,0 4-59 0,0-4-72 16,0 0-309-16,0 0-751 0,0 0 331 0</inkml:trace>
  <inkml:trace contextRef="#ctx0" brushRef="#br0" timeOffset="91327.4976">10171 2500 237 0,'0'0'237'0,"0"0"-17"16,0 0-6-16,0 0-16 0,0 0-4 16,-6-2-5-16,6 2-6 0,0 0-7 0,0 0-7 0,-8 2-3 15,8-2 7-15,0 0-15 0,0 0-1 0,-10-1-4 16,10 1 0-16,0 0 6 0,0 0-7 0,0 0 3 16,-8 1 0-16,8-1-6 0,0 0-2 0,0 0-4 15,0 0-5-15,0 0-6 0,0 0 3 16,0 0-9-16,0 0-8 0,0 0-7 0,0 0-7 0,0 0 1 15,0 0-1-15,0 0-2 0,0 0-3 0,0 0-2 16,0 0-1-16,0 0-3 0,0 0 2 0,0 0 6 16,0 0 8-16,0 0-1 0,0 0 16 0,18 5 12 15,0-4 2-15,5 0 3 0,12-2-7 0,4 1 0 16,12 1-2-16,8-3-4 0,-1 0-4 0,0 1-9 16,2-1-9-16,2 2-2 0,-1-1-18 0,0-2 11 15,-2 3 2-15,-5 0 2 0,0 0-4 0,-19-2-4 16,-4 3-1-16,-3-2-92 0,-9 0 0 15,-6 1 0-15,1 0 0 0,-5 0 0 0,3-1 0 16,-5 1 0-16,-7 0 0 0,10-1 0 0,-10 1 0 0,9-2 0 16,-9 2 0-16,4 2 0 0,-4-2 0 0,0 0 0 15,9 1 0-15,-9-1 0 0,0 0 0 0,0 0 0 16,7-3 0-16,-7 3 0 0,0 0 0 0,0 0 0 16,0 0 0-16,0 0 0 0,0 0 0 15,0 0 0-15,0 0 0 0,0 0 0 0,0 0 0 16,0 0 0-16,0 0 0 0,0 0 0 0,0 0 0 0,0 0 0 15,0 0 0-15,0 0 0 0,5-1-40 0,-5 1-219 16,0 0-55-16,0 0-41 0,0 0-54 0,0 0-48 16,0 0-55-16,0 0-45 0,0 0-325 15,4 4-955-15,-4-4 423 0</inkml:trace>
  <inkml:trace contextRef="#ctx0" brushRef="#br0" timeOffset="93042.6464">12143 2337 270 0,'0'0'339'16,"0"0"-9"-16,0 0-11 0,0 0-16 0,0 0 1 15,0 0-18-15,0 0-17 0,0 0-4 0,0 0-11 16,0 0-12-16,0 0-6 0,0 0-3 0,0 0-12 16,0 0-10-16,0 0-11 0,8-2-13 0,-8 2-11 15,0 0-14-15,0 0-17 0,0 0-15 0,0 0-13 16,6 0-12-16,-6 0-9 0,0 0-10 0,13 2-8 16,-5-5-14-16,-1 3-11 0,1 1-28 15,1-1-43-15,4 2-36 0,-2-1-48 0,1-1-40 0,0-1-34 16,0-1-39-16,3 2-42 0,-2 2-51 0,1-4-57 15,0 0-41-15,-2 2-205 0,2-1-661 0,-3-1 293 16</inkml:trace>
  <inkml:trace contextRef="#ctx0" brushRef="#br0" timeOffset="93231.3627">12602 2345 146 0,'0'0'304'0,"6"0"23"0,-6 0-11 16,0 0 5-16,0 0-5 0,9 0-11 0,-9 0-23 15,0 0-22-15,7-1-36 0,-7 1-21 0,6-1-26 16,-6 1-14-16,9-1-13 0,-1 1-54 16,-2 1-55-16,2-1-58 0,2 0-50 0,3 1-43 15,0 0-43-15,0 0-18 0,4 2-46 0,-3-2-20 0,0-1-20 16,4 2-144-16,-5-2-433 0,2 0 191 0</inkml:trace>
  <inkml:trace contextRef="#ctx0" brushRef="#br0" timeOffset="93409.7759">12976 2353 4 0,'22'-2'58'0,"0"2"4"15,-3-2 27-15,0 2 50 0,0-1 18 0,-3-1 40 0,-2 2 24 16,-3-1 22-16,-2-1 20 0,3 1 13 16,-3-2 22-16,-3 3 15 0,-1-1-5 0,3 0-12 0,-2-1-8 15,-1 1-20-15,-5 1-19 0,8-2-16 16,-3 1-25-16,-5 1-20 0,5-3-22 0,-5 3-19 16,8-1-18-16,-8 1-18 0,0 0-28 0,13 0-47 15,-7 0-49-15,3 1-60 0,1 3-72 0,3-3-57 16,6 0-54-16,1 3-63 0,1-4-64 0,1-3-224 15,5 0-657-15,3-1 291 0</inkml:trace>
  <inkml:trace contextRef="#ctx0" brushRef="#br0" timeOffset="93978.0596">14161 2050 270 0,'5'-5'463'0,"-1"-1"7"0,2 1-5 16,-2-1-17-16,1 2-22 0,-2-1-21 0,1 1-16 15,-3 1-17-15,0-1-18 0,2 2-27 0,-2-2-8 16,-1 4-15-16,3-3-9 0,-3 3-17 0,2-3-23 16,-2 3-11-16,0 0-11 0,0 0-15 0,0 0-10 15,0 0-16-15,0 0-19 0,0 0-6 0,0 0-26 16,0 0-17-16,0 0-13 0,0 0-16 0,0 0-14 15,0 0-8-15,0 0-5 0,0 0-9 0,-4 16-1 16,2-12-9-16,-1 4 0 0,-1 0-41 0,1 2-8 16,-4 1 0-16,1 1 0 0,-1 4 0 0,-2 1 0 15,1-5 0-15,-3 6 0 0,0-2 0 0,-2 0 0 16,3 1 0-16,-2 0 0 0,2-1 0 0,0-3 0 16,-2 1 0-16,4 1 0 0,1-3 0 0,1-5 0 15,0 4 0-15,3-5 0 0,-1 0 0 0,0-2 0 16,0 1 0-16,4-1 0 0,-2-2 0 0,2-2 0 15,-2 5 0-15,2-5 0 0,4 3 0 0,0 0 0 16,6-2 0-16,8-3 0 0,0 2 0 0,6-2 0 16,2-1 0-16,8 1 0 0,-4-1 0 0,4-1 0 15,-2 0 0-15,-5 1 0 0,0-5 0 0,-5 5 0 16,6-1 0-16,-9-2 0 0,-8 2 0 0,1 4 0 16,-2-2 0-16,-2 1 0 0,0 1 0 0,-3-3 0 15,2 3 0-15,-7 0 0 0,10 0 0 0,-10 0 0 16,8-1 0-16,-8 1 0 0,0 0 0 0,4-1 0 15,-1-4 0-15,-3 5 0 0,0 0 0 0,0 0 0 16,0 0 0-16,0 0 0 0,0 0 0 0,0 0-223 16,0 0-91-16,0 0-31 0,7 0-30 0,-7 0-49 15,0 0-54-15,-12-6-58 0,5 4-380 0,7 2-993 16,-9-9 439-16</inkml:trace>
  <inkml:trace contextRef="#ctx0" brushRef="#br0" timeOffset="94362.0224">14342 2102 225 0,'-2'-4'373'0,"3"-5"18"16,-1 2 20-16,1 1 5 0,-4-3 27 0,3 2 13 16,0 0-2-16,2 3-18 0,-2 0 2 0,0 0-12 15,0 0-13-15,0 4-8 0,0-5-26 0,0 5-6 16,0-4-23-16,0 4-17 0,0 0-30 0,-1-4-25 16,1 4-22-16,0 0-25 0,0 0-25 0,0 0-21 15,0 0-175-15,0 0-10 0,0 0 0 0,0 0 0 16,0 0 0-16,0 0 0 0,-6 14 0 0,7-4 0 15,-2-2 0-15,2 5 0 0,-1 4 0 0,0 1 0 16,0 1 0-16,5 6 0 0,-5 3 0 0,1-2 0 16,0 2 0-16,-2-2 0 0,0 2 0 0,1-2 0 15,0 3 0-15,-1-3 0 0,-4 1 0 0,2-2 0 16,2-5 0-16,-2-4 0 0,1 1 0 0,-2-1 0 16,1-4 0-16,1-1 0 0,2-1 0 0,-3-1 0 15,3-2 0-15,0-1 0 0,0-1 0 0,3 0 0 16,-6-2 0-16,3-3 0 0,-4 6 0 0,4-3 0 15,0-3 0-15,0 0 0 0,0 0 0 0,0 0 0 16,0 0 0-16,0 0 0 0,0 0 0 0,8-17 0 16,-7 10 0-16,-1 0 0 0,4 0 0 15,0-4 0-15,1 2-254 0,-1 2-295 0,2-2-48 0,2 2-53 16,0 2-374-16,-2-2-1109 0,3 3 491 0</inkml:trace>
  <inkml:trace contextRef="#ctx0" brushRef="#br0" timeOffset="95663.4598">14533 2495 90 0,'0'0'377'0,"5"3"13"0,-5-3 10 16,4 1-4-16,-4-1-18 0,0 0-12 0,0 0-17 16,5 3-18-16,-5-3-29 0,0 0-18 0,0 0-26 15,0 4-26-15,0-4-21 0,0 0-23 0,0 4 0 16,0-4 5-16,0 6 0 0,-1-2-7 15,0 1-5-15,-1-2-5 0,0 1-7 0,-1 1-3 0,2 1-8 16,-2-3 2-16,-2 2 6 0,1 0 2 0,-2 1 0 16,-3 1-4-16,0 0 1 0,-5 1-3 0,2-3-5 15,-5 5-7-15,2-3-12 0,5-3-2 16,-5 4-14-16,-2-1-3 0,1-2-65 0,-1 0-54 16,3-2 0-16,-5 2 0 0,9-3 0 0,-7 2 0 15,3-3 0-15,-3 3 0 0,-4-3 0 0,4 1 0 0,0-2 0 16,0 2 0-16,4-1 0 0,-3-1 0 0,2 0 0 15,-3 0 0-15,0-1 0 0,-2-1 0 0,1 0 0 16,0 1 0-16,-2-2 0 0,0 1 0 16,1-1 0-16,-3 0 0 0,4 1 0 0,5-1 0 15,-4-2 0-15,4 2 0 0,0-1 0 0,3-1 0 0,-4 1 0 16,1-6 0-16,-1 5 0 0,0-6 0 0,0 4 0 16,1-1 0-16,2-2 0 0,-3-2 0 0,3 6 0 15,-1-7 0-15,4 4 0 0,-2 0 0 16,0 1 0-16,1-2 0 0,-3-2 0 0,2 2 0 15,4 2 0-15,-3-3 0 0,-1 1 0 0,2 0 0 0,0-1 0 16,2 1 0-16,-1-1 0 0,0 0 0 0,0-1 0 16,2-2 0-16,1 5 0 0,-1-2 0 0,0-1 0 15,-3 1 0-15,3 0 0 0,0-5 0 0,1 5 0 16,-1-1 0-16,2-4 0 0,0 5 0 16,-1-6 0-16,1 3 0 0,2 2 0 0,-1-5 0 0,2 6 0 15,-2-1 0-15,2-1 0 0,2-2 0 0,0 4 0 16,-2-1 0-16,4-4 0 0,0 0 0 0,-1 1 0 15,1 4 0-15,2-4 0 0,0 0 0 16,-1 4 0-16,4-4 0 0,-4 4 0 0,4-6 0 16,-4 7 0-16,4-4 0 0,0-3 0 0,-1 8 0 0,-1-6 0 15,3 3 0-15,-2 3 0 0,3-4 0 0,-3 3 0 16,3-3 0-16,0 1 0 0,-2 1 0 16,0 3 0-16,3-4 0 0,-2 3 0 0,3-3 0 15,-1 2 0-15,1 2 0 0,-3-1 0 0,8 1 0 16,-9 2 0-16,4 0 0 0,-3 1 0 0,3 2 0 0,0-3 0 15,-2 1 0-15,1 3 0 0,0-2 0 0,-1-1 0 16,0 3 0-16,3-1 0 0,-1 0 0 0,0 2 0 16,2-2 0-16,3 0 0 0,-5 0 0 0,1 2 0 15,-1-1 0-15,1 0 0 0,-3 0 0 16,1 1 0-16,2 0 0 0,-3 1 0 0,2 0 0 0,-1-2 0 16,0 2 0-16,-3 0 0 0,-1 0 0 0,2 2 0 15,4-2 0-15,-5 0 0 0,2 1 0 0,1 0 0 16,-3 1 0-16,2 1 0 0,1-3 0 0,0 2 0 15,-2 1 0-15,0-2 0 0,-1 1 0 16,0 1 0-16,4 0 0 0,-4 2 0 0,2 0 0 0,1-2 0 16,1 1 0-16,-2 1 0 0,-1 0 0 0,1-2 0 15,1 1 0-15,-7-1 0 0,4 1 0 0,0 1 0 16,1 0 0-16,-2 0 0 0,-3-1 0 0,3 2 0 16,-2-1 0-16,3 1 0 0,-1-1 0 15,-3 0 0-15,0 0 0 0,4 3 0 0,-1 0 0 0,-3 0 0 16,0 0 0-16,3-1 0 0,-2 0 0 0,0 2 0 15,0-2 0-15,-4-1 0 0,3 2 0 0,3 0 0 16,-3 0 0-16,-1-2 0 0,1 2 0 0,1 0 0 16,1 0 0-16,-5-2 0 0,3 1 0 0,1 0 0 15,-1 0 0-15,-1 0 0 0,1 3 0 0,0-3 0 16,-4 0 0-16,1-2 0 0,4 2 0 0,-1 0 0 16,1 1 0-16,-2-2 0 0,-1 1 0 0,2 1 0 15,-2 0 0-15,0-2 0 0,0 1 0 0,0-1 0 16,1 3 0-16,0-2 0 0,0 1 0 0,1 0 0 15,-4 1 0-15,3 0 0 0,-3-5 0 0,3 7 0 16,0-4 0-16,0 2 0 0,-4-2 0 0,1 0 0 16,3 0 0-16,-4-1 0 0,3 1 0 0,-2 0 0 15,1-2 0-15,2 5 0 0,-4-5 0 0,3 0 0 16,-2 0 0-16,2 2 0 0,-3 0 0 0,1-3 0 16,-1-4 0-16,0 12 0 0,0-6 0 15,0 3 0-15,1-2 0 0,-1 2 0 0,0-1 0 0,-1 0 0 16,-3 0 0-16,4 2 0 0,0-3 0 0,-1 1 0 15,-2-1 0-15,3 3 0 0,0-3 0 0,-1 0 0 16,-2 1 0-16,1 0 0 0,-2-3 0 16,4 1 0-16,-4 1 0 0,3 3 0 0,-3-2 0 15,4-3 0-15,-4 1 0 0,-1 3 0 0,1-2 0 16,-6 4 0-16,2-4 0 0,2 4 0 0,-7-3 0 0,0 3 0 16,1 1 0-16,-2 0 0 0,1-2 0 0,-2 2 0 15,0-3 0-15,-2 1 0 0,4 2 0 0,0-5 0 16,-2 1-146-16,-2 0-588 0,-1-3-485 15,3 2-1320-15,2-5 584 0</inkml:trace>
  <inkml:trace contextRef="#ctx0" brushRef="#br0" timeOffset="105471.2144">1695 3777 89 0,'0'-4'295'0,"0"-2"8"0,0 1 3 0,3 0 2 16,-3-1 1-16,1-2 19 0,-1 3 9 0,4-5 1 15,0 3 5-15,1-2-1 0,0-4-3 0,-1 9-3 16,0-6 1-16,-3 3-10 0,3 2-9 0,0-1-13 16,-3 0-10-16,3 0-1 0,1 1-7 0,-1 1-4 15,-3 0-20-15,3 1-16 0,-4 0-17 0,0 3-24 16,2-4-23-16,-2 4-19 0,0 0-18 0,0 0-12 15,-12 2-13-15,-1 2-43 0,3 2-78 0,-8 2 0 16,-8 8 0-16,3 1 0 0,-8 2 0 0,5 5 0 16,-11 7 0-16,-4-1 0 0,4 0 0 0,6-4 0 15,-5 9 0-15,12-12 0 0,-1-1 0 0,5-1 0 16,5-5 0-16,2-4 0 0,3 1 0 0,4-4 0 16,2-1 0-16,0 2 0 0,4-2 0 0,1 2 0 15,3-5 0-15,4 3 0 0,3-1 0 0,7 0 0 16,2 1 0-16,1-2 0 0,9 1 0 0,-1 0 0 15,1 0 0-15,1 1 0 0,0-1 0 0,-4 0 0 16,-1-1 0-16,-5 0 0 0,-1-2 0 0,-8 1 0 16,-1-1 0-16,2 1 0 0,-4-1 0 0,0 2 0 15,-3 0 0-15,-1-4 0 0,-1 5 0 0,-1 1 0 16,-2-3 0-16,-2 1 0 0,-6 3 0 0,-3 0 0 16,0-1 0-16,-3 2 0 0,-5 2 0 0,-5 0 0 15,0 0 0-15,-2-1 0 0,7-2 0 0,0-1 0 16,-4-2 0-16,3 0 0 0,9-2 0 0,-8 1 0 15,5-2 0-15,3 0 0 0,1-1 0 0,1 0 0 16,8-2 0-16,-11 2 0 0,11-2 0 0,-10-2 0 16,10 2 0-16,-3-7 0 0,3 7-29 0,0 0-341 15,10-9-76-15,3 2-72 0,5 1-62 0,0 0-462 16,1-1-1128-16,9-6 500 0</inkml:trace>
  <inkml:trace contextRef="#ctx0" brushRef="#br0" timeOffset="105824.2659">1901 4143 379 0,'4'-6'507'0,"-4"3"19"0,0-2 13 16,0 5 5-16,0-10 5 0,0 5-2 0,0 0-22 0,-3 0 2 16,2-1-19-16,1 2-22 0,-2 1-16 0,2 3-29 15,-3-5-40-15,3 5-41 0,-4-4-39 0,4 4-34 16,0 0-33-16,0 0-234 0,0 0-20 0,-5 18 0 15,4-8 0-15,1 2 0 0,-3 6 0 16,2-1 0-16,-2 1 0 0,1 9 0 0,-1-9 0 0,-1 8 0 16,3-6 0-16,-4 4 0 0,1 0 0 15,1-4 0-15,-3 7 0 0,2-3 0 0,-1-7 0 0,4 2 0 16,-3-1 0-16,2 1 0 0,-3-2 0 0,2-6 0 16,1 6 0-16,2-4 0 0,-3-2 0 15,3-2 0-15,0 0 0 0,0-5 0 0,0 1 0 16,-1 0 0-16,1-5 0 0,1 7 0 0,-1-7 0 15,0 0 0-15,-1 6 0 0,1-6 0 0,0 0 0 0,0 0 0 16,0 0-85-16,0 0-490 0,7-19-92 0,-5 8-477 16,3-4-1240-16,-4-5 549 0</inkml:trace>
  <inkml:trace contextRef="#ctx0" brushRef="#br0" timeOffset="106138.5597">1873 4079 263 0,'4'-10'436'0,"-2"0"9"16,2 1-3-16,1-1 1 0,-1 1-12 0,3-1-14 15,-1 3-28-15,-1-2-29 0,3 3-27 0,2 2-31 16,-1-2-19-16,0 4-16 0,5 1-12 0,-3 2-19 16,6 2-26-16,-4-1-11 0,1 2-14 0,-3 0-18 15,1 3-11-15,-1 0-15 0,1 0-10 0,-3 2-10 16,-1-1-12-16,-1 3-9 0,0-2-10 0,-4 0-4 15,1 3-12-15,-4-2-7 0,0 3 0 0,-4-3 1 16,1 2-4-16,-6 1-6 0,-5 0-1 0,-1 1-6 16,-7 6-2-16,-4-6-6 0,0-3-5 0,1 0-4 15,6-2-17-15,1-3-30 0,5-2-28 0,-1 1-25 16,5-3-24-16,1 2-30 0,3-1-46 0,5-3-76 16,0 0-85-16,0 0-98 0,0 0-74 0,17-15-451 15,-1 7-1028-15,10-4 455 0</inkml:trace>
  <inkml:trace contextRef="#ctx0" brushRef="#br0" timeOffset="106608.0286">2226 4202 332 0,'0'0'498'0,"0"0"9"0,0 0 9 0,-7 3 1 0,7-3-13 16,0 0-23-16,0 0-31 0,0 0-32 0,0 0-34 15,0 0-30-15,0 0-30 0,0 0-42 0,0 0-10 16,0 0-24-16,0 0-38 0,0 0-17 0,0 0-24 16,0 0-18-16,0 0-9 0,0 0-11 0,0 0-13 15,0 0-18-15,0 0-2 0,32-6-10 16,-20 2 2-16,1-1 6 0,2-1-1 0,2 1-1 0,-6-5-1 16,7 4 7-16,-9-4-3 0,9 0-58 0,-9 1-39 15,0 0 0-15,-3 1 0 0,3 1 0 0,-4-1 0 16,-2 1 0-16,1 1 0 0,-3 1 0 0,-1-2 0 15,0 0 0-15,0 3 0 0,-4 0 0 0,0-1 0 16,-5 1 0-16,2 3 0 0,-2 1 0 0,9 0 0 16,-26 5 0-16,12 0 0 0,-3 3 0 0,2 1 0 15,-2 3 0-15,2-1 0 0,0-1 0 0,3 2 0 16,2 1 0-16,0-5 0 0,5 1 0 16,-2 1 0-16,3-2 0 0,3 1 0 0,0-3 0 15,1 2 0-15,2 0 0 0,2 0 0 0,0-2 0 16,4 1 0-16,4-2 0 0,0 1 0 0,6-3 0 0,-3 2 0 15,4-2 0-15,-1 0 0 0,3 0 0 0,-2-3 0 16,-1 0 0-16,4-3 0 0,1 0 0 0,-5 0 0 16,3-2 0-16,-3 2-75 0,-4-2-227 0,3-2-71 15,-4 1-60-15,2-3-54 0,0 1-61 16,2-2-448-16,-3 1-1078 0,-5 0 476 0</inkml:trace>
  <inkml:trace contextRef="#ctx0" brushRef="#br0" timeOffset="107089.4099">2690 4070 243 0,'4'-3'439'0,"-4"3"19"16,5-9 18-16,-4 7 18 0,-1 2 0 15,0-7 4-15,1 0-13 0,-1 7-15 0,1-4-15 16,-1 4-15-16,0 0-18 0,0-4-34 0,0 4-23 16,0 0-31-16,0 0-33 0,0 0-38 0,0 0-32 0,0 0-15 15,0 0-25-15,0 0-22 0,-13 10-19 16,7-4-14-16,0 1-63 0,-2 2-73 0,2-1 0 15,0 4 0-15,-1-2 0 0,-1 5 0 0,1-1 0 16,0-2 0-16,1-3 0 0,2 4 0 0,-1-3 0 16,4 3 0-16,-2-5 0 0,3 4 0 0,-1-3 0 0,2-1 0 15,3-1 0-15,-1 1 0 0,2-3 0 16,2 1 0-16,3 1 0 0,2-3 0 0,1 0 0 16,1-2 0-16,5-1 0 0,-2-1 0 0,3-2 0 15,-1 0 0-15,0-3 0 0,2-1 0 0,-4 0 0 16,-1-1 0-16,1 1 0 0,-2-4 0 0,-5 3 0 15,-1-2 0-15,1 4 0 0,-4-6 0 0,1 4 0 16,-2-4 0-16,2 6 0 0,-5-3 0 0,1 0 0 16,-1 1 0-16,0 3 0 0,0-3 0 0,0 2 0 15,-2 5 0-15,0-7 0 0,0 7 0 0,0-7 0 16,0 7 0-16,2-4 0 0,-2 4 0 0,0 0 0 16,0 0 0-16,0 0 0 0,0 0 0 0,0 0 0 15,3 15 0-15,-2-5 0 0,0-2 0 0,-1 0 0 16,2 2 0-16,-2-1 0 0,0 5 0 0,2-5 0 15,-2 1 0-15,1-1 0 0,-1-1 0 0,2-1 0 16,-2-1 0-16,1 0 0 0,-1-3 0 0,0-3 0 16,0 10-175-16,0-10-157 0,4 4-87 0,-4-4-113 15,0 0-108-15,11-16-376 0,-3 2-1100 0,3-1 487 16</inkml:trace>
  <inkml:trace contextRef="#ctx0" brushRef="#br0" timeOffset="107233.4506">2973 3948 103 0,'-6'-5'406'0,"6"1"-16"0,0 4-8 16,-9-10-23-16,7 7-28 0,2 3-44 0,-4-5-25 15,4 5-55-15,-2-7-74 0,2 7-97 0,0 0-93 16,0 0-106-16,15-5-103 0,-5 4-136 0,1 0-435 16,2-1 192-16</inkml:trace>
  <inkml:trace contextRef="#ctx0" brushRef="#br0" timeOffset="107558.4086">3349 3825 475 0,'0'-11'533'0,"-3"6"16"0,0-5 19 16,-1 2 7-16,-1-3-3 0,0 4-12 16,0 0-11-16,-1 0-19 0,1 3-30 0,-1-1-36 0,2 1-38 15,4 4-43-15,-8-5-37 0,8 5-39 0,0 0-19 16,0 0-8-16,-11 12-8 0,2-3-258 0,3 5-14 15,-2 2 0-15,4 2 0 0,-1 8 0 0,0 2 0 16,0 0 0-16,1 4 0 0,0 1 0 16,4 1 0-16,0-1 0 0,0 2 0 0,0 0 0 15,0-4 0-15,0 2 0 0,0 2 0 0,0-4 0 0,0 2 0 16,0-4 0-16,-1-1 0 0,2-1 0 0,-1 0 0 16,0-2 0-16,-1-5 0 0,1-1 0 0,0-2 0 15,0 0 0-15,-3-4 0 0,3 5 0 16,-1-9 0-16,1 2 0 0,0-5 0 0,0 1 0 15,-1-1 0-15,1-6 0 0,0 0 0 0,0 0 0 0,0 0-530 16,0 0-114-16,0 0-526 0,0-25-1267 0,1 14 561 16</inkml:trace>
  <inkml:trace contextRef="#ctx0" brushRef="#br0" timeOffset="107909.0677">3133 4271 386 0,'-4'-7'416'0,"-1"3"23"0,3-1 14 15,-1 2 19-15,3 3 11 0,-4-10-8 0,2 4-18 16,2 6-29-16,-3-9-27 0,3 9-33 0,-1-8-27 0,1 8-26 16,1-8-28-16,-1 8-40 0,9-9-25 15,-1 3-26-15,2-3-13 0,0 6-26 0,4-1-19 16,3-2-8-16,2 1-9 0,-5 0-22 0,4 3-7 16,-5-2-6-16,5 0-14 0,-8 2-9 0,9-1 6 15,-9 0-9-15,3 2-11 0,-3-3-10 0,1 4-3 16,-4 0-3-16,2-1-3 0,-9 1-11 0,13 3 3 15,-7 0-6-15,3 0 10 0,-1 4-18 0,-2 1 14 16,2 0-4-16,-2 0-12 0,-1-1 5 0,3 8 3 16,-8-5-2-16,5-2 4 0,-2 3-5 0,1-1-3 15,-3 1 1-15,4-2 10 0,-5 2-12 0,0-3-6 16,1-1 14-16,2-1-12 0,-2-1 0 0,-1-5-7 16,0 10-25-16,1-4-23 0,-1-4-29 0,0-2-23 15,0 7-31-15,0-7-30 0,0 0-40 0,0 0-69 16,0 0-91-16,0 0-74 0,0 0-76 0,17-16-443 15,-8 5-1036-15,-1-3 459 0</inkml:trace>
  <inkml:trace contextRef="#ctx0" brushRef="#br0" timeOffset="108054.8588">3543 3999 305 0,'0'0'393'0,"0"0"-28"0,3-4-35 0,-3 4-38 16,0 0-41-16,0 0-22 0,0 0-52 0,0 0-39 15,0 0-87-15,18 5-86 0,-18-5-96 0,10 11-97 16,-6-8-129-16,5-1-385 0,1 1 170 0</inkml:trace>
  <inkml:trace contextRef="#ctx0" brushRef="#br0" timeOffset="108376.1946">3770 4102 327 0,'0'0'444'0,"0"0"3"16,10-4 10-16,-10 4 5 0,1-5-2 0,-1 5-10 15,0 0-5-15,-3-9-20 0,3 9-26 0,0 0-19 16,-3-7-11-16,3 7-34 0,-7-2-25 0,7 2-27 16,0 0-30-16,-12 0-28 0,12 0-18 15,-12 2-23-15,2 3-16 0,2 1-23 0,-2 0-13 0,0 4-9 16,1-1-10-16,1 0-20 0,-3 4-5 0,-1-2-7 16,3 5-8-16,4-7-5 0,-4 2-14 0,4-3-9 15,1 4 8-15,0-3-13 0,3 0 0 16,-2-2-27-16,6 0-13 0,-3 0 0 0,4-2 0 15,1 3 0-15,1-2 0 0,7-2 0 0,-1 0 0 16,4 1 0-16,4 0 0 0,0-4 0 0,3-1 0 0,-3 0 0 16,1-1 0-16,0-2 0 0,0 2 0 0,-2-1 0 15,0-2 0-15,-6 2 0 0,-1-1 0 16,-2 0-64-16,-5 0-118 0,-5 3-49 0,12-2-56 16,-7 1-76-16,-5 1-96 0,0 0-120 0,0 0-426 15,0 0-1088-15,0 0 482 0</inkml:trace>
  <inkml:trace contextRef="#ctx0" brushRef="#br0" timeOffset="109126.0815">5064 3752 116 0,'-2'-6'455'0,"-1"0"-2"16,1 0 26-16,-1-1 16 0,2 1 5 15,-3-3-3-15,1-2 6 0,1 5-9 0,0-1-15 16,0 0-14-16,-1 3-21 0,2-4-24 0,-4 2-31 0,4 2-18 16,-3-2-22-16,3 3-34 0,1 3-38 0,-4-6-28 15,0 4-29-15,0 1-25 0,4 1-169 0,-14 4-26 16,-1 2 0-16,-11 6 0 0,2 3 0 16,-3 0 0-16,-2 6 0 0,4 3 0 0,0-3 0 0,-2 4 0 15,4-3 0-15,0 2 0 0,5-1 0 0,-1-3 0 16,6-4 0-16,0-4 0 0,6 3 0 0,0-6 0 15,2 0 0-15,5 0 0 0,1 1 0 16,5-2 0-16,3 0 0 0,7 1 0 0,-2 0 0 0,14 2 0 16,-6-5 0-16,9 4 0 0,2-3 0 0,-4 2 0 15,-7-5 0-15,5 4 0 0,-8-1 0 0,0-3 0 16,-1 5 0-16,0-2 0 0,-6-1 0 16,-2 0 0-16,-4 0 0 0,2 0 0 0,-4 0 0 0,0 0 0 15,-3 1 0-15,-2-1 0 0,-2 4 0 0,-4-1 0 16,-3 2 0-16,-5 3 0 0,-8-1 0 0,0-1 0 15,-3 3 0-15,0-5 0 0,1-2 0 0,6 1 0 16,0-2 0-16,1-1 0 0,4-2 0 0,0-2 0 16,9 0 0-16,-3 0 0 0,3-1 0 0,5-1 0 15,-8-3 0-15,8 3 0 0,4-7 0 0,5 2-135 16,1-1-274-16,3 0-81 0,13-6-87 0,-1 1-68 16,1 1-345-16,1-1-1071 0,2-2 474 0</inkml:trace>
  <inkml:trace contextRef="#ctx0" brushRef="#br0" timeOffset="110161.2747">5242 4062 70 0,'4'-4'514'0,"-4"4"8"0,4-6 21 0,-2 6 14 16,1-4 5-16,-3 4 5 0,3-6-17 0,-1 4-34 16,-2 2-30-16,1-5-41 0,-1 5-37 0,0 0-42 15,0 0-39-15,0 0-32 0,0 0-37 0,0 0-28 16,0 0-26-16,0 0-22 0,0 0-20 0,3 15-11 15,-3-9-18-15,-2 4-13 0,2-2-97 0,-1 3-23 16,1-1 0-16,-1 1 0 0,1 0 0 0,0 1 0 16,0 0 0-16,1-1 0 0,-2 0 0 0,2-3 0 15,-1 1 0-15,1-2 0 0,-1-1 0 0,0 0 0 16,2-3 0-16,-2 2 0 0,0-5 0 0,1 5 0 16,1-3 0-16,-2-2 0 0,0 0 0 0,0 0 0 15,8-9 0-15,-3 4 0 0,3-5 0 0,0 4-5 16,1-6-8-16,3-1 14 0,-4 0 9 0,1 4-3 15,2-4-7-15,-3 3 0 0,1 2 0 0,-3 0 0 16,3-1 0-16,-1 2 0 0,-3 2 0 0,3-1 0 16,-3 3 0-16,1 1 0 0,1-1 0 0,-1 3 0 15,2 1 0-15,-3 1 0 0,4 0 0 0,-3 1 0 16,-1 1 0-16,2 1 0 0,-1 0 0 0,0-1 0 16,-2 1 0-16,0 3 0 0,1-3 0 0,-1 1 0 15,1 2 0-15,-1-2 0 0,-2 1 0 0,0-1 0 16,-1-1 0-16,2-1 0 0,-2-1 0 0,2 1 0 15,-2-1 0-15,0 1 0 0,-1-4 0 0,0 0 0 16,4 1 0-16,-4-1 0 0,0 0 0 0,0 0 0 16,5-11 0-16,-4 6 0 0,2-1 0 0,-1 1 0 0,2-3 0 15,0 0 0-15,0 1 0 0,-2 0 0 0,4-1 0 16,0 2 0-16,-3 0 0 0,2 0 0 16,1 2 0-16,-1 1 0 0,-1 0 0 0,1 0 0 15,4 2 0-15,-3 0 0 0,1 1 0 0,-7 0 0 0,10 2 0 16,-1 0 0-16,0 2 0 0,-1 1 0 15,-2 0 0-15,2-2 0 0,-5 2 0 0,4 3 0 0,-2 1 0 16,-2-1 0-16,0-1 0 0,0 1 0 16,-2 2 0-16,-1 1 0 0,-2 0 0 0,-3-3 0 15,-2 4 0-15,1-1 0 0,-2-4 0 0,-2 3 0 0,5-3 0 16,-3-2 0-16,4-2 0 0,-2 0 0 16,1-3 0-16,5 0 0 0,-12-6 0 0,11 1 0 15,-3-6 0-15,4-4 0 0,1-3 0 0,7-8 0 16,5-1 0-16,5 0 0 0,0-2 0 0,5 0 0 0,14-10 0 15,-12 13 0-15,4 0 0 0,10-7 0 0,-10 10 0 16,2-3 0-16,-3 3 0 0,13-8 0 0,-12 9 0 16,-4 4 0-16,-3 0 0 0,-5 6 0 0,-1-1 0 15,-1 0 0-15,-2 0 0 0,-3 7 0 0,-1-3 0 16,-1 1 0-16,-3 3 0 0,0 0 0 0,0 0 0 16,-1-1 0-16,-2 1 0 0,0 2 0 15,-2-2 0-15,1 0 0 0,-2 0 0 0,-1 1 0 16,0 0 0-16,-2-1 0 0,0 2 0 0,0-1 0 15,1 1 0-15,-1-1 0 0,0 2 0 0,0-1 0 0,0 1 0 16,4 2 0-16,-10-1 0 0,10 1 0 0,-9 4 0 16,0 1 0-16,1 1 0 0,2 4 0 0,-3 0 0 15,4 7 0-15,-2 3 0 0,1 7 0 0,2 2 0 16,1 3 0-16,0 1 0 0,4 2 0 0,-2 12 0 16,-2-10 0-16,6 12 0 0,-3-2 0 0,1-1 0 15,1-8 0-15,0 11 0 0,-2-4 0 0,0-10 0 16,0 0 0-16,0 1 0 0,0 0 0 0,0 1 0 15,1-1 0-15,-1-5 0 0,0 4 0 0,3-7 0 16,-2 2 0-16,-1-9 0 0,4 2 0 0,-3-6 0 16,-1 0 0-16,1-6 0 0,-1-1 0 0,3-1 0 15,-3-3 0-15,0-1 0 0,0 2 0 0,1-4 0 16,-1 1 0-16,0-4 0 0,0 4 0 0,0-4 0 16,0 0 0-16,0 0 0 0,0 0 0 0,0 0 0 15,4-11 0-15,-1 2 0 0,-3-3 0 0,2-6 0 16,-2-7-12-16,0 0-742 0,-5-2-484 0,1-2-1341 15,3 3 594-15</inkml:trace>
  <inkml:trace contextRef="#ctx0" brushRef="#br0" timeOffset="110393.8233">5954 4290 135 0,'0'0'405'0,"-4"-5"20"16,4 5 8-16,-4-4 24 0,-1 3 27 0,5 1 9 15,-7-5-2-15,6 3-8 0,1 2-15 0,-6-4-23 16,6 4-15-16,0 0-27 0,-4-2-31 0,4 2-20 15,0 0-29-15,0 0-27 0,-1-5-26 0,1 5-32 16,0 0-27-16,11-6-22 0,-4 5-21 0,6-2-19 16,4-3-78-16,4 3-71 0,-2-1 0 0,10-1 0 15,-2 1 0-15,-4-1 0 0,-4 0 0 0,2 2 0 0,-1 0 0 16,-3-2 0-16,-2 3 0 0,-2-2-201 16,0 3-57-16,-2-1-46 0,0-2-82 0,-3 2-70 15,0-2-69-15,-3 1-60 0,-1 0-328 0,1 1-989 16,-2 0 438-16</inkml:trace>
  <inkml:trace contextRef="#ctx0" brushRef="#br0" timeOffset="110796.9653">6276 4164 115 0,'0'0'318'0,"0"0"18"16,6-2 32-16,-3-2 28 0,-3 4-7 0,5-4 10 16,-5 4-9-16,4-2-5 0,-4 2-16 0,1-3-24 0,-1 3-19 15,9-4-29-15,-5 1-29 0,-3 1-19 16,-1 2-33-16,9-1-21 0,-5-1-15 0,-4 2-23 15,0 0-16-15,15 0-16 0,-11 2-13 0,4 1-8 16,-3 1-14-16,2-2-7 0,-3 3-9 0,1 1-5 16,-1-1-6-16,-1 2-8 0,1 4-2 0,-2-6-8 0,-2 4 2 15,-2 0-10-15,-2 0-1 0,1-3-4 0,-2 3-2 16,0-2-2-16,-4 0-3 0,3-1-9 0,-2-1-10 16,1-2-1-16,0 1 1 0,2-2-1 15,0 1 7-15,0-3-1 0,5 0-5 0,-12-3-3 0,7 0 6 16,1-1-1-16,3-2 8 0,0-1 0 0,1 0 4 15,0-3-9-15,2 1 1 0,-2-1 10 16,8 1-14-16,-4-2 4 0,2 4 3 0,-1-2 1 16,2 2-4-16,0 1 0 0,-2 0-5 0,-1 2 3 15,0 1 0-15,2 0-4 0,0 1-3 0,0 2-3 0,-6 0 2 16,11 2 2-16,-3 2 1 0,-3-1-2 16,0 1 3-16,3 1 3 0,0 1-2 0,-3 2 1 15,1 2-18-15,-1-3 17 0,0 2-33 0,2-2-36 16,-3 2-54-16,2-3-52 0,-1 0-55 0,1 0-59 15,-1-1-59-15,3-1-76 0,5-1-101 0,1-2-337 0,4-3-927 16,-4 1 410-16</inkml:trace>
  <inkml:trace contextRef="#ctx0" brushRef="#br0" timeOffset="111310.4123">6745 4103 104 0,'4'-5'389'0,"1"-1"31"0,-1 1 12 0,-3 2 22 16,3-1 12-16,-1 0-1 0,-3 4-16 0,3-5-23 15,-2 3-34-15,2 0-26 0,-3 2-33 16,2-4-29-16,-2 4-19 0,0 0-38 0,0 0-28 16,0 0-19-16,0 0-14 0,0 0-9 0,0 0-21 0,-11 13-10 15,6-8-20-15,0 2-7 0,0 0-9 0,-3 3-15 16,4-2-27-16,-1 2 7 0,-4-1-3 0,4 2-2 16,0 0-10-16,0-1-10 0,-3 5-3 15,3-7-2-15,1 4-11 0,3-3-2 0,-2-1 0 16,2 1-6-16,1 0-7 0,-3-2-9 0,6 0-6 0,1 0 2 15,0 1-7-15,2-2-2 0,-1 2 3 0,4-3 5 16,0 2 2-16,5-3-1 0,4-1 2 0,2-3-4 16,0 0 7-16,0 0-6 0,7-6-3 15,1-2 8-15,-8 1 2 0,14-5-3 0,-9 1-3 0,1-3 5 16,-3 0 6-16,0-1 4 0,-8 4-7 0,3-3 6 16,-3 2-2-16,-2 3-2 0,-4-2 6 0,0 2-8 15,-3 1 7-15,2 1-3 0,-4 1-4 0,-3 0-12 16,2 1 0-16,-3 0 0 0,-3 1-11 0,2 0 10 15,-3 0-18-15,4 4-1 0,-9-2 16 0,9 2-2 16,-14 2-8-16,9 0 5 0,-4 4-4 0,3-2 8 16,-2 3-3-16,2 2-3 0,2-1-2 0,-1 1-1 15,2 0 4-15,0 0-6 0,3 0 3 0,2 2-5 16,0-4 6-16,5 3 0 0,-1-2 6 0,4 1-11 16,-1-3 10-16,3 1-1 0,7-1-6 0,-2-2-6 15,-1 0-7-15,5 0-1 0,-9-3-17 0,5-1-19 16,1 0-4-16,-3 0-22 0,-3-1-25 0,-1 1-31 15,1-3-41-15,-2 2-54 0,-1-2-66 0,-5 2-74 16,2-1-92-16,-2 0-465 0,-1-3-1014 0,-1 0 449 16</inkml:trace>
  <inkml:trace contextRef="#ctx0" brushRef="#br0" timeOffset="112112.2077">8075 4079 192 0,'0'-8'536'0,"-1"-1"2"16,0-1 8-16,-1 2 12 0,1-2 0 0,0 3 7 15,0-1-28-15,-2 3-16 0,3-1-17 0,0 1-29 16,0 1-33-16,0 4-36 0,-3-4-40 0,3 4-41 16,-1-4-36-16,1 4-36 0,-1-4-29 0,1 4-30 15,0 0-32-15,0 0-162 0,0 17 0 0,0-7 0 16,-2 5 0-16,1 2 0 0,0 1 0 0,0 2 0 16,-4 5 0-16,1 1 0 0,0 1 0 0,0-2 0 15,-1 1 0-15,1 0 0 0,-1-1 0 0,0-7 0 16,-1 0 0-16,-1 0 0 0,3-2 0 0,-1-2 0 15,1-5 0-15,2 1 0 0,-2-2 0 0,4-2 0 16,0 0 0-16,-1-2 0 0,-3-1 0 0,4 1 0 16,0-4 0-16,0 0 0 0,0 0 0 0,1-12 0 15,3 2 0-15,-3-2 0 0,7-4 0 0,-4-2 0 16,2-12 0-16,2 1 0 0,-3-7 0 0,5-12 0 16,-3-2 0-16,3 1 0 0,-5 1 0 0,1 12 0 15,2 1 0-15,-2 2 0 0,0 0 0 0,0 1 0 16,1 6 0-16,-3 9 0 0,0-1 0 0,0 6 0 15,1 2 0-15,-3 1 0 0,0 3 0 0,-1 1 0 16,1 1 0-16,1-2 0 0,-3 6 0 0,5 1 0 16,-5-1 0-16,12 16 0 0,-2-2 0 0,3 8 0 15,1 4 0-15,-3 1 0 0,-1 1 0 0,0 4 0 16,1 0 0-16,-6 1 0 0,3 0 0 0,-3 2 0 16,3-3 0-16,-2-2 0 0,-2-1 0 0,0 5 0 15,-3-8 0-15,3-2 0 0,-4-3 0 0,4-3 0 0,-3 0 0 16,2-1 0-16,-2-2 0 0,-1-2 0 15,4-1 0-15,-4-5 0 0,1 6 0 0,0-9 0 16,2 4 0-16,-3-4 0 0,0 1 0 0,0-1 0 16,1-1 0-16,-1-3 0 0,1 6 0 0,-1-6 0 15,0 0 0-15,0 0 0 0,0 0 0 0,15-6 0 16,-9 4-222-16,-1-2-343 0,0-2-79 0,-4 0-483 16,1-1-1221-16,-1-5 541 0</inkml:trace>
  <inkml:trace contextRef="#ctx0" brushRef="#br0" timeOffset="112594.8634">8130 4213 492 0,'-6'-2'501'0,"6"2"23"16,-5-3 16-16,5 3-1 0,-5-5-8 0,5 5-22 16,-2-1-49-16,2 1-34 0,0 0-59 0,2-7-24 15,-2 7-33-15,6-8-36 0,-2 5-27 0,1 1-37 16,1 0-7-16,3-4-36 0,3 0-7 0,-2 2-12 15,3 2-17-15,3-4-17 0,2 0 0 0,0 2-23 16,0-1-8-16,-1 3-9 0,4-2-6 0,-2 1-5 16,1 1-9-16,0 1-4 0,2 0-5 0,-2 1-8 0,2 1-8 15,0 0-4-15,-3 1 6 0,3 3-12 0,-2 0 2 16,-1 1-8-16,-1 2 1 0,1 0 0 16,-5-1-5-16,-1 6 2 0,0-3 4 0,-3 3-7 15,2-1 5-15,-6-2-9 0,-1 0 2 0,-1 3 4 0,-4-3-4 16,4 1 2-16,-3-2 1 0,-1 0-7 0,0 0-4 15,-1-2 1-15,-3 0-1 0,1-3 7 0,1 2-2 16,-2-3 0-16,4 2 7 0,0-5 4 16,-4 2 5-16,4-2-19 0,0 0 0 0,0 0 0 15,-6-10 0-15,6 2 0 0,0 0 0 0,0-2 0 0,2-2 0 16,2-3 0-16,0-2 0 0,0-1 0 0,1 0 0 16,0 2 0-16,0-2 0 0,4 2 0 0,-4 0 0 15,3 1 0-15,-3 5 0 0,5-5 0 16,-2 6 0-16,-3 0 0 0,-1 2 0 0,1 1 0 0,-2 1 0 15,2 0 0-15,-2 3 0 0,0 0 0 0,3 2 0 16,-6 0 0-16,10 2 0 0,-5 0 0 0,2 0 0 16,0 2 0-16,-2-1-107 0,1 1-299 0,-2 0-58 15,2 1-45-15,-1 0-55 0,-1 1-460 16,0-1-1109-16,0-1 491 0</inkml:trace>
  <inkml:trace contextRef="#ctx0" brushRef="#br0" timeOffset="113046.971">8825 4214 50 0,'0'0'400'0,"-6"3"17"0,6-3 44 0,-6 1 17 0,6-1 15 15,-7 0-4-15,7 0-11 0,0 0-24 0,-9 0-15 16,9 0-29-16,0 0-37 0,0 0-22 0,-6 1-33 16,6-1-32-16,0 0-34 0,-4 1-27 0,4-1-19 15,0 0-26-15,-1 4-14 0,1-4-16 0,0 0-13 16,1 6-27-16,-1-6-3 0,3 5-10 0,-2-2-4 15,-1-3-13-15,9 5-11 0,-3-3-6 0,-2-1-1 16,6 1-3-16,4-2 1 0,-1 0-6 0,1-2-4 16,4 0-10-16,0-3-6 0,4 0-34 0,-6 0 0 15,1-1 0-15,-2 0 0 0,-3 0 0 0,-2-2 0 16,-2 3 0-16,-1-3 0 0,2 3 0 0,-6 2 0 16,3-2 0-16,-5-1 0 0,2-1 0 0,-3 5 0 15,0-3 0-15,-3-2 0 0,-2 3 0 0,-2 3 0 16,-3-4 0-16,2 2 0 0,-1 3 0 0,-4 0 0 15,3 0 0-15,-3 4 0 0,-4 1 0 0,1 2 0 16,1 3 0-16,-2-1 0 0,4 3 0 0,-1 0 0 16,5-3 0-16,0 2 0 0,1-1 0 0,3 1 0 15,0-2 0-15,2 1 0 0,1 0 0 0,2-1 0 16,4 0 0-16,1-1 0 0,1 0 0 0,6-1 0 16,-3 0 0-16,10-2 0 0,0 2 0 0,2-2 0 15,7-2-8-15,1-3-175 0,1 0-21 0,-1 0-35 16,-1-7-35-16,-1 1-54 0,1-1-50 0,-2-2-46 15,-7 0-40-15,0 2-35 0,-2-3-366 0,-2 0-938 16,-1 1 415-16</inkml:trace>
  <inkml:trace contextRef="#ctx0" brushRef="#br0" timeOffset="113463.5517">9266 4167 152 0,'0'0'299'0,"4"-3"10"15,-4 3 9-15,4-5 9 0,-4 3 10 0,0 2-12 16,5-5-5-16,-1 2-15 0,1 0-16 0,-5 3-21 15,5-4-18-15,-1 3-23 0,-4 1-17 0,8-1-22 16,-2 1-14-16,-6 0-15 0,10 1-10 0,-3 0-14 16,-2 0-10-16,0 2-13 0,3 3-9 0,-3 0-9 15,1 2-8-15,-1 1-8 0,-1 0-7 0,-1-3-6 16,-2 6-5-16,-1-2-4 0,-1 1-4 0,-3-2-1 16,-1 1-7-16,-2 1-2 0,-3-2-5 0,1 1-3 15,-10-1-2-15,2 0-5 0,-1-3-10 0,3 3-13 0,-3-5-10 16,4-2-1-16,3 1-4 0,-1-3 8 15,3-3 0-15,-2 3-1 0,4-4 5 0,5 0 3 16,-2-3 6-16,4 2 0 0,1-5 12 0,4 1 8 16,3-1 4-16,-1 0 1 0,5-4 15 0,-3 5 1 15,4-2 3-15,-3 2 5 0,-1 2 2 0,2 0 3 0,-3-1 7 16,1 5-9-16,1-1-6 0,-2 1-1 16,0 1-6-16,-2 2 3 0,3 0 2 0,-1 4 0 15,-2-3 3-15,1 3-1 0,0-1-12 0,-1 4-7 16,0-1 1-16,-1 2-1 0,1 2-1 0,-1-2-2 15,0 2-5-15,-1-1-4 0,0 2-2 0,0-3 0 16,-2 2 3-16,2-2-45 0,0 2-42 0,0-4-50 16,2 3-58-16,3-2-81 0,3-2-105 0,2 0-123 15,5-3-499-15,9-2-1057 0,7-5 468 0</inkml:trace>
  <inkml:trace contextRef="#ctx0" brushRef="#br0" timeOffset="113896.2464">10198 4236 11 0,'0'-6'474'0,"3"2"3"0,-3-2-5 0,2 3-3 16,1-1-19-16,-2-1-27 0,-1-1-30 0,4 4-29 15,-3-2-31-15,1 1-21 0,-2-3-23 0,0 6-24 16,3-3-22-16,-3 3-19 0,0-4-21 16,3 1-19-16,-3 3-20 0,0 0-18 0,4-5-14 15,-4 5-17-15,5-1-13 0,-5 1-4 0,9 1-19 0,-9-1-6 16,12 5-11-16,-5-2-4 0,-1 1-7 0,4-1-2 16,-5 4-10-16,3-1 3 0,-1 2-11 0,-4-2-2 15,4 4 1-15,-5-2-2 0,0 3-1 16,-2 0-2-16,-2-2-3 0,0 2-8 0,-6-1 10 0,2-2-4 15,-5 0-3-15,-2 1 1 0,-2-2-4 0,-2 1 0 16,1-2 1-16,-3-2-2 0,1-4-1 16,4 0-2-16,1 0-1 0,-2 0-1 0,7-4 6 0,-1-1-8 15,3-1 0-15,-2 1 4 0,4-4-13 0,6-1-20 16,-1-3-22-16,4 3-20 0,5-3-27 0,1 0-36 16,6 1-55-16,5-4-39 0,5 1-65 0,1 1-46 15,0 2-39-15,-1-1-34 0,4 2-39 0,-1 0-323 16,1 1-832-16,-3 0 368 0</inkml:trace>
  <inkml:trace contextRef="#ctx0" brushRef="#br0" timeOffset="114234.1473">10625 3972 234 0,'1'-9'536'0,"-1"2"23"0,0 0 15 0,0 0 16 16,3-1 0-16,-3 0-4 0,1 2-20 0,-1 2-28 15,0 1-35-15,0 3-45 0,-1-5-35 0,1 5-43 16,0 0-44-16,0 0-10 0,0 0-2 0,0 0-20 16,-8 21-23-16,4-6-198 0,0 4-83 0,-6 9 0 15,6 2 0-15,0 1 0 0,-1 5 0 0,-4 13 0 16,8-2 0-16,-4-13 0 0,3 14 0 0,0-3 0 16,-2-7 0-16,3 11 0 0,-3-2 0 0,4-1 0 15,-4 0 0-15,3-11 0 0,1-2 0 0,0-2 0 16,0 3 0-16,0-4 0 0,0 1 0 0,0-4 0 15,0-8 0-15,0 6 0 0,1-7 0 0,-1-6 0 16,2-2 0-16,0 1 0 0,-2-4 0 0,1-1 0 16,-1-1 0-16,3-1 0 0,-3-1 0 0,0-3 0 15,0 0 0-15,0 0 0 0,0 0 0 0,9-7-341 16,-4 0-150-16,-5-1-40 0,1-2-58 0,-1-2-452 0,-1-2-1126 16,-4-4 499-16</inkml:trace>
  <inkml:trace contextRef="#ctx0" brushRef="#br0" timeOffset="114481.0246">10464 4491 310 0,'-4'-7'395'16,"-1"-4"28"-16,2 4 29 0,-3-1 28 0,5 2 27 15,-2 0 18-15,2 0 0 0,0 0-9 0,1 1-7 16,1 0-24-16,1 2-20 0,4-4-29 16,0 2-19-16,5-1-20 0,2-1-18 0,5 2-23 0,1-1-21 15,8-4-56-15,0 3-279 0,-7 2 0 0,10-2 0 16,-4 3 0-16,0-2 0 0,-7 2 0 0,0-2 0 15,-2 4 0-15,2 2 0 0,-6-3 0 0,-2 2 0 16,1-3 0-16,-3 3 0 0,-1-1 0 0,-2 0 0 16,-1 0 0-16,-5 2 0 0,8-1 0 0,-8 1 0 15,4-1 0-15,-4 1 0 0,0 0-358 0,0 0-277 16,0 0-84-16,0 0-362 0,-17-3-1169 0,17 3 518 16</inkml:trace>
  <inkml:trace contextRef="#ctx0" brushRef="#br0" timeOffset="115030.7836">11589 4200 151 0,'2'-10'466'0,"-2"4"-11"0,1-6-16 16,-1 4 3-16,2-3 0 0,-2 4 31 0,-2 1-11 15,2 0-14-15,2 0-5 0,-2 0-18 0,0 1-17 16,0 5-17-16,-2-6-12 0,2 2-29 16,0 4-27-16,-1-3-32 0,1 3-27 0,0 0-30 0,0 0-23 15,0 0-21-15,0 0-2 0,0 0 16 0,0 0-92 16,0 17-112-16,0-8 0 0,-1 0 0 0,0 1 0 15,1 4 0-15,-2-3 0 0,2 2 0 16,-1 5 0-16,0-3 0 0,-1 1 0 0,1 0 0 0,1-4 0 16,0 1 0-16,0-1 0 0,-1-1 0 0,-1 0 0 15,1 1 0-15,1-1 0 0,0-4 0 0,0 0 0 16,0-3 0-16,0 1 0 0,0 1 0 0,-1-3 0 16,1-3 0-16,1 4 0 0,-1-4 0 0,0 0 0 15,0 0-34-15,0 0-425 0,3-15-45 0,-2 8-59 16,3-7-57-16,-1-3-383 0,0-1-1084 0,5-8 480 15</inkml:trace>
  <inkml:trace contextRef="#ctx0" brushRef="#br0" timeOffset="115207.6492">11560 3934 403 0,'-1'-5'436'0,"0"-1"19"0,2 1 22 15,-2-2 13-15,1 2 1 0,0 0-10 0,0 2-16 16,0-4-29-16,0 7-40 0,-1-7-32 0,1 4-46 15,0 3-24-15,0-6-37 0,0 6-34 0,0-6-57 16,0 6-66-16,-2-3-65 0,2 3-80 0,0 0-82 16,7-2-91-16,-7 2-85 0,12 0-75 0,-1 0-67 15,-5 0-351-15,3 0-861 0,1 2 381 0</inkml:trace>
  <inkml:trace contextRef="#ctx0" brushRef="#br0" timeOffset="115532.9912">11830 3817 49 0,'5'-5'469'16,"-5"0"11"-16,0 1 27 0,3-1 20 0,-3 1 18 15,2-1 4-15,1 2-4 0,-3-2-8 0,2 0-13 16,-2 2-19-16,0 3-19 0,0-5-33 0,0 5-38 16,1-2-37-16,-1 2-39 0,0 0-39 0,0 0-31 15,0 0-23-15,3-5-178 0,-3 5-68 0,0 0 0 16,0 13 0-16,0-7 0 0,0 1 0 0,-3 2 0 15,3 2 0-15,-1 2 0 0,2-1 0 0,-2 4 0 16,1 0 0-16,0 1 0 0,0 0 0 0,-5-1 0 16,3 1 0-16,2-2 0 0,0 1 0 0,-2 1 0 15,1-1 0-15,1-6 0 0,-2 2 0 0,2 1 0 16,0-3 0-16,-3-1 0 0,3-1 0 0,0-1 0 0,-1-1 0 16,-1-1 0-16,2 1 0 0,-1-2 0 0,1-1 0 15,0-3-385-15,0 0-98 0,1 4-76 16,-1-4-57-16,0 0-409 0,8-10-1111 0,-8 4 492 15</inkml:trace>
  <inkml:trace contextRef="#ctx0" brushRef="#br0" timeOffset="116083.0225">11766 3946 332 0,'-4'-2'366'0,"4"2"39"0,-8-3 12 15,1 1 28-15,7 2 8 0,-4-3-2 0,4 3-15 0,0 0-13 16,0 0-38-16,-2-2-5 0,2 2-20 0,0 0-21 15,0 0-49-15,1-5-23 0,-1 5-27 0,10-4-19 16,-4 2-28-16,3-3-22 0,3 1-14 16,2 2-17-16,3-4-17 0,2 1-13 0,-2 0-7 0,0 0 2 15,1-1-29-15,0 3-5 0,0-4-14 0,2 1 9 16,-7 1-12-16,-1 3 2 0,0-3-11 0,0-1 0 16,-2 3-7-16,0 1 0 0,-3 1-7 15,-1-3-3-15,-1 1 9 0,0 0 7 0,-2 2-14 0,-3 1 7 16,5-4 2-16,-2 2 2 0,-3 2 0 0,3-3-36 15,-3 3-5-15,0 0 0 0,4-2 0 0,-4 2 0 16,0 0 0-16,0 0 0 0,0 0 0 0,0 0 0 16,0 0 0-16,0 0 0 0,0 0 0 0,4 6 0 15,-4-1 0-15,0-1 0 0,-2 3 0 0,2-1 0 16,-2 4 0-16,0-3 0 0,2 4 0 0,-2-1 0 16,1 1 0-16,0-2 0 0,-2 2 0 0,2-1 0 15,0-1 0-15,-1-2 0 0,2 0 0 0,-2-1 0 16,2-2 0-16,1 1 0 0,-2 0 0 0,2-1 0 15,0-2 0-15,1 1-20 0,-2-3-17 0,6 2-2 16,-1-1 16-16,-5-1 1 0,14 0 6 0,-5-1 4 16,-4-2-4-16,7 1 6 0,-2 0 10 0,3 0 6 15,-3 0 10-15,0 1 7 0,1-2-3 0,1 5-4 16,-1-2 5-16,-1 2 1 0,1 0-2 0,-1 1 15 16,2 0-19-16,-2 2-16 0,-1 0 0 0,-1 0 0 0,-2 3 0 15,2-1 0-15,-3-4 0 0,-1 2 0 0,0 2 0 16,0-2 0-16,-1-2 0 0,1 1 0 0,1 0 0 15,-5-2 0-15,0-2 0 0,4 5 0 0,-3-2 0 16,-1-3-124-16,0 0-50 0,0 0-49 0,0 0-68 16,0 0-110-16,0 0-87 0,4-14-81 0,-6 10-419 15,2 0-1068-15,2-5 473 0</inkml:trace>
  <inkml:trace contextRef="#ctx0" brushRef="#br0" timeOffset="116750.3172">12930 3955 102 0,'-1'-7'423'0,"0"-4"1"0,-1 3 1 0,1-2 1 16,-4 0 1-16,1 2 4 0,2 2-6 16,-1-1 2-16,1 0-10 0,-2 1 9 0,0-1-14 15,0 3-33-15,0-3-16 0,-1 1-30 0,0 4-25 16,0-1-22-16,-1 2-19 0,-2 1-18 0,8 0-13 0,-14 1-4 15,5 6 6-15,-1 3-13 0,-3 2-2 16,0 3-136-16,-1 7-87 0,1 4 0 0,4 3 0 16,0 2 0-16,3 5 0 0,2-2 0 0,-1-2 0 15,1 3 0-15,0-1 0 0,3 14 0 0,-3-15 0 16,3 1 0-16,-1-1 0 0,0 3 0 0,2-1 0 0,0 1 0 16,0-2 0-16,-2 1 0 0,-1-4 0 15,3 4 0-15,0-4 0 0,0 0 0 0,0-2 0 16,-3-1 0-16,2-9 0 0,1 0 0 0,-4-1 0 15,3 0 0-15,0-7 0 0,1 1 0 0,-2-3 0 0,1 0 0 16,1-2 0-16,0-2 0 0,-2 0 0 16,-2 1 0-16,4-2 0 0,0-4 0 0,-1 3 0 0,1-3 0 15,0 0 0-15,0 0 0 0,0 0 0 0,-17-12 0 16,14 7 0-16,-1-6 0 0,2 2-490 0,-6-2-149 16,3-6-32-16,-1 0-395 0,-4-7-1153 0,-3-2 510 15</inkml:trace>
  <inkml:trace contextRef="#ctx0" brushRef="#br0" timeOffset="116967.0167">12491 4427 336 0,'-4'-6'377'0,"1"1"18"0,2-1 23 0,-1 1 35 15,0 2 35-15,-2-1 29 0,3 0 12 0,1 4 8 16,-1-6-7-16,0 3-8 0,1 3-18 0,-2-4-24 16,2 4-26-16,0-5-33 0,0 5-42 0,0 0-41 15,2-7-40-15,0 5-83 0,1-3-215 0,3 0 0 16,5 0 0-16,1 1 0 0,7-2 0 0,-1-1 0 15,1 4 0-15,3-5 0 0,4 1 0 0,0-1 0 16,-6 4 0-16,0-2 0 0,-2 3 0 0,2-2-124 16,2 1-243-16,-4 2-65 0,0-1-30 0,-8 1-47 15,9-1-32-15,-9 1-20 0,2 1-306 0,-3 0-937 16,1-1 415-16</inkml:trace>
  <inkml:trace contextRef="#ctx0" brushRef="#br0" timeOffset="117734.5188">12897 4262 15 0,'0'0'269'0,"0"0"25"0,0 0 8 15,4-2 25-15,-4 2 31 0,3-4 25 0,-3 4 14 16,5-2 6-16,-5 2-7 0,2-4-12 0,-2 4-43 16,2-2-11-16,-2 2-30 0,3-3-30 0,-3 3-26 15,0 0-28-15,9 0-22 0,-9 0-17 0,10 4-11 16,-2-1-8-16,-3-1-12 0,5 4-10 0,-2 1-13 16,1-1-15-16,1 1-7 0,-1 6-8 0,-2-4-10 15,-1 0-4-15,-2 1-12 0,2 3-7 0,-2-5-7 16,0 2-16-16,-3 0-29 0,2-2-28 0,-2 1-24 15,-1-1-20-15,0-1-26 0,-4-1-13 0,4 0-7 0,0-2 4 16,-1-1 13-16,0 1 9 0,1-4 9 16,0 0 8-16,0 0 3 0,0 0 9 0,0 0 15 15,-7-11 3-15,6 1 23 0,5 1 9 0,-3-2 13 16,4-1 10-16,3-2 11 0,-3-2 3 0,4 6 1 0,-5 0 1 16,3-2 0-16,0 1-3 0,2 1-3 0,-2 3-6 15,1-1 0-15,0-1-7 0,2 5-2 16,-2-3-5-16,-2 4-2 0,2 1-2 0,1 0-11 15,-2 1-22-15,1 0-26 0,-2 2-26 0,7-1-25 0,-6 1-15 16,-1 2-31-16,-1-2-19 0,4 2-23 0,-4 0-25 16,-1 2-19-16,0-3-19 0,0 2-20 0,-2-1-11 15,2 1-10-15,2-2 0 0,-2 1 13 16,0-1 6-16,1-2 20 0,-5 0 23 0,8 3 26 16,-3-3 34-16,-5 0 39 0,0 0 37 0,13-2 34 0,-9 0 47 15,-4 2 34-15,7-4 40 0,-3 2 33 0,0 1 30 16,2-2 17-16,-6 3 19 0,8-2 18 0,-4 0 16 15,-4 2 16-15,5-4 6 0,-2 2-1 16,-3 2-3-16,3-3-7 0,-3 3-10 0,5-1-19 0,-5 1-16 16,0 0-26-16,0 0 9 0,8 4 0 0,-4-1-7 15,0 0-6-15,-2 1-13 0,5 1-8 0,-5-1-7 16,3 2-12-16,-3-2-2 0,0 4-12 0,1-2-5 16,-2 1-5-16,0 1-6 0,-2-3-7 0,2 3-3 15,-2 0-4-15,0-4-9 0,-2 8 4 0,-1-8-2 16,-2 6-2-16,2-5-7 0,-2-1-15 0,-1 1-8 15,1-1-6-15,0-2-5 0,1 1 3 0,-2-2 3 16,2-1-1-16,5 0 3 0,0 0-4 0,-13-6-2 16,11 1 1-16,0-1 3 0,2 0 2 0,2-2-1 15,-1-1 11-15,3-1 4 0,-2 5 9 0,3-7-1 16,1 4 3-16,-3 2 12 0,0 0 7 0,1 0 6 16,-2 2 7-16,0 0 0 0,1 0-6 0,0 2-8 15,-1 0-7-15,-2 2-2 0,0 0-1 0,0 0-1 16,13 2-8-16,-7 0 1 0,-3 1-2 0,4 2 0 15,-2 2-7-15,1-3 3 0,-2 2-5 0,2 2 3 16,1-3-4-16,-4 3-6 0,5 0-23 0,-4 1-25 0,4-1-26 16,-3 0-33-16,4-2-41 0,0-2-58 15,-3 4-63-15,8-5-53 0,-2 1-62 0,-2-1-59 16,4 0-317-16,-2-5-818 0,-2 2 363 0</inkml:trace>
  <inkml:trace contextRef="#ctx0" brushRef="#br0" timeOffset="117984.0164">13642 4266 45 0,'0'-5'380'16,"3"0"7"-16,-2-1 36 0,-1 1 14 0,0 1 19 15,0-2 6-15,0 6-2 0,0-6-15 0,0 2-18 0,0 4-30 16,0-5-31-16,0 5-23 0,0 0-36 16,0 0-29-16,-4-2 1 0,4 2-14 0,-9 7-27 15,3-2-25-15,2-1-24 0,-1 1-19 0,-3 2-12 16,0 3-19-16,2 0-9 0,-3 1-15 0,4 2-15 0,-3-3-9 15,3 1-8-15,-1 2-33 0,2-3-30 0,-1 1-33 16,2-3-37-16,1 5-33 0,3-5-35 0,0 2-8 16,2-3-31-16,5 0-38 0,2 0-43 15,0-1-48-15,7-1-43 0,3-2-36 0,7-1-24 0,-4-4-31 16,8-1-2-16,-2-2-17 0,-2-2-266 0,-3-2-762 16,3-1 338-16</inkml:trace>
  <inkml:trace contextRef="#ctx0" brushRef="#br0" timeOffset="118267.8907">13951 4063 278 0,'-1'-11'410'0,"-1"0"22"0,0 4 20 15,0 0 25-15,0-1 10 0,1 3-5 0,1 4-6 16,0 1-21-16,-2-8-23 0,2 8-35 0,-4-3-27 16,4 3-32-16,0 0-27 0,0 0-3 0,0 0 24 15,0 0-6-15,-1 20-14 0,-1-8-15 0,1 0-17 16,1 4-17-16,0 3-15 0,0-1-220 0,1 2-28 15,-1-2 0-15,2 3 0 0,-1 5 0 0,1-1 0 16,-2-7 0-16,2 1 0 0,-2-2 0 0,0 1 0 16,0 1 0-16,-2-1 0 0,2-1 0 0,-2 0 0 15,1-2 0-15,-2-3 0 0,-1-2 0 0,2 1 0 16,-1-1 0-16,-1-4 0 0,-1 0 0 0,2 1 0 16,0-2-12-16,-2-2-447 0,-3-1-60 0,2-1-64 15,-1-1-60-15,7 0-354 0,-14-5-1078 0,9 0 477 16</inkml:trace>
  <inkml:trace contextRef="#ctx0" brushRef="#br0" timeOffset="118584.3222">13835 4324 239 0,'0'-5'283'15,"0"5"20"-15,2-5 15 0,0 2 36 0,-1 0-2 16,-1 3-1-16,8-5-10 0,-7 1-19 0,3 1-23 16,1 0-18-16,-1 0-18 0,1 0-13 0,-1 0-14 15,5 0-5-15,-3 1-9 0,1-2-8 0,3 2-19 16,-1 0-10-16,0-2-10 0,1 1-10 0,3 1-14 15,-7 2-11-15,2-2-7 0,3-1-16 0,-2 2-10 16,-1 0-8-16,-2 1-11 0,3 0-10 0,-9 0-6 16,13 2-7-16,-6 0-4 0,-1 0 2 0,4 3 0 15,-5 0 4-15,4 1-1 0,-4-1-5 0,4 4-7 16,-4-2-3-16,2 1-5 0,-2 0-14 0,-4-3 0 16,3 8 0-16,2-4 4 0,-6-2-3 0,4 1-8 15,-4 0 2-15,4-2-6 0,-3 2-2 0,-1-4 4 16,3 2-8-16,-2 0-21 0,-1-1-14 0,0-1-20 15,0-1-24-15,0-3-20 0,3 5-27 0,-3-2-22 16,0-3-12-16,0 0-20 0,0 0-20 0,5 3-42 16,-1-2-69-16,-4-1-67 0,0 0-83 0,15-11-47 15,-10 6-287-15,2-5-845 0,-2-2 374 0</inkml:trace>
  <inkml:trace contextRef="#ctx0" brushRef="#br0" timeOffset="118735.8317">14170 4185 332 0,'1'-6'357'0,"1"2"12"0,0 1 20 16,-2 3-8-16,0 0-12 0,4-3-27 0,-4 3-40 16,0 0-29-16,0 0-31 0,0 0-41 0,0 0-62 15,0 0-35-15,0 0-54 0,0 0-67 0,0 0-85 16,0 0-105-16,6 13-95 0,-6-10-235 0,4 5-582 16,-3-3 257-16</inkml:trace>
  <inkml:trace contextRef="#ctx0" brushRef="#br0" timeOffset="119418.3452">14321 4300 319 0,'0'0'415'0,"9"-5"11"16,-8 2 9-16,-1 3 0 0,3-5-5 0,-2 2-15 16,-1-1-16-16,0 4-21 0,5-7-15 0,-4 5-25 15,0-2-23-15,2 1-28 0,-3 3-29 0,0-4-28 16,0 4-17-16,3-5-31 0,-3 5-16 0,0 0-17 15,3-2-15-15,-3 2-20 0,0 0-14 0,0 0-9 16,12 2-16-16,-4 2-5 0,-5-2-8 0,3 1-6 16,-3 1-9-16,3 0-8 0,-3 1-3 0,1 0 0 15,1 2-2-15,-1-1-7 0,-1-1 0 0,-2 4-6 16,0-1 0-16,-1-1-9 0,-1 3-6 0,1-5-13 16,-1 4-9-16,-2-1-10 0,-2 2-16 0,-3-2-11 15,2-2-14-15,-2 1-22 0,-2-1 8 0,-1-1-12 16,-1-3 3-16,2 2 13 0,1-3 5 0,1-1 12 15,2 0 10-15,6 0 2 0,-13-3 1 0,8-1 1 16,1-2 15-16,-1 0 8 0,5 0 8 0,0-3-2 16,1 1 6-16,2-3-2 0,2 1 2 0,3 2 0 15,-2-2 8-15,3 0 4 0,0 4 5 0,0-2-2 16,1 3 2-16,0-3 6 0,1 1 4 0,0 1-2 16,-1 1-1-16,2 3-3 0,-2-1 2 0,0 2-5 15,4 1-1-15,-5-1 2 0,2 2-4 0,-3-1-4 16,0 1-1-16,-2 1 1 0,1 0 1 0,-1 1 1 0,3-1-2 15,-4 3-7-15,-1-2-3 0,1 2-10 16,-1 0-7-16,0 0-5 0,1 1 0 0,-4 0-1 0,2 0-2 16,-2-2-6-16,2 2-7 0,-3-3 5 15,1 2-6-15,0-3 1 0,-1-2 7 0,0 2 3 16,0-2 7-16,4 6 9 0,-4-6 4 0,3 3 11 0,-3-3 3 16,0 0-1-16,0 0 1 0,10-9 2 15,-1 7 5-15,-4-2 5 0,0-1 15 0,3 1-5 16,-1 0 6-16,0 1 6 0,-1 0 6 0,4-1 0 15,-2 2 5-15,-3-1 1 0,2 0 2 0,-2 0-6 0,1 3-3 16,0 0-5-16,-6 0-2 0,14 0 1 0,-6 2 6 16,-3 0 2-16,4 4-2 0,-5-3 0 15,5 2-4-15,-4 2-1 0,0-2-3 0,0 3 0 16,4-5-4-16,-5 8-1 0,0-7-1 0,0 4-2 16,0-5 0-16,-3 3-3 0,4-4 0 0,-4 6-18 0,3-3-23 15,-4-2-25-15,4-1-28 0,-3 2-28 0,2-2-33 16,-3-2-34-16,4 3-40 0,-4-3-39 0,2 2-48 15,-2-2-104-15,0 0-380 0,12-7-849 16,-7 2 376-16</inkml:trace>
  <inkml:trace contextRef="#ctx0" brushRef="#br0" timeOffset="123258.1794">15011 4443 30 0,'0'0'449'0,"0"0"23"0,4-2 10 0,-4 2 9 16,0 0-11-16,0 0-17 0,6-1-4 0,-6 1-19 16,0 0-23-16,0 0-2 0,0 0-14 0,0 0-23 15,0 0-23-15,0 0-28 0,0 0-18 0,0 0-23 16,0 0-15-16,0 0-25 0,0 0-28 0,0 0-14 15,0 0-20-15,4 8-10 0,-5-4-13 0,2 1-82 0,-2-1-79 16,2 1 0-16,2 2 0 0,-3-3 0 16,1 3 0-16,-1 3 0 0,-1 1 0 0,1 1 0 15,-2-2 0-15,1 0 0 0,-3-1 0 0,0-1 0 16,-5 2 0-16,0-2 0 0,-1-3-174 0,-5 3-325 0,-3-1-129 16,-9-1-521-16,5-2-1244 0,2-1 551 0</inkml:trace>
  <inkml:trace contextRef="#ctx0" brushRef="#br0" timeOffset="124875.843">6879 4947 207 0,'-5'-3'381'0,"5"3"9"16,0 0 5-16,1-6-5 0,-1 6-5 0,0 0 1 15,0-6-1-15,0 6 1 0,0-3 0 0,0 3-9 16,0 0-10-16,0-5 1 0,0 5-8 0,4-4-16 15,-4 4-17-15,0 0-9 0,0-3-18 0,0 3-23 16,0 0-20-16,0 0-28 0,0 0-18 0,0 0-12 16,0 0 8-16,8 9-4 0,-6-3-47 0,-2 4-156 15,4 0 0-15,-3 1 0 0,3 3 0 0,0 2 0 16,-3 4 0-16,3-1 0 0,-5 1 0 16,2 5 0-16,-1-5 0 0,0 5 0 0,-4-5 0 0,3-2 0 15,-3 12 0-15,-1-3 0 0,-3-1 0 0,3 2 0 16,-1-6 0-16,-2 5 0 0,3-10 0 0,-3-1 0 15,2 1 0-15,1-5 0 0,2 0 0 0,0 0 0 16,0-5 0-16,-1 3 0 0,3-1 0 0,-2-1 0 16,2-3 0-16,0-1 0 0,-2 2 0 0,3-3 0 15,-1 2 0-15,1-5 0 0,-3 4 0 0,3-4 0 16,0 0 0-16,0 0 0 0,0 0-37 0,0 0-478 16,7-17-63-16,-3 7-70 0,-2-2-422 0,2-5-1157 15,0-1 513-15</inkml:trace>
  <inkml:trace contextRef="#ctx0" brushRef="#br0" timeOffset="125257.608">6889 5021 132 0,'1'-7'387'0,"2"-4"21"0,2 0 15 16,-5 3-2-16,4-3 1 0,-4 1-11 0,4 1-14 15,0 0-14-15,-3 0-14 0,0 0-14 0,3 0-19 16,0 2-16-16,-3 1-34 0,3 1-20 0,-3-2-24 15,6 4-23-15,-3-2-16 0,2 2-17 0,0 3-22 16,5 0-18-16,-1 0-9 0,1 3-4 0,-1 1 4 16,7 6 2-16,-3-4-16 0,-1 5-4 0,2 0-4 15,-1 1-2-15,-1 2-2 0,-1 3-8 0,-1-1 1 16,-2 1-1-16,-3 1-6 0,6 6-4 0,-7-6-5 0,0 7-88 16,-2-7 0-16,-2 10 0 0,0-4 0 15,-2 0 0-15,0-4 0 0,-3 6 0 0,0 3 0 16,-1-1 0-16,0-4 0 0,1-6 0 0,0 2 0 0,-1-5 0 15,1-2 0-15,2-1 0 0,0-1 0 0,1 0 0 16,-3-3 0-16,3-2 0 0,1-1 0 0,5 1 0 16,-5-1 0-16,3-2 0 0,0 0 0 15,4-1 0-15,-2-1 0 0,-5-1 0 0,9 1 0 0,-4-4 0 16,0 0-291-16,-1 0-73 0,0 0-68 0,-3-4-64 16,-1 0-83-16,0-1-427 0,-4-2-1088 15,3 0 482-15</inkml:trace>
  <inkml:trace contextRef="#ctx0" brushRef="#br0" timeOffset="125516.7114">6902 5307 465 0,'-12'-4'469'0,"12"4"24"16,-1-5 10-16,1 2-4 0,0 3-25 0,0-5-32 15,0 5-34-15,5-5-30 0,0 1-16 0,3 1-24 0,1 2-17 16,0-2-17-16,5 1-27 0,0-2-20 0,3 2-23 15,-2-2-11-15,0 4-31 0,3-2-8 0,-1 1-26 16,1-1-13-16,-5 1-14 0,3 1-12 0,-3-1-20 16,-2 1-6-16,1 1-14 0,2-2-6 0,-5 0-1 15,0 1-6-15,0 0-35 0,-3-1-26 0,3 0-35 16,-9 1-26-16,11 1-39 0,-8 0-38 0,4 0-45 16,-7-1-42-16,0 0-59 0,9 0-74 15,-9 0-61-15,0 0-71 0,9 0-63 0,-9 0-303 0,0 0-921 16,0 0 408-16</inkml:trace>
  <inkml:trace contextRef="#ctx0" brushRef="#br0" timeOffset="125824.3697">7308 5352 211 0,'3'1'500'0,"-3"-1"22"0,0 0 16 16,0 0-1-16,0 0-15 0,0 0-4 0,0 0-25 15,0 0-42-15,0 0-29 0,0 0-34 0,0 0-42 16,0 0-31-16,0 0-32 0,6 9-16 0,-7-5-14 16,1 0-14-16,0 1-14 0,0 1-23 0,-4 4-14 15,8 1-6-15,-4-1-18 0,0 0-12 0,0 2-13 16,0 0-16-16,0 0-112 0,0 1-11 0,0-3 0 16,0 3 0-16,0-3 0 0,0 2 0 0,0-2 0 15,-4-2 0-15,4 0 0 0,-1-1 0 0,1-1 0 16,0-1 0-16,0 0 0 0,0-2 0 0,0-3 0 15,0 0 0-15,0 0 0 0,0 0 0 0,0 0-161 16,0 0-134-16,-3-12-52 0,3 1-60 0,3-5-62 16,2-9-84-16,-5 6-441 0,3-8-1075 0,-1-7 476 15</inkml:trace>
  <inkml:trace contextRef="#ctx0" brushRef="#br0" timeOffset="126023.2671">7322 5142 334 0,'7'-1'445'0,"-7"1"6"0,0 0 25 16,2-1 3-16,-2 1 13 0,0 0-17 0,0 0-29 16,0 0-26-16,0 0-32 0,0 0-54 0,0 0-22 15,0 0-36-15,0 0-29 0,0 0-31 0,0 0-16 16,0 0-24-16,0 0-28 0,0 0-50 0,0 0-49 16,0 0-61-16,0 0-64 0,0 0-45 0,3 6-58 15,-3-6-61-15,0 4-50 0,0-4-59 0,0 0-67 16,0 0-381-16,0 0-863 0,0 0 382 0</inkml:trace>
  <inkml:trace contextRef="#ctx0" brushRef="#br0" timeOffset="126609.0897">6525 5795 329 0,'-6'0'346'0,"6"0"6"16,-8 0-8-16,8 0 2 0,0 0-12 0,-6 2-13 15,6-2 5-15,0 0-18 0,-7 0-6 16,7 0-7-16,0 0-12 0,0 0-4 0,0 0-11 16,0 0-14-16,0 0-9 0,-9 0-11 0,9 0-5 0,0 0-13 15,0 0 5-15,0 0-19 0,0 0-8 0,0 0-7 16,0 0-13-16,0 0-7 0,0 0-8 15,22 5 6-15,-8-4-6 0,4-1-10 0,1 0-2 16,10 0-13-16,3-1-7 0,4-2-5 0,19 3-14 0,0-2-2 16,9 0-47-16,28 0-59 0,-28-5 0 0,29-2 0 15,-29 5 0-15,29-3 0 0,-33 4 0 0,3-6 0 16,-7 4 0-16,-3-1 0 0,-18 3 0 0,0 1 0 16,-6 0 0-16,-2 0 0 0,-8 0 0 0,-5 2 0 15,-1-2 0-15,-5 2 0 0,1-1 0 0,-3 1 0 16,-6 0 0-16,11-1 0 0,-8 0 0 0,-3 1 0 15,8-3 0-15,-8 3 0 0,5 0 0 0,-5 0 0 16,0 0 0-16,5-1 0 0,-5 1 0 0,0 0 0 16,0 0 0-16,0 0 0 0,0 0 0 0,0 0 0 15,0 0 0-15,0 0-93 0,0 0-351 0,0 0-61 16,-24 1-67-16,19 2-71 0,-7-2-346 0,2 0-1072 16,-1 2 474-16</inkml:trace>
  <inkml:trace contextRef="#ctx0" brushRef="#br0" timeOffset="127509.7798">6681 6220 229 0,'0'0'430'0,"-7"-7"31"16,7 7-2-16,0-4 0 0,0 4-9 15,0 0-16-15,-1-6-9 0,1 6-22 0,0 0-1 16,1-6-25-16,-1 6-7 0,0-4-24 0,0 4-25 0,3-5-21 15,-2 2-25-15,-1 3-19 0,3-6-17 16,2 4-30-16,-4-1-25 0,2 1-19 0,2 0-13 16,-5 2-20-16,9-4-11 0,-4 3-14 0,0-1-9 0,3 0-9 15,1 2-14-15,-3 0-5 0,6-1-9 0,-5 2-6 16,5 1-18-16,-2 0-37 0,0-1 0 0,2 3 0 16,-3-1 0-16,1 2 0 0,0 1 0 0,-2 0 0 15,-2 0 0-15,-1 0 0 0,2 2 0 0,-1 0 0 16,-5 1 0-16,3 0 0 0,-4 0 0 0,0 0 0 15,0 2 0-15,-2-2 0 0,-1 0 0 0,0-2 0 16,0 1 0-16,-2-2 0 0,0 3 0 0,-1-5 0 16,4 1 0-16,-1-3 0 0,-1 3 0 0,2-2 0 15,-1-1 0-15,3-2 0 0,-7 1-7 0,7-1 0 16,0 0 15-16,-5-7-2 0,5 2-6 0,1 0 0 16,-1-4 0-16,2 0 0 0,1-1 0 0,2-2 0 15,-1 0 0-15,1-1 0 0,0-2 0 0,2 4 0 16,-1-3 0-16,4 3 0 0,-5 1 0 0,3 1 0 0,-2-2 0 15,3 2 0-15,0 1 0 0,-1 2 0 16,-3 3 0-16,8-1 0 0,-3 0 0 0,-1 4 0 16,1 0 0-16,3 2 0 0,0 3 0 0,-3-2 0 15,1 4 0-15,1-1 0 0,-1 6 0 0,-3-2 0 0,3 2 0 16,-4 0 0-16,-2-1 0 0,0-1 0 0,-1 4 0 16,-4-4 0-16,1 3 0 0,-2-3 0 0,1 0 0 15,-2 1 0-15,0-4 0 0,0-1 0 0,0-1 0 16,2-1 0-16,-1 0 0 0,0 0 0 0,1-4 0 15,0 0 0-15,0 0 0 0,0 0 0 0,0 0 0 16,0 0 0-16,0 0 0 0,5-17 0 0,0 8 0 16,-2-1 0-16,2-1 0 0,2-5 0 0,1-1 0 15,-4 7 0-15,6-6 0 0,-1 3 0 0,0 2 0 16,-1 3 0-16,-1-2 0 0,1 2 0 0,0-1 0 16,-2 1 0-16,4 4 0 0,2 1 0 0,-4 2 0 15,2 1 0-15,-3 0 0 0,0 3 0 0,3 1 0 16,-1 1 0-16,-1 3 0 0,1-1 0 0,-3 3 0 15,1-1 0-15,0 2 0 0,-3 0 0 0,1 3 0 16,0-3 0-16,-5 1 0 0,1-1 0 0,1-1 0 16,-4 3 0-16,1-2 0 0,1 0 0 0,-4-2 0 15,3-1 0-15,0 0 0 0,-1-1 0 0,1-4 0 0,0 2 0 16,1-1 0-16,-1 0 0 0,1-4 0 0,-2 6-131 16,2-6-203-16,3 3-44 0,-3-3-53 15,8 2-59-15,-8-2-64 0,12-6-426 0,-8 1-1059 16,2 1 468-16</inkml:trace>
  <inkml:trace contextRef="#ctx0" brushRef="#br0" timeOffset="127843.4389">7509 6274 84 0,'0'0'535'0,"3"-3"25"0,-3 3 25 16,2-4 13-16,-2 4 2 0,0 0-19 0,0 0-28 15,1-2-40-15,-1 2-40 0,0 0-49 0,0 0-43 16,0 0-35-16,0 0-24 0,0 0-16 0,3 9-21 16,-3-3-21-16,0 4-11 0,0-2-17 0,0 3-12 15,3 0-156-15,-3 2-68 0,2 1 0 0,2-1 0 16,-4 3 0-16,1-4 0 0,3 4 0 0,-4-4 0 16,0 1 0-16,0-4 0 0,1 2 0 0,1-1 0 15,0-1 0-15,-2-2 0 0,0-1 0 0,0 1 0 16,0-2 0-16,-2-1 0 0,2-1 0 0,2 0 0 15,-2-3 0-15,-2 5 0 0,2-5 0 0,2 4 0 16,-2-4 0-16,0 0 0 0,0 0 0 0,0 0 0 0,0 0 0 16,0 0 0-16,0-12 0 0,4 2 0 0,-4-1-296 15,4 2-283-15,-2-7-73 0,2 0-459 16,1-4-1203-16,-1 2 531 0</inkml:trace>
  <inkml:trace contextRef="#ctx0" brushRef="#br0" timeOffset="128399.0234">7605 6047 234 0,'0'0'316'0,"0"0"1"0,0 0-22 16,8 0-13-16,-8 0-15 0,0 0-24 0,0 0-12 15,0 0-9-15,0 0 6 0,0 0 2 0,0 0-17 16,0 0-8-16,-16 7-5 0,16-7-13 0,0 5 0 16,0 0-6-16,0-1-17 0,0-4 2 0,0 7-4 15,0-4-5-15,0 4-13 0,0-4-9 0,0 2-9 16,-1-3-9-16,0 3-13 0,-2 1-7 0,1-1-8 16,-1-1-7-16,-1-3-8 0,3 5-7 0,-3-1-6 15,-1-2-7-15,0 1-4 0,-3-4-2 0,3 4-6 16,-3-4-2-16,2 0-6 0,6 0 2 0,-13 0-5 15,8-2 1-15,5 2-3 0,-8-3-5 0,5 0-2 16,-1 1 3-16,4 2 4 0,-2-10 8 0,2 10 1 0,0-5 0 16,2 1 1-16,-2-5 2 0,4 4 3 15,-2 2 0-15,2-4-2 0,1 3 1 0,-1 0-2 16,2 2 1-16,-1-2-1 0,3 4 6 0,-8 0 1 0,13 0-8 16,-7 1 1-16,-1-3-1 0,-5 2-12 0,8 0-1 15,-4 5 0-15,-3-2 8 0,3 2-15 16,-1 0 1-16,-1-1 2 0,-2-1-3 0,0 1-4 0,0-4 0 15,-5 10-1-15,4-7-9 0,-3 0 5 0,-1-1 3 16,-2 1-3-16,2-1-5 0,5-2 8 0,-10 1-3 16,5 0 1-16,5-1-4 0,0 0 5 0,-12-1-7 15,12 1 1-15,-1-5-1 0,-1 2-1 0,2 3-3 16,0-5-20-16,0-2-14 0,2 1-20 0,-1 3-27 16,2-3-31-16,-2 1-41 0,3 1-43 0,0 2-57 15,1 0-53-15,-1-1-44 0,2 2-54 0,-1 0-51 16,-5 1-376-16,12 1-898 0,-12-1 398 0</inkml:trace>
  <inkml:trace contextRef="#ctx0" brushRef="#br0" timeOffset="128994.7183">8038 5557 109 0,'0'0'421'0,"0"0"11"15,0 0 9-15,0 0 2 0,0 0-3 0,0 0-8 16,0 0-4-16,0 0-16 0,0 0-10 0,0 0-19 16,0 0-7-16,0 0-21 0,0 0-28 0,0 0-7 0,0 0-19 15,0 0-14-15,0 0-10 0,0 0-10 16,0 0-14-16,0 0-10 0,0 0-11 0,0 0-17 0,0 0-15 16,10-1-17-16,0 1-171 0,2 0-12 0,3-1 0 15,3-1 0-15,1 2 0 0,2-1 0 0,-1-2 0 16,2 2 0-16,-5 0 0 0,3-2 0 0,-7 3 0 15,0-2 0-15,-3 1 0 0,-1 2 0 0,5-4 0 16,-8 5 0-16,2-2 0 0,-8 0 0 0,9-3 0 16,-9 3 0-16,6 0 0 0,-6 0 0 0,5 0 0 15,-5 0 0-15,0 0-62 0,0 0-375 0,0 0-51 16,0 0-57-16,-3 7-49 0,-3 0-418 0,-2-4-1094 16,-3 2 484-16</inkml:trace>
  <inkml:trace contextRef="#ctx0" brushRef="#br0" timeOffset="129260.8123">8055 5741 402 0,'-5'2'418'15,"5"-2"43"-15,0 4 33 0,0-4 24 0,0 0-4 16,0 0-19-16,0 0-19 0,10 2-17 0,-2-3-22 16,-8 1-14-16,19-2-10 0,-8-1-24 0,2 2-22 15,1-1-24-15,8 1-27 0,-4-2-28 0,3 1-18 16,1 0-28-16,0 0-22 0,-3 1-20 0,4-1-154 15,-5 0-46-15,2 2 0 0,-3-2 0 0,-3 1 0 16,-2 1 0-16,0-1 0 0,-3 0 0 0,2-1 0 16,-3 2 0-16,0-1 0 0,-3 0 0 0,-5 1 0 15,9 0 0-15,-5-1 0 0,-4 1 0 0,10-4 0 16,-6 2 0-16,-4 2 0 0,4-4 0 0,-4 4-199 16,1-3-141-16,3 0-63 0,-4 3-57 0,0 0-73 15,-1-5-63-15,1 5-348 0,-3-6-1021 0,3 6 451 16</inkml:trace>
  <inkml:trace contextRef="#ctx0" brushRef="#br0" timeOffset="130078.8956">10294 5098 147 0,'1'-5'404'16,"0"0"-4"-16,2-2 2 0,-2 1 10 0,-2 1-1 15,2-1-5-15,-1 1-7 0,3 0-13 0,-3 5-6 0,0-5-4 16,0 1-20-16,0 4-3 0,-3-5-12 15,3 5-10-15,-2-4-19 0,2 4-16 0,-4-4-16 16,-1 3-11-16,5 1-7 0,-11-4-21 0,11 4-17 0,-12 2-13 16,4-2-13-16,2 2-10 0,-3-1-12 0,-4 3-146 15,4 2-30-15,-1 2 0 0,-4 2 0 16,-2 4 0-16,-3 4 0 0,6-3 0 0,-2 6 0 16,-4 1 0-16,6 0 0 0,-6 3 0 0,6-2 0 0,0 2 0 15,-1 1 0-15,4-1 0 0,4 0 0 0,-3-6 0 16,2 6 0-16,1-6 0 0,5-3 0 0,2 1 0 15,4-3 0-15,-1-2 0 0,7 3 0 16,2-3 0-16,10 2 0 0,5-3 0 0,-2-6 0 0,2 0 0 16,3-3 0-16,-3-2 0 0,-6-3 0 0,-2-1 0 15,-1-1 0-15,0-1 0 0,-1-2 0 0,-2 0 0 16,-4-4 0-16,-2 6 0 0,-2-3 0 0,0 0 0 16,-5 0 0-16,0 1 0 0,1-2 0 0,-8 3 0 15,1-3 0-15,-4 1 0 0,-2 1 0 0,-5 2 0 16,-1 1 0-16,-4-3 0 0,-1 5 0 0,0 3 0 15,-3 3 0-15,4-3 0 0,-2 2 0 0,2 5 0 16,2-3 0-16,4 0 0 0,4 0-410 0,-2 4-168 16,5-2-92-16,2-1-420 0,2 1-1179 0,-1 0 522 15</inkml:trace>
  <inkml:trace contextRef="#ctx0" brushRef="#br0" timeOffset="130664.0905">9446 5820 142 0,'0'0'238'0,"0"0"-11"0,0 0-7 15,0 0-10-15,0 0-10 0,0 0-6 0,0 0 2 16,0 0-7-16,0 0 1 0,2-5 2 0,-2 5-4 16,0 0 8-16,0 0 1 0,0 0 6 0,0 0 2 15,0 0 6-15,0 0 8 0,0 0 9 0,0 0 3 16,0 0 0-16,0 0-2 0,0 0-3 0,-15 5-4 15,15-5 0-15,-8 2-10 0,8-2-5 0,-5 1-12 0,5-1-19 16,-6 4-20-16,6-4-8 0,0 0-20 16,-3 1-13-16,3-1-10 0,0 0-13 0,0 0-5 15,0 0-7-15,0 0 6 0,14 7-6 0,6-6 0 16,8 2-12-16,8-3 10 0,14 0 11 0,8-1 4 16,0 1 13-16,9-3 8 0,26-5 12 0,-25 1 5 0,30-3 5 15,-2-3-39-15,5 0-97 0,9-1 0 16,1-7 0-16,13 4 0 0,3-4 0 0,4-2 0 0,5 5 0 15,2-7 0-15,-2 6 0 0,-3 1 0 0,-10 1 0 16,-5 6 0-16,-19-3 0 0,-31 10 0 0,-8-1 0 16,-9 4 0-16,-16 1 0 0,-6-1 0 15,-8 1 0-15,-9 0 0 0,2 0 0 0,-6 1 0 0,0-1 0 16,1 1 0-16,-6 1 0 0,1 1 0 0,-2 0 0 16,-2-3 0-16,2 5 0 0,-2-5 0 0,-1 3 0 15,1-3 0-15,-5 5 0 0,1-4 0 0,4-1-64 16,-11 1-436-16,5-1-84 0,0 2-86 0,-4-4-393 15,2 1-1150-15,-1-1 509 0</inkml:trace>
  <inkml:trace contextRef="#ctx0" brushRef="#br0" timeOffset="131632.1138">9668 6538 192 0,'6'1'355'0,"-6"-1"1"0,6 1 0 16,-6-1-2-16,0 0-6 0,0 0-14 0,0 0 6 15,0 0-5-15,0 0 3 0,0 0-5 0,0 0-7 0,0 0-11 16,0 0-7-16,0 0-8 0,0 0-2 0,-19-6 2 16,14 3 5-16,-2-2-8 0,-3 0 1 0,3 1 0 15,-3-1-4-15,1-4-14 0,-3 2-10 0,1-5-11 16,2 3-10-16,-3-3-96 0,2-4-153 0,1-2 0 16,0-5 0-16,-2 1 0 0,3 3 0 0,0-6 0 15,3 0 0-15,1 0 0 0,-1 0 0 0,4 5 0 16,1-4 0-16,0 6 0 0,0-1 0 0,5 1 0 15,-1 0 0-15,1-1 0 0,0 2 0 0,3 0 0 16,2 1 0-16,0 1 0 0,1 4 0 0,2-2 0 16,-2 5 0-16,3-2 0 0,1 2 0 0,-3 3 0 15,5-1 0-15,0 1 0 0,-3 2 0 0,-1 0 0 16,1 3 0-16,0 0 0 0,-4 3 0 0,3-2 0 16,-1 3 0-16,-1 2 0 0,-2 2 0 0,-3-1 0 15,2 3 0-15,-3 0 0 0,-2 2 0 0,-2 0 0 16,-1 1 0-16,-1 4 0 0,-3-1 0 0,-5 1 0 15,-4 0 0-15,-1 2 0 0,-5 0 0 0,-4-2 0 16,1-1 0-16,-1-4 0 0,5-1 0 0,0-3 0 0,1 1 0 16,0-3 0-16,5-2 0 0,5-2 0 15,-1 3 0-15,3-3 0 0,1 0 0 0,4-2 0 0,0 0 0 16,0 0-321-16,-1-9-45 0,1 9-38 16,10-7-34-16,-1 5-47 0,3-3-53 0,0 4-403 0,2-3-1017 15,3-1 451-15</inkml:trace>
  <inkml:trace contextRef="#ctx0" brushRef="#br0" timeOffset="132081.1621">9995 6345 401 0,'0'-4'493'16,"0"-1"14"-16,0 1 3 0,0 0-10 0,0 4-21 15,-4-6-34-15,4 2-37 0,0 4-32 0,-1-4-44 16,-2 1-28-16,3 3-33 0,0 0-30 0,-9 0-23 16,9 0-24-16,-9 7-17 0,4-2-20 0,0 5-10 15,-3-2-18-15,7 1-11 0,-3 0-15 0,-1 2-11 16,1-2-9-16,0 3-11 0,2-1-2 0,2 0-7 0,-3-2-8 16,2-2-4-16,1 2-8 0,0-2-2 15,0-2 0-15,0 1 6 0,1 1-2 0,2-3 6 16,2 2 0-16,-4-1 3 0,7 1-2 0,-3-1 5 15,3 0-3-15,-2 0-5 0,-1-1-8 0,2 1 6 16,3 0-6-16,-1 0-3 0,-3 3-1 0,4-3 0 16,-7 0-11-16,3-2-3 0,1 2 8 0,-5 0-12 15,2 0 3-15,-1 0-3 0,-2 1 2 0,-1 0 14 0,-3 0-16 16,-2-2-7-16,-4 3 8 0,-1 1-3 0,0-2-4 16,-5 1-7-16,2-2 9 0,-4-1-5 0,3 0 3 15,0 1-8-15,3-3 6 0,0 1 0 16,-1-2 0-16,5 0-6 0,-2 0-3 0,3-1-20 0,-2 0-32 15,8 0-18-15,-10-2-41 0,6 0-52 0,0-1-42 16,4 3-44-16,0-8-62 0,3 3-47 0,1 0-48 16,3-3-63-16,5 1-58 0,-2-3-354 0,5-2-951 15,3 2 420-15</inkml:trace>
  <inkml:trace contextRef="#ctx0" brushRef="#br0" timeOffset="132582.8958">10450 6260 249 0,'-4'-7'364'16,"1"1"6"-16,0 3 21 0,-1-3 1 0,1 2-2 15,0-2-5-15,0 1-1 0,-1 0 0 0,0 0-3 16,2-1 5-16,-1 1-15 0,3 0-12 0,0-1-14 16,-1 1-20-16,2 0-21 0,-1-1-8 0,3 1-13 0,-1 1-18 15,7-3-28-15,-4 0-14 0,2 2-16 16,-1-2-15-16,3 1-14 0,1 2-12 0,0 1-8 16,2-2-11-16,-2 3-88 0,3-1-59 0,1 3 0 0,-1 1 0 15,3 3 0-15,-2 1 0 0,4 2 0 0,-8-1 0 16,7 3 0-16,-3 1 0 0,-2 2 0 15,-2 1 0-15,-1 2 0 0,-3-1 0 0,1 1 0 16,-2 2 0-16,-4-1 0 0,0 1 0 0,-2 0 0 0,-3-2 0 16,-2 2 0-16,-2-3 0 0,-2 2 0 0,-4-2 0 15,-7 3 0-15,-3-1 0 0,2-2 0 0,-4-1 0 16,-1-2 0-16,1-1 0 0,-2-4 0 0,1 0 0 16,4-5 0-16,3 1 0 0,0-3 0 0,5 0 0 15,2-1 0-15,-2-4 0 0,2-2 0 0,4 0 0 16,-3-3 0-16,1-3 0 0,4 0 0 0,0-2 0 15,5 2 0-15,2-2 0 0,2-4 0 0,5 2 0 16,2-4 0-16,-2 4 0 0,7 1 0 0,3-5 0 16,3 5-354-16,2-1-144 0,-5 6-56 0,-1 3-54 15,1-1-422-15,6-3-1116 0,-6 3 495 0</inkml:trace>
  <inkml:trace contextRef="#ctx0" brushRef="#br0" timeOffset="132949.0323">10522 6010 383 0,'-6'-6'411'0,"4"-3"42"0,-3-2 30 0,-1 0 31 0,1 3 21 16,1-1 11-16,1-2 9 0,0 7 8 15,-3-6-14-15,2 6-14 0,0-2-26 0,3 3-24 0,-2-1-49 16,1 1-33-16,2 3-45 0,0 0-43 0,-3-3-157 16,3 3-158-16,0 0 0 0,0 12 0 0,1-3 0 15,1 8 0-15,0 3 0 0,3 6 0 16,-1 3 0-16,0 2 0 0,1 0 0 0,-4 1 0 0,1 1 0 15,-1 0 0-15,-1 1 0 0,2-2 0 0,-4 4 0 16,2-2 0-16,-1 1 0 0,-2-3 0 0,-2-1 0 16,2-1 0-16,1-3 0 0,1 0 0 0,-5-3 0 15,3-4 0-15,0-2 0 0,0-1 0 0,1-2 0 16,1-1 0-16,-3-4 0 0,4 0 0 0,0-4 0 16,0 1 0-16,0-1 0 0,0-2 0 0,0 2 0 15,0-1 0-15,0-2 0 0,0 1 0 0,4-2 0 16,-4-2 0-16,0 6 0 0,0-6 0 0,2 4 0 15,-2-4 0-15,7 1 0 0,-7-1 0 0,9-2 0 16,-9 2 0-16,11-4-488 0,-2-1-188 0,0 0-496 16,0-2-1269-16,2-1 562 0</inkml:trace>
  <inkml:trace contextRef="#ctx0" brushRef="#br0" timeOffset="133365.6631">10833 6435 75 0,'5'-4'498'16,"2"0"17"-16,-3-1 26 0,-2 1-1 0,-2 1-4 15,4 0-23-15,-4 3-27 0,0-6-23 16,6 4-44-16,-6 2-42 0,3-2-41 0,-3 2-23 0,0 0-42 16,0 0-26-16,0 0-31 0,0 0-13 0,0 0-27 15,-9 13-20-15,8-8-16 0,-4 3-12 0,1-1-11 16,-3 3-13-16,2-3-12 0,1 2-4 0,-1 1-15 15,4-3-5-15,-3 1-3 0,3-1-12 0,-2-1-6 16,2 1-1-16,1-1-3 0,-3-1-10 0,2 0-8 16,2 0 21-16,2-1-14 0,1 3-5 0,-3-4-8 15,3 1 1-15,5 1 7 0,-4-1-3 0,0-1-5 16,2 3 1-16,-1-1-6 0,4 0-12 0,-1 1 0 16,-1-2 0-16,-2-1 0 0,2 2 0 0,-3 0 0 15,1-1 0-15,-3 0 0 0,1 1 0 0,-2 0 0 16,1-2 0-16,-2 3 0 0,-2-1 0 0,-4 0 0 15,-2 1 0-15,-3 0 0 0,-6-1 0 0,0 3 0 16,0-2 0-16,-4-2 0 0,2 1 0 0,6-3-27 16,-5 2-48-16,4-2-8 0,3 0 0 0,-1 0-12 0,4-2-14 15,1-1-38-15,-2 0-53 0,6-3-54 16,0-2-62-16,4 1-46 0,0 0-50 0,7-4-63 16,4-1-64-16,0-1-297 0,4-1-906 0,9-2 402 0</inkml:trace>
  <inkml:trace contextRef="#ctx0" brushRef="#br0" timeOffset="133734.1063">11346 6218 5 0,'5'-16'492'16,"-4"4"27"-16,-1 1 37 0,0 0 13 0,1 0 1 15,-1 2-15-15,-1 3-15 0,1 0-22 0,0 1-29 16,-1 1-34-16,1 4-41 0,-3-7-39 0,3 7-41 16,0-4-32-16,0 4-24 0,0 0-1 0,0 0 1 15,-4 18-11-15,2-7-9 0,1 0-118 0,-1 6-140 16,1 0 0-16,0 0 0 0,1-1 0 0,-2 5 0 16,2-5 0-16,-1 1 0 0,1 1 0 0,-1-2 0 15,1 0 0-15,-1 1 0 0,-1-5 0 0,1 3 0 16,0-2 0-16,-1-2 0 0,1 0 0 0,1-2 0 15,-1 1 0-15,0-1 0 0,1-2 0 0,-2 0 0 16,2-3 0-16,2 1 0 0,-2-2 0 0,0-3 0 16,0 6 0-16,0-6 0 0,0 0-234 0,0 0-169 15,0 0-45-15,0 0-24 0,0 0-38 0,0 0-32 16,5-16-389-16,-7 9-1008 0,1-5 447 0</inkml:trace>
  <inkml:trace contextRef="#ctx0" brushRef="#br0" timeOffset="134066.3353">11204 6115 225 0,'-2'-9'376'0,"2"-2"21"0,0 7 32 0,2-5 21 15,-1 4 5-15,-1-5-14 0,1 3-15 16,1 1-16-16,0 1-12 0,-1 1-21 0,2-3-29 0,2 2-9 16,4 0-14-16,0 0-8 0,0 3-11 0,6-1-10 15,2 2-9-15,2 2-7 0,-1 2-5 0,2 1-7 16,2 3-12-16,-3 1-13 0,8 5-22 0,-3 2-175 15,-1-1-46-15,0 0 0 0,-2 3 0 0,-6-2 0 16,-2-1 0-16,1 1 0 0,-4 1 0 0,-1-1 0 16,-2 0 0-16,-1 0 0 0,-4 2 0 0,-2-2 0 15,-5 3 0-15,0 2 0 0,-2-4 0 0,-6 6 0 16,1-6 0-16,-3 3 0 0,-4 1 0 0,1-1 0 16,-4-2 0-16,4-3 0 0,4-3 0 0,-2-1 0 15,-1 1 0-15,2-4 0 0,1 1 0 0,1-2 0 16,3-2 0-16,-1-1 0 0,5 0 0 0,0-2 0 15,2 0 0-15,0 2 0 0,0-2 0 0,4-1-232 16,0 0-184-16,0 0-72 0,0 0-69 0,0 0-68 16,22-7-355-16,-7 3-1059 0,3-1 468 0</inkml:trace>
  <inkml:trace contextRef="#ctx0" brushRef="#br0" timeOffset="134367.3722">11675 6395 371 0,'3'-4'506'0,"-3"1"33"0,0 3 32 0,-3-7 10 0,3 7 4 15,3-6-22-15,-3 6-40 0,0 0-51 0,-3-4-43 16,3 4-39-16,0 0-41 0,0 0-35 0,0 0-17 16,0 0 7-16,3 14-17 0,-2-4-19 0,-1 1-18 15,0 5-11-15,0 2-14 0,3 0-97 0,-6-1-128 16,6 1 0-16,-6-2 0 0,3 2 0 0,4 0 0 15,-4 2 0-15,-1-4 0 0,-2 0 0 0,6-3 0 16,-6-1 0-16,6 0 0 0,-3-2 0 0,0 0 0 16,0-3 0-16,0-1 0 0,-3-2 0 0,3 3 0 15,0-2 0-15,0-3 0 0,0-2 0 0,0 5-91 16,0-5-297-16,3 3-47 0,-3-3-38 0,0 0-42 16,0 0-42-16,1-10-399 0,0 5-1034 0,2-3 457 15</inkml:trace>
  <inkml:trace contextRef="#ctx0" brushRef="#br0" timeOffset="134681.8191">11670 6372 233 0,'2'-7'403'0,"0"-4"22"0,-2 2 14 0,1-1 14 0,-1 2-3 16,4 1-9-16,-1-2-16 0,-2 2-22 0,0 1-16 15,2-1-26-15,-1 0-21 0,1 3-23 16,-2 1-25-16,3-6-23 0,1 7-15 0,2 1-30 0,4-3-3 15,-2 2-19-15,0 0-5 0,5 2-11 0,-4 2-15 16,-2-1-11-16,1 0-5 0,2 1-17 0,0 1-11 16,-2 4-7-16,-1-1-8 0,0-1-10 0,1 2-11 15,-5-1-11-15,2 0-67 0,-1 0-13 0,-1 1 0 16,-2 1 0-16,0 0 0 0,-2 1 0 0,0 2 0 16,-4-3 0-16,-1 0 0 0,1 2 0 0,-6 0 0 15,0-3 0-15,0 1 0 0,-2 0 0 0,-2-1 0 16,-1 4 0-16,5-6-176 0,-1-1-56 0,1 3-50 15,4-5-43-15,1 0-54 0,2 1-46 0,-1-1-52 16,4-2-73-16,0 0-342 0,0 0-964 0,0 0 427 16</inkml:trace>
  <inkml:trace contextRef="#ctx0" brushRef="#br0" timeOffset="134967.26">12001 6500 23 0,'0'0'422'0,"7"0"11"0,-7 0 38 0,0 0 27 16,0 0 18-16,0 0-1 0,0 0-17 0,0 0-15 16,6-3-19-16,-6 3-23 0,0 0-33 0,0 0-29 0,0 0-34 15,0 0-38-15,0 0-32 0,3 3-32 16,-3-3-19-16,-2 6-18 0,2-1-6 0,-1 1-22 0,0 0-12 16,1 5-11-16,-2-4-17 0,0 4-14 15,2 0-45-15,-1-2-79 0,1 4 0 0,-2 0 0 0,1-3 0 16,1-1 0-16,0 0 0 0,0 0 0 0,0-3 0 15,0 0 0-15,0 0 0 0,-1-1 0 16,1-1 0-16,0 1 0 0,1-2-15 0,-1-3-218 0,1 5-38 16,-1-5-55-16,0 0-63 0,0 0-36 0,0 0-41 15,9-11-37-15,-6 5-34 0,1-2-301 0,1-1-907 16,-1-3 400-16</inkml:trace>
  <inkml:trace contextRef="#ctx0" brushRef="#br0" timeOffset="135211.952">12033 6300 147 0,'0'0'486'0,"4"-3"23"0,-4 3 23 0,0 0 9 16,0 0-7-16,0 0-11 0,0 0-16 0,0 0-32 15,0 0-24-15,0-5-39 0,0 5-30 0,0 0-53 16,0 0-28-16,0 0-36 0,0 0-31 0,0 0-30 15,0 0-46-15,0 0-64 0,0 0-53 0,0 0-43 16,0 0-51-16,0 0-57 0,0 0-64 0,0 0-71 16,0 0-54-16,0 0-50 0,0 0-56 0,0 0-46 15,0 0-389-15,0 0-909 0,0 0 402 0</inkml:trace>
  <inkml:trace contextRef="#ctx0" brushRef="#br0" timeOffset="135833.8395">11316 5813 68 0,'0'0'310'0,"0"0"-2"15,7 2 4-15,-7-2-8 0,0 0 1 16,0 0 6-16,0 0 3 0,0 0 2 0,0 0-4 16,0 0-4-16,0 0-6 0,0 0-8 0,0 0-16 0,0 0-15 15,0 0-17-15,0 0-11 0,0 0-9 16,0 0-10-16,0 0-7 0,0 0-7 0,-12 3-16 16,12-3-1-16,0 0-11 0,0 0 5 0,0 0-2 15,0 0 6-15,0 0-10 0,0 0-8 0,0 0-18 0,15 2-2 16,-4-2-15-16,3 0 1 0,5 0-5 0,1-2-4 15,8 4 6-15,0-2-4 0,6 0-47 0,-1 0-77 16,2 0 0-16,-1-3 0 0,1 1 0 0,-1 0 0 16,-2 1 0-16,0 0 0 0,-9 1 0 0,-3-1 0 15,0 1 0-15,-6 0 0 0,-1-1 0 0,-2 1 0 16,-1 0 0-16,-3 0 0 0,-7 0 0 0,12-2 0 16,-8 2 0-16,-4 0 0 0,0 0 0 0,9 0 0 15,-9 0 0-15,0 0 0 0,7 0 0 0,-7 0 0 16,0 0 0-16,0 0 0 0,6-1 0 0,-6 1 0 15,0 0 0-15,0 0 0 0,0 0 0 0,0 0 0 16,0 0-133-16,0 0-168 0,4-3-46 0,-4 3-42 16,0 0-30-16,0 0-35 0,0 0-32 0,0 0-57 15,0 0-311-15,0 0-924 0,0 0 409 0</inkml:trace>
  <inkml:trace contextRef="#ctx0" brushRef="#br0" timeOffset="138923.6879">12845 5494 118 0,'0'0'380'0,"0"0"-6"16,0 0-5-16,0 0-21 0,0 0-3 0,0 0-7 15,0 0-3-15,0 0-9 0,0 0-17 16,0 0-12-16,0 0-23 0,0 0-23 0,0 0-27 16,0 0-16-16,0 0-24 0,-3 8-16 0,3-8-21 0,0 0-12 15,0 0-28-15,12-2-44 0,-12 2-44 0,12-1-54 16,-5-3-56-16,3 2-60 0,0-1-63 0,-1 1-66 15,2-1-70-15,1-1-69 0,-3 0-212 0,0 1-681 16,3-1 302-16</inkml:trace>
  <inkml:trace contextRef="#ctx0" brushRef="#br0" timeOffset="139088.9826">13219 5459 5 0,'9'2'313'0,"-4"-2"9"0,2 2 9 0,-7-2-2 15,6 2-5-15,-6-2-30 0,9-1-27 0,-4 2-28 16,-5-1-27-16,8-2-42 0,-2 0-58 0,-1 1-63 16,3-1-52-16,1 2-61 0,-1-1-64 0,2-2-51 15,0-2-64-15,0 3-149 0,-1 0-425 0,1-2 189 16</inkml:trace>
  <inkml:trace contextRef="#ctx0" brushRef="#br0" timeOffset="139269.235">13684 5406 220 0,'8'0'298'16,"-3"-1"0"-16,-5 1 1 0,12-1-7 0,-12 1-15 15,7-1-18-15,0 1-20 0,-7 0-22 0,6-3-19 16,-1 2-28-16,-5 1-9 0,9 0-9 0,0 0-32 16,-1-1-44-16,2 0-50 0,-2-1-46 0,1 2-61 15,2 0-68-15,2 0-62 0,2-1-56 0,-6-1-162 16,5 1-465-16,-2-3 205 0</inkml:trace>
  <inkml:trace contextRef="#ctx0" brushRef="#br0" timeOffset="140290.3663">14622 5140 360 0,'0'0'376'0,"2"-6"14"16,0 0 18-16,0 2 6 0,-2 0 8 0,0-3-11 15,1 4-15-15,0-1-4 0,-1 0-17 0,3 0-8 16,-1 0-10-16,-2 1-10 0,0 3-10 0,3-6-12 16,-3 6-19-16,1-4-22 0,-1 4-18 0,3-4-30 15,-3 4-17-15,0 0-17 0,0 0-15 0,0 0-17 16,0 0-22-16,0 0-7 0,0 0-14 0,0 0-12 16,0 0-8-16,0 0-101 0,0 0-6 0,0 0 0 15,0 0 0-15,0 0 0 0,0 0 0 0,0 0 0 16,0 0 0-16,0 0 0 0,0 0 0 0,0 0 0 15,0 0 0-15,0 0 0 0,0 0 0 0,0 0 0 16,0 0 0-16,0 0 0 0,0 0 0 0,0 0 0 16,0 0 0-16,0 0 0 0,0 0 0 0,0 0 0 15,0 0 0-15,0 0 0 0,0 0 0 0,0 0 0 16,0 0 0-16,0 0 0 0,0 0 0 0,0 0 0 16,0 0 0-16,0 0 0 0,0 0 0 0,0 0 0 15,-2-4 0-15,2 4 0 0,0 0 0 0,0 0 0 0,0 0 0 16,0 0 0-16,0 0 0 0,0 0 0 15,0 0 0-15,0 0 0 0,0 0 0 0,0 0 0 16,0 0 0-16,0 0 0 0,0 0 0 0,0 0 0 16,0 0 0-16,0 0 0 0,0 0 0 0,0 0 0 15,0 0 0-15,0 0 0 0,0 0 0 0,0 0 0 16,0 0 0-16,0 0 0 0,0 0 0 0,0 0 0 16,0 0 0-16,0 0 0 0,0 0 0 0,0 0 0 15,0 0 0-15,0 0 0 0,0 0 0 0,0 0 0 0,0 0 0 16,0 0 0-16,0 0 0 0,-1 13 0 0,1-7 0 15,-1 0 0-15,1 2 0 0,-3 0 0 0,3 1 0 16,-2 2 0-16,-1-3 0 0,1 4 0 0,0-2 0 16,-2-1 0-16,2 2 0 0,0-3 0 0,-1 2 0 15,0-5 0-15,1 1 0 0,0 1 0 0,1-3 0 16,0-1 0-16,1 2 0 0,-1-1 0 0,1-4 0 16,-2 6 0-16,2-6 0 0,0 0 0 0,3 2 0 15,-3-2 0-15,0 0 0 0,0 0 0 0,0 0 0 16,0 0 0-16,9-12 0 0,-7 8 0 0,2 1 0 15,1-1 0-15,0 3 0 0,2-3 0 0,0 1 0 16,0-1 0-16,-1 3 0 0,3 0 0 0,3-1 0 16,-1 2 0-16,-1 2 0 0,3-2 0 0,0 2 0 15,-2 0 0-15,5 5 0 0,-6-4 0 0,3 3 0 16,-4-2 0-16,1 2 0 0,0 0 0 0,-1 1 0 16,-2 2 0-16,-1-1 0 0,0 2 0 0,-2 2 0 15,-3-1 0-15,1-1 0 0,-4 5 0 0,0 0 0 16,-2-3 0-16,-4 4 0 0,-1-2 0 0,-1 1 0 15,-4-2 0-15,0 0 0 0,-4 1 0 0,0-5 0 16,-1 2 0-16,0-4 0 0,1 2 0 0,0-4 0 16,5-2 0-16,2 0 0 0,-1 1 0 0,3-2 0 15,2 0 0-15,0-2 0 0,7 0 0 0,-12-2 0 16,6 1 0-16,1 0 0 0,5 1 0 0,-8-6 0 16,5 2 0-16,-1 2 0 0,4 2 0 0,3-9 0 15,-2 2 0-15,4 4 0 0,3-5-454 0,1 4-70 16,0-1-54-16,4-1-53 0,-1 1-370 0,-2 0-1085 15,2 1 481-15</inkml:trace>
  <inkml:trace contextRef="#ctx0" brushRef="#br0" timeOffset="140655.9709">14645 5129 199 0,'-5'-6'377'0,"0"1"23"0,1-2 18 16,2 1 1-16,-2 1-2 0,0-1-1 0,1 3-9 16,2-2-10-16,-1 3-12 0,2 2-3 0,-4-6-21 15,4 6-15-15,-1-3-26 0,1 3-18 0,0 0-28 16,-2-4-26-16,2 4-17 0,0 0-25 0,0 0-17 16,0 0-14-16,0 0-20 0,0 0-15 0,7-3-12 15,-1 2-10-15,2 0 4 0,1-2 5 0,5 1-4 16,3 2-5-16,0-2-9 0,6 1-9 0,-5-2-18 15,13 2-82-15,-12-1 0 0,12-1 0 0,-3 1 0 16,-8-2 0-16,1 3 0 0,3 0 0 0,-6 1 0 16,0-2 0-16,-4 0 0 0,-1 1 0 0,-4 0 0 15,0 2 0-15,-2-2 0 0,0 0 0 0,-1-1 0 16,-1 2 0-16,-5 0 0 0,9 0 0 0,-9 0 0 0,0 0 0 16,8-3 0-16,-8 3 0 0,0 0-95 15,4 0-153-15,-4 0-53 0,0 0-48 0,0 0-48 16,0 0-48-16,0 0-38 0,0 0-61 0,0 0-345 15,0 0-961-15,-16 7 425 0</inkml:trace>
  <inkml:trace contextRef="#ctx0" brushRef="#br0" timeOffset="142514.5927">15190 5486 147 0,'0'0'289'0,"5"2"2"0,-5-2-6 16,8 0-16-16,-8 0-1 0,0 0-13 16,0 0-2-16,0 0-2 0,7 1 0 0,-7-1-3 15,0 0 0-15,4 3-16 0,-4-3-3 0,0 0 7 0,3 2 10 16,-3-2-1-16,1 4-10 0,-1-4-9 0,-1 5-6 15,1-5-14-15,-2 8-8 0,2-4-5 0,-1-1-14 16,1 0-11-16,0-3-1 0,-1 9-3 16,-2-3 0-16,2-1-1 0,-3 1-13 0,3 0-3 0,-3 1-10 15,-5 0-1-15,4 1-9 0,-4 1-5 0,-1-2-5 16,2 1-14-16,-1 1-4 0,-1-1-2 0,-8 3-6 16,5-2-3-16,-3 0-1 0,2-2 0 0,-6 2-10 15,4 0-77-15,1-1 0 0,-5 2 0 0,9-6 0 16,-7 2 0-16,0 1 0 0,0-3 0 0,0 2 0 15,-1-1 0-15,0-2 0 0,1 1 0 0,0 1 0 16,-1-5 0-16,1 3 0 0,0-2 0 0,-1 2 0 16,5-3 0-16,1 1 0 0,-2 0 0 0,2-1 0 15,-5 0 0-15,5 1 0 0,1-2 0 0,-6 0 0 16,5 0 0-16,0 0 0 0,-1-1 0 0,0 1 0 16,1-2 0-16,-1 0 0 0,1 1 0 0,2-1 0 15,0 1 0-15,-1 0 0 0,-1-1 0 0,3 1 0 16,-2-2 0-16,6 2 0 0,-7-1 0 0,4 1 0 15,4 0 0-15,-5-3 0 0,2 1 0 0,-1-1 0 16,4 1 0-16,-5-2 0 0,1-1 0 0,0-1 0 16,-1 2 0-16,1-1 0 0,0-1 0 0,-2 0 0 15,0 0 0-15,0-4 0 0,-3 2 0 0,5-1 0 16,1 3 0-16,-2 0 0 0,2-2 0 0,-2-2 0 16,2 1 0-16,0 2 0 0,-3-3 0 0,3 2 0 0,1-1 0 15,-1 2 0-15,3-2 0 0,-3 3 0 16,3-5 0-16,-2 2 0 0,2 1 0 0,-1-2 0 15,3-1 0-15,-3 3 0 0,1-4 0 0,0-2 0 0,1 0 0 16,3 5 0-16,-3-5 0 0,3-2 0 0,0 6 0 16,2-5 0-16,-2 0 0 0,2 2 0 15,-1 4 0-15,1-6 0 0,1 5 0 0,-1 1 0 16,1-2 0-16,1 1 0 0,1-1 0 0,0 1 0 0,-3 0 0 16,4 0 0-16,-2 2 0 0,2-1 0 0,-1 1 0 15,2-1 0-15,3 0 0 0,-3 2 0 0,1-3 0 16,0 1 0-16,2 2 0 0,-2-1 0 15,3 0 0-15,0 1 0 0,-1-1 0 0,0 3 0 0,0-2 0 16,1 2 0-16,-1-2 0 0,0 1 0 0,0 0 0 16,0 0 0-16,0 0 0 0,1 0 0 0,-1 1 0 15,-3 0 0-15,3 1 0 0,2 1 0 0,-4-3 0 16,1 3 0-16,0 0 0 0,-3 0 0 0,4 0 0 16,-3 2 0-16,3-3 0 0,-1 2 0 0,-2 2 0 15,0-1 0-15,3-1 0 0,0 1 0 0,0-3 0 16,0 3 0-16,-1-1 0 0,2 2 0 0,-1-4 0 15,-2 2 0-15,-1 4 0 0,3-3 0 0,-3 0 0 16,1 1 0-16,-1 0 0 0,2-1 0 0,-1 1 0 16,0 0 0-16,-2 1 0 0,4 1 0 0,-2-2 0 15,0 0 0-15,1 1 0 0,-2 1 0 0,3-2 0 16,-2 1 0-16,1 1 0 0,-3-1 0 0,8 0 0 16,-7 0 0-16,2 1 0 0,2 0 0 0,-1 0 0 15,-1 0 0-15,0 0 0 0,-1 0 0 0,1 0 0 16,-8 0 0-16,14 0 0 0,-6 0 0 0,-2 0 0 15,0-2 0-15,-6 2 0 0,11 0 0 0,-4 2 0 16,-2-1 0-16,2-1 0 0,-7 0 0 0,10 1 0 16,-2 0 0-16,-3-1 0 0,1 1 0 0,-1 1 0 15,1-1 0-15,0 1 0 0,3 0 0 0,-3-2 0 0,3 1 0 16,-5 1 0-16,4 0 0 0,-1 1 0 0,-2-2 0 16,3 0 0-16,1 3 0 0,-4-3 0 15,0 2 0-15,0-3 0 0,3 1 0 0,-2 2 0 0,2 0 0 16,-3 0 0-16,2 1 0 0,-1-3 0 0,2 2 0 15,-3 0 0-15,1 3 0 0,1-4 0 0,-1 1 0 16,-1 0 0-16,0-1 0 0,0 4 0 0,0-5 0 16,1 5 0-16,-1-3 0 0,1 1 0 0,-1 0 0 15,1-1 0-15,-2 2 0 0,2-2 0 0,-1 1 0 16,1 0 0-16,-2-1 0 0,5 2 0 0,-5-2 0 16,2 0 0-16,-2 1 0 0,0-1 0 0,1 1 0 15,-1-2 0-15,-1 2 0 0,0 0 0 0,2-2 0 16,-1 2 0-16,2-1 0 0,-2 1 0 0,1 1 0 15,-1-2 0-15,1 2 0 0,2-3 0 0,-1 3 0 16,-2-1 0-16,-2-2 0 0,5 3 0 0,-3-2 0 0,-2 1 0 16,2 0 0-16,1-1 0 0,-1 1 0 15,0-2 0-15,-2 2 0 0,1-1 0 0,-1 0 0 16,4 1 0-16,-4 0 0 0,2-1 0 0,-3 1 0 16,3-1 0-16,0 1 0 0,-2-3 0 0,1 4 0 0,0-1 0 15,-1 0 0-15,-1 0 0 0,2 0 0 16,0 0 0-16,0-1 0 0,-1 0 0 0,1 2 0 15,0-2 0-15,-1 2 0 0,0-2 0 0,-1 2 0 16,3-2 0-16,-2 2 0 0,-2-3 0 0,3 2 0 0,-2 0 0 16,2-2 0-16,-2 1 0 0,1 1 0 0,0-2 0 15,-1 3 0-15,4-1 0 0,-5-1 0 16,3 0 0-16,-3-3 0 0,0 8 0 0,1-5 0 16,-1-1 0-16,1 2 0 0,1 0 0 0,-2-4 0 0,1 8 0 15,-1-7 0-15,3 2 0 0,-5 2 0 16,2-5 0-16,0 7 0 0,0-3 0 0,2 1 0 0,-2-1 0 15,0 0 0-15,-2 1 0 0,2-5 0 0,-1 7 0 16,1-2 0-16,0-1 0 0,0 1 0 0,-1-1 0 16,-1 0 0-16,2 0 0 0,0-4 0 0,0 9 0 15,0-7 0-15,-1 3 0 0,1-5 0 0,0 9 0 16,0-6 0-16,0 1 0 0,0 1 0 0,0-5 0 16,-1 7 0-16,0-4 0 0,1-3 0 0,-2 6 0 15,2-2 0-15,0-4 0 0,0 5 0 0,0 0 0 16,0 0 0-16,0-1 0 0,0-4 0 0,-3 6 0 15,1-2 0-15,2 0 0 0,0-4 0 0,-1 8 0 16,1-8 0-16,0 6 0 0,0-4 0 0,0-2 0 16,-2 6 0-16,2-6 0 0,-2 4 0 0,1 1 0 15,-2-2 0-15,3-3 0 0,-2 6 0 0,2-2 0 16,-2 0 0-16,1 0 0 0,-1-1 0 0,2 0 0 16,-2 1 0-16,1 0 0 0,-2-1 0 0,3-3 0 15,-1 5 0-15,1-5 0 0,-1 5 0 0,0-2 0 16,-3 1 0-16,3-2 0 0,1-2 0 0,-3 6 0 0,3-1 0 15,0-5 0-15,-1 4 0 0,1-4 0 16,-3 6 0-16,3-6 0 0,-2 5 0 0,-1 2 0 16,-1-4 0-16,2 2 0 0,0 1 0 0,-4-1 0 15,2 1 0-15,-2 4 0 0,-2-5 0 0,2 6 0 0,-1-2 0 16,1 0 0-16,0 0 0 0,-2 0 0 16,-1 1 0-16,0-3 0 0,0 3 0 0,-4 0 0 15,4-2 0-15,-1 2 0 0,-3 1-519 0,3-4-760 16,2 2-1385-16,2-2 612 0</inkml:trace>
  <inkml:trace contextRef="#ctx0" brushRef="#br0" timeOffset="152970.1054">1442 7045 192 0,'-4'-3'528'0,"4"3"13"16,0 0 11-16,-2-4 3 0,1 0-14 0,1 4-15 15,-2-7-13-15,2 7-23 0,-2-6-16 0,-1 2-20 16,5 1-19-16,-2 3-19 0,-3-7-26 16,3 7-22-16,-2-3-21 0,2 3-27 0,-3-3-22 0,3 3-47 15,0 0-251-15,-3-3 0 0,3 3 0 0,0 0 0 16,0 0 0-16,0 0 0 0,0 0 0 0,0 0 0 16,0 0 0-16,0 0 0 0,0 0 0 15,0 0 0-15,-1 9 0 0,1-3 0 0,0 1 0 0,1 1 0 16,1 4 0-16,-2 4 0 0,2 0 0 0,0 2 0 15,0 1 0-15,-1 7 0 0,1-2 0 0,-1 1 0 16,-1-1 0-16,2-4 0 0,0 4 0 0,-1 3 0 16,-1-7 0-16,0-1 0 0,-1 1 0 0,1 0 0 15,-4-2 0-15,3-1 0 0,1 1 0 0,-2-5 0 16,1-1 0-16,2 4 0 0,-2-7 0 0,2 1 0 16,2-4 0-16,-3 0 0 0,2 0 0 0,0 0 0 15,-4-1 0-15,5-2 0 0,2 2 0 0,-5-5 0 16,1 3 0-16,2 1 0 0,-2 0 0 0,-1-4 0 15,4 3 0-15,-4-3 0 0,0 0 0 0,4 3 0 16,-4-3 0-16,0 0 0 0,0 0 0 0,0 0 0 16,0 0 0-16,1-12 0 0,1 5 0 0,5-2 0 15,-3-2-164-15,1-4-599 0,0-2-448 0,4-6-1312 16,-5 5 581-16</inkml:trace>
  <inkml:trace contextRef="#ctx0" brushRef="#br0" timeOffset="153470.1773">1483 7102 84 0,'-1'-3'386'0,"1"3"5"16,0 0 3-16,0 0-10 0,-1-5-6 15,1 5-11-15,0 0-3 0,0 0-2 0,-3-4-2 16,3 4-1-16,0 0-13 0,0 0-11 0,0 0-17 15,0 0-8-15,4-4-26 0,-4 4-12 0,0 0-12 16,0 0-17-16,0 0-9 0,0 0-17 0,0 0-21 16,0 0-15-16,0 0-14 0,0 0-16 0,0 0-7 15,0 0-10-15,0 0-4 0,0 0 4 0,-4-4-9 16,4 4-5-16,0 0-59 0,-5-1-61 0,5 1 0 16,-4-3 0-16,4 3 0 0,-5-3 0 0,5 3 0 0,-5-3 0 15,5 3 0-15,-2-1 0 0,2 1 0 0,0 0 0 16,0 0 0-16,0 0 0 0,-6-3 0 15,6 3 0-15,0 0 0 0,0 0 0 0,0 0 0 16,8 16 0-16,-3-7 0 0,1 0 0 0,2 2 0 0,4 4 0 16,-1 0 0-16,2 1 0 0,9 3 0 15,-4 3 0-15,1-4 0 0,1 0 0 0,2 2 0 16,-2-2 0-16,2 1 0 0,-4 2 0 0,-3-8 0 16,1 0 0-16,-1-1 0 0,-2 3 0 0,1-6 0 0,-5 1 0 15,0-2 0-15,1 2 0 0,-4-3 0 0,1-1 0 16,-3-2 0-16,-1 0 0 0,1 0 0 15,1-2 0-15,-2 2 0 0,-1 0 0 0,-2-4 0 16,4 2 0-16,-4-2 0 0,0 0 0 0,4-8 0 0,-5 3 0 16,1-2 0-16,0-6-134 0,-1 1-338 0,-2 1-44 15,0-6-53-15,3 0-38 0,-2-1-376 16,-1 0-1064-16,2 0 471 0</inkml:trace>
  <inkml:trace contextRef="#ctx0" brushRef="#br0" timeOffset="153837.9209">1796 7041 18 0,'2'-9'352'0,"0"-3"17"16,2 6 47-16,0-2 9 0,-2-1 16 0,0 1 15 16,-2 3 3-16,1-1-3 0,0 0-8 0,1 2-8 15,-2 1-13-15,0-1-16 0,0-1-13 0,0 5-17 16,1-4-22-16,-1 4-21 0,0-5-28 0,0 5-28 16,0 0-32-16,0 0-23 0,0 0-7 0,0 0 6 15,0 0-144-15,1 17-82 0,0-9 0 0,-1 5 0 16,3 4 0-16,-3-4 0 0,3 6 0 0,-3-1 0 15,1 7 0-15,1 0 0 0,-2-6 0 0,2 7 0 16,-2-1 0-16,0 3 0 0,0-8 0 0,-2 4 0 16,2 0 0-16,-1-6 0 0,0 2 0 0,0-2 0 15,1-1 0-15,0 1 0 0,-2-5 0 0,4 1 0 16,-2-1 0-16,1-4 0 0,-1 4 0 0,1-4 0 16,-2-3 0-16,0 3 0 0,1-3 0 0,0-1 0 15,0-1 0-15,1 0 0 0,-1-1 0 0,0-3 0 16,1 7 0-16,-1-7 0 0,0 2 0 0,0-2 0 15,0 0 0-15,0 0 0 0,0 0 0 0,0 0 0 16,0 0 0-16,3-12 0 0,-3 7 0 0,1-2 0 16,1 0-319-16,0-2-344 0,-1 2-539 0,3-4-1302 15,0 1 576-15</inkml:trace>
  <inkml:trace contextRef="#ctx0" brushRef="#br0" timeOffset="154371.0513">2029 7342 220 0,'1'3'414'0,"-1"-3"28"0,4 4-2 15,-4-4 2-15,0 0-7 0,1 3-19 0,-1-3-24 16,0 0-23-16,0 0-14 0,2 2-32 0,-2-2-18 16,0 0-27-16,0 0-24 0,0 0-14 0,0 0-13 15,0 0-19-15,0 0-16 0,0 0-7 0,0 0-15 16,0 0-12-16,0 0-6 0,0 0-6 0,2 3-14 15,-2-3-8-15,0 0-11 0,12 1-11 0,-6-2-2 16,2 1 9-16,-2-3-6 0,6 2-6 0,-1-3-1 16,2 0-16-16,-3-1 1 0,3 0-12 0,1-1 1 15,-5 1-6-15,4-1 4 0,-3 2-48 0,-5-1-20 16,1 0 0-16,0 0 0 0,-1 1 0 0,0-1 0 0,-4-2 0 16,3 4 0-16,-2 0 0 0,-2-4 0 15,0 4 0-15,-1-2 0 0,-4 1 0 0,0 2 0 16,-1 2 0-16,-2-2 0 0,0 0 0 0,-2 4 0 0,0 0 0 15,-3 1 0-15,-1 3 0 0,-1 3 0 16,-1-3 0-16,2 2 0 0,-2 3 0 0,3 0 0 0,4-3 0 16,0 2 0-16,1 1 0 0,3-1 0 15,0-1 0-15,4 0 0 0,-3-1 0 0,3 3 0 0,1-3 0 16,1 4 0-16,0-4 0 0,3 0 0 0,0 0 0 16,4 1 0-16,-2-2 0 0,3 0 0 0,1 0 0 15,0-1 0-15,1 0 0 0,1 0 0 16,0-2 0-16,4 2 0 0,-3-4 0 0,1 0 0 0,2 1 0 15,-5-2 0-15,2-1 0 0,1 0 0 0,0-1 0 16,-1 1 0-16,-1-3 0 0,0 2 0 0,0-1 0 16,-1 1 0-16,-3-2 0 0,2 1 0 0,-2-3 0 15,1 1 0-15,-3 1 0 0,-1-2-98 0,4 0-358 16,-7 2-96-16,6-4-93 0,-3-2-429 0,3 0-1163 16,-4 3 515-16</inkml:trace>
  <inkml:trace contextRef="#ctx0" brushRef="#br0" timeOffset="154720.4294">2461 7185 3129 0,'1'-11'387'0,"3"0"-57"0,1-5-11 0,-2 5 12 16,1 2 16-16,-2-3-13 0,-2 3-15 0,0-1 2 16,0 0-26-16,1 1 11 0,-1 3 5 0,2 1-4 15,-5 0-20-15,3 1-16 0,0 4-35 0,1-5-19 16,-1 5-73-16,0 0-144 0,0 0 0 0,0 0 0 15,0 0 0-15,-1 18 0 0,1-7 0 0,0 1 0 16,0 4 0-16,1-1 0 0,1 4 0 0,-1-1 0 16,-1 2 0-16,1 0 0 0,2 4 0 0,-2-5 0 15,-1 1 0-15,1-1 0 0,-1 0 0 0,2-1 0 16,0 1 0-16,-2-2 0 0,1-1 0 0,-1 2 0 16,2-5 0-16,-2-2 0 0,0 6 0 0,0-8 0 15,0 3 0-15,1-6 0 0,-1 0 0 0,0 0 0 16,0-2 0-16,0-2 0 0,0-2 0 0,0 6 0 15,0-6 0-15,-1 3 0 0,1-3 0 0,0 0 0 16,0 0 0-16,0 0 0 0,0 0 0 0,0 0 0 16,-2-18-377-16,1 11-176 0,-3-2-54 0,3-1-35 15,-3 0-360-15,-1 0-1086 0,1-3 480 0</inkml:trace>
  <inkml:trace contextRef="#ctx0" brushRef="#br0" timeOffset="154991.5623">2402 7315 14 0,'0'0'315'0,"0"0"17"15,-5-4 21-15,5 4 23 0,0 0 16 0,0 0 18 16,0 0 16-16,0 0 11 0,0 0 3 0,0 0-4 16,0 0 5-16,0 0-12 0,0 0-15 0,0 0-28 15,0 0-21-15,0 0-19 0,0 0-22 0,9-5-16 0,0 5-19 16,4-2-7-16,0 1-18 0,6 0-16 0,-1-2-84 16,2 1-164-16,2 0 0 0,-2 0 0 15,3 0 0-15,4-1 0 0,2 0 0 0,-7-1 0 16,-3 3 0-16,0-2 0 0,-1 0 0 0,-5 3 0 0,1-2 0 15,-1 2 0-15,1-4 0 0,-4 3 0 16,-2 1 0-16,1-3 0 0,-4 3 0 0,-5 0 0 16,10-1 0-16,-6 0 0 0,-4 1 0 0,8 0 0 15,-8 0 0-15,0 0 0 0,0 0 0 0,0 0 0 16,0 0 0-16,6-1-381 0,-6 1-110 0,0 0-54 0,0 0-64 16,0 0-419-16,-15-3-1113 0,15 3 493 15</inkml:trace>
  <inkml:trace contextRef="#ctx0" brushRef="#br0" timeOffset="156407.3656">3441 7072 165 0,'4'-2'386'0,"-4"-2"12"0,1 1 17 0,2-2 3 15,-3 5 7-15,1-6-3 0,-1 6-2 0,0-4-6 16,0 4-3-16,0-6-7 0,0 6 3 0,0-4-2 15,0 4-12-15,-1-4-3 0,1 4-20 0,0 0-18 16,0-5-25-16,0 5-23 0,0 0-24 0,0 0-26 16,0 0-27-16,0 0-26 0,0 0-198 0,0 0-3 15,0 0 0-15,0 0 0 0,-4 21 0 0,4-12 0 16,-4 9 0-16,0 1 0 0,3 6 0 0,-5 3 0 16,-2 2 0-16,0 1 0 0,3 4 0 0,-4-1 0 0,3 0 0 15,-3-2 0-15,1 0 0 0,-2 3 0 16,1-1 0-16,0 1 0 0,4 2 0 0,-3-3 0 15,3-1 0-15,5-3 0 0,0-1 0 0,3-2 0 0,2-2 0 16,4 0 0-16,1-7 0 0,5 2 0 0,3-1 0 16,-4-4 0-16,7 1 0 0,-2-4 0 0,4 5 0 15,-1-3 0-15,-4-8 0 0,-3 3 0 16,2-2 0-16,-1 0 0 0,1-2 0 0,-8-1 0 0,2-1 0 16,-4 0 0-16,-1-2 0 0,-1 0 0 0,0 0 0 15,-5-1 0-15,10-4 0 0,-7 1-569 0,2-4-107 16,-5-1-482-16,0-2-1254 0,4-1 555 0</inkml:trace>
  <inkml:trace contextRef="#ctx0" brushRef="#br0" timeOffset="156774.0008">3818 7261 251 0,'1'-5'559'0,"2"-1"19"0,-2 0 9 0,-1 1-3 16,0 1 7-16,0 4-9 0,2-7-32 0,-1 4-25 16,-1-1-30-16,0 4-25 0,0 0-31 0,0 0-31 15,2-3-35-15,-2 3-35 0,0 0-38 0,0 0-32 16,0 0-27-16,0 0-189 0,0 0-52 0,0 0 0 16,3 15 0-16,-2-7 0 0,-1 3 0 0,4-1 0 15,-3 2 0-15,3 0 0 0,-3 4 0 0,2 0 0 16,0 0 0-16,-3 2 0 0,2 0 0 0,-1-2 0 15,-1 2 0-15,3 0 0 0,-6-1 0 0,3 0 0 16,0 1 0-16,-1-1 0 0,-1 0 0 0,0-1 0 16,1-2 0-16,-2-5 0 0,3 2 0 0,-1 0 0 15,1-5 0-15,-2 0 0 0,4 2 0 0,-6-4 0 16,4-1 0-16,2 0 0 0,-2-3 0 0,0 5 0 16,0-5 0-16,0 0 0 0,0 0 0 0,0 0 0 0,0 0 0 15,2-18 0-15,-1 7-198 0,-1 1-390 16,4-4-54-16,-4-1-486 0,-1 0-1221 0,1-3 541 15</inkml:trace>
  <inkml:trace contextRef="#ctx0" brushRef="#br0" timeOffset="157122.652">3642 7222 402 0,'-4'-1'456'0,"1"-2"22"0,3 3 19 15,-5-1 4-15,5 1-12 0,-1-6-17 0,-3 4-17 16,4 2-14-16,0 0-21 0,-5-3-16 0,5 3-21 16,0 0-35-16,0 0-36 0,0-4-26 0,0 4-31 15,0 0-26-15,9-1-24 0,0-1-17 0,0-4-13 16,5 5 6-16,3-3-2 0,0 1-10 0,4-1-3 16,-1 0-66-16,9-1-100 0,1 0 0 0,1-1 0 15,2 2 0-15,-1 0 0 0,8-2 0 0,-5 1 0 16,0-1 0-16,-4 4 0 0,-2-3 0 0,-10 3 0 15,2-1 0-15,-2-1 0 0,-9 4 0 0,4-2 0 16,-2 1 0-16,-2 1 0 0,-4-2 0 0,0 2 0 16,-6 0 0-16,11-1 0 0,-11 1 0 0,6-1 0 15,-6 1 0-15,7 0 0 0,-7 0 0 0,0 0 0 16,0 0 0-16,7 1 0 0,-7-1-180 0,0 0-267 16,0 0-78-16,-11 6-92 0,2-2-454 0,1-1-1160 15,3 0 515-15</inkml:trace>
  <inkml:trace contextRef="#ctx0" brushRef="#br0" timeOffset="157522.611">4120 7476 225 0,'0'0'391'16,"0"0"7"-16,0 0 7 0,0 0-13 0,0 0-10 0,-5-11-18 15,5 11-20-15,2-9-14 0,-2 6-18 0,0-2-22 16,4-1-21-16,-1 3-17 0,-1-3-17 16,2 3-21-16,2-3-15 0,2 3-20 0,-2-1-17 15,1 0-16-15,2 2-15 0,0-1-16 0,0 3-6 0,2 0-10 16,2 0-7-16,-4 4-6 0,0-2-7 16,2 2-6-16,-3 0-9 0,0 2-1 0,-2-2-6 15,-1 0-8-15,0 3-2 0,-1-1 5 0,0 1-11 16,-3 0-6-16,-1 1 2 0,-1 0-8 0,-6 3 4 0,1-2-2 15,1 1-7-15,-4 0 3 0,-2-3-6 0,-5 3 0 16,2-3-3-16,-2 1-2 0,5-5 6 0,0 0 0 16,-1-2 24-16,2-1 26 0,4 1 16 15,6-1 8-15,-14-3 2 0,6-1 1 0,-1-4-19 0,4 0-11 16,5 0-2-16,-1-1-18 0,2-3-28 0,4-4-50 16,7 1-29-16,-3 2-53 0,5-1-56 0,1 5-72 15,5-10-74-15,3 4-88 0,-1 0-80 0,4 1-80 16,-6 7-341-16,4-7-976 0,2 1 432 0</inkml:trace>
  <inkml:trace contextRef="#ctx0" brushRef="#br0" timeOffset="157856.6883">4557 7210 36 0,'1'-8'484'15,"-1"-1"38"-15,0 2 25 0,0 0 7 0,0-2 9 16,0 0 13-16,0 4-7 0,0 0-14 0,0 0-17 15,-1-1-28-15,1 6-27 0,-1-4-40 0,1 4-46 16,0 0-42-16,-3-5-37 0,3 5-31 0,0 0-14 16,0 0-92-16,0 17-181 0,0-6 0 0,-1 2 0 15,2-1 0-15,-1 6 0 0,0-2 0 0,3 2 0 16,-2 2 0-16,-1-1 0 0,1 1 0 0,-1-1 0 16,0-1 0-16,0 2 0 0,0-4 0 0,0 4 0 15,3-4 0-15,-3-2 0 0,0 4 0 0,-3-6 0 16,6 0 0-16,-6 0 0 0,3-5 0 0,3 3 0 15,-3-4 0-15,0 1 0 0,0-1 0 0,1-1 0 16,-1 0 0-16,-1-2 0 0,1-3 0 0,0 4 0 16,0-4 0-16,0 0 0 0,0 0 0 0,0 0 0 15,0 0 0-15,0 0-154 0,5-11-340 0,-5 11-33 16,0-8-33-16,0-2-40 0,-1 3-376 0,-2 1-1058 0,-1 0 468 16</inkml:trace>
  <inkml:trace contextRef="#ctx0" brushRef="#br0" timeOffset="158057.1533">4425 7435 370 0,'0'0'405'16,"-9"1"39"-16,9-1 35 0,0 0 22 0,0 0 8 0,-3-4-6 15,3 4-31-15,0 0-44 0,0 0-34 16,3-8-45-16,2 6-28 0,-1-2-34 0,5 0-18 16,0 1-37-16,4-1-18 0,2 1-28 0,3-2-19 0,0-1-21 15,1 3-17-15,4-1-42 0,-4 0-50 0,2-1-46 16,2 3-48-16,-6-2-54 0,-2 3-58 0,0-2-57 15,-1-3-58-15,-1 4-49 0,0 0-50 0,-1-3-53 16,0 4-29-16,-2-3-278 0,2 3-805 0,-6 0 357 16</inkml:trace>
  <inkml:trace contextRef="#ctx0" brushRef="#br0" timeOffset="158776.8583">4825 7374 220 0,'0'0'351'0,"0"0"5"0,0 0 9 0,0 0 10 15,0 0 8-15,10-4-15 0,-8 2-10 0,-2 2-18 16,2-3-24-16,-2 3-22 0,2-5-28 0,-2 5-24 16,0 0-27-16,5-2-24 0,-5 2-17 0,0 0-17 15,10 0-21-15,-10 0-7 0,0 0-20 0,10 2-11 16,-6-1-3-16,1 5-15 0,0-5-3 0,0 3-3 16,0 0-1-16,-1 2-5 0,0-2-9 0,-1 0-3 15,-1 3-4-15,0 3-5 0,0-2-4 0,-4 1-1 16,-4-2-6-16,-1 1-4 0,-1 1 2 0,-2-1-7 15,-2-1 1-15,0 4-8 0,0-4 5 0,-1-2-5 16,1 0-7-16,-1 0-5 0,0-1-1 0,4-2 4 16,0-2-5-16,1 1 2 0,8-1-1 0,-11-4-1 15,6-1 1-15,2-1-2 0,-1-4 3 0,4 0-1 16,4-2 4-16,-1 2 0 0,2-3 10 0,4-2 10 16,0 3 1-16,-3 2-3 0,3 0-7 0,0 1 0 15,-4 3 2-15,3 0 1 0,-3 0-3 0,1 3 0 16,2-1 1-16,-2 3-5 0,-1-3-3 0,2 3 9 15,1 4 11-15,-1 0 6 0,2-1 1 0,-4 3 3 16,0 1-9-16,-1-1-6 0,4 1 2 0,-4 0 0 16,2 2-7-16,-3-4 1 0,-1 5-4 0,2-4-3 15,-3 2 7-15,4 0-12 0,-1 0 3 0,-3-3-9 16,3 3 7-16,-4-2-1 0,4-2-3 0,0 2 3 16,0 0 3-16,1-3-1 0,1 3-6 0,2-3 11 15,5-2-10-15,-2-1 5 0,2 0-3 0,0-3 2 16,5-1-5-16,-7-2 3 0,1 0-6 0,2-3 7 15,1 0-6-15,-1-5 1 0,1 1-4 0,2-8 5 16,1 0 3-16,-5-2 15 0,1 1 1 0,-4-1 14 16,2 0 26-16,-2 1 7 0,-4 3 23 0,1 4 7 0,-2-1-4 15,-4 3-51-15,3 2-51 0,0 2 0 16,-3 3 0-16,0 1 0 0,0-2 0 0,-1 2 0 16,2 2 0-16,-2 4 0 0,1-5 0 0,-1 5 0 15,0 0 0-15,0 0 0 0,0 0 0 0,-10 12 0 16,6-1 0-16,-1-1 0 0,0 2 0 0,1 0 0 15,-1 4 0-15,1 0 0 0,-1 3 0 0,1-4 0 0,4 1 0 16,-1 1 0-16,1 0 0 0,0 0 0 16,1-2 0-16,-1-2 0 0,4 3 0 0,0-4 0 0,-2-1 0 15,5 0 0-15,-1 0 0 0,3-3 0 0,0 3 0 16,0-3 0-16,3-2 0 0,-2 0 0 0,1-1 0 16,1-1 0-16,-1-1 0 0,-1 0 0 15,3-3-391-15,-1-3-77 0,-2-1-68 0,6-3-86 0,-7 0-407 16,-2 0-1115-16,3-2 493 0</inkml:trace>
  <inkml:trace contextRef="#ctx0" brushRef="#br0" timeOffset="159159.7721">5457 7011 408 0,'1'-4'488'0,"3"0"28"15,-3-1 9-15,0 2-2 0,3-2-13 0,-4 1-7 16,4 2-34-16,-4 2-38 0,1-4-26 0,-1 4-36 16,0 0-29-16,9 0 12 0,-9 0-4 0,9 9-11 15,-1 0-10-15,2 4-9 0,-1 3-9 0,5 5-12 16,-1 2-16-16,0 6-146 0,-2 0-135 0,2 1 0 16,-3 2 0-16,-1 1 0 0,0 0 0 0,0 1 0 15,-3 0 0-15,-2-1 0 0,0-1 0 0,-4 2 0 16,1-4 0-16,-3 2 0 0,-5 0 0 0,-3-3 0 15,1 1 0-15,-9-1 0 0,-1-3 0 0,-4 0 0 16,-2-2 0-16,-1-2 0 0,-1-1 0 0,1-4 0 16,1-1 0-16,7-7 0 0,4 0 0 0,1-3 0 15,4 0 0-15,4-2 0 0,-3-1 0 0,5-1 0 0,-4 1 0 16,4-2 0-16,3-1 0 0,0 0 0 16,-8 0 0-16,8 0 0 0,0 0 0 0,2-8 0 15,1 4 0-15,3 0 0 0,-1 1 0 0,3 0 0 16,-2-4 0-16,3 2-505 0,3-1-153 0,-2 1-514 0,-1-3-1268 15,9 0 561-15</inkml:trace>
  <inkml:trace contextRef="#ctx0" brushRef="#br0" timeOffset="160426.0306">6534 7149 164 0,'4'-2'196'16,"-4"2"-1"-16,4-5 1 0,-4 5-1 0,1-4 1 0,-1 4 0 15,7-3 3-15,-7 3 2 0,4-4-2 0,-4 4 1 16,3-2-4-16,1 0 6 0,-4 2-12 16,5-2-3-16,-1 1 3 0,-2-3-4 0,-2 4 1 15,7-5-8-15,-7 5 9 0,0 0-11 0,2-2-5 0,-2 2 0 16,0 0-4-16,5-2 0 0,-5 2-4 0,0 0-5 16,0 0-3-16,0 0-1 0,0 0-2 0,0 0 0 15,4-2-2-15,-4 2 0 0,0 0 9 0,0 0-8 16,0 0 1-16,0 0-7 0,0 0 7 0,0 0-1 15,0 0-11-15,0 0 10 0,0 0-9 0,0 0 14 16,0 0-1-16,0 0 3 0,5-2 1 0,-5 2-3 16,0 0-40-16,0 0-116 0,0 0 0 0,0 0 0 15,0 0 0-15,0 0 0 0,0 0 0 0,0 0 0 16,0 0 0-16,0 0 0 0,0 0 0 0,0 0 0 16,0 0 0-16,0 0 0 0,0 0 0 0,0 0 0 15,0 0 0-15,-19 0 0 0,19 0 0 0,-13 4 0 16,6 0 0-16,-6 2 0 0,-5 3 0 0,0 1 0 15,-5 6 0-15,4 0 0 0,-3 2 0 0,-2 1 0 16,5 0 0-16,-3 2 0 0,2-2 0 0,0-1 0 16,5-1 0-16,1-4 0 0,5-1 0 0,-5-1 0 15,6-3 0-15,3 1 0 0,1 0 0 0,3-4 0 0,1 0 0 16,4 2 0-16,1-1 0 0,7-3 0 0,4 6 0 16,3-2 0-16,2-3 0 0,8 3 0 0,3-1 0 15,4-2 0-15,0 1 0 0,-3 2 0 16,-1 2 0-16,-1-2 0 0,-5 2 0 0,-6-2 0 0,-1 3 0 15,-4-3 0-15,-5 1 0 0,0-2 0 0,-2 4 0 16,-4-2 0-16,0-2 0 0,-4 3 0 0,-4-2 0 16,-4 4 0-16,-3 0 0 0,-6 3 0 0,-7 0 0 15,-2-1 0-15,-4-3 0 0,3 1 0 0,4-3 0 16,-4 2 0-16,4-4 0 0,4 1 0 0,2-3 0 16,6-2 0-16,1 1 0 0,3-2 0 0,-1 1 0 15,8-2 0-15,-7-6 0 0,4 3 0 0,3 3 0 16,7-10 0-16,2 3-269 0,5-2-145 0,6 3-70 15,-1-1-75-15,8-2-65 0,-1-5-350 0,-5 10-1055 16,10-6 467-16</inkml:trace>
  <inkml:trace contextRef="#ctx0" brushRef="#br0" timeOffset="160759.6503">6897 7492 489 0,'1'-4'541'0,"3"-1"31"15,-4 0 27-15,0 1 33 0,0-3 7 0,0 0-1 16,0 1-17-16,-3 0-22 0,2-1-20 0,0 2-24 0,1 0-23 16,-4 1-41-16,4 1-39 0,0 3-200 0,-3-6-252 15,3 6 0-15,0 0 0 0,0 0 0 16,0 0 0-16,0 0 0 0,0 0 0 0,3 18 0 16,-3-6 0-16,0 3 0 0,0 1 0 0,1 9 0 0,2-5 0 15,-1 8 0-15,1-2 0 0,-3-1 0 0,0 1 0 16,0-2 0-16,-3 1 0 0,2 1 0 0,-4 0 0 15,2-5 0-15,3-3 0 0,-3-1 0 0,0 1 0 16,-2-1 0-16,0 1 0 0,1-4 0 0,0-5 0 16,2 3 0-16,-1-7 0 0,3 2 0 0,0 0 0 15,-4-2 0-15,4 0 0 0,-2-2 0 0,2-3 0 16,-2 4 0-16,2-4 0 0,0 0 0 0,0 0 0 16,0 0 0-16,2-17-109 0,0 10-452 0,-2-4-54 15,0-6-38-15,-4 2-390 0,4-3-1129 0,-3-1 500 16</inkml:trace>
  <inkml:trace contextRef="#ctx0" brushRef="#br0" timeOffset="161060.0809">6779 7465 101 0,'4'-12'377'0,"-2"1"20"16,3 0 28-16,-2-2 3 0,4 3 12 0,-2-1-6 16,1 2-14-16,2-1-12 0,3 2-21 15,2-2-21-15,1 4-17 0,3-1-20 0,-1 5-23 16,4 0-11-16,-1 1-21 0,1 1-10 0,-3 4-11 0,3-1-25 15,-3 1-8-15,2 3-3 0,-5 3-5 0,-2-4-10 16,1 6-12-16,-3-4-16 0,-1 2-15 0,-3 1-12 16,-1-1-14-16,0-1-77 0,-1 4-56 15,-4 3 0-15,0-4 0 0,-4 0 0 0,-1 2 0 0,-4 2 0 16,0-4 0-16,-5 0 0 0,0 2 0 0,-8 3 0 16,6-8 0-16,-2 4 0 0,0-3 0 15,3-2 0-15,2-2 0 0,4-2 0 0,0-1 0 0,4-1 0 16,-3 2 0-16,3-5 0 0,5 1 0 0,-5-5-348 15,5 5-110-15,0 0-75 0,10-8-80 0,-1 0-428 16,7 1-1126-16,0-1 499 0</inkml:trace>
  <inkml:trace contextRef="#ctx0" brushRef="#br0" timeOffset="161527.1979">7251 7570 424 0,'0'0'479'16,"1"-3"23"-16,-1 3 7 0,0 0-7 0,0 0-12 16,-4-6-29-16,4 6-30 0,0 0-40 0,0 0-25 15,0 0-34-15,0 0-30 0,0 0-26 0,0 0-19 16,0 0-22-16,0 0-25 0,-1-4-12 0,1 4-25 16,0 0-21-16,0 0-16 0,10-1-14 0,-2-1-6 15,2-1-12-15,4-1-8 0,-4 0-9 0,8-1 1 16,-1-2 2-16,1 1 10 0,-4 0 0 0,5-2 12 15,-6 4-2-15,3-3 2 0,-1-1-6 0,-3 2-84 16,-4-1-22-16,1 2 0 0,-3-3 0 0,1 3 0 0,-4 2 0 16,3-2 0-16,-4 1 0 0,-2 0 0 0,1 0 0 15,-1 4 0-15,-1-8 0 0,1 8 0 0,-8-3 0 16,1 2 0-16,7 1 0 0,-17 1 0 16,6 0 0-16,-2 4 0 0,1-1 0 0,-4 4 0 0,2 0 0 15,-3 1 0-15,3 2 0 0,0-1 0 0,1 4 0 16,3-1 0-16,2-4 0 0,2 4 0 0,-3-1 0 15,5-1 0-15,0 3 0 0,1-4 0 0,3 3 0 16,0-4 0-16,5 2 0 0,-2-2 0 0,3-1 0 16,0 1 0-16,3-1 0 0,1-4 0 0,3 1 0 15,5-2 0-15,-4-1 0 0,5 0 0 0,0 0 0 16,3-5 0-16,5-2 0 0,-6 2 0 0,6-3 0 16,-7-1 0-16,0 2-98 0,7-6-199 0,-8 3-49 15,-1-2-54-15,1-1-51 0,-4 2-60 0,4-1-61 16,-6 0-348-16,4-2-995 0,-3 2 440 0</inkml:trace>
  <inkml:trace contextRef="#ctx0" brushRef="#br0" timeOffset="162044.971">7826 7446 332 0,'3'-4'459'0,"-3"4"22"0,1-2 27 15,-1 2 14-15,0 0 3 0,0 0-13 0,0 0-17 16,1-4-29-16,-1 4-25 0,0 0-29 0,0 0-34 15,0 0-24-15,0 0-31 0,0 0-29 0,0 0-28 0,-18 3-23 16,13 0-24-16,-1 0-24 0,1 0-18 16,-2 2-20-16,2 1-15 0,-3 1-16 0,1 1-12 15,-1-1-64-15,-1 3-50 0,4 1 0 0,-4-2 0 0,4 1 0 16,-1 4 0-16,3-6 0 0,-1 5 0 0,0 0 0 16,3-3 0-16,-1 0 0 0,0-1 0 15,4-1 0-15,0-1 0 0,1 0 0 0,-1 0 0 16,3-2 0-16,3 1 0 0,1 0 0 0,1 0 0 0,0-3 0 15,2 0 0-15,7 2 0 0,-5-3 0 0,4-1 0 16,-4 0 0-16,3-5 0 0,-2 2 0 0,-2 1 0 16,0-1 0-16,1-3 0 0,-3-1 0 0,6-3 0 15,-7 2 0-15,0-1 0 0,0 0 0 0,-1-1 0 16,-1 2 0-16,1-2 0 0,-4-1 0 0,0 2 0 16,-1 1 0-16,0 0 0 0,1-4 0 0,-5 5 0 15,5 2 0-15,-5-3 0 0,3 4 0 0,-2-1 0 16,0 1 0-16,-1 3 0 0,3-7 0 0,-3 7 0 15,1-3 0-15,-1 3 0 0,0 0 0 0,0-4 0 16,0 4 0-16,0 0 0 0,0 0 0 0,0 0 0 16,4 14 0-16,-3-10 0 0,-1 3 0 0,0 4 0 15,0 0 0-15,0-3 0 0,3 5 0 0,-2-3 0 16,2 4 0-16,-2-3 0 0,1-1 0 0,0 1 0 0,-1-3 0 16,5 3 0-16,-3-2 0 0,1-1 0 15,1-2 0-15,-3-2 0 0,2 0 0 0,1-1 0 16,2-2 0-16,-7-1 0 0,12-2-283 0,-4-2-215 15,-1-1-68-15,3-4-62 0,-5-3-408 0,1-3-1123 0,-2-1 497 16</inkml:trace>
  <inkml:trace contextRef="#ctx0" brushRef="#br0" timeOffset="162203.2077">8131 7390 282 0,'-1'-4'347'0,"1"-1"15"16,0-2 26-16,0 3 15 0,0-1 31 0,-2 0 5 15,2 5-3-15,-3-7-22 0,3 7-32 0,0-6-38 16,-3 2-41-16,3 4-29 0,0 0-29 0,0-4-36 15,0 4-62-15,0 0-70 0,0 0-76 0,-1-4-71 16,1 4-58-16,0 0-49 0,0 0-50 0,0 0-61 16,19 6-52-16,-8-2-47 0,-5-2-258 0,2-2-699 15,3 2 309-15</inkml:trace>
  <inkml:trace contextRef="#ctx0" brushRef="#br0" timeOffset="162529.0243">8373 7285 21 0,'1'-5'366'0,"3"-1"18"0,-4-1 18 0,0-2 19 16,-2 2 26-16,2 1 18 0,-3-1 14 0,2 0-7 16,-1 0 8-16,0 1 18 0,-1 2 7 0,1-3-12 15,-2 3-19-15,0 2-30 0,4 0-31 0,0 2-37 16,-4-7-30-16,4 7-36 0,0 0-30 0,0 0-165 16,-9 9-115-16,8-3 0 0,-2 5 0 0,0 4 0 15,1 4 0-15,-1 7 0 0,1 0 0 0,2 3 0 16,0-1 0-16,-1 4 0 0,4 0 0 0,-1-1 0 0,-1-1 0 15,1 2 0-15,1-1 0 0,-3-3 0 16,3 1 0-16,0-2 0 0,-1-2 0 0,1 2 0 16,-2-8 0-16,0 1 0 0,1-4 0 0,-2 2 0 0,0-1 0 15,-2-7 0-15,4 2 0 0,0-1 0 0,-2-1 0 16,0-1 0-16,0-1 0 0,0-3 0 0,0-1 0 16,0 0 0-16,0 0 0 0,0-4 0 0,0 0 0 15,0 0 0-15,0 0-647 0,0 0-85 0,0 0-404 16,1-19-1229-16,-1 7 543 0</inkml:trace>
  <inkml:trace contextRef="#ctx0" brushRef="#br0" timeOffset="162895.102">8240 7551 363 0,'0'-8'501'0,"0"4"4"0,0 4 17 0,-1-4 4 15,1-2-1-15,-4 3-29 0,4 3-23 0,0-5-41 16,0 5-32-16,0 0-43 0,0 0-36 0,4-3-33 15,-2-2-29-15,2 3-33 0,3 1-13 0,2-6-24 16,2 6-17-16,1-2-25 0,0-1-6 0,4 1-20 0,-3 0-12 16,2 2-12-16,1-2-20 0,2 1 5 15,-1 0-8-15,-2-1-10 0,-3 1-5 0,2 0 8 16,-4 2-9-16,3 0-7 0,-7 0-6 0,3-2-7 16,0 4-6-16,-1-2-2 0,-2 3-4 0,1 2-2 15,2-1 5-15,-4 1 3 0,3 3-12 0,-1 0-20 16,-2 7 0-16,-1-2 0 0,1-5 0 0,-1 3 0 15,-3-1 0-15,2 3 0 0,-1-2 0 0,-2 0 0 0,3-1 0 16,-3 0 0-16,0-1 0 0,0-2 0 0,0 1 0 16,0-2 0-16,1-1 0 0,-1 0 0 0,-1 1 0 15,2-3 0-15,-1-3 0 0,0 6 0 0,0-6 0 16,1 3 0-16,-1-3-101 0,0 0-95 0,0 0-57 16,9-7-69-16,-2-2-45 0,0 0-46 0,-2-2-46 15,4-3-46-15,-1 1-425 0,-4-5-1006 0,3 1 445 16</inkml:trace>
  <inkml:trace contextRef="#ctx0" brushRef="#br0" timeOffset="163014.5482">8626 7429 83 0,'0'0'246'0,"0"-4"13"0,0 4-3 15,1-4 3-15,-1 4-6 0,0 0-13 0,0 0-18 0,0-7-22 16,0 7-33-16,0 0-13 0,7 0-25 16,-7 0-41-16,0 0-36 0,15 4-66 0,-11-1-64 15,1 0-73-15,3 0-65 0,-2-1-143 0,-1 1-388 16,7 1 172-16</inkml:trace>
  <inkml:trace contextRef="#ctx0" brushRef="#br0" timeOffset="163363.8814">8902 7496 15 0,'0'0'413'0,"8"-4"31"0,-7 2 17 16,-1 2 10-16,4-5 8 0,0 3-6 0,-4 2-10 15,0-4-25-15,0 4-10 0,-5-7-17 0,2 5-18 16,-2-1-28-16,1 1-10 0,4 2-35 0,-10-1-27 0,1 1-24 15,0 0-23-15,1 1-26 0,-2 0-22 16,-3 1-21-16,3 4-15 0,-3-1-18 0,3 2-15 16,-3 3-10-16,1-2-10 0,-1 6-15 0,-1-3-6 0,6 0-74 15,-1 1-14-15,4-3 0 0,-1 4 0 0,1 2 0 16,1-5 0-16,2 1 0 0,2 0 0 0,2 1 0 16,-1-2 0-16,3-1 0 0,3 1 0 15,0-1 0-15,2-2 0 0,2 3 0 0,6-4 0 0,3 1 0 16,-3-2 0-16,6-3 0 0,-3-1 0 0,2 1 0 15,9-2 0-15,-4-2 0 0,-10 2 0 0,-2-1 0 16,2-3 0-16,-4 2 0 0,1-4 0 0,-1 3 0 16,-3 0 0-16,-1 1 0 0,-2 0 0 0,-1-3 0 15,-1 1-101-15,-1 1-278 0,1 0-88 0,-10-4-97 16,2 4-91-16,-2-2-350 0,0 1-1087 0,-4-1 481 16</inkml:trace>
  <inkml:trace contextRef="#ctx0" brushRef="#br0" timeOffset="164215.6982">10193 7261 264 0,'-3'-5'470'0,"2"-4"12"16,1 0 10-16,0 3 4 0,0-5 0 0,0 1-13 15,0 1-8-15,1-2-7 0,-2 1-23 0,1 0-16 16,0 0-30-16,0 2-23 0,-4 3-28 0,4-1-30 15,-1 0-30-15,-3 1-33 0,-1 2-24 0,1 0-27 16,-1 2-18-16,-4 1-22 0,-1 0-16 0,-2 4-15 16,-2 2-16-16,-5 3-93 0,0 4-24 0,-5 3 0 15,2 3 0-15,-4 1 0 0,2 4 0 0,1-2 0 16,0 0 0-16,4 1 0 0,0-4 0 0,2 2 0 16,6-6 0-16,1-1 0 0,2 1 0 0,3-2 0 15,3-4 0-15,4 1 0 0,-1 0 0 0,5-2 0 16,6 3 0-16,3-4 0 0,2 3 0 0,5 2 0 15,3-4 0-15,3 3 0 0,-1 0 0 0,0-3 0 16,-3 3 0-16,-5-1 0 0,-1-5 0 0,0 4 0 16,-1-1 0-16,-10-4 0 0,5 4 0 0,-2-2 0 15,-1 0 0-15,-1 3 0 0,-1-2 0 0,-3-1 0 0,0 4 0 16,-4-4 0-16,0 3 0 0,-1-2 0 16,-7 2 0-16,2-1 0 0,-6 1 0 0,-3 1 0 0,-4-1 0 15,0 0 0-15,-8-2 0 0,-1 3 0 0,8-4 0 16,0 3 0-16,2-5 0 0,3-1 0 0,3 0 0 15,2-1 0-15,1 1 0 0,1-3 0 0,3 2 0 16,5-2 0-16,0 0 0 0,-9-6 0 0,9 6 0 16,9-8 0-16,0 4-318 0,9-7-80 0,0 5-47 15,4-3-56-15,6 1-61 0,-8 3-433 0,7 0-1077 16,-4 0 477-16</inkml:trace>
  <inkml:trace contextRef="#ctx0" brushRef="#br0" timeOffset="165250.6868">10351 7599 357 0,'3'-2'428'0,"2"-4"33"0,-5 1 24 16,1 0 21-16,3 2 9 0,-3-3 10 0,2-1 2 15,-2 1-9-15,0 3-12 0,2 0-13 0,-3-1-25 0,0 4-32 16,4-6-38-16,-4 6-36 0,0 0-38 16,0 0-34-16,0 0-34 0,0 0-27 0,0 0-122 15,0 0-107-15,0 0 0 0,4 11 0 0,-3-7 0 0,-1 3 0 16,0 2 0-16,1-1 0 0,3 2 0 0,-4 1 0 15,3 0 0-15,-3-1 0 0,-3 0 0 16,3 0 0-16,3 0 0 0,-3-2 0 0,1 1 0 16,-1-4 0-16,0 1 0 0,1 0 0 0,-1-1 0 0,4-2 0 15,-3 3 0-15,-1-4 0 0,0-2 0 0,0 4 0 16,0-4 0-16,0 0 0 0,0 0 0 0,0 0 0 16,13-7 0-16,-6-4 0 0,-2 2 0 0,2 0 0 15,1-5 0-15,1 0 0 0,-1-1 0 0,0 6 0 16,0-1 0-16,0-1 0 0,1 2 0 0,-2 0 0 15,1 2 0-15,-1 0 0 0,-4 3 0 0,4-1 0 16,-4 3 0-16,3 0 0 0,-1 1 0 0,-5 1 0 16,11 1 0-16,-11-1 0 0,13 3 0 0,-7-1 0 15,1 6 0-15,-2-1 0 0,4 1 0 0,-7 1 0 16,2-1 0-16,1 0 0 0,-1 1 0 0,0 0 0 16,0-1 0-16,1 2 0 0,-4-3 0 0,3-1 0 15,-1 0 0-15,-2 0 0 0,3 0 0 0,0-3 0 16,-3 2 0-16,-1 1 0 0,3-3 0 0,-1 0 0 0,-2-3 0 15,0 7 0-15,3-5 0 0,-3-2 0 16,0 0 0-16,0 0 0 0,0 0 0 0,0 0 0 16,0 0 0-16,1-13 0 0,-1 9 0 0,4-4 0 15,-3 2 0-15,1 1 0 0,1-5 0 0,0 0 0 0,-1-1 0 16,2 2 0-16,-1-1 0 0,1 2 0 0,-1 2 0 16,1 0 0-16,1 0 0 0,-1 0 0 0,1-2 0 15,-1 5 0-15,1-2 0 0,0-3 0 0,2 4 0 16,0 3 0-16,0-3 0 0,0-1 0 0,1 3 0 15,2 1 0-15,-1-2 0 0,5 2 0 0,-9 1 0 16,4 0 0-16,-1 0 0 0,0 0 0 0,3 1 0 16,-3-1 0-16,-3 0 0 0,5 2 0 0,-5-2 0 15,-5 0 0-15,8 1 0 0,-8-1 0 0,8 1 0 16,-8-1 0-16,0 0 0 0,7-2 0 0,-7 2 0 16,4-3 0-16,-4 3 0 0,6-5 0 0,4-3 0 15,-3 1 0-15,7-5 0 0,-1-1 0 0,1 0 0 16,3-6 0-16,-5 2 0 0,5-5 0 0,-2 2 0 15,-1-2 0-15,3-1 0 0,-4 6 0 0,-2 2 0 0,2-6 0 16,-4 3 0-16,1 0 0 0,-1 0 0 16,-1 2 0-16,-2 1 0 0,2 0 0 0,-3 4 0 15,-2 1 0-15,-1-1 0 0,1 3 0 0,-3 1 0 0,1 2 0 16,-1-1 0-16,-1 1 0 0,-2-2 0 0,-1 5 0 16,0-2 0-16,-1 2 0 0,-1-1 0 15,6 3 0-15,-12 0 0 0,6 3 0 0,-4 2 0 0,1 0 0 16,1 3 0-16,-1 0 0 0,2 6 0 0,-4 2 0 15,2 8 0-15,4 1 0 0,0 0 0 0,0 3 0 16,5 0 0-16,-2 4 0 0,4-2 0 0,2 1 0 16,-4 2 0-16,5 1 0 0,0 14 0 0,3-12 0 15,-6-2 0-15,5 1 0 0,3 10 0 0,-6-10 0 16,0-2 0-16,1 2 0 0,-4-2 0 0,3-1 0 16,0 3 0-16,-3-3 0 0,3-3 0 0,-4-1 0 15,-1 0 0-15,2 0 0 0,-1-8 0 0,-1 4 0 16,-2-6 0-16,3 0 0 0,0-3 0 0,-1-1 0 15,-2-3 0-15,2-1 0 0,0-2 0 0,-2 0 0 16,3 0 0-16,-1-5 0 0,1 2 0 0,0-1 0 16,0-4 0-16,0 0 0 0,0 6 0 0,0-6 0 15,0 0 0-15,0 0 0 0,0 0 0 0,4-18 0 16,-4 9 0-16,1-3 0 0,3-5 0 0,-4-1-178 0,1-8-565 16,-1-1-469-16,4 1-1313 0,-4-2 581 0</inkml:trace>
  <inkml:trace contextRef="#ctx0" brushRef="#br0" timeOffset="165916.6813">10983 7765 298 0,'-5'-5'369'0,"2"1"11"0,-1 0 33 0,2-1 39 15,-2 3 34-15,-1-1 24 0,1 0 13 0,1-3 2 16,1 4-21-16,-2-1-25 0,1 0-28 0,3 3-24 16,-3-5-21-16,1 2-28 0,2 3-27 0,0 0-36 15,-2-8-36-15,2 8-28 0,4-3-26 0,-1 0-56 16,7-2-169-16,1 1 0 0,2 0 0 0,4 0 0 15,5-1 0-15,-1-2 0 0,4 3 0 0,-3-1 0 16,0 1 0-16,2-4 0 0,-2 5 0 0,1 0 0 16,-3 0 0-16,1-1 0 0,0 2 0 0,-2-1 0 15,-2-3 0-15,-3 3 0 0,-2-1 0 0,-2 1 0 16,-4 0 0-16,2 1 0 0,-2 1 0 0,-2-3 0 16,0 3-48-16,-1-1-291 0,-1-3-31 0,1 2-22 15,-3 3-5-15,0-7-5 0,0 7 3 0,-3-5 12 16,3 5 28-16,-1-5 28 0,0 1 31 0,1 4 36 15,0-6 36-15,0 6 43 0,-2-7 44 0,4 4 45 16,-2 3 42-16,1-3 39 0,-1 3 36 0,1-4 29 0,2 2 37 16,-3 2 32-16,5-5 25 0,-3 1 22 15,2 1 18-15,-4 3 9 0,5-4 7 0,-2 4 7 16,-1-3 6-16,2 1 4 0,-1-2 3 0,1 2 0 16,-4 2-7-16,8-3-2 0,-8 3-5 0,8-1-1 0,-8 1 4 15,12 6-14-15,-5-5-4 0,-2 4-9 0,3 0-10 16,-4-2-11-16,1 3-16 0,0 3-14 0,0-4-11 15,-1 3-15-15,1 1-85 0,-5 1-20 0,4-3 0 16,-4 1 0-16,0 2 0 0,-1 1 0 0,-2-3 0 16,-2 1 0-16,0 0 0 0,-4-1 0 0,1-2 0 15,-1 1 0-15,-2 0 0 0,1-3 0 0,-2 2 0 16,0-3 0-16,3 0 0 0,-1-1 0 0,3 0 0 16,1 1 0-16,-1-8 0 0,2 3 0 0,1-2 0 15,2 0-31-15,-1-2-2 0,3-2 0 0,0-1 6 16,3-2 4-16,-2 3 4 0,4-4 9 0,-1 1 16 15,1 1-3-15,1 2 15 0,3 1 9 0,-2 0 7 16,-2 0-6-16,0 3 5 0,0-2-6 0,1 4-27 16,1-1 0-16,-1 0 0 0,-1 3 0 0,2-1 0 0,-7 1 0 15,12 6 0-15,-4-1 0 0,-3 0 0 16,3 1 0-16,-2 2 0 0,2 0 0 0,-3 0 0 16,3-1 0-16,-3 2 0 0,4-2 0 0,-3 1 0 0,3-1 0 15,0-2 0-15,0 2-159 0,0-2-139 0,4-1-71 16,-3 0-73-16,0-1-74 0,3-2-64 0,-3-1-392 15,-1-2-1052-15,1 0 466 0</inkml:trace>
  <inkml:trace contextRef="#ctx0" brushRef="#br0" timeOffset="166448.6593">11765 7544 192 0,'6'-6'336'16,"-2"1"11"-16,0-1 14 0,2-1 19 0,-2 0 11 15,-1 2 7-15,0-1 3 0,-1 1-1 0,-2 2-8 16,1-2-6-16,-1 1-9 0,0 4-14 0,0-6-7 15,0 6-27-15,-1-5-41 0,1 5-8 0,0 0-16 16,0 0-18-16,0 0-20 0,-13 7-6 0,7-4-14 16,-2 3-9-16,0 1-16 0,-1 3-14 0,-1 3-13 15,2-4-14-15,1 2-20 0,-2 2-27 0,-1-1-93 16,2 4 0-16,0 0 0 0,2-3 0 0,2-1 0 16,0-1 0-16,0-3 0 0,3 3 0 0,1-1 0 15,-4-1 0-15,6-2 0 0,-4 1 0 0,6-1 0 16,-4 1 0-16,5-2 0 0,3 2 0 0,1-1 0 0,1-1 0 15,3-2 0-15,3-1 0 0,3 0 0 0,1-2 0 16,1 0 0-16,8-2 0 0,1-6 0 16,-2 2 0-16,3-3 0 0,0-5 0 0,-3 2 0 0,1-2 0 15,-1-2 0-15,-1-1 0 0,-4 0 0 0,-5 6 0 16,-1-4 0-16,-2 4 0 0,-1-1 0 0,-4 2 0 16,-1 0 0-16,-2-2 0 0,-1 6 0 0,-2-4 0 15,0 2 0-15,-2 3 0 0,-2-4 0 0,-1 2 0 16,-4 5 0-16,2-2 0 0,-3-2 0 0,2 2 0 15,-2 3 0-15,6 0 0 0,-17 4 0 0,8 2 0 16,-1 0 0-16,1 4 0 0,1-1 0 0,3 3 0 16,0 5 0-16,-1-2 0 0,2-5 0 0,4 4 0 15,2-2 0-15,3 2 0 0,2-4 0 0,3 2 0 16,3-2 0-16,1-4 0 0,5 5 0 0,0-6 0 16,7 4 0-16,-3-7 0 0,-1 0 0 0,-2-1 0 15,8-4 0-15,0 2 0 0,-6 0 0 0,2-7 0 16,-4 3 0-16,-1-3 0 0,-3 1 0 0,2 0 0 15,-1 1 0-15,-6-1 0 0,-2 0 0 0,-2 0 0 16,0 2 0-16,-3 1-357 0,-3 0-151 0,-1-2-98 16,0 6-514-16,-4-8-1214 0,-3 5 537 0</inkml:trace>
  <inkml:trace contextRef="#ctx0" brushRef="#br0" timeOffset="166983.0875">13550 7365 67 0,'-2'-7'500'0,"-1"1"17"0,2 0 23 15,-3 0 42-15,3 0 19 0,-6-1-10 0,6 1-1 16,0 1-11-16,1-1-21 0,-1 2-26 0,-1 0-26 16,2 4-33-16,-2-5-34 0,2 5-43 0,0 0-37 15,-2-4-39-15,2 4-279 0,0 0-41 0,0 0 0 16,0 0 0-16,-5 11 0 0,4-2 0 0,0 0 0 16,-2 7 0-16,-2-1 0 0,1 4 0 0,0-1 0 15,-2 9 0-15,-2-3 0 0,2 3 0 0,-4 1 0 16,2-2 0-16,-1 4 0 0,1-5 0 0,-3 0 0 0,3-1 0 15,-1-5 0-15,-1-3 0 0,1-1 0 0,1 0 0 16,1-2 0-16,-1-5 0 0,3 1 0 16,1-3 0-16,2-2 0 0,-2 0-268 0,2-1-170 0,2-3-43 15,0 0-43-15,0 0-35 0,0 0-21 0,12-14-311 16,-7 2-964-16,6-4 427 0</inkml:trace>
  <inkml:trace contextRef="#ctx0" brushRef="#br0" timeOffset="167300.9859">13438 7340 324 0,'4'-16'427'16,"3"1"18"-16,-4 2 13 0,2 3 14 0,0-6 9 16,1 2-2-16,-3 3-2 0,3 2-8 0,1-1-6 15,-3 5-17-15,-1 1-15 0,0-3-20 0,0 1-18 16,-1 4-33-16,-1 0-26 0,-1 2-33 0,3-7-33 16,-3 7-33-16,0 0-11 0,0 0-2 0,14 9-151 15,-8-3-71-15,1 4 0 0,0 1 0 0,2 5 0 16,-1 2 0-16,0 0 0 0,3 7 0 0,-4-2 0 15,0 2 0-15,-3 4 0 0,0 0 0 0,3-2 0 0,-4-1 0 16,1 0 0-16,-3 4 0 0,3 0 0 16,0-7 0-16,-3 2 0 0,-1-5 0 0,3-3 0 15,-2 1 0-15,-1-1 0 0,0 0 0 0,0-4 0 0,1-5 0 16,-1 2 0-16,0-4 0 0,0 1 0 0,3-1 0 16,-3-1 0-16,2-1 0 0,2-2 0 0,0 1 0 15,-4-3 0-15,9 1 0 0,-9-1 0 0,15-7 0 16,-7 1-203-16,-3 1-216 0,2 0-27 0,-1-3-30 15,-1-2-34-15,-1 2-18 0,0-2-23 0,-4 2-292 16,-3-3-914-16,2 1 404 0</inkml:trace>
  <inkml:trace contextRef="#ctx0" brushRef="#br0" timeOffset="167766.7996">13550 7574 79 0,'-5'-3'367'15,"1"-1"17"-15,4 4 40 0,-7-6 30 0,4 3 28 16,3 3 4-16,-8-1 4 0,8 1-11 0,-2-3-19 15,2 3-32-15,0 0-41 0,-3-2-25 0,3 2-33 16,0-8-44-16,0 8-18 0,4-5-33 0,0 2-21 16,0 0-26-16,3-3-16 0,4 3-17 0,0-1-11 15,-1 2-19-15,3-3-12 0,-3 3-8 0,3-1-19 16,1 2 0-16,4 1-16 0,-1-3-3 0,-3 3-6 0,-1-1-8 16,6 2-10-16,-3 1-3 0,2 0-7 15,-5 1-5-15,5 5-3 0,2-3-19 0,-9-1-5 16,5 6 0-16,-1 1 0 0,2-2 0 0,-3 5 0 0,-5-3 0 15,1 1 0-15,-2-1 0 0,-3-1 0 0,-1 0 0 16,1 0 0-16,-1 0 0 0,0 0 0 0,-3-3 0 16,-1 1-22-16,-5 1-22 0,5-1 3 0,0-2-6 15,-4 1 1-15,3-4 3 0,-3 1 0 0,3-1 7 16,-2 3 11-16,3-3 5 0,0-3 10 0,0 0 25 16,0 0 7-16,-2 4 6 0,2-4 19 0,0 0 17 15,0 0 22-15,0-16-2 0,1 11-53 0,3-5-31 16,0 2 0-16,-2-7 0 0,8-1 0 0,-2 2 0 15,2-1 0-15,0-1 0 0,-2 3 0 0,1-2 0 16,0 6 0-16,2-5 0 0,-4 7 0 0,-1-3 0 16,2 5 0-16,-2-3 0 0,-2 4 0 0,-1 1 0 15,1 1 0-15,-2-2 0 0,3 2 0 0,-5 2 0 16,4-2 0-16,-4 2 0 0,0 0 0 0,11 2-116 16,-11-2-239-16,8 2-47 0,-7 2-38 0,3-2-49 15,2-1-41-15,-4 2-42 0,-2-3-310 0,10 1-954 0,-5-1 422 16</inkml:trace>
  <inkml:trace contextRef="#ctx0" brushRef="#br0" timeOffset="168250.6336">14183 7580 346 0,'0'0'410'0,"2"3"32"15,-2-3 17-15,0 0 11 0,3 3 2 0,-3-3-8 16,0 0-19-16,0 0-9 0,0 0-30 0,0 0 2 15,2 4-25-15,-2-4-25 0,0 0-32 0,0 0-33 16,0 0-34-16,0 0-18 0,3 2-29 0,-3-2-21 16,0 0-21-16,1 4-14 0,-1-4-31 0,0 0 0 15,0 0-17-15,5 1-4 0,-5-1-13 0,0 0-12 16,0 0-4-16,0 0-9 0,0 0-4 0,8 0-53 16,-8 0-9-16,10-1 0 0,-10 1 0 0,13-1 0 0,-3-2 0 15,3 1 0-15,-4 1 0 0,0-3 0 16,1 0 0-16,2 0 0 0,-2 1 0 0,0-4 0 15,-5 1 0-15,3 3 0 0,-4 1 0 0,0-3 0 16,-3-2 0-16,4 3 0 0,-4 2 0 0,0-1 0 0,1-4 0 16,-2 7 0-16,0 0 0 0,-3-6 0 15,3 6 0-15,-10-2 0 0,5 1 0 0,-3 1 0 16,-2 2 0-16,-3 1 0 0,3 1 0 0,-4 4 0 0,1-1 0 16,0 2 0-16,3-4 0 0,-1 2 0 0,2 6 0 15,0-4 0-15,5 1 0 0,0-2 0 0,2-1 0 16,2 2 0-16,1-2 0 0,1-1 0 0,4 2 0 15,4 0 0-15,1-3 0 0,2 2-9 0,6-1-101 16,-8-3-10-16,10-1-5 0,-2 2-10 0,3-5-14 16,-2 0-21-16,-2-2-18 0,3-1-30 0,-3 1-39 15,0-4-30-15,-1 1-21 0,1-1-29 0,-5 1-27 16,-4 0-16-16,4 1-18 0,-7-1-17 0,2 0-2 16,-3 0-217-16,-2 0-688 0,-2 0 305 0</inkml:trace>
  <inkml:trace contextRef="#ctx0" brushRef="#br0" timeOffset="168650.9839">14528 7567 1316 0,'0'-6'-8'0,"1"3"51"0,-1 1 41 0,3-2 36 15,-3 4 30-15,1-9 30 0,0 6 22 0,2-1 17 16,-2 1 23-16,-1-2 14 0,4 2 3 0,-1-1 4 0,-3 4-3 16,2-2-6-16,2-2-12 0,-4 4-18 0,7-2-19 15,-7 2-19-15,3-3-18 0,-3 3-7 0,9 0-3 16,-9 0-4-16,9 4-5 0,-1 0-11 16,-3-1-1-16,0 1-9 0,0 2-1 0,0 2-11 0,-1 0-8 15,1 1-17-15,-4-6-1 0,2 9-12 0,-2-1-4 16,-2 0 2-16,1 2-16 0,-3-2 2 0,-2 0-12 15,0 1-8-15,-1-2 1 0,-3-1-3 0,-5 6-4 16,0-3-2-16,1-7-5 0,3 2-4 0,-2-2-6 16,-2-1 0-16,6-2-4 0,-2 3 4 0,5-5 2 15,-4 1 2-15,9-1-2 0,-11-6 8 0,5 4 6 16,5-2 0-16,-1-4 15 0,0-1 9 0,2-1-15 16,2-2 24-16,1 0-14 0,3-2 13 0,-3 3-10 15,4 0-3-15,-2 2-3 0,1-1-8 0,3 2 3 16,-1 0 8-16,-3 2-15 0,-1 3 2 0,6 1-5 15,-2 1-5-15,2-1 6 0,3 2 7 0,-3 2-35 16,3 1-9-16,-3 0 0 0,2 4 0 0,-2 3 0 16,3 1 0-16,-2 2 0 0,0 0 0 0,0 1 0 15,-5-4 0-15,4 1 0 0,-2-1 0 0,1 4 0 16,-4-7 0-16,0 2 0 0,2-1 0 0,-4 2 0 0,1-4 0 16,0-1 0-16,-3 0-130 0,2-1-120 0,-2 0-53 15,3-1-56-15,-4 0-44 0,0-3-49 0,4 4-70 16,-4-4-440-16,0 0-1043 0,0 0 462 0</inkml:trace>
  <inkml:trace contextRef="#ctx0" brushRef="#br0" timeOffset="170453.5363">15421 7617 298 0,'0'0'384'16,"0"-8"4"-16,0 5 3 0,0 3 16 0,0-7-3 15,0 7-11-15,0-3-15 0,0 3 13 0,3-4-16 16,-3 4-20-16,1-4-23 0,-1 4-18 0,3-3-28 0,-3 3-24 16,2-5-28-16,-2 5-28 0,4-2-22 0,-1 1-19 15,0-2-18-15,-3 3-17 0,12 1-16 0,-6-2-12 16,-6 1-10-16,9 1-8 0,-2 1-17 0,-1 0-2 15,-1 0-7-15,-1 2-7 0,0-1-8 0,0 0-8 16,-1 3 6-16,0-1-7 0,-2 0 0 0,-2 3 0 16,0-2-17-16,-4 1 14 0,-1 0-4 0,0 1 1 15,-4-1 8-15,0-1 12 0,-5 0-9 0,3 2 6 16,0-4 5-16,1-2 8 0,-2 3 8 0,4-1 1 16,1-3 21-16,1 1 11 0,0-1 4 0,7-1-3 15,-9-3-89-15,4-1-11 0,1 0 0 0,-1-3 0 16,4 0 0-16,-1-1 0 0,0-3 0 0,4 0 0 15,0 1 0-15,2-4 0 0,2-1-66 0,-2 3-145 16,5 3-47-16,6-6-53 0,2 7-54 0,9-5-29 16,-7 4-37-16,1 1-38 0,7 0-27 0,-7 3-369 15,1 0-938-15,-2-2 415 0</inkml:trace>
  <inkml:trace contextRef="#ctx0" brushRef="#br0" timeOffset="170820.5374">15698 7360 252 0,'0'-11'460'0,"0"1"50"0,-2-2 30 0,-1-2 29 16,0 0 3-16,3 1 18 0,-3 1-1 0,1 1-8 15,2-1-16-15,-2 2-16 0,1 2-23 0,1 3-29 16,-3-2-31-16,2 4-25 0,1-1-45 0,0 4-308 16,-1-7-88-16,1 7 0 0,0-4 0 0,0 4 0 15,0 0 0-15,-2 14 0 0,4 2 0 0,-2 1 0 16,1 10 0-16,0 2 0 0,1 0 0 0,-1 4 0 15,3 13 0-15,-2-9 0 0,2 11 0 0,1 4 0 16,-4-4 0-16,3 0 0 0,3-1 0 0,-3 2 0 16,-2-2 0-16,-1-12 0 0,2 12 0 0,-2-11 0 15,2 0 0-15,-1-5 0 0,0 2 0 0,-5-1 0 16,4-2 0-16,-3-4 0 0,2-2 0 0,-3-6 0 16,2-2 0-16,-2-3 0 0,5-4 0 0,-4 1 0 15,2-4 0-15,0-1 0 0,0 0 0 0,0-1 0 16,2-1 0-16,-2-3 0 0,0 0 0 0,0 0 0 15,0 0 0-15,9-11 0 0,-7 5 0 0,1-5 0 16,3-4 0-16,-3-2-184 0,-2-1-390 0,-1-6-30 0,1-2-19 16,1-1-412-16,-5 0-1121 0,-2 4 497 15</inkml:trace>
  <inkml:trace contextRef="#ctx0" brushRef="#br0" timeOffset="171056.1285">15693 7867 948 0,'-6'-13'34'0,"2"2"65"0,0 0 51 0,2 0 30 0,-1 4 32 15,1 1 41-15,0-1 41 0,1 1 36 0,0 1 34 16,-1 1 25-16,2 1 16 0,-2-1 9 0,2 4 13 15,-1-5-2-15,1 5 2 0,0-4-10 0,0 4-19 16,0 0-25-16,2-6-24 0,5 3-29 0,0-1-27 16,6 0-15-16,5 0-13 0,4 0-118 0,7 1-147 15,-1-4 0-15,-7 5 0 0,11-3 0 0,-2 2 0 16,0-1 0-16,2 2 0 0,1-3 0 0,1 0 0 16,-16 4 0-16,4 1 0 0,-5-2 0 0,-3 0 0 15,-4 2 0-15,1 0 0 0,-3-1 0 0,-3 1 0 16,-5 0 0-16,9-2 0 0,-5-1-42 0,1 0-362 15,-5 3-58-15,0 0-58 0,0 0-70 0,-15-7-440 16,4 5-1114-16,-2-2 493 0</inkml:trace>
  <inkml:trace contextRef="#ctx0" brushRef="#br0" timeOffset="171654.9157">17102 7484 143 0,'0'0'231'0,"0"0"11"0,0 0 17 0,0 0 25 15,0 0 26-15,0 0 32 0,0 0 35 0,0 0 25 16,0 0 25-16,0 0 22 0,0 0 14 16,5-2-8-16,-5 2-14 0,2-5-4 0,-2 5 3 0,0-3-4 15,0 3-12-15,0 0-20 0,0-6-25 0,0 6-33 16,0 0-31-16,0 0-130 0,0 0-185 16,0 0 0-16,0 0 0 0,0 0 0 0,0 0 0 0,8 18 0 15,-7-7 0-15,6 5 0 0,-3 4 0 0,1 5 0 16,1 3 0-16,-5-1 0 0,7 4 0 0,-5-3 0 15,-2 4 0-15,0-1 0 0,-1 0 0 0,3-1 0 16,-6 1 0-16,3 0 0 0,0 1 0 0,0-2 0 16,0-4 0-16,0 0 0 0,0-6 0 0,0 0 0 15,0-2 0-15,0 0 0 0,0-6 0 0,-1-1 0 16,0 0 0-16,1-5 0 0,1 1 0 0,-2-2 0 16,1-1 0-16,0 0 0 0,0-4 0 0,0 0-26 0,0 0-442 15,0 0-54-15,0 0-62 0,-11-13-52 16,8 4-357-16,0-1-1075 0,-1-7 475 0</inkml:trace>
  <inkml:trace contextRef="#ctx0" brushRef="#br0" timeOffset="172004.1378">16925 7598 234 0,'-1'-5'494'0,"-1"0"22"16,-1-1 20-16,-1 2 14 0,4-3 7 0,0 0-14 15,-1 0-17-15,1 1-31 0,0-2-39 0,1 3-44 16,-1-4-37-16,7 1-41 0,0-2-41 0,2 3-24 16,8-2-26-16,-2 0-20 0,5 1-16 0,9 1-17 15,-1 1-7-15,1 4-17 0,4-2-14 0,-2 5-13 16,1-1-41-16,0 1-98 0,-1 2 0 0,-1 3 0 16,-4-2 0-16,2 5 0 0,-9-2 0 0,0 0 0 15,-3 0 0-15,-1 2 0 0,-5-1 0 0,-1 0 0 16,1 1 0-16,-5-2 0 0,-2 4 0 0,0 0 0 15,-6 3 0-15,-1 0 0 0,-5 1 0 0,-7 6 0 0,-6-5 0 16,-1 0 0-16,-3-2 0 0,-4-1 0 16,0 1 0-16,0-4 0 0,0 0 0 0,9-4 0 15,0-1 0-15,10 0 0 0,-1-3 0 0,1-1 0 0,3 2 0 16,0-4 0-16,8 1-257 0,-4-6-139 0,8 0-64 16,1 1-55-16,8 1-68 0,4-8-414 0,-1 4-1080 15,7-6 478-15</inkml:trace>
  <inkml:trace contextRef="#ctx0" brushRef="#br0" timeOffset="173174.3288">17485 7610 243 0,'0'0'368'0,"1"-7"-2"0,1 3 0 0,0 0 5 16,-2 0-16-16,2 1-18 0,0-2-38 0,1 3-29 15,-1-2-32-15,0-1-21 0,0 2-26 0,2-2-16 16,0 0-21-16,-1 4-19 0,-3 1-17 0,8-2-9 16,-4-1-14-16,1 2-7 0,-5 1-19 0,14 2 0 0,-6 0-11 15,-3-1-4-15,4 1-14 0,-3 3 1 0,5 2-8 16,-6-3-7-16,1 2-1 0,-2 2-5 16,3 0 4-16,-5 1-6 0,-2-4-1 0,1 5-3 0,-4-3 3 15,2 1-2-15,-1-1-8 0,-5 0 1 0,0 1 1 16,-5-1 5-16,2-1-2 0,0 1-1 15,-2 0-1-15,-2-3-5 0,4-2 6 0,-4 0-2 16,4 0 2-16,-1-2 6 0,4 0 10 0,-1-1 16 0,0-2 20 16,3 2 24-16,0-1 12 0,1-4 12 0,1 1-2 15,0-1 3-15,3-3-1 0,1-1-2 16,4-1-1-16,-1-1-1 0,1 0-1 0,2 4 2 0,2-5 7 16,-1 2-13-16,0 3-7 0,1 1-6 0,-1-4 2 15,2 8-6-15,-4-2-16 0,2-5-4 0,1 9-2 16,-4-3-12-16,4 4-17 0,-4 0 9 0,3 2-5 15,2-2-7-15,-1 2-14 0,0 2 8 0,0 4 7 16,0-2-7-16,-1 3-6 0,-1 2-2 0,2-1 3 16,-2-1-3-16,-2 1-4 0,-1-3-1 0,1 3 0 15,1-2-7-15,-2 0 9 0,0-2-5 0,0 0 5 16,-2-1-12-16,1 0-6 0,-1 0-15 0,1 0 7 16,-1-2-6-16,0-1 3 0,0 1 0 0,3-1 3 15,-5-2 3-15,0 0 1 0,1 4 7 0,-1-4-1 16,0 0 5-16,3 3 5 0,-3-3-7 0,0 0-6 15,0 0 7-15,0 0 2 0,3-13 0 0,-1 9-2 16,-2 2 4-16,0-3-8 0,0 1 7 0,2-3 5 0,-4 3 15 16,4-1 16-16,0-1 15 0,-2 0 3 0,3 0 8 15,-1 0-5-15,0 1-1 0,0-1-7 16,2 0-9-16,2 0-6 0,-2 4-6 0,5-4 1 16,0-1-25-16,2 4-9 0,1 1 0 0,-3-1 0 0,4 3 0 15,-2-1 0-15,1 2 0 0,-1 1 0 0,-2 0 0 16,3 2 0-16,-3-1 0 0,0 0 0 15,-2 1 0-15,2 4 0 0,-2-1 0 0,-2-2 0 0,1 2 0 16,-1-2 0-16,1 3 0 0,-4-2 0 0,2 0 0 16,-2 0 0-16,2 0 0 0,-4 1 0 0,0 0 0 15,0-2 0-15,0-1 0 0,0 2 0 0,-3-2 0 16,2 0 0-16,1 0 0 0,-2 0 0 0,2-4 0 16,0 0 0-16,-3 4 0 0,3-4 0 0,0 0 0 15,0 0 0-15,0 0 0 0,-13-10 0 0,11 7 0 16,-1-1 0-16,1 0 0 0,-1-4 0 0,1 3 0 15,0-4 0-15,0-1 0 0,2 0 0 0,0-1 0 16,1-2 0-16,0 1 0 0,3-2 0 0,4-1 0 0,3-5 0 16,2 0 0-16,6-3 0 0,0 0 0 0,7 2 0 15,-2-2 0-15,6 2 0 0,-1 0 0 16,0-2 0-16,1 1 0 0,-1 2 0 0,-1 3 0 0,-3-1 0 16,-1 0 0-16,-1 0 0 0,-5 6 0 0,-4-1 0 15,-1 3 0-15,-3 0 0 0,-2 3 0 0,-1-1 0 16,-2 4 0-16,0 0 0 0,-1 1 0 15,-3-3 0-15,2 3 0 0,-2-1 0 0,-1 2 0 0,0-3 0 16,-2 0 0-16,-1 2 0 0,-1-1 0 0,-1 2 0 16,0 0 0-16,1-1 0 0,-2 2 0 0,-2-2 0 15,2 3 0-15,1-2 0 0,5 2 0 0,-12 0 0 16,7 0 0-16,-1 2 0 0,-1-1 0 0,1 3 0 16,-2 3 0-16,2 0 0 0,0 4 0 0,-1 2 0 15,1 2 0-15,1 3 0 0,-2 6 0 0,1-5 0 16,2 8 0-16,0-1 0 0,3 0 0 0,1 2 0 15,-1-2 0-15,-2 6 0 0,3-5 0 0,0 1 0 16,0 1 0-16,3 1 0 0,-3-3 0 0,1 0 0 0,0-1 0 16,2-7 0-16,-3 5 0 0,1-6 0 15,-1-1 0-15,0-1 0 0,4-2 0 0,-4-3 0 16,0-1 0-16,1-2 0 0,3-1 0 0,-4-1 0 16,0 0 0-16,1-1 0 0,-1 0 0 0,3-2 0 0,-3-3 0 15,1 4 0-15,-1-4 0 0,0 0 0 0,0 0 0 16,0 0-403-16,0-14-104 0,-1 7-19 0,-2-3-7 15,2 3-2-15,-3-4 6 0,3 0-331 0,-3-1-932 16,3 2 413-16</inkml:trace>
  <inkml:trace contextRef="#ctx0" brushRef="#br0" timeOffset="173490.0155">18193 7686 2339 0,'-1'-10'-121'0,"-2"5"62"0,3-5 56 15,-5 5 43-15,5-1 41 0,-1 0 46 0,-2 2 37 16,3-1 49-16,-1 1 36 0,1-1 33 0,0 5 25 16,0-6 13-16,0 6 22 0,0-4-4 0,0 4 1 15,0-6-12-15,0 6-11 0,1-4-21 0,2 1-19 16,-3-2-30-16,6 2-24 0,-2-1-16 0,1-1-6 0,3 1-9 15,-3 2-15-15,8-1-10 0,-7 0-25 16,6-1 0-16,-1 3-14 0,-1-1-12 0,1 2-27 16,0 0-88-16,1-3 0 0,-1 2 0 0,-2 2 0 0,-1-1 0 15,0 0 0-15,2 1 0 0,-3 4 0 0,2-3 0 16,-1 0 0-16,-2-1 0 0,2 3 0 16,-3-2 0-16,3 7 0 0,-6-3 0 0,2 0 0 15,4 2 0-15,-7-1 0 0,4 2 0 0,-1-1 0 0,-4 1 0 16,1 0 0-16,2 0 0 0,-3-3 0 0,0 1 0 15,0 0 0-15,0 0 0 0,-3-2 0 0,3-2 0 16,-1 4 0-16,1-7 0 0,0 5 0 0,0-5 0 16,-1 3 0-16,1-3 0 0,1 4 0 0,-1-4 0 15,0 0-129-15,0 0-233 0,13-7-80 0,-4 2-58 16,0-3-59-16,-1 1-475 0,4-9-1119 0,0 5 496 16</inkml:trace>
  <inkml:trace contextRef="#ctx0" brushRef="#br0" timeOffset="173648.2317">18570 7492 188 0,'0'0'394'0,"0"0"6"0,0 0 6 0,0-2 7 15,0 2-17-15,0 0-23 0,0 0-38 0,0 0-37 16,0 0-35-16,0 0-34 0,0 0-50 0,0 0-67 0,0 0-66 16,0 0-48-16,0 0-60 0,10 7-62 15,-3-2-58-15,-1 0-40 0,1-1-39 0,0 4-18 16,1-6-8-16,2 4-149 0,-5 0-472 0,4-1 209 0</inkml:trace>
  <inkml:trace contextRef="#ctx0" brushRef="#br0" timeOffset="173907.1675">18685 7563 740 0,'7'1'51'0,"-2"4"53"0,1-4 42 16,-2 0 36-16,2 0 26 0,-2 1 33 0,-4-2 27 15,8 0 36-15,-8 0 19 0,0 0 16 0,6-3 7 0,-6 3 6 16,0 0 5-16,0 0-11 0,4-4 1 0,-4 4 1 16,0 0-11-16,0 0-20 0,0 0-17 0,0 0-20 15,0 0-11-15,0 0-16 0,0 0-23 0,-17 8-19 16,12-5-19-16,-1-2-21 0,1 3-16 0,0 2-14 15,0 2-16-15,-1 1-11 0,1-2-20 0,-1 2-94 16,1 1 0-16,1-2 0 0,0 2 0 0,2 2 0 16,-2-3 0-16,1-3 0 0,3 5 0 0,3-5 0 15,1 4 0-15,-2-6 0 0,2 3 0 0,4 2 0 16,3-5 0-16,-1 1 0 0,8 0 0 0,-2-1 0 16,3-3 0-16,-1-1 0 0,5-1 0 0,-2-3-122 15,6-3-120-15,1-2-53 0,-2-5-47 0,3 4-48 16,-3-2-50-16,-3-2-45 0,1-2-56 0,-6 5-348 15,3-10-964-15,-1 1 427 0</inkml:trace>
  <inkml:trace contextRef="#ctx0" brushRef="#br0" timeOffset="174207.9756">19166 7313 356 0,'2'-10'399'16,"2"2"32"-16,-1-1 28 0,-1 4 30 0,-2-1 22 15,0 1 19-15,1 2 3 0,-1-1-22 0,0 4-17 16,2-6-26-16,-2 6-30 0,-2-3-23 15,2 3-27-15,0 0-30 0,0 0-31 0,0 0-13 0,0 0 5 16,0 0-4-16,-3 14-179 0,1-1-136 0,-1 2 0 16,3 2 0-16,-3 1 0 0,2 7 0 0,1 4 0 15,-3-6 0-15,3 5 0 0,-1 0 0 0,1-2 0 16,0 3 0-16,-1-4 0 0,1 5 0 0,-2-3 0 16,2-2 0-16,-1-1 0 0,0-6 0 0,2 0 0 15,-1 0 0-15,0-5 0 0,-1-2 0 0,1 1 0 16,-2-3 0-16,2-1 0 0,0-1 0 0,0-2 0 15,2-2 0-15,-2 0 0 0,1 0 0 0,-1-3 0 16,0 0 0-16,10-2 0 0,-1-4-243 0,-1 1-401 16,3-1-24-16,1-2-438 0,1-3-1199 0,-2-1 531 15</inkml:trace>
  <inkml:trace contextRef="#ctx0" brushRef="#br0" timeOffset="174657.8168">19322 7622 21 0,'1'-3'318'0,"-1"3"3"16,0 0-1-16,0 0 23 0,4-6 21 15,-4 6 34-15,0 0 10 0,0 0 7 0,0 0-1 16,0 0-16-16,0 0-13 0,0 0-22 0,0 0-18 0,0 0-17 16,0 0-19-16,0 0-26 0,1-3-30 0,-1 3-17 15,0 0-22-15,0 0-22 0,0 0-20 0,0 0-17 16,0 0-7-16,0 0-4 0,0 0-10 0,0 0-8 16,0 0-8-16,0 0-19 0,12 0-7 0,-5-2-12 15,3 0-2-15,1-1-11 0,2 1 6 0,-1-2 4 16,1 0-77-16,5 0 0 0,-8 0 0 0,7-4 0 15,-6 5 0-15,0-1 0 0,0-2 0 0,-5 0 0 16,-1 4 0-16,2-1 0 0,-3 1 0 0,-2-2 0 16,3 0 0-16,-2 1 0 0,-2 1 0 0,-1 2 0 15,0-7 0-15,0 7 0 0,-4-5 0 0,-2 3 0 16,1-1 0-16,-3 2 0 0,3 0 0 0,-8 0 0 16,3 2 0-16,2 1 0 0,-1 1 0 0,-3 0 0 15,1 3 0-15,0 0 0 0,2 2 0 0,0 2 0 16,0 3 0-16,0 0 0 0,4-3 0 0,-1 1 0 15,3 1 0-15,2-1 0 0,1 1 0 0,2-1 0 16,2-2 0-16,1 2 0 0,3-3 0 0,3 2 0 0,4-2 0 16,4 0 0-16,2-4 0 0,0 3 0 15,-1-5 0-15,-2 1 0 0,5-2 0 0,-5-1 0 16,3-1 0-16,-2-4 0 0,-3 2 0 0,-3-1 0 16,-1 0 0-16,2 2 0 0,-3-4 0 0,3 1 0 0,-7 2 0 15,4-4-274-15,-2 2-217 0,-4 1-70 16,4 0-75-16,-4 3-403 0,2-4-1124 0,-1 0 497 15</inkml:trace>
  <inkml:trace contextRef="#ctx0" brushRef="#br0" timeOffset="175690.7602">20441 7703 99 0,'1'-7'328'0,"1"2"-4"0,-2 3 2 0,2-2-3 16,1-3 12-16,-1 3 18 0,0-2 5 0,-1 2-1 15,-1 1 8-15,0 3-2 0,3-5 0 0,-3 5-6 16,2-5 4-16,-1 1-9 0,2 1 1 0,-4-2-10 16,1 5-5-16,5-4-18 0,-3 3-11 0,-2 1-17 15,3-3-11-15,-1 0-26 0,-2 3-18 0,0 0-23 16,3-3-13-16,-3 3-117 0,0 0-84 0,1-3 0 15,-1 3 0-15,0 0 0 0,0 0 0 0,11 5 0 16,-6 0 0-16,3 1 0 0,-2-1 0 0,0 2 0 16,0 0 0-16,3 0 0 0,-4 3 0 0,3 2 0 15,-3 4 0-15,-1-6 0 0,0 2 0 0,-4 0 0 16,0 0 0-16,1-1 0 0,-1 0 0 0,0 0 0 0,-1-2 0 16,1-2 0-16,-4 0 0 0,4 0 0 15,-4-1 0-15,4-1 0 0,-1-1 0 0,-2-1 0 16,2 0 0-16,1-3 0 0,0 4 0 0,0-4 0 0,0 0 0 15,0 0 0-15,0 0 0 0,-2-14 0 0,5 5 0 16,1-1 0-16,0-1 0 0,0-2 0 0,3-5 0 16,1 3 0-16,1 0 0 0,-1 1 0 0,1 3 0 15,0-2 0-15,-3 5 0 0,6-2 0 0,-5 2 0 16,2 0 0-16,-2 3 0 0,0 0 0 0,2 0 0 16,0 1 0-16,1 4 0 0,1 0 0 0,0 4 0 15,-1-1 0-15,2 2 0 0,-2 0 0 0,0 2 0 16,-1 1 0-16,-4 1 0 0,3 0 0 0,-3 3 0 15,1-5 0-15,-2 4 0 0,0-3 0 0,-4 2 0 16,2-1 0-16,-2-2 0 0,0 3 0 0,-2-4 0 0,1 1 0 16,1-1 0-16,-3-1 0 0,2 0 0 15,1-2 0-15,0 1 0 0,0-4 0 0,0 0 0 16,0 6 0-16,0-6 0 0,0 0 0 0,0 0 0 16,5-12 0-16,-1 3 0 0,0 0 0 0,0-1 0 0,3 1 0 15,0-2 0-15,-1 0 0 0,3 0 0 16,1-5 0-16,1 3 0 0,-2 6 0 0,1-3 0 0,-1 3 0 15,-2 1 0-15,2-1 0 0,0 1 0 0,-1 0 0 16,-2 4 0-16,2-1 0 0,0 0 0 0,-1 3 0 16,2 1 0-16,-4 3 0 0,4 4 0 0,-2-2 0 15,3 1 0-15,-5 1 0 0,1 2 0 0,-2 2 0 16,1 0 0-16,-1-3 0 0,0 3 0 0,0-1 0 16,-3-2 0-16,2 2 0 0,-2-2 0 0,0-1 0 15,-1-1 0-15,4-1 0 0,-3 0 0 0,-1 0 0 16,4-3 0-16,-4 2 0 0,0 0-12 0,3-3-179 15,-3-2-27-15,5 3-66 0,-5-3-86 0,0 0-78 16,14-6-70-16,0 1-60 0,-4-2-351 0,5-3-1007 16,0 1 446-16</inkml:trace>
  <inkml:trace contextRef="#ctx0" brushRef="#br0" timeOffset="175979.3607">21193 7674 22 0,'0'0'537'0,"0"0"13"16,0 0 37-16,0 0 29 0,0 0 25 0,0 0-21 16,0 0-22-16,0 0-30 0,0 0-37 0,0 0-34 15,-5-3-28-15,5 3-37 0,0 0-44 0,0 0-28 16,0 0-44-16,0 0-34 0,0 0-105 0,0 0-177 16,0 0 0-16,0 0 0 0,0 15 0 0,0-10 0 15,2 5 0-15,-4-3 0 0,0 5 0 0,2-4 0 16,0 3 0-16,0-1 0 0,-2 2 0 0,0-3 0 15,2 2 0-15,-1-2 0 0,1 1 0 0,0 1 0 16,0-4 0-16,0-1 0 0,0 0 0 0,0 0 0 16,0-2 0-16,0-1 0 0,0-3 0 0,1 6 0 15,-1-6 0-15,0 0-1 0,0 0-501 0,0 0-78 16,4-14-68-16,-4 4-429 0,2-1-1167 0,1-4 516 16</inkml:trace>
  <inkml:trace contextRef="#ctx0" brushRef="#br0" timeOffset="176128.4547">21226 7519 225 0,'-3'-5'372'16,"3"5"1"-16,0 0 8 0,0-5 10 0,0 5-2 0,0 0-29 15,3-3-35-15,-3 3-37 0,0 0-33 0,0 0-43 16,0 0-42-16,0 0-50 0,0 0-70 0,0 0-87 16,0 0-84-16,1 18-91 0,4-11-83 0,0 2-246 15,2-5-587-15,-1 8 260 0</inkml:trace>
  <inkml:trace contextRef="#ctx0" brushRef="#br0" timeOffset="176392.7581">21379 7634 65 0,'0'0'488'16,"0"0"22"-16,9-3 37 0,-9 3 18 0,0 0 4 16,0 0-11-16,5-2-44 0,-5 2-14 0,0 0-28 15,0 0-32-15,0 0-39 0,4 4-37 0,-4-4-38 16,0 0-28-16,3 6 4 0,1 1-11 0,1-2-22 15,-1 5-29-15,3 0-14 0,2 4-20 0,0-3-166 16,0 2-40-16,1 2 0 0,-1 0 0 0,0-1 0 16,4 0 0-16,-3 1 0 0,-1 0 0 0,2-1 0 15,-3-4 0-15,3-1 0 0,-1 0 0 0,-3 0 0 16,1-1 0-16,0-2 0 0,-1 4 0 0,-2-5 0 16,1-1-125-16,-3-1-261 0,1 1-40 0,0-2-32 15,2 0-57-15,-6-2-57 0,0 0-380 0,9-7-1031 16,-7 1 456-16</inkml:trace>
  <inkml:trace contextRef="#ctx0" brushRef="#br0" timeOffset="176692.3039">21599 7659 8 0,'-1'-9'369'0,"0"-3"6"0,2 2 25 0,0 2 30 16,-1 2 37-16,0 1 21 0,-1 2 18 0,1-2 14 16,0 0-8-16,0 5-11 0,-1-5-27 0,1 5-25 15,0-5-22-15,0 5-27 0,0 0-22 16,-2-4-30-16,2 4-32 0,0 0-29 0,0 0 8 0,-6 10-54 15,3-1-241-15,-2 0 0 0,0 7 0 0,-4-1 0 16,0 3 0-16,-2 4 0 0,-6 4 0 0,2-1 0 16,-2 2 0-16,-1-2 0 0,-1 4 0 0,-3-2 0 15,3 2 0-15,-4-2 0 0,0 1 0 0,1-2 0 16,-1-2 0-16,0 1 0 0,7 0 0 0,-5-3 0 16,5-3 0-16,-6-1 0 0,9-5 0 0,4-3 0 15,-1-2 0-15,1 0 0 0,1-1 0 0,3-3 0 16,0 1 0-16,1-3 0 0,3 3 0 0,-3-3 0 15,4-2 0-15,0 3 0 0,0-3 0 0,0 0 0 16,18-2 0-16,-9-1-262 0,10-4-355 0,-1-2-41 16,0-5-451-16,6-2-1202 0,-2-5 531 0</inkml:trace>
  <inkml:trace contextRef="#ctx0" brushRef="#br0" timeOffset="177059.4425">21903 7256 197 0,'4'-15'393'0,"4"0"22"16,-7 7 30-16,0-4 33 0,-2 2 32 0,0 3 5 15,-1 2-4-15,2-2 0 0,-2 0-18 0,2 4-9 16,-1-1-20-16,-2 1-30 0,3 3-34 0,-4-4-31 16,4 4-37-16,0-4-35 0,0 4-34 0,0 0-23 15,0 0-9-15,-2 11-22 0,-1 0-209 0,-1 4 0 16,0 4 0-16,3 9 0 0,0 0 0 0,-2 3 0 15,3 1 0-15,-5 1 0 0,9 0 0 0,-4 1 0 16,-4 2 0-16,4-3 0 0,0 0 0 0,0 3 0 16,0-2 0-16,0-2 0 0,-1-1 0 0,-2-3 0 15,3-1 0-15,0-1 0 0,-1-6 0 0,0-2 0 16,-2-2 0-16,3 1 0 0,-1-6 0 0,1 2 0 16,-3-4 0-16,2 1 0 0,1-4 0 0,0 2 0 15,0-2 0-15,0-2 0 0,1 0 0 0,-1-4 0 0,3 7 0 16,-3-6 0-16,0-1 0 0,0 0 0 15,0 0 0-15,0 0-265 0,9-9-270 0,-8 2-24 16,4 4-23-16,-1-9-14 0,-4 4-347 0,0 1-1021 0,0-5 452 16</inkml:trace>
  <inkml:trace contextRef="#ctx0" brushRef="#br0" timeOffset="178311.2869">21809 7739 30 0,'-5'-3'324'0,"5"3"4"15,-6-1 0-15,6 1 20 0,-2-4 28 0,2 4 35 16,0 0 43-16,-5-1 2 0,5 1-6 0,0 0-8 15,-5-3-17-15,5 3-38 0,0 0-14 0,-3-3-22 16,3 3-14-16,0 0-19 0,0 0-20 0,0 0-24 16,0 0-33-16,5-5-26 0,-5 5-19 0,6-5-27 15,1 2-14-15,3-2-17 0,4 1-15 0,4-4-16 16,1 3-9-16,-2-2-59 0,5 1-39 0,-3 2 0 16,-2-1 0-16,2 1 0 0,0-2 0 0,-1 2 0 15,-4 2 0-15,2-3 0 0,-2 3 0 0,-5-1 0 16,-1 2 0-16,-2 1 0 0,3-1 0 0,-4 1 0 0,-5 0 0 15,13 0 0-15,-9-1 0 0,-3-2 0 16,-1 3 0-16,0 0 0 0,0 0 0 0,13 5 0 16,-13-1 0-16,4 2 0 0,-3 0 0 0,2 2 0 15,-2-1 0-15,-1 3 0 0,3-2 0 0,-2 1 0 0,-1 0 0 16,0 1 0-16,1 0 0 0,-1-2 0 16,0 2 0-16,0-4 0 0,3 0 0 0,-3-2 0 15,1 2 0-15,-1 1 0 0,0-5 0 0,0 3 0 0,0-5 0 16,3 4 0-16,-3-4 0 0,1 4 0 0,-1-4 0 15,0 0 0-15,0 0 0 0,0 0 0 16,14-6 0-16,-9 1 0 0,4-1 0 0,0-1 0 0,1-5 0 16,-1 4 0-16,0-2 0 0,0-1 0 0,-3 1 0 15,2 2 0-15,1-3 0 0,-3 6 0 0,-3 1 0 16,2-1 0-16,0 1 0 0,-2 3 0 0,-1-1 0 16,3-1 0-16,-5 3 0 0,4-3 0 0,-4 3 0 15,5-3 0-15,-5 3 0 0,4 6 0 0,-1-3 0 16,-1 3 0-16,0 0 0 0,0-3 0 0,2 1 0 15,0 4 0-15,0-3 0 0,-2-2 0 0,2 3 0 16,-1 3 0-16,0-5 0 0,1 3 0 0,0-2 0 16,1 1 0-16,0-1 0 0,0 1 0 0,3-2 0 15,-3 0 0-15,-1 0 0 0,2-1 0 0,2 0 0 0,-3-1 0 16,2 0 0-16,-1-2 0 0,2 2 0 16,-8-2 0-16,10-3 0 0,-5 2 0 0,0-2 0 15,0-2 0-15,0 0 0 0,0-2 0 0,-1-3 0 0,0 1 0 16,-1-1 0-16,-2-1 0 0,0 1 0 0,1-1 0 15,-2 5 0-15,1 1 0 0,0-4 0 16,-1 3 0-16,1-1 0 0,-1 0 0 0,0 0 0 16,0 3 0-16,0 4 0 0,0-4 0 0,0 4 0 0,2-6 0 15,-2 6 0-15,0 0 0 0,1-2 0 0,-1 2 0 16,0 0 0-16,0 0 0 0,0 0 0 0,0-5 0 16,0 5 0-16,0 0 0 0,0 0 0 0,0 0 0 15,11 0 0-15,-11 0 0 0,13 1 0 0,-3 1 0 16,3-6 0-16,0 3 0 0,6 2 0 0,-4-2 0 15,3-3 0-15,0 1 0 0,1 0 0 0,-1 1 0 0,-6-1 0 16,2 2 0-16,-4-1 0 0,0-2 0 16,-2 6 0-16,-2-4 0 0,-1 1 0 0,-5 1 0 15,11 0 0-15,-11 0 0 0,7 1 0 0,-7-1 0 0,7 6 0 16,-5-1 0-16,2 1 0 0,-4 0 0 16,0 0 0-16,0 4 0 0,1-3 0 0,-2 0 0 15,1 3 0-15,0-1 0 0,-2 0 0 0,0-1 0 16,2 1 0-16,-2-2 0 0,-1 5 0 0,2-5 0 0,0 1 0 15,-1-2 0-15,2 0 0 0,0 2 0 16,0-3 0-16,0 1 0 0,0 1 0 0,0-3 0 16,2 1 0-16,0 1 0 0,1-1 0 0,3 0 0 0,-1-1 0 15,0 0 0-15,5-2 0 0,2 2 0 0,3-3 0 16,-2 0 0-16,6-1 0 0,-1-3 0 16,4-2 0-16,6-2 0 0,-2-1 0 0,-1-2 0 0,2-1 0 15,0-2 0-15,-4 0 0 0,-4 1 0 0,3 0 0 16,-7-3 0-16,2 2 0 0,-2-3 0 0,-2 2 0 15,0 1 0-15,-3-1 0 0,-4 4 0 0,-2-1 0 16,1 2 0-16,0 0 0 0,-4 2 0 0,1 0 0 16,-1 2 0-16,-2-1 0 0,1 1 0 0,-3 1 0 15,3-1 0-15,-5 3 0 0,-1-1 0 0,-1 1 0 16,-3 0 0-16,-1 5 0 0,0 1 0 0,0 1 0 16,-3 6 0-16,-2 0 0 0,0 9 0 0,3-7 0 15,2 3 0-15,2-2 0 0,2 1 0 0,-2-1 0 16,1 1 0-16,5-3 0 0,-4-3 0 0,6 4 0 0,1-2 0 15,4 0 0-15,0-1 0 0,-3-1 0 16,8 1 0-16,-4-3 0 0,9 3 0 0,8-3 0 16,-4-2 0-16,9 3 0 0,1-6 0 0,3 2 0 0,-1-4 0 15,2 0 0-15,-1-3 0 0,-2-1 0 0,1 1 0 16,0-1 0-16,-8 2 0 0,-3-1 0 0,-1 0 0 16,-3 0 0-16,-4 2 0 0,0-2 0 15,-6 2 0-15,4-1 0 0,-4 1 0 0,-5 1 0 0,8 0 0 16,-4-1 0-16,-4 1 0 0,6-1 0 0,-6 1 0 15,0 0 0-15,0 0 0 0,0 0-369 0,0 0-124 16,-10 9-60-16,6-6-57 0,-4 2-418 0,3-3-1114 16,0 2 494-16</inkml:trace>
  <inkml:trace contextRef="#ctx0" brushRef="#br0" timeOffset="183849.4042">6616 8545 381 0,'0'0'497'0,"0"0"19"0,-4-10 15 0,4 10 7 16,-4-8-2-16,4 5 8 0,-4-3-23 0,4 3-4 16,-2-1-16-16,0 0-19 0,2 4-2 0,-1-8-6 15,-1 6-22-15,0-3-30 0,2 5-15 0,-2-8-24 16,0 5-374-16,2 3-9 0,-2-3 0 0,2 3 0 16,-3-3 0-16,3 3 0 0,0 0 0 0,-1-4 0 15,1 4 0-15,0 0 0 0,0 0 0 0,0 0 0 16,0 0 0-16,0 0 0 0,0 0 0 0,0 0 0 15,-8 11 0-15,7-1 0 0,-3 0 0 0,1 5 0 16,-3 4 0-16,-1 3 0 0,-1 3 0 0,-1 2 0 16,-1 1 0-16,2 1 0 0,-3 3 0 0,2-4 0 15,1 3 0-15,-5 0 0 0,3-2 0 0,1 2 0 16,-4-4 0-16,3-2 0 0,2 1 0 0,1-7 0 16,-1-1 0-16,2-1 0 0,-1 0 0 0,3-7 0 15,1 1 0-15,1-4 0 0,-3 1 0 0,4-2 0 16,0-2 0-16,-1 0 0 0,2 1 0 0,0-5 0 0,0 4 0 15,0-4 0-15,8 1 0 0,-8-1 0 0,0 0 0 16,14-5 0-16,-4-1 0 0,-3 2 0 0,-1-4 0 16,-2-2 0-16,1-3 0 0,-1-2-342 0,-3-1-316 15,3-3-45-15,-4-9-379 0,1 1-1171 0,2 0 518 16</inkml:trace>
  <inkml:trace contextRef="#ctx0" brushRef="#br0" timeOffset="184249.8977">6565 8495 18 0,'1'-12'316'0,"3"1"15"0,-2 2 12 0,0 0 22 16,-2 3 27-16,3 3 18 0,-3-4 12 0,0 2 10 0,3 2 7 15,-4-1 11-15,2 0-4 0,-1 4-4 16,0-4 1-16,0 4-21 0,1-5-20 0,-1 5-27 16,0 0-30-16,3-2-26 0,-3 2-31 0,0 0-27 15,0 0-27-15,1-4-25 0,-1 4-122 0,0 0-87 16,1 12 0-16,1-5 0 0,0 4 0 0,-1 5 0 15,6 3 0-15,-2 6 0 0,3 2 0 0,-2 0 0 0,0 2 0 16,2 1 0-16,2 2 0 0,-1-2 0 0,-1 2 0 16,-2-3 0-16,3 2 0 0,-4 0 0 0,3-2 0 15,-3 0 0-15,4-2 0 0,-4-1 0 0,-1-3 0 16,0-5 0-16,0 0 0 0,-3 2 0 0,3-5 0 16,-3-3 0-16,-1 0 0 0,3-2 0 0,-2-2 0 15,-1-1 0-15,4 0 0 0,-3-2 0 0,0 0 0 16,-1-2 0-16,1 0 0 0,-1-3 0 0,0 6 0 15,2-3 0-15,-2-3 0 0,0 0 0 0,0 0 0 16,0 0 0-16,0 0 0 0,0 0 0 0,0 0 0 16,0 0 0-16,1-15 0 0,-1 9 0 0,-3 1 0 15,2-6 0-15,-5 4 0 0,2-5 0 0,2-2 0 16,-2 3-342-16,-3-2-190 0,5 5-30 0,-2-6-16 16,-5 3-8-16,4 3-347 0,-2-4-1009 0,-2-1 448 15</inkml:trace>
  <inkml:trace contextRef="#ctx0" brushRef="#br0" timeOffset="184568.1064">6462 8833 202 0,'-5'-1'271'0,"5"1"16"15,-14 1 6-15,9-2 12 0,5 1 26 0,-12 0 10 16,6 1 18-16,6-1 11 0,-7 2 8 0,7-2 4 16,0 0-2-16,-7-3 0 0,7 3-11 0,0 0-13 15,0 0-13-15,0 0-6 0,0 0-18 0,-8 1-11 16,8-1-20-16,0 0-12 0,0 0-21 0,0 0-17 15,0 0-16-15,31 0-14 0,-13-2-13 16,1 1-9-16,8-2-174 0,4 0-12 0,-1-1 0 0,2 1 0 16,3-1 0-16,-2 1 0 0,-5-3 0 0,3 2 0 15,-3 3 0-15,-10-1 0 0,2-1 0 0,-2 1 0 16,-6-1 0-16,-1 1 0 0,1 2 0 0,-5-2 0 16,1 1 0-16,-2 1 0 0,-1-1 0 0,-5 1 0 15,8-1 0-15,-8 1 0 0,0 0 0 0,8 0 0 16,-8 0 0-16,0 0 0 0,0 0 0 0,0 0 0 15,0 0 0-15,0 0 0 0,0 5-133 0,0-5-289 16,-10 3-66-16,3 1-69 0,1-2-65 0,2-1-374 16,-2 3-1077-16,6-4 478 0</inkml:trace>
  <inkml:trace contextRef="#ctx0" brushRef="#br0" timeOffset="185334.4626">6930 9007 15 0,'4'-10'442'0,"-4"10"21"0,0-5 19 0,0 5 13 0,-1-6 4 15,1 6-9-15,0-4-20 0,0 4-5 16,0 0-7-16,1-6-19 0,-1 6-27 0,0 0-23 0,-1-5-24 15,1 5-32-15,0 0-35 0,0 0-28 16,0 0-33-16,0 0-20 0,0 0-28 0,0 0-17 0,0 0-15 16,0 0-5-16,0 0-10 0,0 0-11 15,-3 15-122-15,3-9-9 0,0-3 0 0,0 3 0 16,0 0 0-16,0 0 0 0,0 3 0 0,0-2 0 0,0 2 0 16,0 0 0-16,0 1 0 0,-1-3 0 0,-2 3 0 15,3-1 0-15,0 1 0 0,3-1 0 16,-6 2 0-16,3-5 0 0,0 2 0 0,-1-2 0 0,1-1 0 15,0 2 0-15,0-3 0 0,0 1 0 0,1-1 0 16,-2 0 0-16,2 0 0 0,-1-4 0 0,0 0 0 16,0 0 0-16,0 0 0 0,8 0 0 0,-8 0 0 15,5-6 0-15,-1 0 0 0,0 2 0 0,-2 1 0 16,2-5 0-16,0 4 0 0,-4-2 0 0,5-4 0 16,-1 5 0-16,-1-3 0 0,-1 3 0 0,2 1 0 15,1-3 0-15,-3 4 0 0,1-3 0 0,1 0 0 16,-2 2 0-16,0 0 0 0,0 1 0 0,0 0 0 15,-2 3 0-15,3-4 0 0,0 0 0 0,-3 4 0 16,6 0 0-16,-6 0 0 0,12 3 0 0,-6-1 0 16,-1 1 0-16,3 1 0 0,-2 0 0 0,0 2 0 15,1 0 0-15,3 1 0 0,1 0 0 0,-4-1 0 16,1 3 0-16,0-2 0 0,-1 0 0 0,1 0 0 16,1 0 0-16,-3-2 0 0,2 0 0 0,-3-2 0 15,-1 0 0-15,1 1 0 0,-1-1 0 0,1-2 0 0,-5-1 0 16,8 0 0-16,-8 0 0 0,6-7 0 15,-2 3 0-15,-1-2 0 0,-2-1 0 0,1-1 0 16,2-5 0-16,0-1 0 0,-3 3 0 0,0-7 0 0,-1-1 0 16,0-2 0-16,2 1 0 0,-2 0 0 0,0 2 0 15,0 3 0-15,-2 1 0 0,2 2 0 0,0 3 0 16,0-2 0-16,0 3 0 0,0 0 0 16,0 2 0-16,0 1 0 0,-1 0 0 0,0 1 0 0,2-1 0 15,-1 5 0-15,-2-5 0 0,2 1 0 0,0 4 0 16,0 0 0-16,0 0 0 0,0 0 0 0,0 0 0 15,0 0 0-15,0 0 0 0,0 0 0 0,0 0 0 16,0 0 0-16,0 0 0 0,6 15 0 0,-3-10 0 16,2-1 0-16,0 0 0 0,4-2-606 0,-3 1-659 15,7 0-1369-15,1 0 606 0</inkml:trace>
  <inkml:trace contextRef="#ctx0" brushRef="#br0" timeOffset="185608.0167">7670 8908 410 0,'0'0'577'0,"0"0"28"0,0 0 13 0,0 0 29 16,0 0-6-16,0 0-13 0,0 0-27 0,0 0-35 16,0 0-37-16,0 0-41 0,-4-11-46 0,4 11-48 15,4-5-40-15,0 3-34 0,0 0-34 0,3-4-201 16,0 4-85-16,0 1 0 0,3-2 0 0,2 1 0 0,-5 2 0 15,4-2 0-15,-2 1 0 0,-4 2 0 16,5-2 0-16,-2-1 0 0,1 2 0 0,-9 0 0 16,10 0 0-16,-6 0 0 0,-4 0 0 0,0 0 0 0,12 0-80 15,-12 0-347-15,2 3-29 0,-2 0-37 0,0-3-45 16,-6 5-22-16,1 0-380 0,-2-2-1018 16,-2 3 450-16</inkml:trace>
  <inkml:trace contextRef="#ctx0" brushRef="#br0" timeOffset="185859.1381">7619 9022 84 0,'-3'4'346'0,"2"-1"8"0,0 2 24 0,0-2 44 0,1-3 29 16,0 0 30-16,1 5 7 0,-1-5 17 15,0 0-3-15,10 0-3 0,-10 0-4 0,12 0-5 0,-5 0-25 16,-7 0-25-16,15 0-31 0,-4 0-36 0,0 0-30 16,2-2-28-16,-1 2-32 0,4-2-215 0,-6 1-68 15,2-2 0-15,2 3 0 0,-4-2 0 0,4 1 0 16,-2 0 0-16,-6 0 0 0,7-2 0 0,-5 2 0 15,-2 1 0-15,0-1 0 0,1-1 0 0,-2 2 0 16,-5 0 0-16,8-1 0 0,-8 1 0 0,6-2 0 16,-6 2 0-16,4-1 0 0,-4 1 0 0,2-2 0 15,-2 2 0-15,0 0 0 0,0 0 0 0,7-2-68 16,-7 2-445-16,0 0-77 0,0 0-58 0,0 0-414 16,0 0-1151-16,0 0 509 0</inkml:trace>
  <inkml:trace contextRef="#ctx0" brushRef="#br0" timeOffset="189889.0347">9375 8526 254 0,'-1'-5'441'0,"1"-1"15"16,-2 1 21-16,0 1 9 0,1-3-3 0,2 4-17 15,-1-1 7-15,0-3-4 0,-1 3-11 0,1 4-5 16,-2-6-14-16,4 3-9 0,-2 3-17 0,0-5-20 15,0 5-23-15,0 0-30 0,-2-4-28 16,2 4-28-16,0 0-27 0,0 0-220 0,0 0-37 0,0 0 0 16,0 0 0-16,0 0 0 0,0 16 0 0,2-5 0 15,0 0 0-15,1 3 0 0,-2 4 0 0,4 0 0 16,-1 2 0-16,0 4 0 0,1 1 0 0,-1-6 0 16,-2 2 0-16,2 4 0 0,-1 1 0 0,-2-7 0 15,-1 7 0-15,1-10 0 0,2 4 0 0,-6-2 0 16,2-1 0-16,0-2 0 0,-1-3 0 0,1 1 0 15,-1-3 0-15,0 1 0 0,2-2 0 0,-1-2 0 16,1-1 0-16,-1-2 0 0,1-2 0 0,0 3 0 16,0-5 0-16,0 5 0 0,0-5 0 0,0 0 0 0,0 0 0 15,0 0 0-15,0 0 0 0,0 0 0 16,0 0 0-16,2-12 0 0,-3 6 0 0,1-2 0 16,0-2 0-16,-1-1-387 0,-3 1-175 0,0-6-67 0,-2-1-474 15,-3 0-1194-15,-3-5 529 0</inkml:trace>
  <inkml:trace contextRef="#ctx0" brushRef="#br0" timeOffset="190223.4381">9045 8446 339 0,'-5'-4'390'15,"-2"0"28"-15,0 2 23 0,3-1 24 0,4 3 7 16,-6-2 0-16,6 2 2 0,-3-2-20 0,3 2-22 15,-7-2-15-15,7 2-9 0,0 0-18 0,0 0-14 16,0 0-15-16,0 0-18 0,0 0-21 0,0 0-23 16,0 0-26-16,0 0-20 0,12-5-16 0,1 3-82 15,5 0-155-15,1-2 0 0,11-1 0 0,-1-2 0 16,4 2 0-16,-1 3 0 0,5-4 0 0,2 4 0 16,14-7 0-16,-14 6 0 0,-2 0 0 0,0 2 0 15,-4-2 0-15,-1-1 0 0,-12 4 0 0,2-3 0 16,-4 2 0-16,-4 0 0 0,-2 2 0 0,-1-2 0 0,-5 1 0 15,2 0 0-15,-3-1 0 0,2 1 0 0,-7 0 0 16,7 1 0-16,-7-1 0 0,7 1 0 16,-7-1 0-16,2 3 0 0,-2-3-220 0,3 5-225 0,-3-5-51 15,-5 7-56-15,2-3-60 0,-1 3-366 0,-5-1-1059 16,3 1 468-16</inkml:trace>
  <inkml:trace contextRef="#ctx0" brushRef="#br0" timeOffset="190624.1209">9541 8766 335 0,'0'0'392'0,"0"0"17"16,-4-9 3-16,4 9-7 0,4-9-14 0,-4 6-21 15,3-3-21-15,-1 0-17 0,1 0-22 0,1 1-22 16,2 0-26-16,-1 0-24 0,3 0-18 0,1 1-23 15,-2-2-18-15,1 4-20 0,2-1-18 0,1 1-13 16,0 1-12-16,-1 0-11 0,1 2-9 0,1 2-11 0,-3-1-4 16,1 1-6-16,1 4-7 0,-2-3-6 15,-2 3-2-15,1 2-7 0,-2-1-4 0,-2 2-5 16,1-2-5-16,-2 2 1 0,-2 0-5 0,-1-1-2 0,-4 0-5 16,3 3 0-16,-6 0 0 0,0-4-2 15,-2 3 0-15,0-2 1 0,1 1-5 0,-4-3 1 16,0 0-3-16,4-2-2 0,-2 0 2 0,2-2 25 15,1-3 20-15,0 2 19 0,-1-5-7 0,2 1 8 0,1-3-9 16,0-2-7-16,1-1-4 0,3-3-8 0,1 0-11 16,4-6-3-16,-2 2-5 0,4-1-32 15,0 1-34-15,2-3-52 0,3 3-46 0,1 0-62 0,0 0-63 16,5 3-67-16,0-1-81 0,-1 1-85 0,3 3-71 16,1-2-304-16,-1 1-930 0,-4 3 411 0</inkml:trace>
  <inkml:trace contextRef="#ctx0" brushRef="#br0" timeOffset="190957.8466">9969 8522 348 0,'0'-7'541'16,"-1"2"20"-16,-2-1 30 0,3-1 30 0,0 2-3 15,0-3-14-15,-1 2-20 0,1 0-23 0,0 3-24 0,0 3-42 16,0-5-38-16,0 5-49 0,0 0-43 15,-2-4-44-15,2 4-28 0,0 0-23 0,0 0-254 16,2 17-16-16,-1-9 0 0,2 6 0 0,-3 2 0 16,1 2 0-16,-1 2 0 0,4-2 0 0,-5 7 0 0,2 1 0 15,2-6 0-15,-3 3 0 0,1 4 0 16,0-8 0-16,-1 0 0 0,0-1 0 0,-1 1 0 16,1-1 0-16,-4 0 0 0,4-2 0 0,-1-3 0 0,-2-1 0 15,6-2 0-15,-3 0 0 0,0-2 0 0,0-1 0 16,0 1 0-16,0-3 0 0,-3-2 0 15,3 1 0-15,3 0 0 0,-3-4 0 0,0 4 0 0,0-4 0 16,0 0 0-16,0 0-117 0,0 0-376 0,4-13-19 16,-3 9-20-16,0-5-11 0,-1 2-14 0,0-3-350 15,0 0-981-15,0 1 434 0</inkml:trace>
  <inkml:trace contextRef="#ctx0" brushRef="#br0" timeOffset="191139.9659">9922 8765 137 0,'-4'-2'95'0,"-1"-1"55"0,1 1 32 0,0-2 31 16,-2 0 32-16,0 3 32 0,0-1 37 0,5-2 46 15,-5 1 31-15,6 3 29 0,-7-2 14 0,7 2 11 16,-2-5 2-16,2 5-12 0,-4-4-19 0,4 4-28 16,1-5-37-16,3 2-39 0,0-1-34 0,1-1-31 15,4 0-19-15,1 1-24 0,4 0-26 0,3-1-19 0,3 0-45 16,2 1-63-16,0 0-72 0,-3 0-71 16,1 1-64-16,2-3-68 0,-3 3-82 0,2-1-61 15,-5 1-69-15,2-1-76 0,-7 2-382 0,2-3-967 0,-1 0 429 16</inkml:trace>
  <inkml:trace contextRef="#ctx0" brushRef="#br0" timeOffset="191860.3913">10252 8657 101 0,'0'0'413'16,"0"0"24"-16,0 0 20 0,0 0 15 0,0 0-3 15,0 0-6-15,0 0-18 0,0 0-23 0,0 0-33 16,6-8-41-16,-6 8-37 0,0 0-27 0,0 0-34 15,0 0-30-15,0 0-23 0,0 0-17 0,7 4-23 16,-4 1-14-16,2-3-14 0,-1 3-14 0,0-1-16 16,0 3-5-16,-2-1-13 0,1 1-5 0,0-1-7 15,0 3-20-15,-1-2 6 0,-1 4-4 0,-2-4-5 16,1 2-9-16,-3-2-5 0,1-1-11 0,0 3-7 0,-4-2-15 16,1 1-10-16,-2-4-11 0,-3 1-3 15,2 0 4-15,3 0-3 0,-2-3 5 0,-1-1 4 16,3-1 4-16,5 0 4 0,-13-1-2 0,9-1-2 15,-2-4 5-15,6 0 8 0,-1-1 13 0,1-3-5 0,1 1 4 16,-1-2 6-16,5 1 6 0,-1 0-1 16,0 2 4-16,1-2 5 0,0 2 4 0,-1 2 2 15,-2 1 5-15,3 0-6 0,-1 0 5 0,0 2-8 0,1 0 8 16,0 2 5-16,-5 1 9 0,11 3-2 0,-5-1-3 16,-1 0 6-16,0 2-4 0,0 1-6 0,2 3-2 15,2 1-1-15,-3 1-4 0,-1 0-5 0,0 1 5 16,2-1-30-16,-2 1 24 0,1 4-10 0,-1-4 1 15,-4-1-4-15,6-1-1 0,-6 2-3 0,4-3 3 16,0 2-16-16,0-4-6 0,-1 2 0 0,0-3 0 16,1 0 0-16,2-1 0 0,-1-1 0 0,2-1 0 15,-2-1 0-15,6-2 0 0,-2 0 0 0,1-4 0 16,0-2 0-16,4-1 0 0,-1-3 0 0,1-3 0 16,-1-1 0-16,4-4 0 0,-1-3 0 0,-1 1 0 15,1-4 0-15,-7 2 0 0,3-5 0 0,1 3 0 16,-5 1 0-16,-2 5 0 0,-2 0 0 0,0 3 0 15,0 0 0-15,0 4 0 0,-3-4 0 0,1 7 0 16,-3 1 0-16,4 3 0 0,-4-2 0 0,1 2 0 16,1 0 0-16,-2 1 0 0,1 1 0 0,-1 3 0 15,0 0 0-15,0 0 0 0,0 0 0 0,-13 16 0 0,8-6 0 16,0 1 0-16,-3 7 0 0,2-1 0 0,-1 0 0 16,2 2 0-16,0 6 0 0,1-1 0 15,2-5 0-15,-6 8 0 0,8-8 0 0,-4 1 0 0,4-2 0 16,4 0 0-16,-3 0 0 0,3-1 0 0,1-1 0 15,4-1 0-15,-5-3 0 0,5 1 0 0,0-4 0 16,1 0 0-16,-2-2 0 0,0 0 0 0,2-2 0 16,0 0 0-16,0 1 0 0,2-2 0 0,-6-3 0 15,4 0 0-15,-1-1 0 0,0-2 0 0,-1 2 0 16,0-5 0-16,-2-1-353 0,0 1-296 0,-5-4-550 16,2-1-1298-16,2-1 575 0</inkml:trace>
  <inkml:trace contextRef="#ctx0" brushRef="#br0" timeOffset="192694.8027">11669 8436 79 0,'1'-5'284'0,"3"-1"4"15,-4 1 3-15,1 0-8 0,-1 1 1 0,4-1-10 16,-4 0-5-16,3 0 10 0,-2 1 3 0,-1-1 7 16,0 1 16-16,0 0 6 0,0 4 6 0,1-5 3 15,-1 1 11-15,0 4 3 0,0-5 1 0,3 3-3 0,-3 2-5 16,-3-6-9-16,3 6-8 0,0 0-21 16,0 0-21-16,0 0-20 0,0 0-28 0,-2-4-23 15,2 4-19-15,0 0-15 0,-17 5-22 0,7-2-96 0,-3 1-45 16,-2 6 0-16,-6-2 0 0,-3 5 0 0,-1 4 0 15,-2-1 0-15,5 0 0 0,-1 0 0 0,0 2 0 16,0 2 0-16,8-5 0 0,-1-2 0 0,5 4 0 16,0-4 0-16,4-2 0 0,2 0 0 0,2-1 0 15,2 0 0-15,5-1 0 0,0 0 0 0,3 2 0 16,2-4 0-16,5 5 0 0,2-2 0 0,4-2 0 16,3 5 0-16,-4-4 0 0,3-2 0 0,-3 0 0 15,0 2 0-15,0-2 0 0,-2 0 0 0,1 0 0 16,-7 0 0-16,7 0 0 0,-9-2 0 0,2 2 0 15,1 0 0-15,-3-1 0 0,-1 2 0 0,-2-3 0 16,3 4 0-16,-5-4 0 0,0 0 0 0,0 5 0 16,-3-3 0-16,-1 1 0 0,-1 0 0 0,-3 2 0 15,-1-1 0-15,-4 0 0 0,0 0 0 0,0 1 0 0,0 0 0 16,-9-3 0-16,5 4 0 0,3-5 0 16,0 0 0-16,3-2 0 0,-3-1 0 0,5 0 0 15,-3-1 0-15,5 1 0 0,-1-1 0 0,0-1 0 16,4-1 0-16,0 0 0 0,-6 5 0 0,6-5 0 0,0 0 0 15,0 0 0-15,0-13 0 0,5 9 0 16,-3 0 0-16,5-2 0 0,-2 1-454 0,3-2-152 0,4-2-65 16,-3 4-406-16,4-6-1167 0,2 4 516 0</inkml:trace>
  <inkml:trace contextRef="#ctx0" brushRef="#br0" timeOffset="193659.3003">11845 8782 164 0,'1'-4'422'15,"2"1"35"-15,0 0 28 0,-1 1 31 0,-2 2 24 16,4-5 9-16,-3 3 5 0,-1-1-11 0,0 3-12 16,3-4-17-16,-3 4-26 0,1-5-23 0,-1 5-46 15,0 0-26-15,0 0-39 0,0 0-37 0,0 0-31 16,0 0-92-16,0 0-194 0,0 0 0 0,0 0 0 16,0 0 0-16,8 9 0 0,-8-6 0 0,2 1 0 15,-2 1 0-15,4 4 0 0,-4-2 0 0,4 1 0 16,-4 0 0-16,4 2 0 0,-3 1 0 0,3-3 0 0,0 1 0 15,-3 0 0-15,3-3 0 0,-3 0 0 0,3 0 0 16,0-1 0-16,-7 0 0 0,6-2 0 0,1 3 0 16,-3-4 0-16,-1-2 0 0,1 4 0 0,-1-4 0 15,0 0 0-15,0 0-70 0,0 0 8 0,11-11 8 16,-9 4 7-16,1 0 11 0,4-4 30 16,-3 2-4-16,3-4 7 0,-5 2 14 0,5 0-10 0,-2-4 24 15,1 3 9-15,0 1 8 0,0 0 0 0,3 2-5 16,-6 0 3-16,4 4 3 0,-1-4-30 0,-1 5-13 15,0 0 0-15,2 1 0 0,3 1 0 0,-2 1 0 16,-1-1 0-16,1 2 0 0,2 2 0 0,-3 0 0 16,0 1 0-16,3 2 0 0,-5-1 0 0,4 3 0 15,-2-2 0-15,-2 1 0 0,1 1 0 0,1 0 0 0,-6-1 0 16,3 1 0-16,0 0 0 0,-3 2 0 16,-1-4 0-16,3 0 0 0,-3 4 0 0,-3-3 0 15,3 1 0-15,0-1 0 0,-1 0 0 0,-2-1 0 16,3-2-57-16,0 2 1 0,0-5 6 0,-1 6 7 0,1-6 4 15,-3 4 11-15,3-4-1 0,0 0 0 0,0 0 8 16,0 0 3-16,0 0 5 0,0 0 8 16,-2-13 4-16,3 8 7 0,-1 0 15 0,0-1 8 0,1 1 8 15,-1-2-3-15,3 1 6 0,-2 0-2 0,2-1-16 16,-2 2 24-16,3-3 2 0,0 1-2 0,-3 1-24 16,5 0-22-16,-2 0 0 0,3 0 0 0,-1-1 0 15,3 0 0-15,4 2 0 0,-3-3 0 0,8 0 0 16,-3 1 0-16,4-1 0 0,-2-2 0 0,0 3 0 15,2-2 0-15,-4-1 0 0,0 4 0 0,2-2 0 16,-4 1 0-16,-4 2 0 0,0-2 0 0,-4 1 0 16,4 1 0-16,-4-1 0 0,1 2 0 0,-1-2 0 15,1-1 0-15,-3 2 0 0,2-1 0 0,2-1 0 0,-5 0 0 16,0 0 0-16,-1-3 0 0,0 1 0 0,0 1 0 16,-1-2 0-16,2-1 0 0,-2 0 0 15,0 0 0-15,0 1 0 0,0 2 0 0,-2 2 0 16,2 0 0-16,0 0 0 0,0 1 0 0,2 3 0 0,-2 2 0 15,1-8 0-15,-1 8 0 0,0 0 0 0,-1-3 0 16,1 3 0-16,0 0 0 0,0 0 0 16,-7 12 0-16,5-6 0 0,-3 3 0 0,0 3 0 0,0-2 0 15,-1 3 0-15,1 3 0 0,0-2 0 0,0 2 0 16,0 0 0-16,1 2 0 0,2 2 0 0,-1 3 0 16,2-4 0-16,2 7 0 0,2 2 0 0,0 1 0 15,4 0 0-15,0 2 0 0,0 0 0 0,-1 0 0 16,1 2 0-16,1-1 0 0,1 0 0 0,-2-1 0 15,-2 1 0-15,-1-2 0 0,1-1 0 0,-5 2 0 16,6-2 0-16,-6 0 0 0,-4-10 0 0,2 0 0 16,0-2 0-16,-1-2 0 0,-1-4 0 0,1 0 0 15,1-3 0-15,1-3 0 0,-1 0 0 0,1 0 0 0,-2-2 0 16,3-3 0-16,0 0 0 0,0 0 0 16,0 0 0-16,-9-12 0 0,7 8 0 0,-1-5 0 15,2-2 0-15,-3-2 0 0,4 1 0 0,0-5 0 16,0-1 0-16,0-1-342 0,4 0-423 0,-3 0-416 0,3-6-1280 15,-1 5 567-15</inkml:trace>
  <inkml:trace contextRef="#ctx0" brushRef="#br0" timeOffset="193892.8977">12363 8836 154 0,'-1'-4'471'0,"-2"0"36"15,3 4 42-15,-1-4 45 0,2-1 36 0,-1 5-5 16,0-5-6-16,0 5-26 0,0-4-35 0,0 4-36 15,0-7-37-15,0 7-36 0,0-3-43 0,0 3-50 16,4-4-35-16,2 0-43 0,3-1-204 0,2 1-74 16,2-1 0-16,6-1 0 0,3 4 0 0,-1-4 0 15,8-1 0-15,-7 1 0 0,6 2 0 0,-1 0 0 16,-5-3 0-16,4 1 0 0,-8 2 0 0,0 0 0 16,-5-1-71-16,0 1-259 0,-2-1-44 0,0 3-48 15,-3 0-48-15,0-2-39 0,-1 3-44 0,-1-1-358 16,0 1-986-16,-6 1 436 0</inkml:trace>
  <inkml:trace contextRef="#ctx0" brushRef="#br0" timeOffset="194294.3253">12719 8707 213 0,'0'0'315'0,"0"0"25"0,0 0 21 16,0 0 30-16,0 0 13 0,0 0 10 0,0 0 0 16,0 0-8-16,0 0-18 0,0 0-10 0,0 0-21 0,0 0-16 15,12-7-36-15,-12 7-17 0,0 0-31 0,5-3-29 16,-5 3-23-16,0 0-25 0,0 0-21 0,6 4-12 15,-6-4-18-15,9 5 1 0,-2-3-31 0,-1 4-3 16,2 1-12-16,-3-1-9 0,0 3-10 0,-1-2-6 16,0-1-5-16,0 5-5 0,1-2-2 0,-4-2-2 15,0 2-7-15,2 2-1 0,-3-5-4 0,-3 2-9 16,1 0-5-16,-3 1-7 0,-2-1-14 0,2-1-5 16,-4-1-17-16,0 0-3 0,3 1 2 0,-1-4 1 15,1 0 1-15,2-1 4 0,-5-2 4 0,9 0 3 16,-9-2 3-16,9 2 3 0,-9-6-2 0,4 1 5 15,3-1-5-15,0 0 6 0,2-3 12 0,4 0-11 16,-4-2 3-16,4 2 3 0,1 0-1 0,-1 0 4 16,1 2 5-16,0 2 0 0,4 0-1 0,-4 0 0 15,3 2 1-15,1 0-4 0,1 1 6 0,-1 2 3 16,3 0-2-16,-1 2-1 0,-2 2 1 0,3-1 11 16,-1 2-21-16,-1 1 9 0,2 0-7 0,3 2-34 0,-5-3-40 15,2 2-50-15,-2 1-56 0,-1-2-74 16,4 0-79-16,-3 0-72 0,-1-1-82 0,5-2-81 15,-1-2-311-15,-2-1-942 0,2-3 417 0</inkml:trace>
  <inkml:trace contextRef="#ctx0" brushRef="#br0" timeOffset="194811.0341">13117 8738 32 0,'2'-5'381'0,"1"1"17"0,0-3 33 15,-1 4 20-15,1-3 24 0,-1 1 12 0,-2 1-2 16,4 0 0-16,-3 0-15 0,1 1-12 0,0-1-20 15,-2 0-11-15,0 4-20 0,0-6-23 0,0 6-41 16,0 0-25-16,0 0-37 0,0 0-30 0,1-3-26 16,-1 3-28-16,0 0-22 0,0 0-17 0,0 0-124 15,0 0-34-15,-11 14 0 0,9-8 0 0,-2 1 0 16,-2 1 0-16,3 2 0 0,-1-2 0 0,-1 2 0 16,0 0 0-16,1 2 0 0,-1-1 0 0,1 0 0 15,0 0 0-15,-1-2 0 0,1 3 0 0,-1-3 0 16,4-2 0-16,-1-2 0 0,4 5 0 0,-2-3 0 15,1 0 0-15,4-3 0 0,1 1 0 0,3 2 0 16,2-3 0-16,8 3 0 0,1-4 0 0,-1-1 0 16,3-2 0-16,10-7 0 0,-4 1 0 0,3 1 0 0,-4-5 0 15,2 0 0-15,-1 0 0 0,-2-3 0 0,-2-3 0 16,-6 5 0-16,-1 1 0 0,-2-6 0 16,-2 2 0-16,2 0 0 0,-6 0 0 0,-3 4 0 0,2 1 0 15,0 0 0-15,-5 1 0 0,0 1 0 0,0 1 0 16,-1 0 0-16,-3 1 0 0,0 0 0 0,1 1 0 15,-6 2 0-15,0 1 0 0,6 1 0 0,-15 1 0 16,6 2 0-16,1 3 0 0,-5 1 0 0,3 2 0 16,4 1 0-16,-4-2 0 0,3 4 0 0,1-2 0 15,-1 2 0-15,5 0 0 0,-2-1 0 0,4 0 0 16,1-2 0-16,-1 3 0 0,5-5 0 0,3 4 0 16,1-2 0-16,5-2 0 0,1-2 0 0,3-1 0 15,-6 0 0-15,9-2 0 0,8-3 0 0,-1-1 0 16,-5-2 0-16,-3 0 0 0,3 0 0 0,-5-2 0 15,-5 0-34-15,0 2-280 0,2-3-83 0,-6 2-97 16,5 1-116-16,-5-3-447 0,-1-2-1146 0,1 2 507 16</inkml:trace>
  <inkml:trace contextRef="#ctx0" brushRef="#br0" timeOffset="195511.2435">14351 8579 444 0,'-2'-7'623'0,"1"2"19"16,1-5 26-16,-3 4 11 0,2-1 4 0,-1 1-19 15,0 0-20-15,2 1-51 0,1 0-44 0,-1 5-51 16,-1-5-52-16,2 2-45 0,-1 3-49 0,0 0-47 15,0 0-305-15,0 0 0 0,0 0 0 0,1 13 0 16,-2-2 0-16,1 5 0 0,-1 1 0 0,1 1 0 0,-1 3 0 16,-3 3 0-16,-1 2 0 0,2-1 0 0,-2-2 0 15,1-2 0-15,-1-2 0 0,4-1 0 16,-7 0 0-16,3 0 0 0,0-1 0 0,1 2 0 0,-1-7 0 16,1-1 0-16,0 0 0 0,-2-3 0 0,6 2 0 15,-4-6 0-15,0 2 0 0,3 0 0 0,1-2 0 16,-3-1 0-16,2 0 0 0,1-3-129 0,0 0-273 15,0 0-25-15,0 0-17 0,9-19-1 0,-4 9 1 16,0-8 0-16,7-5-1 0,-2-6 3 0,0 0 17 16,2-1 25-16,-4 1 26 0,-2-1 43 0,1 0 45 15,-4 5 64-15,2 0 45 0,-4 7 60 0,3 2 55 16,0 0 39-16,-2 0 38 0,-2 3 45 0,0-3 49 16,0 3 30-16,0 1 35 0,2 0 38 0,-2-1 31 15,3 2 29-15,-3 2 20 0,0 1 19 0,2-2 12 16,1 3 27-16,-2 0 8 0,-4 0 4 0,5 3 6 15,-1-1-15-15,0 1-10 0,0 1-26 0,-1 3-20 16,2-5-30-16,-2 5-24 0,0 0-26 0,7 1-8 0,-1 3-4 16,1 3-205-16,3 1 0 0,5 3 0 0,-3 2 0 15,0 3 0-15,4 7 0 0,-2-3 0 16,3 3 0-16,-7 1 0 0,3 0 0 0,0 1 0 0,-7-1 0 16,5 3 0-16,-6-4 0 0,0-5 0 0,-2 1 0 15,-1-1 0-15,-1 2 0 0,-1-2 0 0,0-2 0 16,0-4 0-16,0 3 0 0,0 1 0 0,-3-4 0 15,3-1 0-15,-1-4 0 0,0 0 0 0,0-1 0 16,1-1 0-16,0-1 0 0,-4-1 0 0,8 0 0 16,-4-3 0-16,-4 5 0 0,4-5 0 0,0 0 0 15,0 0-339-15,0 0-70 0,0-13-4 0,0 7 4 16,4 1-1-16,-4-2-8 0,0 0-9 0,0 1-4 16,-4-2 15-16,3-3 7 0,-2 6 5 0,-3-5-214 15,2 6-669-15,-4-2 296 0</inkml:trace>
  <inkml:trace contextRef="#ctx0" brushRef="#br0" timeOffset="195944.9412">14505 8775 1810 0,'-8'-4'-133'0,"-1"0"46"0,0-2 42 15,4 5 35-15,0-2 29 0,-1-3 33 0,-2 3 39 16,2 0 34-16,0 0 29 0,0 1 35 0,0 1 28 0,1-3 36 16,1 1 30-16,-1 2 28 0,5 1 21 0,0 0 12 15,-9-2 13-15,9 2 7 0,-4-2-8 0,4 2 3 16,0 0-24-16,0-5-17 0,0 5-19 0,0 0-25 16,2-7-24-16,-2 7-25 0,6-5-30 0,-1 1-12 15,1 1-18-15,5-1-16 0,0-1-16 0,0 3-3 16,3-2-13-16,-1 1-40 0,5-3-77 0,-1 3 0 15,-1 1 0-15,1 0 0 0,-1 1 0 0,-3-1 0 16,0 1 0-16,-1 1 0 0,1-1 0 0,2 2 0 16,-3 0 0-16,1 2 0 0,0 0 0 0,-3 0 0 15,0 2 0-15,-1-1 0 0,0 2 0 0,0 1 0 16,-4 1 0-16,3 3 0 0,1-4 0 0,-1 3 0 16,-3 1 0-16,-4-1 0 0,4 0 0 0,-2 1 0 15,-3-1 0-15,1-1 0 0,-1 0 0 0,0-2 0 16,3-2 0-16,-6 2 0 0,3-4 0 0,0 2 0 15,0-5 0-15,0 5 0 0,0-5 0 0,-1 4 0 16,1-4 0-16,0 0 0 0,0 0 0 0,0 0 0 0,1-18 0 16,-1 8 0-16,6-3 0 0,-3-3 0 0,1 0 0 15,1 0 0-15,-1-1 0 0,2 0 0 16,2-1 0-16,-2 0 0 0,-1 2 0 0,0 0 0 0,1 7 0 16,-3-2 0-16,5 2 0 0,-6 3 0 0,0 1 0 15,0-2 0-15,0 3 0 0,-1 2 0 0,0-1 0 16,-1 0 0-16,0 3 0 0,3-5 0 15,-3 5 0-15,0 0 0 0,0 0-152 0,0 0-278 0,10 5-59 16,-9 0-65-16,6-2-60 0,-4 1-378 0,0 0-1075 16,0 1 475-16</inkml:trace>
  <inkml:trace contextRef="#ctx0" brushRef="#br0" timeOffset="196397.0141">14942 8770 249 0,'1'2'468'0,"-1"-2"16"0,4 4 22 16,-4-4 24-16,3 2 1 0,-3-2-9 0,1 3-33 16,-1-3-20-16,0 0-45 0,0 0-23 0,0 0-28 15,0 0-35-15,0 0-26 0,0 0-37 0,0 0-38 0,6 1-16 16,-6-1-22-16,0 0-19 0,0 0-23 0,0 0-9 16,0 0-17-16,0 0-12 0,0 0-12 15,0 0-6-15,8 0-16 0,-8 0-6 0,5-4-23 0,4 1-56 16,0-1 0-16,1-2 0 0,0 1 0 0,6-5 0 15,-5 3 0-15,-1-1 0 0,3-2 0 16,-2 4 0-16,-1-3 0 0,1 2 0 0,-7 0 0 0,5-1 0 16,-3 5 0-16,-2-3 0 0,1 2 0 0,-3 0 0 15,0-2 0-15,-2 2 0 0,-4 1 0 0,2-2 0 16,-5 2 0-16,2 0 0 0,0 2 0 0,-4 1 0 16,-1 0 0-16,-3 1 0 0,2-1 0 0,-2 3 0 15,0 0 0-15,2 4 0 0,-2-2 0 0,4 4 0 16,0-2 0-16,-1 0 0 0,2 1 0 0,4 0 0 15,-1 2 0-15,1 0 0 0,4-1 0 0,4 1 0 16,0 1 0-16,4 0 0 0,-2 0 0 0,4-2 0 16,3 5 0-16,2-3 0 0,1-4 0 0,1 2 0 15,0-3 0-15,1-2 0 0,1 0 0 0,0-4 0 0,0 0 0 16,2-4 0-16,-6-1-184 0,6-2-100 16,-5-3-62-16,7-5-68 0,-7 1-65 0,5-1-60 15,-6 2-48-15,1-1-306 0,3-5-968 0,1 2 428 0</inkml:trace>
  <inkml:trace contextRef="#ctx0" brushRef="#br0" timeOffset="196863.9263">15426 8644 28 0,'-9'8'348'0,"9"-8"14"16,0 0 32-16,0 0-2 0,0 0 13 0,0 0 3 16,0 0-7-16,0 0-13 0,0 0-9 0,0 0-13 15,0 0-9-15,0 0-27 0,0 0-8 0,0 0-34 16,0 0-17-16,0 0-20 0,13-5-22 0,-13 5-25 15,4-1-20-15,-4 1-19 0,6-1-19 0,-6 1-22 16,0 0-12-16,12 1-7 0,-6 0-17 0,-1 2-6 16,2-1-12-16,-2 4-5 0,0 0-11 0,-1-1-3 15,2 3-5-15,-3 2-7 0,1-1-4 0,-2-1-17 16,-2 3 14-16,0 0 2 0,-2-2-4 0,-1 3-6 0,-1-2 0 16,-2-1 0-16,-3 0-10 0,1-2-14 0,-2 0-5 15,-5 1-15-15,-1-3-3 0,0 1 1 16,3-4 8-16,1 1 2 0,2-2-2 0,-3-2 5 15,7 0 1-15,-3-1 2 0,5-4 4 0,-3-1-2 16,3 0 7-16,2-2 3 0,2-1 9 0,0-1 5 16,4-2 1-16,0 2-16 0,1-1 27 0,-1 2 5 15,2 0-4-15,2 1 1 0,-3-1-2 0,3 4-1 0,-3 2 0 16,4-2-10-16,-4 4 3 0,3-1 2 0,2 2 3 16,0 2 9-16,-1 0 10 0,1 8-3 15,2-2 2-15,-2 1-6 0,0 4-19 0,2 1-22 0,-1 0 0 16,1 2 0-16,-5-1 0 0,4 0 0 0,-4 1 0 15,3 0 0-15,0 0 0 0,-3-4 0 0,-2-1 0 16,4 0 0-16,-1 1 0 0,-3-1 0 0,0-2 0 16,-1 0 0-16,2-2 0 0,-3-3 0 0,2 0 0 15,-4 0-40-15,2-1-146 0,-3-2-35 0,1 4-67 16,-1-4-81-16,0 0-66 0,0 0-75 0,8-10-65 16,-7 4-354-16,-1-5-1004 0,0-1 445 0</inkml:trace>
  <inkml:trace contextRef="#ctx0" brushRef="#br0" timeOffset="198747.2994">16258 8676 273 0,'3'-5'394'0,"-2"-1"14"0,3 4-8 0,-3-3-7 16,3 1-15-16,0 0-20 0,-4 1-18 0,4 1-18 15,-2-1-13-15,1-2-16 0,-2 2-19 0,-1 3-17 16,5-3-25-16,-2 0-18 0,-3 3-27 0,6-1-16 15,1 1-19-15,-7 0-11 0,15 1-10 0,-4 0-12 16,2 2-4-16,-1 0-13 0,-2 4-8 0,5-3-8 16,-6 1-7-16,5 2-8 0,-5-1-7 0,0 1-8 15,1 1-5-15,-5 1-6 0,3-1-2 0,-4 2-5 16,-3-4 1-16,2 4-6 0,-3 0 0 0,-4 0-2 16,-1-2-4-16,-3 2-2 0,-2-4 2 0,-3 4 0 15,0-4-1-15,-3 1-3 0,-2 0 0 0,5-4 19 16,0-1 21-16,-1-1 20 0,3 0 22 0,-1-2 13 15,2-1 6-15,1-2-4 0,4-4 2 0,-1-2-1 16,-1-1-9-16,7 0-15 0,0-6-11 0,0-1-12 0,4-2-54 16,6-3-20-16,2-2 0 0,1 4-65 15,3 0-77-15,1 2-61 0,1-1-68 0,7 2-92 0,-1 3-69 16,3 3-69-16,-1-1-58 0,2 1-384 0,2 6-1021 16,-1-5 452-16</inkml:trace>
  <inkml:trace contextRef="#ctx0" brushRef="#br0" timeOffset="199081.3743">16732 8365 209 0,'-6'-8'503'0,"5"1"28"0,-3 3 35 0,-1 0 27 16,2-4 34-16,-1-1 4 0,-2 3 5 0,2 0-12 16,-1 0-20-16,4 2-35 0,-2 0-20 0,-1 2-40 15,3-2-46-15,1 4-45 0,0 0-259 0,0 0-159 16,-4-4 0-16,4 4 0 0,0 0 0 0,-1 10 0 15,1-1 0-15,1 7 0 0,-1 2 0 0,4 10 0 16,-4 4 0-16,0 1 0 0,0 14 0 0,1-12 0 16,-1 16 0-16,-1-2 0 0,2 1 0 0,-2 2 0 15,2-1 0-15,-2-3 0 0,1 3 0 0,-4-6 0 16,3 5 0-16,-3-3 0 0,3-13 0 0,1 13 0 16,-4-12 0-16,4-4 0 0,-4 1 0 0,7-1 0 15,-7-6 0-15,1-6 0 0,3-3 0 0,0-5 0 16,0 1 0-16,3-1 0 0,-6-4 0 0,3-3 0 0,0 3 0 15,3-3 0-15,-3-4 0 0,1 3 0 0,-1-3 0 16,0 0 0-16,3-11 0 0,-2 4-482 16,-1-2-125-16,0-7-49 0,0-1-419 0,-4-11-1164 0,0 1 516 15</inkml:trace>
  <inkml:trace contextRef="#ctx0" brushRef="#br0" timeOffset="199331.7052">16552 8765 44 0,'-1'-2'452'16,"1"-1"20"-16,0 3 27 0,0 0 35 0,0-6 18 16,0 6 9-16,0 0-6 0,1-5-30 0,-1 5-17 15,4-4-18-15,-4 4-20 0,6 0-19 0,2-2-19 16,2 2-28-16,3-1-33 0,5 1-32 0,2 0-31 16,2 0-84-16,9-2-224 0,-4 2 0 0,-6 0 0 15,9-2 0-15,-8 2 0 0,6-3 0 0,0 3 0 16,-8-3 0-16,2 3 0 0,-7-1 0 0,-2 0 0 15,-4 0 0-15,1-1 0 0,2 1 0 0,-6-1 0 16,2 0 0-16,-3 1 0 0,0-1-152 0,-1-2-281 16,0 2-78-16,1 0-89 0,-5 2-483 0,5-7-1172 15,0 3 518-15</inkml:trace>
  <inkml:trace contextRef="#ctx0" brushRef="#br0" timeOffset="199882.8181">17559 8681 92 0,'-1'-4'443'0,"0"-2"26"0,-2 0 13 16,3 2 8-16,-1 1-8 0,1-3-20 0,0 6-29 15,0-5-24-15,1 0-26 0,-1 1-28 0,0 0-31 16,0 4-28-16,4-5-33 0,-3 3-28 0,2-3-22 16,1 3-24-16,1-1-19 0,-5 3-19 0,6-1-16 15,1 1-8-15,-7 0-21 0,15 3-13 0,-6-1-10 16,0 1-15-16,0 1 1 0,0 2-14 0,0 2 0 16,-2-1-2-16,1 1-10 0,1 2-1 0,-5 0-9 15,1 1 1-15,1-2-10 0,-6 4 3 0,0-1 1 16,0-2-4-16,0 3-5 0,-7 2-1 0,3-4-8 15,-3-1-15-15,-2-1-2 0,2 0-16 0,-7 2-3 16,2-3-9-16,1-1 2 0,-3-2 3 0,2-2 14 0,2-1-5 16,1-1 4-16,0-1 6 0,1-1 6 0,3-1 31 15,0-1 3-15,-1-6 13 0,2 1 8 16,0-4-2-16,1 0 16 0,6-1-3 0,-2-3 9 0,6-1 5 16,0 1-7-16,-2 2-1 0,3-3-2 0,0 8 5 15,1-1-12-15,-3 1-6 0,3 1-5 0,1 1-6 16,0 1-41-16,1 4 0 0,-1-1 0 0,3 3 0 15,-4 2 0-15,2 0 0 0,3 2 0 0,-3 4 0 16,1-1 0-16,-3 3 0 0,0 2 0 0,1-3 0 16,-1 5 0-16,-1 1 0 0,-3-2 0 0,4-1 0 15,-4 4 0-15,0-6 0 0,-1 1 0 0,-1-2 0 16,-1-2-155-16,2 5-65 0,0-6-46 0,1 0-57 16,-1-2-54-16,1 0-69 0,4-1-87 0,-1-2-446 15,0-1-1060-15,3-3 469 0</inkml:trace>
  <inkml:trace contextRef="#ctx0" brushRef="#br0" timeOffset="200184.2963">18021 8477 223 0,'1'-12'516'0,"0"6"45"0,1-3 43 0,-1 2 19 15,0 1 3-15,-1 1-12 0,0 0-18 0,0 3-32 16,3-1-40-16,-2-2-38 0,-1 1-32 15,0 4-36-15,0 0-42 0,0-5-43 0,0 5-29 0,0 0-34 16,0 0-171-16,0 0-99 0,2 12 0 0,-2-2 0 16,2-1 0-16,-1 5 0 0,-2-2 0 0,3 2 0 15,-1 4 0-15,1 0 0 0,-1-1 0 0,-1 1 0 16,3 0 0-16,-2 0 0 0,-2-1 0 0,2 1 0 16,-1-1 0-16,1 2 0 0,2-4 0 0,-6 2 0 15,2-2 0-15,1-4 0 0,0 3 0 0,1-4 0 16,0-1 0-16,1-1 0 0,-1-1 0 0,0-1 0 15,2-3-2-15,-2 0-509 0,2 0-73 0,3-3-66 16,-6 0-424-16,12-7-1164 0,-5 1 515 0</inkml:trace>
  <inkml:trace contextRef="#ctx0" brushRef="#br0" timeOffset="200482.8152">18194 8496 207 0,'7'-11'375'0,"-3"7"22"0,-2-6 37 0,2 5 30 16,-1-1 28-16,-2 0 15 0,0 3 11 0,3 0-18 0,-4 3-23 15,1-3-20-15,2 0-48 0,-3 3-26 16,0 0-32-16,0 0-28 0,0 0-6 0,0 0 8 16,4 8-3-16,-4 2-15 0,1 0-14 0,-1 2-17 0,1 1-219 15,-1 2-57-15,0 2 0 0,0 1 0 0,3 1 0 16,-2-2 0-16,2 3 0 0,-3 0 0 16,1-2 0-16,0 1 0 0,1-2 0 0,-2 0 0 0,1-2 0 15,0-2 0-15,-1-2 0 0,3 0 0 0,-1 0 0 16,-2-3 0-16,3 0 0 0,-2-2 0 0,1 0 0 15,1-2 0-15,-2 1 0 0,2 0 0 0,-2-3 0 16,2 1 0-16,-1-1 0 0,-2-2 0 0,5 1 0 16,-5-1 0-16,0 0 0 0,12-6 0 0,-10-1 0 15,4-1-62-15,-4-3-409 0,-2 0-69 0,1-6-90 16,-2 0-452-16,-1-2-1171 0,-2 0 518 0</inkml:trace>
  <inkml:trace contextRef="#ctx0" brushRef="#br0" timeOffset="201118.1089">19274 8417 346 0,'4'-9'397'0,"-1"3"9"16,-2-1 16-16,-1 1 15 0,1 0 5 0,-1 0-9 15,3 1 15-15,-6-2-18 0,2 2-9 0,-3-1-10 16,0-1-7-16,-1 2-13 0,1 1-12 0,-1-1-20 0,0 1-22 15,1 1-29-15,1 1-29 0,-1 0-27 0,4 2-21 16,-7 0-14-16,0 3-5 0,2-1 10 16,-2 9-215-16,-4 0-7 0,0 5 0 0,0 8 0 0,2 2 0 15,-1 1 0-15,1 2 0 0,4 2 0 0,-4 4 0 16,2-1 0-16,2 11 0 0,-1-10 0 0,2 11 0 16,-2 0 0-16,2-11 0 0,-4 1 0 0,3 10 0 15,1-13 0-15,-1 0 0 0,0-3 0 0,-1 0 0 16,-1-2 0-16,3 1 0 0,2-3 0 0,-2-6 0 15,0-3 0-15,4-2 0 0,-3-1 0 0,2-5 0 16,1 0 0-16,0-2 0 0,-1-1 0 0,-2 0 0 16,1-2 0-16,2 0 0 0,0-4 0 0,-3 5 0 15,3-5 0-15,-1 3 0 0,1-3 0 0,0 0 0 16,0 0 0-16,0 0-412 0,-2-12-184 0,2 7-52 16,0-2-442-16,-2-2-1179 0,-2 1 522 0</inkml:trace>
  <inkml:trace contextRef="#ctx0" brushRef="#br0" timeOffset="201322.9456">18841 8892 399 0,'-4'-7'520'0,"5"1"16"0,-2 2 27 16,1-2 13-16,0 1 35 0,0 1-13 0,0-2-30 16,0 2-37-16,4-1-46 0,-4-2-39 0,5 2-45 15,-1-2-42-15,5 0-37 0,4 0-35 0,2-3-33 16,6 3-29-16,0-1-31 0,7-1-62 0,4 1-67 15,0 1-72-15,0 0-68 0,-1-1-57 0,-2 2-54 16,2 0-70-16,-5-1-75 0,-5 4-67 0,-2 1-61 16,8 0-65-16,-7 1-427 0,-3-1-1030 0,-4 0 456 15</inkml:trace>
  <inkml:trace contextRef="#ctx0" brushRef="#br0" timeOffset="201686.2718">19384 8712 199 0,'0'0'412'0,"0"0"26"0,0 0 26 0,0-9 17 16,2 6 12-16,-2 3 4 0,2-5-14 0,-2 5-16 0,-2-5-21 16,4 2-34-16,-2 3-34 0,1-4-35 0,-1 4-46 15,0 0-31-15,3-4-41 0,2 3-13 16,-5 1-16-16,10 5-24 0,-5-1-15 0,4 1-17 16,0 3-14-16,0 0-12 0,5 4-29 0,-7-5 1 0,0 4-7 15,2 1-10-15,0 1-9 0,-4-1-1 0,-1 0 8 16,0 0-24-16,-3-1-18 0,2 0-23 15,-2 1-24-15,-1-2-18 0,-1-4-16 0,-3 1 1 0,4 0-12 16,-4-1 4-16,3-3 7 0,-2 2 9 0,-2-2 8 16,1-2 9-16,4-1 3 0,-8 0 9 0,8 0 9 15,-6-7 17-15,6 0 8 0,3-4 0 16,-2 0 9-16,4-4-2 0,3 0 1 0,-2-1-6 0,-1 1 11 16,3 1-13-16,2 0-4 0,-2 3-2 0,0-1-11 15,-2 3 7-15,5 2-3 0,0 0-5 0,-1 0-28 16,3 1-36-16,-3 3-47 0,-1 1-49 0,2-1-52 15,0 2-61-15,-1 0-51 0,-1 1-37 0,-3 2-47 16,-1 1-47-16,3-1-39 0,-2 1-297 0,-2-1-859 16,3 0 381-16</inkml:trace>
  <inkml:trace contextRef="#ctx0" brushRef="#br0" timeOffset="202134.2488">19784 8722 405 0,'0'0'439'0,"0"0"28"16,5-3 17-16,-3-1 6 0,-2 4-16 0,0 0-12 15,0 0-21-15,2-5-25 0,-2 5-27 0,0 0-35 0,0 0-33 16,0 0-36-16,0 0-29 0,0 0-30 16,0 0-28-16,5 0-36 0,-5 0-1 0,0 0-7 15,9 7-27-15,-5-2-15 0,1-2-6 0,-1 3-17 0,-1 1-11 16,0-2-6-16,0 1-15 0,0 2 2 0,-2-1-9 15,0 1-4-15,-2 2-6 0,0-3-11 16,-2 3-8-16,0-1-15 0,-3-2-12 0,0-2-10 16,-2 2-16-16,0-1-7 0,-2 0-11 0,0-2-1 0,0-1 1 15,1-1 10-15,0-1 2 0,1-1 7 0,8 0 7 16,-13-4 3-16,7 1 2 0,2-1 6 0,0-3 8 16,0-4 6-16,3 4 5 0,1-7-3 0,1 2 5 15,3 1-2-15,0-1 4 0,1-1 0 0,4 2 9 16,-4 0-3-16,3 3 2 0,1-2-2 0,1 2-3 15,-1 1-2-15,-1 3 5 0,-1 0-7 0,0 1 4 16,-1 1-3-16,1 2-4 0,0 2-2 0,2-2 9 16,-1 4-4-16,0 1 3 0,-1 1 0 0,2 1 0 15,-2 0 0-15,-2 3-3 0,2-1 5 0,2 3-22 16,-4-1-33-16,0-2-40 0,1-2-43 0,0 3-45 16,0-2-51-16,-1-1-67 0,3 0-51 0,-3 1-58 15,3-3-66-15,2-1-406 0,-1-1-939 0,0-2 416 16</inkml:trace>
  <inkml:trace contextRef="#ctx0" brushRef="#br0" timeOffset="202436.1132">20170 8687 228 0,'4'-5'436'0,"-4"0"30"16,3 2 23-16,-2-2 15 0,-1 1 0 0,0 4-12 15,0-4-16-15,0 4-13 0,1-7-40 0,-1 7-32 16,0-3-28-16,0 3-37 0,0 0-25 0,0 0-42 15,0 0-8-15,0 0-35 0,-15 6-10 0,7-2-29 16,3 2-11-16,-4 2-4 0,4 2-28 0,-3-2-12 16,-2 3-10-16,1 2-28 0,0 0 6 0,-1 2-6 15,2 0-9-15,3 0-11 0,-4-1-5 0,5-2-2 16,-3 0-46-16,3 0-11 0,1-2 0 0,0 1 0 16,1 1 0-16,4-5-52 0,-1 3-24 0,5 0-25 15,-1-1-28-15,4 0-37 0,3-2-40 0,-1-3-39 16,11-1-30-16,-2-2-21 0,2-1-16 0,0-1-18 15,0-2-22-15,6-1-18 0,0-6-22 0,0-1-27 16,1-2-326-16,-3-1-808 0,-2-3 358 0</inkml:trace>
  <inkml:trace contextRef="#ctx0" brushRef="#br0" timeOffset="202709.2714">20551 8460 82 0,'0'-7'410'0,"0"0"26"16,0 0 27-16,0 1 36 0,0 0 32 0,-4 3 23 15,4-2-2-15,-1-1-17 0,-2 5-32 0,3 1-25 0,-1-6-42 16,1 6-25-16,0 0-28 0,0 0-15 16,0 0-2-16,0 0-12 0,-11 11-17 0,7-4-22 0,-1 2-137 15,2 3-178-15,-1 2 0 0,-1 2 0 0,3 2 0 16,-4 2 0-16,5 0 0 0,-1 4 0 16,0 2 0-16,-1 1 0 0,3-3 0 0,0 3 0 0,3 0 0 15,-3-8 0-15,2 6 0 0,-1 0 0 0,0-7 0 16,2-1 0-16,1 1 0 0,-2-3 0 0,1 2 0 15,-1-6 0-15,2-2 0 0,-3 1 0 0,1-5 0 16,-1 0 0-16,0 2 0 0,2-4 0 0,-3 0 0 16,2 0-350-16,-2-3-149 0,0 0-55 0,0 0-45 15,0 0-433-15,0 0-1117 0,0-11 494 0</inkml:trace>
  <inkml:trace contextRef="#ctx0" brushRef="#br0" timeOffset="203054.0813">20453 8775 41 0,'-2'-4'354'15,"2"4"3"-15,-2-5 12 0,2 5 31 0,0-6 22 16,0 6 22-16,-1-3 0 0,1 3-20 0,0 0-25 16,3-8-30-16,-1 6-39 0,3-3-29 0,0 2-34 15,5-3-2-15,0 2-3 0,4 0-13 0,3-1-13 16,2-1-13-16,-3 2-19 0,1 0-28 0,1-1-3 16,0 3-3-16,1-2-16 0,-7 2-19 0,-1-2-9 15,1 3-9-15,-2-2-16 0,-2 3-11 0,-1-2-6 16,0 1-13-16,-2 1 6 0,-5 0-19 0,9 0-13 15,-9 0-1-15,8 3-4 0,-2 0-6 0,-2 2-3 16,0-2-3-16,-1 4 1 0,1 1-4 0,0 2-2 16,-1 0-23-16,-1 1 0 0,1 1 0 0,-1-1 0 15,-2 0 0-15,0 0 0 0,2-1 0 0,-2 1 0 0,2-1 0 16,-2 0 0-16,0-3 0 0,0 0 0 16,0 0 0-16,0-2 0 0,0 1 0 0,1-3 0 0,-1 3-13 15,0-6-79-15,-1 5-13 0,1-5-14 0,0 3-8 16,0-3-41-16,0 0-64 0,0 0-66 0,0 0-52 15,22-10-40-15,-16 6-49 0,3-3-47 0,0-1-410 16,0-2-969-16,-1-1 428 0</inkml:trace>
  <inkml:trace contextRef="#ctx0" brushRef="#br0" timeOffset="203218.3143">20814 8569 162 0,'0'-4'463'0,"0"4"-2"16,0-4 24-16,0 4 23 0,0-5 9 0,0 5-13 15,-2-3-37-15,2 3-47 0,0 0-43 0,-3-4-40 16,3 4-52-16,0 0-56 0,0 0-61 0,0-5-86 16,0 5-94-16,0 0-92 0,0 0-60 0,0 0-70 0,5 10-86 15,-1-3-85-15,3-1-300 0,-1-1-763 16,11 4 338-16</inkml:trace>
  <inkml:trace contextRef="#ctx0" brushRef="#br0" timeOffset="203922.5137">20997 8749 244 0,'0'0'452'0,"0"0"10"0,0 0 18 15,0 0 19-15,0-14-1 0,0 11-13 0,0-2-29 16,0 2-36-16,0-1-27 0,1-1-35 16,-1 5-36-16,3-7-28 0,-2 3-38 0,0 3-28 15,3-2-24-15,-1-1-25 0,-3 4-7 0,4-2-28 0,-4 2-14 16,7 0-23-16,-7 0-7 0,8 5-12 0,-4-1-9 15,1-1-9-15,0 1-9 0,-1 0-17 16,2 3-7-16,-2-3-4 0,-1 2-11 0,1 2-4 0,-2-2-4 16,1 0-7-16,-2 1 5 0,-1-1 7 0,1 1-15 15,-2 0-2-15,1-1-9 0,-4 2 3 0,2-3-13 16,-2 1 2-16,0 1 2 0,-1-3-13 0,-4 1 0 16,1 1-1-16,2-1-5 0,-1-2-2 0,0-1 1 15,-1 1 5-15,3-1 1 0,-3-2 1 0,8 0 9 16,-12-1-2-16,6 0 1 0,1-2 6 0,0-1-1 15,1 0-2-15,-2-3 3 0,2 0 4 0,0-4-1 16,2 3 10-16,0-4 0 0,4-1 7 0,0 0 7 16,2-1-6-16,0-3 5 0,6 4 2 0,-5 2 3 15,8-2 9-15,1 1 4 0,0 0 9 0,4 1 13 16,-4 3-2-16,8-2 15 0,-3 4 6 0,2 1 11 16,0 3 5-16,-2 2-16 0,-1 0-9 0,0 6-8 15,-4-1-5-15,0 6-3 0,0-4-7 0,-5 3-8 16,0 0-1-16,0 4 7 0,-1 0-12 0,-3-2 2 0,-1-1-23 15,-2 2 25-15,-2-3-13 0,4 3-18 0,-1-2-1 16,-3-2-15-16,1-4-4 0,0 2-13 16,-1 0-6-16,2-3 7 0,-1-1 3 0,-1 3 5 15,1-3 6-15,-1-3 7 0,0 0 3 0,0 0-1 0,0 0 2 16,0 0 1-16,12-12-3 0,-6 5 7 0,-1-5 8 16,0 2 3-16,2 2 0 0,-1-5 5 15,2 1 7-15,-1 0-1 0,-2 4 8 0,2-4 5 0,-1 4 6 16,2-1 7-16,-2 2 0 0,-2 2 8 0,1 1-30 15,-1-1-24-15,-3 3 0 0,3 0 0 0,-4 2 0 16,0 0 0-16,10 2 0 0,-6 2 0 0,1 0 0 16,-1 0 0-16,0 2 0 0,2 3 0 0,-2 0 0 15,0-2 0-15,-3 2 0 0,3-2 0 0,0 2 0 16,-4-2 0-16,4 1 0 0,-3 0 0 0,2-2 0 16,-2 1 0-16,4 0 0 0,-4-2 0 0,-1 2-82 15,4-1-158-15,-4-3-41 0,1 1-46 0,3 1-42 16,0 0-55-16,1-3-59 0,2-2-59 0,-1 0-366 15,-6 0-983-15,14-5 436 0</inkml:trace>
  <inkml:trace contextRef="#ctx0" brushRef="#br0" timeOffset="204355.3788">21673 8590 295 0,'4'-5'428'0,"0"0"6"0,0-1 2 16,-2 1 2-16,1 0-3 0,-2 1-16 0,2 1-16 15,-3 3-25-15,1-4-33 0,-1 4-26 16,1-6-30-16,-1 6-24 0,0 0-35 0,0-3-23 0,0 3-18 16,0 0-25-16,0 0-16 0,-14 7-6 0,9-1-21 15,-3 0-13-15,2 3-13 0,-2 0-9 0,-1 2-6 16,4 0-10-16,-4-1-4 0,4 5-8 0,0-5-9 16,1 1-2-16,0 1-3 0,2-2-8 0,0 0-1 15,1-3-7-15,1 4 0 0,1-4 3 0,1 2-6 16,2 0 2-16,-1-1-2 0,3 2 3 0,0-4-6 15,0 0 17-15,-1 3 3 0,4-2-2 0,-1-1 0 16,2 1-2-16,-5-1-9 0,2 0-4 0,-1-4 0 16,2 5-15-16,-2-1 12 0,-2-1 0 0,1 0-7 15,-1 2 1-15,-4-1-8 0,3 1 7 0,-2-1 6 16,0-1-6-16,-2 1 1 0,-3 0-1 0,-2 2 1 16,-3-3 1-16,-3 2-1 0,-1 0-3 0,-2-2 7 15,-3-1-2-15,0 1-1 0,2-2 2 0,2 0 7 16,1-3-1-16,0 1-8 0,3-1 16 0,2 0 6 15,1-1-2-15,7 1-1 0,-9 0-2 0,9 0-5 16,-8-2-1-16,5 0-23 0,3 2-34 0,-2-6-32 16,2 6-33-16,2-5-37 0,1 2-49 0,1 0-54 0,1-3-66 15,1 3-57-15,2 2-51 0,0-1-55 0,1 1-47 16,-2 2-358-16,1-2-939 0,1 1 415 16</inkml:trace>
  <inkml:trace contextRef="#ctx0" brushRef="#br0" timeOffset="209258.2403">9369 9344 64 0,'-6'0'242'0,"6"0"-5"0,0 0 8 16,-10 1-14-16,10-1-3 0,0 0-2 0,0 0-1 15,-11 0-4-15,11 0 6 0,-4 3-3 0,4-3 1 16,0 0 7-16,0 0-4 0,-8 0-3 0,8 0-7 16,0 0-6-16,0 0 0 0,-5 2-9 0,5-2-4 15,0 0-7-15,0 0-10 0,0 0-2 0,0 0-5 16,0 0 0-16,0 0-3 0,0 0-5 0,0 0-6 0,0 0-7 16,0 0-6-16,0 0-11 0,0 0-2 0,0 0-2 15,0 0-4-15,0 0 0 0,12 6 17 0,-8-5-15 16,1 0 1-16,-5-1-6 0,14 0-8 0,-8 0 5 15,4 0-2-15,2 0-25 0,-2 2 17 0,3-2-5 16,-3 0-1-16,3 1-7 0,2-1-23 0,-1 0-77 16,0 0 0-16,-1 0 0 0,6 0 0 0,-2 0 0 15,1 0 0-15,-5-1 0 0,3 1 0 0,2 0 0 16,-4 0 0-16,-1-2 0 0,-1 2 0 0,1-1 0 16,0-1 0-16,1 2 0 0,-4 0 0 0,3 0 0 15,1-3 0-15,0 2 0 0,4 1 0 0,-4-1 0 16,-1-1 0-16,1 4 0 0,0-4 0 0,-2 1 0 15,0 1 0-15,1 0 0 0,1-2 0 0,0 1 0 16,5 0 0-16,-2 0 0 0,1-1 0 0,2 1 0 16,2-1 0-16,-1-1 0 0,0 1 0 0,0-1 0 15,-1 3 0-15,1-3 0 0,-1 2 0 0,-1 0 0 16,-1-1 0-16,0 1 0 0,1-1 0 0,-1 1 0 0,0-1 0 16,-5 1 0-16,1 0 0 0,-1 1 0 15,2-1 0-15,-1 1 0 0,0-2 0 0,-2 1 0 16,4-3 0-16,-2 4 0 0,3-1 0 0,2-1 0 0,0 2 0 15,-1-2 0-15,0 0 0 0,5 1 0 0,-5-2 0 16,6 2 0-16,-2 1 0 0,-2-2 0 0,2-1 0 16,1 1 0-16,-4 2 0 0,0-1 0 0,3 0 0 15,-4-3 0-15,2-1 0 0,1 4 0 0,-2-3 0 16,-1 3 0-16,0 0 0 0,-3 1 0 0,1-2 0 16,0 0 0-16,2 2 0 0,-3-3 0 0,-2 2 0 15,8 0 0-15,-5 1 0 0,2-3 0 0,1 2 0 16,-1 0 0-16,3-2 0 0,-2 2 0 0,1-3 0 15,8 3 0-15,-6-1 0 0,6 0 0 0,-5-1 0 16,8 1 0-16,-3 0 0 0,-1-1 0 0,-3 2 0 16,3-2 0-16,1 2 0 0,-9-1 0 0,2 3 0 15,0-3 0-15,-1-1 0 0,-5 2 0 0,0 1 0 16,2 0 0-16,1-3 0 0,0 2 0 0,0 1 0 0,-3 0 0 16,-1-1 0-16,4 0 0 0,0-2 0 0,1 2 0 15,-2-1 0-15,2 0 0 0,-3 2 0 16,2-1 0-16,-5 1 0 0,1-2 0 0,4 0 0 0,1 2 0 15,-1-2 0-15,-4 2 0 0,-1 0 0 0,5-4 0 16,0 4 0-16,-6 0 0 0,9 0 0 0,-4 0 0 16,-2 0 0-16,-2-2 0 0,2 2 0 0,-2 1 0 15,7-3 0-15,-4 2 0 0,-3 1 0 0,4-1 0 16,-3 0 0-16,-1 0 0 0,0 0 0 0,1 0 0 16,-1 1 0-16,5-1 0 0,-1-1 0 0,1 2 0 15,0 0 0-15,0-1 0 0,-1 3 0 0,-4-2 0 16,0 1 0-16,0-2 0 0,1 1 0 0,-1-2 0 15,6 2 0-15,-2 0 0 0,2-1 0 0,-2-2 0 16,1 2 0-16,-2-2 0 0,2 1 0 0,1 0 0 0,-1-1 0 16,0 2 0-16,0-1 0 0,4 1 0 15,-3-1 0-15,-1 0 0 0,2-1 0 0,-1 1 0 16,-3 2 0-16,1-2 0 0,2 1 0 0,-2 1 0 0,5-1 0 16,-7-2 0-16,6 1 0 0,-2-1 0 15,3 2 0-15,-2-1 0 0,-1-2 0 0,4-1 0 16,-2 1 0-16,-1 0 0 0,3 0 0 0,4 1 0 0,-4 0 0 15,-1 2 0-15,5-4 0 0,0 1 0 0,-4 3 0 16,3-2 0-16,-4 1 0 0,6 1 0 0,-6-1 0 16,6-1 0-16,-5 4 0 0,-2-2 0 0,0 0 0 15,2 0 0-15,-1 1 0 0,6-2 0 0,-10 2 0 16,-3-1 0-16,2-1 0 0,-2 1 0 0,-3 0 0 16,-2 1 0-16,3-2 0 0,-3 3 0 0,4 1 0 15,-2 0 0-15,0-3 0 0,6 3 0 0,-5-2 0 16,4 0 0-16,4-1 0 0,-8 0 0 0,7-1 0 15,1 1 0-15,-2 1 0 0,3-1 0 0,7 0 0 16,-2 1 0-16,-5 3 0 0,0-3 0 0,1-1 0 16,-3 2 0-16,3-1 0 0,0 0 0 0,5-1 0 15,-1 0 0-15,-6 3 0 0,0 1 0 0,0-4 0 16,-2 1 0-16,1-1 0 0,-2 1 0 0,5-1 0 0,-1 0 0 16,-2 0 0-16,10 2 0 0,-8-2 0 15,-2 1 0-15,0-2 0 0,0 2 0 0,1-1 0 16,0 1 0-16,-2-1 0 0,0-1 0 0,-1 0 0 0,5 1 0 15,-1-3 0-15,-1 0 0 0,0 1 0 0,7-2 0 16,-6 1 0-16,7 3 0 0,-10 0 0 0,3 0 0 16,0 0 0-16,-3-1 0 0,9-4 0 0,-6 4 0 15,-1 0 0-15,7-5 0 0,-7 6 0 0,2-1 0 16,-3-2 0-16,2 2 0 0,0 1 0 0,0-2 0 16,-1 4 0-16,0-4 0 0,-1 0 0 0,7 3 0 15,-6 0 0-15,-1-2 0 0,3 2 0 0,-5-2 0 16,4 1 0-16,-2-1 0 0,-1 1 0 0,2 0 0 15,-1-1 0-15,-3 1 0 0,4-1 0 0,-1 1 0 16,-2 0 0-16,2-2 0 0,-3 5 0 0,2-3 0 16,1 0 0-16,-2-1 0 0,5 1 0 0,-4 1 0 15,-1-1 0-15,1 1 0 0,2-1 0 0,-2-2 0 16,4 4 0-16,-5-1 0 0,1-1 0 0,0 0 0 0,0 1 0 16,-5-1 0-16,4-2 0 0,-4 2 0 15,3 0 0-15,-3 0 0 0,3 1 0 0,-3-1 0 16,1-1 0-16,3 3 0 0,-3-3 0 0,7 2 0 0,-3 1 0 15,-1-2 0-15,1 1 0 0,-2 0 0 0,5-1 0 16,-1 2 0-16,-3-1 0 0,0-1 0 0,1 2 0 16,-1-2 0-16,0 2 0 0,0 1 0 0,1-1 0 15,-6-1 0-15,2 0 0 0,-1-2 0 0,3 2 0 16,3 2 0-16,0-1 0 0,-1-2 0 0,2 1 0 16,0-1 0-16,-1 1 0 0,1 0 0 0,4 1 0 15,-3-1 0-15,0-1 0 0,1 1 0 0,-3 1 0 16,-2-1 0-16,1-1 0 0,3 3 0 0,-3-3 0 15,-1 2 0-15,1-2 0 0,-2 1 0 0,-3-1 0 16,0 0 0-16,0 2 0 0,-1-2 0 0,-2-2 0 16,5 2 0-16,1 2 0 0,-4-2 0 0,1 1 0 15,-1-1 0-15,0 1 0 0,2-1 0 0,2 0 0 16,2 0 0-16,-1 3 0 0,-1-5 0 0,-3 4 0 0,2-2 0 16,5 1 0-16,-3 0 0 0,2-1 0 15,-1 3 0-15,-2-3 0 0,-3 1 0 0,1-1 0 16,3 3 0-16,3-4 0 0,-4 3 0 0,2-1 0 0,0-2 0 15,-6 2 0-15,6-2 0 0,-2 2 0 0,5 1 0 16,-7-1 0-16,-3-1 0 0,7 2 0 0,-5-1 0 16,3 1 0-16,1-2 0 0,-2 2 0 0,6 0 0 15,1-1 0-15,-4 0 0 0,4 1 0 0,-3-1 0 16,1 0 0-16,7 1 0 0,2-3 0 0,-2 1 0 16,-7 2 0-16,7-2 0 0,3-1 0 0,-2 1 0 15,2 1 0-15,-3-3 0 0,-2 6 0 0,-4-4 0 16,6 1 0-16,-9-1 0 0,0 1 0 0,0-1 0 15,-2 4 0-15,-3-3 0 0,-1-1 0 0,1 1 0 16,-3 2 0-16,3-3 0 0,-3 0 0 0,0 0 0 16,2 0 0-16,-3 0 0 0,2 1 0 0,-1 1 0 15,2-3 0-15,0 1 0 0,1 1 0 0,-3 0 0 16,3-1 0-16,5 0 0 0,-1 0 0 0,5 1 0 0,-1 1 0 16,0-2 0-16,-2 2 0 0,1-2 0 15,-2 0 0-15,1 2 0 0,-4-2 0 0,2 2 0 16,-1-2 0-16,0 0 0 0,-2 0 0 0,-2 1 0 0,4-1 0 15,1-1 0-15,1-1 0 0,-2 1 0 0,3 0 0 16,-2 0 0-16,-5 1 0 0,6 1 0 0,-1-2 0 16,-1 2 0-16,4-2 0 0,-2 2 0 0,0-2 0 15,2 3 0-15,-3-2 0 0,0 1 0 0,2 1 0 16,2-2 0-16,-1 0 0 0,-4 2 0 0,2-3 0 16,0 2 0-16,2-1 0 0,-6 1 0 0,3-1 0 15,2 0 0-15,0 2 0 0,-2-4 0 0,1 4 0 16,-1-1 0-16,-4 0 0 0,-2-1 0 0,4 2 0 15,-3-5 0-15,-2 4 0 0,3 1 0 0,-1-2 0 16,1 1 0-16,-4-1 0 0,1 0 0 0,2 2 0 0,-2-1 0 16,0-2 0-16,2 2 0 0,-1-1 0 15,3 0 0-15,0 2 0 0,4-2 0 0,2-1 0 16,-1 2 0-16,3-1 0 0,-4 1 0 0,2-2 0 0,1 1 0 16,4 1 0-16,-5-2 0 0,-2 1 0 15,9 1 0-15,-9-1 0 0,1 0 0 0,4 1 0 16,3-2 0-16,1 2 0 0,0-1 0 0,1 0 0 0,1-2 0 15,0 3 0-15,3-1 0 0,1-2 0 0,-1 1 0 16,-2 0 0-16,-1 1 0 0,0 0 0 0,-1-2 0 16,-1 2 0-16,0-1 0 0,5 1 0 0,-2-3 0 15,-1 3 0-15,0 0 0 0,0-1 0 0,0 1 0 16,-3 0 0-16,4-3 0 0,-11 4 0 0,10-3 0 16,2 4 0-16,-2-3 0 0,1-3 0 0,2 3 0 15,-1 1 0-15,0-1 0 0,0 2 0 0,1-2 0 16,4 0 0-16,-5 1 0 0,4 1 0 0,-1-1 0 15,-2 0 0-15,-1 2 0 0,-2-4 0 0,-1 0 0 0,0 3 0 16,-1-2 0-16,-7 2 0 0,-1 0 0 0,3 0 0 16,-1-1 0-16,-2-1 0 0,1 1 0 15,0 0 0-15,-3-2 0 0,4 2 0 0,-4-4 0 16,0 1 0-16,1 0 0 0,-1 2 0 0,4-3 0 0,-1 4 0 16,1-5 0-16,6 4 0 0,0 0 0 15,-1-2 0-15,4 3 0 0,-3-3 0 0,1-1 0 16,-1 3 0-16,2-1 0 0,0 2 0 0,1-1 0 0,2-4 0 15,-2 3 0-15,0-2 0 0,-1 0 0 0,-2 0 0 16,0 2 0-16,1-1 0 0,1-2 0 0,1-2 0 16,1 2 0-16,1 1 0 0,0 2 0 0,3 0 0 15,-4-2 0-15,3 2 0 0,-3 1 0 0,0-1 0 16,-2 2 0-16,0 3 0 0,-3 3 0 0,3-3 0 16,-8 1 0-16,-3-1 0 0,3 0 0 0,-3 0 0 15,-5 0 0-15,0-2 0 0,-2 3 0 0,-1-3 0 16,2 0 0-16,-3-1 0 0,2 2 0 0,0 0 0 15,1 1 0-15,-1 1 0 0,-1-3 0 0,2 3 0 0,-2-2 0 16,2 1 0-16,0-1 0 0,-3 0 0 0,1-1 0 16,-3 0 0-16,0-2 0 0,-2 3 0 15,1 1 0-15,-2-3 0 0,-5 0 0 0,8 0 0 16,-8 0 0-16,5 1-167 0,-5-1-234 0,2 3-67 0,-2-3-43 16,0 0-69-16,-5 9-431 0,1-6-1095 15,-2-2 484-15</inkml:trace>
  <inkml:trace contextRef="#ctx0" brushRef="#br0" timeOffset="210275.9197">9938 9646 63 0,'0'0'313'16,"0"0"11"-16,0 0 6 0,3 4-1 0,-3-4 18 15,0 0 12-15,0 0 19 0,0 0 13 0,4 1 31 16,-4-1 2-16,0 0-5 0,0 0-7 0,0 0-12 15,0 0-10-15,0 0-13 0,0 0-15 0,0 0-15 16,0 0-19-16,0 0-17 0,0 0-22 0,0 0-25 16,6 1-22-16,-6-1-25 0,-1 5-64 0,1-2-153 15,-1 2 0-15,1 2 0 0,0 2 0 0,-3 2 0 16,2 1 0-16,-3 3 0 0,4-3 0 0,-3 5 0 16,2 2 0-16,-3-2 0 0,4 2 0 0,-5 6 0 15,4 0 0-15,-3-6 0 0,3 4 0 0,-3 3 0 16,4-8 0-16,-4 0 0 0,3 0 0 0,-2-3 0 15,2 1 0-15,-2-5 0 0,2 2 0 0,1-3 0 16,0 0 0-16,-2-2 0 0,-1 3 0 0,2-5 0 16,1 0 0-16,0 0 0 0,0-1 0 0,0-1 0 15,0 1 0-15,0-5 0 0,1 6 0 0,-1-6 0 16,3 3 0-16,-3-3 0 0,0 0 0 0,0 0 0 0,0 0 0 16,0 0 0-16,0 0 0 0,0 0 0 15,10-14 0-15,-9 4-234 0,3 2-312 0,-4-1-46 16,1-2-53-16,-2 0-384 0,1-6-1115 0,-2 4 493 0</inkml:trace>
  <inkml:trace contextRef="#ctx0" brushRef="#br0" timeOffset="210647.1414">9735 9700 44 0,'-2'-3'358'0,"-1"1"14"0,-2 0 5 15,5 2 18-15,-5-6-8 0,0 4-3 0,5 2-8 16,-5-3 4-16,5 3-11 0,-4-3 4 0,4 3-4 16,-4-1-8-16,4 1-1 0,0 0 0 0,0 0-19 15,-4-3-12-15,4 3-3 0,0 0-4 0,0 0-15 16,0 0-12-16,0 0-21 0,0 0-20 0,9-3-23 16,-1 2-13-16,-1 0-189 0,4-1-29 0,2 1 0 0,6-4 0 15,4 3 0-15,5-3 0 0,2 2 0 16,5-2 0-16,2-2 0 0,14 4 0 0,0-6 0 15,0 0 0-15,-11 3 0 0,11-2 0 0,-15 3 0 0,-4-2 0 16,0 2 0-16,-3 2 0 0,-7 1 0 0,-4-2 0 16,-5 1 0-16,-2 1 0 0,-2 0 0 0,-3 2 0 15,1 0 0-15,-2-2 0 0,-5 2 0 16,9 0 0-16,-9 0 0 0,0 0 0 0,10 0 0 0,-10 0 0 16,0 0 0-16,-1 6 0 0,1-6 0 0,-8 9 0 15,3-6-51-15,0 4-469 0,-4 1-70 0,-4-1-65 16,3 0-408-16,1-2-1151 0,-2 2 509 0</inkml:trace>
  <inkml:trace contextRef="#ctx0" brushRef="#br0" timeOffset="211077.0172">10157 9971 99 0,'0'0'448'0,"0"0"-4"15,0-13-1-15,0 13-1 0,1-5-12 0,3 1-29 16,-1-5-23-16,-1 6-23 0,2-5-19 16,0 4-21-16,1-2-16 0,-1-1-22 0,0 3-7 0,1 2-18 15,0-1-16-15,-1-2-10 0,1 2-23 16,2 0-11-16,3 1-10 0,-4 1-10 0,2-2-12 16,3 3-9-16,-1 3-12 0,1-2-13 0,1 1-4 0,-1 1-12 15,-4 1-12-15,3 3-2 0,-4-2-11 0,1 3-13 16,1-1-8-16,-2 3 0 0,-2-2-15 0,-1 3 0 15,-1-2-4-15,-2 2-3 0,-2 0 0 0,-1-1-4 16,-1 0-4-16,-5-1 1 0,2 1-5 0,-2 0-25 16,-3-5 19-16,3 4-2 0,-4 0 8 0,2-4-13 15,1 3 5-15,1-3-2 0,0-3-20 0,4-2 0 16,-2 3 0-16,2-3 0 0,-3 0 0 0,0-2 0 16,3-1 0-16,-2 0 0 0,2-2 0 0,0-3 0 15,-4-1 0-15,5 1 0 0,-1-2 0 0,4 1 0 16,-2-2 0-16,3-6 0 0,0 6 0 0,5-6 0 15,2 1 0-15,4 0 0 0,1 2 0 0,3 0 0 16,7-1-268-16,3 0-145 0,-6 5-55 0,8-2-56 16,-2 1-51-16,0 2-416 0,-6 1-1073 0,3 1 475 0</inkml:trace>
  <inkml:trace contextRef="#ctx0" brushRef="#br0" timeOffset="211376.8774">10603 9726 322 0,'3'-4'426'0,"-2"-3"31"0,0 3 31 0,3-3 30 16,-3-1 29-16,-1 0 10 0,0 1-7 0,0 1-13 16,-1-1-4-16,1 0-1 0,-5 4-10 0,5-2-14 15,0 1-31-15,0 4-41 0,-4-6-36 0,4 6-41 16,-1-3-337-16,1 3-22 0,0 0 0 0,0 0 0 16,-4 15 0-16,1-6 0 0,3 1 0 0,-1 3 0 15,1 3 0-15,-1 0 0 0,-2 2 0 0,2 0 0 16,-2 1 0-16,2-1 0 0,-3 3 0 0,3-2 0 15,1 0 0-15,-5 1 0 0,3 3 0 0,0-5 0 16,-3-1 0-16,1 3 0 0,4-11 0 0,-4 6 0 16,0-5 0-16,3 0 0 0,-5-2 0 0,3-2 0 15,2-1 0-15,1 2 0 0,-2-4 0 0,0-1 0 16,2-2 0-16,0 5 0 0,0-5 0 0,0 0 0 16,0 0 0-16,8-12-421 0,-4 7-164 0,2-2-43 15,-1-2-466-15,3 1-1183 0,-3 0 524 0</inkml:trace>
  <inkml:trace contextRef="#ctx0" brushRef="#br0" timeOffset="211593.6706">10489 9903 349 0,'0'0'440'16,"-7"-5"43"-16,3 4 36 0,0-2 25 0,4 3 10 16,-5-2-7-16,5 2-15 0,0 0-23 0,-4-3-32 15,4 3-45-15,0-4-40 0,0 4-52 0,6-4-27 16,-2 1-36-16,4 1-30 0,3-2-33 0,1 0-34 15,7-2-42-15,-1 0-44 0,1 1-50 0,9-1-42 16,-1 0-64-16,-9 2-36 0,5 1-51 0,-4-1-44 16,-1 1-52-16,0-1-46 0,0 1-35 0,1 0-34 15,-9 2-46-15,4-2-34 0,-1 2-34 0,-1-1-291 16,-5 1-827-16,1 2 367 0</inkml:trace>
  <inkml:trace contextRef="#ctx0" brushRef="#br0" timeOffset="212296.1156">10855 9811 104 0,'4'2'93'16,"-4"-2"48"-16,0 0 35 0,2 4 40 0,-2-4 35 15,0 0 22-15,0 0 19 0,0 0 26 0,0 0 19 0,0 0 11 16,7-7-5-16,-5 4 3 0,-2 3-3 0,0 0-4 16,7-2-12-16,-7 2-21 0,0 0-25 0,1-3-28 15,-1 3-27-15,0 0-27 0,0 0-19 0,0 0-21 16,0 0-16-16,10 6-19 0,-6-4-10 0,-3 3-14 16,2 0-7-16,1 0-10 0,-4 2-8 0,2-1-9 15,-2 0-2-15,0 3-8 0,0-1-6 0,-2 0-5 16,-2-1-8-16,0 0-12 0,-5 2-12 0,0-2-17 15,0 0-10-15,-1-1-13 0,1 3-14 0,-1-4-8 16,-3 1-1-16,4-4 4 0,0 1 0 0,-4-1 9 16,7-2 3-16,-2-2 3 0,3 0 4 0,-1 0 4 15,-1-3 5-15,1 0 7 0,3-1 6 0,3 0 13 16,-1 1 3-16,2-7 2 0,-1 1 8 0,6 3 3 16,-3-3 0-16,6 3 4 0,0-1 6 0,-4 1-1 15,4 0 4-15,1 3 4 0,-1 0 1 0,3 1 6 16,-6 1-4-16,6 0 1 0,-2 2 1 0,0-1 3 15,-2 4-3-15,0-2 4 0,3 4-1 0,-1 1-6 16,-1-1-1-16,-1 1-6 0,2 2 2 0,-5 1-10 16,2-2 2-16,-3 0-3 0,1 2-5 0,1 1 4 15,0-1-7-15,-1-3-4 0,3 2-12 0,-6 4 14 0,1-3-1 16,4 2-2-16,-4 1-1 0,1-6 0 0,1 2 0 16,1-1 1-16,0-1 3 0,4-2-15 15,-6 1 8-15,2-1 5 0,2-3 1 0,2 0 3 0,3-2 7 16,-4-4 1-16,5-1-16 0,-1-4-1 0,2-2 9 15,-1-2 19-15,5-6 5 0,-2 3 23 0,0-4-1 16,-2 0 2-16,2-4-4 0,-2 2 10 0,-1-3-67 16,-4-2-6-16,-2 3 0 0,3 1 0 0,-3 6 0 15,0 1 0-15,-2 1 0 0,-1 3 0 0,-1 1 0 16,-1 5 0-16,-2 0 0 0,-1 2 0 0,-1 1 0 16,1 2 0-16,0-1 0 0,0 4 0 0,-3-4 0 15,3 4 0-15,0 0 0 0,-9 8 0 0,4-3 0 16,1 5 0-16,-1 1 0 0,-4 4 0 0,4 1 0 0,-4 2 0 15,4 0 0-15,1 1 0 0,-1 6 0 16,-1 0 0-16,4-7 0 0,2 2 0 0,0-2 0 16,0 0 0-16,2 0 0 0,0-6 0 0,2 6 0 0,1-4 0 15,3 3 0-15,2-3 0 0,-1 1 0 0,-1-7 0 16,1 2 0-16,-2-4 0 0,3 2 0 0,-2-4 0 16,2 0 0-16,-2-3 0 0,0 1 0 15,-1-5 0-15,1-1 0 0,-3 3 0 0,0-3 0 0,0-5-293 16,-1 1-167-16,-2 2-53 0,-1-3-82 0,-1 0-460 15,-1 0-1144-15,-1-2 507 0</inkml:trace>
  <inkml:trace contextRef="#ctx0" brushRef="#br0" timeOffset="213363.1042">12323 9781 436 0,'-1'-8'449'0,"1"6"19"0,0-3 6 16,0-1 10-16,0 0 25 0,0 0-13 0,0 1-8 0,1-1-15 15,-1 1-25-15,0 2-9 0,0 3-16 0,-1-7-21 16,1 7-26-16,1-7-31 0,2 6-27 16,-3 1-33-16,0 0-34 0,0 0-19 0,0 0-26 0,0 0-26 15,0 0-171-15,0 0-9 0,0 0 0 0,0 0 0 16,0 17 0-16,0-9 0 0,1 4 0 0,-1-1 0 16,0 1 0-16,0 4 0 0,-1 4 0 0,-2-2 0 15,2 0 0-15,-2-1 0 0,3 1 0 0,-1 2 0 16,-3-2 0-16,0 0 0 0,3-2 0 0,-4 0 0 15,5-5 0-15,-5-2 0 0,3 1 0 0,0-3 0 16,2 0 0-16,-2-2 0 0,0 0 0 0,2-3 0 16,0-2 0-16,-1 4 0 0,1-4 0 0,0 0 0 15,0 0 0-15,1-14 0 0,-1 5 0 0,0-7 0 16,0 0 0-16,4-9 0 0,-2-2 0 0,-2-2 0 16,2 0 0-16,3 1 0 0,-4-3 0 0,3 0 0 15,-3 4 0-15,3 1 0 0,0-3 0 0,0 4 0 16,4 1 0-16,-6 5 0 0,3 5 0 0,-1-2 0 0,0 5 0 15,-3 0 0-15,3 3 0 0,-1 0 0 16,-2 2 0-16,0 0 0 0,3 2 0 0,-4 0 0 16,0 1 0-16,3-1 0 0,-3 4 0 0,0 0 0 0,7-1 0 15,-7 1 0-15,8 8 0 0,-3 0 0 0,-1 3 0 16,5 3 0-16,1 3 0 0,-4 2 0 0,2-2 0 16,1 8 0-16,-1-1 0 0,-2 0 0 0,-1-5 0 15,-2 2 0-15,2-3 0 0,-1 0 0 0,-2 1 0 16,1-3 0-16,-1-4 0 0,2-1 0 0,-4 0 0 15,2-1 0-15,0 0 0 0,-1-3 0 0,-1-3 0 16,2 0 0-16,-1 0 0 0,0-1 0 0,3 0 0 16,-4-3 0-16,0 0 0 0,0 0 0 0,14-9 0 15,-9 1 0-15,4-2 0 0,1-3 0 0,2-4 0 16,1-4 0-16,-2-2 0 0,1-1 0 0,2-1 0 16,-4 2 0-16,0-1 0 0,-1 0 0 0,-3 6 0 15,2 0 0-15,-1 1 0 0,-4 4 0 0,4 0 0 0,-5 3 0 16,1-1 0-16,1 2 0 0,-3 4 0 15,2 0 0-15,-1 0 0 0,-1 2 0 0,2 1 0 0,-2-2 0 16,-1 4 0-16,0 0 0 0,0 0 0 0,9 13 0 16,-4-5 0-16,-1 4 0 0,0 4 0 0,-1-1 0 15,0 5 0-15,0-2 0 0,1 1 0 0,-2 0 0 16,1 5 0-16,1-5 0 0,-2 2 0 0,1 4 0 16,-3-4 0-16,0-3 0 0,-2 1 0 0,4-1 0 15,-1-1 0-15,-2 2 0 0,1-2 0 0,-2-2 0 16,2-1 0-16,2-4 0 0,-2-1 0 0,-2 1 0 15,2-4 0-15,0-1 0 0,0 4 0 0,2-6 0 16,-2 2 0-16,1-2 0 0,-1 2 0 0,0-5 0 16,1 4 0-16,-1-4 0 0,0 0 0 0,0 0 0 15,8-11 0-15,-1 3 0 0,1-2 0 0,-3 4-288 16,3-3-379-16,1 1-539 0,1-1-1307 0,-1-5 578 16</inkml:trace>
  <inkml:trace contextRef="#ctx0" brushRef="#br0" timeOffset="214546.6519">12947 9828 304 0,'6'-2'394'0,"-4"-1"7"0,1 1 23 0,-3 2-7 16,4-4-11-16,0 1-13 0,-3-1-24 0,2 2-22 15,-3 2-17-15,5-5-20 0,-4 3-17 0,2 0-20 16,-3 2-21-16,6-3-18 0,-3-1-21 0,-3 4-20 15,5-2-23-15,-5 2-15 0,0 0-14 0,10 0-14 16,-10 0-10-16,12 0-10 0,-6 5-13 0,-1-4 0 16,2 3-9-16,-2-2 4 0,1 3-16 0,-2-1-8 15,1 4-5-15,-1-2-2 0,-2-3-10 0,0 2-7 16,-2 2-6-16,1-1 2 0,-1 3-4 0,-4 3-4 16,-1-7-3-16,1 3 3 0,-6 2-8 0,1-2-2 15,0 1 4-15,-5 2-15 0,0-1-8 0,-3-2-9 16,7-4 0-16,-3 5-1 0,3-6 2 0,1-2-1 15,3 1 5-15,-2-2 3 0,1-3 4 0,1 0 2 16,1-6 14-16,1 3 11 0,3-5 11 0,0 1 7 16,1 0 1-16,2-4 14 0,4-2 3 0,-1 0 1 15,-1-1-5-15,1 8 17 0,2-2 5 0,0 1 0 0,-1 0-4 16,0 0 14-16,2 4-64 0,-3 0-30 16,-1 1 0-16,1 3 0 0,0-1 0 0,0 2 0 15,4 0 0-15,-4 1 0 0,3 2 0 0,-3 2 0 0,7 0 0 16,-6 3 0-16,-1-4 0 0,3 6 0 0,-3-1 0 15,3 2 0-15,-2-2 0 0,-2-1 0 0,1 2 0 16,-1 0 0-16,0 0 0 0,1-1 0 0,-2 2 0 16,1-4 0-16,-1 1 0 0,0 2 0 0,0 0 0 15,1-3 0-15,0 3 0 0,2-5 0 0,-1 1 0 16,2-1 0-16,3-1 0 0,5-1 0 0,2-3 0 16,2-2 0-16,-2-5 0 0,2 1 0 0,7-7 0 15,-11 3 0-15,4-2 0 0,-1 1 0 0,-1-1 0 16,2-5 0-16,-8 4 0 0,3-2 0 0,-3-1 0 0,0 3 0 15,-3-1 0-15,-2 5 0 0,-5-2 0 16,3 2 0-16,0 0 0 0,-3 1 0 0,-1 2 0 16,-1-1 0-16,1 1 0 0,-2 2 0 0,0 1 0 0,-3 1 0 15,1 1 0-15,-2 0 0 0,6 2 0 0,0 0 0 16,-13 6 0-16,7 1 0 0,3-3 0 0,-1 3 0 16,-2 3 0-16,4-1 0 0,0 1 0 0,2 2 0 15,0-1 0-15,0 2 0 0,3-2 0 0,-3 2 0 16,4-2 0-16,3-1 0 0,-3 1 0 0,2 0 0 15,0 0 0-15,0-3 0 0,0 1 0 0,-1-1 0 16,1 0 0-16,-4-1 0 0,3 1 0 0,0-5 0 16,0 2 0-16,-1 1 0 0,0-1 0 0,-4-3 0 15,4 1 0-15,-4-3 0 0,1 4 0 0,2 0 0 16,-3-4 0-16,1 3 0 0,-1-3 0 0,-5 4 0 16,1-1 0-16,0 2 0 0,-2-4 0 0,-2 3 0 15,3-4 0-15,-3 0 0 0,3 1 0 0,5-1 0 16,-14-1 0-16,9-1 0 0,5 2 0 0,-11 0 0 15,6 2 0-15,5-2 0 0,0 0 0 0,-7-4 0 16,7 4 0-16,-5-3 0 0,5-3 0 0,-1 2 0 16,1 0 0-16,4-3 0 0,0 2 0 0,4-3 0 0,-1 0 0 15,6-6 0-15,0 2 0 0,3 1 0 0,-1-3 0 16,10-1 0-16,-5-2 0 0,0 5 0 0,5-5 0 16,-5 4 0-16,-2 1 0 0,-3-1 0 0,1-1 0 15,-3 2 0-15,3 1 0 0,-6-2 0 0,2 6 0 16,-5 0 0-16,4 1 0 0,-10 1 0 0,4 0 0 15,-1 2 0-15,2 1 0 0,-6 2 0 0,4-5 0 16,-4 4 0-16,0 1 0 0,0 0 0 0,0 0 0 16,0 0 0-16,0 0 0 0,0 0 0 0,-10 13 0 15,6-7 0-15,-1 1 0 0,4 0 0 0,-3 1 0 0,0 2 0 16,0-2 0-16,3 2 0 0,-2-3 0 16,1 3 0-16,4-1 0 0,-2 1 0 0,3 1 0 15,-2-4 0-15,3 3 0 0,0-2 0 0,1-2 0 0,-1 0 0 16,0 2 0-16,2-1 0 0,-1-1 0 15,2-1 0-15,-1 3 0 0,2-1 0 0,-2-4 0 16,-1 1 0-16,0 1 0 0,-2 1 0 0,1-3 0 0,0 0 0 16,-2 1 0-16,-1-2 0 0,2 1 0 0,-3-3 0 15,0 5 0-15,0-1 0 0,0-4 0 0,-3 7 0 16,0-5 0-16,-4 1 0 0,1-1 0 0,-1 3 0 16,-3-2 0-16,0-2 0 0,2 1 0 0,1-1 0 15,-4 3 0-15,1-4 0 0,2 0-192 0,8 0-152 16,-10 0-44-16,5-3-59 0,0 1-78 0,2-1-77 15,3 3-348-15,6-14-1027 0,4 6 455 0</inkml:trace>
  <inkml:trace contextRef="#ctx0" brushRef="#br0" timeOffset="214980.2644">14437 9778 397 0,'0'0'528'0,"0"0"10"16,0 0 9-16,0 0 4 0,0 0 7 15,-3-16-38-15,3 16-43 0,2-6-9 0,-4 4-31 0,2 2-30 16,4-9-38-16,-4 6-39 0,4 0-27 0,0-1-39 16,3-1-28-16,1 1-27 0,-4 2-21 0,5 0-17 15,0 2-22-15,1 0-12 0,2 0-15 0,-2 2-21 16,0 0-12-16,2 1-10 0,-3 3-63 0,-4-4-16 15,4 3 0-15,-4 0 0 0,0 2 0 0,-1 0 0 16,0 3 0-16,-2-3 0 0,1 4 0 0,-7-3 0 16,-1 2 0-16,-2-2 0 0,-2 2 0 0,-3 1 0 15,-2-3 0-15,1-2 0 0,-5 2 0 0,-1-2 0 16,2-1 0-16,-5-2 0 0,3-1 0 0,7-2 0 16,0-1 0-16,-1 0 0 0,2-2 0 0,-1-2 0 15,6 1 0-15,-2-3 0 0,3-3 0 0,1-5 0 16,5 4 0-16,5-7 0 0,1 0 0 0,10-5 0 0,1 1 0 15,4 0 0-15,2 3 0 0,1 0-196 16,2 1-65-16,4 0-30 0,-3 3-34 0,4 3-16 16,-1 0-17-16,-2 1-8 0,3 3-16 0,-4 0-13 0,-1-1-5 15,1 4-11-15,-6 0 3 0,-7 0 4 0,2 0-206 16,-6 0-659-16,1 2 292 0</inkml:trace>
  <inkml:trace contextRef="#ctx0" brushRef="#br0" timeOffset="215297.5593">14858 9526 1757 0,'5'-2'-119'0,"-2"-2"51"0,0 1 44 15,-2-3 36-15,1 2 49 0,-4-1 45 0,1 0 42 16,0-2 32-16,-2 4 32 0,1-2 44 0,-2-3 35 15,0 5 39-15,2-3 25 0,-2-1 26 0,-1 2 28 16,2 0 2-16,-1-1 13 0,0 1 21 0,2 3 10 16,-2-2-3-16,1-1-19 0,1 3-21 0,2 2-35 15,0 0-22-15,-4-4-215 0,4 4-140 0,0 0 0 16,0 0 0-16,-1 15 0 0,1-3 0 0,0 4 0 16,-2 10 0-16,4 2 0 0,-2 0 0 0,0 3 0 15,0 3 0-15,0 2 0 0,0 11 0 0,-2-12 0 16,2 11 0-16,0-10 0 0,-1 9 0 0,0 3 0 0,0-2 0 15,-2-10 0-15,2-2 0 0,-3 12 0 16,3-10 0-16,-2-1 0 0,-1-2 0 0,2-2 0 16,-1-3 0-16,1 1 0 0,-1-5 0 0,3-6 0 0,-1-1 0 15,-1-5 0-15,2-3 0 0,0-2 0 0,-1 0 0 16,1-1 0-16,0-2 0 0,1 0 0 0,-1-4 0 16,0 5 0-16,0-2 0 0,0-3 0 0,0 0 0 15,0 0 0-15,0 0 0 0,6-11 0 0,-5 2 0 16,1-4 0-16,0 2-195 0,0-7-460 0,3 0-41 15,-6-10-412-15,1-1-1200 0,-1 1 531 0</inkml:trace>
  <inkml:trace contextRef="#ctx0" brushRef="#br0" timeOffset="215555.385">14665 9907 74 0,'-3'-4'444'0,"0"-2"12"0,2 3 34 0,1-1 28 16,0 4 26-16,-4-5 13 0,4 5 0 0,2-5-19 15,-2 5-39-15,2-4-41 0,1 2-28 0,3 0-24 0,6-2-21 16,-1 0-14-16,3-2-18 0,5 1-20 0,3 1-22 16,5-2-19-16,2 1-117 0,-2-2-175 0,6 1 0 15,-1-1 0-15,-5 3 0 0,4 0 0 0,-4-1 0 16,-6 2 0-16,-4 0 0 0,-4-1 0 0,0-1 0 16,-1 5 0-16,0-1 0 0,-6-1 0 0,3 2 0 15,-4-1 0-15,-5 1 0 0,8-2 0 0,-3 1 0 16,-5 1 0-16,0 0 0 0,4-1 0 0,-4 1 0 15,0 0-321-15,0 0-211 0,1 5-75 0,-1-5-516 16,-1 5-1214-16,1-5 537 0</inkml:trace>
  <inkml:trace contextRef="#ctx0" brushRef="#br0" timeOffset="217784.4953">15948 9682 226 0,'0'-7'494'0,"0"3"22"0,0 4 14 0,2-7 34 16,-2 3-3-16,2 0-17 0,-2 0-18 0,0 4-34 15,2-5-26-15,-2 5-25 0,1-7-28 0,-1 7-32 0,0-1-39 16,0 1-33-16,0 0-33 0,0 0-38 0,0 0-23 16,0 0-24-16,0 0-21 0,0 0-20 0,0 0-13 15,0 0-128-15,0 16-9 0,2-11 0 0,0 3 0 16,-2 2 0-16,0 0 0 0,0-2 0 0,2 3 0 15,-2 1 0-15,-2-1 0 0,4 1 0 0,-2 0 0 16,0-1 0-16,-2-4 0 0,2 7 0 0,0-5 0 16,0-2 0-16,-2 1 0 0,2-3 0 0,-2 0 0 15,4 1 0-15,-4-3 0 0,2-3 0 0,-2 7 0 16,2-7 0-16,0 2 0 0,0-2 0 0,1 4 0 16,-1-4 0-16,0 0 0 0,0 0 0 0,0 0 0 15,5-13 0-15,-3 8 0 0,0-2 0 0,2-3 0 16,0-1 0-16,-1-2 0 0,3-2 0 0,0 0 0 0,1 1 0 15,0 1 0-15,-2 2 0 0,3 1 0 16,-3 0 0-16,3 3 0 0,-2-2 0 0,-1 0 0 16,3 3 0-16,-4 2 0 0,1-1 0 0,-1 1 0 0,2 3 0 15,-1-2 0-15,2 3 0 0,-7 0 0 0,11 0 0 16,-5 3 0-16,2-1 0 0,-3 2 0 0,2 0 0 16,-2 1 0-16,0 1 0 0,-1-1 0 0,-3 1 0 15,3 0 0-15,0 3 0 0,-3-2 0 0,0-1 0 16,0 3 0-16,1-3 0 0,-2 0 0 0,1-1 0 15,0-1 0-15,-1 1 0 0,0-5 0 0,3 8 0 16,-3-6 0-16,0-2 0 0,2 5 0 0,-2-5 0 16,2 2 0-16,-2-2 0 0,0 0 0 0,7-7 0 15,-3 5 0-15,1-4 0 0,-2-1 0 0,3-2 0 16,1 0 0-16,1-1 0 0,0-1 0 0,1 2 0 16,0-1 0-16,0 2 0 0,-4-1 0 0,4 0 0 15,0 2 0-15,-5-2 0 0,2 6 0 0,1-1 0 0,-2 0 0 16,-1 0 0-16,-3 1 0 0,-1 3 0 0,10 0 0 15,-10 0 0-15,12 7 0 0,-7-4 0 16,1 2 0-16,-1 2 0 0,-1-1 0 0,0 1 0 16,1 0 0-16,0 1 0 0,-1 1 0 0,0 2 0 0,0-3 0 15,-3 0 0-15,-1 2 0 0,1-3 0 0,-1 0 0 16,-1-2 0-16,1 1 0 0,-1 1 0 0,2-2 0 16,1 0 0-16,-2 1 0 0,0-3 0 0,-1 2-130 15,1-1-166-15,1 0-36 0,-1-4-37 0,0 0-33 16,4 3-66-16,-4-3-64 0,9-1-412 0,-9 1-1023 15,17-8 453-15</inkml:trace>
  <inkml:trace contextRef="#ctx0" brushRef="#br0" timeOffset="218067.7463">16566 9660 166 0,'3'-3'488'15,"1"1"15"-15,-2-1 18 0,-2 3 26 0,3-3 15 16,-1 0-4-16,-2 3-18 0,7-3-33 0,-7 3-25 0,3-3-35 15,-3 3-33-15,0 0-34 0,0 0-33 0,0 0-38 16,0 0-25-16,6 10 3 0,-5-5-3 0,1 0-15 16,1 3-19-16,-3-1-204 0,1 4-46 0,1-1 0 15,0 0 0-15,-2 1 0 0,0 1 0 0,0-2 0 16,0 1 0-16,-2 0 0 0,2 0 0 0,0 0 0 16,-2-4 0-16,0 6 0 0,0-3 0 0,1-3 0 15,0-1 0-15,1-1 0 0,-1 0 0 0,-1-1 0 16,2 0 0-16,0-4 0 0,0 0 0 0,0 7 0 15,0-7 0-15,0 0 0 0,0 0 0 0,0 0-249 16,0 0-244-16,3-23-48 0,-1 13-57 0,0-2-454 16,0-9-1140-16,2-4 505 0</inkml:trace>
  <inkml:trace contextRef="#ctx0" brushRef="#br0" timeOffset="218250.2958">16605 9472 112 0,'-3'0'427'0,"3"0"-20"0,0 0 0 15,0-5 20-15,0 5 23 0,0 0 13 0,0 0-4 0,0 0-22 16,0 0-34-16,0 0-37 0,0 0-42 0,0 0-37 16,0 0-26-16,0 0-30 0,0 0-15 15,0 0-65-15,0 0-63 0,0 0-74 0,-4 9-88 16,4-9-84-16,0 7-85 0,1-1-83 0,2-1-83 0,2 4-378 16,0-2-852-16,4 0 376 0</inkml:trace>
  <inkml:trace contextRef="#ctx0" brushRef="#br0" timeOffset="218520.4162">16814 9660 256 0,'0'0'506'16,"1"-3"31"-16,-1 3 33 0,2-5 24 0,-1 2 19 16,-1 3-15-16,1-6-26 0,-1 6-28 0,0 0-41 15,0-3-41-15,0 3-40 0,0 0-38 0,6-1-41 16,-6 1-39-16,0 0-30 0,0 0-29 0,3 7-18 15,2-1-15-15,-1 0-187 0,1 4-25 0,3 0 0 16,1 4 0-16,1-1 0 0,-1 1 0 0,0 3 0 16,4 0 0-16,-3-3 0 0,-1 2 0 0,4 0 0 15,-4-2 0-15,-3-3 0 0,2 0 0 0,-2-1 0 16,1 0 0-16,-1-3 0 0,-2-1 0 0,1-1 0 16,-4 0 0-16,4-1 0 0,-2-1 0 0,-1-1-228 15,1 1-193-15,-3-3-42 0,0 0-68 0,0 0-68 16,0 0-393-16,5-11-1074 0,-2 4 475 0</inkml:trace>
  <inkml:trace contextRef="#ctx0" brushRef="#br0" timeOffset="218836.1535">17034 9655 97 0,'3'-12'328'0,"-1"3"16"0,2-3 18 16,-3 6 42-16,4 0 35 0,-3 0 36 0,0 1 18 16,-2-1 15-16,1 2-5 0,1 0-19 0,-2 4-22 0,2-6-20 15,-2 6-17-15,0-3-23 0,0 3-22 0,0 0-25 16,0 0-16-16,0 0-4 0,0 0 3 0,-7 9-62 15,0-2-276-15,2 5 0 0,-4-3 0 0,-2 9 0 16,-7 0 0-16,-1 3 0 0,1-1 0 0,-4 2 0 16,-1 2 0-16,0 0 0 0,-3 0 0 0,2 0 0 15,-3 0 0-15,3 1 0 0,1 3 0 0,0-1 0 16,0 1 0-16,5-4 0 0,-1 0 0 0,1 0 0 16,1-3 0-16,6-5 0 0,-1-2 0 0,3 1 0 15,4-4 0-15,-3-4 0 0,2 2 0 0,1-4 0 16,3 2 0-16,-1-3 0 0,0 1 0 0,1-1 0 15,-1-1 0-15,1 0 0 0,2-3 0 0,0 0 0 16,0 0 0-16,0 0 0 0,0 0 0 0,22-8 0 16,-6 0-141-16,-3-2-428 0,6-1-54 0,8-10-60 15,-1 1-347-15,0-3-1114 0,4 1 493 0</inkml:trace>
  <inkml:trace contextRef="#ctx0" brushRef="#br0" timeOffset="219155.2334">17265 9410 241 0,'0'-10'524'15,"0"2"35"-15,0 1 23 0,-2 3 22 0,2-2 6 16,-3 1-3-16,3 1-17 0,0 4-25 0,-1-6-32 16,0 2-30-16,1 4-37 0,-2-4-35 0,2 4-35 15,0 0-39-15,0 0-39 0,0 0-32 0,0 0-267 16,0 0-19-16,0 0 0 0,-1 13 0 0,1 0 0 15,0 2 0-15,0 2 0 0,0 8 0 0,-2 1 0 16,4 1 0-16,-2 0 0 0,0 0 0 0,1 0 0 16,-1-1 0-16,0 1 0 0,-1 0 0 0,1-8 0 15,0 6 0-15,0-6 0 0,0 0 0 0,0 3 0 16,0-6 0-16,-2 1 0 0,4-2 0 0,-2-2 0 0,0-2 0 16,0-1 0-16,0-2 0 0,0-1 0 15,-2-1 0-15,2 0 0 0,0-1 0 0,0-5 0 16,-2 4-67-16,2-4-579 0,0 0-88 0,0 0-390 0,0 0-1218 15,0 0 538-15</inkml:trace>
  <inkml:trace contextRef="#ctx0" brushRef="#br0" timeOffset="220354.1002">17153 9761 188 0,'-3'-1'508'0,"3"1"-5"16,-5-4 8-16,5 4 8 0,0 0 4 0,-4-3-17 15,4 3-17-15,0-5-24 0,0 5-44 0,0 0-42 16,0 0-30-16,4-8-37 0,-1 7-35 0,1-3-32 16,2 1-38-16,0-1-5 0,6 1-12 0,-1-1-30 15,7-2-13-15,-1 1-19 0,3-1-7 0,-3 2-31 16,2-1 3-16,1 2 1 0,1 0-18 0,-2-1 4 16,0-2-16-16,-1 5-7 0,1-3 5 0,-6 1-18 15,-1 2 3-15,-1-1-5 0,-2 1-2 0,-2-1-3 16,0 2-22-16,0-1-15 0,-7 1 0 0,7 0 0 15,-3 3 0-15,0 0 0 0,2 1 0 0,-2 0 0 16,-1 1 0-16,-1 1 0 0,0 1 0 0,0 1 0 16,-2 0 0-16,1 2 0 0,-1-1 0 0,0 0 0 15,-1 1 0-15,1 0 0 0,0-2 0 0,0-2 0 0,0 2 0 16,0-4 0-16,-2 0 0 0,0 1 0 0,4-1 0 16,-2-4 0-16,2 6 0 0,-2-6 0 15,0 5-3-15,0-5-25 0,1 3 4 0,-1-3 5 16,9 0 6-16,-9 0 4 0,14-5-8 0,-5-1 14 0,0 3-6 15,0-6 9-15,0 4 3 0,-1-4 0 0,1 2 11 16,0-1-5-16,-3 1 18 0,3-3 8 0,-5 3-1 16,2 2-34-16,-2-1 0 0,1 2 0 0,-1 0 0 15,1 0 0-15,-1 2 0 0,-1-2 0 0,0 2 0 16,-3 2 0-16,4-3 0 0,-4 3 0 0,3-4 0 16,-3 4 0-16,0 0 0 0,0 0 0 0,0 0 0 15,11 5 0-15,-7-3 0 0,1 2 0 0,2-1 0 16,-2 1 0-16,2-2 0 0,-1 3 0 0,0 1 0 15,1-1 0-15,3 0 0 0,-3-2 0 0,-3 1 0 16,2 0 0-16,-1-1 0 0,2 1 0 0,-2-1 0 0,0 1 0 16,-5-4 0-16,5 1 0 0,0 0 0 15,-5-1 0-15,0 0 0 0,0 0 0 0,9-5 0 0,-5 3 0 16,-1-4 0-16,-2 3 0 0,3-4 0 16,-3 3 0-16,-1 0 0 0,3-2 0 0,-2 1 0 0,-1 1 0 15,0 0 0-15,0 4 0 0,0-7 0 16,4 4 0-16,-4 3 0 0,-4-6 0 0,4 6 0 0,0 0 0 15,4-5 0-15,-4 5 0 0,0 0 0 0,0 0 0 16,0 0 0-16,0 0 0 0,0 0 0 0,1-3 0 16,-1 3 0-16,0 0 0 0,0 0 0 0,9 0 0 15,-9 0 0-15,13 0 0 0,-4-1 0 0,2 1 0 16,0 0 0-16,0-2 0 0,0 1 0 0,0 1 0 16,0-1 0-16,-1 0 0 0,1 2 0 0,-3-2 0 15,0 2 0-15,-3-2 0 0,3 1 0 0,-8 0 0 16,10 0 0-16,-10 0 0 0,9 1 0 0,-5 1 0 15,1 2 0-15,-4-1 0 0,3 1 0 0,0 2 0 0,-3-2 0 16,-1 3 0-16,3-3 0 0,-6 2 0 0,3 1 0 16,0-3 0-16,0 1 0 0,0 2 0 15,-1-2 0-15,1 1 0 0,-4 3 0 0,4-6 0 0,-1 5 0 16,2-3 0-16,-2 0 0 0,2 2 0 0,-1 0 0 16,0-3 0-16,4 1 0 0,0 1 0 0,-3-1 0 15,3 0 0-15,1 0 0 0,3-2 0 16,2 2 0-16,0-2 0 0,3-1 0 0,0-1 0 0,5 2 0 15,2-5 0-15,2-3 0 0,7-1 0 0,-1-3 0 16,-1-1 0-16,3-1 0 0,-2 0 0 0,0-7 0 16,3 2 0-16,-3-1 0 0,0 0 0 0,-3 4 0 15,-8 2 0-15,1 0 0 0,-5-2 0 0,1 2 0 16,-5 1 0-16,-3 4 0 0,2-1 0 0,-5-2 0 16,0 4 0-16,-2-1 0 0,-1-1 0 0,-1 2 0 15,-2-1 0-15,1 1 0 0,-4 3 0 0,-1-1 0 16,-2 2 0-16,0 1 0 0,-1 1 0 0,0 2 0 15,-8 0 0-15,1 7 0 0,2-2 0 0,-3 4 0 0,4 1 0 16,0-1 0-16,0 2 0 0,4-1 0 16,-2 2 0-16,6 0 0 0,-2-4 0 0,4-1 0 15,0 0 0-15,3 0 0 0,0-1 0 0,2 3 0 0,3-3 0 16,2 0 0-16,3-2 0 0,2 0 0 0,5-1 0 16,2-1 0-16,10-1 0 0,0 3 0 15,4-6 0-15,0-1 0 0,-10 0 0 0,7 0 0 0,-1-5 0 16,-6 2 0-16,5 0 0 0,-4-1 0 0,-5-2 0 15,5 2 0-15,-4 0 0 0,-1 0 0 0,-4 0 0 16,-2 1 0-16,-1-3 0 0,-3 6 0 0,-2 0 0 16,-2-1 0-16,1-1 0 0,-5 2 0 0,0 0 0 15,9-1 0-15,-9 1-233 0,0 0-263 0,4 4-49 16,-4-4-54-16,-4 7-454 0,-1-3-1141 0,-1-2 504 16</inkml:trace>
  <inkml:trace contextRef="#ctx0" brushRef="#br0" timeOffset="251551.1044">8213 12532 180 0,'0'0'411'0,"-5"-5"3"15,1 3 1-15,4 2 3 0,-5-3-11 0,5 3-14 16,-4-4-13-16,4 4-14 0,-1-3-15 0,1 3-10 16,0 0-21-16,0 0-24 0,-4-3-24 0,4 3-22 15,0 0-14-15,0 0-7 0,0 0-12 0,0 0 0 16,12-2 5-16,-12 2-5 0,11-1-1 0,1-1-12 15,3 2 5-15,3 0-2 0,5-2-7 0,6 1-4 16,1 0-7-16,2-2-5 0,1-1-150 0,0 0-34 16,-1 4 0-16,-2 0 0 0,-2-2 0 0,-7 2 0 15,-1-1 0-15,-7 2 0 0,0-1 0 0,-1 0 0 0,-6 0 0 16,3 0 0-16,-5 1 0 0,-4-1 0 16,9 1 0-16,-4 0 0 0,-5-1 0 0,0 0 0 15,0 0 0-15,-9 7 0 0,1-4 0 0,-1-1 0 0,2 1-305 16,-5-1-120-16,1 2-39 0,-3-1-46 0,2 2-48 15,2 0-431-15,-3 0-1070 0,2-2 474 0</inkml:trace>
  <inkml:trace contextRef="#ctx0" brushRef="#br0" timeOffset="251889.0185">8122 12847 174 0,'-2'3'487'0,"2"-3"9"0,-1 5 10 16,1-5 8-16,0 0 0 0,0 0-11 0,-2 3-31 0,2-3 1 16,0 0-28-16,0 0-18 0,5 3-22 0,-5-3-21 15,0 0-16-15,13 0-22 0,-8 0-13 16,-5 0-16-16,13 0-17 0,-6 0-17 0,2 0-17 0,3-2-88 16,-3 2-178-16,3 0 0 0,-1 0 0 0,7-2 0 15,3 2 0-15,0-1 0 0,-1 1 0 0,-3 0 0 16,1-3 0-16,3 1 0 0,8-1 0 0,-9 1 0 15,10 0 0-15,-11-1 0 0,3 0 0 0,-2 2 0 16,-3-2 0-16,2 2 0 0,-7 0 0 0,-1-2 0 16,-3 3 0-16,-1 0 0 0,0-1 0 0,-1 1 0 15,-6 0 0-15,9-1 0 0,-9 1 0 0,0 0 0 16,9 0 0-16,-9 0 0 0,3-2 0 0,-3 2 0 16,0 0 0-16,0 0 0 0,0 0 0 0,0 0-38 15,0 0-529-15,-22-3-68 0,22 3-524 0,-6-1-1255 16,2-1 555-16</inkml:trace>
  <inkml:trace contextRef="#ctx0" brushRef="#br0" timeOffset="253020.5483">9923 13019 157 0,'0'0'220'0,"-1"-3"7"0,1 3-4 0,0 0-1 16,-4-5-2-16,4 2 3 0,0 3 1 0,0 0 0 0,-5-3 4 16,5 3-1-16,0-5-2 0,0 5-4 0,0 0 3 15,0-5 4-15,0 5-4 0,-3-2-9 16,3 2-8-16,0 0-5 0,0 0-8 0,-1-5-5 0,1 5-6 16,0 0-4-16,0 0-6 0,0 0-10 0,5-4-14 15,-5 4-16-15,0 0-6 0,9 0-4 0,-9 0-2 16,10 3 7-16,2-2-15 0,1-1-1 0,1 2-9 15,1 1-5-15,8-2-10 0,-3 1-10 0,7-1 0 16,3 2-2-16,-1-2-8 0,7 2-4 0,-4-3-2 16,1 0-4-16,7 0 8 0,11-3-8 0,5 2 0 15,-2-2-2-15,7 2 9 0,-1 0 1 0,7-4 7 16,26-5 2-16,-30 7-2 0,26-4 0 0,-21 1 5 16,30-3 2-16,-1 4 1 0,-1-3 6 0,6 1 4 15,-1 0-7-15,-1 2-58 0,4-2-26 0,4-1 0 0,0 5 0 16,4-2 0-16,5-5 0 0,7 2 0 15,-5-3 0-15,0 2 0 0,4 2 0 0,0-2 0 0,8 2 0 16,2-3 0-16,-2 2 0 0,-1 1 0 0,3 0 0 16,-3 0 0-16,4-1 0 0,-3 2 0 15,7-2 0-15,-12-1 0 0,6 5 0 0,2-5 0 0,-1 4 0 16,0-2 0-16,4 2 0 0,-3 0 0 0,-5 4 0 16,4-3 0-16,-3 2 0 0,3-4 0 0,-1 2 0 15,-2-1 0-15,-1 1 0 0,-6 3 0 0,3-3 0 16,2 1 0-16,0 3 0 0,-5 1 0 0,2-4 0 15,-2 1 0-15,3 2 0 0,-1 0 0 0,1 0 0 16,-3 2 0-16,3-2 0 0,-1 0 0 0,-2 4 0 16,3-4 0-16,0 1 0 0,0-2 0 0,-1 1 0 15,2-1 0-15,1 2 0 0,-1 0 0 0,-3-1 0 16,4-1 0-16,-4-3 0 0,8 4 0 0,-7-4 0 16,3 4 0-16,-3-3 0 0,2 0 0 0,4-2 0 15,-2 1 0-15,-1-2 0 0,-1 4 0 0,-1-3 0 16,2 4 0-16,0-6 0 0,-2 2 0 0,-2-1 0 15,4 3 0-15,-1 1 0 0,-3 0 0 0,-2-2 0 0,-3 1 0 16,0-1 0-16,-7 3 0 0,2-2 0 16,-4 1 0-16,-4 0 0 0,-4-2 0 0,3 2 0 0,-3-1 0 15,-6-2 0-15,-1 4 0 0,-2-4 0 0,-1 2 0 16,-2 1 0-16,-28 0 0 0,30-2 0 0,-30 2 0 16,-1 1 0-16,34-1 0 0,-35-1 0 0,2 1 0 15,-4-1 0-15,-2-1 0 0,-3 4 0 0,-13-1 0 16,-3 0 0-16,2 1 0 0,-4-1 0 0,-1 0 0 15,-4-1 0-15,-5 1 0 0,-4 1 0 0,-3 0 0 16,-6 0 0-16,-1 0 0 0,1-1 0 0,-6 1 0 16,3 0 0-16,-3 1 0 0,-6-1 0 0,8-1 0 15,-3 2 0-15,-5-1 0 0,0 0 0 0,7 0 0 16,-7 0 0-16,0 0 0 0,0 0 0 0,0 0 0 16,0 0 0-16,0 0 0 0,0 0 0 0,0 0 0 15,-26 5-60-15,4-7-571 0,-10-5-619 0,-6 0-1355 16,-12-4 600-16</inkml:trace>
  <inkml:trace contextRef="#ctx0" brushRef="#br0" timeOffset="254237.6555">10718 13707 294 0,'0'-5'373'0,"0"5"24"16,0-7 14-16,1 3 6 0,-1 0 5 0,0 4-8 16,2-7 1-16,-1 4-11 0,0-1-14 0,2-1-3 15,-1 2-14-15,1-2-17 0,2 3-16 0,-4-2-23 16,2 0-23-16,1 0-17 0,2 0-23 0,-2 1-20 15,1 0-18-15,3-1-20 0,-1 2-20 0,6 1-24 16,-3 2-1-16,3 1-10 0,0 0-5 0,5 3-11 16,-5-2-5-16,4 3-111 0,0 4-9 0,1 0 0 15,0-1 0-15,-5 3 0 0,1 1 0 0,-3-1 0 16,0 4 0-16,1 2 0 0,-8 0 0 0,1-1 0 16,-1-2 0-16,-4 3 0 0,-4-1 0 0,4-2 0 0,-5 2 0 15,1-2 0-15,-6 3 0 0,2-9 0 16,-2 6 0-16,0-1 0 0,2-5 0 0,1-3 0 15,-1 1 0-15,4-2 0 0,-2 0 0 0,1-2 0 0,1-1 0 16,1 0 0-16,3-2 0 0,0 0 0 0,-11-6 0 16,8 1 0-16,1-2 0 0,4-3 0 15,-2-1 0-15,4-7 0 0,1 1 0 0,1 3 0 0,3-4 0 16,3-6 0-16,3 1 0 0,-1 2 0 0,-1 6 0 16,6-3 0-16,-3 5 0 0,8-4 0 0,-1 4 0 15,-9 4 0-15,1 2 0 0,3 1 0 0,0 7 0 16,1-2 0-16,-1 0 0 0,1 4 0 0,-1 4 0 15,-4 0 0-15,0 3 0 0,0-1 0 0,-5 1 0 16,3 6 0-16,-5-1 0 0,1 4 0 0,-3-3 0 16,-1 0 0-16,-1 1 0 0,-6-1 0 0,3 1 0 15,-4-6 0-15,3 3 0 0,-3-1 0 0,3-4 0 16,-3 0 0-16,1-2 0 0,1-3 0 0,1 1 0 16,-2-2 0-16,3 0 0 0,0-3 0 0,0 0 0 15,0 0 0-15,3-12 0 0,-2 3 0 0,5 1 0 16,-2-3 0-16,1-2 0 0,3-5 0 0,2 1 0 15,-5 1 0-15,5 1 0 0,-2 1 0 0,2-1 0 0,-1 2 0 16,-1 6 0-16,0-3 0 0,-1 4 0 0,1 0 0 16,0 3 0-16,1-1 0 0,-1 1 0 15,3 3 0-15,-2 1 0 0,2 4 0 0,-2-1 0 0,1 0 0 16,3 3 0-16,-4 6 0 0,0-3 0 0,-5 1 0 16,2 1 0-16,3 3 0 0,-2-2 0 0,-5-1 0 15,2 3 0-15,-1 1 0 0,2-1 0 0,-5-4 0 16,0 3 0-16,0-3 0 0,1-1 0 0,-2 1 0 15,2-3 0-15,-2-1 0 0,1 0 0 0,0-2 0 16,0-2 0-16,0 2 0 0,0-5 0 0,1 6 0 16,-1-3 0-16,0-3 0 0,0 0 0 0,5 1 0 15,-5-1-451-15,8-6-58 0,-3 1-41 0,1-1-48 16,3 1-417-16,1-2-1097 0,2-1 486 0</inkml:trace>
  <inkml:trace contextRef="#ctx0" brushRef="#br0" timeOffset="254622.8219">11779 13945 346 0,'0'0'494'0,"7"-4"12"0,-7 4 12 16,0 0-6-16,0 0-11 0,0 0-25 0,0 0-18 15,0 0-24-15,0 0-18 0,-11-5-20 0,11 5-27 16,0 0-26-16,0 0-25 0,0 0-22 0,0 0-37 16,0 0-23-16,0 0-5 0,0 0-4 0,-6 6-12 15,4-1-12-15,1 1-11 0,2 1-9 0,-2 2-121 16,1 1-62-16,0 1 0 0,0 0 0 0,0 1 0 16,3 0 0-16,-3-1 0 0,1 1 0 0,-1 3 0 15,0-5 0-15,1 3 0 0,1-3 0 0,-1 2 0 16,-2-1 0-16,1-1 0 0,0 1 0 0,0-1 0 15,-2-1 0-15,2 0 0 0,0-3 0 0,0-1 0 16,-1 0 0-16,0-1 0 0,-1 0 0 0,5-1 0 16,-3 0 0-16,0-3 0 0,0 5 0 0,0-5 0 15,0 0 0-15,0 0 0 0,0 0 0 0,0 0 0 16,8-16-383-16,-2 9-150 0,3-3-80 0,3-3-498 16,1-1-1203-16,7-6 533 0</inkml:trace>
  <inkml:trace contextRef="#ctx0" brushRef="#br0" timeOffset="255004.8302">12362 13693 380 0,'5'-10'435'0,"0"-1"10"0,-1 2 14 15,-2 0 4-15,1 1-4 0,-2 1-12 0,-1-2-19 16,0 4-15-16,0-2-1 0,0 2-10 0,0 0-10 15,0-1-17-15,0 6-15 0,-1-4-17 0,1 4-25 16,-1-4-31-16,1 4-27 0,0 0-26 0,0 0-6 16,0 0 12-16,0 0-6 0,0 0-57 0,-2 18-177 15,1-7 0-15,2 2 0 0,-3 2 0 0,3 3 0 16,-1 0 0-16,0 2 0 0,0-1 0 0,-1 6 0 16,-2-7 0-16,2 4 0 0,-2-3 0 0,1 1 0 15,-2-2 0-15,0 2 0 0,0-4 0 0,2 2 0 16,-2-1 0-16,0 0 0 0,0-5 0 0,3 0 0 15,-2 0 0-15,2-2 0 0,-3-1 0 0,3 0 0 16,0-2 0-16,-2-2 0 0,3 1 0 0,0-2 0 16,0 0 0-16,0-4 0 0,-1 6 0 0,1-6 0 15,0 0 0-15,1 4 0 0,-1-4 0 0,0 0 0 16,0 0 0-16,4-11 0 0,1 5 0 0,-4 0-390 16,-1-1-111-16,0-2-32 0,0 2-23 0,0-1-19 15,-1 1-365-15,-4 1-1017 0,5 0 449 0</inkml:trace>
  <inkml:trace contextRef="#ctx0" brushRef="#br0" timeOffset="255269.7306">12248 13893 92 0,'-4'-4'212'0,"-2"1"35"16,1-1 24-16,1 2 34 0,0-1 46 0,1-2 53 15,3 5 41-15,-6-4 35 0,3 1 15 0,0 0 13 16,3 3-2-16,-3-4 4 0,3 4-12 0,-2-4-12 16,2 4-18-16,0 0-31 0,0 0-34 0,1-6-43 15,5 5-36-15,0 0-28 0,3-2-203 0,9-2-93 16,0 3 0-16,1-2 0 0,9 0 0 0,2 1 0 15,-2-2 0-15,-1 0 0 0,2 0 0 0,-7 3 0 16,2-2 0-16,2 1 0 0,-7 0 0 0,0 2 0 16,0 0 0-16,-6 0 0 0,-1-1 0 0,-1 2 0 15,1-1 0-15,-6 0 0 0,2 0 0 0,-8 1 0 16,9 0 0-16,-9 0 0 0,6 0 0 0,-6 0 0 16,6-4 0-16,-6 4 0 0,4-1 0 0,-4 1 0 15,0 0 0-15,0 0-436 0,3-5-128 0,-3 5-59 16,0 0-472-16,0 0-1186 0,1-6 525 0</inkml:trace>
  <inkml:trace contextRef="#ctx0" brushRef="#br0" timeOffset="255974.6592">12834 13765 137 0,'0'0'427'0,"2"-7"21"0,-1 2 23 0,-1 2 18 16,3 1 0-16,-3 2-14 0,0-10-3 0,0 6-30 0,1 0-21 15,0 3-6-15,-1 1-38 0,1-8-14 0,-1 8-37 16,3-5-31-16,-3 5-32 0,4-2-30 0,-4 2-29 16,9 0-18-16,-9 0-19 0,14 2-20 15,-6 1-14-15,3 0-12 0,1 5-19 0,2-1-6 0,0 4-8 16,-3 2-11-16,3 2-10 0,-1 0-1 0,-4-3-13 16,1 3 0-16,-1-1 0 0,-1 0-18 0,-3-2-35 15,0-1 0-15,-4 0 0 0,2-1 0 0,-6 1 0 16,6 1 0-16,-6-3 0 0,-3 2 0 0,5-5 0 15,-3 2 0-15,-1-2 0 0,-2-1 0 0,2-2 0 16,1 2 0-16,-2-1 0 0,2-3 0 0,-1-1 0 16,5 0 0-16,0 0 0 0,-9-6 0 0,6-1 0 15,2 1 0-15,2-5 0 0,2-1 0 0,0-3 0 16,3-1 0-16,0 1 0 0,3 4 0 0,-1-3 0 16,2 0 0-16,4 0 0 0,-2 4 0 0,1-1 0 15,-2 3 0-15,-1 2 0 0,3-3 0 0,-1 6 0 16,-2-1 0-16,1 4 0 0,1-2 0 0,-1 4 0 15,1-1 0-15,-2 4 0 0,3 1 0 0,-6 0 0 16,2 1 0-16,-1 3 0 0,1-2 0 0,-4 2 0 16,0 1 0-16,-1-2 0 0,-1 2 0 0,-1-1 0 15,-2 1 0-15,4-2 0 0,-1-2 0 0,-1 0 0 16,-2 1 0-16,0-2 0 0,0-1 0 0,1 2 0 0,-1-4 0 16,3-2 0-16,-3 4 0 0,0-5 0 15,-3 5 0-15,3-5 0 0,0 0 0 0,0 0 0 16,0 0 0-16,7-11 0 0,-3 2 0 0,-2 0 0 15,2 0 0-15,1-2 0 0,-1 0 0 0,4-1 0 0,-2 0 0 16,2-3 0-16,-2 5 0 0,2-1 0 0,-2 4 0 16,-1-2 0-16,3 2 0 0,0 1 0 15,-1 0 0-15,0 3 0 0,-1 0 0 0,2 3 0 0,1 0 0 16,-3 3 0-16,2-1 0 0,2 3 0 0,0 1 0 16,-3 2 0-16,-1 0 0 0,0 2 0 0,2-2 0 15,-2 2 0-15,-2 1 0 0,1-3 0 0,-1 2 0 16,0 1 0-16,2-1 0 0,-6-5 0 0,4 7 0 15,-4-6 0-15,3 2 0 0,-2 1 0 0,2-4 0 16,-2 1 0-16,0 0 0 0,-1-1 0 0,0-2 0 16,0-3 0-16,0 5 0 0,3-1 0 0,-3-4 0 15,0 0-153-15,7 0-317 0,-7 0-66 0,9-5-62 16,-4 3-475-16,4-3-1161 0,0 0 513 0</inkml:trace>
  <inkml:trace contextRef="#ctx0" brushRef="#br0" timeOffset="256472.0684">13609 13979 33 0,'0'0'419'15,"0"0"15"-15,0 0 17 0,0 0 25 0,-13-6 8 16,13 6-4-16,-4-4-26 0,3 0-17 0,1 0-28 16,0 4-15-16,-2-3-28 0,2 3-27 0,0-6-27 15,0 6-25-15,2-5-27 0,-2 5-26 0,4-5-21 16,-3 2-34-16,4 0 0 0,-1 3-32 0,0-3-14 15,1 2-18-15,-5 1-7 0,9 0-8 0,0-3-14 16,-4 3-16-16,-5 0-8 0,13 3-6 0,-8-1 2 16,1 0-14-16,-2-1-2 0,3 5-10 0,-2-2 3 15,-1 1-2-15,1 1-9 0,0 0 1 0,-3 1-5 16,-1-1-5-16,1 1 1 0,-1 3 4 0,-2-2-9 16,-1 4 3-16,0-2 3 0,-4 2-5 0,-2 0 0 15,2 3 9-15,-6-3-10 0,-2 3-2 0,1 0-6 16,-1-1-3-16,4-3 0 0,0-2 0 0,-2-2 0 15,7 0 0-15,-1-2 0 0,1-1 0 0,1 0 0 16,-1-1 0-16,2-1 0 0,3-2 0 0,-5 4 0 16,5-4 0-16,0 0 0 0,0 0 0 0,0 0 0 15,0 0 0-15,28-7 0 0,-9 1 0 0,-1 1 0 16,4 1 0-16,5-4 0 0,2 2 0 0,-1 0 0 16,-1 1 0-16,1-1 0 0,0 2 0 0,1-1 0 15,-3 1 0-15,-5 0 0 0,-3 2 0 0,-4 1 0 16,-3-1 0-16,1 0 0 0,-5 1 0 0,0 0 0 0,-2 1 0 15,-5 0 0-15,10-1 0 0,-10 1 0 16,5 0 0-16,-5 0 0 0,0 0 0 0,0 0 0 16,0 0 0-16,0 0 0 0,0 0-145 0,-14 8-347 15,9-6-37-15,1 1-57 0,0-2-50 0,4-1-332 0,-6 1-1048 16,6-1 464-16</inkml:trace>
  <inkml:trace contextRef="#ctx0" brushRef="#br0" timeOffset="257008.8736">14722 13595 346 0,'4'-8'475'0,"0"0"12"0,-3 0 3 16,2 3-2-16,-2 1-9 0,-1 0 0 0,2 1-17 15,1 0-19-15,-3 3-28 0,1-5-25 0,-1 5-26 0,3-2-26 16,-3 2-31-16,0 0-22 0,0 0 7 0,0 0 7 16,0 0-9-16,-4 17-11 0,-1-11-12 0,4 5-9 15,-2-2-15-15,2 3-228 0,-2 6-15 0,-1-2 0 16,3 0 0-16,0 0 0 0,1 2 0 0,-3 1 0 16,6 0 0-16,-6 3 0 0,6 2 0 0,-6-3 0 15,6-3 0-15,-3 1 0 0,1-1 0 0,-1 1 0 16,0-2 0-16,0 1 0 0,0-1 0 0,0-5 0 15,1 0 0-15,-2 2 0 0,1-4 0 0,0-1 0 16,0-1 0-16,-4-1 0 0,4-1 0 0,0-1 0 16,0 0 0-16,0 0 0 0,0-1 0 0,0-1 0 15,0-3 0-15,0 0 0 0,0 5 0 0,0-5 0 16,0 0 0-16,0 0 0 0,0 0 0 0,4-13-153 16,-3 8-334-16,-1-1-31 0,0 0-27 0,0-1-21 15,-1 2-18-15,-3-1-306 0,3 0-964 0,-5 0 426 16</inkml:trace>
  <inkml:trace contextRef="#ctx0" brushRef="#br0" timeOffset="257289.6612">14511 13900 290 0,'-5'0'337'0,"-3"0"30"0,8 0 49 0,-11 0 38 16,6-2 33-16,5 2 30 0,-8 2-1 0,8-2 20 16,-8-2-8-16,8 2-6 0,-5 0-15 0,5 0-24 15,0 0-37-15,0-5-41 0,0 5-36 0,8-5-30 16,1 0-19-16,1 2-30 0,8-4-228 0,4 3-62 15,5-1 0-15,2 0 0 0,-1 0 0 0,2 3 0 16,-1-3 0-16,0-1 0 0,2 3 0 0,-3 1 0 16,-1 0 0-16,-4 0 0 0,-1-1 0 0,-3 1 0 15,0 0 0-15,-1 2 0 0,-4-3 0 0,-4-1 0 16,3 4 0-16,-7 0 0 0,2-2 0 0,0 0 0 16,-1 1 0-16,0-2 0 0,-2 1 0 0,-5 2 0 15,9-3 0-15,-8 2 0 0,3-1 0 0,-4 2-11 16,0 0-416-16,10-4-35 0,-7 3-35 0,-3 1-44 15,9-2-39-15,-4-2-366 0,1-1-1025 0,6 4 455 16</inkml:trace>
  <inkml:trace contextRef="#ctx0" brushRef="#br0" timeOffset="258874.371">15411 13709 264 0,'0'0'361'0,"0"0"1"0,0 0-4 16,0 0 5-16,4-4 1 0,-4 4-5 0,1-3-3 16,-1 3 0-16,0 0-7 0,0 0-4 0,3-2-12 15,-3 2-15-15,0 0-28 0,0 0-19 0,2-3-13 16,-2 3-27-16,0 0-15 0,0 0-11 0,10 0-23 15,-10 0 7-15,13 3-2 0,-1 0 1 0,-2 1-12 16,1 1-13-16,3 2-9 0,-1 4-11 0,1-4-15 16,-1 4-6-16,1 3-8 0,0 0-9 0,0 1-27 0,-5-2 8 15,0 1-14-15,1 1-1 0,-3-1-10 0,-6-2-48 16,3 0-13-16,-3-3 0 0,-1 2 0 0,0-2 0 16,-1 0 0-16,-3 0 0 0,3-2 0 0,-6 4 0 15,1-6 0-15,1 0 0 0,-3-1 0 0,3-1 0 16,1 1 0-16,-2-2 0 0,0-2 0 15,-1 2 0-15,7-2 0 0,0 0 0 0,-12-3 0 16,11 0 0-16,-4-1 0 0,4-4 0 0,1 1 0 0,1-6 0 16,2 4 0-16,0-4 0 0,5 1 0 0,-4 0 0 15,5-3 0-15,1-2 0 0,0 1 0 0,2 2 0 16,2-3 0-16,0 9 0 0,-1-5 0 0,1 4 0 16,-5 2 0-16,4-2 0 0,-2 5 0 0,2-1 0 15,0 0 0-15,1 2 0 0,2 1 0 0,-4 1 0 16,3 3 0-16,-2-1 0 0,-2 4 0 0,1-1 0 15,-3 0 0-15,5 1 0 0,-5 3 0 0,-4-1 0 16,5 4 0-16,-3-1 0 0,-1-2 0 0,-1 3 0 16,-2-1 0-16,-2-2 0 0,-1 2 0 0,1 0 0 0,-1-1 0 15,-1-2 0-15,0 0 0 0,0-1 0 0,-1-1 0 16,0 1 0-16,-1-2 0 0,2 2 0 16,1-6 0-16,-3 2 0 0,3-2 0 0,0 0 0 0,0 0 0 15,0 0 0-15,0 0 0 0,0 0 0 0,4-15 0 16,-4 8 0-16,4-3 0 0,0 2 0 15,1-4 0-15,1 2 0 0,-1-1 0 0,3 0 0 0,-1 0 0 16,3 3 0-16,-3-2 0 0,4 1 0 0,-1 1 0 16,-1 2 0-16,0-1 0 0,0 2 0 0,2 1 0 15,-2 2 0-15,0 1 0 0,2-3 0 0,1 5 0 16,-2-1 0-16,3 4 0 0,-4 0 0 0,0 1 0 16,0 1 0-16,-1 3 0 0,1-1 0 0,-3 2 0 15,3 1 0-15,-4-1 0 0,-3 1 0 0,2-1 0 16,-1 1 0-16,-1-2 0 0,0 4 0 0,0-5 0 15,-2 3 0-15,3-2 0 0,-6 0 0 0,3-1 0 16,-1 0 0-16,1-4 0 0,-3 4 0 0,1-2 0 16,1-2 0-16,1 2 0 0,-2-1 0 0,2-1 0 0,0-4 0 15,-1 6 0-15,1-6 0 0,-1 2 0 16,3 2 0-16,-2-4 0 0,0 0 0 0,0 0-288 16,9 0-179-16,-9 0-71 0,9-5-82 0,-6 1-427 0,1 0-1134 15,-3-1 503-15</inkml:trace>
  <inkml:trace contextRef="#ctx0" brushRef="#br0" timeOffset="259475.1106">16306 13950 183 0,'0'0'433'0,"0"0"19"0,0 0 8 0,0 0-4 15,0 0-12-15,0 0-16 0,0 0-17 0,0 0-18 16,0 0-10-16,0 0-12 0,0 0-5 0,2-11-15 16,-2 11-20-16,1-3-24 0,-1 3-11 0,2-6-22 15,-1 3-21-15,-1 3-21 0,0 0-23 0,4-4-20 16,-4 4-21-16,4-1-20 0,-4 1-18 0,7-4-15 16,-7 4-9-16,9 0-14 0,-9 0-6 0,10 0-11 15,-10 0-26-15,11 1-49 0,-6 1 0 0,0-1 0 16,0 2 0-16,0-2 0 0,0 2 0 0,-2 0 0 15,1 1 0-15,-2-3 0 0,0 4 0 0,-2 1 0 0,0-1 0 16,0 1 0-16,-2 0 0 0,0-1 0 0,-1 1 0 16,-1-2 0-16,-1 3 0 0,1-3 0 15,-3 1 0-15,2-3 0 0,-1 2 0 0,3 0 0 0,-1-1 0 16,0 1 0-16,1-3 0 0,2 1 0 0,1-2 0 16,-6 4 0-16,6-4 0 0,-2 4 0 15,2-4 0-15,0 0 0 0,0 0 0 0,0 0 0 0,0 0 0 16,0 0 0-16,11 2 0 0,-11-2 0 0,9 0 0 15,-3 0 0-15,0 1 0 0,3 1 0 0,0 1 0 16,0-1 0-16,1 2 0 0,-1 1 0 0,2 0 0 16,-4 2 0-16,3 1 0 0,-2-3 0 0,1 2 0 15,-4 1 0-15,3-1 0 0,-7 0 0 0,3-2 0 16,-4 1 0-16,-3 0 0 0,2 2 0 0,-8-2 0 16,0 3 0-16,-1-3 0 0,-8 1 0 0,1-1 0 15,0-1 0-15,-1-1 0 0,-3 0 0 0,3-2 0 16,6 0 0-16,0 0 0 0,-2-1 0 0,8 0 0 15,-1-1 0-15,0 2 0 0,0-2 0 0,7 0 0 0,-6-3 0 16,6 3 0-16,-3-6 0 0,3 6 0 16,3-6 0-16,1 1 0 0,1 1 0 0,4-3-201 15,0-1-135-15,1 2-72 0,6-1-55 0,-3 3-89 0,8 1-59 16,-2-3-326-16,1-3-1015 0,2 5 449 0</inkml:trace>
  <inkml:trace contextRef="#ctx0" brushRef="#br0" timeOffset="259877.5912">17001 13695 350 0,'-3'-13'536'0,"3"3"19"0,-1 1 4 15,0-3-7-15,-2 3 8 0,3 2-21 0,-1 2-21 16,1-2-27-16,-2 2-39 0,1 1-40 0,1 4-35 15,0-5-38-15,0 5-34 0,0 0-36 0,0 0-27 16,0 0 19-16,0 0-16 0,0 0-16 0,1 21-11 16,1-8-36-16,-2-1-182 0,2 4 0 0,1 0 0 15,0 4 0-15,-3-1 0 0,3 5 0 0,-1 2 0 16,0-6 0-16,0-1 0 0,-1 6 0 0,0-7 0 16,-1 0 0-16,1 2 0 0,-2-2 0 0,0-3 0 15,2 2 0-15,0 0 0 0,-3-5 0 0,-1-1 0 16,1 0 0-16,-1-1 0 0,-1-1 0 0,4-1 0 15,-1-3 0-15,-2 0 0 0,3 0 0 0,-1-1 0 16,1 1 0-16,0-5 0 0,-1 3 0 0,1-3 0 16,0 0 0-16,0 0 0 0,0 0 0 0,0 0-150 0,0 0-250 15,0 0-12-15,-2-17-19 0,1 12-13 16,0-2-12-16,0 1-3 0,-4 1-10 0,2-3 11 16,1 1-294-16,-5 0-815 0,3 2 360 0</inkml:trace>
  <inkml:trace contextRef="#ctx0" brushRef="#br0" timeOffset="260146.7223">16883 13946 280 0,'-5'-1'80'15,"1"-2"50"-15,-1 0 33 0,1 0 37 0,-5 3 33 16,9 0 32-16,-9-2 36 0,4 0 41 16,0 0 30-16,-2 1 31 0,7 1 18 0,-9-3 13 0,5 2 10 15,4 1 1-15,-7-4-9 0,7 4-10 0,-4-3-10 16,4 3-17-16,0 0-20 0,0 0-24 0,-7 0-24 16,7 0-33-16,0 0-27 0,0 0-28 0,0 0-119 15,18-4-124-15,-9 3 0 0,7-3 0 0,2 2 0 16,9 0 0-16,1 2 0 0,3-3 0 0,-2 2 0 15,2-2 0-15,0 3 0 0,1 0 0 0,-6 0 0 16,-3 0 0-16,-1 0 0 0,-4-1 0 0,-3 2 0 16,-2-3 0-16,-1-3 0 0,-1 5 0 0,-5 0 0 15,1-1 0-15,-2 0 0 0,-5 1 0 0,10-1 0 16,-5 0 0-16,-5 1 0 0,5-1 0 0,-5 1 0 16,0 0 0-16,0 0 0 0,0 0 0 0,0 0 0 15,0 0-1-15,-14-6-470 0,3 6-59 0,-2 2-73 16,-1-4-495-16,1 2-1189 0,2 0 526 0</inkml:trace>
  <inkml:trace contextRef="#ctx0" brushRef="#br0" timeOffset="260625.9776">17686 14097 242 0,'0'0'363'15,"0"0"23"-15,0 0-12 0,5 1 7 0,-5-1-11 16,0 0-12-16,0 0-12 0,0 0-24 0,10-2-28 0,-10 2-23 16,9-1-28-16,-4-1-25 0,-5 2-22 0,12-3-18 15,-6 2-24-15,0-1-12 0,2 1-22 16,2 1-46-16,-2 0-68 0,1-3-57 0,6 3-91 0,-3-1-60 16,-2 1-72-16,8-2-71 0,-6 2-326 0,1 0-727 15,0 0 322-15</inkml:trace>
  <inkml:trace contextRef="#ctx0" brushRef="#br0" timeOffset="260813.9737">18262 14082 387 0,'5'-2'390'0,"7"-3"7"0,-7 4-3 0,3-2-22 15,-2 3-26-15,0-2-34 0,2 1-22 0,-2-1-41 16,1 0-25-16,-1 1-22 0,1-3-32 0,1 3-58 15,0 0-62-15,3 1-67 0,-1 0-55 0,1 1-63 16,-3-1-56-16,3-1-56 0,1 0-50 0,-3 2-193 16,2-2-530-16,-2 1 235 0</inkml:trace>
  <inkml:trace contextRef="#ctx0" brushRef="#br0" timeOffset="260976.3408">18748 14064 90 0,'7'-1'216'0,"0"-3"1"15,-2 3-1-15,3 0-8 0,-1 1-12 0,-7 0-19 0,8-1-11 16,-3 0-13-16,0-1-9 0,-5 2-9 0,9-2-10 16,-4-1-14-16,4 3-14 0,-1 0-28 15,-1-1-47-15,5-4-67 0,7 2-76 0,-1 0-79 16,3 0-130-16,9-3-357 0,1 0 158 0</inkml:trace>
  <inkml:trace contextRef="#ctx0" brushRef="#br0" timeOffset="261150.9232">19246 14068 221 0,'4'0'432'0,"-4"0"27"0,9 0 14 15,-9 0-5-15,11-2-25 0,-7 1-36 0,3 0-37 16,-7 1-38-16,6-5-35 0,-2 4-28 0,5 0-32 16,-3 0-35-16,2 0-62 0,1-3-79 0,5 3-100 15,-2-1-91-15,1-1-84 0,0 1-92 0,5-3-96 16,-1 1-218-16,3-1-672 0,-1 0 297 0</inkml:trace>
  <inkml:trace contextRef="#ctx0" brushRef="#br0" timeOffset="261302.4328">19842 14018 121 0,'5'1'256'0,"-5"-1"-7"0,6 1-14 15,-6-1-21-15,0 0-27 0,0 0-17 0,0 0-26 16,9 0-28-16,-9 0-34 0,0 0-36 0,0 0-47 15,0 0-52-15,0 0-42 0,0 0-60 0,0 0-98 0,0 0-274 16,0 0 122-16</inkml:trace>
  <inkml:trace contextRef="#ctx0" brushRef="#br0" timeOffset="262344.9952">20994 13825 179 0,'-1'-4'405'15,"1"-2"17"-15,0 2 5 0,0 0 2 0,0-1-4 0,0-1-5 16,0 1-11-16,0 0-12 0,0-1-13 16,0 2-12-16,0-1-6 0,0 2-10 0,1 0-21 15,-1 3-8-15,3-9-29 0,-3 5-24 0,0 0-18 16,4 3-14-16,-4 1-22 0,1-7-26 0,3 4-17 0,0-1-21 16,0 1-14-16,-4 3-12 0,11 0-19 15,-6-5-15-15,8 3-9 0,-3 4-6 0,3 2-10 16,1-3-68-16,4 3-3 0,0 5 0 0,-3-4 0 0,3 8 0 15,0-3 0-15,-4 4 0 0,-4-1 0 0,4 0 0 16,-5 1 0-16,-1 0 0 0,-3-3 0 16,-1 1 0-16,1 3 0 0,-4-3 0 0,-2 4 0 0,-4 1 0 15,1-3 0-15,-1 1 0 0,-7-2 0 0,1-1 0 16,0 0 0-16,1-5 0 0,0 0 0 0,1-1 0 16,0-1 0-16,3 0 0 0,0-3 0 0,1 0 0 15,1 0 0-15,4-2 0 0,0 0 0 0,-8-5 0 16,7 0 0-16,2-2 0 0,2-3 0 0,2-1 0 15,2-6 0-15,6 2 0 0,1-3 0 0,1 0 0 0,4-4 0 16,-2 1 0-16,0 0 0 0,-2 7 0 0,-2 0 0 16,1 2 0-16,0-1 0 0,-4 4 0 15,-1 2 0-15,3-1 0 0,-4 3 0 0,3 1 0 0,-5 2 0 16,2 0 0-16,1 0 0 0,-1 2 0 0,-1 0 0 16,2 4 0-16,1-1 0 0,0 4 0 0,-1 1 0 15,3 5 0-15,-4-3 0 0,1 3 0 0,-4-1 0 16,5 2 0-16,-2 1 0 0,-3-1 0 0,-1-2 0 15,0-1 0-15,-2-2 0 0,1 2 0 0,-1 1 0 16,-2-6 0-16,0 1 0 0,0 1 0 0,0-2 0 16,0-2 0-16,0 1 0 0,0-1 0 0,0-1 0 15,3 0 0-15,-3-3 0 0,0 4 0 0,0-4 0 16,0 0 0-16,0 0 0 0,0 0 0 0,0 0 0 16,8-9 0-16,-6 6 0 0,2-7 0 0,1 0 0 15,1-1 0-15,-1 0 0 0,2 3 0 0,-1-5 0 16,5-1 0-16,-3 5 0 0,0-2 0 0,2-1 0 15,0 3 0-15,-2 2 0 0,1 2 0 0,1-1 0 16,-3-1 0-16,-1 4 0 0,3-3 0 0,1 8 0 16,-1-2 0-16,0 5 0 0,4 1 0 0,-4 1 0 15,1 1 0-15,-2 1 0 0,1 0 0 0,0 0 0 0,-1 2 0 16,-1-2 0-16,-3 1 0 0,0 2 0 0,1-6 0 16,-1 8 0-16,-2-10 0 0,1 7 0 0,-2-4 0 15,0-1 0-15,-1-1 0 0,2 1 0 0,-2 0 0 16,1 0 0-16,-1 0 0 0,1-1 0 0,2 0 0 15,-3 1 0-15,1-1 0 0,0-2 0 0,2 1 0 16,-2 0 0-16,0 0-141 0,2 0-194 0,1-2-46 16,0 0-54-16,0 1-43 0,3-1-46 0,-1-1-48 15,1-1-316-15,1 2-961 0,-2-5 425 0</inkml:trace>
  <inkml:trace contextRef="#ctx0" brushRef="#br0" timeOffset="262661.5686">21954 14018 337 0,'5'-3'448'0,"-5"3"33"16,0 0 29-16,4-1 20 0,-4 1 8 15,0 0 8-15,0 0-10 0,0 0-19 0,0 0-22 16,0 0-25-16,0 0-27 0,0 0-33 0,0 0-40 16,0 0-38-16,0 0-35 0,0 0-28 0,0 0-29 0,0 0-19 15,-4 11-20-15,4-4-201 0,2 1 0 0,-1 3 0 16,0 6 0-16,1-1 0 0,0-2 0 0,-1 4 0 15,-1-2 0-15,0-1 0 0,-1 1 0 0,2-4 0 16,1 0 0-16,-4-1 0 0,4 0 0 0,-4-2 0 16,2-2 0-16,0 2 0 0,0-4 0 0,-1 2 0 15,2-2 0-15,-1-1 0 0,0 0 0 0,0-4 0 16,0 6 0-16,0-6 0 0,3 3 0 0,-3-3 0 16,0 0 0-16,0 0 0 0,0 0 0 0,0 0 0 15,13-11 0-15,-9 6-100 0,3-5-285 0,-2 2-55 16,3-3-55-16,-2-1-66 0,3-2-474 0,-3-3-1122 15,2 2 496-15</inkml:trace>
  <inkml:trace contextRef="#ctx0" brushRef="#br0" timeOffset="263206.1506">22004 13784 199 0,'0'0'324'0,"0"0"0"0,0 0-1 0,0 0-20 15,-4-1-19-15,4 1-15 0,0 0-20 0,0 0-7 16,0 0-9-16,0 0-15 0,0 0-22 0,0 0-19 15,0 0-7-15,0 0-4 0,0 0-2 0,0 0-14 0,0 0-9 16,0 0-5-16,0 0-9 0,0 9-6 16,0-9-6-16,0 0-7 0,0 0-4 0,2 5-12 15,-2-5-3-15,0 0-8 0,0 0-3 0,0 0-7 16,0 0-3-16,0 0-3 0,0 0-3 0,0 0-4 0,0 0 3 16,0 0 6-16,0 0 2 0,0 0 6 0,0 0-3 15,0 0 0-15,0 0 0 0,0 0 0 0,0 0 4 16,0 0 3-16,0 0 0 0,0 0-3 0,0 0 4 15,0 0-8-15,0 0-4 0,-7-11-9 0,7 11-8 16,0 0-8-16,0 0-4 0,0 0-6 0,0 0-5 16,0 0-2-16,0 0 0 0,0 0-6 0,0 0-4 15,0 0-2-15,0 0-3 0,0 0-4 0,0 0 5 16,0 0-6-16,13 9 5 0,-13-9-5 0,0 0-4 16,0 0 2-16,0 0 2 0,0 0 2 0,0 0-8 15,0 0 3-15,0 0 0 0,0 0 2 0,0 0-3 16,-8 3-11-16,8-3-6 0,0 0-12 0,-5 3-6 15,5-3-13-15,0 0-12 0,0 0-15 0,0 0-21 16,-9 0-32-16,9 0-32 0,0 0-44 0,0 0-57 16,0 0-53-16,0 0-66 0,0 0-68 0,0 0-355 15,0 0-867-15,0 0 384 0</inkml:trace>
  <inkml:trace contextRef="#ctx0" brushRef="#br0" timeOffset="267816.7682">10020 11021 129 0,'3'-7'259'16,"1"1"3"-16,-2 1 0 0,1-1-5 0,-2 1 1 15,3-1 14-15,-2 0-3 0,1 2 8 0,0-1 12 16,-1 2 2-16,-2-1 4 0,0-2 2 0,2 3 0 16,-1-1 1-16,0 0 0 0,-1 4 1 0,-1-6 4 15,1 6 2-15,1-6-8 0,-1 6-5 0,0-4-2 0,0 4-15 16,0 0-26-16,0 0 6 0,0-3-38 15,0 3-23-15,0 0-16 0,0 0-14 0,0 0-32 16,0 0 0-16,0 0 9 0,-6 13 0 0,-1-5-124 0,1 3-17 16,-4 5 0-16,1 1 0 0,-5 5 0 0,-3 0 0 15,4 5 0-15,-6-2 0 0,5 3 0 16,-3-1 0-16,3 1 0 0,-2-2 0 0,2 1 0 16,0-3 0-16,6-5 0 0,0 0 0 0,4-1 0 0,-2-1 0 15,6 0 0-15,0-1 0 0,4-5 0 0,5 2 0 16,2 0 0-16,5-2 0 0,0-2 0 0,3-3 0 15,9-1 0-15,-7-3 0 0,-2 2 0 0,2-3 0 16,-10-1 0-16,9-4 0 0,-7 0 0 0,0 0 0 16,-3 0 0-16,2-5 0 0,-7 5 0 0,4-5 0 15,-3-2 0-15,-2 1 0 0,-3 0 0 0,-1-2 0 16,2 2 0-16,-5 0 0 0,-1-2 0 0,2 4 0 16,-5-2 0-16,0 3 0 0,-5 0 0 0,3 1 0 15,-1 0 0-15,4 4 0 0,-3-1 0 0,-2 2 0 16,3 1 0-16,0 1 0 0,0 0 0 0,-6 1 0 15,0 6 0-15,0-4 0 0,1 1-146 0,-2 4-321 16,-3-3-44-16,0 1-62 0,-1 0-51 0,-2 0-355 0,1-1-1060 16,1-1 470-16</inkml:trace>
  <inkml:trace contextRef="#ctx0" brushRef="#br0" timeOffset="269054.3364">10455 11194 96 0,'0'0'390'0,"0"0"8"0,0 0 17 0,-1-5 2 0,1 5-10 16,-3-3-5-16,3 3-6 0,0 0 3 0,-5-5-14 15,5 5 8-15,-1-2-3 0,1 2-7 0,-2-4-10 16,2 4-20-16,0 0 0 0,-1-6-12 0,1 6-21 16,-2-2-20-16,2 2-18 0,0 0-19 0,1-6-29 15,-1 6-19-15,1-5-20 0,0 3-104 0,-1 2-91 16,7-4 0-16,-3 3 0 0,3-1 0 0,1 2 0 15,2-1 0-15,0 1 0 0,1 1 0 0,-1 2 0 16,4 1 0-16,-4 2 0 0,2-2 0 0,-1 1 0 16,-1 1 0-16,3 2 0 0,-4 1 0 0,0-2 0 0,-4 4 0 15,0-4 0-15,0 4 0 0,2-2 0 16,-7 2 0-16,1 1 0 0,-5-2 0 0,3 0 0 16,-8-1 0-16,4 1 0 0,-3 1 0 0,-1-4 0 0,-1 1 0 15,1-1 0-15,1-3 0 0,3 0 0 0,-2 0 0 16,4-1 0-16,-3-2 0 0,6-1 0 0,0 0 0 15,-9-2 0-15,9 2 0 0,0-10 0 0,2 4 0 16,2-3 0-16,1-1 0 0,0-2 0 0,5-1 0 16,-1-2 0-16,3 1 0 0,-1 1 0 0,1-1 0 15,3 0 0-15,-2 3 0 0,-1 2 0 0,-1 0 0 16,-2 2 0-16,5 0 0 0,-5 2 0 0,4 1 0 16,-4 1 0-16,-3 2 0 0,6 1 0 0,-6 0 0 15,2 1 0-15,3 0 0 0,-6 2 0 0,3 3 0 16,0 1 0-16,-1 0 0 0,1 0 0 0,-3 0 0 15,-1-2 0-15,2 5 0 0,-2-6 0 0,-3 6 0 16,2-3 0-16,-2 0 0 0,-1-1 0 0,4 0 0 0,-4 0 0 16,0-2 0-16,0 1 0 0,1-1 0 0,-1-4 0 15,-1 6 0-15,1-6 0 0,0 0 0 16,0 3 0-16,0-3 0 0,0 0 0 0,0 0 0 16,4-12 0-16,-3 6 0 0,3 0 0 0,0-1 0 0,1-1 0 15,0-1 0-15,-1 3 0 0,4-5 0 0,-3 4 0 16,0-2 0-16,1 2 0 0,1 2 0 15,-1-2 0-15,1 4 0 0,0-2 0 0,1 3 0 0,-1-1 0 16,1 2 0-16,0 0 0 0,-1 2 0 0,1 2 0 16,0-1 0-16,1 0 0 0,-3 3 0 0,0 0 0 15,2 3 0-15,-3-2 0 0,2 3 0 0,-1-1 0 16,-5 2 0-16,3-2 0 0,-3 2 0 0,-1 0 0 16,0 0 0-16,0-4 0 0,-1 4 0 0,1-3 0 15,-2 0 0-15,-1-1 0 0,3 0 0 0,-3-1 0 0,3-2 0 16,-1 1 0-16,1-4 0 0,0 5-30 15,0-5-292-15,0 0-75 0,0 0-71 0,0 0-78 16,0 0-75-16,19-11-348 0,-8 4-1048 0,0 1 465 0</inkml:trace>
  <inkml:trace contextRef="#ctx0" brushRef="#br0" timeOffset="269420.1223">11219 11214 154 0,'1'-4'518'0,"7"2"30"0,-8 2 29 0,3-4 27 16,-1 0-4-16,-2 4-9 0,4-2-14 0,-4 2-19 16,5-4-27-16,-5 4-43 0,0-4-18 0,0 4-32 15,0 0-38-15,4-3-38 0,-4 3-39 0,0 0-33 16,0 0-128-16,0 0-162 0,0 0 0 0,0 0 0 16,0 0 0-16,0 14 0 0,-3-7 0 0,3 2 0 15,-1 3 0-15,2-2 0 0,-1 2 0 0,-1 1 0 16,1-2 0-16,0 5 0 0,0-1 0 0,-1-3 0 15,1 0 0-15,0 0 0 0,-4 0 0 0,4 0 0 16,0 0 0-16,-4-4 0 0,4 4 0 0,-4-1 0 16,4-6 0-16,0 1 0 0,-1-1 0 0,-3-1 0 0,4 0 0 15,0-4 0-15,-1 4 0 0,1-4 0 16,1 5 0-16,3-3 0 0,-4-2 0 0,0 5 0 0,0-5 0 16,0 0 0-16,0 0 0 0,0 0 0 0,0 0 0 15,0 0 0-15,0 0 0 0,0 0 0 0,1-14-97 16,-1 14-443-16,-6-7-62 0,6 0-43 0,-4 1-407 15,-1 1-1139-15,-3-3 505 0</inkml:trace>
  <inkml:trace contextRef="#ctx0" brushRef="#br0" timeOffset="270370.3435">9789 11748 2 0,'0'0'307'0,"-14"-2"1"15,8 0-2-15,-2 0 2 0,0 1-2 0,-2-2-4 16,1 2 4-16,1 2 11 0,-1-3-1 15,-2 2 1-15,2-4-8 0,-1 4 18 0,2 0-12 0,2-2-12 16,6 2-12-16,-13 2-9 0,5-2-14 0,1 0-4 16,7 0-22-16,-12 1-10 0,7 1-6 0,-1-1-21 15,1 0-12-15,5-1-9 0,-9 1-10 0,9-1-14 16,-6 0-11-16,6 0-12 0,0 0-3 0,-5 3-8 16,5-3-8-16,0 0 3 0,0 0-2 0,0 0-15 15,0 0 0-15,0 0-95 0,13 3-9 0,-1-1 0 16,7-1 0-16,1 1 0 0,8-2 0 0,4-1 0 15,7 2 0-15,15-1 0 0,5-3 0 0,5 0 0 16,29-2 0-16,2 0 0 0,-3 0 0 0,9-9 0 16,4 9 0-16,2-3 0 0,2-4 0 0,12 2 0 15,1-7 0-15,-1 3 0 0,-3 1 0 0,-6-1 0 16,-1 3 0-16,-16-2 0 0,-30 5 0 0,1 2 0 0,-3-1 0 16,-9-1 0-16,2 2 0 0,-16-2 0 15,-3 3 0-15,-3 0 0 0,-1-1 0 0,-2 1 0 16,-4-2 0-16,-10 3 0 0,-3 3 0 0,-3 0 0 0,1-2 0 15,-2 2 0-15,-2 0 0 0,-2 2 0 0,2-1 0 16,-3 0 0-16,-5 0 0 0,9 1 0 0,-5 0 0 16,-4-1 0-16,6 2 0 0,-6-2 0 0,7 2 0 15,-4 2 0-15,0-2-202 0,-3-2-258 0,2 7-47 16,-4-4-51-16,2-3-57 0,-3 8-361 0,-1-6-1055 16,-5-2 467-16</inkml:trace>
  <inkml:trace contextRef="#ctx0" brushRef="#br0" timeOffset="271305.2219">10032 12411 236 0,'0'0'356'0,"0"0"-6"16,0 0-14-16,0 0 1 0,0 0-18 0,0 0-13 15,0 0-21-15,0 0 0 0,0 0-18 0,0 0-1 16,1-6-8-16,-1 6-5 0,0 0-5 0,0 0-2 16,-14-2-5-16,14 2-5 0,-9-2 1 0,4 1-3 15,-3-1-5-15,2 0-1 0,-3-3 6 0,0 3 4 16,0-2 2-16,0-1 6 0,3 0 0 0,-5-2-4 16,4 0-5-16,-2-3-12 0,0 0-5 0,1-4-13 15,-2-2-104-15,2-1-103 0,1 0 0 0,0-8 0 16,1 8 0-16,5-2 0 0,-2 2 0 0,3 0 0 0,2-4 0 15,0 0 0-15,4 3 0 0,-1 1 0 0,3 1 0 16,-1 0 0-16,0 2 0 0,6 1 0 0,-7 3 0 16,3 2 0-16,1-3 0 0,2 3 0 0,0 2 0 15,-1-3 0-15,2 4 0 0,1 2 0 0,-1 0 0 16,-1 2 0-16,1-2 0 0,5 6 0 0,-1 0 0 16,-6-1 0-16,7 5 0 0,-8 0 0 0,3-2 0 15,-4 3 0-15,-2 1 0 0,1 1 0 0,0 0 0 16,-3 2 0-16,-1-2 0 0,-3 1 0 0,-1 0 0 15,-1 0 0-15,-3 5 0 0,-4-2 0 0,-3-1 0 0,-4 1 0 16,-8 3 0-16,7-6 0 0,-8 6 0 16,-2-7 0-16,1 2 0 0,7-2 0 0,-1-1 0 15,-3-2 0-15,5-3 0 0,4-1 0 0,1 1 0 0,4-3 0 16,-1 1 0-16,3 0 0 0,2-1 0 0,-1 0 0 16,5-1 0-16,0 0 0 0,-9-4 0 15,9 4 0-15,0-4 0 0,0 4 0 0,4-6 0 0,1 1 0 16,1 1 0-16,2 1 0 0,-3 0 0 0,8 0-313 15,1-1-197-15,4 2-50 0,2 0-48 0,1 1-426 16,1 2-1119-16,-1 0 495 0</inkml:trace>
  <inkml:trace contextRef="#ctx0" brushRef="#br0" timeOffset="271789.1415">10314 12270 101 0,'2'-10'462'16,"0"3"11"-16,-2-5 6 0,1 6 3 15,1-1-3-15,-2-2-8 0,0 2-26 0,0 3-19 0,0 4-26 16,-2-7-29-16,2 4-15 0,0 3-33 0,0-6-29 16,-1 4-30-16,1 2-30 0,0-7-35 0,0 7-8 15,0 0-16-15,0 0-17 0,0 0-19 0,-13 9-11 16,7-4-12-16,2-1-11 0,-1 2-16 0,1-1-6 15,0 4-15-15,0-2-1 0,1 1-10 0,-2-1 4 16,3-1-11-16,0 2-4 0,-1 0-2 0,2-2-5 16,0 1-4-16,-1-2-12 0,2 0 1 0,0 0 7 15,0-1 0-15,4 3-7 0,-2-6 3 0,1 4-5 16,2 0 3-16,0 1 0 0,2-4-3 0,-1 2 1 16,1 1-19-16,0-1-4 0,0 1 0 0,0 0 0 15,1-1 0-15,-7 1 0 0,8 0 0 0,-5 0 0 16,1-1 0-16,0 3 0 0,-1-3 0 0,0 2 0 0,-3 1 0 15,-1 0 0-15,0 0 0 0,-1 1 0 16,-3-1 0-16,-1 1 0 0,1-3 0 0,-5 3 0 16,0-1 0-16,0-1 0 0,-1-1 0 0,-3 0 0 0,4 1 0 15,-1-3 0-15,-1 1 0 0,-1-1 0 0,2 0 0 16,2-1 0-16,1 0 0 0,-5-2 0 0,8 0 0 16,4 0 0-16,-10-3-31 0,10 3-191 0,-5-6-52 15,9 1-64-15,0 2-44 0,3-3-58 0,4 1-74 16,3-2-62-16,1-3-327 0,5-1-978 0,5-1 434 15</inkml:trace>
  <inkml:trace contextRef="#ctx0" brushRef="#br0" timeOffset="272588.4469">10732 12223 206 0,'0'-4'425'16,"-1"0"24"-16,0-1 26 0,1 2 11 0,-2-3-3 16,1 2-7-16,1-1-13 0,0-1-15 15,0 0-7-15,1-1-19 0,-1 1-13 0,3 0-33 0,1 1-17 16,-2-1-28-16,2-3-21 0,1 4-28 0,-2-1-32 16,2 1-19-16,1-1-21 0,4 1-14 0,2-1-20 15,-3 1-11-15,-3 1-43 0,7 3-122 0,0 0 0 16,0 1 0-16,0 2 0 0,-1 0 0 0,-2 0 0 15,2 3 0-15,-1 1 0 0,-2-1 0 0,0 3 0 16,2 1 0-16,-6-1 0 0,1 4 0 0,-2-1 0 16,-3 8 0-16,-2-4 0 0,-4 1 0 0,-3 1 0 15,-2-3 0-15,-2 0 0 0,-7 6 0 0,5-8 0 16,-11 1 0-16,3-2 0 0,-2-2 0 0,-2 0 0 16,-1-3 0-16,-1 0 0 0,5-4 0 0,4-1 0 15,0 1 0-15,0-2 0 0,6 0 0 0,1-3 0 16,-2 0 0-16,5-3 0 0,0-2 0 0,-1-2 0 0,6-1 0 15,3-2 0-15,1-3 0 0,0 0 0 16,0-2 0-16,7-1 0 0,5-3 0 0,1 0 0 16,5 1 0-16,-8 6 0 0,8 1 0 0,-5-3 0 0,2 3 0 15,8-1-349-15,-4 5-87 0,-2-1-16 0,-2 2-11 16,1-1-4-16,0 1 6 0,-3 0 0 0,1 1 13 16,0 1 21-16,-4 0 18 0,-1 2-228 0,-2 3-689 15,-3-4 305-15,-2 2 2664 0,1 0-1848 0,2 1 53 16,-4-1 66-16,0-2 51 0,-1 2 39 0,0-1 45 15,0 5 50-15,-1-8 34 0,0 4 39 0,-3-2 38 16,4 3 46-16,0-3 43 0,-4 0 34 0,3 0 30 16,-3 0 16-16,3 0 26 0,-2 0 11 0,3 2 14 15,-4-1 4-15,4 0 4 0,-2 1-17 0,-1 0-9 16,2 1-20-16,1 3-23 0,-3-5-191 0,3 5-178 16,0 0 0-16,0 0 0 0,0 0 0 0,0 0 0 15,0 17 0-15,3-7 0 0,-3 6 0 0,1 2 0 16,-1 1 0-16,0 7 0 0,3 2 0 0,-6 0 0 0,3 2 0 15,-1-1 0-15,-2 0 0 0,-3 5 0 0,5-4 0 16,-6 1 0-16,3-2 0 0,-2 3 0 16,2-1 0-16,-1-5 0 0,-4 3 0 0,5-4 0 0,3-6 0 15,-5 0 0-15,3 0 0 0,-3-1 0 0,4-3 0 16,-3 1 0-16,4-4 0 0,1-1 0 0,-2-1 0 16,2 0 0-16,-2-3 0 0,2 0 0 0,0-2 0 15,-1 2 0-15,1-1 0 0,0-2 0 0,0-1 0 16,-1 0 0-16,1-3 0 0,0 5 0 0,0-5 0 15,0 5 0-15,0-5 0 0,0 0 0 0,0 0 0 16,0 0 0-16,0 0 0 0,0 0 0 0,14-13 0 16,-12 6 0-16,7-1 0 0,-5 2-271 0,1-3-405 15,4 0-532-15,-3-2-1307 0,3-2 578 0</inkml:trace>
  <inkml:trace contextRef="#ctx0" brushRef="#br0" timeOffset="273106.0285">11048 12282 72 0,'9'-9'507'0,"-4"0"7"0,3 2 7 0,-3 2 0 16,1-3-8-16,-2 3-19 0,0 0-19 0,0 0-27 16,-3 1-38-16,1 1-40 0,-2 3-37 0,4-4-20 15,-4 4-43-15,4-2-35 0,-4 2-12 0,0 0-24 16,0 0-20-16,0 0-18 0,-10 9-18 0,6-6-12 15,1 2-25-15,-3 3 5 0,2 3-13 0,2-4-2 16,-6 3-20-16,7-1-12 0,-3 0 0 0,0-2-6 16,0 3 2-16,2-7-12 0,-1 2-6 0,2 2-5 15,1-3 0-15,0 1 1 0,1-1-2 0,2 1 1 16,-2-1-7-16,4-2 9 0,-1 3-3 0,4-3 5 16,-1 2-36-16,3 0-5 0,1-2 0 0,-4 2 0 15,4 0 0-15,-2 0 0 0,2 1 0 0,-5-2 0 0,1 1 0 16,-2 1 0-16,1 0 0 0,-1-2 0 0,0 2 0 15,-2 0 0-15,-2-1 0 0,3 1 0 0,-6 0 0 16,0 1 0-16,-2 0 0 0,1 2 0 0,-7-1 0 16,2 0 0-16,-3-1 0 0,-2-3 0 0,-3 6 0 15,2-7 0-15,0 3 0 0,3 0 0 0,-2-1 0 16,1-2 0-16,2-1 0 0,1 0 0 0,1 0 0 16,2 1 0-16,6-2 0 0,-11 2 0 0,5 0 0 15,6-2 0-15,-6 0 0 0,6 0 0 0,0 0 0 16,-4-6 0-16,4 6 0 0,0-3 0 0,0 3 0 15,0 0 0-15,9-6 0 0,-5 1 0 0,1 4 0 16,-1-1-124-16,6-1-125 0,-5 2-25 0,4 0-31 16,4 0-14-16,-5-2-5 0,-2-1-14 0,2 2-17 15,-3 0-20-15,5-1-25 0,-2 1-27 0,-2 2-27 16,-2-1-255-16,4-3-766 0,-3-2 339 0</inkml:trace>
  <inkml:trace contextRef="#ctx0" brushRef="#br0" timeOffset="273974.6609">11482 11954 161 0,'0'0'401'0,"0"0"13"0,0-7 23 16,0 7 9-16,-1-5 8 0,1 5 1 0,4-3 25 16,-4 3-4-16,0-4 1 0,0 4-10 0,0-5-6 15,0 5-13-15,0 0-8 0,0 0-20 0,1-4-19 16,-1 4-21-16,0 0-23 0,0 0-25 0,0 0-48 15,0 0-284-15,0 0 0 0,0 0 0 0,0 0 0 16,0 0 0-16,0 0 0 0,0 0 0 0,0 0 0 16,3 16 0-16,-2-5 0 0,2 0 0 0,-1 1 0 0,1 3 0 15,1 3 0-15,-2 2 0 0,2-2 0 16,-3 1 0-16,-1-1 0 0,4 7 0 0,-1-8 0 16,-1 1 0-16,-1 0 0 0,1 2 0 0,2-3 0 0,-4 0 0 15,0 0 0-15,1-2 0 0,-1-3 0 0,0 0 0 16,0 2 0-16,-4-6 0 0,4 3 0 0,0-5 0 15,0 1 0-15,3-2 0 0,-2 1 0 0,-1-2 0 16,-1 0 0-16,1-4 0 0,-3 6 0 0,3-2 0 16,0-4 0-16,0 0 0 0,0 0 0 0,0 0 0 15,0 0 0-15,0 0-230 0,0-18-337 0,0 12-60 16,0-5-502-16,-1 4-1221 0,-2-11 541 0</inkml:trace>
  <inkml:trace contextRef="#ctx0" brushRef="#br0" timeOffset="274374.1086">11373 12014 67 0,'-2'-5'472'0,"2"5"13"0,2-5 15 16,-2 5 14-16,0-7 4 0,0 3-15 0,0 4-13 16,1-6-17-16,-1 6-37 0,0-5-32 0,0 5-21 15,1-6-28-15,0 5-34 0,-1 1-35 0,5-4-27 16,0 3-27-16,3-2-28 0,-3 2-15 0,3 0-17 15,6 0-26-15,0 1-2 0,4 2-11 0,0 1-11 16,4 1-10-16,6-1-13 0,-1 7-8 0,-7-5-10 16,4 5-81-16,-5-2 0 0,3 0 0 0,-8 3 0 15,4 0 0-15,-4-1 0 0,3 3 0 0,-7-1 0 16,4 0 0-16,-5 3 0 0,0-2 0 0,-4-1 0 16,-1 0 0-16,-4 1 0 0,0-2 0 0,-4 6 0 15,-2-2 0-15,-7 7 0 0,0-6 0 0,-6 3 0 16,-3-1 0-16,1 0 0 0,1-1 0 0,1-9 0 15,1 3 0-15,2-2 0 0,-1 0 0 0,6-2 0 0,-1-2 0 16,2 0 0-16,3-2 0 0,1 2 0 16,2-4 0-16,-1 1 0 0,0 1 0 0,5-3 0 15,-4 1 0-15,4-1 0 0,0 0 0 0,0 0 0 0,0 0 0 16,0 0 0-16,18-9-47 0,-5 6-348 0,-2 0-69 16,1 3-69-16,7-5-70 0,-6 3-423 0,7 1-1110 15,-2-2 492-15</inkml:trace>
  <inkml:trace contextRef="#ctx0" brushRef="#br0" timeOffset="274707.1078">11909 12287 366 0,'0'-5'481'0,"0"0"29"16,0 0 30-16,-1 0 26 0,-2 0 20 0,2-2-6 15,-3 3-3-15,3-1-14 0,0 2-16 0,-2-1-23 0,3 4-41 16,-1-4-22-16,-2 1-36 0,3 3-36 15,0 0-38-15,-4-5-109 0,4 5-242 0,0 0 0 16,0 0 0-16,0 0 0 0,-1 14 0 0,1-7 0 0,1 3 0 16,-1 1 0-16,0 2 0 0,0-2 0 0,0 1 0 15,0 5 0-15,3-2 0 0,-3 2 0 0,0-2 0 16,1 1 0-16,2-4 0 0,-3 1 0 0,4-1 0 16,-4 1 0-16,1-4 0 0,-1 3 0 0,1-2 0 15,3-1 0-15,-4 0 0 0,0-2 0 0,0-2 0 16,0 2 0-16,-4-2 0 0,4 1 0 0,0-3 0 15,4 1 0-15,-8 0 0 0,4-4 0 0,0 4 0 16,0-4 0-16,0 0-402 0,0 0-77 0,0 0-31 16,0 0-29-16,0 0-10 0,0 0-403 0,-1-14-1032 15,1 8 457-15</inkml:trace>
  <inkml:trace contextRef="#ctx0" brushRef="#br0" timeOffset="275057.9698">11867 12244 300 0,'4'-8'411'0,"-4"2"33"0,4-1 15 16,-2-1 5-16,2 2 5 0,-3 0-12 0,3 0-9 15,-4 0-19-15,4 0-11 0,0 0-14 0,0 0-31 16,-2 4-21-16,2-4-34 0,1 2-22 0,-1 0-23 16,1 2-32-16,-1-2-13 0,1 1-24 0,4 1-18 15,-1 0-17-15,-2 1-14 0,4 1-15 0,2 1-10 16,-6-1-7-16,6 4-9 0,-1-1-11 0,-1 0-20 15,-1 0-83-15,2 2 0 0,-2 0 0 0,-2 1 0 16,-2 0 0-16,2 0 0 0,0 0 0 0,-3 0 0 16,0 1 0-16,-3 3 0 0,1-1 0 0,-1 1 0 15,-4 0 0-15,2-2 0 0,-3 1 0 0,-1 1 0 16,-6-4 0-16,2 4 0 0,-2-3 0 0,-4 1 0 0,4-2 0 16,-5 2 0-16,6-1 0 0,-2-2 0 0,1 1 0 15,1 0 0-15,1-4 0 0,0-1 0 0,4 0 0 16,-3 3 0-16,4-4 0 0,2 3-209 0,2-3-101 15,-7 0-58-15,7 0-59 0,0 0-59 0,0 0-51 16,0 0-439-16,12 5-1057 0,-7-5 468 16</inkml:trace>
  <inkml:trace contextRef="#ctx0" brushRef="#br0" timeOffset="275458.5957">12236 12444 38 0,'2'-4'427'0,"-1"1"18"0,0-2 14 0,-1 5 7 0,3-7 1 15,-3 4 1-15,0 3-2 0,0 0-17 0,-4-6-15 16,4 6-11-16,0-5-8 0,0 5-13 16,-1-6-15-16,-1 4-11 0,2 2-23 0,0 0-9 0,-2-5-18 15,2 5-27-15,0 0-14 0,0 0-20 16,0 0-68-16,0-4-197 0,0 4 0 0,0 0 0 15,0 0 0-15,0 0 0 0,-1 13 0 0,2-8 0 0,-1 0 0 16,1 1 0-16,0 4 0 0,1-2 0 0,-2 4 0 16,1-4 0-16,-1 3 0 0,1-3 0 0,2 4 0 15,-2-3 0-15,-2 2 0 0,1-1 0 0,0-3 0 16,0 1 0-16,-3-1 0 0,2 0 0 0,1-1 0 16,-1-1 0-16,1 0 0 0,0-1 0 0,-2 2 0 15,2-6 0-15,0 5 0 0,0-5 0 0,-1 3 0 16,1-3 0-16,0 3 0 0,0-3 0 0,0 0 0 15,0 0 0-15,0 0 0 0,0 0 0 0,0 0 0 16,3-15 0-16,-2 8 0 0,0 3-248 0,3-4-232 0,-4 1-54 16,5-4-63-16,-5 3-459 0,3-2-1143 15,-2 0 506-15</inkml:trace>
  <inkml:trace contextRef="#ctx0" brushRef="#br0" timeOffset="276208.4829">11401 11857 300 0,'0'0'347'0,"-11"-1"-6"0,11 1 3 0,0 0 2 0,-7-1-1 16,7 1-9-16,-5-3-6 0,5 3-8 0,0 0-11 16,0 0-10-16,-4-3-10 0,4 3-8 0,0 0-9 15,0 0-9-15,-3-3-11 0,3 3-10 0,0 0-5 16,0 0-14-16,0 0-8 0,0 0-13 0,0 0-14 16,0 0-17-16,0 0-10 0,13-5-8 0,-7 5-1 15,1-3-2-15,3 2 3 0,3 0-2 0,2 1 2 16,4-3-5-16,8 0 2 0,-4 1-11 0,4 0-2 15,5 1-99-15,2-1-40 0,2 2 0 0,1-1 0 16,-1 0 0-16,2 1 0 0,-1-1 0 0,-3 1 0 16,-3 0 0-16,-10-3 0 0,2 3 0 0,-4 0 0 15,-2-5 0-15,-2 5 0 0,-3 0 0 0,-6 0 0 16,7 0 0-16,-5 0 0 0,-2 0 0 0,0-1 0 16,-6 1 0-16,10 0 0 0,-6-1 0 0,-4 1 0 0,0 0 0 15,8 1 0-15,-8-1 0 0,0 0 0 0,6 0 0 16,-6 0 0-16,0 0 0 0,0 0 0 0,0 0 0 15,7-2 0-15,-7 2 0 0,0 0 0 0,0 0 0 16,0 0 0-16,0 0 0 0,0 0-336 0,-8-8-75 16,8 8-56-16,-8-4-60 0,6 0-59 0,-3 1-392 15,2-1-1059-15,1 0 469 0</inkml:trace>
  <inkml:trace contextRef="#ctx0" brushRef="#br0" timeOffset="276877.9011">13072 11292 188 0,'0'-4'369'0,"0"4"3"16,3-7 16-16,-3 2 12 0,0 1 17 0,0 4 3 15,1-5 10-15,-1 5 1 0,1-3-1 0,-1-1-8 16,0 4 8-16,1-6-22 0,-1 6-12 0,0 0-14 15,0 0-16-15,0 0-18 0,2-3-19 0,-2 3-24 16,0 0-21-16,0 0-26 0,0 0-26 0,0 0-46 16,0 0-186-16,0 0 0 0,0 0 0 0,4 10 0 15,-3-4 0-15,0-1 0 0,2 4 0 0,-3 3 0 16,2-1 0-16,1 1 0 0,-2 3 0 0,1 2 0 16,0 1 0-16,1 0 0 0,-2-1 0 0,1 2 0 15,0 8 0-15,-2-3 0 0,-2-4 0 0,0-3 0 16,1 1 0-16,-2-2 0 0,-1-1 0 0,2-4 0 15,0 0 0-15,1-2 0 0,0 0 0 0,0 0 0 16,-1-3 0-16,2-2 0 0,0 1 0 0,0 0 0 0,-1-2 0 16,1 1 0-16,0-4 0 0,0 0 0 0,0 0 0 15,0 0 0-15,0 0 0 0,0 0 0 0,0 0 0 16,0 0-26-16,3-21-424 0,-2 13-24 0,-1 2-22 16,-1-4-21-16,-1 1-35 0,-2-1-394 0,-1 2-1026 15,0-4 454-15</inkml:trace>
  <inkml:trace contextRef="#ctx0" brushRef="#br0" timeOffset="277194.6662">12901 11467 75 0,'-4'-2'270'15,"-1"1"17"-15,-1-1 23 0,6 2 20 0,-9-1 44 16,9 1 16-16,-5-1 20 0,5 1 13 0,-6-3-5 16,6 3 3-16,0 0-7 0,0 0-6 0,0 0-4 15,-5-1-21-15,5 1-25 0,0 0-31 0,0 0-31 16,12-9-17-16,-4 8-11 0,3-1-2 0,6-1-7 15,6-2-6-15,6-1-12 0,3-2-13 0,0 4-129 16,2 0-99-16,1 0 0 0,2-2 0 0,-4 1 0 16,-1 2 0-16,0-1 0 0,-11 3 0 0,-1-4 0 0,-2 4 0 15,-4-1 0-15,-1-1 0 0,-2 2 0 16,-4 0 0-16,-1 1 0 0,-1 0 0 0,2-2 0 16,-7 2 0-16,7 0 0 0,-7 0 0 0,0 0 0 0,9 0 0 15,-9 0 0-15,0 0 0 0,0 0 0 0,0 0 0 16,1-4 0-16,-1 4 0 0,0 0 0 0,0 0 0 15,-10-6 0-15,3 4 0 0,3-2-405 0,-1 1-110 16,-2-1-63-16,3-1-67 0,0-1-363 0,2 1-1092 16,1-2 483-16</inkml:trace>
  <inkml:trace contextRef="#ctx0" brushRef="#br0" timeOffset="277878.1204">14510 10784 62 0,'0'-5'396'0,"1"-1"4"0,-1 1 15 0,3-1 18 15,-3 1 9-15,1 1 6 0,-1-1-3 0,0 5-4 16,-4-9-18-16,3 5-15 0,-3-1-7 0,4 3-5 16,-1-2-12-16,-2-1-13 0,-1 1-11 0,3 1-22 0,-3 1-19 15,3-1-16-15,-4 0-21 0,5 3-20 0,-5-3-35 16,5 3-21-16,0 0-177 0,-8 6-29 16,3-3 0-16,-1-1 0 0,-1 3 0 0,2 6 0 0,-4-2 0 15,0 5 0-15,-5 3 0 0,3 4 0 0,-1 1 0 16,3-4 0-16,-2 7 0 0,1-1 0 0,-2-2 0 15,3 4 0-15,-1-1 0 0,1-2 0 0,1-4 0 16,3-1 0-16,0 1 0 0,0-1 0 0,1 1 0 16,4-1 0-16,0-1 0 0,5-1 0 0,4-1 0 15,3-2 0-15,2 1 0 0,1-3 0 0,4-2 0 16,-1 0 0-16,0-2 0 0,4-4 0 0,-4 1 0 16,2-2 0-16,-5 1 0 0,-2-3 0 0,0-3 0 15,1 1 0-15,-4-3 0 0,2 0 0 0,-3-3 0 16,-3 2 0-16,3-4 0 0,-4 2 0 0,-2-2 0 15,3 1 0-15,-5 2 0 0,-1 0 0 0,-1-2 0 16,-3-2 0-16,1 2 0 0,-4 1 0 0,-2 2 0 0,-5-3 0 16,4 5 0-16,-2-2 0 0,-6 2 0 0,3 0 0 15,-5 3 0-15,1-1 0 0,4 2 0 0,-2 2 0 16,4-1 0-16,1-1 0 0,1 0 0 0,3 0 0 16,0 3 0-16,3 0 0 0,5-3-666 0,0 2-589 15,0-2-1358-15,13 1 601 0</inkml:trace>
  <inkml:trace contextRef="#ctx0" brushRef="#br0" timeOffset="278662.6132">14832 11004 1 0,'-1'-7'436'0,"1"7"25"0,-3-5 19 15,2 1 17-15,1 4 1 0,-1-8 1 0,-1 4-13 16,2 4-18-16,-3-3-25 0,3-1-6 0,0 4-27 16,-3-5-13-16,3 1-22 0,0 4-27 0,0 0-25 15,1-5-27-15,-1 5-30 0,3-4-26 0,-2 0-27 16,-1 4-20-16,4-5-25 0,0 4-12 0,-2-3-56 16,2 2-100-16,3 1 0 0,-1 0 0 0,0-1 0 15,-6 2 0-15,18 3 0 0,-5 2 0 0,-3-2 0 16,3 2 0-16,-4 1 0 0,2 1 0 0,1 1 0 15,-1-1 0-15,-3 1 0 0,1 0 0 0,-4 1 0 16,2-1 0-16,-2 2 0 0,-3 1 0 0,2-1 0 16,-1-1 0-16,-2 1 0 0,-1-1 0 0,-4 2 0 15,3 0 0-15,-2-1 0 0,-1-1 0 0,-2 2 0 16,2-4 0-16,3 2 0 0,-4-2 0 0,1 0 0 16,-1-3 0-16,2 0 0 0,-1-1 0 0,2-1 0 15,2-2 0-15,-4 3 0 0,4-3 0 0,0 0 0 16,0-9 0-16,0 4 0 0,0-2 0 0,3-2 0 15,-2 0 0-15,4-2 0 0,-4 1 0 0,3 1 0 0,0-4 0 16,1 2 0-16,0 0 0 0,-1 1 0 0,4 2 0 16,-3 0 0-16,0 2 0 0,0 0 0 15,1 2 0-15,1 0 0 0,-2 1 0 0,1 1 0 0,-1 3 0 16,-5-1 0-16,16 1 0 0,-11 1 0 0,4 2 0 16,-3 0 0-16,4 3 0 0,-6-4 0 0,1 4 0 15,2-2 0-15,-1 2 0 0,-2 3 0 0,2-5 0 16,-1 4 0-16,-1-4 0 0,-4 2 0 0,4 0 0 15,-3-2 0-15,2 0 0 0,-3-1 0 0,0 2 0 16,0-2 0-16,0-4 0 0,1 5 0 0,-1-5 0 16,2 3 0-16,-2-3 0 0,0 0 0 0,0 0 0 15,0 0 0-15,0 0 0 0,0 0 0 0,2-12 0 16,-2 6 0-16,0-1 0 0,1-3 0 0,2 2 0 16,-2-2 0-16,4 1 0 0,0 2 0 0,-1-3 0 15,0 0 0-15,0 4 0 0,1 1 0 0,-1 0 0 16,1-1 0-16,-4 2 0 0,7 1 0 0,-3 2 0 15,3 1 0-15,3 0 0 0,-4 3 0 0,-1-1 0 0,-1 3 0 16,8 1 0-16,-5 1 0 0,2 0 0 0,-1 3 0 16,-2 0 0-16,-3-2 0 0,1 2 0 15,1-2 0-15,-1 2 0 0,0-1 0 0,-3 1 0 0,1-2 0 16,-3-2 0-16,2 5 0 0,-2-5 0 0,-1 1 0 16,1-1 0-16,0-1 0 0,0-1 0 0,0 0 0 15,-1 0 0-15,1-4 0 0,-3 6-4 0,3-6-338 16,0 0-61-16,0 0-73 0,0 0-71 0,0 0-55 15,9-10-368-15,-2 3-1051 0,-1 0 466 0</inkml:trace>
  <inkml:trace contextRef="#ctx0" brushRef="#br0" timeOffset="279215.065">15456 11115 149 0,'0'0'442'16,"0"0"5"-16,0 0 10 0,-8 0 9 0,8 0-2 0,0 0-11 16,0 0-15-16,0 0-21 0,0 0-23 0,-9-7-15 15,9 7-6-15,0 0-26 0,-1-4-21 0,1 4-22 16,-1-3-26-16,1 3-28 0,0 0-9 0,2-5-28 16,-1 0-12-16,-1 5-29 0,7-5-30 0,-5 2 0 15,2-1-16-15,1 1-15 0,0 0-9 0,2-2-10 16,0 3-13-16,1 1-7 0,-2-2-6 0,2 2-18 15,0 0-48-15,-2-1 0 0,2 2 0 0,-3 0 0 16,3 0 0-16,-8 0 0 0,11 0 0 0,-6 3 0 16,3-2 0-16,-5 2 0 0,3-1 0 0,-1 3 0 15,-3-1 0-15,2 0 0 0,-1 1 0 0,-3 1 0 16,1 0 0-16,-1 1 0 0,-4 1 0 0,3 0 0 16,-4 0 0-16,-3 2 0 0,3-2 0 0,-4 1 0 15,0 0 0-15,0-1 0 0,0 0 0 0,0-1 0 0,2 0 0 16,-1-3 0-16,6-1 0 0,-2 4 0 15,1-5 0-15,-1 2 0 0,3-2 0 0,1-2 0 16,-4 2 0-16,4-2 0 0,-2 4 0 0,2-4 0 0,0 0 0 16,9 3 0-16,0-2 0 0,-3-1 0 0,7 0 0 15,-2 0 0-15,8-1 0 0,-1-2 0 16,4 3 0-16,0-3 0 0,6 2 0 0,-8 0 0 0,3-1 0 16,-1 1 0-16,-3-1 0 0,-1 0 0 0,-5 0 0 15,2-2 0-15,-6 3 0 0,3-1 0 0,-6 1 0 16,0 1 0-16,1 0 0 0,-7 0 0 0,6-1 0 15,-6 1 0-15,9-1 0 0,-9 1 0 0,0 0 0 16,8 0 0-16,-8 0 0 0,0 0 0 0,0 0 0 16,5 0 0-16,-5 0 0 0,0 0 0 0,0 0-29 15,0 0-547-15,0 0-87 0,0 0-492 0,-23 2-1249 16,10-1 553-16</inkml:trace>
  <inkml:trace contextRef="#ctx0" brushRef="#br0" timeOffset="280481.6546">14023 11508 100 0,'0'0'308'0,"0"0"-5"0,0 0-10 0,0 0-1 16,0 0-14-16,0 0-14 0,0 0-14 16,0 0-1-16,0 0-12 0,0 0-10 0,0 0-4 15,0 0-11-15,0 0-5 0,0 0-10 0,0 0-6 0,10-9-4 16,-10 9-10-16,7-1-14 0,-7 1-7 0,7 0-7 16,-7 0-13-16,9 0 0 0,-1-1-8 0,-2 1 1 15,2-1-3-15,1-2-2 0,4 2 2 0,-7 0 1 16,7 1-2-16,-3 0-1 0,3 0-3 0,1-2 1 15,-1 2 0-15,1 0-9 0,2 0-2 0,2-2 3 16,-5 4 3-16,10-5 1 0,-4 1-7 0,-1 1-9 16,1-2-2-16,1 2-5 0,-1-2-13 0,-6 2 2 15,6-1 17-15,0 1-10 0,-1 1 2 0,-1-1-7 16,0-2 3-16,-3 2 0 0,-1 0-2 0,1 1-4 16,-1 0-67-16,-3-2-16 0,3 2 0 0,-3-3 0 15,3 1 0-15,0 2 0 0,-2-4 0 0,4 3 0 0,-2 0 0 16,1-2 0-16,0 1 0 0,3 1 0 0,0-2 0 15,-1 2 0-15,-2 0 0 0,5 1 0 16,2-1 0-16,-2-2 0 0,-1 2 0 0,-5 0 0 0,1 0 0 16,0-1 0-16,-3 2 0 0,3-1 0 0,-1 2 0 15,1-2 0-15,-4 1 0 0,2 0 0 0,2-1 0 16,-4 1 0-16,3-2 0 0,-3 2 0 0,2-1 0 16,2-1 0-16,-1 1 0 0,-1-1 0 0,1 2 0 15,-1 0 0-15,2-1 0 0,-1 1 0 0,0-1 0 16,0 0 0-16,1 1 0 0,-1 0 0 0,4-1 0 15,-4 0 0-15,2 1 0 0,3 0 0 0,-5 0 0 16,2-3 0-16,-5 3 0 0,4-1 0 0,3 1 0 16,-3 0 0-16,4-3 0 0,0 2 0 0,3-2 0 15,-3 3 0-15,3-2 0 0,-5 2 0 0,6-2 0 16,-3 2 0-16,-2 0 0 0,-3-1 0 0,4-2 0 16,1 2 0-16,-2 1 0 0,3-1 0 0,-2 0 0 0,-1 1 0 15,0 0 0-15,0 0 0 0,-3 0 0 0,-1 0 0 16,2-2 0-16,2 1 0 0,-3 0 0 15,3 1 0-15,0-1 0 0,0-1 0 0,2-1 0 0,2 2 0 16,-5 0 0-16,2 0 0 0,1 1 0 0,0-3 0 16,3 3 0-16,0-1 0 0,-3 0 0 0,9-1 0 15,-5 2 0-15,4 0 0 0,0-1 0 0,-5-3 0 16,-1 4 0-16,1-2 0 0,-1 1 0 0,0 0 0 16,1 0 0-16,6 0 0 0,-1-2 0 0,-5 3 0 15,-3-1 0-15,1 0 0 0,2 1 0 0,-3-3 0 16,3 3 0-16,6-4 0 0,-6 1 0 0,7 1 0 15,1 2 0-15,0-1 0 0,2-2 0 0,0 1 0 16,0 0 0-16,-3-1 0 0,0 1 0 0,-7 2 0 0,-2-1 0 16,0-1 0-16,-1 1 0 0,-6 0 0 15,9 1 0-15,-9-1 0 0,1-2 0 0,-2 3 0 0,0 0 0 16,-1-1 0-16,-3 0 0 0,0 1 0 0,1-1 0 16,-4 1 0-16,-5 0 0 0,11-1 0 0,-5 1 0 15,-6 0 0-15,8-1 0 0,-8 1 0 0,7 0 0 16,-7 0 0-16,0 0 0 0,6-3 0 0,-6 3 0 15,0 0 0-15,0 0 0 0,0 0 0 0,5-1 0 16,-5 1 0-16,0 0 0 0,0 0 0 0,0 0 0 16,0 0 0-16,0 0 0 0,0 0 0 0,0 0 0 15,0 0 0-15,0 0 0 0,0 0-365 0,0 0-242 16,0 0-67-16,0 0-418 0,-25 1-1181 0,18-3 524 16</inkml:trace>
  <inkml:trace contextRef="#ctx0" brushRef="#br0" timeOffset="281516.3943">14364 12222 265 0,'-7'-4'365'0,"3"3"6"15,0-1 10-15,4 2 14 0,-10-5-4 0,1 3-2 16,4-1-5-16,-2 1-3 0,1-2-3 0,-4-1-10 0,1 2 2 15,-3-1-28-15,2-1 7 0,2 0-8 0,-2 0-22 16,-1-2 10-16,2 3-11 0,0-3-6 16,2-3 0-16,-3 3-29 0,-1-8-13 0,0 1-16 0,1-1-2 15,1 0-180-15,0-2-72 0,0-2 0 0,2 0 0 16,-1-6 0-16,1 5 0 0,4 1 0 0,-5 1 0 16,7-1 0-16,-3 1 0 0,4 2 0 0,-1 0 0 15,2-1 0-15,2 3 0 0,-1 5 0 0,2-4 0 16,2 2 0-16,1 0 0 0,0 1 0 0,6-3 0 15,-1 4 0-15,3-1 0 0,0 2 0 0,2 0 0 16,0 4 0-16,-5 1 0 0,6-1 0 0,1 1 0 16,-6 3 0-16,0-1 0 0,0 1 0 0,0 1 0 0,-2 3 0 15,-2-1 0-15,0 2 0 0,2 2 0 16,-3 0 0-16,0 4 0 0,-3-1 0 0,0 1 0 16,-1 4 0-16,-7 4 0 0,2-4 0 0,-4 0 0 0,-3 4 0 15,-1-2 0-15,-5-1 0 0,-1 4 0 0,-7-2 0 16,-1 0 0-16,4-2 0 0,1-2 0 15,-1-6 0-15,2 2 0 0,6-7 0 0,1 5 0 0,-1-5 0 16,1 2 0-16,2-3 0 0,2 2 0 0,1-3 0 16,0 2 0-16,5-3 0 0,-7 0 0 0,7 0 0 15,-6-4 0-15,6 4 0 0,0 0 0 0,-1-7 0 16,1 2 0-16,0 5 0 0,6-4 0 0,-2-1 0 16,1 4-225-16,3 0-313 0,2 0-58 0,3 1-64 15,-2 1-369-15,7 0-1115 0,0 0 493 0</inkml:trace>
  <inkml:trace contextRef="#ctx0" brushRef="#br0" timeOffset="281982.0812">14567 12093 140 0,'0'-6'468'15,"0"-1"2"-15,0 1 0 0,-1 0 0 0,1 0-4 16,0 2-14-16,0 0-20 0,-1 0-25 0,1 4-24 16,0-4-29-16,0 4-30 0,0 0-36 0,0 0-26 15,0-5-42-15,0 5-12 0,0 0-19 0,0 0-12 16,0 0-6-16,0 0-19 0,-8 12-16 0,2-6-13 16,5 0-10-16,-2 0-12 0,1 0-9 0,-1 1-12 15,-1-1 2-15,4 3-13 0,-1 1-8 0,-2-3-8 16,3 0-3-16,-1 0-1 0,1 0-7 0,0-1-4 15,1 2-2-15,2-3 1 0,-2 5-3 0,4-3-5 16,-1-1 1-16,0 0-5 0,5 0 2 0,-3 0-6 16,3 1-16-16,-4-1 18 0,4 0-1 0,-1 1 0 15,-3-2-3-15,1-1 3 0,1 0-4 0,-4 3-5 0,3-6 11 16,-4 3-6-16,2 1 0 0,1-1-5 16,-5-2 8-16,0 4 0 0,-2-2 0 0,-1-1 0 15,-2 2-2-15,-2 0 8 0,-4-1-17 0,1-1-7 0,-3 2-3 16,-4 0 0-16,6 1 0 0,-3-2 0 0,1-2 0 15,-1-1 0-15,4 5 0 0,-7-5 0 0,7-1 0 16,1-1 0-16,3 1 0 0,-2 0 0 0,0-1 0 16,8 1 0-16,-7-5 0 0,4 4-104 0,3 1-62 15,-3-5-41-15,3 5-63 0,8-9-63 0,1 6-63 16,1-2-69-16,7-2-73 0,-2 1-414 0,3-4-1032 16,3 2 457-16</inkml:trace>
  <inkml:trace contextRef="#ctx0" brushRef="#br0" timeOffset="282465.1095">14992 11928 242 0,'-3'-6'479'0,"-1"0"21"15,1 2 17-15,0 1 6 0,-1-1-2 0,3-1-4 16,1 5-31-16,-1-7-17 0,1 1-42 0,0 1-28 16,1 1-39-16,0-1-33 0,3-3-23 0,1 4-42 15,0-3-26-15,5 0-26 0,-1-1-11 0,3 4-11 16,-1-3-18-16,1 2-14 0,4-1-10 0,-1 6-15 16,-1-2-9-16,1-1-17 0,-2 3-11 0,0 3-9 15,3-1-69-15,-6-2-16 0,8 5 0 0,-1 1 0 16,-2 3 0-16,-3 0 0 0,-1 1 0 0,2 3 0 15,-5 1 0-15,-1 1 0 0,0 1 0 0,-5-1 0 16,-4 0 0-16,-2 2 0 0,0 0 0 0,-6 8 0 16,-11-7 0-16,1 0 0 0,-2-2 0 0,-6 1 0 0,0-4 0 15,-1 0 0-15,-2-1 0 0,0-1 0 16,3-2 0-16,3-3 0 0,4-3 0 0,3 1 0 16,0-4 0-16,3 1 0 0,3-2 0 0,1-3 0 0,1 3 0 15,-1-2 0-15,4-6 0 0,1 2 0 0,2 2 0 16,1-5 0-16,2 0 0 0,1-1 0 0,0-3 0 15,6-1 0-15,1 1 0 0,4-3 0 0,4-2 0 16,-1 1 0-16,-2 3 0 0,3 2-20 0,7-3-394 16,1 0-49-16,-8 6-39 0,1 1-31 0,3 0-27 15,-5 2-391-15,-1-1-1028 0,-3 1 455 0</inkml:trace>
  <inkml:trace contextRef="#ctx0" brushRef="#br0" timeOffset="282832.3542">15058 11732 176 0,'-2'-8'411'0,"2"-2"49"0,0-1 41 0,-2 4 29 16,2-2 33-16,-2 0 5 0,2 1-11 0,0 2-1 0,0-3-10 15,-2 5-11-15,2-1-22 0,-1 1-20 0,1 4-36 16,1-5-37-16,-1 5-32 0,0-4-37 0,0 4-185 16,0 0-166-16,0 0 0 0,0 0 0 0,0 0 0 15,0 0 0-15,4 20 0 0,-4-7 0 0,4 5 0 16,-3 7 0-16,3 1 0 0,-1-1 0 0,0 5 0 15,-2 1 0-15,-2 2 0 0,1-2 0 0,0 1 0 16,-2 2 0-16,1-3 0 0,0-1 0 0,-1-1 0 16,1-1 0-16,0 1 0 0,-1-2 0 0,1 2 0 15,2-3 0-15,-1-6 0 0,0-1 0 0,3-2 0 16,-3-1 0-16,0-1 0 0,1-4 0 0,-2 1 0 16,2-1 0-16,-1-5 0 0,2 2 0 0,-1-1 0 15,0-1 0-15,-1 1 0 0,2-2 0 0,-1-2 0 16,-1 4 0-16,0-4 0 0,1 2 0 0,2-3 0 15,-3 2 0-15,0-4 0 0,0 4 0 0,0-4 0 0,0 0 0 16,0 0 0-16,3 3 0 0,-3-3 0 0,0 0 0 16,7-7-527-16,-3 3-99 0,2-3-40 15,-3 4-396-15,3-5-1151 0,0 1 509 0</inkml:trace>
  <inkml:trace contextRef="#ctx0" brushRef="#br0" timeOffset="283284.028">15428 12073 94 0,'2'-6'431'15,"2"0"25"-15,-1 1 16 0,0-1 5 0,0 0-1 16,1 1-10-16,-2-1-16 0,-1 1-26 0,-1 0-14 16,3 3-22-16,-3 2-22 0,0-6-16 0,0 6-36 15,0-5-29-15,0 5-20 0,0 0-25 0,0-4-26 0,0 4-22 16,0 0-19-16,0 0-20 0,-11 9-11 15,7-5-14-15,0 0-15 0,0 2-18 0,-1 1 0 0,0 1-13 16,1 1-13-16,-2-2-11 0,3 0 1 0,1 0-5 16,-1-2-14-16,2 2-1 0,-2-1-4 0,3-1-5 15,0 0 3-15,0 0-10 0,0-1-23 16,4 1 0-16,1 0 0 0,-1 2 0 0,2 0 0 0,2-4 0 16,-2 0 0-16,1 2 0 0,3 3 0 0,-1-3 0 15,-1 0 0-15,1 2 0 0,-4-5 0 0,0 2 0 16,0 1 0-16,-1-2 0 0,-2 1 0 0,2-2 0 15,-3 1 0-15,1 2 0 0,-2 0 0 0,0-1 0 16,-2 0 0-16,0 1 0 0,-3 1 0 0,0 0 0 16,-3-1 0-16,-2 0 0 0,0 0 0 0,-2 0 0 15,1-1 0-15,-2 0 0 0,0-1 0 0,0-1 0 16,4 1 0-16,-1-2 0 0,1-1 0 0,5 1 0 16,4-1 0-16,0 0 0 0,-9-3 0 0,8 1-224 0,1 2-73 15,0 0-46-15,9-13-45 0,0 8-47 0,1-2-54 16,4-2-50-16,5-1-374 0,-2 2-989 15,7-4 438-15</inkml:trace>
  <inkml:trace contextRef="#ctx0" brushRef="#br0" timeOffset="283632.9243">15842 11899 166 0,'0'-7'434'0,"0"0"21"15,0 1 27-15,-3-4 13 0,3 3 0 0,-1 0-8 16,0-1-20-16,-2 2-18 0,2 0-13 0,-2-3-15 16,3 4-13-16,-4 1-16 0,4-1-13 0,-1 2-22 0,1 3-23 15,-1-6-32-15,1 6-36 0,0 0-23 16,0 0-26-16,0 0-22 0,-3-2-19 0,3 2-41 16,0 0-135-16,3 19 0 0,-3-3 0 0,1 2 0 0,0 0 0 15,2 2 0-15,-3 4 0 0,1-5 0 0,-1 0 0 16,3 0 0-16,-2 1 0 0,-1 1 0 0,0-3 0 15,3 0 0-15,-6 1 0 0,3-2 0 0,0 2 0 16,0-3 0-16,-1-2 0 0,1-5 0 0,-3 4 0 16,3-3 0-16,-4 0 0 0,4 0 0 0,0-3 0 15,-2-1 0-15,-1-1 0 0,3 0 0 0,-1 0 0 16,1-5 0-16,-3 2 0 0,3-2 0 0,0 0 0 16,0 0-96-16,0 0-376 0,4-13-50 0,-4 1-50 15,3 2-42-15,-3-7-373 0,2-2-1067 0,-2-1 472 16</inkml:trace>
  <inkml:trace contextRef="#ctx0" brushRef="#br0" timeOffset="284033.8506">15711 11811 195 0,'-1'-4'412'0,"1"4"7"0,0-8 19 15,0 5 9-15,0 3-2 0,-1-5-11 0,2 1-22 0,-1 4-29 16,3-3-22-16,-2-1-27 0,-1 4-26 0,1-4-28 15,-1 4-21-15,5-4-26 0,2 3-12 16,-2-1-8-16,1 2-7 0,4-1-1 0,0 1-5 0,3 0-11 16,3 3-9-16,3 0-3 0,0 2-5 0,3 1 3 15,2 5 3-15,3 0-6 0,-2 1-11 0,-2 2-6 16,-6-4-7-16,-3 2-69 0,0 2-79 0,1 0 0 16,-3 1 0-16,-2-2 0 0,2 1 0 0,-2 1 0 15,-5 0 0-15,-1-3 0 0,1 7 0 0,0-4 0 16,-9 0 0-16,4 4 0 0,-1-3 0 0,-5 2 0 15,-2-1 0-15,-5 7 0 0,3-8 0 0,-8 6 0 16,2 1 0-16,1-9 0 0,1 1 0 0,2 1 0 16,-9 1 0-16,7-6 0 0,-1-1 0 0,6-2 0 15,0 0 0-15,0-5 0 0,3 2 0 0,-1 0 0 16,2-2 0-16,1 0 0 0,0 1 0 0,-2-3 0 16,5 2 0-16,1-3 0 0,-4 2 0 0,4-2 0 15,0 0 0-15,0 0 0 0,0 0 0 0,0 0 0 0,0 0-471 16,14-9-93-16,-4 5-68 0,0 0-456 15,7-3-1177-15,-5 1 520 0</inkml:trace>
  <inkml:trace contextRef="#ctx0" brushRef="#br0" timeOffset="284402.5403">16297 12082 416 0,'0'-6'524'16,"1"2"13"-16,-2 0 16 0,-2 0 13 0,3 4-3 16,0-8-3-16,0 5-19 0,-3-2-32 0,3 5-33 15,-1-4-29-15,1 4-33 0,0 0-33 0,0 0-31 16,0 0-33-16,-2-3-30 0,2 3-23 0,0 0-15 16,-4 9-12-16,1-1-237 0,2 0 0 0,-4 3 0 15,1 1 0-15,3 1 0 0,-2-1 0 0,1 3 0 16,-1 4 0-16,-1-3 0 0,2 2 0 0,-1-1 0 15,-1 2 0-15,3-2 0 0,-4 0 0 0,5 0 0 16,-1-4 0-16,-2-1 0 0,2 0 0 0,-3 1 0 16,0-3 0-16,3 1 0 0,-2-1 0 0,3-3 0 0,-4 1 0 15,3-2 0-15,-1-2 0 0,2-1 0 0,0 1 0 16,0-4 0-16,0 5 0 0,0-5 0 16,0 6 0-16,0-6 0 0,0 0 0 0,0 0-198 0,0 0-263 15,0 0-51-15,2-13-44 0,2 6-26 0,-4 1-399 16,1-4-1062-16,-1-4 470 0</inkml:trace>
  <inkml:trace contextRef="#ctx0" brushRef="#br0" timeOffset="284720.9996">16207 12136 104 0,'2'-6'309'16,"0"1"3"-16,-2-3 18 0,1 2-1 0,4 0 16 16,-5-1 9-16,2 1 7 0,0-1-5 0,-2 0-11 15,1 1-16-15,3 2-14 0,-4-2-11 0,4 0-22 16,-4 1-18-16,4 2-9 0,-4-1-9 0,1 0-14 15,3 1-20-15,0-2-10 0,2 3-13 0,-2 0-4 16,1-3-7-16,2 5-3 0,-1-2 4 0,3 0-20 16,-1-1-10-16,-2 3 3 0,1-1-18 0,3 2-7 15,-4 0-11-15,-2 1-12 0,1 0-5 0,0 0-7 0,0 0-7 16,-1 3-10-16,-1-2-3 0,0 3-7 16,-1-3-4-16,0 2-52 0,-2-1-9 0,0 1 0 15,-1 0 0-15,-2 1 0 0,1 0 0 0,-8 1 0 0,3-1 0 16,-2 0 0-16,0 0 0 0,-2 1 0 0,1-2 0 15,-3 1 0-15,4-2 0 0,1-1 0 0,-1-1 0 16,2 1 0-16,3-2 0 0,0 0-9 0,4-1-182 16,-8 5-56-16,4-4-46 0,4-1-55 0,0 0-51 15,7 5-60-15,-1-3-61 0,7 1-435 0,-3 1-1033 16,2-1 457-16</inkml:trace>
  <inkml:trace contextRef="#ctx0" brushRef="#br0" timeOffset="285267.8706">16469 12253 355 0,'0'0'396'16,"-10"-9"18"-16,10 9 10 0,-8-3 1 0,7 1-7 0,-2-1-16 16,3 3-18-16,-2-6-16 0,2 6-16 0,-3-3-13 15,3 3-27-15,-1-4-11 0,1 4-31 16,-3-6-24-16,3 6-23 0,4-6-23 0,-4 6-25 0,8-2-17 15,-3-2-18-15,0 2-13 0,4 0-8 0,-4 1-13 16,3 0-4-16,1 1-18 0,5 0-3 16,-5 0-8-16,-3 0-6 0,6 2-4 0,-3 2-7 0,-3-1 0 15,2-1-4-15,-2 2-5 0,1 0 3 0,-4 0 6 16,3 2 1-16,-3 2-4 0,2 0 0 0,-2 0-10 16,-2 0 3-16,-2 2 3 0,1 0-6 0,-5-2-16 15,1 0 19-15,0 2-6 0,-1-1 0 0,-1 0-7 16,-2 0 0-16,0 0-3 0,-1-1-4 0,2-1-5 15,2-3 3-15,-4 3-1 0,4-2-6 0,-1 0-1 16,4-1 2-16,-2-1-6 0,0 2-12 0,3-2 0 16,0 0 0-16,1-3 0 0,0 0 0 0,-5 2 0 15,5-2 0-15,0 0 0 0,0 0 0 0,-3 4 0 16,3-4 0-16,0 0 0 0,0 0 0 0,0 0 0 16,17-2 0-16,-11 0 0 0,8-2 0 0,-4 0 0 15,3 1 0-15,1 0 0 0,0 1 0 0,5-2 0 0,-1-1 0 16,4 0 0-16,-2 1 0 0,1-1 0 0,1-3 0 15,-3 4 0-15,-3-1 0 0,4 0 0 16,-9 1 0-16,2 0 0 0,-3 2 0 0,-2-1 0 0,-3 2 0 16,2 0 0-16,-1 0 0 0,-6 1 0 0,6-2 0 15,-6 2 0-15,7-1 0 0,-7 1 0 0,3-1 0 16,-3 1 0-16,0 0 0 0,0 0 0 0,5-5 0 16,-5 5 0-16,0 0 0 0,0 0 0 0,0 0-388 15,-10-5-292-15,4 3-508 0,-2-7-1286 0,4 3 570 16</inkml:trace>
  <inkml:trace contextRef="#ctx0" brushRef="#br0" timeOffset="285917.9168">15922 11615 191 0,'0'0'318'0,"0"0"-11"15,7-6-3-15,-7 6-14 0,0 0-13 0,0 0-1 16,-8-6-18-16,8 6-6 0,-4-4 0 0,4 4-1 15,0 0 0-15,-4-2-7 0,4 2-4 0,0 0-7 16,-2-4-7-16,2 4-4 0,0 0-8 0,0 0-3 16,0 0-9-16,0 0 0 0,0 0-17 0,0 0-4 15,0 0-4-15,0 0 5 0,0 0 4 0,0 0-3 16,0 0-7-16,0 0-2 0,0 0-1 0,0 0-14 0,12-1-13 16,-5 0 8-16,4 1-9 0,5 1-8 15,7-2 7-15,6 1-19 0,4-2-11 0,2 4-12 16,-1-4-6-16,5-1-65 0,0 2-31 0,2-1 0 0,-5 2 0 15,1-1 0-15,-1-3 0 0,-2 1 0 0,-1 0 0 16,-6 2 0-16,-5 2 0 0,-4-2 0 0,-1 0 0 16,-6 1 0-16,-2-1 0 0,0 2 0 0,-1-2 0 15,-3 2 0-15,-5-1 0 0,9 0 0 0,-9 0 0 16,0 0 0-16,7-1 0 0,-7 1 0 0,7-1 0 16,-7 1 0-16,0 0 0 0,0 0 0 0,0 0 0 15,0 0 0-15,0 0-77 0,0 0-135 0,-5 8-37 16,5-8-46-16,0 0-30 0,0 0-44 0,-4 6-38 15,3-3-52-15,1-3-37 0,0 0-388 0,0 0-958 16,0 0 425-16</inkml:trace>
  <inkml:trace contextRef="#ctx0" brushRef="#br0" timeOffset="291978.3678">17419 11086 45 0,'0'0'263'0,"0"0"-1"0,3-2-1 0,-3 2-5 16,0 0-8-16,2-4-4 0,-2 4-11 0,0 0 4 15,0-4-2-15,0 4 9 0,0 0 1 0,0 0 17 16,0 0 7-16,0 0 14 0,0 0 12 0,0 0 12 16,0 0 9-16,0 0 6 0,0 0 0 0,0 0 0 15,0 0-4-15,0 0-7 0,0 0-9 0,0 0-10 16,0 0-13-16,0 0-11 0,0 0-18 0,0 0-15 16,0 0-16-16,0 0-16 0,0 0-160 0,0 0-43 0,0 0 0 15,0 0 0-15,0 0 0 0,0 0 0 0,0 0 0 16,-2 14 0-16,1-8 0 0,-1 2 0 15,0 3 0-15,0 0 0 0,-1 6 0 0,1 1 0 0,-1 0 0 16,2 0 0-16,-2 0 0 0,1-2 0 0,1 2 0 16,-2 1 0-16,0-1 0 0,1-1 0 15,0 1 0-15,1-2 0 0,-1 2 0 0,-2-1 0 0,4-4 0 16,-3 3 0-16,2-3 0 0,1-1 0 0,-1-2 0 16,-2 1 0-16,3-1 0 0,0 1 0 0,0-1 0 15,0-4 0-15,2 0 0 0,-4-3 0 0,1 2 0 16,1-5 0-16,0 6 0 0,-1-3 0 0,1-3 0 15,0 0 0-15,-3 5 0 0,3-5 0 0,0 0 0 16,0 0 0-16,0 0 0 0,0 0 0 0,0 0 0 16,10-13 0-16,-7 10 0 0,1-4 0 0,1-2 0 15,0 1-223-15,-2 1-316 0,2 1-30 0,-3-3-26 16,1 1-16-16,-1 2-332 0,0-1-1021 0,-1 0 452 16</inkml:trace>
  <inkml:trace contextRef="#ctx0" brushRef="#br0" timeOffset="292392.4723">17281 11309 216 0,'0'0'257'0,"-7"-3"14"16,2 1 4-16,5 2 4 0,-10-1 3 0,10 1 7 16,-4-2-2-16,4 2 8 0,-8-1 9 0,8 1 2 15,0 0 3-15,0 0 0 0,-7 0-1 0,7 0 1 16,0 0-8-16,0 0-3 0,0 0-4 0,0 0-11 15,-8 1-5-15,8-1-11 0,0 0-13 0,0 0-10 16,0 0-14-16,0 0-7 0,0 0-15 0,0 0-4 16,0 0-7-16,0 0-3 0,0 0-8 0,0 0-3 15,0 0-132-15,0 0-51 0,0 0 0 0,0 0 0 16,0 0 0-16,0 0 0 0,28 0 0 0,-7-1 0 16,-1 1 0-16,8-1 0 0,4 1 0 0,0-2 0 15,0 2 0-15,1-3 0 0,-1 0 0 0,-1 1 0 16,-6 0 0-16,-4 1 0 0,-2 1 0 0,-2-1 0 15,-6 1 0-15,-2 0 0 0,3-2 0 0,-6 2 0 16,2 0 0-16,-3-1 0 0,-5 1 0 0,6 0 0 16,-6 0 0-16,0 0 0 0,9 0 0 0,-9 0 0 15,0 0 0-15,8 0 0 0,-8 0 0 0,0 0 0 16,0 0 0-16,6-1 0 0,-6 1 0 0,0 0 0 16,0 0 0-16,0 0 0 0,0 0-218 0,0 0-194 15,0 0-28-15,0 0-38 0,-9-9-47 0,9 9-50 0,-4-5-350 16,3 2-1000-16,0 0 443 0</inkml:trace>
  <inkml:trace contextRef="#ctx0" brushRef="#br0" timeOffset="294226.4906">19198 10761 191 0,'7'-10'374'0,"2"2"-14"16,-4-2-5-16,1 1 8 0,0 0 1 0,0 1-2 16,1-3 3-16,-5 7-5 0,2-3-10 0,0 0-9 15,-3 2-7-15,3-1-7 0,-3-1-10 0,4 4-6 16,-5-1-2-16,3 0-18 0,-2-1-14 0,0 2-17 15,-1 3-5-15,3-4-12 0,-3 4-9 0,0 0-19 16,0 0-12-16,0-4-17 0,0 4-16 0,0 0-20 0,0 0-15 16,0 0-15-16,0 0-51 0,0 0-69 15,0 0 0-15,0 0 0 0,0 0 0 0,-14 16 0 16,6-7 0-16,-2 8 0 0,-4 4 0 0,-4 5 0 0,0-2 0 16,0 2 0-16,-5 2 0 0,4-2 0 15,0 4 0-15,0-1 0 0,1 0 0 0,1-3 0 16,2-1 0-16,2-1 0 0,-2-1 0 0,9-6 0 0,-1 1 0 15,3-1 0-15,0-2 0 0,3-3 0 0,6 0 0 16,-1 0 0-16,5 3 0 0,-1-7 0 0,5 3 0 16,2-3 0-16,0-1 0 0,-2-2 0 0,2-1 0 15,2-3 0-15,-3 3 0 0,-1-4 0 0,-1 1 0 16,0-5 0-16,-3 2 0 0,0 0 0 0,-3-2 0 16,-1-1 0-16,2-3 0 0,-1 0 0 0,-1 3 0 15,-3-3 0-15,0-2 0 0,-3 1 0 0,-2-2 0 16,-2 1 0-16,0-2 0 0,-3 3 0 0,1-1 0 15,-7-3 0-15,0 7 0 0,1-2 0 0,0 3 0 16,-2 0 0-16,-3 1 0 0,6 1 0 0,-3 0 0 16,2 2 0-16,3 1 0 0,-1-2 0 0,4 2 0 15,1-1 0-15,6 1-95 0,-12 1-502 0,12-1-75 16,-2 2-467-16,2-2-1231 0,0 0 544 0</inkml:trace>
  <inkml:trace contextRef="#ctx0" brushRef="#br0" timeOffset="294993.8942">19421 10934 457 0,'2'-4'489'0,"-2"4"27"0,2-6 10 0,-2 6-3 16,-1-5-13-16,2 2-20 0,-1 3-31 0,0-5-23 15,1 2-34-15,-1 3-13 0,-1-8-23 0,1 6-31 16,0 2-30-16,0 0-33 0,3-4-29 0,-3 4-24 16,4-3-30-16,-2 1-24 0,-2 2-18 0,9-3-11 15,-9 3-22-15,14 3-8 0,-8-2-14 0,6 0-10 16,2 2-6-16,-5 2-14 0,1 1-6 0,4-1-27 16,-2 1-29-16,-2 2 0 0,0-1 0 0,-1 2 0 15,1 0 0-15,-2 0 0 0,0 1 0 0,-2-2 0 0,-3 2 0 16,3 0 0-16,-5-1 0 0,1 0 0 15,-1 3 0-15,-2-2 0 0,-1 2 0 0,-3-2 0 16,0-1 0-16,0 2 0 0,-3-2 0 0,2 0 0 0,-2-3 0 16,3-1 0-16,0-2 0 0,0-1 0 15,1 0 0-15,0 1 0 0,4-3 0 0,0 0 0 16,-10-5 0-16,9 1 0 0,1-2 0 0,0 0 0 16,1-6 0-16,3 1 0 0,2-1 0 0,-2 0 0 0,4 2 0 15,0 0 0-15,0-2 0 0,3-1 0 0,-2 5 0 16,1-1 0-16,-1 0 0 0,2 4 0 0,-3-1 0 15,3 3 0-15,0-1 0 0,1 1 0 0,1 3 0 16,-2 0 0-16,1 1 0 0,1 1 0 0,-4 2 0 16,5-1 0-16,-6 3 0 0,2-1 0 0,-1 2 0 15,-3 0 0-15,2 1 0 0,-3-1 0 0,1 1 0 16,-1 2 0-16,-3-5 0 0,0 2 0 0,0 2 0 16,-1-4 0-16,-1 2 0 0,-1 0 0 0,1-5 0 15,0 3 0-15,0-5 0 0,0 7 0 0,0-7 0 16,1 5 0-16,-1-5 0 0,0 0 0 0,0 0 0 15,0 0 0-15,0 0 0 0,2-12 0 0,0 6 0 16,0-5 0-16,2 0 0 0,0 0 0 0,2 1 0 0,1-1 0 16,-1 2 0-16,1 2 0 0,-1-1 0 15,1-1 0-15,1 1 0 0,-1 2 0 0,-1 1 0 16,0 0 0-16,-1 2 0 0,3 2 0 0,-3-1 0 16,0 2 0-16,4 2 0 0,-1 0 0 0,1 3 0 0,0 1 0 15,0-1 0-15,-3 2 0 0,2 3 0 0,-3-3 0 16,4 4 0-16,-4-3 0 0,3 3 0 0,-4-1 0 15,0 3 0-15,-2-2 0 0,-1-2 0 0,1 1 0 16,0-1 0-16,-1-1 0 0,-1-2 0 0,-1 0 0 16,1-1 0-16,-2 2 0 0,4-3 0 0,-2 0-68 15,0-1-93-15,0-3-33 0,0 0-31 0,0 0-82 16,0 0-105-16,0 0-77 0,0 0-65 0,0 0-410 16,3-18-1044-16,-1 10 462 0</inkml:trace>
  <inkml:trace contextRef="#ctx0" brushRef="#br0" timeOffset="295663.7965">20137 11039 249 0,'0'0'335'0,"0"0"-7"0,0 0-8 0,0 0-4 15,0 0-7-15,-4-11-4 0,4 11-3 0,0-6 0 16,0 6 3-16,0 0-9 0,1-7-7 0,2 6-12 16,-3 1-10-16,1-7-12 0,3 6-13 0,-4 1-20 15,4-5-16-15,-4 5-17 0,0-4-17 0,0 4-15 16,1-3-20-16,-1 3-18 0,4-2-5 0,-4 2-12 16,5-3-14-16,-5 3-3 0,8-3-12 0,-8 3-8 15,5-3-6-15,-5 3-4 0,5-1-6 0,0-1-10 16,-5 2-5-16,8-1-3 0,-8 1-3 0,10 1-6 15,-10-1-1-15,9 2-2 0,-3-1-4 0,1 1-2 16,-2 1-2-16,-1 0-8 0,1 2 2 0,0 0 1 16,-1 0-1-16,0 0 1 0,-2 2 3 0,4 1-4 15,-4-3 1-15,0 6-3 0,-3-5 4 0,1 1-3 16,-1 0 2-16,-1-1-1 0,-1 4-2 0,-2-2 6 16,-2 2-4-16,2-4 5 0,-1 0-3 0,1 1-9 15,-2-2 9-15,6 0-3 0,-3 0 1 0,-1-2 0 16,4 0 1-16,-2-1 3 0,3-2 1 0,-4 3 2 0,4-3 5 15,-5 3 33-15,5-3 14 0,0 0-11 16,0 0-2-16,0 0-5 0,0 0-8 0,0 0-4 16,0 0-2-16,17-2-5 0,-11 1-10 0,-6 1-3 15,14 1 2-15,-7 0-6 0,0 2 0 0,1 0-1 0,1 1-1 16,0 0-1-16,-1 1 0 0,-2 0-2 0,4 0 0 16,-5 1-2-16,-1-2 5 0,3 4-10 15,-4 0 11-15,1-3-15 0,-3 2 18 0,1-1-4 0,-4 4 4 16,1-3 6-16,-6 2-2 0,0-2 14 0,-2 4-13 15,-1-4 18-15,-1-1 4 0,-1 1 7 0,2-2 15 16,-2-1 6-16,1-1 15 0,-2-1 5 0,3 1 6 16,3-1-39-16,2-1-54 0,-1-1 0 0,6 0 0 15,-10-2 0-15,3 1 0 0,7 1 0 0,-5-3 0 16,1 1 0-16,4 2 0 0,-1-6 0 0,-3 3 0 16,4 3 0-16,-2-4 0 0,2 4 0 0,-3-6 0 15,3 6 0-15,0 0 0 0,4-5 0 0,-4 5-92 16,6-3-316-16,-6 3-66 0,0 0-59 0,0 0-60 15,0 0-423-15,0 0-1100 0,0 0 487 0</inkml:trace>
  <inkml:trace contextRef="#ctx0" brushRef="#br0" timeOffset="296305.6191">18827 11441 56 0,'0'0'283'16,"0"0"-3"-16,-17-5-6 0,17 5-5 0,0 0-8 15,0 0-6-15,0 0-6 0,0 0-9 0,-1-4-8 16,1 4 1-16,0 0 7 0,0 0-18 0,0 0-6 16,0 0-6-16,0 0-5 0,0 0-4 0,0 0-1 15,0 0-2-15,0 0-3 0,0 0-9 0,0 0-12 16,0 0-11-16,0 0-12 0,0 0-4 0,18 0-2 16,-8-1 4-16,8 0 14 0,5 1-12 0,9-2-3 15,7 0-15-15,15-1-13 0,9 2-12 0,2-2-10 16,39 5-10-16,-2-3-10 0,5-1-1 0,7 1-11 15,7-5-6-15,7 4-4 0,10-4-7 0,-5-1-3 16,12-3-12-16,-10 2 3 0,1-3 29 0,-5 5 0 16,-4-1 3-16,-9-1 11 0,-13 1 24 0,-7-2 1 15,-37 8 8-15,0-5-11 0,-10 1 2 0,-17 3-11 0,-8 0-15 16,-4 2-13-16,-9-2-65 0,-2 1 0 16,1 1 0-16,-6 0 0 0,1-1 0 0,-1 1 0 15,-6 0 0-15,10 0 0 0,-10 0 0 0,0 0-105 0,9-1-46 16,-9 1-31-16,0 0-25 0,0 0-19 0,0 0-29 15,4 3-39-15,-4-3-38 0,0 4-36 0,0-4-55 16,0 0-60-16,-4 7-379 0,4-4-932 0,0-3 413 16</inkml:trace>
  <inkml:trace contextRef="#ctx0" brushRef="#br0" timeOffset="297129.402">19153 12080 275 0,'0'0'379'0,"1"2"3"0,-1-2 19 0,0 0-1 16,0 0-7-16,0 0-16 0,0 0-12 0,0 0-13 15,0 0-12-15,0 0 11 0,0 0-18 0,0 0-21 16,0 0-14-16,-15-9-10 0,10 7-11 0,1-1-1 16,-2 1 4-16,-1-2-2 0,2 1 1 0,-4-1 6 15,0-1-12-15,3-2-4 0,-4-1-13 0,-1-2-1 0,2 0-38 16,0-4-217-16,1-1 0 0,1-1 0 0,-2-2 0 16,5-1 0-16,-2-5 0 0,2-2 0 15,0 0 0-15,4 7 0 0,0 0 0 0,0 1 0 0,2 1 0 16,0 0 0-16,2 5 0 0,2-2 0 0,-1 3 0 15,3-4 0-15,1 5 0 0,0-1 0 16,0 2 0-16,1 2 0 0,4-3 0 0,-1 6 0 0,1-2 0 16,0 2 0-16,-2 3 0 0,2 0 0 0,-1 0 0 15,0 1 0-15,0 2 0 0,1 2 0 0,-5-3 0 16,2 3 0-16,-1 0 0 0,1 3 0 0,-6 0 0 16,3 0 0-16,-2 2 0 0,-2 0 0 0,-3 1 0 15,2 0 0-15,-6 0 0 0,2-1 0 0,-3 1 0 16,-4 2 0-16,1-3 0 0,-2 5 0 0,-5-2 0 15,-1-2 0-15,-4 0 0 0,2 1 0 0,-4-2 0 16,4-1 0-16,-1-2 0 0,4 0 0 0,2-2 0 16,-1 0 0-16,3 0 0 0,4-2 0 0,-1 2 0 0,2-3 0 15,1 1 0-15,4-2 0 0,0 0 0 0,0 0 0 16,0 0 0-16,0 0-405 0,0 0-152 16,16-10-58-16,-3 5-488 0,1 4-1194 0,1-1 528 0</inkml:trace>
  <inkml:trace contextRef="#ctx0" brushRef="#br0" timeOffset="297614.0132">19439 11922 188 0,'0'-5'476'0,"0"0"11"0,0 0 14 0,0 2-1 15,0-2-6-15,0 2-18 0,0 3-22 0,0-7-34 0,0 7-29 16,0-6-26-16,0 6-33 0,2-1-26 16,-2 1-37-16,0 0-29 0,0 0-23 0,0 0-29 15,0 0-11-15,0 0-20 0,0 0-17 0,0 0-11 16,-11 10-14-16,9-4-11 0,-2-1-8 0,1 1-20 0,-4 1-2 16,3 1-4-16,0 1-7 0,0-1-5 15,0 2-20-15,2-4 8 0,-1 1-9 0,1 0-4 16,0-2 4-16,2 4-5 0,-1-5-6 0,2 1-16 0,-2 0 13 15,4 0 3-15,-5-2-1 0,5 4-4 16,-1-4-4-16,2 2-5 0,0-2 4 0,1 2 1 16,0 1 2-16,2-2-4 0,-2 0 2 0,3 2-8 0,-3-1-12 15,1 1 12-15,0-1-2 0,-1 0-9 0,-1 0 7 16,1-1 3-16,-1 2-6 0,0 0-2 0,0-1 4 16,1 0 5-16,-4 1-2 0,3 0-5 0,-4-3 6 15,0 3 9-15,0-1-9 0,-4 3 1 0,3-6-17 16,-4 3 21-16,0 0-3 0,-3 0 4 0,-1-2-4 15,-1 1-16-15,0 1 11 0,0-1 2 0,-2 0 4 16,2-2-8-16,2 2 0 0,-4 0-3 0,1-2-9 16,3-1-16-16,1-2-36 0,7 1-21 0,-9-3-50 15,9 3-58-15,-9-3-68 0,9-2-74 0,0 5-56 16,6-8-57-16,3 2-54 0,8-3-45 0,-3 1-327 16,6 2-945-16,2-2 418 0</inkml:trace>
  <inkml:trace contextRef="#ctx0" brushRef="#br0" timeOffset="298081.3515">19913 11886 312 0,'0'-6'473'0,"0"-1"15"0,-1 0 14 15,-3 2 6-15,3-2-13 0,1 1-23 0,0-1-23 16,-3 3-18-16,3-1-23 0,3-1-25 0,-3 1-33 16,1 1-31-16,4-1-29 0,-1 1-29 0,0 0-28 15,1-1-22-15,0 2-23 0,3 0-15 0,2 1-11 16,-1 0-21-16,3-1-5 0,-1 3-7 0,2-1-13 16,5 2-12-16,-7 2-5 0,3-1-12 0,-1 4-4 15,-1-1-12-15,0 1 0 0,-1 1-25 0,-2-3-46 16,-1 3 0-16,0 2 0 0,-1-3 0 0,-1 2 0 15,-5 0 0-15,3 2 0 0,-3 2 0 0,-6-2 0 16,1 1 0-16,-1 0 0 0,-6 2 0 0,-2-1 0 16,-2 0 0-16,-4-1 0 0,-7 3 0 0,-1-1 0 15,-2-5 0-15,-1 3 0 0,2-4 0 0,6-4 0 0,2 1 0 16,1-2 0-16,1 0 0 0,4-1 0 0,1-2 0 16,3 1 0-16,0-2 0 0,1-4 0 15,0 0 0-15,4 0 0 0,-2-4 0 0,5-1 0 0,0-2 0 16,2-4 0-16,3 0 0 0,2 0 0 0,4 0 0 15,3 1 0-15,0 0 0 0,5-5 0 0,-3 9 0 16,3-3 0-16,6 1 0 0,-3 4-219 0,-2 2-303 16,0 3-43-16,-4-3-29 0,1 4-33 0,-4 0-317 15,1 1-1023-15,0-1 452 0</inkml:trace>
  <inkml:trace contextRef="#ctx0" brushRef="#br0" timeOffset="298480.7334">19915 11666 379 0,'-2'-9'455'0,"-4"0"30"0,3-2 33 0,0 3 27 16,0 0 11-16,3-2-2 0,-3 0-6 0,2 5-7 15,1-4-8-15,-2 4-15 0,0-1-16 0,2 0-17 0,0 3-30 16,-1 0-28-16,1 3-40 0,-3-5-84 0,3 5-303 16,0-5 0-16,0 5 0 0,0 0 0 0,0 0 0 15,0 0 0-15,0 0 0 0,0 17 0 0,4-5 0 16,-2 5 0-16,0 1 0 0,2 8 0 0,-4 5 0 15,0-1 0-15,1 1 0 0,1 1 0 0,-5 1 0 16,6 1 0-16,-3-3 0 0,0 0 0 0,-2 0 0 16,1-2 0-16,-2 0 0 0,2-1 0 0,-3-2 0 15,-1-1 0-15,3 0 0 0,0-6 0 0,-3 0 0 16,4 7 0-16,-3-9 0 0,4 1 0 0,2-3 0 16,-4 0 0-16,2-2 0 0,0-1 0 0,0-3 0 15,2 0 0-15,0 0 0 0,-2-3 0 0,0 0 0 16,0-1 0-16,0-2 0 0,0-3 0 0,0 6 0 15,0-2 0-15,0-4 0 0,0 4 0 0,0-4 0 0,0 0 0 16,0 0 0-16,0 0 0 0,0 0 0 16,0 0 0-16,10-12 0 0,-9 6 0 0,5-3 0 15,-3 1-170-15,5 0-374 0,-3-3-55 0,4 0-40 0,0-2-402 16,0 1-1126-16,1 2 499 0</inkml:trace>
  <inkml:trace contextRef="#ctx0" brushRef="#br0" timeOffset="298983.2211">20248 12012 65 0,'5'-5'439'15,"-2"2"22"-15,1-2 14 0,-2 0 1 0,1 4-4 16,-1-3-16-16,1 1-18 0,0 2-23 0,-3 1-27 15,0 0-26-15,5-7-24 0,-5 7-19 0,3-2-27 16,-3 2-29-16,0 0-22 0,0 0-24 0,0 0-22 0,0 0-17 16,0 0-21-16,0 0-2 0,-14 10-24 15,11-8-20-15,-3 3-5 0,1 0-12 0,-1 2-6 16,1-3-15-16,1 2 2 0,-1 2-12 0,1-3-8 0,0-1-5 16,-1 1-6-16,0 0 3 0,2-1-15 0,2-1 2 15,1-3-6-15,-2 6-2 0,-1-3-4 16,3-3 2-16,3 6 2 0,-1-4-8 0,1 1-2 15,-2 0 1-15,4 1-5 0,0 0 1 0,-1 0-1 0,0-1-3 16,1 1-1-16,-2 1 1 0,0-2-4 0,1 1-1 16,2 1 3-16,-3-3-3 0,1 2 1 0,0-2 2 15,-2 3-9-15,1-3 10 0,-2 3 1 0,2-1-1 16,-3 0 9-16,0 1-5 0,0 2-1 0,-1-1 2 16,-2-1 8-16,-2-2-4 0,1 4-17 0,0-3 0 15,-5 2 0-15,0-3 0 0,0 2 0 0,0-1 0 16,-1 1 0-16,0-2 0 0,1-1 0 0,-4 2 0 15,4-1 0-15,0-2 0 0,2 0 0 0,-1-1 0 16,0 0-15-16,8 0-69 0,-9-2-38 0,3 1-38 16,2-2-34-16,-1-1-42 0,5 1-42 0,-3-2-63 15,6-1-50-15,0 2-58 0,3-5-62 0,2 2-391 16,2 1-977-16,0 1 432 0</inkml:trace>
  <inkml:trace contextRef="#ctx0" brushRef="#br0" timeOffset="299349.4188">20665 11899 210 0,'2'-11'492'0,"1"-1"31"0,-4 0 18 15,2 3 11-15,-1-2-1 0,0 4-5 0,1 0-15 16,1-3-19-16,-2 5-21 0,1-1-20 0,-1 1-18 15,0 0-28-15,0 5-24 0,1-5-31 0,-1 5-30 16,0 0-28-16,0-3-31 0,0 3-92 0,0 0-189 16,0 0 0-16,0 0 0 0,0 0 0 0,0 0 0 15,0 0 0-15,-1 18 0 0,0-7 0 0,1 1 0 16,-2-3 0-16,1 7 0 0,-4 0 0 0,4 0 0 16,-1 0 0-16,0-3 0 0,2 3 0 0,-2-4 0 15,1 0 0-15,0 3 0 0,-1-1 0 0,1-2 0 16,0-1 0-16,0 2 0 0,-3-4 0 0,4 1 0 15,0-1 0-15,0-1 0 0,0-2 0 0,0 0 0 0,-1 0 0 16,-1-3 0-16,4 2 0 0,-5-1 0 0,3-4 0 16,0 7 0-16,0-7-104 0,0 0-335 0,0 0-48 15,0 0-57-15,0 0-56 0,3-14-404 16,-2 6-1085-16,-1 0 480 0</inkml:trace>
  <inkml:trace contextRef="#ctx0" brushRef="#br0" timeOffset="299748.5116">20501 11760 61 0,'-2'-3'447'0,"0"-3"36"0,-1 2-4 0,0-2 11 16,2 1 5-16,1 1-14 0,0-3-27 0,0 3-26 16,1 0-34-16,-1 4-30 0,1-7-33 0,1 2-33 15,3 2-29-15,-4-2-22 0,3 0-21 0,2 2-9 0,4 1-8 16,3 0-13-16,-3 1-4 0,3-1-5 0,6 3-14 15,3-1-11-15,1 2-6 0,3 1-10 16,3 6-18-16,1-1-8 0,0-1-3 0,-2 2-3 0,-1 2-11 16,0 1-79-16,-3 0-24 0,-6 0 0 15,-1-1 0-15,-4 1 0 0,-1 1 0 0,-2 2 0 16,0 2 0-16,-2-4 0 0,-4 4 0 0,-3-1 0 16,-1-1 0-16,-2 2 0 0,-1-1 0 0,-8 2 0 0,1-1 0 15,-6-3 0-15,-6 8 0 0,-3-4 0 0,-2 0 0 16,-1-2 0-16,-4-1 0 0,3-1 0 15,-2-4 0-15,4 0 0 0,0-2 0 0,7-3 0 0,2 1 0 16,9-1 0-16,-4-4 0 0,8 1 0 0,-1 1 0 16,-1 0 0-16,7-3 0 0,-5 0 0 0,5 0 0 15,0 0 0-15,0 0 0 0,0 0 0 0,23-7 0 16,-2 4 0-16,-1-2-284 0,1 1-213 0,7 3-56 16,1-3-51-16,-1 3-439 0,-1 0-1129 0,-4-1 500 15</inkml:trace>
  <inkml:trace contextRef="#ctx0" brushRef="#br0" timeOffset="300086.0513">21039 12069 126 0,'2'-2'381'0,"0"-1"17"0,1-1 38 0,-2-2 27 16,4 2 19-16,-4 0 22 0,-2-1 11 0,2-1 0 16,-1 1-9-16,4 3-14 0,-4-3-8 0,0 5-10 15,0-7-20-15,0 7-16 0,0-2-31 0,0 2-26 16,0 0-30-16,0 0-29 0,0-7-260 0,0 7-62 15,0 0 0-15,0 0 0 0,0 0 0 0,0 0 0 16,0 0 0-16,0 16 0 0,-1-7 0 0,1 0 0 16,0 1 0-16,0 1 0 0,0 1 0 0,1 1 0 15,-2-1 0-15,1 0 0 0,0 0 0 0,-3 1 0 16,3 4 0-16,-1-1 0 0,-4-3 0 0,5-3 0 16,-1 2 0-16,-2-1 0 0,1-3 0 0,-1 2 0 15,3-3 0-15,-4-1 0 0,4 0 0 0,0 0 0 16,-1-2 0-16,1-1 0 0,-3 1 0 0,3 0 0 15,0 0 0-15,0-4 0 0,0 0 0 0,0 0 0 16,0 0 0-16,-1 5 0 0,1-5 0 0,0 0 0 0,0 0-236 16,0 0-249-16,0 0-26 0,0-17-37 15,1 6-24-15,-1 1-402 0,0-4-1054 0,-1 2 467 16</inkml:trace>
  <inkml:trace contextRef="#ctx0" brushRef="#br0" timeOffset="300450.3855">20989 11961 294 0,'0'-4'391'0,"4"-2"27"16,-4-1 15-16,0 0 7 0,0 3-1 0,4-3-7 15,-3 2-22-15,3-1-18 0,-4 2-13 0,4-2-17 16,0 2-20-16,-3 0-19 0,3 0-19 0,-3-1-18 16,4 0-30-16,-1 2-14 0,1 1-14 0,-1-1-16 15,4 1-15-15,1 1-11 0,0-1-12 0,1 2-10 16,3 0-10-16,-3 2-10 0,0-1-17 0,3 2-12 0,2 3-8 15,-2-3-14-15,-3 1-9 0,1 3-21 16,1-2-63-16,-3 3 0 0,0-1 0 0,-4-1 0 16,2 0 0-16,-4 3 0 0,1-3 0 0,-1 2 0 0,-2-1 0 15,-1 0 0-15,-1 0 0 0,-3 4 0 16,-4-3 0-16,-6 5 0 0,1-3 0 0,-2-1 0 16,0-2 0-16,2 0 0 0,-2-1 0 0,-2 0 0 0,7-1 0 15,0 0 0-15,-2-3 0 0,6 1 0 0,1-1 0 16,-2 0 0-16,1-2 0 0,6 0 0 0,-5 4 0 15,1-3-44-15,4-1-194 0,-5 1-27 0,5-1-56 16,0 0-65-16,0 0-50 0,0 0-51 0,0 0-39 16,0 0-389-16,24-3-991 0,-15 0 438 0</inkml:trace>
  <inkml:trace contextRef="#ctx0" brushRef="#br0" timeOffset="301049.9144">21323 12141 28 0,'0'0'363'16,"0"0"4"-16,0 0 21 0,0 0 16 0,0 0 0 15,-8-9 7-15,8 9-12 0,-2-4-20 0,2 4-14 0,-4-7-6 16,3 3-8-16,-1 1-17 0,1-1-9 0,1 4-16 16,-1-5-7-16,1 5-20 0,0-4-25 15,0 4-20-15,1-7-29 0,-1 7-16 0,4-3-25 0,-2 1-21 16,1-1-16-16,2 2-9 0,0 0-14 0,-5 1-15 15,12 0-12-15,-12 0-2 0,10 1-12 0,-4 0-6 16,2 2-11-16,-4-1-2 0,2 0-1 0,-2 1-10 16,1 3-9-16,-1-3-15 0,-1 1 17 0,2 1-4 15,-3-2-4-15,1 2 3 0,-3 0-7 0,-2 3-2 16,1-5 1-16,-1 2-1 0,-3 2-10 0,2-2 11 16,-3-1-5-16,1 1-12 0,-4 2-4 0,1-5-14 15,2 2 10-15,-1-1 2 0,2 2-2 0,2-4 4 16,-2 0 0-16,5-1 1 0,-7 3-6 0,7-3 4 15,0 0 4-15,-7 1 15 0,7-1-19 0,0 0-3 16,0 0 6-16,0 0-2 0,0 0-5 0,0 0 0 16,18-5 2-16,-11 4-1 0,3 2-3 0,1 0 8 15,1 3-5-15,-1-1-2 0,2 2 2 0,1-1 1 16,-2 1-1-16,-1 1 3 0,-2-1 0 0,1 2 14 16,-2-1-2-16,0-1 16 0,-3 1-12 0,-1-2-3 0,1 3 7 15,-4-2 6-15,0 2-16 0,-2 0 25 0,-3 0 5 16,-1-1 3-16,-4 1 1 0,0-1 0 0,-9 2-33 15,2 0-5-15,-10-2 0 0,6-2 0 0,-2-1 0 16,3 1 0-16,0 0 0 0,2-3 0 0,2-1 0 16,2 0 0-16,0-1 0 0,3 1 0 0,1 0 0 15,0 0 0-15,9 0 0 0,-9 0 0 0,9 0 0 16,-4-1 0-16,4 1 0 0,-4-7 0 0,4 7 0 16,4-5 0-16,0 4 0 0,1-2 0 0,5-4 0 15,-1 6 0-15,0-1-154 0,4-2-60 0,-3 3-30 0,1-2-45 16,1 1-29-16,-2-1-31 0,-2 3-32 15,1 0-37-15,-3-2-48 0,5-1-44 0,-7 0-298 16,2-2-876-16,-1 0 388 0</inkml:trace>
  <inkml:trace contextRef="#ctx0" brushRef="#br0" timeOffset="301647.8493">20850 11560 95 0,'0'0'352'0,"0"0"3"0,0 0-8 0,0 0 0 16,0 0-9-16,0 0-8 0,0 0-14 0,0 0-14 16,0 0-17-16,0 0-7 0,0 0-13 0,0 0-17 15,0 0-12-15,-10-3-6 0,10 3-10 0,0 0-5 16,0 0 0-16,0 0-3 0,-13 3 0 0,13-3-13 0,-5 2 10 15,5-2 1-15,-5 2-2 0,5-2-1 16,-8 1-5-16,8-1 0 0,-4 2-19 0,4-2 7 0,0 0-7 16,0 0-1-16,0 0-7 0,0 0-8 0,0 0-1 15,-6 1-56-15,6-1-110 0,0 0 0 0,0 0 0 16,0 0 0-16,0 0 0 0,0 0 0 0,0 0 0 16,26-4 0-16,-11 2 0 0,5-1 0 0,11-3 0 15,2 2 0-15,4 1 0 0,13 1 0 0,5-3 0 16,-18 2 0-16,3 2 0 0,-2 1 0 0,-1-1 0 15,-2 1 0-15,-6-1 0 0,-7 1 0 0,-4 0 0 16,-4-2 0-16,-3 4 0 0,-3-2 0 0,0 1 0 16,-1-1 0-16,-2-1 0 0,-5 1 0 0,8 2 0 15,-8-2 0-15,0 0 0 0,8 0 0 0,-8 0 0 16,5-2 0-16,-5 2 0 0,0 0 0 0,0 0 0 16,0 0 0-16,1-4 0 0,-1 4 0 0,0 0 0 15,0 0-297-15,0 0-155 0,0 0-51 0,0 0-54 16,0 0-62-16,0 0-342 0,0 0-1041 0,0 0 462 15</inkml:trace>
  <inkml:trace contextRef="#ctx0" brushRef="#br0" timeOffset="302400.6266">21966 11121 77 0,'-4'-4'353'0,"1"-1"2"0,2 0 15 16,-1-3 32-16,0 5 11 0,1-4 26 16,-2 2-1-16,2-1-4 0,-1 1-13 0,0-1-5 0,1 1 0 15,-1 0-9-15,2-3 3 0,-3 3-3 0,3 2-1 16,0 3-14-16,0-6-16 0,0 6-20 0,0 0-31 15,-1-5-26-15,1 5-28 0,0 0-263 0,0 0-8 16,-3-1 0-16,3 1 0 0,0 0 0 0,0 0 0 16,0 0 0-16,0 0 0 0,0 0 0 0,0 0 0 15,2 17 0-15,-1-8 0 0,0 2 0 0,-1 3 0 16,3 3 0-16,-1 9 0 0,-2-7 0 0,1 6 0 16,1 0 0-16,-4-6 0 0,4 0 0 0,-2 0 0 15,1 1 0-15,-1 0 0 0,1-2 0 0,-2-1 0 16,1 0 0-16,-1-1 0 0,-1 2 0 0,1-2 0 0,-1-6 0 15,-1 3 0-15,3-4 0 0,0 3 0 16,-1-4 0-16,1 2 0 0,1-1 0 0,-1 1 0 0,-1-3 0 16,1-2 0-16,0 1 0 0,0 1 0 0,0-5 0 15,-1 2 0-15,1-4 0 0,0 5 0 16,-2-1 0-16,2-4 0 0,-1 4 0 0,1-4 0 16,0 0 0-16,0 0 0 0,0 0 0 0,0 0 0 0,0 0-431 15,-5-14-73-15,2 9-42 0,3-3-32 0,-1-2-444 16,-3 0-1108-16,3 1 491 0</inkml:trace>
  <inkml:trace contextRef="#ctx0" brushRef="#br0" timeOffset="302755.71">21775 11289 307 0,'0'0'404'16,"0"0"22"-16,0 0 21 0,0 0 7 0,0 0 5 15,0 0-5-15,0 0-13 0,0 0-15 0,0 0-5 16,0 0 2-16,0 0-29 0,0 0-15 0,0 0-11 16,0 0-15-16,0 0-20 0,0 0-21 0,0 0-25 15,0 0-24-15,8-3-23 0,-3 0-23 0,3 2-26 0,5 0-18 16,6-1-154-16,10-4-19 0,3 2 0 16,4-1 0-16,0 3 0 0,1-3 0 0,2 1 0 15,-7 2 0-15,0-2 0 0,-10 1 0 0,5 1 0 0,-5 0 0 16,-6 1 0-16,0-1 0 0,-5 0 0 15,2 2 0-15,-3-1 0 0,-2 1 0 0,-1-1 0 16,-2 2 0-16,-5-1 0 0,9 0 0 0,-9 0 0 0,8 0 0 16,-8 0 0-16,0 0 0 0,10-1 0 0,-10 1 0 15,0 0 0-15,0 0 0 0,0 0 0 0,0 0 0 16,0 0 0-16,4-3 0 0,-4 3 0 0,0 0 0 16,0 0-309-16,0 0-162 0,0 0-61 0,0 0-72 15,0 0-443-15,0 0-1132 0,0 0 501 0</inkml:trace>
  <inkml:trace contextRef="#ctx0" brushRef="#br0" timeOffset="303066.527">22842 11385 137 0,'6'0'548'0,"-6"0"-2"0,0 0 2 16,0 0-7-16,0 0-7 0,3-4-36 0,-3 4-49 15,0 0-46-15,7-5-38 0,-7 5-39 0,3 0-27 16,-3 0-46-16,0 0-69 0,3-4-66 0,-3 4-73 15,5-3-69-15,-1 1-99 0,4 1-73 0,-2 0-62 16,-1 0-59-16,4-1-50 0,4 2-43 0,-3-1-274 16,3 0-740-16,-3 0 328 0</inkml:trace>
  <inkml:trace contextRef="#ctx0" brushRef="#br0" timeOffset="303257.3586">23272 11331 216 0,'10'-2'326'15,"0"-2"3"-15,2 2 13 0,-3 0 12 0,0-1-1 16,2 1-20-16,-2 0-19 0,-5 2-27 0,3-3-29 0,-2 1-23 16,0 0-29-16,-2 0-21 0,-3 2-24 0,8-2-54 15,-3 0-73-15,-1 0-80 0,5 2-85 16,-9 0-88-16,17 1-72 0,-6 0-269 0,2 1-604 0,4-2 267 16</inkml:trace>
  <inkml:trace contextRef="#ctx0" brushRef="#br0" timeOffset="303552.1955">24326 11324 235 0,'12'-1'361'0,"-1"1"8"0,0-1-3 16,-2-2-13-16,-1 2-21 0,0 0-27 16,0 0-27-16,-3-1-27 0,1 0-25 0,1 1-25 15,-7 1-26-15,7-1-17 0,-7 1-44 0,7-3-57 16,-7 3-46-16,0 0-49 0,0 0-56 0,6 0-52 15,-6 0-47-15,8 3-53 0,-2-2-45 0,-6-1-173 16,7 1-503-16,-7-1 222 0</inkml:trace>
  <inkml:trace contextRef="#ctx0" brushRef="#br0" timeOffset="304252.1216">25797 10781 24 0,'12'-15'409'0,"-7"4"12"0,0-5 10 0,5 1 2 16,-3-2-1-16,-5 6 17 0,3-2 2 0,-1 3-10 16,-3 0-6-16,1 5-14 0,-1-3-45 0,0 1 0 0,-1 0-21 15,3 2-20-15,-2 0-17 0,-1 2-22 0,0 3-13 16,-1-7-17-16,2 4-19 0,-1 3-13 0,0 0-21 16,0-5-23-16,0 5-21 0,0 0-16 0,-6-2-120 15,6 2-33-15,-12 5 0 0,3 0 0 0,-1 1 0 16,-7 6 0-16,-2 6 0 0,0 5 0 0,-7 2 0 15,2 1 0-15,3 5 0 0,0-2 0 0,1 2 0 16,2-2 0-16,2 4 0 0,0-4 0 0,0-1 0 16,6 3 0-16,5-5 0 0,1-1 0 0,0 0 0 15,7-2 0-15,-2-3 0 0,7-2 0 0,1 1 0 16,1-4 0-16,9 3 0 0,3-2 0 0,1-2 0 16,1-1 0-16,-8-4 0 0,1-2 0 0,1-3 0 15,-5 2 0-15,-3-5 0 0,3-1 0 0,-4 0 0 0,1-3 0 16,2-1 0-16,-7 1 0 0,3-2 0 0,-2-3 0 15,2 2 0-15,-6-5 0 0,1 3 0 0,-2-3 0 16,-2 0 0-16,-3 1 0 0,-2-3 0 0,-1 3 0 16,-2 1 0-16,0-3 0 0,-1 6 0 0,-1-3 0 15,2 3 0-15,-3 1 0 0,4 0 0 16,-1 0 0-16,4 3 0 0,-1-2 0 0,2 2-59 0,0 2-405 16,4 0-48-16,0 0-56 0,-9 3-65 0,9-3-360 15,0 0-1075-15,0 0 475 0</inkml:trace>
  <inkml:trace contextRef="#ctx0" brushRef="#br0" timeOffset="305025.0174">26105 11014 179 0,'3'-4'498'0,"-1"0"13"0,0 2 21 0,-2 2 14 15,1-7 4-15,0 4-3 0,1 0-17 0,-2 3-23 16,0-6-22-16,0 6-33 0,0-6-14 0,0 6-33 0,0 0-25 16,0 0-36-16,0-3-29 0,0 3-42 0,0 0-19 15,0 0-25-15,0 0-29 0,0 0-184 16,0 0-16-16,0 0 0 0,0 0 0 0,0 0 0 0,0 0 0 16,2 12 0-16,1-7 0 0,-2-1 0 0,0 4 0 15,2-2 0-15,-2 1 0 0,-2 4 0 0,2-3 0 16,-1 1 0-16,0 0 0 0,1 1 0 0,-1 0 0 15,0-2 0-15,0 2 0 0,-1-4 0 0,1 2 0 16,0-1 0-16,-1-3 0 0,1 1 0 16,0-2 0-16,0-3 0 0,-1 7 0 0,2-4 0 0,-1-3 0 15,0 0 0-15,-1 6 0 0,1-6 0 0,2 2 0 16,-2-2 0-16,0 0 0 0,0 0 0 0,0 0 0 16,11-11 0-16,-7 4 0 0,0 2 0 0,3-2 0 15,0-3 0-15,0 3 0 0,0 0 0 0,-3-2 0 16,1 4 0-16,3-3 0 0,-2 2 0 0,-1-3 0 15,-1 5 0-15,-2 1 0 0,0-1 0 0,2 1 0 16,-3 0 0-16,-1 3 0 0,0 0 0 0,4-5 0 0,-4 5 0 16,0 0 0-16,6 0 0 0,-6 0 0 15,7 6 0-15,-5-1 0 0,-2 0 0 0,7-2 0 16,-6 5 0-16,3-1 0 0,-3-1 0 0,2 1 0 0,-2-1 0 16,2 1 0-16,-1-1 0 0,-1 0 0 0,2-1 0 15,-2-1 0-15,2-1 0 0,-2 2 0 16,2-2 0-16,-3-3 0 0,2 3 0 0,-2 2 0 15,0-5 0-15,0 0 0 0,4 2 0 0,-4-2 0 0,0 0 0 16,0 0 0-16,8-7 0 0,-2 1 0 16,-1 0 0-16,0-4 0 0,3 2 0 0,-2-3 0 15,3 2 0-15,1-5 0 0,-2 3 0 0,-1 3 0 0,1 0 0 16,-4 2 0-16,5 0 0 0,-5 0 0 0,1 1 0 16,0 1 0-16,-2 1 0 0,-2 1 0 0,4-2 0 15,-5 4 0-15,4-3 0 0,-4 3 0 0,0 0 0 16,0 0 0-16,0 0 0 0,7 5 0 0,-5-2 0 15,2 1 0-15,0 0 0 0,-2 3 0 0,2 0 0 16,0-1 0-16,-3 4 0 0,-1-4 0 0,4 4 0 16,0-2 0-16,-3 4 0 0,-1-1 0 0,3-2 0 15,-2 0 0-15,-1-2 0 0,5 0 0 0,-4-2 0 16,-1 1 0-16,0 0 0 0,4-1 0 0,-3-1 0 16,3 0 0-16,-1 0 0 0,1-1 0 0,-2-1-187 15,2-1-218-15,-4-1-46 0,14 1-47 0,-6-1-52 16,2-1-24-16,-2-2-347 0,1-1-998 0,1-3 441 15</inkml:trace>
  <inkml:trace contextRef="#ctx0" brushRef="#br0" timeOffset="305324.6876">26657 11108 349 0,'0'0'382'0,"0"0"9"0,0 0 28 15,0 0 26-15,8 0 10 0,-8 0-7 0,0 0-8 16,0 0-22-16,0 0-18 0,0 0-12 0,0 0-8 15,0 0-27-15,0 4-18 0,0-4-32 0,0 0-20 16,0 0-33-16,0 3-19 0,0-3-24 0,0 0-24 16,1 8-10-16,-1-5-4 0,0 6-6 0,3-3-15 15,-2 2-11-15,-1-1-9 0,0 2-14 0,3 1-15 16,-3 0-99-16,1 1 0 0,-1-2 0 0,1 0 0 16,-1 0 0-16,0-3 0 0,0-1 0 0,0 1 0 15,-1 0 0-15,1-1 0 0,0-2 0 0,0 1 0 16,0-4 0-16,0 0 0 0,0 6 0 0,0-6 0 15,0 0-130-15,0 0-75 0,0 0-36 0,0 0-73 16,0 0-55-16,0 0-45 0,4-18-51 0,0 7-34 16,-2 2-44-16,2-2-293 0,1-6-905 0,0 1 401 15</inkml:trace>
  <inkml:trace contextRef="#ctx0" brushRef="#br0" timeOffset="305539.0543">26715 10965 211 0,'0'0'441'0,"0"0"5"16,0 0 7-16,0 0 15 0,0 0 0 16,0 0-8-16,0 0-21 0,0 0-20 0,0 0-28 15,0 0-37-15,0 0-32 0,0 0-33 0,0 0-30 0,0 0-23 16,0 0-27-16,0 0-32 0,0 0-44 0,0 0-47 16,0 0-54-16,0 0-57 0,0 0-59 0,0 0-69 15,0 0-64-15,0 0-55 0,-4-4-58 0,4 4-59 16,0 0-52-16,0 0-290 0,0 0-791 0,-9 3 350 15</inkml:trace>
  <inkml:trace contextRef="#ctx0" brushRef="#br0" timeOffset="306327.9372">25432 11493 96 0,'0'0'347'0,"-12"-2"1"0,12 2-10 0,-7-2 2 16,3 0-7-16,4 2-16 0,-7-1-17 0,7 1-11 16,-5-3-10-16,5 3-6 0,-4-2-27 0,4 2-7 15,-7-1-18-15,7 1-17 0,0 0-16 0,0 0-15 16,-9-1-11-16,9 1-14 0,-8 0-14 0,8 0-7 15,0 0-13-15,-5-1-6 0,5 1-9 0,-5-3-7 16,5 3-8-16,0 0-4 0,0 0-5 0,0 0-4 0,0 0 0 16,0 0-3-16,0 0 10 0,0 0 1 0,0 0 8 15,0 0 7-15,0 0 0 0,0 0 0 16,0 0-13-16,0 0-11 0,0 0-6 0,0 0 1 0,32 1-1 16,-3 1 6-16,8-2 15 0,16 1 11 0,8 0 10 15,3-1-22-15,34-1-2 0,1-2-10 0,0 0-4 16,5 3-8-16,7-4 9 0,4-6 7 0,-4 6 8 15,8-1 1-15,1-1-2 0,2-2 9 0,-6 1-1 16,-5-1-37-16,-3 5-54 0,-11-3 0 0,-7 3 0 16,-27-1 0-16,-2 2 0 0,-2 0 0 0,-6 0 0 15,-14 2 0-15,-3-1 0 0,-4 2 0 0,-4-2 0 16,-8 0 0-16,-3 0 0 0,2 1 0 0,-10 0 0 16,-1 1 0-16,0 0 0 0,-2-1 0 0,-1 0 0 0,-5 0 0 15,9 1 0-15,-9-1 0 0,5 2 0 16,-5-2 0-16,5 1 0 0,-5-1 0 0,0 0 0 15,0 0 0-15,0 0-93 0,0 0-146 0,0 0-29 0,0 0-45 16,5-4-34-16,-5 4-30 0,0 0-33 16,0 0-38-16,0 0-33 0,0 0-34 0,0 0-269 15,0 0-848-15,0 0 375 0</inkml:trace>
  <inkml:trace contextRef="#ctx0" brushRef="#br0" timeOffset="307407.9928">25611 12186 134 0,'0'0'339'0,"0"0"1"0,0 0-5 0,2 3 3 0,-2-3-2 16,0 0-4-16,0 0-2 0,0 0-2 0,-16-7-8 16,9 2-5-16,2 2-8 0,0 1-2 0,-4-1-3 15,4-1-21-15,-8-1-7 0,3 0-8 0,1-2-3 16,-1 0-14-16,-4-2 3 0,2 2-23 0,-2-4 6 16,0-1-3-16,0 0-3 0,0-1-2 0,-6-5-13 15,2 0-8-15,0-4 14 0,5 7-14 0,-2-11-10 0,3 5-145 16,3 3-51-16,5 1 0 0,-2-2 0 15,2 2 0-15,4-3 0 0,0 2 0 0,4 2 0 0,2 1 0 16,-2-1 0-16,4 2 0 0,2 0 0 0,5 1 0 16,8-4 0-16,-7 7 0 0,3 3 0 0,5-2 0 15,-2 6 0-15,0-2 0 0,-6 1 0 0,6 4 0 16,-5-2 0-16,-5 4 0 0,1-1 0 0,0 3 0 16,-3-3 0-16,0 2 0 0,-3 0 0 0,-1 1 0 15,1 1 0-15,-3 1 0 0,-2-2 0 0,3 2 0 16,-7 1 0-16,2 3 0 0,-3-1 0 0,-1 2 0 15,-2 0 0-15,-1 0 0 0,-8 3 0 0,-7 4 0 16,2-3 0-16,-1-4 0 0,-2 3 0 0,6-5 0 16,-3 1 0-16,5-1 0 0,2-1 0 0,-2-2 0 15,5-2 0-15,1 1 0 0,1-3 0 0,3 2 0 16,0-1 0-16,1-1 0 0,1 0 0 0,3-2 0 16,-6 3 0-16,6-3 0 0,-4 1 0 0,4-1 0 0,0 0 0 15,0 0 0-15,0 0-70 0,0 0-355 0,0 0-60 16,0 0-57-16,0 0-54 0,23 2-417 0,-14-1-1096 15,6 1 485-15</inkml:trace>
  <inkml:trace contextRef="#ctx0" brushRef="#br0" timeOffset="307856.7597">25750 12024 419 0,'1'-2'498'0,"1"-3"11"0,0 3 5 16,-2 2 4-16,0-8-9 0,1 6-10 0,-1 2-35 15,0 0-38-15,0-6-26 0,0 6-31 0,0 0-29 0,0-5-39 16,0 5-26-16,0 0-32 0,0 0-29 0,0 0-25 16,0 0-16-16,0 0-42 0,0 0 6 0,0 0-11 15,0 0-9-15,-3 15-18 0,1-9-6 16,2 1-15-16,-4-4-11 0,3 4 2 0,1 0-10 0,0-2-7 15,-2 2-3-15,4 0-6 0,-2-1-4 0,1 1-5 16,3 0 2-16,-4 0-8 0,4-1 2 16,-3 0-5-16,3 2-6 0,3 2-19 0,-1-3 0 0,-3-1 0 15,3 2 0-15,-2-1 0 0,-3-2 0 0,4 1 0 16,-1-1 0-16,-3-2 0 0,3 1 0 0,-3 2 0 16,-1-5 0-16,0-1 0 0,3 9 0 0,-6-6 0 15,3 2 0-15,-5-1 0 0,0 0 0 0,0-1 0 16,-3 3 0-16,-2-3 0 0,1-1 0 0,-1 3 0 15,-2-4 0-15,0 0 0 0,0 2 0 0,2 0 0 16,-4-5 0-16,-3 4-62 0,5-2-29 0,0-2-15 16,1 1-11-16,2 1-19 0,0 0-28 0,2-1-38 15,3-1-55-15,4 2-56 0,-6-4-70 0,6 0-73 16,6 0-71-16,1 1-370 0,3-3-970 0,7-1 429 16</inkml:trace>
  <inkml:trace contextRef="#ctx0" brushRef="#br0" timeOffset="308308.7888">26172 11986 392 0,'-2'-8'463'16,"1"5"14"-16,1-1 27 0,-2-1-6 0,4 0 2 15,-4 1-37-15,2-1-14 0,0 0-28 0,2 0-24 16,-2 0-24-16,0 1-30 0,3-1-23 0,-1 0-27 16,2-1-25-16,-1 0-26 0,3 1-17 0,-1 0-30 15,5 2-14-15,-2-2-15 0,1 1-18 0,1 1-14 16,-1 0-13-16,3 2-17 0,-1-1-6 0,2 4-9 16,1-1-8-16,-1 1-10 0,5-1-10 0,-7 4-1 15,0-3-12-15,-1 4-42 0,-1 0-6 0,0 1 0 16,-2 2 0-16,1-1 0 0,-2 2 0 0,-2-1 0 15,1 1 0-15,-5-1 0 0,0 3 0 0,-4-1 0 0,-1 3 0 16,-4-2 0-16,-5 2 0 0,-4-2 0 16,-3 4 0-16,-5-3 0 0,-2-1 0 0,1-4 0 15,-1 3 0-15,0-4 0 0,6-2 0 0,0-2 0 0,2 0 0 16,2-1 0-16,4-2 0 0,4 0 0 16,0-3 0-16,-1 0 0 0,5-2 0 0,1 1 0 15,0-6 0-15,2-1 0 0,2-3 0 0,2-3 0 16,4 1 0-16,3 0 0 0,1-2-9 0,5-4-333 0,0-1-60 15,0 6-63-15,-2 3-63 0,7-5-53 0,-6 8-397 16,3-1-1059-16,-2 0 469 0</inkml:trace>
  <inkml:trace contextRef="#ctx0" brushRef="#br0" timeOffset="308676.1717">26233 11712 187 0,'0'-11'424'0,"-4"-2"19"0,3 3 21 0,-2 0 25 15,1 0 26-15,-1 3 13 0,2-3 6 0,1 4-2 16,0 0-12-16,-4 0-23 0,4 2-28 0,-4 2-35 0,4 2-35 16,0-5-35-16,0 5-35 0,0 0-35 0,0 0-32 15,0 0-13-15,0 0 8 0,4 16-256 16,0-1-1-16,-3 6 0 0,4 6 0 0,-1 1 0 0,0 2 0 16,-3 1 0-16,2 4 0 0,1-3 0 0,-4 3 0 15,1-2 0-15,-2-1 0 0,-2 0 0 0,2 1 0 16,-2-3 0-16,-2 0 0 0,1-3 0 0,2 1 0 15,-1 0 0-15,1 3 0 0,-1-5 0 0,-1-2 0 16,3-6 0-16,1-1 0 0,1-1 0 0,-2-4 0 16,2 6 0-16,-1-7 0 0,-1 1 0 0,1-2 0 15,4 0 0-15,-3-2 0 0,-1-1 0 0,0-2 0 16,0 0 0-16,0 0 0 0,3-1 0 0,-3 0 0 16,0 1 0-16,0-5 0 0,0 5 0 0,0-5 0 15,0 4 0-15,0-4 0 0,0 0 0 0,0 0 0 16,0 0 0-16,10-9-126 0,-6 3-455 0,2 2-30 15,2-4-38-15,0-1-389 0,6-5-1124 0,-3-1 498 16</inkml:trace>
  <inkml:trace contextRef="#ctx0" brushRef="#br0" timeOffset="309108.3434">26579 12074 139 0,'6'-6'413'0,"1"0"29"15,-2 0 12-15,0 3 21 0,-3-2-2 16,2 1-9-16,-2-1-13 0,-1 1-25 0,1 1-20 0,0-1-24 16,-2 4-22-16,2-5-28 0,-2 5-29 0,2-4-29 15,-2 4-27-15,0-5-29 0,0 5-21 0,0 0-18 16,0 0-29-16,0 0-27 0,0 0 2 0,0 0-15 16,-8 15-10-16,5-8-11 0,-3-1-11 0,4 2-13 15,-6 2 1-15,4 1-26 0,-1 0 13 0,1-2-20 16,1 1 12-16,1-1-9 0,0 1 3 0,2-4-24 15,0 3 8-15,0-5 1 0,0 3 8 0,2 1-15 16,1-3 0-16,-1 2 0 0,4 0 4 0,-3 0-8 16,4-2 5-16,0 2-6 0,-1-1 2 0,1 1-8 15,-2-1 5-15,4 1-6 0,-5-2 9 0,0-2-7 16,-3 1 7-16,0-1-8 0,3 0 14 0,-4 0-2 16,4 1 0-16,-4 0 6 0,-1 1 2 0,-2-2-14 15,3 2-12-15,-5 1 0 0,1-2 0 0,-3 1 0 16,-5-2 0-16,3 1 0 0,-5 1 0 0,0-2 0 15,-2 0 0-15,1-2 0 0,4 1 0 0,-3-1 0 16,2-1 0-16,5 0 0 0,-1 2 0 0,2-2 0 0,6 0 0 16,-12 0 0-16,12 0-79 0,-9-2-96 0,9 2-50 15,-1-6-58-15,1 6-52 0,10-9-50 16,-1 4-36-16,-1-2-47 0,8-1-50 0,-3 3-366 0,5-4-958 16,0 0 425-16</inkml:trace>
  <inkml:trace contextRef="#ctx0" brushRef="#br0" timeOffset="309493.9576">27143 11899 340 0,'0'-6'569'0,"0"2"4"0,0 0 14 0,0-1 8 15,0 0 15-15,0 2-7 0,3-2-28 0,-3 2-37 16,0 3-42-16,5-7-37 0,-5 5-44 0,0 2-35 16,0 0-35-16,0 0-35 0,-4-4-31 0,4 4-33 15,0 0-26-15,0 0-169 0,0 0-51 0,-4 11 0 0,2-4 0 16,0 4 0-16,0-2 0 0,-1 7 0 16,2-4 0-16,-3 4 0 0,1 0 0 0,2 0 0 15,-3 4 0-15,4-6 0 0,-1 3 0 0,1 0 0 0,-1-1 0 16,1 0 0-16,-3-3 0 0,2-1 0 0,0 0 0 15,1 0 0-15,-3-1 0 0,3 0 0 0,0-3 0 16,0 3 0-16,0-7 0 0,0 2 0 0,0 0 0 16,-1 0 0-16,1-1 0 0,-3-1 0 0,3 0 0 15,0-4 0-15,0 0 0 0,-1 4 0 0,1-4 0 16,-4 4-172-16,4-4-233 0,0 0-68 0,0 0-68 16,-5-13-56-16,1 5-404 0,3-3-1084 0,-2 0 480 15</inkml:trace>
  <inkml:trace contextRef="#ctx0" brushRef="#br0" timeOffset="309908.9299">26937 11817 240 0,'0'-7'492'0,"-1"2"-9"0,1 5 2 0,1-7 10 15,-1 5 5-15,0 2-4 0,0-6-10 16,3 1-28-16,-2 2-43 0,-1 3-23 0,1-7-22 15,1 5-30-15,-2 2-18 0,2-6-34 0,2 3-31 0,1-1-29 16,0 0-17-16,5-2-32 0,2 4-7 0,-2 0-17 16,8-2-3-16,1 4-10 0,1 0-9 0,10 6-12 15,-4 0-11-15,3 1-41 0,6 3-69 0,-5 1 0 16,5 3 0-16,-4 0 0 0,-2 2 0 0,-2-1 0 16,-2 1 0-16,-2 3 0 0,-4-1 0 0,-3-5 0 15,-5 1 0-15,1-1 0 0,-5 1 0 0,-4 2 0 16,1-2 0-16,-4-2 0 0,0 5 0 0,-5 0 0 15,-4 0 0-15,-5 6 0 0,-3-2 0 0,-6-3 0 16,-4 2 0-16,-1-2 0 0,-3-3 0 0,3 0 0 16,-5-1 0-16,1-3 0 0,3-4 0 0,2 2 0 15,9-4 0-15,0-1 0 0,5-2 0 0,2 1 0 16,3-2 0-16,3 2 0 0,-3-1 0 0,2-1 0 16,6-1 0-16,-4 3 0 0,4-3 0 0,0 0 0 15,0 0 0-15,0 0 0 0,23-7 0 0,-10 6-419 16,6 0-77-16,-1-4-74 0,3 1-75 0,7-2-366 15,0 3-1094-15,0-2 485 0</inkml:trace>
  <inkml:trace contextRef="#ctx0" brushRef="#br0" timeOffset="310210.108">27521 12066 143 0,'3'-6'466'0,"-2"1"3"16,0-1 26-16,-1 3 32 0,0-1 25 0,0 1 22 15,3-1-21-15,-3 4-36 0,1-3-27 0,2 0-41 16,-3 3-42-16,0 0-35 0,0-5-37 0,0 5-31 16,0 0-27-16,0 0 1 0,-3 13 0 0,2-4-7 15,-2 1-21-15,2 1-66 0,0 5-184 0,-2-1 0 16,2 4 0-16,1 0 0 0,-4 0 0 0,3-1 0 16,-2 1 0-16,2 0 0 0,1-2 0 0,-1-1 0 15,-2-1 0-15,3-4 0 0,-1 1 0 0,-2 0 0 16,2-1 0-16,1 1 0 0,0-5 0 0,-2 1 0 15,0 0 0-15,2-2 0 0,0-1 0 0,0-1 0 16,-1 1 0-16,2-3 0 0,-1-2 0 0,-4 4 0 16,4-4-336-16,0 0-133 0,0 0-69 0,0 0-69 0,8-9-434 15,-7-1-1126-15,2-1 498 0</inkml:trace>
  <inkml:trace contextRef="#ctx0" brushRef="#br0" timeOffset="310544.0379">27502 12010 230 0,'0'-5'431'0,"0"1"14"16,1-3 9-16,-1 7 17 0,0-5 3 0,0 5-6 0,3-4-19 15,-2 1-25-15,2-1-24 0,-3 4-29 0,6-7-21 16,-1 5-30-16,3-1-23 0,-2-1-22 0,6 1-5 16,2 1-34-16,-2 0-7 0,1 1-26 0,4 1-13 15,-2 3-17-15,-2-3-17 0,1 1-13 0,-2 0-15 16,-1 1-12-16,3 1-13 0,-5 2-12 0,0-3-8 15,-2 2-13-15,0-1-3 0,-3 2-7 0,1-1-46 16,-1-1-14-16,-3 1 0 0,2 3 0 0,-3-2 0 16,-3 3 0-16,-2 0 0 0,0 0 0 0,-4-1 0 15,-4 2 0-15,-1-1 0 0,-3 0 0 0,0 1 0 16,0-1 0-16,1-3 0 0,2-2 0 0,3 1 0 16,1-2 0-16,3 1 0 0,1-1 0 0,1-2-45 15,1 3-155-15,2-1-45 0,2-2-62 0,0 0-63 16,0 0-51-16,5 6-74 0,5-1-61 0,2-2-370 15,4 0-1002-15,3 0 443 0</inkml:trace>
  <inkml:trace contextRef="#ctx0" brushRef="#br0" timeOffset="310826.392">27854 12246 453 0,'-4'2'528'0,"4"-2"3"0,0 0 15 0,0 0 20 15,-7-9 6-15,6 6-15 0,1 3-22 0,-2-3-31 16,2 3-37-16,0 0-44 0,0 0-36 0,0 0-33 16,0 0-39-16,-7-1-36 0,7 1-28 0,0 0-27 15,0 0-20-15,-3 11-5 0,3-3-13 0,-2 3-76 16,1-1-110-16,-3 5 0 0,3-1 0 0,-1 2 0 16,2-4 0-16,-3 2 0 0,1-2 0 0,2 0 0 15,-1 0 0-15,0 0 0 0,-1-2 0 0,1-4 0 16,1-1 0-16,-1 0 0 0,1 1 0 0,0-2 0 15,0 1 0-15,0-5 0 0,-1 3 0 0,1-3-137 16,2 3-218-16,-2-3-63 0,0 0-64 0,0 0-67 16,12-12-37-16,-6 3-358 0,-1-1-1023 0,4-7 452 15</inkml:trace>
  <inkml:trace contextRef="#ctx0" brushRef="#br0" timeOffset="311029.1626">27921 12155 179 0,'2'-5'370'0,"0"-1"-7"0,-2 3 8 0,1 0 22 15,-1 3 31-15,0-6 32 0,0 6 14 0,0 0 4 16,-1-5-16-16,1 5-27 0,0 0-22 0,0 0-46 0,0 0-27 16,0 0-16-16,0 0-30 0,1-5-26 0,-1 5-25 15,0 0-30-15,0 0-21 0,0 0-29 0,0 0-43 16,0 0-44-16,0 0-63 0,0 0-70 0,0 0-63 16,0 0-61-16,0 0-72 0,0 0-48 0,0 0-55 15,0 0-64-15,0 0-57 0,0 0-380 0,0 0-933 16,0 0 412-16</inkml:trace>
  <inkml:trace contextRef="#ctx0" brushRef="#br0" timeOffset="311577.1536">27129 11625 273 0,'0'0'379'0,"0"5"8"16,0-5 20-16,0 0-1 0,0 0-5 0,0 0-8 16,0 0-13-16,0 0-13 0,0 0-15 0,0 0-9 15,0 0-17-15,0 0-10 0,0 0-12 0,0 0-19 0,0 0-5 16,0 0-8-16,0 0-2 0,0 0-19 0,0 0-7 16,0 0-9-16,0 0-3 0,0 0-12 15,0 0-2-15,0 0-5 0,0 0-6 0,0 0-3 0,0 0-178 16,0 0-26-16,0 0 0 0,0 0 0 0,14-1 0 15,0-2 0-15,4 2 0 0,11-2 0 0,8-1 0 16,3 3 0-16,16-4 0 0,-2 2 0 16,2 1 0-16,3 4 0 0,-4-4 0 0,0 2 0 0,-5-1 0 15,-11 0 0-15,-2 1 0 0,-2-2 0 0,-6 0 0 16,-7 1 0-16,-5 2 0 0,-5-2 0 0,-3 0 0 16,0 1 0-16,-2 0 0 0,0 1 0 0,-7-1 0 15,5-2 0-15,-5 2 0 0,0 0 0 0,9 0 0 16,-9 0 0-16,0 0 0 0,0 0 0 0,0 0 0 15,0 0 0-15,0 0 0 0,0 0-288 0,0 0-77 16,0 0-29-16,0 0-29 0,0 0-29 0,-22 3-35 16,16-3-39-16,-3-1-350 0,0-2-949 0,-2-2 419 15</inkml:trace>
  <inkml:trace contextRef="#ctx0" brushRef="#br0" timeOffset="314830.3945">23501 12578 159 0,'0'0'176'0,"0"0"-8"15,0 0-5-15,0 0 1 0,0 0-15 0,0 0-2 16,0 0-6-16,0 0-3 0,0 0-1 0,0 0-4 16,0 0-4-16,0 0-3 0,0 0-7 0,0 0 0 15,0 0-3-15,4-3-4 0,-4 3-1 0,0 0 0 16,0 0-1-16,0 0 0 0,0 0 0 0,0 0-3 16,0 0 3-16,0 0 9 0,0 0 1 0,0 0 5 15,0 0-4-15,0 0 7 0,0 0-3 0,0-4 6 16,0 4 5-16,0 0-2 0,0 0 2 0,0 0-1 15,0 0-3-15,0 0-2 0,0 0-3 0,0 0-4 0,0 0-6 16,0 0-5-16,0 0-6 0,0 0-3 16,0 0-3-16,2-2-8 0,-2 2-2 0,0 0-3 15,0 0-4-15,0 0 0 0,0 0-6 0,0 0-3 0,0 0-2 16,0 0-3-16,0 0-1 0,0 0-7 0,0 0-2 16,0 0-5-16,0 0-6 0,0 0-3 15,0 0 5-15,0 0-13 0,9-3-6 0,-9 3-3 16,5-2-3-16,-5 2 0 0,8 1-1 0,-8-1-8 0,8-1 2 15,-8 1-4-15,8-2 1 0,-8 2-2 0,9 0 1 16,-9 0-2-16,7-1-2 0,-1 0-2 0,-1 0-2 16,-5 1 7-16,13-2 2 0,-7-1 8 0,2 2 11 15,5-1-9-15,-4 1-3 0,1 1-1 0,0-2-3 16,2 1 3-16,-2 1-4 0,5-1-2 0,-2-1-5 16,0 2 1-16,2-1 0 0,-2 1 1 0,-3-2 1 15,2 1-4-15,0 0 0 0,0-2-4 0,-2 2 3 16,4 0-1-16,-1 0 3 0,1 1 1 0,0-1-2 15,0-1 4-15,-1 0 3 0,2 1 3 0,1 0 1 0,2-2 8 16,-4 2-2-16,0 0-1 0,-1-1 4 16,-1 2-4-16,2-1 7 0,-1 1 4 0,1 0-4 15,0-2 0-15,4 1-1 0,-5 1 2 0,1-1 5 16,-4 1 3-16,3-2-6 0,1 1 7 0,-1 1-12 0,-2 0 0 16,2-1-1-16,-1 0 3 0,2 0 2 15,-1 0 5-15,0-1 2 0,0 2-20 0,1 0-21 16,-1-1 0-16,1 1 0 0,0-3 0 0,3 2 0 0,-3-1 0 15,0 0 0-15,0 0 0 0,0 1 0 0,5 0 0 16,-6 1 0-16,1-1 0 0,-1 0 0 0,1 0 0 16,-3-2 0-16,5 2 0 0,-3-2 0 0,-1 1 0 15,9 0 0-15,-10-1 0 0,3 1 0 0,-1 1 0 16,4 0 0-16,-1-2 0 0,2-1 0 0,-5 2 0 16,6 2 0-16,-6-1 0 0,2 0 0 0,3-2 0 15,0 1 0-15,1 1 0 0,-9 1 0 0,3-4 0 16,1 2 0-16,2-2 0 0,-2 4 0 0,0-1 0 15,0 1 0-15,-1-2 0 0,1 2 0 0,2 0 0 16,-2-1 0-16,0 1 0 0,4-2 0 0,-4 2 0 16,0-1 0-16,0 1 0 0,-1-2 0 0,1 2 0 0,-1-2 0 15,1 4 0-15,-1-2 0 0,1 0 0 0,-3 0 0 16,2 0 0-16,1 0 0 0,-1 0 0 16,1 0 0-16,0-2 0 0,0 4 0 0,-4-4 0 15,3 2 0-15,1 0 0 0,2 0 0 0,-2 2 0 0,0-4 0 16,0 4 0-16,-1-2 0 0,2-2 0 0,-2 2 0 15,-2 2 0-15,3-4 0 0,-2 2 0 0,0 0 0 16,-1-1 0-16,0 2 0 0,3-2 0 16,-1 1 0-16,-1 0 0 0,-1 0 0 0,3 0 0 0,0-2 0 15,-1 2 0-15,1 0 0 0,-1-1 0 0,6 2 0 16,-6-2 0-16,6 1 0 0,-6-2 0 0,1 2 0 16,-1-1 0-16,1 0 0 0,1 1 0 0,-1-2 0 15,-1 2 0-15,-2-1 0 0,3 1 0 0,-1 0 0 16,1-1 0-16,0 2 0 0,-1-1 0 0,-1 0 0 15,-1 0 0-15,0-1 0 0,1 3 0 0,0-2 0 0,2 0 0 16,-3 2 0-16,1-2 0 0,-3 0 0 16,2-2 0-16,-2 4 0 0,0-2 0 0,-3 0 0 15,2 1 0-15,2 0 0 0,-1 1 0 0,-1-2 0 0,-3 0 0 16,4 3 0-16,-3-3 0 0,1 1 0 0,-7-1 0 16,11 2 0-16,-4-2 0 0,-1 2 0 0,-1-2 0 15,2 2 0-15,-2 0 0 0,1 0 0 0,-2-1 0 16,-4-1 0-16,9 3 0 0,-5-2 0 0,1 4 0 15,0-3 0-15,1-1 0 0,-1 3 0 0,2 0 0 16,-1 0 0-16,1 0 0 0,0-1 0 0,-2 1 0 16,0 2 0-16,1-2 0 0,-3-1 0 0,4 1 0 15,-1 0 0-15,-1 0 0 0,-1 0 0 0,1 0 0 16,0-1 0-16,0 0 0 0,-1 1 0 0,1 0 0 16,-1-1 0-16,1 1 0 0,-1-1 0 0,0 0 0 15,2-2 0-15,1 2 0 0,-3-2 0 0,1 2 0 16,0 0 0-16,0-2 0 0,1 0 0 0,-1 1 0 0,3 1 0 15,0 0 0-15,3-3 0 0,-2 2 0 0,2-2 0 16,0 2 0-16,-1-2 0 0,-1 2 0 16,3-3 0-16,-1 2 0 0,-2 0 0 0,2-1 0 0,1 2 0 15,1-2 0-15,-2 1 0 0,-3 0 0 0,1-1 0 16,1 0 0-16,-1 1 0 0,1-1 0 0,-2 0 0 16,1-1 0-16,-1 2 0 0,-1-1 0 0,5 1 0 15,-2-1 0-15,-1 2 0 0,0-4 0 0,0 4 0 16,-1-2 0-16,4 0 0 0,-3 0 0 0,-2 2 0 15,4-2 0-15,-1 0 0 0,-1 1 0 0,4-1 0 16,-7 1 0-16,6 0 0 0,-2-1 0 0,-1 2 0 16,0-2 0-16,4 0 0 0,-2 1 0 0,0 1 0 15,-1 0 0-15,1-1 0 0,-2 0 0 0,-1 0 0 16,3 0 0-16,-3 1 0 0,2-1 0 0,2 2 0 16,-2 0 0-16,-1-3 0 0,5 3 0 0,-4-1 0 15,4-1 0-15,-1 0 0 0,0-1 0 0,1 2 0 16,0 0 0-16,0-1 0 0,-1-1 0 0,3 3 0 0,2-2 0 15,-1 2 0-15,0-1 0 0,-3-2 0 16,-1 1 0-16,0 0 0 0,4 1 0 0,-2-3 0 16,-2 1 0-16,1 0 0 0,4 0 0 0,0 1 0 0,-1 1 0 15,-3-2 0-15,2 1 0 0,0 0 0 0,0-1 0 16,3 3 0-16,-1 1 0 0,0-3 0 0,1 1 0 16,1-2 0-16,-1 1 0 0,1 1 0 0,-2-1 0 15,4-1 0-15,-3 4 0 0,2 0 0 0,-2-3 0 16,-1 1 0-16,-1-2 0 0,1 3 0 0,0-2 0 15,0 0 0-15,-5 0 0 0,1 0 0 0,-1-1 0 16,1 0 0-16,2 4 0 0,-3-3 0 0,1 0 0 16,-1-2 0-16,0 2 0 0,2 0 0 0,-1 1 0 15,3-4 0-15,-1 4 0 0,4-4 0 0,-4 4 0 16,5-1 0-16,-2 0 0 0,4 0 0 0,5-1 0 16,1 2 0-16,3-2 0 0,0 0 0 0,3 0 0 15,2-2 0-15,-1 4 0 0,1-2 0 0,1 2 0 16,14-2 0-16,-18 0 0 0,3 1 0 0,0 0 0 0,-1 0 0 15,-2-1 0-15,4 2 0 0,-4 0 0 0,-3-1 0 16,1 2 0-16,0 2 0 0,-4-4 0 16,3 1 0-16,-4 2 0 0,-6-2 0 0,0 0 0 0,0 1 0 15,-2-1 0-15,0 0 0 0,0-1 0 0,-2 1 0 16,-4-1 0-16,1 0 0 0,-3 0 0 0,2 1 0 16,-3-2 0-16,-5 1 0 0,3-1 0 0,-2 1 0 15,-6-1 0-15,9 0 0 0,-5 1 0 0,-4-1 0 16,0 0 0-16,7-2 0 0,-7 2 0 0,0 0 0 15,0 0 0-15,5-1 0 0,-5 1 0 0,0 0-286 16,0 0-60-16,1-5-64 0,-1 5-66 0,-5-7-78 16,0 3-467-16,1-1-1104 0,0 0 489 0</inkml:trace>
  <inkml:trace contextRef="#ctx0" brushRef="#br0" timeOffset="316300.0711">8434 15759 293 0,'0'0'368'0,"0"0"17"0,0 0-8 16,12-8-12-16,-7 7-19 0,-5 1-5 15,9-1-5-15,-9 1-10 0,0 0-4 0,10-2-18 16,-10 2 1-16,4-1-12 0,-4 1-6 0,0 0-7 16,5-1-11-16,-5 1-15 0,0 0 6 0,4-1-9 0,-4 1-7 15,0 0-14-15,0 0-16 0,0 0-1 0,0 0-11 16,0 0-15-16,0 0-26 0,0 0-4 16,0 0 3-16,0 0 7 0,0 0-9 0,-13 6-22 15,0-4-136-15,-6 2 0 0,0-1 0 0,-7 2 0 0,-2 0 0 16,-2-2 0-16,0 0 0 0,1-1 0 0,1 1 0 15,-2-2 0-15,10 1 0 0,1 1 0 16,3-3 0-16,6 1 0 0,0 0 0 0,2-2 0 16,2 2 0-16,-1-1 0 0,7 0 0 0,-10 1 0 0,5-1 0 15,5 0 0-15,0 0 0 0,-6 2 0 0,6-2 0 16,0 0 0-16,0 0 0 0,0 0 0 0,0 0 0 16,0 0 0-16,9 6 0 0,-9-6 0 15,0 0 0-15,4 2 0 0,-4-2 0 0,5 1-17 0,-5-1-278 16,0 0-22-16,0 0-41 0,0 0-27 0,7 0-23 15,-7 0-27-15,4 2-37 0,-4-2-24 0,9 2-339 16,-1-2-904-16,3 2 399 0</inkml:trace>
  <inkml:trace contextRef="#ctx0" brushRef="#br0" timeOffset="316800.7616">8516 16077 180 0,'0'0'296'16,"0"0"-1"-16,4 2-2 0,-4-2 0 0,0 0 0 16,0 0-6-16,0 0-1 0,0 0-10 0,5 1-4 15,-5-1-9-15,0 0-6 0,1 3-6 0,-1-3 2 16,0 0-1-16,0 0 1 0,0 0 3 0,0 0-1 15,0 0-7-15,0 0 5 0,0 0-7 0,0 0 2 16,0 0 13-16,0 0 4 0,0 0-8 0,0 0-7 16,-15 1-6-16,15-1-6 0,-9 3 2 15,3-1-13-15,-1 1-10 0,-4-2-31 0,-2 1-186 0,-5 1 0 16,0-1 0-16,-1 0 0 0,-4 0 0 0,2-1 0 16,-9 1 0-16,8 0 0 0,1 1 0 0,-8-3 0 15,4 3 0-15,2-2 0 0,1 0 0 0,3-1 0 16,-2 5 0-16,1-5 0 0,2 3 0 0,4-3 0 15,1 0 0-15,2 2 0 0,1-1 0 0,3 0 0 16,1 0 0-16,-1-1 0 0,7 0 0 0,-10 0 0 16,10 0 0-16,-6-1 0 0,6 1 0 0,0 0 0 15,0 0 0-15,-8 1 0 0,8-1 0 0,0 0 0 16,0 0 0-16,0 0 0 0,-9-1 0 0,9 1 0 16,0 0 0-16,0 0 0 0,0 0 0 0,0 0 0 15,0 0 0-15,0 0 0 0,0 0 0 0,0 0 0 16,0 0 0-16,21-4 0 0,-16 1 0 0,1 3-225 15,3 0-285-15,-3 0-62 0,7-2-69 0,-3-2-400 16,2 1-1127-16,2 2 498 0</inkml:trace>
  <inkml:trace contextRef="#ctx0" brushRef="#br0" timeOffset="323592.3211">10054 16225 147 0,'-5'-3'157'0,"5"3"3"0,-3-3-7 0,3 3 4 0,0 0-8 15,-3-3 1-15,3 3-2 0,0 0-1 0,-1-4-2 16,1 4 2-16,0 0 2 0,-4-3 2 0,4 3 3 15,0 0 4-15,0 0 10 0,0 0 7 0,-5-1 8 16,5 1 7-16,0 0 4 0,0 0 2 0,0 0-4 16,0 0-6-16,0 0-3 0,0 0-1 0,0 0 0 15,0 0-8-15,0 0-2 0,0 0-5 0,0 0-14 16,0 0 8-16,0 0-8 0,0 0-4 0,0 0-8 16,0-4 0-16,0 4-11 0,0 0-1 0,0 0-12 15,0 0-11-15,0 0-4 0,0 0-15 0,12 0-9 16,-12 0-6-16,0 0-6 0,12 0-11 0,-7 0-4 15,2-2-5-15,3 5-3 0,4-4-6 0,4 1 3 16,-4 1-8-16,-4 0-1 0,4-1-1 0,4 0 1 16,-4 0 0-16,8 0 5 0,-4 1 0 0,2-1-6 15,2 1 8-15,0-2 2 0,1 1-7 0,6 0-12 16,-2-1 16-16,1 0-7 0,3 1 1 0,1-3 3 16,0 0-6-16,2 1-3 0,-6-1 6 0,4 2-6 0,0-1-5 15,4 1 2-15,-1-5-1 0,-1 3 2 16,2-2 7-16,-2 1-6 0,20-4 4 0,-3-1-3 15,-2 5 1-15,-11 2-2 0,16-2 2 0,-17-1-3 16,2 1 1-16,14-2-9 0,-2 1-9 0,-14 0 11 16,4 2 4-16,-4-5-4 0,12 3 5 0,-10 0-17 15,-2 0 16-15,2 2 2 0,-2-2-9 0,1 3 4 16,0-3-11-16,16-2 14 0,-17 4-3 0,1 1-5 0,0-4-6 16,-4 3 4-16,4 1 1 0,-6-2-5 15,3 2-4-15,1-1-1 0,-2 0 8 0,1-1 0 16,-1 1-7-16,-1-1 4 0,4 1 2 0,-2-1-5 15,-1 0-1-15,1 1 1 0,1 2-4 0,-2-3 11 0,-2 2-12 16,3-4 6-16,2 2-4 0,-2 3 6 0,1 0-6 16,19-2 4-16,-22 1-1 0,3-2-1 0,1 0 3 15,0 1-6-15,4-1 0 0,-4 3 0 16,3-1 0-16,11-6 0 0,0 5 0 0,0-1 0 16,4-1 0-16,-5 2 0 0,1-3 0 0,2 2 0 0,0 2 0 15,-2-3 0-15,2 2 0 0,0-1 0 0,6 0 0 16,-5 1 0-16,5-2 0 0,-4 3 0 0,1-1 0 15,-1 1 0-15,4 0 0 0,-3-1 0 0,0 1 0 16,6-2 0-16,-5 2 0 0,4-2 0 0,1 3 0 16,0-2 0-16,0 0 0 0,-2-1 0 0,1 3 0 15,-1-1 0-15,1-1 0 0,1 2 0 0,-2 0 0 16,1-2 0-16,-1 1 0 0,4 1 0 0,-5-3 0 16,2 4 0-16,-2-1 0 0,-5 0 0 0,8 1 0 15,2-1 0-15,-1-2 0 0,-1 1 0 0,1 2 0 16,-3 0 0-16,7-1 0 0,-3 1 0 0,-2 1 0 15,1 1 0-15,-3-2 0 0,1 2 0 0,-1-2 0 16,2 1 0-16,0 1 0 0,-2-1 0 0,3 1 0 16,-3-1 0-16,-1-1 0 0,2 2 0 0,-3 0 0 15,-3-2 0-15,2 0 0 0,-2 0 0 0,-1 0 0 16,-3 1 0-16,1 1 0 0,2-2 0 0,-2 1 0 16,2-1 0-16,-3 1 0 0,0 2 0 0,-10-3 0 15,13 1 0-15,1-1 0 0,-17 0 0 0,15 2 0 16,-1-2 0-16,0 0 0 0,1 1 0 0,-2-1 0 15,1 0 0-15,-13-1 0 0,14 1 0 0,-13 3 0 16,12-2 0-16,1 0 0 0,-1-2 0 0,-10 1 0 16,8-1 0-16,4 1 0 0,-3 0 0 0,-12 0 0 15,16 1 0-15,-2-1 0 0,-2 0 0 0,-11-3 0 16,16 3 0-16,-5-1 0 0,1 1 0 0,0 4 0 16,1-4 0-16,2-1 0 0,-1-1 0 0,-2 2 0 15,3 0 0-15,0-2 0 0,0 3 0 0,-2-3 0 16,5 0 0-16,4 2 0 0,-4 0 0 0,2-2 0 15,3 4 0-15,-3-4 0 0,0 2 0 0,2 0 0 16,0 3 0-16,3-2 0 0,1-1 0 0,0 0 0 16,0 0 0-16,-1 1 0 0,3 0 0 0,-1 0 0 15,24 1 0-15,-29-2 0 0,-1 2 0 0,3-1 0 16,2-2 0-16,-4 3 0 0,29-2 0 0,-28 4 0 16,-1-4 0-16,2 1 0 0,1 0 0 0,26-1 0 15,-31 3 0-15,1-4 0 0,2 3 0 0,5-1 0 0,-3 2 0 16,24 0 0-16,-25-3 0 0,1 1 0 0,2-1 0 15,-4 0 0-15,3 0 0 0,1 1 0 0,-1 3 0 16,26-4 0-16,-32 3 0 0,3-2 0 16,-1-1 0-16,3 1 0 0,-1-1 0 0,27 1 0 15,-33-2 0-15,4 2 0 0,2 0 0 0,0-1 0 0,2 2 0 16,28-5 0-16,-30 4 0 0,-2 1 0 0,1-2 0 16,1-2 0-16,25 2 0 0,-26 0 0 0,2 2 0 15,0-2 0-15,27 1 0 0,-30-1 0 16,4 1 0-16,2 1 0 0,21 2 0 0,-24-4 0 0,-1-1 0 15,1 1 0-15,3 0 0 0,-4 0 0 0,29 0 0 16,-29 0 0-16,0 1 0 0,1-2 0 0,-1 1 0 16,30-4 0-16,-33 4 0 0,5 0 0 15,-2 1 0-15,27-1 0 0,-30 0 0 0,-1 1 0 0,35-2 0 16,-30 1 0-16,26-1 0 0,-32 0 0 0,5 2 0 16,26 1 0-16,-26-2 0 0,1 2 0 0,26-1 0 15,-27 0 0-15,1 0 0 0,30 1 0 0,-29-2 0 16,26 3 0-16,-29-1 0 0,1 0 0 15,1-2 0-15,4 1 0 0,22 1 0 0,-29-2 0 0,2 1 0 16,-4 1 0-16,4-2 0 0,-3 2 0 0,5-2 0 16,-5 1 0-16,0 0 0 0,-2 2 0 0,4-2 0 15,-6-2 0-15,1 3 0 0,-6-2 0 0,-1-1 0 16,-12 2 0-16,0-1 0 0,2 0 0 0,-9-1 0 16,4 1 0-16,-5 0 0 0,-1 0 0 0,-8 0 0 15,-1-1 0-15,-4 2 0 0,0-2 0 0,-3 1 0 16,-8 0 0-16,2 0 0 0,2 0 0 0,-10 0 0 15,9 0 0-15,-9 0 0 0,8 0 0 0,-8 0 0 16,5-3 0-16,-5 3 0 0,0 0 0 0,0 0 0 16,0 0 0-16,0 0 0 0,-4 9-231 0,4-9-127 15,-14 3-109-15,0 2-97 0,-4 0-532 0,-5-2-1186 16,-9-3 525-16</inkml:trace>
  <inkml:trace contextRef="#ctx0" brushRef="#br0" timeOffset="328915.5786">12709 16722 214 0,'0'0'253'0,"0"-5"-13"15,0 5-12-15,-2-4-6 0,2 4-5 0,0 0-5 16,-5-3 3-16,5 3-6 0,-3-4 2 0,3 4 6 15,0 0 16-15,-4-2 1 0,4 2 4 0,0 0-2 16,0 0 2-16,-2-2-8 0,2 2-2 0,0 0-5 16,0 0-5-16,0 0-4 0,0 0-8 15,0 0-7-15,0 0-10 0,0 0-11 0,0 0-2 0,0 0-12 16,0 0-6-16,0 0-12 0,0 0-11 0,0 0-5 16,0 0-12-16,0 0-2 0,0 0-15 0,0 0-8 15,0 0-9-15,0 0-8 0,0 0-8 0,0 0-3 16,0 0-1-16,0 0-5 0,0 0-8 0,0 0-6 15,0 0-6-15,0 0 3 0,0 0-7 0,0 0-14 16,0 0 5-16,0 0-14 0,0 0 3 0,0 0 1 16,0 0 1-16,0 0-4 0,0 0 6 0,0 0-5 15,0 0 10-15,0 0-1 0,0 0-4 0,0 0 2 16,0 0 4-16,0 0-10 0,0 0 4 0,-3-4-3 16,3 4-1-16,0 0 1 0,0 0-2 0,0 0 11 15,0 0-6-15,0 0 2 0,0 0 1 0,0 0-4 16,0 0-5-16,0 0 6 0,0 0 8 0,0 0-5 15,0 0 5-15,0 0 6 0,0 0 2 0,0 0-6 16,0 0 3-16,0 0-10 0,0 0-22 0,0 0 0 16,0 0 0-16,0 0 0 0,0 0 0 0,0 0 0 15,0 0 0-15,0 0 0 0,0 0 0 0,0 0 0 16,0 0 0-16,9 13 0 0,-5-7 0 0,2 0 0 16,-1 4 0-16,0 1 0 0,3 6 0 0,1-2 0 15,-4 0 0-15,0-1 0 0,0 1 0 16,-1 0 0-16,1 2 0 0,-1-5 0 0,0 6 0 0,-3-3 0 15,-1-1 0-15,0-3 0 0,0 3 0 0,0-2 0 16,0-4 0-16,-1 4 0 0,-4-5 0 0,5 4 0 16,-3-2 0-16,2-5 0 0,1 3 0 0,-1-1 0 15,-2-1 0-15,3-2 0 0,-1 1 0 0,1 2 0 16,0-6 0-16,0 5 0 0,0-5 0 0,0 3 0 16,0-3 0-16,0 0 0 0,-3 3 0 0,3-3 0 15,0 0 0-15,0 0 0 0,0 0 0 0,0 0 0 16,0 0 0-16,0 0 0 0,0 0 0 0,-2-12 0 15,-2 3 0-15,4 1 0 0,0-3 0 0,-3-2 0 16,6-1 0-16,-2-4 0 0,-2 2 0 0,2 0 0 16,2-2 0-16,2 0 0 0,-4 2 0 0,3 4 0 15,0-4 0-15,2 0 0 0,-2 0 0 0,1 4 0 16,-1 0 0-16,0 4 0 0,1-3 0 0,4 1 0 16,-5 5 0-16,0-4 0 0,2 1 0 0,-2 3 0 15,1 0 0-15,0 0 0 0,-2 2 0 0,-1 1 0 16,-1-2 0-16,2 1 0 0,-3 3 0 0,5-3 0 15,-5 3 0-15,0 0 0 0,9 2 0 0,-9-2 0 16,10 6 0-16,-5 1 0 0,3-2 0 0,-1 4 0 16,0 0 0-16,1 2 0 0,0-2 0 0,-1 1 0 15,2 6 0-15,-3-5 0 0,2 5 0 0,-1 0 0 16,-1-1 0-16,0 0 0 0,-2-4 0 0,-3 2 0 16,2-2 0-16,-3 1 0 0,1-1 0 0,-1 2 0 15,-1-5 0-15,1 3 0 0,-4-2 0 0,4-2 0 16,-2-2 0-16,0 3 0 0,2-4 0 0,0 2 0 15,0-3 0-15,0-3 0 0,-1 5 0 0,1-5 0 16,0 0 0-16,-5 5 0 0,5-5 0 0,0 0 0 16,0 0 0-16,0 0 0 0,0 0 0 0,5-13 0 15,-4 3 0-15,-1-1 0 0,4-1 0 0,0 1 0 16,-1-5 0-16,0 1 0 0,5-4 0 0,-3 2 0 16,4 2 0-16,0-1 0 0,-1-1 0 0,1 0 0 15,-3 1 0-15,2 2 0 0,-2 2 0 0,3 4 0 16,-3-2 0-16,1 3 0 0,-1-3 0 0,-2 5 0 15,4-1 0-15,-5 2 0 0,3 1 0 0,-4-1 0 16,2 1 0-16,0-1 0 0,-1 2 0 0,-1-1 0 16,-2 3 0-16,8-1 0 0,-8 1 0 0,7 0 0 15,-7 0 0-15,7 4 0 0,-3-2 0 0,1 5 0 16,-1-2 0-16,3 4 0 0,-4 0 0 0,3 4 0 16,3 1 0-16,-4 0 0 0,4 1 0 0,-4 1 0 15,-1 1 0-15,0-1 0 0,5 8 0 0,-8-8 0 16,4 2 0-16,-1-3 0 0,0 3 0 0,0-1 0 15,0-1 0-15,-3 0 0 0,-1 0 0 0,1 0 0 16,-1-5 0-16,0 0 0 0,3-2 0 0,-2 0 0 16,-1-3 0-16,0-1 0 0,3 1 0 0,-3-1 0 15,0 1 0-15,2-4 0 0,-2 2 0 0,0-4 0 16,0 5 0-16,1-2 0 0,-1-3 0 0,0 0 0 16,0 0 0-16,0 0 0 0,0 0 0 0,8-10 0 15,-3 6 0-15,-1-2 0 0,1 1 0 0,-1-1 0 16,2 0 0-16,-2 1 0 0,3-4-254 0,-1 1-281 15,2 3-114-15,-1-2-477 0,1-2-1220 0,-3 6 541 16</inkml:trace>
  <inkml:trace contextRef="#ctx0" brushRef="#br0" timeOffset="333449.1162">9835 14582 172 0,'0'0'216'0,"0"0"-8"16,0 0 4-16,0 0 0 0,0 0 1 0,9-9 3 15,-9 9 1-15,1-3 4 0,-1 3 3 0,3-5 7 16,-2-1 9-16,2 2 7 0,-2 2 9 0,3-5-1 15,0 1-7-15,0 2 4 0,3-5 13 0,-3 3 5 16,0-1-26-16,2-2-2 0,-2 1-1 0,1 0 2 16,-1-1-13-16,0-1 0 0,-1 2-1 0,1-2-7 15,0 2-16-15,0-2 3 0,0-1-7 0,-4 7 9 16,1-4 6-16,3 0-14 0,-3 1-4 0,2-2-15 16,-3 5-16-16,0-3-32 0,2 1-136 0,2 4 0 15,-4-3 0-15,0 1 0 0,0 4 0 0,0 0 0 16,-1-9 0-16,1 9 0 0,0-3 0 0,0 3 0 15,0 0 0-15,0 0 0 0,0 0 0 0,0 0 0 0,-17 8 0 16,12 0 0-16,0 0 0 0,-5 7 0 0,0-1 0 16,1 1 0-16,-4 7 0 0,1-1 0 15,0 4 0-15,-1 5 0 0,3-3 0 0,-2 5 0 16,1-3 0-16,-1 2 0 0,2-3 0 0,5 2 0 0,-3 0 0 16,6-2 0-16,-1-1 0 0,-1-1 0 15,3-6 0-15,1 0 0 0,1-2 0 0,3-1 0 16,1 0 0-16,3-3 0 0,2-1 0 0,4 0 0 15,-1-3 0-15,2-1 0 0,-3-4 0 0,6-2 0 0,1-2 0 16,-6-2 0-16,3-5 0 0,2 0 0 0,0-1 0 16,-4-3 0-16,1-2 0 0,2 0 0 0,-3-2 0 15,-2-2 0-15,-3 3 0 0,1-3 0 0,-1 2 0 16,-6 2 0-16,3 3 0 0,-2 0 0 0,-2-1 0 16,-1 2 0-16,-1 2 0 0,-3-1 0 0,-1 0 0 15,-5 3 0-15,0-1 0 0,-4 2 0 0,-6 0 0 16,0 0 0-16,-2 5 0 0,2 0 0 0,-4 2 0 15,3 1 0-15,2 0 0 0,0-1 0 0,-1 0 0 16,7 1 0-16,0 2-310 0,6-4-393 0,1 2-494 16,3-1-1296-16,2-4 574 0</inkml:trace>
  <inkml:trace contextRef="#ctx0" brushRef="#br0" timeOffset="334318.1216">10342 14752 329 0,'0'0'352'0,"0"0"-10"16,0 0 0-16,0-4 4 0,0 4-8 16,-4-3 0-16,4 3 7 0,0 0-5 0,-1-5 3 15,1 5-8-15,0 0-8 0,0 0-2 0,0-4-9 0,0 4-6 16,0 0-14-16,0 0-12 0,1-5-11 0,-1 5-22 16,0 0-3-16,3-6-28 0,-3 6-20 0,0 0-10 15,1-2-23-15,-1 2-12 0,4-2-23 16,-4 2-11-16,9 0-10 0,-9 0-9 0,14 1-13 0,-9 0-10 15,4 3-9-15,5 2-8 0,-6 0-3 0,1 2-5 16,0 0-54-16,5 0 0 0,-8 0 0 0,3 2 0 16,-1 0 0-16,-2 4 0 0,-1-3 0 0,1 0 0 15,-4 1 0-15,-1-1 0 0,-1 1 0 0,0-1 0 16,-2 3 0-16,-1-3 0 0,-1-1 0 0,-1 0 0 16,0-1 0-16,-2 0 0 0,-1-1 0 0,2-4 0 15,-1 2 0-15,4-2 0 0,-4 1 0 0,3-5 0 16,-1 2 0-16,5-2 0 0,0 0 0 0,-9-5 0 15,8 2 0-15,-2-3 0 0,3-3 0 0,-1-2 0 16,2 1 0-16,3-2 0 0,0-4 0 0,1 2 0 16,4-1 0-16,-2 5 0 0,0-1 0 0,2-1 0 15,0 3 0-15,2-4 0 0,-3 4 0 0,0 2 0 16,2 0 0-16,0 2 0 0,-2 0 0 0,3 0 0 16,-2 2 0-16,2 1 0 0,1 2 0 0,-2 2 0 15,2 1 0-15,-2 2 0 0,0-1 0 0,1 2 0 16,-4 1 0-16,1 0 0 0,1 2 0 0,-4-2 0 15,3 3 0-15,-5 0 0 0,0-1 0 0,1 1 0 16,-2-1 0-16,0 0 0 0,-2 1 0 0,0-2 0 0,-2-1 0 16,1 0 0-16,0-1 0 0,0-2 0 15,-2 0 0-15,3 0 0 0,0-4 0 0,-1 4 0 16,1-4 0-16,0 0 0 0,0 0 0 0,0 0 0 16,0 0 0-16,1-18 0 0,2 13 0 0,-1-6 0 0,2 1 0 15,0-1 0-15,0-2 0 0,2 2 0 0,0 0 0 16,0 2 0-16,1-1 0 0,-2 1 0 15,3-2 0-15,0 5 0 0,-3-4 0 0,-1 7 0 0,1-1 0 16,-1 0 0-16,2 2 0 0,-1-1 0 0,0 3 0 16,-5 0 0-16,14 4 0 0,-5 1 0 0,-4-1 0 15,3 1 0-15,-3 3 0 0,4-2 0 0,-4 4 0 16,-1-2 0-16,1 2 0 0,0 0 0 0,-1-1 0 16,0 1 0-16,-4-1 0 0,1 0 0 0,3 1 0 15,-4 0 0-15,0-3 0 0,0-1 0 0,0 1 0 16,1 0 0-16,-1-2 0 0,0 0 0 0,0 1 0 15,0-3 0-15,0-3-93 0,3 5-269 0,1-2-65 16,-4-3-63-16,0 0-75 0,6 0-478 0,-6 0-1129 16,12-8 499-16</inkml:trace>
  <inkml:trace contextRef="#ctx0" brushRef="#br0" timeOffset="334666.7514">11062 14822 122 0,'4'-3'429'0,"-3"0"30"0,3-2 34 16,-4 5 25-16,4-6 12 0,-3 2 8 16,-1 4-12-16,1-4-16 0,2 1-15 0,-3 3-21 0,0 0-29 15,1-3-31-15,-1 3-32 0,0 0-42 16,0 0-35-16,0 0-26 0,0 0-31 0,0 0-15 0,0 0-15 16,0 14-14-16,0-4-175 0,-4 0-29 0,4 1 0 15,0 5 0-15,-1-5 0 0,0 1 0 0,-3 6 0 16,4-2 0-16,0 0 0 0,-1 1 0 0,-2-1 0 15,-1-1 0-15,3-2 0 0,0-1 0 0,-2-1 0 16,2 1 0-16,-2-3 0 0,2 1 0 16,0-3 0-16,-2 0 0 0,3-2 0 0,-1-2 0 15,-2 1 0-15,3 1 0 0,0-5 0 0,0 6 0 0,0-6 0 16,0 5 0-16,0-5 0 0,0 0 0 0,0 4 0 16,0-4 0-16,0 0 0 0,0 0 0 0,0 0 0 15,0 0 0-15,3-12 0 0,-3 7 0 0,1 1 0 16,2-3-187-16,-2 3-347 0,-1-2-80 0,1-1-44 15,-1 3-375-15,0-3-1120 0,0 0 496 0</inkml:trace>
  <inkml:trace contextRef="#ctx0" brushRef="#br0" timeOffset="335506.0676">9674 15311 197 0,'-3'-3'311'16,"3"3"-7"-16,-6-2-12 0,3 0-17 0,3 2-17 16,-2-3-11-16,2 3-20 0,-6-4-12 0,6 4-8 15,0 0-17-15,-4-2-6 0,4 2-3 0,0 0-9 16,0 0-6-16,0 0 0 0,0 0-1 0,0 0-1 16,0 0 6-16,0 0 4 0,0 0-1 0,0 0 2 15,0 0 0-15,0 0-1 0,0 0-3 0,0 0-1 16,0 0-3-16,0 0-2 0,0 0-8 0,0 0-1 15,0 0 2-15,0 0 4 0,0 0 11 0,21 1 9 16,-1 0 4-16,0-2 6 0,7 1 10 0,10-2-5 16,14 1-6-16,5-2-10 0,3 0-8 0,33 0-11 15,0-2-78-15,7 2-84 0,0-5 0 0,10 0 0 16,5 3 0-16,1 0 0 0,2-2 0 0,2-3 0 16,-1 3 0-16,-5 0 0 0,0-1 0 0,-13-1 0 15,-6 0 0-15,-30 5 0 0,28-5 0 0,-40 4 0 16,3 4 0-16,-2-1 0 0,-15 1 0 0,2-4 0 0,-4 4 0 15,-2 0 0-15,-2 0 0 0,-9 1 0 16,-4 0 0-16,-2 0 0 0,-5 0 0 0,-1 0 0 16,-2 1 0-16,-2-2 0 0,0 2 0 0,-3 0 0 15,-4-1 0-15,7 0 0 0,-7 0 0 0,0 0 0 0,0 0 0 16,0 0 0-16,0 0 0 0,0 0 0 0,0 0-345 16,0 0-66-16,-18 3-53 0,7 0-70 0,6-3-72 15,-4 0-367-15,-1 1-1052 0,-2-2 466 16</inkml:trace>
  <inkml:trace contextRef="#ctx0" brushRef="#br0" timeOffset="336519.9917">9951 16006 75 0,'0'0'434'16,"0"0"6"-16,0 0-5 0,-10-7-12 0,6 4-4 15,3 0-14-15,-2-3-12 0,1 2-13 0,-1 0-11 16,0 1-14-16,0-4-22 0,-3 3-16 0,3 0-14 16,-1-3-17-16,-2-2-17 0,-2 1-20 0,3 0-14 15,1-3-10-15,-4 1-12 0,3 0-10 0,-1-2-4 16,0-2-14-16,-1-3-14 0,5-2-9 0,-1 2-13 16,0-1-13-16,1 0 13 0,2-1-11 0,1-1-10 15,2 2-115-15,1 1-13 0,-1 0 0 0,1 1 0 16,2 0 0-16,1 0 0 0,-1 2 0 0,2 3 0 15,-3 0 0-15,3 2 0 0,2-1 0 0,-6 3 0 16,5-2 0-16,-4 2 0 0,5 2 0 0,-5 1 0 16,2 1 0-16,-1 1 0 0,3 0 0 0,3 1 0 15,-6-1 0-15,-1 2 0 0,-5 0 0 0,14 3 0 16,-10-1 0-16,4 3 0 0,-3-2 0 0,0 3 0 16,2 0 0-16,-1 0 0 0,-3 3 0 0,1-1 0 15,-1-2 0-15,-2 1 0 0,-1 3 0 0,-1 1 0 16,-3-1 0-16,0 2 0 0,-4 2 0 0,0-2 0 15,-3 0 0-15,-1 3 0 0,-5-3 0 0,3 2 0 0,0-3 0 16,1-1 0-16,-1-3 0 0,5 0 0 16,0 0 0-16,-1-3 0 0,1 2 0 0,3-2 0 15,0-2 0-15,3 1 0 0,-1 0 0 0,-1-3 0 16,5 0 0-16,-5 1 0 0,5-1 0 0,0 0 0 16,0 0 0-16,0 0-172 0,0 0-102 0,0 0-50 15,1-8-62-15,-1 8-52 0,9-4-64 0,-4 2-59 16,0 1-362-16,1 0-999 0,2 1 442 0</inkml:trace>
  <inkml:trace contextRef="#ctx0" brushRef="#br0" timeOffset="337006.7786">10262 15779 11 0,'1'-6'460'0,"-1"-1"3"16,2 3 2-16,-1-1-12 0,0 0-13 0,0 0-24 15,-2 2-22-15,1 3-28 0,0-7-28 0,0 7-26 16,0 0-29-16,0-5-31 0,0 5-29 0,0 0-26 16,0 0-16-16,0 0-21 0,0 0-18 0,0 0-11 15,-10 9-13-15,8-3-12 0,0 1-11 0,-2 0-19 16,1 1 3-16,1-1-6 0,-3 1-10 0,2 3-10 15,2-4-5-15,0 3-11 0,-3-3 6 0,4 2-6 16,0-3-3-16,0 1-3 0,0-2-5 0,3 3 6 16,-2-5-11-16,1 3 3 0,3 0-7 15,-1-2 1-15,0 2-1 0,1-2-3 0,0 0 0 16,3 2 0-16,0-3-3 0,-3 3-2 0,0-1 3 0,0 0-4 16,0 0-7-16,-1-2 6 0,2 2-3 0,-2-1-3 15,-1-1 3-15,-1 1-2 0,2-2 1 0,-4 2 3 16,1 2 3-16,-1-4-4 0,0-2 5 0,-3 10-4 15,-1-8 2-15,-3 3-1 0,-2 0 2 0,0 1-2 16,-1-3 2-16,-1 0-1 0,-1 3 2 0,1-2-16 16,-3-2 11-16,2 2-2 0,1-2-7 0,2 1-12 15,-3 0-8-15,7-2-15 0,0-1-14 16,5 0-31-16,-10-1-43 0,10 1-36 0,-7-6-31 0,7 4-79 16,0 2-46-16,7-9-40 0,-2 4-54 0,5-1-37 15,-1-2-287-15,5-1-797 0,4 0 353 0</inkml:trace>
  <inkml:trace contextRef="#ctx0" brushRef="#br0" timeOffset="337453.7835">10626 15722 377 0,'0'-6'467'0,"0"0"0"0,0 0-2 0,0-1-9 16,0-1-15-16,0 2-23 0,4-2-24 0,-4-1-13 16,0 4-21-16,3-4-22 0,-1 0-37 0,2 3-13 15,3-1-26-15,-1 0-23 0,0-2-25 0,1 3-16 16,0 0-22-16,2 0-9 0,1 3-21 0,3-1-11 16,0 1-11-16,-2 0-18 0,3 3-7 0,1 0-12 15,-2 1-2-15,0 3-15 0,1-1-5 0,4 2-3 16,0 3-8-16,-6-1-1 0,-2-2-7 0,4 6-6 15,-5-1-5-15,-1 0 3 0,-2 2-5 0,-4 1-6 16,-3-2 1-16,-1 3 7 0,-5 2-9 0,-3-1 4 16,-3 0-8-16,-2-1-17 0,-9 3 16 0,-2-2-4 15,-1 0 1-15,-4-3-6 0,5 1 8 0,0-6-3 16,6 0 3-16,3-4 19 0,2 0 11 0,2-2 10 16,-1-1-3-16,1 0-57 0,4-1 0 0,-1-3 0 15,5 0 0-15,-3-4 0 0,3 0 0 0,1-2 0 16,4 0 0-16,0-1 0 0,4-1 0 0,-3 2 0 15,7-5-10-15,1-1-186 0,5 5-53 0,0 0-57 16,3-2-71-16,-2 3-55 0,2 1-47 0,1 1-27 16,-2-2-26-16,-4 3-319 0,2-3-922 0,-4 2 409 15</inkml:trace>
  <inkml:trace contextRef="#ctx0" brushRef="#br0" timeOffset="337753.2492">10725 15550 11 0,'-3'-8'298'0,"0"-2"19"0,0 2 29 0,-3-3 15 15,5 3 40-15,-1-4 13 0,-2 3 22 0,-1-1 9 16,2 4 9-16,-1-3-2 0,2 2 11 0,0 2-13 16,1 1-5-16,0 0-20 0,1 4-25 0,-1-6-27 15,1 6-34-15,-2-5-34 0,2 5-21 0,0 0 6 0,0 0 0 16,4 15-98-16,-3-4-192 0,3-1 0 0,-2 9 0 16,1 0 0-16,0 8 0 0,2-1 0 0,-1 2 0 15,-2-2 0-15,1 4 0 0,0-3 0 16,-1 1 0-16,-1 0 0 0,1-1 0 0,0-1 0 0,1-1 0 15,-2-5 0-15,-1 6 0 0,1-7 0 0,1-1 0 16,-1 0 0-16,0 1 0 0,2-2 0 0,-2 0 0 16,-1-5 0-16,1 0 0 0,0-3 0 15,3 3 0-15,-2-5 0 0,0 0 0 0,-2-1 0 0,2 0 0 16,0 0 0-16,3-3-144 0,-1 0-304 0,2-2-59 16,-1-1-67-16,-5 0-69 0,13-6-337 0,-5 0-1061 15,0-1 470-15</inkml:trace>
  <inkml:trace contextRef="#ctx0" brushRef="#br0" timeOffset="338224.7368">11084 15681 475 0,'3'-6'507'15,"0"-3"11"-15,0 4 10 0,-1-2-28 0,1 1-3 0,-2 1-21 16,3-2-20-16,-3 2-14 0,0-1-32 0,1 3-22 15,-1-1-36-15,-1 4-22 0,0-5-35 0,0 5-31 16,2-4-34-16,-2 4-19 0,3-2-27 0,-3 2-17 16,0 0-18-16,0 0-22 0,0 0-5 0,-4 12-12 15,3-5-16-15,-2 3-12 0,1 1-7 0,2 2-8 16,-4-1-5-16,3-1-4 0,-1 2-43 0,0-3-15 16,-2 3 0-16,4-2 0 0,-1-2 0 0,-1-2 0 15,2-1 0-15,0-1 0 0,0 1 0 0,0-1 0 16,0-1 0-16,2-1 0 0,-2 2 0 0,1-3 0 15,4 2 0-15,0-2 0 0,2 1 0 0,-1-1 0 16,2 2 0-16,1 0 0 0,1-1 0 0,-4 2 0 16,3-2 0-16,1 1 0 0,-5-2 0 15,3 3 0-15,-4-1 0 0,3-1 0 0,-4 1 0 0,2 3 0 16,-3-2 0-16,0-1 0 0,-2 1 0 0,0 1 0 16,-5 2 0-16,0-2 0 0,-4 1 0 0,-3-2 0 15,-7 3 0-15,-6-1 0 0,-3 2 0 0,-3-3 0 16,3-1 0-16,10-2 0 0,0-1 0 0,-4 0 0 15,8-1 0-15,1 0 0 0,2 0 0 0,5-1 0 16,-2-1 0-16,3 0 0 0,5 1-31 0,-1-7-127 16,1 7-27-16,10-10-31 0,-5 5-33 0,4 2-45 15,2-3-52-15,2 2-45 0,-1 0-48 0,-1 1-61 16,-1 1-397-16,3-2-972 0,0 1 430 0</inkml:trace>
  <inkml:trace contextRef="#ctx0" brushRef="#br0" timeOffset="338890.7869">11477 15474 132 0,'3'-8'505'0,"-3"5"12"16,0-2 9-16,0-1 1 0,0 1-7 0,0-1-2 16,1 2-11-16,-1-2-16 0,0 2-20 0,0 0-21 15,0 4-21-15,-1-5-25 0,1 5-25 0,0-7-29 16,-3 5-33-16,3 2-32 0,0 0-31 0,0 0-24 16,0-5-29-16,0 5-25 0,0 0-174 0,0 0-2 15,0 0 0-15,3 15 0 0,-2-8 0 0,-1 3 0 16,1 1 0-16,3 5 0 0,-4 3 0 0,4-1 0 0,0 8 0 15,-3-7 0-15,2 6 0 0,-3-6 0 16,1 0 0-16,-1 0 0 0,0-2 0 0,0 1 0 0,3-1 0 16,-6-5 0-16,2 3 0 0,-2-2 0 0,3-2 0 15,-1-3 0-15,0-1 0 0,1 0 0 16,-3-2 0-16,3 0 0 0,-1-1 0 0,1 0 0 16,1 0 0-16,-1-4-171 0,0 6-157 0,0-6-53 0,0 2-61 15,0-2-54-15,0 0-54 0,9-7-421 0,-6 2-1051 16,2 0 465-16</inkml:trace>
  <inkml:trace contextRef="#ctx0" brushRef="#br0" timeOffset="339272.2676">11439 15515 196 0,'0'-5'484'0,"0"-3"4"16,0 3-1-16,1-1-11 0,-1-2-25 15,0 4-29-15,0-3-25 0,5 0-34 0,-4 0-22 0,3 3-22 16,0-1-26-16,1 1-11 0,2-1-22 0,3 2-16 16,0 0-17-16,-1 3-11 0,4-3-21 0,0 1 1 15,1 2-11-15,2 3-15 0,2 1-12 0,0 0-14 16,-1 0-8-16,1 3-8 0,-2 0-23 0,1 0 5 16,0 3-1-16,-2-1-8 0,3 2-13 0,-4 1-4 15,-4 1-18-15,2 0 4 0,-7 0-3 0,1-2-10 16,-4 4-8-16,-4 1-22 0,-3 0-27 0,1-1 0 15,-4 0 0-15,-2 1 0 0,-4 0 0 0,0-1 0 16,-1-2 0-16,-2-1 0 0,1 1 0 0,-2-2 0 16,1-2 0-16,2-1 0 0,-2-1 0 0,7-2 0 15,-3 0 0-15,7-1 0 0,-1 0 0 0,3-2 0 16,1 0 0-16,3-2 0 0,-8 1 0 0,8-1 0 16,0 0 0-16,0 0-178 0,0 0-72 0,0 0-48 15,0 0-63-15,20-7-61 0,-9 6-70 0,3-3-71 16,-1 3-376-16,7 0-1015 0,2-1 449 0</inkml:trace>
  <inkml:trace contextRef="#ctx0" brushRef="#br0" timeOffset="339573.1469">11930 15684 163 0,'1'-5'513'0,"3"1"7"0,-4-5 24 16,0 5 13-16,1-1-9 0,0-1-7 0,-1 3-26 15,2-2-24-15,-2 5-26 0,-2-5-32 0,2 5-42 16,2-4-28-16,-2 4-30 0,0 0-30 0,-3-3-38 16,3 3-27-16,0 0-24 0,0 0-25 0,0 0-16 0,0 0-17 15,1 13-14-15,-1-7-20 0,-1 3-110 16,2-2-12-16,-1 5 0 0,2-2 0 0,-1 2 0 16,-1 0 0-16,1-1 0 0,-2 4 0 0,1-3 0 15,-1 4 0-15,2-3 0 0,0-1 0 0,-1-2 0 0,0 1 0 16,-1 0 0-16,-2-3 0 0,1 2 0 15,-2-1 0-15,4-3-151 0,-1 0-110 0,1-3-53 16,0 2-39-16,1-2-33 0,-1-3-27 0,0 0-46 16,0 0-40-16,0 4-33 0,0-4-273 0,0 0-870 0,0 0 385 15</inkml:trace>
  <inkml:trace contextRef="#ctx0" brushRef="#br0" timeOffset="339907.9611">11927 15643 330 0,'0'-10'441'0,"3"2"4"0,-3-2 10 16,1 1 1-16,3 3-8 0,0-4-9 0,-2 6-12 15,1-4-9-15,-2 2-14 0,3 2-15 16,0-3-15-16,0 1-34 0,-1 2-16 0,0-1-21 0,6 1-22 16,-4 0-25-16,3 2-20 0,-3-2-17 0,4 4-32 15,-2-1-8-15,2 1-9 0,3-2-16 0,-2 4-19 16,0-1-5-16,-3 0-9 0,1 2-14 15,2 2-84-15,-1 0-23 0,-1 1 0 0,-3-3 0 0,-1 2 0 16,0 1 0-16,0 0 0 0,-4 0 0 0,0 3 0 16,-4-2 0-16,0 3 0 0,-1-2 0 0,-5 2 0 15,1-2 0-15,0 1 0 0,-5 1 0 16,0 1 0-16,1-6 0 0,2 2 0 0,-1-2 0 0,2-1 0 16,2 1 0-16,2-3 0 0,1 1 0 0,0 0-164 15,1 0-92-15,4-3-51 0,0 0-73 0,0 0-54 16,13 3-50-16,-3-4-44 0,4-2-412 15,-1 3-1018-15,6-2 451 0</inkml:trace>
  <inkml:trace contextRef="#ctx0" brushRef="#br0" timeOffset="340173.1196">12304 15695 154 0,'3'-1'397'0,"-3"1"21"0,3-5 23 0,-3 5 24 15,0 0 15-15,0-3 15 0,0 3 2 0,0 0-2 16,0 0-11-16,-3-7-18 0,3 7-21 0,0 0-26 15,0 0-33-15,0 0-32 0,0 0-30 0,-3-2-33 16,3 2-35-16,0 0-11 0,0 0-21 0,-5 10-18 16,3-5-23-16,0 3-117 0,-2-1-66 0,3 2 0 15,-1 1 0-15,0 1 0 0,0-1 0 0,0 1 0 16,1 0 0-16,0-1 0 0,-2-1 0 0,3 2 0 16,0 0 0-16,-2-3 0 0,-1 0 0 0,2-4 0 0,0 2 0 15,1 2 0-15,0-2 0 0,0-2-158 16,1-1-246-16,-1-3-57 0,4 6-64 0,-4-6-73 15,7 0-410-15,-7 0-1091 0,9-8 482 0</inkml:trace>
  <inkml:trace contextRef="#ctx0" brushRef="#br0" timeOffset="340742.1472">11662 15362 150 0,'0'0'307'0,"7"-3"-9"16,-7 3-21-16,0 0-26 0,0 0-17 0,0 0-21 16,0 0-8-16,0 0-8 0,-4-10-4 0,4 10 0 15,0 0-6-15,-5-4-9 0,5 4 20 0,0 0-13 16,0 0 23-16,-5-2 1 0,5 2 3 0,-4-5 9 15,2 1 7-15,2 4 6 0,0 0-3 0,0 0 4 16,0 0-6-16,0 0 2 0,0 0-9 0,0 0 21 16,-7-3-1-16,7 3 1 0,0 0 1 0,0 0 4 15,0 0-3-15,0 0-4 0,0 0-6 0,0 0-12 16,0 0-10-16,0 0-125 0,0 0-88 0,0 0 0 16,0 0 0-16,27-4 0 0,-4 4 0 0,9-1 0 15,2 0 0-15,16-4 0 0,4 3 0 0,2 4 0 16,-2-2 0-16,-3-1 0 0,-12-2 0 0,1 2 0 15,-4 1 0-15,0-2 0 0,-5 1 0 0,-1 0 0 16,-12-1 0-16,-1 0 0 0,-3 3 0 0,-5-2 0 16,2 1 0-16,-5 0 0 0,-6 0 0 0,9-1 0 15,-9 1 0-15,0 0 0 0,12 0 0 0,-12 0 0 16,0 0 0-16,0 0 0 0,0 0-144 0,0 0-383 16,0 0-93-16,-32 6-530 0,26-5-1247 0,6-1 552 15</inkml:trace>
  <inkml:trace contextRef="#ctx0" brushRef="#br0" timeOffset="341390.1409">13053 14609 200 0,'0'-5'389'0,"3"-1"-4"0,-2 3 15 0,0-3 11 16,0 4 1-16,-1 2-1 0,2-7-7 0,-1 3-7 16,-1 4-4-16,1-3-7 0,-1 3-13 0,0 0-20 15,3-3-25-15,-3 3-21 0,0 0-34 0,2-2-24 16,-2 2-24-16,0 0-11 0,0 0 18 0,8 12 2 16,-6-2-11-16,2 2-9 0,0 5-13 0,0 1-5 15,0 6-10-15,-1 2-5 0,2 0-167 0,-4 1-14 0,3 1 0 16,-3-1 0-16,-2 3 0 0,1-1 0 15,-4 0 0-15,1-1 0 0,1 0 0 0,-2-1 0 16,-1-3 0-16,1 0 0 0,0-7 0 0,0 0 0 16,-1-4 0-16,1 1 0 0,1-2 0 0,0-2 0 0,0-2 0 15,1-1 0-15,-2-3 0 0,4 2 0 0,-1-2 0 16,1-4 0-16,-2 5 0 0,1-3 0 16,1-2-280-16,0 0-119 0,0 0-46 0,0 0-36 0,0 0-38 15,4-12-24-15,-4 7-378 0,0-2-998 0,0 2 442 16</inkml:trace>
  <inkml:trace contextRef="#ctx0" brushRef="#br0" timeOffset="341642.0306">12914 14982 11 0,'-3'-4'390'0,"-4"2"27"16,4-2 42-16,-1 2 29 0,-1-2 21 0,0 3 8 15,5 1 3-15,-6-2-13 0,6 2-11 0,-6-3-21 16,4 1-19-16,2 2-31 0,-3-4-23 0,3 4-31 15,-1-3-30-15,1 3-35 0,0 0-33 0,4-9-33 16,6 4-26-16,5-3-18 0,3-1-24 0,14-3-166 16,18-5-6-16,1-1 0 0,5 3 0 0,-2 0 0 15,6 1 0-15,-10 3 0 0,-13 2 0 0,0 4 0 16,-1-1 0-16,-2 3 0 0,-2 1 0 0,-6-2-223 16,-7 2-88-16,1 1-49 0,-4-3-48 0,-3 6-56 15,-3-2-63-15,-4 2-456 0,1-2-1066 0,-7 0 472 16</inkml:trace>
  <inkml:trace contextRef="#ctx0" brushRef="#br0" timeOffset="342341.7331">14721 14528 104 0,'2'-5'422'0,"2"0"12"0,0-2 12 0,0 1 0 16,-4-1 5-16,5 2-3 0,-4-2 13 0,-1 2-16 15,3-1-14-15,-3 0-20 0,1 2-14 0,-1 1-25 16,0 3-21-16,0-7-16 0,-1 3-5 0,-2 0-18 16,3 4-16-16,-1-7-19 0,-4 5-21 0,1-2-17 0,-1 1-20 15,1 0-24-15,0 2-82 0,4 1-113 16,-10 1 0-16,1 0 0 0,1 2 0 0,-1 3 0 16,-2 1 0-16,-4 5 0 0,-2 10 0 0,0-3 0 15,0 3 0-15,1 6 0 0,0-1 0 0,0 2 0 0,4-2 0 16,0 1 0-16,3-1 0 0,0 0 0 0,1-1 0 15,3-2 0-15,4-5 0 0,-2-3 0 16,7 1 0-16,0-3 0 0,0-2 0 0,5 1 0 16,5-4 0-16,0 1 0 0,4-1 0 0,2-2 0 0,0-3 0 15,0-2 0-15,0 1 0 0,0-1 0 0,-3-4 0 16,-5-2 0-16,3 1 0 0,-3-1 0 0,-2-4 0 16,0 0 0-16,-2-1 0 0,-3 1 0 0,3-3 0 15,-4 0 0-15,-1 1 0 0,-1-2 0 0,-4 2 0 16,-4-1 0-16,2-1 0 0,-5 1 0 0,-1 3 0 15,-7 1 0-15,7 1 0 0,-8 1 0 0,5 1 0 16,-2 0 0-16,-4 3 0 0,8 1 0 0,-1 0 0 16,4 1-348-16,-3 0-92 0,6 3-48 0,0 0-61 15,2 2-54-15,2-3-358 0,1-3-1041 0,4 6 462 16</inkml:trace>
  <inkml:trace contextRef="#ctx0" brushRef="#br0" timeOffset="343025.1006">14939 14671 342 0,'7'-6'480'0,"-2"-4"24"16,0 3 20-16,-1 0 4 0,-3 0-13 0,3 3 1 16,-3-1-14-16,3 0-10 0,-4-1-27 0,0 3-13 0,0-1-21 15,4 2-30-15,-4 2-35 0,0 0-35 0,4-4-30 16,-4 4-36-16,0 0-28 0,1-4-29 0,-1 4-23 15,0 0-39-15,0 0-146 0,13 7 0 0,-7-3 0 16,-2 2 0-16,4 3 0 0,-1 0 0 0,-2 1 0 16,3 0 0-16,-3 2 0 0,2 0 0 0,-4-2 0 15,1 4 0-15,0-3 0 0,-3 1 0 16,1-2 0-16,-1 0 0 0,0 2 0 0,-3-3 0 16,2-2 0-16,-3 1 0 0,2 0 0 0,1-2 0 0,-3-1 0 15,2 1 0-15,0-5 0 0,-3 3 0 0,4-4 0 16,-3 2 0-16,3-2 0 0,0 0 0 0,0 0 0 15,-3-13 0-15,4 6 0 0,1-2 0 0,3 0 0 16,-1-3 0-16,0-1 0 0,1 2 0 0,2-4 0 16,-1 4 0-16,2 2 0 0,-2-3 0 0,0 4 0 15,2-1 0-15,0 2 0 0,-2 2 0 0,1 2 0 16,-1-3 0-16,0 2 0 0,3 3 0 0,-1-1 0 16,-2 2 0-16,2 0 0 0,2 3 0 0,-1 1 0 15,-5 1 0-15,1-2 0 0,3 3 0 0,-2 4 0 16,-2 0 0-16,-1-2 0 0,-1 2 0 0,1-2 0 15,-2 2 0-15,2-5 0 0,-2 5 0 0,-1-4 0 16,1-1 0-16,-1-2 0 0,0 2 0 0,1 0 0 16,-1-3 0-16,0-2 0 0,0 0 0 0,2 5 0 15,-2-5 0-15,0 0 0 0,0 0 0 0,0 0 0 16,7-14 0-16,-3 5 0 0,-1 0 0 0,2-1 0 16,0 0 0-16,1-1 0 0,3 0 0 0,-2 3 0 15,-1-2 0-15,1 2 0 0,-2 1 0 0,1 3 0 16,-1-3 0-16,0 2 0 0,0 3 0 0,2 0 0 0,-2 2 0 15,1-1 0-15,-6 1 0 0,10 2 0 0,-4 0 0 16,-3 1 0-16,5 1 0 0,-3 2 0 16,-1 0 0-16,-3-1 0 0,3 2 0 0,1 1 0 0,-1 2 0 15,-3 1 0-15,4-3 0 0,-5 0 0 0,3-1 0 16,-2 2 0-16,-1-2 0 0,4-2 0 16,-4 1 0-16,1-1 0 0,2 2 0 0,-3-4-136 15,1 1-224-15,3-1-49 0,-1 1-55 0,2 0-62 0,2-2-61 16,-3-2-365-16,-4 0-1031 0,16-2 456 0</inkml:trace>
  <inkml:trace contextRef="#ctx0" brushRef="#br0" timeOffset="343443.55">15546 14758 174 0,'0'0'416'0,"-1"-4"17"0,1 4 11 15,0 0 3-15,1-6-5 0,-1 6-14 0,0-5-17 16,0 5-11-16,0 0-25 0,0-4-28 0,0 4-27 16,2-5-24-16,0 3-28 0,-2-3-32 0,0 5-24 15,5-4-17-15,-1 1-21 0,0 2-20 0,2-2-11 16,-1 2-22-16,3-2-9 0,-3 2-18 0,3-1-8 16,2 2 0-16,-2 0-6 0,1 2-6 0,0 0-7 15,-3 1-4-15,2 2-8 0,1 0 2 0,0 3-2 16,-3 1-3-16,0-2-7 0,1 1 0 0,-4 2-7 15,-1-1-2-15,-1 1-2 0,1 0-3 0,-4 2 7 16,-1 0-8-16,-1 0 0 0,-2 0 4 0,-3 1-10 16,1 2 0-16,-3 0 0 0,1-2-3 0,0-3 2 15,4-2-7-15,-1 0 8 0,3-1 18 0,3-3 13 16,-3 0 24-16,4-2 9 0,0-2-7 0,0 0-69 16,13 0-12-16,0-3 0 0,6-5 0 0,10-4 0 15,1 2 0-15,0-3 0 0,2-3 0 0,3 4 0 0,-2-3 0 16,-2 1 0-16,-2 4 0 0,1 0 0 0,-5 0 0 15,-5 4 0-15,-3-1 0 0,-7 4-21 16,-1 1-294-16,0 0-70 0,-1 2-76 0,-8 0-48 16,0 0-52-16,0 0-430 0,0 0-1071 0,-22 14 474 0</inkml:trace>
  <inkml:trace contextRef="#ctx0" brushRef="#br0" timeOffset="344077.2752">14502 15207 173 0,'0'0'305'0,"-14"-8"-13"0,14 8-12 15,0 0-16-15,-6-1-15 0,6 1-8 0,-8-3-10 16,4 2-6-16,4 1-10 0,-7-1-9 0,7 1-8 0,0 0 6 16,-10 0-10-16,10 0-10 0,-7 0 7 0,7 0 6 15,0 0 3-15,-10-1-1 0,10 1-1 16,-5-2 2-16,5 2 0 0,0 0 1 0,0 0 1 0,-5-2 0 16,5 2-8-16,0 0 0 0,0 0-19 0,0 0-5 15,0 0-8-15,0 0-1 0,17-5 12 0,-9 4 6 16,6-2 12-16,3-1-2 0,8 0 7 0,9-2 1 15,5 3-5-15,18-2-7 0,5-3-6 0,33-2-176 16,4-1-3-16,1 3 0 0,6-4 0 0,10 1 0 16,-2 0 0-16,6-2 0 0,-2-2 0 0,-2 0 0 15,-5-1 0-15,-4 5 0 0,-7-1 0 0,-36-1 0 16,1 5 0-16,-6-2 0 0,-6 3 0 0,-20 1 0 16,-4 1 0-16,-10 4 0 0,-7-2 0 0,-2 0 0 15,-2 3 0-15,-2-1 0 0,-1-1 0 0,-2 1 0 16,-3 1 0-16,0 0 0 0,0 0 0 0,-17-3 0 15,10 1 0-15,-4 1 0 0,1 1 0 0,1-1-120 16,-2 2-349-16,3 0-64 0,2 2-62 0,-1 0-484 16,1 0-1170-16,1 1 518 0</inkml:trace>
  <inkml:trace contextRef="#ctx0" brushRef="#br0" timeOffset="348581.1461">14672 15589 282 0,'0'0'303'16,"0"0"-5"-16,0 0-7 0,0 0-4 0,-1 4 3 16,1-4 0-16,0 0 1 0,0 0-5 0,0 0-1 15,0 0-15-15,0 0-3 0,0 0-16 0,0 0-6 16,0 0-7-16,0 0-13 0,0 0-12 0,0 0-3 16,0 0-10-16,0 0-11 0,0 0-6 0,-2 2-5 15,2-2 0-15,0 0-1 0,0 0-3 0,0 0 7 16,-8 0 0-16,8 0-2 0,0 0 0 0,-12-4-4 15,3 1-10-15,4-1 2 0,-4-1-2 0,1-2 4 16,-2-1 2-16,0 1-5 0,1-3 3 0,-2-3-146 16,0-2-23-16,2 2 0 0,1-2 0 0,0-2 0 15,3 0 0-15,-3-1 0 0,4 1 0 0,-2-8 0 16,5 7 0-16,1 0 0 0,0 0 0 0,0 0 0 16,0 6 0-16,1-5 0 0,4 7 0 0,-1-3 0 15,1 1 0-15,4 1 0 0,-1 0 0 0,2 4 0 16,-1 0 0-16,1 0 0 0,3 1 0 0,-2 2 0 15,2 2 0-15,-1 0 0 0,-1 2 0 0,3 0 0 16,0 1 0-16,-4 1 0 0,3 0 0 0,-4 1 0 16,-4 1 0-16,5 3 0 0,-3 1 0 0,-5-2 0 15,2 0 0-15,0 3 0 0,-4 0 0 0,-1-1 0 16,-6 1 0-16,2 1 0 0,-4-2 0 0,-5 3 0 0,0 0 0 16,-4-3 0-16,2 0 0 0,-3 1 0 0,1-4 0 15,0 2 0-15,0-2 0 0,5-3 0 16,-1-1 0-16,5 1 0 0,0-1 0 0,4 1 0 15,-1-1 0-15,-1-1 0 0,7 0 0 0,0 0 0 16,0 0 0-16,-9-1 0 0,9 1-284 0,0 0-105 0,0 0-65 16,0 0-60-16,30 1-73 0,-20 3-408 15,3-2-1075-15,-1 2 475 0</inkml:trace>
  <inkml:trace contextRef="#ctx0" brushRef="#br0" timeOffset="349047.8006">14844 15437 69 0,'0'-5'451'0,"1"0"17"0,-1 0 4 16,1-1 6-16,-1 0-9 0,-1 1-14 0,1 5-20 15,0-6-23-15,0 1-22 0,0 5-27 0,-1-5-14 16,1 5-39-16,0-5-30 0,0 5-30 0,0 0-27 15,0 0-24-15,0-3-26 0,0 3-14 0,0 0-18 16,0 0-19-16,-7 10-7 0,4-5-8 0,0 1-9 16,-1 0-5-16,1 1-20 0,1 0 0 0,-1 0-6 15,1 1-12-15,-2-2-16 0,3 0 7 0,-2 0-2 16,2 0-11-16,-1-1-2 0,1 2-3 0,1-3 4 16,1 2-3-16,1 2 3 0,-1-4 4 0,2 1-1 15,0 2-1-15,1-2 1 0,3 3-11 0,0 0 11 16,0-2-13-16,2 3-10 0,-3-2 15 0,3-2-1 15,-3 1-4-15,-2-2 8 0,0 1-13 0,1 0 4 16,-1-3-6-16,0 0-6 0,-2 3 1 0,0-1 0 16,0-1-3-16,-2 2 0 0,0-1 2 0,0-4 2 15,-4 6-2-15,-1-3-1 0,0 1-1 0,0-2-5 16,1 2-2-16,-5-1-23 0,-1 1-19 0,1-1-22 16,3-1-13-16,-1-2-30 0,0 2-25 0,0-2-26 15,3 3-27-15,4-3-19 0,-6 0-33 0,6 0-27 16,0 0-31-16,0 0-25 0,-8-3-18 0,8 3-21 15,0 0-41-15,0 0-25 0,3-6-328 0,-3 6-814 16,5-3 360-16</inkml:trace>
  <inkml:trace contextRef="#ctx0" brushRef="#br0" timeOffset="349700.0286">15231 15375 388 0,'0'0'435'0,"0"0"14"0,-10-3-5 0,7 1-9 0,3 2-13 15,-3-5-14-15,1 2-16 0,2 3-14 0,-3-2-15 16,3 2-12-16,-2-6-10 0,2 6-23 0,-3-9-15 16,3 9-12-16,3-4-11 0,-2-3-25 0,2 2-12 15,-2 0-6-15,1 0-18 0,1 0-17 0,0-1-16 16,2 2-18-16,1-1-22 0,3-1-12 0,1 0-13 16,2 1-9-16,-1 1-11 0,2 1-32 0,2 0-69 15,2 2 0-15,2 1 0 0,0 1 0 0,-2 2 0 16,1 3 0-16,-8-3 0 0,4 3 0 0,-1 3 0 15,-3-1 0-15,1 1 0 0,-4 2 0 0,1 4 0 16,-7-3 0-16,-1 4 0 0,-5 1 0 0,-2 0 0 16,-7-2 0-16,2-1 0 0,-9 5 0 0,-1-2 0 15,-2-2 0-15,-1 0 0 0,-2-2 0 0,1-1 0 16,-1-5 0-16,-1 1 0 0,9-1 0 0,0-3 0 16,6-2 0-16,3 0 0 0,-3-2 0 0,4 1 0 15,-1-2 0-15,2-1 0 0,3-1 0 0,-3 0 0 16,5-4 0-16,1 1 0 0,-3 0 0 0,4-6 0 0,-2 3 0 15,3-3 0-15,4 1 0 0,1 1-116 0,2-4-231 16,4 1-66-16,2 1-35 0,-3 0-42 16,3-2-41-16,1-1-30 0,-1 3-321 0,0-3-954 15,-2 4 423-15</inkml:trace>
  <inkml:trace contextRef="#ctx0" brushRef="#br0" timeOffset="350033.0319">15274 15193 302 0,'-1'-4'361'15,"0"-2"23"-15,-1 0 32 0,2 1 19 0,-1-2 18 16,0 3 4-16,-2-1 2 0,2 0 4 0,1 0-1 0,0 5-11 16,0-7-3-16,-1 4-10 0,1 3-26 0,-2-4-38 15,2 4-23-15,0 0-32 0,0 0-30 0,0 0-28 16,0 0-22-16,0 0 5 0,0 0-71 0,7 14-173 16,-6-4 0-16,2 2 0 0,0 6 0 0,1 7 0 15,-1-2 0-15,2 3 0 0,1 2 0 0,-3-1 0 16,1 2 0-16,-2-1 0 0,2 1 0 0,-3-2 0 15,1 1 0-15,-2-2 0 0,-2 2 0 0,1-4 0 16,-1 2 0-16,0-7 0 0,1-1 0 0,0 0 0 16,-1 0 0-16,1-1 0 0,1-1 0 0,-1-4 0 15,1-2 0-15,-1-1 0 0,1-2 0 0,-2 1 0 16,4-4 0-16,-4 2 0 0,4-2 0 0,-1 0 0 16,0-1 0-16,-1-3 0 0,3 4 0 0,-3-4 0 15,9 1-19-15,0-3-478 0,0 0-49 0,-2-4-62 16,4 1-480-16,1-2-1176 0,-3 0 520 0</inkml:trace>
  <inkml:trace contextRef="#ctx0" brushRef="#br0" timeOffset="350432.5041">15546 15509 421 0,'4'-8'446'0,"0"2"21"0,-3 3 17 16,3-2 5-16,-4 0-10 0,0 2-25 0,2-1-17 15,0-1-27-15,-2 1-22 0,0 4-32 0,0-4-41 16,0 4-19-16,0 0-34 0,1-5-30 0,-1 5-19 16,0 0-26-16,0 0-24 0,0 0-12 0,0 0-18 15,0 0-12-15,-3 12-6 0,1-6-13 0,2 0-16 16,-4 5 4-16,3-4-19 0,1 1-3 0,-2 1-9 16,2 2-8-16,-2-2-2 0,2 0-6 0,0 0-8 15,0-2-5-15,4 0-5 0,-4-2 9 0,4 1-7 16,-1 3 0-16,-1-3-7 0,4 1 2 0,-1-1-2 15,-1 0-8-15,0 0 2 0,1-1-2 0,-1 0 3 16,0-2-6-16,1-1-9 0,0 2 13 0,-5 0-3 16,4-3 1-16,-4-1-9 0,1 4-2 0,-1-4 1 15,3 3 10-15,-3-3-6 0,0 4-7 0,0-4 9 16,-8 7-3-16,4-6-1 0,-3 2 1 0,-1-2 6 16,-4 2-5-16,1 4-14 0,0-4-22 0,0-1-36 15,-1-2-17-15,3 3-24 0,-2-1-30 0,2 0-31 16,3-1-33-16,6-1-29 0,-8 0-55 0,8 0-59 15,0 0-53-15,0 0-60 0,0 0-45 0,0 0-330 16,14-8-902-16,-2 3 399 0</inkml:trace>
  <inkml:trace contextRef="#ctx0" brushRef="#br0" timeOffset="350739.6495">15969 15391 213 0,'0'-10'472'16,"-2"-1"22"-16,-1 3 17 0,0 1 12 0,-1-3-1 16,-1 4-18-16,3-1-15 0,-2 0-19 0,2 2-29 15,1 0-21-15,-2 2-20 0,2-2-26 0,1 5-41 16,-4-5-23-16,4 5-32 0,-3-3-24 0,3 3-26 16,0 0-33-16,0 0-10 0,0 0-15 0,-7 9-11 0,5-1-13 15,1 2-46-15,0 2-100 0,1 4 0 16,-1-5 0-16,2 3 0 0,-2 1 0 0,2 2 0 15,-2 3 0-15,2-1 0 0,-1-3 0 0,-1 2 0 16,1-1 0-16,1-3 0 0,0-1 0 0,0-3 0 16,1 3 0-16,-2-4 0 0,1-1 0 0,-1-1 0 15,0-1 0-15,0 0-226 0,0-3-88 0,3 2-45 16,-1-1-38-16,-2-1-41 0,0-3-66 0,0 0-49 16,0 0-347-16,0 0-975 0,1-12 431 0</inkml:trace>
  <inkml:trace contextRef="#ctx0" brushRef="#br0" timeOffset="351101.8686">15839 15295 228 0,'0'-5'411'0,"0"2"9"0,0 3-3 0,3-9-29 0,-2 6-28 16,3-1-34-16,-2 1-24 0,2 0-21 15,1 1-27-15,-1 0-17 0,5 2-15 0,0-1-14 16,1 3-11-16,2 2-8 0,2-1-14 0,-3 0-4 15,8 2-14-15,-1 0-11 0,9 3-12 0,0 4-5 0,0 1-14 16,-3 1-6-16,0 0-14 0,-10 0-1 0,3-3-10 16,-5 2-6-16,0-1-4 0,-2 2-8 0,0 1-7 15,-7-4-3-15,3 1-2 0,-1 4-1 16,-2 0 1-16,-3-2 8 0,0-3 7 0,-3 2-3 0,-2 3 6 16,-3-1 0-16,-4 0 2 0,-3 0-1 0,-9 2 2 15,-3-2-11-15,-5 1 2 0,5-3-7 16,-4-1-10-16,3 0-17 0,1-4 11 0,8 0-4 15,3-4-5-15,3-1 0 0,1 2-5 0,1-2-11 16,5 0 8-16,2-3-18 0,-3 1-27 0,2 0-34 0,5-1-44 16,0 0-71-16,0 0-36 0,0 0-47 0,17-9-53 15,-3 7-46-15,-3-1-50 0,10-1-63 16,-3 2-387-16,2-2-920 0,-1-1 406 0</inkml:trace>
  <inkml:trace contextRef="#ctx0" brushRef="#br0" timeOffset="351436.2055">16301 15537 434 0,'0'-5'459'0,"0"0"2"16,0 0 11-16,1-2-6 0,-1 4-9 0,-1-3-8 15,1 1-20-15,0-1-4 0,0 3-20 0,0-2-16 16,0 5-31-16,0 0-12 0,1-5-34 0,-1 5-31 15,0 0-33-15,0 0-20 0,0 0-24 0,0-5-22 16,0 5-29-16,0 0-7 0,0 0-14 0,0 0-5 16,-3 16-16-16,3-9-4 0,-1 5-13 0,1-1-4 15,-1 0-16-15,1 1-6 0,0 1-12 0,-3 0-28 16,6-1-28-16,-3-1 0 0,0 5 0 0,-3-4 0 16,3 1 0-16,0-4 0 0,0 5 0 0,-3-5 0 15,2 1 0-15,0-1 0 0,0-2-74 0,1-1-75 16,-3 0-34-16,3-2-29 0,0 1-34 0,0 0-22 15,0-5-34-15,0 3-37 0,0-3-41 0,3 3-41 16,-3-3-52-16,0 0-36 0,6-8-264 0,-3 4-837 16,-1-1 371-16</inkml:trace>
  <inkml:trace contextRef="#ctx0" brushRef="#br0" timeOffset="351802.027">16271 15501 320 0,'0'-6'416'0,"3"3"4"16,-3-3-5-16,1 1-13 0,-1-1-23 0,4 0-22 15,-2 1-22-15,1 0-15 0,-2 2-21 0,2-1-21 16,0 1-19-16,3-1-23 0,-4-1-21 0,3 2-18 16,0 0-16-16,0 1-16 0,-1-1-17 0,3 2-14 15,-3 0-10-15,1 0-16 0,-5 1-9 0,11 0-11 16,-11 0-6-16,9 2-22 0,-5-1 6 0,2 2-5 15,1-2-3-15,-4 5-3 0,3-1-6 0,-2 0-1 16,-2 1-14-16,1-2 5 0,-1 2 0 0,-2 2-3 16,0 0-2-16,0-2 4 0,0 1-7 0,-7 1-2 15,1 2 4-15,-1-6-4 0,-3 6 3 0,-2-5-6 16,2 1-15-16,-2 0 4 0,-3 0 9 0,4-3-6 16,-1-1-1-16,2 1-11 0,-2-3-17 0,7 3-21 15,0-3-30-15,5 0-36 0,-13 0-46 0,13 0-48 16,-1-5-47-16,1 1-47 0,0 4-37 0,10-4-36 15,-5 2-36-15,7-1-40 0,-1 2-281 0,2-2-773 16,5 1 342-16</inkml:trace>
  <inkml:trace contextRef="#ctx0" brushRef="#br0" timeOffset="352475.2486">16555 15666 106 0,'0'0'231'0,"-5"-3"-1"15,5 3-6-15,-3-2-2 0,3 2-4 0,0 0-4 16,-2-7 4-16,-1 5 1 0,3 2-1 0,-1-4 9 15,1 4 3-15,-4-4 6 0,4 4-4 0,-1-2-6 16,-1-3-3-16,2 5-9 0,-2-5-8 0,2 5-12 16,0 0-7-16,-2-3-2 0,2 3-2 0,0 0-11 15,-2-5-8-15,2 5-11 0,0 0-12 0,0 0-16 16,2-5-6-16,-2 5-14 0,0 0-8 0,6-4-9 16,-6 4-10-16,5-3-11 0,0 2-4 0,-3-2-6 15,5 2-10-15,-2-1-4 0,0 1-4 0,-5 1-3 16,10 0-6-16,-10 0-2 0,12-2-6 0,-12 2-3 15,11 2 0-15,-7-5-2 0,3 3-3 0,-7 0-2 16,8-1-2-16,-8 1-4 0,5 2-2 0,-1 0 2 16,-4-2-3-16,8 3 3 0,-8-1-3 0,1 2 2 15,1-1-4-15,-2 3 2 0,0-1 2 0,-3 1-8 16,3 0 9-16,-4 4 0 0,-2-2-1 0,-1 1 5 16,0 3 0-16,-2-4-4 0,-3 5 12 0,0-3-1 15,1-1-2-15,-3 1 2 0,4-2 2 0,1-3 7 16,3 0 3-16,-2-1 10 0,3-2 9 0,1 2 1 15,0-2 7-15,-1-1 1 0,5-1 12 0,-4 4-4 16,4-4-6-16,-2 1 14 0,2-1 3 0,-4 4 0 0,4-4-5 16,0 0-4-16,0 0 0 0,0 0 1 0,0 0-9 15,0 0-8-15,19-4-3 0,-9 2-3 16,3-2 11-16,4 1-5 0,1-1 0 0,-1-1 8 16,0 0-5-16,2 1-6 0,-1-1-6 0,5-1 1 15,-4 2-30-15,-1 1-13 0,-4 0 0 0,4 1 0 0,-4 0 0 16,-2-1 0-16,-2 0 0 0,0 2 0 0,-3 1 0 15,-1-1 0-15,-1 1 0 0,-5 0 0 0,9-2 0 16,-9 2 0-16,2-3 0 0,-2 3 0 16,4-2 0-16,-4 2-67 0,0 0-124 0,0 0-37 0,0 0-43 15,0 0-53-15,0 0-63 0,0 0-55 0,0 0-79 16,0 0-439-16,0 0-1040 0,0 0 460 0</inkml:trace>
  <inkml:trace contextRef="#ctx0" brushRef="#br0" timeOffset="353104.988">16050 15171 221 0,'0'0'267'0,"0"0"-12"0,0 0-15 0,0 0-13 15,0 0-7-15,0 0-5 0,0 0-7 0,0 0-6 16,0 0 5-16,0 0 3 0,0 0-2 0,0 0 0 16,0 0 9-16,0 0-7 0,0 0 0 0,0 0-1 15,0 0-1-15,0 0-3 0,0 0 1 0,0 0-4 16,0 0-5-16,0 0 2 0,0 0-6 0,0 0 1 15,0 0 2-15,0 0-7 0,0 0-13 0,0 0-9 16,0 0-9-16,0 0-18 0,8-2-3 0,3 2-10 16,2 0-13-16,6 2-3 0,3-2-10 0,-2 1-16 15,12 1-7-15,0-2-6 0,0 2-8 0,8-2-3 16,-2 0-10-16,2 1 3 0,-3 2-9 0,-3-2-4 0,-2-1 3 16,-1 0-14-16,-3 0-1 0,-9 0 4 15,-1 2 1-15,-5-2-14 0,-3 3-3 0,-1-3 7 0,-3 0-11 16,1 0 0-16,-1 1-5 0,-6-1-9 15,10-1 6-15,-10 1-6 0,4 1-21 0,-4-1-16 0,7 1-10 16,-7-1-9-16,2 2-24 0,-2-2-23 0,0 0-28 16,0 0-33-16,0 0-40 0,-5 8-48 15,1-5-43-15,4-3-39 0,-11 4-45 0,6-2-50 16,-2-1-50-16,-3-2-312 0,1 0-857 0,1 1 380 0</inkml:trace>
  <inkml:trace contextRef="#ctx0" brushRef="#br0" timeOffset="354007.9685">17154 14627 46 0,'0'-3'373'16,"0"-1"11"-16,0-1 17 0,0 5 2 0,-1-8 6 16,1 8-8-16,-1-3-5 0,-1-1-3 0,1 0-9 0,1 4-1 15,-4-5-6-15,4 5-9 0,0-3-14 16,0 3-9-16,-1-5-6 0,1 5-12 0,-3-3-19 15,3 3-18-15,0 0-15 0,0-7-22 0,0 7-26 16,0 0-21-16,0 0-21 0,0 0-18 0,0 0-18 0,0 0-101 16,0 0-48-16,0 0 0 0,0 21 0 0,0-7 0 15,0 4 0-15,0 3 0 0,0 2 0 16,0 2 0-16,0-4 0 0,0 3 0 0,0 2 0 0,0-6 0 16,-1-1 0-16,1 1 0 0,-2 5 0 0,-1-2 0 15,-1-3 0-15,4-1 0 0,-1-4 0 0,-3 2 0 16,4-6 0-16,-4 2 0 0,4 0 0 0,0-1 0 15,-1-1 0-15,-3-3 0 0,4 1 0 0,-1-4 0 16,-2 0 0-16,3 0 0 0,0-2 0 0,-1 1 0 16,1-4 0-16,-3 5 0 0,3-5 0 0,-2 6 0 15,2-6 0-15,0 0 0 0,2 3 0 0,-2-3-37 16,0 0-244-16,0 0-53 0,0 0-42 0,0 0-27 16,0 0-35-16,0 0-34 0,-6-13-19 0,5 10-20 15,-3-1-297-15,0-2-876 0,-1 1 388 0</inkml:trace>
  <inkml:trace contextRef="#ctx0" brushRef="#br0" timeOffset="354247.4085">16955 14913 247 0,'-4'-2'312'0,"4"2"10"16,-4-5 35-16,4 5 12 0,-2-2 16 0,2 2 11 16,0 0 1-16,0 0-4 0,0 0-7 15,-3-6-12-15,3 6-1 0,0 0-13 0,0 0-25 16,0 0-21-16,5-4-42 0,-5 4-22 0,12-1-22 0,-5-1-28 15,10 0-12-15,2 0-21 0,1-2-16 0,9 1-17 16,1-1-5-16,6 1-29 0,0-1-1 0,2-2-19 16,15 4-4-16,-14-4-41 0,-3 5-27 0,2-6-39 15,-2 3-36-15,-5 2-48 0,-4-2-53 0,-7 1-63 16,-1 1-62-16,-2-1-70 0,-3 2-63 0,-4-2-61 16,3 1-389-16,-3 1-949 0,-5-2 419 0</inkml:trace>
  <inkml:trace contextRef="#ctx0" brushRef="#br0" timeOffset="355423.4745">18975 14383 104 0,'3'-5'278'0,"1"1"-4"0,1 0 1 0,-3 2 0 0,0 0-1 16,0-1 0-16,-2 3-4 0,5-7 9 0,-3 4-11 15,-2 3-3-15,3-5 1 0,-1 2-6 0,-2 3-1 16,2-3-3-16,-2 3-8 0,0-3-6 0,0 3-9 16,0 0-4-16,2-5-11 0,-2 5-8 0,0 0-11 15,2-2-9-15,-2 2-8 0,0 0-16 0,0 0 14 16,0 0-21-16,0 0 3 0,0 0-14 0,0 0 0 16,0 0-6-16,0 0-3 0,0 0-15 0,0 0-11 15,0 0-2-15,0 0-19 0,0 0-9 0,0 0-8 16,0 0-8-16,0 0-7 0,0 0 6 0,0 0-15 15,-9 12 0-15,3-5 0 0,-1 1-6 0,-4 1 6 16,1 6-1-16,-4 0-21 0,0 1-29 0,-4 4 0 16,0 2 0-16,1-1 0 0,-1 4 0 0,3 0 0 15,-1 0 0-15,3-4 0 0,4 4 0 0,-2 1 0 16,1-3 0-16,2-4 0 0,5 1 0 0,1-2 0 16,2-2 0-16,0 1 0 0,0 0 0 0,5-2 0 15,3 2 0-15,2-5 0 0,1 1 0 0,1 1 0 16,6-5 0-16,1 1 0 0,1-2 0 0,0-5 0 15,-1 0 0-15,2 0 0 0,-1-3 0 0,-2 0 0 16,-3-3 0-16,2 0 0 0,-6 0 0 0,2-3 0 0,-3 1 0 16,-2 0 0-16,0-3 0 0,-2-1 0 0,-2 0 0 15,1-1 0-15,-5-1 0 0,-5-2 0 16,1 3 0-16,-5-4 0 0,-4 2 0 0,-1-1 0 16,0 4 0-16,-5-1 0 0,1 4 0 0,-1-1 0 0,0 2 0 15,2 4 0-15,-1-2 0 0,6 4 0 0,-2-1-74 16,3 3-291-16,1 1-61 0,1 3-50 0,3-1-56 15,2 0-48-15,0 1-377 0,1-1-1036 16,6 1 459-16</inkml:trace>
  <inkml:trace contextRef="#ctx0" brushRef="#br0" timeOffset="356189.9225">19286 14675 107 0,'0'0'375'16,"4"-5"21"-16,1 3 15 0,-3-1 6 0,-2 3 1 16,0-5-4-16,0 2-9 0,0 3-9 0,0 0-13 15,4-6-14-15,-4 6-26 0,4-3-21 0,-4 3-16 16,1-3-22-16,-1 3-27 0,3-3-31 0,-3 3-24 15,4-3-18-15,-4 3-19 0,4-3-17 0,-4 3-22 16,6-2-14-16,-6 2-9 0,10 5-14 0,-1-4-8 16,0 2-6-16,2-1-18 0,0 4-3 0,-2 1-1 15,1-1-8-15,-1 0-6 0,-1 2-6 0,-2 0-4 0,2 2-1 16,-3-2-2-16,4 1-5 0,-5 1 8 16,-2 0-12-16,-1 0-4 0,-2 1 0 0,1-2 3 15,-4 2 11-15,0-1-10 0,1-2-3 0,-3-2-4 16,1 4-3-16,-4-3 3 0,4-3 1 0,0 2 2 15,-1-3-3-15,2 1 12 0,-2-2-7 0,2 0-3 16,4-2 7-16,-5 0-8 0,5 0 7 0,0 0 3 16,-7-4-6-16,7-1 21 0,0 5-20 0,5-14-1 15,1 5-6-15,-3-3 10 0,5 2-5 0,2-3-5 16,-1 2-1-16,4 0 4 0,0 0-11 0,-1-2 6 16,-1 6-9-16,4-2-3 0,-4 6 6 0,1-4-1 15,-3 4-3-15,4 0-2 0,-3-1 5 0,-1 3-3 0,-3 1-5 16,-2 0-5-16,4 1 6 0,-2 1-2 15,1 0 0-15,-1 2 3 0,-1 1 5 0,0-1-11 16,-2 1 5-16,1 1 4 0,-2 0-4 0,-1 0-1 16,2 3 10-16,-3-2-6 0,0-2 5 0,0 2-2 15,0-1 1-15,-1-1 2 0,1-1 1 0,0-4-9 0,0 6 3 16,0-2 4-16,0-4-2 0,0 0 10 0,-3 6-6 16,3-6 2-16,0 0 17 0,0 0-17 0,0 0 5 15,0 0-7-15,8-12 4 0,-6 7-3 16,1 0-3-16,1-2 6 0,0 1-4 0,3-2-4 0,-5 3 4 15,4-2-5-15,1-1-12 0,1 5 11 0,-4-2 6 16,1-2 0-16,2 4 8 0,0 0-16 0,-7 1 10 16,5-2-5-16,-5 4 0 0,9 0 9 0,-9 0-11 15,14 4 13-15,-10-2-6 0,4 1 11 0,-3 1-7 16,0 3-4-16,4 0 14 0,-4 0-9 0,0 1-6 16,-1-1 3-16,1-1 10 0,-2 0-11 0,1 3-4 15,-3-4 0-15,3 1-8 0,-2-1-26 0,-1 0-25 16,1 0-29-16,-1-2-30 0,-1 0-31 0,0-3-33 15,3 6-42-15,-3-6-54 0,3 3-38 0,-3-3-42 16,3 3-64-16,2-3-75 0,0 3-399 0,3-2-969 16,0-1 428-16</inkml:trace>
  <inkml:trace contextRef="#ctx0" brushRef="#br0" timeOffset="356755.4745">19935 14732 196 0,'4'-2'315'0,"-4"-3"-3"15,0 5-3-15,5-5-3 0,-4 3-15 0,-1 2 4 16,3-6-13-16,-2 3-3 0,2-1 5 0,-3 4-2 0,2-1 2 16,-2 1-3-16,4-8-12 0,0 6-14 15,-1-1-9-15,-1-2-15 0,2 5-18 0,1-5-10 16,0 1-15-16,-1 2-10 0,1-3-11 0,2 3-19 15,-2 0-7-15,2 1-13 0,0 0-17 0,-1 0-7 0,0 1-12 16,-6 0-12-16,12-2-8 0,-12 2-13 0,9 3-4 16,-5-1-4-16,1 2-8 0,2 1-3 15,-4-1-4-15,-1 3-6 0,0-2 0 0,-2 4-4 16,0-1 5-16,-3 3-8 0,-1 0-5 0,-2-1 9 0,-2 4-8 16,-1-2-2-16,-3 2 1 0,-1-3-4 15,0-1 1-15,-1-1-2 0,5-3 1 0,3 1-3 16,-2-2 1-16,3-2 0 0,1 2-2 0,0-4 4 15,2 2 1-15,2-3 6 0,-3 3-6 0,3-3-2 0,0 0 0 16,0 0-3-16,0 0-2 0,27-4-2 0,-16 2 11 16,0 2-8-16,3 0-7 0,-3 0 0 15,3 3-1-15,-2 0 1 0,-2-1-4 0,1 1 3 16,-2 3-2-16,-1-5-2 0,-4 3 4 0,2 1-5 0,-2 1 4 16,-1-1-2-16,-1 2 1 0,0-1 7 0,-4-1-6 15,-5 3 5-15,-1 0-1 0,0 2 0 0,-2-2-1 16,-5 1 1-16,-2-3 3 0,-1 3-4 0,-1-5 4 15,-1 2-6-15,2-1 6 0,1 0-3 0,6-1 2 16,-1-3 5-16,3 1-5 0,4-1 2 0,-4-1 0 16,4 2-1-16,1-1-3 0,4-1 1 0,0 0-14 15,-9 0-13-15,9 0-34 0,0 0-35 0,0 0-32 16,0 0-41-16,0 0-38 0,0 0-50 0,18-6-37 16,-13 6-49-16,-5 0-45 0,10 1-45 0,-2-1-44 15,-3 4-292-15,-1-3-828 0,1 1 366 0</inkml:trace>
  <inkml:trace contextRef="#ctx0" brushRef="#br0" timeOffset="357388.9859">18418 15013 121 0,'0'0'267'16,"1"-4"-5"-16,-1 4-6 0,0 0-15 0,0 0-18 16,0 0-10-16,0 0-11 0,0 0-5 0,0 0-2 15,0 0-8-15,0 0 4 0,0 0 8 0,0 0-2 16,0 0 0-16,0 0 3 0,0 0 3 0,0 0 0 0,0 0 6 16,0 0-1-16,0 0 0 0,0 0-1 15,0 0 0-15,0 0-1 0,0 0-5 0,0 0 0 16,0 0 0-16,0 0-1 0,0 0 5 0,0 0-1 0,0 0-2 15,0 0-3-15,7-2-12 0,-3 0-15 0,3 2-20 16,6-4-11-16,5 0-9 0,10 2 6 0,5-3 3 16,17 1-5-16,10 1-1 0,5-1-11 15,34 7-3-15,-1-6-121 0,4 5 0 0,8 0 0 0,4 3 0 16,5 1 0-16,2-2 0 0,6-4 0 0,1 7 0 16,2 0 0-16,-5-4 0 0,2 3 0 0,-12-8 0 15,-16 3 0-15,-35-1 0 0,-5 1 0 0,-20-1 0 16,-6 1 0-16,-4-1 0 0,-10 1 0 0,-1-1 0 15,-8 0 0-15,3 0 0 0,-6 0 0 0,-1 0 0 16,2 0 0-16,-8 0 0 0,9 0 0 0,-9 0 0 16,6 0 0-16,-6 0 0 0,6 0 0 0,-6 0 0 15,0 0 0-15,0 0 0 0,8 0 0 0,-8 0 0 16,0 0 0-16,0 0 0 0,5 2 0 0,-5-2-217 16,0 0-123-16,0 0-41 0,0 0-19 0,0 0-25 15,0 0-40-15,-4 9-45 0,3-4-400 0,-4-1-984 16,5-4 436-16</inkml:trace>
  <inkml:trace contextRef="#ctx0" brushRef="#br0" timeOffset="358407.896">18734 15586 329 0,'-4'3'324'0,"4"-3"-3"0,0 0-4 15,0 0-10-15,0 0-1 0,0 0-12 0,0 0-4 16,0 0-6-16,0 0-9 0,0 0-3 0,0 0-9 15,0 0-6-15,0 0-6 0,0 0-4 0,0 0-6 16,0 0-7-16,0 0-4 0,-12-7-13 0,6 6-7 16,-2-1-5-16,2 0-6 0,-2 1-1 0,-2-3-12 0,-4-2 6 15,5 0-5-15,-5 1-4 0,5 0-3 0,-4-6 0 16,3 4-14-16,-1-1-16 0,0-5-14 0,-1-3-19 16,1 1-7-16,4-2-11 0,0-1-6 15,2 0-3-15,0-1-39 0,1 0-51 0,0 3 0 0,4-2 0 16,0 4 0-16,2-1 0 0,0 3 0 0,2 2 0 15,1-5 0-15,-1 3 0 0,5 3 0 16,-3-2 0-16,7-2 0 0,-1 5 0 0,3-2 0 0,-1 0 0 16,0 2 0-16,-2 2 0 0,-1 2 0 0,2 0 0 15,-3 2 0-15,2 0 0 0,-5 1 0 0,0 0 0 16,0 0 0-16,0 2 0 0,-7-1 0 0,10 0 0 16,-5 1 0-16,-5-1 0 0,9 4 0 0,-7-2 0 15,1 2 0-15,-2 1 0 0,1-1 0 0,-1 1 0 16,-1 2 0-16,-4-1 0 0,1 2 0 0,-4 0 0 15,-2 0 0-15,1 1 0 0,-6 1 0 0,3-3 0 16,0-1 0-16,-6 1 0 0,5-1 0 0,1-1 0 16,-1 0 0-16,3 1 0 0,-1-3 0 0,-2 3 0 15,7-3 0-15,0-2 0 0,1 1 0 0,2-1 0 16,2-1 0-16,-8 3 0 0,8-3 0 0,-4 3 0 16,4-3-141-16,0 0-31 0,-4 3-30 0,4-3-37 15,0 0-38-15,-3 2-37 0,3-2-34 0,0 0-29 16,-2 4-43-16,2-4-39 0,0 0-42 0,0 0-290 15,0 0-856-15,0 0 379 0</inkml:trace>
  <inkml:trace contextRef="#ctx0" brushRef="#br0" timeOffset="358941.1559">18954 15428 312 0,'1'-3'394'16,"5"0"14"-16,-5-1 10 0,2-2-2 0,0 3-13 16,-3 3-20-16,2-4-20 0,-2 4-29 15,3-3-23-15,-3 3-21 0,0 0-20 0,0-3-19 0,0 3-24 16,0 0-18-16,0 0-27 0,0 0-18 0,0 0-18 15,0 0-10-15,0 0-15 0,0 0-17 16,-12 10-2-16,6-6-14 0,2 2-10 0,-1 1-8 0,0 1-8 16,-3-1-3-16,2 1-5 0,1-2-7 0,1 0-6 15,0-2-6-15,1 1-3 0,2 1-2 0,0-1-1 16,-2-2-7-16,2 4 4 0,0-5-5 0,1-2-2 16,2 7 0-16,1-1-2 0,1-2 7 15,-3-2-7-15,4 2-1 0,0 2-2 0,1 0 2 0,-2-2-5 16,2 0 0-16,0 1 29 0,-1-1-14 0,-1 1 1 15,1-1 1-15,-3-1-5 0,2 3-2 0,-1-1-4 16,-2-1 0-16,3 0 0 0,-3-1-6 0,2 1 0 16,-3 0 5-16,0 0-5 0,-1 0-1 0,-1 0-2 15,0-1 5-15,-2 2 1 0,0-1-2 0,-1-1-1 16,-3-1 3-16,-2 2-7 0,1-1 3 0,-1-1-9 16,0 0-7-16,-2 1-9 0,2-3-10 0,0 1-9 15,3-1-17-15,-2 0-11 0,-1-1-8 0,10 1-8 16,-13-1-15-16,8 1-18 0,5 0-31 0,-10-4-40 15,6 2-44-15,4 2-49 0,-4-1-36 0,4 1-45 16,-1-4-40-16,1 4-55 0,0 0-264 0,9-7-772 16,-3 4 342-16</inkml:trace>
  <inkml:trace contextRef="#ctx0" brushRef="#br0" timeOffset="359458.2586">19323 15339 58 0,'-4'-6'433'0,"4"6"5"15,3-7-3-15,-3 7-6 0,0-3-12 0,0 3-18 16,1-9-18-16,-1 9-18 0,0-5-19 0,0 2-22 16,0-1-17-16,0 4-25 0,4-5-22 0,-2 2-22 15,-1-2-35-15,2 2-4 0,1-1-17 0,0 0-14 16,0 2-18-16,0-2-13 0,2 2-17 0,0 1-13 16,1 0-2-16,-7 1-30 0,16 0 7 0,-3 1-7 15,-1 1-2-15,7 2-3 0,-3 3 4 0,2 1-6 16,-5 2-6-16,2-1-7 0,-3 5-3 0,-1-4-8 15,-2 4-4-15,-1-2-8 0,-4-2 5 0,-3 2-5 16,-1 4-2-16,0-4 0 0,-2-1-13 0,-9 3 12 16,-4-1-4-16,-2-2 0 0,-10 4-6 0,1-4 1 15,-2-2-12-15,0-1 18 0,-3-3-13 0,4 1 4 16,1-3-2-16,6-2 4 0,2-1-2 0,0 0 2 16,5 0-4-16,3-1 0 0,-1-2 2 0,-1 1-12 15,7-2 6-15,0-2 2 0,1 1 4 0,1 1-10 16,2-6-3-16,1-1-10 0,3 2-13 0,2-2-16 15,0-3-22-15,1 4-30 0,3 0-34 0,0 1-36 16,4-4-57-16,1 2-37 0,-5 3-58 0,1-1-50 16,7 3-59-16,1-4-51 0,-4 3-388 0,-5 2-928 15,3-2 411-15</inkml:trace>
  <inkml:trace contextRef="#ctx0" brushRef="#br0" timeOffset="359775.788">19342 15226 164 0,'-1'-6'336'15,"0"-5"17"-15,-3 3 20 0,1-1 14 0,0-3 10 16,2 3 8-16,-1-3 7 0,-2 3 6 0,4-1-9 16,0 3-2-16,-1 0-8 0,-2 1-2 0,3-1-22 0,0 2-8 15,0 1-16-15,0 4-22 0,0-7-28 0,0 7-26 16,0-4-23-16,0 4-30 0,0 0-21 16,0 0-24-16,0 0-10 0,0 0 6 0,-1 15-29 15,2-4-144-15,2 6 0 0,-2 1 0 0,4 5 0 0,-1 6 0 16,-4-1 0-16,1-1 0 0,3 2 0 0,-4 4 0 15,-1-4 0-15,1 2 0 0,-3-4 0 0,3 2 0 16,-1-5 0-16,1-4 0 0,0-2 0 16,1 8 0-16,-4-7 0 0,2-4 0 0,1 2 0 0,0 0 0 15,0-5 0-15,1 1 0 0,1-1 0 0,-1-1 0 16,-1-2 0-16,3 1 0 0,-1 0 0 0,1-1 0 16,-2-3 0-16,3 2-26 0,-3-3-276 15,2-1-46-15,-1-1-51 0,0 2-38 0,-2-5-42 16,5 3-63-16,-5-3-401 0,0 0-1023 0,0 0 453 0</inkml:trace>
  <inkml:trace contextRef="#ctx0" brushRef="#br0" timeOffset="360276.4393">19678 15429 104 0,'4'-3'367'0,"0"-1"1"0,-1 0 3 0,-1-2-15 0,3 2-3 15,-2 1-17-15,-1 2-13 0,2-3-9 0,-4 4-7 16,1-4-9-16,-1 4-10 0,3-4-10 0,-3 4-17 16,0-4-16-16,0 4-25 0,0 0-14 0,0 0-32 15,0 0-8-15,0 0-22 0,0 0-12 0,0 0-9 16,0 0-17-16,0 0-7 0,-12 13-5 0,6-7-14 15,2-2-8-15,-1 1-9 0,-1 5-7 0,3-5-5 16,0 1-4-16,-2 0-5 0,7-2-2 0,-4-1-9 16,2 3 0-16,-5-1-4 0,5-1 2 0,0 1 0 15,0 1 2-15,5-2 2 0,-1 2 0 0,0 1-4 16,1-2-1-16,3 3 3 0,-2-2-1 0,3-2-3 16,-1 4-1-16,-2-1-8 0,-2-4 1 0,1 2-1 15,0-1-9-15,3 0 9 0,-4 1-8 0,-3 0 2 16,3-2 4-16,-1 2-3 0,-5-1-1 0,2-4 1 15,0 8 2-15,-2-4 0 0,-1 1-3 0,-1-2 4 16,-2 2 0-16,-7-2-1 0,4-1-3 0,-2 3-3 16,-1-2-4-16,-1 1-14 0,-1-2 9 0,4-1-17 15,0 1-10-15,-2-2-12 0,7 3-21 0,0-2-15 16,1 1-25-16,-1-1-26 0,5-1-25 0,0 0-54 16,0 0-49-16,0 0-34 0,0 0-37 0,0 0-22 15,0 0-35-15,19-12-25 0,-7 9-320 0,-2 1-787 16,5-2 347-16</inkml:trace>
  <inkml:trace contextRef="#ctx0" brushRef="#br0" timeOffset="360713.2397">20146 15331 5 0,'-3'-2'380'0,"2"-3"19"0,1 5 19 16,0-5 2-16,-1 1-17 0,-3-2-6 0,0 2 3 15,2-1 4-15,-1 0-1 0,-2 0-3 0,5 3-14 16,0 2-1-16,0-6-29 0,-3 2-22 0,3 4-21 15,0 0-29-15,0-5-26 0,0 5-17 0,0 0-33 16,0 0-19-16,0 0-21 0,0 0-6 0,0 0 4 16,-3 16-4-16,5-6-12 0,-2 0-14 0,0 6-10 15,0 1-10-15,1 0-94 0,2-2-22 0,-6 2 0 16,3-4 0-16,0 3 0 0,0 2 0 0,-1-2 0 16,2-5 0-16,-2 1 0 0,2 2 0 0,-2-4 0 15,1 2 0-15,-2 1 0 0,2-3 0 0,0-1 0 16,0 0 0-16,-2-3 0 0,1 0 0 0,1 0 0 15,0-2 0-15,-3 1-29 0,3 0-224 0,0-1-21 16,0-4-37-16,0 0-33 0,0 0-26 0,0 0-32 16,0 0-35-16,0 0-35 0,0 0-29 0,-7-13-299 15,9 6-867-15,-2 0 384 0</inkml:trace>
  <inkml:trace contextRef="#ctx0" brushRef="#br0" timeOffset="361078.0315">20012 15302 109 0,'-3'-6'359'16,"1"0"16"-16,-1-1 0 0,1 2 23 0,2-1-7 0,0 2-14 15,0-1-22-15,2 1-20 0,-2 4-24 0,3-7-22 16,-2 4-30-16,3-3-22 0,0 5-21 0,2-3-15 16,2 2-13-16,3 0-6 0,1 1-8 15,5 1-6-15,-2 1-4 0,2-1-7 0,4 4-9 16,6 2-9-16,1 7-11 0,0-4-8 0,-1 1-2 0,0 0-11 15,-6-1-3-15,-4 0-9 0,2 0-1 0,-9-3-11 16,3 4-7-16,-3 0-5 0,-2-2-6 0,0 2-12 16,-3-1 3-16,-3 0-7 0,1 3-3 15,-3 1 2-15,-5-1-10 0,-3 3-2 0,-1-1 6 0,-5 2-11 16,1-1-3-16,-4-3-3 0,-4 3-10 0,-1 2 9 16,7-4 1-16,-4-3-2 0,-2-2-4 0,2 0-2 15,4 2-4-15,-2-3-6 0,6-1-17 16,3-1-8-16,-3-1-10 0,3-1-13 0,2-2-12 0,3 3-27 15,-1-2-19-15,-2 0-33 0,6-2-31 0,0 5-42 16,0-5-40-16,10 2-60 0,-5 1-48 0,5 1-46 16,2-1-53-16,-2 0-32 0,3 2-266 15,-3-4-812-15,9 1 360 0</inkml:trace>
  <inkml:trace contextRef="#ctx0" brushRef="#br0" timeOffset="361428.1333">20448 15512 230 0,'2'-2'392'0,"2"-6"4"0,-1 5 5 0,-2-2 10 16,0 4-7-16,0-5-8 0,-1 6-20 0,2-5-6 16,-2 5-13-16,5-2-22 0,-5 2-21 0,0 0-23 15,0 0-32-15,0 0-27 0,0 0-22 0,0 0-17 16,0 0 10-16,0 0 1 0,-8 13-18 0,7-7-11 15,0 2 1-15,-3 1-17 0,0 3-15 0,0-1-18 16,0 5-4-16,0-3-13 0,2 3-10 0,-5 1-10 16,5-3-4-16,-2 2-11 0,1 0-5 0,1-3-13 15,-2 3-3-15,0-3-11 0,-3 2 4 0,4-4-30 16,-1-3-23-16,3 2-27 0,-3-3-27 0,3 2-21 16,-2-2-25-16,2-1-24 0,1-2-28 0,-3 3-19 15,2-3-36-15,1-1-25 0,0-3-27 0,-1 4-11 16,1-4-7-16,0 4-21 0,0-4-27 0,0 0-31 15,0 0-26-15,0 0-16 0,0 0-257 0,-3-14-716 16,3 8 317-16</inkml:trace>
  <inkml:trace contextRef="#ctx0" brushRef="#br0" timeOffset="361827.7819">20395 15483 106 0,'4'-4'323'16,"-1"-1"-4"-16,0 1-13 0,0-1-9 0,1 1-2 16,-2-1-4-16,2 1-6 0,0-1-5 0,5-2-23 15,-1 1-13-15,1 1-6 0,1 1-13 0,1 1-4 16,1-3-7-16,1 5-8 0,1-4-4 0,2 3-6 16,2 1-8-16,1-1-9 0,-2 2-10 0,1 3-13 15,-5-2-10-15,3-1-9 0,-2 2-12 0,-1 3-9 16,-1-1-11-16,-1-2-10 0,-2 3-5 0,-3 0-13 15,1 2-3-15,-3-1-11 0,1 1 2 0,-3 0-10 16,-2 3-3-16,-2 0-4 0,-3 2-12 0,1-3 13 16,-5 1-3-16,-8 2-2 0,2-3-6 0,-4 2-1 15,-3-1-17-15,-4 1 11 0,-2-5-5 0,0 2-1 16,1-2-1-16,6-5-10 0,4 3 9 0,3-3-3 16,1 1-1-16,2-2-2 0,0 2 3 0,4-2-7 15,0 0-6-15,7 0-17 0,-10 0-19 0,10 0-23 16,0 0-23-16,0 0-25 0,0 0-23 0,0 0-25 15,0 0-35-15,0 0-36 0,0 0-37 0,17-9-28 16,-11 9-30-16,-6 0-33 0,10-1-33 0,-1 0-29 16,-2 2-263-16,3-1-726 0,-1 1 322 0</inkml:trace>
  <inkml:trace contextRef="#ctx0" brushRef="#br0" timeOffset="362845.6986">20747 15704 131 0,'-2'-4'256'0,"2"4"-1"0,-2-3-3 0,2 3-3 0,0 0-13 16,-3-5 1-16,3 5-15 0,-2-4-7 0,2 4-8 15,-2-5 4-15,2 5-8 0,-1-4-6 0,1 4 6 16,0-6-7-16,0 1-18 0,0 5 15 0,3-6 2 16,-2 3 3-16,0 0-4 0,-1-2-3 0,0 5 1 15,7-7-3-15,-5 6-11 0,1-4-13 0,1 3-11 16,-2-1-14-16,3 1-5 0,-1-2-13 0,1 2-11 16,0 0-11-16,-5 2-6 0,8-1-20 0,-3-1 0 15,-5 2-11-15,8-2-7 0,-8 2-2 0,0 0-12 16,10 4-1-16,-10-4-4 0,6 2-5 0,-6 1-2 15,3 0-6-15,1-1-1 0,-3 3-4 0,-1-3 4 16,0 3-7-16,0-1-1 0,0 2 3 0,-1-1-5 16,-2-2 1-16,-1 1-1 0,2 5-2 0,-5-5 3 15,1 0-4-15,2 0 1 0,-1 1-5 0,0-1 3 0,1 0 4 16,-1 0-7-16,1-2 4 0,4-2 0 16,-5 6 7-16,3-5 4 0,2-1 1 0,0 0 4 15,-3 3 4-15,3-3 1 0,0 0 1 0,0 0 5 16,-4 4 0-16,4-4 1 0,0 0-7 0,0 0-1 0,0 0-4 15,9 2-2-15,-9-2-7 0,9 1-3 0,-7 1-15 16,5-1 13-16,-4 1 0 0,4 0-6 16,-2 0-1-16,3 2 1 0,-3-1-2 0,-1-1-1 15,1 2-1-15,0 0 1 0,-2-1-12 0,-2 2 11 0,4-1 3 16,-2-1 1-16,-3 2 2 0,0-5 4 0,-8 6-7 16,4-1 5-16,-1-2-2 0,-5 0 2 0,-3 0 0 15,0 1 0-15,-2-3-7 0,-4 2 7 16,2-1-4-16,4-1-6 0,-2 0 0 0,3 0-4 15,1-1-1-15,2 2-1 0,3-2-7 0,-1 0-6 0,7 0-14 16,-10 0-20-16,10 0-35 0,-8-2-22 0,8 2-27 16,0 0-21-16,0 0-26 0,0 0-47 0,0 0-50 15,0 0-46-15,16-7-64 0,-9 5-58 16,0 2-363-16,2-2-880 0,-2 0 389 0</inkml:trace>
  <inkml:trace contextRef="#ctx0" brushRef="#br0" timeOffset="363466.0812">20219 15175 188 0,'0'0'256'0,"0"0"1"16,0 0-7-16,0 0-4 0,0 0 1 0,0 0-11 15,0 0 5-15,0 0 6 0,0 0-5 0,0 0 6 0,0 0-6 16,0 0-2-16,0 0-3 0,0 0-2 0,0 0-1 16,0 0-3-16,0 0-1 0,0 0-5 0,0 0-1 15,0 0-4-15,0 0-7 0,0 0-13 0,0 0-3 16,0 0-17-16,0 0-13 0,0 0-9 0,0 0-12 15,7 1-11-15,-1 0-19 0,3-1 15 0,-2-1-18 16,6 2 9-16,7-1-2 0,12 0-2 0,-1 0-2 16,1-1-4-16,8 1-5 0,14-1-11 0,5 1-6 15,5 0-5-15,28-1-5 0,0-1 0 0,-32 2-12 16,7-1-3-16,-6 1 3 0,-1 1-7 0,-6-4-5 16,-15 3-41-16,-7-1-15 0,-4 2 0 0,-9-2 0 15,-6 1 0-15,-1 0 0 0,-4 0 0 0,-1 0 0 16,1 0 0-16,-8 0 0 0,8 0 0 0,-8 0 0 15,0 0 0-15,2 3 0 0,-2-3 0 0,0 0 0 16,0 0 0-16,-15 3-107 0,6-2-57 0,0-1-37 16,1 4-40-16,1-3-71 0,-1 1-56 0,4 2-55 15,-1-1-56-15,-1-2-56 0,6-1-359 0,-7 5-968 16,7-5 429-16</inkml:trace>
  <inkml:trace contextRef="#ctx0" brushRef="#br0" timeOffset="364199.0256">21993 14659 132 0,'0'0'384'0,"4"-5"16"0,-4 5-2 0,0 0-6 0,0 0-4 15,0 0-11-15,0 0-14 0,0 0-19 0,0 0-18 16,6 0-17-16,-6 0-17 0,0 0-23 15,0 0-19-15,5 5-1 0,-4-1 1 0,0 1 5 0,1 5-5 16,-2 2-1-16,1 3-16 0,0 3-7 0,-1 2-15 16,2 6-15-16,-2 0-12 0,1 2-6 15,0 3-9-15,-1-2-19 0,-1 0-13 0,0-2-13 0,-2 0-14 16,3 0-12-16,-1-1-6 0,-1-6-8 0,2 6-7 16,0-8-32-16,-1 0-45 0,1 0 0 0,-1-1 0 15,0-6 0-15,-2 1 0 0,3 0 0 0,-2-2 0 16,0-1 0-16,1-2 0 0,1 0 0 0,0 0 0 15,0-5-76-15,1 5-72 0,-2-2-41 0,1-1-32 16,0-4-38-16,1 5-55 0,-1-5-57 0,0 0-59 16,0 0-54-16,0 0-55 0,0 0-321 0,-12-10-932 15,8 5 412-15</inkml:trace>
  <inkml:trace contextRef="#ctx0" brushRef="#br0" timeOffset="364513.2898">21800 15025 44 0,'0'0'417'16,"-4"-4"9"-16,4 4 16 0,0 0 23 0,0-5 10 15,0 5-2-15,-3-3-14 0,3 3-28 0,0 0 0 16,0 0-43-16,-1-5-20 0,1 5-20 0,0 0-34 16,0 0-24-16,0 0-27 0,10-3-27 0,-5 3-23 15,6-1-2-15,1-2-13 0,6 3-9 0,5 0-18 16,-1 0-12-16,9-1-19 0,1-1-13 0,1 0-13 15,3 2-12-15,-1-1-5 0,1-1-15 0,-3 0-6 16,2 4-34-16,-5-2-42 0,1 0 0 0,-3 1 0 16,-6 0 0-16,-1-1 0 0,0 0 0 0,0 0-19 15,-1 0-89-15,-2 1-23 0,-5 0-27 0,0 0-34 16,-2-1-40-16,-1 2-37 0,1-2-32 0,1 0-49 16,-7 1-38-16,3 2-47 0,2-3-37 0,-6 1-384 15,1 1-928-15,-5-2 411 0</inkml:trace>
  <inkml:trace contextRef="#ctx0" brushRef="#br0" timeOffset="375290.4659">22983 15122 358 0,'0'0'624'0,"0"0"15"0,0 0 1 16,0 0 5-16,0 0-6 0,0 0-16 0,0 0-31 15,0 0-28-15,0-6-38 0,0 6-32 0,0 0-38 0,0 0-34 16,0 0-36-16,0 0-35 0,0 0-119 16,0 0-232-16,0 0 0 0,0 0 0 0,0 0 0 15,0 0 0-15,0 0 0 0,0 0 0 0,0 0 0 16,0 0 0-16,0 0 0 0,0 0 0 0,0 0 0 0,0 0 0 16,0 0 0-16,0 0 0 0,0 0 0 0,0 0 0 15,0 0 0-15,0 0 0 0,0 0 0 16,4-3 0-16,0 1 0 0,-4 2-123 0,6-1-516 0,1 0-83 15,-5-3-397-15,3 3-1210 0,-5 1 535 0</inkml:trace>
  <inkml:trace contextRef="#ctx0" brushRef="#br0" timeOffset="375566.3315">23306 15048 28 0,'0'0'419'0,"7"-1"25"16,-7 1 5-16,4-2 0 0,-4 2 0 0,0 0-12 15,0 0-2-15,0 0-17 0,0 0-15 0,0 0-8 16,0 0-10-16,11 3-11 0,-11-3-27 0,0 0-23 16,0 0-35-16,0 0-29 0,0 0-22 0,5 2-27 15,-5-2-18-15,0 0-24 0,0 0-17 0,0 0-31 16,0 0-48-16,0 0-51 0,0 0-48 0,0 0-47 15,0 0-60-15,0 0-54 0,5-3-61 0,-5 3-63 16,0 0-49-16,8-2-65 0,-3 1-53 0,2 0-397 16,1-3-945-16,4 2 418 0</inkml:trace>
  <inkml:trace contextRef="#ctx0" brushRef="#br0" timeOffset="375827.6065">23681 15059 21 0,'4'2'383'0,"-4"-2"8"16,0 0 10-16,0 0 8 0,0 0 5 0,0 0-1 15,0 0-8-15,7 0-15 0,-7 0-8 16,0 0-18-16,0 0-23 0,0 0-20 0,0 0-23 16,0 0-33-16,0 0-23 0,0 0-29 0,0 0-13 0,0 0-22 15,0 0-20-15,9-3-14 0,-9 3-13 0,0 0-14 16,0 0-14-16,0 0-31 0,7 0-37 15,-7 0-35-15,0 0-38 0,7-1-40 0,-7 1-44 0,7 1-34 16,-7-1-45-16,11-1-46 0,-4 0-47 0,-1 1-51 16,4-1-68-16,4-2-50 0,-3 1-276 0,3-1-802 15,5-1 355-15</inkml:trace>
  <inkml:trace contextRef="#ctx0" brushRef="#br0" timeOffset="376062.7972">24072 15082 471 0,'0'0'539'0,"0"0"32"0,0 0 12 15,0 0 2-15,4 4-20 0,-4-4-30 0,0 0-41 16,0 0-58-16,0 0-37 0,5 0-45 0,-5 0-37 16,8-4-49-16,-3 2-87 0,6-1-68 0,1 0-82 15,-1 3-93-15,3-4-100 0,3 0-109 0,-1-1-111 16,4 1-104-16,-4-3-361 0,2 2-917 0,-2-1 406 15</inkml:trace>
  <inkml:trace contextRef="#ctx0" brushRef="#br0" timeOffset="376297.8631">24559 15113 161 0,'6'3'485'16,"-2"-3"3"-16,0 3-5 0,-4-3-21 0,5 1-22 15,-5-1-46-15,8 2-43 0,-1-3-34 0,-7 1-35 16,13 0-27-16,-6 0-27 0,0-1-58 0,-7 1-63 16,14-1-73-16,-3-2-78 0,-4 3-78 0,2-1-68 15,-2-1-66-15,4-1-82 0,-1 0-281 0,-5 0-668 16,7-3 296-16</inkml:trace>
  <inkml:trace contextRef="#ctx0" brushRef="#br0" timeOffset="376536.5506">25295 15113 319 0,'3'3'348'0,"4"-3"5"16,-7 0 3-16,7 3-6 0,-7-3-9 0,0 0-21 15,6 0-30-15,-6 0-30 0,0 0-30 0,0 0-41 16,0 0-57-16,5 0-50 0,-5 0-57 0,0 0-39 15,9-3-37-15,-9 3-44 0,0 0-51 0,5-3-37 16,0 2-47-16,-5 1-53 0,8-2-150 0,-3 1-467 0,4 0 207 16</inkml:trace>
  <inkml:trace contextRef="#ctx0" brushRef="#br0" timeOffset="376766.7759">25717 15104 61 0,'11'0'314'0,"3"0"-23"16,-1-2-23-16,1 2-27 0,-5-1-23 16,5 2-25-16,0-1-21 0,-5-1-24 0,5 0-45 0,-5 1-49 15,3-2-49-15,-1 4-57 0,-2-4-56 16,-1 2-48-16,1 0-136 0,-3 0-317 0,1 0 140 16</inkml:trace>
  <inkml:trace contextRef="#ctx0" brushRef="#br0" timeOffset="376791.7112">26077 15157 236 0,'0'0'284'0,"7"2"-16"0,-4-2-16 0,-3 0-21 16,0 0-21-16,0 0-19 0,9-1-25 0,-9 1-39 15,0 0-37-15,0 0-49 0,0 0-65 0,0 0-69 16,0 0-60-16,0 0-152 0,0 0-329 0,0 0 145 15</inkml:trace>
  <inkml:trace contextRef="#ctx0" brushRef="#br0" timeOffset="392977.5014">8230 18230 300 0,'0'0'422'16,"0"0"-6"-16,0 0-11 0,0 0-6 0,0 0-7 15,0 0-9-15,0 0-6 0,0 0-1 0,0 0-1 16,0 0-9-16,0 0-4 0,0 0 8 0,0 0-14 16,0 0-15-16,0 0-13 0,23-17-23 0,-23 17-15 15,0 0-20-15,0 0-17 0,0 0-29 0,0 0-22 16,0 0-13-16,0 0-23 0,0 0-20 0,0 0-18 15,0 0-78-15,0 0-50 0,0 0 0 0,0 0 0 16,0 0 0-16,0 0 0 0,-59-4 0 0,59 4 0 16,-36 2 0-16,36-2 0 0,-39 2 0 15,39-2 0-15,-40 1 0 0,40-1 0 0,-38 2 0 0,38-2 0 16,-36 2 0-16,36-2 0 0,-27 3 0 16,27-3 0-16,-23 3 0 0,23-3 0 0,0 0 0 15,0 0 0-15,-28 2 0 0,28-2 0 0,0 0 0 16,0 0 0-16,0 0 0 0,0 0 0 0,0 0 0 15,0 0 0-15,0 0 0 0,0 0 0 0,-27 0 0 16,27 0 0-16,0 0 0 0,0 0 0 0,0 0 0 16,0 0 0-16,0 0-17 0,0 0-316 0,0 0-47 15,0 0-68-15,0 0-59 0,0 0-68 0,0 0-414 16,0 0-1071-16,56 21 474 0</inkml:trace>
  <inkml:trace contextRef="#ctx0" brushRef="#br0" timeOffset="393398.5093">8226 18444 230 0,'0'0'410'0,"0"0"-2"0,0 0-10 0,0 0-25 15,0 0 1-15,0 0-19 0,0 0-15 16,47-9-14-16,-47 9-12 0,0 0-10 0,0 0-16 15,0 0-14-15,0 0-17 0,25-2-9 0,-25 2-15 16,0 0-18-16,0 0-15 0,0 0-6 0,0 0-22 16,0 0-12-16,0 0-15 0,0 0-17 0,0 0-11 15,0 0 2-15,0 0 5 0,0 0-1 0,0 0 1 16,0 0-5-16,0 0 7 0,0 0-5 0,-90 3-13 16,63 1 3-16,-1-2-8 0,28-2-15 0,-51 5-8 15,31-1-5-15,-1-2-7 0,21-2-9 0,-42 3 1 16,42-3-2-16,-28 3-7 0,28-3-40 0,-22 2-11 15,22-2 0-15,0 0 0 0,0 0 0 0,-25 5 0 16,25-5 0-16,0 0 0 0,0 0 0 0,0 0 0 16,0 0 0-16,0 0 0 0,0 0 0 0,0 0 0 15,0 0 0-15,0 0 0 0,-27 1 0 16,27-1 0-16,0 0 0 0,0 0 0 0,0 0 0 16,0 0-56-16,0 0-141 0,0 0-37 0,0 0-34 15,0 0-40-15,0 0-45 0,0 0-39 0,0 0-52 0,0 0-61 16,0 0-401-16,92-3-981 0,-92 3 434 15</inkml:trace>
  <inkml:trace contextRef="#ctx0" brushRef="#br0" timeOffset="394331.9378">9367 17782 267 0,'3'-5'398'0,"-1"1"1"16,1 0-2-16,-2-1 4 0,4 2-3 0,-3-2-9 15,-1-3-7-15,0 3-14 0,2 0-6 0,-2-3-4 16,0 4-12-16,1-2-5 0,-1-1-16 0,0 2 0 16,-1-1-4-16,0 1-6 0,0 1 4 0,0-1-9 0,0 1-11 15,0-1-15-15,0 2-14 0,0-3-17 0,0 6-17 16,-1-5-108-16,1 5-128 0,1-5 0 15,-1 5 0-15,-2-4 0 0,2 4 0 0,0 0 0 16,0 0 0-16,0 0 0 0,-8 11 0 0,0-4 0 16,1 3 0-16,-2 4 0 0,-3 0 0 0,-3 9 0 15,-3 0 0-15,1-1 0 0,2-1 0 0,2 2 0 16,-5 2 0-16,4 2 0 0,-4-5 0 0,6 6 0 16,0-4 0-16,3 0 0 0,1 0 0 0,3 0 0 15,1-4 0-15,2-1 0 0,1-1 0 0,1 0 0 16,1-2 0-16,3 1 0 0,2 0 0 0,4-3 0 15,2-2 0-15,1 2 0 0,4-5 0 0,2 3 0 16,7-4 0-16,1 0 0 0,1-2 0 0,-6-5 0 16,-22-1 0-16,37 2 0 0,-37-2 0 0,31-2 0 15,-31 2 0-15,25-7 0 0,-25 7 0 0,18-14 0 16,-18 14 0-16,14-17 0 0,-10 9 0 0,-3-3 0 16,-1 2 0-16,-4-3 0 0,1 1 0 0,-8-3 0 15,1-1 0-15,-4 2 0 0,-3 0 0 0,-2 2 0 16,1 0 0-16,-2 4 0 0,2-1 0 0,-1 1 0 15,1 4 0-15,4 0 0 0,1 1 0 0,3 1 0 16,1 0 0-16,9 1 0 0,-14 1 0 0,14-1 0 16,-8 7-216-16,4-3-323 0,4-4-113 0,0 0-479 15,4 13-1225-15,-4-13 542 0</inkml:trace>
  <inkml:trace contextRef="#ctx0" brushRef="#br0" timeOffset="395744.4945">9843 17935 26 0,'0'0'314'0,"0"0"-10"0,-7-2-13 0,7 2-13 0,0 0-8 16,0 0-17-16,-6-3-10 0,6 3-13 0,-4-4-7 15,4 4 0-15,0 0-13 0,0 0-1 16,-8-3 0-16,8 3-7 0,-2-1-1 0,2 1-1 16,-2-6-4-16,2 6 1 0,0 0 5 0,0 0-5 15,0-3-5-15,0 3-12 0,0 0-9 0,0 0-14 16,0 0-15-16,8-8-11 0,-5 4-13 0,-3 4-10 0,8-5-15 15,-8 5-8-15,11-3-10 0,-5 2-8 16,-1-1-10-16,6 0-2 0,-11 2-7 0,16 2-5 0,-5-1-9 16,1 1 1-16,1 2-3 0,-3 3-2 15,8 2-7-15,0 0-1 0,-9-2-7 0,5 4 1 16,-2-3-4-16,-6 0 1 0,2 2-2 0,-2 2 0 16,0-2-4-16,1 0 2 0,-3 1-1 0,-2 0 0 15,1 1-2-15,-5-1 1 0,-1 2 2 0,1-3-2 16,2-10 0-16,-14 24-2 0,14-24 2 0,-12 19-6 15,4-10-1-15,8-9 1 0,-18 17 2 0,9-10-2 16,9-7 4-16,-14 12-2 0,14-12 4 0,-18 11 1 16,18-11 3-16,0 0 15 0,-18 12 6 0,18-12 9 15,0 0-3-15,0 0 14 0,-14 7 8 0,14-7 9 16,0 0 12-16,0 0 10 0,0 0 13 0,0 0-3 16,0 0-16-16,0 0-6 0,0 0-6 0,0 0-3 15,0 0-4-15,0 0-1 0,18-25-3 0,-8 17-4 16,-1-2-7-16,7-3 5 0,-2 0 1 0,0-1-57 15,0 0 0-15,0 0 0 0,-2-1 0 0,7-3 0 16,-2-2 0-16,-4 5 0 0,-1 2 0 0,0-2 0 16,0 3 0-16,-5 2 0 0,1-1 0 0,0 2 0 15,-2 0 0-15,3-3 0 0,-5 6 0 0,1 2 0 16,-2-3 0-16,-1 3 0 0,2 1 0 0,-1-1 0 16,2 0 0-16,-5 4 0 0,0 0 0 0,5-6 0 15,-5 6 0-15,0 0 0 0,0 0 0 16,0 0 0-16,0 0 0 0,0 0 0 0,0 0 0 15,0 0 0-15,-9 16 0 0,5-11 0 0,0 6 0 16,-1-4 0-16,0 4 0 0,-5 3 0 0,6-3 0 0,-4 0 0 16,1 3 0-16,-2 0 0 0,1-3 0 0,3-1 0 15,-3 1 0-15,3 1 0 0,1-3 0 16,-3 2 0-16,4-1 0 0,-2 0 0 0,5-10 0 16,-1 17 0-16,1-17 0 0,0 0 0 0,0 0 0 15,6 28 0-15,-6-28 0 0,10 15 0 0,-10-15 0 16,13 12 0-16,-13-12 0 0,14 10 0 0,-14-10 0 15,16 8 0-15,-16-8 0 0,20 6 0 0,-20-6 0 16,0 0 0-16,0 0 0 0,0 0 0 0,33 1 0 16,-33-1 0-16,0 0 0 0,0 0 0 0,0 0 0 15,32-11 0-15,-28 9 0 0,-1-2 0 0,2-1-277 16,-4 2-147-16,3 0-68 0,-4 0-64 0,0 3-84 16,1-9-327-16,-1 6-1049 0,0 3 464 0</inkml:trace>
  <inkml:trace contextRef="#ctx0" brushRef="#br0" timeOffset="396128.2694">10341 18065 458 0,'5'-4'552'0,"-1"1"7"16,0-5 0-16,-1 3-8 0,-1 1-13 0,3 0-20 0,-5 4-30 15,5-6-35-15,-5 6-39 0,4-4-39 0,-4 4-34 16,0 0-35-16,1-5-35 0,-1 5-27 0,0 0-27 15,0 0-17-15,0 0-6 0,3 12-8 0,-3-6-12 16,0 5 1-16,-3-1 6 0,3-10-15 0,0 0-95 16,-1 42-71-16,-2-30 0 0,3-12 0 15,-2 25 0-15,-1-13 0 0,3-12 0 0,-1 29 0 16,-3-17 0-16,4-12 0 0,-6 21 0 0,6-21 0 16,-4 21 0-16,0-9 0 0,4-12 0 0,-5 15 0 15,5-15 0-15,-4 15 0 0,4-15 0 0,0 0 0 16,-2 16 0-16,2-16 0 0,0 0 0 0,0 0 0 15,-5 15 0-15,5-15 0 0,0 0 0 0,0 0 0 16,0 0 0-16,0 0 0 0,0 0 0 0,0 0 0 16,0 0 0-16,0 0 0 0,11 16 0 0,-11-16 0 15,0 0 0-15,0 0 0 0,0 0 0 0,0 0 0 16,0 0-257-16,0 0-114 0,0 0-46 0,0 0-47 16,0 0-54-16,0 0-57 0,27-38-357 0,-27 38-1009 15,0 0 447-15</inkml:trace>
  <inkml:trace contextRef="#ctx0" brushRef="#br0" timeOffset="397510.2944">9043 18487 31 0,'0'0'273'0,"0"0"-14"16,0 0-13-16,0 0-9 0,0 0-30 0,0 0 4 15,0 0-7-15,0 0-8 0,0 0-10 0,0 0-9 0,0 0-11 16,0 0-3-16,0 0-3 0,0 0-7 16,0 0-5-16,0 0-5 0,0 0-6 0,0 0-4 15,0 0 0-15,0 0-8 0,0 0-5 0,0 0 2 16,0 0-3-16,0 0-4 0,0 0-2 0,0 0-1 16,0 0-6-16,0 0 2 0,0 0-1 0,0 0-2 15,0 0 7-15,0 0 5 0,0 0 6 0,0 0 6 16,0 0-5-16,0 0-14 0,0 0-11 0,0 0-9 15,0 0-8-15,0 0-2 0,0 0-6 0,70-2-7 16,-18 4-2-16,6-5-9 0,7 6 1 0,30-2-4 16,3-2 6-16,2-1-2 0,8 1 5 15,1 0 11-15,2-3 10 0,5-6 4 0,2 2 4 0,12 0-8 16,2-3-5-16,0-1 23 0,1 5 1 0,-4-3 21 16,-4 2 16-16,-10-2 23 0,-8 6 6 0,-7 0-6 15,-40 2-18-15,0 1-9 0,-4 0-106 0,-5-1-29 16,-17 2 0-16,-4-2 0 0,0-1 0 15,-30 3 0-15,35 0 0 0,-35 0 0 0,0 0 0 16,31-3 0-16,-31 3 0 0,0 0 0 0,0 0 0 16,0 0 0-16,27 0 0 0,-27 0 0 0,0 0 0 15,0 0 0-15,0 0 0 0,0 0 0 0,0 0 0 16,0 0-127-16,0 0-134 0,0 0-35 0,0 0-28 16,0 0-48-16,0 0-25 0,5 17-35 0,-5-17-40 15,0 0-60-15,0 0-298 0,0 0-899 0,0 0 397 16</inkml:trace>
  <inkml:trace contextRef="#ctx0" brushRef="#br0" timeOffset="398598.3026">9461 18977 124 0,'0'0'292'0,"0"0"-13"16,0 0-15-16,0 0-20 0,0 0-17 15,0 0-16-15,0 0-14 0,0 0-15 0,0 0-15 16,0 0-12-16,0 0-11 0,0 0-8 0,0 0-2 15,0 0-2-15,0 0 3 0,0 0-10 0,0 0 1 16,0 0 6-16,0 0-4 0,0 0 15 0,0 0 3 16,0 0-4-16,0 0 7 0,0 0 7 0,0 0-1 15,0 0-3-15,0 0-2 0,0 0 2 0,0 0 1 16,0 0-2-16,0 0-10 0,0 0 3 0,-67-15 4 16,67 15 2-16,-18-12-2 0,18 12-16 0,-15-16-1 15,7 8-12-15,8 8 2 0,-15-18 3 16,11 6 11-16,4 12-4 0,-5-25-19 0,1 9-13 15,4 1-2-15,0 15-1 0,-1-34-1 0,2 19-10 16,-1 15-4-16,5-28-7 0,-1 12-1 0,4 0-5 16,-2 2-3-16,-6 14 2 0,9-23-7 0,-1 9-3 15,1 3 3-15,-9 11-15 0,18-19-5 0,-9 10-9 0,-9 9 6 16,21-14-13-16,-9 8-6 0,2-4-18 16,-14 10 0-16,29-12 0 0,-12 8 0 0,-17 4 0 15,24-5 0-15,-24 5 0 0,0 0 0 0,39 1 0 16,-39-1 0-16,0 0 0 0,38 8 0 0,-38-8 0 15,22 7 0-15,-22-7 0 0,21 10 0 0,-21-10 0 16,12 10 0-16,-12-10 0 0,11 12 0 0,-11-12 0 16,5 13 0-16,-5-13 0 0,0 0 0 0,-1 21 0 15,1-21 0-15,-13 15 0 0,13-15 0 0,-18 16 0 16,3-6 0-16,-4-2 0 0,-2 2 0 0,-4 0 0 16,2-4 0-16,-3 3 0 0,7-5 0 15,-4 2 0-15,23-6 0 0,-30 10 0 0,30-10 0 16,-22 3 0-16,22-3 0 0,0 0 0 0,-22 5 0 15,22-5 0-15,0 0 0 0,0 0 0 0,0 0 0 0,0 0 0 16,-27 3 0-16,27-3 0 0,0 0-48 0,0 0-112 16,0 0-43-16,0 0-64 0,0 0-74 15,0 0-59-15,0 0-59 0,0 0-66 0,0 0-440 0,0 0-1046 16,61 16 464-16</inkml:trace>
  <inkml:trace contextRef="#ctx0" brushRef="#br0" timeOffset="399093.3957">9748 18840 253 0,'14'-16'431'0,"-14"16"8"0,10-13-14 0,-10 13-17 16,0 0-15-16,8-13-21 0,-8 13-25 0,0 0-23 15,0 0-25-15,0 0-29 0,8-15-28 16,-8 15-29-16,0 0-24 0,0 0-22 0,0 0-19 16,0 0-13-16,0 0-10 0,0 0-15 0,0 0-12 15,0 0-8-15,0 0-12 0,0 0-5 0,0 0-6 16,0 0-8-16,-35 39-6 0,35-39-8 0,0 0-1 16,-10 16-8-16,10-16 1 0,0 0-2 0,-5 13-4 15,5-13 1-15,0 0 9 0,0 0 2 0,0 0 3 16,10 21 2-16,-10-21 7 0,0 0-8 0,14 13 0 15,-14-13 7-15,12 9-6 0,-12-9-2 16,0 0 1-16,19 9-6 0,-19-9-1 0,0 0-2 16,14 10-1-16,-14-10 0 0,0 0 0 0,0 0-1 15,13 11 0-15,-13-11-5 0,0 0-5 0,0 0 2 16,7 11 1-16,-7-11-6 0,0 0 2 0,0 0-8 16,0 0 2-16,-23 21-1 0,23-21 6 0,-19 10-12 15,19-10 0-15,-25 6-1 0,25-6 1 0,-26 5 0 16,26-5-10-16,-24 3-14 0,24-3-9 0,0 0-12 15,-27 1-11-15,27-1-14 0,0 0-18 0,0 0-17 16,0 0-31-16,0 0-24 0,0 0-38 0,0 0-33 16,0 0-32-16,-24-12-32 0,24 12-10 0,0 0-39 15,0 0-28-15,0 0-18 0,0 0-336 16,0 0-773-16,0 0 342 0</inkml:trace>
  <inkml:trace contextRef="#ctx0" brushRef="#br0" timeOffset="399733.1316">10158 18721 297 0,'0'0'375'0,"0"0"-9"0,0 0-9 16,0 0-14-16,0 0-15 0,-4-23-12 0,4 23-4 15,0 0-8-15,0 0-10 0,0 0-11 0,0 0-25 16,0 0-11-16,0 0-11 0,8-17-25 0,-8 17-11 16,0 0 0-16,0 0-11 0,0 0-21 0,22-9-14 15,-22 9-12-15,0 0-16 0,0 0-8 0,30 1-15 16,-30-1-5-16,0 0-11 0,0 0-5 0,40 11-6 15,-40-11-11-15,23 13 1 0,-11-1-2 0,-3-2-2 16,3 1-1-16,-3 3-4 0,-1 0-7 0,-8-14-4 16,10 23-8-16,-6-9-3 0,-4-14-1 0,-4 22-2 15,4-22-2-15,-16 19 0 0,3-7-2 16,-5-4-6-16,-2 3 12 0,-9-2-15 0,-1-4 0 16,-1 2 0-16,0-4-2 0,-2-2 2 0,1-1 34 15,32 0 5-15,-48-4 28 0,30 1 7 0,18 3 6 16,-31-6 8-16,31 6 7 0,-15-10-1 0,15 10-5 15,-10-14-14-15,10 14-2 0,-4-15-35 0,4 15-57 16,0 0 0-16,14-28 0 0,-8 18 0 0,11 2-116 16,-2-4-64-16,2 4-60 0,1-1-65 0,2 0-57 15,7 0-52-15,-8 4-46 0,9-2-51 0,-5 3-424 16,5-3-1010-16,-6 3 446 0</inkml:trace>
  <inkml:trace contextRef="#ctx0" brushRef="#br0" timeOffset="400050.907">10211 18626 323 0,'0'0'364'0,"-21"-24"7"0,21 24 3 0,-6-19 14 15,6 19 13-15,-3-20 1 0,3 20-8 0,0-16-14 16,0 16-7-16,0 0-8 0,7-21-11 0,-7 21-13 16,0 0-22-16,0 0-42 0,2-17-17 0,-2 17-28 15,0 0-20-15,0 0-4 0,0 0 6 0,0 0-9 16,0 0-12-16,0 0 7 0,22 45-3 0,-18-26-8 15,-3 0-10-15,-1 6-14 0,0 3-16 0,5 3-9 16,-6-3-118-16,1 2-22 0,0-3 0 0,-4-3 0 16,3-3 0-16,-2 4 0 0,2-5 0 15,0-2 0-15,-4-2 0 0,2 0 0 0,2-1 0 16,1-15 0-16,-1 26 0 0,1-26 0 0,0 21 0 0,0-21 0 16,2 20 0-16,2-9 0 0,-4-11 0 0,9 16 0 15,-9-16 0-15,10 18 0 0,-10-18 0 16,18 12 0-16,-18-12 0 0,14 13-103 0,-14-13-239 15,0 0-53-15,22 3-72 0,-22-3-61 0,0 0-74 16,30 0-357-16,-30 0-1040 0,0 0 461 0</inkml:trace>
  <inkml:trace contextRef="#ctx0" brushRef="#br0" timeOffset="400616.0866">10585 18822 54 0,'0'0'189'0,"0"0"-16"0,0 0-18 0,0 0-23 16,0 0-8-16,0 0-11 0,0 0-7 0,0 0-1 16,0 0 1-16,0 0 13 0,0 0 10 0,0 0 9 15,0-24 6-15,0 24 11 0,0 0 11 16,0 0 12-16,0 0-1 0,0 0 1 0,0 0 11 0,0 0 3 15,0 0-3-15,0 0-2 0,0 0 1 0,0 0-7 16,0 0-10-16,0 0-13 0,0 0-12 0,0 0-16 16,0 0-6-16,0 0-1 0,0 0-10 0,0 0-12 15,0 0-6-15,0 0-9 0,0 0-7 16,0 0-11-16,0 0-2 0,0 0-9 0,-39 40-4 16,39-40-7-16,-12 11-7 0,12-11 1 0,-10 9-3 15,10-9-7-15,0 0-3 0,0 0 4 0,-15 12-7 16,15-12 14-16,0 0 9 0,0 0 19 0,0 0 7 15,0 0 4-15,0 0 7 0,16 25-4 0,-16-25 3 16,21 7-4-16,-21-7 2 0,29 11 0 0,-15-7 0 16,-14-4 2-16,24 11-8 0,-24-11-6 0,22 10 0 15,-22-10-10-15,19 10-8 0,-19-10 4 0,11 8-13 16,-11-8-6-16,0 0-4 0,7 13 0 0,-7-13-4 16,0 0 0-16,0 0-3 0,0 0-3 0,-27 21-2 15,27-21 0-15,-28 7-3 0,28-7 0 16,-37 6-5-16,19-3-4 0,18-3 7 0,-32 4-7 15,32-4 0-15,-25 5 3 0,25-5-2 0,0 0-5 16,0 0-5-16,-27 1-19 0,27-1-19 0,0 0-24 16,0 0-27-16,0 0-34 0,0 0-28 0,0 0-36 15,0 0-36-15,0 0-27 0,0 0-32 0,54-24-40 16,-54 24-35-16,0 0-45 0,30-7-46 0,-30 7-279 16,18-6-789-16,-18 6 348 0</inkml:trace>
  <inkml:trace contextRef="#ctx0" brushRef="#br0" timeOffset="401319.789">11052 18619 319 0,'0'0'423'0,"0"0"0"15,10-21-7-15,-10 21-7 0,0 0-3 0,0 0-6 16,5-15-3-16,-5 15-7 0,0 0-14 16,0 0-10-16,0 0-24 0,10-13-31 0,-10 13-24 15,0 0-28-15,0 0-21 0,0 0-32 0,0 0-19 16,0 0 13-16,0 0-8 0,0 0 4 0,0 0-25 15,0 0-1-15,0 0-2 0,12 39-9 0,-12-39-15 16,4 28-4-16,-1-12-4 0,-3 0-11 0,2 1-13 16,-2 1-5-16,0 1-91 0,1-1-16 0,0-1 0 15,-3 1 0-15,2-18 0 0,2 26 0 0,-3-10 0 16,1-16 0-16,0 24 0 0,0-24 0 0,-1 23 0 16,1-23 0-16,-3 20 0 0,3-20 0 0,-2 16 0 15,2-16 0-15,0 0 0 0,-3 18 0 0,3-18 0 16,0 0 0-16,0 0 0 0,-4 13 0 0,4-13 0 15,0 0-88-15,0 0-188 0,0 0-56 0,0 0-54 16,0 0-30-16,0 0-45 0,0 0-37 0,0 0-47 16,0 0-321-16,0 0-936 0,0 0 415 15</inkml:trace>
  <inkml:trace contextRef="#ctx0" brushRef="#br0" timeOffset="401733.8556">10947 18671 388 0,'0'0'400'0,"-12"-22"6"16,12 22-4-16,0 0 1 0,-7-15-9 0,7 15-12 15,0 0-12-15,-4-15-13 0,4 15-19 0,0 0-17 16,0 0-25-16,8-20-6 0,-8 20-24 0,14-9-17 16,-14 9-12-16,21-6-6 0,-21 6-16 0,27-7-8 15,-27 7-13-15,36-5 1 0,-14 3-14 0,-22 2-13 16,42 4-7-16,-9 1-15 0,0 1-22 15,-2 0-1-15,1 2-14 0,-1 3-9 0,-3 1-13 0,-4 3-16 16,-1-1-4-16,-8 1-14 0,-1-1-5 16,-2 0 0-16,-6 1-8 0,2 0-3 0,-7 1 2 0,-1 0-7 15,0-16-16-15,-10 28-16 0,1-12 0 0,-1-1 0 16,-3 0 0-16,-4-3 0 0,-4 2 0 16,-2 0 0-16,-2 0 0 0,1-2 0 0,5-5 0 15,-1 0 0-15,4 0 0 0,16-7 0 0,-36 11 0 16,19-7 0-16,17-4 0 0,-22 5 0 0,22-5 0 15,0 0 0-15,0 0 0 0,-22 5 0 0,22-5 0 16,0 0 0-16,0 0 0 0,0 0 0 0,0 0-53 16,0 0-163-16,0 0-50 0,0 0-56 0,0 0-53 15,0 0-50-15,0 0-53 0,0 0-56 0,0 0-387 16,0 0-997-16,47 16 441 0</inkml:trace>
  <inkml:trace contextRef="#ctx0" brushRef="#br0" timeOffset="402042.3826">11446 18870 28 0,'0'0'520'0,"12"-21"13"0,-12 21 5 0,5-13 8 16,-5 13-18-16,0 0-8 0,10-19-13 0,-10 19-35 15,0 0-22-15,4-12-45 0,-4 12-38 0,0 0-36 16,0 0-35-16,0 0-29 0,0 0-28 0,0 0-27 15,0 0-22-15,0 0-15 0,0 0-22 0,0 0-5 16,0 0-15-16,0 0-13 0,0 0-2 0,0 0-7 16,13 48-15-16,-13-48-13 0,-1 20-9 0,2-6-43 15,-1-14-31-15,0 19 0 0,0-19 0 0,0 20 0 16,0-20 0-16,-4 15 0 0,4-15 0 0,0 0 0 16,-4 20 0-16,4-20 0 0,0 0 0 0,-2 16-99 15,2-16-104-15,0 0-41 0,0 0-47 0,-12 13-30 16,12-13-27-16,0 0-34 0,0 0-42 15,0 0-50-15,0 0-32 0,0 0-311 0,0 0-885 16,0 0 393-16</inkml:trace>
  <inkml:trace contextRef="#ctx0" brushRef="#br0" timeOffset="402416.7612">11490 18831 353 0,'0'0'393'0,"0"0"8"0,5-25 6 0,-5 25 4 16,0 0-6-16,7-18-2 0,-7 18-12 0,6-12-11 16,-6 12-21-16,0 0-22 0,10-17-17 0,-10 17-6 15,8-10-16-15,-8 10-24 0,0 0-20 16,18-9-17-16,-18 9-11 0,16-10-12 0,-16 10-24 16,0 0-11-16,31-1-20 0,-31 1-14 0,0 0-15 15,0 0-13-15,42 9-14 0,-42-9-5 0,0 0-14 16,19 11-13-16,-19-11 0 0,13 12-4 0,-13-12-11 15,7 15-5-15,-7-15-3 0,3 18-11 0,-3-18-1 16,0 0-11-16,-5 19 0 0,5-19-2 0,-14 17 0 16,14-17-3-16,-14 15-4 0,14-15 12 15,-28 10-16-15,11-4-12 0,17-6 0 0,-30 8 0 16,30-8 0-16,-28 3 0 0,28-3 0 0,-26 4 0 16,26-4 0-16,0 0 0 0,0 0 0 0,0 0 0 15,-32 0-14-15,32 0-105 0,0 0-47 0,0 0-59 0,0 0-54 16,0 0-45-16,0 0-59 0,0 0-48 0,0 0-51 15,0 0-56-15,0 0-334 0,0 0-945 16,0 0 419-16</inkml:trace>
  <inkml:trace contextRef="#ctx0" brushRef="#br0" timeOffset="402789.8604">11786 18929 164 0,'0'0'385'15,"0"0"9"-15,0 0 22 0,0 0 4 0,0 0 8 16,0 0 3-16,0 0 4 0,0 0-2 0,0 0-2 16,0 0-12-16,-2-24-1 0,2 24-49 0,0 0-27 15,0 0-21-15,0 0-48 0,0 0-26 0,0 0-18 16,0 0-29-16,0 0-26 0,0 0-11 0,0 0-10 15,0 0-26-15,0 0-7 0,0 0-8 0,0 0-21 16,0 0-9-16,0 0-5 0,0 0-7 0,-3 47-9 16,3-47-8-16,0 0 1 0,-3 21-14 0,3-21 1 15,0 0-23-15,-2 16-18 0,2-16 0 0,0 0 0 16,0 0 0-16,-2 17 0 0,2-17 0 0,0 0 0 16,0 0 0-16,0 0 0 0,0 0-102 15,0 0-33-15,0 0-37 0,0 0-47 0,0 0-46 16,7 14-61-16,-7-14-49 0,0 0-52 0,0 0-59 15,0 0-68-15,0 0-301 0,0 0-927 0,0 0 410 16</inkml:trace>
  <inkml:trace contextRef="#ctx0" brushRef="#br0" timeOffset="403439.0315">11356 18537 74 0,'0'0'217'0,"0"0"-15"0,0 0-10 15,0 0-6-15,0 0-2 0,0 0-3 0,0 0-7 16,0 0-4-16,0 0-5 0,0 0-6 0,0 0 0 15,0 0-2-15,0 0-1 0,0 0-2 0,0 0 1 16,0 0 0-16,0 0 13 0,0 0 0 0,0 0 9 16,0 0 2-16,0 0-3 0,0 0 7 0,0 0 0 15,0 0 2-15,0 0 3 0,0 0-6 0,0 0-6 16,0 0-7-16,0 0-1 0,0 0-7 0,0 0-3 16,0 0-2-16,0 0 2 0,0 0 8 15,0 0-2-15,0 0 1 0,0 0-6 0,0 0-7 16,0 0 24-16,0 0 0 0,0 0-1 0,0 0 5 15,0 0-1-15,43 8 0 0,-43-8-5 0,50-3-9 16,-22-1-7-16,4 4-110 0,0-2-48 0,3 3 0 16,3 2 0-16,0-3 0 0,2 2 0 0,-3-4 0 15,-1 6 0-15,-3-4 0 0,-5 3 0 0,0-2 0 16,-28-1 0-16,37 3 0 0,-37-3 0 0,0 0 0 16,30 0 0-16,-30 0 0 0,0 0 0 0,0 0 0 15,0 0 0-15,0 0 0 0,0 0 0 0,28 0 0 16,-28 0 0-16,0 0 0 0,0 0 0 15,0 0 0-15,0 0 0 0,0 0 0 0,0 0-372 16,0 0-76-16,0 0-73 0,0 0-81 0,0 0-440 16,0 0-1128-16,0 0 500 0</inkml:trace>
  <inkml:trace contextRef="#ctx0" brushRef="#br0" timeOffset="407173.1473">12794 17913 311 0,'-3'-5'343'0,"3"5"7"0,-1-11 3 0,1 7 9 16,-4-2 1-16,4 1 14 0,-4-1 4 0,4 6 5 15,-1-10 5-15,-2 4-3 0,2-1-1 0,-2 1-7 16,2 0 6-16,1 0-4 0,0 6-4 16,0-6-15-16,0 6-17 0,-1-6-23 0,1 6-33 0,-3-5-32 15,3 5-24-15,0 0-27 0,0 0-23 0,0 0-116 16,0 0-68-16,0 0 0 0,0 0 0 0,-1 17 0 16,2-5 0-16,2 6 0 0,-2 0 0 0,0 3 0 15,3 6 0-15,3 1 0 0,-6 0 0 0,-1 0 0 16,4 0 0-16,-3 2 0 0,-1-3 0 0,0-1 0 15,0-1 0-15,0 0 0 0,0 0 0 16,0-5 0-16,-5 0 0 0,6-2 0 0,-1 1 0 16,-1 0 0-16,2-3 0 0,-2 1 0 0,1-17 0 15,1 21 0-15,-1-21 0 0,3 22 0 0,-3-22 0 16,1 12 0-16,-1-12 0 0,0 0 0 0,0 0 0 16,3 15 0-16,-3-15 0 0,0 0 0 0,0 0 0 15,0 0 0-15,0 0 0 0,0 0-54 0,0 0-342 16,0 0-42-16,0 0-37 0,-9-49-37 0,9 49-53 15,-12-27-394-15,3 12-1038 0,0-2 459 0</inkml:trace>
  <inkml:trace contextRef="#ctx0" brushRef="#br0" timeOffset="407472.6635">12547 18128 59 0,'0'0'359'0,"-9"-2"15"16,9 2 14-16,-9-4 13 0,6 2 11 0,3 2 13 0,0 0 6 15,-10-3 3-15,10 3-6 0,-3-2 18 0,3 2-8 16,0 0 3-16,0 0-12 0,0 0-18 0,0 0-41 16,0 0-32-16,8-9-30 0,0 6-30 0,2-2-19 15,8 0-21-15,14-2-15 0,0 2-29 0,3 0-87 16,3-6-107-16,17 4 0 0,0-2 0 16,0 1 0-16,-1 0 0 0,0 1 0 0,-15 1 0 15,-6 3 0-15,0 1 0 0,-5-2 0 0,-7 1 0 16,-3 1 0-16,-3 4 0 0,-6-4 0 0,5 1 0 15,-9 0 0-15,4 1 0 0,-9 0 0 0,10-2 0 16,-10 2 0-16,8-1 0 0,-8 1 0 0,0 0 0 0,0 0 0 16,5-2 0-16,-5 2 0 0,0 0-11 0,0 0-353 15,0 0-65-15,0 0-68 0,-23-3-80 16,18 0-476-16,5 3-1139 0,-9-3 504 0</inkml:trace>
  <inkml:trace contextRef="#ctx0" brushRef="#br0" timeOffset="408376.1026">14543 17434 33 0,'2'-6'396'16,"-1"1"-2"-16,0 1 3 0,3-4-3 0,1 2-11 15,-3-1-17-15,0 1-7 0,-2 1-12 0,1-1-15 16,3 0-13-16,-3 1-10 0,0 0-5 0,-1 5-20 16,2-9-18-16,-2 9-16 0,0-6-16 0,0 1-12 15,0 5-14-15,-3-7-14 0,1 4-8 16,2 3-13-16,-7-5-10 0,7 5-5 0,-11-3-10 16,11 3-10-16,-12 0-8 0,12 0-2 0,-15 5-3 0,6 1 4 15,0 0-2-15,-5 8-6 0,5-2-8 0,-6 9-1 16,-2 0 6-16,2 4-22 0,-1 0-61 15,5 3-35-15,-2 1 0 0,-1 1 0 0,3 1 0 16,-2 4 0-16,1-6 0 0,1 1 0 0,3-2 0 16,2-1 0-16,3 2 0 0,3-10 0 0,0 5 0 15,4-7 0-15,0 1 0 0,2-3 0 0,6 0 0 16,3-5 0-16,3 2 0 0,-1-4 0 0,3 2 0 16,2-5 0-16,-2-3 0 0,3-2 0 0,-4 0 0 15,-6-4 0-15,9 0 0 0,-5-6 0 0,2 0 0 16,-5-2 0-16,-2 0 0 0,0-2 0 0,-6 3 0 15,-2-1 0-15,0 1 0 0,-3-5 0 0,-2 0 0 16,-4-2 0-16,-1 2 0 0,-3 2 0 0,-3 1 0 16,-2-1 0-16,-1 2 0 0,-2 4 0 0,-3 3 0 15,-1 2 0-15,2-1 0 0,-1 2 0 0,0 3 0 16,6 2 0-16,-2-3 0 0,-3 3-90 0,8 1-333 16,-1 3-73-16,7 0-76 0,2-2-82 0,-1 1-339 15,4-6-1076-15,5 8 476 0</inkml:trace>
  <inkml:trace contextRef="#ctx0" brushRef="#br0" timeOffset="409060.7345">14887 17593 144 0,'0'0'452'16,"-4"-3"-10"-16,4 3 2 0,-4-7-9 0,4 7-19 0,-1-5-11 16,1 5-13-16,-1-4-8 0,1 4-9 0,0 0-26 15,0 0-12-15,-2-9-22 0,2 9-18 0,0 0-23 16,0 0-15-16,0 0-23 0,6-9-3 16,-6 9-23-16,0 0-27 0,3-3-14 0,-3 3-19 15,9-4-13-15,-9 4-22 0,11-1-7 0,-11 1-15 16,0 0-9-16,21 3-12 0,-9-1-8 0,-2 3-6 15,0-1-11-15,-1 4 3 0,3-1-8 0,-3 4 11 16,1-3-27-16,-2 4 2 0,-3-1 7 0,2 2-15 16,-4 3-1-16,-1-4-3 0,-2 1 5 0,-1 0-11 15,1 3 2-15,-4 1 1 0,-3 1 6 0,-1-2-7 16,-1 0-3-16,-5-2 3 0,1 1-2 0,-2-1 10 16,2-3-11-16,4-3-2 0,4-3 0 0,-3 0 6 15,5 0 8-15,-3 0 7 0,5-3-28 0,1-2 0 16,0 0 0-16,0 0 0 0,0 0 0 0,0-15 0 15,4 6 0-15,1-2 0 0,9-10 0 0,-1 5 0 16,2-6 0-16,2 1 0 0,2 0 0 0,-2 0 0 16,1-2 0-16,-4 8 0 0,5-5 0 0,-8 5 0 15,5 0 0-15,-1 0 0 0,-4 2 0 0,-3 5 0 16,1-4 0-16,-4 3 0 0,1 0 0 0,-3 3 0 16,2 1 0-16,-1 0 0 0,-4 5 0 0,5-4 0 15,-5 4 0-15,4-7 0 0,-4 7 0 0,0 0 0 16,0 0 0-16,0 0 0 0,0 0 0 0,-10 18 0 15,2-10 0-15,-1 3 0 0,2-2 0 16,0 5 0-16,-2 2 0 0,0 1 0 0,4 1 0 0,-4 0 0 16,1-1 0-16,3 1 0 0,-2-3 0 0,4 1 0 15,-1 0 0-15,3-4 0 0,-2-1 0 0,3 3 0 16,2-1 0-16,0-2 0 0,2 1 0 0,6 2 0 16,-6-4 0-16,5 0 0 0,0-2 0 15,3 3 0-15,-3-2 0 0,6-3 0 0,0 3 0 16,2-5 0-16,-6 2 0 0,0 0 0 0,3-5-116 15,-3-1-332-15,-1 2-58 0,3-4-60 0,-1-1-73 16,-5-4-347-16,2 2-1069 0,-1-3 473 0</inkml:trace>
  <inkml:trace contextRef="#ctx0" brushRef="#br0" timeOffset="409524.9965">15309 17800 242 0,'0'0'543'0,"6"-5"12"0,-2 1-1 16,2-1-3-16,-1 0-35 0,3 0-23 0,1 1-14 15,-5-5-25-15,3 5-30 0,0 0-35 0,-2-2-37 16,-1 2-23-16,1 0-32 0,1 0-25 0,-6 4-30 16,8-9-25-16,-8 9-26 0,9-2-19 0,-9 2-19 15,0 0-23-15,9 0-9 0,-9 0-17 0,10 2-7 16,-3 0-14-16,-2 3-9 0,0 0-5 0,-1-2-9 15,1 8-32-15,-2-2-28 0,3 1 0 0,-4 2 0 16,1 0 0-16,-3 0 0 0,-1-1 0 0,-2 5 0 16,-1 0 0-16,-1 2 0 0,-4-2 0 0,0 2 0 15,-1-2 0-15,-3-1 0 0,4 1 0 16,-1-1 0-16,1-5 0 0,4-1 0 0,1-3 0 16,0 0 0-16,0-1 0 0,3-1 0 0,1-1 0 0,-3 1 0 15,3-4 0-15,3 4 0 0,-3-4 0 16,14-2 0-16,4-2 0 0,4 2 0 0,6-4 0 0,1-1 0 15,2-2 0-15,0 3 0 0,-1-1 0 16,1 1 0-16,-8 3 0 0,4-3 0 0,-8 2 0 16,-2-1 0-16,-3 3 0 0,-3-2 0 0,1 1 0 15,-2 0 0-15,-1 0 0 0,-3 3 0 0,-2-4 0 16,-4 4 0-16,10-1 0 0,-6-2 0 0,-4 3 0 16,0 0 0-16,0 0 0 0,0 0 0 0,0 0 0 0,0 0 0 15,0 0 0-15,0 0 0 0,0 0-530 16,0 0-191-16,0 0-436 0,-29 6-1254 0,16-4 556 15</inkml:trace>
  <inkml:trace contextRef="#ctx0" brushRef="#br0" timeOffset="410276.7869">14253 18231 39 0,'0'0'334'0,"0"0"-10"0,0 0-15 16,0 0-17-16,0 0-21 0,-25-14-17 15,25 14-11-15,0 0-5 0,0 0-19 0,0 0-9 16,-23-4-12-16,23 4-8 0,0 0-5 0,0 0-21 16,0 0-11-16,-27-4-8 0,27 4-11 0,0 0 4 15,0 0-3-15,0 0-4 0,0 0-5 0,0 0-3 16,0 0-5-16,0 0-4 0,0 0 6 0,0 0 0 15,0 0-1-15,0 0 5 0,0 0-1 0,0 0 5 16,0 0-3-16,0 0 0 0,0 0-1 0,0 0 12 16,0 0-7-16,93 14 3 0,-38-11 11 0,5-2-9 15,29 2-13-15,6-2-6 0,6 0-4 0,5-2-8 16,4-3-13-16,10 3 9 0,-9-9-18 0,17-1-7 16,5 5-9-16,6 0 6 0,-4-2 5 0,1-3 16 15,-13-2 6-15,-2 1 3 0,-11 5-2 0,0-1 8 16,-4 0-2-16,-10 1-91 0,-33 4-14 0,-2-2 0 15,0 2 0-15,-4 0 0 0,-19 1 0 0,-2-1 0 16,-4 2 0-16,-12 2 0 0,-1-1 0 0,-11 1 0 16,1 2 0-16,1 1 0 0,-10-4 0 0,0 0 0 15,0 0 0-15,9 20 0 0,-9-20 0 0,0 0 0 16,0 0 0-16,-9 24 0 0,9-24 0 16,-10 12-77-16,10-12-200 0,-13 10-48 0,13-10-43 0,-13 10-51 15,13-10-55-15,0 0-80 0,-16 9-396 16,16-9-1029-16,0 0 456 0</inkml:trace>
  <inkml:trace contextRef="#ctx0" brushRef="#br0" timeOffset="411338.976">14427 18921 132 0,'0'0'332'0,"0"0"-9"0,0 0-4 0,0 0-6 0,0 0-5 15,0 0-21-15,0 0-10 0,0 0-2 0,0 0-6 16,0 0-3-16,0 0-10 0,0 0 2 0,0 0 6 16,0 0 1-16,0 0 4 0,-50-4 6 0,50 4 11 15,0 0 19-15,-20-11-8 0,20 11 9 0,-12-10-2 16,12 10-9-16,-19-12-9 0,19 12-6 0,-13-18-15 15,3 7-9-15,10 11-15 0,-9-25-19 0,5 8-62 16,-1 2-160-16,1-2 0 0,4 17 0 0,0-29 0 16,4 11 0-16,-4 1 0 0,1 1 0 0,6-4 0 15,-2 5 0-15,0 0 0 0,-5 15 0 16,18-29 0-16,-9 15 0 0,5 2 0 0,-3 0 0 16,2 0 0-16,-1 1 0 0,-12 11 0 0,21-17 0 15,-12 10 0-15,-9 7 0 0,19-8 0 0,-19 8 0 16,0 0 0-16,0 0 0 0,26-8 0 0,-26 8 0 15,0 0 0-15,0 0 0 0,0 0 0 0,0 0 0 16,38 14 0-16,-38-14 0 0,9 12 0 0,-9-12 0 16,4 14 0-16,-4-14 0 0,1 18 0 0,-1-18 0 15,-5 19 0-15,5-19 0 0,-6 21 0 0,-2-9 0 16,8-12 0-16,-18 23 0 0,6-10 0 0,-3 0 0 16,1-2 0-16,-3-1 0 0,-1-1 0 0,0-2 0 15,0 0 0-15,-1-1 0 0,19-6 0 0,-23 8 0 16,23-8 0-16,-18 7 0 0,18-7 0 0,0 0 0 15,0 0 0-15,0 0 0 0,0 0 0 0,-26 4 0 16,26-4 0-16,0 0 0 0,0 0 0 0,0 0 0 16,0 0 0-16,0 0-62 0,0 0-447 0,0 0-79 15,0 0-66-15,0 0-409 0,0 0-1153 16,0 0 510-16</inkml:trace>
  <inkml:trace contextRef="#ctx0" brushRef="#br0" timeOffset="411801.3086">14681 18770 344 0,'0'0'456'0,"0"0"-3"0,5-22 5 0,-5 22-6 15,0 0-14-15,4-15-15 0,-4 15-17 0,0 0-20 16,0 0-27-16,1-16-29 0,-1 16-16 0,0 0-48 15,0 0-27-15,0 0-26 0,0 0-29 16,0 0-18-16,0 0-8 0,0 0-26 0,0 0-9 16,0 0-8-16,0 0-18 0,0 0-4 0,0 0-11 15,0 0-14-15,0 0-4 0,-28 43-9 0,28-43-3 16,-5 18-3-16,5-18-5 0,-2 16-4 0,2-16-4 16,0 0-5-16,-2 16-3 0,2-16-5 0,0 0-2 15,0 0 0-15,7 20 3 0,-7-20-6 0,0 0 2 16,10 11-6-16,-10-11 4 0,0 0 0 0,15 12-7 15,-15-12-4-15,0 0-2 0,17 10-3 16,-17-10 2-16,11 8 1 0,-11-8 2 0,0 0-7 16,12 13 10-16,-12-13-8 0,0 0-1 0,9 12 2 15,-9-12 3-15,0 0-1 0,0 0 1 0,0 0-3 16,0 0 5-16,-26 23-9 0,26-23 2 0,-18 7-9 16,18-7-16-16,-24 3-9 0,24-3-14 0,-28 4-12 15,28-4-4-15,-22 2-18 0,22-2-12 0,0 0-20 16,0 0-22-16,0 0-52 0,0 0-37 0,-32-8-46 15,32 8-41-15,0 0-41 0,0 0-48 0,0 0-69 16,11-25-290-16,-11 25-820 0,0 0 363 0</inkml:trace>
  <inkml:trace contextRef="#ctx0" brushRef="#br0" timeOffset="412246.1276">14938 18666 149 0,'0'0'436'0,"0"0"1"0,5-26 3 15,-5 26 1-15,4-13-11 0,-4 13-15 0,0 0-15 16,4-21-6-16,-4 21-13 0,5-14-18 0,-5 14-27 16,0 0-11-16,8-16-16 0,-8 16-21 0,10-14-26 15,-10 14-16-15,18-11-19 0,-18 11-14 0,20-13-5 16,-20 13-19-16,25-5-11 0,-25 5-15 15,26-6-20-15,-26 6-2 0,31-1-15 0,-31 1-12 0,0 0-9 16,42 5-14-16,-24 1-11 0,-18-6-10 0,28 14-2 16,-15-4-45-16,-13-10-23 0,15 19 0 15,-11-8 0-15,-4-11 0 0,4 26 0 0,-10-10 0 16,-1-1 0-16,-3 0 0 0,1-2 0 0,-10 8 0 0,6-8 0 16,-5-2 0-16,0 1 0 0,-6 1 0 15,-1-1 0-15,-1-3 0 0,8-2 0 0,-2-4 0 16,20-3 0-16,-36 1 0 0,36-1 0 0,0 0 0 15,-40-7 0-15,40 7 0 0,-19-12 0 0,11 2 0 16,8 10 0-16,-15-18 0 0,15 18 0 0,-8-21 0 16,6 10 0-16,2 11 0 0,2-23 0 0,-2 23 0 15,8-23 0-15,-2 10 0 0,-6 13-12 0,18-19-371 16,-5 12-50-16,-13 7-43 0,27-17-34 16,-13 12-30-16,-14 5-434 0,23-9-1053 0,-23 9 467 15</inkml:trace>
  <inkml:trace contextRef="#ctx0" brushRef="#br0" timeOffset="412579.042">15017 18519 247 0,'0'0'309'0,"-6"-32"12"15,6 32 32-15,-5-17 7 0,5 17 26 0,-5-19 8 16,5 19 16-16,-8-18 14 0,8 18 12 0,-11-17 13 16,11 17 2-16,-4-14 5 0,4 14 0 0,-8-15-7 15,8 15-15-15,0 0-22 0,0 0-20 0,-9-15-26 16,9 15-30-16,0 0-47 0,0 0-228 0,0 0-61 15,0 0 0-15,0 0 0 0,0 0 0 0,0 0 0 16,0 0 0-16,0 0 0 0,9 54 0 0,-4-36 0 16,-1 8 0-16,4-1 0 0,-7 2 0 15,0 2 0-15,-1-3 0 0,3 0 0 0,-3 2 0 16,1-1 0-16,-2 2 0 0,-2 0 0 0,6-1 0 16,-6-8 0-16,3 7 0 0,0-8 0 0,0-1 0 15,-1-1 0-15,1-17 0 0,0 25 0 0,1-11 0 16,-1-14 0-16,3 21 0 0,-3-21 0 0,1 21 0 15,-1-21 0-15,6 12 0 0,-6-12 0 0,0 0 0 16,12 13 0-16,-12-13-56 0,0 0-386 0,0 0-41 16,22 4-47-16,-22-4-45 0,0 0-443 15,0 0-1103-15,0 0 489 0</inkml:trace>
  <inkml:trace contextRef="#ctx0" brushRef="#br0" timeOffset="413097.2045">15347 18691 398 0,'0'0'394'16,"10"-17"-4"-16,-10 17 2 0,0 0-7 0,8-15-10 15,-8 15-15-15,0 0-11 0,0 0-8 0,4-18-14 16,-4 18-8-16,0 0-18 0,0 0-21 0,0 0-16 15,0 0-20-15,-3-17-22 0,3 17-19 16,0 0-17-16,0 0-25 0,0 0-13 0,0 0-15 16,0 0-14-16,0 0-11 0,0 0-7 0,0 0-15 15,0 0-8-15,0 0-4 0,-47 37-13 0,41-27-4 16,6-10-6-16,-12 16 8 0,12-16-13 0,-13 18-11 16,13-18-1-16,-6 14-7 0,6-14 4 0,0 0-1 15,-3 14-5-15,3-14 6 0,0 0 5 0,0 0 10 16,0 0-3-16,11 23 3 0,-11-23-7 15,14 11-4-15,-14-11 3 0,16 11-4 0,-16-11 1 16,18 13-9-16,-18-13-1 0,15 11 11 0,-15-11-18 16,18 10 0-16,-18-10 8 0,14 10-7 0,-14-10-16 15,0 0 10-15,9 13-2 0,-9-13-1 0,0 0 1 16,3 16 1-16,-3-16 0 0,0 0-5 0,0 0-1 16,-18 19 1-16,18-19 1 0,-22 11 2 0,22-11 2 15,-25 10-7-15,25-10 8 0,-26 7-13 0,26-7-11 16,-25 8-4-16,25-8 7 0,-17 3-10 0,17-3 1 15,0 0-6-15,-31 1 1 0,31-1-16 0,0 0-15 16,0 0-22-16,0 0-24 0,0 0-30 0,0 0-54 16,0 0-53-16,0 0-47 0,0 0-65 0,0 0-68 15,0 0-89-15,0 0-396 0,0 0-977 0,39-43 432 16</inkml:trace>
  <inkml:trace contextRef="#ctx0" brushRef="#br0" timeOffset="413693.8918">15736 18472 115 0,'0'0'419'0,"0"0"7"0,0 0 4 0,0 0-1 16,-2-27 13-16,2 27-3 0,0 0-1 0,0 0-4 16,0 0 0-16,0-19 5 0,0 19-10 0,0 0-4 15,0 0-11-15,-2-16-16 0,2 16-17 16,0 0-25-16,0 0-30 0,0 0-19 0,0 0-31 15,0 0-30-15,0 0-58 0,0 0-188 0,0 0 0 16,0 0 0-16,0 0 0 0,0 0 0 0,0 0 0 16,0 0 0-16,0 0 0 0,0 0 0 0,15 53 0 0,-14-37 0 15,8-1 0-15,-5 4 0 0,1-1 0 16,3 7 0-16,-7-8 0 0,3 1 0 0,-6 1 0 16,2-3 0-16,0-16 0 0,2 27 0 0,-2-15 0 15,0-12 0-15,-2 19 0 0,2-19 0 0,-2 17 0 16,2-17 0-16,0 0 0 0,0 0 0 0,0 18 0 15,0-18 0-15,0 0 0 0,0 0-295 0,0 0-62 16,0 0-59-16,0 0-45 0,0 0-38 0,0 0-39 16,0 0-400-16,0 0-1016 0,0 0 450 0</inkml:trace>
  <inkml:trace contextRef="#ctx0" brushRef="#br0" timeOffset="414068.1067">15723 18505 140 0,'0'0'364'0,"-7"-20"12"16,7 20 23-16,-2-15 12 0,2 15 2 16,0 0-5-16,-3-19-2 0,3 19-12 0,0 0-6 15,3-18-21-15,-3 18 0 0,0 0-19 0,10-21-26 16,-10 21-26-16,10-12-25 0,-10 12-3 0,21-10-24 16,-21 10-5-16,22-10-21 0,-2 6-14 0,-20 4-18 15,37-4-13-15,-37 4-7 0,40 0-5 0,-40 0-17 16,42 8-13-16,-24-3-12 0,2 4-12 0,4 3 2 15,-6-1-57-15,0 1-52 0,4 6 0 0,-8-2 0 16,-5 0 0-16,1 2 0 0,-2-2 0 0,-3 2 0 16,-2-1 0-16,-1 0 0 0,-3-1 0 0,-7 0 0 15,-1 0 0-15,-5 0 0 0,5-4 0 0,-5 3 0 16,-4-3 0-16,-3 1 0 0,2 0 0 0,4-6 0 16,-1 2 0-16,16-9 0 0,-29 10 0 15,17-3 0-15,12-7 0 0,-21 6 0 0,21-6 0 16,0 0 0-16,-23 7 0 0,23-7 0 0,0 0 0 15,0 0 0-15,0 0 0 0,0 0 0 0,0 0-145 16,0 0-237-16,0 0-82 0,0 0-72 0,0 0-69 16,0 0-406-16,0 0-1093 0,0 0 484 0</inkml:trace>
  <inkml:trace contextRef="#ctx0" brushRef="#br0" timeOffset="414489.2456">16234 18606 227 0,'0'0'429'0,"0"0"4"0,0 0 4 16,0-26 2-16,0 26 0 0,0 0-8 0,0 0-5 15,0 0-6-15,0-15-14 0,0 15-14 0,0 0-8 16,0 0-41-16,0 0-28 0,0 0-30 0,0 0-24 16,0 0-7-16,0 0-1 0,0 0-9 0,0 0-15 15,0 0-3-15,0 0-15 0,0 0-12 0,0 0-16 16,4 51-12-16,-4-51-17 0,1 29-154 0,-1-11 0 16,-1 0 0-16,-2-2 0 0,3 0 0 0,0-16 0 15,-1 34 0-15,1-18 0 0,0 0 0 0,0-16 0 16,0 24 0-16,0-10 0 0,0-14 0 0,-4 19 0 15,4-19 0-15,0 22 0 0,0-22 0 0,0 0 0 16,0 19 0-16,0-19 0 0,0 0 0 16,0 0 0-16,-1 15 0 0,1-15 0 0,0 0 0 15,0 0-122-15,0 0-176 0,0 0-53 0,0 0-33 16,0 0-38-16,0 0-37 0,0 0-44 0,0 0-25 16,0 0-326-16,0 0-926 0,0 0 410 0</inkml:trace>
  <inkml:trace contextRef="#ctx0" brushRef="#br0" timeOffset="414835.2895">16198 18668 61 0,'4'-24'358'0,"-4"24"21"0,3-18-1 16,-3 18 7-16,6-22 3 0,-6 22-6 0,8-14-2 16,-8 14-11-16,7-14-18 0,-7 14-19 0,8-16-16 15,-8 16 0-15,10-15-29 0,-10 15-17 16,17-12-26-16,-17 12-6 0,18-11-14 0,-18 11-23 15,20-7-1-15,-20 7-25 0,23-2-19 0,-23 2-3 16,0 0-7-16,36-4-19 0,-36 4-7 0,0 0-8 0,36 9-26 16,-36-9 5-16,20 9-12 0,-20-9-12 15,13 10-4-15,-13-10-9 0,11 15 3 0,-11-15 7 16,4 15-24-16,-4-15 4 0,0 20 0 0,0-20-13 16,-9 17-12-16,9-17 10 0,-18 18 2 0,9-9-1 15,-4 4 13-15,-3-4-32 0,1-1 10 0,15-8-8 16,-33 12-8-16,22-6 13 0,11-6-6 0,-24 7-1 15,24-7-15-15,0 0-20 0,0 0-26 0,-23 5-31 16,23-5-34-16,0 0-40 0,0 0-67 0,0 0-75 16,0 0-70-16,0 0-62 0,0 0-52 0,0 0-58 15,0 0-336-15,0 0-947 0,0 0 419 16</inkml:trace>
  <inkml:trace contextRef="#ctx0" brushRef="#br0" timeOffset="415366.6676">16524 18794 375 0,'0'0'450'16,"0"0"-9"-16,0 0-1 0,0 0-7 0,0 0-8 15,0 0-12-15,0 0-16 0,0 0-15 0,0 0-18 16,0 0-21-16,6-34-19 0,-6 34-16 0,0 0-15 15,0 0-16-15,11-15-15 0,-11 15-28 0,0 0-19 16,11-10-25-16,-11 10-18 0,0 0-15 16,21-8-16-16,-21 8-14 0,0 0-14 0,21-7-8 15,-21 7-11-15,0 0-16 0,0 0-12 0,0 0-5 16,0 0-8-16,40 13-4 0,-40-13 2 0,10 12-13 16,-10-12 0-16,9 14-5 0,-9-14-4 0,1 17 3 15,-1-17-5-15,-3 22-11 0,3-22 3 0,-11 19-3 16,5-8 3-16,6-11-2 0,-17 23-3 0,7-13-2 15,10-10 5-15,-19 18-6 0,9-10-3 0,10-8-1 16,-18 12-2-16,18-12-5 0,-13 10 0 0,13-10 0 16,0 0 0-16,-11 10 0 0,11-10 0 15,0 0 0-15,0 0 0 0,0 0 0 0,0 0 0 16,0 0 0-16,0 0 0 0,0 0 0 0,0 0 0 16,0 0 0-16,0 0 0 0,0 0 0 0,0 0 0 15,75-13 0-15,-52 9 0 0,4-1 0 0,-7-1 0 16,-20 6 0-16,41-8 0 0,-19 4 0 0,-2 1 0 15,-20 3 0-15,35-6 0 0,-35 6 0 0,24-5 0 16,-24 5 0-16,0 0 0 0,0 0 0 0,23-7 0 16,-23 7 0-16,0 0 0 0,0 0 0 0,0 0 0 15,0 0 0-15,0 0 0 0,0 0 0 0,0 0 0 16,-2-18 0-16,2 18-393 0,0 0-238 0,-21-22-564 16,21 22-1294-16,-19-20 572 0</inkml:trace>
  <inkml:trace contextRef="#ctx0" brushRef="#br0" timeOffset="416123.3957">16166 18310 184 0,'0'0'328'0,"0"0"-4"0,0 0-17 0,0 0-1 16,0 0 4-16,0 0-11 0,0 0-1 0,0 0 0 16,0 0-1-16,0 0-2 0,0 0-7 0,0 0-9 15,0 0-7-15,0 0-13 0,0 0-8 0,0 0-7 16,0 0-9-16,0 0-6 0,0 0-9 0,0 0 1 15,0 0-10-15,0 0 3 0,0 0 1 0,0 0 8 16,0 0 6-16,0 0 5 0,0 0-8 0,0 0-2 16,0 0-5-16,0 0-5 0,0 0-13 0,0 0-164 15,41-14-37-15,-22 11 0 0,-19 3 0 0,41-3 0 16,-9-2 0-16,3 0 0 0,-2 2 0 0,5-5 0 16,-1 4 0-16,3-2 0 0,-3 1 0 15,0 1 0-15,-4-3 0 0,-3 5 0 0,-10-3 0 16,-20 5 0-16,32-4 0 0,-32 4 0 0,0 0 0 15,26-1 0-15,-26 1 0 0,0 0 0 0,0 0 0 16,0 0 0-16,0 0 0 0,25-4 0 0,-25 4 0 16,0 0 0-16,0 0 0 0,0 0 0 0,0 0 0 15,0 0 0-15,0 0 0 0,0 0 0 0,0 0 0 16,0 0 0-16,0 0-167 0,0 0-261 0,0 0-22 16,0 0-40-16,0 0-56 0,0 0-473 0,0 0-1103 15,0 0 488-15</inkml:trace>
  <inkml:trace contextRef="#ctx0" brushRef="#br0" timeOffset="417300.0202">17920 17717 149 0,'-4'-2'423'0,"1"-1"21"16,-2-1 7-16,3 0-1 0,-2-1 3 0,1 0 4 16,-2 2-7-16,3-1-3 0,-1 0 1 0,0-1-8 15,3 0-4-15,-2 1-11 0,2 4-8 0,-4-7-19 16,3 6-19-16,1 1-24 0,-4-5-23 0,4 5-26 16,0 0-32-16,-1-2-25 0,1 2-241 0,0 0-8 15,0 0 0-15,0 0 0 0,0 0 0 0,0 0 0 16,-4 9 0-16,4 1 0 0,0 7 0 0,-1-1 0 15,-1 8 0-15,1-5 0 0,2 12 0 0,1-2 0 16,-4-3 0-16,2 1 0 0,-2 2 0 0,0-4 0 16,2 3 0-16,-2-3 0 0,1-1 0 0,-5-4 0 15,6-2 0-15,-2 0 0 0,2-2 0 0,0-16 0 16,-3 26 0-16,3-26 0 0,0 18 0 0,0-18 0 16,2 14 0-16,-2-14 0 0,0 0 0 0,0 0 0 15,-5 18 0-15,5-18 0 0,0 0 0 0,0 0 0 16,0 0 0-16,0 0 0 0,-2 6 0 0,4-8-359 15,-2 2-212-15,0 0-62 0,6-17-472 0,-5 9-1197 16,-1-1 530-16</inkml:trace>
  <inkml:trace contextRef="#ctx0" brushRef="#br0" timeOffset="417570.7264">17663 17958 7 0,'-7'-4'403'0,"7"4"27"15,-10-4 19-15,8 2 21 0,2 2 10 0,-6-5-7 0,6 5-3 16,0 0-18-16,-1-5-10 0,1 5-27 16,0 0-16-16,0 0-13 0,-1-7-22 0,1 7-25 0,0 0-27 15,0 0-29-15,6-5-27 0,2 3-25 0,5-2-26 16,3-3-21-16,3 5-14 0,2-4-22 16,7-2-14-16,3 1-16 0,2-1-9 0,8 2-47 15,-4 0-62-15,15-3 0 0,-16 3-65 0,0 3-82 16,-5-1-70-16,-2 1-91 0,-1-2-83 0,-9 2-102 15,3-1-123-15,-7-1-377 0,-4-1-1075 0,-5 1 476 16</inkml:trace>
  <inkml:trace contextRef="#ctx0" brushRef="#br0" timeOffset="418267.0884">19525 17137 18 0,'5'-7'389'15,"0"1"0"-15,-1 1-1 0,3-3-11 0,-4 3-10 0,0 1-2 16,1 2-12-16,-2-3-6 0,-1 2-6 16,-1 3-9-16,3-5-16 0,-3 5-11 0,1-4-12 15,-1 4-13-15,0-4-13 0,0 4-18 0,0 0-19 16,-5-3 0-16,5 3-6 0,0 0-8 0,-10 1-8 16,1 2-3-16,5 0 4 0,-1 1 2 0,-4 2-10 0,1 5-13 15,-3 2-5-15,-5-1-2 0,0 8-18 0,-3 3-10 16,1 0-140-16,4 0-13 0,-4 2 0 15,5 4 0-15,-1-2 0 0,0 1 0 0,3 1 0 16,0 0 0-16,3-1 0 0,1 0 0 0,3 0 0 16,4-3 0-16,0-1 0 0,3 2 0 0,-2-9 0 15,4 1 0-15,0 2 0 0,5-2 0 0,6 3 0 0,-4-5 0 16,5-3 0-16,0-2 0 0,6 1 0 16,-5-3 0-16,2-2 0 0,-1-4 0 0,-1 0 0 15,1-3 0-15,-2-1 0 0,1-2 0 0,-5-2 0 16,3-2 0-16,-3-3 0 0,-3 0 0 0,0-3 0 15,-2 0 0-15,-5 1 0 0,2-6 0 0,-9 9 0 16,1-9 0-16,-2 3 0 0,-2 2 0 0,-2 3 0 16,-4-3 0-16,-3 2 0 0,-3 2 0 0,-1 2 0 15,1 0 0-15,-3 3 0 0,4 0 0 0,-2 3 0 16,1 1 0-16,2 2 0 0,4 2 0 0,3-1 0 16,2 4-137-16,-2-2-366 0,5 0-84 0,1 0-96 15,-1 0-365-15,1 1-1133 0,4-2 502 0</inkml:trace>
  <inkml:trace contextRef="#ctx0" brushRef="#br0" timeOffset="418951.8417">19867 17387 411 0,'0'-6'484'0,"0"2"-1"15,0 4-14-15,0-4-11 0,0 4-22 0,0-6-24 16,0 6-29-16,-1-5-25 0,1 5-25 0,0-4-23 16,0 4-30-16,3-6-22 0,-3 6-19 0,2-3-27 15,2 1-23-15,-4 2-18 0,6-3-10 16,-1 0-26-16,-5 3-15 0,12-1-11 0,-6 2-7 0,7 2-15 15,-4 2-10-15,3-2-7 0,-1 3-8 16,1 2-4-16,-2-1-7 0,4 4-4 0,-1-1-7 0,-3 1-3 16,-2-3-8-16,1 6-1 0,-4-1 4 0,1-2-10 15,-1 3 1-15,-2-2-5 0,-3 1-1 0,0 2 0 16,-3 2 0-16,1-5-1 0,-5-2 0 16,1 6-1-16,-3-2-3 0,0 0 0 0,-1-6-4 15,1 4-1-15,-3-7 0 0,2 2 6 0,4-2 0 16,-1-1 28-16,2-1 25 0,0-2 27 0,0 3 24 15,5-4 18-15,-4 1-6 0,4-1-7 0,0 0-1 16,0 0-118-16,-1-9-3 0,5 0 0 0,2 0 0 16,3-6 0-16,0 0 0 0,2 0 0 0,1 1 0 15,0-2 0-15,4-7 0 0,1 2 0 0,-2-1 0 16,0 0 0-16,3 1 0 0,-9 5 0 0,3 0 0 16,-3 1 0-16,-2 2 0 0,-2 2 0 0,4 2 0 15,-4 0 0-15,-1 3 0 0,0 0 0 0,-3 0 0 16,2 2 0-16,-2 1 0 0,-1 1 0 0,0 2 0 15,0 0 0-15,0 0 0 0,0 0 0 0,0 0 0 16,-13 12 0-16,8-3 0 0,-1-1 0 0,-2 3 0 16,-1 3 0-16,0 4 0 0,1-4 0 0,-3 2 0 15,2 1 0-15,2 1 0 0,-1-1 0 0,3 3 0 16,-2-4 0-16,2 0 0 0,0 0 0 0,4-5 0 16,-2 1 0-16,5 2 0 0,-1 2 0 0,3-6 0 15,2 2 0-15,2 0 0 0,3 1 0 0,-1-4 0 16,3 0 0-16,3 2 0 0,-1-1 0 0,0-1 0 15,-1-2 0-15,-1-1 0 0,1-2 0 0,-1-3-280 16,1 2-178-16,-2-6-68 0,2 0-71 0,-5-3-458 16,0-1-1144-16,-2 0 507 0</inkml:trace>
  <inkml:trace contextRef="#ctx0" brushRef="#br0" timeOffset="419531.6301">20305 17579 28 0,'0'0'460'0,"2"-6"12"0,-2 6-10 16,6-7-8-16,-4 2-10 0,0 2-12 15,1-2-19-15,-1 1-25 0,2-1-27 0,-4 5-33 16,7-8-23-16,-1 6-31 0,-1-2-16 0,0 0-31 15,0 2-20-15,-5 2-20 0,13-2-20 0,-7 2-17 16,-6 0-21-16,13 0-10 0,-5 1-12 0,0 0-14 16,-1 2-7-16,3 4-9 0,-1 0-13 0,0 1-4 15,-2 1-4-15,-2-1-12 0,-1-1 2 0,1 1-6 0,-4 4-4 16,2 0-6-16,-3-4 1 0,-2 2-3 16,1 0-6-16,-3 1 1 0,-5 3-8 0,4-4 2 15,-4 3-1-15,2-3-3 0,-4-3 3 0,2 1 1 16,-1-2 0-16,1-1-4 0,3 0 8 0,-1-3 10 15,7-2 23-15,-7 3 26 0,7-3 3 0,-8 1 15 16,8-1 1-16,0 0 4 0,0 0-8 0,0 0-8 16,0 0-9-16,0 0-9 0,0 0-8 0,0 0-61 15,18-8 0-15,-18 8 0 0,14-1 0 0,-2 4 0 16,-1-1 0-16,1 1 0 0,5 1 0 0,-5 5 0 16,-3-4 0-16,4 3 0 0,-3 0 0 0,-2 1 0 15,0 1 0-15,-1 1 0 0,-5-1 0 0,0 0 0 16,-2 1 0-16,-3 0 0 0,-3-1 0 0,-1 0 0 15,-5 2 0-15,-4-1 0 0,1-2 0 16,0-2 0-16,-7-1 0 0,0 2 0 0,4-3 0 0,-1-3 0 16,0 0 0-16,6 2 0 0,0-3 0 0,1-1 0 15,1 0 0-15,4-1 0 0,-1-2 0 0,2 2 0 16,1 0 0-16,1-2 0 0,1 1 0 0,3 2 0 16,-6-3 0-16,3-2 0 0,3 5 0 15,-1-5 0-15,1 5-113 0,0 0-188 0,0-4-72 16,0 4-69-16,0 0-72 0,1-5-79 0,-1 5-384 15,0 0-1056-15,0 0 468 0</inkml:trace>
  <inkml:trace contextRef="#ctx0" brushRef="#br0" timeOffset="420167.8154">19186 17995 61 0,'0'0'320'0,"-4"2"-8"15,4-2-6-15,0 0-8 0,0 0-21 0,0 0-19 16,0 0 0-16,0 0-23 0,0 0-9 16,0 0-18-16,-5 4 1 0,5-4-13 0,-5 1-9 15,5-1-22-15,-6 1-7 0,6-1-3 0,-8 0-7 16,8 0-1-16,0 0-3 0,0 0 0 0,-10-1-6 15,10 1 1-15,0 0 3 0,0 0 6 0,0 0 4 16,-4-3 7-16,4 3 3 0,0 0 3 0,0 0-7 16,0 0 1-16,29 0-6 0,-11 2-1 0,18-2-4 15,2 0-15-15,24-3 0 0,30-3-10 0,-3 1-1 16,11 1-6-16,2 1-15 0,11-3 0 0,3 0-8 16,10-1-15-16,5-1-6 0,4-4-3 0,7 2 5 15,0-2 5-15,5-2 12 0,-4-1 12 0,-1-5 7 16,-5 6 1-16,-4 1-16 0,-3-3-95 0,-6 0 0 15,-4 4 0-15,-13-1 0 0,-11 0 0 0,-29 10 0 16,-3-4 0-16,2-3 0 0,-7 4 0 0,-7 0 0 16,-19 3 0-16,-2 0 0 0,-12-1 0 0,-6 4 0 15,-4-1 0-15,1 1 0 0,-10 0 0 0,12 0 0 16,-12 0 0-16,0 0 0 0,0 0 0 0,0 0 0 16,0 0 0-16,0 0 0 0,0 0 0 0,-22 13 0 15,11-10 0-15,0 4 0 0,1-4-211 0,1-1-107 16,0-1-31-16,2 1-30 0,7-2-38 15,-11 0-30-15,11 0-71 0,0 0-408 0,0 0-1002 0,0 0 443 16</inkml:trace>
  <inkml:trace contextRef="#ctx0" brushRef="#br0" timeOffset="430195.6863">19458 18770 279 0,'0'0'372'0,"0"0"4"0,0 0-27 0,0 0-8 16,0 0-5-16,0 0-17 0,0 0-15 0,0 0-11 16,0 0-6-16,-26-29-7 0,26 29-4 0,0 0-3 15,-16-12 1-15,16 12 12 0,0 0 4 0,-14-13 1 16,14 13 3-16,-9-13 4 0,9 13-9 0,-12-13-13 16,12 13 1-16,-17-24-20 0,4 13-21 0,7 0-13 15,-3-2-11-15,0-1-17 0,-1-1-18 0,3-3-17 16,-3-6-89-16,1 8-71 0,5-5 0 0,-1-3 0 15,1-3 0-15,3 1 0 0,1 7 0 16,1-8 0-16,2 8 0 0,-2 1 0 0,7 0 0 16,-1 0 0-16,2 1 0 0,4 0 0 0,0 3 0 0,1 0 0 15,1-1 0-15,7 3 0 0,-4 0 0 0,2 4 0 16,-2 3 0-16,-18 5 0 0,37-8 0 16,-37 8 0-16,37 0 0 0,-37 0 0 0,30 5 0 15,-30-5 0-15,24 13 0 0,-13-5 0 0,0 4 0 16,0 1 0-16,-2-2 0 0,-2 3 0 0,-7-14 0 15,7 23 0-15,-7-11 0 0,0 5 0 0,-6 0 0 16,1 0 0-16,-9 6 0 0,5-7 0 0,-4 0 0 16,-6 0 0-16,-5 1 0 0,-3-2 0 0,1-2 0 15,-3 1 0-15,2-7 0 0,0 1 0 0,5-4 0 16,22-4 0-16,-35 5 0 0,17-3 0 0,18-2 0 16,0 0 0-16,-36-6 0 0,36 6 0 0,0 0 0 15,-26-4 0-15,26 4 0 0,0 0 0 0,0 0 0 16,-14-13 0-16,14 13 0 0,0 0 0 15,0 0 0-15,0 0 0 0,0 0 0 0,0 0 0 16,0 0-135-16,0 0-366 0,0 0-63 0,0 0-59 16,67-2-439-16,-67 2-1150 0,0 0 509 0</inkml:trace>
  <inkml:trace contextRef="#ctx0" brushRef="#br0" timeOffset="430794.283">19687 18536 309 0,'0'0'362'0,"0"0"-12"0,0 0-6 16,0 0-9-16,14-20-9 0,-14 20 4 0,0 0-7 16,0 0-2-16,0 0-2 0,5-16-6 0,-5 16-16 0,0 0-11 15,0 0-9-15,0 0-21 0,0 0-26 16,0 0-21-16,0 0-25 0,8-12-23 0,-8 12-16 16,0 0-16-16,0 0-17 0,0 0-10 0,0 0-11 15,0 0-11-15,0 0-6 0,0 0-4 0,0 0-8 16,-25 45-11-16,25-45-4 0,-10 19-4 0,10-19-1 15,-6 15 0-15,6-15-9 0,-8 14-6 0,8-14-2 16,0 0-1-16,-6 16-3 0,6-16-1 16,0 0 4-16,0 0-1 0,0 17-3 0,0-17 2 15,0 0-6-15,15 12-3 0,-15-12 4 0,0 0-1 16,22 12-5-16,-22-12-2 0,18 10 0 0,-18-10-4 16,22 8-19-16,-22-8 16 0,19 10-8 0,-4-2 4 15,-15-8-3-15,14 12 1 0,-14-12 3 0,14 11 4 16,-14-11-6-16,0 0-1 0,7 14 5 0,-7-14 2 15,0 0 0-15,2 15 2 0,-2-15 0 0,0 0 1 16,0 0-2-16,-21 18-1 0,21-18 3 0,-21 7 1 16,21-7-4-16,-27 8 4 0,27-8 2 0,-28 6-6 15,28-6 4-15,-24 4 2 0,24-4 1 0,0 0-5 16,-26 2 10-16,26-2 0 0,0 0-11 0,0 0 2 16,0 0 0-16,0 0-10 0,0 0-35 15,0 0-35-15,0 0-32 0,0 0-39 0,0 0-50 16,0 0-29-16,0 0-40 0,0 0-35 0,0 0-47 15,0 0-51-15,0 0-73 0,0 0-281 0,0 0-813 16,0 0 360-16</inkml:trace>
  <inkml:trace contextRef="#ctx0" brushRef="#br0" timeOffset="431599.8186">20251 18395 253 0,'0'0'385'0,"0"0"-16"0,0 0-11 0,0 0-24 16,0 0-40-16,0 0 7 0,0 0-22 0,0 0-21 15,0 0-11-15,0 0-15 0,0 0-9 0,0 0 1 16,13-18-8-16,-13 18-5 0,0 0-6 0,0 0-4 16,0 0-8-16,0 0 5 0,0 0-1 15,0 0-2-15,0 0-10 0,0 0-8 0,0 0-9 16,3-16-8-16,-3 16-12 0,0 0-12 0,0 0-7 0,14-13-9 16,-14 13-3-16,0 0-8 0,20-10-13 0,-20 10-9 15,21-5-14-15,-21 5-5 0,0 0-6 0,37 2-4 16,-37-2-9-16,27 8-8 0,-27-8-1 0,33 13-5 15,-20-6-6-15,-13-7-5 0,19 18-6 0,-11-9 1 16,-8-9-1-16,10 22-4 0,-7-8 0 16,-3-14 4-16,-3 27-7 0,-3-15-4 0,6-12 9 15,-21 27-8-15,9-13 1 0,-2-1-2 0,-9 3 3 16,-3-3-2-16,3-2-2 0,-4 0 0 0,-1-5 2 16,0-1 3-16,0-1-1 0,7-1 0 0,21-3 4 15,-38-1 0-15,38 1 31 0,-27-4 28 0,27 4 17 16,0 0 16-16,-27-13 4 0,27 13-83 0,-10-14-27 15,10 14 0-15,-4-19 0 0,4 19 0 0,8-25 0 16,7 10 0-16,-6 0 0 0,4 2 0 0,9-3 0 16,-9 4 0-16,-1 0-61 0,-12 12-192 0,22-13-66 15,-5 6-50-15,-17 7-65 0,24-9-55 0,-4 4-47 16,-20 5-419-16,32-5-1036 0,-32 5 459 0</inkml:trace>
  <inkml:trace contextRef="#ctx0" brushRef="#br0" timeOffset="432034.3186">20288 18267 108 0,'0'0'329'0,"-7"-26"21"15,7 26-5-15,-5-15-3 0,5 15 9 0,-2-18-6 16,2 18 13-16,4-18 5 0,-6 12 7 16,2 6 4-16,2-11 0 0,-2 7-6 0,0 4-2 15,0-9-2-15,0 9-12 0,0-6-17 0,0 6-17 16,0 0-22-16,-2-5-21 0,2 5-25 0,0 0-26 15,0 0-19-15,0 0-21 0,0 0-18 0,0 0-20 16,0 0-11-16,0 0-10 0,0 0-52 0,0 0-73 16,0 0 0-16,0 0 0 0,0 0 0 0,-9 44 0 15,9-44 0-15,2 24 0 0,-2-5 0 0,0-1 0 16,0 0 0-16,-2 0 0 0,1 7 0 0,4-2 0 16,-5 4 0-16,5 2 0 0,-3 0 0 0,5 0 0 15,1 0 0-15,-3-2 0 0,-2 3 0 0,4-1 0 16,-3-1 0-16,-2-2 0 0,2 1 0 0,-2-2 0 15,0 1 0-15,0-6 0 0,1-2 0 16,-2-2 0-16,1 1 0 0,0-17 0 0,0 25 0 16,0-25 0-16,-2 20 0 0,2-20 0 0,2 16 0 15,-2-16 0-15,0 0 0 0,0 0 0 0,-2 18 0 16,2-18 0-16,0 0 0 0,0 0 0 0,0 0 0 16,0 0 0-16,0 0 0 0,0 0 0 0,0 0 0 15,6 12 0-15,-6-12 0 0,0 0-102 0,0 0-362 16,0 0-43-16,0 0-42 0,0 0-37 0,0 0-412 15,0 0-1080-15,0 0 478 0</inkml:trace>
  <inkml:trace contextRef="#ctx0" brushRef="#br0" timeOffset="432576.0452">20583 18626 229 0,'14'-17'253'16,"-14"17"5"-16,14-14 6 0,-14 14 7 0,14-15 9 16,-14 15 7-16,12-13 11 0,-12 13 6 0,15-14 13 15,-15 14 16-15,9-8-1 0,-9 8-2 0,0 0-5 16,14-14-3-16,-14 14-9 0,0 0-10 0,14-9-29 16,-14 9-16-16,0 0-20 0,0 0-21 0,0 0-21 15,10-13-24-15,-10 13-24 0,0 0-19 0,0 0-11 16,0 0-12-16,0 0-8 0,0 0-9 0,0 0-14 15,0 0 1-15,0 0-14 0,0 0-10 0,-23 42 7 16,23-42-12-16,-14 19-10 0,8-10 0 0,6-9-4 16,-12 17-5-16,12-17 4 0,-7 13-10 0,7-13 3 15,-8 13-12-15,8-13 5 0,0 0 2 0,-4 16-1 16,4-16 4-16,0 0-9 0,3 18 3 16,-3-18-3-16,0 0-3 0,10 18 22 0,-10-18-28 15,9 11 2-15,-9-11 2 0,17 14-3 0,-17-14 16 16,12 11-14-16,-12-11-5 0,12 10-11 0,-12-10 11 15,0 0-2-15,10 11-7 0,-10-11 4 0,0 0-2 16,8 13 15-16,-8-13-14 0,0 0-4 0,0 0-1 16,0 0 9-16,6 15-2 0,-6-15-3 0,0 0 0 15,0 0 3-15,0 0 2 0,0 0 2 0,-24 18 3 16,24-18-6-16,-19 7 5 0,19-7-2 0,-23 7-7 16,23-7-2-16,0 0-26 0,-32 4-10 15,32-4-3-15,0 0 2 0,-31 2-16 0,31-2-21 16,0 0-8-16,0 0-9 0,0 0-7 0,0 0-9 15,-36-5-20-15,36 5-25 0,0 0-33 0,0 0-30 16,0 0-31-16,-11-13-24 0,11 13-30 0,0 0-40 16,0 0-40-16,0 0-53 0,0 0-304 0,0 0-804 15,0 0 356-15</inkml:trace>
  <inkml:trace contextRef="#ctx0" brushRef="#br0" timeOffset="433178.5727">21073 18301 166 0,'0'0'338'0,"0"0"4"0,0 0 7 0,0 0-4 16,0 0 4-16,-3-28 2 0,3 28 5 0,0 0 11 15,0 0 0-15,-4-18 7 0,4 18-2 0,0 0-5 16,0 0 6-16,0 0-11 0,-1-19-2 0,1 19-19 16,0 0-15-16,0 0-28 0,0 0-30 0,0 0-24 15,0 0-28-15,0 0-25 0,0 0-24 0,0 0-16 16,0 0-16-16,0 0-16 0,0 0-6 0,0 0-29 15,0 0-84-15,0 0 0 0,10 54 0 0,-7-38 0 16,-2 5 0-16,3-1 0 0,-3 4 0 0,1 2 0 16,0-1 0-16,-5 0 0 0,3-7 0 0,0 1 0 15,-1 0 0-15,-3-3 0 0,3 1 0 16,-2-1 0-16,3-16 0 0,-1 25 0 0,1-25 0 16,-2 19 0-16,2-19 0 0,0 0 0 0,-2 19 0 0,2-19 0 15,0 0 0-15,0 0 0 0,3 17 0 0,-3-17 0 16,0 0-110-16,0 0-107 0,0 0-37 0,0 0-67 15,0 0-64-15,0 0-66 0,0 0-62 16,0 0-55-16,0 0-328 0,0 0-969 0,0 0 428 16</inkml:trace>
  <inkml:trace contextRef="#ctx0" brushRef="#br0" timeOffset="433625.0733">20951 18322 242 0,'0'0'374'0,"-9"-20"1"16,9 20-5-16,0 0-11 0,-4-22 1 0,4 22-2 15,0 0-6-15,0-19-10 0,0 19-12 0,0 0-16 16,2-18-23-16,-2 18-22 0,0 0-9 0,12-14-10 16,-12 14-25-16,18-8-10 0,-18 8-13 15,24-5-3-15,-24 5-14 0,31-3-14 0,-31 3-11 16,37 4-14-16,-37-4-5 0,48 12-22 0,-19-3 7 15,0 1-13-15,0 3-18 0,0 2-15 0,-1 0 3 16,-1 2-13-16,-4 1-10 0,-4-1-3 0,0 5-10 16,-2-2-5-16,-8-5 1 0,2 9-9 0,-6-6 1 15,2 0 12-15,-2 1-20 0,-4-1-2 0,-2-2 0 16,-2 2-4-16,-2-2 0 0,-2-1-2 0,-2 1 2 16,-2-2-4-16,-3 2 6 0,0-5-6 0,2 2 0 15,-4-4-6-15,-2 0-3 0,3 0 9 0,-4-1-3 16,19-8 5-16,-27 12 38 0,10-8-5 0,17-4 13 15,-25 5 7-15,25-5-4 0,0 0-34 0,-27 6-34 16,27-6 0-16,0 0 0 0,0 0 0 0,0 0 0 16,-30 3 0-16,30-3 0 0,0 0 0 15,0 0 0-15,0 0 0 0,0 0 0 0,0 0-98 16,0 0-163-16,0 0-51 0,0 0-34 0,0 0-46 16,0 0-40-16,0 0-34 0,0 0-49 0,0 0-381 15,0 0-968-15,0 0 428 0</inkml:trace>
  <inkml:trace contextRef="#ctx0" brushRef="#br0" timeOffset="434028.0482">21553 18547 228 0,'0'0'478'16,"0"0"9"-16,0 0 3 0,6-24-6 0,-6 24-8 16,0 0-11-16,0 0-9 0,0 0-19 0,8-14-4 15,-8 14-33-15,0 0-34 0,0 0-16 0,0 0-54 16,0 0-34-16,0 0-29 0,0 0-24 0,0 0-11 16,0 0-9-16,0 0-4 0,0 0-10 0,0 0-4 15,0 0-6-15,-11 50-12 0,11-50-14 0,-4 21-11 16,1-9-9-16,3-12-100 0,-5 30-19 0,1-18 0 15,-1 3 0-15,3 1 0 0,2-16 0 0,-4 23 0 16,0-10 0-16,4-13 0 0,-3 25 0 0,3-25 0 16,-5 19 0-16,5-19 0 0,-7 19 0 0,7-19 0 15,-3 14 0-15,3-14 0 0,-4 16 0 0,4-16 0 16,0 0 0-16,-5 12 0 0,5-12 0 16,0 0-62-16,0 0-196 0,0 0-30 0,0 0-24 15,0 0-38-15,0 0-28 0,0 0-32 0,0 0-29 16,0 0-35-16,0 0-33 0,0 0-279 0,0 0-851 15,0 0 377-15</inkml:trace>
  <inkml:trace contextRef="#ctx0" brushRef="#br0" timeOffset="434416.5364">21483 18522 162 0,'0'0'305'0,"0"0"5"16,0 0-6-16,5-28-2 0,-5 28 4 0,5-14 15 15,-5 14 5-15,3-15-1 0,-3 15-2 0,0 0-4 16,11-20-11-16,-11 20-18 0,9-11-20 0,-9 11-16 16,13-8-17-16,-13 8-20 0,20-10-14 0,-20 10-4 15,21-7-13-15,-21 7-17 0,25-4-14 16,-25 4-14-16,30-2-14 0,-30 2-6 0,0 0-13 16,49 6-8-16,-49-6-4 0,27 7-16 0,-11 0-2 15,-16-7-8-15,21 12-15 0,-21-12 4 0,18 13-2 16,-9-6 0-16,-9-7-14 0,10 17-9 0,-10-17-1 15,3 22-6-15,-3-22 4 0,-6 19-4 0,6-19-3 16,-12 22-3-16,3-8 0 0,0-4-3 0,9-10 5 16,-25 18-2-16,9-8 2 0,1-3-8 0,15-7-1 15,-35 12 0-15,23-9 6 0,12-3-5 16,-23 6-6-16,23-6 7 0,0 0-3 0,-21 5 2 0,21-5-5 16,0 0-26-16,0 0-38 0,0 0-54 15,0 0-63-15,0 0-60 0,0 0-49 0,0 0-51 16,0 0-46-16,0 0-50 0,0 0-59 0,0 0-339 15,0 0-893-15,54 20 395 0</inkml:trace>
  <inkml:trace contextRef="#ctx0" brushRef="#br0" timeOffset="435037.8991">21806 18712 116 0,'0'0'356'0,"0"0"-5"0,0 0-1 16,0 0-3-16,0 0 3 0,0 0-4 0,0 0-2 15,0 0-2-15,0 0 0 0,0 0-22 0,0 0-13 16,0 0-14-16,9-29-19 0,-9 29-8 0,0 0-23 16,0 0-14-16,0 0-22 0,10-14-10 0,-10 14-15 15,0 0-17-15,0 0-21 0,0 0-11 0,10-11-10 16,-10 11-10-16,0 0-16 0,0 0-18 0,0 0-8 15,0 0-9-15,0 0-5 0,0 0-2 0,31-2-6 16,-31 2-8-16,0 0-8 0,0 0 0 16,0 0-8-16,22 20 0 0,-22-20-4 0,0 0-8 15,1 18 4-15,-1-18-5 0,0 0 7 0,0 21-8 16,0-21 0-16,0 0 3 0,-9 22-5 0,9-22 2 16,-9 12-3-16,9-12 1 0,-10 11-1 0,10-11-1 15,0 0 9-15,-20 13-11 0,20-13 4 0,0 0 2 16,0 0-2-16,-16 6 1 0,16-6-1 0,0 0-2 15,0 0 2-15,0 0-1 0,0 0 2 0,-12 9 1 16,12-9-6-16,0 0-2 0,0 0 1 0,0 0-2 16,0 0-4-16,0 0 5 0,0 0 1 15,0 0-8-15,48 7 3 0,-48-7-3 0,18 6 0 16,-18-6 9-16,22 9-10 0,-22-9 2 0,19 14 0 16,-19-14 1-16,10 11 2 0,-10-11-3 0,15 16 0 15,-15-16 2-15,7 12-8 0,-7-12 7 0,0 0-3 16,-2 20 2-16,2-20 3 0,0 0-2 0,-17 19 1 15,17-19 2-15,-22 9 1 0,22-9 7 0,-31 8-6 16,15-4 5-16,16-4-8 0,-34 3 7 0,34-3-4 16,-26 0 14-16,26 0 18 0,0 0 14 0,0 0 17 15,0 0 3-15,-36-5-9 0,36 5-4 0,0 0-4 16,0 0-5-16,0 0-12 0,-13-11 4 0,13 11-12 16,0 0-37-16,0 0-29 0,0 0-39 0,0 0-41 15,0 0-39-15,0 0-48 0,0 0-59 0,0 0-39 16,0 0-39-16,0 0-43 0,0 0-47 0,0 0-63 15,49-16-349-15,-49 16-916 0,0 0 406 0</inkml:trace>
  <inkml:trace contextRef="#ctx0" brushRef="#br0" timeOffset="435851.6996">21156 18129 174 0,'-2'-2'197'16,"0"-2"0"-16,-2 1 0 0,-1 1 29 0,5 2 1 16,-9-5 5-16,9 5-2 0,-8-4 0 0,6 1-1 15,2 3 10-15,-8-3 12 0,8 3 11 0,-9-4 0 16,5 2 3-16,2-1 6 0,2 3-6 0,0 0 5 16,0 0-6-16,0 0-1 0,-5-4-5 0,5 4-5 15,0 0-13-15,0 0-12 0,0 0-6 0,-3-7-15 16,3 7-10-16,0 0-6 0,0 0-13 0,0 0-11 15,0 0-3-15,0 0 2 0,-4-2-3 0,4 2-1 16,0 0 3-16,0 0-1 0,0 0-8 0,0 0-9 16,24 1-135-16,-7-1-12 0,1 1 0 0,2 2 0 15,12-2 0-15,8-2 0 0,-4 3 0 16,16-2 0-16,-12 3 0 0,15-1 0 0,-3 2 0 0,-12-3 0 16,-1 0 0-16,-4 0 0 0,-2 0 0 15,-5-1 0-15,-5 0 0 0,-2 0 0 0,-7 0 0 16,-1 0 0-16,-1 0 0 0,-4 2 0 0,-2-2 0 15,-6 0 0-15,9 0 0 0,-9 0 0 0,9 0 0 16,-9 0 0-16,0 0 0 0,0 0 0 0,1-5 0 16,-1 5 0-16,0 0 0 0,-12-5 0 0,12 5-145 15,-12-1-252-15,7 1-78 0,5 0-78 0,-14-1-551 16,14 1-1195-16,-10-3 528 0</inkml:trace>
  <inkml:trace contextRef="#ctx0" brushRef="#br0" timeOffset="439842.5438">22955 17433 203 0,'-2'-5'246'0,"0"2"4"16,2-2 9-16,0 0 9 0,0-1 9 15,0 2 7-15,-1-2 12 0,-3 1 0 0,4 2-2 16,1-1 9-16,-1 4 1 0,4-6 7 0,-4 6-5 16,0 0-9-16,2-7-4 0,-2 7-4 0,0 0-9 15,3-4-11-15,-3 4-22 0,0 0-12 0,0 0-20 16,0 0-15-16,0 0-28 0,8-3-10 0,-8 3-19 16,0 0-12-16,0 0-18 0,0 0-11 0,0 0-5 15,-3 17-3-15,3-8 7 0,-1 2 10 0,1-2-5 16,-5 5 4-16,3 2 2 0,-1 2-4 0,-1 1-9 15,0 1-10-15,0-3-7 0,-1 8-45 0,-5-2-37 16,8-1 0-16,-4 2 0 0,1 0 0 0,-1-1 0 16,3-3 0-16,1-2 0 0,-1 1 0 0,1-1 0 15,0 3 0-15,0-5 0 0,1 0 0 0,-3 1 0 16,2-5 0-16,1-1 0 0,0 0 0 0,0-1 0 16,-1-3 0-16,1-1 0 0,2 0 0 0,-3 1 0 15,3-3 0-15,-4 1 0 0,3-1 0 0,0 0 0 16,0-4 0-16,-1 3 0 0,1-3 0 0,1 4 0 15,-1-4 0-15,0 0 0 0,0 0 0 0,0 0 0 16,0 0 0-16,0 0 0 0,0 0 0 0,0 0 0 16,0 0-195-16,9-9-175 0,-3 4-51 15,-4 0-51-15,1-4-44 0,2 0-42 0,-3 0-386 0,-2 0-1022 16,-2 2 453-16</inkml:trace>
  <inkml:trace contextRef="#ctx0" brushRef="#br0" timeOffset="440235.9348">22771 17679 68 0,'-4'-5'324'0,"-1"1"7"0,1 2 8 15,-1-1 6-15,5 3 5 0,-13-7 1 0,8 4 7 16,0-1 1-16,1 3 3 0,-4-1-5 0,2 1-7 16,1-3-8-16,5 4-10 0,-9-6-14 0,5 5-4 15,4 1-16-15,-6-4-9 0,6 4-12 0,0 0-8 0,-5-2-18 16,5 2-13-16,-4-3-11 0,4 3-11 0,0 0-13 15,0 0-10-15,0 0-2 0,0 0-8 16,0 0-27-16,0 0-156 0,0 0 0 0,0 0 0 16,22-1 0-16,-2 0 0 0,-1 0 0 0,12-3 0 15,-2 8 0-15,3-2 0 0,4-4 0 0,-3-2 0 16,0 1 0-16,2 2 0 0,-7-3 0 0,-5 3 0 16,-2-2 0-16,-4 3 0 0,0 0 0 0,-3-2 0 15,-4 2 0-15,-2 0 0 0,0-1 0 0,-2 0 0 16,-6 1 0-16,9 2 0 0,-4-2 0 0,-5 0 0 15,7 0 0-15,-7 0 0 0,0 0 0 0,0 0 0 16,0 0 0-16,0 0 0 0,12 0 0 0,-12 0 0 16,0 0 0-16,0 0 0 0,0 0-16 0,0 0-257 15,0 0-42-15,0 0-24 0,0 0-25 0,0 0-23 16,0 0-37-16,0 0-33 0,0 0-45 0,0 3-351 16,0-3-923-16,0 0 409 0</inkml:trace>
  <inkml:trace contextRef="#ctx0" brushRef="#br0" timeOffset="442406.7351">23896 17763 216 0,'9'0'353'0,"-9"0"-15"0,0 0-18 0,0 0-25 16,0 0-21-16,0 0-27 0,0 0-10 0,0 0-20 15,0 0-17-15,2-4-14 0,-2 4-8 0,0 0-39 16,0 0-5-16,0 0-17 0,0 0-1 0,0 0-20 16,0 0-11-16,0 0-27 0,4-1-32 0,-4 1-46 15,8 0-39-15,-5-4-46 0,-3 4-47 0,12-5-44 16,-6 4-40-16,2-1-37 0,-2 1-193 0,-6 1-503 15,11-2 223-15</inkml:trace>
  <inkml:trace contextRef="#ctx0" brushRef="#br0" timeOffset="442666.2593">24219 17782 67 0,'10'1'293'0,"-1"-1"0"0,0 2-1 0,1-4-8 16,-2 4-10-16,-3-4-11 0,-5 2-21 0,12 0-26 15,-6 0-23-15,-6 0-17 0,10 0-21 0,-10 0-40 16,9-1-64-16,-1 1-73 0,-2 1-83 0,6-2-113 16,-5 1-211-16,6-1-463 0,0-1 205 0</inkml:trace>
  <inkml:trace contextRef="#ctx0" brushRef="#br0" timeOffset="442915.6563">24595 17870 81 0,'0'0'453'0,"6"3"32"16,-1-3 10-16,-5 0-8 0,0 0-20 0,0 0-30 15,10-3-45-15,-10 3-38 0,7-4-35 0,-5 3-27 16,2-2-34-16,1 0-26 0,-2-2-24 0,1 0-22 16,0 1-28-16,1 0-53 0,0-2-63 0,-2 2-65 15,5-3-80-15,-4 3-68 0,5-1-62 0,-3-1-72 16,2 1-65-16,-3-2-338 0,3 3-767 0,-3-3 339 15</inkml:trace>
  <inkml:trace contextRef="#ctx0" brushRef="#br0" timeOffset="443401.0116">25176 17842 275 0,'0'0'621'16,"0"0"11"-16,0 0 6 0,0 0-3 0,0 0-13 15,0 0-25-15,0 0-28 0,0 0-36 0,0 0-38 16,0 0-40-16,16-9-38 0,-16 9-43 0,0 0-29 16,0 0-37-16,1-5-28 0,-1 5-23 0,0 0-119 15,0 0-138-15,0 0 0 0,0 0 0 0,0-6 0 16,0 6 0-16,0 0 0 0,0 0 0 0,0 0 0 16,0 0 0-16,0 0 0 0,0 0 0 0,0 0 0 15,0 0-33-15,-19 1-412 0,19-1-90 0,0 0-105 16,0 0-450-16,0 0-1180 0,0 0 521 15</inkml:trace>
  <inkml:trace contextRef="#ctx0" brushRef="#br0" timeOffset="444426.5518">26384 17152 36 0,'6'-6'357'0,"-2"1"-2"0,-1-1-2 0,-1 1-7 0,2 0 1 15,-4 0-2-15,4 2-1 0,-3-3-3 0,-1 3-3 16,0 3-9-16,5-6-8 0,-5 6-11 16,0-2-3-16,0 2-20 0,1-6-3 0,-1 6-17 0,3-2-8 15,-3 2-14-15,0 0-23 0,0 0-10 0,1-5-24 16,-1 5-22-16,0 0-14 0,0 0-15 0,0 0-5 15,0 0 18-15,-10 12-5 0,6-5 5 16,-1 3-4-16,-8 1 6 0,1 5-8 0,-4 4-5 16,-1-1-10-16,0 3-73 0,-1-2-56 0,0 5 0 15,-1-1 0-15,-3 0 0 0,7 1 0 0,-2 0 0 16,0 0 0-16,4 1 0 0,2 0 0 0,2-2 0 0,2-6 0 16,4 2 0-16,3-2 0 0,3-2 0 0,2 1 0 15,1 1 0-15,1-3 0 0,4-2 0 16,4 0 0-16,2-1 0 0,2-4 0 0,3 0 0 15,-3-5 0-15,4 1 0 0,-3-4 0 0,-3-1 0 16,4-5 0-16,-2-1 0 0,-1-2 0 0,-1-3 0 0,-4 2 0 16,1-3 0-16,-2-1 0 0,-6-2 0 0,1 6 0 15,-1-5 0-15,-5 0 0 0,-1-1 0 16,-1 4 0-16,-4 0 0 0,-3 0 0 0,3 2 0 0,-4-1 0 16,0 4 0-16,0 0 0 0,-5 3 0 15,4 0 0-15,-1 2 0 0,0 1 0 0,1 1 0 16,-1 1 0-16,0 2-2 0,0 0-399 0,2 4-76 15,0-2-79-15,0 0-101 0,0 3-360 0,3-2-1101 0,2 0 487 16</inkml:trace>
  <inkml:trace contextRef="#ctx0" brushRef="#br0" timeOffset="445295.6918">26804 17342 326 0,'2'-4'346'0,"-2"4"-5"0,2-6-18 0,-2 4-18 15,0 2 13-15,5-7-5 0,-5 4 2 0,0 3-7 16,3-5-2-16,-3 5-8 0,0 0-2 0,2-4-6 15,-2 1-10-15,0 3-2 0,0 0-17 0,4-6-8 16,-4 6-16-16,0 0-14 0,4-5-18 0,-4 5-22 16,5-4-22-16,-5 4-15 0,4-2-10 15,-4 2-17-15,11-1-14 0,-11 1-6 0,13 1-12 0,-5-2-14 16,-8 1-7-16,15 3-2 0,-3 0-9 0,-1 0-3 16,-2 2-14-16,0 2 3 0,1-2-10 0,-2 4 8 15,0-1-13-15,0 1-1 0,0 3-4 0,-1 0-2 16,-3-2-2-16,-2 1 4 0,-1 0-2 0,1 1-3 15,-4 0-2-15,1 0-3 0,-3-1-2 0,0 2 2 16,-1-2 1-16,-1 1-5 0,-2-3 5 16,-2 4-1-16,-4 0-2 0,5-5-1 0,0 1 3 15,0-2-6-15,0-2 10 0,-1 1-9 0,2-2 16 16,3-3 29-16,0 3 17 0,1-2 27 0,0-1 24 0,4-1 18 16,-5 4-60-16,5-4-77 0,0 0 0 0,0 0 0 15,0 0 0-15,8-18 0 0,-1 10 0 16,6-7 0-16,0 0 0 0,6-6 0 0,-2 3 0 15,3-2 0-15,-7 6 0 0,8-8 0 0,-2 3 0 16,-2-2 0-16,0 0 0 0,-6 4 0 0,3 1 0 16,-3-1 0-16,-2 3 0 0,4 0 0 0,-7-1 0 15,1 8 0-15,-5 0 0 0,5 2 0 0,-5-1 0 0,2 2 0 16,-3-2 0-16,3 3 0 0,-4 3 0 16,4-5 0-16,-4 5 0 0,0 0 0 0,0 0 0 15,0 0 0-15,0 0 0 0,0 0 0 0,0 21 0 16,-8-6 0-16,2 0 0 0,-2 1 0 0,-1 0 0 15,0 7 0-15,-2 0 0 0,1-5 0 0,3 0 0 16,-3-3 0-16,2 1 0 0,-1-1 0 0,4 3 0 16,-2-5 0-16,3-4 0 0,1 1 0 0,1 0 0 15,0 0 0-15,4 1 0 0,0-2 0 0,2 0 0 16,6-2 0-16,-5 1 0 0,8 0 0 0,1 2 0 16,-1-2 0-16,2-1 0 0,1 2 0 0,-2-7 0 15,-4 2 0-15,2-1 0 0,0-1 0 0,-2 0 0 16,-2 0 0-16,1-2 0 0,-9 0-320 0,15-2-115 15,-9-1-58-15,-6 3-76 0,11-6-494 0,-5 2-1151 16,-4-3 510-16</inkml:trace>
  <inkml:trace contextRef="#ctx0" brushRef="#br0" timeOffset="445930.7886">27246 17572 427 0,'0'0'446'0,"4"-5"-1"0,-4 5-16 16,4-4-23-16,-4 4-15 0,5-5-18 0,-5 5-19 16,2-5-20-16,-2 5-22 0,6-5-20 0,-6 5-21 0,6-5-25 15,-6 5-15-15,4-5-22 0,-3 3-16 16,-1 2-23-16,4-3-16 0,-4 3-17 0,0 0-12 0,9-2-11 15,-9 2-18-15,8 0-9 0,-8 0-9 16,11 2-12-16,-7 1-4 0,0-1-6 0,4 3-7 16,-4-1-5-16,2 0 4 0,0 1-12 0,-3 0-6 15,1 6-2-15,0-4-5 0,-3 2 3 0,2-1-4 16,-3 4-6-16,0-4-1 0,2 1 0 0,-2 2 2 16,-1 1-4-16,-3-2-1 0,3-1-1 0,-2 0-1 15,2-2 3-15,-2-3-2 0,1 2-2 0,0-2-1 16,0-2 3-16,2-2 1 0,-3 7 5 0,3-7 14 15,0 0 26-15,0 4 21 0,0-4-5 0,0 0-9 16,0 0-5-16,0 0 9 0,0 0 2 0,0-20 6 16,5 11-15-16,-2-2-4 0,2 3-3 0,3-6-11 15,1 3 9-15,-3 0-11 0,4-2-10 0,-1 4 2 16,0-2 0-16,0 1-4 0,1 2 4 0,0 0 5 16,0 2-10-16,-3 1-4 0,5 1-4 0,-5 0-5 15,2 1-4-15,0 0 0 0,-2 2-10 0,-7 1-1 16,16 4 0-16,-7 0 0 0,-1 0 0 0,-2 2 0 15,2-2 0-15,-3 3 0 0,1 0 0 0,-2 3 0 16,3-1 0-16,-5 3 0 0,3-1 0 0,-2-1 0 16,1-1 0-16,-3 2 0 0,2 0 0 0,-1-1 0 15,-1-2 0-15,-1 0 0 0,2-1 0 0,-2 1 0 16,1-1 0-16,0 1 0 0,0-1 0 0,1-1 0 16,-1 0 0-16,-1-1 0 0,1-2 0 0,2 0 0 15,-3-3 0-15,0 8-82 0,1-6-48 0,-1-2-24 16,0 0-32-16,-1 8-39 0,1-8-48 0,0 0-61 15,0 0-79-15,0 0-73 0,0 0-76 16,-4-21-329-16,1 11-966 0,-2 0 427 0</inkml:trace>
  <inkml:trace contextRef="#ctx0" brushRef="#br0" timeOffset="446745.4072">26178 17963 90 0,'0'0'240'0,"-9"0"-13"16,3 2-10-16,6-2-3 0,-10 1-8 0,10-1-5 16,-11-3-9-16,6 5 10 0,-2-4-15 0,7 2-4 15,-12-1-5-15,12 1-6 0,-12-1-1 0,12 1-4 16,-13-2-2-16,6 1-3 0,1 1 3 0,6 0-8 15,-12 0-4-15,12 0 9 0,-6-2-4 0,1 1-3 16,5 1 1-16,0 0-5 0,-8 0 0 0,8 0 4 16,0 0 1-16,0 0-1 0,0 0 5 0,-8-1 2 15,8 1 7-15,0 0 4 0,0 0-2 0,0 0-4 16,0 0-13-16,0 0-4 0,0 0-21 0,30-5-12 16,-16 5-6-16,7-4-6 0,13 3 7 0,2 0-2 15,17-1-10-15,11-1-4 0,26-2-7 0,0 3-12 16,7 2-12-16,2 2-7 0,11-2-9 0,9-2-3 15,3 1 3-15,10-5 7 0,2 1-15 0,7-1 22 16,-2 1 15-16,-6 1 28 0,-4-5 3 16,-4 5-38-16,-2-2-71 0,-5 3 0 0,-3-2 0 15,-7 1 0-15,-4-2 0 0,-6 3 0 0,3-6 0 16,-43 10 0-16,2-3 0 0,-4 1 0 0,-4 0 0 16,-17-2 0-16,-1 2 0 0,-3 0 0 0,-11 2 0 0,-3-1 0 15,-4 0 0-15,-6 1 0 0,5 1 0 0,-12-2 0 16,10 0 0-16,-10 0 0 0,5 1 0 0,-5-1 0 15,7 3 0-15,-7-3 0 0,1 5 0 16,-1-5 0-16,0 5 0 0,0-5 0 0,-1 8 0 16,1-8 0-16,-3 5 0 0,2 0 0 0,-2-1 0 15,3 1 0-15,-1-1-153 0,1-4-122 0,-4 9-29 16,4-5-29-16,-1-2-30 0,2 2-34 0,2 1-39 16,-1-2-46-16,-2-3-52 0,5 3-285 0,-1 0-888 0,-4-3 393 15</inkml:trace>
  <inkml:trace contextRef="#ctx0" brushRef="#br0" timeOffset="448167.6549">26383 18746 277 0,'0'0'328'0,"0"0"-15"0,0 0-4 15,0 0-2-15,0 0-10 0,0 0 4 0,0 0-6 16,0 0-2-16,0 0 5 0,0 0-4 0,0 0 0 15,0 0 3-15,0 0-2 0,0 0 3 0,-44-27-1 16,44 27 4-16,-17-15-6 0,6 8-1 0,11 7-9 16,-21-18 5-16,9 6 1 0,-1 1-24 0,-1-4-17 15,1 3-15-15,-5-9-17 0,6 7-13 16,-4-7-16-16,-2-1-18 0,4-2-64 0,-1 2-107 16,0-3 0-16,3-2 0 0,-3 2 0 0,3-3 0 15,3 4 0-15,3-4 0 0,1 2 0 0,-4 1 0 16,9-1 0-16,1 2 0 0,7 0 0 0,-3 4 0 15,4-3 0-15,-1 4 0 0,9-1 0 0,-1 1 0 16,3 0 0-16,-4 4 0 0,3 3 0 0,-4-1 0 16,4 3 0-16,0 0 0 0,-8 4 0 0,3 0 0 15,-3 2 0-15,2 0 0 0,-2 1 0 0,3 2 0 16,-3-1 0-16,1 2 0 0,-11 0 0 0,16 2 0 16,-8 1 0-16,-1 1 0 0,-2-1 0 0,2 3 0 15,-2 2 0-15,-1 2 0 0,-2 0 0 0,-2-10 0 16,0 0 0-16,-4 34 0 0,-3-19 0 0,-2 0 0 15,0-1 0-15,-2 0 0 0,-3 1 0 0,-5 3 0 16,4-5 0-16,-4 4 0 0,6-4 0 0,-9 1 0 16,3-3 0-16,4 0 0 0,-2-2 0 0,-1-2 0 15,18-7 0-15,-23 9 0 0,23-9 0 0,-18 7 0 16,18-7 0-16,0 0 0 0,-16 7 0 0,16-7 0 16,0 0 0-16,0 0 0 0,0 0 0 0,0 0 0 15,-16 9 0-15,16-9 0 0,0 0 0 0,0 0 0 16,0 0-340-16,0 0-54 0,0 0-75 0,0 0-82 15,0 0-84-15,0 0-332 0,0 0-1049 16,0 0 464-16</inkml:trace>
  <inkml:trace contextRef="#ctx0" brushRef="#br0" timeOffset="448797.9575">26657 18463 94 0,'0'0'375'0,"0"0"-5"0,0 0-6 16,0 0-12-16,0 0-13 0,0 0-20 0,0 0-12 16,0 0-21-16,0 0-16 0,0 0-16 0,0 0-19 15,0 0-16-15,0 0-13 0,0 0-15 0,0 0-15 16,0 0-16-16,0 0-8 0,0 0-6 0,0 0-10 16,0 0-12-16,0 0-11 0,-62 20-11 0,50-15-11 15,12-5-8-15,-18 16-12 0,18-16-3 16,-15 13-9-16,15-13-3 0,-13 10-8 0,13-10-6 15,0 0-5-15,-14 11-3 0,14-11 2 0,0 0 4 16,0 0 5-16,0 0 3 0,-5 18-5 0,5-18 1 16,0 0-5-16,0 0-2 0,0 0-3 0,28 17 1 15,-28-17-7-15,22 10-4 0,-22-10 1 0,24 9-3 16,-24-9-2-16,23 10-4 0,-23-10 0 0,23 9 0 16,-23-9-5-16,18 8 1 0,-18-8 0 0,0 0 1 15,18 10-6-15,-18-10 2 0,0 0 0 0,13 9-2 16,-13-9 2-16,0 0-1 0,0 0 0 0,2 16 2 15,-2-16 3-15,0 0 3 0,0 0-2 0,-23 18 1 16,23-18 7-16,-20 8-8 0,20-8 2 0,-21 5-4 16,21-5 2-16,-27 3 0 0,27-3 0 0,0 0-1 15,-33 3-3-15,33-3 1 0,0 0 0 0,-25 3 2 16,25-3-1-16,0 0 2 0,0 0-2 0,0 0-1 16,0 0-3-16,0 0-27 0,0 0-38 0,0 0-38 15,0 0-37-15,-28-11-40 0,28 11-48 16,0 0-49-16,0 0-49 0,0 0-42 0,0 0-53 15,0 0-59-15,32-29-247 0,-32 29-780 0,21-13 346 16</inkml:trace>
  <inkml:trace contextRef="#ctx0" brushRef="#br0" timeOffset="449448.2">27047 18350 98 0,'0'0'345'0,"0"0"8"16,0 0 5-16,0 0 12 0,0 0 2 15,0 0 2-15,0 0-7 0,0 0-8 0,0 0-16 16,0 0-18-16,0 0-23 0,0 0-7 0,15-29-15 15,-15 29-23-15,0 0-22 0,13-13-31 0,-13 13-15 16,0 0-7-16,18-11-21 0,-18 11-15 0,21-7-17 16,-21 7-11-16,19-5-3 0,-19 5-23 0,0 0-1 15,37-1-14-15,-37 1-6 0,31 6-9 0,-31-6-2 16,26 12-1-16,-8-6-10 0,-4 5-9 16,-5 1 5-16,5 2-4 0,-6 0-9 0,1 3-3 0,0-2 4 15,-4 2 0-15,-1-1-9 0,-3 0-3 16,-2 0 5-16,-3 1-3 0,-4 0-2 0,-2-1 16 15,-4 7-12-15,-6-4 4 0,-3-1-9 0,-4-3 6 16,-3-2-6-16,0-1-2 0,-1-1-5 0,0-2 3 0,-4-3 7 16,6-3-2-16,-4 0 20 0,6-4 35 15,27 1 12-15,-47-5 5 0,29 2 16 0,18 3 4 16,-28-13-3-16,15 7-9 0,13 6-95 0,-18-16-6 16,8 1 0-16,5 3 0 0,1-4 0 0,4-1 0 15,0 17 0-15,2-42 0 0,1 26 0 0,5-4 0 16,2 2 0-16,3-3 0 0,-3 4 0 0,3 3-161 15,1 1-160-15,8-4-59 0,-3 9-58 0,0-2-52 16,7-1-41-16,2 4-39 0,-8 2-314 0,-2-2-956 16,3 1 423-16</inkml:trace>
  <inkml:trace contextRef="#ctx0" brushRef="#br0" timeOffset="449865.2007">27047 18130 277 0,'-5'-11'379'0,"2"-2"9"0,2 2 13 16,-1 2 1-16,0-1 1 0,4-2 1 0,-2-1-4 15,2 4 17-15,2-2 25 0,-1 0-40 0,-1 6-3 16,-2 5-27-16,4-11-29 0,-4 11-25 0,1-7-21 16,-1 7-35-16,5-6-32 0,-5 6-18 0,0 0-25 15,0 0-4-15,0 0 11 0,0 0-2 0,13 28 1 16,-9-12-1-16,0 9-11 0,-3 3-60 0,4 1-121 15,0 2 0-15,-1 0 0 0,-3 3 0 0,2-2 0 16,-2 3 0-16,2 0 0 0,-3 13 0 0,-3-14 0 16,2 0 0-16,1 0 0 0,-4-1 0 15,0-2 0-15,-2 1 0 0,2-3 0 0,0-3 0 16,-1 2 0-16,1-1 0 0,3-1 0 0,-3-2 0 16,2-5 0-16,0-3 0 0,-3-2 0 0,5-14 0 0,-1 24 0 15,1-24 0-15,-2 19 0 0,2-19 0 0,-2 17 0 16,2-17 0-16,0 0 0 0,0 15 0 15,0-15 0-15,0 0 0 0,0 0 0 0,0 0 0 16,0 0 0-16,7 16 0 0,-7-16 0 0,0 0 0 16,0 0 0-16,0 0 0 0,0 0 0 0,0 0 0 15,0 0 0-15,0 0-17 0,52-27-399 0,-52 27-33 16,9-12-35-16,-9 12-32 0,13-16-38 0,-13 16-406 16,10-15-1039-16,-10 15 461 0</inkml:trace>
  <inkml:trace contextRef="#ctx0" brushRef="#br0" timeOffset="450452.6294">27493 18544 25 0,'0'0'353'16,"0"0"-11"-16,0 0-2 0,0 0-14 0,0 0-8 16,0 0-4-16,0 0-17 0,13-20-17 0,-13 20-7 15,0 0-27-15,0 0-15 0,0 0-12 0,0 0-17 16,0 0-3-16,0 0-7 0,0 0-8 16,0 0-10-16,0 0-2 0,0 0-8 0,0 0-3 15,0 0-12-15,0 0-6 0,-40 37-18 0,40-37-5 16,-19 12-10-16,19-12-12 0,-13 12-7 0,13-12-12 15,-15 11-8-15,15-11-4 0,0 0-8 0,-10 12-6 16,10-12-5-16,0 0-3 0,0 0 2 0,-5 13 2 16,5-13 12-16,0 0 2 0,0 0 9 0,0 0-3 15,0 0 1-15,0 0-6 0,0 0-5 0,0 0-7 16,11 23-7-16,-11-23-1 0,0 0-5 0,14 10-6 16,-14-10-1-16,0 0-8 0,13 11 1 15,-13-11-6-15,0 0 2 0,18 11-5 0,-18-11-2 16,0 0-3-16,8 12 1 0,-8-12-3 0,0 0 0 0,2 15 2 15,-2-15-5-15,0 0 2 0,0 0 2 0,-8 21 0 16,8-21 0-16,0 0 9 0,0 0 15 0,-15 16 13 16,15-16 15-16,-19 7 6 0,19-7 6 15,-22 5-6-15,22-5 6 0,-25 7 7 0,25-7-7 16,-22 4 0-16,22-4 13 0,0 0-10 0,0 0-9 16,0 0-68-16,-37-2 0 0,37 2 0 0,0 0 0 15,0 0 0-15,0 0 0 0,0 0 0 0,0 0 0 16,-28-6 0-16,28 6 0 0,0 0 0 0,0 0 0 15,0 0 0-15,0 0-47 0,0 0-168 0,0 0-57 16,0 0-56-16,0 0-41 0,0 0-42 0,0 0-45 16,0 0-41-16,0 0-33 0,0 0-315 0,0 0-914 15,57-25 404-15</inkml:trace>
  <inkml:trace contextRef="#ctx0" brushRef="#br0" timeOffset="451251.9324">27846 18324 228 0,'0'0'371'0,"0"0"-24"0,0 0-8 0,0 0-3 0,0 0 16 16,11-26-13-16,-11 26 4 0,0 0-2 15,7-13 2-15,-7 13 0 0,0 0 3 0,0 0 6 16,4-16 4-16,-4 16 13 0,0 0-1 0,0 0-2 16,0 0-8-16,2-19-7 0,-2 19-11 0,0 0-7 15,0 0-11-15,0 0-15 0,0 0-10 0,0 0-253 16,0 0-44-16,0 0 0 0,0 0 0 0,0 0 0 15,0 0 0-15,0 0 0 0,-5-18 0 0,5 18 0 16,0 0 0-16,0 0 0 0,0 0 0 0,0 0 0 16,0 0 0-16,0 0 0 0,0 0 0 0,0 0 0 15,-1 55 0-15,-2-38 0 0,2 1 0 0,0 1 0 16,-3 0 0-16,1 1 0 0,2 5 0 0,-1 1 0 16,-1-8 0-16,4 2 0 0,-2-2 0 0,-3-1 0 15,3 1 0-15,1-18 0 0,-1 25 0 0,-1-12 0 16,2-13 0-16,0 20 0 0,0-20 0 0,-1 16 0 15,1-16 0-15,0 0 0 0,3 18 0 0,-3-18 0 16,0 0 0-16,0 0 0 0,0 0 0 0,0 0 0 16,3 15 0-16,-3-15 0 0,0 0 0 15,0 0 0-15,0 0 0 0,0 0 0 0,0 0-150 16,0 0-367-16,0 0-25 0,18-55-36 0,-17 39-40 16,-1 16-347-16,-2-32-1044 0,-3 14 462 0</inkml:trace>
  <inkml:trace contextRef="#ctx0" brushRef="#br0" timeOffset="451683.1904">27742 18231 13 0,'0'0'329'16,"-16"-21"12"-16,16 21 5 0,-8-17 17 0,8 17 8 15,-9-13 10-15,7 6 11 0,0 1 3 0,-3-1 1 16,4 1-10-16,1 6-5 0,0-12-15 0,0 6-11 15,1 0-36-15,4-1-16 0,-1 0-36 0,5 0-21 16,5-1-15-16,0 4-22 0,5-3-10 0,2 4-11 16,7-2-15-16,0 4-16 0,5 2-11 15,1 4-5-15,0 2-12 0,4 0-6 0,-3 5-15 16,-2-1-9-16,0 2-15 0,-7 1-1 0,1 0-26 16,-3 4-3-16,-9-5 4 0,2 0-56 0,-3 4-2 15,-6-3 0-15,-2 5 0 0,2-1 0 0,-7 1 0 16,-5 7 0-16,-1 0 0 0,-5-2 0 0,-2 1 0 15,-2-1 0-15,-1 1 0 0,-7-4 0 0,-1 0 0 16,0-1 0-16,4-2 0 0,0 0 0 0,-4-2 0 16,9-4 0-16,-3-1 0 0,2-2 0 15,-3 0 0-15,18-9 0 0,-17 12 0 0,17-12 0 0,-15 8 0 16,15-8 0-16,0 0 0 0,-17 11 0 0,17-11 0 16,0 0 0-16,-14 8 0 0,14-8 0 0,0 0 0 15,0 0 0-15,0 0 0 0,0 0 0 0,0 0 0 16,0 0 0-16,0 0-92 0,0 0-141 0,0 0-45 15,0 0-43-15,0 0-69 0,0 0-45 16,0 0-47-16,0 0-48 0,0 0-375 0,0 0-981 16,0 0 433-16</inkml:trace>
  <inkml:trace contextRef="#ctx0" brushRef="#br0" timeOffset="452120.7515">28307 18487 418 0,'0'0'479'0,"0"0"2"0,0 0 2 0,2-23 1 0,-2 23-11 15,0 0-10-15,0 0-7 0,0 0-23 16,0 0-9-16,0 0-26 0,0 0-21 0,2-17-23 15,-2 17-32-15,0 0-21 0,0 0-31 0,0 0-18 16,0 0-29-16,0 0-24 0,0 0-19 0,0 0-9 16,0 0 1-16,0 0 3 0,0 0-7 0,0 0-133 15,0 0-35-15,-2 62 0 0,2-44 0 0,-2-1 0 16,2-1 0-16,-2 1 0 0,2 0 0 0,0-17 0 16,-4 32 0-16,1-17 0 0,1 0 0 0,2-15 0 15,-4 31 0-15,3-17 0 0,1-14 0 0,-3 25 0 16,-2-14 0-16,5-11 0 0,-4 21 0 0,4-21 0 15,-2 18 0-15,2-18 0 0,0 0 0 0,-4 15 0 16,4-15 0-16,0 0 0 0,0 0 0 0,-5 14 0 16,5-14 0-16,0 0 0 0,0 0 0 0,0 0 0 15,0 0-49-15,0 0-237 0,0 0-48 16,0 0-39-16,0 0-17 0,0 0-17 0,0 0-30 16,0 0-29-16,0 0-20 0,0 0-342 0,0 0-896 15,10-53 397-15</inkml:trace>
  <inkml:trace contextRef="#ctx0" brushRef="#br0" timeOffset="452527.7125">28307 18485 90 0,'0'0'286'16,"0"0"2"-16,3-30-1 0,-3 30-3 0,6-15-4 15,-6 15 4-15,7-18-9 0,-7 18 14 0,9-17 0 16,-9 17-10-16,9-14 10 0,-9 14-5 0,12-14-8 15,-12 14-20-15,9-11-15 0,-9 11-8 16,13-11-15-16,-13 11-16 0,0 0-22 0,19-12-9 16,-19 12-18-16,0 0-11 0,28-5-14 0,-28 5-4 15,0 0-12-15,0 0-4 0,39 5-10 0,-39-5-8 16,0 0-2-16,23 13-17 0,-23-13-7 0,10 15-5 16,-10-15-2-16,6 16-5 0,-6-16-8 0,4 15 3 15,-4-15-2-15,-6 25-2 0,6-25 14 0,-12 26-4 16,3-10-9-16,-1-2 0 0,-1 1-5 0,-2-1 2 15,-4-3-10-15,4 0 3 0,-1-1-6 0,14-10-3 16,-24 15-2-16,13-11 5 0,11-4-8 0,-20 10 8 16,20-10 8-16,-14 7-5 0,14-7-5 0,0 0-1 15,0 0 1-15,-19 8 1 0,19-8 2 0,0 0-4 16,0 0-8-16,0 0-13 0,0 0-21 0,0 0-31 16,0 0-32-16,0 0-33 0,0 0-44 0,0 0-40 15,0 0-57-15,0 0-67 0,0 0-62 16,0 0-67-16,0 0-68 0,0 0-318 0,0 0-903 15,0 0 399-15</inkml:trace>
  <inkml:trace contextRef="#ctx0" brushRef="#br0" timeOffset="454992.0835">28408 18676 91 0,'0'0'345'0,"0"0"-7"15,0 0-6-15,0 0-3 0,0 0-13 0,0 0-9 16,0 0-3-16,0 0-16 0,0 0-2 0,0 0-6 16,0 0-10-16,0 0-6 0,0 0-5 0,0 0-14 15,0 0-12-15,0 0-9 0,0 0-11 0,0 0-10 16,0 0-9-16,0 0-9 0,0 0-15 0,0 0 10 15,0 0-18-15,0 0-10 0,0 0-5 0,0 0-7 16,0 0-2-16,0 0-9 0,0 0-1 16,0 0 2-16,0 0-22 0,0 0-13 0,0 0-13 15,0 0-7-15,0 0-9 0,0 0-2 0,0 0 3 16,0 0-24-16,0 0 3 0,0 0-8 0,0 0-4 16,0 0-4-16,0 0-6 0,0 0 16 0,0 0-16 15,0 0-12-15,0 0 0 0,51 19-2 0,-51-19 0 16,0 0-6-16,8 15 6 0,-8-15 3 0,0 0-2 15,9 17-4-15,-9-17 2 0,1 13-2 0,-1-13-7 16,0 0 17-16,3 20-16 0,-3-20 3 0,0 0-1 16,0 18 0-16,0-18 6 0,0 0-10 0,0 0 11 15,-4 21-8-15,4-21 6 0,0 0-3 16,0 0 1-16,-5 16 0 0,5-16-3 0,0 0 5 16,0 0 4-16,0 0-4 0,0 0 4 0,0 0 7 15,0 0 3-15,0 0-7 0,0 0 5 0,0 0 16 16,0 0 4-16,0 0-40 0,0 0 0 0,0 0 0 15,0 0 0-15,0 0 0 0,0 0 0 0,0 0 0 16,0 0 0-16,23-44 0 0,-23 44 0 0,14-18 0 16,-5 10 0-16,-9 8 0 0,20-18 0 0,-9 11 0 15,-11 7 0-15,21-15 0 0,-12 9 0 0,-9 6 0 16,23-9 0-16,-23 9 0 0,14-9 0 0,-14 9 0 16,0 0 0-16,23-5 0 0,-23 5 0 0,0 0 0 15,0 0 0-15,0 0 0 0,0 0 0 0,31-2 0 16,-31 2 0-16,0 0 0 0,0 0 0 0,0 0 0 15,15 23 0-15,-15-23 0 0,3 12 0 0,-3-12 0 16,0 0 0-16,2 19 0 0,-2-19 0 0,0 0 0 16,-2 20 0-16,2-20 0 0,0 0 0 15,0 0 0-15,-1 19 0 0,1-19 0 0,0 0 0 16,0 0 0-16,0 0 0 0,0 0 0 0,1 17 0 16,-1-17 0-16,0 0 0 0,0 0 0 0,0 0 0 15,0 0 0-15,0 0 0 0,5 15 0 0,-5-15 0 16,0 0 0-16,0 0 0 0,0 0 0 0,0 0 0 15,0 0 0-15,0 0 0 0,0 0 0 0,0 0 0 16,0 0 0-16,0 0 0 0,0 0 0 0,0 0 0 16,0 0 0-16,0 0 0 0,0 0 0 0,0 0 0 15,0 0-53-15,0 0-89 0,0 0-35 0,0 0-57 16,0 0-75-16,0 0-72 0,0 0-69 16,0 0-102-16,0 0-431 0,0 0-1064 0,0 0 471 15</inkml:trace>
  <inkml:trace contextRef="#ctx0" brushRef="#br0" timeOffset="455937.9885">28316 18126 228 0,'0'0'258'0,"0"0"-15"0,0 0-17 16,0 0-12-16,0 0-15 0,0 0-6 0,0 0-11 15,0 0-10-15,0 0-8 0,0 0-3 0,0 0-15 16,0 0-4-16,0 0-10 0,0 0-3 0,0 0-1 16,0 0 0-16,0 0 0 0,0 0-6 0,0 0-8 15,0 0 3-15,0 0 1 0,0 0-9 0,0 0 0 16,0 0-2-16,0 0-3 0,0 0 3 0,0 0-2 16,0 0-3-16,0 0-2 0,0 0 1 0,0 0-3 15,0 0 2-15,0 0 2 0,0 0-2 0,0 0 2 16,0 0 5-16,0 0 4 0,0 0 4 0,0 0 6 15,0 0 15-15,0 0 10 0,0 0 6 16,0 0 2-16,0 0-1 0,0 0-10 0,0 0-8 16,0 0-9-16,35 4-6 0,-16-3 3 0,-19-1-2 15,51 5-6-15,-20-3-14 0,1 0 1 0,-3 0-15 16,0 1-8-16,2-1-11 0,-3 0-7 0,-28-2-16 16,36 2 7-16,-36-2-2 0,0 0-15 0,33 1 3 15,-33-1 0-15,0 0-7 0,23 2 1 0,-23-2-3 16,0 0 1-16,0 0-12 0,0 0-1 0,0 0-9 15,0 0 19-15,28 1-22 0,-28-1 0 0,0 0-2 16,0 0 12-16,0 0-11 0,0 0 5 0,0 0-6 16,0 0-3-16,0 0 7 0,0 0-3 15,0 0-5-15,0 0 2 0,0 0 1 0,0 0 1 16,0 0 0-16,0 0-1 0,0 0-5 0,0 0 5 16,0 0-3-16,0 0-12 0,0 0-16 0,0 0-10 15,0 0-18-15,0 0-17 0,0 0-16 0,0 0-22 0,0 0-25 16,0 0-32-16,0 0-25 0,0 0-38 0,0 0-43 15,0 0-27-15,0 0-30 0,0 0-34 16,3-4-73-16,-3 4-448 0,0 0-960 0,6-6 425 16</inkml:trace>
  <inkml:trace contextRef="#ctx0" brushRef="#br0" timeOffset="459641.78">2788 15025 115 0,'1'-2'358'0,"-1"2"5"16,3-3 1-16,-3 3-9 0,-3-6-2 0,3 6-10 16,4-5-6-16,-4 5-4 0,0-4-12 0,0 4-10 15,0 0-7-15,0-4-5 0,0 4-11 0,0 0-7 16,-1-5-20-16,1 5-11 0,-4-2-8 0,4 2-1 15,-6-3-16-15,6 3 5 0,-8-2-15 0,0 2-13 16,-3-1-5-16,-1-1-11 0,-4 2-7 0,-5 0-12 16,-9 0-4-16,-2 0 1 0,-4 4-5 0,-5-1-3 15,-9 0-2-15,-5-1-79 0,-1 4-75 0,5-2 0 16,11 0 0-16,-10-1 0 0,10 1 0 0,4-1 0 16,1 0 0-16,3-1 0 0,4 2 0 0,10-3 0 15,5 1 0-15,3-2 0 0,-1 2 0 0,4-2 0 16,2 0 0-16,5 0 0 0,-9-2 0 0,9 2 0 15,-7 0 0-15,7 0 0 0,-4 3 0 0,4-3 0 16,0 0 0-16,0 0 0 0,0 0 0 0,0 0 0 16,0 0 0-16,0 0 0 0,0 0 0 0,0 0 0 15,-7 1 0-15,7-1 0 0,0 0 0 0,0 0 0 16,0 0 0-16,0 0 0 0,0 0 0 0,0 0 0 16,0 0 0-16,0 0 0 0,0 0 0 0,0 0 0 15,0 0 0-15,0 0 0 0,0 0 0 0,0 0 0 0,0 0 0 16,0 0 0-16,0 0 0 0,0 0 0 0,0 0 0 15,0 0 0-15,0 0 0 0,0 0 0 0,0 0 0 16,0 0 0-16,-2 5 0 0,2-1 0 0,1 1 0 16,-1 5 0-16,0-1 0 0,1 7 0 0,-1 4 0 15,2 4 0-15,-2 2 0 0,-2 4 0 0,0 4 0 16,1 2 0-16,-3 12 0 0,-4 1 0 0,4 1 0 16,-2 1 0-16,-3-1 0 0,4 0 0 15,-4 4 0-15,4-2 0 0,-3 1 0 0,2-4 0 0,-1 3 0 16,1-3 0-16,-2-1 0 0,3 1 0 0,0-4 0 15,1-8 0-15,-1-3 0 0,0 1 0 0,0-2 0 16,5 1 0-16,-3-2 0 0,3-1 0 0,3-1 0 16,2-2 0-16,0-1 0 0,-4-7 0 0,4-1 0 15,-1-1 0-15,1 0 0 0,2-2 0 0,-2-1 0 16,0-2 0-16,-1-3 0 0,1 1 0 0,-4-2 0 16,3-3 0-16,0 0 0 0,0 4 0 0,-3-6 0 15,3 3 0-15,1-1 0 0,-4-2 0 0,2 1 0 16,-3-1 0-16,1-1 0 0,2 2 0 0,-2-3 0 15,1 1 0-15,-2-3 0 0,2 5 0 0,-1-3 0 16,-1-2 0-16,0 0 0 0,4 4 0 0,-4-4 0 16,0 2 0-16,0-2 0 0,0 0 0 0,0 0 0 15,6 1 0-15,-6-1 0 0,0 0 0 0,0 0 0 16,0 0 0-16,12-1 0 0,-3-1 0 0,5 1 0 16,5-4 0-16,14-1 0 0,17-5 0 0,-14 4 0 15,15-3 0-15,-13 2 0 0,15-3 0 0,-6 0 0 16,-7 2 0-16,-3 4 0 0,-3 0 0 0,-3-3 0 15,-2 4 0-15,-11 2 0 0,0 0 0 0,-4-1 0 16,-1 2 0-16,-4-2 0 0,-3 3 0 0,3 0 0 16,-4 0 0-16,-1-3 0 0,-4 3 0 0,0 0 0 15,9 0 0-15,-9 0 0 0,0 0 0 0,4-1 0 16,-4 1 0-16,0 0 0 0,0 0 0 0,0 0 0 16,0 0 0-16,0 0 0 0,0 0 0 0,0 0 0 15,5-3 0-15,-5 3 0 0,0 0-352 0,0-5-955 16,4-1-1415-16,1-4 626 0</inkml:trace>
  <inkml:trace contextRef="#ctx0" brushRef="#br0" timeOffset="460926.338">2971 15449 244 0,'-4'-3'396'0,"4"3"7"0,-5-5 1 0,2 2-4 16,3 3-1-16,-1-6-12 0,-3 3-2 0,4 3-8 16,-4-4-8-16,3 1-10 0,1 3-17 0,-5-3-26 0,5 3-4 15,-4-4-25-15,4 4-26 0,0 0-28 16,-2-3-31-16,2 3-8 0,0 0-20 0,0 0-17 16,0 0-18-16,0 0-12 0,0 0-8 0,0 0-20 15,16 8-15-15,-8-3 0 0,1 1-6 0,-2 0-13 0,5 2-3 16,-4 1-8-16,3 0 7 0,-2 3-16 15,3 2-9-15,-1-1-1 0,-3 1-1 0,-3-2 2 0,0-1-7 16,4 5-8-16,-5-3 12 0,0 2-11 16,-3-2 1-16,1-1-10 0,-4 2-1 0,2 0 6 15,0-2-5-15,0 0 4 0,-1-4-6 0,-2 3 9 0,2-4-14 16,-1-1-1-16,0-1 8 0,1 0-1 0,-3-3 5 16,4-2 25-16,-1 6 17 0,1-6-13 15,0 0-46-15,0 0 0 0,-3-14 0 0,2 2 0 16,2-4 0-16,0 0 0 0,2 1 0 0,4-2 0 0,-1 1 0 15,1-1 0-15,1 2 0 0,2 0 0 0,-2-1 0 16,1 2 0-16,2 0 0 0,-2 7 0 0,-1-4 0 16,1 3 0-16,1 2 0 0,-3 1 0 15,-1 2 0-15,0 2 0 0,3 1 0 0,-1 0 0 0,-2 2 0 16,3 0 0-16,3 3 0 0,-3 1 0 0,-3 1 0 16,2 1 0-16,-2 2 0 0,1 1 0 0,-2-2 0 15,-1 4 0-15,-1-3 0 0,0 3 0 0,1-4 0 16,-2 2 0-16,-1-3 0 0,3 1 0 0,-4-3 0 15,2-1 0-15,-1 2 0 0,-1-3 0 0,2 0 0 16,-2-1 0-16,0-3 0 0,2 5 0 0,-2-5 0 16,0 0 0-16,0 0 0 0,0 0 0 0,4-12 0 15,-4 5 0-15,0-2 0 0,2-1 0 0,0-1 0 16,0 0 0-16,1 1 0 0,2-2 0 0,-2 1 0 16,3-1 0-16,-1 2 0 0,0 1 0 0,0 1 0 15,1 1 0-15,-2 2 0 0,1 1 0 0,0-1 0 16,1 1 0-16,2 3 0 0,-1 1 0 0,0 1 0 15,1 1 0-15,2 3 0 0,-1 1 0 0,-1 1 0 16,1 2 0-16,0 0 0 0,-4 0 0 0,3 0 0 16,-2 7 0-16,2-5 0 0,-6 1 0 0,2 0 0 15,-4 0 0-15,4-1 0 0,-4 0 0 0,0-1 0 16,3 0 0-16,-3-1 0 0,1 1 0 0,-2-4 0 16,1 2 0-16,-3-3 0 0,6-2 0 0,-3 2 0 15,0 0 0-15,0-5 0 0,0 3-77 0,0-3-138 16,0 5-40-16,0-5-75 0,0 0-74 0,0 0-78 0,0 0-47 15,16-7-37-15,-10 3-324 0,3-1-962 16,0 0 426-16</inkml:trace>
  <inkml:trace contextRef="#ctx0" brushRef="#br0" timeOffset="461207.3363">3591 15636 11 0,'0'0'345'0,"0"0"12"15,0 0 30-15,0 0 16 0,3-3 22 0,-3 3 8 16,0 0-1-16,0 0-10 0,0 0-11 0,-1-6-10 15,1 6-16-15,0 0-8 0,0 0-22 0,0 0-31 16,0 0-34-16,0 0-27 0,0 0-28 0,0 0-21 16,0 0-20-16,0 0-2 0,4 16 2 0,-4-11-12 15,1 6-19-15,3-4-11 0,-3 4-6 0,2-1-11 0,0 2-11 16,-1-2-15-16,0 1-10 0,0 0-68 0,-2-2-31 16,0 2 0-16,5-1 0 0,-5-1 0 15,0-2 0-15,0 0 0 0,1 2 0 0,1-4 0 16,-2-1 0-16,0 5 0 0,0-7 0 0,2 1 0 0,-2-3 0 15,0 4 0-15,0-4 0 0,0 0-169 0,0 0-93 16,0 0-45-16,0 0-47 0,-4-15-48 0,3 4-52 16,-3 0-54-16,4-7-49 0,-1-7-306 0,1 0-936 15,-2 7 415-15</inkml:trace>
  <inkml:trace contextRef="#ctx0" brushRef="#br0" timeOffset="461469.6626">3601 15532 88 0,'-1'-5'277'0,"-1"0"22"16,1-2 27-16,0 4 25 0,1 3 38 15,-2-6 9-15,1 0 13 0,1 3 0 0,0 3-14 16,-2-5-11-16,2 5-20 0,-2-6-26 0,2 6-31 16,0-4-27-16,0 4-32 0,0 0-26 0,0 0-24 15,0 0-13-15,0 0-21 0,0 0-20 0,5 11-14 0,-5-11-40 16,3 5-42-16,0-3-38 0,-2 0-38 0,1 2-44 16,1 0-44-16,-2-2-46 0,1 1-43 15,-2-3-48-15,1 5-42 0,-1 1-50 0,0-6-59 16,0 0-37-16,0 0-259 0,0 0-757 0,-4 5 335 15</inkml:trace>
  <inkml:trace contextRef="#ctx0" brushRef="#br0" timeOffset="462145.9696">2902 15996 20 0,'0'0'382'0,"-9"-3"-5"0,5-3 0 0,1 3-10 0,0 2-10 16,3 1-10-16,-8 0-14 0,8 0-11 0,-6-3-17 15,6 3-13-15,0 0-18 0,0 0-15 0,-9 0-19 16,9 0-7-16,0 0-9 0,-4-1-8 0,4 1-6 16,0 0-7-16,0 0-9 0,0 0 1 0,0 0-11 15,-9-1-4-15,9 1 0 0,0 0 7 0,0 0-9 16,0 0-10-16,0 0-3 0,0 0-12 0,0 0 0 15,0 0-3-15,0 0 0 0,0 0-5 0,0-5 9 16,0 5 3-16,0 0 0 0,19 6-154 0,-6-6-3 16,7 2 0-16,10 0 0 0,6-1 0 0,20-1 0 15,4 3 0-15,2 0 0 0,5-3 0 0,28-4 0 16,-30 2 0-16,28 2 0 0,-4-4 0 0,-26-3 0 16,5 1 0-16,-12 1 0 0,0-3 0 0,-1 2 0 15,-18 2 0-15,2 1 0 0,-6 0 0 0,-5 1 0 16,-9 0 0-16,-2-1 0 0,-6 2 0 0,-1 0 0 15,1-1 0-15,-5 1 0 0,-1 0 0 0,-5 1 0 16,9 0 0-16,-9 0 0 0,4-1 0 0,-4 1 0 16,0 0 0-16,10 0 0 0,-10 0 0 0,0 0 0 15,0 0 0-15,0 0 0 0,0 0 0 0,0 0 0 16,0 0 0-16,0 0 0 0,0 0 0 0,0 0 0 16,0 0-51-16,0 0-419 0,-28 1-45 0,18 0-55 15,1 0-42-15,-7 4-384 0,4-3-1078 0,0 0 476 16</inkml:trace>
  <inkml:trace contextRef="#ctx0" brushRef="#br0" timeOffset="463045.0585">3119 16470 138 0,'1'-2'280'0,"-1"2"-7"0,2-4-10 0,-2 4-12 16,2-2-17-16,-2 2-4 0,0-5 1 0,0 5-5 15,3-6-18-15,-3 6 2 0,0 0-1 0,1-2 5 16,-1 2-2-16,1-6 19 0,-1 6 9 0,0 0 13 16,-1-5 14-16,1 5 8 0,1-4 10 0,-1 4 7 15,2-5 2-15,-2 5-2 0,1-5 15 0,-1 3-3 16,0 2-19-16,1-5-16 0,0 1-12 0,2 2-17 16,-3 2-21-16,4-5-22 0,0 3-19 0,0 0-22 15,1 1-18-15,1 0-105 0,0 0-33 0,3 1 0 16,0 2 0-16,4-1 0 0,-3-1 0 0,3 5 0 15,-3 0 0-15,3 2 0 0,0-2 0 0,-3 1 0 16,0 4 0-16,2-1 0 0,-5 0 0 0,1 2 0 16,-1 0 0-16,-1-3 0 0,-2 3 0 15,1 0 0-15,-3-1 0 0,0 0 0 0,-1 0 0 0,-1-1 0 16,0 1 0-16,-3-2 0 0,1-1 0 0,-1 0 0 16,2 0 0-16,0-1 0 0,-2-1 0 0,-1 0 0 15,3-3 0-15,-3 1 0 0,3 1 0 0,1-4 0 16,0 0 0-16,-8 0 0 0,8 0 0 0,-4-7 0 15,1 2 0-15,1-2 0 0,2-4 0 0,2 0 0 16,-2-2 0-16,1 0 0 0,4-2 0 0,-2-1 0 16,-1 3 0-16,3-2 0 0,3 0 0 0,0 6 0 15,1-5 0-15,2 5 0 0,-2 0 0 0,3 2 0 16,0 2 0-16,-2-1 0 0,2 3 0 0,-2-1 0 16,0 2 0-16,1 2 0 0,0-2 0 0,1 5 0 15,-2-2 0-15,0 2 0 0,-1 5 0 0,0-2 0 16,1 2 0-16,-2 1 0 0,-2 0 0 0,2-1 0 15,-3 2 0-15,-1 0 0 0,-2 0 0 0,1 1 0 16,-3-2 0-16,1-1 0 0,-2-1 0 16,1 0 0-16,-1-2 0 0,-1-1 0 0,2 1 0 0,0-1 0 15,0-4 0-15,-2 4 0 0,2-4 0 0,0 0 0 16,0 0 0-16,0 0 0 0,0 0 0 0,-8-14 0 16,8 5 0-16,0 0 0 0,3-1 0 0,-1-2 0 15,3-1 0-15,2-2 0 0,1 0 0 0,-1 1 0 16,3 3 0-16,-1-1 0 0,0 2 0 0,1 4 0 15,2 0 0-15,-3 2 0 0,1 0 0 0,0 3 0 16,3-1 0-16,0 5 0 0,-4 1 0 0,5-2 0 16,-3 5 0-16,-4-1 0 0,3 1 0 0,-1 3 0 15,-3 0 0-15,1 0 0 0,-1-1 0 0,-1 4 0 16,-1-4 0-16,-3 3 0 0,1-4 0 0,-2 2 0 16,-2-4 0-16,2 0 0 0,0-2 0 0,0 2 0 15,2-2 0-15,-2-4 0 0,1 4 0 0,-1-4 0 16,3 2-60-16,-3-2-310 0,14-7-76 0,-2 1-72 15,13-10-73-15,-10 6-444 0,5-10-1121 0,6-3 497 16</inkml:trace>
  <inkml:trace contextRef="#ctx0" brushRef="#br0" timeOffset="463395.2298">4333 15805 293 0,'-4'-6'377'0,"4"6"-6"16,0 0 9-16,-1-6 0 0,1 2 2 0,0 4 1 16,-2-3 3-16,2 3-3 0,0 0-2 0,0 0-7 15,0 0-13-15,0 0-6 0,-3-4-8 16,3 4 2-16,0 0-8 0,0 0-12 0,0 0-16 15,0 0-29-15,10-2-23 0,-6 1-27 0,4-1-24 0,-1 0-21 16,5 1-13-16,-3 0-23 0,1 0-15 0,-1 1-77 16,1-2-61-16,2 1 0 0,-2 1 0 0,0 0 0 15,0 0 0-15,1 1 0 0,-5 1 0 16,0-1 0-16,2-1-85 0,-3 2-124 0,-5-2-36 0,9 2-39 16,-9-2-17-16,5 5-41 0,-3-1-28 0,-2-4-26 15,0 0-28-15,-7 11-19 0,3-8-18 0,-2 1-312 16,-3 3-835-16,1-3 370 0</inkml:trace>
  <inkml:trace contextRef="#ctx0" brushRef="#br0" timeOffset="463680.2438">4345 15916 32 0,'-3'3'222'0,"1"0"38"0,2-3 31 0,-7 5 35 0,7-5 40 16,-1 2 33-16,1-2 32 0,-3 3 20 0,3-3 14 16,0 0 2-16,0 0 6 0,0 0-16 0,0 0-26 15,0 0-37-15,0 0-34 0,11 2-28 0,-11-2-30 16,12-3-26-16,0 2-24 0,-1-2-30 0,2 3-20 15,1-1-18-15,-1 0-19 0,1 0-17 0,0 0-13 16,0 1-15-16,-2-1-92 0,-2 1-28 0,0-2 0 16,-10 2 0-16,13-2 0 0,-8 2 0 0,-1-2-146 15,-4 2-83-15,0 0-81 0,10-3-69 0,-10 3-80 16,0 0-83-16,0 0-479 0,-13-8-1107 16,13 8 490-16</inkml:trace>
  <inkml:trace contextRef="#ctx0" brushRef="#br0" timeOffset="465665.9993">4918 15624 221 0,'-3'-2'232'0,"3"2"4"0,0 0 4 15,0 0 5-15,-8-2 7 0,8 2 0 0,-4-2 12 16,4 2 7-16,0 0 8 0,-5-4 8 0,5 4 3 16,0-3 2-16,0 3 10 0,-4-3 3 0,4 3-2 15,0 0-7-15,-4-3-5 0,4 3-8 0,-2-4-6 16,2 4-8-16,0 0-7 0,0-5-8 0,0 5-12 16,-3-3-9-16,3 3-7 0,0 0-21 0,0 0-5 15,1-6-12-15,-1 6-11 0,0 0-18 0,2-4-22 16,0 2-15-16,4-1-23 0,-1 2-99 0,1-1 0 15,8-1 0-15,-5 4 0 0,5 1 0 0,-1 0 0 16,5 2 0-16,-3 2 0 0,3 1 0 0,-3 1 0 16,2-1 0-16,-2 3 0 0,-1 0 0 0,0 3 0 15,-1-1 0-15,-1 2 0 0,-5-1 0 0,2 2 0 16,-4-4 0-16,3 5 0 0,-5 0 0 0,-3 1 0 16,-2 0 0-16,1-2 0 0,-3 2 0 0,-2 3 0 15,2-6 0-15,-4 2 0 0,2 1 0 0,-4-5 0 16,0 4 0-16,3-4 0 0,-1-2 0 0,1 0 0 15,-1-3 0-15,2 2 0 0,2-3 0 0,-1-3 0 16,2 2 0-16,1-1 0 0,-3-3 0 0,5-1 0 0,-4 2 0 16,4-2 0-16,0 0 0 0,0 0 0 15,0 0 0-15,0 0 0 0,0-13 0 0,2 2 0 0,2 0 0 16,2-6 0-16,5-1 0 0,-1-5 0 16,3-3 0-16,-2 1 0 0,2-3 0 0,-1 3 0 15,-1-3 0-15,3 0 0 0,-4 0 0 0,3 1 0 0,-4 2 0 16,0 7 0-16,0 2 0 0,0-2 0 15,-4 2 0-15,3 2 0 0,-4 1 0 0,-2 4 0 16,2 0 0-16,2-1 0 0,-3 7 0 0,-2-2 0 16,2 0 0-16,-2 3 0 0,1-2 0 0,-2 4 0 0,0 0 0 15,4-1 0-15,-4 1 0 0,0 0 0 0,3 14 0 16,-3-8 0-16,3 7 0 0,-3-1 0 0,0 5 0 16,0 1 0-16,-3 2 0 0,0 3 0 0,1-2 0 15,-2-1 0-15,3 4 0 0,-3-5 0 16,0 1 0-16,-1-1 0 0,4-2 0 0,-2-1 0 0,1-1 0 15,2-2 0-15,0-1 0 0,0-4 0 0,1 3 0 16,0-1 0-16,3-1 0 0,1-3 0 0,0 3 0 16,-1-2 0-16,4 1 0 0,-2-1 0 15,3-1 0-15,-1-1 0 0,-2-2 0 0,0 1 0 0,3-2 0 16,-2-1 0-16,-1 2 0 0,1-3 0 0,-1 1 0 16,-6-1 0-16,11 0 0 0,-4-1 0 0,-1-1 0 15,1 0 0-15,0 0 0 0,-3-1 0 0,5 0 0 16,-5 0-101-16,1 1-555 0,4 1-73 15,-3-2-389-15,2 2-1211 0,0 0 536 0</inkml:trace>
  <inkml:trace contextRef="#ctx0" brushRef="#br0" timeOffset="465986.3389">5551 15907 154 0,'0'0'541'0,"0"0"19"0,2-6 12 16,-4 3 13-16,2-2 7 0,0 5-11 0,-2-7-14 15,2 4-21-15,0 3-27 0,-2-6-24 0,2 6-31 16,0-5-29-16,0 5-34 0,0 0-38 0,-2-3-41 16,2 3-35-16,0 0-80 0,0 0-207 0,0 0 0 15,0 0 0-15,0 0 0 0,1 14 0 0,-1-7 0 16,0 1 0-16,3 2 0 0,-1-1 0 0,-2 3 0 16,4 0 0-16,-3 4 0 0,-1-4 0 0,4 0 0 15,-3 2 0-15,-1-3 0 0,0 2 0 0,0-1 0 16,2-3 0-16,0 1 0 0,-2-1 0 0,0-1 0 15,1-2 0-15,-2 0 0 0,2-1 0 0,-2-1 0 16,1 0 0-16,0 1 0 0,0-2 0 0,0-3 0 16,0 0 0-16,0 6 0 0,0-2 0 0,0-4 0 0,0 0 0 15,0 0 0-15,0 0 0 0,4-13 0 16,-4 3-351-16,1-1-235 0,1 0-66 0,0-5-449 16,-4-1-1192-16,4-2 528 0</inkml:trace>
  <inkml:trace contextRef="#ctx0" brushRef="#br0" timeOffset="466251.1201">5569 15774 291 0,'0'0'500'0,"1"-4"18"0,-1 4 38 16,0 0 25-16,-1-6 25 0,1 6 6 0,0 0-3 16,-3-2-3-16,3 2-10 0,0 0-17 0,-6-1-17 15,6 1-31-15,-9-2-39 0,9 2-49 0,-9 0-334 16,9 0-109-16,-8 0 0 0,8 0 0 0,0 0 0 15,-11 0 0-15,11 0 0 0,0 0 0 0,-6 0 0 16,6 0 0-16,0 0 0 0,0 0 0 0,-5 3 0 0,5-3 0 16,0 0 0-16,0 0 0 0,0 0 0 15,-7 0 0-15,7 0 0 0,0 0 0 0,0 0 0 16,0 0 0-16,0 0 0 0,0 0 0 0,0 0-651 16,0 0-606-16,14-8-1362 0,-7 3 603 0</inkml:trace>
  <inkml:trace contextRef="#ctx0" brushRef="#br0" timeOffset="467361.8486">5510 15281 356 0,'0'0'342'16,"-4"-3"-17"-16,4 3-31 0,0 0-35 0,-1-3-22 16,1 3-26-16,0 0-25 0,0 0-15 0,-5-3-23 15,5 3-11-15,0 0-22 0,0 0-1 0,0 0-16 0,0 0-11 16,0 0-10-16,0 0-5 0,0 0-8 16,0 0 2-16,0 0 16 0,0 0 18 0,0 0 12 15,0 0 21-15,0 0 8 0,0 0 20 0,0 0 6 16,0 0 9-16,0 0 8 0,0 0 7 0,0 0 0 0,0 0 2 15,0 0-15-15,0 0 2 0,0 0-5 16,0 0-13-16,0 0-6 0,0 0-9 0,0 0-11 16,0 0-7-16,0 0-3 0,0 0-10 0,0 0-3 15,0 0-9-15,0 0-2 0,0 0-5 0,0 0-3 0,0 0 3 16,0 0-13-16,8-4-10 0,-8 4 1 0,11-5-8 16,1 0-16-16,4 1 1 0,11-5-2 15,1 2-6-15,3 1 2 0,2-5 6 0,2 6 1 0,1-5 3 16,2 1 11-16,-4 1-5 0,2-1-6 0,-5 3-56 15,-12 3 0-15,0-4 0 0,-1 4 0 0,-7 0 0 16,1 1 0-16,-3 2 0 0,-1-4 0 0,-3 4 0 16,0-1 0-16,0 0 0 0,-5 1 0 15,8-1 0-15,-8 1 0 0,6-2 0 0,-6 2 0 0,5-1 0 16,-5 1 0-16,0 0 0 0,0 0 0 0,7 0 0 16,-7 0 0-16,0 0 0 0,0 0 0 0,0 0 0 15,0 0 0-15,0 0 0 0,0 0 0 0,0 0 0 16,0 0 0-16,0 0 0 0,0 0 0 0,0 0 0 15,0 0 0-15,0 0 0 0,0 0 0 0,0 0 0 16,0 0 0-16,0 0 0 0,-11 10 0 0,10-7 0 16,1 2 0-16,-4 5 0 0,4 2 0 0,-2 6 0 15,0 1 0-15,1 7 0 0,1 2 0 0,1 4 0 16,3 2 0-16,-4 12 0 0,4-9 0 0,-1 9 0 16,3 2 0-16,-1-11 0 0,-1 12 0 0,2-3 0 15,-2-9 0-15,0 10 0 0,-3-13 0 0,3 2 0 16,4 9 0-16,-7 4 0 0,5-15 0 0,2-2 0 15,0 4 0-15,-3-5 0 0,5 2 0 0,-2-4 0 16,-2 1 0-16,3-3 0 0,0 0 0 0,-1-9 0 16,-2 0 0-16,1 0 0 0,-2-3 0 0,0-4 0 15,-2 2 0-15,0-5 0 0,1 0 0 0,-3-1 0 16,2-2 0-16,-2 1 0 0,0-1 0 0,2-2 0 16,-2 1 0-16,-1-4 0 0,2 2 0 0,-2-2 0 15,0 0 0-15,2 6 0 0,-1-2 0 0,-1-4 0 16,0 0 0-16,0 4 0 0,0-4 0 0,0 0 0 15,0 0 0-15,0 0 0 0,0 0 0 0,0 0 0 0,0 0 0 16,-6 3 0-16,6-3 0 0,-13-1 0 0,0-1 0 16,-3 4 0-16,-3-2 0 0,-2 1 0 0,1-1 0 15,-11 5 0-15,0-3 0 0,-2 1 0 16,-2 0 0-16,-3 1 0 0,0-1 0 0,-12 3 0 0,11-2 0 16,3-1 0-16,4 0 0 0,1 1 0 15,2-2 0-15,7-1 0 0,4 0 0 0,0 1 0 16,5-2 0-16,3-2 0 0,0 4 0 0,2-1 0 15,3-1 0-15,0 0 0 0,5 0 0 0,-10 0 0 0,10 0 0 16,0 0 0-16,-8 0 0 0,8 0 0 0,0 0 0 16,-4-3 0-16,4 3 0 0,0 0 0 15,0 0 0-15,-9 3 0 0,9-3 0 0,-1 3 0 16,1-3 0-16,0 0 0 0,0 0 0 0,0 0-366 0,0 0-939 16,8 5-1412-16,-8-5 624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8-12T11:32:01.385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8572 3177 56 0,'0'0'134'0,"0"0"-1"0,0 0-9 15,0 0 0-15,0 0 3 0,0 0-3 0,0 0-4 16,0 0-1-16,0-4-4 0,0 4 3 16,0 0-7-16,0-4-2 0,0 4 1 0,0 0-6 0,0 0 1 15,0 0-4-15,0 0-1 0,0 0-3 16,0-5 0-16,0 5-6 0,0 0 0 0,0 0-3 15,0 0 3-15,0 0 0 0,0 0 2 0,-2-3-1 0,2 3-2 16,0 0 1-16,0 0-3 0,0 0 2 0,-1-4-3 16,1 4-1-16,0 0 0 0,0 0-9 15,0 0 5-15,0 0-1 0,0 0-7 0,0 0 0 16,0 0-3-16,0 0 4 0,0 0-9 0,0 0 2 16,0 0 3-16,0 0 4 0,0 0-8 0,0 0 11 15,0 0 3-15,0 0 3 0,0-6 0 0,0 6 3 0,0 0 0 16,0 0 3-16,0 0-4 0,0 0-1 0,0 0 2 15,0 0-6-15,0 0-4 0,0 0-6 16,0 0-8-16,0 0-5 0,0 0-4 0,0 0-3 16,0 0-4-16,0 0-5 0,0 0-5 0,0 0 0 15,0 0-1-15,0 0-5 0,0 0 0 0,0 0-8 0,0 0 0 16,0 0-4-16,0 0-2 0,0 0 3 16,0 0-4-16,0 0-7 0,0 0 0 0,0 0-1 15,0 0-2-15,0 0-1 0,0 0-2 0,0 0-6 16,0 0 3-16,0 0 2 0,0 0-2 0,0 0 3 15,0 0 0-15,-2 16-1 0,2-16 0 0,3 4-4 16,-1-1 3-16,-2-3-2 0,0 6 2 0,0-2-1 0,-1 0 3 16,2 0-3-16,1 0 0 0,-4 1-2 15,4 1 3-15,-2 0 0 0,-2-1 2 0,2 3 0 16,0-3-1-16,0 3 1 0,2-1 0 0,-4 3 0 16,4-3 0-16,-1 3 1 0,-2-5-4 0,1 7 3 15,0-6-6-15,0 3 5 0,1-2 1 0,-2-2-3 0,2 3 2 16,-1-1-1-16,0-1-1 0,1 1 3 0,-1 0 0 15,-1 1 1-15,0-2-1 0,2 2 0 16,-1-4 0-16,0 5 1 0,0-3 0 0,-1-1-5 16,-1 2 3-16,2-1 0 0,0 2-2 0,-1-4-1 15,1 1 2-15,0 1-1 0,-1-2 2 0,0 1 1 0,-1 0-2 16,2 0-3-16,-1 0 4 0,0 1-1 0,1 0 0 16,-2 0 0-16,1 0 0 0,2-1 2 15,-2 1-2-15,2 0 0 0,-2-2 2 0,1 2-1 16,0-2-3-16,-1 2 0 0,0 0 0 0,1-3 2 15,1 3-2-15,-2-3 1 0,1 3 3 0,0-3-1 16,-2 2-2-16,2 0 4 0,-1 3-4 0,0-6-1 0,-1 3 2 16,1-1 2-16,1 3-1 0,0-1-2 0,-2-1 4 15,0 2-5-15,2 0 5 0,-1 0 1 16,0-2-4-16,1 1 0 0,-3-1-1 0,3 1 0 16,0 0 2-16,0-2-7 0,0 2 8 0,-1 1-5 15,2-2 2-15,-1 1 0 0,0 1 0 0,3-3 0 0,-3 2-1 16,-3 2-1-16,3-4 3 0,0-4-1 0,3 13 1 15,-3-9-1-15,0 1 1 0,-3 1 1 16,6 1 0-16,-3 0-1 0,0-2 2 0,-3 0-1 16,3-5-1-16,0 6-1 0,0-6 0 0,-1 6 1 15,1-6-1-15,0 0 2 0,1 5 1 0,-1-5-3 16,0 0 0-16,0 0-1 0,-1 6 0 0,1-6 0 0,0 0 0 16,0 0 2-16,0 0-1 0,0 0 1 15,0 0-2-15,0 0 1 0,0 0 0 0,0 0 2 16,0 0-2-16,0 0-2 0,0 0 2 0,0 0 2 15,0 0 3-15,0 0-2 0,0 0-2 0,0 0 2 16,0 0 0-16,0 0 0 0,0 0 5 0,0 0-2 0,0 0-9 16,0 0-15-16,0 0-29 0,0 0-40 0,0 0-57 15,0 0-47-15,0 0-50 0,6-18-51 16,-3 12-55-16,1-4-85 0,-2 2-310 0,2-6-804 16,0 3 357-16</inkml:trace>
  <inkml:trace contextRef="#ctx0" brushRef="#br0" timeOffset="1506.507">8547 3198 86 0,'0'0'127'0,"0"0"0"16,0 0 11-16,0 0 0 0,0 0-3 0,0 0 0 0,-3 4 7 15,3-4 0-15,0 0 0 0,0 0-3 0,0 0 0 16,0 0-4-16,0 0-4 0,0 0 0 0,0 0 0 15,0 0 6-15,0 0-6 0,0 0-5 16,0 0 3-16,0 0-5 0,0 0 2 0,0 0-1 16,0 0-5-16,0 0-1 0,0 0 4 0,0 0-13 15,0 0-6-15,0-11 4 0,0 11 0 0,4-6-2 0,-4 6 0 16,0 0-3-16,-1-7-2 0,2 5-1 0,0-1 1 16,1-1-4-16,-2 4-9 0,2-6 8 0,-2 4-1 15,0 2-11-15,3-4 0 0,-3 4-5 0,2-8 1 16,0 5-7-16,-2 3-1 0,2-5-5 15,-2 2-3-15,3-2 0 0,-1 2-5 0,1 0-3 0,-2 0-3 16,-1 3-2-16,3-4 0 0,-1 1-6 0,1-1-4 16,-3 4-2-16,5-4-5 0,-3 1 4 0,0 0-7 15,0 0 3-15,2-1-9 0,-3 2 1 0,-1 2-7 16,8-3 2-16,-8 3 5 0,4-4 0 16,-4 2 3-16,0 2-4 0,6-4-2 0,-6 4 2 15,8-3-5-15,-7 1-4 0,-1 2 2 0,5-1-4 0,-1-1-2 16,5 0-1-16,-5 1-3 0,-4 1 2 0,6-4-4 15,-2 2 0-15,1 1-2 0,-5 1 4 16,8-2-3-16,-2 0 1 0,-6 2-1 0,8-2 2 16,-3 2 0-16,-5 0-4 0,8-2 3 0,-4 0-2 15,1 0-2-15,-5 2 1 0,0 0 1 0,10-1-1 0,-10 1 1 16,5 0-5-16,-5 0 1 0,9 1 0 0,-6 1 3 16,-3-2-6-16,8 0 5 0,-8 0-4 15,8 2 3-15,-8-2 0 0,7 2 0 0,-7-2-2 16,6 1 2-16,-6-1 0 0,5 3 0 0,-2-1-1 15,-3-2 0-15,5 1 1 0,-3 2 0 0,-2-3-2 16,4 2 1-16,1 0 0 0,-5-2 0 0,4 5 0 0,-1-4-3 16,2 2 2-16,-2-2 1 0,-3-1 3 15,8 4-1-15,-4-1 0 0,-3-2-3 0,-1-1 2 16,4 5 7-16,0-4-8 0,-3 3 0 0,3 0-1 16,-1-2 2-16,0 0 1 0,0 1-4 0,1 0 4 15,-3 0-1-15,3 1-3 0,-4-1 0 0,4-1-1 16,-3 1 2-16,0 1 0 0,-1-4 0 0,8 7 0 0,-8-5 4 15,1 1-4-15,2 1 3 0,-2-1-3 16,-1-3-2-16,1 7 6 0,-1-3-4 0,3-2 0 16,-3-2 0-16,0 7 8 0,0-3-5 0,0-4-1 15,0 7-3-15,-3-4 2 0,3 3 0 0,-1-2 2 16,1 0 2-16,-4 0-4 0,3 0-2 0,1 0 5 0,0-4-1 16,-4 7-1-16,0-2 0 0,3-2 2 15,0 1 2-15,-2 0-1 0,2 0-6 0,1-4 4 16,-4 6 1-16,0-5-1 0,3 4 1 0,1-5 1 15,-4 5 3-15,0-1-4 0,3-2 0 0,-3 0-3 16,3 2 3-16,1-4-2 0,-6 4-1 0,3-2 5 16,-1 0-5-16,4-2 4 0,-6 3-2 0,3-1 0 0,-2 0 0 15,5-2-1-15,-6 5-1 0,3-3 3 16,3-2-1-16,-4 2 4 0,4-2-6 0,-5 3 1 16,5-3-2-16,-4 2 0 0,4-2 2 0,-5 0 3 15,5 0-5-15,-5 4 6 0,5-4-5 0,-4 3 1 16,4-3-4-16,-6 2 6 0,6-2 0 0,0 0-3 15,-6 2 0-15,6-2 2 0,-6 2-2 0,6-2-2 16,-3 3 4-16,3-3 1 0,-7 1-2 0,7-1-2 16,0 0 3-16,-6 3-1 0,6-3-1 0,-4 0 0 15,4 0-2-15,-5 3 1 0,5-3 4 0,-8 0-2 16,2 4-1-16,6-4 1 0,-6 1 0 0,3 1-1 16,3-2 1-16,-6 2 0 0,6-2-2 0,-7 3 1 0,3-2 1 15,4-1 0-15,-10 2 1 0,6-1-3 16,-1 1 3-16,0-1 1 0,5-1-1 0,-9 1-2 15,4 1 3-15,1-1-2 0,4-1 2 0,-10 3-2 16,6-3 0-16,-2 3 0 0,6-3 0 0,-10 1 2 16,4 0-3-16,6-1-1 0,-9 1-1 0,4 0 4 15,5-1 0-15,-6 1-2 0,6-1-1 0,-6 4-10 16,6-4-33-16,-7 0-29 0,7 0-41 0,-5 2-50 16,5-2-55-16,0 0-60 0,0 0-72 0,0 0-112 15,0 0-348-15,0 0-878 0,0 0 389 0</inkml:trace>
  <inkml:trace contextRef="#ctx0" brushRef="#br0" timeOffset="3373.438">9850 6384 189 0,'0'0'191'0,"-4"-3"-1"0,4 3-3 0,0 0-6 16,-2-4-4-16,2 4-9 0,0 0 1 0,0 0-16 15,0 0 2-15,1-6-4 0,-1 6-1 0,0 0-6 16,0 0 2-16,-2-3 3 0,2 3-11 0,0 0 0 16,0 0-3-16,0 0 3 0,0 0 17 0,0-5-25 15,0 5 1-15,0 0 5 0,0 0 2 0,0 0-13 16,0 0 0-16,0 0-9 0,1-5-1 0,-1 5-8 15,0 0 2-15,0 0-8 0,0 0-9 0,0 0-5 16,0 0-7-16,0 0 0 0,0 0-10 0,0 0-3 16,0 0-7-16,0 0-3 0,0 0-9 0,0 0-1 15,0 0-5-15,0 0-7 0,0 0 1 0,0 0-5 16,0 0-6-16,0 0 4 0,0 0 1 0,0 0 3 16,0 0 2-16,0 0 2 0,0 15-1 0,0-12 0 0,0 0 5 15,0-3 1-15,0 9 2 0,0-6-3 16,1 1 4-16,0 0-4 0,1 1 2 0,-4 2-3 15,2-3 5-15,0 1-5 0,2 0-1 0,-2 1-2 0,0-2 3 16,0 2-3-16,0 0-1 0,0-1 0 16,-2 2 7-16,1-1-7 0,1 0-3 0,0 1-3 15,0 0 4-15,1 1 5 0,-2-1-4 0,2-1-5 16,-1 0 2-16,0 0-4 0,0 1 0 0,2-1-5 0,-4 1-1 16,2-1-3-16,0 0-4 0,-1 0 0 0,1 3 0 15,0-3 0-15,-1 1-1 0,1-1-4 0,-1 1 2 16,1 0-3-16,1 2-1 0,-1-3 6 15,1 1-3-15,-1 0 3 0,-1 0-3 0,1 0 0 0,-1 1 2 16,2-3-3-16,-2 3-6 0,1-2 3 0,-2-1 2 16,0 3 0-16,4-1-4 0,-4-1 0 0,2 2 3 15,2-1-7-15,-4-1 0 0,2 3 4 0,0 1-2 16,-1-1 0-16,1-1-2 0,0-1 1 0,0 0 0 16,0-1 1-16,0 2 1 0,-2-1-2 0,4 0-1 15,-2 0-1-15,0 3 3 0,0-2 1 0,-2 1-3 16,2-2 2-16,2 2 5 0,-2-1-9 0,1 0 1 15,-1 0 0-15,2-1-3 0,0 1 3 0,-4-2 1 16,2 3-1-16,-2-3 0 0,2-1 0 0,2 1 0 16,-4-2 2-16,4 0-3 0,-4 2 6 0,2-1-2 15,0-5-1-15,-1 6-2 0,1-4 1 0,-2 2-2 16,2-4 3-16,-1 6-1 0,1-6-2 0,-1 6 0 16,1-6 6-16,2 4-1 0,-2-4-6 0,0 0 5 15,0 0-1-15,0 0 4 0,0 0-5 0,0 0 11 16,0 0-8-16,-2 3 4 0,2-3-1 0,0 0-5 15,0 0 7-15,0 0 1 0,0 0 2 0,0 0-20 16,0 0-17-16,0 0-23 0,2-12-27 0,-2 12-28 16,0-7-37-16,0 1-42 0,0-1-58 0,0 0-54 15,0-1-57-15,0-3-64 0,5 0-63 0,-5-1-312 16,2-1-854-16,-1-3 378 0</inkml:trace>
  <inkml:trace contextRef="#ctx0" brushRef="#br0" timeOffset="4584.425">9878 6407 50 0,'0'-4'155'0,"0"4"-6"0,0 0-7 15,-1-6-13-15,1 6-2 0,0 0-9 0,-2-6 5 16,2 6 1-16,-4-3-1 0,4 3 1 0,-4-4 0 16,2 1 0-16,2 3 6 0,-2-5 0 0,2 5 0 15,-1-4-1-15,1 4-2 0,-3-4-5 0,3 4-2 16,-4-3 7-16,3-1-7 0,1 4 2 0,0 0 0 15,-1-7-3-15,1 7 3 0,-1-2-9 0,1 2 0 16,0-5-1-16,0 5-8 0,0 0 0 0,0 0-9 16,0 0 5-16,0-5-13 0,0 5-5 0,0 0-7 15,1-3-4-15,-1 3-8 0,1-4-13 0,-1 4 0 16,7-1-5-16,-7 1-3 0,5-2-4 0,0-1 1 16,-5 3-2-16,6-1-8 0,-6 1 1 0,7-1-3 15,-7 1-1-15,7-1-3 0,-3-1-1 0,-4 2-4 16,10-2 3-16,-6 1-7 0,-4 1 4 0,9 0 1 0,-9 0-5 15,9 2-7-15,-5-2 1 0,2 3-1 16,-1-3 5-16,-1 2-4 0,1-1-2 0,2-1-1 16,-1 4-6-16,-2-3 7 0,1 0-2 0,0 2-7 15,-1-1 6-15,1 0-5 0,-1 1 7 0,0-1-4 0,0 1 1 16,-2 1 0-16,2 0 2 0,1-2 4 0,-4 4-3 16,2-2-8-16,1-1 10 0,0 2 0 15,1 0-1-15,-3 0 0 0,-1 1 5 0,2-4-7 16,-2 2 9-16,2 0 1 0,-1-1 3 0,0 3 2 0,-2-2 1 15,2 0-1-15,1-1 2 0,-2 1-3 0,1-1 6 16,-1 0-1-16,0 1 3 0,0 0 6 0,-1 0-6 16,2-1 3-16,-2-3 6 0,3 5-9 0,-1-1-2 15,-2-4 6-15,1 6-8 0,1-3 0 0,0 0-3 16,-2 0 1-16,0-3 1 0,4 6-2 0,-4-2-2 16,1 1 0-16,0 0 1 0,0-3-1 0,1 2-3 15,-1-3 5-15,-1-1-8 0,1 8 3 0,-1-4-1 16,0-1 0-16,2 0 1 0,-2-3-3 0,1 8-2 15,-1-6-1-15,0 3-2 0,0-5 1 0,-1 5-3 16,2-2 4-16,-1 1 0 0,0-4-2 0,0 8 2 16,-1-5-2-16,1-3 0 0,-4 7-3 0,2-5 1 15,2-2 3-15,-1 7 4 0,0-5-1 0,-2 2-1 16,3-4-2-16,-5 6 0 0,1-5 2 0,1 3 0 16,1 0-1-16,-1-1 0 0,0-1 1 0,-4 2 0 15,2-3 2-15,1 4 2 0,1-3-2 0,-4 2 1 16,4-2 0-16,-3 0 2 0,0 1-3 0,2 2-4 15,0-3 6-15,-2-1-2 0,1 2 0 0,0-1 0 16,5-2-2-16,-8 2 2 0,4 0-4 0,-1-1 2 16,5-1-2-16,-9 2-3 0,8 1 8 0,1-3-9 15,-9 1 4-15,9-1-4 0,-7 1 2 0,7-1-3 16,-7 3 3-16,7-3-3 0,-8 1-1 0,4-1 1 16,-1 2 6-16,5-2-7 0,-8 0 2 0,8 0 1 15,-10 2-4-15,5 0 3 0,5-2 0 0,-9 1-3 16,9-1 0-16,-7 0-1 0,0 1 4 0,7-1 0 15,-7 0 1-15,7 0-5 0,-8 2 1 0,8-2 2 16,-7 0 2-16,7 0-4 0,0 0 0 0,-11 1 0 0,11-1 0 16,-5 0 1-16,5 0 0 0,0 0 0 0,-8 0 0 15,8 0 3-15,0 0-5 0,-6 0-1 16,6 0 3-16,0 0-2 0,0 0 0 0,0 0 5 16,-8 1-1-16,8-1 0 0,0 0-1 0,0 0 1 0,0 0 1 15,0 0 0-15,0 0-3 0,0 0-1 0,0 0 2 16,0 0 3-16,0 0-4 0,0 0 1 0,0 0-18 15,0 0-18-15,0 0-40 0,0 0-41 16,0 0-55-16,0 0-50 0,6-10-46 0,-6 10-57 0,0 0-67 16,10-3-383-16,-4 1-836 0,-1 0 370 0</inkml:trace>
  <inkml:trace contextRef="#ctx0" brushRef="#br0" timeOffset="7237.4482">10166 12312 32 0,'0'0'134'0,"0"0"-8"15,1-2 15-15,-1 2-1 0,4-3-1 0,-4 3-5 0,3-2 2 16,-2-2-5-16,-1 4 5 0,4-5-6 0,-3 3 4 16,0-3-1-16,-1 5 1 0,4-3-4 15,0-1-6-15,-3 2 3 0,2-2 1 0,1 1 2 16,-4 3-6-16,4-2-4 0,-4 2-9 0,2-5 5 0,-2 5-5 16,4-2-13-16,-4 2 3 0,0-4-6 0,0 4 0 15,5-3-1-15,-5 3 6 0,2-3-11 0,-2 3 4 16,0 0-6-16,2-5 6 0,-2 5-1 0,0 0-13 15,0 0 4-15,0 0 2 0,1-5-6 0,-1 5 3 16,0 0-4-16,0 0-3 0,0 0 0 0,0 0-7 16,0 0 11-16,0 0-10 0,0-4 0 0,0 4-7 15,0 0 6-15,0 0-1 0,0 0-1 0,0 0-3 16,0 0-10-16,0 0-6 0,0 0-2 0,0 0-7 16,0 0-2-16,0 0-5 0,0 0-3 0,0 0-5 0,0 0-1 15,0 0 1-15,0 0-9 0,-4 12 3 16,3-6-3-16,1-2-2 0,0-4 1 0,-5 5 1 15,4 1-5-15,-2-2 1 0,3 2 3 0,0-1 7 0,-1 3 27 16,1 1 4-16,0-3 0 0,0 2-8 0,1 1-1 16,-1 2 2-16,0 0-2 0,0-1-6 0,0 1-4 15,0-2-4-15,3 2 0 0,-3 1-2 0,1 1-6 16,-1-2-2-16,5 2 0 0,-4 2-1 0,-1 2-1 16,0-5-4-16,1 0-21 0,1 1 1 0,-2 0 2 15,0-1 1-15,0 1-1 0,0 2 0 0,0-2 1 16,1 0 1-16,-1 2-1 0,-1-3 0 0,1 0-1 15,0 0 3-15,1-4-1 0,-1 3 3 0,0-2 0 16,0 1-2-16,0-2 2 0,0 0 1 0,0-1 1 16,0-2 0-16,0 1 4 0,-1-2-5 0,2 0-1 15,-1-1 7-15,0-3-3 0,0 0-5 0,0 7 5 16,0-7 3-16,0 3 0 0,0-3 0 0,0 0 1 16,0 0 1-16,0 0 4 0,-1 3-3 0,1-3-4 15,0 0 3-15,0 0-2 0,0 0 0 0,0 0-13 16,0 0-21-16,0 0-22 0,0-14-29 0,1 10-19 15,-1 4-43-15,-1-8-32 0,1 2-25 0,0 1-14 16,0 1-23-16,-2-4-28 0,1 2-29 0,1-1-30 16,0-5-24-16,0 3-28 0,1-2-216 0,1 0-639 0,-1 2 283 15</inkml:trace>
  <inkml:trace contextRef="#ctx0" brushRef="#br0" timeOffset="7933.1009">10245 12280 18 0,'0'0'157'0,"0"0"-1"0,0 0 1 15,-2-5-1-15,2 5 6 0,0 0-3 0,0 0-5 16,0-5 1-16,0 5-8 0,0 0-3 0,-2-4-5 16,2 4-3-16,0 0-3 0,0 0 0 0,-2-4-12 15,2 4-3-15,0 0-3 0,0 0-4 0,-3-3-2 16,3 3-4-16,0 0-2 0,-1-5 2 0,1 5-4 15,0 0-5-15,-2-3 4 0,2 3-1 16,0 0-5-16,0 0 4 0,-3-7-5 0,3 7 0 0,0 0-13 16,0 0 0-16,3-3-12 0,-3 3-5 0,0 0-3 15,5-4-16-15,-4 1 3 0,-1 3-5 0,9-1 2 16,-5 0-12-16,-4 1-5 0,9-3-3 0,-4 3 12 16,-5 0-10-16,9-1-16 0,-9 1 11 0,10 1-10 15,-5-2 3-15,1 2-1 0,3 0 1 0,-4 2-2 16,3-1 12-16,-3-1 4 0,2 3-5 0,0-1 8 15,2 0 0-15,-4 0-7 0,3 2 0 0,1 3 0 16,-4-4-2-16,0 1 1 0,0 4-7 0,3-1 2 16,-3-2-4-16,-1 1 0 0,-3-1-3 0,4 2 1 15,-2 1 3-15,-2-1 0 0,-1 0-4 0,-1-1 0 16,1 1 0-16,-4 2 1 0,4-2-3 0,-4-2 2 16,3 4-5-16,-3-2 2 0,-1 0-1 0,1-1 0 15,-1 1 2-15,1-1-3 0,-1-1 14 0,1 0 5 16,-1-1-3-16,0 1 1 0,3 0-4 0,-4 0 0 15,1 0 4-15,1-1-1 0,-1-3-4 0,-2 7 2 0,2-4 2 16,-2-2-4-16,2 3-2 0,-1-1-3 0,-2-1-3 16,2-1 2-16,-1 1 1 0,2-1-2 15,-1-1 1-15,-2 0-1 0,2 0 0 0,0 1-5 16,0-3 1-16,0 1 1 0,-2 0-1 0,8-1 0 0,-9 0-6 16,9 0 5-16,-10-1-2 0,10 1 2 0,-9 0-2 15,9 0 3-15,0 0 0 0,-9 0-6 16,9 0-2-16,0 0-13 0,0 0-10 0,-4-2-17 15,4 2-21-15,0 0-13 0,0 0-26 0,0 0-17 0,0 0-18 16,9-7-19-16,-9 7-23 0,0 0-32 0,14 1-38 16,-14-1-50-16,9 0-41 0,-9 0-236 0,8-1-620 15,-4 0 274-15</inkml:trace>
  <inkml:trace contextRef="#ctx0" brushRef="#br0" timeOffset="9665.5514">14400 12072 109 0,'0'0'143'0,"0"0"-7"0,0 0 5 0,0 0-4 16,0 0-6-16,4-3 1 0,-4 3-4 0,0 0-2 16,0 0-3-16,0 0-2 0,0 0-1 0,1-3-11 15,-1 3-5-15,0 0 0 0,0 0 2 0,7-2-4 16,-5-1 3-16,-2 3-2 0,0 0-2 0,3-3-4 15,-3 3-2-15,4-2-5 0,-2 0-8 0,-2 2-12 16,0 0-5-16,8-1-9 0,-8 1-2 16,0 0-8-16,6-2-2 0,-6 2-8 0,0 0-3 0,5-2-2 15,-5 2-2-15,4-1 0 0,-4 1-7 0,0 0 1 16,0 0-3-16,0 0-3 0,0 0-4 0,0 0 2 16,0 0-3-16,7-1 0 0,-7 1-3 0,0 0-2 15,0 0 1-15,0 0-4 0,0 0 8 0,0 0-7 16,0 0 1-16,0 0-4 0,0 0 4 0,0 0 0 15,0 0 9-15,0 0 1 0,0 0 6 0,0 0 3 16,0 0 3-16,0 0 2 0,0 0-2 0,-4-6 3 16,4 6-4-16,0 0 4 0,0 0 1 0,0 0-6 15,0 0 7-15,-7-2 3 0,7 2 1 0,0 0-2 16,0 0 6-16,0 0 6 0,0 0 12 0,0 0-21 16,0 0 10-16,0 0-1 0,0 0 0 0,0 0 6 15,-4-3 9-15,4 3-5 0,0 0 13 0,0 0-3 16,0 0 4-16,0 0-4 0,0 0-1 0,0 0 3 0,0 0-1 15,0 0 4-15,0 0-4 0,0 0-3 0,0 0-2 16,0 0-2-16,0 0-3 0,0 0-3 16,0 0-3-16,0 0-3 0,0 0-7 0,0 0-6 15,0 0 1-15,0 0 0 0,0 0-1 0,0 0-2 0,0 0-3 16,0 0-2-16,0 0-1 0,7 11 4 0,-5-10-8 16,-2-1-3-16,4 7-2 0,-4-3 3 0,0-1-3 15,2 2-3-15,-2 0 5 0,2-1-5 0,-2-1 1 16,0 2-2-16,0 0-1 0,1-1-4 0,1 1 0 15,1 1-1-15,-3 0 0 0,0 3-2 0,0-2 1 16,-3 3 1-16,3-2-4 0,0 2 4 0,-2 0-2 16,1-1-1-16,1 3-2 0,0-3 0 0,0 1 0 15,0 2 5-15,0-2-5 0,0 0-2 0,0 6 3 16,0-6-2-16,-4 3 0 0,4-2 4 0,0-3-7 0,0 4 1 16,0-1-1-16,0-1 1 0,0 0 1 15,-2 0-2-15,0-3 3 0,1 3 3 0,1-2-4 16,-1-1-3-16,-1 1 4 0,2-1-3 0,-1 1 4 15,1 0-3-15,0-3 0 0,-2 1 6 0,2 0-5 0,0 0-1 16,-2-1 0-16,2 1 1 0,0 0-1 0,0 0 2 16,2 0-5-16,0 0 2 0,-2-1-1 0,0 1 2 15,0 1 0-15,0-1 0 0,3-2 0 0,-2 3-2 16,0-1 2-16,1 0 0 0,-2 0-1 0,0-1 0 16,0-1-2-16,-2 2 3 0,2-1-4 0,2-2 4 15,0 1-1-15,-2-4 1 0,-2 6-1 0,2-1 3 16,0-5-1-16,0 6-4 0,0-6 5 0,0 5-3 15,-2-2 1-15,2-3-5 0,2 7 5 0,0-5 1 16,-2-2-3-16,0 5 0 0,0-5-1 0,-2 3 2 16,2-3 1-16,0 0 1 0,0 6 0 0,0-6-3 15,0 0 2-15,0 0 2 0,-2 4 2 0,2-4-3 16,0 0 1-16,0 0 0 0,0 0-1 0,0 0-1 16,0 0 3-16,0 0 0 0,0 0 0 0,0 0-3 15,0 0 3-15,0 0-16 0,0 0-12 0,0 0-18 0,0 0-18 16,0 0-22-16,0 0-18 0,-2-13-32 15,2 13-30-15,1-7-39 0,-2 4-54 0,1-3-64 16,1 1-72-16,2 0-341 0,-1-2-793 0,-2 0 350 0</inkml:trace>
  <inkml:trace contextRef="#ctx0" brushRef="#br0" timeOffset="10347.2939">14474 12071 62 0,'0'0'156'0,"0"0"-5"0,0 0-5 15,-8-7 1-15,8 7-1 0,0 0-1 16,0 0-1-16,0 0-6 0,0 0 1 0,0 0-1 16,0 0-3-16,0 0-3 0,0 0-3 0,0 0-6 15,0 0 1-15,0 0-14 0,0 0-9 0,0 0-9 16,0 0-8-16,8-6 1 0,-8 6-12 0,0 0-7 15,0 0-5-15,9-2-4 0,-9 2-5 0,10 3-6 16,-10-3-2-16,9 2-7 0,-1 1-3 0,0 0-15 16,-1-1-2-16,0 3 0 0,2-1-3 0,0 1-5 0,1-2 4 15,0 1 1-15,-1 2 9 0,-1-3-11 16,-1 2-5-16,1 0 0 0,0 1-1 0,-1-1 3 0,0 0 0 16,-2-1 0-16,-1 3-5 0,1-2 3 15,-3 2 5-15,1-1-8 0,1 1-3 0,-3 1 3 0,-1-3-1 16,-1 6 0-16,-3-4-2 0,0 1 4 0,0 1-3 15,-2-1-14-15,-2 0-13 0,2-1-17 16,-2 0-13-16,-1 0-22 0,0-1-20 0,-2-1-23 16,2 0-29-16,1-2-33 0,-2-1-22 0,5 1-191 0,-3-1-427 15,2 1 190-15</inkml:trace>
  <inkml:trace contextRef="#ctx0" brushRef="#br0" timeOffset="12117.6744">19352 11946 9 0,'0'0'157'0,"0"0"-3"0,8-2 1 15,-8 2-5-15,0 0 4 0,0 0-6 0,0 0 3 16,6-1-2-16,-6 1-4 0,0 0-5 0,2-3 0 16,-2 3-8-16,0 0-4 0,0 0-5 0,0-5-4 15,0 5-4-15,0 0-1 0,0 0 2 0,0 0 4 16,0-5 3-16,0 5-2 0,0 0 7 0,0 0 5 16,0 0-5-16,0 0 4 0,0 0 7 0,-2-5-5 15,2 5 4-15,0 0-13 0,0 0-4 0,-1-3-4 16,1 3 1-16,0 0-14 0,0 0-13 0,0 0 1 15,0 0-5-15,0 0-6 0,0 0-6 0,0 0-7 16,0 0-6-16,0 0-8 0,0 0-6 0,0 0-3 16,0 0-9-16,0 0-8 0,0 0 6 0,0 0 8 0,-1 14-9 15,-1-10 4-15,0 2-1 0,1 0 2 16,-3 1 1-16,3 0-3 0,-2 3 1 0,-1 0-4 16,2-2-2-16,-1 3-5 0,-2-2-1 0,1 0-1 15,1 3-5-15,1-1-2 0,-3-1 4 0,1 1-5 0,3 1 0 16,-3-1-2-16,-1 0-2 0,1-1-1 0,0-1 0 15,0 1 4-15,2 0-5 0,-2 1-2 16,0-1 2-16,3 2-5 0,-3-3 1 0,0 1-1 0,4-1 0 16,-1 4 3-16,-2-4-1 0,2 0-3 0,1 0 0 15,-3-2 4-15,3 4-5 0,-1-4 4 0,1 2 1 16,0 3-6-16,0-3 0 0,-1 0 0 0,1 1 1 16,0-2 1-16,-3-3-2 0,3 2-2 0,0-2 9 15,-2 1-10-15,2-2 8 0,-4 3-6 0,4-3-2 16,-2 1 4-16,2 0-3 0,0-1 0 0,-2 0 0 15,1 1 1-15,-3 0 1 0,2 0-2 0,0-2 0 16,2 1 2-16,0-4-1 0,-4 9-6 0,3-5 6 16,-2 1-6-16,3-2 6 0,-1 1-2 0,1-4 0 15,-5 6 6-15,5-6-3 0,-1 3 2 0,1 0-2 16,0-3 1-16,0 0-3 0,0 0-8 0,-4 5 11 16,4-5-4-16,0 0 4 0,0 0 2 0,0 4 3 15,0-4-7-15,0 0 1 0,0 0 0 0,0 0-1 0,0 0 0 16,-4 3-2-16,4-3 4 0,0 0 0 0,0 0 3 15,0 0-5-15,0 0 1 0,0 0 2 16,0 0 0-16,0 0-3 0,0 0 4 0,0 0-3 16,0 0 1-16,0 0-3 0,0 0-11 0,0 0-17 0,0 0-26 15,0 0-26-15,0 0-48 0,0 0-41 0,0 0-57 16,4-15-60-16,-4 15-69 0,4-6-69 0,0 0-277 16,-1 2-758-16,1-1 335 0</inkml:trace>
  <inkml:trace contextRef="#ctx0" brushRef="#br0" timeOffset="14534.9893">25701 12019 67 0,'0'0'87'0,"0"0"-2"16,0 0 3-16,0 0-6 0,0 0 4 0,0 0-1 15,0 0-1-15,0 0 13 0,0 0 4 0,0 0-2 16,0 0 7-16,-7-5 0 0,7 5 2 0,0 0 6 16,0 0 3-16,0 0-5 0,0 0 4 0,0 0-4 15,0 0-3-15,0 0-5 0,0 0-7 0,0 0-1 16,0 0-9-16,0 0-8 0,0 0-3 0,0 0-6 16,-4-4-5-16,4 4-3 0,0 0 0 0,0 0-6 15,0 0 3-15,0 0 1 0,-5-1 1 0,5 1 1 16,0 0 2-16,-7-2-5 0,7 2 11 0,0 0-10 15,0 0-3-15,0 0-2 0,-6-1 0 0,6 1-2 16,0 0-2-16,0 0 0 0,0 0 1 0,0 0-10 16,0 0-6-16,0 0-1 0,0 0 1 0,0 0-4 15,-8 4-1-15,8-4 2 0,-1 4 4 0,1-4-14 16,-4 2 2-16,4-2 6 0,-2 6 0 0,0-4 7 0,1 3 4 16,1-2 2-16,-2 1-4 0,0 1-9 0,1-2-3 15,-2 2 6-15,2 0 2 0,-1 0-3 16,0 0 5-16,-1-1-10 0,0 1 13 0,2 2-3 15,-2-1 3-15,1 2-1 0,-1 2-3 0,2-3-5 0,-2 2 3 16,2-1-2-16,0 0-11 0,-1-1 3 0,0 3 6 16,-1-2-10-16,1 3-1 0,0-3 9 0,0-1-12 15,2 0 0-15,0 3-4 0,-1-5-3 16,-2 2-3-16,3 2 7 0,0-2-1 0,-1 4 0 0,-4-3 8 16,5-2-5-16,-3 1 3 0,3 0 4 0,-1 0 3 15,1 3-5-15,-3-1-1 0,3-1-2 0,-1-2 2 16,-2 1-5-16,3-1-1 0,-1 2-4 0,1 0 3 15,-1 0-1-15,-2-1-1 0,6 0-7 0,-6 0 6 16,2 0 2-16,-3 2-3 0,4-1-2 0,0-3 1 16,0 2-1-16,0 0 2 0,0 1-2 0,0-2-2 15,0 1-1-15,-4-1 1 0,4-1-8 0,-1 4 9 16,1-3-3-16,0-3 0 0,0 4 4 0,-4-3-1 16,4 1-6-16,0 2 5 0,0-1-3 0,-1 1-3 15,1-2 7-15,0 1-3 0,0 0 1 0,0 0-3 16,0-1 0-16,-3 2 2 0,3-3-1 0,-1 2 1 15,1-1-4-15,1-1 1 0,-1-1-2 0,0 2 2 16,0-5 0-16,-1 6 3 0,2-3-8 0,-1-3 11 16,0 4-4-16,0-4 0 0,0 0 1 0,4 5 3 0,-4-5 0 15,0 0 3-15,0 0 16 0,0 0-3 16,0 0-4-16,0 0 8 0,0 0-5 0,0 0 1 16,0 0-4-16,0 0 0 0,0 0 3 0,0 0-5 15,0 0-3-15,0 0-2 0,0 0-2 0,0 0-17 0,0 0-30 16,0 0-38-16,0 0-39 0,0 0-45 0,0 0-45 15,-1-14-54-15,1 14-70 0,1-7-73 16,2 3-281-16,-6-1-737 0,3 0 326 0</inkml:trace>
  <inkml:trace contextRef="#ctx0" brushRef="#br0" timeOffset="17043.711">10207 15794 66 0,'0'0'98'0,"0"-3"5"0,0 3 1 0,0 0-5 16,0 0 13-16,0-4 0 0,0 4-2 0,0 0 6 15,0 0-6-15,0 0-3 0,0 0-3 0,0-7 0 16,0 7-2-16,0 0-12 0,0 0 3 0,0 0-3 16,0 0-4-16,0 0 3 0,5-4-5 0,-5 4 2 15,0 0 0-15,0 0 1 0,0 0 1 0,0 0 10 16,0 0 3-16,0 0 1 0,1-3 7 0,-1 3-2 15,0 0-2-15,0 0 2 0,0 0-8 0,0-5 5 0,0 5-5 16,0 0-6-16,0 0-10 0,0 0 1 16,0 0-4-16,0 0-9 0,0 0-3 0,0 0-10 15,0 0 0-15,0 0-9 0,0 0-3 0,0 0-3 16,0 0-8-16,0 0-4 0,0 0 0 0,0 0-1 16,0 0-10-16,0 0 5 0,0 0 15 0,0 0 13 15,0 0 3-15,0 0 0 0,1 11-4 0,-1-11 2 16,-1 5-1-16,1-5 6 0,1 9-4 0,1-7 4 15,-2 3-1-15,0 0-7 0,0 2 2 0,1-3-5 16,-1 3-3-16,0-1-9 0,3-1 1 0,-2 0-5 16,0 2 3-16,1-2-3 0,-1 3-7 0,0-3-3 15,-1 1-1-15,0 0-2 0,1 0-2 0,-1 1-5 16,2 0-3-16,-1 1 8 0,-1-1-7 0,0 0 6 16,0 0-3-16,0 2-6 0,0-2-3 0,3 3 1 15,-3 1 4-15,0-1 4 0,1-1-3 0,-2 0 1 16,1 1-1-16,-3-1 1 0,3-1 0 0,3 1-2 15,-6-3 5-15,3 0-4 0,0 3-2 0,-1-4 0 16,1 1 0-16,0 1 3 0,-2-3-1 0,2 2-6 0,-1 0 5 16,0-1-4-16,-2 0 0 0,2 1-3 0,1-1 5 15,-1-2-3-15,1-3-1 0,0 8 5 16,0-1-3-16,0 1 2 0,0-5 3 0,0 4-5 16,0-1-10-16,0-3 8 0,1 1 0 0,-1 0-2 15,1 3-1-15,-2-1 5 0,2-2-3 0,1 0-1 16,-2 1 3-16,0 1-4 0,1-3-2 0,-1 2 2 15,0-1 3-15,1 1 0 0,-1 0-1 0,0-1-4 16,1 1 1-16,1-1-1 0,-1 1 5 0,-1 2-2 16,-1 1-2-16,1-3-1 0,0 0 4 0,1 2 0 0,-2-1-2 15,-1 1-2-15,4 0 1 0,-1-3-1 16,-2 3 1-16,2-1 0 0,-1-1 6 0,0 1-4 16,0-1 1-16,3-3-2 0,-3 3-3 0,0-2 2 15,0 2 0-15,0-1 1 0,0-4 0 0,1 6-1 16,-1-3 3-16,0-3-3 0,1 4 3 0,-1-4 0 15,0 4-2-15,0-4 2 0,0 7 2 0,0-4-4 16,0-3 0-16,0 4 2 0,0-4-1 0,1 6-4 16,-1-4 4-16,0 3-4 0,2-1 4 0,-2-4 0 15,0 5-1-15,1-1 1 0,-1 0-2 0,4-1 1 16,-4 2 1-16,0-5 1 0,0 5-1 0,1-1 1 16,-1-4-5-16,1 6 0 0,0-3 3 0,-1-3-7 15,0 5 6-15,3-3 1 0,-3-2 4 0,0 5-4 0,0 1-2 16,0-6 6-16,0 4-3 0,0-4-3 0,1 7-2 15,-1-5 0-15,0-2 7 0,0 5-1 16,0-5-2-16,-1 4 0 0,2 0 3 0,-1-4-3 16,0 0-1-16,0 0 1 0,0 0-2 0,0 5 0 0,0-5 4 15,0 0-2-15,0 2 0 0,0-2 0 16,0 0 2-16,0 0-4 0,0 0-10 0,0 0-19 16,0 0-27-16,0 0-30 0,0 0-35 0,0 0-43 15,0 0-51-15,-1-13-56 0,0 6-74 0,3 4-49 16,-3-3-265-16,1-1-714 0,0-2 316 0</inkml:trace>
  <inkml:trace contextRef="#ctx0" brushRef="#br0" timeOffset="19395.5198">14813 15428 41 0,'-4'-2'149'15,"4"2"-10"-15,0 0-7 0,-1-4-8 0,1 4-9 16,-3-3-2-16,3 3-8 0,0 0-8 0,0-6-3 15,0 6-1-15,0 0 0 0,-2-2 2 0,2 2-1 16,-2-3 7-16,2 3-8 0,0 0 1 0,0 0 6 16,0-6-5-16,0 6 4 0,0 0-3 0,-1-3 2 15,1 3-1-15,0 0 0 0,0 0-6 0,0 0-3 16,0 0-3-16,0 0-1 0,0 0-4 0,0 0-2 16,0 0-11-16,0 0 0 0,0 0-10 0,0 0-8 0,0 0 0 15,0 0 2-15,0 0-4 0,0 0-5 16,0 0 4-16,0 0-4 0,0 0 4 0,0 0 5 15,-4 12-4-15,4-8 2 0,0-4-3 0,-1 7-2 16,1-7 1-16,0 5-1 0,-1-3-6 0,-1 2-2 16,1 1 15-16,0 0-13 0,0-2-5 0,-2 2 10 0,2 1 0 15,1-1-7-15,-2 1 3 0,2 1-3 0,-1-2-11 16,-1 1-14-16,-1 1 16 0,3 1 1 16,-1 1 3-16,-2-4 6 0,2 3-5 0,-2 0-19 15,2-5 12-15,-4 8-25 0,5-5 20 0,-2 0-15 16,0 2 18-16,1-1-3 0,-3 0-1 0,3 2-4 0,-2-3-6 15,2 1 1-15,-3 0 2 0,4-1-3 16,0 2 4-16,-1-1-2 0,-2 0 4 0,3 2 9 16,-1 0-7-16,-4 2 3 0,5-4 5 0,0 2-6 15,-1-2-5-15,1 1 5 0,0-2-2 0,-3-1-1 16,3 3-2-16,-1-1 0 0,-2-1 11 0,2 0-12 0,1 0 3 16,-3 0 2-16,2 2-4 0,0-3 1 0,-2 2 3 15,2 1-5-15,1 0-1 0,-3-1 5 16,2 3-3-16,1-4-4 0,-2 1-4 0,-1 4 6 15,-1-4 0-15,3 2-2 0,1 2 2 0,-3-4-6 0,2 1 1 16,1 2-5-16,-4-1 4 0,3 0 3 0,1-2-3 16,0-1 5-16,0 0-9 0,0 0 3 0,-3 0 0 15,3 0-5-15,-1 1 1 0,1-1-10 16,0-2 12-16,-2 0 2 0,0 0-1 0,2 2-3 16,-1-4-1-16,1-2 0 0,0 9 3 0,0-5 0 0,0-1-3 15,-4-2 0-15,4-1 0 0,0 6 4 0,0-6-2 16,-2 8 3-16,2-6-2 0,0-2 7 0,0 0-21 15,-2 5 0-15,2-5 11 0,0 0 3 16,-3 4 2-16,3-4-3 0,0 0 0 0,0 0 4 16,0 0 2-16,0 4 1 0,0-4 5 0,0 0-5 0,0 0 0 15,0 0-2-15,0 0-1 0,0 0-1 0,0 0 1 16,0 0 4-16,0 0-3 0,0 0-2 0,0 0 0 16,0 0-21-16,0 0-4 0,0 0-22 15,0 0-43-15,0 0-38 0,0 0-52 0,0 0-40 0,0 0-46 16,8-9-55-16,-5 6-46 0,-3 3-249 0,1-10-661 15,1 6 293-15</inkml:trace>
  <inkml:trace contextRef="#ctx0" brushRef="#br0" timeOffset="21370.5228">18910 15436 4 0,'0'0'196'0,"5"-3"-8"15,-5 3-19-15,0 0-8 0,4-2 4 0,-4 2-21 16,0 0-6-16,0 0-7 0,0 0-7 0,0 0-10 15,0 0-2-15,3-3-7 0,-3 3-5 0,0 0-1 16,0 0-5-16,0 0-3 0,0 0-7 0,0 0 3 16,0 0-4-16,0 0 3 0,0 0 0 0,0 0 2 15,0 0-4-15,0 0 1 0,0 0 2 0,0 0-2 16,0 0 2-16,0 0-4 0,0 0 2 0,0 0 3 16,0 0 1-16,0 0-3 0,0 0 5 0,2 8-5 15,-2-8-3-15,3 3 3 0,-3-3 1 0,0 0-10 16,0 0-22-16,-4 6 18 0,4-6-4 0,0 0-2 15,-1 6 0-15,1-6-10 0,0 5 0 0,0-5 2 16,-2 5 2-16,2-5-5 0,-1 4 1 0,0-1 4 16,0 2 1-16,-2-2-5 0,3 1 2 0,-1-1-6 15,1 3-2-15,-4-2 3 0,4 0-6 0,-1 0-8 16,-1 2 1-16,0-2 3 0,-1 0-4 0,3 0-4 16,-2 3-1-16,0-2-1 0,1 1-3 0,0 0 6 15,1 3 1-15,-4-2-3 0,3 3-5 0,-2-2 5 16,1 1-2-16,-1-1 3 0,2-1-1 0,-2 3 5 15,3-1-4-15,-1 1 1 0,1-3-5 0,-3 3 0 16,2-1-1-16,-3 0-5 0,3 2 2 0,-2-4-1 0,2 5-5 16,-1-3-1-16,-1-1-1 0,3-1-2 15,-4 1 2-15,4 2-1 0,-4-1-5 0,3 0 1 16,0-2-2-16,-2 0 2 0,2-1-1 0,-3 1 2 16,4 0 2-16,0-1-3 0,-4 1 3 0,4 2 1 15,0-4 2-15,0 2-3 0,-1-1 2 0,-2-1-11 0,3 2 10 16,0-1-3-16,0 1-1 0,-2-2 0 0,-1 0-3 15,3 1 1-15,-1 0-4 0,1 0 2 16,-2 1-4-16,2-1 0 0,-2 0 1 0,2 0 2 16,-1 1-3-16,1-1-1 0,-3 0-1 0,3 0 0 15,0 0-2-15,0 1 3 0,-1-1-4 0,1 0 3 0,0 2-1 16,0-4 2-16,0 7-3 0,0-7 0 0,0 2-3 16,0-1 3-16,0 0 0 0,0-3-1 0,0 4-1 15,0-6 1-15,0 6-6 0,0-6 5 16,0 5 2-16,0-5-1 0,0 3 1 0,0-3-3 0,0 5 1 15,0-5-1-15,0 0 2 0,0 0-4 0,0 6 4 16,0-6-4-16,0 0 2 0,0 0-1 0,0 4 2 16,0-4 0-16,0 0 1 0,0 0 0 0,0 0-4 15,0 0 4-15,0 0-2 0,0 0 3 16,0 3-2-16,0-3 0 0,0 0 0 0,0 0-3 0,0 0 1 16,0 0-2-16,0 0 5 0,0 0-3 0,0 0 0 15,0 0-2-15,0 0 3 0,-2 4-2 0,2-4 5 16,0 0-6-16,0 0 4 0,0 0 0 15,0 0 1-15,0 0 0 0,0 0 1 0,0 0-4 16,0 0 3-16,0 0 1 0,0 0 0 0,0 0-1 0,0 0-12 16,0 0 5-16,0 0-24 0,0 0-33 0,0 0-31 15,0 0-41-15,0 0-63 0,6-10-77 0,-5 7-83 16,7-1-91-16,-2 3-382 0,-1-2-899 0,2-1 397 16</inkml:trace>
  <inkml:trace contextRef="#ctx0" brushRef="#br0" timeOffset="23379.3534">9707 18849 109 0,'0'0'111'0,"0"0"1"15,0 0-8-15,0 0 1 0,0 0-2 0,0 0-1 16,0 0 5-16,0 0-4 0,0 0 5 0,0 0 6 16,0 0-3-16,0 0 5 0,0 0-2 0,0 0 2 15,0 0-1-15,0 0-1 0,0 0 1 16,0 0-2-16,0 0-5 0,0 0-5 0,0 0-3 16,18-23-1-16,-18 23-7 0,0 0-2 0,0 0 0 15,0 0 0-15,0 0-9 0,0 0 4 0,0 0-10 16,0 0 2-16,0 0-5 0,0 0-4 0,0 0 0 15,0 0-4-15,0 0 2 0,0 0 4 0,0 0-6 16,0 0 1-16,0 0-3 0,0 0 3 0,0 0 1 16,0 0 6-16,0 0 3 0,0 0 6 0,0 0 8 15,0 0 1-15,0 0-3 0,0 0-8 0,0 0 1 16,0 0-2-16,0 0-3 0,0 0-4 0,0 0-3 16,0 0-9-16,0 0 7 0,0 0-6 0,-23 47-3 15,23-47-4-15,-8 14-7 0,8-14-4 16,-11 14-5-16,11-14-3 0,-12 13-2 0,12-13-6 0,-7 15 2 15,7-15-5-15,-10 15-1 0,10-15-4 0,-9 15-1 16,9-15-1-16,-9 15 1 0,9-15-9 0,-8 13 5 16,8-13-4-16,-10 14 4 0,10-14-4 0,0 0 1 15,-12 16-2-15,12-16-2 0,0 0 0 16,-9 15-1-16,9-15 1 0,0 0-3 0,-7 10 4 16,7-10-6-16,0 0 8 0,0 0-6 0,0 0 0 15,0 0 0-15,0 0-1 0,-8 14-2 0,8-14 2 16,0 0-1-16,0 0-3 0,0 0 2 0,0 0 5 15,0 0-7-15,0 0 0 0,0 0 2 0,0 0 2 16,0 0-3-16,0 0 4 0,0 0-2 0,0 0-2 16,0 0 0-16,0 0 6 0,0 0 0 0,0 0-4 15,0 0-1-15,0 0 1 0,0 0 4 0,0 0-4 16,0 0-5-16,0 0 3 0,0 0-7 0,0 0-5 16,0 0-11-16,0 0-6 0,0 0-23 15,0 0-14-15,0 0-26 0,0 0-31 0,0 0-37 16,0 0-37-16,0 0-40 0,0 0-52 0,0 0-60 15,0 0-318-15,0 0-723 0,0 0 321 0</inkml:trace>
  <inkml:trace contextRef="#ctx0" brushRef="#br0" timeOffset="24989.706">14565 18774 24 0,'0'0'99'0,"0"0"0"0,0 0-6 16,0 0 0-16,0 0-8 0,0 0 1 15,0 0 5-15,0 0-3 0,0 0-2 0,0 0-7 16,0 0 3-16,0 0-1 0,0 0-1 0,0 0 1 15,0 0 0-15,0 0 1 0,0 0-3 0,0 0-4 16,0 0-5-16,0 0 1 0,0 0-11 0,0 0-2 16,0 0-6-16,0 0-2 0,0 0-2 0,0 0-2 15,0 0 4-15,0 0-1 0,50-3 3 0,-50 3 4 16,0 0 1-16,0 0 2 0,0 0-1 0,0 0 4 16,0 0-2-16,0 0 0 0,0 0-4 0,0 0 0 15,0 0-2-15,0 0 0 0,0 0-3 0,0 0-2 16,0 0-6-16,10-12 4 0,-10 12-2 0,0 0-5 15,0 0 6-15,0 0-7 0,0 0 5 0,0 0 3 16,0 0 0-16,0 0 3 0,0 0 5 16,0 0 1-16,0 0 0 0,1-15 6 0,-1 15-9 15,0 0 9-15,0 0-9 0,0 0-6 0,0 0 2 16,0 0 2-16,0 0-6 0,0 0-7 0,0 0 2 16,0 0-5-16,0 0 0 0,0 0-2 0,0 0 0 15,0 0-4-15,0 0 1 0,0 0-5 0,0 0-1 16,0 0-3-16,0 0-3 0,0 0-5 0,0 0 4 15,0 0-11-15,0 0 5 0,0 0 6 0,0 0-5 16,0 0-2-16,0 0 0 0,0 0 4 0,0 0 5 16,0 0-5-16,0 0 0 0,-28 44 3 0,28-44-2 15,-9 18-4-15,4-7 2 0,5-11-3 0,-7 19-7 16,7-19 0-16,-11 18 5 0,11-18 0 0,-8 19-2 16,8-19 1-16,-7 19-5 0,7-19 1 15,-8 17 1-15,8-17 0 0,-6 17 0 0,6-17 6 0,-8 14-10 16,8-14-1-16,0 0 8 0,-9 18-7 15,9-18 6-15,-5 15-7 0,5-15 3 0,0 0 3 0,-8 19-5 16,8-19 6-16,-2 12-3 0,2-12 6 16,0 0-12-16,0 0-3 0,-7 18 7 0,7-18 3 15,0 0-5-15,0 0 6 0,-6 15 0 0,6-15-4 16,0 0-5-16,0 0 4 0,0 0-3 0,-8 13 1 16,8-13-1-16,0 0 5 0,0 0-5 0,0 0-4 15,0 0 11-15,0 0-8 0,0 0 3 0,0 0 0 16,0 0 5-16,0 0-2 0,-18 6-4 0,18-6 10 15,0 0-13-15,0 0 0 0,0 0 11 0,0 0-10 16,0 0 7-16,0 0-3 0,0 0-1 0,0 0 2 16,0 0-4-16,0 0 1 0,0 0 9 0,0 0-9 15,0 0 10-15,0 0-13 0,0 0-1 16,0 0-8-16,0 0-10 0,0 0 1 0,0 0-18 16,0 0-11-16,0 0-15 0,0 0-30 0,0 0-27 15,0 0-40-15,0 0-44 0,0 0-45 0,0 0-41 16,0 0-248-16,0 0-586 0,0 0 259 0</inkml:trace>
  <inkml:trace contextRef="#ctx0" brushRef="#br0" timeOffset="26687.4373">19679 18524 19 0,'0'0'114'0,"0"0"-3"15,0 0 5-15,0 0-5 0,0 0 9 0,0 0 5 16,0 0-3-16,0 0 2 0,0 0 3 0,0 0 10 15,0 0-1-15,0 0 0 0,0 0 5 0,0 0-7 16,0 0 9-16,0 0 0 0,0 0-6 0,0 0 1 16,0 0-2-16,0 0-8 0,0 0 1 0,0 0-3 15,0 0-6-15,0 0-2 0,0 0-6 0,0 0-12 16,0 0-1-16,0 0-13 0,0 0 6 0,0 0-3 16,0 0-10-16,0 0 6 0,0 0-11 0,0 0 7 15,0 0 0-15,0 0-1 0,0 0-12 0,0 0 7 16,0 0-3-16,0 0 1 0,0 0 0 0,0 0-5 15,0 0 3-15,0 0-5 0,0 0 0 0,0 0-4 16,0 0-11-16,0 0 5 0,-6 39-6 0,6-39 1 16,0 0-3-16,-4 22-3 0,4-22-12 0,0 0-2 15,-4 21 2-15,4-21-6 0,-3 20-2 0,3-20-2 16,-3 21-12-16,3-21 6 0,-4 19 1 0,4-19-5 16,-4 19 1-16,4-19 3 0,-3 21-5 15,1-8 4-15,2-13-8 0,-6 19-11 0,6-19 11 16,-3 22-2-16,2-11 3 0,1-11-6 0,-6 21 2 0,6-21-1 15,-5 20 0-15,5-20-3 0,-6 21 6 16,6-21-1-16,-2 18-4 0,2-18 3 0,-7 19-3 16,7-19-2-16,-3 14 4 0,3-14-5 0,0 0 4 15,-4 17 0-15,4-17 0 0,0 0-4 0,-7 14 4 16,7-14-8-16,0 0 9 0,-7 14-5 0,7-14 4 16,0 0-2-16,0 0-4 0,-7 15 4 0,7-15 2 15,0 0-3-15,0 0 0 0,0 0 6 0,0 0-5 16,-1 16-2-16,1-16 3 0,0 0-11 0,0 0 17 15,0 0-5-15,0 0-6 0,0 0 5 0,1 19-8 16,-1-19 5-16,0 0-8 0,0 0 8 0,0 0 3 16,0 0-3-16,0 0 1 0,0 19-6 0,0-19 1 15,0 0 3-15,0 0 0 0,0 0-1 0,0 0 0 16,0 0-2-16,0 0 2 0,0 0 0 0,0 0 3 16,0 0 0-16,0 0 0 0,0 0-8 15,0 0 7-15,0 0 0 0,0 0 5 0,0 0-4 0,0 0-2 16,0 0 3-16,0 0-1 0,0 0-4 15,0 0-6-15,0 0-9 0,0 0 0 0,0 0-7 16,0 0-10-16,0 0-14 0,0 0-3 0,0 0-27 0,0 0-24 16,0 0-15-16,0 0-34 0,0 0-43 0,0 0-50 15,0 0-56-15,0 0-73 0,0 0-239 16,0 0-664-16,0 0 294 0</inkml:trace>
  <inkml:trace contextRef="#ctx0" brushRef="#br0" timeOffset="28941.3496">26579 18491 14 0,'0'0'47'0,"0"0"-2"15,0 0 8-15,0 0-2 0,0 0-2 0,0 0 1 16,0 0 12-16,0 0 14 0,0 0-14 0,0 0-11 16,0 0 14-16,0 0 1 0,0 0 0 15,0 0-4-15,0 0 7 0,0 0-5 0,0 0 0 0,0 0 1 16,0 0 2-16,0 0-2 0,0 0 5 0,0 0 0 15,0 0 1-15,0 0 5 0,0 0-3 0,0 0-2 16,0 0 2-16,0 0-8 0,0 0 2 16,0 0 0-16,0 0-4 0,0 0-1 0,0 0-1 15,0 0 7-15,0 0-5 0,0 0-3 0,0 0 1 16,0 0-3-16,0 0-1 0,0 0 2 0,0 0-3 16,0 0-2-16,0 0-2 0,0 0 3 0,0 0-2 15,0 0-5-15,0 0-5 0,0 0 0 0,0 0-1 16,0 0 1-16,0 0 3 0,0 0 5 0,0 0 1 15,0 0 1-15,0 0-3 0,0 0-5 0,0 0 2 16,0 0-6-16,0 0 0 0,0 0-2 0,0 0-5 16,0 0 0-16,0 0 7 0,0 0-2 0,0 0-2 15,0 0 3-15,0 0-2 0,0 0 1 0,0 0 0 16,0 0-10-16,0 0-4 0,0 0 9 0,0 0-1 16,0 0-4-16,0 0-4 0,-9 30-5 0,9-30 0 15,0 0 5-15,0 0-1 0,-12 12-9 0,12-12 2 16,0 0 14-16,0 0-17 0,-14 12 9 0,14-12-1 15,0 0 2-15,0 0 0 0,-9 14 7 0,9-14-9 16,0 0-2-16,0 0-5 0,-12 11 5 0,12-11-4 16,0 0 3-16,-7 15 4 0,7-15-2 0,0 0-5 15,-6 13 0-15,6-13-5 0,0 0 1 16,-6 13 6-16,6-13-13 0,0 0 2 0,-4 16 0 16,4-16 3-16,0 0-3 0,-5 14 2 0,5-14 4 15,0 0-5-15,-5 17-8 0,5-17 9 0,0 0-3 16,-5 18 5-16,5-18-5 0,0 0 2 0,-3 18-4 15,3-18-2-15,0 0 7 0,-5 16-2 0,5-16-10 16,0 0 1-16,-4 16 4 0,4-16 3 0,0 0 2 16,0 0-7-16,-2 16 6 0,2-16-3 0,0 0-9 15,0 0 9-15,-8 17 2 0,8-17-9 0,0 0 3 16,0 0 1-16,0 0-3 0,-5 17 13 0,5-17-8 16,0 0 0-16,0 0-7 0,-8 15 7 0,8-15-2 15,0 0 2-15,-4 12-1 0,4-12-1 0,0 0 9 16,0 0-10-16,-5 15 7 0,5-15-3 0,0 0-3 15,0 0 1-15,-6 15 3 0,6-15 0 0,0 0-4 16,0 0 1-16,0 0 2 0,-8 15-2 0,8-15 0 16,0 0 1-16,0 0-2 0,0 0-3 15,0 0 7-15,-3 17-3 0,3-17-3 0,0 0-6 16,0 0 12-16,0 0-2 0,-3 15 4 0,3-15-3 16,0 0-5-16,0 0 2 0,-4 16 2 0,4-16-4 15,0 0 6-15,0 0-15 0,0 0 15 0,-4 17-9 16,4-17 8-16,0 0-7 0,0 0-1 0,0 0 0 15,-5 15 0-15,5-15 6 0,0 0 5 0,0 0-7 16,0 0 2-16,-4 19 4 0,4-19-7 0,0 0 2 16,0 0 3-16,0 0-1 0,0 0-7 0,0 0 7 15,-5 13-4-15,5-13 7 0,0 0 4 0,0 0-8 16,0 0-6-16,0 0 3 0,0 0-2 0,0 0 9 16,0 0 4-16,0 0-5 0,0 0-8 0,0 0 7 15,0 0-4-15,0 0 1 0,0 0 3 0,0 0 0 16,0 0-3-16,0 0 1 0,0 0 8 0,0 0-4 15,0 0-1-15,0 0 5 0,0 0-7 0,0 0-4 16,0 0 2-16,0 0-5 0,0 0-8 0,0 0-21 16,0 0-19-16,0 0-25 0,0 0-35 0,0 0-39 15,0 0-41-15,0 0-44 0,0 0-63 16,0 0-296-16,0 0-644 0,0 0 285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8-10T11:39:10.119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2843 784 264 0,'0'0'375'15,"0"0"-4"-15,0 0-5 0,0 0-4 16,0 0-4-16,0 0 2 0,0 0 5 0,3-28 3 16,-3 28 2-16,0 0-2 0,0 0 2 0,0 0 12 15,0 0-7-15,0 0-4 0,0-16-13 0,0 16-6 16,0 0-14-16,0 0-17 0,0 0-20 0,0 0-16 15,0 0-24-15,0 0-21 0,0 0-29 0,0 0-112 0,0 0-99 16,0 0 0-16,0 0 0 0,0 0 0 16,0 0 0-16,0 0 0 0,0 0 0 0,0 0 0 15,-4 64 0-15,3-45 0 0,-3 0 0 0,-1 5 0 16,-3 2 0-16,-2-2 0 0,1 2 0 0,-3 3 0 16,-2 1 0-16,1 0 0 0,-2 1 0 0,-2-2 0 15,0-1 0-15,-1-1 0 0,0 3 0 0,2-3 0 16,-1-2 0-16,0-1 0 0,5 0 0 0,1-1 0 15,-2-7 0-15,7 0 0 0,-2 2 0 0,4-4 0 16,-2-1 0-16,2-3 0 0,0 0 0 0,3-1 0 16,-2-1 0-16,2-2 0 0,-3-4 0 0,3 3 0 15,1-5 0-15,-3 6 0 0,3-6 0 0,0 0 0 16,0 0 0-16,0 0 0 0,0 0 0 0,0 0 0 16,0 0 0-16,8-20-72 0,-4 9-406 0,1 1-60 15,9-13-73-15,-6 5-471 0,2-4-1173 16,0 4 519-16</inkml:trace>
  <inkml:trace contextRef="#ctx0" brushRef="#br0" timeOffset="401.2586">2755 937 289 0,'0'0'431'0,"11"-20"0"0,-11 20 11 15,12-20 11-15,-7 10-6 0,-5 10-6 0,10-20-16 16,-10 20-17-16,9-19-11 0,-9 19-14 0,8-14-3 15,-8 14-14-15,5-12-16 0,-5 12-12 0,0 0-17 16,0 0-13-16,9-18-11 0,-9 18-17 0,0 0-20 16,0 0-18-16,0 0-17 0,0 0-19 0,0 0-135 15,0 0-71-15,0 0 0 0,0 0 0 0,0 0 0 16,0 0 0-16,0 0 0 0,0 0 0 0,0 0 0 16,14 23 0-16,-9-6 0 0,-1 2 0 0,6 9 0 15,-3 0 0-15,0 1 0 0,3 0 0 0,-1 3 0 16,0 1 0-16,-1-2 0 0,1 0 0 0,0 2 0 15,-4 0 0-15,0-3 0 0,-2 0 0 0,2-5 0 16,-4 2 0-16,1-2 0 0,1-8 0 0,-2 0 0 16,1 2 0-16,0 1 0 0,0-3 0 0,0-5 0 15,-2 1 0-15,0-1 0 0,0-2 0 0,1-2 0 16,2 0 0-16,-3-3 0 0,0-5 0 0,0 6 0 16,0-6 0-16,0 5 0 0,0-5 0 0,0 0 0 15,0 0 0-15,0 0 0 0,0 0 0 16,0 0 0-16,1-24 0 0,-2 12-74 0,-3 0-442 0,0-4-49 15,-1 0-48-15,-4 1-458 0,0 1-1159 0,2-3 512 16</inkml:trace>
  <inkml:trace contextRef="#ctx0" brushRef="#br0" timeOffset="687.9048">2687 1200 256 0,'-11'-1'334'0,"2"-1"15"15,-3 0 30-15,6-1 19 0,1 2 20 16,5 1 17-16,-9 1 6 0,9-1-3 0,0 0-1 15,0 0-3-15,-13-1-11 0,13 1-10 0,0 0-24 16,-4-2-11-16,4 2-19 0,0 0-18 0,0 0-34 16,0 0-25-16,0 0-23 0,0 0-31 0,0 0-21 15,30 0-21-15,-9 0-86 0,11 0-100 0,3 0 0 16,-1 0 0-16,2-4 0 0,2 1 0 0,-6 3 0 16,0-1 0-16,-2 0 0 0,-1-1 0 0,-9 1 0 15,-2 1 0-15,-5 0 0 0,0 0 0 0,-3-1 0 16,-3 1 0-16,-1 1 0 0,-6-1 0 0,0 0 0 15,16 0 0-15,-16 0 0 0,6-1 0 0,-6 1 0 16,0 0 0-16,0 0-293 0,0 0-132 0,6 5-46 16,-6-5-61-16,0 0-85 0,0 0-359 0,0 0-1057 15,-13 11 468-15</inkml:trace>
  <inkml:trace contextRef="#ctx0" brushRef="#br0" timeOffset="1570.9133">3247 1342 393 0,'4'-5'482'0,"-4"5"-4"15,0-5 13-15,0 5-7 0,0 0-17 16,0 0-13-16,0 0-15 0,0 0-11 0,0-4-4 16,0 4-19-16,0 0-16 0,0 0-22 0,0 0-23 0,0 0-26 15,0 0-28-15,0 0-26 0,0 0-21 0,0 0-26 16,0 0-22-16,0 0-24 0,0 0-19 0,0 0-26 15,0 0-15-15,0 0-52 0,0 0-59 16,5 11 0-16,-4 0 0 0,3-2 0 0,0 1 0 16,0 2 0-16,1 3 0 0,0 1 0 0,1-1 0 15,-1 2 0-15,-2-6 0 0,1-1 0 0,-2 3 0 16,1 0 0-16,1-4 0 0,0 3 0 0,-1-2 0 0,0-1 0 16,-1 0 0-16,1-3 0 0,-2-1 0 0,1-2 0 15,-2 2 0-15,1 0 0 0,0-3 0 16,-1-2 0-16,1 4 0 0,-1-4 0 0,0 0 0 15,4 2 0-15,-4-2 0 0,0 0 0 0,0 0 0 16,0 0 0-16,7-10 0 0,-2 3 0 0,-3-2 0 16,2-3 0-16,0 1 0 0,2-4 0 0,0-1 0 15,-1 5 0-15,-2-1 0 0,2 2 0 0,1 1 0 16,-3-1 0-16,0 3 0 0,1 1 0 0,-1 1 0 16,0-1 0-16,1 3 0 0,-3-1 0 0,3-1 0 15,-4 2 0-15,1-2 0 0,-1 5 0 0,0 0 0 16,0-4 0-16,0 4 0 0,4-3 0 0,-4 3 0 15,0 0 0-15,0 0 0 0,8 13 0 0,-4-8 0 16,1 3 0-16,1 0 0 0,-1 1 0 0,3-1 0 16,-3 1 0-16,2 4 0 0,-1-5 0 0,3 7 0 15,-4-5 0-15,3-1 0 0,-2-1 0 0,-1-1 0 16,4 0 0-16,-6-2 0 0,1 0 0 0,-3 0 0 16,3-1 0-16,-2-3 0 0,-2-1 0 0,5 2 0 15,-5-2 0-15,3 3 0 0,-3-3 0 0,0 0 0 16,0 0 0-16,0 0 0 0,11-9 0 0,-5 1 0 15,1-11 0-15,1 3 0 0,2-8 0 0,0-2 0 16,3 3 0-16,-1-2 0 0,-1 1 0 0,-2-1 0 16,-3 6 0-16,1 4 0 0,-2 6 0 0,1-3 0 15,-2 3 0-15,0-2 0 0,-3 1 0 0,3 5 0 16,-4 0 0-16,4 0 0 0,-4 1 0 0,1 1 0 16,2-1 0-16,-3 4 0 0,0 0 0 0,0-6 0 15,0 6 0-15,1-4 0 0,-1 4 0 16,0 0 0-16,0 0 0 0,0 0 0 0,0 0 0 15,0 0 0-15,0 0 0 0,-6 11 0 0,7-6 0 0,-2 0 0 16,2 1 0-16,0 1 0 0,3-2 0 0,4 2-592 16,1 1-136-16,1-4-418 0,4 1-1240 0,-1-2 548 15</inkml:trace>
  <inkml:trace contextRef="#ctx0" brushRef="#br0" timeOffset="1902.338">4150 1313 202 0,'0'0'442'0,"-6"-10"-1"0,6 10 12 0,0 0 4 16,0 0-7-16,-5-3-8 0,5 3-15 0,0 0-16 15,0 0-14-15,0 0-13 0,0-4-6 0,0 4-5 16,0 0-9-16,0 0-22 0,0 0-18 0,0 0-21 15,9-1-26-15,-9 1-29 0,0 0-24 0,17 1-23 16,-4-3-24-16,7 0-13 0,0 2-18 0,3 0-12 16,-5-2-104-16,5 1-30 0,-4 0 0 0,-3 2 0 15,-4-3 0-15,1 3 0 0,-5-2 0 0,5 1 0 16,-7 1 0-16,-1 0 0 0,-5-1 0 0,9-1 0 16,-9 1 0-16,8 0 0 0,-8 0-93 0,0 0-197 15,0 0-31-15,6 4-13 0,-6-4-11 0,0 0-32 16,-10 5-34-16,10-5-37 0,-15 6-22 0,3-2-28 15,-2-2-270-15,-4 2-831 0,3-3 368 0</inkml:trace>
  <inkml:trace contextRef="#ctx0" brushRef="#br0" timeOffset="2194.4665">4153 1383 164 0,'0'0'197'0,"-4"4"7"0,4-4 13 16,-5 4 11-16,0 0 17 0,5-4 8 15,0 0-6-15,-5 6 28 0,5-6-4 0,0 0 0 16,0 3 24-16,0-3 10 0,0 0 6 0,0 0-5 0,0 0 2 15,0 8 1-15,0-8 7 0,0 0 11 16,10 5-1-16,-4-1-1 0,-3 0 0 0,6-4-10 16,-1 3-12-16,3 1-11 0,1-2-17 0,2 1-19 15,1 4-10-15,-1-10-8 0,3 6-14 0,-2-2-207 16,-1-2-17-16,-5 2 0 0,5-1 0 0,-1 0 0 16,-2-1 0-16,0 1 0 0,-1 0 0 0,-10 0 0 15,13 0 0-15,-13 0 0 0,9 0 0 0,-9 0 0 16,7 0 0-16,-7 0 0 0,0 0 0 0,0 0 0 15,0 0 0-15,0 0 0 0,9 0 0 0,-9 0 0 16,0 0 0-16,0 0 0 0,0 0 0 0,0 0 0 16,0 0-267-16,5 3-213 0,-5-3-56 0,0 0-74 15,0 0-440-15,0 0-1137 0,0 0 503 0</inkml:trace>
  <inkml:trace contextRef="#ctx0" brushRef="#br0" timeOffset="4771.2302">6953 706 121 0,'0'0'351'0,"0"0"-6"0,9-22-7 0,-9 22-1 0,0 0 0 15,4-14 0-15,-4 14 0 0,0 0-13 16,0 0-6-16,5-15-8 0,-5 15-11 0,0 0-10 16,0 0-13-16,0 0-11 0,0 0-17 0,0 0-14 0,0 0-22 15,0 0-14-15,0 0-22 0,0 0-14 16,0 0-27-16,0 0-14 0,0 0-17 0,0 0-14 15,0 0-8-15,0 0-6 0,0 0-8 0,0 0-6 16,0 0-5-16,0 0-3 0,-34 53 4 0,21-33-5 16,0 3 4-16,-4 0-3 0,3 1-2 0,0 4-3 15,-2-2-6-15,-1 0-2 0,0 3-5 0,2 0 1 16,-1-3-9-16,1 3 0 0,3-5 4 0,3 2-5 16,4-8-4-16,-2 1 3 0,7-2-2 0,0-4-5 15,8 1-1-15,2 1 2 0,5-5 0 0,8 3-1 16,7-6-2-16,-2 0 3 0,10-7 4 0,2 0-7 15,-4-1-2-15,-3-7 11 0,-1 2 26 0,-4-5 11 16,0 1 2-16,-4-1 6 0,-7 0-2 16,1 2 1-16,-8-2-2 0,0 1-11 0,-2-6-9 15,-6 5-10-15,-2-2-5 0,-3 1-22 0,-5-2-11 16,-5 2 0-16,-1 0 0 0,-8 1 0 0,-4 3 0 0,-4 1 0 16,-3 4 0-16,2 2 0 0,-2 4 0 0,4-1 0 15,-2 5-121-15,3 0-64 0,1 3-79 0,9-2-85 16,0 2-86-16,4 1-90 0,4-4-80 15,6-1-347-15,-1 2-1030 0,5-3 456 0</inkml:trace>
  <inkml:trace contextRef="#ctx0" brushRef="#br0" timeOffset="5444.2045">6344 1481 2 0,'0'0'275'0,"0"0"-4"16,0 0-1-16,0 0-6 0,0 0-6 15,-20 1 1-15,14-2 0 0,6 1-2 0,-10 1 1 16,2 0-3-16,-1-2 3 0,9 1 6 0,-18 0 4 16,8 1 1-16,2 1-6 0,-2-2-3 0,0 0 4 0,1 1-21 15,0-1-2-15,0 0-16 0,1 3-13 0,1-3-18 16,7 0-7-16,-12 0-14 0,7 0-11 16,5 0-15-16,-9 0-11 0,9 0-18 0,0 0-5 15,-8 2-2-15,8-2 9 0,0 0-5 0,0 0-2 16,0 0-15-16,0 0-10 0,17 3-9 0,0-3-3 15,12 1-6-15,7 1 3 0,20-4-8 0,11 4 6 0,32-2-9 16,15 0 1-16,6-3-6 0,11-8-5 16,9 8-14-16,8-3 9 0,9-6-6 0,2-1 15 15,2 2 7-15,0-1-55 0,-9 0-8 0,-18 1 0 16,-10 7 0-16,-20-3 0 0,-42 3 0 0,-3 4 0 16,-23 0 0-16,-4-1 0 0,-10 0 0 0,-7 0 0 0,-1 2 0 15,-5-2 0-15,-1 1 0 0,-1-1 0 16,-2 1 0-16,-5 0 0 0,7-1 0 0,-7 1 0 15,0 0 0-15,0 0 0 0,0 0 0 0,0 0 0 16,-19 5 0-16,12-2-115 0,3 1-196 0,4-4-57 16,-6-1-18-16,6 1-49 0,-5 2-47 0,5-2-64 15,-3 3-379-15,3-3-1002 0,0 0 444 0</inkml:trace>
  <inkml:trace contextRef="#ctx0" brushRef="#br0" timeOffset="10541.6345">6207 1909 157 0,'0'0'348'0,"0"0"-10"0,-10 0 1 0,10 0-4 15,0 0-3-15,-6 1-1 0,6-1-11 0,0 0-7 0,-5-3 3 16,5 3-5-16,0 0-3 0,0 0-8 0,0 0-12 16,-4-2-7-16,4 2-8 0,0 0-13 0,0 0-9 15,0 0-15-15,0 0-17 0,0 0-8 0,2-10-16 16,-2 10-21-16,0 0-16 0,0 0-8 16,0 0-14-16,0 0-17 0,0 0-19 0,0 0 2 15,0 0-22-15,0 0-5 0,0 0-10 0,0 0-6 16,0 0-5-16,0 0-6 0,0 0-3 0,0 0-11 0,0 0-4 15,0 0-4-15,0 0 6 0,0 0-11 16,0 0 4-16,0 0-3 0,0 0-4 0,0 0-2 16,0 0-3-16,0 0-2 0,0 0 0 0,0 0-4 15,0 0-1-15,0 0-2 0,0 0-5 0,0 0 10 16,0 0-5-16,0 0 7 0,0 0-12 0,0 0 5 16,0 0-4-16,0 0 8 0,0 0-5 0,0 0 1 15,0 0 1-15,0 0-6 0,0 0 4 0,0 0 0 16,0 0-9-16,0 0 20 0,0 0 3 0,0 0-11 15,0 0 13-15,0 0 7 0,0 0 5 0,0 0 0 16,0 0-4-16,0 0-2 0,0 0-1 0,0 0-3 16,0 0-19-16,0 0-2 0,0 0 0 0,0 0 0 15,0 0 0-15,0 0 0 0,0 0 0 0,0 0 0 16,0 0 0-16,0 0 0 0,0 0 0 0,0 0 0 16,0 0 0-16,0 0 0 0,0 0 0 0,0 0 0 15,0 0 0-15,0 0 0 0,0 0 0 0,0 0 0 16,0 0 0-16,0 0 0 0,0 0 0 0,0 0-214 15,0 0-115-15,0 0-106 0,0 0-110 0,0 0-109 16,0 0-349-16,0 0-1086 0,0 0 481 0</inkml:trace>
  <inkml:trace contextRef="#ctx0" brushRef="#br0" timeOffset="11228.2998">6465 2376 73 0,'0'0'284'0,"0"0"-7"16,0 0 1-16,0 0 0 0,0 0-5 0,0 0 2 0,-4 5 7 15,4-5 6-15,0 0-1 0,0 0 6 0,0 0 6 16,0 0 4-16,0 0 2 0,0 0-1 16,0 0 1-16,0 0-4 0,0 0-4 0,0 0-7 15,0 0 4-15,0 0-2 0,0 0-12 0,0 0 1 16,0 0-4-16,0 0-16 0,0 0-18 0,-8-16-9 16,3 13-18-16,0-2-11 0,-2-1-9 0,0-1-76 0,-3 1-120 15,0-1 0-15,-3-4 0 0,-4-2 0 16,-1-6 0-16,1 6 0 0,-5-5 0 0,0-2 0 15,3 2 0-15,-4 0 0 0,2-1 0 0,2 1 0 16,0-4 0-16,1 2 0 0,6 4 0 0,-3-5 0 16,6 4 0-16,-1-1 0 0,4 2 0 0,2-3 0 15,0 2 0-15,5-1 0 0,1-2 0 0,2-1 0 16,3 3 0-16,3-4 0 0,-1 4 0 0,2 2 0 16,3 0 0-16,2-3 0 0,2 6 0 0,-5 1 0 15,6 1 0-15,-5 0 0 0,4 5 0 0,0-3 0 16,0 4 0-16,-8-1 0 0,4 1 0 0,-4 3 0 15,-1-2 0-15,3 4 0 0,1 2 0 0,-3-1 0 16,0 2 0-16,-1 3 0 0,0 0 0 0,1 3 0 16,-3 1 0-16,-1-1 0 0,-3 4 0 0,-1 1 0 15,-1 0 0-15,-1 4 0 0,-1-2 0 0,-1 2 0 16,-5-1 0-16,-2 0 0 0,-2-1 0 0,0 1 0 16,-8 2 0-16,6-7 0 0,-1 3 0 0,-2-4 0 15,-1-3 0-15,3 2 0 0,-1-3 0 0,2-2 0 16,3-2 0-16,-3 1 0 0,4 1 0 0,1-4 0 15,3 2 0-15,5-3 0 0,-14 0 0 0,14 0 0 16,-13-3 0-16,8 2 0 0,-1-1 0 0,0 1 0 16,0-2 0-16,6 3 0 0,-9-3 0 0,9 3 0 15,-3-3 0-15,3 3 0 0,-7-1 0 0,7 1 0 16,0 0-178-16,0 0-360 0,0 0-39 0,27-1-58 16,-17 3-410-16,3 0-1130 0,6 1 500 0</inkml:trace>
  <inkml:trace contextRef="#ctx0" brushRef="#br0" timeOffset="11796.311">6635 2245 295 0,'4'-8'406'0,"-4"8"9"0,3-14-17 0,0 9-1 0,-3-1-19 15,0 0-9-15,0 1-15 0,0 5-8 0,-3-7-19 16,3 7-16-16,3-9-16 0,-3 9-18 0,0 0-21 16,0-7-25-16,0 7-21 0,0 0-22 0,0 0-20 15,0 0-19-15,0 0-18 0,0 0-14 0,0 0-20 16,-4-5-2-16,4 5-18 0,0 0-4 0,0 0-5 15,0 0-6-15,-14 15-6 0,14-15-8 0,-7 12 0 16,0-3-7-16,2-4-6 0,-1 4-1 0,-1-2-2 16,3-5-2-16,-1 4-5 0,1-1-4 0,1 1-5 15,3-6 0-15,-5 4-1 0,5-4-4 0,-5 4-3 16,5-4 2-16,0 0 0 0,-2 9-3 0,2-9-4 16,0 0 7-16,5 7-4 0,-1 0 4 15,1-3-4-15,4 0 3 0,-2-1-1 0,3 4-2 16,-1-2-3-16,-2 2 3 0,2-2-1 0,0 0 0 15,-1 1-6-15,-2-1 2 0,-2-1 0 0,4 4-4 0,-2-5 1 16,-2 2 0-16,0-1 0 0,-3 1-2 0,3-2 2 16,-4-3 5-16,0 8 0 0,0-2-2 15,0-6 4-15,-4 6-5 0,0-2 5 0,4-4 1 16,-14 7 2-16,8-3 0 0,-7-1 1 0,-3-1-3 16,-1 0-1-16,4 0 4 0,0 1-5 0,4-3 7 15,-2 2-2-15,2-2 3 0,9 0-9 0,-14-5-18 16,14 5-21-16,-9-2-35 0,9 2-52 0,-5-4-50 0,6-1-68 15,-1 5-74-15,8-11-79 0,7 2-86 16,-5 3-400-16,9-4-952 0,-1 2 421 0</inkml:trace>
  <inkml:trace contextRef="#ctx0" brushRef="#br0" timeOffset="12328.7862">7197 2010 46 0,'-2'-4'432'0,"2"-1"15"0,0 2 3 0,-3-3 2 15,3 1-6-15,0-1-11 0,0 6-12 0,3-8-16 16,-2 5-18-16,0-3-22 0,0 2-17 0,1-2-21 16,0 3-26-16,1-3-27 0,-1-1-30 0,4 2-24 15,-3-1-28-15,4 2-19 0,0 0-17 0,1 0-15 16,1 1-24-16,2-1-19 0,1 2-5 0,3 1-6 16,3 1-8-16,0 2-9 0,0 1-2 0,1 4-17 15,2-4-2-15,-3 3-6 0,-1 4-10 0,-1 2 5 16,-1-3-15-16,-6 1 5 0,3 3-6 0,-1-2-4 15,-5 0 0-15,1 0 2 0,-3 1 0 0,-3-2-5 16,0 1-3-16,-1 3-4 0,-5-3 8 0,-3 5 3 16,-6 0-6-16,-9 1 3 0,0-2-8 15,-6 1 8-15,1-1-2 0,-4-3-4 0,-3-1 2 16,1-2-3-16,6-4 0 0,-2-3-1 0,9-2 32 0,0 1 14 16,5-2 28-16,0 1 7 0,2-3-91 0,4-3 0 15,1-1 0-15,-2-2 0 0,4 0 0 0,2-5 0 16,-1 2 0-16,2-5 0 0,6-2 0 0,2 2 0 15,0 3 0-15,2-2 0 0,6-5 0 16,2 7 0-16,0 0 0 0,8-3 0 0,-8 8-272 0,12-7-69 16,-6 9-57-16,0 0-50 0,1 2-48 0,-1-2-58 15,1 3-393-15,-3-1-1027 0,-4 1 455 0</inkml:trace>
  <inkml:trace contextRef="#ctx0" brushRef="#br0" timeOffset="12696.0554">7349 1810 22 0,'-5'-11'405'16,"3"-5"46"-16,-1-2 43 0,2 1 5 0,1 1-2 16,-3-1 15-16,3 0-6 0,0 6 13 0,0 0-18 15,3 2-2-15,-2 2-18 0,-1 0-18 16,0 1-34-16,0 3-43 0,3 0-37 0,-3 3-42 0,0-5-36 16,0 5-34-16,0 0-24 0,0 0-63 0,6 21-150 15,-1-3 0-15,-1 9 0 0,0 2 0 0,-3 4 0 16,4 2 0-16,-1-1 0 0,-4 11 0 0,0 1 0 15,0-13 0-15,-4 0 0 0,3 1 0 0,-3 0 0 16,-1 12 0-16,1-12 0 0,0-2 0 0,-2-3 0 16,5 3 0-16,-2-3 0 0,-2-1 0 0,2-1 0 15,2 0 0-15,5-1 0 0,-4-2 0 0,-3-6 0 16,6 0 0-16,1 0 0 0,-3-1 0 0,2-6 0 16,-1-1 0-16,2 0 0 0,-8-3 0 0,8-1 0 15,-3 0 0-15,-1-1 0 0,0-5 0 0,3 8 0 16,-3-6 0-16,0-2 0 0,0 0 0 15,0 0 0-15,0 0 0 0,0 0 0 0,2 8 0 0,-2-8 0 16,0 0 0-16,0 0 0 0,17-17-324 0,-8 8-226 16,1-5-66-16,-2 0-502 0,7-2-1209 15,1-6 536-15</inkml:trace>
  <inkml:trace contextRef="#ctx0" brushRef="#br0" timeOffset="13213.9225">7734 2139 396 0,'3'-5'475'0,"3"-4"-1"0,-1 4-1 0,-4-2-4 16,3-1-18-16,-3 4-15 0,2-3-26 0,-2 2-32 16,-1 5-29-16,4-6-38 0,-4 6-33 0,1-5-27 15,-1 5-30-15,3-3-24 0,-3 3-24 0,0 0-22 16,0 0-16-16,0 0-8 0,0 0-17 0,0 0-9 15,-9 14-21-15,6-5 1 0,-1-1-6 0,-2 3-9 16,1-3-5-16,0 4-4 0,-3-1-9 0,-1-2-4 16,2 1-2-16,0-2-5 0,1 0-11 0,2-2 12 15,-1 3-15-15,2-5 4 0,0 1-2 0,3-5-4 16,-4 6-3-16,4-6 2 0,0 0-1 0,-3 6-2 16,3-6-2-16,0 0-3 0,0 6 3 0,0-6-5 15,0 0 4-15,12 6-4 0,-6-4-2 0,4 1 2 16,-1 2-1-16,1-1 1 0,2 2-10 0,-3-3 5 15,2 0-5-15,-2 5 9 0,0-3-7 0,0-4 0 16,-5 3-4-16,1-2 3 0,2 3 4 0,-5-2-4 16,2 1 1-16,-1 2-2 0,-1-2 3 0,1 3-1 15,-3-3 6-15,0-4 3 0,-8 10 1 0,3-5 5 16,-3 1 0-16,-1 0-4 0,-6 1 0 0,-2-1 1 16,-1-1-4-16,-1-3 3 0,8 1 0 0,-1 0-4 15,1-2 0-15,3 2 4 0,8-3 2 0,-12 2-6 16,12-2 6-16,-10 1 5 0,10-1-7 0,0 0 4 15,-9 3-4-15,9-3-2 0,0 0-22 0,0 0-40 16,0 0-28-16,0 0-22 0,-1-8-26 0,1 8-36 16,0 0-43-16,12-5-59 0,-5 4-59 15,2-3-50-15,-1 2-48 0,1 0-55 0,4 0-360 0,-4-3-906 16,5 2 400-16</inkml:trace>
  <inkml:trace contextRef="#ctx0" brushRef="#br0" timeOffset="14668.1426">9463 859 244 0,'0'0'380'0,"0"0"-4"0,0 0 8 0,0 0-9 15,0 0-17-15,0 0-6 0,0 0-12 0,24-13-21 16,-24 13-23-16,0 0-20 0,0 0-12 0,0 0-11 15,0 0-7-15,0 0-9 0,0 0-13 0,0 0-10 16,0 0-19-16,0 0-4 0,-69-7-4 0,69 7-8 16,-46-1-4-16,17 0-5 0,29 1 0 0,-41-3-4 15,41 3 3-15,-37 3-6 0,37-3 4 0,-38 0-1 16,38 0-3-16,-27 0-10 0,27 0-2 0,0 0-7 16,-36 1-1-16,36-1-7 0,0 0-71 0,0 0-65 15,0 0 0-15,-26 1 0 0,26-1 0 16,0 0 0-16,0 0 0 0,0 0 0 0,0 0 0 15,0 0 0-15,0 0 0 0,0 0 0 0,0 0 0 16,0 0 0-16,0 0 0 0,0 0 0 0,0 0 0 0,0 0 0 16,0 0 0-16,0 0 0 0,0 0 0 0,0 0 0 15,0 0 0-15,-24 5 0 0,24-5 0 16,0 0 0-16,0 0 0 0,0 0 0 0,0 0 0 16,0 0 0-16,0 0 0 0,-1 11 0 0,1-6 0 15,-4 2 0-15,4 3 0 0,-1 5 0 0,-2 3 0 16,3 7 0-16,-6 0 0 0,6 4 0 0,0 3 0 15,-4 2 0-15,0 1 0 0,3 12 0 0,-3-2 0 16,0 3 0-16,3 2 0 0,-4 1 0 0,2 1 0 16,-3 0 0-16,2-1 0 0,-4-2 0 0,3-14 0 15,1 1 0-15,-2 10 0 0,-1 1 0 0,3-12 0 16,1-2 0-16,-1 1 0 0,2-4 0 0,0-1 0 16,2 3 0-16,0-3 0 0,0-2 0 0,0-8 0 15,0 2 0-15,0-4 0 0,2 1 0 0,-2-3 0 16,2 2 0-16,-1-5 0 0,2-1 0 0,-3-2 0 15,0-2 0-15,0-7 0 0,3 13 0 0,-2-7 0 16,-1-6 0-16,1 8 0 0,-1-8 0 0,0 0 0 16,4 10 0-16,-4-10 0 0,0 0 0 0,0 0 0 15,0 0 0-15,0 0 0 0,-2 11 0 0,2-11 0 16,0 0 0-16,0 0 0 0,0 0 0 0,0 0 0 16,2 7 0-16,-2-7 0 0,0 0 0 0,0 0 0 15,0 0 0-15,17 2 0 0,-6-2 0 0,7 5 0 16,10-4 0-16,7 0 0 0,0-2 0 0,3 0 0 15,15-2 0-15,-16 3 0 0,4-2 0 0,-3-1 0 16,-2 1 0-16,0 0 0 0,-4 2 0 0,-3 2 0 16,-7 0 0-16,-4-2 0 0,2-2 0 0,-8 2 0 15,-12 0 0-15,19 0 0 0,-19 0 0 0,12 0 0 16,-12 0 0-16,10-4 0 0,-10 4 0 0,0 0 0 16,0 0 0-16,0 0 0 0,0 0 0 15,0 0 0-15,11 3 0 0,-11-3 0 0,0 0 0 16,0 0 0-16,0 0 0 0,0 0 0 0,0 0 0 15,0 0 0-15,0 0 0 0,0 0 0 0,7-6 0 0,-7 6 0 16,0 0-614-16,0 0-650 0,0 0-1367 0,2-14 605 16</inkml:trace>
  <inkml:trace contextRef="#ctx0" brushRef="#br0" timeOffset="16567.334">10071 963 244 0,'0'0'276'0,"-6"0"6"0,6 0-1 0,0 0 2 0,-6-1 29 16,6 1-11-16,0 0 4 0,0 0 7 0,-8-2 8 15,8 2 1-15,0 0 1 0,0 0 1 16,-2-3-10-16,2 3-2 0,-6-2-14 0,6 2-5 16,0 0-18-16,0 0-15 0,0 0-19 0,0 0-16 0,2-6-13 15,-2 6-17-15,0 0-25 0,0 0-21 0,7-7-10 16,-7 6-20-16,0 1-17 0,7-2-17 0,-2 0-2 15,2 2-13-15,1-1-3 0,4 0-20 0,-1 2 1 16,-1 2-9-16,3-1-2 0,0 1-6 16,2 2-2-16,-3 1-2 0,2 1-8 0,-3 2-4 15,1-2-4-15,-2 4 0 0,-1-5-3 0,-1 5-3 16,-1-3 6-16,0 2-4 0,-2-1 2 0,-3 2 1 0,2 0-4 16,-3 4 1-16,-1 1 2 0,-2-4-2 15,-5 5 3-15,-3-2 4 0,0 0-4 0,-3 3-2 16,-6 0-3-16,5-4 3 0,-1 0-1 0,2-3-5 15,0-1 0-15,6-4 4 0,0 2 6 0,-3-3-11 16,6 0 5-16,-1-1-4 0,1-2 6 0,2 2 9 16,2-4-1-16,-6 3 26 0,6-3 24 0,0 0 33 15,-1 4-72-15,1-4-26 0,0 0 0 0,0 0 0 16,0 0 0-16,5-14 0 0,3 5 0 0,1 0 0 0,6-2 0 16,-2-3 0-16,1-1 0 0,8-3 0 15,-7 3 0-15,4-5 0 0,2-3 0 0,-2 5 0 16,1-4 0-16,0 1 0 0,1 1 0 0,-4 2 0 15,3-1 0-15,2 1 0 0,-9 7 0 0,-3 1 0 16,-1 2 0-16,0-1 0 0,-5 4 0 0,1 1 0 16,0-1 0-16,-1 0 0 0,-3 1 0 0,3 1 0 15,-3 0 0-15,-1 3 0 0,4-2 0 0,-4 2 0 16,3-2 0-16,-3 2 0 0,0 0 0 0,0 0 0 16,0 0 0-16,-4 14 0 0,0-8 0 0,-1 2 0 15,-4 0 0-15,3 2 0 0,-1 1 0 0,2 0 0 16,-4 3 0-16,0 1 0 0,3-4 0 0,-2 2 0 15,-1 2 0-15,0 0 0 0,4-2 0 0,-3-1 0 16,3 4 0-16,1-3 0 0,-1-1 0 0,2 0 0 16,-1 3 0-16,2 1 0 0,1-7 0 0,1 1 0 15,1 0 0-15,1-2 0 0,0 0 0 0,3 2 0 16,-3-2 0-16,5-3 0 0,-3 0 0 0,1 0 0 16,3 1 0-16,2-1 0 0,-1 0 0 0,-1-1 0 15,-2 0 0-15,3-1 0 0,-4-2 0 0,3 1 0 16,-3-1 0-16,-5-1 0 0,9 2 0 15,-9-2 0-15,9 1 0 0,-9-1 0 0,0 0 0 16,11-3 0-16,-11 3 0 0,8-7 0 0,-5 5-220 0,2-1-374 16,1 0-81-16,-3-1-442 0,-1 0-1211 0,1-1 536 15</inkml:trace>
  <inkml:trace contextRef="#ctx0" brushRef="#br0" timeOffset="16867.696">10551 1213 118 0,'0'0'397'0,"6"-1"31"0,-1-2 24 15,-4 1 27-15,-1 2 19 0,0 0 11 16,8-5 2-16,-8 5-1 0,4-2-23 0,-4 2-21 16,5-3-31-16,-5 3-30 0,0 0-38 0,0 0-32 15,0 0-37-15,0 0-30 0,0 0-29 0,0 0-30 16,0 0-30-16,0 0-21 0,4 6-15 0,-4-6-14 16,-3 10-12-16,6-4-63 0,-3 3-54 0,0-1 0 15,-3 0 0-15,7 1 0 0,-4 1 0 0,-1-2 0 16,1 2 0-16,-3-1 0 0,2-3 0 0,2 6 0 15,-2-5 0-15,2 1 0 0,-2-3 0 0,1-5 0 16,0 9 0-16,0-5 0 0,0-4 0 0,0 5 0 16,0-5 0-16,0 0 0 0,0 7 0 0,0-7 0 15,0 0 0-15,0 0-184 0,0 0-77 0,0 0-58 16,0 0-54-16,0 0-40 0,0 0-42 0,13-19-48 16,-12 15-47-16,0-2-306 0,2-3-927 0,-2 3 410 15</inkml:trace>
  <inkml:trace contextRef="#ctx0" brushRef="#br0" timeOffset="17602.4189">9972 1560 5 0,'0'0'203'0,"0"0"-4"0,0 0-6 0,0 0-2 0,6-2-4 16,-6 2 2-16,0 0-5 0,0 0 3 0,0 0-2 16,0 0 17-16,0 0 0 0,0 0 4 0,0 0 2 15,0 0-1-15,0 0 12 0,0 0 4 0,0 0 13 16,0 0-1-16,0 0 0 0,0 0 2 0,0 0-3 16,0 0-1-16,0 0-2 0,0 0-5 15,0 0-6-15,0 0-11 0,0 0-9 0,0 0-7 16,0 0-12-16,-20-1-16 0,20 1-4 0,0 0-13 0,-7 2-1 15,7-2-3-15,0 0-6 0,0 0-7 0,0 0-9 16,0 0-4-16,0 0 1 0,0 0-1 0,0 0-1 16,0 0-5-16,0 0-6 0,0 0-19 0,18 3-5 15,4 0-4-15,15 1-40 0,22-1-38 16,3-3 0-16,38-1 0 0,1-1 0 0,-5 0 0 0,7-3 0 16,-6-3 0-16,6 0 0 0,-1 0 0 0,-10 1 0 15,-28 4 0-15,-4 1 0 0,-4-1 0 0,-19-1 0 16,-6 2 0-16,-3-1 0 0,-10 3 0 0,-4-2 0 15,-4 0 0-15,-2 4 0 0,-3-2 0 16,-5 0 0-16,9-2 0 0,-9 2 0 0,8 2 0 16,-8-2 0-16,0 0 0 0,0 0 0 0,-17 3 0 0,7-3 0 15,-3 3 0-15,0-3-93 0,6 2-259 0,-1 1-71 16,0-1-75-16,3-2-99 0,-4 3-441 0,9-3-1125 16,-14-1 497-16</inkml:trace>
  <inkml:trace contextRef="#ctx0" brushRef="#br0" timeOffset="19770.0644">10214 1932 4 0,'0'0'415'0,"-1"-5"10"0,1 5 5 0,1-4 1 0,-1 4-5 15,0-5-15-15,0 5-1 0,0-5-9 0,0 1-8 16,0 4-14-16,-1-6-10 0,0 3-3 0,1 3-20 16,0-5 11-16,0 5-23 0,-5-3-7 0,5 3-16 15,0 0-15-15,0 0-21 0,0 0-21 0,0 0-22 16,0-4-19-16,0 4-22 0,0 0-23 0,0 0-141 16,0 0-27-16,0 0 0 0,0 0 0 0,0 0 0 15,0 0 0-15,4 14 0 0,-3-7 0 0,0 3 0 16,2 2 0-16,-2 1 0 0,2 3 0 0,-1 0 0 15,0 0 0-15,-2 1 0 0,1 1 0 16,0-1 0-16,-2-1 0 0,2 2 0 0,-1-7 0 0,-1 5 0 16,0-2 0-16,-1-3 0 0,1-1 0 0,-3 1 0 15,4-4 0-15,-1-1 0 0,-1 0 0 16,2 0 0-16,-1-1 0 0,1-5 0 0,0 7 0 0,0-7 0 16,0 0 0-16,1 4 0 0,-1-4 0 0,0 0-214 15,0 0-170-15,0 0-88 0,0 0-68 16,6-16-68-16,-6 10-388 0,1-4-1078 0,0-1 476 0</inkml:trace>
  <inkml:trace contextRef="#ctx0" brushRef="#br0" timeOffset="20140.535">10130 1900 100 0,'-2'-6'464'0,"4"1"6"0,-2 0 8 16,0 1-1-16,0-1 2 0,0 1-11 15,2-1-24-15,0 1-24 0,-1 1-26 0,-1 3-28 0,3-7-34 16,0 3-24-16,3 1-28 0,0-1-30 0,2 1-26 16,2 0-12-16,0 1-1 0,3 0-25 0,7 4-11 15,0 2-3-15,0-3-15 0,-1 3-16 16,2 3-6-16,7 3-3 0,0 2-9 0,-9-2-11 16,3 4-8-16,4 1-2 0,-10-1-9 0,1-1-1 0,-3 1-11 15,-3-1-72-15,-2 3-9 0,0-1 0 0,-4-1 0 16,-1 2 0-16,-3 0 0 0,-2-1 0 0,-5 2 0 15,-6-3 0-15,-6 4 0 0,2-3 0 0,-6 2 0 16,-5-3 0-16,0 0 0 0,-1-2 0 16,1-1 0-16,3 1 0 0,7-3 0 0,0-4 0 0,5-2 0 15,1 1 0-15,3-1 0 0,2 0 0 0,-1-3 0 16,7 0 0-16,-10 1 0 0,10-1 0 0,-4 3 0 16,4-3 0-16,0 0 0 0,0 0 0 15,0 0-299-15,0 0-81 0,36-8-74 0,-18 6-82 16,3 4-98-16,6-2-348 0,-7-3-1063 0,10 2 471 15</inkml:trace>
  <inkml:trace contextRef="#ctx0" brushRef="#br0" timeOffset="20454.6131">10675 2188 454 0,'2'-5'556'0,"-1"0"23"0,1 1 2 0,0-1 27 16,0 0 13-16,1 1 6 0,0 0-16 0,-3 4-35 15,3-7-28-15,-3 7-40 0,3-1-36 0,-3 1-33 0,3-6-41 16,-3 6-36-16,0 0-111 0,0 0-251 16,0 0 0-16,0 0 0 0,0 0 0 0,0 0 0 15,0 0 0-15,6 16 0 0,-8-5 0 0,4 1 0 16,-2 6 0-16,2 0 0 0,-1 7 0 0,-1-7 0 16,1 4 0-16,-1 2 0 0,1-6 0 0,-2 1 0 15,1 0 0-15,-2-1 0 0,0 0 0 0,1-2 0 16,1 1 0-16,-1-7 0 0,-2 0 0 0,2-1 0 15,0-1 0-15,-2-1 0 0,2-1 0 0,-2-1 0 16,2-2 0-16,1-3 0 0,-3 7 0 0,2-3 0 16,1-4 0-16,0 0 0 0,0 0-477 0,0 0-80 15,0 0-70-15,3-19-462 0,-3 9-1179 0,0-3 522 16</inkml:trace>
  <inkml:trace contextRef="#ctx0" brushRef="#br0" timeOffset="20775.8233">10672 2191 181 0,'0'-6'425'0,"0"1"12"0,0-1 9 16,3 1 14-16,-2-1-3 0,-1 0-11 0,2 1-19 15,0-2-22-15,0 0-29 0,1 3-27 0,-1-2-25 16,2 0-25-16,-1 1-26 0,-3 5-31 0,10-8-23 16,-6 3-22-16,4 2-20 0,-2 1-15 0,2-3-23 15,4 5 3-15,0-2-6 0,4 2-7 0,1 2-7 16,-3 2-12-16,-1-1-9 0,1-1-9 0,-4 2-5 15,3 2-8-15,0-2-17 0,-4 1 16 0,0 3-10 16,0 0 0-16,-2-2-12 0,0 1-5 0,-6-1-1 16,3-1-3-16,-3 2-11 0,0 2 10 0,1-2-10 15,-4 3 3-15,-1-2-6 0,-6 1 0 0,0 0-3 16,-5 3-11-16,-2 0-19 0,-3-3-5 0,0 1-34 16,2-3-23-16,-2-1-14 0,2-3-24 0,4 0-18 15,2 1-26-15,0-2-19 0,2 3-29 0,4-3-33 16,5-2-41-16,-7 2-58 0,7-2-79 15,0 0-88-15,0 0-440 0,17 8-1008 0,-4-8 446 16</inkml:trace>
  <inkml:trace contextRef="#ctx0" brushRef="#br0" timeOffset="21105.4273">11035 2367 52 0,'0'0'572'0,"0"0"6"15,0 0 17-15,4-5 7 0,-4 5 6 0,0 0-6 16,1-5-11-16,-1 5-28 0,0 0-38 0,8-2-40 0,-8 2-37 16,0 0-41-16,0 0-30 0,0 0-47 0,0 0-35 15,0 0-32-15,0 0-29 0,0 0-170 16,0 0-64-16,1 10 0 0,-2-4 0 0,-2 1 0 16,3 6 0-16,0-2 0 0,-1 6 0 0,-4-2 0 15,5-1 0-15,-4-4 0 0,3 3 0 0,1-1 0 16,-3 0 0-16,2-1 0 0,-2-1 0 0,2 0 0 15,0-1 0-15,1-3 0 0,-3 1 0 0,2-4 0 0,1-3 0 16,0 8 0-16,-3-4 0 0,3-4 0 16,0 0 0-16,-1 7 0 0,1-7 0 0,-2 5 0 15,2-5 0-15,0 0 0 0,0 0 0 0,0 0 0 16,0 0 0-16,0 0 0 0,0 0 0 0,0 0-429 16,0 0-114-16,0 0-92 0,15-15-463 0,-11 6-1189 0,1 2 526 15</inkml:trace>
  <inkml:trace contextRef="#ctx0" brushRef="#br0" timeOffset="21746.095">10546 1763 92 0,'0'0'363'0,"0"0"2"0,-8 1 0 16,8-1 1-16,0 0-11 0,0 0-21 0,-6 0-4 15,6 0-8-15,0 0-16 0,0 0-12 0,0 0-12 16,0 0-12-16,0 0-12 0,0 0-15 0,0 0-4 15,-10-1-10-15,10 1-16 0,0 0-11 16,0 0-5-16,0 0-6 0,0 0-14 0,0 0-3 0,0 0-12 16,0 0-17-16,0 0 6 0,0 0-17 0,0 0-21 15,0 0-3-15,0 0-15 0,24 4-9 0,-7-1-5 16,4 0-2-16,1-2-19 0,7 3 3 0,1-2-5 16,3 1-16-16,0-1 10 0,-2 1-10 0,3-4 1 15,-2 0-8-15,-1 1 3 0,-4-1-1 16,-6-1 4-16,0 4-17 0,-2-4-1 0,0 2-1 0,-4-2 3 15,-4 4-9-15,-4-2 8 0,1 0-11 0,2 0-2 16,-5 0 2-16,-5 0-6 0,9 0-3 0,-9 0-2 16,8 0 3-16,-8 0-15 0,0 0-8 15,6-2-12-15,-6 2-17 0,0 0-15 0,0 0-22 16,0 0-30-16,0 0-18 0,0 0-30 0,0 0-29 16,3-3-33-16,-3 3-47 0,0 0-40 0,0 0-50 0,0 0-49 15,0 0-72-15,0 0-371 0,0 0-923 0,0 0 409 16</inkml:trace>
  <inkml:trace contextRef="#ctx0" brushRef="#br0" timeOffset="22438.8814">12282 1242 386 0,'0'-5'413'0,"2"1"22"0,-2 1 3 16,0-3 9-16,0 6 2 0,0-7-6 0,0 7-8 16,0-8-7-16,0 8 3 0,-2-8 5 0,2 4-5 15,0 4-1-15,-1-5-8 0,1 5-17 0,0 0-26 16,0-3-30-16,0-3-29 0,0 6-32 0,0 0-30 15,0 0-90-15,0 0-168 0,0 0 0 0,0 0 0 16,0 0 0-16,0 0 0 0,5 20 0 0,-5-8 0 16,0 7 0-16,0 5 0 0,2 1 0 0,-2 1 0 15,-2-1 0-15,2 3 0 0,-4-1 0 0,0 0 0 16,1 2 0-16,0-4 0 0,-2 1 0 0,1-8 0 16,0 2 0-16,2-3 0 0,-2-1 0 0,1-3 0 15,2-3 0-15,-1 1 0 0,0 0 0 16,1-6 0-16,0 2 0 0,-2-1 0 0,1-2 0 15,2-4 0-15,0 4 0 0,0-4 0 0,1 7 0 0,-1-7 0 16,0 0 0-16,0 0 0 0,0 0-72 0,0 0-432 16,5-15-47-16,-5 4-53 0,3 2-473 15,-3-1-1167-15,0-2 516 0</inkml:trace>
  <inkml:trace contextRef="#ctx0" brushRef="#br0" timeOffset="22740.1964">12089 1451 280 0,'0'0'412'0,"-6"-4"37"0,6 4 11 16,0 0 22-16,0 0 8 0,0 0-8 0,0 0-8 15,0 0-28-15,0 0-12 0,0 0-25 0,0 0-21 16,-5-6-25-16,5 6-33 0,0 0-26 0,0 0-39 16,0 0-30-16,15-3-26 0,-6 2-7 0,10 2-29 15,3-5-18-15,9 1-14 0,2 0-12 0,5-2-7 16,1 1-9-16,-1 0-2 0,-1 1-4 0,3 0-81 15,-3-1-26-15,-7 3 0 0,-9-1 0 0,-1-4 0 16,-2 4 0-16,-5 0 0 0,-4 1 0 0,-9 1 0 16,15 0 0-16,-15 0 0 0,13-2 0 0,-13 2 0 15,10-2 0-15,-10 2 0 0,0 0 0 0,0 0 0 16,0 0 0-16,9-1 0 0,-9 1 0 0,0 0-226 16,0 0-166-16,0 0-103 0,0 0-99 0,0 0-487 15,-1-10-1171-15,5 5 518 0</inkml:trace>
  <inkml:trace contextRef="#ctx0" brushRef="#br0" timeOffset="23458.1064">13439 1146 276 0,'0'0'419'0,"-5"-6"12"15,1 3 7-15,3-1 7 0,1 1-7 0,0 3-8 16,-3-4-12-16,3-1-19 0,0 5-25 0,0-7-22 16,0 2-29-16,0 1-32 0,4 2-24 0,-4 2-21 15,4-8-19-15,0 3-30 0,-3 1-16 0,8-2-21 16,-1 0-11-16,-2 3-23 0,2 1-4 0,2-2-15 15,0 1-22-15,-1 1-3 0,4 0-14 0,0 2-5 16,4 1-8-16,-5 2-8 0,3-2-12 0,-2 3 1 16,1 2 2-16,-1 1-10 0,-3-1-2 0,3 3-9 15,-7-1 9-15,3 1-6 0,-1 1-4 0,-2 0-3 16,-2 2-3-16,-1 0-2 0,-3-2 2 0,0 6-4 16,-7 1 3-16,1-3 0 0,-3 3 9 0,-3-3-8 15,0 0 1-15,-8 4 4 0,5-5-7 0,0-1 6 16,2-1-3-16,2-4 6 0,2-2-5 0,1 1 2 15,3-4 2-15,1 0-1 0,4-2 30 0,-9 7 47 16,9-7 32-16,0 0-16 0,0 0-11 16,0 0-56-16,4-18-41 0,4 8 0 0,4-3 0 15,-1-2 0-15,0-1 0 0,8-4 0 0,-2-1 0 16,0 1 0-16,0-5 0 0,1 6 0 0,0-3 0 0,0 1 0 16,-4 5 0-16,-1 2 0 0,-2 1 0 0,0 0 0 15,-5 4 0-15,2-1 0 0,-2 4 0 0,-2 0 0 16,0 2 0-16,-3 1 0 0,2 0 0 0,-1 0 0 15,-2 3 0-15,3-6 0 0,-3 6 0 16,0 0 0-16,0 0 0 0,0 0 0 0,-7 16 0 16,5-7 0-16,-6-3 0 0,2 4 0 0,1-1 0 15,-1 3 0-15,1-2 0 0,-2 6 0 0,3-4 0 0,0-1 0 16,-1 7 0-16,2-4 0 0,1-1 0 16,-1-3 0-16,2 1 0 0,1 2 0 0,0-3 0 15,0 2 0-15,1-2 0 0,2 1 0 0,1-1 0 16,0-2 0-16,1 0 0 0,2 1 0 0,0 0 0 15,0-2 0-15,2-1 0 0,1 2 0 0,1-3 0 16,-2 1 0-16,1 0 0 0,1-5 0 0,1 0 0 16,-2 4 0-16,-4-5 0 0,-6 0-40 0,17-3-461 15,-17 3-70-15,14-1-84 0,-10-1-416 0,4-2-1160 16,-1 1 513-16</inkml:trace>
  <inkml:trace contextRef="#ctx0" brushRef="#br0" timeOffset="23957.098">13969 1269 469 0,'0'0'478'0,"9"-6"13"16,-9 6-4-16,4-3-4 0,-4 3-25 0,0 0-24 16,4-6-30-16,-4 6-31 0,3-6-27 0,-3 6-28 15,5-4-34-15,-3 1-27 0,-2 3-23 16,6-4-32-16,-6 4-16 0,8-3-17 0,-8 3-23 0,11-4-15 15,-5 2-14-15,1 2-15 0,-7 0-7 0,12-1-16 16,-12 1-13-16,14 0-2 0,-14 0-11 0,14 1-3 16,-9 1-9-16,-5-2-5 0,8 5-3 15,-2-1-3-15,-3-1 0 0,1 2-8 0,-2 0-4 16,-2 2 1-16,0 0-2 0,0-1 1 0,-5 4 1 16,1 0-7-16,-2 0 6 0,-3 1-3 0,0 4-1 15,-5-4 2-15,2 2-5 0,2-2 7 0,0-4-7 16,1 1 0-16,1-1 1 0,4-3 2 0,1 2-3 0,-2-3 5 15,5-3 9-15,-5 9 7 0,5-9 18 16,-4 5 2-16,4-5 36 0,0 0-25 0,-3 7-2 16,3-7 5-16,8 3 16 0,-2 0 20 0,8-2 4 15,3 3-80-15,3-3-26 0,2 0 0 0,1-1 0 16,-1 1 0-16,7 3 0 0,-6-4 0 0,-1-3 0 16,7 3 0-16,-13 0 0 0,-2-1 0 0,-8 1 0 15,-6 0 0-15,18 0 0 0,-18 0 0 0,15-1 0 16,-15 1 0-16,8-1 0 0,-8 1 0 0,0 0 0 15,0 0 0-15,0 0 0 0,14 1 0 0,-14-1 0 16,0 0 0-16,0 0 0 0,0 0 0 0,0 0 0 16,-15 15-337-16,7-12-171 0,-1 0-67 0,-4 0-72 15,0-2-374-15,0 2-1106 0,-6 0 490 0</inkml:trace>
  <inkml:trace contextRef="#ctx0" brushRef="#br0" timeOffset="24558.2945">13358 1614 145 0,'-15'1'288'0,"7"-1"5"15,2 2-5-15,0-1 0 0,-4-2-7 0,2 1 0 16,-1 0 4-16,-4-2-13 0,4 2-7 0,-2 3-7 16,0-2-16-16,4 0-11 0,-2-1-16 0,1 0-21 15,-1 0-13-15,9 0-4 0,-9 1-15 0,4-1-11 16,5 0-8-16,-9-2-7 0,9 2-5 0,0 0-10 16,-5 2 0-16,5-2-5 0,0 0-6 0,0 0-3 15,0 0-9-15,0 0-11 0,0 0-10 0,0 0-7 16,19 5-6-16,0-5-4 0,16 0 0 0,1 1-2 15,19-4 1-15,11 3 1 0,32-1-4 0,5-2-6 16,0 0-5-16,11-1-5 0,5-2 0 0,1 2-1 16,9 0 0-16,-1-1-2 0,-2-2-1 0,-4 3 14 15,-6 1 13-15,-6 0 16 0,-12 2 3 0,-31-2 8 16,-8 6 2-16,-2-4 6 0,-20-1-8 0,-5 2 0 16,-10 0-4-16,-3-1-30 0,-7 2 13 0,-2-2-9 15,-4 1-8-15,2 1-13 0,-2-1-12 0,-6 0-33 16,8-2-36-16,-8 2-44 0,0 0-41 0,0 0-31 15,3 5-37-15,-3-5-57 0,0 0-57 0,-9 6-76 16,9-6-83-16,-11 1-84 0,1 3-298 0,0-3-922 16,1 1 408-16</inkml:trace>
  <inkml:trace contextRef="#ctx0" brushRef="#br0" timeOffset="25042.0131">13573 1906 54 0,'0'-6'540'0,"0"6"9"16,1-5 9-16,-1 5 1 0,0-5-11 0,0 5-20 15,0 0-11-15,0 0-28 0,0-3-31 0,0 3-43 16,0 0-40-16,0 0-31 0,0 0-30 0,0 0-36 15,0 0-33-15,0 0-28 0,0 0-28 0,0 0-19 16,0 0-19-16,-3 12-1 0,1-4 1 0,2 3-10 16,0 2-6-16,0 4-19 0,-5-2-116 15,3 3 0-15,-1-1 0 0,-1 0 0 0,2 0 0 0,0-1 0 16,0 0 0-16,1 1 0 0,-3-6 0 0,2 0 0 16,-1 1 0-16,0 0 0 0,-2-4 0 0,3 1 0 15,3-2 0-15,-1 0 0 0,0-2 0 0,-1-1 0 16,-1 0 0-16,2-4-172 0,2 6-75 0,-2-6-31 15,0 0-24-15,0 0-53 0,0 0-57 0,0 0-41 16,0 0-53-16,5-13-405 0,-3 6-988 0,-1-2 438 16</inkml:trace>
  <inkml:trace contextRef="#ctx0" brushRef="#br0" timeOffset="25426.3926">13426 1865 39 0,'0'-3'406'0,"0"3"-3"0,-1-6 13 16,1 2 1-16,0 4-4 0,0-4-5 0,-3 0-24 16,3 4-25-16,0 0-31 0,3-6-31 0,1 3-34 15,1 1-29-15,0 0-21 0,8 2-10 16,-3 0 7-16,9 2-6 0,0 0-2 0,3 2-12 0,5 1-6 16,2 0-9-16,-1 5-9 0,0 1-12 0,3 0-11 15,-4 0-14-15,-3 5-5 0,1-1-11 0,-6-6-6 16,-4 5-2-16,2-3-21 0,-4 3-1 0,-1-2 10 15,-4-1-13-15,-3 0-4 0,-1-1-6 0,-3 0 3 16,-1 2-10-16,-1-1 12 0,-7 4-1 0,-1 0-2 16,-1-1-4-16,-10 3-4 0,-1 1-10 0,-3-1 0 15,0-4-8-15,0-1-2 0,-1-1-15 0,1 1-29 16,2-4 0-16,-2 2 0 0,3-5 0 0,5 0 0 16,5-1 0-16,-1 0 0 0,2-2 0 0,2 0-43 15,1-1-10-15,2 2-16 0,5-3-14 0,-9 2-11 16,3-1-24-16,6-1-20 0,0 0-16 0,0 0-36 15,0 0-47-15,0 0-57 0,0 0-64 0,0 0-61 16,0 0-74-16,32-3-415 0,-18 0-984 0,5 2 435 16</inkml:trace>
  <inkml:trace contextRef="#ctx0" brushRef="#br0" timeOffset="25743.1603">13894 2201 84 0,'4'-3'471'0,"-3"-3"-7"15,2 2 17-15,-3 4 28 0,1-6 15 16,-1 2 7-16,4 1 6 0,-4-2-12 0,1 1-8 16,-1 4-13-16,0 0-26 0,0-4-28 0,0 4-36 15,0 0-35-15,0 0-34 0,0-5-36 0,0 5-34 0,0 0-32 16,0 0-92-16,0 0-151 0,0 0 0 0,0 0 0 16,1 17 0-16,-2-6 0 0,2 6 0 15,-1 0 0-15,-1 9 0 0,2-6 0 0,0-1 0 16,1 2 0-16,-1 2 0 0,2-2 0 0,-6-1 0 0,6 6 0 15,-3-7 0-15,1 0 0 0,2-1 0 0,-5-1 0 16,4-2 0-16,-4-4 0 0,2 1 0 0,0-1 0 16,-1-3 0-16,1-3 0 0,-1 1 0 0,2-1 0 15,-1 0 0-15,1-2 0 0,-2 1 0 16,1-4 0-16,0 0-322 0,0 0-65 0,0 0-56 16,0 0-38-16,0 0-50 0,-5-22-42 0,5 12-336 15,0-1-985-15,1-5 435 0</inkml:trace>
  <inkml:trace contextRef="#ctx0" brushRef="#br0" timeOffset="26060.2888">13931 2137 292 0,'6'-12'411'0,"-2"4"22"0,-1-4 8 16,1 5 15-16,-2 0-6 0,1 1-21 0,-1 1-25 15,1-1-13-15,0 1-19 0,-1 0-20 0,-1 1-26 16,-1 4-20-16,7-3-35 0,-5 1-28 0,-2 2-28 15,7 0-33-15,-7 0-5 0,12 3-13 0,-2 2 7 16,0 0-20-16,-1 1-8 0,1 1-5 0,-1 0-3 16,-2 4-16-16,1-3-4 0,1 4-13 0,-4-3-10 15,-1 1-5-15,0 1-9 0,-3 0-12 0,-1-1 3 16,0-3-8-16,0 0 0 0,-4 0-21 0,-1 2 11 0,1 1-7 16,-6-5-10-16,-2 1-12 0,2 0-24 15,-4-2-25-15,-3 2-26 0,2-2-11 0,2-3-14 16,-4 0-18-16,6 4-10 0,5-4-20 0,-3 1-18 15,4-2-28-15,5 0-32 0,-10 1-41 0,10-1-52 16,0 0-71-16,0 0-90 0,0 0-86 0,0 0-308 16,0 0-923-16,25 4 408 0</inkml:trace>
  <inkml:trace contextRef="#ctx0" brushRef="#br0" timeOffset="26526.187">14179 2363 330 0,'6'2'494'0,"-6"-2"2"0,0 0-9 0,0 0-13 16,0 0-10-16,5-6-25 0,-3 2-23 0,-2 4-37 15,1-7-29-15,0 2-31 0,3 0-23 0,-1 0-38 16,1-1-25-16,2 2-21 0,0-5-22 0,1 5-22 16,2-1-11-16,-5 1-24 0,2 1-13 0,1-4-20 15,1 6-6-15,-8 1-10 0,13-1-8 0,-4 1-6 16,0 1-8-16,-3-1-12 0,2 4-5 0,1-3-5 15,-4 3-6-15,0 0-1 0,3 3-4 0,-3-1-2 16,0 2-5-16,-1 0-3 0,-3-1-2 0,2 2 2 16,-6 0 1-16,0 3-3 0,1 0-1 0,-3-1 4 15,-1 1-6-15,-2 3-1 0,-1-6-4 0,-4 3 2 16,4 0-2-16,0-4 1 0,0 1-5 0,0-1 8 16,2-1-4-16,4-2-5 0,-1 0 3 0,-2-1 10 15,3-2 14-15,2 0 15 0,1-2 35 0,0 0 6 16,-4 4 8-16,4-4 1 0,0 0 0 0,18-4 7 15,-8 2-3-15,4 0-74 0,4-2-26 0,3-1 0 16,-2 0 0-16,1 1 0 0,-1 0 0 0,2 1 0 16,-1-2 0-16,1 3 0 0,-2-1 0 0,0 2 0 15,-1-4 0-15,-8 5 0 0,2-1 0 0,-6 0 0 16,3-1 0-16,-4 2 0 0,-1-2 0 0,-4 2 0 16,8 0 0-16,-8 0 0 0,5-2 0 0,-5 2 0 15,0 0 0-15,6-5 0 0,-6 5 0 0,0 0 0 16,0 0-100-16,1-3-285 0,-1 3-74 0,0 0-62 15,0 0-101-15,0 0-396 0,0-7-1102 0,-2-2 488 16</inkml:trace>
  <inkml:trace contextRef="#ctx0" brushRef="#br0" timeOffset="27144.1389">14019 1813 222 0,'0'0'263'0,"-5"1"9"0,5-1 5 0,0 0 6 16,0 0-4-16,0 0 5 0,-8 0-2 0,8 0-5 15,0 0-4-15,0 0-6 0,0 0 0 0,0 0-13 16,0 0-7-16,0 0-5 0,0 0 1 0,0 0 1 16,0 0-1-16,0 0-7 0,0 0-3 0,0 0-4 15,0 0-7-15,0 0-5 0,-7 0-9 0,7 0-2 16,0 0-3-16,0 0-9 0,0 0 1 0,0 0 5 16,0 0 3-16,0 0 0 0,0 0 1 0,0 0-17 15,0 0-21-15,0 0-11 0,25-2-144 0,-12 2-11 16,5-2 0-16,5 2 0 0,-1-2 0 0,7 4 0 15,4-7 0-15,-1 3 0 0,-2 1 0 0,4 1 0 16,-7-3 0-16,-4 3 0 0,-9 0 0 0,-2-3 0 16,-1 3 0-16,-2-1 0 0,-2 1 0 0,0 0 0 15,-1-1 0-15,-6 1 0 0,7 1 0 0,-7-1 0 16,6 1 0-16,-6-1 0 0,0 0 0 0,0 0 0 16,8-2 0-16,-8 2 0 0,0 0 0 0,0 0 0 15,0 0-247-15,0 0-137 0,10 2-34 0,-10 3-48 16,0-5-83-16,4 8-473 0,-1-7-1106 0,3 1 490 15</inkml:trace>
  <inkml:trace contextRef="#ctx0" brushRef="#br0" timeOffset="28179.2993">15807 1350 64 0,'0'0'237'0,"-9"-8"14"0,5 7 15 0,-1-3 14 16,1 1 24-16,-1 0 26 0,0 2 4 0,5 1 19 16,-5-4 15-16,1 2 12 0,4 2 6 0,-4-5-6 0,3 2-2 15,1 3-5-15,0 0-17 0,0 0-8 0,0-4-9 16,0 4-15-16,0 0-29 0,-4-4-22 16,4 4-28-16,0 0-23 0,0 0-21 0,0 0-28 15,0 0-20-15,0 0-12 0,0 0-22 0,0 0-20 16,0 0-12-16,0 0-6 0,-6 12-30 0,5-1-51 15,-2 0 0-15,3 6 0 0,-4 0 0 0,2-1 0 16,0 9 0-16,1-1 0 0,-3 3 0 0,4-3 0 16,-2 2 0-16,0-6 0 0,0 5 0 0,1-6 0 15,-2 7 0-15,-1-6 0 0,2-1 0 0,0-1 0 16,1 1 0-16,-1-2 0 0,0-2 0 0,1-3 0 16,0 0 0-16,1-3 0 0,-3 0 0 0,4-4 0 15,-1 1 0-15,0-1 0 0,0-5 0 0,-1 7 0 16,2-5 0-16,-1-2-30 0,0 0-160 0,0 0-53 15,0 0-39-15,0 0-51 0,7-14-9 0,-2 5-32 16,-1 0-33-16,-2-2-38 0,2-1-54 0,-3 1-342 16,-1-2-912-16,-1-2 404 0</inkml:trace>
  <inkml:trace contextRef="#ctx0" brushRef="#br0" timeOffset="28496.2848">15561 1559 219 0,'0'0'397'0,"0"0"20"0,-7-2 10 16,7 2 8-16,0 0-1 0,0 0-2 0,0 0-15 16,-4-3-10-16,4 3-17 0,0 0-12 0,0 0-21 15,0 0-9-15,0 0-18 0,0 0-22 0,0 0-23 16,0 0-25-16,0 0-26 0,0 0-14 0,0 0-30 16,13-7-10-16,-4 5-32 0,2 1-10 0,10-2-31 15,7-1 9-15,3 2-7 0,2-2-7 0,5 1-4 16,-2-2-7-16,15 4-14 0,-11-2-14 0,11 1-5 15,-13 0-39-15,-2-1-19 0,-4 3 0 0,0-2 0 16,-13 1 0-16,-2 1 0 0,-3 1 0 0,-5-4 0 16,1 3 0-16,-2 1 0 0,-8-1 0 15,9 0 0-15,-9 0 0 0,9 0 0 0,-9 0 0 16,0 0 0-16,0 0 0 0,0 0-48 0,0 0-150 16,0 0-59-16,0 0-85 0,-25-9-69 0,14 5-86 0,2-4-98 15,-3 2-380-15,6-1-1054 0,0-4 466 0</inkml:trace>
  <inkml:trace contextRef="#ctx0" brushRef="#br0" timeOffset="29280.7021">16874 1098 90 0,'-5'-2'340'16,"5"2"0"-16,-13-1 3 0,13 1-4 0,-5-3 1 16,5 3-5-16,0 0-4 0,-7 0-3 0,7 0-5 15,0 0-6-15,-6 0-6 0,6 0-6 0,0 0-6 16,-1-5-6-16,1 5-7 0,0 0-17 0,0 0-7 15,1-4-23-15,-1 4-19 0,4-3-20 0,-4 3-22 16,4-3-21-16,-4 3-6 0,5-6-27 0,-1 4-14 16,6 1-6-16,-1-2-16 0,0 1-12 0,5 1-7 15,-2 2-10-15,6 1 2 0,-3-2-14 0,0 3-7 16,2 3-4-16,-1 1-11 0,0 1 3 16,-6-1-6-16,0 1-1 0,-2 0-6 0,0-1 4 0,-1 0-4 15,-3 1 4-15,-1 0-9 0,1-1 9 0,-4 6-7 16,-2-4 1-16,-3 1-5 0,-4 3-3 0,-1 2 3 15,-5-3-3-15,-2 2 1 0,-5 0 0 0,-1 2-2 16,4-5 5-16,3-3 3 0,0 2-3 0,7-7 3 16,3 1-8-16,2-3 11 0,-4 2-2 15,5 1 3-15,3-4 9 0,-7 4 20 0,4-2 35 16,3-2 24-16,0 0-2 0,0 0-27 0,0 0-75 0,0 0 0 16,16-16 0-16,-10 6 0 0,11-3 0 0,-4 0 0 15,3-1 0-15,6-4 0 0,-3 1 0 0,3-2 0 16,1 1 0-16,-3-1 0 0,2 2 0 0,-2-2 0 15,-4 6 0-15,-1 0 0 0,-2 1 0 16,-4 2 0-16,1 4 0 0,-1-2 0 0,-5 1 0 16,2 3 0-16,-3 0 0 0,3 0 0 0,-2 1 0 15,-1 0 0-15,-3 3 0 0,4-4 0 0,-2 3 0 0,-2 1 0 16,0 0 0-16,0 0 0 0,0 0 0 16,0 0 0-16,0 0 0 0,-12 12 0 0,5-5 0 15,1 3 0-15,-2-2 0 0,0 2 0 0,-3 3 0 16,2-4 0-16,1 6 0 0,-2-2 0 0,1 2 0 15,3-5 0-15,0 1 0 0,1 0 0 0,-1-2 0 16,2 2 0-16,2 0 0 0,-1-3 0 0,3-1 0 16,0 3 0-16,0-3 0 0,0 0 0 0,3 2 0 15,-1 0 0-15,3-2 0 0,4 0 0 0,0 1 0 16,1-4 0-16,3 2 0 0,-1-1 0 0,-1-1 0 16,-1 2 0-16,2-2 0 0,0-3 0 0,-1 1 0 15,0-2 0-15,1 0 0 0,-5 0 0 0,1-1 0 16,-1 1-22-16,1-1-351 0,-1 0-83 0,-2-3-64 15,1 2-83-15,1-3-434 0,-1 2-1122 0,-3-2 497 16</inkml:trace>
  <inkml:trace contextRef="#ctx0" brushRef="#br0" timeOffset="29846.8051">17332 1241 384 0,'0'0'462'0,"0"0"29"0,0 0 7 0,0 0-9 0,0 0-24 16,0 0-28-16,0 0-23 0,0 0-36 0,9-8-32 15,-8 5-35-15,-1 3-26 0,5-4-33 16,3 1-30-16,-6 0-20 0,6 1-21 0,-3-2-18 0,3 2-17 16,-3 0-22-16,5 2-14 0,-3-1-11 0,4 0-15 15,-1 0-13-15,0-1-5 0,-2 5-8 0,2-2-2 16,1 2-15-16,-5-1 5 0,2 2-15 0,-1-1-13 15,-2 2-7-15,1-1-6 0,-3 0-4 16,1 1-6-16,-4 0 5 0,4 0-3 0,-6 3 3 16,0-3-4-16,-2 3 1 0,-1 2-4 0,-4-1-6 15,-1-1-9-15,0 2-2 0,-3-1-3 0,2-1-1 16,3-1 4-16,1-5 4 0,0 3 2 0,3-2 9 0,0 0 2 16,4-3 4-16,-6 5 14 0,6-5 16 0,-4 3 5 15,4-3 1-15,0 0-7 0,0 0-5 0,0 0-3 16,0 0-5-16,0 0 3 0,32-5-3 15,-19 5-6-15,-2-1 1 0,2 1-5 0,2 1-2 16,-6 2-2-16,4 0 1 0,-3 1 1 0,-1-1 0 16,-1 1-4-16,-3 0 0 0,1 2-1 0,-2 0-3 15,0 1 4-15,-4 4 0 0,0-2 12 0,-4 1-8 16,-1 1 4-16,-4-2-3 0,0-1 5 0,-2 0 0 16,-5 2-1-16,2 1 7 0,0-5-9 0,3-3 2 15,-1 5 3-15,1-4-3 0,0-2 10 0,3 1 11 16,1-2 22-16,1 2 24 0,6-3 22 0,-8 3 26 15,8-3 1-15,0 0-4 0,0 0-11 0,0 0-13 16,-13-6-11-16,13 6-8 0,0 0-10 0,0 0-37 16,-5-6-30-16,5 6-45 0,0 0-35 0,-5-3-42 15,5 3-50-15,0 0-48 0,0 0-73 0,0 0-72 16,0 0-66-16,0 0-69 0,0 0-80 0,0 0-295 16,0 0-948-16,-13 0 420 0</inkml:trace>
  <inkml:trace contextRef="#ctx0" brushRef="#br0" timeOffset="30364.1308">16542 1678 42 0,'0'0'346'0,"0"0"8"0,0 0-9 16,0 0-2-16,0 0-14 0,0 0-10 0,0 0-21 15,0 0-25-15,0 0-12 0,0 0-7 0,-8-1-12 16,8 1-10-16,0 0-7 0,0 0-2 0,-5-2-7 16,5 2 1-16,0 0-9 0,0 0-1 0,0 0-7 15,0 0 1-15,0 0-7 0,0 0-6 0,0 0-9 16,0 0 1-16,0 0-5 0,0 0-11 0,0 0-8 15,0 0-5-15,0 0 1 0,0 0-5 0,0 0 5 16,0 0 7-16,0 0-5 0,4-7-7 0,-4 7-6 16,0 0-13-16,0 0-18 0,13 2-13 0,6-5-15 15,10 1-82-15,8 4 0 0,21-4 0 0,7 4 0 16,31-4 0-16,-4 0 0 0,3-1 0 0,-1 3 0 16,8-2 0-16,3-6 0 0,-4 3 0 0,10 4 0 15,-2-7 0-15,-2 0 0 0,-2 3 0 0,-4 0 0 16,-3-3 0-16,-32 1 0 0,0 5 0 0,-6 0 0 15,-8-1 0-15,-18 1 0 0,-5 2 0 0,-11-2 0 16,-4 4 0-16,-4-2 0 0,-2 1 0 0,1-4 0 16,-9 3 0-16,10 2 0 0,-10-2 0 0,0 0 0 15,12-2 0-15,-12 2 0 0,4 2 0 0,-4-2-99 16,0 0-218-16,0 0-52 0,0 0-58 16,-21 5-71-16,17-5-79 0,4 0-407 0,-15-3-1066 15,15 3 471-15</inkml:trace>
  <inkml:trace contextRef="#ctx0" brushRef="#br0" timeOffset="30948.4341">16721 1957 106 0,'4'-5'520'0,"-4"2"8"16,1-1 12-16,-1-2-7 0,3 3-23 0,-3 3-21 0,1-5-22 15,-1 5-33-15,1-4-37 0,-1 4-29 0,0 0-35 16,0 0-36-16,0 0-31 0,0 0-30 0,0 0-29 15,0 0-27-15,0 0-24 0,0 0-6 0,0 0 9 16,0 19-10-16,-1-12 0 0,0 6-5 16,-2 2-2-16,3 2-8 0,-3-2-10 0,1 3-3 15,1-1-11-15,-2-1-8 0,2 2-9 0,-2 1-46 0,2-1-47 16,-2 1 0-16,0-1 0 0,-1 0 0 0,0-3 0 16,0 2 0-16,0-5 0 0,0-2 0 15,-1-1 0-15,0 3 0 0,4-4 0 0,-3 1 0 16,4-4 0-16,-4 0 0 0,4 1 0 0,-1-1 0 15,-2-4 0-15,3-1 0 0,-1 6 0 0,1-6-106 0,-1 4-61 16,1-4-28-16,0 0-47 0,0 0-74 0,0 0-59 16,0 0-62-16,-3-16-60 0,3 7-66 0,-4 5-320 15,3-8-955-15,-1 1 423 0</inkml:trace>
  <inkml:trace contextRef="#ctx0" brushRef="#br0" timeOffset="31331.8487">16525 1969 152 0,'0'-6'442'0,"0"0"6"0,0 2 21 0,0 4 3 15,0-5-15-15,2 1-27 0,0-1-33 0,-2 5-29 16,3-6-36-16,-2 4-31 0,2-2-27 0,2 2-35 0,1 0-20 16,5-1-17-16,2 2-25 0,5 1-8 0,0 0-7 15,5 1-16-15,8 2-8 0,-2 1-17 0,4 7-4 16,-4 2-9-16,3-4-13 0,-2 4-12 15,2 1 1-15,-5-3-19 0,0 4 2 0,-2-2-11 16,-8 0 2-16,0 0-15 0,-5 0 0 0,0 0-5 0,-3 0-4 16,-3-3-3-16,-3 1-1 0,-1 2-2 0,-3 0 5 15,-4 4-2-15,-4-1 11 0,-8 6 3 16,-4-1 5-16,-4-3-9 0,-4 3-7 0,-2-4 2 16,-4 0-2-16,4-5-2 0,4 3-7 0,-1-3-7 15,1-3 6-15,9-2-2 0,3-1-5 0,2-3 0 16,3 1-2-16,2-2 7 0,3 1-5 0,-3-3-4 0,8 0 6 15,-10 3 4-15,10-3-8 0,-5 4-3 16,5-4-17-16,0 0-25 0,0 0-44 0,0 0-56 0,0 0-48 16,0 0-50-16,0 0-51 0,18-12-78 15,-7 9-64-15,6 0-90 0,-3 4-410 0,4-2-996 16,0-2 442-16</inkml:trace>
  <inkml:trace contextRef="#ctx0" brushRef="#br0" timeOffset="31655.3972">17053 2270 175 0,'1'-5'508'0,"3"-1"18"0,-4 6 27 16,4-6 8-16,-4 4-5 0,0 2 0 0,4-5-21 16,-4 5-20-16,0 0-32 0,1-5-40 0,-1 5-30 15,0 0-42-15,0 0-34 0,0 0-39 0,0 0-27 16,0 0-33-16,0 0-30 0,0 0-18 0,0 0-15 15,0 0-17-15,-1 19-37 0,1-7-121 0,1 5 0 16,-1-3 0-16,-1 3 0 0,1 0 0 0,0-1 0 16,0 2 0-16,-3 0 0 0,2-2 0 0,1 1 0 15,0-1 0-15,-4-3 0 0,4 0 0 0,0-1 0 16,0 0 0-16,0-2 0 0,0-1 0 0,-2 0 0 16,2 1 0-16,0-5 0 0,-2 1 0 0,1 1 0 15,1-2 0-15,-2-1 0 0,2-4-113 0,0 7-168 16,0-7-29-16,0 0-12 0,2 7-31 0,-2-7-23 15,0 0-56-15,0 0-71 0,0 0-415 0,0 0-993 16,0 0 441-16</inkml:trace>
  <inkml:trace contextRef="#ctx0" brushRef="#br0" timeOffset="32016.2688">17081 2246 119 0,'4'-5'415'15,"-3"-1"8"-15,3-1 8 0,-2-1 7 0,1 1-6 16,1-3-16-16,1 2-31 0,0 5-23 16,-1-4-13-16,0 3-23 0,1-2-13 0,2 1-29 0,-5 2-27 15,5 0-25-15,0 1-22 0,0-2-20 0,-1 3-20 16,3 0-16-16,4 2-9 0,-3-1-8 0,3 3-7 16,-4 1-15-16,1 1-11 0,0-3-10 15,-2 7-1-15,-2-6-5 0,3 5-12 0,-1-3 7 16,-2 4 2-16,-1 0-14 0,-1 0-1 0,-1-1-8 0,-1 2-8 15,2 1-9-15,-6-3 1 0,0 2-4 0,0 0 2 16,-1-1-3-16,-5 1-7 0,-2 0 4 0,-1 2-8 16,-3-2-8-16,-4 0-13 0,0-3-14 0,0 1-13 15,1-2-13-15,2 1-10 0,1-1-5 16,4-5-9-16,-2 1-7 0,2 0-3 0,1 0-7 0,1-2-15 16,8 0-22-16,-11 0-30 0,11 0-41 15,-6-4-34-15,6 4-42 0,-3-2-56 0,3 2-60 0,0 0-67 16,0 0-63-16,15-7-275 0,-6 2-841 0,0 5 372 15</inkml:trace>
  <inkml:trace contextRef="#ctx0" brushRef="#br0" timeOffset="32582.3267">17364 2450 281 0,'0'0'489'0,"-4"-15"-13"16,5 13 4-16,-1 2-8 0,0-5-18 0,0 5-23 16,3-3-26-16,-3 3-29 0,2-4-30 0,-2 4-30 15,0 0-34-15,2-5-22 0,-1 2-32 0,-1 3-23 16,0 0-20-16,0 0-20 0,4-3-21 0,-4 3-19 16,9 2-17-16,-9-2-9 0,14 4-4 0,-4-1-16 15,-4-1-5-15,4 3-11 0,-2 1-11 0,-1-1-4 16,-2-3-5-16,2 3-8 0,-3 1-7 0,1-1-18 15,-3-2-8-15,0 3-5 0,-1 0 0 0,-2 0-5 16,0 0-12-16,-2-1-14 0,-2 1-17 0,-2 1-18 16,0 0-15-16,-2-1-9 0,3 0-1 0,-4 0-2 15,3-4 14-15,2 1 5 0,0-1 15 0,1-1 9 16,0 2 15-16,4-3 16 0,-6 2 23 0,6-2 9 16,0 0 4-16,0 0-5 0,0 0 6 0,13 3-4 15,-13-3 13-15,13-3 3 0,-2 4 3 0,-2 1-6 16,0 0-3-16,2 0 0 0,1 1-4 0,-2 0-3 15,1 1 4-15,1 1-5 0,-3 1 1 0,1-2-1 16,-1 2 0-16,-5-1-2 0,-3-1-8 0,6 1 5 16,-6 3 5-16,0-4-5 0,-2 1 5 0,1 1 1 15,-4 0 0-15,-1-2 0 0,-4 1 4 0,-4-1-1 16,1 0 0-16,-8 1-1 0,1-2 2 0,-1-1-3 16,-7 1 3-16,4 1-1 0,4-4 3 0,1 1 5 15,5 0 7-15,-1-1 9 0,6-1 13 0,8 1 10 16,-13 0-2-16,13 0 6 0,-11 0-4 0,11 0-4 15,0 0-11-15,-9-3-3 0,9 3-9 0,0 0-18 16,0-6-31-16,0 6-37 0,0 0-58 0,9-7-43 16,-4 5-64-16,4-1-37 0,-2 2-64 0,0-1-59 15,6-2-70-15,-3 3-79 0,-1-1-263 0,4-2-851 16,-3-1 377-16</inkml:trace>
  <inkml:trace contextRef="#ctx0" brushRef="#br0" timeOffset="33107.3289">17158 1915 34 0,'0'0'368'0,"-6"-3"-5"0,6 3-15 16,0 0 4-16,0 0-13 0,0 0-9 0,0 0-11 15,0 0-7-15,0 0-9 0,0 0-1 0,0 0-15 16,0 0-10-16,0 0-5 0,0 0-10 0,0 0-9 15,0 0 0-15,0 0-4 0,0 0-5 0,0 0 2 16,0 0 0-16,0 0 4 0,0 0-3 0,0 0 4 16,0 0-1-16,0 0-8 0,0 0-6 0,0 0-8 15,0 0-14-15,0 0-13 0,0 0-88 0,0 0-113 16,0 0 0-16,0 0 0 0,32 1 0 0,-12-4 0 16,12 5 0-16,2-4 0 0,4 1 0 0,-4 0 0 15,2 0 0-15,-2 0 0 0,-2-2 0 0,-1 1 0 16,-9 3 0-16,-2-2 0 0,-1 0 0 0,-5 1 0 15,-2 0 0-15,-1-1 0 0,1-2 0 0,-7 3 0 16,1 0 0-16,-6 0 0 0,9 2 0 0,-9-2 0 16,7-2 0-16,-7 2 0 0,0 0 0 0,0 0 0 15,0 0 0-15,6-2 0 0,-6 2 0 0,0 0 0 16,0 0 0-16,0 0-23 0,0 0-363 0,0 0-52 16,0 0-72-16,0 0-68 0,0 0-465 0,0 0-1130 15,0 0 501-15</inkml:trace>
  <inkml:trace contextRef="#ctx0" brushRef="#br0" timeOffset="34070.7657">19038 1313 46 0,'0'-10'464'15,"0"6"27"-15,0 0 8 0,0 4 11 0,1-7-2 16,-1 3-4-16,0 1-14 0,0 3-17 0,0-7-20 16,0 4-16-16,0 3-20 0,0 0-22 0,0 0-23 15,0-5-35-15,0 5-24 0,0 0-28 0,0 0-34 16,0 0-26-16,0 0-26 0,0 0-19 0,0 0-25 15,0 0-11-15,0 0-101 0,-1 16-43 0,-2-4 0 16,2-3 0-16,-3 11 0 0,2-2 0 0,-4-1 0 16,3-1 0-16,-4 2 0 0,2 6 0 0,0-3 0 15,1-3 0-15,-2 8 0 0,1-7 0 0,-3-1 0 16,4-1 0-16,0 0 0 0,1 0 0 0,-1-2 0 16,2-4 0-16,0 0 0 0,-1 0 0 0,0-1 0 15,3-3 0-15,-2-3 0 0,2 2 0 16,0-6 0-16,0 8 0 0,0-2 0 0,0-6 0 15,0 0 0-15,-1 7 0 0,1-7 0 0,1 5 0 0,-1-5 0 16,0 0 0-16,-2 5 0 0,2-5-243 0,0 0-98 16,0 0-62-16,0 0-43 0,0 0-43 0,-1-17-50 15,-1 11-416-15,2 6-1036 0,-6-15 459 0</inkml:trace>
  <inkml:trace contextRef="#ctx0" brushRef="#br0" timeOffset="34377.5852">18838 1485 182 0,'0'0'398'0,"0"0"11"16,0 0 13-16,-10-7 17 0,10 7 5 0,0 0-2 0,0 0-15 15,0 0-16-15,0 0-15 0,0 0-11 16,0 0-12-16,0 0-8 0,0 0-19 0,3-9-12 16,-3 9-38-16,0 0-22 0,0 0-20 0,0 0-27 15,6-2-21-15,-6 2-20 0,13-2-14 0,-4 2-17 16,13-1-20-16,-2 0-4 0,9 0-15 0,1-4-10 15,-1 3-14-15,1-1-24 0,-2 1-68 0,0-1 0 16,-9 0 0-16,0 3 0 0,-6 1 0 0,-1-6 0 0,-4 4 0 16,0 0 0-16,-8 1 0 0,13-1 0 15,-13 1 0-15,11-3 0 0,-11 3 0 0,7 0-62 16,-7 0-48-16,0 0-16 0,0 0-27 0,0 0-30 16,0 0-39-16,0 0-38 0,9 4-47 0,-9-4-52 15,0 0-47-15,0 0-76 0,0 0-67 0,0 0-280 16,0 0-898-16,0 0 398 0</inkml:trace>
  <inkml:trace contextRef="#ctx0" brushRef="#br0" timeOffset="34585.1205">19516 1512 6 0,'0'0'457'0,"5"1"19"16,-5-1 12-16,0 0 16 0,0 0-4 0,0 0-14 15,0 0-28-15,0 0-46 0,0 0-28 0,0 0-35 16,0 0-36-16,0 0-39 0,0 0-57 16,8 0-64-16,-8 0-86 0,0 0-98 0,1 6-102 15,-1-6-117-15,0 0-119 0,0 0-425 0,22-5-860 16,-9 3 381-16</inkml:trace>
  <inkml:trace contextRef="#ctx0" brushRef="#br0" timeOffset="34759.2733">19851 1517 192 0,'0'0'389'0,"0"0"4"0,0 0-23 15,11 1-17-15,-11-1-33 0,0 0-33 0,0 0-31 16,0 0-32-16,0 0-63 0,14-1-23 0,-14 1-56 16,9-3-49-16,-9 3-52 0,9 1-40 0,-9-1-36 15,19 2-33-15,-10-2-33 0,4 0-41 0,0-2-48 16,-3 1-131-16,3-1-413 0,5-3 183 0</inkml:trace>
  <inkml:trace contextRef="#ctx0" brushRef="#br0" timeOffset="34960.8661">20358 1483 61 0,'0'0'472'0,"9"3"11"0,-5-3 29 0,-4 0 21 15,0 0-2-15,0 0-6 0,11 3-16 16,-11-3-30-16,0 0-27 0,0 0-37 0,0 0-43 15,0 0-37-15,0 0-33 0,0 0-39 0,0 0-56 0,0 0-62 16,12-6-64-16,-12 6-66 0,0 0-57 0,0 0-62 16,0 0-53-16,11 8-65 0,-7-8-57 0,-4 0-34 15,12 3-35-15,-5-2-41 0,6-1-43 16,0 1-303-16,0-3-796 0,1 0 354 0</inkml:trace>
  <inkml:trace contextRef="#ctx0" brushRef="#br0" timeOffset="35126.0775">20876 1456 197 0,'6'3'394'0,"-6"-3"-8"0,0 0-9 15,8 3 3-15,-8-3-20 0,0 0-29 16,0 0-38-16,5 1-28 0,-5-1-28 0,0 0-34 16,0 0-58-16,0 0-59 0,0 0-77 0,0 0-96 15,0 0-106-15,10 0-131 0,-10 0-187 0,10-8-551 16,-2 2 244-16</inkml:trace>
  <inkml:trace contextRef="#ctx0" brushRef="#br0" timeOffset="35336.6823">21263 1455 55 0,'6'2'548'0,"-6"-2"-16"0,7 3-15 15,-7-3-12-15,5 2-40 0,-5-2-41 0,0 0-41 16,0 0-39-16,0 0-38 0,0 0-35 0,8 1-40 15,-8-1-53-15,0 0-49 0,0 0-54 0,2 5-56 16,-2-5-71-16,0 0-38 0,0 2-42 16,0-2-43-16,0 0-32 0,0 0-25 0,0 0-38 15,0 0-72-15,0 0-239 0,4-13-628 0,-2 6 278 16</inkml:trace>
  <inkml:trace contextRef="#ctx0" brushRef="#br0" timeOffset="36436.8202">22538 1041 28 0,'0'0'380'0,"0"0"2"0,-9-3 7 16,7 2 6-16,2 1 5 0,-4-3-7 0,4 3-1 15,0 0-6-15,0 0-4 0,-9-3-13 16,9 3-8-16,0 0-12 0,0 0-16 0,0 0-18 15,0 0-14-15,0 0-19 0,0 0-9 0,-2 0-12 16,2 0-7-16,0 0-15 0,0 0-22 0,0 0-20 16,0 0-17-16,0 0-23 0,0 0-21 0,21 0-13 15,-13 0-16-15,1 0-2 0,5 2-22 0,-4 0-61 16,7 0-22-16,-1 2 0 0,3 0 0 0,-2 1 0 16,-2 1 0-16,2 3 0 0,-2-3 0 0,0 4 0 15,-5-1 0-15,0 0 0 0,-4 0 0 0,2 2 0 16,1-2 0-16,-7 3 0 0,5-3 0 0,-6 5 0 15,-1-1 0-15,0 0 0 0,-4 0 0 0,-2 4 0 16,-5-2 0-16,0 0 0 0,-3 1 0 0,0-3 0 16,-5 1 0-16,6-1 0 0,-5-2 0 0,3 1 0 15,5-3 0-15,0-2-43 0,3-4-7 0,-1 3 5 16,2 0 3-16,1-5 13 0,5-1 4 0,-8 8 7 16,8-8 27-16,-5 3 17 0,5-3 30 0,0 0-1 15,0 0-8-15,0 0-1 0,0 0-33 0,0 0-13 16,27-12 0-16,-13 3 0 0,1 0 0 0,1-1 0 15,0-2 0-15,2 0 0 0,0-1 0 0,2-4 0 16,-3-3 0-16,2-1 0 0,3-1 0 0,-3-1 0 16,-1-1 0-16,-1 2 0 0,-2 0 0 0,-5 7 0 15,3-1 0-15,-3 4 0 0,-3 2 0 16,-2 2 0-16,0 1 0 0,1 1 0 0,-2 2 0 16,-1 1 0-16,-3 3 0 0,6-7 0 0,-3 5 0 0,-3 2 0 15,4-3 0-15,-4 3 0 0,0 0 0 0,0 0 0 16,0 0 0-16,0 0 0 0,0 0 0 0,-2 12 0 15,-3-3 0-15,-3 2 0 0,3-2 0 16,-4 3 0-16,2 2 0 0,-2 1 0 0,1 0 0 16,-1 2 0-16,1-2 0 0,1 0 0 0,2-6 0 15,-2 3 0-15,2 1 0 0,3-3 0 0,-1 2 0 16,2-1 0-16,0 5 0 0,2 0 0 0,3-1 0 16,0-4 0-16,-2 0 0 0,1-2 0 0,4 3 0 15,0-1 0-15,-1-3 0 0,2 2 0 0,1-2 0 16,-2-2 0-16,2 0 0 0,-4 0 0 0,2-3 0 15,-1 2 0-15,-6-5 0 0,9 4 0 0,-4-1 0 16,-5-3 0-16,10 3 0 0,-10-3 0 0,0 0-40 16,17-5-525-16,-17 5-68 0,10-8-527 0,-1 2-1254 15,-5 1 554-15</inkml:trace>
  <inkml:trace contextRef="#ctx0" brushRef="#br0" timeOffset="36972.5892">23088 1288 351 0,'6'-7'484'0,"-6"7"21"16,4-4 22-16,-4 4 25 0,1-4 4 0,-1 4 3 15,0 0-22-15,6-2-25 0,-6 2-30 0,0 0-31 16,0 0-32-16,0 0-38 0,0 0-37 0,2-5-35 16,-2 5-33-16,0 0-32 0,0 0-24 15,0 0-35-15,0 0-22 0,0 0-29 0,0 0-134 0,1 12 0 16,1-6 0-16,-2 0 0 0,2 1 0 15,-2 4 0-15,0-1 0 0,0 2 0 0,0-5 0 16,0 1 0-16,0 4 0 0,0-5 0 0,0-1 0 0,0-6 0 16,0 10 0-16,3-5 0 0,-3-5 0 0,0 10 0 15,0-10 0-15,2 8 0 0,-2-8 0 0,0 0 0 16,0 6 0-16,0-6 0 0,0 0 0 0,0 0 0 16,0 0 0-16,0 0 0 0,9-13 0 15,-2 4 0-15,0 2 0 0,2-3 0 0,0 2 0 16,0-2 0-16,1 0 0 0,-1 1 0 0,-1 0 0 15,0 0 0-15,-1 4 0 0,-3-2 0 0,1 1 0 16,2 3 0-16,-3-1 0 0,-4 4 0 0,6-5 0 16,-2 2 0-16,-2 1 0 0,-2 2 0 0,0 0 0 15,7-4 0-15,-7 4 0 0,0 0 0 0,0 0 0 16,7 11 0-16,-1-2 0 0,-1 2 0 0,0-2 0 16,0 3 0-16,0 4 0 0,1-1 0 0,1-1 0 15,-1-2 0-15,0 2 0 0,0 3 0 0,-4-7 0 16,3-2 0-16,-2-2 0 0,-1 0 0 0,2 1 0 15,-4-1 0-15,3-1 0 0,-3-5 0 0,2 7 0 16,-2-3 0-16,0-4 0 0,0 0 0 0,0 0 0 16,0 0 0-16,5 6 0 0,-5-6 0 0,0 0 0 15,0 0 0-15,0 0 0 0,0 0-57 0,0 0-397 16,0 0-72-16,0 0-89 0,0 0-476 0,-21-18-1179 16,12 14 521-16</inkml:trace>
  <inkml:trace contextRef="#ctx0" brushRef="#br0" timeOffset="37553.9249">22342 1619 244 0,'-7'2'334'0,"7"-2"-9"0,-9-1-4 0,4 2-3 16,5-1-13-16,-9 2 0 0,3-2-6 0,6 0-2 15,-8 0-16-15,8 0-5 0,-9 0-5 0,5 1-7 16,-2 1-8-16,6-2-2 0,0 0-6 0,0 0-13 16,-12-2-9-16,12 2-17 0,0 0-10 0,0 0-6 15,0 0-11-15,0 0-6 0,0 0-4 0,-7 2-2 16,7-2-1-16,0 0 8 0,0 0-7 0,0 0 10 16,0 0 0-16,0 0-16 0,0 0-13 0,0 0-7 15,0 0-10-15,34 0-6 0,-6-2 2 0,12-1-26 16,24-4-104-16,37 1 0 0,-3-3 0 0,5 1 0 15,8 1 0-15,3-4 0 0,7 0 0 0,4 3 0 16,4 2 0-16,3 0 0 0,-1 0 0 0,9 0 0 16,-6-6 0-16,0 9 0 0,-6 2 0 0,-8-3 0 15,-14-6 0-15,-16 7 0 0,-38 1 0 0,-11 2 0 16,-7-1 0-16,-4-1 0 0,-12 2 0 0,-6 2 0 16,-4-2 0-16,-1-2 0 0,0 2 0 0,-1 0 0 15,-6 0 0-15,0 0 0 0,12 0 0 0,-8-1 0 16,-4 1 0-16,0 0 0 0,0 0 0 0,-13-6 0 15,2 4 0-15,-1 0 0 0,2 2-214 0,-3-1-157 16,3-1-54-16,0 1-58 0,-2-1-52 0,1 3-73 16,11-1-319-16,-18 0-1002 0,9-2 443 0</inkml:trace>
  <inkml:trace contextRef="#ctx0" brushRef="#br0" timeOffset="39021.8567">22694 2025 86 0,'-4'-4'355'16,"2"0"1"-16,-1-1 3 0,-3 0 1 0,3-1-9 16,2-1 4-16,-1 3 4 0,0-4-1 0,0 4 3 15,0-3 10-15,1 5-6 0,1 2-6 0,0-9-18 16,-1 4-6-16,1 5-22 0,0-4-24 0,0 4-13 15,0 0-17-15,-1-6-21 0,1 6-20 0,0 0-12 16,0-4-17-16,0 4-25 0,0 0-5 0,0 0-12 16,0 0-17-16,0 0-12 0,0 0-5 0,0 0-16 15,0 0-17-15,0 0-7 0,0 0-22 0,0 0-51 16,0 0 0-16,0 0 0 0,1 16 0 0,-2-6 0 16,1 1 0-16,0-1 0 0,0 4 0 0,1 1 0 15,0 2 0-15,-1 1 0 0,1-1 0 0,3 1 0 16,-2 2 0-16,-1 1 0 0,0-1 0 0,2-4 0 15,-3 0 0-15,0-1 0 0,2 3 0 0,1 0 0 16,-1-1 0-16,-2-8 0 0,0 4 0 0,0-1 0 16,0 0 0-16,2-1 0 0,-2-2 0 0,-2-2 0 15,2-1 0-15,2 0 0 0,-2-1 0 0,1-1 0 16,-1-1 0-16,-1 2 0 0,1-5 0 0,1 5 0 16,-1-5 0-16,0 0 0 0,0 0 0 0,0 7 0 15,0-7 0-15,0 0 0 0,0 0 0 0,0 0 0 16,0 0-319-16,-1-20-90 0,1 9-80 0,0 1-91 15,0-1-486-15,3-1-1154 0,1-4 510 0</inkml:trace>
  <inkml:trace contextRef="#ctx0" brushRef="#br0" timeOffset="39508.7207">22533 1941 61 0,'0'-4'355'0,"-1"-1"-1"16,1 5-6-16,-3-7-8 0,3 5-5 0,0 2-16 15,3-6-5-15,-3 6-5 0,1-5-20 0,-1 5-2 16,0-4-8-16,0 4-5 0,1-3-9 0,-1 3-10 16,4-4-17-16,-4 4-19 0,7-2-15 0,-2 1-20 15,3 1-13-15,4 1-7 0,5 0-7 0,-3 2-5 16,8 1-5-16,3 2-18 0,2 1-2 0,3 3-3 15,0-2-16-15,-2 5 0 0,2-2-12 16,-3 3-6-16,1 1-7 0,0 0-5 0,-1-2-8 16,-3 3-7-16,-4 2-16 0,2 0 9 0,-9-7-1 0,-2 5 0 15,1-2-2-15,-4 1 7 0,-3-4-16 0,2 4-1 16,-6 1 2-16,1-1 2 0,-6-3 16 0,-5 2 20 16,-1 3 9-16,-12-2 8 0,-5-1-5 15,-2 5 6-15,-3-4-45 0,0 0-56 0,-1-5 0 16,-3 1 0-16,5 0 0 0,3-2 0 0,5-4 0 0,5-1 0 15,-2 1 0-15,8-2 0 0,0-2 0 0,3 2 0 16,1-2 0-16,1 1 0 0,2-1 0 16,-1-1 0-16,6 0 0 0,-5 2 0 0,1 1 0 15,4-3 0-15,0 0 0 0,0 0 0 0,0 0 0 16,0 0 0-16,0 0 0 0,0 0 0 0,20-6 0 16,-5 5-260-16,4 0-159 0,1 0-40 0,1 1-39 0,0 1-38 15,10-2-46-15,-14-1-325 0,11-3-981 0,-6 4 434 16</inkml:trace>
  <inkml:trace contextRef="#ctx0" brushRef="#br0" timeOffset="39840.6426">23088 2233 244 0,'4'-3'424'0,"-2"-2"-3"15,2 1 16-15,-1 1 14 0,1-1-1 0,-4 4 0 16,3-4-9-16,1 0-11 0,-4 4-13 0,0 0-13 15,5-5-15-15,-5 5-24 0,0 0-25 0,0 0-20 16,0 0-30-16,0 0-39 0,0 0-18 0,0 0-26 16,0 0-20-16,0 0-9 0,4 12 39 0,-4-1 4 15,1 1-13-15,1 6-12 0,0 0-176 0,0 1-20 16,0 7 0-16,3-1 0 0,-3-2 0 0,0-2 0 16,-2-2 0-16,0 1 0 0,0-1 0 0,0 1 0 15,-2-2 0-15,2-1 0 0,2 0 0 0,-1-5 0 16,-2-1 0-16,1 1 0 0,0-1 0 0,0-1 0 15,0-2 0-15,-2-1 0 0,0-3 0 0,2 3 0 0,0-7 0 16,0 7 0-16,2-5 0 0,-2-2 0 0,2 2 0 16,-2-2 0-16,0 0-209 0,0 0-187 15,0 0-58-15,0-14-49 0,1 4-53 0,1 0-457 16,1-1-1096-16,1-5 485 0</inkml:trace>
  <inkml:trace contextRef="#ctx0" brushRef="#br0" timeOffset="40223.047">23105 2220 144 0,'0'0'441'16,"-4"-7"1"-16,2 4 2 0,1 0-3 0,1 3-5 15,1-6-11-15,-1 6-32 0,2-6-36 0,0 2-34 16,0 0-35-16,0 0-30 0,3-1-21 0,1 2-19 15,2-1-20-15,1 0-13 0,1 2-15 0,1 0-19 16,0 1-6-16,3 1-20 0,-1 0-8 0,0 3-13 16,-2 2-12-16,5 3-2 0,-2 2 0 0,0-2-4 15,-4-1-10-15,-1 2-4 0,1 2-6 0,-2-3 4 16,-4-1-1-16,1 6-2 0,-1-7-3 0,-4 3-2 16,1 0 6-16,-4 1-2 0,1 0 19 15,-6 0 6-15,-3 0-2 0,-5-1 1 0,-2-2-5 0,0 1-6 16,-3-2-4-16,0 0-10 0,6 0-3 0,-6-3-8 15,9-1-6-15,0-1-3 0,1 1-2 0,4 0-1 16,7-2-3-16,-14 1 0 0,14-1-15 0,-9 0-34 16,9 0-47-16,-4-3-41 0,4 3-50 15,0 0-49-15,0 0-52 0,13-8-40 0,-1 8-54 0,3 0-58 16,2-1-55-16,3 2-73 0,-1 2-364 0,2 2-968 16,-1-2 428-16</inkml:trace>
  <inkml:trace contextRef="#ctx0" brushRef="#br0" timeOffset="40860.8995">23474 2462 258 0,'0'0'377'0,"0"0"6"0,0 0 9 0,0 0-9 15,1-5-14-15,-1 5-20 0,0 0-25 0,0 0-20 16,2-5-15-16,-2 5-22 0,1-3-20 0,-1 3-23 16,0 0-24-16,2-5-17 0,-2 5-23 0,5-3-12 15,-5 3-19-15,0 0-9 0,8-1-16 0,-8 1-21 16,9 3-3-16,-1 0-7 0,1 2-9 0,0 1-5 15,-2 3 7-15,5-2-4 0,-3 1-5 0,0-1-3 16,-2 3 3-16,0-1-3 0,0 1-1 0,-3 0-5 16,1-1-4-16,-5 3-2 0,3-4-3 0,-3 5-5 15,-3-6 1-15,-4 2-4 0,1-1 0 0,-4-1 0 16,-1-1-4-16,0-3-4 0,1 5 3 0,1-6-4 16,-2 2 1-16,2-3-3 0,1 1 13 0,3-2 18 15,5 0 12-15,-9-1 15 0,9 1-2 0,-9-6-4 16,8 0-5-16,0 0 7 0,1 0 0 0,4-5-7 15,-1 1-5-15,1 0-11 0,4-3-3 0,0 4 2 16,-1-1-14-16,6-1 4 0,-3 1-1 16,4 0-8-16,-2 3-5 0,1-2 1 0,-1 2-9 0,5 1 0 15,-7 2 2-15,3 0-3 0,-3 2 2 0,3 0-20 16,-5 5 10-16,-2-1-1 0,4 2-4 0,-1 3 23 16,0 2-9-16,0 0 6 0,1 5 3 0,-2 2-6 15,-2-1-1-15,1 0 3 0,-2 1-4 0,-1-1-4 16,0-1-1-16,-2-1 1 0,-1 0 2 0,3-3-1 15,-2-1-6-15,-1 1-1 0,-1-3 0 0,0-1-3 16,2-1 2-16,-2-5 2 0,0 8-3 0,0-8-8 16,0 8-10-16,0-4-6 0,0-4-15 0,0 0-19 15,0 0-14-15,0 0-20 0,0 0-45 0,0 0-56 16,0 0-43-16,0 0-57 0,10-20-55 16,-6 9-66-16,-2 0-69 0,3-6-76 0,-4 1-294 0,4-2-915 15,-1-7 405-15</inkml:trace>
  <inkml:trace contextRef="#ctx0" brushRef="#br0" timeOffset="41425.5228">23097 1804 371 0,'0'0'401'16,"0"0"3"-16,0 0-21 0,0 0 14 0,0 0-2 16,0 0-13-16,0 0-6 0,0 0-11 0,0 0-14 15,0 0-9-15,0 0-13 0,0 0-13 0,0 0-9 16,0 0-21-16,0 0-7 0,0 0-16 0,0 0-25 16,0 0 0-16,0 0-8 0,0 0-12 0,0 0-5 15,0 0-3-15,0 0 4 0,0 0-7 0,0 0-7 16,0 0-22-16,0 0-80 0,15 6-98 0,-3-6 0 15,17 2 0-15,8-1 0 0,19 0 0 0,1 4 0 16,1-5 0-16,-8-2 0 0,3 2 0 0,-15 3 0 16,0-4 0-16,-1 1 0 0,-10-2 0 0,0 2 0 15,-5 2 0-15,-3-2 0 0,-8 1 0 0,0-1 0 16,-5 0 0-16,-6 0 0 0,0 0 0 0,12-1 0 16,-12 1 0-16,7 1 0 0,-7-1 0 0,0 0 0 15,0 0 0-15,0 0 0 0,7 1 0 0,-7-1 0 16,0 0 0-16,0 0 0 0,0 0 0 0,-16 9 0 15,16-9 0-15,-6 3-23 0,5-1-387 0,1-2-64 16,0 0-44-16,0 0-53 0,-8 0-462 0,8 0-1119 16,0 0 496-16</inkml:trace>
  <inkml:trace contextRef="#ctx0" brushRef="#br0" timeOffset="42509.2521">24505 942 76 0,'0'0'371'0,"-5"-3"16"16,0 0 17-16,5 3 2 0,-4-2 7 0,4 2-8 15,-1-4-4-15,1 4-7 0,-3-4-16 0,3 4-7 16,0 0-18-16,0-5-15 0,0 5-21 0,0 0-22 15,4-4-29-15,-4 4-30 0,4-4-17 0,2 1-26 16,2 0-24-16,1-1-21 0,4 1-4 0,7-1-20 16,8 0-16-16,4 1 1 0,-2 1-13 0,4-1-10 15,-2 1-3-15,0-1 1 0,0 2 5 0,0 1 14 16,-3 0-11-16,-29 0-4 0,45 1-5 0,-29-1-7 16,-3 0-3-16,0 2-10 0,0-1-2 0,-5-1-10 15,-2 1-13-15,2-1-38 0,-8 0 0 0,10-1 0 16,-10 1 0-16,9 0 0 0,-9 0 0 0,5 1 0 15,-5-1 0-15,5 2 0 0,-3 1 0 0,-2-3 0 16,6 7 0-16,-2-1 0 0,1 3 0 0,0 2 0 16,0 4 0-16,0 2 0 0,-1 1 0 0,4 6 0 15,-2 8 0-15,0-3 0 0,0 2 0 0,-1 3 0 16,0 2 0-16,-2 9 0 0,5 2 0 0,-6 3 0 16,0-4 0-16,1 0 0 0,-3-10 0 0,0 15 0 15,-2-1 0-15,0 0 0 0,-1-2 0 0,1 2 0 16,-5-3 0-16,2 0 0 0,3 2 0 0,-2-15 0 15,0 2 0-15,0-2 0 0,0 0 0 0,-1 4 0 16,0-5 0-16,0 1 0 0,-1-2 0 0,2 1 0 16,0-3 0-16,-1-2 0 0,1 0 0 0,1 0 0 15,-2-2 0-15,4-9 0 0,-3 1 0 0,3 0 0 16,-3-1 0-16,4-6 0 0,-1 1 0 0,0-3 0 16,-1 0 0-16,1-1 0 0,0-3 0 0,1-5 0 15,-2 10 0-15,2-10 0 0,-1 6 0 0,1-6 0 16,0 0 0-16,0 7 0 0,0-7 0 0,0 0 0 15,0 0 0-15,-4 7 0 0,4-7 0 0,0 0 0 16,0 0 0-16,0 0 0 0,0 0 0 16,0 0 0-16,0 0 0 0,0 0 0 0,-24-2 0 15,10 0 0-15,-3 1 0 0,-6-1 0 0,0-2 0 0,-5 1 0 16,8-1 0-16,-10 4 0 0,1-1 0 0,1 0 0 16,-2 1 0-16,5-3 0 0,-4 1 0 15,9 2 0-15,1 0 0 0,1 0 0 0,0-1 0 16,4-2 0-16,4 2 0 0,0 1 0 0,10 0 0 15,-15 1 0-15,15-1 0 0,0 0 0 0,-13 0 0 16,13 0 0-16,0 0 0 0,-12 2 0 0,12-2 0 16,0 0 0-16,0 0 0 0,0 0 0 0,0 0 0 0,0 0 0 15,0 0 0-15,0 0 0 0,0 0 0 16,0 0 0-16,-9 2 0 0,9-2 0 0,0 0 0 16,0 0 0-16,0 0 0 0,0 0 0 0,0 0 0 15,0 0-71-15,0 0-562 0,0 0-90 0,0 0-405 16,0 0-1221-16,23-27 540 0</inkml:trace>
  <inkml:trace contextRef="#ctx0" brushRef="#br0" timeOffset="46213.237">4433 3419 88 0,'0'0'373'15,"0"0"-5"-15,0 0 5 0,0 0-3 0,0 0-13 16,0 0-11-16,0 0-9 0,-9-2-14 0,9 2-9 15,0 0-9-15,0 0-10 0,0 0-11 0,0 0-7 16,0 0-7-16,0 0-7 0,0 0-6 0,0 0 2 16,0 0 9-16,0 0-22 0,0 5 10 0,0-5 2 15,0 0-18-15,0 0-13 0,0 0-13 0,0 0-11 16,0 0-14-16,0 0-15 0,0 0-14 0,17 0-21 16,-10-1-10-16,3-1-100 0,3 2-29 0,1 0 0 15,0 0 0-15,3 0 0 0,-7-3 0 0,3 4 0 16,0-2 0-16,-7 1 0 0,1-2 0 0,-1 2 0 15,-1-2 0-15,-5 2 0 0,9-1 0 0,-9 1 0 16,6 0 0-16,-6 0 0 0,0 0 0 0,0 0 0 16,0 0-47-16,6-1-205 0,-6 1-54 0,0 0-47 15,0 0-44-15,0 0-39 0,0 0-42 0,0 0-52 16,-21 6-369-16,12-3-974 0,0-1 432 0</inkml:trace>
  <inkml:trace contextRef="#ctx0" brushRef="#br0" timeOffset="46514.4669">4406 3531 182 0,'0'0'281'16,"-1"4"18"-16,1-4 10 0,0 0 16 0,-3 6 13 15,3-6 8-15,0 0 6 0,0 0 0 0,0 0-3 16,0 0-7-16,0 0-11 0,-1 2-17 0,1-2-18 16,0 0-5-16,0 0-11 0,9 2-8 0,-4-2 4 15,3 1 1-15,2-1-1 0,-4 2-12 0,7-2-16 16,1 1-17-16,-1-1-15 0,1 1-10 0,1-1-15 15,-1 0-10-15,2 1-13 0,-5-1-6 0,5-1-8 16,-5 0-72-16,1 1-82 0,-3-1 0 0,-1 2 0 16,-1-4 0-16,-1 3 0 0,-6 0 0 0,8 0 0 15,-3 0 0-15,-5 0 0 0,0 0 0 0,11 0 0 16,-11 0 0-16,0 0 0 0,6-1 0 0,-6 1 0 16,0 0 0-16,0 0 0 0,0 0 0 0,0 0 0 15,2-2 0-15,-2 2 0 0,0 0 0 0,0 0-278 16,-6-9-236-16,6 9-96 0,-7-7-522 0,6 0-1226 15,1 7 542-15</inkml:trace>
  <inkml:trace contextRef="#ctx0" brushRef="#br0" timeOffset="47185.2789">7063 2967 207 0,'0'-6'457'16,"0"1"20"-16,0-1 5 0,0 0-8 0,0 1-12 15,0-1-13-15,0 0-9 0,0 2-16 0,0-1-8 16,0-1-18-16,0 1-13 0,0 5-12 0,0-6-6 15,0 1-18-15,0 5-14 0,-2-5-20 0,2 5-21 16,-2-3-18-16,2 3-20 0,-1-4-17 0,1 4-23 16,0 0-116-16,-1-3-100 0,1 3 0 0,0 0 0 15,0 0 0-15,0 0 0 0,0 0 0 0,-21 9 0 0,8-3 0 16,-3 5 0-16,-10 5 0 0,-2 0 0 16,1 8 0-16,-1 0 0 0,4 2 0 0,-3-1 0 15,-6 11 0-15,11-7 0 0,-2-2 0 0,2 1 0 16,3-1 0-16,1 1 0 0,3 1 0 0,4-4 0 15,2 1 0-15,7-7 0 0,2 0 0 0,2-1 0 16,7-1 0-16,8 4 0 0,6-8 0 0,8 4 0 16,2-6 0-16,0 0 0 0,5-4 0 0,-2-2 0 15,0-4 0-15,0 0 0 0,-7-5 0 0,1-2 0 16,-9 2 0-16,-1-3 0 0,0-2 0 0,-6 0 0 0,-4 1 0 16,-1-2 0-16,0 2 0 0,-1-3 0 0,-7 0 0 15,-1 0 0-15,-5-2 0 0,-4-1 0 0,-5 2 0 16,-4 1 0-16,-7 0 0 0,4 4 0 15,-7-2 0-15,0 6 0 0,1 1 0 0,4 1 0 16,5 1 0-16,-1 0 0 0,1 3 0 0,5 2 0 0,4 2-462 16,0-1-174-16,1 0-547 0,2 2-1280 15,4-2 566-15</inkml:trace>
  <inkml:trace contextRef="#ctx0" brushRef="#br0" timeOffset="47755.4012">6148 3791 163 0,'0'0'295'0,"0"0"-2"0,0 0-8 16,0 0-4-16,0 0-2 0,-13-2 0 0,13 2-3 0,-7 2 12 15,7-2-15-15,-13 0-7 0,5-3-14 0,0 3 0 16,1 3-14-16,-6-2-11 0,3 0-10 0,-2 4-16 15,1-3-1-15,-1 1-9 0,3-2-14 0,-1 0-17 16,5 0-13-16,-1 0-4 0,0 1-1 0,6-2 3 16,-7 2 3-16,7-2 4 0,-7 0 6 0,7 0-17 15,-3 2 1-15,3-2 3 0,0 0-1 0,17 3 8 16,1-3 5-16,13-3 10 0,9 2 3 16,16-4-10-16,12 1-10 0,24-7-7 0,12 5-14 0,4-5-10 15,8-3-11-15,8-2-72 0,10 5-36 0,7-1 0 16,-2-3 0-16,8 6 0 0,-8-2 0 0,-2 1 0 15,-10 1 0-15,-15 5 0 0,-15-1 0 0,-34 1 0 16,-7 1 0-16,-16 3 0 0,-6-2 0 0,-4 3 0 16,-10-2 0-16,-1 1 0 0,-6 0 0 0,-3 0 0 15,-1-1 0-15,-5 1 0 0,-4 0 0 0,9 1 0 16,-9-1 0-16,10-1 0 0,-6 2 0 0,-4-1 0 16,0 0 0-16,0 0 0 0,8 0-223 0,-8 0-136 15,1 2-65-15,-1-2-55 0,0 0-73 0,0 0-63 16,0 0-309-16,0 0-1000 0,0 0 443 0</inkml:trace>
  <inkml:trace contextRef="#ctx0" brushRef="#br0" timeOffset="48634.2563">6420 4546 232 0,'0'0'302'0,"5"7"-8"15,-5-3-2-15,0-1 1 0,1 1-12 0,-1-1 1 16,0-3-7-16,3 5-1 0,-3-5-8 0,0 5-5 15,0-5 4-15,0 0 4 0,1 2-4 16,-1-2 0-16,0 0 4 0,0 0 7 0,0 0 14 0,-5 5 4 16,5-5 7-16,-10 0 1 0,10 0 3 0,-11 0-9 15,3-2-2-15,-2 0-3 0,-1 0-1 0,0-3-14 16,-2-1-12-16,-1-4-9 0,3 3-183 0,-3-5-72 16,1-2 0-16,-4-8 0 0,8 5 0 0,-6-8 0 15,6-1 0-15,1-1 0 0,2 0 0 0,2-1 0 16,4-3 0-16,0 1 0 0,4 3 0 0,-2 0 0 15,2 1 0-15,4 0 0 0,-3 7 0 0,0 2 0 16,4-1 0-16,1-3 0 0,1 6 0 0,3 1 0 16,-3 1 0-16,2 2 0 0,5 2 0 0,-4-1 0 15,2 4 0-15,1 3 0 0,-3 0 0 0,-1-1 0 16,1 6 0-16,0 1 0 0,4 1 0 0,-8-1 0 16,8 3 0-16,-9 0 0 0,4 1 0 0,-4 4 0 15,-2-2 0-15,4 3 0 0,-5-2 0 0,-1 0 0 16,-4 1 0-16,1 0 0 0,-2 1 0 0,-4 2 0 15,-5 0 0-15,0 1 0 0,-4-2 0 0,-2-1 0 16,-2 1 0-16,-7 2 0 0,-3-2 0 0,0-1 0 16,3-1 0-16,6-3 0 0,-4-1 0 0,7-1 0 15,-3 0 0-15,7-2 0 0,-1 0 0 0,6-2 0 16,-2-1 0-16,4 1 0 0,-1 1 0 0,0-3 0 16,5 0 0-16,0 0 0 0,0 0 0 0,0 0 0 15,0 0-194-15,0 0-222 0,0 0-70 0,0 0-63 16,27-5-66-16,-14 3-374 0,-2 2-1071 0,3 1 474 15</inkml:trace>
  <inkml:trace contextRef="#ctx0" brushRef="#br0" timeOffset="49148.8269">6695 4385 344 0,'5'-4'431'0,"-9"1"1"0,4 3-12 0,5-4-18 16,-5 0-25-16,0 4-28 0,4-3-34 0,-4 3-30 16,3-4-31-16,-3 4-33 0,0 0-19 0,0 0-26 0,0 0-18 15,0 0-14-15,0 0-16 0,0 0-14 16,-4 15-10-16,0-11-9 0,-1 2-9 0,1 4-11 15,0-2-2-15,0-2-13 0,-1 3-1 0,1-3-7 16,-1 2-6-16,3-2-5 0,-2 2 1 0,0-1-7 0,3-2-2 16,-3 2-4-16,4-1-3 0,0 1 3 0,0-4-6 15,1 0 4-15,2 3-1 0,2-1 5 16,1-1 2-16,2-3 1 0,1 7 0 0,-4-1 1 16,4-4-6-16,0 5 0 0,0-2-1 0,4-4 6 0,-4 7 5 15,-3-3-2-15,4-1-7 0,0 2 8 0,-3 1 0 16,-2-5 0-16,-1 2 3 0,-1 0 2 0,0 1-4 15,-1-1 10-15,-4 1 5 0,2-1 12 16,-3 1 5-16,-3-2-2 0,-1 3-11 0,-1-1 15 0,-3-2 0 16,-2 1 0-16,-4 1 0 0,-1 1 1 0,-1-3 1 15,6 0-1-15,-10 0-5 0,5 0-6 0,4-3-3 16,3 0-6-16,-1-1 1 0,3 1-4 0,3 1 4 16,0-1-8-16,6-1-11 0,-11-1-5 15,11 1-43-15,-4-5-38 0,2 3-44 0,2 2-47 0,6-9-55 16,1 4-78-16,3-3-80 0,1 2-82 0,7-3-97 15,-2 1-410-15,1-2-1021 0,10-2 451 0</inkml:trace>
  <inkml:trace contextRef="#ctx0" brushRef="#br0" timeOffset="49618.6085">7334 4334 102 0,'-4'-4'493'15,"0"-2"1"-15,3 0 12 0,-3 2 4 0,4-3-14 16,-4-1-23-16,4 2-31 0,0-1-17 0,0 0-17 16,2-1-33-16,0-1-29 0,2 2-41 0,-3-3-29 15,4 3-26-15,3 0-30 0,-3 0-22 0,5 0-16 16,-6 2-21-16,4-2-23 0,-3 4-5 0,8-1-20 15,-3 1-17-15,4 1-5 0,0-1-16 0,4 6-8 16,-1-1-7-16,-2 1-10 0,-4 1-3 0,7 1-6 16,-1 2-1-16,-8-1-1 0,2 1-10 0,-2 1 4 15,-1 0 2-15,-3 2-7 0,3-1-6 0,-7 2 1 16,-1 0 28-16,-1 1 12 0,-8 3-9 0,0 1 0 16,-4 1 2-16,-6 0 1 0,-9 0-23 0,0 0-34 15,-5-1 0-15,-2 0 0 0,-1-6 0 0,3 2 0 16,1-4 0-16,-1-1 0 0,5-4 0 0,6-1 0 15,4 2 0-15,0-3 0 0,3-2 0 0,5-5 0 16,1 0 0-16,1 1 0 0,-1-4 0 0,5-2 0 16,3 0 0-16,2-4 0 0,3-2 0 0,5 0 0 15,4 1 0-15,0 0 0 0,4-4 0 0,3 2 0 16,-5 5-2-16,7-2-340 0,-6 4-78 0,5 0-64 16,-3 1-51-16,-2-1-51 0,2 2-385 0,-9 1-1051 15,5-3 465-15</inkml:trace>
  <inkml:trace contextRef="#ctx0" brushRef="#br0" timeOffset="49966.3601">7365 4088 207 0,'0'-6'389'15,"0"-1"12"-15,-3-2 25 0,6 0 32 0,-3-2 15 16,-3 0 9-16,3 2 1 0,0-3-14 0,0 3-16 16,0 2-5-16,-1-2-7 0,-2 2-2 0,3 0-12 15,0 3-19-15,0 0-28 0,-1 0-32 0,1 0-36 16,0 4-28-16,1-4-35 0,-1 4-35 0,0 0-214 15,0 0 0-15,0 0 0 0,3 12 0 0,-3 0 0 0,1 5 0 16,2 8 0-16,-2 6 0 0,3-3 0 16,-3 3 0-16,2-1 0 0,-2 3 0 0,3 1 0 15,-4-1 0-15,1 1 0 0,-2 0 0 0,1-2 0 16,0-2 0-16,-4 4 0 0,4-3 0 0,-1 0 0 0,-2 0 0 16,2-5 0-16,-2 3 0 0,1-4 0 0,2 0 0 15,-3-7 0-15,3-1 0 0,0-2 0 16,0 0 0-16,0-3 0 0,0-4 0 0,0 4 0 15,3-5 0-15,-6 0 0 0,3 0 0 0,0-1 0 0,0-1 0 16,0-1 0-16,0 0 0 0,0-4 0 0,3 6 0 16,-3-6 0-16,2 1 0 0,-2-1 0 0,12-1 0 15,-12 1 0-15,15-10 0 0,-6 3-230 16,5-4-380-16,3 0-83 0,3-5-417 0,0-4-1202 0,-5 6 532 16</inkml:trace>
  <inkml:trace contextRef="#ctx0" brushRef="#br0" timeOffset="50483.5005">7754 4388 82 0,'6'-4'471'0,"0"-1"0"0,-1-3 14 0,-1 5 2 16,1-2-12-16,-1-1-17 0,-3 1-22 0,3 2-26 15,-3 0-25-15,3 1-37 0,-4 2-33 16,4-7-36-16,-4 7-28 0,-1-3-28 0,1 3-27 0,0 0-20 15,0 0-23-15,0 0-23 0,0 0-6 0,0 0-10 16,-7 16-12-16,2-9-11 0,1 2-9 0,-2 0-6 16,1 0-9-16,-2 0-5 0,1 1-9 0,2 0-2 15,-1-1-3-15,-3 1-11 0,5-1 0 0,0-3-3 16,-1 0-4-16,2-2-1 0,0 0-8 0,1 1-1 16,1-5 1-16,-1 7 1 0,2-5 0 0,2 2-5 15,0-2-2-15,5 1-2 0,-3-1 1 0,4-1 2 16,1 1-6-16,-1 2-2 0,4 2-15 0,0-3 14 15,1 2-3-15,-3 2 1 0,1-1-6 0,-1 1 3 16,-2-2-10-16,2 0 10 0,-1 1 1 0,-5-2-2 16,0 2-3-16,0-2 6 0,-1 3-6 0,1 0 7 15,-5-1 1-15,0-1 6 0,-4 2 13 0,1-1 1 16,-3 1 2-16,-3 0 16 0,-2-2-4 0,-3 4 0 16,-4-2 1-16,0-3-1 0,-1 4-6 0,2-1 8 15,-2-4-7-15,6 0-7 0,3-1-2 0,-3 0 10 16,8-1-3-16,-4 0 2 0,6 1-2 0,-4-1 3 15,7-1 0-15,-6 2-1 0,6-2-35 0,0 0 0 16,0 0 0-16,0 0 0 0,-6-5 0 0,6 5-11 16,0 0-75-16,0 0-34 0,7-8-38 0,-7 8-31 15,8-1-33-15,-3-1-29 0,2 0-56 0,1-2-34 16,1 3-34-16,-4 0-35 0,5 0-38 0,1-1-45 16,-4 2-304-16,7-3-864 0,-1 2 383 0</inkml:trace>
  <inkml:trace contextRef="#ctx0" brushRef="#br0" timeOffset="51920.6929">9734 3117 193 0,'5'0'389'0,"-5"0"3"0,0 0 15 16,0 0-7-16,7-3-5 0,-7 3-7 15,0 0-14-15,0 0-12 0,0 0-10 0,0 0-22 16,0 0-14-16,2-2-27 0,-2 2-11 0,0 0-25 0,0 0-17 15,0 0-18-15,0 0 0 0,0 0 2 16,-18 4-3-16,8-3-11 0,-7 1-16 0,-3-2-8 16,-7 3-6-16,-1-2-14 0,-3 1-7 0,1 1-7 15,-1-1-6-15,0 0-5 0,3 1-12 0,0-1-12 16,6-1-4-16,2 0-2 0,2 1-95 0,-2 0-12 0,7-1 0 16,0-1 0-16,0 1 0 0,7 0 0 15,-3-2 0-15,1 1 0 0,3 1 0 0,5-1 0 16,-8 0 0-16,8 0 0 0,0 0 0 0,0 0 0 15,-10 0 0-15,10 0 0 0,0 0 0 0,-5 2 0 0,5-2 0 16,0 0 0-16,-4 2 0 0,4-2 0 0,0 0 0 16,0 0 0-16,0 0 0 0,0 0 0 15,0 0 0-15,-4 3 0 0,4-3 0 0,0 0 0 16,-1 6 0-16,1-6 0 0,0 7 0 0,4-4 0 0,-3 4 0 16,3-1 0-16,0 3 0 0,2 0 0 0,2 2 0 15,2 2 0-15,4 1 0 0,2-1 0 16,1-1 0-16,8 5 0 0,-2-3 0 0,0 1 0 15,1-1 0-15,-5-5 0 0,0 1 0 0,-1-2 0 0,-1 2 0 16,-6-4 0-16,2 1 0 0,-4-3 0 0,0 1 0 16,-1 0 0-16,-2-3 0 0,1 2 0 0,-2-1 0 15,0-3 0-15,-2 2 0 0,-3-2 0 0,4 6 0 16,-1-5 0-16,-3-1 0 0,4 4 0 16,-2-3 0-16,-2-1 0 0,0 0 0 0,4 4 0 15,-4-4 0-15,0 0 0 0,0 0 0 0,0 0 0 0,0 0 0 16,0 0 0-16,0 0 0 0,0 0 0 0,0 0 0 15,0 0 0-15,0 0 0 0,0 0 0 0,0 0 0 16,0 0 0-16,0 0 0 0,0 0 0 0,0 0 0 16,0 0 0-16,0 0 0 0,8 0 0 0,-8 0 0 15,0 0 0-15,0 0 0 0,0 0 0 0,0 0 0 16,0 0 0-16,-5 7 0 0,1-3 0 0,-4 5 0 16,-3-2 0-16,-3 4 0 0,0 3 0 0,-8 2 0 15,-5 2 0-15,3 2 0 0,-6 2 0 16,1-1 0-16,0 0 0 0,-3 0 0 0,-12 10 0 0,7 0 0 15,-5-2 0-15,2 3 0 0,1-4 0 0,8-7 0 16,3 0 0-16,0-2 0 0,1-1 0 0,10-7 0 16,2 4 0-16,0-8 0 0,2 4 0 0,5-6 0 15,-1 2 0-15,2-2 0 0,2-2 0 0,-1 1 0 16,3 0 0-16,0-2 0 0,0 1 0 0,3-3 0 16,-3 5 0-16,3-5 0 0,-2 3 0 0,2-3 0 15,0 0 0-15,-6 1 0 0,6-1 0 0,0 0 0 16,0 0 0-16,0 0 0 0,0 0 0 0,0 0 0 15,0 0 0-15,0 0 0 0,0 0 0 0,0 0 0 16,0 0 0-16,0 0 0 0,0 0 0 0,0 0 0 16,18-3 0-16,-13 2 0 0,3 0 0 0,-8 1 0 15,23-4 0-15,-3 4 0 0,-1-3 0 0,12 2 0 16,6-2 0-16,13-4 0 0,4 1 0 0,6 2 0 16,6-3 0-16,27-8 0 0,-2 0 0 0,-27 9 0 15,4-2 0-15,-3 0 0 0,0 2 0 0,-7-1 0 16,-6 3 0-16,-17 1 0 0,-5-2 0 0,-8 1 0 15,-3 2 0-15,-5 0 0 0,-2 0 0 0,-1-1 0 16,-3 1 0-16,-2 0 0 0,-6 2 0 0,13 2 0 16,-13-2 0-16,0 0 0 0,11-1 0 0,-11 1 0 15,0 0 0-15,0 0 0 0,9-2 0 0,-9 2 0 16,0 0 0-16,0 0 0 0,0 0 0 0,0 0 0 16,0 0 0-16,9 1 0 0,-9-1 0 0,0 0 0 15,0 0 0-15,0 0 0 0,0 0 0 0,0 0 0 16,0 5 0-16,0-5 0 0,0 0 0 0,0 0 0 15,0 0 0-15,0 0-464 0,0 0-131 0,0 0-59 16,0 0-426-16,-24-7-1170 0,18 3 518 0</inkml:trace>
  <inkml:trace contextRef="#ctx0" brushRef="#br0" timeOffset="53019.4505">10767 3274 71 0,'0'-4'387'0,"0"4"19"0,0 0-2 0,-2-7 1 16,2 7-4-16,-5-1-5 0,5 1-5 0,-3-5-11 15,3 5-11-15,-3-2-5 0,3 2-11 0,-4-4-18 16,4 4-15-16,-1-3-10 0,1 3-17 0,0 0-13 0,0 0-9 16,0-5-10-16,0 5-19 0,0 0-34 0,2-5-17 15,-2 5-22-15,3-6-21 0,0 4-8 16,0 0-17-16,4 0-20 0,-1 0-11 0,-1-2-4 0,4 0-18 16,5 2-11-16,0-1 2 0,7 3-15 15,-3-1-12-15,2 2-14 0,2 1-20 0,-4 3 0 16,1 2 0-16,-1-2 0 0,-2 4 0 0,2 0 0 0,-5 3 0 15,-3 0 0-15,4 0 0 0,-6-1 0 0,0 5 0 16,-2-4 0-16,-1 2 0 0,-2 2 0 16,-6 1 0-16,3 2 0 0,-1-3 0 0,-3 0 0 0,-5 0 0 15,0-1 0-15,1 0 0 0,-2 2 0 0,0-6 0 16,-2 3 0-16,2-6 0 0,3 2 0 0,-5 0 0 16,-3-1 0-16,7-4 0 0,0 3 0 0,2-5 0 15,1 1 0-15,0-3 0 0,2 1 0 0,1 1 0 16,2-3 0-16,-4 2 0 0,4-2 0 0,0 0 0 15,0 0 0-15,0 0 0 0,0 0 0 0,0 0 0 16,0 0 0-16,0 0 0 0,6-14 0 0,1 4 0 16,2 3 0-16,1-8 0 0,0 3 0 0,3-4 0 15,2 3 0-15,3-8 0 0,0 1 0 0,2 1 0 16,2-3 0-16,-4-1 0 0,5 3 0 0,-1 0 0 16,-2-3 0-16,2 3 0 0,-2 3 0 0,-5 4 0 15,0 0 0-15,-4 0 0 0,2 4 0 0,-7 1 0 16,3 0 0-16,-2 3 0 0,-2 2 0 0,1-1 0 15,-3-1 0-15,-2 3 0 0,4-1 0 0,-5 3 0 16,4-3 0-16,-4 3 0 0,3-4 0 0,-3 4 0 16,0 0 0-16,0 0 0 0,0 0 0 0,-13 18 0 15,4-8 0-15,-4 3 0 0,0 1 0 0,-2 3 0 16,2-3 0-16,-7 7 0 0,2 0 0 0,4-4 0 16,1-3 0-16,2 0 0 0,-1 1 0 0,3 0 0 15,-1-2 0-15,5-1 0 0,0-1 0 0,1 0 0 16,1-1 0-16,2 4 0 0,2-3 0 0,3 0 0 15,1 0 0-15,2 0 0 0,4 1 0 0,3 0 0 16,0-1 0-16,2-3 0 0,-1 1 0 0,3-4 0 16,-2 0 0-16,-3-1 0 0,0 0 0 0,-2-3 0 15,1 3 0-15,-4-2 0 0,-1-2 0 0,1 0 0 16,2 1 0-16,-6-1 0 0,5-1 0 0,-4-1 0 16,0 1 0-16,-1-2 0 0,1 2 0 0,0-1 0 15,0-1 0-15,-1 0-28 0,-1-2-541 0,-1 3-64 16,0-3-58-16,-1-1-354 0,-1 1-1133 0,1 2 501 15</inkml:trace>
  <inkml:trace contextRef="#ctx0" brushRef="#br0" timeOffset="53309.2365">11435 3480 287 0,'4'-3'529'0,"-4"3"20"0,0-3 20 16,0 3 11-16,5-4 0 0,-5 4-11 0,0 0-24 15,1-4-32-15,-1 4-42 0,4-2-34 0,-4 2-40 16,0 0-40-16,0 0-40 0,0 0-34 0,0 0-30 16,0 0-32-16,0 0-26 0,0 0-26 0,0 10-7 15,0-6-17-15,0 2-82 0,0 1-63 0,0 0 0 0,0 0 0 16,0 2 0-16,0 2 0 0,0-6 0 16,0 6 0-16,-3-6 0 0,3 4 0 0,-1-2 0 15,1-3 0-15,0 2 0 0,0-1 0 0,-1-1 0 16,1-1 0-16,-4 1 0 0,4 0 0 0,0-4 0 0,0 0 0 15,0 7 0-15,0-7 0 0,5 1-100 16,-5-1-220-16,0 0-80 0,0 0-76 0,0 0-73 16,4-12-54-16,-4 2-355 0,4-2-1036 0,0 2 458 15</inkml:trace>
  <inkml:trace contextRef="#ctx0" brushRef="#br0" timeOffset="53537.6325">11507 3307 57 0,'-3'-5'462'0,"3"5"10"0,0 0 27 0,0 0 24 16,0-6 2-16,0 6-5 0,0 0-25 0,0-2-9 0,0 2-55 15,0 0-32-15,0 0-30 0,0 0-27 16,0 0-42-16,0 0-31 0,0 0-32 0,0 0-19 16,0 0-26-16,-5-3-25 0,5 3-46 0,0 0-55 15,0 0-57-15,0 0-57 0,0 0-57 0,0 0-55 16,0 0-42-16,0 0-45 0,0 0-43 0,14 7-52 15,-11-5-45-15,-3-2-55 0,6 5-381 0,-6-5-891 16,5 1 393-16</inkml:trace>
  <inkml:trace contextRef="#ctx0" brushRef="#br0" timeOffset="54203.5755">10759 3795 149 0,'0'0'349'0,"0"0"-6"0,0 0-2 16,0 0-17-16,-9 3-21 0,9-3-20 0,-1 2-5 16,1-2-19-16,0 0-14 0,0 0 0 0,0 0-8 15,0 0-6-15,0 0-3 0,0 0-7 0,-12-2-3 16,12 2-4-16,0 0-3 0,0 0 1 0,0 0-5 16,0 0-8-16,-7-2 0 0,7 2 3 0,0 0-7 15,0 0-1-15,0 0-11 0,0 0 3 0,0 0-13 16,0 0-14-16,0 0-12 0,0 0-14 0,0 0-13 15,0 0-16-15,30-1-11 0,-8 2-8 0,10-1-9 16,9 0-9-16,11 2 2 0,4-2-11 0,6-4 5 16,2 3-7-16,0 0-5 0,33-4-9 0,0-2-1 15,-31 1 6-15,28-6 3 0,-31 5 2 0,36-5-3 16,-7 1-49-16,-29 3 0 0,3 1 0 0,-3 2 0 16,-10 0 0-16,-14-1 0 0,-6 1 0 0,-5 5 0 15,-9-1 0-15,-6 1 0 0,0 0 0 0,-3-2 0 16,-5 1 0-16,2 0 0 0,-7 1 0 0,10 0 0 15,-10 0 0-15,6 0 0 0,-6 0 0 0,0 0 0 16,0 0-37-16,0 0-134 0,0 0-26 0,0 0-45 16,0 0-50-16,0 0-58 0,0 0-47 0,-25-4-59 15,18 4-66-15,-4 0-400 0,3-2-997 0,-1 1 441 16</inkml:trace>
  <inkml:trace contextRef="#ctx0" brushRef="#br0" timeOffset="54987.9827">11017 4107 108 0,'0'-4'425'0,"0"-4"19"0,0 2 13 0,1 1 12 15,-1-2 3-15,3 1-4 0,-3 2-10 0,0-1 0 16,1 0-16-16,-1 0 7 0,0 2-12 0,0 3-16 15,0-7-11-15,0 3-18 0,0 4-20 0,0-4-29 16,0 4-30-16,0 0-30 0,4-2-29 0,-4 2-31 16,0 0-130-16,0 0-93 0,0 0 0 0,1 10 0 15,2 0 0-15,-2 0 0 0,3 5 0 0,-4 2 0 16,3 1 0-16,-2 0 0 0,4 6 0 0,-4-3 0 0,-1 4 0 16,0 0 0-16,0-1 0 0,-1-5 0 15,-3-1 0-15,3 2 0 0,-3-3 0 0,3-1 0 16,-3 1 0-16,-1-3 0 0,1 3 0 0,0-6 0 15,0 0 0-15,3-2 0 0,-4 0 0 0,5-2 0 0,-3-1 0 16,2 0 0-16,2-2 0 0,-2 1 0 0,1-2 0 16,0 0 0-16,0-3 0 0,0 0 0 0,0 0 0 15,0 5 0-15,0-5 0 0,0 0 0 16,0 0 0-16,0 0-153 0,4-10-375 0,-3 2-62 0,4-1-54 16,-3-1-402-16,-2-1-1134 0,2-5 502 0</inkml:trace>
  <inkml:trace contextRef="#ctx0" brushRef="#br0" timeOffset="55372.0522">10894 4132 150 0,'0'-4'452'0,"0"-2"8"0,2 0 11 0,-2 1 13 0,-2 0 7 16,2 5-8-16,-1-7-20 0,2 2-13 0,-1 2-34 15,2-1-29-15,-1 1-38 0,3-1-32 0,0 0-33 16,0 1-20-16,2-2-30 0,5 3-22 0,0 0-12 15,3 0-14-15,6 2 1 0,-1 1-15 0,9 3-3 16,-1 3-8-16,4-1-12 0,-3 2-11 0,-1 3-14 16,0 1-5-16,0 1-2 0,-2 2-15 0,2 0-102 15,-13-3 0-15,1 4 0 0,1 0 0 0,-5-1 0 16,-1 1 0-16,-2 0 0 0,-4 1 0 0,0-1 0 16,-7 2 0-16,-2 0 0 0,-4 4 0 0,-5-6 0 15,-4 6 0-15,-5-3 0 0,-1-1 0 0,-3 0 0 16,-1-2 0-16,1-2 0 0,-1 0 0 0,2-3 0 15,0-3 0-15,4-1 0 0,8-3 0 0,-4 2 0 16,5-1 0-16,2-2 0 0,3-1 0 0,2-1 0 16,0-1 0-16,1 3 0 0,1-2 0 0,4-1 0 15,-7 4 0-15,7-4 0 0,0 0 0 0,0 0 0 16,0 0 0-16,0 0 0 0,15-10-96 0,-6 6-355 16,6 2-69-16,2-3-72 0,5 1-61 0,-7 3-328 15,7-3-1061-15,1-1 471 0</inkml:trace>
  <inkml:trace contextRef="#ctx0" brushRef="#br0" timeOffset="55705.3711">11420 4418 19 0,'1'-2'463'16,"4"-3"15"-16,-5 0 25 0,1 3 25 0,-1 2 8 15,0-9 3-15,3 7-1 0,-3-3-16 0,0 5-11 16,0-4-11-16,0 4-20 0,0-5-26 0,0 5-32 0,0 0-29 15,0-4-40-15,0 4-35 0,0 0-31 16,0 0-31-16,0 0-165 0,0 0-91 0,0 0 0 16,1 13 0-16,-1-6 0 0,0 4 0 0,2 2 0 15,0 3 0-15,-2 1 0 0,0 2 0 0,1-3 0 0,2 3 0 16,-6-1 0-16,3 3 0 0,3-5 0 16,-3 0 0-16,0 0 0 0,0 2 0 0,0-2 0 0,-3-4 0 15,3 1 0-15,-1-4 0 0,1 0 0 16,-4 0 0-16,4-2 0 0,-1-2 0 0,-2 3 0 0,2-3 0 15,1-2 0-15,0-3 0 0,-2 7 0 0,2-7 0 16,-3 2 0-16,3-2 0 0,0 0 0 0,0 0-344 16,0 0-139-16,-6-12-44 0,4 7-43 0,2-3-38 15,0 2-336-15,0-8-1022 0,4 4 453 0</inkml:trace>
  <inkml:trace contextRef="#ctx0" brushRef="#br0" timeOffset="56040.7583">11454 4396 35 0,'0'-4'484'0,"4"-2"5"0,-3 1 16 0,2-1 3 15,-2 0-10-15,3 1-16 0,-3 2-18 0,2-3-25 16,2 1-40-16,-4 0-31 0,4 1-36 0,-1-1-13 16,5 3-23-16,-2-1-29 0,3-3-16 0,-3 5-36 15,2 1-13-15,4-1-24 0,-1 2-9 0,2 0-15 16,-4 1-7-16,2 5-7 0,-1-2-7 0,-1 2-18 15,-1-1-1-15,1 3-7 0,-2 0-9 0,-2 1-10 16,0-1-5-16,0 2-11 0,0-2-32 0,-5 0-40 16,2-2 0-16,-3 7 0 0,0-5 0 0,-4 2 0 15,-1-2 0-15,-4 7 0 0,-4-3 0 0,-1-5 0 16,-2 5 0-16,-2-3 0 0,1-3 0 0,-1 3 0 16,3-3 0-16,1-3 0 0,5 1 0 0,-2-2 0 15,4-1 0-15,1-2 0 0,-1 1 0 0,2 0 0 16,5-1 0-16,-9 1-161 0,9-1-102 0,0 0-74 15,0 0-78-15,0 0-60 0,0 0-68 0,26-5-43 0,-16 7-317 16,2-2-976-16,4-2 432 0</inkml:trace>
  <inkml:trace contextRef="#ctx0" brushRef="#br0" timeOffset="56339.3904">11765 4626 322 0,'0'0'553'0,"1"-6"20"0,0 3 18 0,-1 3 11 16,3-4 4-16,-3 0-21 0,1 1-19 0,-1 3-27 16,0 0-31-16,2-4-29 0,-2 4-38 0,0 0-43 0,0 0-38 15,0 0-41-15,0 0-32 0,1-4-36 0,-1 4-40 16,0 0-211-16,0 0 0 0,0 0 0 0,1 15 0 16,0-9 0-16,-2 1 0 0,1 2 0 15,-1 1 0-15,-2 0 0 0,3 1 0 0,2-3 0 0,-2 3 0 16,0 0 0-16,-2-4 0 0,1 1 0 0,1-1 0 15,-3 0 0-15,3 0 0 0,0-2 0 16,-2 0 0-16,1-1 0 0,1 0 0 0,-2-1 0 16,2-3 0-16,0 0 0 0,0 6 0 0,0-6-175 0,0 0-163 15,0 0-56-15,0 0-60 0,0 0-69 0,0 0-55 16,0 0-378-16,8-12-1033 0,-4 6 457 0</inkml:trace>
  <inkml:trace contextRef="#ctx0" brushRef="#br0" timeOffset="56583.1874">11858 4439 153 0,'0'0'516'0,"0"-4"11"0,0 4 17 0,0 0 16 0,1-4 14 16,-1 4-1-16,0 0-16 0,0 0-20 0,3-3-30 15,-3 3-28-15,0 0-36 0,0 0-43 0,0 0-41 16,0 0-34-16,0 0-41 0,0 0-23 0,0 0-27 15,0 0-32-15,0 0-49 0,0 0-150 0,0 0-3 16,0 0 0-16,0 0 0 0,0 0-88 0,0 0-92 16,0 0-51-16,0 0-56 0,0 0-59 0,0 0-55 15,0 0-47-15,0 0-49 0,0 0-25 0,0 0-344 16,0 0-937-16,0 0 415 0</inkml:trace>
  <inkml:trace contextRef="#ctx0" brushRef="#br0" timeOffset="57192.2088">11486 4040 15 0,'-4'-3'263'16,"4"3"2"-16,-2-3 1 0,2 3 0 0,0 0 6 15,-9-2 8-15,9 2 6 0,-4-3 5 0,4 3 8 16,-4-5 2-16,4 5 3 0,-4-2 3 0,4 2 0 16,0 0-1-16,0 0 2 0,-5-1-2 0,5 1-5 15,0 0 1-15,0 0-10 0,0 0 0 0,0 0-4 16,0 0-14-16,0 0-10 0,0 0-10 0,0 0-7 15,0 0-7-15,0 0-3 0,0 0-16 0,0 0-22 16,0 0-61-16,0 0-138 0,22-5 0 0,-9 3 0 16,7 2 0-16,13-3 0 0,6-4 0 0,13-1 0 0,-1 4 0 15,3-1 0-15,0 0 0 0,-1 0 0 16,1 0 0-16,-16 0 0 0,-2 1 0 0,-1 1 0 16,-5-2 0-16,-9 4 0 0,-6 1 0 0,-6-1 0 15,2 0 0-15,-3 1 0 0,0-2 0 0,-3 2 0 16,-5 0 0-16,10-1 0 0,-10 1 0 0,0 0 0 15,5 0 0-15,-5 0 0 0,0 0 0 0,0 0 0 16,0 0 0-16,0 0-115 0,-16 6-279 0,12-5-60 16,-3 2-49-16,7-3-68 0,-6 1-455 0,2 1-1111 15,4-2 491-15</inkml:trace>
  <inkml:trace contextRef="#ctx0" brushRef="#br0" timeOffset="59978.4797">9130 4293 216 0,'0'0'422'0,"2"-8"15"16,-2 4 13-16,0 1-3 0,3-1-4 16,-3 4-4-16,0-7-5 0,1 4-8 0,-1 3-13 15,0-5-2-15,0 5-6 0,1-5-9 0,-1 5-17 0,-1-4-15 16,1 4-32-16,0 0-25 0,0 0-20 0,0 0-24 15,0 0-23-15,0 0-20 0,0 0-21 0,0 0-14 16,0 0-109-16,0 0-76 0,0 0 0 0,-4 16 0 16,4-8 0-16,-5 2 0 0,5 1 0 0,-1 1 0 15,-3 4 0-15,3-2 0 0,-2 2 0 0,3-1 0 16,-4 2 0-16,3 0 0 0,0-6 0 0,-2 5 0 16,3-3 0-16,0 0 0 0,-4-2 0 0,3 5 0 15,0-6 0-15,-3 0 0 0,4-1 0 0,0-3 0 16,-1 0 0-16,2 0 0 0,-1 1 0 0,0-2 0 15,0-1 0-15,0 0 0 0,0-4 0 0,0 5 0 16,0-5 0-16,0 5 0 0,0-5 0 0,0 3 0 16,0-3 0-16,0 0 0 0,0 0 0 0,0 0 0 15,6-12 0-15,-3 3 0 0,1 0 0 0,-2-2-392 16,-2 2-179-16,4-6-60 0,-4-3-469 0,0-1-1191 16,0 0 527-16</inkml:trace>
  <inkml:trace contextRef="#ctx0" brushRef="#br0" timeOffset="60202.8699">9121 4146 110 0,'1'-3'374'0,"-1"3"3"0,4-3 25 0,-3 0 24 16,-1 3 27-16,3-3 15 0,-3 3 5 0,0 0 6 16,0 0-14-16,0 0-16 0,0 0-8 0,2-4-25 0,-2 4-26 15,0 0-30-15,0 0-32 0,0 0-32 16,0 0-32-16,0 0-33 0,0 0-22 0,0 0-22 15,0 0-21-15,0 0-46 0,0 0-45 0,0 0-60 16,0 0-68-16,0 0-50 0,0 0-40 0,0 0-45 0,0 0-48 16,6 9-50-16,-3-8-57 0,2 1-49 0,-1 1-66 15,4-2-63-15,-2-1-355 0,3 0-948 0,0-1 420 16</inkml:trace>
  <inkml:trace contextRef="#ctx0" brushRef="#br0" timeOffset="60553.4092">9454 4346 78 0,'0'0'354'0,"-2"4"5"0,2-4-3 0,0 0 0 16,0 0-3-16,-3 2-9 0,3-2-17 0,0 0-12 15,0 0-7-15,-3 3-2 0,3-3-3 0,0 0-11 16,0 0-15-16,-1 5-7 0,1-5-11 0,0 0-9 15,0 0-15-15,0 0-11 0,0 0-4 0,0 0-22 16,0 0-25-16,0 0-6 0,0 0-24 0,0 0-18 16,18-8-12-16,-14 8-15 0,2-2-4 0,-1 1-14 15,1-2-2-15,-3 1-12 0,5 0-6 0,-4-1-14 16,5 3 11-16,-4-3-18 0,-5 3-4 0,9-2-6 16,-5 2-39-16,-4 0-27 0,0 0-35 0,5 0-35 15,-5 0-29-15,0 0-27 0,9 2-32 0,-8 1-22 16,-1-3-13-16,3 5-10 0,-3 0-16 0,0-2-12 15,-7 1-10-15,3 2-15 0,-2-1-17 0,-2 3-13 16,3-3-14-16,0 2-10 0,-5-1-4 0,1 1-186 16,3-1-580-16,-1-1 256 0</inkml:trace>
  <inkml:trace contextRef="#ctx0" brushRef="#br0" timeOffset="60777.0949">9414 4484 160 0,'-2'0'203'0,"2"0"31"0,-1 5 30 0,1-5 29 15,-3 5 34-15,3-5 53 0,0 0 10 0,0 0 17 16,8 4 10-16,-8-4-4 0,10-4-7 0,-10 4-4 0,15-2-7 15,-8 1-10-15,3-3-8 0,0 2-20 0,3 1-21 16,0 1-12-16,-2-5-25 0,1 1-27 16,-2 0-30-16,0 2-19 0,-1 1-21 0,-2-1-24 15,-1 0-14-15,-6 2-23 0,11 0-141 0,-11 0 0 16,8 0 0-16,-8 0 0 0,4-1 0 0,-4 1 0 0,6-2 0 16,-6 2 0-16,4-1-74 0,-4 1-108 15,5-2-36-15,0 1-46 0,-2-3-38 0,-3 4-40 16,6-1-29-16,0-2-33 0,-1 0-43 0,2-1-34 0,3 1-370 15,-2-4-923-15,1 3 409 0</inkml:trace>
  <inkml:trace contextRef="#ctx0" brushRef="#br0" timeOffset="61095.3154">9785 4324 399 0,'0'0'489'0,"3"-6"27"16,-3 6 32-16,1-4 18 0,-1 4 16 15,0 0-2-15,3 0-20 0,-3 0-32 0,0 0-36 0,0 0-39 16,0 0-30-16,0 0-38 0,0 0-36 0,0 0-31 16,0 0-18-16,0 0-19 0,2 13-18 0,-2-6-104 15,1 3-159-15,-1-1 0 0,-1 4 0 16,5-1 0-16,-4-1 0 0,-1 6 0 0,-1 0 0 0,1-3 0 16,1-1 0-16,-1 0 0 0,1 5 0 0,-1-2 0 15,-2-6 0-15,3 2 0 0,0-2 0 0,0-1 0 16,-1 1 0-16,1-1 0 0,0-2 0 0,0-2 0 15,0 0 0-15,1 0 0 0,-1-5 0 0,-4 5 0 16,4-2 0-16,0-3 0 0,0 0 0 0,0 5 0 16,0-5 0-16,0 0 0 0,0 0 0 0,3-12 0 15,-3 7 0-15,1-4-248 0,-1-2-231 0,0 1-63 16,3-7-72-16,-3-4-438 0,0-2-1138 0,1-4 503 16</inkml:trace>
  <inkml:trace contextRef="#ctx0" brushRef="#br0" timeOffset="62236.1732">9293 2805 126 0,'-4'-4'367'0,"4"4"5"0,0 0 10 0,-5-3-10 16,5 3-5-16,0 0-11 0,0 0-15 0,-1-3-14 15,1 3-12-15,0 0-11 0,-3-4-3 16,3 4-19-16,-5-4-7 0,5 4-6 0,0 0-8 0,-1-4-7 16,1 4-3-16,0-7-7 0,0 7 1 0,0-3-3 15,0 3-12-15,0-6-6 0,0 1-5 0,0 5-11 16,1-5-22-16,2 3-17 0,-3 2-11 0,2-9-18 15,1 6-15-15,2-1-8 0,-1 0-20 16,1 1-32-16,0-1-65 0,-1 1 0 0,1 1 0 0,4 0 0 16,-4 1 0-16,3 1 0 0,1-4 0 0,1 4 0 15,0 1 0-15,-1 2 0 0,3-1 0 0,-2 1 0 16,-1 2 0-16,2 0 0 0,-3 0 0 16,0 3 0-16,-2-1 0 0,2 0 0 0,-3 2 0 0,1 0 0 15,-1-1 0-15,-1 2 0 0,-3-1 0 0,2-2 0 16,-3 1 0-16,0 0 0 0,0-1 0 0,-3 1 0 15,2-3 0-15,-1 2 0 0,-1 0 0 0,0-2-26 16,2-1-5-16,-3 0 6 0,3 0 15 0,-2-1-7 16,3-3 4-16,-1 4 3 0,1-4 1 0,0 0 5 15,-2 3 22-15,2-3-15 0,0 0 6 0,0 0 8 16,0 0-4-16,0 0 0 0,0 0 2 0,5-13 10 16,-4 8-5-16,2-1-8 0,-1 2-12 0,2-5 0 15,1 1 0-15,0-2 0 0,2 1 0 0,-1-1 0 16,0 0 0-16,2 2 0 0,2 0 0 0,-2 0 0 15,-3 1 0-15,4 0 0 0,4 0 0 0,-7 2 0 16,5 0 0-16,-4-2 0 0,2 2 0 0,-3 3 0 16,1 1 0-16,2-4 0 0,-7 4 0 0,3-2 0 15,-1 2 0-15,-4 1 0 0,0 0 0 0,12 1 0 16,-7 2 0-16,2 1 0 0,-1 1 0 0,1 3 0 16,0 1 0-16,0 1 0 0,0-1 0 0,-1 2 0 15,-1 0 0-15,3-2 0 0,-2 2 0 0,-2-1 0 16,0 1 0-16,-4-2 0 0,5-3 0 0,-5 2 0 15,4-3 0-15,-3 0 0 0,2-1 0 0,-2 0 0 16,-1-1 0-16,1 1 0 0,-1-4 0 0,3 4 0 16,-3 0 0-16,0-4 0 0,0 0 0 0,0 0-3 15,0 0-34-15,0 6-23 0,0-6-21 0,0 0-26 16,0 0-36-16,0 0-40 0,0 0-69 0,0 0-76 16,0 0-61-16,0 0-72 0,0 0-78 0,5-13-396 15,-4 9-1013-15,-1 4 449 0</inkml:trace>
  <inkml:trace contextRef="#ctx0" brushRef="#br0" timeOffset="62792.9134">9689 3057 109 0,'0'0'116'0,"0"0"0"0,0 0 7 15,0 0-12-15,0 0-6 0,0 0 5 0,0 0-2 16,0 0-7-16,0 0 0 0,0 0 0 0,0 0-6 15,0 0-1-15,0 0-1 0,0 0-5 0,0 0-4 0,0 0 3 16,0 0-3-16,0 0 0 0,0 0 2 0,0 0-5 16,0 0-4-16,0 0 0 0,0 0-6 0,0 0-6 15,0 0-4-15,0 0-6 0,0 0-2 16,4 5-1-16,-4-5-5 0,0 0-1 0,0 0-4 16,0 0-6-16,0 4-5 0,0-4 0 0,0 4-3 0,0-4-6 15,0 0 0-15,1 5-3 0,2-3 2 0,-3 2-11 16,1 0-13-16,-1-4-29 0,2 4-23 0,0 0-30 15,-2-4-42-15,1 1-26 0,2 1-35 16,-3-2-9-16,4 4-154 0,-4-4-379 0,0 0 167 16</inkml:trace>
  <inkml:trace contextRef="#ctx0" brushRef="#br0" timeOffset="63828.5203">9769 3132 22 0,'-16'-1'192'0,"16"1"-4"0,-5-3-5 0,5 3 0 0,0 0-5 15,-5 0-4-15,5 0-6 0,0 0-9 0,-5-4-2 16,5 4-7-16,-4-2-6 0,4 2-5 0,-4-2-4 16,4 2 1-16,0 0-6 0,0 0-7 0,-8-1-3 15,8 1-3-15,0 0-10 0,0 0-1 16,0 0 2-16,-5-2-12 0,5 2 3 0,0 0 3 16,0 0 3-16,-6-3 0 0,6 3 7 0,0 0 2 0,0 0-2 15,0 0 9-15,0 0 0 0,0 0-1 0,-5-1-7 16,5 1 9-16,0 0-3 0,0 0-3 0,0 0-6 15,0-3-2-15,0 3-8 0,0 0-4 0,0 0-7 16,0 0-8-16,0 0-9 0,0 0-7 16,0 0-3-16,0 0-2 0,0 0-5 0,0 0-3 0,0 0-1 15,0 0 0-15,0 0 3 0,0 0-5 0,0 0 0 16,0 0 3-16,0 0 6 0,0 0 4 0,0 0 4 16,0 0 6-16,0 0 4 0,0 0 8 0,0 0 3 15,0 0-4-15,0 0-5 0,0 0-5 0,0 0-5 16,19-1-8-16,-10 1-5 0,5-4 4 0,4 0-1 15,5 3 2-15,5-4-3 0,4 2-4 0,-1-2-5 16,5 1 0-16,-2-1-4 0,-2 2 11 0,0 1 2 16,-3-4 3-16,-7 6-3 0,-4-3-10 0,1 1-7 15,-6 3-7-15,-3-2 2 0,0 2-5 16,-2-2 2-16,-8 1-10 0,14-3 4 0,-14 3-12 0,9 0 6 16,-9 0-15-16,0 0 12 0,0 0-6 0,9 0-2 15,-9 0 2-15,0 0 0 0,0 0-10 0,0 0 2 16,10-2-5-16,-10 2-15 0,0 0-9 0,0 0-16 15,0 0-9-15,0 0-10 0,0 0-14 16,4 0-21-16,-4 0-21 0,0 0-22 0,0 0-27 0,0 0-39 16,0 0-36-16,0 0-43 0,0 0-42 0,0 0-48 15,0 0-61-15,0 0-44 0,0 0-332 16,0 0-877-16,0 0 388 0</inkml:trace>
  <inkml:trace contextRef="#ctx0" brushRef="#br0" timeOffset="69194.2589">13430 3857 365 0,'0'0'422'0,"4"-12"6"16,-3 8-23-16,-1 4-12 0,4-3-12 0,-4 3-26 16,0 0-15-16,13 0-19 0,-9-1-25 0,-2-1-22 15,-2 2-30-15,8 0-24 0,-8 0-21 0,5-3-18 16,-5 3-22-16,0 0-15 0,9 0-12 0,-9 0-17 15,6-1-33-15,1 1-45 0,-3-2-59 0,-4 2-54 16,12-2-49-16,-5 0-54 0,-1 1-44 0,3-3-36 16,1 6-44-16,0-5-32 0,1 2-24 0,1-1-243 15,-1 2-653-15,0-2 289 0</inkml:trace>
  <inkml:trace contextRef="#ctx0" brushRef="#br0" timeOffset="69356.8637">13811 3806 22 0,'14'1'191'16,"-2"1"12"-16,0-5 16 0,1 2 14 0,-4 1 11 15,4 1 5-15,-7 2 1 0,3-3 11 0,-5 0 4 16,5 0 21-16,-9 0 13 0,8 0 0 0,-8 0-16 16,6 1-17-16,-6-1-20 0,0 0-22 0,8-3-21 15,-8 3-24-15,0 0-20 0,0 0-18 0,6 3-58 16,-6-3-62-16,0 0-78 0,0 0-80 0,8 0-73 16,-5 2-78-16,3 0-64 0,0 1-279 0,5-2-683 15,0-1 303-15</inkml:trace>
  <inkml:trace contextRef="#ctx0" brushRef="#br0" timeOffset="69513.7904">14331 3812 71 0,'18'-1'333'0,"-6"0"9"0,-1-2 9 15,-1 1 22-15,-2 1 1 0,1 0-16 0,-4-1-27 16,1 0-37-16,-2 1-24 0,-4 1-29 16,0 0-25-16,9 0-33 0,-9 0-23 0,8-2-62 15,-8 2-76-15,7-2-78 0,-2 1-70 0,3 1-60 0,4 0-71 16,-1-1-38-16,2 1-222 0,2 0-558 0,2 0 247 15</inkml:trace>
  <inkml:trace contextRef="#ctx0" brushRef="#br0" timeOffset="70072.6066">15604 3434 380 0,'5'-7'427'0,"3"-1"16"16,-2 0 9-16,-3 1-2 0,2-2-5 16,-4 3-9-16,3-2-13 0,-3 4-4 0,2-4-6 0,-1 2 4 15,1 0 4-15,-2 1-20 0,2 2-5 0,-2-2-15 16,-1 5-17-16,1-7-12 0,1 4-15 0,-2 3-15 15,1-4-20-15,-1 4-92 0,1-5-210 16,-1 5 0-16,0 0 0 0,1-2 0 0,-1 2 0 16,0 0 0-16,0 0 0 0,0 0 0 0,0 0 0 0,0 0 0 15,0 0 0-15,0 0 0 0,-9 14 0 0,4-5 0 16,-1 2 0-16,-3 7 0 0,-1-1 0 0,-2-2 0 16,-3 12 0-16,-1-4 0 0,0 2 0 0,-1 0 0 15,1 0 0-15,0 2 0 0,0-1 0 0,0 2 0 16,1-7 0-16,6-2 0 0,3 5 0 0,-2-1 0 15,6-5 0-15,-1 2 0 0,7-5 0 0,-2-1 0 16,7 0 0-16,2-2 0 0,1 0 0 0,6-3 0 16,-1 0 0-16,1-2 0 0,2-2 0 15,-2-2 0-15,2 0 0 0,-2-3 0 0,-1-4 0 0,2 1 0 16,-2-4 0-16,-5 2 0 0,3-5 0 0,-6 3 0 16,1-2 0-16,-3 0 0 0,0-2 0 0,-3 1 0 15,-2 0 0-15,2 0 0 0,-4-2 0 0,-1 3 0 16,-4-2 0-16,1 1 0 0,0 2 0 0,-2 0 0 15,-2 4 0-15,0 0 0 0,-1 1 0 0,3-1 0 16,-2 1 0-16,-1 2 0 0,2 2 0 0,0 0 0 16,1 2-175-16,-3 0-360 0,0 0-57 0,4 1-78 15,-3-1-367-15,4-2-1123 0,4-1 497 0</inkml:trace>
  <inkml:trace contextRef="#ctx0" brushRef="#br0" timeOffset="71587.9551">16009 3942 396 0,'0'0'405'0,"0"0"7"16,0 0-15-16,4 2-27 0,-4-2-30 0,0 0-29 15,0 0-28-15,0 4-22 0,0-4-19 0,0 4-17 16,0-4-20-16,0 0-16 0,0 0-2 0,-4 5 1 15,0-2-13-15,2 0-10 0,0 0-6 0,1 3 5 16,-4-3 2-16,3 3-6 0,-2-1 2 0,1 1-3 16,-1-2-18-16,0 3 1 0,0 3-8 15,-3-5-5-15,3 4-4 0,-2-2-2 0,-1 0-8 0,-2 1 1 16,-1-1-5-16,0 0-7 0,-3 1-1 0,-4 1-8 16,5-3 4-16,-5 1-6 0,2 0-7 0,1-2-1 15,-3 1-2-15,3-3 1 0,-3 2 1 0,-2-1-9 16,5 0-11-16,1-2-1 0,2 0 6 0,-3 1-2 15,1-3 6-15,-1 3-74 0,1-3 0 0,-2 0 0 16,2 0 0-16,-2-2 0 0,1 2 0 0,2-1 0 16,-2-2 0-16,1 3 0 0,2-1 0 0,-2-1 0 15,4 1 0-15,-2-2 0 0,0 2 0 0,1-1 0 16,-1-5 0-16,0 4 0 0,1 1 0 0,-1-1 0 16,1-1 0-16,0 1 0 0,-1-1 0 0,0 0 0 15,0-1 0-15,-4 1 0 0,5 1 0 0,-4-2 0 16,1 1 0-16,1 0 0 0,2 0 0 0,-3-2 0 15,2 2 0-15,1 0 0 0,1-2 0 0,-3-1 0 16,3 4 0-16,0-3 0 0,0-3 0 0,-1 5 0 16,3-5 0-16,-1 0 0 0,-2 1 0 0,1 0 0 15,-3 1 0-15,6-3 0 0,-4 2 0 0,-1 0 0 16,5-2 0-16,-3 0 0 0,-1-3 0 0,2 3 0 16,-1 0 0-16,4 1 0 0,-4-8 0 0,0 4 0 15,0 0 0-15,4 2 0 0,-3-5 0 0,3 1 0 16,0 0 0-16,1-1 0 0,-2 4 0 0,1-4 0 15,1 4 0-15,0 0 0 0,0-5 0 0,0 5 0 16,2 2 0-16,-1-4 0 0,1 2 0 0,-1 0 0 16,2 1 0-16,0-1 0 0,0 2 0 0,1-1 0 15,0-2 0-15,0 2 0 0,0-4 0 0,0 4 0 16,1-3 0-16,-1 2 0 0,2 0 0 0,0 0 0 16,-1-2 0-16,1 2 0 0,1 1 0 0,-1-1 0 15,4-4 0-15,-3 5 0 0,4-5 0 0,-3 4 0 16,3-5 0-16,-3 5 0 0,1 0 0 0,0 1 0 15,1-1 0-15,0-2 0 0,2-1 0 0,3 2 0 16,-6 2 0-16,3 0 0 0,-1 2 0 0,5-4 0 16,-4 2 0-16,2 2 0 0,-5 0 0 0,3 3 0 0,-3-1 0 15,4-3 0-15,-3 2 0 0,3 2 0 16,-2-3 0-16,-1 2 0 0,0-1 0 0,-1 3 0 16,2 2 0-16,1-3 0 0,-3 0 0 0,5 2 0 15,-3-3 0-15,3 1 0 0,1-1 0 0,-1 1 0 16,4-2 0-16,-2 3 0 0,-1 0 0 0,3-5 0 0,-5 6 0 15,4-1 0-15,-3 4 0 0,-1-4 0 16,3 2 0-16,-1-1 0 0,-1 1 0 0,1 0 0 16,1 1 0-16,-1-2 0 0,3 3 0 0,-2-2 0 15,0 1 0-15,1-1 0 0,-2 0 0 0,3 4 0 0,-5-1 0 16,2-2 0-16,1 1 0 0,-2 2 0 0,2-1 0 16,-2 0 0-16,2 1 0 0,-2 0 0 0,3 1 0 15,-2 0 0-15,1-2 0 0,-2 2 0 16,2 2 0-16,-1-3 0 0,2-1 0 0,-2 4 0 0,3-3 0 15,-1 1 0-15,-2 1 0 0,1-1 0 0,-3 2 0 16,1-3 0-16,0 1 0 0,1 1 0 0,0-1 0 16,-6 1 0-16,3 0 0 0,5-1 0 15,-4 3 0-15,-3-5 0 0,4 4 0 0,-2 1 0 16,-2-2 0-16,1 0 0 0,2 0 0 0,-2 2 0 0,2 0 0 16,-2-2 0-16,-1 0 0 0,4 0 0 0,-1 5 0 15,-4-4 0-15,3 1 0 0,-2 0 0 0,5 1 0 16,-4-1 0-16,1 4 0 0,2 0 0 0,-1 0 0 15,0 0 0-15,-4 1 0 0,7-1 0 0,-6 2 0 16,2 1 0-16,-3-2 0 0,4 0 0 0,-4 3 0 16,0-3 0-16,2 1 0 0,-2 0 0 0,0-1 0 15,0 0 0-15,0 0 0 0,0 2 0 0,-2-2 0 16,0 1 0-16,1 0 0 0,1 1 0 0,-2-5 0 16,2 6 0-16,-2-1 0 0,2 3 0 0,-3-3 0 15,1-1 0-15,-1 1 0 0,1 0 0 0,-2 1 0 16,2-1 0-16,-2 1 0 0,-1-1 0 0,1 0 0 15,-1 0 0-15,1-1 0 0,-1-1 0 0,0 3 0 16,-1-3 0-16,1-2 0 0,1 3 0 0,-2-1 0 16,2-1 0-16,-1 0 0 0,-1 1 0 0,1-1 0 15,0 1 0-15,-1 0 0 0,1 1 0 0,0 0 0 16,-1-2 0-16,-3 3 0 0,4-1 0 0,-1 1 0 16,-2-2 0-16,1 0 0 0,-2 4 0 0,1-3 0 15,1 0 0-15,-2 1 0 0,0-2 0 0,0 2 0 16,-1-1 0-16,1-2 0 0,0 5 0 0,-1-4 0 15,-1 1 0-15,2 0 0 0,-5 0 0 0,0 1 0 16,0 1 0-16,-2-1 0 0,-2 1 0 0,1-1 0 16,-2-1 0-16,0 0 0 0,-4-1 0 0,5 2 0 15,-2-5 0-15,6 3 0 0,-5-5 0 0,5-1 0 16,3 0-1366-16,-1 0-1478 0,2 0 654 0</inkml:trace>
  <inkml:trace contextRef="#ctx0" brushRef="#br0" timeOffset="131267.4424">1887 5428 286 0,'1'-7'338'0,"2"1"0"16,-3-5-2-16,1 0-1 0,-1 0-3 16,0 0-7-16,-1 1-11 0,1-3 4 0,-4-3 5 15,3 5 0-15,-3-2-9 0,-4-4 2 0,3 6-13 0,-2-3-12 16,2 3-12-16,-2 0-14 0,1 3-21 0,-3-1-11 15,0 3-12-15,1 0-5 0,2 0-9 0,-1 2-19 16,-2 1-6-16,2 3-15 0,-4 0-21 16,-1 1-5-16,-1 3 2 0,-2 4-10 0,-2 3-7 0,-2 2 2 15,-2 7-12-15,-2 8-7 0,0-2-8 0,-1 4-47 16,-3 9-54-16,5-10 0 0,-4 13 0 0,7-11 0 16,-6 9 0-16,10-10 0 0,-3 2 0 0,1-1 0 15,5 0 0-15,0 0 0 0,4-5 0 0,4 1 0 16,3-2 0-16,1-7 0 0,1-1 0 0,3 0 0 15,5-4 0-15,2 3 0 0,3-4 0 0,2 1 0 16,6-5 0-16,6 0 0 0,1-1 0 0,1-1 0 16,3-2 0-16,-1 0 0 0,-3-2 0 0,1-2 0 15,-10-2 0-15,2 2 0 0,-4 0 0 0,1 0 0 16,-6-1 0-16,0 1 0 0,-2 1 0 0,-1-2 0 16,-4-1 0-16,0 2 0 0,-6 0 0 0,10 0 0 15,-10 0 0-15,6 0 0 0,-6 0 0 0,0 0 0 16,0 0-204-16,6 2-359 0,-6-2-89 0,0 0-477 15,0 0-1223-15,0 0 541 0</inkml:trace>
  <inkml:trace contextRef="#ctx0" brushRef="#br0" timeOffset="131866.575">2139 5778 337 0,'0'0'384'15,"-5"-2"6"-15,-2-1 10 0,6 1-2 0,1 2-4 16,-8-5-2-16,7 3 1 0,-3-2-6 0,4 4-7 16,-5-3-6-16,4-1-11 0,1 4-1 0,-3-7-9 15,2 3-8-15,1 4-14 0,1-7-17 0,-1 4-17 16,3-1-21-16,-2 0-20 0,3 1-21 0,-4 3-22 16,5-7-22-16,-1 4-21 0,1 1-19 0,3 0-46 15,-1 0-105-15,1 3 0 0,1 2 0 0,5-2 0 16,-5 3 0-16,0-1 0 0,5 1 0 0,-4 0 0 15,1 5 0-15,-4-1 0 0,1-1 0 0,-2 3 0 16,-2 1 0-16,0-2 0 0,-3 4 0 0,-1-2 0 16,-1 1 0-16,-2 1 0 0,-3-3 0 0,-1 1 0 0,-5 4 0 15,-2-4 0-15,-4 2 0 0,1-1 0 16,-2-4 0-16,0 0 0 0,2 1 0 0,7-6 0 16,-4 1 0-16,5-4 0 0,-4 0 0 0,3-3 0 15,4 1 0-15,0-4 0 0,-2-2 0 0,3-2 0 0,1-1 0 16,2-4 0-16,2 3 0 0,2-7 0 0,2-6 0 15,1 7 0-15,2 1 0 0,3-6 0 0,-2 6 0 16,2 1 0-16,1 1 0 0,-2 3 0 0,2 0 0 16,-1 3 0-16,-1 4 0 0,4-2 0 0,1 4 0 15,0 1 0-15,-2 2 0 0,0 1 0 0,1 1 0 16,-1 1 0-16,-1 5 0 0,1-1 0 0,-3 0 0 16,1 2-137-16,-3-1-354 0,0 2-55 15,-2-2-62-15,-2 3-461 0,-1-4-1156 0,-2-1 511 0</inkml:trace>
  <inkml:trace contextRef="#ctx0" brushRef="#br0" timeOffset="132582.2367">2434 5746 61 0,'0'0'490'0,"1"-5"-11"0,-1 5 0 0,0-5-5 0,0 5-13 16,0-6-19-16,0 3-20 0,0-1-23 0,0 4-30 16,3-6-12-16,-2 3-10 0,-1-1-35 0,0 4-24 15,3-5-27-15,-3 5-23 0,5-5-20 0,-1 4-34 16,-4 1-14-16,9-1-16 0,-4 1-6 0,3-1-23 16,0 2-15-16,1 1-6 0,2 2-14 0,0-1-6 15,-1 2-7-15,3 0-13 0,-3 0-4 0,-2 1-7 16,2 1-6-16,0 0-5 0,-2 1-9 0,0 0-4 15,-2-1 5-15,2 4-2 0,-4-5-6 0,-2 6-1 16,2-3-10-16,-4-1 6 0,3-2-2 0,-3 0-15 16,-3 2-9-16,3-3 1 0,0 1 0 0,0-1 6 15,0-2-4-15,0-3 1 0,-1 5 7 0,1-5 5 16,0 0-5-16,0 0 8 0,0 0-10 0,0 0 11 16,0 0 7-16,1-12-2 0,3 4-11 0,-3-2 11 15,3 2 11-15,0-3-2 0,1 0-3 0,2-2-5 16,0 4 7-16,2-5-17 0,-1 3 6 0,3-1 2 15,-2 3-1-15,-1 0-2 0,1 2-7 0,-2 0-3 16,1 2-6-16,-2 3 0 0,2-2 0 0,0 3 0 16,-2 1 0-16,3 0 0 0,-3 0 0 0,2 2 0 15,-2 3 0-15,1 1 0 0,-1 1 0 0,2 1 0 16,-3 0 0-16,0-2 0 0,-2 3 0 0,-2 1 0 16,3-2 0-16,-3 1 0 0,-1-1 0 0,3 0 0 15,-2-1 0-15,-1-1 0 0,0 1 0 0,0-2 0 16,4-1 0-16,-4-1 0 0,0 0 0 0,0-3-13 15,1 4 12-15,-1-4 5 0,0 0 2 0,0 0-2 16,0 0-4-16,12-10-5 0,-10 5 3 0,6-3-3 16,-4 1 5-16,2 1 2 0,0-4-4 0,2 3-2 0,0-2-6 15,1 4 10-15,-2-4 3 0,1 5 1 16,-3-1 3-16,3 1 5 0,-3 0-12 0,1 2 0 16,-1 0 0-16,3 1 0 0,-4-1 0 0,-4 2 0 15,13 2 0-15,-9 0 0 0,2 1 0 0,-1 3 0 0,-1-1 0 16,3 1 0-16,-3 3 0 0,0-4 0 0,0 4 0 15,-4 0 0-15,4 1 0 0,-4-2 0 16,0 2 0-16,0-4 0 0,0 0 0 0,0 2 0 16,1-2 0-16,-1 0-156 0,0 0-171 0,3-1-94 0,-3-2-89 15,1-1-121-15,-1-2-394 0,0 0-1109 0,15-7 490 16</inkml:trace>
  <inkml:trace contextRef="#ctx0" brushRef="#br0" timeOffset="132949.3233">3269 5727 153 0,'-4'-3'567'0,"4"3"19"16,-4-3 22-16,0 0 0 0,4 3 4 16,-5-4-18-16,4 1-20 0,-3 1-22 0,4 2-28 0,-4-5-21 15,4 5-37-15,-4-2-28 0,4 2-38 0,0 0-31 16,0 0-37-16,0 0-28 0,0 0-303 0,0 0-1 15,0 0 0-15,-1 9 0 0,1 0 0 0,1 1 0 16,3 7 0-16,0-1 0 0,0 0 0 0,-3 4 0 16,4 4 0-16,-1 2 0 0,0-1 0 0,-3 1 0 15,2 1 0-15,-2-1 0 0,-1 5 0 0,0-2 0 16,-1 0 0-16,-4 1 0 0,-2 1 0 0,3 0 0 16,-3-2 0-16,3-10 0 0,-4 4 0 0,3 3 0 15,0-8 0-15,-3-1 0 0,6-4 0 0,-2-1 0 16,0-3 0-16,0 1 0 0,3-4 0 0,1 0 0 15,-3-1 0-15,2-1 0 0,1-2 0 0,0-2 0 16,0 0 0-16,0 0 0 0,0 0 0 0,0 0-217 16,6-13-321-16,-2 3-52 0,3-7-51 0,-1 2-394 15,-2-3-1120-15,1-11 496 0</inkml:trace>
  <inkml:trace contextRef="#ctx0" brushRef="#br0" timeOffset="133282.9523">3146 5763 390 0,'3'-11'499'0,"-1"0"4"0,1 2 5 0,-1-3 1 15,3-1-18-15,0-2-25 0,3 4-24 0,1 0-43 16,5-2-6-16,-1 3-18 0,5-1-20 0,6 1-20 16,-6 5-20-16,13-2-16 0,-3 3-18 0,1 3-23 15,-1 3-25-15,3 2-16 0,-3 4-19 0,0-3-19 16,-1 3-12-16,1 1-22 0,-11 1-9 0,0 2-38 15,-1-2-98-15,-1 2 0 0,-5 1 0 0,0-4 0 16,-3 1 0-16,-2 1 0 0,-5 2 0 0,0 0 0 16,-4 0 0-16,-6 0 0 0,-1 2 0 0,-11 3 0 15,-2 0 0-15,-2-3 0 0,-3-2 0 0,-2-3 0 16,4-1 0-16,8-2 0 0,-3-3 0 0,4 0 0 16,4-1 0-16,3-1 0 0,2 0 0 0,0-1 0 15,1-1 0-15,8 0 0 0,-9-1 0 0,9 1 0 16,-2-2-29-16,2 2-244 0,0 0-43 0,10-6-54 15,0 3-56-15,3 2-69 0,1-2-78 0,3-2-379 0,-1 2-1031 16,2-3 456-16</inkml:trace>
  <inkml:trace contextRef="#ctx0" brushRef="#br0" timeOffset="134553.3122">3868 5682 144 0,'0'0'264'0,"0"0"7"0,0 0 9 0,0 0 2 15,0 0 4-15,0 0 9 0,0 0 7 0,0 0 18 16,0 0 6-16,0 0 2 0,0 0-14 0,-4-5-11 16,4 5-14-16,4-4-4 0,-4 4-24 0,4-5-22 15,-3 3-16-15,-1 2-21 0,4-4-27 0,0 3-20 16,0-3-15-16,1 2-18 0,0 1-18 0,-5 1-6 16,14 5-11-16,-5-3-8 0,-1 0-8 0,2 5-6 15,0 0-9-15,-1 0-2 0,1 0-8 0,-3 4-5 16,0-3 0-16,3 5-12 0,-5-2 0 0,-1 0-5 15,-1 2-1-15,-3-1 0 0,-1-3-1 0,-1 4-7 16,-2-3-9-16,-3 1-6 0,1-1-20 0,-3 1-13 16,-1-3-5-16,0-1-5 0,0-1 3 0,-1 0 7 15,-2-2-2-15,4 1 5 0,1-4 7 0,-2 0 2 16,1-2 1-16,4 0 10 0,0-2 9 0,-3-1 12 16,4-2 16-16,2 1 8 0,-2-1 13 0,1-4-6 15,3 1 2-15,0-1-6 0,3 0-1 0,2-2-1 16,-1 5-13-16,5-4 1 0,-3 0 1 0,2 3 0 15,1-1 2-15,0 3 0 0,-2 2-2 0,0 0-2 16,-2-1 0-16,4 3 0 0,-1 1 5 0,-1-2-4 16,0 3 0-16,0-1 0 0,0 1-1 0,-1 0 0 15,-2 2-3-15,2 1 0 0,2 1-2 0,-3-1-2 16,3 3 0-16,-2 1-1 0,-1-1-2 0,4 3 6 16,-5 0-9-16,1 0-2 0,-1 1-3 0,1-2 8 15,-1 3-2-15,1-1-1 0,0-2-10 0,-1-1 6 0,-4-1-1 16,3 0-4-16,-1 0-15 0,2-2-1 15,0 2 0-15,-2-2 0 0,6-1 5 0,-3-2-1 16,0 0 6-16,3-2 2 0,5 0 0 0,-4-3 1 0,1-1-1 16,4 0 6-16,-3-1-9 0,5-2 24 0,-6 1 7 15,0-1 14-15,3-4 9 0,-5 1 2 16,-1 1 3-16,2-6 0 0,0 5-10 0,-5 2 14 16,1-4-22-16,-1 2 4 0,-1 1-4 0,-3 3-11 0,2 0 7 15,-2 0-4-15,-2 3-10 0,2-2 2 0,0 2-10 16,-3 1 0-16,3 3 1 0,-4-2-10 0,4 2 11 15,0 0-10-15,0 0 9 0,-13 5-6 0,10-2-1 16,0 1 0-16,1-2-3 0,-1 2 4 0,3-4-2 16,-3 5-1-16,3-5 0 0,-1 4-6 0,1-4 6 15,0 4 2-15,0-4 3 0,4 2-3 0,0 1 1 16,-4-3 2-16,9 1-5 0,-4-1 3 0,-5 0 2 16,13-1 1-16,-7 1-6 0,1-2 0 0,1 1 5 15,0 0-5-15,-2 1 1 0,-6 0-2 0,14-1-1 16,-6 2-1-16,-3-1 4 0,2 1-5 0,0 0 5 15,-3 2-1-15,1 0 0 0,3 0 6 0,-3 2-9 16,0 1 9-16,0-3 0 0,-1 2-1 0,-1 2 3 16,0-1-5-16,0-1-8 0,0 3 16 0,-2-3-8 15,-1 4-1-15,-1-1 3 0,1 0-4 0,-2 2 2 16,1-2-6-16,-2 1 8 0,3-2-5 0,-1 0 0 16,1-1 3-16,-1 0-1 0,0 0 4 0,1-1-9 15,-3 0-2-15,3-1-9 0,4 0-2 0,-3-1 2 16,2 1-7-16,3-4-9 0,-1 3-22 0,7-3-24 15,-2 0-23-15,3-1-34 0,-2-1-46 0,1 0-74 0,8-5-73 16,-2 3-72-16,-4 1-66 0,5-6-82 16,-6 3-354-16,2 0-973 0,1-2 431 0</inkml:trace>
  <inkml:trace contextRef="#ctx0" brushRef="#br0" timeOffset="135027.9673">4659 5784 204 0,'0'0'388'0,"0"0"7"16,0 0 9-16,0 0 4 0,5-2-25 0,-5 2-17 0,0 0-22 15,0 0-18-15,0 0-15 0,0 0-23 16,0 0-20-16,4-3-15 0,-4 3-19 0,0 0-20 16,0 0-26-16,0 0-14 0,10 0-6 0,-10 0-7 15,13 2-6-15,-5-2-10 0,2-3 5 0,0 2-3 0,4-1-2 16,-1-2-5-16,1 0-1 0,0 0-1 0,-1-1 0 15,1 0 0-15,-2 0-9 0,-2-1-9 16,0-1-5-16,-2 2-3 0,1-2-12 0,-2 4-11 16,1-3-6-16,-3 2-3 0,-2 0-20 0,-1-2-2 0,-2 2-9 15,0 4-8-15,-4-7-4 0,-1 4-3 0,-1 1-7 16,-4-1 2-16,-2 3-12 0,0 0 0 0,-1 3 3 16,0-1-6-16,-5 4-7 0,1-1 3 0,-2 2-1 15,5 0 4-15,-4 0-4 0,6 2-9 0,1-2 0 16,2 0 0-16,-1 1 0 0,1 1 0 0,3-3 0 15,2 3 0-15,0-3 0 0,3 1 0 0,1 0 0 16,2-3 0-16,2 3 0 0,1-1 0 0,4-1 0 16,1 1 0-16,3 0 0 0,5-2 0 0,2 1 0 15,1 0 0-15,-2 0 0 0,3-3 0 0,-3-1 0 16,4 0 0-16,-4-1 0 0,0-1 0 0,-1 0 0 16,-4 1 0-16,0-2 0 0,-1 1 0 0,-3-3 0 15,-1 2 0-15,3-1-23 0,-3 2-87 0,-2-2-46 16,0 3-47-16,-2-3-61 0,-1 2-73 0,-4 1-58 15,6-1-68-15,-6 1-86 0,0 0-400 0,0 0-1028 16,0 0 456-16</inkml:trace>
  <inkml:trace contextRef="#ctx0" brushRef="#br0" timeOffset="136203.6177">6478 5500 128 0,'0'0'342'16,"0"0"-6"-16,1-5 1 0,-1 5-11 0,0-2 13 15,0 2-10-15,1-4-1 0,-1 4-6 0,4-4-9 16,-4 4-7-16,0 0-13 0,0 0-13 0,0 0-14 16,0 0-15-16,1-4-14 0,-1 4-19 0,0 0-29 15,0 0-16-15,0 0-24 0,0 0-15 0,0 0-9 16,3 12-12-16,-6-6-9 0,3 0-10 0,-1 5-8 15,1-2-4-15,0 4-12 0,-4 3-8 0,3-4-3 16,-4 3-4-16,2 0-7 0,1 0-4 0,-5-1-3 16,3-3-4-16,2 3 0 0,-3-4-5 0,1 0-2 15,-1-1 3-15,5-2-14 0,-4-1 4 0,2-1-7 16,-1-2 3-16,0 1-1 0,3-1 2 0,0-3 0 16,-1 5 3-16,1-5 3 0,3 4-9 0,-3-4 0 15,10 1 1-15,-5 0 7 0,6-2 7 0,1 1 9 16,2 0 2-16,0 0-2 0,-2 3 6 0,3-2-9 15,2 1-8-15,2 0-4 0,-1 3 7 0,-7-1 3 16,2 1-3-16,-2-1-1 0,1 2-1 0,-3 2 4 16,2-2-6-16,-3 1 0 0,-3 0 6 0,0 0-15 15,0 3 4-15,-2-1 4 0,-6 1-5 0,1 0 1 0,-7 5 3 16,-3-4-2-16,-3 3-5 0,0-2 10 0,-8 2-14 16,-1-1-2-16,7-2 1 0,-1-3-3 15,0 3 4-15,0-2-5 0,0-5 1 0,8 0 4 16,-3 2-1-16,3-2-12 0,5-2 12 0,-3 0 5 0,3 0 1 15,1-2 10-15,4 0 0 0,0 0-5 0,0 0-10 16,0 0-35-16,-10-5-38 0,11 1-37 16,-1 4-56-16,9-10-59 0,-5 7-69 0,3-8-74 15,-1 7-54-15,3-1-58 0,1-4-60 0,-1 3-403 0,5-7-1004 16,-6 6 446-16</inkml:trace>
  <inkml:trace contextRef="#ctx0" brushRef="#br0" timeOffset="136541.025">6429 5645 363 0,'-4'-3'463'0,"-1"-4"29"0,0 1 31 16,1 3-4-16,2-2-5 0,-1-1-14 0,3 1-22 15,-4 3-31-15,3-2-29 0,1 4-21 0,-1-8-20 16,1 4-26-16,0 4-30 0,1-6-31 0,2 2-27 15,0 0-27-15,5 0-22 0,3-2-30 0,8 1-16 16,-2-2-16-16,5 1-15 0,5-1-15 0,2 2-11 16,3-1-14-16,3-1-43 0,-6 3-54 0,7 0 0 15,-8-1 0-15,-1-2 0 0,1 5 0 0,-6-1 0 16,-3 2 0-16,-2 0 0 0,-5-2 0 0,0 3 0 16,-4-1 0-16,0 0 0 0,-3 2 0 0,1-2 0 15,-6 1 0-15,7 0 0 0,-7 0 0 0,8-1-11 16,-8 1-170-16,0 0-27 0,0 0-29 0,0 0-39 0,-5 7-40 15,5-7-45-15,-12 4-41 0,7 0-51 16,-4-1-65-16,3 0-354 0,-2 0-943 0,2-1 417 16</inkml:trace>
  <inkml:trace contextRef="#ctx0" brushRef="#br0" timeOffset="137521.5372">6939 5892 114 0,'9'1'331'15,"-9"-1"-7"-15,8 2 1 0,-8-2-27 0,6 0-18 16,-6 0-18-16,7 0-11 0,-7 0-15 0,6 2-4 15,-2 0-8-15,-4-2 4 0,3 3 6 0,0 0-6 16,0 1-11-16,-1 1 2 0,2 1-10 0,-1-1-3 16,-1-1-9-16,-1 3-3 0,1 0 3 0,-1-1-3 15,-1 4-8-15,0-1-6 0,0 2 3 0,-1-1-5 16,-1 0-4-16,-1 0-6 0,-1-1-1 0,0 4-11 16,-3-4 4-16,-1 1 3 0,-5 3 0 0,1 0-11 15,-4-3-14-15,-1 0-10 0,-1 4-11 0,-3-1-11 16,-3 0-9-16,5-6-10 0,0 3-11 0,-8 1 0 15,9-5-8-15,2 1-8 0,-1-1-52 0,2-3-8 16,-2 1 0-16,-2-1 0 0,0 1 0 0,1-1 0 16,0 0 0-16,0-1 0 0,-1 0 0 0,1 0 0 15,4-2 0-15,-5 0 0 0,1 0 0 0,0-1 0 16,3 1 0-16,-3-1 0 0,1-2 0 0,-2 1 0 16,4 0 0-16,-2-1 0 0,-2-2 0 0,2 2 0 15,0-2 0-15,-2 0 0 0,0-1 0 0,3 1 0 16,-2 0 0-16,-1-2 0 0,2-1 0 0,3 3 0 15,1 0 0-15,3 1 0 0,-1-1 0 0,0-1 0 0,1-1 0 16,-1 2 0-16,2-3 0 0,-2 0 0 16,-3-2 0-16,4 1 0 0,-1-3 0 0,-1 1 0 15,-2 0 0-15,4 3 0 0,1-5 0 0,-3 1 0 0,1-1 0 16,2 0 0-16,0-4 0 0,-2 1 0 0,2 0 0 16,0 2 0-16,1-4 0 0,2 2 0 0,0 0 0 15,1-2 0-15,0 1 0 0,1 2 0 16,3-3 0-16,-1-2 0 0,0 3 0 0,1-1 0 0,2 1 0 15,-1 1 0-15,2-4 0 0,-2 1 0 0,5 1 0 16,-5 0 0-16,6 2 0 0,-1-3 0 0,0-1 0 16,3 3 0-16,2 0 0 0,0-1 0 15,-1 2 0-15,9-5 0 0,-5 5 0 0,4 2 0 0,-3-1 0 16,6-3 0-16,0 1 0 0,1 0 0 0,1 0 0 16,-1 1 0-16,1-2 0 0,3 3 0 0,-1 0 0 15,0 5 0-15,-1-6 0 0,-1 2 0 0,-4 4 0 16,0 3 0-16,-1 2 0 0,1-1 0 0,-2-1 0 15,-2 2 0-15,-1 2 0 0,-2 0 0 0,3-1 0 16,-1 2 0-16,1-2 0 0,-4 3 0 0,3 1 0 16,6 0 0-16,-6 0 0 0,5 0 0 0,1 1 0 15,0 2 0-15,-2 2 0 0,1 3 0 0,-2-2 0 16,1 4 0-16,-2-3 0 0,3 4 0 0,-4 0 0 16,-1 0 0-16,4 4 0 0,-5-2 0 0,2 1 0 15,1 0 0-15,-2 0 0 0,0 0 0 0,4 6 0 16,-4-5 0-16,-1 2 0 0,5 2 0 0,-2 6 0 15,2-3 0-15,-2 0 0 0,1-1 0 0,-2 1 0 16,-5-4 0-16,1 4 0 0,-1-2 0 0,0-1 0 0,-2 1 0 16,-1-1 0-16,-1 6 0 0,0-6 0 0,-9 6 0 15,3-5 0-15,-3 1 0 0,-3 3 0 16,-4 2 0-16,-7-1 0 0,-1 1 0 0,1-2 0 16,-5 1 0-16,0-4 0 0,1-1 0 0,-2-2 0 0,2 0 0 15,9-6 0-15,-3 0 0 0,6-5 0 0,-3 0 0 16,7-3-261-16,-2 2-1061 0,4-2-1432 15,4-4 633-15</inkml:trace>
  <inkml:trace contextRef="#ctx0" brushRef="#br0" timeOffset="138638.2843">7937 5868 6 0,'1'-5'478'0,"2"-1"14"0,-2 1 14 0,3 0 11 15,-4 0 6-15,4 1-5 0,-3-3-13 0,1 3 2 16,0-1-22-16,-2 1-3 0,1 1-22 0,2 0-24 16,-3 3-30-16,1-5-32 0,-1 5-35 0,5-4-36 15,-5 4-28-15,0 0-33 0,0 0-28 0,0 0-91 16,0 0-123-16,0 0 0 0,5 14 0 0,-1-6 0 0,-2 2 0 16,0 0 0-16,2 0 0 0,-4 2 0 15,1 3 0-15,-1 3 0 0,-1-7 0 0,1 5 0 16,-3 1 0-16,2-4 0 0,-1 1 0 0,0-1 0 0,1-1 0 15,-3-3 0-15,4 0 0 0,-4-3 0 0,4 1 0 16,-2-3 0-16,2-1 0 0,-3 2 0 16,3-5 0-16,3 4 0 0,-3-4 0 0,3 2 0 0,-3-2 0 15,10-10 0-15,-3 2 0 0,3-1 0 0,3-3 0 16,-1 1 0-16,-1-1 0 0,2-1 0 0,1-1 0 16,-2 1 0-16,-5 2 0 0,3 2 0 0,-2 0 0 15,-2 0 0-15,1 3 0 0,-2 0 0 0,1 3 0 16,-2-1 0-16,0 0 0 0,-1 4 0 0,-1-3 0 15,-2 3 0-15,0 0 0 0,14 5 0 0,-9-1 0 16,2-1 0-16,-1 3 0 0,1 1 0 0,3 2 0 16,-4 1 0-16,1-1 0 0,0 3 0 0,2-3 0 15,-1 1 0-15,-2 0 0 0,1-2 0 0,-1 0 0 16,-1 0 0-16,-1-3 0 0,-3-2 0 0,3 1 0 16,1-3 0-16,-2 2 0 0,-2 0 0 0,-1-3 0 15,6 1 0-15,-6-1 0 0,0 0 0 0,7-11 0 16,-6 5 0-16,0-5 0 0,0 0 0 0,-2-1 0 15,0-1 0-15,0-2 0 0,-4-2 0 0,0 1 0 16,2 6 0-16,-1-3 0 0,2 2 0 0,-1 3 0 16,-1-2 0-16,4 4 0 0,-5 0 0 0,5 0 0 15,0 0 0-15,0 2 0 0,0 0 0 0,0 4 0 16,-1-6 0-16,1 6 0 0,1-4 0 0,3 2 0 16,1-1 0-16,3-1 0 0,2-1 0 0,3 3 0 0,0 1 0 15,0 0 0-15,2 0 0 0,2-2 0 0,-5 2 0 16,6-1 0-16,-5 2 0 0,1-2 0 15,-3 2 0-15,2 0 0 0,1-2 0 0,-4 2 0 0,3 0 0 16,-4-1 0-16,-4 1 0 0,3-2 0 0,-8 2 0 16,12-1 0-16,-6 1 0 0,-6 0 0 15,0 0 0-15,7 0 0 0,-7 0 0 0,0 0 0 16,6-1 0-16,-6 1 0 0,0 0 0 0,0 0 0 0,0 0 0 16,7 2 0-16,-7-2 0 0,0 0 0 0,1 3 0 15,1 3 0-15,-2-2 0 0,1-1 0 0,0 2 0 16,0 2 0-16,-1 1 0 0,0-1 0 15,3 5 0-15,-2-3 0 0,-1 3 0 0,2 0 0 0,-4 0 0 16,2 0 0-16,-1 0 0 0,-2-2 0 0,3 3 0 16,-1-1 0-16,0-3 0 0,0 3 0 0,-2-3 0 15,1-2 0-15,2-1 0 0,-2-2 0 0,1 2 0 16,1-4 0-16,0-2 0 0,0 6 0 0,0-6 0 16,-1 4 0-16,1-4 0 0,0 0 0 0,0 0 0 15,6-18 0-15,-2 8 0 0,1-5-227 0,-1-3-417 16,5-8-73-16,0 1-384 0,-5 0-1192 0,3 0 527 15</inkml:trace>
  <inkml:trace contextRef="#ctx0" brushRef="#br0" timeOffset="138787.6783">8571 5641 357 0,'1'-5'419'0,"-1"1"17"0,0 4 20 16,2-5 7-16,-2 5-9 0,1-4-21 15,-1 4-36-15,0-8-37 0,0 8-40 0,0-5-32 16,0 5-50-16,1-2-65 0,-1 2-67 0,0 0-91 15,8-1-99-15,-8 1-98 0,10 1-95 0,-10-1-79 16,13 1-314-16,-6 0-725 0,5 0 321 0</inkml:trace>
  <inkml:trace contextRef="#ctx0" brushRef="#br0" timeOffset="139104.9425">8830 5588 439 0,'3'-6'507'0,"-2"3"40"0,-1-3 37 0,0-1 28 15,-1 1 21-15,1 0 11 0,0-1-13 0,-3 2-19 16,3 1-23-16,-1-3-31 0,1 7-29 0,-2-6-35 0,0 4-51 16,2 2-74-16,-1-3-369 0,1 3 0 0,0 0 0 15,0 0 0-15,0 0 0 0,0 0 0 16,-7 9 0-16,3 1 0 0,1 6 0 0,1 3 0 0,0-1 0 16,-3 1 0-16,2 8 0 0,-3-2 0 0,5 1 0 15,-3 0 0-15,2 0 0 0,0-1 0 0,2-5 0 16,-2 6 0-16,2-6 0 0,-2 0 0 0,1-4 0 15,1 2 0-15,0-1 0 0,1-5 0 0,1 0 0 16,-2 0 0-16,0-2 0 0,0-3 0 0,1 0 0 16,-1-2 0-16,1 0 0 0,1-1 0 0,0-2 0 15,-2-2 0-15,0 0 0 0,0 0 0 0,0 0-262 16,15-9-342-16,-7-1-20 0,-5-1-43 0,-2 0-339 16,0-1-1089-16,-2-3 481 0</inkml:trace>
  <inkml:trace contextRef="#ctx0" brushRef="#br0" timeOffset="139642.8843">8741 5799 257 0,'0'0'306'0,"-5"-4"7"0,1 3 31 16,4 1 29-16,-6-2 32 0,6 2 29 0,-5-4 7 15,5 4-4-15,-4-2-18 0,4 2-15 0,0 0-20 16,-3-4-17-16,3 4-17 0,0 0-16 0,0 0-27 16,0 0-8-16,0 0-23 0,0 0-30 0,0 0-30 15,11-5-23-15,-4 5-19 0,5-4-17 0,4-2-17 16,3 3-23-16,2-2-2 0,8-2-8 0,-2 2-18 15,4-3-3-15,-12 3-11 0,4-1-49 0,4-1-26 16,-8 1 0-16,1-2 0 0,-1 0 0 0,-3 1 0 16,-3 1 0-16,2-1 0 0,-6 1 0 0,1 0 0 15,-1 0 0-15,-1 0 0 0,-3 1 0 0,-1 0 0 16,-2 2 0-16,2 0 0 0,-1 0 0 0,-1 1 0 0,1-1 0 16,-3 3 0-16,4-4 0 0,-4 4 0 15,1-2 0-15,2 0 0 0,-3 2 0 0,0 0 0 16,0 0 0-16,0 0 0 0,0 0 0 0,0 0 0 0,0 0 0 15,0 0 0-15,-3 11 0 0,2-4 0 0,-2 2 0 16,2 3 0-16,-2-1 0 0,2 5 0 0,-3 0 0 16,4 1 0-16,-1 0 0 0,1-2 0 15,0 4 0-15,0-8 0 0,0 5 0 0,0-3 0 0,-3-4 0 16,6 1 0-16,-2 0 0 0,-1-3 0 0,3-1 0 16,-3-1 0-16,2 1 0 0,1-2 0 0,-2-2 0 15,3-1 0-15,-4-1 0 0,0 0 0 0,19-7 0 16,-11 2 0-16,1-2 0 0,1-1 0 0,-1 0 0 15,0 0 0-15,0-2 0 0,-2 2 0 0,1 0 0 16,-1-1 0-16,1 6 0 0,-3-3 0 0,1 2 0 16,-3 1 0-16,0 1 0 0,0 0 0 0,-3 2 0 15,6-2 0-15,-6 2 0 0,0 0 0 0,11 4 0 16,-7-2 0-16,0 3 0 0,0 2 0 0,1-3 0 16,0 3 0-16,3 1 0 0,-2 0 0 0,2 1 0 15,1-2 0-15,1-2 0 0,3 5 0 0,-3-3 0 16,4 0 0-16,7-2 0 0,4 0-609 0,5-6-655 15,4-3-1369-15,17-4 606 0</inkml:trace>
  <inkml:trace contextRef="#ctx0" brushRef="#br0" timeOffset="140140.2727">10774 5595 278 0,'8'-7'505'0,"-4"0"16"0,1-1 10 15,0-2-7-15,-4 4-1 0,4-3-13 0,2-1-13 16,-5 1-19-16,1 0-19 0,-2-3 0 0,2 3-12 16,-2 0-16-16,-1-2-20 0,0 7-31 0,0-3-19 15,0 0-25-15,-1 4-22 0,2 0-88 0,-1 3-226 16,-1-7 0-16,1 7 0 0,-4-2 0 0,4 2 0 15,0 0 0-15,0 0 0 0,0 0 0 0,-8 8 0 16,3-1 0-16,0 5 0 0,-9-1 0 0,5 5 0 16,-4 0 0-16,-1 6 0 0,-1 1 0 0,1 1 0 15,0 2 0-15,-3 1 0 0,3 0 0 0,0-3 0 16,2-1 0-16,4-3 0 0,0-3 0 0,0 4 0 0,3-5 0 16,4 2 0-16,1 0 0 0,4-2 0 15,2 0 0-15,3-2 0 0,5 0 0 0,12-3 0 0,-8-1 0 16,2-3 0-16,7 1 0 0,-5-6 0 0,7 1 0 15,-1-6 0-15,3-2 0 0,-7-2 0 16,-4-1 0-16,-3 0 0 0,0-2 0 0,-8 1 0 16,0 0 0-16,-1-1 0 0,-2 1 0 0,-3-1 0 0,0-2 0 15,-4 2 0-15,-2-3 0 0,-3 5 0 0,-1-3 0 16,-3 3 0-16,-4-1 0 0,-1 3 0 0,2 1 0 16,-1 4 0-16,1-2 0 0,2 3 0 0,-3 3 0 15,2-1 0-15,-2 3 0 0,9-3 0 0,-3 3-440 16,3 4-154-16,3-5-56 0,0 3-435 0,6-1-1175 15,0-1 520-15</inkml:trace>
  <inkml:trace contextRef="#ctx0" brushRef="#br0" timeOffset="140808.7542">11296 5966 3 0,'1'4'381'0,"3"-3"-2"0,-4-1-5 16,5 2 4-16,-2 0-26 0,-3-2-21 15,2 4-24-15,-2-4-13 0,5 5-20 0,-1-1-10 16,-4-3-23-16,3 3-16 0,-3-4-16 0,1 6-9 16,-1-2-8-16,0 2 2 0,-1 0 4 0,-1-4-10 0,-3 8 1 15,1-3-4-15,-2 1 0 0,0 2-7 16,-3-2 10-16,-5 3-10 0,-2 1-6 0,-2 0-7 15,-6 0-4-15,-4-3-25 0,0 4 1 0,-3-4-12 16,-2 1-5-16,-3-1-12 0,3-2-10 0,-3-4-11 0,-1 4 0 16,1-6-10-16,-2-1-14 0,-3-1-10 15,1 0-7-15,3-2-4 0,2-1 7 0,3-1 5 16,-3-1 4-16,2 0 5 0,1-3 16 0,1-1-1 0,1-2-32 16,2 1-46-16,1-5 0 0,4-4 0 0,-3 2 0 15,3-1 0-15,3-1 0 0,0-1 0 0,5-2 0 16,2 0 0-16,-1 2 0 0,4-5 0 0,-1 1 0 15,3-1 0-15,3-1 0 0,2 0 0 0,3-2 0 16,0 1 0-16,2-1 0 0,1 0 0 0,6-1 0 16,-2-3 0-16,3 2 0 0,3 2 0 0,2 0 0 15,4-1 0-15,-1 2 0 0,4-1 0 0,-2 3 0 16,2 0 0-16,1 4 0 0,1-1 0 0,-1 1 0 16,2 2 0-16,4 3 0 0,-2 3 0 0,1 0 0 15,4 4 0-15,-3 1 0 0,5 2 0 0,0 4 0 16,-2 2 0-16,1 2 0 0,-2 0 0 0,2 5 0 15,0-2 0-15,-1 2 0 0,0 3 0 0,1 4 0 16,-2 7 0-16,1-2 0 0,-1 3 0 0,7 7 0 16,-10-4 0-16,-1 1 0 0,-1 1 0 0,-2 2 0 0,0-3 0 15,-1 1 0-15,-1 0 0 0,-4 0 0 16,-2-1 0-16,-3-1 0 0,1 1 0 0,-5-2 0 16,-2 2 0-16,-4-5 0 0,-1-1 0 0,-4-1 0 15,1 2 0-15,-5 3 0 0,-6 5 0 0,-3-4 0 0,-4 1 0 16,-6-2 0-16,1-2 0 0,-4 1 0 15,0-2 0-15,1 0 0 0,0-1 0 0,4-4 0 16,4-4 0-16,1 2 0 0,4-1 0 0,0-1 0 0,-3 1-200 16,7-2-501-16,-1-2-514 0,2-2-1317 0,4 0 582 15</inkml:trace>
  <inkml:trace contextRef="#ctx0" brushRef="#br0" timeOffset="143147.3112">4102 6878 416 0,'1'-3'509'0,"2"0"13"0,-3 3 16 15,0 0-1-15,4-2 7 0,-4 2-7 0,0 0-10 16,5-5-17-16,-5 5-17 0,0-3-20 0,0 3-28 0,0 0-23 16,0 0-31-16,0 0-19 0,0 0-24 0,0 0-32 15,0 0-28-15,0 0-285 0,0 0-3 16,0 0 0-16,0 0 0 0,2 10 0 0,-2-10 0 16,0 0 0-16,0 6 0 0,-1 0 0 0,0 0 0 0,-2 6 0 15,-2 3 0-15,1 3 0 0,2 1 0 0,-5 8 0 16,3-1 0-16,-1 5 0 0,-4-1 0 0,-1 1 0 15,6-1 0-15,-3 1 0 0,-1-1 0 0,-1 1 0 16,0-2 0-16,-4 0 0 0,6-4 0 0,-1 0 0 16,-2-1 0-16,2-6 0 0,0 0 0 0,3-1 0 15,1-5 0-15,-1-1 0 0,3 0 0 0,-2-4 0 16,1 2 0-16,1-5 0 0,1 2 0 0,-1-2 0 16,1-2 0-16,1 3 0 0,0-5 0 0,0 0 0 15,1 5 0-15,-1-5 0 0,0 0 0 0,0 0 0 16,15-8 0-16,-7-1-82 0,-3 0-508 0,3-5-76 15,-2 3-477-15,2-7-1237 0,0-1 548 0</inkml:trace>
  <inkml:trace contextRef="#ctx0" brushRef="#br0" timeOffset="143511.7182">4085 6997 114 0,'5'-11'408'0,"-2"0"10"16,2-1 24-16,-2 3 11 0,-1 0 20 0,2 0 19 15,1 4 8-15,0-1-8 0,-5-2-15 0,4 1-17 16,0 1-19-16,-3 4-25 0,2-2-22 0,-2 2-24 16,-1-3-33-16,0 5-32 0,0 0-30 0,4-3-27 15,-4 3-27-15,0 0-23 0,0 0-25 0,9 7-89 16,-5-1-84-16,2-1 0 0,0 5 0 0,-2 1 0 16,5 5 0-16,-1 2 0 0,2 4 0 0,-3-3 0 15,1 4 0-15,0 4 0 0,0-5 0 0,-3 4 0 16,0-2 0-16,0 0 0 0,-4-5 0 0,3 6 0 15,-4-7 0-15,1 3 0 0,1-3 0 0,0 0 0 16,-3 0 0-16,2-2 0 0,1-4 0 0,-2 0 0 16,2-1 0-16,-2 0 0 0,0-2 0 0,0-2 0 15,0 0 0-15,1-2 0 0,1 2 0 0,-2-3 0 16,0 0 0-16,1-1 0 0,0 1 0 0,-1-4 0 16,0 0 0-16,4 5 0 0,-4-5 0 0,0 0 0 15,0 0 0-15,9-11-82 0,-7 8-386 0,2-2-47 16,-1-1-52-16,2 0-41 0,-5 2-385 0,4-4-1074 0,-4 2 476 15</inkml:trace>
  <inkml:trace contextRef="#ctx0" brushRef="#br0" timeOffset="143798.1402">4035 7338 140 0,'-10'0'378'0,"-4"-2"19"15,3 2 19-15,2-2 26 0,0 1 12 16,1 1 4-16,2-2 2 0,-1 0-6 0,7 2-13 0,-11 0-12 15,11 0-19-15,-5-1-13 0,5 1-34 0,0 0-44 16,0 0-28-16,1-6-33 0,5 2-24 0,4 2-32 16,6-3-16-16,4 0-13 0,2 1-20 15,5-1-14-15,1-1-12 0,-1 5-12 0,1-3-8 0,-6 1-11 16,-3 1-5-16,0 1-30 0,1 1-61 0,-3-2 0 16,1 2 0-16,-6-3 0 0,0 2 0 0,-1-1 0 15,-4 2 0-15,1-2 0 0,-2 0 0 0,-1 2 0 16,-5 0 0-16,11 0 0 0,-11 0 0 0,6-1 0 15,-6 1 0-15,0 0 0 0,9 1-198 0,-9-1-174 16,0 0-82-16,0 0-95 0,0 0-103 0,0 0-343 16,0 0-1077-16,0 0 476 0</inkml:trace>
  <inkml:trace contextRef="#ctx0" brushRef="#br0" timeOffset="144494.2045">4453 7339 389 0,'0'-5'440'15,"2"2"11"-15,-2 3 3 0,0-7 6 0,0 7-2 0,0-6-19 16,0 6-17-16,-2-3-21 0,2 3-22 16,0 0-27-16,-1-5-17 0,1 5-33 0,0 0-26 15,0 0-36-15,0 0-18 0,0 0-39 0,0 0-15 0,0 0-12 16,0 0-16-16,0 0-5 0,0 0-22 0,0 18 5 15,1-11-15-15,-1 0-14 0,0 3-2 0,0-2-4 16,2 3-1-16,-2 3-14 0,1-6-2 0,0 3-10 16,-2-1 3-16,2 0-9 0,-2-1-10 0,1 1 3 15,0-1-11-15,-1-1 1 0,2 0-5 0,-1 2 5 16,0-5-8-16,0 1-5 0,0 0-12 0,1-1 18 16,0-1-11-16,1 1 15 0,-1 0-10 15,0-1-2-15,3-2 1 0,-3-1-3 0,-1-1-7 0,6 1-9 16,-6-1 0-16,0 0 0 0,12-1 0 0,-7-5 0 15,1 1 0-15,0-1 0 0,-1-1 0 0,1-2 0 16,2 0 0-16,-4 4 0 0,1-3 0 0,-1 0 0 16,1 2 0-16,-2-1 0 0,-1 2 0 0,3-2 0 15,-1 3 0-15,-1-1 0 0,-1 3 0 0,1-2 0 16,-2 1 0-16,3 1 0 0,-4 2 0 0,0 0 0 16,5-2 0-16,-5 2 0 0,10 4 0 0,-6-1 0 15,4 1 0-15,-3-1 0 0,0 1 0 0,2-1 0 16,-1 1 0-16,1 3 0 0,-1-1 0 0,2 1 0 15,-1-2 0-15,0 1 0 0,-1-1 0 0,-1 0 0 0,2-3 0 16,-2 2 0-16,1-1 0 0,-1 0 0 16,-1-1 0-16,-1-1 0 0,0 2 0 0,-3-3 0 15,7 2 0-15,-7-2 0 0,0 0 0 0,9-5 0 16,-6 2 0-16,1-2 0 0,-3-1 0 0,4-4 0 16,-1 0 0-16,-3-2 0 0,2-1 0 0,-1-2 0 0,1 0 0 15,1-2 0-15,-4 2 0 0,0 1 0 16,1 2 0-16,-1-1 0 0,0 1 0 0,0 1 0 0,0 1 0 15,0 1 0-15,0 2 0 0,-1-2 0 0,1 3 0 16,0 1 0-16,-3 0 0 0,6 3 0 0,-3 2 0 16,-4-7 0-16,4 7 0 0,0-4 0 0,-3 0 0 15,3 4 0-15,0 0 0 0,0 0 0 0,4-2 0 16,-4 2 0-16,0 0 0 0,0 0 0 0,0 0 0 16,12 8 0-16,-8-4-114 0,3-1-589 0,5-1-526 15,7 0-1332-15,3 1 589 0</inkml:trace>
  <inkml:trace contextRef="#ctx0" brushRef="#br0" timeOffset="144772.5921">5298 7211 436 0,'3'-3'524'0,"-2"-1"34"0,-1 4 18 16,0 0 10-16,3-4 4 0,-2-1-24 0,-1 5-21 15,1-5-32-15,-1 5-34 0,1-5-33 0,2 4-43 16,-3 1-39-16,6-6-39 0,-5 2-34 0,1 1-31 16,3 0-24-16,4 0-27 0,-3-1-23 0,7 0-88 15,-3 1-98-15,3 1 0 0,-3 1 0 0,2-2 0 16,-1 2 0-16,-2-1 0 0,3 0 0 0,-7 2 0 16,5-1 0-16,-4 1 0 0,-6 0-85 0,12 0-191 15,-7 1-49-15,-1 2-27 0,0-2-18 0,-2 1-30 0,-2 3-30 16,0 0-19-16,-1-1-29 0,-3 3-17 15,-2 0-261-15,-3 0-818 0,1 0 363 0</inkml:trace>
  <inkml:trace contextRef="#ctx0" brushRef="#br0" timeOffset="145011.3845">5324 7317 68 0,'-3'3'274'16,"-1"1"26"-16,2-3 22 0,-2 3 34 0,4-4 47 16,0 0 28-16,-4 4 30 0,4-4 7 0,-2 2 2 15,2-2-18-15,0 0-9 0,0 0-13 16,0 0-23-16,12 3-17 0,-12-3-12 0,12-3-22 0,-4 2-23 15,4-1-27-15,-3 2-25 0,4-3-25 0,1 1-25 16,-4 2-25-16,7-3-37 0,-7 3-169 0,10-2 0 16,-9 0 0-16,0 0 0 0,1-1 0 0,-2 2 0 15,3 0 0-15,-7-2 0 0,4 0 0 0,-3 2 0 16,0-1 0-16,-2 1 0 0,1-1 0 0,-1 0 0 16,0 0 0-16,-2 0 0 0,-3 2 0 0,5-9-359 15,-5 6-116-15,0 0-73 0,0-3-72 0,-3 2-412 16,3-1-1117-16,-6 1 494 0</inkml:trace>
  <inkml:trace contextRef="#ctx0" brushRef="#br0" timeOffset="145597.6539">6926 6710 294 0,'0'-4'498'0,"0"4"26"0,0-4 12 15,0 4 6-15,-1-7 5 0,2 2-2 0,-1 5-12 0,0 0-22 16,0-2-25-16,0 2-28 0,0 0-33 0,0 0-34 16,0 0-39-16,0 0-37 0,0 0-30 0,0 0-20 15,0 0 1-15,0 0-4 0,-1 19-106 0,2-8-156 16,-2 5 0-16,1 3 0 0,0 3 0 0,0 4 0 16,-4 1 0-16,0 1 0 0,3-1 0 0,-3-2 0 15,2 2 0-15,-1-1 0 0,-2-2 0 0,0 0 0 16,-2-4 0-16,2 1 0 0,0-3 0 0,0-2 0 15,0 0 0-15,1-1 0 0,0-3 0 0,0-3 0 16,3 1 0-16,-3-4 0 0,2-1 0 0,1 1 0 16,-2-3 0-16,3-1 0 0,0-2 0 0,0 6 0 15,0-6 0-15,0 0-169 0,0 0-239 0,0 0-32 16,6-14-33-16,-2 8-42 0,0-3-40 0,-1-2-384 16,-1-2-1016-16,2-2 449 0</inkml:trace>
  <inkml:trace contextRef="#ctx0" brushRef="#br0" timeOffset="145932.5441">6902 6763 140 0,'5'-16'382'0,"-1"3"30"0,2-1 19 15,-2-2 8-15,1 3 9 0,3 1-2 0,-3 1-13 16,4 0-9-16,-4 0-15 0,4 1-14 16,0 3-13-16,0 0-16 0,1 1-17 0,-1 0-30 15,1 3-17-15,1 0-22 0,0 3-9 0,0 4-4 0,2 1-10 16,-1 0-18-16,4 4-11 0,-3 4-14 0,1 0-17 15,3 9-36-15,-2 1-161 0,-2 0 0 16,0 2 0-16,-3 2 0 0,-3 0 0 0,-2 2 0 0,1-1 0 16,-5-1 0-16,3-3 0 0,-3-4 0 0,-1-1 0 15,-2 1 0-15,2-1 0 0,-2 1 0 0,1-2 0 16,-1 0 0-16,-1-2 0 0,3-3 0 0,0 4 0 16,-2-6 0-16,4 2 0 0,-2-4 0 0,-2 1 0 15,4-1 0-15,-2-2 0 0,0-1 0 0,3-2 0 16,-1 2 0-16,3-2 0 0,-1 1 0 0,1-3 0 15,0 1 0-15,3-2-290 0,-2-1-62 0,2-3-32 16,-3 2-25-16,0-2-29 0,2-1-30 0,-2-2-35 16,-1-2-22-16,-2 2-279 0,0-1-871 0,-2 1 385 15</inkml:trace>
  <inkml:trace contextRef="#ctx0" brushRef="#br0" timeOffset="146225.9349">6952 6989 284 0,'-9'-1'442'0,"5"-2"24"0,-1 1 20 16,1-1 11-16,4 3 3 0,-6-2-15 0,2 1-12 15,4 1-11-15,-8-4-22 0,8 4-14 0,0 0-19 16,0 0-16-16,0 0-34 0,-1-3-34 0,1 3-31 0,0 0-32 16,10-3-25-16,-1 1-26 0,4 1-17 15,5-2-23-15,1-1-16 0,0 3-11 0,3-1-42 0,5-1-100 16,2 1 0-16,-10 0 0 0,0 2 0 15,3-2 0-15,-4-2 0 0,1 3 0 0,-6 0 0 0,0 0 0 16,-3 1 0-16,0-3 0 0,-2 3 0 0,-3 0 0 16,-5 0 0-16,10 0 0 0,-6-2 0 0,-4 2 0 15,0 0 0-15,9-1 0 0,-9 1 0 16,4-1 0-16,-4 1-199 0,0 0-219 0,0 0-78 0,0 0-64 16,0 0-527-16,0 0-1177 0,0 0 521 0</inkml:trace>
  <inkml:trace contextRef="#ctx0" brushRef="#br0" timeOffset="147564.7593">7389 7175 14 0,'2'-1'384'0,"-2"1"-8"15,3-4 19-15,1 1-5 0,-4 3 0 0,4-2 3 16,-4 2-1-16,0 0-3 0,6-1-1 0,-6 1-5 0,0 0-9 16,0 0-6-16,0 0-10 0,0 0-11 0,0 0-11 15,0 0-13-15,0 0-23 0,0 0-11 16,0 0-23-16,0 0-19 0,0 0-20 0,0 0-24 0,8 3-18 15,-8-3-20-15,0 0-9 0,1 5-14 0,0-3-131 16,-1-2-11-16,2 8 0 0,-1-4 0 0,0 2 0 16,0 2 0-16,2 0 0 0,-3 2 0 0,3-2 0 15,-3 2 0-15,0-1 0 0,1-2 0 0,1 3 0 16,-2 0 0-16,-1-2 0 0,1 2 0 0,0-3 0 16,0 0 0-16,-1-1 0 0,0-1 0 0,-1 0 0 15,2-1 0-15,0 0 0 0,0-4 0 0,-1 5 0 16,0-3 0-16,1-2 0 0,1 5 0 0,-1-5 0 15,0 0 0-15,-1 3 0 0,1-3 0 0,0 0 0 16,4-10 0-16,-3 4 0 0,4-5-357 0,0 1-124 16,3-5-52-16,-1-2-62 0,0-1-443 0,-2-2-1124 15,0-5 498-15</inkml:trace>
  <inkml:trace contextRef="#ctx0" brushRef="#br0" timeOffset="147753.4989">7498 6957 109 0,'0'0'378'15,"3"-3"11"-15,-3 3 10 0,0 0 20 16,4-3 7-16,-4 3 12 0,3-2-8 0,-3 2-20 0,0 0-34 16,0 0-33-16,0 0-34 0,6 0-35 0,-6 0-24 15,0 0-34-15,0 0-18 0,0 0-29 16,0 0-52-16,0 0-55 0,0 0-62 0,0 0-46 0,0 0-45 16,0 0-53-16,0 0-50 0,0 0-45 0,0 0-57 15,5 5-71-15,-5-5-51 0,2 5-236 0,-2-5-707 16,0 0 314-16</inkml:trace>
  <inkml:trace contextRef="#ctx0" brushRef="#br0" timeOffset="148298.0908">6588 7456 98 0,'-4'0'290'0,"0"3"9"16,4-3 8-16,-10 2 19 0,5 0 11 0,5-2 10 15,-8 2 7-15,4-1-2 0,4-1-2 0,-10 2 2 0,7 0-8 16,3-2-6-16,-3 4-15 0,3-4-7 16,-6 0-16-16,6 0-14 0,0 0-8 0,-6 3-19 15,6-3-18-15,0 0-7 0,0 0-15 0,-5 0-13 0,5 0-5 16,0 0-17-16,0 0-4 0,0 0-7 0,0 0-3 16,-4 4-14-16,4-4-3 0,0 0-12 15,0 0-64-15,0 0-77 0,21 2 0 0,-4-1 0 16,6 0 0-16,11 0 0 0,18-2 0 0,3 0 0 0,10 0 0 15,41-6 0-15,-2 1 0 0,4 0 0 0,5-4 0 16,-1-2 0-16,4 2 0 0,-12 5 0 0,-40 0 0 16,-4 1 0-16,-9 1 0 0,-19 2 0 0,-1 1 0 15,-12-2 0-15,0 1 0 0,-6-2 0 0,0 3 0 16,-3 0 0-16,-2 0 0 0,-2 0 0 0,0 0 0 16,-6 0 0-16,8 0 0 0,-8 0 0 0,7-1 0 15,-7 1 0-15,0 0 0 0,7-1 0 0,-7 1 0 16,0 0 0-16,5 0 0 0,-5 0 0 0,0 0 0 15,0 0 0-15,0 0-143 0,0 0-441 0,0 0-78 16,-28 0-472-16,18 2-1228 0,0 2 543 0</inkml:trace>
  <inkml:trace contextRef="#ctx0" brushRef="#br0" timeOffset="149168.8259">6772 7852 346 0,'-9'-3'459'0,"9"3"18"15,-7-2 17-15,7 2 14 0,0 0 3 0,0 0-8 16,0 0-28-16,0 0 6 0,0 0-18 0,-7 0-14 16,7 0-24-16,0 0-25 0,0 0-22 0,0 0-31 15,1-7-20-15,-1 7-25 0,0 0-28 0,0 0-27 16,5-5-27-16,-2 2-115 0,-3 3-105 0,6-3 0 16,-2 0 0-16,2 3 0 0,2-1 0 0,-2 0 0 0,6-2 0 15,-1 4 0-15,1-1 0 0,1 2 0 16,-2 1 0-16,3 1 0 0,-1 1 0 0,2 3 0 15,-5 1 0-15,2-5 0 0,-2 4 0 0,-1 1 0 0,0-4 0 16,0 5 0-16,-4-1 0 0,2 1 0 0,-5-1 0 16,-2 1 0-16,3 1 0 0,-3-3 0 15,-3 0 0-15,3 3 0 0,-5-5 0 0,1 4 0 0,-1-2 0 16,-1-3 0-16,-2 0 0 0,4 0 0 0,-1-1 0 16,1-1 0-16,-1 0 0 0,0 3 0 0,1-5 0 15,-1 2 0-15,5-3 0 0,0 0 0 0,-9-5 0 16,5 0 0-16,4-1 0 0,0 2 0 0,-2-4 0 15,4 0 0-15,-2-5 0 0,4 2 0 0,0-1 0 16,-2 2 0-16,9-6 0 0,-4 1 0 0,5 1 0 16,-3 6 0-16,5-4 0 0,0 2 0 0,2-1 0 15,0 2 0-15,0 2 0 0,0 0 0 0,-2 4 0 16,-3 0 0-16,5 1 0 0,-4 1 0 0,1-1 0 16,1 4 0-16,-1 0 0 0,1 2 0 0,-2-1 0 15,-2 4 0-15,0-2 0 0,-1 4 0 0,0-2 0 16,0 3 0-16,-1-4 0 0,-3 7 0 0,-3-4 0 15,1 2 0-15,-1 0 0 0,0 0 0 0,-2-1 0 0,-2-1 0 16,1 1 0-16,0-2 0 0,-3 0 0 0,1-2 0 16,1 1 0-16,-1-3 0 0,2 0 0 0,0 2 0 15,-2-4 0-15,3-2 0 0,0 0 0 0,0 0 0 16,0 0 0-16,0 0 0 0,0 0 0 0,0-16 0 16,3 6 0-16,1 0 0 0,1 1 0 0,1-3 0 15,2 1 0-15,-3 1 0 0,1-1 0 0,1 2 0 16,-2 2 0-16,5-2 0 0,-4 2 0 0,0 1 0 15,0 2 0-15,-1 1 0 0,1-2 0 0,1 1 0 16,0 3 0-16,1 1 0 0,1 1 0 0,-3 1 0 16,2 4 0-16,0 0 0 0,-3-2 0 0,4 5 0 15,-4-1 0-15,0 1 0 0,0 0 0 0,-1 1 0 16,0 0 0-16,2 0 0 0,-3 0 0 0,-2 2 0 16,-1-3 0-16,3 4 0 0,-6-4 0 0,6 1 0 15,-6 1 0-15,3-5 0 0,-1 2 0 0,1-2 0 16,-3 0 0-16,3-3 0 0,0 1 0 0,0 0 0 15,0-4 0-15,0 4 0 0,0-4-316 0,0 0-162 0,9 2-75 16,-9-2-74-16,14-4-410 0,0-1-1122 0,-2 0 497 16</inkml:trace>
  <inkml:trace contextRef="#ctx0" brushRef="#br0" timeOffset="149515.7358">7661 8019 301 0,'5'-5'502'0,"-5"5"24"0,0 0 32 16,0 0 22-16,0 0 10 0,3-6-10 0,-3 6-6 16,0 0-16-16,1-1-24 0,-1 1-22 0,0 0-22 15,0 0-32-15,0 0-28 0,0 0-35 0,1-5-37 16,-1 5-113-16,0 0-245 0,0 0 0 0,0 0 0 16,0 0 0-16,0 0 0 0,-3 18 0 0,3-11 0 15,-3 4 0-15,2 0 0 0,-1 0 0 0,0 5 0 16,0-3 0-16,-1 0 0 0,0-1 0 0,1 4 0 15,0-4 0-15,1 0 0 0,-1 1 0 0,-1-1 0 16,2 1 0-16,-1-4 0 0,0 0 0 0,-2-1 0 16,3-2 0-16,1-1 0 0,-3 1 0 0,2-1 0 0,0-1 0 15,-2-1 0-15,3 1 0 0,3-1 0 16,-3-3 0-16,0 0 0 0,-3 5 0 0,3-5 0 16,0 0 0-16,0 0 0 0,0 0 0 0,5-12 0 15,-2 8 0-15,-2-3 0 0,2 0-274 0,-1-1-281 0,1 0-46 16,-1-3-36-16,-2-1-384 0,3-1-1106 0,1-5 490 15</inkml:trace>
  <inkml:trace contextRef="#ctx0" brushRef="#br0" timeOffset="150049.4717">7701 7792 123 0,'0'0'338'0,"0"0"4"0,0 0 4 0,5 3-12 15,-5-3-1-15,0 0-18 0,0 0-8 0,0 0-6 16,0 0-2-16,0 0-5 0,0 0-7 0,0 0-7 16,1 2-9-16,-1-2-15 0,0 0-11 0,0 0-16 15,0 0-18-15,0 0-16 0,0 5-15 0,0-5-20 16,0 0-23-16,0 0-2 0,0 4-16 0,0-4-10 15,0 0-13-15,0 0-3 0,0 0-13 0,0 0-8 16,0 0-7-16,-5 3-2 0,5-3-8 0,0 0-6 16,-1 4-8-16,1-4-1 0,0 0-10 0,0 0 2 15,0 0 3-15,-4 2-7 0,4-2 1 0,0 0 7 16,0 0-15-16,0 0 4 0,0 0 4 0,0 0 3 0,0 0 14 16,0 0 11-16,0 0-4 0,0 0-2 0,-10-4 0 15,10 4 17-15,0 0 0 0,-4-5 15 0,4 5 4 16,0-4-6-16,0 4-1 0,0 0 0 15,0 0-3-15,0 0-9 0,0 0-17 0,0 0-2 0,0 0-9 16,0 0-36-16,0 0-4 0,0 0 0 0,0 0 0 16,0 0 0-16,13 9 0 0,-11-8 0 0,-1 2 0 15,-1-3 0-15,2 6 0 0,-2-2 0 0,0-4 0 16,0 7 0-16,0-4 0 0,0-3 0 0,-4 5 0 16,4-5 0-16,-4 3 0 0,1-1 0 0,3-2 0 15,-5 2 0-15,5-2 0 0,0 0 0 0,0 0-62 16,0 0-30-16,-8-8-25 0,6 2-40 0,1 2-43 15,1-1-57-15,3-1-57 0,-1 1-65 0,1 0-79 16,2 0-85-16,-2-1-393 0,3 2-1013 0,0-1 448 16</inkml:trace>
  <inkml:trace contextRef="#ctx0" brushRef="#br0" timeOffset="153202.5967">9046 7328 237 0,'0'0'498'0,"0"0"12"15,0 0 0-15,0 0-2 0,0 0-6 0,0 0-16 16,0 0-16-16,0 0-19 0,0 0-5 0,0 0-13 16,0 0-8-16,0 0-8 0,0 0-14 0,0 0-18 15,0 0-14-15,0 0-26 0,0 0-26 0,0 0-25 16,0 0-113-16,21-1-181 0,-15-2 0 0,6 1 0 16,-2 0 0-16,9-2 0 0,2-1 0 0,-5 1 0 15,2 1 0-15,-5 0 0 0,5 1 0 0,-5 0 0 16,1 1 0-16,-7 0 0 0,1-1 0 0,-3 2 0 15,0-1 0-15,-5 1 0 0,9-1 0 0,-9 1 0 16,0 0 0-16,7-1 0 0,-7 1 0 0,0 0 0 16,0 0 0-16,0 0-62 0,-23 0-454 0,11 3-54 15,-3 0-52-15,-2 2-449 0,-1-2-1159 0,0 2 514 0</inkml:trace>
  <inkml:trace contextRef="#ctx0" brushRef="#br0" timeOffset="153537.5331">8974 7496 225 0,'0'0'335'0,"-2"6"20"16,2-6 27-16,2 2 23 0,-2-2 22 15,0 0 10-15,1 4 18 0,-1-4-2 0,0 0 3 0,-1 5 2 16,1-5 1-16,0 0-17 0,0 0-11 0,0 0-22 16,0 0-24-16,0 0-19 0,0 0-35 0,0 0-12 15,12-2-19-15,-12 2-16 0,11-2-207 16,-4 1-77-16,5-3 0 0,-2 2 0 0,0 0 0 0,3 1 0 15,0-2 0-15,6-1 0 0,-5 2 0 0,0 1 0 16,-1-2 0-16,2 1 0 0,-3 1 0 0,-5 1 0 16,1 0 0-16,-2 0 0 0,-6 0 0 0,12-1 0 15,-7 1 0-15,-5 0 0 0,10-1 0 0,-6-1 0 16,-4 2 0-16,0 0 0 0,9 2 0 0,-9-2 0 16,0 0 0-16,0 0 0 0,0 0 0 0,0 0 0 15,0 0 0-15,0 0 0 0,4-4 0 0,-4 4 0 16,0 0 0-16,0 0 0 0,0 0 0 0,0 0-321 15,-13-7-246-15,7 3-76 0,-2 2-467 0,-1-3-1203 0,4 2 532 16</inkml:trace>
  <inkml:trace contextRef="#ctx0" brushRef="#br0" timeOffset="156176.0846">9443 7206 62 0,'0'0'298'0,"0"0"-3"0,0 0-4 0,0 0-5 0,0 0-13 15,0 0-10-15,0 0-1 0,0 0 2 0,-10-2-2 16,10 2 0-16,0 0 0 0,0 0-3 0,0 0 0 16,-10-2 0-16,10 2-2 0,0 0-3 0,-7 0-5 15,7 0-6-15,-5 1 0 0,5-1-3 0,-9 1-8 16,9-1-1-16,-4 2-5 0,4-2-5 0,0 0-12 16,0 0-13-16,-8 2-8 0,8-2-12 0,0 0-13 15,0 0-18-15,0 0-9 0,0 0-14 0,-4 1-16 16,4-1-12-16,0 0-12 0,2 6-3 0,-2-6-4 15,7 5 6-15,-1-1 3 0,1 3-82 0,5 1-2 16,2 0 0-16,1 4 0 0,3-3 0 0,-1 2 0 0,3-4 0 16,-2 3 0-16,0-3 0 0,-3 3 0 0,2-3 0 15,-2 0 0-15,-2-2 0 0,-2-1 0 16,-2 2 0-16,1-1 0 0,-1 0 0 0,-1-1 0 0,-3-3 0 16,3 2 0-16,-3 0 0 0,0 1 0 15,-2-3 0-15,1 1 0 0,-4-2 0 0,6 1 0 16,-5 2 0-16,-1-3 0 0,0 0 0 0,0 0 0 0,7 2 0 15,-7-2 0-15,0 0 0 0,0 0 0 0,2 2 0 16,-2-2 0-16,0 0 0 0,0 0 0 0,0 0 0 16,0 0 0-16,0 5 0 0,0-5 0 15,-4 6 0-15,2-2 0 0,-5 2 0 0,2 1 0 0,-4 0 0 16,0 4 0-16,-5 0 0 0,1 1 0 0,-2 0 0 16,2 3 0-16,-3-3 0 0,-1 1 0 0,-6 3 0 15,7-3 0-15,-5 3 0 0,-1-1 0 0,2 5 0 16,-2-3 0-16,0 0 0 0,0-1 0 0,4-4 0 15,2-2 0-15,2 1 0 0,4-2 0 0,0-4 0 16,2 1 0-16,-2-2 0 0,6 0 0 0,-1-1 0 16,1-1 0-16,-1-1 0 0,5-1 0 0,-4 6 0 15,4-6 0-15,-1 2 0 0,1-2 0 0,-4 2 0 16,4-2 0-16,0 0 0 0,0 0 0 0,0 0 0 0,-5 2 0 16,5-2 0-16,0 0 0 0,0 0 0 15,0 0 0-15,0 0 0 0,0 0 0 0,0 0 0 16,0 0 0-16,0 0 0 0,0 0 0 0,0 0 0 0,0 0 0 15,0 0 0-15,0 0 0 0,0 0 0 0,11-7 0 16,-7 0 0-16,0 4-516 0,0 0-135 0,4-3-520 16,-1-5-1268-16,5 4 560 0</inkml:trace>
  <inkml:trace contextRef="#ctx0" brushRef="#br0" timeOffset="157075.3981">12300 6670 299 0,'0'-3'357'0,"0"3"0"0,0-5 12 0,0 5 3 15,0-5 0-15,0 5-7 0,-1-5-1 0,1 5-4 16,-2-6-5-16,2 6-3 0,-2-2 5 0,2 2-2 15,0 0-12-15,-4-5-7 0,4 5-17 0,-1-4-11 16,1 4-12-16,-2-2-8 0,2 2-18 0,0 0-18 16,0 0-14-16,0 0-24 0,-6-2-20 0,6 2-19 15,0 0-20-15,-15 3-12 0,7 2-117 0,-3 0-26 16,-1 1 0-16,-4 5 0 0,-3-1 0 0,-3 7 0 0,0 1 0 16,-1 4 0-16,0 1 0 0,-1 1 0 0,2 2 0 15,0 2 0-15,1 3 0 0,1-3 0 0,1-1 0 16,5 1 0-16,-1-3 0 0,6 0 0 0,5 0 0 15,2-5 0-15,2-2 0 0,2 1 0 0,2-1 0 16,5-2 0-16,4-1 0 0,7 0 0 0,2 0 0 16,-2-6 0-16,6-2 0 0,2-3 0 0,0-4 0 15,2 0 0-15,-9-3 0 0,1-2 0 0,-3-1 0 16,-2-1 0-16,-4 0 0 0,-2-3 0 0,-3 2 0 16,-1-2 0-16,1-2 0 0,-4 2 0 0,0 0 0 15,-4-4 0-15,-5 5 0 0,0-2 0 0,-7-2 0 16,-6 6 0-16,-1-3 0 0,-9 4 0 0,-3 3 0 15,-5 1 0-15,4 2 0 0,-2 4 0 0,-2 2 0 16,7 0 0-16,1 1 0 0,10-3 0 0,0 3 0 0,5-2 0 16,4-3 0-16,3 3 0 0,2 1-220 15,5-1-525-15,-1-5-460 0,10 3-1304 0,-2-2 577 16</inkml:trace>
  <inkml:trace contextRef="#ctx0" brushRef="#br0" timeOffset="157580.5238">11486 7506 1 0,'-6'1'326'0,"-3"-1"8"16,0 2 11-16,0-4 5 0,-4 3-11 0,3-1 1 15,0 1 5-15,1-1-2 0,-3 1 8 0,-1 0 1 16,1-1 8-16,-5 2-11 0,4 0-12 0,3 1-11 16,-1-3-5-16,-3 2-11 0,5-1-17 0,1-1-12 15,-5 1-4-15,7 1-25 0,-2-1-14 0,0 0-21 0,2 2-10 16,6-3-18-16,-8 4-9 0,7-2-14 15,1-2-6-15,0 0-6 0,0 0-6 0,0 0-148 16,0 0 0-16,9 5 0 0,5-5 0 0,4 3 0 0,10-3 0 16,4 1 0-16,19-2 0 0,8-2 0 15,6 2 0-15,40-9 0 0,6 2 0 0,9-6 0 16,6-2 0-16,15-1 0 0,9-3 0 0,7 5 0 0,-6 0 0 16,-3-2 0-16,-6 1 0 0,-9 3 0 0,-19 5 0 15,-17-1 0-15,-37 7 0 0,-3-1 0 0,-18-1 0 16,-6 4 0-16,-10 0 0 0,-10 0 0 0,5-1 0 15,-3 1 0-15,-4-2 0 0,-3 2 0 0,-4 0 0 16,-4 0 0-16,9 0 0 0,-9 0 0 0,9-2 0 16,-9 2 0-16,6-1 0 0,-6 1 0 0,0 0 0 15,0 0-359-15,7 0-268 0,-7 0-84 0,0 0-372 16,0 0-1173-16,0 0 520 0</inkml:trace>
  <inkml:trace contextRef="#ctx0" brushRef="#br0" timeOffset="163363.7562">11614 8399 129 0,'0'0'412'0,"0"0"18"16,0 0 20-16,0 0 4 0,0 0-9 15,0 0-9-15,0 0-22 0,0 0-10 0,0 0-13 0,0 0-6 16,0 0-9-16,0 0 1 0,-15-10-10 0,8 7-9 15,2-1-8-15,-3 0-14 0,-1 0-6 16,1-2-14-16,-1-1 16 0,-2 3-10 0,-1-3-5 0,1 2-257 16,-4-5-60-16,1 1 0 0,1-1 0 0,-2-2 0 15,3-2 0-15,-2 0 0 0,4-3 0 0,-3-4 0 16,-2-2 0-16,7 5 0 0,-3-7 0 0,3-2 0 16,3 0 0-16,4-1 0 0,1 1 0 0,1-2 0 15,6-1 0-15,1 3 0 0,3-1 0 0,3 4 0 16,0 0 0-16,2 0 0 0,6 4 0 0,-3 2 0 15,3 0 0-15,-4 9 0 0,7-4 0 0,1 3 0 16,-7 3 0-16,2 2 0 0,0 2 0 0,-3 1 0 16,5 4 0-16,-4 2 0 0,1 2 0 0,-4 2 0 0,-4-1 0 15,-2 3 0-15,1 0 0 0,-5 2 0 16,-3 4 0-16,0-1 0 0,-3 4 0 0,-6 1 0 16,-5 4 0-16,-4-2 0 0,-3 2 0 0,-5-1 0 0,-8 2 0 15,3-4 0-15,-1-2 0 0,1-1 0 0,-2-1 0 16,6-3 0-16,-1-2 0 0,5-2 0 0,1-4 0 15,6 0 0-15,2-1 0 0,2-2 0 0,-1 1 0 16,3-2 0-16,0-1 0 0,2-1 0 0,5 0 0 16,0 0 0-16,-13-3 0 0,10 0 0 0,1 1 0 15,2 2 0-15,-2-4 0 0,0-1 0 0,6 0 0 16,-1 0 0-16,5 1 0 0,1 2 0 0,5-2 0 16,-4 2-411-16,9 1-331 0,-3-1-431 0,3 2-1271 15,-2 0 562-15</inkml:trace>
  <inkml:trace contextRef="#ctx0" brushRef="#br0" timeOffset="163864.2549">11835 8177 350 0,'0'-3'434'16,"1"-2"6"-16,1 0 4 0,0-1-7 0,-2 4-11 0,3-3-14 15,-1 2-12-15,-1-2-9 0,-1 2-15 16,3-1-17-16,-3 4-22 0,-3-6-12 0,3 6-23 16,3-5-22-16,-3 5-30 0,1-3-23 0,-1 3-22 15,0 0-30-15,0 0-19 0,0 0-16 0,0 0-12 0,0 0-24 16,0 0-11-16,0 0-6 0,0 0-3 0,-1 14-13 16,-3-8-3-16,-2 2 5 0,2 0-16 0,2 1-13 15,-4 1-4-15,1-1 4 0,-1 2-12 0,2 0 6 16,-2-3-17-16,2-2 0 0,0 0-2 0,1 0-4 15,1-1 0-15,-1-1-2 0,3-1 5 0,-1 1 0 16,1-4 0-16,1 4 5 0,2 0-3 0,1 0-3 16,1-1-5-16,5 1-3 0,-1 1 0 0,3-3 0 15,0 2 0-15,1-2 1 0,4 3-4 0,-2-2-3 16,-5 3 3-16,4-2-7 0,-1 3 2 0,-1-3 3 16,-2 0 3-16,-1 3-5 0,0-3-1 0,-4 1-6 15,0-1-1-15,-1 1 3 0,-2 1 1 0,0-1 2 16,-2 2-1-16,-3-1 8 0,1-1-5 0,-5 5 2 15,1 0 1-15,-4-2 2 0,-6 2-9 0,2 0 5 16,-1-2 5-16,-2-1-3 0,0-1 5 0,4-2-8 16,0-3 4-16,1 3 1 0,1-1 0 0,3-2-10 15,-1-1-17-15,2-1-39 0,1-1-51 0,2-1-59 0,1-5-55 16,4-2-85-16,1 1-76 0,4-2-76 0,6-4-87 16,1 2-436-16,10-3-1065 0,1-4 471 15</inkml:trace>
  <inkml:trace contextRef="#ctx0" brushRef="#br0" timeOffset="164313.9443">12389 8027 75 0,'0'-5'485'0,"-3"-3"22"0,3 2 17 15,0 0-2-15,0 0-9 0,0 0-25 0,0-1-19 16,3 1-19-16,-2-1-22 0,0 2-32 0,0-1-27 16,2 1-31-16,1 0-28 0,-2 0-38 0,3 0-22 15,-1 1-26-15,0 0-29 0,1 0-22 0,2 2-16 16,0-1-20-16,2 2-9 0,1 1-19 0,2 0-3 16,-2 1-16-16,2 3-8 0,0-1-8 0,1 1-7 0,5 3-3 15,-9 0-7-15,6 4-4 0,-6-4-5 16,0 3-17-16,-1 0-31 0,1-1 0 0,-4 4 0 15,-4-4 0-15,3 2 0 0,-5 4 0 0,-2 0 0 0,-2-2 0 16,-5 1 0-16,-3 3 0 0,-10 2 0 0,1 1 0 16,-3-3 0-16,-3 0 0 0,0-5 0 0,9-2 0 15,-1-3 0-15,0 0 0 0,2-2 0 0,5-1 0 16,-5-2 0-16,8-2 0 0,-2-2 0 0,1-2 0 16,2-1 0-16,0-1 0 0,0-2 0 0,4-5 0 15,-1-3 0-15,2 0 0 0,4 0 0 0,1-2 0 16,3-2 0-16,5-3 0 0,-2 5 0 0,6-8 0 15,0 4 0-15,-3 4 0 0,6-2 0 0,-5 4-31 16,2 2-357-16,1 1-46 0,-2 1-45 0,0 1-45 16,2 2-26-16,-3 3-22 0,-2-2-298 0,1 1-941 15,-3 2 418-15</inkml:trace>
  <inkml:trace contextRef="#ctx0" brushRef="#br0" timeOffset="164667.1722">12434 7778 37 0,'-2'-6'326'0,"1"0"30"0,-1-1 37 0,-1-3 44 15,1 1 32-15,1 2 21 0,0-2 6 16,-2-3 20-16,2 4 6 0,1-1-12 0,-1 4-9 16,-2 0-10-16,2-2-12 0,1 3-20 0,0 1-24 0,-2-3-34 15,2 6-40-15,-1-4-41 0,1 4-128 0,-2-3-192 16,2 3 0-16,0 0 0 0,0 0 0 16,1 13 0-16,-1 1 0 0,1 2 0 0,0 4 0 0,2 6 0 15,0 3 0-15,-3 1 0 0,2 2 0 0,1 4 0 16,-2-1 0-16,-1 1 0 0,0 9 0 0,1-9 0 15,-2 1 0-15,0-4 0 0,0 0 0 0,-2 2 0 16,2-2 0-16,-1-2 0 0,-2-1 0 0,2-1 0 16,-1-2 0-16,2 1 0 0,2-2 0 0,-1-8 0 15,0-2 0-15,0 1 0 0,0-5 0 0,0 0 0 16,0-2 0-16,2-3 0 0,-2-1 0 0,1 0 0 16,1 0 0-16,0-1 0 0,-2 0 0 0,2-1 0 15,0 0 0-15,-2-4 0 0,5 5 0 0,-1-4 0 16,-4-1 0-16,11-2 0 0,-5-1 0 0,3-2 0 15,3-3-43-15,2-4-672 0,-1-1-525 0,2 0-1341 16,4-7 594-16</inkml:trace>
  <inkml:trace contextRef="#ctx0" brushRef="#br0" timeOffset="165199.7572">12894 8118 244 0,'3'-6'470'0,"0"1"-4"0,-1-1-5 0,-2 1 0 15,3 2-27-15,-3-1-40 0,0-1-22 0,1 2-29 0,-1-1-28 16,0 4-27-16,-1-5-27 0,1 5-29 0,1-5-21 16,-1 5-19-16,0 0-26 0,0 0-15 15,0 0-18-15,0 0-13 0,0 0-11 0,-18 11-11 0,12-6-12 16,-1 4-8-16,0-1-8 0,-2 0-6 0,-1 4-7 15,2-2-5-15,0-2-1 0,1 1-10 0,-1 0 0 16,3-1-4-16,1-1-6 0,0-2-2 0,0 0-4 16,3 0-1-16,0 1-3 0,-3-5-1 0,4 3-2 15,0 1-2-15,0-5-1 0,4 6 0 0,-2-4-1 16,2 2 0-16,2 0-3 0,2-3-3 0,-1 2 2 16,3 1-1-16,-3-2-4 0,0 2 1 0,3-2 2 15,-1 4-3-15,-1-2 0 0,-1-1-1 0,0 2-3 16,-1-1 1-16,-1-1 1 0,-1 2 0 0,1 0-3 15,-1 0 4-15,-1 0 0 0,-1 1 6 0,-1-2-3 16,1 3 0-16,-4-2 4 0,-1 1 6 0,0 0 4 16,-3 1 4-16,1-1 5 0,-3 2 5 0,-4 0-1 15,-3-3-3-15,-2 6-6 0,2-4 6 0,-3 0-3 16,8-3-3-16,-4-1 9 0,5 1-10 0,-3-2 15 16,2 0 3-16,4-1 8 0,6-1 4 0,-13 0 3 0,13 0-8 15,-13-3-9-15,8 0 1 0,1 0-8 16,0 1-2-16,1 0-7 0,-1-2 2 0,4 4-17 15,-5-6-21-15,3 4-16 0,-1-1-26 0,3 3-33 16,-3-4-34-16,3 4-42 0,0 0-56 0,0 0-54 16,8-5-57-16,-8 5-31 0,0 0-57 0,11-1-45 15,-6 1-403-15,-5 0-936 0,14 0 415 0</inkml:trace>
  <inkml:trace contextRef="#ctx0" brushRef="#br0" timeOffset="166633.9628">14659 6754 397 0,'4'-2'416'0,"0"1"14"16,-4 1-3-16,4-4-9 0,-1 2-8 0,-3 2-14 16,3-5-10-16,-3 5-12 0,0 0-10 0,5-4-10 15,-5 4-15-15,0 0-13 0,0 0-12 0,0 0-24 16,0 0-20-16,3-2-17 0,-3 2-16 0,0 0-7 15,0 0-14-15,0 0-4 0,0 0-10 0,0 0-4 16,-29 2-20-16,15-2 1 0,-7 3-13 0,-8-1-17 16,-2 3-89-16,2-3-60 0,-5 2 0 0,1 0 0 15,-1-2 0-15,-2 3 0 0,-2-3 0 0,3 0 0 16,-2 2 0-16,2-4 0 0,3 4 0 0,3-2 0 16,1 0 0-16,8 0 0 0,2 0 0 0,0 0 0 15,5-2 0-15,-1 3 0 0,5-1 0 0,0-1 0 16,0-1 0-16,4 0 0 0,-3 0 0 0,8 0 0 0,-9 2 0 15,9-2 0-15,-8 1 0 0,8-1 0 0,-6 1 0 16,6-1 0-16,0 0 0 0,-5 1 0 0,5-1 0 16,0 0 0-16,-4 4 0 0,4-4 0 0,0 3 0 15,0-3 0-15,-1 4 0 0,1-4 0 0,1 6 0 16,-1-6 0-16,4 5 0 0,-2-1 0 16,1 2 0-16,3 0 0 0,2 1 0 0,3 6 0 0,0 3 0 15,7 0 0-15,4 4 0 0,1 0 0 0,2 0 0 16,5 2 0-16,0-1 0 0,2 0 0 0,-1-3 0 15,1-1 0-15,-1-3 0 0,-5 1 0 0,0-1 0 16,-8-5 0-16,-1 1 0 0,-2 0 0 0,-2-3 0 16,-2-2 0-16,-1 0 0 0,-5-3 0 0,1 2 0 15,0 1 0-15,-1-3 0 0,-1 0 0 0,-3 1 0 16,4-1 0-16,-5-2 0 0,4 2 0 0,-4-2 0 16,0 0 0-16,0 0 0 0,5 0 0 0,-5 0 0 15,0 0 0-15,0 0 0 0,0 0 0 0,4 3 0 16,-4-3 0-16,0 0 0 0,0 0 0 0,0 0 0 15,0 0 0-15,0 0 0 0,0 0 0 0,0 0 0 16,0 0 0-16,0 0 0 0,0 0 0 0,-13 6 0 16,4 0 0-16,-1 1 0 0,-3 4 0 0,-6 2 0 0,3 0 0 15,-6 4 0-15,-6 1 0 0,0 0 0 0,1 2 0 16,-4 2 0-16,3 1 0 0,-4-2 0 16,-8 10 0-16,12-10 0 0,-2 1 0 0,0-1 0 15,5-2 0-15,-2 1 0 0,0-2 0 0,5-2 0 0,6-2 0 16,2-5 0-16,2 0 0 0,4-4 0 0,1 5 0 15,2-5 0-15,-3-1 0 0,6-1 0 0,-2-1 0 16,0 1 0-16,1 0 0 0,3-3 0 0,-2 3 0 16,2-3 0-16,0 0 0 0,0 0 0 0,0 0 0 15,7 4 0-15,0-3 0 0,0-1 0 0,2 1 0 16,4-1 0-16,0-2 0 0,5 3 0 0,2-3 0 16,7 0 0-16,2-1 0 0,7-1 0 0,14-2 0 15,1-2 0-15,12 0 0 0,26-4 0 0,-26 0 0 16,37-4 0-16,-3 1 0 0,1 0 0 0,-2-3 0 0,-7 2 0 15,-22 8 0-15,-2-1 0 0,-4 1 0 16,-3 2 0-16,-18 2 0 0,-3 3 0 0,-5-2 0 16,-5 0 0-16,-8 0 0 0,-7 2 0 0,2 1 0 15,-2-1 0-15,-7 1 0 0,5-1 0 0,-6 1 0 0,-4 0 0 16,9-1 0-16,-9 1 0 0,0 0 0 16,9 2 0-16,-9-2 0 0,1 2 0 0,-1-2 0 15,0 0 0-15,-2 9 0 0,-6-8-362 0,4 2-416 0,-5-2-398 16,9-1-1273-16,-19 1 564 0</inkml:trace>
  <inkml:trace contextRef="#ctx0" brushRef="#br0" timeOffset="167167.2127">14285 7994 200 0,'0'-4'403'0,"0"4"19"0,-3-5 16 16,3 5 16-16,3-4 2 0,-3 4-11 16,0 0 16-16,-3-4-33 0,3 4-13 0,0 0-23 0,0 0-24 15,0 0-29-15,0 0-27 0,0 0-25 0,-1-5-32 16,1 5-18-16,0 0-31 0,0 0-15 0,0 0 13 15,4 11 0-15,-4-4 1 0,0 0-9 0,1 3-1 16,2 2-5-16,-2-4-11 0,-1 5-70 0,3-1-109 16,-2 1 0-16,-1 1 0 0,0 3 0 0,-1-1 0 15,2-1 0-15,-2-2 0 0,1 4 0 0,1-7 0 16,0 2 0-16,-1 1 0 0,0-4 0 0,-1 0 0 16,1-1 0-16,-1-1 0 0,-2-1 0 0,3-1 0 15,0 1 0-15,0-2 0 0,0-4 0 0,3 5 0 16,-3-5 0-16,-3 3 0 0,3-3 0 0,0 0-26 15,0 0-368-15,0 0-51 0,0 0-44 0,0 0-44 16,3-20-36-16,-3 14-388 0,0-3-1035 0,-3-3 459 0</inkml:trace>
  <inkml:trace contextRef="#ctx0" brushRef="#br0" timeOffset="167389.5583">14240 7928 205 0,'2'-4'472'0,"-1"-1"15"0,-1 1 19 16,2-1 15-16,2 1-2 0,-4 0-9 0,1 0-22 16,-1 1-33-16,0 3-34 0,3-6-28 0,-3 6-37 15,0-5-27-15,0 5-31 0,0 0-30 0,0-7-29 16,0 7-29-16,0 0-25 0,0 0-19 0,-3-2-49 16,3 2-60-16,0 0-71 0,0 0-61 0,0 0-52 15,0 0-51-15,0 0-63 0,0 0-60 0,12 9-59 16,-7-5-64-16,0-3-68 0,0 2-340 0,3-2-901 15,1 4 399-15</inkml:trace>
  <inkml:trace contextRef="#ctx0" brushRef="#br0" timeOffset="167670.5859">14493 8038 377 0,'-1'4'493'0,"1"-4"11"0,0 0 14 15,0 0 3-15,0 0-5 0,0 0-19 16,0 0-27-16,0 0-21 0,6 0-39 0,-6 0-41 16,0 0-36-16,0 0-35 0,0 0-39 0,12-3-15 0,-7 2-35 15,0-1-17-15,4 0-22 0,-1 2-15 0,0 0-13 16,-2 0-16-16,3-3-15 0,1 3-13 0,-3 0-11 16,-7 0-10-16,12 0-13 0,-7 3-32 0,0-3-30 15,-5 0-39-15,8 0-37 0,-8 0-35 0,8 2-44 16,-8-2-51-16,2 2-52 0,-2-2-36 0,4 2-30 15,-4-2-19-15,-1 6-19 0,-1-3-19 0,0 2-23 16,-3-1-7-16,1 1-6 0,-1-1-247 0,-3 1-717 16,1 1 317-16</inkml:trace>
  <inkml:trace contextRef="#ctx0" brushRef="#br0" timeOffset="167825.4357">14528 8120 430 0,'-4'4'91'0,"-1"-2"65"0,1 1 56 0,0 0 28 16,3 0 23-16,1-3 31 0,-4 1 41 0,4-1 19 15,-4 4 15-15,4-4 1 0,0 0-4 0,0 0-11 16,0 0-13-16,9 2-3 0,-9-2-10 0,0 0-2 0,14-6-21 15,-7 5-30-15,-1-1-25 0,-6 2-21 16,9-2-29-16,1 0-13 0,-2 0-35 0,4-1-81 0,-2-1-68 16,0 1-84-16,0-2-101 0,7-3-105 0,-6 4-105 15,4-4-97-15,2 1-417 0,-5 0-980 0,-1 0 434 16</inkml:trace>
  <inkml:trace contextRef="#ctx0" brushRef="#br0" timeOffset="168086.6635">14847 7982 81 0,'4'-2'439'0,"0"-1"33"0,-1 1 26 0,2-1 33 0,-5 3 32 16,3-3 12-16,-3 3 0 0,4-4-3 0,-4 4-11 15,0 0-16-15,0-3-18 0,0 3-21 0,0 0-22 16,0 0-26-16,0 0-32 0,4-4-48 0,-4 4-378 16,0 0 0-16,0 0 0 0,0 0 0 0,0 0 0 15,0 0 0-15,0 0 0 0,-2 13 0 0,0-5 0 16,1 1 0-16,1 2 0 0,-3 2 0 0,2 0 0 15,1 5 0-15,-1-1 0 0,1 1 0 0,-1 0 0 16,1-1 0-16,-2 0 0 0,-1 0 0 0,1-6 0 16,2 2 0-16,-1-3 0 0,0 2 0 0,1-1 0 15,1-2 0-15,-1-2 0 0,1-2 0 0,2 2 0 0,6-1-172 16,-3-4-1165-16,3 0-1448 0,-9-2 641 0</inkml:trace>
  <inkml:trace contextRef="#ctx0" brushRef="#br0" timeOffset="169168.827">14258 6388 66 0,'0'0'275'0,"0"-5"-1"15,0 5-3-15,1-5 1 0,-1 5 0 16,-1-5-4-16,1 5 1 0,0 0 11 0,0-5 11 15,0 5 10-15,0-2 8 0,0 2 7 0,0 0 1 0,0 0 1 16,0 0-2-16,4-3-4 0,-4 3-1 0,0 0-6 16,0 0-11-16,0 0-18 0,0 0-3 0,0 0-10 15,0 0-5-15,0 0-14 0,0-4-13 0,0 4-18 16,0 0-14-16,0 0-15 0,0 0-25 0,0 0-10 16,0 0-44-16,9 0-105 0,-9 0 0 0,0 0 0 15,14 2 0-15,-9 2 0 0,3-2 0 0,-3-1 0 16,8 4 0-16,-3-1 0 0,-1 3 0 0,0-3 0 15,1 3 0-15,-2-2 0 0,-1 1 0 0,2 1 0 16,-5-2 0-16,1 2 0 0,2 2 0 0,-5-3 0 16,2 2 0-16,-3 2 0 0,1-1 0 0,-2 2 0 15,0 0 0-15,-3 0 0 0,-1 0 0 0,3-2 0 16,-2 1 0-16,1-2 0 0,-1-3 0 0,1 1 0 0,0 1 0 16,1-4 0-16,0 1 0 0,1-4 0 15,-4 5 0-15,3-2 0 0,1-3 0 0,0 0 0 0,0 0 0 16,0 0 0-16,0 0 0 0,0 0 0 15,4-22 0-15,-2 13 0 0,5-1 0 0,-4-2 0 0,4 1 0 16,2-2 0-16,1-3 0 0,1 3 0 0,-2-2 0 16,-1 7 0-16,1 0 0 0,1-2 0 0,-1 1 0 15,0 1 0-15,0 4 0 0,0-2 0 0,-4 4 0 16,-1-2 0-16,4 4 0 0,-1-3 0 0,1 3 0 16,-3 0 0-16,3 3 0 0,1 0 0 0,-4-1 0 15,1 6 0-15,2 0 0 0,-2 0 0 0,2 2 0 16,-3-4 0-16,0 6 0 0,-1-3 0 0,0 1 0 15,-2 0 0-15,1-1 0 0,1 0 0 0,-2-1 0 16,-1-2 0-16,2 2 0 0,-3-2 0 0,1 1 0 16,1-1 0-16,-1-1 0 0,-1-1 0 0,1 1 0 15,-1 1 0-15,0-3 0 0,2 1 0 0,-2-2 0 16,1 3 0-16,-1-5 0 0,1 7 0 0,-1-5 0 16,0-2 0-16,0 0 0 0,0 0 0 0,3 5 0 0,-3-5 0 15,0 0 0-15,2 1 0 0,-2-1 0 16,0 0 0-16,0 0-131 0,0 0-189 0,0 0-41 15,2-11-44-15,-2 7-40 0,-2-1-53 0,2-3-48 16,0 3-369-16,-2-6-990 0,0 4 439 0</inkml:trace>
  <inkml:trace contextRef="#ctx0" brushRef="#br0" timeOffset="170354.0679">15842 6602 24 0,'0'0'386'0,"0"0"-2"0,0 0 7 15,-3-3 4-15,3 3-2 0,0 0-7 0,0 0-13 0,0 0-9 16,3-6-9-16,-3 6-6 0,0 0-12 16,-3-4-14-16,3 4-14 0,0 0-16 0,0-5-12 15,0 5-25-15,4-3-11 0,-4 3-24 0,5-4-15 16,-3 0-26-16,4 2-23 0,-2 1-5 0,2-2-19 0,0 1-7 16,4 2-19-16,1-2-8 0,0 2-15 15,3 0 3-15,-1 2-16 0,6-2-9 0,-2 7-3 16,2 0 2-16,1-2-16 0,1 4 4 0,-6 0-4 15,1 3-3-15,0-1-9 0,-7-2 2 0,1 1-5 0,-1 3 4 16,-1 1-8-16,-3 1-3 0,-1-3 2 0,-4 5-6 16,0-7 4-16,-5 8-1 0,0-2 2 0,-4 1-4 15,-3-3 0-15,-4 10-1 0,-2-2-11 0,0-2-8 16,4-6 0-16,-2 0 0 0,5-1 0 0,2-6 0 16,3 2 0-16,-1-2 0 0,0-2 0 0,4-1 0 15,-1-1 0-15,-1 0 0 0,1-2 0 0,4-1 0 16,0 0 0-16,0 0 0 0,0 0 0 0,3-11 0 15,3 1 0-15,6-3 0 0,-1 0 0 0,2-3 0 16,7-1 0-16,6-1 0 0,-3-3 0 0,0 0 0 16,4 1 0-16,-2-3 0 0,2 4 0 0,-1-4 0 15,-2 2 0-15,-2 3 0 0,-2 2 0 0,-7 4 0 16,1-1 0-16,-2 2 0 0,-5 2 0 0,2 1 0 16,-2 2 0-16,-4 1 0 0,3-1 0 0,-3 3 0 15,0 0 0-15,-2 0 0 0,3-1 0 0,-4 4 0 16,4-3 0-16,-4 3 0 0,0 0 0 0,0 0 0 15,0 0 0-15,-12 9 0 0,5-4 0 0,-1 4 0 0,-3-2 0 16,-2 7 0-16,0-1 0 0,0-1 0 0,2 1 0 16,-2 0 0-16,0 3 0 0,2-3 0 15,-1 2 0-15,3-1 0 0,-2 1 0 0,1-1 0 16,2-2 0-16,3-5 0 0,-1 5 0 0,3-2 0 0,0-1 0 16,1 2 0-16,0-1 0 0,2 3 0 0,3-2 0 15,2-1 0-15,-1 3 0 0,2-1 0 0,3-4 0 16,1 1 0-16,1-1 0 0,2 2 0 0,3-1 0 15,-6-3 0-15,4-2 0 0,2 3 0 0,-2-5 0 16,0 0 0-16,-1 2 0 0,-1-4 0 0,1 1 0 16,0-1 0-16,-2 1 0 0,0-2 0 0,0 0 0 15,-1-1 0-15,1-1 0 0,-3 1 0 0,0-4 0 16,-3 1 0-16,0 1-322 0,4-4-344 0,-4 2-535 16,-1 1-1301-16,4-3 577 0</inkml:trace>
  <inkml:trace contextRef="#ctx0" brushRef="#br0" timeOffset="170637.3983">16587 6840 83 0,'6'-2'466'0,"-3"-2"9"0,-3 4 45 15,0 0 38-15,5-1 27 0,-5 1 31 0,1-5 6 16,-1 5-7-16,0-5-20 0,0 5-26 16,3-3-27-16,-3 3-29 0,0 0-40 0,0 0-48 15,2-3-41-15,-2 3-234 0,0 0-150 0,0 0 0 0,0 0 0 16,0 0 0-16,0 0 0 0,0 0 0 0,0 0 0 15,0 17 0-15,-2-8 0 0,0 4 0 0,1-2 0 16,0 4 0-16,1-2 0 0,-2-2 0 0,2 5 0 16,-1-3 0-16,1-1 0 0,-1 0 0 0,1-3 0 15,0 1 0-15,0-2 0 0,-1-1 0 0,1-1 0 16,1-2 0-16,-1-1 0 0,1 1 0 0,-1-4 0 16,0 0 0-16,0 0 0 0,0 0-451 0,0 0-123 15,4-11-35-15,1 1-29 0,-3 1-349 0,6-7-1068 16,-4 1 472-16</inkml:trace>
  <inkml:trace contextRef="#ctx0" brushRef="#br0" timeOffset="170802.6803">16640 6729 79 0,'0'-6'366'0,"0"0"16"0,3 4 33 16,-3-4 30-16,0 6 25 0,0-7 8 0,0 4-6 16,0 3-14-16,-4-5-23 0,4 5-44 0,0-4-36 15,0 4-30-15,0 0-38 0,0-4-31 0,0 4-28 16,0 0-57-16,0 0-56 0,4-2-71 0,-4 2-66 15,0 0-53-15,0 0-53 0,0 0-61 0,0 0-76 16,6 11-65-16,-6-6-72 0,4 1-73 0,-4-3-240 0,0 3-774 16,0-4 343-16</inkml:trace>
  <inkml:trace contextRef="#ctx0" brushRef="#br0" timeOffset="171421.0799">15833 7320 250 0,'-4'1'314'0,"4"-1"7"0,0 0 7 0,-3 3 15 16,3-3 7-16,0 0 3 0,0 0 1 0,-14-2 0 16,14 2-5-16,0 0-5 0,-9 0-2 0,9 0-14 15,-6 0-9-15,6 0-13 0,-8-1-12 0,8 1-9 16,0 0-27-16,-9-1 13 0,9 1-15 0,-3-2-13 15,3 2-15-15,0 0-16 0,0 0-10 0,0 0-12 16,0 0-13-16,0 0-16 0,-7-1-12 0,7 1-19 16,0 0-12-16,0 0-56 0,0 0-62 0,0 0 0 0,0 0 0 15,0 0 0-15,0 0 0 0,0 0 0 0,24 1 0 16,-2-1 0-16,10-2 0 0,5 1 0 0,14 0 0 16,9-4 0-16,7-1 0 0,30-4 0 0,4 2 0 15,9 0 0-15,-3-5 0 0,8-1 0 0,8 0 0 16,-4-1 0-16,1 0 0 0,-6 4 0 15,-6 0 0-15,-11-1 0 0,-34 7 0 0,-3-1 0 0,-5 2 0 16,-19 3 0-16,-3 1 0 0,-13-2 0 0,-2 1 0 16,-4 0 0-16,-1 1 0 0,-1 0 0 0,-4 0 0 15,0-1 0-15,-1 1 0 0,-7 0 0 0,12 0 0 16,-12 0 0-16,8 0 0 0,-8 0 0 0,5-2 0 16,-5 2 0-16,0 0 0 0,8 0 0 0,-8 0 0 15,0 0 0-15,4-2 0 0,-4 2 0 0,0 0 0 16,6-1 0-16,-6 1 0 0,0 0-333 0,0 0-104 15,8 0-48-15,-8 0-63 0,11 0-64 0,-4 0-351 16,4-1-1043-16,-1-1 461 0</inkml:trace>
  <inkml:trace contextRef="#ctx0" brushRef="#br0" timeOffset="179078.7388">16124 7772 312 0,'0'0'354'0,"-1"-5"-1"0,1 5 3 0,0 0 6 16,0 0-1-16,0-4 0 0,0 4-2 0,-3-5 1 15,3 5 5-15,-2-5-9 0,2 5 2 0,-2-4 2 16,2 4-2-16,0 0-13 0,2-6-7 0,-2 6-10 15,-2-3-10-15,2 3-11 0,0 0-8 0,2-7-9 16,-2 7-11-16,0 0-11 0,0 0-18 0,0 0-56 16,0 0-194-16,0 0 0 0,0 0 0 0,0 0 0 15,0 0 0-15,0 0 0 0,0 0 0 0,0 0 0 0,0 0 0 16,0 0 0-16,0 0 0 0,0 0 0 0,0 0 0 16,0 0 0-16,0 0 0 0,0 0 0 15,0 0 0-15,-5 16 0 0,5-9 0 0,0 1 0 0,0 2 0 16,-3 1 0-16,4 3 0 0,-1-2 0 0,0-1 0 15,-1 6 0-15,1 0 0 0,0-1 0 0,0 0 0 16,-1-3 0-16,1 2 0 0,0-3 0 0,-2 0 0 16,1 0 0-16,0 0 0 0,1-1 0 0,1 0 0 15,-2 0 0-15,2-1 0 0,-1-2 0 0,0 1 0 16,1-4 0-16,2 6 0 0,-2-5 0 0,-1 0 0 16,0 0 0-16,2 0 0 0,-2-1 0 0,1 0 0 15,-2-2 0-15,1-3 0 0,2 6 0 0,-2-3 0 16,0-3 0-16,1 6 0 0,-1-6 0 0,0 3 0 15,0-3 0-15,0 0 0 0,0 0 0 0,0 4 0 16,0-4 0-16,0 0 0 0,0 0 0 0,0 0 0 16,0 0 0-16,-2-15 0 0,-1 8 0 0,2-1-563 15,-2-2-82-15,1-1-520 0,-2-3-1260 0,0-1 558 0</inkml:trace>
  <inkml:trace contextRef="#ctx0" brushRef="#br0" timeOffset="179530.3959">15963 7732 302 0,'-4'-4'335'0,"4"0"-4"0,-4-1 13 16,2-2 16-16,-1 2 6 0,1 1 6 0,0-3 8 16,2 4 11-16,0 3 6 0,-1-5 3 0,1 5-6 15,-1-7-6-15,1 7-7 0,0-5-15 0,0 5-30 16,2-5-29-16,2 1-28 0,0 1-29 0,3 1-22 15,-1-1-14-15,9 2-17 0,3 0 3 0,1 2-13 16,3 0-6-16,6 3-12 0,3-2-33 0,-2 4-136 16,2 1 0-16,-1 1 0 0,-1 1 0 0,1 3 0 15,-4 0 0-15,1-1 0 0,-8 1 0 0,-1-2 0 16,-2 2 0-16,0 1 0 0,-3 2 0 0,-1-3 0 16,0 3 0-16,-5-1 0 0,1 1 0 0,-4 0 0 0,1 4 0 15,-4 0 0-15,-1-3 0 0,-9 1 0 16,-1 6 0-16,-6 0 0 0,-2-4 0 0,-3 4 0 15,-3-3 0-15,-2-3 0 0,1 1 0 0,-3-3 0 16,-2 0 0-16,3-2 0 0,3-2 0 0,-4 0 0 0,9-4 0 16,0 0 0-16,1-5 0 0,5 1 0 0,3-1 0 15,1 0 0-15,3-1 0 0,-1 0 0 16,3 1 0-16,-1 0 0 0,5-2 0 0,-5 1 0 0,5-1 0 16,0 0 0-16,0 0 0 0,0 0 0 0,-5-6 0 15,5 6 0-15,10-7 0 0,-2 5 0 0,2-5 0 16,4 4-136-16,-2-4-519 0,7 3-72 0,0-2-386 15,9-3-1204-15,0 2 532 0</inkml:trace>
  <inkml:trace contextRef="#ctx0" brushRef="#br0" timeOffset="179914.6543">16571 8021 176 0,'0'0'533'0,"0"0"19"16,0-5 6-16,0 5 5 0,0 0-10 16,0-5-16-16,0 5-17 0,0 0-33 0,0 0-35 15,0 0-25-15,0 0-29 0,0 0-27 0,0 0-29 16,0 0-35-16,0 0-27 0,0 0-31 0,0 0-25 16,0 0-28-16,0 0-27 0,0 0-8 0,0 0-25 15,-6 14-136-15,5-8 0 0,-2 5 0 0,4-4 0 16,-3 3 0-16,0 0 0 0,1 2 0 0,0 0 0 15,-3-1 0-15,3 4 0 0,0-2 0 0,-2-2 0 16,2 3 0-16,1-2 0 0,-3 0 0 0,3 3 0 16,-1-3 0-16,1 0 0 0,-3-1 0 0,2 0 0 0,0-2 0 15,0 1 0-15,-1 0 0 0,2-2 0 0,-1-2 0 16,1-1 0-16,0 2 0 0,0-1 0 0,-1-2 0 16,1-1 0-16,-2 1 0 0,2-4 0 15,2 5 0-15,-2-5 0 0,0 0 0 0,0 0 0 0,0 0 0 16,1 5 0-16,-1-5 0 0,0 0-258 0,0 0-217 15,0 0-36-15,3-16-47 0,-2 12-43 0,-1-2-364 16,0-2-1046-16,1-1 464 0</inkml:trace>
  <inkml:trace contextRef="#ctx0" brushRef="#br0" timeOffset="180279.8253">16538 8020 78 0,'0'-5'445'0,"1"-1"20"0,1 3 10 0,-1-2 16 16,0 0-1-16,-1 1-15 0,2 0-20 0,0-1-12 15,-1 1-29-15,1 0-31 0,0-1-24 0,1 3-39 16,-1-2-28-16,-1 1-35 0,2-1-29 0,-3 4-25 16,5-5-15-16,0 3-23 0,1 1-23 0,0-1-18 15,3 2 6-15,-2-1-23 0,4 1-14 0,0 3-13 0,-2-2-22 16,1 1 12-16,-1 0-14 0,0 0-8 15,0 0-9-15,-1 3 7 0,1-1-12 0,-4-1 0 16,0 2-4-16,0 0-8 0,-2 1 3 0,1-2 2 0,-2 2-3 16,-1 0-3-16,-1 0-6 0,-1 2 1 15,1 0 1-15,-5-1 2 0,-4 4 5 0,1-2-6 16,2-1-2-16,-4 0 8 0,1 0-7 0,-3-1-17 16,0 0 15-16,0 1-3 0,4-2-5 0,-2 0-11 0,0 0-30 15,2-2-37-15,4-1-37 0,-2 0-38 0,1-2-39 16,1 2-52-16,4-3-60 0,-2 2-46 0,2-2-53 15,0 0-75-15,0 0-59 0,10 5-339 16,-1-5-942-16,1 0 416 0</inkml:trace>
  <inkml:trace contextRef="#ctx0" brushRef="#br0" timeOffset="180615.3477">16864 8183 421 0,'0'0'488'0,"0"0"16"0,0-6 14 0,0 6-1 0,0 0-9 16,0 0-21-16,-5-3-3 0,5 3-16 0,0 0-25 15,0 0-23-15,0 0-32 0,0 0-31 0,0 0-34 16,0 0-33-16,0 0-35 0,0 0-24 0,0 0-27 16,0 0-25-16,0 0-16 0,0 0-17 0,0 0-10 15,-3 11-13-15,6-4-9 0,-3-2-90 0,0 0-24 16,-3 2 0-16,3 0 0 0,-1 1 0 0,1 1 0 15,0-3 0-15,0 4 0 0,0-5 0 0,0 4 0 0,0-3 0 16,-2 0 0-16,0 1 0 0,2-2 0 16,0 1 0-16,-1-1 0 0,1-2 0 0,0-3 0 15,1 6 0-15,-1-6 0 0,0 3 0 0,0-3-88 16,0 0-137-16,0 0-48 0,0 0-58 0,0 0-45 0,0 0-35 16,4-11-39-16,0 7-35 0,2-8-20 0,-1 3-337 15,3-8-911-15,-3 5 404 0</inkml:trace>
  <inkml:trace contextRef="#ctx0" brushRef="#br0" timeOffset="180836.2171">16910 7994 25 0,'0'-4'320'0,"-4"2"19"16,3-1 24-16,-2-1 32 0,2 0 24 0,1 4 14 16,-1-3 1-16,1 3-3 0,-3-4-3 0,3 4-5 15,-6-1-16-15,6 1-21 0,0 0-28 0,0 0-29 16,-3-4-36-16,3 4-25 0,0 0-33 0,0 0-19 15,0 0-23-15,0 0-30 0,0 0-13 0,0 0-15 16,0 0-48-16,0 0-44 0,0 0-52 0,0 0-54 16,0 0-57-16,0 0-45 0,-2-3-52 0,2 3-51 15,0 0-45-15,0 0-35 0,0 0-55 0,5-5-76 16,-5 5-336-16,2-6-883 0,2 2 391 0</inkml:trace>
  <inkml:trace contextRef="#ctx0" brushRef="#br0" timeOffset="181442.3103">16459 7592 83 0,'0'0'390'0,"0"0"-16"0,0 0 22 0,0 0-26 0,0 0-10 15,-8 0-17-15,8 0-24 0,0 0-12 0,-6-2-15 16,-1 1-18-16,7 1-18 0,0 0-5 0,-11-1-20 16,11 1-7-16,-9-2-12 0,5 2-2 0,-2-1-12 15,6 1-6-15,-7-2-11 0,7 2-6 0,-7-1 1 16,7 1-8-16,0 0-3 0,0 0-6 0,-9-1-1 16,9 1-2-16,0 0-10 0,0 0 7 0,0 0-2 15,0 0-10-15,0 0 2 0,0 0-5 0,0 0-8 16,0 0-16-16,0 0-11 0,0 0-13 0,25-2-7 15,-2 1-9-15,4-2-7 0,10 2-29 0,2-1-38 16,13 2 0-16,-1-1 0 0,0-1 0 0,-15 0 0 0,4 2 0 16,-3-3 0-16,-2 0 0 0,-3 1 0 0,-2 1 0 15,-11 1 0-15,3 0 0 0,-3 0 0 16,-6-1 0-16,-2 2 0 0,2-1 0 0,-3-2 0 16,-3 2 0-16,0 1 0 0,-7-1 0 0,12 0 0 0,-12 0 0 15,6-1 0-15,-6 1 0 0,4 0 0 0,-4 0 0 16,6-2 0-16,-6 2 0 0,0 0 0 15,0 0 0-15,0 0 0 0,0 0 0 0,0 0-76 0,0 0-131 16,0 0-38-16,0 0-41 0,0 0-49 0,0 0-35 16,0 0-60-16,0 0-69 0,0 0-51 0,7-1-316 15,-7 1-938-15,0 0 415 0</inkml:trace>
  <inkml:trace contextRef="#ctx0" brushRef="#br0" timeOffset="185015.2058">18375 7111 136 0,'0'0'351'16,"0"0"1"-16,-8-2 3 0,8 2-1 0,0 0 3 15,-8-2-9-15,8 2-2 0,0 0-3 0,0 0-1 16,0 0-2-16,0 0 4 0,-7 2 5 0,7-2-6 16,0 0 3-16,0 0 9 0,0 0-3 0,0 0-6 15,0 0-2-15,0 0-6 0,-4 2-17 0,4-2-1 16,0 0-24-16,0 0-20 0,0 0-39 0,0 0-237 15,11-9 0-15,-3 7 0 0,-2-1 0 0,8-1 0 16,-2 1 0-16,3 1 0 0,-2 0 0 0,1 0 0 16,-1 0 0-16,0-1 0 0,-3 1 0 0,-1 2 0 15,-3-2 0-15,6 2 0 0,-7-1 0 0,-5 1 0 16,10 0 0-16,-10 0 0 0,6-3 0 0,-6 3 0 16,8 0 0-16,-8 0 0 0,0 0 0 0,9 1 0 15,-4 1 0-15,-5-2 0 0,4 1-211 0,-1 2-218 0,2 0-39 16,-3 0-49-16,3-1-48 0,-3 2-436 0,0 0-1083 15,-1-1 480-15</inkml:trace>
  <inkml:trace contextRef="#ctx0" brushRef="#br0" timeOffset="185451.666">18423 7329 56 0,'0'4'412'0,"0"-4"6"0,-4 2 7 16,4-2-9-16,0 0-10 0,-2 3-18 0,2-3-8 16,0 0-9-16,-4 3-9 0,4-3-8 0,0 0-12 15,0 4-21-15,0-4-16 0,0 0-16 0,0 0-23 16,0 0-12-16,0 0-11 0,0 0-20 0,0 0-1 16,-5 2-18-16,5-2-12 0,0 0-5 0,0 0-7 15,0 0-6-15,0 0 3 0,0 0-1 0,0 0 1 16,0 0 3-16,0 0-89 0,0 0-91 0,0 0 0 15,0 0 0-15,0 0 0 0,0 0 0 0,22-4 0 16,-11 3 0-16,2-1 0 0,5 0 0 0,-2-1 0 0,4 1 0 16,-3-2 0-16,-4 3 0 0,6-2 0 15,-3 2 0-15,-2-1 0 0,-3 1 0 0,1 1 0 16,-6-1 0-16,0-1 0 0,1 2 0 0,-2-1 0 0,-5 1 0 16,9 0 0-16,-9 0 0 0,9-2 0 15,-9 2 0-15,4-1 0 0,-4 1 0 0,0 0 0 16,5-1 0-16,-5 1 0 0,0 0 0 0,0 0 0 15,0 0 0-15,0 0 0 0,0 0 0 0,0 0 0 0,0 0 0 16,0 0 0-16,0 0 0 0,0 0 0 16,5-3-206-16,-5 3-273 0,0 0-69 0,0-4-94 15,0 4-411-15,4-4-1141 0,-1-1 505 0</inkml:trace>
  <inkml:trace contextRef="#ctx0" brushRef="#br0" timeOffset="205674.5251">20330 7528 172 0,'-13'-1'221'0,"13"1"8"0,-4 2 5 0,4-2 5 16,0 0-3-16,0 0 3 0,-7 0-5 0,7 0 0 15,-3 4-5-15,3-4-3 0,0 0-2 0,0 0 9 16,0 0-7-16,0 0-9 0,0 0-6 0,0 0-8 16,0 0-9-16,0 0-8 0,-11 0-7 0,11 0-9 15,0 0-11-15,0 0-7 0,-6 2-10 0,6-2-12 16,0 0-1-16,0 0-8 0,0 0-4 0,0 0-6 16,-5 1-4-16,5-1-1 0,0 0-3 0,0 0-3 15,0 0-6-15,0 0 3 0,0 0 0 0,0 0 1 16,0 0 2-16,0 0 5 0,0 0 4 0,0 0 1 15,0 0 8-15,0 0 7 0,0 0 3 0,0 0 4 16,0 0-6-16,0 0-13 0,24-1-3 0,-12 1 7 16,10-4 8-16,15 1 9 0,3 2 6 0,16 0-140 0,5-4 0 15,3 5 0-15,31-7 0 0,-2 3 0 0,4 0 0 16,2 0 0-16,5-1 0 0,4-1 0 16,-1 3 0-16,2-1 0 0,4 1 0 0,2 1 0 0,-7-3 0 15,-1 5 0-15,-10 0 0 0,-5 0 0 0,-37 0 0 16,4 2 0-16,-4-1 0 0,1 0 0 0,-19 2 0 15,-2-2 0-15,-5 0 0 0,1 1 0 0,-8-1 0 16,-1 2 0-16,-4-2 0 0,0 0 0 0,-6 0 0 16,1 1 0-16,-3-1 0 0,-2-1 0 0,1 1 0 15,-3-1 0-15,1 1 0 0,-2 1 0 0,-5-2 0 16,8 0 0-16,-8 0 0 0,6 1 0 0,-6-1 0 16,0 0 0-16,0 0 0 0,0 0 0 0,0 0 0 15,8-3 0-15,-8 3 0 0,0 0 0 0,0 0 0 16,0 0 0-16,6 0 0 0,-6 0 0 0,0 0 0 15,0 0 0-15,0 0 0 0,4-3-164 0,-4 3-292 16,0 0-60-16,1-5-72 0,-1 5-491 0,4-3-1166 16,0 0 515-16</inkml:trace>
  <inkml:trace contextRef="#ctx0" brushRef="#br0" timeOffset="212378.2309">21565 6540 144 0,'1'-4'358'0,"-1"4"1"0,0-6-7 16,0 6 4-16,1-7 0 0,0 4-11 0,-1 3 3 16,-1-5 1-16,1 1-8 0,0 4 0 0,0-7-9 15,0 7-7-15,0-5 1 0,-1 2-10 0,1 3 1 16,-1-6-10-16,1 6-9 0,0-5-13 0,0 5-12 15,0 0-11-15,-2-6-17 0,2 6-21 0,0 0-17 16,-1-3-15-16,1 3-18 0,0 0-20 0,0 0-11 0,0 0-16 16,0 0-92-16,0 0-35 0,0 0 0 15,0 0 0-15,0 0 0 0,0 0 0 0,0 0 0 16,0 0 0-16,0 0 0 0,-17 8 0 0,6-3 0 16,1 2 0-16,-6 3 0 0,2 1 0 0,-2 0 0 0,0 2 0 15,-3 2 0-15,1 1 0 0,-3 3 0 16,0 0 0-16,8-4 0 0,-6 5 0 0,2 0 0 15,5-1 0-15,-1 1 0 0,3-3 0 0,0-2 0 0,3 2 0 16,-2 1 0-16,4 1 0 0,0 0 0 0,5-3 0 16,5 2 0-16,-4-1 0 0,7-2 0 0,0 5 0 15,2-7 0-15,5 1 0 0,7 4 0 0,-7-7 0 16,4 0 0-16,8-1 0 0,-11-2 0 0,10-2 0 16,-4-1 0-16,-5 0 0 0,2-4 0 0,-1-2 0 15,-4 0 0-15,-1-3 0 0,-1 2 0 0,0-2 0 16,-3-1 0-16,2-3 0 0,-4-1 0 15,-1 0 0-15,-2-2 0 0,-1-1 0 0,0-1 0 0,-3-1 0 16,0-1 0-16,-5 3 0 0,2 0 0 0,-1 0 0 16,-3 2 0-16,1 2 0 0,-6 0 0 0,3-1 0 15,-2 4 0-15,-2-1 0 0,2 2 0 0,-7 0 0 16,5 1 0-16,-2 3 0 0,2-2 0 0,-6 3 0 16,6 0 0-16,0 2 0 0,-5 0 0 0,4-1-565 15,5 1-141-15,-4-3-448 0,2 3-1249 0,-1-1 552 16</inkml:trace>
  <inkml:trace contextRef="#ctx0" brushRef="#br0" timeOffset="217217.9459">20421 8089 261 0,'0'0'406'0,"-9"-4"12"0,6 2 11 0,3 2 4 16,-7-4 2-16,4 3-12 0,3 1-12 0,-6-4-3 15,3 2-6-15,-1-1 11 0,-1-1-33 0,5 2-5 16,-4-2-16-16,0 2-8 0,2-2-17 0,2 4-6 15,-5-6-7-15,2 4-11 0,3 2-18 0,-1-6-13 16,-3 3-15-16,4 3-105 0,0-6-159 0,0 6 0 0,0-4 0 16,0 4 0-16,0-4 0 0,0 4 0 0,5-10 0 15,-2 6 0-15,1 2 0 0,2-3 0 16,3 1 0-16,1 1 0 0,9-1 0 0,-1 3 0 0,4-2 0 16,-2 5 0-16,3-1 0 0,-3 2 0 15,1 2 0-15,10 2 0 0,-11-3 0 0,0 7 0 0,0-5 0 16,-3 4 0-16,-1 0 0 0,-2 2 0 0,0-2 0 15,-2 1 0-15,-4 0 0 0,-2 0 0 0,-4 1 0 16,0-2 0-16,-6 8 0 0,-6-1 0 0,-6 2 0 16,-5 2 0-16,-2 1 0 0,-5-5 0 0,3 0 0 15,-3 0 0-15,-1-1 0 0,-1-2 0 0,0-1 0 16,3-2 0-16,-1-3 0 0,0-2 0 0,-2-1 0 16,11-1 0-16,-3-1 0 0,3-3 0 0,1 0 0 15,0-3 0-15,7 1 0 0,-6-5 0 0,6-2 0 16,-3-3 0-16,5-1 0 0,-3-3 0 0,5-1 0 15,0-2 0-15,7 1 0 0,-2-6 0 0,3 4 0 16,0 1 0-16,6-1 0 0,-1 2 0 0,0 2 0 0,5 0 0 16,0-1 0-16,8-2 0 0,-5 5 0 15,8-2 0-15,1 0 0 0,1 4 0 0,-7 3-528 16,10 0-198-16,-8 1-431 0,-2-1-1252 0,3 4 554 16</inkml:trace>
  <inkml:trace contextRef="#ctx0" brushRef="#br0" timeOffset="217652.6882">20533 7838 3672 0,'-4'-8'447'0,"2"-1"-64"0,-1 2-20 0,1 1 68 16,-1-1 3-16,3-2-18 0,-4-1-46 0,3 3-13 16,0-1-21-16,-1 1 9 0,1 3-1 0,0-3-51 15,0 4-293-15,-1-1 0 0,2 4 0 0,0-6 0 16,-2 3 0-16,2 3 0 0,0 0 0 0,0 0 0 15,0 0 0-15,0 0 0 0,0 19 0 0,0-2 0 16,2 7 0-16,-4 1 0 0,-1 4 0 0,1 1 0 16,2 6 0-16,-5-4 0 0,1 2 0 0,0-1 0 15,0 0 0-15,-2-2 0 0,2 0 0 0,-1 0 0 16,-2 0 0-16,4-2 0 0,0 2 0 0,-1-3 0 16,4-2 0-16,-1 1 0 0,0 2 0 0,-1-3 0 15,2 1 0-15,3-1 0 0,-1-2 0 0,-2-5 0 16,3-1 0-16,-4 0 0 0,3 0 0 0,0-1 0 15,0-2 0-15,-1 1 0 0,1-4 0 0,-1-1 0 16,0-4 0-16,-1 3 0 0,5-5 0 0,-6 1 0 16,1-1 0-16,1-2 0 0,-1 2 0 0,0-3 0 0,0-2 0 15,-1 5 0-15,1-5 0 0,0 5 0 0,0-5 0 16,0 0 0-16,4 3 0 0,-4-3 0 0,0 0 0 16,0 0 0-16,0 0 0 0,0 0 0 15,0 0 0-15,1-14 0 0,0 8 0 0,1-1 0 0,0-4 0 16,2 4 0-16,0-3-460 0,1-2-829 0,3 0-1396 15,-1-4 618-15</inkml:trace>
  <inkml:trace contextRef="#ctx0" brushRef="#br0" timeOffset="218253.4574">20873 8269 39 0,'0'0'393'15,"0"0"5"-15,5-4 15 0,-5 4-1 0,2-3-2 16,-2 3-6-16,0 0-2 0,0 0-4 0,0 0-2 16,1-3-6-16,-1 3-15 0,0 0-10 0,0 0-14 0,0 0-16 15,0 0-22-15,0 0-20 0,0 0-19 16,0 0-21-16,0 0-28 0,0 0-35 0,0 0-9 15,0 0-20-15,0 0-21 0,0 0-15 0,0 0-15 16,0 0-7-16,0 0-9 0,-8 12-13 0,7-7-9 0,-2 1-5 16,-3 1-39-16,3 0-28 0,-2-3 0 15,0 3 0-15,1 0 0 0,-1-1 0 0,3-1 0 16,-2 1 0-16,0-3 0 0,3 2 0 0,-2-1 0 0,1 0 0 16,-1-2 0-16,3-2 0 0,0 5 0 0,0-5 0 15,0 6 0-15,3-2 0 0,-1 0 0 16,1-1 0-16,3 0 0 0,-2 0 0 0,1 2 0 0,-2 1 0 15,3 1 0-15,-1-3 0 0,-1 1 0 0,3 0 0 16,-3 1 0-16,2 1 0 0,-3-3 0 0,3-1 0 16,-3 1 0-16,0 1 0 0,2 0 0 0,-3 0 0 15,1 0 0-15,-2 1 0 0,2-1 0 0,-3 1 0 16,1-2 0-16,-1 1 0 0,-1 0 0 0,-3 3 0 16,1-4 0-16,-5 2 0 0,0 2 0 0,-1-3 0 15,-5 1 0-15,1-1 0 0,2-2 0 0,-2 1 0 16,0 0 0-16,-1-3 0 0,1 1 0 0,3 0 0 15,-1-1 0-15,4-1 0 0,-1 1 0 0,8-1 0 16,-11 0 0-16,11 0 0 0,-8-1 0 0,8 1 0 0,-6-3 0 16,6 3 0-16,-3-2 0 0,3 2 0 0,-4-5 0 15,3 1 0-15,1 4 0 0,1-4 0 16,3 1 0-16,-4 3 0 0,9-7 0 0,-2 2 0 0,4 2-29 16,-1-2-484-16,2 2-55 0,2-1-53 0,-1 1-456 15,6-4-1167-15,-1 1 516 0</inkml:trace>
  <inkml:trace contextRef="#ctx0" brushRef="#br0" timeOffset="219987.2131">21396 8394 153 0,'0'0'360'0,"0"0"1"0,0 0 5 0,0 0-9 16,0 0-4-16,0 0-13 0,0 0-12 0,0 0-18 15,0 0-9-15,0 0-8 0,0 0-10 0,1-9-11 16,-1 9-7-16,0 0-4 0,0 0-6 0,0 0-4 0,0 0-12 16,0 0-12-16,0 0-10 0,-9-4-15 15,9 4-5-15,-5-4-2 0,1 3-8 0,2-3-8 16,-2 2-5-16,-1 0-19 0,-3-6 17 0,-2 6-1 0,2-5-2 15,-2 2 2-15,-1-2-4 0,-4-3-4 0,1 1-66 16,2-3-97-16,-5 3 0 0,3-1 0 0,-3-2 0 16,3 0 0-16,1-2 0 0,-4-5 0 0,-3 0 0 15,6-2 0-15,4 3 0 0,-1-6 0 0,4 5 0 16,1 1 0-16,2-1 0 0,1 1 0 0,3-2 0 16,3 2 0-16,5-9 0 0,-3 8 0 0,1 1 0 15,4 1 0-15,6-4 0 0,-2 9 0 0,1-2 0 16,0 2 0-16,-1 2 0 0,4-1 0 0,0 4 0 15,0-2 0-15,0 5 0 0,1 0 0 0,-6 3 0 16,5-2 0-16,-5 2 0 0,1 1 0 0,-3 1 0 16,1 3 0-16,-1-3 0 0,-2 3 0 0,1 1 0 15,-2 2 0-15,-3 0 0 0,0 0 0 0,2 2 0 16,-6 1 0-16,-1 0 0 0,0 1 0 0,-5 0 0 0,1 5 0 16,-8-2 0-16,1 1 0 0,-4-1 0 0,-8 4 0 15,0-3 0-15,5-2 0 0,-7-1 0 16,8-1 0-16,-4-3 0 0,3-1 0 0,3-1 0 15,2-2 0-15,3 0 0 0,2-2 0 0,-1 0 0 0,4 1 0 16,0-1 0-16,1-1 0 0,-1 0 0 0,5-1 0 16,-9 1 0-16,9-1 0 0,-4 3 0 0,4-3 0 15,0 0 0-15,0 0 0 0,0 0 0 0,0 0 0 16,0 0 0-16,13-8 0 0,-8 5-374 0,0 2-227 16,7 1-49-16,-1 0-445 0,2-1-1186 0,4 1 526 15</inkml:trace>
  <inkml:trace contextRef="#ctx0" brushRef="#br0" timeOffset="220370.0603">21591 8265 250 0,'6'-8'541'0,"-6"8"21"0,1-5 16 16,-1 2-6-16,1-1 3 0,0 1-22 0,-1 3-15 15,0-8-21-15,2 6-26 0,-2-3-26 0,0 5-25 16,-2-5-38-16,2 5-33 0,0 0-40 0,0 0-36 16,0 0-31-16,-1-4-33 0,1 4-27 0,0 0-179 0,0 0-23 15,0 0 0-15,0 0 0 0,-1 18 0 0,0-8 0 16,1 1 0-16,-2 2 0 0,2-1 0 16,-2 4 0-16,2-4 0 0,0 5 0 0,-2 2 0 15,0-2 0-15,-1 3 0 0,3-2 0 0,-4 0 0 0,2-1 0 16,-2 1 0-16,3 0 0 0,-4 0 0 0,1-1 0 15,1 0 0-15,2-5 0 0,-2-1 0 16,1 2 0-16,1-2 0 0,-3-2 0 0,2 1 0 0,1-2 0 16,2-2 0-16,-2 0 0 0,1-1 0 0,0 0 0 15,0-3 0-15,0-2 0 0,0 0 0 0,0 6 0 16,0-6 0-16,0 0 0 0,0 0 0 0,0 0-3 16,0 0-473-16,10-12-37 0,-7 6-48 0,1-4-52 15,-2 3-392-15,2-4-1087 0,0 0 481 0</inkml:trace>
  <inkml:trace contextRef="#ctx0" brushRef="#br0" timeOffset="220770.2796">21589 8243 298 0,'1'-7'463'0,"0"3"17"0,3-2 5 16,-2 0-15-16,0 1-19 0,1 0-46 0,0 2-21 15,1-2-31-15,-1 0-28 0,1 0-25 0,2 1-24 0,-1-1-25 16,4 3-15-16,0-2-16 0,1 2-20 16,3 1-7-16,-3 2-7 0,3-1-3 0,1 1-7 15,-1 0-16-15,2 3-5 0,-5 0-5 0,8 3-6 16,-5-3 8-16,-1 2-25 0,0 1 4 0,-1-1-23 0,-4 0 10 16,2 2-25-16,-2-2-5 0,-4 1-2 0,1 0-15 15,0 1 15-15,-4-1-6 0,0 0 4 16,-4 3-61-16,-1-2-23 0,-4 1 0 0,-5 1 0 0,-3-1 0 15,-2-1 0-15,-5 2 0 0,-4-2 0 0,10-4 0 16,0-1 0-16,5 0 0 0,-1 1 0 0,4-2 0 16,1-1 0-16,0 0 0 0,4-1 0 0,0 2 0 15,5-2 0-15,0 0 0 0,-13-2 0 0,13 2 0 16,0 0 0-16,-4-1 0 0,4 1 0 0,0 0 0 16,4-7 0-16,-4 7 0 0,9-6 0 0,-4 5 0 15,3-2-290-15,2 2-91 0,3-2-41 0,-3-1-40 16,3 3-39-16,0-1-38 0,2 1-394 0,-2-1-1011 15,3-1 447-15</inkml:trace>
  <inkml:trace contextRef="#ctx0" brushRef="#br0" timeOffset="222756.3063">22239 7944 241 0,'-1'-6'312'0,"1"6"2"0,-1-5 6 0,1 5 1 0,-2-5 6 16,2 2-2-16,0 3 6 0,-1-5 6 0,1 5 4 15,-1-5 5-15,1 5-2 0,0 0 3 0,-3-5-3 16,3 5-11-16,0-3 2 0,0 3-19 0,0 0-5 16,0 0-12-16,0 0-12 0,-2-5-22 0,2 5-13 15,0 0-12-15,0 0-17 0,0 0-21 0,0 0-11 16,0 0-21-16,-5-3-11 0,5 3-101 0,0 0-58 15,0 0 0-15,0 0 0 0,0 0 0 0,0 0 0 16,0 0 0-16,0 0 0 0,0 0 0 0,0 0 0 16,0 0 0-16,-8 11 0 0,7-5 0 0,-2 2 0 15,3 2 0-15,-2 2 0 0,0 1 0 0,1 3 0 16,0 2 0-16,-2-3 0 0,1 3 0 0,0 1 0 0,0-1 0 16,-2-3 0-16,0 2 0 0,4 0 0 0,-1-2 0 15,-2 3 0-15,2-2 0 0,-1 0 0 16,-1-3 0-16,3-2 0 0,0-1 0 0,-1 0 0 15,-1 0 0-15,1-3 0 0,0-1 0 0,1 0 0 0,-1-2 0 16,1 0 0-16,0 0 0 0,0-4 0 0,0 6 0 16,-2-4 0-16,2-2 0 0,0 0 0 0,-1 4 0 15,1-4 0-15,0 0 0 0,0 0 0 0,0 0 0 16,0 0 0-16,0 0 0 0,0 0 0 0,3-12 0 16,-3 7 0-16,1-2-322 0,1 0-65 0,0-2-47 15,-2 0-32-15,-2-1-42 0,5-1-30 0,-3 2-385 16,1-5-1000-16,1 2 443 0</inkml:trace>
  <inkml:trace contextRef="#ctx0" brushRef="#br0" timeOffset="223157.5533">22127 7919 183 0,'0'0'326'0,"-4"-4"6"16,4 4 16-16,0-5 11 0,0 5-8 0,-4-4-18 15,4 4-5-15,0 0-12 0,-1-4-3 0,1 4-11 16,0 0-4-16,0 0-10 0,0 0-15 0,-1-5-19 16,1 5-27-16,0 0-21 0,15 0-25 0,-5 0-16 15,3 1-12-15,2 2-7 0,3-2-16 0,4 3-12 0,5 0-11 16,-4 0-13-16,6 2-8 0,-1 1-10 16,0 1-1-16,-2 1-9 0,-4-1 0 0,-3 2-11 15,-2-2 1-15,0 2-10 0,-2 0-6 0,-3 2-2 16,-2 1 8-16,-2 1 4 0,-3-1-2 0,0-1 22 0,-5 4 11 15,-5-1 15-15,0 1 7 0,-4-2-6 16,-10 7 4-16,0-1-5 0,-7-2-17 0,1 1 2 0,-3 2-6 16,-3-4-3-16,3-2-7 0,-2 1-17 0,4-3 0 15,2-2-7-15,7-4-13 0,1-1 10 0,4-1 2 16,0-1-13-16,6-1-1 0,-3 0-26 16,4 0 0-16,-2-1 0 0,2 1 0 0,1-1 0 15,4-2 0-15,-7 1 0 0,7-1 0 0,-4 1 0 0,4-1-35 16,0 0-116-16,0 0-63 0,0 0-75 0,0 0-64 15,0 0-60-15,20 1-58 0,-4-3-70 0,-2 2-413 16,2-3-1034-16,6 1 457 0</inkml:trace>
  <inkml:trace contextRef="#ctx0" brushRef="#br0" timeOffset="223542.1707">22618 8256 208 0,'1'-5'501'0,"1"1"8"0,-2 4 9 0,2-3 6 15,-2 3-8-15,0-6-12 0,0 6-16 0,1-4-19 16,-1 4-21-16,1-3-29 0,-1 3-34 0,0 0-26 16,0 0-27-16,3-3-34 0,-3 3-31 0,0 0-24 0,0 0-31 15,0 0-23-15,0 0-19 0,0 0-9 0,0 0-11 16,-3 15 1-16,3-6-4 0,0 1-124 15,-1 2-23-15,1 3 0 0,-1-1 0 0,1 3 0 16,-2 2 0-16,0 0 0 0,1-1 0 0,-1 0 0 0,0 0 0 16,-1 2 0-16,1-4 0 0,-1 0 0 0,-2-1 0 15,2 2 0-15,2-3 0 0,0-4 0 16,-2-1 0-16,3 2 0 0,-2-2 0 0,-2-2 0 0,4-1 0 16,0-1 0-16,0 0 0 0,0-1 0 0,0-4 0 15,0 5 0-15,0-5 0 0,0 5 0 0,0-5-88 16,0 0-224-16,0 0-59 0,0 0-31 15,10-10-25-15,-9 6-32 0,2-1-35 0,0-1-32 0,-1-5-326 16,1 0-923-16,-1-1 408 0</inkml:trace>
  <inkml:trace contextRef="#ctx0" brushRef="#br0" timeOffset="223907.7273">22610 8245 162 0,'1'-5'389'0,"1"0"-8"16,0-1-3-16,2 2-1 0,-2-1 3 0,2-1-5 16,0 1-16-16,0 0-30 0,1-1-28 0,2 4-25 15,-2-2-24-15,3 0-13 0,3 1-17 0,-2-1-16 16,2 2-17-16,-1 2-12 0,2 0-18 0,-2 0-11 16,3 2-8-16,-2 2-8 0,1-1-9 0,-2-1-11 15,0 3-8-15,2-2-10 0,-4 5-9 0,-2-3-6 16,4 2-7-16,-5-3-11 0,0 2-5 0,-2 0-2 15,0 0 5-15,-3 0 14 0,-2 2 7 0,0-1 6 0,-3 2 5 16,-2-2 3-16,-2 2 3 0,0 0-10 16,-5 0 0-16,0 2-7 0,-4-2-10 0,0-4-6 15,-1 1-11-15,3 1-3 0,-1-2 2 0,4-1-7 0,2-1-2 16,-1 0-5-16,6 0 7 0,-1-2-7 0,2 1-9 16,5-2-19-16,-7 1-20 0,7-1-26 15,-5 1-43-15,5-1-51 0,0 0-51 0,0 0-56 16,0 0-46-16,12-7-57 0,-4 7-44 0,0 0-46 0,6 1-56 15,-2-1-379-15,4 0-936 0,0 0 415 0</inkml:trace>
  <inkml:trace contextRef="#ctx0" brushRef="#br0" timeOffset="225108.9466">22978 8397 195 0,'0'0'292'0,"-1"-3"-3"0,1 3-10 16,-3-4-11-16,3 4-3 0,0 0-1 0,0 0-14 16,0 0-13-16,-4-3 4 0,4 3-15 0,0 0-11 15,0 0-15-15,0 0-11 0,0 0-14 0,0 0-13 16,0 0-13-16,0 0-7 0,0 0 10 0,0 0 12 15,3 14 7-15,-2-7 6 0,-1-1 11 0,3 4 1 16,-2-1-3-16,0 3 0 0,3-3 0 0,-4 3 0 16,4 0-3-16,1 0-5 0,-4-1-1 0,2 1-5 0,-2 0-10 15,-1 0-15-15,3-3 2 0,-2 3-16 16,2-1 1-16,-3 1-8 0,1-1-13 0,-1-2 0 16,-1 1-8-16,2-2-12 0,-1 0-6 0,0-3-9 15,1 1-5-15,-1 1-9 0,-1-3-4 0,2 0-39 16,-1 1-21-16,0-5 0 0,0 5 0 0,0-5 0 15,0 4 0-15,3-2 0 0,-3-2 0 0,0 0 0 16,0 6 0-16,0-6 0 0,0 0 0 0,0 0 0 0,1 3 0 16,-1-3 0-16,0 0 0 0,0 0 0 0,0 0 0 15,0 0-70-15,0-13-199 0,1 9-58 0,-1-4-51 16,2 2-48-16,-2-3-57 0,2-1-64 0,-2-3-402 16,4 2-1028-16,-3-6 456 0</inkml:trace>
  <inkml:trace contextRef="#ctx0" brushRef="#br0" timeOffset="225875.2267">23092 8216 30 0,'-15'3'189'0,"15"-3"-14"16,0 0 7-16,0 0-11 0,-6-1-1 0,6 1 4 15,0 0 4-15,0 0 3 0,0 0-2 0,0 0 0 16,0 0-2-16,-9 0-3 0,9 0 0 0,0 0 6 15,0 0-4-15,0 0-4 0,0 0 16 0,0 0-11 16,0 0-8-16,0 0-19 0,0 0-10 0,0 0 6 0,0 0-4 16,-1-3 0-16,1 3-4 0,0 0-7 0,0 0 4 15,-4-2-4-15,4 2-9 0,0 0 0 16,0 0 3-16,-6-3 1 0,6 3-3 0,0 0-1 16,-4-2-6-16,4 2-4 0,0 0 2 0,0 0-5 0,-5-2-6 15,5 2-6-15,0 0-7 0,0 0-12 0,0 0 0 16,0 0-6-16,0 0-12 0,0 0-6 0,0 0-6 15,0 0-1-15,-3-4-4 0,3 4-5 0,0 0-1 16,0 0-10-16,0 0-2 0,0 0 0 0,0 0-3 16,0 0-5-16,0 0-3 0,0 0-2 0,0 0-1 15,0 0-3-15,0 0 0 0,0 0-1 0,0 0-4 16,0 0 1-16,0 0 0 0,0 0-3 0,0 0 2 16,0 0-3-16,0 0 2 0,0 0 6 0,0 0-8 15,0 0 1-15,0 0 3 0,0 0-3 0,-5 6 5 16,5-6-3-16,0 0-1 0,0 0 2 0,0 0 0 15,0 0-1-15,0 0 5 0,0 0 1 0,-8-5-5 16,8 5 8-16,0 0-3 0,0-6-4 0,0 6 4 16,0 0 0-16,0 0-2 0,0-4-2 0,0 4 2 15,0 0-5-15,0 0-4 0,3-4-4 0,-3 4-3 16,0 0 2-16,0 0-4 0,0 0 4 0,0 0 3 16,0 0 3-16,14 3-2 0,-10 0-3 0,-1-1 7 15,-3-2-7-15,7 1-2 0,-4 3 1 0,-1-2 0 16,-2-2 1-16,4 3 0 0,-4-3-1 0,3 4 1 0,-3-4 1 15,0 0 0-15,0 5-2 0,0-5 3 16,0 4 1-16,0-4-1 0,-3 5-1 0,3-5 4 16,-4 2 1-16,2 0 0 0,2-2-2 0,-5 2-2 15,5-2-2-15,-5 3-14 0,5-3-14 0,-4 2-22 0,4-2-17 16,0 0-23-16,0 0-19 0,0 0-34 0,-8 0-34 16,8 0-37-16,0 0-69 0,0 0-79 0,0 0-72 15,0-9-361-15,0 9-868 0,4-8 384 0</inkml:trace>
  <inkml:trace contextRef="#ctx0" brushRef="#br0" timeOffset="226561.4777">22218 7748 282 0,'-5'-1'317'0,"5"1"-7"0,-8 0-2 16,8 0-10-16,-9 0 7 0,1-1-1 0,3 0-4 15,5 1-7-15,-9-2-17 0,9 2-5 0,-9 0 4 16,9 0-8-16,-7 2-8 0,7-2-8 0,-8 1-3 16,8-1-9-16,-8 0-7 0,8 0-5 0,0 0-11 15,0 0-10-15,-6 1-4 0,6-1-9 0,0 0-6 16,0 0-7-16,-4 1-3 0,4-1-3 0,0 0-28 16,0 0 12-16,0 0-11 0,0 0-27 0,0 0 10 15,0 0-6-15,26 4-14 0,-6-3-3 0,11 2-1 16,6-1-6-16,19 1-4 0,4-1-46 0,4-1-50 15,29 0 0-15,1-1 0 0,-2-2 0 0,-27 2 0 16,2-3 0-16,0 0 0 0,26 0 0 0,-33 2 0 16,0-1 0-16,-6 0 0 0,-16 1 0 0,-3 1 0 15,-7-1 0-15,-9 0 0 0,-2 1 0 0,-6-1 0 0,-2 2 0 16,-1 0 0-16,-2-1 0 0,-6 0 0 16,9-1 0-16,-9 1 0 0,0 0 0 0,7 0 0 15,-7 0 0-15,0 0 0 0,0 0 0 0,0 0 0 0,0 0 0 16,0 0 0-16,-12 8 0 0,12-8 0 15,-6 2 0-15,0-1-43 0,6-1-276 0,-6 2-34 0,6-2-33 16,-7 0-32-16,7 0-34 0,-6 2-44 16,6-2-20-16,0 0-352 0,-6 0-941 0,6 0 416 0</inkml:trace>
  <inkml:trace contextRef="#ctx0" brushRef="#br0" timeOffset="230015.7333">22509 7490 90 0,'0'0'113'0,"0"0"-12"0,0 0 21 0,0 0 6 15,0 0 5-15,0 0-4 0,0 0 0 0,0 0-4 16,0 0 4-16,0 0 2 0,0 0 0 0,0 0 7 16,0 0-1-16,0 0 5 0,0 0 9 0,0 0-6 15,0 0-2-15,0 0-2 0,0 0-5 0,0 0 11 16,0 0-14-16,0 0-9 0,0 0 8 0,0 0-8 16,0 0-8-16,0 0-3 0,0 0-2 0,0 0-4 15,0 0-4-15,0 0-6 0,0 0 3 0,0 0-6 16,0 0 3-16,0 0 5 0,0 0-4 0,0 0 3 15,9-2 0-15,-9 2 1 0,0 0-3 0,0 0 2 0,0 0 1 16,0 0-12-16,0 0 2 0,0 0-4 16,0 0-2-16,0 0-7 0,0 0-3 0,0 0-5 15,4 2-6-15,-4-2-2 0,0 0-5 0,5 1 3 16,-5-1-4-16,0 0 1 0,0 0-5 0,7 1 0 0,-7-1 4 16,7-2-2-16,-7 2-2 0,9 1-4 15,-9-1 1-15,11 0 4 0,-4 1 4 0,-1 1-2 16,3-2-4-16,0 0-1 0,-1 0-6 0,2 0 6 15,1 0-4-15,0 0 6 0,-2 1-13 0,2-1 1 0,-1-1-7 16,3 1 1-16,0 0-9 0,-2 0 5 0,1-3-6 16,-1 3 10-16,-3 0 0 0,1-1-1 0,1 0-3 15,2 1-3-15,-3 0-2 0,-2 0 2 0,2-1 2 16,-1-1 1-16,-2 2-5 0,3 0-1 0,-9 0-2 16,12-1-5-16,-6 0 2 0,-1 1 4 0,-5 0-11 15,13-2 5-15,-5 2-4 0,0 0-3 0,2-1-5 16,-3 1 4-16,2 0-1 0,-4 0 0 0,4 0 2 15,-2 1 3-15,-1-1-8 0,3-1-1 0,-9 1 1 16,14 0-1-16,-8 0-1 0,2-2 2 0,-8 2 0 16,14 0-5-16,-9 0-1 0,3 0 4 0,-3 2 6 15,4-2-9-15,-9 0 6 0,10 0-3 0,-6 1 1 16,3-1-1-16,-2 1 3 0,-5-1-2 0,10 0-1 16,-6 1 2-16,-4-1-6 0,10 0 12 0,-10 0-13 15,8-2 7-15,-8 2 1 0,14 0 5 0,-9 0 0 16,1 0-1-16,2 1-5 0,-1-2 2 0,1 1 0 15,1 0-6-15,1 1 1 0,1 0 4 0,0-1-1 16,-1 1-1-16,-1 0 1 0,2 1-5 0,-3-2-2 16,1 1 8-16,-2-1-3 0,-1 0-3 0,4 2 11 0,-3-2-3 15,2 0-4-15,-3-1 2 0,3 1 4 16,-1 0-9-16,-1 0 7 0,2 0-2 0,4 1-11 16,-4-2 7-16,1 2-1 0,3-1 1 0,-1 0 3 15,0 1-8-15,0 1 5 0,-1 0-6 0,3-2 7 0,-2 0-9 16,-1 3 5-16,-2-2-3 0,-1 1 0 15,1-1 8-15,0-1-7 0,-3 0 6 0,1 0-5 16,-1 1-3-16,-6-1 8 0,11 2-3 0,-5-2 0 0,-6 0 4 16,9 2-6-16,-7-1 4 0,-2-1-3 0,10 1 2 15,-10-1 4-15,8 0-3 0,-8 0 9 0,0 0 4 16,8 0-8-16,-8 0 8 0,0 0-8 16,6-1 12-16,-6 1 6 0,0 0-5 0,9 1-2 0,-9-1 1 15,5-1 1-15,-5 1 5 0,0 0-8 0,0 0-1 16,0 0 5-16,0 0-5 0,9 0 0 0,-9 0-2 15,0 0 7-15,0 0-19 0,0 0-3 0,0 0 0 16,0 0 0-16,0 0 0 0,7-1 0 0,-7 1 0 16,0 0 0-16,0 0 0 0,0 0 0 0,0 0 0 15,0 0 0-15,0 0 0 0,0 0 0 0,0 0 0 16,0 0 0-16,0 0 0 0,0 0 0 0,0 0 0 16,0 0 0-16,0 0-20 0,0 0-102 0,0 0-35 15,0 0-40-15,0 0-54 0,0 0-49 0,0 0-52 16,0 0-41-16,0 0-60 0,0 0-64 0,0 0-389 15,0 0-980-15,0 0 435 0</inkml:trace>
  <inkml:trace contextRef="#ctx0" brushRef="#br0" timeOffset="254537.3194">5563 9093 428 0,'2'-5'487'0,"-2"2"16"16,0-1 7-16,1-1 6 0,-1 5-6 0,3-8-8 16,-3 5-11-16,0-1-23 0,0 4-19 0,1-4-28 15,1 0-13-15,-2 4-22 0,0 0-30 0,0 0-25 16,-3-5-30-16,3 5-24 0,0 0-28 0,0 0-28 16,0 0-22-16,0 0-21 0,0 0-178 0,0 0 0 15,0 0 0-15,0 20 0 0,-3-9 0 0,2 7 0 16,-4 6 0-16,0 3 0 0,1-1 0 0,-2 2 0 15,2-2 0-15,-1 3 0 0,-2 0 0 0,0 1 0 16,-1-1 0-16,-2 2 0 0,0-2 0 0,-1 1 0 16,2-7 0-16,3 4 0 0,-5-2 0 0,-1 0 0 0,7-8 0 15,-4 0 0-15,4-1 0 0,-3-1 0 0,6-5 0 16,-5 2 0-16,6-1 0 0,-4-4 0 16,4 2 0-16,-2-3 0 0,3-1 0 0,-4-1 0 0,3 0 0 15,1-1 0-15,0-3 0 0,-1 5 0 0,1-5 0 16,0 0 0-16,0 0 0 0,0 0 0 0,0 0 0 15,16-12-67-15,-12 4-526 0,8-8-64 16,-3 7-489-16,2-9-1241 0,-1 3 549 0</inkml:trace>
  <inkml:trace contextRef="#ctx0" brushRef="#br0" timeOffset="254921.3513">5553 9250 205 0,'2'-10'420'0,"-1"1"29"15,-1 3 14-15,2-2 10 0,-2-1 13 0,-2-1 2 16,2 2-4-16,0-1-7 0,0 2-9 0,0 1-20 16,0-1-10-16,-1-1-14 0,1 4-26 0,0 0-9 15,0-2-21-15,0 6-21 0,-2-6-23 0,2 4-26 16,0 2-27-16,0 0-198 0,0-6-73 0,0 6 0 0,0 0 0 16,0 0 0-16,0 0 0 0,12 12 0 15,-7 1 0-15,4 3 0 0,0 1 0 0,8 6 0 16,-7 0 0-16,4 3 0 0,-5 1 0 0,3-3 0 15,-1 7 0-15,-3-7 0 0,1 4 0 0,0 0 0 16,-2 0 0-16,-2-1 0 0,1-2 0 0,-3 2 0 16,0-4 0-16,-2-3 0 0,2-1 0 0,-2-1 0 15,-1-1 0-15,2-4 0 0,0 2 0 0,0-4 0 0,0-1 0 16,0-2 0-16,3 2 0 0,-1-4 0 0,-1 0 0 16,2-1 0-16,0 0 0 0,-3-3 0 15,6 1 0-15,-4-1 0 0,1-1 0 0,3 0 0 0,-8-1 0 16,15-4 0-16,-10 2 0 0,0 0 0 0,3-4 0 15,-3 1 0-15,-1-3-65 0,0-2-453 0,-7 0-42 16,2-2-46-16,-3 2-35 0,-1-1-327 0,0-3-1046 16,-8 2 462-16</inkml:trace>
  <inkml:trace contextRef="#ctx0" brushRef="#br0" timeOffset="255239.0706">5519 9490 335 0,'-6'-1'394'0,"-1"-1"34"0,2 0 29 0,5 2 14 16,-12-1 9-16,8 0 6 0,4 1-6 0,-9-1-2 16,9 1-26-16,-8-1-18 0,8 1-8 0,0 0-20 15,-6-2-14-15,6 2-24 0,0 0-10 0,0 0-12 16,0 0-17-16,0 0-27 0,0 0-29 0,0 0-177 16,12-5-96-16,1 3 0 0,5 1 0 0,3-3 0 0,8 2 0 15,-1-6 0-15,3 5 0 0,2-1 0 16,4-1 0-16,0 0 0 0,0 2 0 0,-4-1 0 15,-1 2 0-15,-2-3 0 0,-10 4 0 0,-1-2 0 16,-6 1 0-16,-1 2 0 0,-2-1 0 0,-1 0 0 0,-4 1 0 16,1-1 0-16,-6 1 0 0,9-2 0 0,-9 2 0 15,9 2 0-15,-9-2 0 0,0 0 0 16,7-2 0-16,-7 2 0 0,0 0-14 0,0 0-518 0,0 0-70 16,-2 6-64-16,2-6-398 0,0 0-1150 0,-9 8 508 15</inkml:trace>
  <inkml:trace contextRef="#ctx0" brushRef="#br0" timeOffset="255974.4024">6069 9593 398 0,'0'0'492'0,"0"0"23"0,0 0 11 0,0 0-1 16,0 0-1-16,0 0-13 0,0 0-13 0,1-4-19 16,-1 4-13-16,0 0-14 0,0 0-19 0,0 0-21 15,0 0-27-15,0 0-30 0,0 0-32 0,0 0-32 16,0 0-39-16,0 0-22 0,0 0-106 0,0 0-124 16,0 0 0-16,0 11 0 0,3-7 0 0,-2 2 0 15,-1 0 0-15,4 0 0 0,-3 3 0 0,-1-3 0 16,5 6 0-16,-2-1 0 0,-1-1 0 0,-2 1 0 0,3 1 0 15,-2-1 0-15,-1-2 0 0,3 3 0 16,-1 0 0-16,-2-1 0 0,1 1 0 0,-1-4 0 16,2-2 0-16,-1 3 0 0,-1-2 0 0,0-1 0 0,0 0 0 15,3-2 0-15,-2 0 0 0,0-1 0 0,-1-3 0 16,1 5 0-16,-1-5 0 0,4 1 0 0,-4-1 0 16,0 0 0-16,13-6 0 0,-8 3 0 0,0-1 0 15,0-1 0-15,3-4 0 0,-2 3 0 0,1-2 0 16,-2 2 0-16,0 1 0 0,1-2 0 0,-1 1 0 15,-1 0 0-15,0 1 0 0,0 1 0 0,1 0 0 16,-4-1 0-16,2 3 0 0,1-1 0 0,-3 0 0 16,-1 3 0-16,5-3 0 0,-5 3 0 0,5-1 0 15,-5 1 0-15,0 0 0 0,11 4 0 0,-5-2 0 16,0 0 0-16,-2 2 0 0,0 1 0 0,1-1 0 16,0 0 0-16,2 0 0 0,-1 2 0 0,-1-4 0 15,0 3 0-15,2-3 0 0,-5 3 0 0,6-1 0 16,-4-3 0-16,-2 1 0 0,2 2 0 0,-4-4 0 15,5 3 0-15,-1-2 0 0,-4-1 0 0,8-1 0 16,-8 1 0-16,8-5 0 0,-4 2 0 0,-1-1 0 16,1 1 0-16,0-3 0 0,0 0 0 0,-1-3 0 0,-1 0 0 15,3-1 0-15,-3-2 0 0,-1 1 0 0,1-6 0 16,-1-1 0-16,-1-1 0 0,-1-1 0 0,-1 1 0 16,0-6 0-16,1 7 0 0,-3 2 0 15,1-2 0-15,2 2 0 0,-3 0 0 0,4 3 0 0,-1 1 0 16,0 3 0-16,-1-2 0 0,1 8 0 0,0-3 0 15,2 1 0-15,-2 1 0 0,1 4 0 0,0-5 0 16,0 5 0-16,0-5 0 0,0 5 0 0,0 0 0 16,0 0 0-16,0 0 0 0,0 0 0 0,0 0 0 15,18 12 0-15,-15-4 0 0,6-2 0 0,0 3 0 16,2 0-113-16,0-5-1234 0,8 3-1459 0,-2-1 647 16</inkml:trace>
  <inkml:trace contextRef="#ctx0" brushRef="#br0" timeOffset="256240.7993">6866 9485 3635 0,'8'-2'556'0,"-7"0"-166"16,3-3-57-16,-4 5-16 0,1-4-2 0,-1 4-1 0,4-5-2 15,-4 5-36-15,0-4-39 0,0 4-2 0,1-5-19 16,-1 5-12-16,0 0-11 0,0 0-15 15,0 0-19-15,2-3-7 0,-2 3-22 0,0 0-91 0,0 0-39 16,0 0 0-16,6-2 0 0,-1 2 0 0,-5 0 0 16,12-2 0-16,-5 0 0 0,1 1 0 0,4 0 0 15,-1-3 0-15,-2 3 0 0,-1-1 0 0,-1 1 0 16,1 0-214-16,-3 1-78 0,0-1-75 0,-5 1-64 16,0 0-62-16,10 1-45 0,-10-1-32 0,2 4-311 15,-2-4-955-15,0 0 422 0</inkml:trace>
  <inkml:trace contextRef="#ctx0" brushRef="#br0" timeOffset="256472.5965">6851 9585 268 0,'-3'3'510'0,"2"1"32"15,-3 2 37-15,3-4 31 0,1-2 31 0,0 4 4 16,0-4-3-16,0 0-37 0,0 0-24 0,6 1-35 16,-6-1-43-16,13-1-28 0,-4-2-45 0,5 1-41 15,1-3-164-15,6 1-225 0,-3 1 0 0,1 1 0 16,-1-1 0-16,4 0 0 0,-2 2 0 0,-3-1 0 15,-2 0 0-15,-3 0 0 0,0 0 0 0,-2 1 0 16,0 1 0-16,-3-1 0 0,-2 1 0 0,-5 0 0 16,13-3 0-16,-12 2 0 0,6 0 0 0,-7 1 0 15,6-3 0-15,-2 0 0 0,-3 0 0 0,2-1-333 16,-3 0-185-16,0 4-59 0,-3-6-51 0,-1 3-395 16,-1-1-1107-16,4 2 489 0</inkml:trace>
  <inkml:trace contextRef="#ctx0" brushRef="#br0" timeOffset="258108.5913">10259 8998 337 0,'4'-10'371'0,"1"4"11"0,2-5 7 0,-2 5-17 16,-1-3 0-16,-2 3-16 0,2 1-8 0,-1-1-21 0,-1 1-13 16,-1 2-8-16,2-2-10 0,-2 1-12 15,-1 4-11-15,0-6-8 0,0 3-17 0,0-2-12 16,0 5-24-16,-2-5 2 0,2 5-13 0,-4-6-24 16,4 6-12-16,-3-3-29 0,3 3-9 0,0 0-9 0,0 0-16 15,-13 9-3-15,3-2 15 0,1 0-3 0,-2 5-10 16,-4 5 1-16,-4 2-8 0,-1 4 1 15,1 2-5-15,-2 2-5 0,2 2-21 0,0 3 7 0,-3 10 1 16,3-11-14-16,5 1 2 0,3-3-13 16,2 1-47-16,5-1 0 0,1-1 0 0,8-2 0 15,2 1 0-15,1-1 0 0,8-3 0 0,3 0 0 0,1-5 0 16,3 0 0-16,3-2 0 0,1-5 0 0,1-2 0 16,-7-3 0-16,0-2 0 0,2-2 0 0,-5-2 0 15,4-2 0-15,-5-3 0 0,2-1 0 0,-4-2 0 16,-2-3 0-16,1-1 0 0,-5-3 0 0,-4 1 0 15,-1-1 0-15,0 3 0 0,-8-4 0 0,-1 0 0 16,-4 0 0-16,-8 3 0 0,-2-4 0 0,-8 4 0 16,-1 5 0-16,-3 1 0 0,1 6 0 0,-4-1 0 15,1 5 0-15,4 3 0 0,2-3 0 0,4 3 0 16,4 1 0-16,2 2 0 0,5-4-73 0,-4 8-424 16,5-2-112-16,-2 1-560 0,7-2-1267 0,-1-2 561 0</inkml:trace>
  <inkml:trace contextRef="#ctx0" brushRef="#br0" timeOffset="258875.1366">9242 9919 253 0,'-10'-1'352'0,"3"1"-14"0,0-3-9 15,-2 1-5-15,-3 2-26 0,2 0-19 0,0 0-15 16,0 2-15-16,-4-2-10 0,2 2-5 0,-2-2-29 15,1 1-13-15,4-1-12 0,-6 1-10 0,3-1-2 16,1 2-8-16,-4-1 9 0,4-1-7 0,0 1-16 16,1 2-7-16,1-1-11 0,0-1-8 0,4 3-12 15,-2-3-6-15,3 0-6 0,-2-1-3 0,6 0-3 16,-9 2-1-16,9-2-3 0,0 0 0 0,-6 0 4 0,6 0 2 16,0 0 5-16,0 0 7 0,0 0-7 0,0 0 6 15,0 0 12-15,21 6 11 0,-1-5 16 16,7-1 10-16,7 0 11 0,3-1 4 0,17-2 3 15,5 0-11-15,7 1-8 0,35-1 2 0,5-6-9 0,9 1-26 16,5 1-118-16,7-3 0 0,-1 1 0 0,3 0 0 16,5 2 0-16,-5 1 0 0,-5 4 0 0,2 0 0 15,-14-1 0-15,2 5 0 0,-7-4 0 0,-2 5 0 16,-6-2 0-16,-33 2 0 0,32-3 0 0,-35 1 0 16,2 2 0-16,-1-1 0 0,1-1 0 0,-5-1 0 15,-1-1 0-15,-2 1 0 0,2-1 0 0,-4 2 0 16,3-3 0-16,-6 0 0 0,-1 4 0 0,-14-4 0 15,0 1 0-15,-3-2 0 0,-5 2 0 0,-7 1 0 16,-5 0 0-16,-5-1 0 0,0 1 0 0,-3 0 0 16,-2 0 0-16,-2 0 0 0,-5 0 0 0,8 0 0 15,-3-1 0-15,-5 1 0 0,7-1 0 0,-7 1 0 0,0 0 0 16,0 0 0-16,0 0 0 0,0 0 0 0,0 0 0 16,0 0 0-16,0 0 0 0,0 0-272 0,0 0-300 15,0 0-85-15,0 0-458 0,0 0-1209 0,-18-3 535 16</inkml:trace>
  <inkml:trace contextRef="#ctx0" brushRef="#br0" timeOffset="261378.0632">8957 10439 65 0,'-3'-4'314'0,"2"1"9"0,1 3 8 0,-2-7 8 0,0 3-10 15,1-2 8-15,-1 3-3 0,2 3-3 0,-2-7-8 16,2 2-3-16,-1-1-5 0,2 4-9 0,-1 2 1 16,-2-9-12-16,1 4 1 0,1 1-11 0,0-2-8 15,-2 1 7-15,1 2-24 0,1-2-9 0,0 5-4 16,0-7-9-16,1 3-22 0,-1 0-21 0,2 0-18 16,0 1-11-16,1-2-19 0,0-1-9 0,2 2-24 15,1-1-5-15,4-1-11 0,0 2-20 0,3 0-32 16,0 1-46-16,-1-1 0 0,5 1 0 0,2 2 0 15,-1 1 0-15,0 0 0 0,1 4 0 0,-2 1 0 0,1 1 0 16,-2-1 0-16,1 3 0 0,-2-1 0 0,-1 3 0 16,0 0 0-16,-2-2 0 0,-8 1 0 0,5 1 0 15,-2 4 0-15,0-4 0 0,-4 4 0 0,1-2 0 16,-4 3 0-16,-1 1 0 0,-3 2 0 0,-6-1 0 16,-8 4 0-16,-4 0 0 0,-1-3 0 0,-1 1 0 15,-4 1 0-15,1-4 0 0,3-4 0 0,6-2 0 16,-3-2 0-16,1 0 0 0,0-6 0 0,3 1 0 15,-2-1 0-15,6-4 0 0,-2-1 0 0,-2-3 0 16,2-1 0-16,-2-3 0 0,3-1 0 0,0-2 0 16,-4-6 0-16,9 2 0 0,0 0 0 0,4-3 0 15,0 1 0-15,1-5 0 0,2 4 0 0,2-3 0 16,1 1 0-16,4 3 0 0,5-5 0 0,4 1 0 0,0 6 0 16,3-1 0-16,2-1 0 0,-2 7-236 15,-2-1-266-15,2 2-57 0,-1 0-37 0,1 4-454 16,-3-4-1137-16,-2 6 503 0</inkml:trace>
  <inkml:trace contextRef="#ctx0" brushRef="#br0" timeOffset="261813.996">9058 10093 67 0,'0'-6'463'0,"0"0"20"0,0-1 30 0,0-2 22 16,1 2 32-16,-1-3 6 0,0 2-1 0,-1 0-6 15,1 2-8-15,0-1-13 0,-3 1-27 0,2 1-28 16,1 2-31-16,-2-1-39 0,2 4-34 0,-2-5-41 16,2 5-214-16,0-4-131 0,0 4 0 0,0 0 0 15,0 0 0-15,0 0 0 0,0 0 0 0,0 0 0 16,0 18 0-16,4-3 0 0,-4 3 0 0,4 8 0 16,-3 4 0-16,3-3 0 0,0 4 0 0,2 2 0 0,-1 2 0 15,-1 1 0-15,0 0 0 0,4 9 0 16,-8-11 0-16,4 2 0 0,3 12 0 0,-7-14 0 0,3 0 0 15,-2-1 0-15,-1 2 0 0,4 10 0 0,-3-11 0 16,2 1 0-16,-2-2 0 0,2-1 0 0,-2-2 0 16,3-2 0-16,-3 0 0 0,7-4 0 0,-6-3 0 15,-2-1 0-15,3-4 0 0,-2 0 0 0,2 0 0 16,-1-4 0-16,2-2 0 0,-3-3 0 0,2 0 0 16,-4-3 0-16,3 0 0 0,-2 1 0 0,0 0 0 15,0-3 0-15,0-2 0 0,0 0 0 0,0 0 0 16,0 0 0-16,0 0 0 0,0 0 0 0,0 0 0 15,0 0 0-15,8-9 0 0,-6 2 0 0,3-1 0 16,-1-1 0-16,0 0 0 0,1-3 0 0,-1 1 0 16,-1-2 0-16,2 3-654 0,1-6-98 0,-1 2-380 15,3 0-1224-15,-3 1 542 0</inkml:trace>
  <inkml:trace contextRef="#ctx0" brushRef="#br0" timeOffset="262365.0805">9531 10596 365 0,'0'0'456'0,"2"-7"5"0,1 5-3 0,-3 2-5 15,1-6-14-15,2 4-19 0,-3 2-26 0,1-4-26 16,-1 4-21-16,0 0-23 0,0 0-20 0,0 0-27 15,0 0-30-15,0 0-34 0,0 0-20 0,0 0-19 16,0 0-19-16,0 0-17 0,0 0-14 0,-11 10-12 16,4-6-13-16,2 4-20 0,1-2 6 0,-2 1-9 15,-2 0-4-15,3 1-6 0,0 0-10 0,-1-5-6 16,0 5-3-16,1 0-4 0,0-2-8 0,1-1-4 16,3 1-1-16,-3-1-7 0,3-1 6 0,0-1-3 15,-1 1 8-15,2-4-4 0,-1 8 17 0,1-5-15 16,1 1-2-16,3 0 4 0,0 0-1 0,0-2 1 15,2 0-3-15,2 3 8 0,-3 0-7 0,5-2 2 16,2 1-1-16,-6 0 4 0,6 2-5 0,-1-2-3 0,-2 1 6 16,3 1-2-16,-1-2 4 0,-2 1-6 15,-1 1-3-15,2-1 2 0,-4-1 7 0,-2 1-11 16,1-2-6-16,-1 2 1 0,0 0 0 0,-1 0 1 0,-2-1 1 16,3 2-9-16,-4 1-11 0,-2-2-3 0,-1 1 0 15,-1 0 0-15,-3 1 0 0,1-2 0 0,-3 3 0 16,-2-1 0-16,-1-1 0 0,3-2 0 0,-5 2 0 15,4-4 0-15,-3 0 0 0,5 5 0 0,-2-6 0 16,1 2 0-16,4-3 0 0,-3-1 0 0,8 1 0 16,-10 0 0-16,10 0 0 0,-10-1 0 0,6-1 0 15,-1-2 0-15,2-1 0 0,3 5 0 0,-1-5 0 16,-1-1 0-16,2 6-151 0,3-8-113 0,1 3-64 16,1-1-65-16,4 0-57 0,-1-1-67 0,5 0-63 15,-3 2-338-15,0 0-995 0,2-3 440 0</inkml:trace>
  <inkml:trace contextRef="#ctx0" brushRef="#br0" timeOffset="263296.0721">10236 10799 278 0,'0'0'361'0,"0"0"-2"0,0 0 0 0,0 0-7 16,0 0-9-16,0 0-11 0,7 2-5 0,-7-2-3 15,0 0-6-15,0 0-9 0,0 0 3 0,0 0-16 16,0 0-12-16,0 0-4 0,0 0 8 0,0 0-16 15,0 0-1-15,0 0-9 0,0 0-2 0,0 0-8 16,0 0-4-16,-16-7-1 0,13 5-1 0,-4-1 0 16,1-1-7-16,-4 0 4 0,2-2-1 0,-4 2-201 15,1-2-41-15,-2-2 0 0,-1-1 0 0,-3-2 0 16,2-2 0-16,-7-4 0 0,-1-2 0 0,4 0 0 16,-1-3 0-16,3-1 0 0,-2-1 0 0,6 0 0 15,-1-5 0-15,1 3 0 0,4-3 0 0,0 2 0 16,3-2 0-16,1 0 0 0,5 0 0 0,1 0 0 0,-1-1 0 15,5 4 0-15,3 0 0 0,-3-1 0 16,4 3 0-16,0 5 0 0,1 2 0 0,-1 0 0 16,9 3 0-16,-4 0 0 0,3 0 0 0,-1 3 0 0,1 0 0 15,-2 2 0-15,2 1 0 0,-3 2 0 0,1 3 0 16,-2 3 0-16,0-2 0 0,2 4 0 16,-3-2 0-16,-1 2 0 0,2 1 0 0,-4 0 0 0,4 2 0 15,-4 2 0-15,-3 1 0 0,3 1 0 0,-4 0 0 16,0 2 0-16,-2-1 0 0,-2 6 0 0,-2-3 0 15,-2 3 0-15,-2 2 0 0,-3 0 0 0,-4 4 0 16,-4 0 0-16,-3 0 0 0,0-2 0 0,1 1 0 16,-5-1 0-16,0-2 0 0,3-3 0 0,-1 3 0 15,5-7 0-15,1-1 0 0,1-1 0 0,2-3 0 16,3-1 0-16,0 1 0 0,0-3 0 0,1-2 0 16,2 0 0-16,-1 2 0 0,1-2 0 0,6-1 0 15,-9 0 0-15,9 0 0 0,-9-4 0 0,5 1 0 0,0 1 0 16,2-4 0-16,-1 2 0 0,3 0 0 0,0 4 0 15,3-7 0-15,3 5 0 0,-2-1-36 16,5 2-553-16,0 0-42 0,9 1-34 0,0 1-380 0,-5 1-1133 16,-1 1 501-16</inkml:trace>
  <inkml:trace contextRef="#ctx0" brushRef="#br0" timeOffset="263980.1734">10465 10534 256 0,'1'-3'434'16,"-1"0"-1"-16,0 3 3 0,3-8 9 0,-3 3 2 0,0 1-7 15,0 0-12-15,0 0-11 0,0 4-14 0,-1-9-25 16,1 7-10-16,0 2-19 0,-2-6-34 16,2 6-8-16,0-6-18 0,0 6-29 0,0 0-24 0,0 0-24 15,-2-2-26-15,2 2-20 0,0 0-22 0,0 0-15 16,0 0-13-16,0 0-12 0,-10 11-14 0,5-7 0 16,-2 4-14-16,-2-1-6 0,4 3-11 0,-4 0 1 15,3 1-12-15,-1-3-48 0,2 5 0 0,-5-3 0 16,5-1 0-16,-3 3 0 0,3-5 0 0,-3 1 0 15,3-2 0-15,2-1 0 0,0 2 0 0,-1-2 0 16,4-1 0-16,0-1 0 0,-3 3 0 0,3-4 0 16,3 4 0-16,1-4 0 0,1-1 0 0,5 3 0 15,-1-3 0-15,0-1 0 0,5 2 0 0,-1-1 0 16,5 1 0-16,-5 2 0 0,-3-2 0 0,10 2 0 16,-7-1 0-16,0 0 0 0,-2 1 0 0,1 0 0 15,-2 1 0-15,-1-1 0 0,1 0 0 0,-3-3 0 0,-1 4 0 16,-1 0 0-16,-1-2 0 0,1 5 0 15,-1-5 0-15,-3 2 0 0,0 0 0 0,-1 2 0 16,-1-1 0-16,-3 1 0 0,-1 3 0 0,-1-2 0 0,-4 2 0 16,-4-1 0-16,1 2 0 0,-1-3 0 0,-2 1 0 15,1-3 0-15,2-1 0 0,-2 1 0 0,4-2 0 16,0-2 0-16,3 1 0 0,0-3 0 0,0 1 0 16,0-1 0-16,3 2 0 0,5-2 0 0,-11 1 0 15,11-1 0-15,-8 3 0 0,8-3 0 0,0 0 0 16,-9-2 0-16,9 2 0 0,-4 2 0 0,4-2 0 15,0 0 0-15,0 0 0 0,0 0 0 0,0 0 0 16,0 0 0-16,-10-3 0 0,10 3 0 0,0 0 0 16,0 0 0-16,0 0 0 0,0 0 0 0,0 0-31 0,0 0-296 15,0 0-34-15,0 0-23 0,0 0-23 16,0 0-22-16,18 6-24 0,-18-6-24 0,1 4-21 16,-1-4-306-16,4 1-871 0,-4-1 385 0</inkml:trace>
  <inkml:trace contextRef="#ctx0" brushRef="#br0" timeOffset="266199.899">11389 10282 342 0,'1'-4'420'0,"3"-1"11"16,-4-1-3-16,3 0 3 0,-1 1 0 0,0 1 0 15,0-1-6-15,-1 1-6 0,-1 4-18 0,2-4-21 16,-1 0-16-16,-1 4-16 0,4-4-18 0,-4 4-24 16,0 0-20-16,2-3-21 0,-2 3-19 0,0 0-18 15,4-3-19-15,-4 3-15 0,0 0-7 0,0 0 6 0,0 0 9 16,0 15-7-16,-2-8-96 0,2 4-99 0,0 1 0 15,-2 5 0-15,2-1 0 0,-2 3 0 16,2-1 0-16,0 2 0 0,-3 4 0 0,2 4 0 0,0-2 0 16,-2-1 0-16,3 2 0 0,-2-2 0 0,0 2 0 15,2-4 0-15,-5 4 0 0,3-2 0 0,-1-7 0 16,0 1 0-16,1 1 0 0,-1-5 0 0,1 3 0 16,-1-7 0-16,3 1 0 0,-1 2 0 0,0-4 0 15,0-1 0-15,-1 0 0 0,2-3 0 0,0 0 0 16,-1-1 0-16,1-2 0 0,0 1 0 0,1 0 0 15,-1-4 0-15,-1 3 0 0,1-3 0 0,0 0 0 16,0 0 0-16,0 0 0 0,0 0 0 0,0 0 0 16,-4-18 0-16,2 8 0 0,0-3 0 0,-3 2-282 15,-1-8-377-15,2 2-59 0,0-1-371 0,0 0-1180 16,-1-1 522-16</inkml:trace>
  <inkml:trace contextRef="#ctx0" brushRef="#br0" timeOffset="266650.5495">11179 10347 66 0,'-3'-7'354'0,"0"3"11"0,-1-1 3 0,2-1 21 0,-2 0-3 16,0 2 2-16,2-1-1 0,-1 0-6 0,0 0-3 16,3 2-8-16,0 3-2 0,-2-5-1 0,1 1-21 15,1 4-28-15,0 0-4 0,-2-6-15 0,1 3-23 16,1 3-44-16,5-3-22 0,-1 1-18 0,1-1-24 15,6 2-14-15,0-1-13 0,4 2-12 0,3-1-7 16,5 3-3-16,0 2-5 0,5 1-7 0,5 0-4 16,-2 2-7-16,0 2-12 0,3 3-1 0,-2 1-66 15,0 2-17-15,-4-2 0 0,-1 1 0 0,-4 0 0 16,-1 5 0-16,-7-6 0 0,-5 4 0 0,3-3 0 16,-5 3 0-16,1-1 0 0,-5 0 0 0,-1 0 0 15,-4 4 0-15,1-2 0 0,-8 10 0 0,3-10 0 16,-10 5 0-16,-2 2 0 0,-3 0 0 0,-3-2 0 15,0-1 0-15,-1-2 0 0,-2-2 0 0,3-3 0 16,0 0 0-16,8-3 0 0,-2-2 0 0,2-2 0 16,2-2 0-16,2-2 0 0,0-1 0 0,2 1 0 15,2-1 0-15,-1-1 0 0,2 1 0 0,-2 0 0 0,3-2 0 16,0 1 0-16,5-2 0 0,-8 2 0 0,8-2 0 16,0 0 0-16,-5 1 0 0,5-1 0 15,0 0 0-15,0 0 0 0,0 0 0 0,9-12 0 0,-1 7 0 16,-2 3-164-16,5-1-473 0,1 0-75 0,2-2-401 15,-2 1-1206-15,-1 0 533 0</inkml:trace>
  <inkml:trace contextRef="#ctx0" brushRef="#br0" timeOffset="267184.0707">11808 10652 427 0,'5'-6'463'0,"-2"0"8"0,-2-3 10 16,0 3-9-16,3 0-17 0,-2 2-20 0,-1-1-25 15,0 1-22-15,0 1-22 0,1-2-21 0,-2 5-28 16,0 0-27-16,-2-4-25 0,2 4-39 0,2-3-26 16,-2 3-15-16,0 0-22 0,0 0-18 0,0 0-15 15,0 0-15-15,-7 12-11 0,3-9-5 0,2 3 3 16,-2 1-27-16,-1 0-7 0,1 0-5 0,2 1-7 15,-4 1-5-15,1-1-3 0,1-1-8 0,2 3-1 16,-1 0-5-16,0-2-15 0,0 1 10 0,2-1-3 0,0-3-4 16,-1 2-4-16,1-1 2 0,2-3 2 15,1-1-6-15,0 4 4 0,1 1 3 0,2-5-4 16,0-1-7-16,0 4 7 0,3-1-4 0,1 0 8 0,2 1-2 16,-1-1-4-16,-1-2-6 0,5 3 9 0,-5 0-1 15,3-1-4-15,-1 1 8 0,-2 2 10 0,1-3 4 16,-1 3 4-16,-2-2 2 0,-2 1-9 0,0-1-3 15,0 0-16-15,-1 2-15 0,-3-1 0 0,-1 0 0 16,0 2 0-16,-2-4 0 0,-2 2 0 0,-4 0 0 16,-1 0 0-16,0 3 0 0,-5-2 0 0,0-3 0 15,-4 4 0-15,-2-2 0 0,1-2 0 0,2-1 0 16,4-1 0-16,3 1 0 0,1-1 0 0,-1-1 0 16,3 1 0-16,2 0 0 0,-1-2 0 0,6 0 0 15,-9 0 0-15,9 0 0 0,-4-3 0 0,4 3 0 16,-5-4 0-16,5 4 0 0,0 0 0 0,3-7 0 15,0 4 0-15,3-1 0 0,-3 0 0 0,4 0 0 16,2-2-8-16,0 1-429 0,-3 2-60 0,2-4-65 16,1 3-53-16,-4 0-397 0,3-4-1097 0,-3 2 485 15</inkml:trace>
  <inkml:trace contextRef="#ctx0" brushRef="#br0" timeOffset="267800.0786">11431 10142 203 0,'0'0'315'0,"0"0"12"0,0 0-4 0,0 0 22 16,0 0-5-16,0 0 4 0,0 0-2 0,0 0-5 0,0 0-5 15,0 0-9-15,0 0-15 0,-10 1-5 0,10-1-12 16,0 0-8-16,-8 0-14 0,8 0-9 16,0 0-12-16,-10-1-12 0,10 1-10 0,-6 0-12 0,6 0 3 15,0 0-19-15,-8-2 3 0,8 2-6 0,0 0-9 16,0 0-7-16,0 0 1 0,0 0-2 0,0 0-7 16,0 0-4-16,0 0-17 0,0 0-150 0,0 0 0 15,0 0 0-15,0 0 0 0,28-4 0 0,-10 3 0 16,4-1 0-16,11-1 0 0,2 1 0 0,2-1 0 15,18 3 0-15,-16-1 0 0,16-2 0 0,-1-3 0 16,-14 5 0-16,-5-3 0 0,-2 4 0 0,-2-3 0 16,-9 1 0-16,-3 0 0 0,-5 2 0 0,0-1 0 15,-5 2 0-15,-1-2 0 0,-1 1 0 0,0-1 0 0,-7 1 0 16,9-1 0-16,-9 1 0 0,6 0 0 16,-6 0 0-16,0 0 0 0,9 0 0 0,-9 0 0 15,0 0 0-15,0 0 0 0,0 0 0 0,0 0 0 16,0 0 0-16,0 0 0 0,0 0 0 0,0 0 0 0,0 0 0 15,0 0 0-15,0 0 0 0,0 0-307 16,0 0-100-16,0 0-41 0,0 0-49 0,0 0-74 16,0 0-423-16,0 0-1077 0,0 0 478 0</inkml:trace>
  <inkml:trace contextRef="#ctx0" brushRef="#br0" timeOffset="270859.2394">13075 9934 166 0,'-9'-1'367'0,"9"1"3"0,0 0 10 0,-1-5 15 0,1 5-10 16,0 0-7-16,0 0-12 0,-2-3-12 0,2 3-14 15,0 0-19-15,0 0-27 0,7-3-26 16,-7 3-24-16,0 0-28 0,5-3-21 0,-5 3-23 0,7-4-17 16,-1 1-14-16,0 2-15 0,2 0-33 0,3-1-47 15,3 2-47-15,-2-2-65 0,4-1-58 0,2-1-57 16,-5 3-41-16,6 0-46 0,-5-2-39 0,0 2-39 16,-1-2-30-16,1 2-272 0,-1-2-700 0,-3 0 311 15</inkml:trace>
  <inkml:trace contextRef="#ctx0" brushRef="#br0" timeOffset="271003.7224">13452 9897 126 0,'10'2'282'0,"3"0"11"0,-4 0 9 15,1-1 15-15,3-2 16 0,-4 1 4 0,-2 0-8 0,1 0-15 16,0-2-23-16,-2 2-33 0,-6 0-27 16,12-2-16-16,-7 4-33 0,2-4-40 0,0 0-94 15,-1 2-100-15,-1-3-119 0,3-1-129 0,2 3-280 0,-1-2-628 16,-1-1 278-16</inkml:trace>
  <inkml:trace contextRef="#ctx0" brushRef="#br0" timeOffset="271187.3245">14128 9895 262 0,'13'-1'382'0,"1"-1"16"0,-3-1 27 0,1 0-1 15,2-1-24-15,2 2-33 0,-7 0-38 0,-2-1-31 16,-1 2-29-16,-1-2-31 0,-1 1-25 0,2 0-50 15,-6 2-74-15,11-4-79 0,-5 3-64 0,3-3-65 16,5 3-61-16,4-2-48 0,4 2-32 0,-2-2-33 16,3 0-230-16,-4 1-565 0,3-1 250 0</inkml:trace>
  <inkml:trace contextRef="#ctx0" brushRef="#br0" timeOffset="271336.1106">14794 9820 44 0,'0'0'305'0,"0"0"-7"0,7 1-11 0,-7-1-26 16,0 0-27-16,0 0-18 0,7 0-34 0,-7 0-48 15,0 0-53-15,0 0-61 0,0 0-82 0,0 0-97 16,0 0-149-16,2-6-331 0,-2 6 146 0</inkml:trace>
  <inkml:trace contextRef="#ctx0" brushRef="#br0" timeOffset="275058.0762">15875 9497 150 0,'0'0'209'0,"0"0"1"0,0 0 3 15,-6 0-3-15,6 0-2 0,0 0-6 0,-7 2-2 16,7-2-6-16,0 0-4 0,0 0-6 0,0 0-3 16,0 0-10-16,0 0-3 0,0 0-1 0,0 0-10 15,-9 1 8-15,9-1-13 0,0 0 2 0,0 0 4 0,0 0 2 16,0 0-2-16,0 0 4 0,0 0 1 0,0 0 2 15,0 0 7-15,0 0 5 0,0 0 4 0,0 0 2 16,0 0 2-16,0 3-11 0,0-3-14 0,0 0-17 16,0 0-12-16,22-6-16 0,-8 4-7 0,3-1 8 15,12-1-2-15,-5 1 0 0,3-1-3 0,1-3-4 16,0 5 0-16,-1-2 1 0,2 1 5 0,-9 1-3 16,0-3-12-16,-2 3 5 0,-5 1-6 0,-2-1-10 15,1 2-10-15,-2-3-3 0,-5 3-6 0,4-1-5 16,-9 1-4-16,10-1-10 0,-10 1 4 0,8-1-6 15,-8 1 6-15,5 0-1 0,-5 0-21 0,0 0-31 16,10 0 0-16,-10 0 0 0,0 0 0 0,0 0 0 16,4-2 0-16,-4 2 0 0,0 0 0 0,0 0 0 15,5-2 0-15,-5 2 0 0,0 0 0 0,0 0 0 16,0 0 0-16,0 0 0 0,0 0 0 0,0 0 0 16,0 0 0-16,0 0 0 0,0 0 0 0,0 0 0 15,0 0 0-15,0 0 0 0,0 0 0 0,0 0 0 0,0 0 0 16,0 0 0-16,0 0 0 0,0 0 0 15,0 0 0-15,0 0 0 0,0 0 0 0,0 0 0 16,0 0 0-16,0 0 0 0,0 0 0 0,0 0 0 0,-10 11 0 16,4-4 0-16,2 0 0 0,-4 4 0 0,0 0 0 15,2 5 0-15,-5 2 0 0,4-2 0 0,-4 7 0 16,-1-1 0-16,3-3 0 0,-2 2 0 0,-2 4 0 16,4-8 0-16,-4 5 0 0,6-4 0 0,-4 0 0 15,2 0 0-15,-1-1 0 0,-4 6 0 0,4-9 0 16,4 2 0-16,-1-4 0 0,2-1 0 0,-3 2 0 15,2-2 0-15,5-6 0 0,-3 5 0 0,0-5 0 16,0 1 0-16,4-2 0 0,-1 1 0 0,-3-1 0 16,4 1 0-16,-3-1 0 0,3-4 0 0,-1 3 0 15,1-3 0-15,-2 6 0 0,2-6 0 0,-2 2 0 16,2-2 0-16,0 0 0 0,0 0 0 0,0 0 0 16,0 4 0-16,0-4 0 0,0 0 0 0,0 0 0 15,0 0 0-15,0 0 0 0,0 0 0 0,0 0 0 0,0 0 0 16,0 0 0-16,0 0 0 0,0-15 0 0,-1 13 0 15,2-1 0-15,-1-3 0 0,4-1 0 16,-4 4-74-16,1-2-535 0,6 1-63 0,-2 0-468 0,0 1-1234 16,5-3 546-16</inkml:trace>
  <inkml:trace contextRef="#ctx0" brushRef="#br0" timeOffset="276693.3266">16446 9945 364 0,'4'2'381'0,"-4"-2"13"0,4 3 0 16,-3-1 0-16,-1-2-20 0,4 3-21 0,-4-3-28 16,0 0-27-16,1 3-21 0,-1-3-8 0,4 5 3 15,-4-3-4-15,0-2-8 0,-5 6-4 0,4-2-8 16,-2-1-5-16,2 1-6 0,-3 0-2 0,1 0-5 0,2 1-6 15,-3 0-21-15,-1 0-4 0,1 1-13 0,-2-2 0 16,2 2-8-16,0-1-8 0,0 1-16 0,-1 2 5 16,0-2-5-16,-2 3-11 0,0-6 0 0,0 5-123 15,0-1-20-15,-2-1 0 0,-1 1 0 0,2-1 0 16,1-2 0-16,-5 3 0 0,2 0 0 0,1-3 0 16,-2 1 0-16,-2 1 0 0,0-2 0 15,3 0 0-15,-2-1 0 0,-2 0 0 0,4 0 0 0,-3 1 0 16,-1-3 0-16,1 0 0 0,1 0 0 0,-1 1 0 15,-1 0 0-15,2-2 0 0,-6 0 0 0,0 0 0 16,4 1 0-16,2-1 0 0,0 0 0 0,-2-1 0 16,4 1 0-16,-3 0 0 0,0 0 0 0,2-2 0 15,-1 1 0-15,1 0 0 0,-2 0 0 0,3 0 0 16,-1 0 0-16,0-1 0 0,1 2 0 0,-1-4 0 16,0 3 0-16,2-1 0 0,-1-2 0 0,-2 2 0 15,2-1 0-15,1-1 0 0,-2 0 0 0,-1 2 0 16,3-2 0-16,-2 0 0 0,0-1 0 0,1 0 0 15,0 1 0-15,1 0 0 0,-3-3 0 0,2 0 0 16,1 2 0-16,0-2 0 0,-1 2 0 0,0 0 0 16,0-2 0-16,0 0 0 0,-1 0 0 0,4 0 0 0,-2 0 0 15,-1-1 0-15,1 3 0 0,0-3 0 0,-3 2 0 16,3-1 0-16,0-2 0 0,4-1 0 0,-8 0 0 16,7 3 0-16,-2-4 0 0,-2 4 0 0,5-3 0 15,-3 2 0-15,3 0 0 0,-5 0 0 0,4-1 0 16,0 1 0-16,1-1 0 0,0 0 0 0,-1 1 0 15,-2-2 0-15,3 2 0 0,0-2 0 0,-2 0 0 16,5 2 0-16,-4-3 0 0,2-1 0 0,0 3 0 16,0-2 0-16,2-2 0 0,-1 1 0 0,2 0 0 15,-3 0 0-15,2 0 0 0,1 0 0 0,1 0 0 16,-1-5 0-16,0 2 0 0,2 2 0 0,-2 0 0 16,3 2 0-16,-2-1 0 0,1-2 0 0,2 2 0 15,-2 1 0-15,1-1 0 0,0 3 0 0,1-2 0 0,-2 0 0 16,2 1 0-16,-1 0 0 0,1-1 0 15,1 3 0-15,1-2 0 0,0-1 0 0,-1 1 0 0,2-1 0 16,0 2 0-16,3-3 0 0,0 1 0 0,-2 2 0 16,2-5 0-16,3 3 0 0,0-2 0 0,-1 2 0 15,-2 1 0-15,0 2 0 0,5-3 0 0,-5 4 0 16,2-4 0-16,-1 5 0 0,0-5 0 0,-1 4 0 16,0-2 0-16,2 1 0 0,-2 1 0 0,2-1 0 15,-1 1 0-15,0 1 0 0,-1 0 0 0,2-2 0 16,1 1 0-16,-4 2 0 0,3-2 0 0,-2 0 0 15,4 2 0-15,-3-3 0 0,-1 2 0 0,-1 2 0 0,2-1 0 16,0 0 0-16,-1-2 0 0,2 6 0 16,0-4 0-16,0 1 0 0,2-1 0 0,-1 2 0 15,0 2 0-15,0-2 0 0,-1 0 0 0,2-1 0 16,-3 1 0-16,6 2 0 0,-4-1 0 0,0 1 0 16,-2 0 0-16,3-1 0 0,-3 2 0 0,3 0 0 0,-1-1 0 15,-1 1 0-15,-6 0 0 0,8 0 0 0,-4 0 0 16,2 1 0-16,-3-1 0 0,0 0 0 0,2 3 0 15,-2-4 0-15,-3 2 0 0,2 0 0 0,3 0 0 16,0 0 0-16,-3 0 0 0,3 2 0 0,-2-1 0 16,4 1 0-16,-6-2 0 0,4 0 0 0,0 2 0 15,-2-1 0-15,6 3 0 0,-9-3 0 0,4 2 0 16,4 1 0-16,-4-3 0 0,-1 3 0 0,1 0 0 16,1-1 0-16,-5-1 0 0,4 2 0 0,1-1 0 15,-1 2 0-15,-1-3 0 0,1 1 0 0,1 1 0 16,-4-1 0-16,3-1 0 0,1 1 0 0,-1 1 0 15,0-2 0-15,-1 4 0 0,2-3 0 0,-2-1 0 16,-2 0 0-16,2 2 0 0,-2-1 0 0,2 1 0 0,0-1 0 16,-3 0 0-16,0 1 0 0,1 0 0 0,1-1 0 15,-1 1 0-15,-1 1 0 0,0-1 0 16,2 2 0-16,-2-2 0 0,0-1 0 0,0 1 0 0,0 2 0 16,3-3 0-16,-5 2 0 0,4 2 0 0,-3-1 0 15,1 0 0-15,-1-2 0 0,1 3 0 0,0-2 0 16,-1 2 0-16,0-1 0 0,-1-1 0 0,1 0 0 15,0 0 0-15,-2 0 0 0,1-1 0 0,2 2 0 16,-5-2 0-16,4 4 0 0,-3-4 0 0,2-1 0 16,0 5 0-16,-1-3 0 0,-2 0 0 0,4 1 0 15,-4-3 0-15,1 6 0 0,3-3 0 0,-4-1 0 16,1 2 0-16,2-1 0 0,-2 0 0 0,-1-2 0 16,5 2 0-16,-5 0 0 0,0-1 0 0,2 1 0 15,-2 0 0-15,2-1 0 0,-2 1 0 0,0 0 0 16,1 2 0-16,-1-5 0 0,3 5 0 0,-2-4 0 15,-1 2 0-15,0-1 0 0,0 0 0 0,0 0 0 16,0 0 0-16,0-1 0 0,0-1 0 0,0 3 0 0,0-1 0 16,3-2 0-16,-6 1 0 0,3 0 0 0,0 0 0 15,0 1 0-15,0-1 0 0,-1-1 0 16,2 1 0-16,-1-1 0 0,0 1 0 0,0-1 0 0,-4 1 0 16,4 0 0-16,-1-1 0 0,1 2 0 0,0-2 0 15,-2 1 0-15,2 0 0 0,-2 0 0 0,1 1 0 16,-3-1 0-16,3-1 0 0,1 1 0 0,-3 0 0 15,2-1 0-15,1 2 0 0,0-2 0 0,-4 0 0 16,3 3 0-16,1-1 0 0,-3-1 0 0,2 1 0 16,-1-1 0-16,-2 0 0 0,1-1 0 0,1 3 0 15,0-3 0-15,-3 2 0 0,2 0 0 0,1 0 0 16,-2 0 0-16,0 3 0 0,1-2 0 0,-4 1 0 16,1-1 0-16,2 3 0 0,-4-3 0 0,3 4 0 0,-3 1 0 15,0-2 0-15,1 1 0 0,-4 2 0 16,-2-3 0-16,1 1 0 0,2-4 0 0,-1 5 0 15,-2-1 0-15,-2-1 0 0,2-2 0 0,-5 1 0 0,9-4 0 16,-6 2 0-16,3-2 0 0,-1 1 0 0,2 0-213 16,-1-3-1117-16,3 0-1440 0,-1 1 636 0</inkml:trace>
  <inkml:trace contextRef="#ctx0" brushRef="#br0" timeOffset="285804.9626">19533 9600 55 0,'1'-5'308'0,"-1"2"1"15,1-1 9-15,-1 4 1 0,0-5 9 0,0 0 13 16,0 5-13-16,0-6 2 0,0 6 1 0,0-5 3 15,3 2-4-15,-3 3-1 0,0 0-9 0,0 0 0 16,0 0-13-16,-3-6 7 0,3 6-35 0,0 0-5 16,0 0-23-16,0 0-23 0,0 0-9 0,0 0-21 15,0 0-32-15,0 0-3 0,0 0-20 0,0 0-15 16,0 0-11-16,0 0-10 0,8 10 5 0,-8-10 12 16,-4 11-6-16,4-1-6 0,0 1 0 0,0 0 1 15,-4 6-107-15,4-5-6 0,0 4 0 0,0 2 0 16,0-2 0-16,0 2 0 0,-1 0 0 0,0 0 0 15,2 0 0-15,-1 3 0 0,1-2 0 0,-5-1 0 16,3 8 0-16,-3-9 0 0,0-5 0 0,4 6 0 0,-1-1 0 16,-3 1 0-16,4-1 0 0,0 0 0 15,-1-6 0-15,-2 2 0 0,3-3 0 0,0 0 0 16,0-1 0-16,0-1 0 0,0-1 0 0,0-1 0 16,0-2 0-16,0 2 0 0,3-3 0 0,-3 3 0 0,0-4 0 15,0-2 0-15,0 5 0 0,0-5 0 0,0 4 0 16,0-4 0-16,0 0 0 0,-3 5 0 15,3-5 0-15,0 0 0 0,0 0 0 0,0 0 0 0,0-15 0 16,0 7 0-16,3-1-424 0,-3-2-130 0,1-5-81 16,-1 0-462-16,-1-2-1187 0,-2 3 525 0</inkml:trace>
  <inkml:trace contextRef="#ctx0" brushRef="#br0" timeOffset="286285.7859">19341 9601 125 0,'-3'-7'356'0,"-2"2"10"16,4 1 10-16,-1-5 13 0,0 3-6 0,-3 0-7 16,4 2-15-16,-2-1-17 0,2-1-11 0,2 1-11 15,-2 1-11-15,1 0-9 0,0 4-14 0,0-8-27 16,0 5-21-16,0 3-26 0,5-6-28 0,1 4-15 0,1-2-16 15,3 2-21-15,5 1-12 0,3 1-12 0,4 3-9 16,5-1-12-16,3 2 0 0,2-1-5 16,0 7-5-16,2 0 0 0,3 2-3 0,11 6-1 0,-16-4-18 15,1 3 14-15,-1-3 1 0,-1 3-1 0,-4 0 1 16,-4 1-4-16,-4 1-2 0,-6-3 2 0,0-1-1 16,-1 6-1-16,-2-3-5 0,-6 2 6 15,0-2-5-15,-6 10 14 0,-4-5 0 0,-2 2-1 0,-5 2-11 16,-4 0 3-16,1 0-7 0,-7-2-52 0,-4 1-8 15,0-1 0-15,-4 1 0 0,-7 0 0 0,11-6 0 16,0-4 0-16,5-2 0 0,3-3 0 0,5-3 0 16,-1-1 0-16,-1 2 0 0,5-4 0 0,2-1 0 15,5-1 0-15,-1-1 0 0,1-1 0 0,4-1 0 16,-7 3 0-16,7-3 0 0,-8 1 0 0,8-1 0 16,0 0 0-16,-8 0 0 0,8 0 0 0,0 0 0 15,0 0 0-15,0 0 0 0,0-6 0 0,0 6 0 16,3-6 0-16,-2 2-205 0,3 1-263 0,1 0-74 0,-1-2-64 15,6 3-456-15,-1-3-1150 0,0 1 509 16</inkml:trace>
  <inkml:trace contextRef="#ctx0" brushRef="#br0" timeOffset="286838.6046">20002 9995 95 0,'6'-6'506'0,"-2"-3"-6"0,0 4 5 15,-2-1-9-15,2 1-11 0,0-1-22 0,0 4-17 16,-2-1-40-16,1 0-36 0,-1-2-43 0,-2 5-35 16,0 0-22-16,2-5-34 0,-2 5-28 0,0 0-27 15,1-1-20-15,-1 1-18 0,0 0-22 0,-5 11-1 16,1-4-12-16,1 0-13 0,-2 0 2 0,1 3-20 15,-1-2-10-15,-2 2-6 0,2-2-4 0,0-1-5 16,-2 2-4-16,6-3-8 0,-3-2 11 0,0 3-20 16,3-3-1-16,-2 1-7 0,3-5 0 0,-2 6-2 15,0-4 0-15,2-2-7 0,0 5 3 0,0-1 0 16,2-1 1-16,0 1 1 0,2-3 3 0,0 3-5 16,1 0-3-16,2 0 2 0,0 0 3 0,3 0-6 0,-1 2 7 15,3 0-10-15,-2-2 3 0,-1 1 7 16,2 1 3-16,-6-1-1 0,6 1 2 0,-1 0 1 15,-4-1-2-15,3 0 8 0,-4 0-12 0,1-1 0 16,-3 1-3-16,0 0 6 0,-2 0-3 0,3 1 16 0,-4 1-25 16,0-2 8-16,-5 1 7 0,-1 3 18 0,-1-3 3 15,-2 1-5-15,-3 0 12 0,-3 1 4 16,-4 1 4-16,0-4 10 0,-1 3-65 0,1-3-6 0,-1-3 0 16,1 1 0-16,6 0 0 0,2-1 0 0,-1-2 0 15,3 1 0-15,3-1 0 0,-2 0 0 0,8 0 0 16,-10-1 0-16,4 1 0 0,6 0 0 0,-7-2 0 15,7 2 0-15,-5-3 0 0,5-1 0 0,0 4 0 16,0-4 0-16,0 4 0 0,5-5 0 0,2-1 0 16,-1 4 0-16,-1 0 0 0,2-1 0 0,4-3-236 15,-1 4-268-15,-1-1-54 0,-1-2-59 0,1 0-429 16,0-1-1134-16,0 0 502 0</inkml:trace>
  <inkml:trace contextRef="#ctx0" brushRef="#br0" timeOffset="287438.9739">19409 9363 196 0,'0'0'369'0,"0"0"1"0,-8-6-6 16,8 6-3-16,-5-4-12 0,5 4-7 0,-3-2-12 15,3 2-9-15,0 0-9 0,0 0-11 0,-4-3-11 16,4 3-7-16,0 0-14 0,0 0-2 0,0 0 0 16,0 0-14-16,0 0-4 0,0 0-3 0,0 0-5 15,0-5-13-15,0 5-12 0,0 0-12 0,0 0-2 16,0 0-4-16,0 0-6 0,0 0-1 0,0 0 6 16,0 0-3-16,0 0 0 0,0 0-17 0,0 0-159 15,14-1-18-15,2-1 0 0,4 0 0 0,11-1 0 16,6 2 0-16,18-1 0 0,1-4 0 0,4 2 0 15,4 0 0-15,1 1 0 0,3 1 0 0,-4-3 0 16,1 2 0-16,-4 1 0 0,-7 0 0 0,-17 0 0 16,0 0 0-16,-6-1 0 0,-11 1 0 0,0 2 0 15,-8 2 0-15,-4-2 0 0,-2 0 0 0,2 0 0 0,-3 0 0 16,-5 0 0-16,12 0 0 0,-9-2 0 0,-3 2 0 16,0 0 0-16,8 3 0 0,-8-3 0 0,4 3 0 15,-4-3 0-15,0 0 0 0,0 0 0 16,0 0 0-16,-8 7 0 0,8-7 0 0,-2 3 0 0,2-3 0 15,0 0 0-15,-3 3 0 0,-1 0 0 0,4-3-216 16,0 0-117-16,-7 2-30 0,7-2-25 0,0 0-27 16,-3 2-32-16,3-2-33 0,0 0-25 0,-5 3-336 15,5-3-911-15,0 0 403 0</inkml:trace>
  <inkml:trace contextRef="#ctx0" brushRef="#br0" timeOffset="288271.0242">20926 9935 208 0,'-3'2'335'0,"3"-2"2"0,0 0-1 16,0 0 15-16,0 0 10 0,0 0 11 0,0 0 5 15,0 0 3-15,0 0 2 0,0 0-4 16,0 0-6-16,0 0 0 0,0 0-13 0,0 0 12 0,0 0-13 15,0 0-29-15,0 0-14 0,0 0-28 0,0 0-27 16,19-3-18-16,-9 2-23 0,4-3-11 0,-1 3-21 16,5-2-11-16,-1 0-18 0,3 3-15 0,-2-1-125 15,1-1-18-15,-5-2 0 0,-1 2 0 0,-3 1 0 16,-2 2 0-16,0-2 0 0,-2 0 0 0,0 0 0 16,2 1 0-16,-8 0 0 0,8 1 0 0,-8-1 0 15,0 0 0-15,6-1 0 0,-6 1-158 0,0 0-206 16,0 0-44-16,-1 7-42 0,1-7-58 0,-5 5-49 15,0-2-401-15,-2 0-1037 0,1 2 458 0</inkml:trace>
  <inkml:trace contextRef="#ctx0" brushRef="#br0" timeOffset="288656.3839">20965 10101 64 0,'-3'2'341'0,"3"-2"5"0,0 0 10 15,0 0 25-15,0 0 6 0,-3 3-11 0,3-3-9 16,0 0-12-16,0 0-4 0,-3 4-6 0,3-4-4 16,0 0-6-16,0 0-6 0,0 0-10 0,0 0 0 15,0 0-6-15,0 0-9 0,0 0-8 0,0 0 9 16,0 0 0-16,0 0-3 0,0 0-13 0,0 0-5 16,0 0-9-16,9 1-69 0,-9-1-206 0,13-1 0 15,-4 1 0-15,2 0 0 0,2-2 0 0,5 2 0 16,0-1 0-16,1-1 0 0,0 2 0 0,1-2 0 15,-1 0 0-15,-7 1 0 0,10 1 0 0,-3-1 0 0,-6 1 0 16,-6 0 0-16,1 0 0 0,1 0 0 16,-4-3 0-16,2 3 0 0,-7 0 0 0,10 0 0 15,-10 0 0-15,5 0 0 0,-5 0 0 0,0 0 0 16,8 0 0-16,-8 0 0 0,0 0 0 0,0 0 0 0,0 0 0 16,0 0 0-16,0 0 0 0,0 0 0 15,0 0 0-15,0 0 0 0,0 0 0 0,0 0 0 16,0 0 0-16,0 0-26 0,0 0-393 0,0 0-44 0,0 0-37 15,0 0-46-15,0 0-43 0,-27 0-353 0,23-2-1020 16,0 0 452-16</inkml:trace>
  <inkml:trace contextRef="#ctx0" brushRef="#br0" timeOffset="290490.9802">22169 9707 260 0,'0'0'343'0,"-1"-4"9"0,-1 0 5 16,2 4 8-16,-2-6-10 0,1 2-1 0,-1 1-4 16,1-1 8-16,-4 0 4 0,5 4 0 0,-1-4-4 15,0 0 1-15,1 4-20 0,1-8-2 0,-2 6-1 0,1 2-17 16,0 0-14-16,-2-4-17 0,2 4-18 0,-1-5-25 16,1 5-25-16,0 0-18 0,0 0-21 15,0 0-22-15,0 0-19 0,0 0-19 0,0 0-20 16,0 0-8-16,0 0-93 0,0 0 0 0,5 14 0 15,1-5 0-15,1 2 0 0,-2 0 0 0,1 0 0 16,1 6 0-16,1 1 0 0,-1 0 0 0,-1 0 0 16,3 7 0-16,0 0 0 0,-2 0 0 0,-2 2 0 0,1 1 0 15,-2-3 0-15,2 0 0 0,-2-7 0 0,-1 7 0 16,-1-5 0-16,0-2 0 0,0 0 0 0,-2-1 0 16,1 1 0-16,-1-5 0 0,2-1 0 0,-2 0 0 15,2-2 0-15,0-2 0 0,0-1 0 0,2 0 0 16,-4-1 0-16,1-2 0 0,4-1 0 0,-3-1 0 15,1 1 0-15,1-1 0 0,1-1 0 0,-5-1 0 16,12-2 0-16,-6 0 0 0,-1-2 0 0,3-3 0 16,0 0 0-16,3-2 0 0,-4-2 0 0,4-3 0 15,-1-2 0-15,1-2 0 0,3-9 0 0,1-1 0 16,-1-2 0-16,1-2 0 0,1 0 0 0,-4-1 0 16,1 1 0-16,1 1 0 0,-3 3 0 0,-1-2 0 15,1 1 0-15,-2 4 0 0,0-3 0 0,0 3 0 16,-4 7 0-16,-2 0 0 0,1 1 0 0,-3 4 0 15,0 1 0-15,3 0 0 0,-4 3 0 0,0-2 0 16,0 3 0-16,-1 1 0 0,1 1 0 0,-3 1 0 16,-1 2 0-16,-2-1 0 0,-3 2 0 0,1 1 0 0,8 1 0 15,-15 3 0-15,1 1 0 0,1 2 0 0,-1 5 0 16,1-1 0-16,-3 2 0 0,2-1 0 16,1 3 0-16,0 0 0 0,4-1 0 0,-2 0 0 0,7-2 0 15,-1 0 0-15,0 1 0 0,2-3 0 0,2 2 0 16,-1-1 0-16,1 0 0 0,4-3 0 0,2 0 0 15,1 1 0-15,6 0 0 0,-1 1 0 0,3-3 0 16,4 0 0-16,1-2 0 0,-1 1 0 0,1-2 0 16,2 0 0-16,-3-1 0 0,-2-1 0 0,-3-1 0 15,6 0 0-15,-7 0 0 0,-2 0 0 0,1 0 0 16,-4-1 0-16,1-1-213 0,-3 2-293 0,-5 0-74 16,9 0-80-16,-9 0-379 0,5-1-1125 0,-5 1 497 15</inkml:trace>
  <inkml:trace contextRef="#ctx0" brushRef="#br0" timeOffset="290907.1044">22673 10012 5 0,'0'0'437'0,"0"0"19"16,0 0 6-16,5-9-4 0,-5 9-13 0,1-6-15 15,-1 6-18-15,6-7-25 0,-6 4-29 0,2-1-21 16,-1 1-26-16,3-1-28 0,-2-1-30 0,3-1-22 16,-1 3-31-16,1-1-17 0,2-1-19 0,-1 3-14 15,1 0-20-15,0 2-17 0,3-2-7 0,-1 5-13 16,0-1-4-16,3 2-7 0,-6-2-7 0,-1 5-13 16,3-1-5-16,-3-1-7 0,0 1-6 0,-1 0-1 15,-3 3 2-15,3 0-2 0,-4-1-13 0,-1 2 2 16,-1-1-3-16,-1 0-5 0,-4-1 3 0,0 0 0 15,-1-1-6-15,-2 1 3 0,-3-3-3 0,0 2-3 16,-2 0 1-16,2-3-1 0,0-1 1 0,3 0-1 0,-1-2 12 16,-1 2 27-16,4-3 8 0,3-1 19 15,-2-2 0-15,0-3-5 0,2 2 4 0,0-3-11 16,4 0-7-16,-1-2-7 0,2-3-13 0,3 1-1 0,0-4-4 16,2 5-21-16,4-6-39 0,-2 0-43 0,4 3-49 15,1-1-48-15,1 2-63 0,6-1-77 16,-6 2-81-16,6 2-62 0,-2 0-57 0,1 0-49 15,-7 4-351-15,7-3-974 0,-1 3 432 0</inkml:trace>
  <inkml:trace contextRef="#ctx0" brushRef="#br0" timeOffset="291226.4237">22955 9740 279 0,'5'-10'477'0,"-5"2"35"16,1-3 18-16,-1 1 30 0,-1 1 20 0,2-2 7 15,-1 0 1-15,0 3-12 0,0 2-15 0,0 0-28 16,0 0-35-16,0 2-33 0,0-1-54 0,0 5-29 16,0-4-43-16,0 4-32 0,0 0-301 0,4-3-6 15,-4 3 0-15,0 0 0 0,1 15 0 0,-1-3 0 16,3 1 0-16,-2 2 0 0,-1 5 0 0,-1 6 0 16,-2-5 0-16,7 5 0 0,-4 3 0 0,-1-5 0 15,1 3 0-15,-4 3 0 0,0-3 0 0,-2 0 0 16,2 1 0-16,-4-3 0 0,5-5 0 0,-3-1 0 15,1-1 0-15,-3 1 0 0,4-3 0 0,-1-1 0 16,3-4 0-16,-2 1 0 0,3-2 0 0,0-1 0 16,0-3 0-16,-1 0 0 0,4-2 0 0,-4-1 0 0,2-3 0 15,0 5 0-15,0-5 0 0,0 0 0 0,0 0 0 16,18-8-426-16,-8 3-161 0,3-2-53 16,1-2-450-16,4-3-1180 0,1-5 521 0</inkml:trace>
  <inkml:trace contextRef="#ctx0" brushRef="#br0" timeOffset="292408.5381">23186 9978 140 0,'0'0'485'0,"3"-3"9"0,-3 3 9 0,0 0 10 0,1-4-8 15,-1 4-12-15,0 0-16 0,0-3-25 0,0 3-17 16,3-4-44-16,-3 4-34 0,1-6-28 0,-1 6-35 15,0 0-29-15,0 0-32 0,0 0-22 0,0 0-27 16,0 0-29-16,0 0-12 0,0 0-11 0,1 15-22 16,-1-12 0-16,0 2-4 0,3 1-14 0,-2 0-20 15,-1 0-2-15,3 1-8 0,-2 1-3 0,-1 0-3 0,4-1-15 16,-3-1-2-16,-1 2 0 0,1-2 0 16,-1 1-11-16,0-3 1 0,-1 2-3 0,2 1-4 15,-1-4-22-15,0 2 0 0,3-1 0 0,-2-2 0 0,-1-2 0 16,0 5 0-16,0-5 0 0,3 2 0 0,-3-2 0 15,0 0 0-15,0 0 0 0,0 0 0 16,0 0 0-16,15-8 0 0,-7 3 0 0,-3 0 0 16,4-2 0-16,-1-1 0 0,2 2 0 0,-3-2 0 0,1 0 0 15,0 1 0-15,2-1 0 0,-4 1 0 0,1 0 0 16,-2 3 0-16,1-3 0 0,-1 3 0 0,-1 1 0 16,-1-2 0-16,1 3 0 0,-2-1 0 0,1 1 0 15,-3 2 0-15,0 0 0 0,4-2 0 0,-1 0 0 16,-3 2 0-16,0 0 0 0,0 0 0 0,0 0 0 15,0 0 0-15,0 0 0 0,7 6 0 0,-7-2 0 16,2-1 0-16,-1 1 0 0,-2 0 0 0,2 0 0 16,2 1 0-16,-2 0 0 0,-1-1 0 0,0 2 0 15,0-2 0-15,2 0 0 0,0 0 0 0,-2 0 0 16,0 1 0-16,0-1 0 0,1-1 0 0,-1 3 0 16,0-6 0-16,4 1 0 0,-4-1 0 0,3 4 0 15,-3-4 0-15,3 1 0 0,-3-1 0 0,0 0 0 0,0 0 0 16,16-3 0-16,-11 2 0 0,0-1 0 15,2-3 0-15,0 1 0 0,2-2 0 0,2 1 0 16,-3-1 0-16,1-1 0 0,2 0 0 0,-5 2 0 16,0 1 0-16,1-1 0 0,-2 3 0 0,1-2 0 0,-2 1 0 15,0 0 0-15,1 2 0 0,-1-2 0 0,-4 3 0 16,5-4 0-16,-2 3 0 0,-3 1 0 16,0 0 0-16,0 0 0 0,0 0 0 0,7 5 0 0,-4-3 0 15,-1 0 0-15,0 2 0 0,1 0 0 0,-3 2 0 16,2-2 0-16,-1 1 0 0,0 5 0 0,0-4 0 15,3-1 0-15,-4 1 0 0,0-1 0 0,0 1 0 16,2 0 0-16,-2 0 0 0,2 0 0 0,-2-1 0 16,0 0 0-16,1-2 0 0,-1-3 0 0,0 5 0 15,2-1 0-15,-2-4 0 0,1 2-9 0,-1-2-4 16,0 0-8-16,0 0 13 0,5 2 3 0,-5-2 5 16,0 0-4-16,10-7 4 0,-5 4 0 0,3-3-5 15,-3 2-4-15,3-2 9 0,2-1 4 0,-5 3 8 16,4-4 6-16,-1 1 10 0,-2 1-16 0,3-1-12 0,0 1 0 15,-5 2 0-15,5 0 0 0,-5 2 0 0,1-1 0 16,-1 0 0-16,0 2 0 0,-4 1 0 16,2-5 0-16,1 3 0 0,-3 2 0 0,5-4 0 0,-5 4 0 15,4-1 0-15,-4 1 0 0,3-4 0 0,-3 4 0 16,0 0 0-16,0 0 0 0,0 0 0 0,0 0 0 16,8 7 0-16,-7-4 0 0,1 2 0 0,0-2 0 15,-2 2 0-15,2 1 0 0,-1-1 0 0,0 1 0 16,3 0 0-16,-4-2 0 0,1 3 0 0,2 1 0 15,-3-5 0-15,1 2 0 0,-1 3 0 0,0-4 0 16,1 0 0-16,-1 2 0 0,0-2 0 0,0-4 0 16,3 5 0-16,-3-5 0 0,0 0 0 0,-3 6 0 15,3-6 0-15,3 2 0 0,-3-2 0 0,0 0 0 16,0 0 0-16,9-10 0 0,-1 3 0 0,-3 3 0 16,2-1 0-16,2 0 0 0,-2-4 0 0,-1 3 0 15,0 0 0-15,3 0 0 0,-1-1 0 0,-3 0 0 16,4 0 0-16,-6 1 0 0,3 2 0 0,-2-1 0 0,-3 2 0 15,3-1 0-15,0 0 0 0,0 2 0 0,-1 0 0 16,0-1 0-16,-3 3 0 0,4-3 0 16,-4 3 0-16,0 0 0 0,2-2 0 0,-2 2 0 0,0 0 0 15,0 0 0-15,0 0 0 0,8 5 0 0,-5-1 0 16,1 1 0-16,-2 0 0 0,-2-2 0 0,5 3 0 16,-4-1 0-16,2 1 0 0,-2-1 0 0,3-1 0 15,-3 2 0-15,2-2 0 0,-2 0 0 0,-1-1-52 16,0-3-222-16,3 6-55 0,-3-6-55 0,2 2-39 15,-2-2-46-15,4 2-64 0,-4-2-422 0,0 0-1034 16,13-4 457-16</inkml:trace>
  <inkml:trace contextRef="#ctx0" brushRef="#br0" timeOffset="292909.2949">24045 9976 188 0,'4'-2'355'0,"-4"2"9"0,0 0 24 15,1-4 3-15,-1 4-2 0,0 0-6 0,0 0-14 16,0 0-16-16,0 0-15 0,0 0-16 0,0 0-13 16,0 0-18-16,0 0-18 0,0 0-22 0,0 0-15 15,0 0-23-15,0 0-23 0,0 0-14 0,0 0-12 16,0 0-20-16,0 0-6 0,0 0-8 0,9 6-8 0,-6-4-21 16,-3-2 8-16,0 0-8 0,7 2 3 15,1 0-8-15,0-1 1 0,1 1 15 0,2-2-18 16,1 1 14-16,-1-2-14 0,3 1 5 0,-2-2 4 0,2 0-9 15,-1-1 0-15,-1-1-6 0,-1-1-9 0,-2-1 8 16,3-1-33-16,-5 1-54 0,0-1 0 0,-3 3 0 16,0-1 0-16,1-1 0 0,-5 1 0 0,0 0 0 15,0-1 0-15,-5 2 0 0,0 0 0 0,-3-3 0 16,1 3 0-16,-5 1 0 0,1 2 0 0,0 2 0 16,-1 1 0-16,-1 3 0 0,-1-1 0 0,1-1 0 15,0 4 0-15,-1 4 0 0,1 0 0 0,2 3 0 16,3 1 0-16,-1-4 0 0,5 3 0 0,-2-4 0 15,5 1 0-15,-2 2 0 0,3-4 0 0,4 1 0 16,0 1 0-16,-2-1 0 0,5 2 0 0,-1-4 0 16,3 1 0-16,9 2 0 0,-3-2 0 0,3-1 0 15,1-5 0-15,2 1 0 0,1-3 0 0,1 1 0 16,-3-2 0-16,8-4 0 0,-9 3 0 0,3-4 0 0,-5-1 0 16,2 4 0-16,-6-1 0 0,-3-1 0 15,1 2 0-15,2-3 0 0,-6 2 0 0,0 2 0 16,-2-4 0-16,-2 3-130 0,1-2-233 0,-6 1-73 15,2 3-55-15,-10-4-70 0,1 3-474 0,0 1-1122 0,-4 0 496 16</inkml:trace>
  <inkml:trace contextRef="#ctx0" brushRef="#br0" timeOffset="293960.1297">25289 9790 25 0,'-3'-3'431'0,"1"0"30"0,0-3 18 15,0 0 21-15,0 2 15 0,0-2 1 0,-1 2 3 16,3-1-9-16,0-1-11 0,0 2-14 0,0 4-18 16,-1-7-22-16,1 7-35 0,0-5-30 0,0 5-37 15,0-3-33-15,0 3-34 0,0 0-34 0,0 0-28 16,0 0-50-16,0 0-164 0,0 0 0 0,0 0 0 16,2 14 0-16,0-2 0 0,-4 0 0 0,2-2 0 0,-1 4 0 15,-1 6 0-15,2-2 0 0,-5 0 0 0,2 0 0 16,1 1 0-16,-2 6 0 0,0-5 0 15,3-3 0-15,-3 1 0 0,-1-3 0 0,1-4 0 0,-1-1 0 16,5-3 0-16,-3-1 0 0,2 0 0 0,0 1 0 16,-1-2 0-16,1-2 0 0,1 1 0 0,0-4 0 15,0 5 0-15,0-5 0 0,0 0 0 0,0 0 0 16,0 0 0-16,-3-17 0 0,5 6 0 0,-2 1 0 16,2-11 0-16,0 2 0 0,0-9 0 0,1-1 0 15,2 2 0-15,-1 0 0 0,-1 2 0 0,1 0 0 16,1 0 0-16,-1 7 0 0,0 0 0 0,1 1 0 15,-1 2 0-15,0 4 0 0,-2 1 0 0,2 0 0 16,0 2 0-16,-3 1 0 0,1 3 0 0,0-1 0 16,0 1 0-16,0 2 0 0,-1-3 0 0,-1 5 0 15,2-4 0-15,-2 4 0 0,0 0 0 0,7 11 0 16,-4-4 0-16,3 0 0 0,-1 3 0 0,-1 1 0 16,6 3 0-16,-2 1 0 0,-2 1 0 0,1-2 0 15,-1 1 0-15,3-1 0 0,-4 2 0 0,2 0 0 16,-2-4 0-16,0 2 0 0,0-2 0 0,-1-1 0 15,-2 1 0-15,2-3 0 0,0 1 0 0,0-2 0 0,0-3 0 16,-2 2 0-16,2-2 0 0,-1 1 0 0,-1-1 0 16,-1-2 0-16,2 0 0 0,-3 2 0 15,4-4 0-15,-4-1 0 0,0 0 0 0,10-9 0 0,-1 2 0 16,-1-3 0-16,2-1 0 0,-2 0 0 0,4-4 0 16,-4-3 0-16,1 1 0 0,6-6 0 0,-4 0 0 15,1 1 0-15,0-2 0 0,-6 6 0 0,3 2 0 16,0 0 0-16,-4 0 0 0,2 6 0 0,-2 0 0 15,-1 1 0-15,1 3 0 0,-3 0 0 0,1 2 0 16,-1 2 0-16,0-4 0 0,-2 6 0 0,0 0 0 16,0 0 0-16,7 9 0 0,-5-3 0 0,2 4 0 15,-3 0 0-15,0 2 0 0,2 5 0 0,-1 0 0 16,-1-1 0-16,1 1 0 0,-2 2 0 0,-3-1 0 16,1 2 0-16,-1-3 0 0,3 8 0 0,-1-6 0 15,-3 0 0-15,1-1 0 0,1 1 0 0,-1 0 0 16,2-2 0-16,0-8 0 0,-1 6 0 0,1-3 0 15,2-2 0-15,1-2 0 0,-1 0 0 0,0-1 0 0,0 0 0 16,2-1 0-16,-2-1 0 0,5-1 0 0,-1-1 0 16,1 0 0-16,0-3 0 0,-6 0 0 15,13-6-164-15,-5 2-406 0,1-3-65 0,-2 1-502 0,0 0-1232 16,0 1 545-16</inkml:trace>
  <inkml:trace contextRef="#ctx0" brushRef="#br0" timeOffset="294396.0751">25778 9921 45 0,'0'0'382'16,"0"0"1"-16,0 0 3 0,0 0 9 0,8 0 1 15,-8 0-5-15,0 0-19 0,0 0-24 0,0 0-31 16,0 0-33-16,0 0-27 0,0 0-26 0,0 0-15 16,0 0-11-16,0 0-16 0,0 0 0 0,0 0-2 15,0 0-10-15,6 0-18 0,-6 0-3 0,0 0-18 0,0 0-12 16,10 0-10-16,-10 0-11 0,13-3-7 15,-3 0 3-15,1-1-2 0,0 1-3 0,3-1-6 16,3 1-6-16,-3-3-5 0,1 1-4 0,-2 1 3 16,-3-2 0-16,1 1 0 0,1-1-13 0,-3 1 22 15,0 2-7-15,-4-1 12 0,0 1-2 0,0 0-1 16,-1 1-13-16,-4 2-4 0,4-6-8 0,-4 3-9 16,0 0-4-16,0 3 2 0,-5-5-22 0,-2 2 1 0,1 2-10 15,-1 1-1-15,0-2 4 0,-4 2-9 16,-1 2-2-16,1-1-6 0,-2 6-2 0,3-4 4 15,-1 4-2-15,0 1-7 0,2-1 7 0,-4 3 1 0,4-2-9 16,3 3 0-16,-2-2 0 0,4 5 0 0,-1-1 0 16,3-2 0-16,0 2 0 0,2 0 0 0,2-2 0 15,0 1 0-15,5-1 0 0,-1-1 0 0,7 2 0 16,-4-2 0-16,7 0-18 0,4-2-43 0,-1-4-24 16,1 3-27-16,3-5-21 0,-3 0-23 0,1-1-42 15,2-3-53-15,-4-1-51 0,2 0-47 0,-2-4-38 16,0-1-41-16,-1 0-33 0,-2 1-38 0,-3 1-294 15,-1-2-857-15,-5 2 380 0</inkml:trace>
  <inkml:trace contextRef="#ctx0" brushRef="#br0" timeOffset="295312.5413">26201 9913 255 0,'0'0'427'16,"0"0"9"-16,0 0 3 0,5-3-6 0,-3 1-13 0,1 0-17 15,-3 2-20-15,4-2-19 0,-4 2-17 0,4-5-19 16,-4 5-25-16,4-4-22 0,-4 4-29 0,5-2-24 16,-5 2-22-16,0 0-21 0,6-3-24 0,-6 3-17 15,4 0-17-15,-4 0-15 0,9 0-14 0,-9 0-7 16,9 4-12-16,-4-1-9 0,-1 1-7 0,0 1-7 16,0-1-11-16,0 3 2 0,-1 2-7 0,0 2-5 15,-2-1 5-15,2 0-9 0,-1-2-5 0,-3 2 0 16,-3-2-6-16,2 2 1 0,-5 0-1 0,2-1-3 15,-4 0 1-15,-1-2 2 0,-3 1-5 0,-5 3 0 16,8-7-2-16,-3 2 0 0,1-3 2 0,-1-1-2 16,4 2 0-16,1-2 4 0,0 1 1 0,3-5-2 15,-1-1-3-15,0-1 2 0,1 0 3 0,2-3 5 16,2-4 5-16,2 0 1 0,2 0-1 0,0-1 4 16,6-4 1-16,0-1-5 0,3 1-8 0,0 3-9 15,1-2 12-15,1 4-1 0,-1 1 1 0,2-1 2 16,-3 4-7-16,-2 2-1 0,3 0-3 0,-3 1 2 0,3 0-6 15,-3 1 0-15,0 3 1 0,-3 0-5 16,2 3 5-16,-3-1-5 0,3 3 1 0,-2-2-2 16,-4 4-1-16,5 1 2 0,-2 3 5 0,-4 2-2 15,1-2-4-15,-1 6 4 0,-2-8-3 0,2 6-4 0,-4-5 7 16,-2 1-13-16,3-4 10 0,1 2 12 0,0-2-13 16,-2 0 1-16,2-2-5 0,0 2 15 15,0-3-11-15,0 0-4 0,2-1 3 0,-2-3 17 0,0 4-13 16,1 0 4-16,-1-4-1 0,0 0-9 0,0 0 4 15,13-11 1-15,-6 7 2 0,2-3-3 0,0 0-3 16,3-2-3-16,-5-1 6 0,9-4-3 0,-4 3 4 16,1 0-5-16,1-2 9 0,-1 6 5 0,-6-1 12 15,5 1 4-15,-3 0 7 0,0 1 1 0,-2 5-2 16,0-4-20-16,0 0-18 0,-2 4 0 0,-1-2 0 16,0 3 0-16,-4 0 0 0,0 0 0 0,11 0 0 15,-7 3 0-15,0 1 0 0,-1 0 0 0,1 2 0 16,-1 3 0-16,-1 0 0 0,2 1 0 0,-1 0 0 15,-1 0 0-15,1-1 0 0,-1 1 0 0,-2 1 0 16,2-3 0-16,0-1 0 0,0 0 0 0,0-1 0 16,-2 2 0-16,1-5 0 0,3 3 0 0,-4-4 0 15,2 3 0-15,0-3 0 0,-2-2 0 0,4 1 0 0,-4-1 0 16,7 0 0-16,-7 0 0 0,12-3 0 0,-5-3 0 16,1-1 0-16,1 0 0 0,3-2 0 15,2-4 0-15,-1 4 0 0,-3 0 0 0,1-4 0 0,-3 6 0 16,1-1 0-16,1-1 0 0,-2 2 0 0,-2-1 0 15,1 4 0-15,-1-1 0 0,-2 0 0 0,1 1 0 16,-1 1 0-16,-2 2 0 0,2-2 0 0,-4 3 0 16,5-1 0-16,-5 1 0 0,9 0 0 0,-9 0 0 15,0 0 0-15,13 5 0 0,-8-2 0 0,-1 4 0 16,2 1 0-16,2 2 0 0,-3-2 0 0,0-1 0 16,-1-1 0-16,1 1 0 0,3 1 0 0,-3-4 0 15,-1 2 0-15,0-1 0 0,-2 0 0 0,2 0 0 16,-1-3 0-16,-2 0 0 0,3 1 0 0,-4-3-184 15,0 0-35-15,0 0-43 0,0 0-59 0,0 0-54 0,0 0-55 16,-14-10-57-16,7 2-71 0,1 1-335 16,-3-1-967-16,0-2 428 0</inkml:trace>
  <inkml:trace contextRef="#ctx0" brushRef="#br0" timeOffset="295862.4394">27567 9978 402 0,'2'-5'421'0,"-1"0"10"0,2 0 10 0,-3-1 2 16,2-1-1-16,1 0-7 0,0-2-7 0,-1 3-21 15,1 0-7-15,0 1-10 0,2-4-25 0,-2 4-21 16,1-3-28-16,2 2-31 0,2-3-24 0,-1 3-22 15,2 3-29-15,1-3-25 0,1 2-16 0,-1 0-16 16,3 2-11-16,-1 2-16 0,1 0-15 0,3 3-12 16,-4-1-8-16,6 2-8 0,-5 1-6 0,0 0-13 0,-2 2-8 15,-2-1-5-15,4 2-10 0,-7 1-2 16,0-1-1-16,-3 3-32 0,0 0-6 0,-3-1 0 16,-3 1 0-16,-2-2 0 0,-2 2 0 0,-5 0 0 0,-3-2 0 15,-7 1 0-15,0 0 0 0,-8 0 0 0,0-4 0 16,1 0 0-16,2-3 0 0,5 0 0 15,6-3 0-15,0 0 0 0,5-1 0 0,-2 1 0 0,5-2 0 16,3-1 0-16,-1-2 0 0,-2-1 0 0,7-5 0 16,1 2 0-16,1-2 0 0,8-6 0 0,0 2 0 15,3-8 0-15,0 6 0 0,5-2 0 0,-2 5 0 16,8-3 0-16,0 4-116 0,3 0-358 0,-6 4-66 16,7-1-57-16,-9 1-481 0,0 0-1167 0,-4 1 517 15</inkml:trace>
  <inkml:trace contextRef="#ctx0" brushRef="#br0" timeOffset="296213.2464">27791 9505 28 0,'4'-17'535'0,"-4"1"28"0,1 2 13 16,0 4-4-16,-1-2-3 0,2 1 13 0,-2 3 0 15,1 1-17-15,-1 0-29 0,1 1-39 16,-1 3-35-16,0 3-45 0,0-5-39 0,3 3-35 0,-3 2-33 15,0-4-36-15,0 4-24 0,0 0-98 0,1 11-152 16,-2 0 0-16,2 4 0 0,0 3 0 16,-1 9 0-16,0 0 0 0,2 2 0 0,-2 2 0 15,0 2 0-15,-2-5 0 0,0 2 0 0,-1 2 0 0,2-2 0 16,0 0 0-16,-2-4 0 0,-1 2 0 0,4-2 0 16,-2 2 0-16,-1-3 0 0,2-1 0 0,1-5 0 15,-1-1 0-15,-1 2 0 0,4-6 0 0,-2-2 0 16,1 0 0-16,-1-3 0 0,0 2 0 0,0-4 0 15,0 1 0-15,1-2 0 0,1-2 0 0,-1 0 0 16,-1 0 0-16,0-4 0 0,5 3 0 0,-5-3 0 16,10-1 0-16,-4-1-124 0,3-1-398 0,0-2-18 15,2-1-20-15,0-2-23 0,-2 1-394 0,0 0-1059 16,0-2 468-16</inkml:trace>
  <inkml:trace contextRef="#ctx0" brushRef="#br0" timeOffset="296419.1177">27935 9912 471 0,'4'-4'125'0,"0"0"59"16,-3-1 34-16,4 3 24 0,-2-2 24 0,-2 1 26 15,3 0 37-15,-3-1 23 0,-1 4 21 0,3-4 14 16,-2 1-5-16,-1 3-8 0,0 0-21 0,4-3-18 16,-4 3-25-16,0 0-9 0,4-4-33 0,-4 4-25 0,0 0-4 15,0 0 9-15,4 10-6 0,-4-6-16 16,1 3-12-16,-1-2-14 0,0 3-14 0,3-3-22 16,-1 5-15-16,-1 0-12 0,-1-3-7 0,0 2-22 15,0-2-9-15,0 0-55 0,0-1-44 0,0 0 0 0,0-2 0 16,-1 0 0-16,1-4-116 0,1 5-52 15,-1-2-51-15,0-3-58 0,0 0-59 0,0 0-80 16,0 0-65-16,0 0-55 0,0 0-405 0,0-17-1018 16,4 10 450-16</inkml:trace>
  <inkml:trace contextRef="#ctx0" brushRef="#br0" timeOffset="296579.4689">28030 9755 35 0,'1'-7'317'0,"-1"2"18"0,0-2 2 0,2 1 22 0,-1 0 14 16,0 1 18-16,-1 1 2 0,0 0-18 0,1 1-33 15,-1 3-35-15,2-5-36 0,-2 5-32 0,1-4-51 16,-1 4-75-16,0 0-68 0,0 0-36 16,0 0-78-16,10 11-61 0,-6-7-77 0,0 4-74 0,4-2-45 15,-2 2-244-15,1 0-617 0,2 1 273 0</inkml:trace>
  <inkml:trace contextRef="#ctx0" brushRef="#br0" timeOffset="297600.4911">28215 9903 162 0,'0'0'372'0,"0"0"6"16,7-8 13-16,-5 6 13 0,1-1-4 0,-3 3-21 15,5-5-10-15,-3 0-17 0,1 1-17 0,0 1-17 16,0-1-30-16,-1 0-24 0,2 1-22 0,-1-1-25 16,0 2-23-16,3 0-19 0,-1-1-18 0,-1 1-16 15,3 2-19-15,-7 0-9 0,11 0-14 0,-5 1-13 16,1 0-8-16,-1 2-7 0,-1 1-8 0,2 1-8 15,0 3-5-15,-1-1-6 0,-1 0-1 0,-1 2-4 16,-2 1-7-16,3-1-3 0,-5 1 2 0,0-4-6 16,-2 5-3-16,-1-2 4 0,-1 0-5 0,-1 1 0 15,-1-3 5-15,-1 0-5 0,-4 1-6 0,1-3-1 16,-2-1 3-16,-1 1-2 0,2-3 0 0,-1 0-1 16,3 1-2-16,0-2 5 0,2-1 0 0,-1 0 9 15,2-2 13-15,6 2 3 0,-8-5 3 0,4-1 4 16,3-1 5-16,1 1-2 0,1-4-1 0,3-1 5 15,1 1-8-15,0-2-1 0,3 2-10 0,1-1 6 16,1 1-7-16,-1 2-1 0,2-1-7 0,0 1-1 16,-1 2 4-16,1-1-9 0,0 2-5 0,-4 0-3 0,2 3-2 15,-2 0 2-15,-1 0 0 0,1 2-9 16,0 0-3-16,-2 4 5 0,2-1 0 0,-1 3 3 16,-1-1-1-16,-1 4-3 0,2-1-4 0,-1 7 3 15,-1-5 7-15,0-2-6 0,-4 5-3 0,4-3 13 0,-4-1-16 16,1 1 0-16,-2 0-5 0,1-2 13 0,0-1-9 15,1-1 1-15,-1 0 10 0,0-3-2 16,0 1-2-16,0-1-1 0,0-3 15 0,4 6 0 16,-4-6-14-16,0 0 7 0,14-10-4 0,-5 5 8 0,0-2 5 15,4 1-16-15,1-4 2 0,1 1 1 0,-1-1-1 16,3 1 0-16,-2-3-1 0,-3 5 10 0,3-3-7 16,-6 3 11-16,5 0 6 0,-4 5-1 0,-2-4 2 15,-2 5-3-15,2-3-5 0,-3-1-1 0,0 3-7 16,-5 2-7-16,9 2 5 0,-9-2-6 0,8 4-2 15,-6-1-15-15,2 2 16 0,0 2 0 0,-4 2-3 16,4-3-3-16,-1 3 9 0,-2 1-12 0,0 1 7 16,-1-2 7-16,3-1-11 0,-3 3-1 0,0-2 5 15,0 1 4-15,0-3-19 0,0 0-11 0,0-2-11 16,0 1-7-16,0-3 16 0,1 1 5 0,0-1 6 16,-1-3 4-16,3 6 2 0,-3-6-1 0,0 0 14 15,0 0-11-15,0 0-1 0,14-9 1 0,-9 3 4 16,4-1-4-16,1 1 2 0,-1-4 9 0,4-2-4 15,-2 1-1-15,1 0-3 0,-2 1 3 0,3-1-3 16,-2-2 0-16,-1 8 3 0,-2-2 0 0,1 1 16 16,-4-1 7-16,2 2 0 0,-4 2-2 0,1 0-2 15,1 2-6-15,2-3 0 0,-6 2-8 0,-1 2 9 16,5-3-4-16,-5 3-8 0,0 0-4 0,9 9 7 16,-6-8-1-16,-1 3-2 0,-2 1 13 0,4 3-10 15,3-1-7-15,-5 1 2 0,-2-1-1 0,3 0 2 16,2 1 0-16,-4-1 0 0,0 1 3 0,-1-3-1 15,3 3-10-15,-2-2-2 0,2-3-12 0,-2 2-8 0,1-2 7 16,1 0 3-16,-3-1 2 0,3 2 5 16,-3-4 2-16,2 3 6 0,-2-3 0 0,5 2 3 15,-5-2-2-15,13-5 3 0,-8 1 11 0,3 0-15 16,-2-1 2-16,1-1 0 0,0 0 14 0,1-1 7 0,0-2 5 16,2 3 10-16,-4-1 16 0,-1 6-3 0,3-4 6 15,-2 3 5-15,-1-3 1 0,-1 3-9 0,0-1-48 16,1 3 0-16,-1-4 0 0,-4 4 0 0,4-3 0 15,-4 3 0-15,6-1 0 0,-4-3 0 0,-2 4 0 16,0 0 0-16,7 6 0 0,-3-3 0 0,1 0 0 16,-1 1 0-16,0 3 0 0,1-2 0 0,0 1 0 15,0 0-9-15,3 2-178 0,-4-2-57 0,3 0-71 16,1 1-61-16,-3-1-52 0,-1 0-65 0,3-1-67 16,-4-2-371-16,4 1-1006 0,-1-2 445 0</inkml:trace>
  <inkml:trace contextRef="#ctx0" brushRef="#br0" timeOffset="298900.9747">29190 9958 237 0,'0'-2'250'0,"0"-3"12"0,-2 1 5 0,2 4-5 16,-2-7-5-16,1 6-7 0,1 1-14 0,-2-5-5 0,2 5-22 16,0 0-4-16,1-5-28 0,-1 5-21 15,0 0-10-15,1-3 0 0,-1 3-8 0,0 0-6 16,0 0 6-16,0 0-2 0,0 0 4 0,0 0 7 15,0 0-6-15,0 0-1 0,0 0-3 0,0 0-3 16,0 0-1-16,0 0 0 0,0 0-13 0,0 0-10 16,18 3-3-16,-13 0-9 0,-5-3 4 0,14 1 0 0,-5-5-5 15,10 0-7-15,-2 1 3 0,5-2 17 16,-3 0 3-16,0-1 2 0,0-2-12 0,-1 0-3 0,-5 3 0 16,1-4-10-16,-3 5-4 0,0-3 6 0,-3 2-2 15,0 1-7-15,-3-1-8 0,1 0 0 16,-4 2-9-16,-1-2-10 0,2 0-10 0,-3 1-9 15,0 4-5-15,-6-6 0 0,0 2-5 0,1 2-6 0,-5 2-3 16,-1 0-2-16,0 1-2 0,-3 0-4 0,-5 5 0 16,0 0 8-16,0 2-11 0,0 0 2 0,-2 2-10 15,5 0 7-15,0-2-3 0,2 2-5 0,0-1 3 16,3 4 2-16,3-3 0 0,0-1 2 0,3 2-1 16,-1 1-4-16,2-3 3 0,1 2-4 0,3 0 0 15,3-1 5-15,1 1-5 0,2-4 8 0,5 6-4 16,2-1 2-16,4-5 0 0,2 2 4 15,-1 0-6-15,15-1 9 0,-2-1-4 0,1-4-4 0,-1-3 30 16,3 0-2-16,2-3 22 0,0-7 8 16,1 3 11-16,0-6 12 0,-3 1-1 0,2-5 2 0,-3 0 3 15,-1 1-89-15,-5-2 0 0,2-1 0 0,-4-3 0 16,-2-2 0-16,0-1 0 0,-3-2 0 0,-2 0 0 16,-4-2 0-16,3 0 0 0,-7 3 0 0,0-1 0 15,-3 2 0-15,-2 2 0 0,-4 3 0 0,2 4 0 16,-2 2 0-16,-1 3 0 0,1 1 0 0,-1 4 0 15,0-1 0-15,0 1 0 0,0 1 0 0,-1 1 0 16,1 4 0-16,0-5 0 0,0 5 0 0,0 0 0 16,0 0 0-16,0 0 0 0,0 0 0 0,0 0 0 0,-5 16 0 15,4-5 0-15,-3-1 0 0,0 3 0 16,0 3 0-16,0 2 0 0,0 2 0 0,-2-1 0 16,2-1 0-16,0 7 0 0,3-5 0 0,-4 6 0 15,1-7 0-15,1 7 0 0,0-6 0 0,-1-2 0 0,1 3 0 16,2 2 0-16,-3 3 0 0,4-8 0 0,-1-2 0 15,2 0 0-15,-1 1 0 0,4-5 0 0,4 1 0 16,-2-1 0-16,-1-2 0 0,4 2 0 16,1-3 0-16,3-2 0 0,-1 1 0 0,6-5 0 0,2-1 0 15,-2-2 0-15,2-1 0 0,0-1 0 0,1-5 0 16,-2-1 0-16,8-3 0 0,-10 1 0 0,1-1 0 16,-3 0 0-16,0-1 0 0,-2-4 0 0,-4 0 0 15,3 2 0-15,-5-3 0 0,0 9 0 0,-3-5 0 16,1 2 0-16,-4 0 0 0,0 1 0 0,-1 2 0 15,0 1 0-15,-1-1 0 0,0 2 0 0,-2 3 0 16,1-2 0-16,-1 2 0 0,3 3 0 0,-6-2 0 16,6 2 0-16,-11 2 0 0,5 2 0 0,-2-1 0 15,2 1 0-15,1 1 0 0,-3 1 0 0,3 0 0 16,-1 2 0-16,-1 3 0 0,1-1 0 0,1 7 0 16,-2-10 0-16,2 5 0 0,4-3 0 0,-3 0 0 15,4 3 0-15,-1-1 0 0,2-5 0 0,-1 3 0 16,0-2 0-16,5-2 0 0,-1 4 0 0,1-3 0 15,4 0 0-15,0-3 0 0,5 1 0 0,3-1 0 16,5-3 0-16,6-3 0 0,2 0 0 0,0-2 0 16,-1-1 0-16,-1-4 0 0,0 1 0 0,4-4 0 0,-4 1 0 15,-1-1 0-15,-4-1 0 0,2 3 0 16,-8 0 0-16,-3 1 0 0,-1-1 0 0,0 6 0 16,-8-3 0-16,0 3 0 0,-1-2 0 0,0 2 0 0,0 0 0 15,-4 0 0-15,-4 0 0 0,0 2 0 0,-1 0 0 16,-3 1 0-16,2 1 0 0,-3 1 0 15,-3 1 0-15,6 1 0 0,-3-2 0 0,0 1 0 0,4 2 0 16,1-2 0-16,4-1 0 0,-8 5 0 16,7-3 0-16,1-2 0 0,5 7 0 0,-1-3 0 15,1-2 0-15,4 3 0 0,5 0 0 0,-5 1 0 16,5-1 0-16,-1-4 0 0,5 3 0 0,-3 3 0 0,-1-4 0 16,-2 1 0-16,-2-3 0 0,2 2 0 0,-3 0 0 15,-2 0 0-15,0-1 0 0,0 1 0 0,1 0 0 16,-4 6 0-16,0-5 0 0,-2 1 0 0,1 4 0 15,-2-2 0-15,0 2 0 0,1 2 0 0,-2 0 0 16,3-2 0-16,-3-2 0 0,0 1 0 0,0-2 0 16,-3 2 0-16,3-3 0 0,0 2 0 0,0-4 0 15,3 2 0-15,-6 0 0 0,6 0 0 0,-3-5 0 16,4 5 0-16,-3-1 0 0,3-1 0 0,0-1 0 16,3 0 0-16,0-2 0 0,-7 0 0 0,14-4 0 15,-6 1 0-15,-3-3-347 0,5-1-75 0,-6-4-67 16,0 1-67-16,1-5-57 0,-5 0-348 0,-4-3-1041 15,0-7 461-15</inkml:trace>
  <inkml:trace contextRef="#ctx0" brushRef="#br0" timeOffset="299183.0712">30420 9637 260 0,'-9'-6'370'0,"1"-3"20"16,1 4 27-16,-1-2 15 0,3 3 14 0,0 2 12 15,2-2-9-15,-1-1-15 0,2 2-5 0,-1 0-6 16,3 3-21-16,-1-4-28 0,1 4-27 0,0-5-18 0,0 5-35 16,6-6-33-16,7 2-22 0,4 2-25 15,6 2-11-15,10-3-1 0,3 2 2 0,17 1-8 16,2 3-7-16,-5-1-13 0,4 1-123 0,-1-1-53 16,-1 0 0-16,-14-2 0 0,-1 2 0 0,-2-2 0 0,-5-2 0 15,0 1 0-15,-10 0 0 0,-2-1 0 16,-7 2 0-16,0 0 0 0,-5 0 0 0,1 0 0 15,-7 0 0-15,5-2 0 0,-5 2 0 0,0 0 0 16,2-3 0-16,-2 3 0 0,-18-2-1 0,3 2-568 0,-2 3-140 16,-3-4-443-16,-9-2-1248 0,9 1 552 15</inkml:trace>
  <inkml:trace contextRef="#ctx0" brushRef="#br0" timeOffset="300487.2442">22280 10929 16 0,'0'0'146'0,"0"0"-10"0,0 0-1 0,0 0-7 16,0 0-2-16,0 0 6 0,0 0-3 0,0 0 3 16,0 0 7-16,0 0 2 0,0 0 5 0,0 0 0 15,0 0 14-15,0 0 7 0,0 0 13 0,0 0 11 16,0 0 10-16,0 0 7 0,0 0 26 0,0 0 9 15,0 0 12-15,0 0 8 0,0 0 11 0,0 0 4 16,0 0 12-16,0 0-1 0,0 0 12 0,0 0-16 16,0 0 2-16,0 0-14 0,0 0-13 0,0 0-17 15,0 0-37-15,0 0-5 0,14-6-30 0,-14 6-5 16,2-4-18-16,0 1-18 0,2 1-19 0,-4 2-4 16,9-4-16-16,-3 2-6 0,-1-1-12 0,3-1-25 15,1 3 6-15,5 0-7 0,-2 1-28 0,2 2-19 16,1 5 0-16,1-1 0 0,0-2 0 0,0 4 0 15,-1-1 0-15,-3 0 0 0,-3 0 0 0,0 1 0 16,0 1 0-16,0 0 0 0,-4 1 0 0,-1 1 0 16,-3 2 0-16,2-1 0 0,-6 1 0 0,2 1 0 0,-4 0 0 15,-3 1 0-15,-4-1 0 0,1 0 0 0,-5-2 0 16,3 1 0-16,-4-3 0 0,3-2 0 0,3 0 0 16,-2-5 0-16,3 2 0 0,1-2 0 15,0 0 0-15,4 1 0 0,-2-4 0 0,7 0 0 0,-9-3 0 16,3-1 0-16,5 0 0 0,-2-3 0 0,2-4 0 15,1-1 0-15,1 0 0 0,-1-5 0 0,4 0 0 16,1-1 0-16,-1 1 0 0,1 0 0 0,0 2 0 16,-1 1 0-16,0 3 0 0,0 0 0 0,-3-1 0 15,4 0 0-15,0 3 0 0,-1 1 0 0,0 1 0 16,0 2 0-16,0-1-86 0,3-1-337 0,1 3-37 16,-2 2-35-16,1 0-40 0,3 2-35 0,-1 0-367 15,-3-2-1016-15,3 4 450 0</inkml:trace>
  <inkml:trace contextRef="#ctx0" brushRef="#br0" timeOffset="300883.9262">22595 10967 56 0,'0'0'421'16,"0"0"22"-16,7-3 11 0,-7 3 1 0,4-6-7 0,-1 6-11 15,-3 0-31-15,6-5-21 0,-2 1-30 0,1 2-22 16,-1 1-28-16,1-3-28 0,0 1-24 15,0 0-25-15,2 1-27 0,1 2-19 0,1 0-24 0,2 0-3 16,0 1-9-16,3 3-11 0,0-1-13 0,0 4-10 16,-5-1-3-16,8 4-19 0,-7-2-7 0,0 1-12 15,1 5-5-15,-5-5-8 0,-1 0 2 0,0 2-14 16,0-1-4-16,-4 2 1 0,-1-2-8 0,2-1-11 16,-4-2 12-16,1 3-7 0,-4 0-2 0,1-2 5 15,2-2-14-15,-1 1-5 0,-2-3-5 0,3 1 6 16,-5-2 0-16,6-1 6 0,1-2 1 0,-9 3 10 15,9-3 3-15,0 0 16 0,-4-8 5 0,4 2 18 16,3-3 1-16,3-3 9 0,-1 0-13 0,3-4 3 16,2-1 6-16,3 2-10 0,0 0-4 0,-3-2-56 15,4 1-9-15,-1 3 0 0,-1-1 0 0,1 2 0 16,-1 4 0-16,-3 1 0 0,0 1 0 0,1-1 0 16,-3 1 0-16,1 2-131 0,-4 1-125 0,1-1-95 15,-1 0-74-15,2 3-71 0,-6 1-78 0,9 0-419 16,-9 0-1076-16,7 2 476 0</inkml:trace>
  <inkml:trace contextRef="#ctx0" brushRef="#br0" timeOffset="301602.2322">24297 10815 201 0,'5'-8'439'0,"0"-2"7"0,4 2 13 16,-5 3-1-16,1-1-9 0,-1 0-10 0,1 0-8 15,-1-3-25-15,-2 6-17 0,0 0-23 0,0 0-10 16,1-1-26-16,-2 1-31 0,-1 3-20 0,1-6-29 16,-1 6-36-16,0 0-20 0,0 0-20 0,0 0-15 15,0 0 2-15,-25 11-18 0,8-3-8 0,-5 9 2 16,2-1-17-16,-6 2-7 0,2 3-11 0,-1 2-3 0,0 3-9 15,0-2-8-15,-3 0-17 0,2-1-1 16,-1 0 2-16,8-1-12 0,-3-3-32 0,8-4-22 16,5-8 0-16,-4 5 0 0,5-6 0 0,3 2 0 0,1-4 0 15,0 0 0-15,0-3 0 0,3 3 0 0,1-4 0 16,0 0 0-16,10 5 0 0,1-5 0 0,3-1 0 16,8-1 0-16,-4 0 0 0,5-2 0 15,5 3 0-15,-5 0 0 0,-2 1 0 0,2-3 0 0,-3 1 0 16,-1 2 0-16,0-2 0 0,1 4 0 0,-2 2 0 15,-1-2 0-15,-4 0 0 0,1 5 0 0,-5-6 0 16,3 4 0-16,-2 1 0 0,-2 1 0 0,-1-2 0 16,-2 0 0-16,-1 5 0 0,1-4 0 0,-4 6 0 15,-1-2 0-15,0 1 0 0,-7 0 0 0,-1 3 0 16,-3-2 0-16,-6 1 0 0,-2 3 0 0,-7 0 0 16,2-2 0-16,1-2 0 0,-4-2 0 0,2 2 0 15,4-3 0-15,2-3 0 0,1 0 0 0,-1-1 0 16,2 0 0-16,6-3 0 0,2 0 0 0,1-1 0 0,-1 1 0 15,4-1 0-15,5-1 0 0,-9 0 0 0,9 0 0 16,-7-4 0-16,5 0 0 0,2 4 0 16,0-5 0-16,2 0 0 0,0-1 0 0,3 0 0 15,0 1 0-15,3-2 0 0,2 0-220 0,2 2-215 0,-2 1-52 16,3 0-38-16,2-2-41 0,-1 4-23 16,-1-1-307-16,6 0-968 0,-2 3 428 0</inkml:trace>
  <inkml:trace contextRef="#ctx0" brushRef="#br0" timeOffset="302551.9585">24452 11194 42 0,'2'-4'324'16,"3"1"8"-16,-5-1-3 0,4 1-6 0,0 2 4 16,1-5-8-16,-3 0-14 0,2 3-15 0,0-1-1 15,0-1-12-15,1 0-16 0,-1 1-19 0,1 1-17 16,0-1-13-16,-1 2-11 0,1-2-16 0,-1 1-14 15,1 1-16-15,3 0-17 0,-4 1-12 0,-4 1-13 16,9 0-14-16,-9 0-9 0,11 3-6 0,-2 1-11 16,-3-1-4-16,0 0-8 0,-1 2-3 0,0-1-3 15,-1 3-6-15,2 1-5 0,-4-1-5 0,0-1-2 16,0 1-1-16,-3 1-9 0,0 0 12 0,-2-1-13 16,1 2 0-16,-3-4-4 0,0 4 0 0,-1-2 2 15,-3 0-3-15,-2-3-3 0,1 2 1 0,-2-1 2 16,3-1-4-16,-2-1-1 0,3 0 2 0,0-2 9 15,-2-1 19-15,4 0 24 0,-2-1 13 0,3-2 21 16,-3 1 7-16,3-2 2 0,1-2 2 0,4 0 8 16,0-1-1-16,3-1-17 0,-2 0 4 0,3-1-3 0,0-4-19 15,2 6-7-15,-1-4 3 0,3 3-9 16,-3 0-3-16,4 1-10 0,-4 0-6 0,3 0-4 16,-3 2-3-16,0 1-13 0,0-1-19 0,2 3-16 0,-2-2 0 15,0 3 0-15,0-1 0 0,-1 0 0 0,-4 2 0 16,10 2 0-16,-5 1 0 0,-1 1 0 15,2-1 0-15,0 2 0 0,-1 0 0 0,0-1 0 16,-2 3 0-16,4 1 0 0,-5-2 0 0,2 1 0 0,-2-2 0 16,1 4 0-16,1 0 0 0,0-4 0 0,-3 2 0 15,2-1 0-15,-2 0 0 0,-1-2-20 0,3 1-29 16,-3-1 4-16,2 0-2 0,-2-1 14 0,0-3 11 16,4 4 3-16,-4-4-2 0,0 0 6 0,7 0 1 15,-7 0 0-15,12-7 5 0,-3 2 7 0,0 0 4 16,1-1-1-16,-1-1 5 0,3-1 13 0,2-2 1 15,-4 2 1-15,2 0 14 0,-1 0-3 0,2-2 13 16,-2 3 2-16,-2 0-4 0,0 0-4 0,-1 2-39 16,1-1 0-16,-3 2 0 0,-1 1 0 0,1-1 0 15,-1 2 0-15,0 0 0 0,-5 2 0 0,6-3 0 16,-6 3 0-16,0 0 0 0,0 0 0 0,10 4 0 16,-6-1 0-16,-4 2 0 0,4 0 0 0,-4 1 0 15,3 0 0-15,-3 2 0 0,2-2 0 0,-2 1 0 16,0 3 0-16,0-3 0 0,0-1 0 0,0 1 0 0,-2-1 0 15,2 2 0-15,0-2 0 0,0-3 0 16,0 3 0-16,0-3 0 0,0-3 0 0,0 8-40 16,0-8-14-16,2 3 17 0,-2-3 7 0,5 2 14 0,-5-2-4 15,11-2 4-15,-4 0 5 0,5-3-5 0,-1 1 11 16,-2-3-8-16,5 4 14 0,2-8 14 0,-4 4 0 16,5-4 18-16,-2 3 20 0,-5 0-1 15,2 1-1-15,-1 0-13 0,-2 1-38 0,0-1 0 0,0 2 0 16,-4 1 0-16,1 1 0 0,-4-1 0 0,3 1 0 15,-1 1 0-15,-4 2 0 0,3-3 0 0,-3 3 0 16,7-2 0-16,-7 2 0 0,0 0 0 0,5-1 0 16,-5 1 0-16,0 0 0 0,0 0 0 0,8 8 0 15,-8-7 0-15,1 4 0 0,3 1 0 0,-4-1 0 16,4 0 0-16,-4 2 0 0,5 0 0 0,-4-3 0 16,1 3 0-16,0 0 0 0,-1-3 0 0,3 0 0 15,-4 2 0-15,4-1 0 0,-3 0 0 0,2 0 0 16,1-2 0-16,-3 0 0 0,3-1 0 0,2 1 0 15,-2 1-202-15,1-1-84 0,2-3-52 0,-1 0-42 16,3 0-43-16,-9 0-71 0,14-4-54 0,-7-1-372 16,1 2-997-16,1-6 440 0</inkml:trace>
  <inkml:trace contextRef="#ctx0" brushRef="#br0" timeOffset="302854.5795">25365 10928 162 0,'8'-9'451'0,"-7"4"19"0,3-1 45 16,0-2 13-16,-3 6 0 0,2-3-6 0,-2 1-9 0,2-2-10 16,0 4-13-16,-1-1-21 0,-2 3-26 0,2-4-32 15,-2 4-28-15,0-5-27 0,0 5-34 16,0 0-34-16,0 0-32 0,0 0-23 0,0 0-21 0,0 0-76 16,-1 12-136-16,0-2 0 0,-1-1 0 0,2 5 0 15,0 0 0-15,0 4 0 0,0 0 0 0,-6-2 0 16,6 1 0-16,0 3 0 0,0-2 0 15,0-2 0-15,0 4 0 0,-1-2 0 0,1-2 0 0,-3 2 0 16,6-6 0-16,-3 0 0 0,-3-1 0 0,2 0 0 16,0 1 0-16,1-1 0 0,1-4 0 0,-1 2 0 15,0-3 0-15,0-3 0 0,1 3 0 0,-1-3 0 16,0 1 0-16,0-4-133 0,4 3-334 0,-4-3-56 16,0 0-69-16,10 0-488 0,-10 0-1169 0,10-8 517 15</inkml:trace>
  <inkml:trace contextRef="#ctx0" brushRef="#br0" timeOffset="303620.2946">25557 11119 160 0,'0'0'273'0,"5"-2"11"0,-5 2 9 0,4-2 6 0,-4 2 10 16,0 0-3-16,4-1-7 0,-4 1-16 0,0 0-14 16,0 0-10-16,0 0-15 0,0 0-19 15,0 0-12-15,0 0-9 0,0 0-10 0,0 0-9 16,0 0-13-16,0 0-14 0,0 0-14 0,0 0-13 0,6 3-7 15,-6-3-9-15,0 0-7 0,0 0-1 0,0 0-9 16,0 0-2-16,0 0-5 0,8 0-4 16,-8 0-6-16,10 1-4 0,-5 0-5 0,3 0 2 15,5-1-3-15,-3 1 1 0,1-1-3 0,1-1-1 0,-1 0 3 16,1-3 0-16,-2 3 2 0,-2-1 3 16,1-2 1-16,-2 3 2 0,-2-3-4 0,1 0-5 15,-1 1-5-15,-3 0 3 0,3-1-7 0,-1 0-11 16,-3 0-10-16,1-1-5 0,-2 2 2 0,0 3-10 0,0-7 9 15,-2 3-16-15,1 0-3 0,1 4-8 0,-9-5 1 16,6 5 3-16,3 0-5 0,-12 4-5 0,2-3 2 16,0 3-3-16,1 0 2 0,-1 3-4 0,2 0 2 15,-1 2-1-15,1 0-7 0,0 0 9 0,2-1-11 16,1 2 3-16,2-2-6 0,1 0-1 0,0 0 3 16,4 1-1-16,0-2 3 0,5 1 5 0,2-1 0 15,0-1 0-15,1 1-1 0,4-3 4 0,-1-3-2 16,6 1 3-16,-2-2 5 0,4 0-4 0,-2-2 0 15,-2-2 2-15,2-3-2 0,-2 1 2 0,3-3-1 16,-3-1 2-16,-2 1 3 0,-1-1 0 0,-2 2 1 16,-1-6-5-16,1 7 4 0,-5-4 3 0,-2 4-3 15,3-2 1-15,-8 3-3 0,4 1-6 0,-3-3 1 16,1 5-10-16,1-2 11 0,-3 0-6 0,0 5 0 16,0-6 0-16,0 6-4 0,-3-2 1 0,3 2-1 15,0 0-1-15,0 0-3 0,0 0 3 0,0 0-1 0,0 0 7 16,0 0-6-16,0 0 0 0,0 0 1 15,0 0 4-15,0 0 2 0,0 0-1 0,0 0 2 16,0 0 0-16,10 10 6 0,-4-10 1 0,-1 1-2 16,0-1-3-16,4 2 9 0,-4 0-11 0,-1 0 2 0,1-1 2 15,2 0-2-15,-5 0 1 0,6 0-15 16,-7 3 11-16,-1-4 6 0,8 4-2 0,-4-1 5 16,0 2 5-16,-2-2 4 0,-2 3-1 0,3-1 12 15,-3 1-11-15,0 2 8 0,1-2-1 0,-2 1 2 0,1-1 3 16,-3 1-11-16,3-1 4 0,-2 0 3 0,0 0-3 15,0-1-5-15,-1-1 8 0,3 0-2 0,0 0-8 16,0-4 12-16,0 6-15 0,0-6 4 16,3 2 4-16,-1 0-2 0,2 1-8 0,3-2-33 0,0-1-15 15,5 2-28-15,-3-4-35 0,2 1-23 0,-3 0-37 16,0 1-40-16,2-3-44 0,-1 0-43 16,-3-2-46-16,1 0-38 0,-4 0-40 0,4-3-38 0,-5 2-19 15,-1-1-297-15,-2-3-828 0,-4 0 366 0</inkml:trace>
  <inkml:trace contextRef="#ctx0" brushRef="#br0" timeOffset="303903.6963">25787 10897 27 0,'-9'-4'333'0,"0"0"10"0,-1-3 9 16,2 5 29-16,3-2 27 0,1 2 25 0,-1-1 16 15,-2 0 5-15,7 3 6 0,-5-3 9 0,5 3-5 16,-4-1-3-16,4 1-4 0,0 0-13 0,-4-4-24 15,4 4-28-15,0 0-37 0,2-5-40 0,-2 5-33 16,14-5-30-16,-1 1-25 0,6 1-214 0,3 1-13 16,5-4 0-16,2 2 0 0,2-1 0 0,2 4 0 15,2-4 0-15,-2 3 0 0,-1-5 0 0,-4 4 0 16,-5 3 0-16,-4-3 0 0,-2 3 0 0,-5-2 0 16,-2 1 0-16,-1 0 0 0,-2 1 0 0,-1 0 0 15,0-2 0-15,-3 0 0 0,-3 2 0 0,8-1 0 16,-8 1 0-16,5-2 0 0,-5 2-203 0,0 0-267 15,-15-3-94-15,5 3-108 0,-4-1-375 0,-3-4-1135 16,-1 0 502-16</inkml:trace>
  <inkml:trace contextRef="#ctx0" brushRef="#br0" timeOffset="304472.8071">27051 10987 363 0,'0'-11'433'0,"-4"3"6"0,4-2 18 15,-4 3 5-15,3-2 7 0,-3 2-1 0,4-2 5 16,-2 2 9-16,0 0-20 0,0 3-6 0,-1-4-25 16,3 5-12-16,-2-1-24 0,2 4-30 0,-2-8-32 15,2 4-32-15,0 4-32 0,0-2-29 0,0 2-31 16,0 0-22-16,0 0-109 0,0 0-78 0,0 0 0 16,-3 13 0-16,3-4 0 0,3 5 0 0,-3 2 0 15,0 2 0-15,0 7 0 0,-3-7 0 0,1 1 0 16,1 6 0-16,0-4 0 0,0 3 0 0,-1-4 0 15,2-2 0-15,-4 0 0 0,2 1 0 0,-1-1 0 16,2 0 0-16,0-9 0 0,-3 5 0 0,1-3 0 16,1-2 0-16,-1 0 0 0,2-4 0 0,0 1 0 0,-2-1 0 15,2-1 0-15,0-1 0 0,1-3-16 16,0 0-402-16,-4 1-70 0,4-1-72 0,-5-8-53 16,-1 2-403-16,3-2-1101 0,-2-4 486 0</inkml:trace>
  <inkml:trace contextRef="#ctx0" brushRef="#br0" timeOffset="304889.7609">26867 10871 343 0,'-5'-7'394'0,"-3"-2"11"0,-1 1 23 16,5 4 22-16,-6-3 11 0,3 0 11 0,1 3 4 16,1-1-9-16,0 2-7 0,0-3-18 0,1 2-15 15,0-1-17-15,1 2-23 0,1-2-29 0,2 5-31 16,-1-5-34-16,1 5-33 0,3-8-31 0,2 2-22 15,6 3-28-15,3-2-24 0,7 1-26 0,9 2-97 16,0 2-32-16,2 0 0 0,-2-1 0 0,1 3 0 16,0 1 0-16,-4-2 0 0,-6 0 0 0,2 3 0 15,-5-2 0-15,-5 1 0 0,4 4 0 0,-5-3 0 16,3 5 0-16,-4-1 0 0,-1 6 0 0,2-2 0 16,-2 4 0-16,3 6 0 0,-8-5 0 0,4 8 0 15,-4 0 0-15,-3-2 0 0,-2 4 0 0,-5 0 0 16,-2-2 0-16,-4 3 0 0,-3 0 0 0,-5-2 0 15,-4-1 0-15,-2 0 0 0,-6-1 0 0,-1-3 0 16,-2-2 0-16,0 0 0 0,0-4 0 0,-2 0 0 16,5-4 0-16,2-1 0 0,7-4 0 0,4-1 0 0,4-1 0 15,5-1 0-15,1-1 0 0,2 0 0 0,2-2 0 16,4 0 0-16,0 0 0 0,0 0 0 16,0 0 0-16,20-11 0 0,-9 6 0 0,3 0-243 15,-4 0-89-15,4 2-84 0,-2-1-79 0,6-1-103 0,-5 1-421 16,-4 1-1101-16,2-2 487 0</inkml:trace>
  <inkml:trace contextRef="#ctx0" brushRef="#br0" timeOffset="307873.989">27473 11085 207 0,'2'-2'260'15,"-2"2"9"-15,4-5-9 0,-4 5 1 0,2-3 10 16,-2 3 4-16,2-3 15 0,-2 3 25 0,1-5-5 15,-1 5 13-15,0 0 9 0,0 0 11 0,3-2-3 16,-3 2 7-16,0 0 2 0,2-4-5 0,-2 4-6 16,0 0-8-16,0 0-12 0,4-3-11 0,-4 3-11 15,0 0-12-15,0 0-6 0,0 0-21 0,0 0-15 16,0 0-20-16,0 0-16 0,0 0-189 0,0 0-17 16,0 0 0-16,0 0 0 0,0 0 0 0,0 0 0 15,0 0 0-15,0 0 0 0,-2 13 0 0,2-8 0 16,-2-1 0-16,2 5 0 0,0 1 0 0,0-1 0 0,0 1 0 15,-2-2 0-15,2 3 0 0,-3-2 0 0,6 1 0 16,-6-2 0-16,3 0 0 0,0-1 0 0,0-1 0 16,0 2 0-16,0-3 0 0,0-3 0 0,0 3 0 15,0-5 0-15,-1 5 0 0,1-5 0 0,0 0 0 16,0 5 0-16,0-5 0 0,0 0 0 0,-2 2 0 16,2-2-180-16,0 0-305 0,0-12-70 15,0 6-77-15,-2-4-425 0,6-1-1145 0,0-2 508 0</inkml:trace>
  <inkml:trace contextRef="#ctx0" brushRef="#br0" timeOffset="308033.3056">27542 10949 357 0,'0'0'460'0,"0"-9"1"0,0 9 7 16,-3-6-7-16,3 2-19 0,0 4-36 0,-1-6-43 15,-2 4-36-15,3 2-40 0,0 0-57 0,-1-6-75 16,1 6-91-16,0 0-97 0,-4-1-111 0,4 1-89 15,0 0-71-15,0 0-68 0,9 11-195 0,-5-7-612 16,6 1 271-16</inkml:trace>
  <inkml:trace contextRef="#ctx0" brushRef="#br0" timeOffset="309093.4279">27732 11133 78 0,'9'-3'437'0,"-9"3"23"0,4-5 14 15,-4 1 2-15,1 1-8 0,-1 3-21 16,3-10-23-16,-3 6-16 0,1 1-20 0,0-2-35 16,-1 0-25-16,0 0-32 0,4 0-32 0,-1 2-32 15,1 0-21-15,-3-1-23 0,4 0-19 0,0 2-17 16,0 1-14-16,2-1-20 0,0 2-17 0,2 2-10 16,0 0-8-16,0 0-10 0,1 3-5 0,-2 1-7 15,0 0-8-15,-1 2-10 0,1-3-5 0,-3 2-3 16,0 2 8-16,-2-2-19 0,-1 2-1 0,0 0-1 0,-2-2 4 15,0 2-6-15,-2 0-5 0,-3 1-3 0,1-2 0 16,-3 0 1-16,-2 0-19 0,0-2-5 16,-2 1-14-16,-1-2-9 0,0 1-8 0,1-2 7 15,-2-1 0-15,0-2 9 0,3 2 4 0,2-3 8 0,3 1 3 16,-3-2 11-16,2-2 23 0,2-1 10 0,2 0 4 16,2-3 4-16,0 0-4 0,2-3 14 15,7-1-14-15,-4 2 6 0,4-5 4 0,2 0-5 16,1 1 0-16,3 2-5 0,-4 0 2 0,-1 3-3 0,2 0-3 15,-2 2-2-15,-1-1-7 0,0 2-1 0,1 2-6 16,-2 1 0-16,-1 1-3 0,2 1 0 0,-2 1-8 16,0-1-1-16,0 3 2 0,-1 2 5 15,-1 0-8-15,2 2 4 0,-1-2-5 0,-1 2 2 0,0-1-5 16,-3 1 2-16,1 2 1 0,2-3 0 0,-5 1-4 16,3 0 3-16,-2-1-2 0,3 0-2 0,-4 0 6 15,1 0-2-15,-1-1-4 0,0-1 0 0,3 0-4 16,-2 1 3-16,-1-3-6 0,0-2 3 0,0 4 5 15,0-4-5-15,4 2 5 0,-4-2 6 0,0 0-1 16,0 0-4-16,0 0 1 0,15-4 0 0,-8 0-1 16,-1-1 0-16,3-1 3 0,1 0-2 0,-2 0 6 15,4 1 8-15,0-2-1 0,-1 0 2 0,-1 1 8 16,0 1 7-16,0 1 10 0,-1-1 6 0,1 0-3 16,-3 3-8-16,0-1-1 0,1 2-18 0,-3-1-17 15,4 0 0-15,-2 1 0 0,0 1 0 0,-7 0 0 16,13 3 0-16,-7-1 0 0,1 0 0 0,-2 3 0 15,0-1 0-15,0 1 0 0,-4-1 0 0,6 1 0 16,-5 0 0-16,1 1 0 0,1-1 0 0,-3-1 0 0,2 3 0 16,-2-4 0-16,-1 2 0 0,0-1 0 15,1 2 0-15,-1-2 0 0,0-4-25 0,0 5-27 16,0-5 12-16,3 3 7 0,-3-3 1 0,0 4 11 16,0-4 7-16,0 0 5 0,1 5 3 0,-1-5-6 0,0 0 1 15,9-12-2-15,-5 7 5 0,1-1 0 0,3-1 1 16,2 0 3-16,-3-2 6 0,2 1 7 15,0-2-2-15,3 3-9 0,-1-1 11 0,-2 0 0 0,3 4 1 16,-1-1 10-16,1-1-12 0,-3 2 1 0,2-1-1 16,-1 2 0-16,-5 3-6 0,7 0 2 0,-2 0 1 15,-1 0 4-15,0 2-10 0,-1-1 3 0,1 3 0 16,-2 1-2-16,1 1 12 0,-1 1-18 0,-2 0 8 16,2 1 3-16,-4-3-4 0,2 3-3 0,-3-2-1 15,1 1 9-15,0-1-12 0,-2 0 4 0,0 0-6 16,1 1-10-16,-2 0-5 0,0-3-3 0,1 1-4 15,-1 0-3-15,1-1 6 0,-1 0 9 0,0-4 1 16,3 2 6-16,-3-2 6 0,2 4-5 0,-2-4 3 16,0 0 0-16,0 0-1 0,10-7 11 0,-5 0-12 15,2 2 5-15,-1 0-1 0,4-3 0 0,-4 0 0 16,3 1 3-16,3 0 7 0,-5 0 29 0,0 1-8 16,1 0 2-16,1 1 1 0,-3 2 3 0,-2-2 3 15,1 2 9-15,-1 0-7 0,1-1-4 0,0 1-3 16,-1 1-2-16,-4 2-3 0,5-2-4 0,-5 2-13 15,0 0 2-15,8 1 2 0,-8-1-6 0,5 3-6 16,-1 0 0-16,1 1 0 0,-1 1 0 0,0-1 0 16,1 3 0-16,0-2 0 0,-1 1-43 0,0-1-57 15,1 1-51-15,0 0-54 0,0 1-60 0,-1-2-75 16,1 1-67-16,-1-1-69 0,3-3-69 0,-2 2-399 0,4-2-1022 16,2-2 453-16</inkml:trace>
  <inkml:trace contextRef="#ctx0" brushRef="#br0" timeOffset="309578.3726">28953 11141 141 0,'0'-5'341'0,"0"5"7"16,0 0 2-16,0 0-7 0,-5-5-11 0,5 5-16 15,0 0-19-15,-3-3-26 0,3 3-20 0,0 0-17 16,0 0-22-16,0 0-16 0,0 0-16 0,-1-3-17 15,1 3-2-15,0 0-23 0,0 0-5 16,0 0-7-16,0 0-12 0,0 0-4 0,0 0-1 0,0 0-1 16,0 0 2-16,0 0 2 0,0 0 5 0,0 0 4 15,0 0 2-15,0 0 4 0,0 0-6 0,0 0 0 16,0 0 6-16,0 0-4 0,14 0 11 0,-8-2 4 16,2 2-8-16,-2-3 7 0,1-2 1 0,-1 2-13 15,0-2-6-15,-1 1 4 0,1 0-2 0,0 1 7 16,-3-2-4-16,-1 1-10 0,2 2-16 0,-3-3 0 15,-1 3-5-15,4-1-5 0,-4 3-11 0,-4-8-47 16,4 8-30-16,-5-2 0 0,1-1 0 0,4 3 0 16,-9 0 0-16,9 0 0 0,-17 4 0 0,8 1 0 15,-3 0 0-15,-1 0 0 0,-2 4 0 0,1-1 0 16,1 2 0-16,4 0 0 0,-2 2 0 0,2-3 0 16,1-1 0-16,-1 0 0 0,7-1 0 0,-1 2 0 15,-1-1 0-15,4 0 0 0,3 1 0 0,-1-2 0 16,5 2 0-16,3-2 0 0,1 0 0 0,10 1 0 0,-2 0 0 15,7-1 0-15,0 1 0 0,-3-7 0 16,4 1 0-16,1-2 0 0,-7-3 0 0,6 0-61 16,-7 0-184-16,2-2-61 0,-2-4-55 0,-1 2-60 15,-2-4-55-15,3-4-52 0,-2 7-49 0,-5-5-293 0,-1 1-942 16,0-4 417-16</inkml:trace>
  <inkml:trace contextRef="#ctx0" brushRef="#br0" timeOffset="309847.3535">29353 10861 186 0,'0'-10'375'0,"0"1"24"0,1 0 50 16,-2 0 27-16,-1 3 16 0,1-1 14 0,1 3 4 16,-1-1 3-16,1 2-14 0,0 3-8 0,0-7-19 15,0 7-25-15,-3-2-31 0,3 2-43 0,0 0-31 16,0 0-40-16,0 0-28 0,0 0-20 0,0 0 15 16,-2 15-123-16,0-5-146 0,1 1 0 0,1 7 0 15,-1-2 0-15,0 3 0 0,-2 0 0 0,3 5 0 16,-4 0 0-16,0-5 0 0,4 7 0 0,-3-9 0 15,0 3 0-15,-1-2 0 0,2 0 0 0,-1-2 0 16,2 0 0-16,-3 0 0 0,1-5 0 0,2 1 0 16,1-1 0-16,-5-3 0 0,5-1 0 0,0-1 0 15,3 1 0-15,-1-2 0 0,-2-2 0 0,0 2 0 16,4 0 0-16,1-4-271 0,1 0-441 0,2-1-490 16,6-1-1301-16,-1-2 575 0</inkml:trace>
  <inkml:trace contextRef="#ctx0" brushRef="#br0" timeOffset="310611.9663">29562 11091 379 0,'0'0'395'0,"3"-2"5"0,-3 2-3 0,0 0-6 16,0 0-15-16,0 0-20 0,0 0-29 15,0 0-33-15,0 0-30 0,0 0-23 0,0 0-23 16,0 0-20-16,0 0-17 0,0 0-21 0,0 0-19 0,0 0-12 15,0 0-12-15,0 0-11 0,0 0-7 0,0 0 0 16,0 0-6-16,0 0-1 0,6 5 1 0,-6-5-10 16,0 0 0-16,7 2-6 0,-7-2-1 15,11 0 0-15,-4 0 4 0,0-2 11 0,5 1 5 0,-2-2 3 16,-4 2-4-16,3-4-5 0,3 1-2 0,-2 0 3 16,-5 0-3-16,0-1 2 0,0 3-4 0,0-2 1 15,-1 0-13-15,0-2-5 0,-3 3-17 16,-1-1 3-16,0 1-12 0,0-3-3 0,-1 0-1 0,-3 3-4 15,0 0-17-15,-1-2 5 0,-4 4-6 0,4-2-1 16,-2 3 0-16,7 0-4 0,-20 0-2 0,10 1-3 16,-1 3-1-16,-1 0 3 0,1 2 1 15,-5 2-9-15,6 1 6 0,0-2-4 0,-3 6-4 0,7-3 2 16,-2 0-1-16,3 1-10 0,1 0-7 0,2-1 2 16,2-2-1-16,3 4 2 0,0-3 3 0,3 0 4 15,2 0 0-15,2 0-2 0,8-1 3 0,-1 2 1 16,-1-4 2-16,3-3 0 0,3 1 4 0,-3-1-2 15,13-6 0-15,-5 1 2 0,3-2 2 0,-10 1-3 16,-2-6 5-16,1 2 11 0,-2 1 13 0,-1-4-1 16,0 0 3-16,-2 0 10 0,-4 3 1 0,-1-2-5 15,-2 1-4-15,-3 2 2 0,2-3-11 0,-3 2-1 16,-3 2-9-16,0-2-6 0,-1 2 3 0,-3 0 9 16,0 0-13-16,-1 0-2 0,0 0 7 0,0 2-10 15,0 0 3-15,1-1-2 0,0 3-5 0,0-1 1 16,4 2 4-16,-5-1-3 0,5 1 4 0,0 0-8 15,0 0-9-15,-7-3 17 0,7 3-6 0,0 0 3 16,0 0 4-16,0 0-8 0,0 0 8 0,0 0-2 16,0 0 2-16,20 3 1 0,-13-2 0 0,0 2 0 15,2 1 6-15,1-1 1 0,-3-1 0 0,0 4-7 16,1-5 12-16,-3 4-7 0,3-1-3 0,-3-1-2 16,4 3 16-16,-3 2 9 0,1-2-3 0,-5 3-8 15,1 1-6-15,1-2 16 0,-3 2-1 0,3 0-17 0,-4 1-12 16,1-1 0-16,-1 2 0 0,0 1 0 0,-4-4 0 15,4 4 0-15,-1-5 0 0,1 0 0 16,0 1 0-16,0-2 0 0,1-1 0 0,2 0 0 0,0 1 0 16,1-1 0-16,3 2 0 0,1-4 0 0,2 2 0 15,0-3-46-15,2 2-92 0,0-5-46 0,0 0-55 16,2-4-61-16,-1 0-65 0,-2 0-52 0,-1-1-57 16,-1-5-61-16,-4 1-381 0,4-6-992 0,0-2 439 15</inkml:trace>
  <inkml:trace contextRef="#ctx0" brushRef="#br0" timeOffset="310917.9633">29772 10943 84 0,'-22'-3'346'0,"4"-1"10"0,4 1 11 16,4 1 39-16,-3-1 6 0,6 3 14 0,0-2 9 15,-2 0 5-15,4 1-5 0,5 1 1 0,-9-1-3 16,9 1-4-16,-4-1-6 0,4 1-15 0,0 0-27 15,-4-5-35-15,4 5-33 0,0 0-33 0,13-5-31 16,1 2-22-16,4-4-22 0,13 3-13 0,3-3-30 16,6-1-162-16,12-2 0 0,2 2 0 0,0-1 0 15,-3 0 0-15,-12 2 0 0,10-3 0 0,2 2 0 16,-15 4 0-16,-1-3 0 0,-5 1 0 0,2 3 0 16,-15-2 0-16,4 1 0 0,-8 2 0 0,-1-1 0 0,-2 2 0 15,-4 0 0-15,2 0 0 0,-3 0 0 0,0-1 0 16,0 1 0-16,-5 1 0 0,5-2 0 15,-5 2 0-15,0 0-198 0,0 0-229 0,0 0-30 16,0 0-48-16,0 0-57 0,-11 9-445 0,7-5-1092 0,-2-2 484 16</inkml:trace>
  <inkml:trace contextRef="#ctx0" brushRef="#br0" timeOffset="312529.2889">6479 11991 307 0,'0'-3'399'0,"-4"1"-1"15,4 2 12-15,-1-10-6 0,1 7-4 0,0 3-8 16,-3-8-11-16,3 5-13 0,0 3-6 0,-1-7-3 15,1 4-12-15,0 3-15 0,0-4-8 0,0 4-15 16,0 0-29-16,-4-4-17 0,4 4-32 0,0 0-18 16,0 0-22-16,0 0-21 0,0 0-12 0,0 0-10 15,0 0 1-15,0 0-6 0,5 14-4 0,-2-8 2 16,-2 2 3-16,3 5 1 0,-3-4-2 0,3 6-102 16,1 0-41-16,-1 3 0 0,0 2 0 0,-3-2 0 15,6 0 0-15,-5 1 0 0,1 7 0 0,-2-7 0 16,-1 1 0-16,0-1 0 0,0 7 0 0,4-7 0 15,-4 5 0-15,0-5 0 0,-4-1 0 0,4 2 0 16,0-7 0-16,0 5 0 0,0-3 0 0,-4-3 0 16,4 0 0-16,0-2 0 0,0-5 0 0,0 2 0 15,0 0 0-15,0-3 0 0,0 1 0 0,0-1 0 16,0 0 0-16,0-4 0 0,0 5 0 0,0-5 0 16,0 0 0-16,0 5 0 0,0-5 0 0,0 0 0 0,0 0 0 15,3-14 0-15,-2 10 0 0,-1-2 0 0,5-4-122 16,-1-2-376-16,-3-1-80 0,-1-2-74 15,0-3-406-15,3-1-1144 0,-2 1 507 0</inkml:trace>
  <inkml:trace contextRef="#ctx0" brushRef="#br0" timeOffset="312998.8592">6326 11899 226 0,'-4'-11'439'16,"0"2"8"-16,1-3 0 0,1 1 8 0,-2 2-4 15,0 1-11-15,4 2-14 0,0-4-24 0,-1 2-21 16,2 1-20-16,-2 0-15 0,2 0-24 0,3 2-20 16,0-1-16-16,1 1-25 0,5-2-6 0,3 2-9 15,4 0 6-15,2 1-22 0,4 3-5 0,6 2-25 16,-1 2-23-16,4 3-8 0,3 2-5 0,2 3-13 15,-3 3-21-15,2 4-130 0,10 2 0 0,-2 7 0 16,-10-9 0-16,11 10 0 0,-6 1 0 0,-8-7 0 16,-4 2 0-16,-3-2 0 0,-6 3 0 0,0-2 0 15,-1 2 0-15,-6 0 0 0,-2-1 0 0,-6 4 0 16,-3 2 0-16,-2-1 0 0,-5 1 0 0,-7 1 0 0,-7 13 0 16,-7-7 0-16,0 2 0 0,1-11 0 0,-9 7 0 15,0-3 0-15,7-6 0 0,-14 3 0 16,3-1 0-16,9-9 0 0,2-4 0 0,2 0 0 0,2-3 0 15,1-1 0-15,7-4 0 0,0-1 0 0,-1-1 0 16,9-2 0-16,-2-1 0 0,3-2 0 0,3 1 0 16,-3-1 0-16,8 0 0 0,-10-4 0 15,8-1 0-15,-1 4 0 0,3 1 0 0,0-7 0 0,1 3 0 16,3-4 0-16,6 3 0 0,-6 0 0 0,6 1 0 16,3-1 0-16,-3 1 0 0,3 1-485 0,0 1-86 15,5-3-63-15,-4 5-450 0,3-4-1174 0,0-1 519 16</inkml:trace>
  <inkml:trace contextRef="#ctx0" brushRef="#br0" timeOffset="313630.089">7141 12404 309 0,'4'-6'386'0,"-3"1"3"0,-1-2 5 0,0 0-2 15,4-1-7-15,-4 3-19 0,0 0-15 0,1-1-15 16,-1 2-18-16,0 1-22 0,0-2-23 0,0 5-21 16,-1-6-31-16,1 6-20 0,-4-1-24 0,4 1-10 15,0 0-14-15,0 0-16 0,-19 7-9 0,10 0-7 0,0-2-7 16,0 2-12-16,-2 2-10 0,-1 3-8 0,-1-1-9 15,3 3-2-15,-3-2-11 0,2 0-6 16,-1-1-2-16,3 0-6 0,2-4-4 0,-1 3-6 16,3-6-5-16,1 1-3 0,0 1-2 0,2-1-3 0,-2-3-2 15,1 3 9-15,3-5 14 0,0 3-1 0,0-3-6 16,10 3 9-16,-4-3-7 0,1 0 2 0,6 0 0 16,-1-1-1-16,0-1 4 0,2 2 5 0,4-1-4 15,0 1 2-15,0 3 4 0,0-2 4 0,0 2 2 16,-5-1-12-16,-3 0-1 0,4 1-12 0,-2 0 4 15,0 2-7-15,-3 0 0 0,0 0 0 0,-1-2-3 16,-6 5-3-16,3-1-4 0,-1 2-5 0,-2-3 9 16,-1 2-2-16,-2 2 3 0,-3 0-2 0,-1 0-8 15,-4-4 5-15,1 6 1 0,-6-1-2 0,0-1 3 16,-3 1-8-16,2-3 16 0,-3 3 10 0,0-3 1 16,7-3-2-16,-6 3-40 0,8-4 0 0,-5-1 0 15,5 0 0-15,1-1 0 0,1 1 0 0,-2-2 0 16,2 1 0-16,1-2 0 0,6 0 0 0,-9-2 0 15,9 2 0-15,-10-2 0 0,6 0 0 0,4 2 0 0,-4-4 0 16,2 1 0-16,2 3 0 0,-2-5 0 16,1 2 0-16,1 3 0 0,-1-5 0 0,1 5 0 15,0 0 0-15,0-5 0 0,0 5 0 0,0 0 0 16,2-3 0-16,-2 3 0 0,3-2 0 0,-3 2 0 0,0 0-255 16,11-2-88-16,-3 2-42 0,-8 0-35 15,13 2-53-15,-8-5-48 0,4 3-445 0,1 0-1046 16,0-2 463-16</inkml:trace>
  <inkml:trace contextRef="#ctx0" brushRef="#br0" timeOffset="315815.217">6470 11637 201 0,'0'0'228'0,"-1"-3"1"15,-3-1-2-15,0 2-11 0,4 2-5 0,-3-5-9 16,1 3 0-16,-1-2-1 0,3 4-7 0,-5-5 3 15,5 5-1-15,-3-2-4 0,3 2 1 0,0 0 5 16,-3-4-6-16,3 4-7 0,-3-3 0 0,3 3-11 16,0 0-10-16,0 0-10 0,0 0-7 0,0 0-15 15,0 0-2-15,0 0-8 0,0 0-5 0,0 0-1 16,0 0-3-16,0 0 1 0,0 0 6 0,0 0 6 0,0 0 7 16,0 0 1-16,8 9 10 0,-7-6 10 15,4 0 15-15,0 0 12 0,3 0 4 0,5 1 7 16,0-3 0-16,6 3-2 0,9-1-8 0,3 0-3 0,3-1-10 15,4-1 0-15,15-2-9 0,-2 1-10 0,1-2-20 16,3 0-130-16,3-3 0 0,2-1 0 0,-1-2 0 16,0 4 0-16,-6 0 0 0,-13-2 0 0,-6 0 0 15,-4 1 0-15,-3 5 0 0,-11 0 0 0,-3-1 0 16,-3 0 0-16,-1 1 0 0,0 0 0 0,-1-2 0 16,-8 2 0-16,6-1 0 0,-6 1 0 0,8 1 0 15,-8-1 0-15,5 2 0 0,-5-2 0 0,0 0 0 16,0 0 0-16,0 0 0 0,0 0 0 0,0 0 0 15,0 0 0-15,0 0 0 0,0 0 0 0,0 0 0 16,-23-4 0-16,18 4 0 0,5 0-361 0,-10-2-136 16,2 0-82-16,4 1-77 0,4 1-361 0,-9 0-1101 15,5-3 487-15</inkml:trace>
  <inkml:trace contextRef="#ctx0" brushRef="#br0" timeOffset="316283.1972">7913 12341 316 0,'0'0'389'0,"-7"1"12"0,7-1 19 0,0 0 1 0,0 0-3 15,-8-2 6-15,8 2-6 0,0 0 2 16,0 0-7-16,0 0-7 0,0 0-8 0,0 0-17 15,0 0-19-15,-2-4-24 0,2 4-31 0,0 0-22 0,0 0-26 16,14-7-26-16,-6 6-20 0,1-2-19 0,5 1-19 16,-2 2-18-16,8-4-23 0,-6 4-5 0,0-2-18 15,4-3-42-15,0 5-69 0,3-1 0 0,-8 0 0 16,-1 1 0-16,1-3 0 0,-4 3 0 0,2 2 0 16,-5-2 0-16,-6 0 0 0,12-3 0 0,-7 2 0 15,-2 0 0-15,-3 1 0 0,0 0-49 0,6-1-238 16,-6 1-67-16,0 0-55 0,0 0-51 0,0 0-54 15,-18 4-51-15,9 0-361 0,2-3-1003 0,-2 6 444 16</inkml:trace>
  <inkml:trace contextRef="#ctx0" brushRef="#br0" timeOffset="316614.4091">7867 12509 215 0,'-4'2'464'0,"4"-2"15"0,0 0 16 0,0 0 5 16,-4 3-4-16,4-3-13 0,0 0-19 0,0 0 0 0,0 0-36 16,0 0-30-16,0 0-24 0,0 0-20 0,14 1-23 15,-7-1-17-15,3 0-10 0,3-1-11 16,-1 1-16-16,1 0-14 0,6-3-18 0,0 1-9 0,2 1-13 16,-2 0-132-16,4-1-91 0,6 0 0 0,-10 2 0 15,1-2 0-15,-1 1 0 0,0-1 0 0,-1-2 0 16,-5 2 0-16,0 1 0 0,-7 1 0 0,7-2 0 15,-3 0 0-15,-2 1 0 0,-3 0 0 0,0 0 0 16,0-1 0-16,-1 0 0 0,-4 2 0 0,5-2 0 16,-5 2 0-16,0 0 0 0,5-3 0 0,-5 3 0 15,0 0 0-15,0 0 0 0,0 0 0 0,0 0 0 16,0 0 0-16,0 0 0 0,0 0 0 0,-10-3-247 16,10 3-227-16,0 0-42 0,-9-1-44 0,9 1-40 15,-8-2-366-15,8 2-1046 0,0 0 463 0</inkml:trace>
  <inkml:trace contextRef="#ctx0" brushRef="#br0" timeOffset="319523.0643">10319 11929 118 0,'-3'-5'346'0,"-1"2"9"0,-1-1 9 16,3-1 1-16,0-1 10 0,-2 1 8 0,3 0 10 15,1-2 0-15,0 1-4 0,0-1-11 0,0 0-14 16,0 0-3-16,5-1-11 0,-3 1-3 0,0-1-13 16,-1 5-14-16,1-3-11 0,0 1-13 0,-2 0-12 15,2 2-16-15,-2-2-9 0,0 5-13 0,2-5-16 16,-2 5-17-16,2-5-62 0,-2 5-151 0,1-3 0 15,-1 3 0-15,0 0 0 0,0 0 0 0,0 0 0 16,0 0 0-16,0 0 0 0,0 0 0 0,0 0 0 16,4 16 0-16,-4-8 0 0,0 5 0 0,2-1 0 15,0 5 0-15,-2 3 0 0,0-1 0 0,0 5 0 16,0 1 0-16,0-7 0 0,-2 9 0 0,0-8 0 0,0 8 0 16,0-6 0-16,1 4 0 0,-3 0 0 0,0-4 0 15,1 4 0-15,1-7 0 0,2-5 0 16,-5 4 0-16,4-1 0 0,-2-1 0 0,1-3 0 15,1-2 0-15,1 1 0 0,-2-1 0 0,2 0 0 0,-1-4 0 16,1 0 0-16,-1-1 0 0,-1 2 0 0,4-2 0 16,-4-4 0-16,2-1 0 0,2 6 0 0,-2-6 0 15,-2 4 0-15,2-4 0 0,0 0 0 0,-1 4 0 16,1-4 0-16,0 0 0 0,0 0 0 0,0 0 0 16,0 0 0-16,0 0 0 0,0 0 0 0,0 0 0 15,0 0 0-15,0 0 0 0,-2-12 0 0,-1 10 0 16,0-3 0-16,1-1 0 0,-2 1-361 0,-2-3-304 15,-1 0-530-15,1 0-1293 0,-2 1 572 0</inkml:trace>
  <inkml:trace contextRef="#ctx0" brushRef="#br0" timeOffset="320388.9041">9306 12665 160 0,'0'0'202'0,"0"0"-3"0,0 0-6 16,-9-3 1-16,9 3-1 0,0 0-3 0,0 0-8 16,0 0-1-16,0 0-7 0,-9-1-6 0,9 1-4 15,0 0-7-15,0 0 2 0,-8 0-13 0,8 0-1 16,0 0-8-16,0 0-7 0,0 0-5 0,0 0-2 16,0 0 4-16,0 0-3 0,0 0 19 0,0 0-20 0,0 0 14 15,0 0 9-15,0 0 9 0,0 0 16 16,0 0-7-16,17 4 2 0,-8-2-6 0,5-1-1 15,4 1-2-15,1-1-2 0,13 1-6 0,0-2-3 0,6 3 2 16,20-2-4-16,1-2 9 0,2 1-7 0,5-3-1 16,29 2-3-16,-4-4 13 0,2-1-16 0,9 2-4 15,2-2-12-15,7-2 3 0,4 2-2 16,5-4 0-16,-2 0-2 0,6 0-1 0,-2 0-2 0,6 1-6 16,5 3-7-16,0-4-4 0,-8 4-102 0,3 0 0 15,-3-2 0-15,-3 0 0 0,4 4 0 0,-4-2 0 16,-5 4 0-16,-3 0 0 0,-8-2 0 0,-5 0 0 15,-10 3 0-15,-25 2 0 0,24-2 0 0,-29-1 0 16,-6 2 0-16,1 0 0 0,-5 2 0 0,-14 0 0 16,-2-2 0-16,-6 2 0 0,-10 0 0 0,1-1 0 15,-9 1 0-15,2-3 0 0,-7 2 0 0,1 1 0 16,-2 0 0-16,-1-1 0 0,-4-1 0 0,3 4 0 16,-3-4 0-16,0 0 0 0,-6 5 0 0,2-1 0 15,-6-1 0-15,-4-1 0 0,1 0-245 0,-6 3-200 16,-2-3-71-16,-8 0-88 0,-2 1-460 0,-2-1-1152 15,-3-1 510-15</inkml:trace>
  <inkml:trace contextRef="#ctx0" brushRef="#br0" timeOffset="321757.1226">9919 13127 3 0,'8'-1'165'15,"-4"0"0"-15,-4 1 0 0,0 0 1 0,7-2 1 16,-7 2 4-16,0 0 2 0,12 0 6 0,-7 0-1 16,-5 0 7-16,9-2 2 0,-4 0 3 0,2 2 5 15,-1-1-1-15,-6 1-1 0,14 0 8 0,-6 0 5 16,-2 1 0-16,2-1 0 0,-1 0 4 0,-7 0-1 16,12 0 2-16,-7 0-9 0,3 2-5 0,-2-2-11 15,-2-3-16-15,-4 3-9 0,0 0-13 0,8 4-5 16,-8-4 16-16,0 4 9 0,0-4 4 0,-9 4-6 15,-1-2 9-15,-7 5-9 0,-4-5-8 0,-8 5-8 0,-2-2-8 16,2 1-17-16,-4 0 11 0,-1 0-9 16,1-2 27-16,-1 1-4 0,-1-1-12 0,3 3-2 0,2-2-7 15,-1-1-13-15,9-1-9 0,1 0-22 0,1 0-85 16,1-2 0-16,5 1 0 0,0 0 0 0,4-1 0 16,1 2 0-16,0-3 0 0,4 0 0 0,-2 0 0 15,2 1 0-15,5-1 0 0,-9 2 0 0,9-2 0 16,0 0 0-16,-6 2 0 0,6-2 0 0,0 4 0 15,0-4 0-15,0 6 0 0,0-3 0 0,4 1 0 16,-3 1 0-16,3-2 0 0,2 3 0 0,3 1 0 16,-4-2 0-16,6 4 0 0,-1-5 0 0,0 2 0 15,-1 3 0-15,8 0 0 0,-2-1 0 0,3 0 0 16,1 1 0-16,5 3 0 0,3-1 0 0,-3 3 0 16,3-3 0-16,0 0 0 0,0 0 0 0,0 1 0 15,-11-2 0-15,0 0 0 0,-1-1 0 0,-1-1 0 16,-2 0 0-16,-5-2 0 0,5 1 0 0,-5 0 0 0,1-2 0 15,-4 1 0-15,1-1 0 0,-1-1 0 16,1-1 0-16,-4-1 0 0,0 2 0 0,2 0 0 16,-3-4 0-16,1 4 0 0,2-1 0 0,-3-3 0 0,-4 4 0 15,1 0 0-15,3-4 0 0,-5 5 0 0,-1-3 0 16,1 2 0-16,-1-1 0 0,-1 3 0 0,-3-2 0 16,-2 2 0-16,2 3 0 0,-2-5 0 0,-5 6 0 15,0-2 0-15,-1 3 0 0,-6 5 0 0,1-1 0 16,-5 2 0-16,0 4 0 0,-3-1 0 0,1 0 0 15,-10 8 0-15,9-5 0 0,-1-1 0 0,-9 9 0 16,9-9 0-16,0 1 0 0,2 0 0 0,2-1 0 16,-2-1 0-16,2 1 0 0,0-4 0 0,2 0 0 15,4-1 0-15,7-5 0 0,-2-2 0 0,4 1 0 16,-1-1 0-16,5-2 0 0,1-3 0 0,3-2 0 16,-3 1 0-16,4 3 0 0,1-3 0 0,-3-4 0 15,5 1 0-15,-4 1 0 0,5-2 0 0,-3 3 0 16,3-3 0-16,-3 3 0 0,3-3 0 0,0 0 0 15,-3 5 0-15,3-5 0 0,0 0 0 0,0 0 0 16,-2 4 0-16,2-4 0 0,6 3 0 0,-1-2 0 16,0 1 0-16,2 2 0 0,4-3 0 0,1 2 0 15,4-1 0-15,5 0 0 0,8-1 0 0,0 2 0 0,6-2 0 16,2 0 0-16,17-1 0 0,3 0 0 0,-2-2 0 16,4 2 0-16,-2-4 0 0,-2 1 0 15,3 0 0-15,-21 2 0 0,4 0 0 0,-9-2 0 16,1 2 0-16,-4-2 0 0,-8 0 0 0,-3 3 0 0,-8 0 0 15,4 0 0-15,-1 0 0 0,-4 0 0 0,-3 0 0 16,3 0 0-16,-2-2 0 0,1 2 0 0,-3-1 0 16,-5 1 0-16,8 1 0 0,-8-1 0 0,0 0 0 15,7 0 0-15,-7 0 0 0,0 0 0 0,0 0 0 16,0 0 0-16,4 2 0 0,-4-2 0 0,0 0 0 16,0 0 0-16,0 0 0 0,0 0 0 0,0 0 0 15,0 0 0-15,-13 4 0 0,10-2-483 0,3-2-174 16,-10 3-519-16,4-2-1273 0,6-1 564 0</inkml:trace>
  <inkml:trace contextRef="#ctx0" brushRef="#br0" timeOffset="324426.8826">10932 13309 47 0,'0'0'72'0,"0"0"4"0,0 0-6 0,0 0 10 0,0 0 2 15,0 0 5-15,0 0 2 0,0 0 9 0,0 0 2 16,0 0 1-16,0 0-4 0,0 0-1 0,0 0-2 15,-4-2-2-15,4 2 5 0,0 0 6 0,0 0-3 16,0 0-1-16,0 0 3 0,-4-2-1 0,4 2 3 16,0 0 3-16,0 0 4 0,0 0 7 0,-8-2 4 15,8 2 3-15,0 0 2 0,-4-3 11 0,4 3 2 16,0 0-2-16,0 0 12 0,0 0 2 0,-3-2 4 16,3 2 5-16,0 0 3 0,0 0 5 0,0 0-5 15,-3-4-4-15,3 4-6 0,0 0-8 0,0 0-2 16,-1-4-5-16,1 4-4 0,0 0-1 0,2-7-6 0,-2 7-7 15,4-3-3-15,0 2-8 0,1-1-7 16,-5 2-9-16,8-4-9 0,-2 3-5 0,1-2-3 16,-1 2-6-16,3-1-1 0,1 2-5 0,2 0-7 15,2 2-5-15,-2 0-3 0,9 1 1 0,-7 0-1 16,0 0-4-16,3 1-4 0,-6 2-3 0,6 0-3 0,-6-3-4 16,-2 2-1-16,1 0-1 0,0 1-7 15,-2 2-1-15,-1-1 0 0,-1 1-2 0,0 3-1 0,-2 0-18 16,-3-1 2-16,2 4 3 0,-2-2 1 0,-1 0 7 15,-1 6 15-15,-4 0 6 0,-3-2-3 0,2 1 6 16,-7 7 3-16,-1-5 0 0,3-2 2 0,-6 4 3 16,4-7 9-16,-3 0-8 0,4 1 0 0,-1-2-1 15,-2-2 1-15,6-5-8 0,1 3 7 0,-1-2-3 16,4-3 2-16,0 1 3 0,0-2-7 0,1 0 9 16,2-1-1-16,-1 1 11 0,3-3 15 0,-4 3 15 15,4-3-50-15,0 0-40 0,0 0 0 0,0 0 0 16,0 0 0-16,0 0 0 0,18-11 0 0,-14 4 0 15,1-1 0-15,5 1 0 0,2-6 0 0,-2-1 0 16,3 0 0-16,0-1 0 0,3-8 0 0,2 2 0 16,0-1 0-16,0-3 0 0,1-2 0 0,0-1 0 15,-1 3 0-15,1-4 0 0,-2 1 0 0,-2 4 0 16,1-1 0-16,-1 2 0 0,-5 8 0 0,2 0 0 0,-2 0 0 16,-5 1 0-16,3 3 0 0,-1 1 0 0,-2 3 0 15,-1-1 0-15,0 3 0 0,0 2 0 16,0-1 0-16,-3-1 0 0,0 3 0 0,-1 2 0 0,4-2 0 15,-4 2 0-15,0 0 0 0,0 0 0 0,-2 11 0 16,-2-6 0-16,1 5 0 0,-2 0 0 0,1 1 0 16,-1 0 0-16,-4 3 0 0,-1 1 0 15,4 0 0-15,-3 2 0 0,-3 3 0 0,-1 1 0 0,4-4 0 16,-1 2 0-16,4-2 0 0,-2 1 0 0,-1-1 0 16,4-1 0-16,1 1 0 0,0 0 0 0,3-3 0 15,-4 0 0-15,5-3 0 0,0 6 0 0,0-6 0 16,3 0 0-16,3 0 0 0,-1 0 0 0,4-1 0 15,0 0 0-15,0-1 0 0,2 0 0 0,5-2 0 16,2 2 0-16,-3-3 0 0,4-1 0 0,-3-2 0 16,3 3 0-16,-6-5 0 0,0 1 0 0,0-1 0 15,1-1 0-15,-5 0 0 0,2 0 0 0,1-1 0 16,-7-1 0-16,3 2 0 0,-8 0 0 0,10-1 0 16,-2-1 0-16,-4 0 0 0,-4 2 0 0,6-2 0 15,-6 2 0-15,4-1 0 0,-4 1 0 0,3-5 0 16,-3 5 0-16,0 0 0 0,0 0 0 0,-7-6 0 15,3 2-377-15,-1 2-34 0,5 2-21 0,-10-3-28 16,5 2-38-16,-3 0-30 0,3 0-387 0,-5-2-990 16,4 2 439-16</inkml:trace>
  <inkml:trace contextRef="#ctx0" brushRef="#br0" timeOffset="325325.3309">11649 13541 202 0,'0'0'328'0,"2"-5"-5"0,-2 5-2 0,-2-6-5 16,2 6 7-16,-2-4-6 0,2 4 10 0,0-7 3 16,0 7 0-16,0-3-5 0,0 3-4 0,2-4-5 0,-2 4-11 15,0 0-6-15,2-3-27 0,-2 3-24 16,0 0-20-16,0 0-20 0,0 0-6 0,0 0 11 15,0 0-2-15,0 0 0 0,0 13-9 0,0-7 1 0,-2 1-17 16,2 2-3-16,0 0-14 0,0 2-8 0,0-2-8 16,-2 2-6-16,2 2-15 0,0-4-10 15,-1 3-65-15,1-1-57 0,-3 1 0 0,3-2 0 0,-1 0 0 16,-1 1 0-16,2 0 0 0,-2-1 0 0,0-2 0 16,2 2 0-16,0-3 0 0,-2-2 0 0,1 2 0 15,1-4 0-15,0 1 0 0,-2 3 0 0,0-4 0 16,2-3 0-16,0 3 0 0,0-3 0 0,-2 2 0 15,2-2 0-15,0 0 0 0,6-8 0 0,-6 2 0 16,1 1 0-16,1-2-288 0,0-3-41 0,2 1-53 16,-4-1-24-16,0-1-47 0,0 0-55 0,1-7-49 15,-2 2-321-15,2-1-952 0,2-1 422 0</inkml:trace>
  <inkml:trace contextRef="#ctx0" brushRef="#br0" timeOffset="325547.482">11613 13316 222 0,'1'-5'369'0,"4"-1"5"16,-5-1 12-16,3 2 17 0,-2-3 10 0,3 2-3 15,-4 4-9-15,2-2-18 0,0 1-18 0,-2 3-28 0,2-5-26 16,-2 5-28-16,0-4-26 0,0 4-27 0,0 0-22 16,1-3-25-16,-1 3-15 0,0 0-13 15,0 0-19-15,0 0-16 0,8 11-10 0,-7-8-22 0,-1 2-40 16,0-2-52-16,0 2-51 0,0 1-55 0,3-1-63 15,-3-1-61-15,0 2-49 0,0-1-60 16,-3-2-58-16,6 2-62 0,-3-5-253 0,-4 6-776 16,4-3 344-16</inkml:trace>
  <inkml:trace contextRef="#ctx0" brushRef="#br0" timeOffset="326160.4296">10810 13960 22 0,'0'0'225'0,"-5"3"6"15,5-3 3-15,-4 2 5 0,4-2-2 0,-9 1 0 16,9-1 5-16,-5 4 0 0,1-3-1 0,4-1-2 15,-5 1 2-15,5-1 1 0,-8 1 3 0,8-1-5 16,0 0-3-16,-5 2 5 0,5-2-10 0,0 0 1 16,0 0-6-16,-3 2-1 0,3-2-8 0,0 0 2 15,0 0-12-15,0 0-6 0,0 0-6 0,-2 3 3 16,2-3-9-16,0 0-7 0,9 3 12 0,-9-3-16 16,18-1 5-16,4-1 6 0,7 2-4 0,3-1 4 15,7-2-15-15,14-1-1 0,7 0-10 0,8-4-13 16,34 2-118-16,8-2-33 0,5-2 0 0,9 1 0 15,1-2 0-15,1-3 0 0,-5 3 0 0,-5 0 0 0,-11 3 0 16,-14 1 0-16,-34 1 0 0,-3 1 0 16,-17 2 0-16,-5-2 0 0,-4 4 0 0,-9 0 0 15,1 1 0-15,-11-1 0 0,3-1 0 0,-7 1 0 16,0 0 0-16,-5 1 0 0,10-1 0 0,-10 1 0 0,7 1 0 16,-7-1 0-16,0 0 0 0,0 0 0 0,0 0 0 15,0 0 0-15,0 0 0 0,0 0 0 16,0 0 0-16,-20 2-173 0,14 0-304 0,1-1-45 0,-2 1-53 15,-2 3-51-15,2-2-344 0,-3 1-1050 0,4 0 464 16</inkml:trace>
  <inkml:trace contextRef="#ctx0" brushRef="#br0" timeOffset="326928.7705">11130 14309 280 0,'0'0'387'0,"0"-6"11"0,0 3 14 0,0 3 0 16,0-6 0-16,0 2-6 0,0 4-3 0,0-4-15 15,0 4-7-15,-3-6-17 0,3 6-10 0,0 0-9 16,-1-4-29-16,1 4-24 0,0 0-28 0,0 0-22 16,0 0-20-16,0 0-27 0,0 0-15 0,0 0 1 15,0 0 16-15,0 0 6 0,2 18-4 0,0-10-10 0,-2 4 2 16,1 0-12-16,3 4-4 0,-3 0-151 0,1-1-24 15,0 1 0-15,-1 3 0 0,2-1 0 16,-1 0 0-16,1 0 0 0,-2 0 0 0,-1 0 0 16,1 7 0-16,1 0 0 0,-2-8 0 0,-2 1 0 0,4-1 0 15,-4 1 0-15,2-2 0 0,0-2 0 0,3-2 0 16,0-2 0-16,-2 2 0 0,0-1 0 0,-1-3 0 16,1-4 0-16,1 4 0 0,-2-2 0 0,0-3 0 15,0 1 0-15,1 0 0 0,-1-4 0 0,-1 4 0 16,1-4 0-16,0 0 0 0,0 0 0 0,0 0 0 15,0 0 0-15,0 0 0 0,6-14-225 0,-6 7-259 16,0-2-52-16,2-5-67 0,-2 3-455 0,2-2-1145 16,-4-5 507-16</inkml:trace>
  <inkml:trace contextRef="#ctx0" brushRef="#br0" timeOffset="327361.5599">10989 14359 153 0,'-4'-3'367'0,"0"0"8"0,4 3 16 15,-5-3 8-15,5 3-2 0,0 0-7 0,-1-3-21 16,1 3-12-16,0 0-18 0,-2-4-21 0,2 4-15 16,0 0-34-16,0 0-20 0,8-4-26 0,-3 4-14 15,-5 0-3-15,13-2-12 0,1 2-4 0,-1-1 2 16,5 2-1-16,0 2-19 0,10-1 2 0,1 0-7 15,1 4-9-15,3 0 9 0,-1 4 0 0,0-5-4 16,1 10-1-16,-3-5-13 0,0 2-18 0,-3 2-3 16,-1 1-8-16,-5 1-17 0,-4-1-1 0,-2-3-55 0,-3 2-47 15,-3 1 0-15,-4 1 0 0,-3 10 0 16,-4-7 0-16,-6-1 0 0,-1 7 0 0,-6-2 0 16,-4 1 0-16,-2-2 0 0,0-2 0 0,-3 1 0 15,-2-3 0-15,-5-3 0 0,7 0 0 0,-2-2 0 0,10-3 0 16,-4 0 0-16,5-3 0 0,-2-2 0 0,1 2 0 15,6-3 0-15,-1-2 0 0,4 0 0 0,-1-1 0 16,3 0 0-16,0 2 0 0,0-3 0 0,0 1 0 16,5-1 0-16,0 0 0 0,0 0 0 0,-11-1 0 15,11 1 0-15,0 0 0 0,2-7 0 0,-2 7 0 16,6-6 0-16,2 2 0 0,1 1-48 0,2 0-406 16,3-1-58-16,-1 2-53 0,6-1-51 0,-3-3-384 15,4 3-1082-15,-1 0 478 0</inkml:trace>
  <inkml:trace contextRef="#ctx0" brushRef="#br0" timeOffset="327695.9987">11627 14701 213 0,'4'-5'467'0,"-1"0"38"0,0 1 30 15,-3 0 14-15,3 0 5 0,-1 1-4 0,-2-2-12 16,0 5-15-16,4-5-22 0,-4 3-28 0,0 2-33 15,0 0-30-15,1-5-35 0,-1 5-38 0,0 0-32 16,0 0-25-16,0 0-13 0,0 0-11 0,0 0-143 16,-1 18-113-16,1-8 0 0,-3 0 0 0,2 2 0 15,1 4 0-15,-4 2 0 0,3-6 0 0,1 4 0 16,1 2 0-16,-2 0 0 0,0 0 0 0,-1 0 0 16,1 0 0-16,1 0 0 0,-2 1 0 0,0-4 0 15,2 3 0-15,-2-4 0 0,-1 4 0 0,2-6 0 16,1-3 0-16,-1 1 0 0,-1-3 0 0,2 0 0 15,-1 1 0-15,1-1 0 0,1-3 0 0,-1 1 0 16,0 0 0-16,0-2 0 0,0-3 0 0,0 0-3 0,2 4-476 16,-2-4-61-16,0 0-55 0,0 0-46 15,0 0-349-15,9-15-1071 0,-7 6 475 0</inkml:trace>
  <inkml:trace contextRef="#ctx0" brushRef="#br0" timeOffset="328044.1705">11620 14677 180 0,'2'-8'414'0,"0"-1"15"0,5-1 15 0,-5 3 5 15,-1 1-3-15,2-2-8 0,2-1-17 0,-1 1-21 16,-1 1-26-16,-1 2-35 0,2 0-28 0,2 0-28 16,-2 2-16-16,1-1-28 0,3 2-17 0,-8 2-6 15,19 0-9-15,-11 1-11 0,2 1-12 0,3 2 2 16,3 3-7-16,0 2-31 0,-2-2 3 0,-2 0-20 15,-1-1-8-15,-1 2-9 0,0 2-20 0,-2-4-4 16,-2 5-15-16,1-4-1 0,-2 4-5 0,-2-2-14 16,0 1-1-16,-2-1-1 0,-1 2-10 0,2-2 7 15,-5 0-13-15,-1 0-31 0,-5 2-6 0,3-6 0 16,-3 5 0-16,0-3 0 0,-5 3 0 0,2-4 0 16,0-1 0-16,-4 2 0 0,4-3 0 0,0-1 0 15,1 1 0-15,-1-1 0 0,7 0 0 0,0-2 0 16,0 0 0-16,5-1 0 0,-9 2-143 0,5-1-87 15,4-1-87-15,0 0-79 0,0 0-77 0,0 0-66 16,0 0-67-16,31-1-309 0,-12-1-990 0,0 2 437 16</inkml:trace>
  <inkml:trace contextRef="#ctx0" brushRef="#br0" timeOffset="328348.4421">12013 14839 394 0,'0'-5'454'0,"0"5"33"0,-2-8 34 0,0 1 13 16,1 4 2-16,-1-2 0 0,1 1-17 16,0-2-18-16,1 6-24 0,-2-4-39 0,2 4-32 15,-2-3-38-15,2 3-40 0,0 0-32 0,0 0-30 0,0 0-25 16,0 0-11-16,0 0-14 0,2 15-15 16,-2-9-16-16,2 4-128 0,0 1-57 0,1 0 0 15,-3 1 0-15,2 4 0 0,1 0 0 0,0 0 0 0,-3-3 0 16,1 0 0-16,0 2 0 0,0-4 0 0,-1 1 0 15,0-2 0-15,2 0 0 0,-4-1 0 16,4-4 0-16,-2 2 0 0,0-4 0 0,0 2 0 16,0-2 0-16,0-3 0 0,0 4 0 0,0-4 0 0,0 0 0 15,0 0 0-15,0 0-184 0,0 0-234 0,5-11-32 16,-4 8-46-16,0-5-43 0,4-1-40 0,-1-1-343 16,1-8-997-16,-1 2 442 0</inkml:trace>
  <inkml:trace contextRef="#ctx0" brushRef="#br0" timeOffset="328577.5663">12049 14624 73 0,'0'0'419'0,"2"-6"23"0,-1 2 28 16,-1 4 11-16,3-6 7 0,-2 4-13 0,-1 2-18 15,0 0-33-15,5-4-37 0,-5 4-37 0,0 0-36 16,0 0-29-16,0 0-36 0,0 0-26 0,0 0-22 15,0 0-16-15,0 0-48 0,0 0-42 0,0 0-42 16,0 0-47-16,0 0-56 0,0 0-62 0,0 0-53 16,0 0-52-16,0 0-35 0,0 0-32 0,0 0-27 15,0 0-44-15,0 0-43 0,0 0-281 0,0 0-735 16,0 0 326-16</inkml:trace>
  <inkml:trace contextRef="#ctx0" brushRef="#br0" timeOffset="329189.9548">11406 14187 5 0,'-3'-4'160'0,"3"4"16"0,-6-1-9 15,6 1 3-15,-3-2 0 0,3 2 14 16,0 0 0-16,-6-4 5 0,2 3 2 0,4 1 2 0,0 0 6 16,-6-2 10-16,6 2 7 0,0 0 2 0,-7-2 21 15,7 2 6-15,0 0 8 0,-6-1 5 0,6 1 13 16,0 0 7-16,0 0 3 0,-9 0 7 16,9 0-2-16,0 0 0 0,0 0-9 0,-9 0-12 0,9 0-25 15,0 0 6-15,0 0-12 0,0 0-2 0,0 0-21 16,0 0-1-16,0 0 1 0,0 0-11 0,0 0-9 15,0 0-11-15,0 0-5 0,32 0-172 16,-8 0-3-16,6-2 0 0,4-2 0 0,6 2 0 0,12-2 0 16,2-1 0-16,2 0 0 0,-2 0 0 0,-1-1 0 15,-13 3 0-15,-2 1 0 0,-2-1 0 16,-5 1 0-16,-2-3 0 0,-9 4 0 0,-1-1 0 16,-6 1 0-16,-1 2 0 0,-2-1 0 0,-1 0 0 0,-4 0 0 15,2-1 0-15,-7 1 0 0,9 0 0 0,-9 0 0 16,7-2 0-16,-7 2 0 0,0 0 0 0,0 0 0 15,5 3 0-15,-5-3 0 0,0 3 0 0,0-3 0 16,0 0 0-16,0 0-158 0,-5 7-243 0,0-6-45 16,3 2-39-16,-1 1-60 0,-1-1-55 0,4-3-326 15,-5 3-1004-15,5-3 445 0</inkml:trace>
  <inkml:trace contextRef="#ctx0" brushRef="#br0" timeOffset="332398.6282">14303 12598 125 0,'-5'-2'364'0,"5"2"8"0,-9-3 11 16,5 1 4-16,4 2-2 0,-8-2-2 0,3 1 1 15,2-2 6-15,3 3 15 0,0 0 2 0,0 0 0 0,-7-2-1 16,7 2-7-16,0 0-1 0,0 0-9 0,-4-1-7 15,4 1-9-15,0 0-14 0,0 0-19 0,0 0-27 16,0 0-26-16,11-5-134 0,-3 3-153 0,1-1 0 16,9 2 0-16,0-1 0 0,4-1 0 0,-3 1 0 15,3 2 0-15,1-2 0 0,-2 1 0 0,-1 1 0 16,0 0 0-16,-2-1 0 0,1 0 0 0,-7 1 0 16,-1-2 0-16,-3 0 0 0,-2 2 0 0,1 0 0 15,-7 0 0-15,8-1 0 0,-8 1-29 0,0 0-425 16,0 0-32-16,0 0-37 0,-20 6-31 0,7-4-15 15,-6 3-361-15,-3 0-1007 0,4 2 446 0</inkml:trace>
  <inkml:trace contextRef="#ctx0" brushRef="#br0" timeOffset="332664.9444">14233 12744 134 0,'-3'6'226'0,"-3"-2"29"16,3-1 30-16,2 1 28 0,-2 0 26 0,-2-1 36 0,3-2 14 15,2-1 15-15,-2 5 15 0,2-5 16 16,0 0 14-16,0 4 6 0,0-4 0 0,0 0-8 15,10 2-6-15,-4-2-11 0,5 0-15 0,1 0-17 0,8-2-17 16,-1 1-27-16,12-3-26 0,0-1-264 0,2-1-64 16,0 2 0-16,0-1 0 0,2 2 0 15,-3 0 0-15,1-3 0 0,-5 3 0 0,-6 0 0 16,-3 0 0-16,-6 3 0 0,0-3 0 0,-2 2 0 0,-3 0 0 16,-2-1 0-16,-1 0 0 0,2 1 0 0,-7 1 0 15,7-1 0-15,-7 1 0 0,5-1 0 0,-5 1 0 16,3-4 0-16,-3 4 0 0,-8-4 0 0,3 1 0 15,1 1 0-15,-2-2-104 0,-4 1-489 0,2-3-69 16,-2 0-477-16,2 0-1234 0,-1 0 547 0</inkml:trace>
  <inkml:trace contextRef="#ctx0" brushRef="#br0" timeOffset="339238.7762">17943 11739 263 0,'2'-9'348'16,"-1"-1"3"-16,3 1 9 0,-2-3 4 0,0 1-4 16,-1 2-5-16,2-2-8 0,-2 2 0 0,2 2-13 0,-2-1-4 15,0 3-5-15,2-1-15 0,-3-1-11 0,1 3-11 16,3 0-11-16,-3 0-8 0,-1 0-6 0,0 4-16 15,0-6-24-15,3 3-11 0,-3 3-19 0,1-4-21 16,-1 4-18-16,0 0-5 0,0 0-22 0,0 0-1 16,0-4-13-16,0 4-14 0,0 0-9 0,0 0-17 15,0 0-6-15,-5 10-6 0,0-4 0 0,0 3 10 16,-3 2 13-16,-1 6-7 0,-5 5-75 0,-3 2-2 16,2 5 0-16,-1-1 0 0,-2 1 0 0,-10 10 0 15,8-8 0-15,-1 0 0 0,-2-1 0 0,-7 8 0 0,12-9 0 16,-5 1 0-16,-3 10 0 0,6-12 0 15,4 1 0-15,2 3 0 0,1-6 0 0,6 4 0 16,6-3 0-16,1-2 0 0,3-6 0 0,3 1 0 16,7-5 0-16,6 7 0 0,4-4 0 0,3-5 0 15,-1-1 0-15,4-3 0 0,0-2 0 0,-2-2 0 16,-7-3 0-16,4-2 0 0,-4-1 0 0,0-3 0 16,-2-3 0-16,1 1 0 0,-4-2 0 0,-1-1 0 0,-2-4 0 15,-2 1 0-15,-2-4 0 0,-3 0 0 0,-1 0 0 16,-4 1 0-16,0-1 0 0,-4 4 0 0,-1-4 0 15,-3 2 0-15,-6 2 0 0,3 0 0 0,-5 3 0 16,2 0 0-16,-7 3 0 0,3 1 0 0,0 0 0 16,-3 3 0-16,-1 2 0 0,2 2 0 0,1 0 0 15,2 1 0-15,-2 1 0 0,1 3 0 0,-1-2 0 16,1 1-240-16,0 1-292 0,-2-1-65 0,2 0-62 16,-2-1-369-16,-1-1-1113 0,2 0 493 0</inkml:trace>
  <inkml:trace contextRef="#ctx0" brushRef="#br0" timeOffset="346262.1003">16617 12784 25 0,'0'0'123'0,"0"0"-6"16,-10-1-4-16,10 1-1 0,-5-1-4 0,5 1 1 15,0 0-6-15,-5-2 0 0,5 2-3 0,0 0 2 16,0 0-1-16,0 0-3 0,0 0 4 0,-7-1 6 15,7 1 2-15,0 0 4 0,0 0 4 0,0 0 4 16,0 0 0-16,0 0 6 0,0 0 4 0,-8 3 0 16,8-3 9-16,0 0-6 0,-11 1 3 0,9 0-5 15,2-1-2-15,-8 3 3 0,8-3 4 0,-6 2 3 16,6-2-4-16,-5 1 10 0,5-1 5 0,0 0 3 16,0 0 2-16,-9 0 1 0,9 0 5 0,0 0-1 15,0 0 0-15,0 0 6 0,-7 0 5 0,7 0 1 16,0 0 0-16,0 0 1 0,0 0-4 0,0 0 0 15,0 0-3-15,0 0 1 0,0 0 0 0,0 0-1 16,0 0-9-16,0 0-27 0,0 0-3 0,0 0-6 16,0 0-20-16,0 0-7 0,28-1-12 0,-10-2-5 15,4 1-14-15,7 0-2 0,7 0 10 0,5 0 5 0,12-1 2 16,5 2-19-16,1-1-61 0,4-1 0 0,1 1 0 16,30-1 0-16,-2-4 0 0,4 1 0 0,5 2 0 15,-5-2 0-15,10 0 0 0,5-1 0 0,2 1 0 16,-1 0 0-16,2 1 0 0,-3-2 0 0,-1 1 0 15,-8 2 0-15,2 0 0 0,-5 2 0 0,-3 2 0 16,-3-2 0-16,-26 1 0 0,25-1 0 0,-31 2 0 16,3 1 0-16,-2-2 0 0,-1 1 0 0,-9-1 0 15,-12 3 0-15,-4-3 0 0,2 1 0 0,-7 0 0 16,-1 0 0-16,-3 1 0 0,-8-2 0 0,-5 2 0 16,-3-1 0-16,-1 0 0 0,0 0 0 0,-5 1 0 15,0-1 0-15,-5 0 0 0,8 0 0 0,-3 1 0 16,-5-1 0-16,0 0 0 0,0 0 0 0,0 0 0 15,10 0 0-15,-10 0 0 0,0 0 0 0,0 0 0 16,0 0 0-16,0 0 0 0,4-2 0 0,-4 2 0 16,0 0 0-16,0 0 0 0,0 0 0 0,0 0 0 15,0 0 0-15,0 0 0 0,0 0 0 0,0 0 0 0,0 0 0 16,0 0 0-16,0 0 0 0,4-2 0 0,-4 2 0 16,0 0 0-16,0 0 0 0,0 0 0 15,0 0-217-15,0 0-178 0,0 0-44 0,0 0-70 0,0 0-71 16,0 0-429-16,0-6-1093 0,0 6 485 0</inkml:trace>
  <inkml:trace contextRef="#ctx0" brushRef="#br0" timeOffset="348048.0186">16377 13350 24 0,'0'0'244'0,"0"0"-4"0,-6 0-1 16,6 0-3-16,0 0 5 0,0 0 6 0,0 0 12 15,0 0 26-15,0 0 0 0,0 0 13 0,-5-3 18 16,5 3 10-16,0 0 9 0,0 0 6 0,0 0 0 16,0 0 0-16,0 0-2 0,0 0-5 0,0 0-5 15,0 0-16-15,0 0-9 0,6-7-16 0,-6 7-21 0,5-5-14 16,0 2-17-16,-2 1-19 0,3-3-23 0,-2 2-18 15,6-3-15-15,-1 2-13 0,1 0-114 0,4 1-34 16,6-2 0-16,-1 2 0 0,0-1 0 16,2 2 0-16,0 2 0 0,2 0 0 0,-4 2 0 0,4 1 0 15,-2-1 0-15,-2 3 0 0,0 3 0 0,0-1 0 16,-2 2 0-16,-2 1 0 0,1 1 0 0,-4 0 0 16,-4-2 0-16,0 7 0 0,-2 0 0 0,-2 0 0 15,-4 1 0-15,-4 1 0 0,-1 0 0 0,-5 0 0 16,-7 6 0-16,-1 0 0 0,-5-4 0 0,-1 1 0 15,-7-6 0-15,3 1 0 0,-4-5 0 0,2 3 0 16,0-1 0-16,2-7 0 0,6-2 0 0,2 1 0 16,-7-2 0-16,5-2 0 0,4 0 0 0,-1-3 0 15,6-3 0-15,1-2 0 0,0-3 0 0,2-5 0 16,0-3 0-16,2-1 0 0,4-8 0 0,2 1 0 16,3 1 0-16,3-3 0 0,2 0 0 0,3-1 0 15,1 3 0-15,2 2 0 0,1-1 0 0,-2 8 0 16,7-5 0-16,1 4 0 0,-2 4 0 0,2 3 0 15,4-3 0-15,4 2 0 0,0 3-499 0,-7 2-100 0,4-2-43 16,-4 6-434-16,-1 0-1165 0,-3 0 516 16</inkml:trace>
  <inkml:trace contextRef="#ctx0" brushRef="#br0" timeOffset="348500.2604">16579 13145 366 0,'-5'-12'422'0,"1"1"40"0,0-1 12 0,-1-1 16 0,1 1 7 16,-1 0-4-16,1 3 1 0,3-4-8 0,-1 4-5 16,-1-1-13-16,0 1-5 0,1 1-23 0,1 2-17 15,-1-1-24-15,1 2-19 0,0 1-26 0,-1 0-24 16,1 0-61-16,1 4-269 0,0-6 0 0,0 6 0 16,0 0 0-16,0 0 0 0,0 0 0 0,0 0 0 15,0 0 0-15,3 16 0 0,1 0 0 0,-2 3 0 16,3 6 0-16,-2 2 0 0,2 2 0 15,2 4 0-15,-3 0 0 0,-2 1 0 0,2 13 0 0,-3-12 0 16,4 12 0-16,-5-12 0 0,1 9 0 0,-2-8 0 16,0-2 0-16,-2-2 0 0,-1 0 0 0,2-2 0 15,-1 5 0-15,-1-3 0 0,2-2 0 0,-5 1 0 16,5-4 0-16,-3 0 0 0,2-1 0 0,2-7 0 16,0-1 0-16,1-1 0 0,0-1 0 0,-2-4 0 15,2 1 0-15,0-1 0 0,0-4 0 0,0 2 0 16,0-3 0-16,0 0 0 0,0-1 0 0,0-1 0 15,2 0 0-15,-2-1 0 0,0-4 0 0,0 4 0 16,0-4 0-16,0 4 0 0,0-4 0 0,0 0 0 16,0 0 0-16,0 0 0 0,0 0 0 0,0 0 0 0,0 0 0 15,0 0 0-15,0 0 0 0,7-13 0 16,-4 5 0-16,-2 4 0 0,2-3 0 0,-1 2 0 16,4-3 0-16,0-3-12 0,-1 7-573 0,1-4-39 15,7-2-38-15,-5 0-390 0,6 2-1138 0,0-3 503 0</inkml:trace>
  <inkml:trace contextRef="#ctx0" brushRef="#br0" timeOffset="349199.1485">17053 13630 244 0,'0'0'352'0,"0"-4"6"16,0 4 7-16,3-4-6 0,-1 0-7 15,0 0-3-15,-2 4 1 0,0-5-8 0,0 5-6 16,0 0-11-16,2-6-12 0,-2 6-18 0,0 0-19 16,0 0-18-16,0-3-22 0,0 3-19 0,0 0-20 15,0 0-14-15,0 0-28 0,0 0-15 0,0 0-15 16,0 0-12-16,0 0-9 0,0 0-1 0,-13 11-15 0,8-6-7 16,0-2-7-16,3 4-15 0,-5 2-1 15,-1-2-4-15,3 1-4 0,-3 0-4 0,2-1-9 0,1 1-3 16,1-1-1-16,-1 2-8 0,0-3 5 15,3-3-5-15,-1 2-4 0,1-3-6 0,0 5 3 0,0-4-2 16,0 2 4-16,1-3 5 0,1-2-1 0,0 7 10 16,1-6 4-16,-1-1 4 0,3 5-11 0,0-1 22 15,2-3 6-15,0 5 0 0,4-4-2 0,-3 1-5 16,4 1 4-16,0 2-5 0,-1-1 3 0,2-2 0 16,0 3-1-16,-2-1 2 0,0 0-5 0,1 2-2 15,-2-1-4-15,-2 1-23 0,2-1-21 0,-2 1 0 16,1-3 0-16,-5 1 0 0,2 1 0 0,0 0 0 15,1-1 0-15,-5-2 0 0,4 3 0 0,-4 0 0 16,0 0 0-16,0-1 0 0,-4 0 0 0,3 0 0 16,-7 3 0-16,2 0 0 0,-1-6 0 0,-4 6 0 15,-2-3 0-15,3-1 0 0,-3-1 0 0,0 0 0 16,1-1 0-16,-1 1 0 0,-1 0 0 0,2-2 0 16,1 1 0-16,-1-1 0 0,6-1 0 0,6 0 0 15,-10-1 0-15,2-1 0 0,4 1 0 0,4 1 0 16,-9-3 0-16,8 0 0 0,1 3 0 0,-5-5 0 15,2 5 0-15,3 0 0 0,0-7 0 0,3 2 0 0,-1-1 0 16,2 2 0-16,0-4 0 0,5 0 0 0,0 1-219 16,5-2-261-16,1 0-40 0,1 1-35 0,1-1-32 15,3 0-385-15,0 1-1053 0,-1 1 466 16</inkml:trace>
  <inkml:trace contextRef="#ctx0" brushRef="#br0" timeOffset="349849.3576">17831 13751 115 0,'0'4'305'0,"0"-4"-5"0,0 0-7 15,2 4 1-15,-2-4 15 0,0 0-3 0,0 0 15 16,0 0 11-16,0 5 6 0,0-5 10 0,0 0 9 16,0 0 5-16,0 0-8 0,-8 1 0 0,8-1 6 15,0 0-18-15,-14-6-9 0,10 2-9 0,-6-1-10 16,1 2-11-16,-5-4-8 0,1 0-13 0,-5 0-12 0,4-3-14 15,0-1-16-15,-1 2-56 0,0-2-184 0,0-2 0 16,3-2 0-16,-1 0 0 0,-2-5 0 0,2-2 0 16,2-2 0-16,0-1 0 0,5-1 0 0,1-3 0 15,2 1 0-15,2-3 0 0,2 1 0 0,-1 0 0 16,4 3 0-16,2 1 0 0,2-1 0 0,1 9 0 16,1 0 0-16,-1 0 0 0,4 3 0 0,-2-1 0 15,3 4 0-15,0-1 0 0,4 3 0 0,0-1 0 16,-3 4 0-16,-3 3 0 0,2 0 0 0,-1 0 0 15,-3 3 0-15,3 2 0 0,-3 0 0 0,2 2 0 16,-1 1 0-16,-2 2 0 0,0 1 0 0,1 2 0 16,-3-3 0-16,-1 4 0 0,-2 0 0 0,5 1 0 15,-8-1 0-15,2 1 0 0,-3 0 0 0,-2 4 0 16,-4 1 0-16,1 0 0 0,-4 0 0 0,-3 2 0 16,-2-2 0-16,1 0 0 0,-8 2 0 0,-2-2 0 15,-4-4 0-15,5 2 0 0,6-3 0 0,-2-2 0 16,0-2 0-16,1-1 0 0,4-1 0 0,1-1 0 15,-1-3 0-15,4 5 0 0,1-5 0 0,-1 1 0 16,3-2 0-16,6 0 0 0,-10 1 0 0,10-1 0 16,-8-1 0-16,8 1 0 0,-5-3 0 0,5 3 0 15,0-6 0-15,0 6 0 0,6-5 0 0,2 0-323 0,2 4-253 16,8 0-46-16,-1 1-490 0,11 0-1205 16,1 0 534-16</inkml:trace>
  <inkml:trace contextRef="#ctx0" brushRef="#br0" timeOffset="350486.4083">18125 13577 173 0,'0'-5'428'15,"2"2"21"-15,0-2 1 0,-2 3-2 0,1-5-14 16,-1 7-15-16,-1-4-17 0,1 4-23 0,0-5-15 16,0 5-17-16,-2-6-21 0,2 6-21 0,0 0-23 15,-2-3-27-15,2 3-23 0,-7-1-21 0,7 1-19 16,0 0-28-16,-10 0-12 0,10 0-17 0,-13 5-9 16,5 0-15-16,-1 1-11 0,0 0-2 0,-1 1-14 15,0 0-8-15,1 1-16 0,-4 0 5 0,4 2-6 16,0-2-2-16,-1 0-7 0,2 1-6 0,-1-2-5 15,4-1-7-15,-4 1-4 0,5 0 0 0,-1-3-3 16,1 1-2-16,3-1-11 0,-3-2 3 0,3 1-2 16,1-3-2-16,-3 7 3 0,2-4 11 0,1-3-11 0,1 5 6 15,2-3 7-15,2 0-7 0,0 1 11 16,3 1 1-16,2-2-4 0,-1 3 0 0,4-2-2 16,0 2-2-16,-2-1 1 0,3-2 2 0,-1 3-13 15,1 0 8-15,-2 0-7 0,0-1 13 0,1 1-3 0,-1 3 3 16,-3-5-13-16,2 5-15 0,-2-2 0 15,-2-4 0-15,-2 1 0 0,2 3 0 0,-6-1 0 16,3-2 0-16,0 0 0 0,-4 4 0 0,0-2 0 0,-4 2 0 16,0 2 0-16,-1-2 0 0,-5 0 0 0,-1 1 0 15,-7 0 0-15,1 0 0 0,-2-2 0 0,-3 1 0 16,3-2 0-16,-1-2 0 0,-2 1 0 0,5-1 0 16,-2-3 0-16,5 0 0 0,1 0 0 0,3 0 0 15,0 0 0-15,2-3 0 0,3 2 0 0,-1-2 0 16,2 1 0-16,4 2 0 0,-8-5 0 0,7 2 0 15,-2 1 0-15,1-2 0 0,-1 0 0 0,3 4 0 16,-1-5 0-16,1 5 0 0,1-5 0 0,-1 5 0 16,5-7 0-16,0 5 0 0,1 0 0 0,1 0 0 15,0 0 0-15,1 2 0 0,0 0 0 0,3 1-46 16,-1-2-330-16,-3 1-34 0,1 0-17 0,1 1-28 16,-3 0-23-16,3 1-32 0,-5-2-35 0,-4 0-279 15,12-2-893-15,-12 2 394 0</inkml:trace>
  <inkml:trace contextRef="#ctx0" brushRef="#br0" timeOffset="351320.349">18752 13492 171 0,'0'0'455'0,"0"0"23"0,1-6 17 16,-1 6 15-16,1-4 4 0,-1 4-6 0,1-3-10 16,-1 3-9-16,0 0-14 0,0-5-16 0,0 5-19 15,2-3-24-15,-2 3-28 0,0 0-31 0,0 0-32 16,0 0-29-16,0 0-27 0,0 0-30 0,0 0-22 15,0 0-29-15,0 0-184 0,0 0-4 0,0 0 0 16,-2 13 0-16,1-2 0 0,2-1 0 0,-2 0 0 16,0 5 0-16,1-2 0 0,-3 3 0 0,-1-2 0 15,1 4 0-15,-2-1 0 0,1-1 0 0,-3 1 0 16,2-1 0-16,0-1 0 0,-1-1 0 0,-1 2 0 16,0-2 0-16,2 0 0 0,-2-5 0 0,2 3 0 15,-1 2 0-15,1-4 0 0,-2 0 0 0,2-2 0 0,1 3 0 16,0-5 0-16,4 2 0 0,-2-4 0 15,1 1 0-15,1-2 0 0,0 1 0 0,0-4 0 16,0 0 0-16,-3 4 0 0,3-4 0 0,0 0 0 16,0 0-188-16,0 0-276 0,18-9-47 0,-13 6-41 0,3-5-47 15,-2 3-381-15,-1-5-1061 0,-1 0 470 0</inkml:trace>
  <inkml:trace contextRef="#ctx0" brushRef="#br0" timeOffset="351752.4124">18775 13445 17 0,'9'-18'399'0,"-2"3"2"0,2-2 20 16,1 1 10-16,-2 2 6 0,-1 4 19 0,1 1-9 15,-4 0-9-15,4-1-16 0,-4-1-20 0,-2 2-7 16,2 2-14-16,0 0-27 0,2-1-24 0,-3 2-6 16,-2 4-18-16,3-3-17 0,-1-1-12 0,-2 1-16 15,0 4-8-15,2-4-17 0,-2 2-13 0,2 1-18 16,-3 2-119-16,0 0-86 0,3-4 0 0,-3 4 0 15,0 0 0-15,0 0 0 0,0 0 0 0,0 0 0 16,0 0 0-16,0 0 0 0,13 9 0 0,-6-2 0 0,-2 4 0 16,1 5 0-16,4 1 0 0,-2 0 0 15,1 7 0-15,0-2 0 0,0 2 0 0,-2 1 0 0,0-2 0 16,-3-3 0-16,1-1 0 0,0 6 0 0,-4 0 0 16,2 0 0-16,-3-4 0 0,0-2 0 15,-2 2 0-15,2-2 0 0,-1 0 0 0,-1-1 0 16,0-1 0-16,0-1 0 0,-2-5 0 0,3 3 0 0,1-4 0 15,-1 1 0-15,1 0 0 0,0-2 0 0,0-1 0 16,1-1 0-16,-1-1 0 0,2-1 0 16,1 1 0-16,-1-2 0 0,0-1 0 0,0 2 0 0,3-4 0 15,-1 1 0-15,1-2 0 0,-5 0 0 0,12 0 0 16,-6-3 0-16,-3-2 0 0,3-2 0 0,-1 0 0 16,-1-3-357-16,0 3-154 0,-2-1-34 0,-2 2-30 15,0-7-8-15,-5 9-354 0,2-6-1015 0,-3 1 449 16</inkml:trace>
  <inkml:trace contextRef="#ctx0" brushRef="#br0" timeOffset="352037.5002">18822 13618 265 0,'-12'-4'353'0,"7"3"39"16,-4-1 40-16,3 0 27 0,-2 1 24 0,3-1 10 16,1-1 3-16,-2 1-5 0,6 2-11 0,-6-1-10 0,6 1-19 15,0 0-23-15,-6 0-21 0,6 0-27 0,0 0-22 16,-5-3-25-16,5 3-18 0,0 0-22 0,0 0-20 15,0 0-134-15,0 0-139 0,0 0 0 0,0 0 0 16,18-6 0-16,-4 4 0 0,-1 0 0 0,6-1 0 16,0 1 0-16,3 0 0 0,0-1 0 0,1-1 0 15,-4 2 0-15,2 0 0 0,-2-2 0 0,0 3 0 16,-3-1 0-16,1-3 0 0,-3 3 0 0,-1 1 0 16,-7 0 0-16,4 0 0 0,-2-1 0 0,-3 0 0 15,2 1 0-15,-7 1 0 0,10-1 0 0,-5 0 0 16,-5 1 0-16,5-1 0 0,-5 1 0 0,0 0 0 15,7-3 0-15,-7 3-437 0,0 0-148 0,2-2-70 16,-2 2-431-16,0 0-1176 0,0-5 520 0</inkml:trace>
  <inkml:trace contextRef="#ctx0" brushRef="#br0" timeOffset="352782.524">19259 13632 446 0,'0'0'556'0,"1"-6"14"16,2 4 11-16,-3-3 4 0,0 5-7 0,0-6-18 15,2 2-21-15,-2 4-19 0,0-7-32 0,0 5-25 0,0 2-28 16,0 0-33-16,0-6-38 0,0 6-32 16,0 0-34-16,0 0-35 0,0-5-52 0,0 5-211 15,0 0 0-15,0 0 0 0,0 0 0 0,0 0 0 16,0 0 0-16,0 0 0 0,5 14 0 0,-1-6 0 0,-1-1 0 15,-2 0 0-15,2 3 0 0,-2 0 0 16,3-1 0-16,-3 2 0 0,3-1 0 0,0 0 0 16,-2 1 0-16,-2 0 0 0,4 0 0 0,-1 1 0 0,-1-3 0 15,1 0 0-15,-2 1 0 0,-1 0 0 0,0 1 0 16,3-1 0-16,-2-4 0 0,0 1 0 0,1-1 0 16,-2-1 0-16,1 0 0 0,0-2 0 15,-1-3 0-15,-1 6 0 0,1-6 0 0,4 2 0 0,-4-2 0 16,0 0 0-16,11-6 0 0,-7 1 0 0,1 1 0 15,2-5 0-15,-1 1 0 0,1 0 0 0,-1-2 0 16,-1 2 0-16,3 1 0 0,-1-5 0 0,-3 6 0 16,1-5 0-16,3 5 0 0,-3-4 0 0,0 3 0 15,1 0 0-15,-2 3 0 0,1-1 0 0,-5 0 0 16,4 3 0-16,-1-1 0 0,-1 0 0 0,2 0 0 16,-4 3 0-16,0 0 0 0,3-3 0 0,-3 3 0 15,0 0 0-15,11 5 0 0,-6-3 0 0,0 3 0 16,3 0 0-16,1-1 0 0,-3 3 0 0,2 1 0 15,0 0 0-15,2 1 0 0,-4-2 0 0,2 0 0 16,-3-3 0-16,3 3 0 0,-3-3 0 0,0 1 0 16,-1-1 0-16,0-4 0 0,-2 3 0 0,1 0 0 15,-1-1 0-15,-2-2 0 0,0 0 0 0,8 0 0 16,-8 0 0-16,5-8 0 0,-1 4 0 0,0-7 0 0,1 4 0 16,-1-7 0-16,2-2 0 0,0 0 0 15,-2-2 0-15,1 1 0 0,1-1 0 0,-3 1 0 16,0 1 0-16,1 2 0 0,-2-2 0 0,-1 5 0 0,2 0 0 15,-2 1 0-15,1 2 0 0,-2 0 0 0,0 0 0 16,0 2 0-16,0 2 0 0,2 0 0 0,-2 0 0 16,0 4 0-16,0-5 0 0,0 5 0 0,2-5 0 15,-2 5 0-15,0 0 0 0,0 0 0 0,0 0 0 16,0-3 0-16,0 3 0 0,0 0 0 0,0 0 0 16,0 0 0-16,0 0 0 0,0 0 0 0,0 0 0 15,0 0 0-15,-2 13 0 0,2-13 0 0,0 6 0 16,0-6 0-16,0 6 0 0,2-3 0 0,-2-3-172 15,1 5-397-15,0-1-43 0,0-1-44 0,3 0-375 16,-4-3-1116-16,0 0 494 0</inkml:trace>
  <inkml:trace contextRef="#ctx0" brushRef="#br0" timeOffset="354398.4398">20306 12803 208 0,'0'0'315'0,"0"0"1"0,0 0-1 16,0 0 0-16,0 0 0 0,0 0 1 0,0 0-1 16,0 0-5-16,0 0-1 0,0 0-11 0,0 0-12 15,0 0-19-15,0 0-16 0,0 0-20 0,0 0-17 16,0 0-18-16,0 0-15 0,16-5-15 0,-16 5-14 16,9 0-14-16,-9 0-13 0,8-1-8 0,-2 1-16 15,-6 0-12-15,13 0-13 0,-4 0-17 0,4 1-58 16,-3 1-76-16,4-2-88 0,-1 0-81 0,6 0-85 15,-2-2-84-15,0 1-380 0,0 0-860 0,-2 1 381 16</inkml:trace>
  <inkml:trace contextRef="#ctx0" brushRef="#br0" timeOffset="354577.5753">20800 12811 183 0,'14'-1'394'0,"-3"1"-3"15,0-2 19-15,-1 2-13 0,-3-1-28 0,2-1-37 16,-2 1-32-16,0 0-33 0,0-2-36 0,0 1-66 16,-2 1-82-16,4 0-85 0,-4-1-86 0,1 1-95 15,5-2-89-15,-4 2-225 0,1-1-537 0,2-1 238 16</inkml:trace>
  <inkml:trace contextRef="#ctx0" brushRef="#br0" timeOffset="354778.9086">21314 12820 210 0,'14'0'455'0,"-1"-3"20"0,-3 1 12 0,3-1-5 16,-3 2-27-16,2-1-40 0,-2 0-44 0,0-2-34 16,-1 3-32-16,1-1-32 0,-1-1-31 0,0 2-31 15,0-2-58-15,0 2-74 0,1 1-83 0,3-2-78 16,1-1-62-16,-1 3-44 0,5 0-49 0,-7-1-36 15,5 1-43-15,-4-2-23 0,0 2-223 0,-2 3-607 0,5-3 269 16</inkml:trace>
  <inkml:trace contextRef="#ctx0" brushRef="#br0" timeOffset="354927.923">21740 12814 131 0,'0'0'177'0,"0"0"4"16,6 1-6-16,-6-1-14 0,0 0-15 0,8 0-17 15,-8 0-12-15,0 0-36 0,0 0-47 0,0 0-67 16,7-3-82-16,-7 3-83 0,0 0-214 0,7-2 95 15</inkml:trace>
  <inkml:trace contextRef="#ctx0" brushRef="#br0" timeOffset="355490.6616">22119 12559 47 0,'0'0'383'0,"-1"-7"12"16,1 7 12-16,0-8-3 0,0 7-8 0,0 1-10 15,0-8-6-15,0 8-7 0,1-6-3 0,-1 6-5 16,0-7-10-16,-1 3-3 0,2 1-10 0,-1-1 6 15,3 0-3-15,-3-2-10 0,1 1-13 0,2 1-10 16,0 1-7-16,0-6-13 0,-2 4-17 0,3 1-16 16,0-5-13-16,0 4-49 0,1 1-197 0,0-6 0 15,4 2 0-15,0 2 0 0,2-6 0 0,3 2 0 16,-2 3 0-16,3 0 0 0,1-1 0 0,0 1 0 16,2 2 0-16,1 3 0 0,-1-2 0 0,0 2 0 15,0 2 0-15,-1 2 0 0,0-1 0 0,-4 3 0 0,4 2 0 16,-2 0 0-16,-2 1 0 0,-2 4 0 0,0-2 0 15,1 3 0-15,-8 0 0 0,1 6 0 0,-1-2 0 16,-4 4 0-16,0-2 0 0,-5 7 0 0,-5-2 0 16,-3 2 0-16,-4 0 0 0,-4-3 0 0,-5 1 0 15,-1-3 0-15,-2-1 0 0,-3 0 0 0,0-2 0 16,-2-5 0-16,3-2 0 0,3-2 0 0,0-2 0 16,7-2 0-16,1-2 0 0,3-2 0 0,3-1 0 15,1-3 0-15,1-1 0 0,1-2 0 0,2-8 0 16,-1 1 0-16,6-4 0 0,1-6 0 0,1-2 0 15,4-2 0-15,0 3 0 0,6 0 0 0,3 1 0 16,-1-1 0-16,-1 8 0 0,5-5 0 0,-2 7 0 16,-6 0 0-16,7 2 0 0,-1 7 0 0,4-3 0 15,-3 1 0-15,2 3 0 0,1 1 0 0,-5 2 0 16,2 0 0-16,-1 2 0 0,-1 2-237 0,-5 0-273 16,1 1-16-16,-1 3-13 0,-3 0-19 0,4 2-15 15,-5 1-302-15,0 0-948 0,-2-3 420 0</inkml:trace>
  <inkml:trace contextRef="#ctx0" brushRef="#br0" timeOffset="355972.0745">22151 12751 291 0,'0'0'396'0,"0"0"16"0,0 0 15 0,-5 3 7 16,5-3-4-16,0 0-2 0,0 0-1 0,-1 2-15 15,1-2-5-15,0 0-4 0,0 0-19 0,0 0-18 16,0 0-24-16,0 0-24 0,0 0-23 0,0 0-28 16,0 0-24-16,0 0-28 0,0 0-21 0,15-5-17 15,-9 4-20-15,0-1-16 0,1 2-10 0,6-2-15 16,-4 2-9-16,3 1-5 0,0 0-13 0,2 1-9 16,0 2-80-16,4 0 0 0,0 2 0 0,-4 2 0 15,3-1 0-15,-3 1 0 0,0 1 0 0,-4-2 0 16,-1 1 0-16,0 2 0 0,-1-2 0 0,-3 4 0 15,0-2 0-15,-1 0 0 0,-3 0 0 0,-2 2 0 16,0 0 0-16,-5-2 0 0,1 2 0 0,-4 1 0 16,-5-1 0-16,-1 0 0 0,-3-1 0 0,-1-1 0 15,1-1 0-15,-2 2 0 0,4-4 0 0,-2-3 0 16,5-2 0-16,2 2 0 0,2-2 0 0,-1-4 0 16,1 1 0-16,3-3 0 0,-2-1 0 0,3-4 0 15,-2 0 0-15,4-2 0 0,0-5 0 0,3-2 0 16,3-2 0-16,0 1 0 0,4 2 0 0,-2 0 0 15,3 1 0-15,-2 0 0 0,4 1 0 0,-2 4 0 0,1-3 0 16,0 4 0-16,0 1 0 0,-2 1 0 0,7 0 0 16,-5 3 0-16,0 1 0 0,0 1 0 0,4 2 0 15,-3 1-384-15,-1 1-142 0,0 2-51 0,-1-2-51 16,-3 2-385-16,0 1-1098 0,5 2 487 0</inkml:trace>
  <inkml:trace contextRef="#ctx0" brushRef="#br0" timeOffset="357189.8605">22626 13073 424 0,'0'0'533'0,"8"1"-1"15,-8-1-14-15,4 3-21 0,-4-3-27 0,7 1-34 16,-7-1-33-16,2 2-32 0,-2-2-36 0,0 0-30 0,0 0-22 15,3 4-24-15,-3-4-17 0,0 3-16 16,0-3-13-16,-4 8-6 0,1-6-21 0,-1 4 13 16,2 0 1-16,-3-3-11 0,1 4 1 0,-5 1-3 15,1-2-9-15,-2 4-1 0,0-5-5 0,-4 8-9 0,-2-6-67 16,0 3-96-16,-5-4 0 0,3 1 0 16,-1 2 0-16,-2-6 0 0,-4 6 0 0,4-3 0 15,0-2 0-15,1 0 0 0,-1-2 0 0,1 0 0 0,-1 1 0 16,-2-2 0-16,0 1 0 0,-5-1 0 0,9-2 0 15,0 2 0-15,-2-1 0 0,0 0 0 16,-9-3 0-16,11 2 0 0,-8-3 0 0,4 2 0 0,5-1 0 16,-1-2 0-16,0 4 0 0,0-5 0 0,0 0 0 15,2 1 0-15,-2 1 0 0,1-3 0 0,0-1 0 16,5 0 0-16,-5-2 0 0,4 2 0 16,-1-2 0-16,2 1 0 0,-3 0 0 0,1-4 0 0,2 3 0 15,2 2 0-15,0-3 0 0,-1-2 0 0,1 0 0 16,-2 0 0-16,4-1 0 0,0 1 0 0,0 4 0 15,0-1 0-15,3-1 0 0,-2 1 0 0,-2-4 0 16,6 7 0-16,-1-5 0 0,-3 1 0 0,4 0 0 16,-1 0 0-16,-1-2 0 0,2 1 0 0,-1-2 0 15,-1-2 0-15,0 1 0 0,3 0 0 0,-4-2 0 16,5 1 0-16,1-1 0 0,-1 0 0 0,2-1 0 16,-2 3 0-16,2-3 0 0,2 1 0 0,-2-1 0 15,0 1 0-15,2 0 0 0,0-2 0 0,1 2 0 16,2 1 0-16,-2-1 0 0,5 3 0 0,-4-1 0 15,1-1 0-15,0 2 0 0,4 0 0 0,-4-2 0 0,4 1 0 16,-1 3 0-16,2-2 0 0,-1 0 0 16,0 0 0-16,4 0 0 0,-3 2 0 0,4-4 0 0,-4 1 0 15,4-1 0-15,-1 6 0 0,-1-5 0 0,-1 2 0 16,2-3 0-16,-1 3 0 0,0 0 0 0,1 2 0 16,2 0 0-16,-2-1 0 0,-4 3 0 0,5-1 0 15,-5 1 0-15,3 1 0 0,-1 2 0 0,-2-3 0 16,0 3 0-16,5-4 0 0,-4 4 0 0,-1-1 0 15,5 0 0-15,-2 2 0 0,0-2 0 0,0 3 0 16,3-1 0-16,-6-1 0 0,0 2 0 0,5-1 0 16,-3 2 0-16,0-2 0 0,7 1 0 0,-5 1 0 15,-2-1 0-15,1 1 0 0,-2 2 0 0,3-2 0 16,-3 1 0-16,0-1 0 0,0 3 0 0,1-2 0 0,-2 1 0 16,-2-1 0-16,3 1 0 0,-2 0 0 15,2 1 0-15,-3 0 0 0,4 0 0 0,-2 1 0 16,0-1 0-16,0 1 0 0,1-1 0 0,3 3 0 0,-4-2 0 15,3 2 0-15,-1-2 0 0,-1 0 0 16,4 3 0-16,-3-1 0 0,-1-1 0 0,2 3 0 16,-1-1 0-16,0-1 0 0,1 2 0 0,-2-1 0 0,0 2 0 15,2-4 0-15,-1 3 0 0,-2 0 0 0,1-2 0 16,-1 4 0-16,3-4 0 0,-2 2 0 0,-2 5 0 16,2-7 0-16,0 4 0 0,-1 0 0 15,0-3 0-15,0 3 0 0,0-3 0 0,0 2 0 0,-1 2 0 16,2-1 0-16,-4 0 0 0,2 0 0 0,0 0 0 15,-2-2 0-15,2 5 0 0,-1-1 0 0,2 1 0 16,0 0 0-16,0 0 0 0,-2 1 0 0,0 0 0 16,2-3 0-16,-2 3 0 0,0-2 0 0,1 1 0 15,2 1 0-15,-5-2 0 0,-1 1 0 0,1 0 0 16,4 1 0-16,-4-2 0 0,0 1 0 0,-1-1 0 16,1 2 0-16,2-4 0 0,-2 4 0 0,-2-2 0 15,3 3 0-15,-2-3 0 0,-2 3 0 0,-1 1 0 16,2-1 0-16,0 0 0 0,-3-1 0 0,1 2 0 0,1 3 0 15,0-3 0-15,-2-2 0 0,0 1 0 16,0 0 0-16,-3 0 0 0,3 3 0 0,-2-1 0 16,-1 1 0-16,0 2 0 0,0-2 0 0,-1 1 0 15,-2-2 0-15,3 2 0 0,-2-2 0 0,-2 1 0 0,1-1 0 16,1 3 0-16,-2-2 0 0,-3 0 0 0,4 0 0 16,-2-1 0-16,-5 3 0 0,7-1 0 15,-3-2 0-15,-1 2 0 0,-2-1 0 0,1 1 0 0,-2-1 0 16,-2 10 0-16,-1-5 0 0,6-3 0 0,0-2 0 15,-4 1 0-15,1-2 0 0,-1 0 0 0,1-2 0 16,0 1 0-16,-2-1 0 0,-4-4 0 0,2 0 0 16,-4-4 0-16,1 0-1366 0,-3-3-1478 0,2-2 654 15</inkml:trace>
  <inkml:trace contextRef="#ctx0" brushRef="#br0" timeOffset="363145.847">5703 11185 10 0,'-2'-4'225'0,"-1"2"6"16,3 2 7-16,0 0 6 0,-1-5 0 0,1 5 3 15,-5-3-3-15,5 3 7 0,-4-4 4 0,4 4 13 0,-1-5 0 16,-3 3 12-16,1-2 7 0,3 4 8 0,-4-3 8 15,4 3 2-15,0 0 7 0,-2-4-5 0,2 4 3 16,0-3 0-16,0 3-8 0,0 0-2 0,-1-4-10 16,1 4-9-16,0 0-15 0,0-5-8 0,0 5-12 15,0 0-13-15,0 0-13 0,0 0-16 0,0 0-47 16,0 0-157-16,0 0 0 0,-4-2 0 0,4 2 0 16,0 0 0-16,0 0 0 0,0 0 0 0,0 0 0 15,0 0 0-15,0 0 0 0,0 0 0 0,1 14 0 16,-1-8 0-16,0-1 0 0,0 4 0 0,-1 2 0 15,2 1 0-15,2-1 0 0,-3 2 0 0,1 2 0 16,-1 2 0-16,4-1 0 0,-3 2 0 0,-1 1 0 16,0 1 0-16,1-2 0 0,-1 2 0 0,4 5 0 15,-5 1 0-15,5 1 0 0,-4 1 0 0,1-1 0 16,-2-1 0-16,1 3 0 0,0-3 0 0,0 1 0 16,1 1 0-16,-2-3 0 0,1 1 0 0,0 1 0 15,1 2 0-15,0-3 0 0,-1 2 0 0,0 0 0 0,1-4 0 16,1 4 0-16,-2 0 0 0,1-4 0 0,2 2 0 15,-2 0 0-15,-1-1 0 0,1 0 0 16,2-7 0-16,-2 0 0 0,0 1 0 0,2 6 0 0,-1-6 0 16,2-2 0-16,1 10 0 0,0-1 0 0,1-7 0 15,-4 0 0-15,3 8 0 0,-2-7 0 0,-1 6 0 16,-2-7 0-16,3 0 0 0,2 6 0 0,-4 0 0 16,2-1 0-16,-3 2 0 0,-2 1 0 0,2-2 0 15,-1-4 0-15,1 6 0 0,-2 1 0 0,0-1 0 16,0 0 0-16,1-3 0 0,1 2 0 0,0-5 0 15,0 4 0-15,5-1 0 0,-3-3 0 0,-1-2 0 16,3 6 0-16,0-5 0 0,-1 4 0 0,-2 2 0 16,6-4 0-16,-5-1 0 0,-2-2 0 0,5 5 0 15,0-3 0-15,-4 5 0 0,2-2 0 0,0-4 0 16,0-1 0-16,0 0 0 0,2 2 0 0,-1-3 0 16,1 3 0-16,-4 4 0 0,3-7 0 0,0 1 0 0,1-2 0 15,-4 2 0-15,2-1 0 0,1 1 0 0,1-2 0 16,-5 1 0-16,0-1 0 0,5-2 0 0,-4 1 0 15,2-4 0-15,-2-1 0 0,-1-2 0 16,0 0 0-16,0 0 0 0,0 0 0 0,0 0 0 0,0-3 0 16,0-1 0-16,0 0 0 0,-1 1 0 0,-2-5 0 15,2 5 0-15,1-3 0 0,0-3 0 0,-5 5 0 16,5-5 0-16,-4 4 0 0,4-4 0 0,-5 0 0 16,5 0 0-16,0 0 0 0,0 0 0 0,-4-9 0 15,4 3 0-15,-1-3 0 0,2-3 0 0,-2-4-308 16,1 0-286-16,-3-11-90 0,-2-1-418 0,-5-5-1192 15,1-13 528-15</inkml:trace>
  <inkml:trace contextRef="#ctx0" brushRef="#br0" timeOffset="365399.5656">5615 11108 103 0,'3'-4'195'0,"-3"4"-4"0,0 0-5 0,1-5-5 0,-1 5-1 16,0 0-7-16,0 0 0 0,0-3-4 16,0 3-3-16,0 0-7 0,0 0-2 0,0 0-4 15,5-3-7-15,-5 3-7 0,0 0-12 0,0 0-1 0,0 0-1 16,0 0-4-16,0 0 1 0,0 0 7 0,0 0-3 16,0 0 0-16,0 0 4 0,0 0 2 15,0 0 2-15,0 0 0 0,0 0 0 0,0 0-4 0,0 0 1 16,0 0 0-16,0 0-9 0,0 0-7 0,5 6-4 15,-5-6-4-15,3 3-2 0,-2-1-5 0,-1-2-1 16,5 1 2-16,-5-1-3 0,0 0-1 0,4 3-2 16,-4-3-2-16,0 0 2 0,5 2 3 0,3-2 0 15,-8 0-3-15,0 0-3 0,10 2-1 0,-6 0-7 16,-4-2-4-16,7 1-7 0,1 1-3 0,0-1-9 16,-2-1-1-16,6 1-7 0,-4-1-6 0,3 0 2 15,-1 0-7-15,1 1-5 0,1-1-3 0,2 1-3 16,0-1-3-16,-1 2 5 0,1-4-10 0,0 2-2 15,0-1 3-15,-1 1-13 0,6 1 12 0,-7 1 2 0,5-2 3 16,0 2 3-16,2-1 1 0,-6-1 4 16,6 0-2-16,-1-1-1 0,0 2-3 0,-2-1-1 15,1 2-7-15,4 0 0 0,-6-2 12 0,-1-2-17 0,8 4-2 16,-6-2 5-16,-2 2-4 0,4-2-7 0,1 1 0 16,-1 1 2-16,2-2 5 0,1 0-5 0,0 1 6 15,-2-1 15-15,3-1-13 0,-3-1 4 16,3 2-4-16,4 2 5 0,-5-4-5 0,-3 2 16 0,2 0-19 15,2 0-1-15,6 0 0 0,-9 0-2 0,3 2 6 16,-3-4-9-16,3 2-3 0,1 0 2 0,-5 0-1 16,2 0 1-16,0 2 0 0,1-2-2 0,-2 0 2 15,-1 0-5-15,4 1 3 0,6-2 1 0,-6 1-2 16,-1 0-6-16,9-2-3 0,-5 5 10 0,4-4 1 16,1 1-5-16,1 1 3 0,-3-2 5 0,-6 1 0 15,4 0 7-15,2-2-4 0,-1 2-8 0,4 2 6 16,-4-4-4-16,4 2 3 0,-11 0 1 0,9-1-9 15,-6 0-3-15,5 1 0 0,-7 1 0 0,7-1 0 0,-6 1 0 16,-2 1 0-16,2-1 0 0,-2-1 0 16,10 2 0-16,-10-2 0 0,8 1 0 0,-8 2 0 15,-1-3 0-15,0 2 0 0,4-2 0 0,-4 2 0 0,-1-1 0 16,5-1 0-16,-1 3 0 0,4 1 0 0,-5-2 0 16,1 2 0-16,-2-3 0 0,2 2 0 0,-2 1 0 15,2-1 0-15,1 0 0 0,-2 2 0 0,-1-2 0 16,-1 1 0-16,2 0 0 0,-4 0 0 0,3 0 0 15,-4-1 0-15,1 1 0 0,2 1 0 0,-6-1 0 16,1-3 0-16,-1 1 0 0,5 3 0 0,-7-2 0 16,3-2 0-16,-4 1 0 0,1-1 0 0,1 1 0 15,-1 2 0-15,1-2 0 0,-3 1 0 0,4 0 0 16,-1 0 0-16,-1-2 0 0,2 1 0 0,4 1 0 16,-1-1 0-16,1 1 0 0,-2-2 0 0,-1 1 0 15,6 0 0-15,-5 0 0 0,5-1 0 0,-1 2 0 16,-1-2 0-16,1 0 0 0,-1 1 0 0,4-1 0 0,-3 2 0 15,-1-3 0-15,5 3 0 0,-5-2 0 0,4 0 0 16,-1 0 0-16,1 0 0 0,-4-1 0 16,2 0 0-16,-2 2 0 0,4-1 0 0,1 1 0 15,-1-2 0-15,-3 0 0 0,5 1 0 0,3 2 0 0,-5-2 0 16,0 0 0-16,4 1 0 0,1-1 0 0,-4 0 0 16,-5 0 0-16,5 0 0 0,-1 0 0 15,-3 1 0-15,3 0 0 0,-2-1 0 0,1-1 0 0,0 0 0 16,1 3 0-16,1-3 0 0,-5 0 0 0,5 0 0 15,-1 2 0-15,-2-2 0 0,8 1 0 0,-5 1 0 16,0-2 0-16,4 0 0 0,-8 0 0 0,0 3 0 16,1-3 0-16,0-3 0 0,2 3 0 0,1 2 0 15,2-2 0-15,-3-2 0 0,1 2 0 0,5 0 0 16,0-4 0-16,3 0 0 0,-3 3 0 0,4 0 0 16,-3-2 0-16,0 3 0 0,0-2 0 0,-1 1 0 15,0-1 0-15,2-1 0 0,-1 2 0 0,-1 1 0 16,0-3 0-16,2 1 0 0,-1 2 0 0,-1-2 0 15,-5 2 0-15,-1-2 0 0,6 2 0 0,-1-3 0 16,-6-1 0-16,0 3 0 0,1-1 0 0,7 0 0 16,-1 0 0-16,-1 0 0 0,4-1 0 0,-1 1 0 0,0 0 0 15,-1-1 0-15,3 1 0 0,-3 0 0 0,-2 2 0 16,3-1 0-16,-3-3 0 0,-1 2 0 0,-4 0 0 16,6 1 0-16,0-2 0 0,-6 0 0 0,5 0 0 15,1 0 0-15,-6 1 0 0,6-1 0 0,0 2 0 16,-6-5 0-16,3 3 0 0,6 2 0 0,0-3 0 15,-3 1 0-15,0-1 0 0,0-1 0 0,1 4 0 16,1 0 0-16,-1-3 0 0,-1 0 0 0,-6 0 0 16,5 2 0-16,0-2 0 0,-7 3 0 0,2-2 0 15,-3 0 0-15,4 0 0 0,0 1 0 0,0-1 0 16,-4 0 0-16,4-1 0 0,-1 2 0 0,-2-3 0 16,2 1 0-16,6 0 0 0,0-1 0 0,-5 3 0 15,3-3 0-15,2 1 0 0,0 1 0 0,4-1 0 0,0 2 0 16,-1-1 0-16,-1-1 0 0,-1 2 0 0,1 1 0 15,2-2 0-15,-1 2 0 0,-3 1 0 16,0-2 0-16,0 0 0 0,0 2 0 0,-5-1 0 0,4-1 0 16,-6 2 0-16,7 0 0 0,0 0 0 0,0 0 0 15,-6 0 0-15,6 0 0 0,-3 0 0 0,5 1 0 16,-10-1 0-16,2 2 0 0,-2-2 0 0,1 2 0 16,0-1 0-16,-1-1 0 0,0 1 0 0,-1-1 0 15,-3 1 0-15,-2 0 0 0,5 1 0 0,-8-1 0 16,2 1 0-16,0 0 0 0,1 0 0 0,3-2 0 15,-3 1 0-15,-1 2 0 0,-1-4 0 0,0 3 0 16,2-2 0-16,-3 1 0 0,6 0 0 0,-4-2 0 16,-2 2 0-16,7 1 0 0,-1 0 0 0,2-1 0 0,0-1 0 15,-2 0 0-15,2 0 0 0,-1 2 0 16,1-4 0-16,2 4 0 0,0 0 0 0,9-6 0 16,-9 8 0-16,2-4 0 0,-2 2 0 0,-1-1 0 15,11 1 0-15,-10 0 0 0,9-3 0 0,-12 2 0 0,3-1 0 16,6 1 0-16,-4-1 0 0,-1 0 0 0,0 1 0 15,-1-1 0-15,-4 2 0 0,2-1 0 0,0-1 0 16,-1 1 0-16,1 0 0 0,-6-1 0 0,6-1 0 16,-7 1 0-16,3 0 0 0,-3-1 0 0,-2 1 0 15,3 0 0-15,-7-1 0 0,1 1 0 0,-7 0 0 16,12-2 0-16,-7 0 0 0,-2 0 0 0,-3 2 0 16,8-2 0-16,-8 2 0 0,4-1 0 0,-2-1 0 15,-2 2 0-15,1-7-133 0,-1 4-157 0,0 3-67 16,-1-6-66-16,0 0-75 0,-2 3-84 0,1-3-403 15,-3 1-1067-15,1 0 472 0</inkml:trace>
  <inkml:trace contextRef="#ctx0" brushRef="#br0" timeOffset="368551.3406">13237 11104 47 0,'5'1'64'0,"-5"-1"-10"0,8 2-4 0,-3-2-4 16,-5 0-6-16,8 1-1 0,-8-1-2 0,6 2-12 15,-3 0 3-15,-3-2-2 0,5 2 1 0,-3-1 8 16,-2-1 10-16,5 3 3 0,-5-3 0 0,4 1 12 16,-4-1 2-16,6 2-3 0,-6-2 7 0,6 2-1 15,-6-2-6-15,0 0 0 0,5 0-5 0,-5 0 7 16,0 0 2-16,4 3 10 0,-4-3 11 0,0 0 6 16,0 0 6-16,0 0 4 0,0 0 10 0,6 0 1 15,-6 0 5-15,0 0 2 0,0 0 8 0,0 0 1 16,0 0 6-16,0 0 7 0,0 0-1 0,0 0 4 15,11-1 3-15,-11 1-5 0,0 0 13 0,0 0-20 16,0 0 7-16,0 0-9 0,0 0 0 0,0 0-8 0,0 0-3 16,0 0-5-16,0 0-10 0,0 0-2 15,0 0-7-15,0 0-2 0,0 0 1 0,6-2 3 16,-6 2 4-16,0 0 2 0,0 0 6 0,9 0 2 16,-9 0 3-16,6 0-1 0,-6 0-6 0,10 2 0 15,-5-2-3-15,-5 0-1 0,13 1-1 0,-8-1-6 16,8 0-2-16,-8 0 2 0,5 0-3 0,3-1 2 0,0-1 5 15,1 0 2-15,3 1-3 0,-3-1-15 0,5-1-11 16,8-2-4-16,1 2-5 0,-1-5-4 0,5 3-9 16,2-4-1-16,3 2 2 0,1 2 5 0,1-1 5 15,-3 1-5-15,-1 1 0 0,-3-1-5 0,4 1-2 16,-4 3 2-16,0-1-14 0,-1 0-3 0,-2-1 5 16,1 1 3-16,-1 0-5 0,-1 2-1 0,4-2-2 15,-1-1 5-15,-1 1-8 0,2 1-17 0,5-3-17 16,3 1 0-16,-2-1 0 0,1 1 0 0,-1-1 0 15,17-2 0-15,-4 0 0 0,-14 3 0 0,4 0 0 16,-2-1 0-16,-1 2 0 0,-3 1 0 0,1 1 0 16,-3-1 0-16,-3 1 0 0,1-3 0 0,-1 0 0 15,-3 3 0-15,1-3 0 0,-5 3 0 0,5 0 0 16,2 0 0-16,-4-1 0 0,3 0 0 0,0 0 0 0,-1-1 0 16,3 0 0-16,-11 0 0 0,11-1 0 15,-3 0 0-15,3 0 0 0,1 3 0 0,-2-1 0 16,5-2 0-16,-6 1 0 0,3-1 0 0,-1 1 0 0,-1-2 0 15,2 4 0-15,-1-2 0 0,1 0 0 0,0-2 0 16,0 2 0-16,0-1 0 0,-1-1 0 0,1 1 0 16,-2 2 0-16,2-3 0 0,-2 0 0 0,3 0 0 15,-1 0 0-15,0 3 0 0,0-4 0 0,-2 4 0 16,0 0 0-16,-1 0 0 0,-1-3 0 0,3 4 0 16,0-2 0-16,1-3 0 0,-4 4 0 0,2-1 0 15,5-1 0-15,-4 3 0 0,2-1 0 0,-4 1 0 16,1-1 0-16,0 1 0 0,-2-2 0 0,3 2 0 15,-3 0 0-15,4 0 0 0,-3-1 0 0,-1 0 0 16,1 1 0-16,-3-2 0 0,5 5 0 0,-3-4 0 16,0 1 0-16,2-2 0 0,2 4 0 0,-2-2 0 15,3-5 0-15,-2 4 0 0,4 0 0 0,-2 1 0 16,-1 0 0-16,0 0 0 0,1-2 0 0,-3 1 0 0,0 1 0 16,2 1 0-16,0-2 0 0,-3 1 0 0,3 0 0 15,2 0 0-15,0 0 0 0,-2 0 0 16,3 0 0-16,2-2 0 0,-3 4 0 0,5-6 0 15,-1 5 0-15,14-2 0 0,-13-1 0 0,14 0 0 0,-2 0 0 16,-1 1 0-16,4 2 0 0,-3-4 0 0,-14 2 0 16,0 0 0-16,0-1 0 0,-1 4 0 15,1-2 0-15,-4 0 0 0,-1 1 0 0,0-1 0 0,-4 0 0 16,3 1 0-16,-3 1 0 0,-7 0 0 0,0-1 0 16,1-1 0-16,-3 4 0 0,2-4 0 0,0 0 0 15,1 0 0-15,0 0 0 0,7 1 0 0,3-1 0 16,1 1 0-16,1-1 0 0,0 2 0 0,3-1 0 15,3 1 0-15,-3-2 0 0,1 1 0 0,-1 2 0 16,0-2 0-16,-1 1 0 0,-1-2 0 0,-2 2 0 16,-1-3 0-16,-3 2 0 0,1-2 0 0,0 4 0 15,1-2 0-15,-3-1 0 0,-6 0 0 0,5 2 0 16,1-1 0-16,0 0 0 0,-6-1 0 0,-1 2 0 0,1-1 0 16,1 3 0-16,4 0 0 0,-6-2 0 0,-1 0 0 15,1 0 0-15,0 3 0 0,-2-2 0 16,0-1 0-16,0 0 0 0,-1 2 0 0,0 1 0 15,-5-2 0-15,6 1 0 0,-3 1 0 0,3-3 0 0,-6 0 0 16,0 2 0-16,0 1 0 0,1-2 0 0,4 2 0 16,-5-2 0-16,-1 0 0 0,5 2 0 0,0-1 0 15,2 1 0-15,-2-3 0 0,1 5 0 0,-3-1 0 16,3 1 0-16,1-3 0 0,-2 3 0 0,2 0 0 16,-1 1 0-16,2-1 0 0,-4 0 0 0,4 1 0 15,-1-3 0-15,-1 4 0 0,1-2 0 0,3 1 0 16,-5-2 0-16,0 0 0 0,-4-2 0 0,4 3 0 15,-4-4 0-15,4 2 0 0,0-1 0 0,2 2 0 16,-2-2 0-16,2-1 0 0,-5 2 0 0,7-1 0 16,-5 2 0-16,3-1 0 0,1 0 0 0,-4-2 0 15,5 2 0-15,-7-3 0 0,2 2 0 0,2 0 0 16,1 0 0-16,-1 0 0 0,1 2 0 0,-6-4 0 0,0 0 0 16,7 2 0-16,0-1 0 0,-1 1 0 15,9-1 0-15,-8-1 0 0,3-1 0 0,-1 3 0 16,5 1 0-16,-7-5 0 0,5 3 0 0,-5 0 0 0,10-1 0 15,-2 0 0-15,-7-1 0 0,0 3 0 0,-1-1 0 16,3-3 0-16,-1 3 0 0,6-1 0 0,-9 1 0 16,2-2 0-16,0-1 0 0,-3 2 0 0,5 1 0 15,-5 0 0-15,5-2 0 0,-1 1 0 0,-2 1 0 16,1 1 0-16,10 0 0 0,-5-3 0 0,2 3 0 16,-6-2 0-16,-1-1 0 0,0 3 0 0,2-2 0 15,4 2 0-15,-5-3 0 0,-3 5 0 0,0-3 0 16,-1-1 0-16,0 0 0 0,-1 0 0 0,1 3 0 15,-6-3 0-15,1 0 0 0,5 1 0 0,-4-1 0 16,4 0 0-16,-4 1 0 0,3 1 0 0,1 0 0 16,1 0 0-16,0-1 0 0,1 1 0 0,1-2 0 15,-1-1 0-15,-6 3 0 0,4-1 0 0,1-1 0 16,4 1 0-16,-5 0 0 0,3-2 0 0,-1 1 0 0,-1 1 0 16,0-2 0-16,-1 2 0 0,2-3 0 0,-1 2 0 15,-3-1 0-15,2 1 0 0,1 0 0 16,-5-1 0-16,-1 0 0 0,10 0 0 0,-5 4 0 0,3-2 0 15,-2 0 0-15,-1-3 0 0,2 2 0 0,2 2 0 16,-2-3 0-16,3 3 0 0,-4-1 0 0,2-2 0 16,-2 0 0-16,3-1 0 0,-4 2 0 0,1-2 0 15,1 1 0-15,-7-2 0 0,6 2 0 0,-1 0 0 16,-4 0 0-16,4-1 0 0,0 4 0 0,-4-2 0 16,4-3 0-16,-5 6 0 0,6-2 0 0,0 0 0 15,2 2 0-15,-1-2 0 0,2 3 0 0,-2-2 0 16,1 1 0-16,0-1 0 0,0 1 0 0,-1-1 0 15,2 0 0-15,-3 0 0 0,1 1 0 0,1 0 0 16,-2-1 0-16,4-1 0 0,-4 2 0 0,1 3 0 0,-3 0 0 16,0-4 0-16,2 3 0 0,-2 0 0 15,-7-4 0-15,5 5 0 0,-2-4 0 0,-3 1 0 16,3-1 0-16,-3 1 0 0,-1 0 0 0,3 0 0 0,-1 1 0 16,-2-1 0-16,1-1 0 0,-1 2 0 0,-1 1 0 15,2-2 0-15,0 0 0 0,1 2 0 16,-1 0 0-16,-1 2 0 0,0-1 0 0,0 2 0 0,3 1 0 15,-1-1 0-15,0 1 0 0,3 2 0 0,-5-6 0 16,3 7 0-16,-3-1 0 0,-4-1 0 0,3-3 0 16,2 4 0-16,-4 1 0 0,1 1 0 0,0 0 0 15,-2-1 0-15,2-1 0 0,-1 2 0 0,-1 0 0 16,-1 2 0-16,1 1 0 0,-1-2 0 0,1 1 0 16,-4 1 0-16,3-3 0 0,-3 6 0 0,3 3 0 15,-4-3 0-15,4-3 0 0,-1 9 0 0,-1-2 0 16,-2-1 0-16,4 3 0 0,-4-7 0 0,4 7 0 15,2 1 0-15,-3-3 0 0,-2 4 0 0,3 0 0 16,-3-1 0-16,-1-1 0 0,3 1 0 0,1-3 0 16,-2-1 0-16,1 1 0 0,-3 0 0 0,1-6 0 15,2 1 0-15,0-1 0 0,-3 1 0 0,2 0 0 0,-2-2 0 16,1 2 0-16,0-1 0 0,0 6 0 0,1-4 0 16,-2 3 0-16,-2-5 0 0,2 1 0 15,-1 5 0-15,1-7 0 0,-2 8 0 0,0-2 0 16,2 1 0-16,-2-5 0 0,2 4 0 0,-4-2 0 0,4 1 0 15,0 4 0-15,-1-2 0 0,1 1 0 0,-1-2 0 16,2-4 0-16,0 4 0 0,-1 3 0 0,0-1 0 16,3 1 0-16,-2-3 0 0,-1 2 0 0,4-2 0 15,-3 2 0-15,-1-5 0 0,2 4 0 0,0 0 0 16,-1 0 0-16,0 0 0 0,2 0 0 0,-3 1 0 16,0-2 0-16,0 1 0 0,0-7 0 0,1 8 0 15,0-5 0-15,2 6 0 0,-2 1 0 0,1 4 0 16,2-2 0-16,-1 2 0 0,1 4 0 0,-1-4 0 15,0 1 0-15,0-3 0 0,1-3 0 0,-2 4 0 0,0 0 0 16,0 0 0-16,-3-3 0 0,2 0 0 16,1-3 0-16,-1 2 0 0,-1-3 0 0,0-3 0 15,-3-3 0-15,3 1 0 0,-1 1 0 0,0-4 0 16,-2 0 0-16,2 2 0 0,-2 0 0 0,1-1 0 0,2 1 0 16,-2-1 0-16,1 1 0 0,1 1 0 0,0-1 0 15,1 7 0-15,-1-6 0 0,3 7 0 0,-3 1 0 16,0-1 0-16,0 0 0 0,1 1 0 15,2 0 0-15,-4 0 0 0,-1 0 0 0,2-2 0 0,-2-7 0 16,0-1 0-16,0 0 0 0,-2-5 0 0,-2 4 0 16,1 0 0-16,-2-1 0 0,3-3 0 0,-1-2 0 15,-2 0 0-15,3-1 0 0,-1 0 0 0,1-1 0 16,1-2 0-16,2 1 0 0,-3-4 0 0,0 2 0 16,4-2 0-16,-1 0 0 0,0 1 0 0,1-4 0 15,-4 3 0-15,4-3 0 0,0 0 0 0,-1 4 0 16,1-4 0-16,0 0 0 0,0 0 0 0,11 1 0 15,-11-1 0-15,0 0 0 0,8-7 0 0,-3 3-64 16,-1 0-491-16,0 2-153 0,-1-4-436 0,2-9-1240 16,-1 1 549-16</inkml:trace>
  <inkml:trace contextRef="#ctx0" brushRef="#br0" timeOffset="373609.3684">5788 13479 75 0,'0'0'88'0,"0"0"18"0,0 0 1 0,-9 3 7 15,9-3 0-15,0 0 2 0,0 0 2 0,0 0-2 16,0 0-5-16,0 0 0 0,0 0-11 0,0 0-3 16,0 0-15-16,0 0-11 0,0 0-5 0,0 0-6 15,0 0-5-15,0 0-8 0,0 0-2 0,0 0-7 16,0 0 0-16,0 0-6 0,6 2-3 0,-6-2-2 0,0 0 0 15,0 0 6-15,0 0 4 0,0 0 3 0,0 0 8 16,0 0 3-16,0 0 13 0,6 2-9 0,-6-2-1 16,0 0 5-16,0 0 1 0,0 0 5 15,4 1 4-15,-4-1 0 0,0 0-6 0,0 0 4 0,4 3-2 16,-4-3 8-16,0 0 1 0,1 3 3 0,-1-3 2 16,4 3-2-16,-4-3 13 0,4 4-12 0,-4-4 3 15,5 2 6-15,-4 1-13 0,2 0-4 16,-3-3 1-16,4 3 5 0,-4-3-3 0,1 5 3 0,0-2 12 15,2 0-5-15,-3-3 9 0,4 6-9 0,-3-2-4 16,3 0 7-16,-2 0 5 0,2 1 6 0,-1 1-4 16,-2-2-4-16,4 3-2 0,-2-3 1 0,1 3 3 15,0 2 3-15,1 0 4 0,0 0-8 0,-3 0-4 16,2 1-7-16,1 1 6 0,-1 1-3 0,1-1-6 16,0 0-1-16,2 0 2 0,-2 3-5 0,0-2-4 0,0 2-4 15,0 1-6-15,-1-1-4 0,1-3-3 16,-1 5-5-16,0-1 3 0,-1 2 6 0,0 2 1 15,0-3-2-15,-1-1-1 0,-2 2-1 0,2-1 1 16,-1 0 7-16,0 0 2 0,-2 2 3 0,3-1-2 16,0 1-9-16,-4-1 11 0,6 0-14 0,-1 0-5 15,-2 1-2-15,0 0 5 0,2 1-8 0,-2-1-2 16,4-2 0-16,-4 1-1 0,1 0 1 0,0 0 5 0,1 0-2 16,-1-1 2-16,1-1-6 0,3 1-17 15,-1-1 7-15,-2-2 5 0,0 3-3 0,0-4-6 16,0 3-2-16,0 1 4 0,0 0-6 0,0-1 2 15,3 1 1-15,-1-2 0 0,-2-2-2 0,2 6 0 0,-1-2 1 16,1-2-5-16,-1-2 5 0,2 4-5 0,-2 2-1 16,1-1 7-16,-1 2-5 0,1-2-18 0,3 0 0 15,-7-7 0-15,4 8 0 0,-1-2 0 0,1-1 0 16,-1 2 0-16,0 0 0 0,0-1 0 0,1 0 0 16,-2-1 0-16,-1-1 0 0,0-3 0 0,1 0 0 15,0 1 0-15,-2 0 0 0,0-3 0 0,0 1 0 16,-1-2 0-16,3 1 0 0,-2-3 0 0,1-1 0 15,-1 2 0-15,0-2 0 0,0 0 0 0,2 0 0 16,-3 1 0-16,2 0 0 0,0-1 0 0,0 0 0 16,-1 0 0-16,1 1 0 0,-1-3 0 0,2 5 0 15,-2-1 0-15,1-2 0 0,0 2 0 0,0 0 0 16,1-2 0-16,0 2 0 0,-1-3 0 0,1 0 0 16,-1 2 0-16,-1-3 0 0,-1 2 0 0,0-5 0 15,4 7 0-15,-3-4 0 0,2 1 0 0,0 1 0 16,-1 0 0-16,1 0 0 0,-2 0 0 0,2-1 0 15,0 1 0-15,1 2 0 0,1-2 0 0,-1 1 0 16,-3 0 0-16,2 0 0 0,2 2 0 0,-4-5 0 16,2 2 0-16,-2 2 0 0,3-4 0 0,-4 0 0 0,4 1 0 15,-4-1 0-15,5 3 0 0,-4-3 0 16,0-1 0-16,2 2 0 0,1 0 0 0,-4-1 0 16,4 0 0-16,-3 1 0 0,0 0 0 0,3-1 0 0,-1 0 0 15,-2 1 0-15,-1 0 0 0,5 0 0 0,-4-1 0 16,2-2 0-16,-3-1 0 0,1 5 0 0,2-2 0 15,-3-3 0-15,1 3 0 0,-1-3 0 16,0 4 0-16,0-4 0 0,0 0 0 0,0 0 0 0,0 0 0 16,0 0 0-16,0 0 0 0,0 0 0 0,1 3 0 15,-1-3 0-15,0 0 0 0,0 0 0 0,0 0 0 16,0 0 0-16,0 0 0 0,0 0 0 0,0 0 0 16,0 0 0-16,8 2 0 0,-8-2 0 0,0 0 0 15,4 1 0-15,-4-1 0 0,10 1 0 0,-5-1 0 16,2 0 0-16,-7 0 0 0,14 0 0 0,-4 1 0 15,0-1 0-15,0 0 0 0,2 0 0 0,-2 1 0 16,4-1 0-16,0 0 0 0,3-1 0 0,2 2 0 16,0 0 0-16,0-1 0 0,3 1 0 0,5-2 0 15,-4 1 0-15,-3 0 0 0,1 0 0 0,7 1 0 16,-7-1 0-16,9 2 0 0,-11-1 0 0,4-1 0 16,4 0 0-16,-3 3 0 0,3-1 0 0,0-1 0 15,1 0 0-15,-1 2 0 0,1-2 0 0,-6 0 0 16,7 2 0-16,-1-1 0 0,0-1 0 0,-1 2 0 0,4-2 0 15,-3 1 0-15,4 3 0 0,-1-4 0 0,-3 2 0 16,4-1 0-16,-5 1 0 0,3-1 0 16,0-1 0-16,-1 0 0 0,-1 2 0 0,1-1 0 15,2-1 0-15,1 0 0 0,-3-1 0 0,2 1 0 0,-3 1 0 16,3-1 0-16,0 2 0 0,-3-1 0 0,1-2 0 16,-1 1 0-16,0-1 0 0,-1 1 0 15,4-1 0-15,-4-1 0 0,2 1 0 0,1 0 0 0,0 1 0 16,-2-1 0-16,0-1 0 0,3 3 0 0,-3-2 0 15,-1-1 0-15,4 2 0 0,-3-1 0 0,1 3 0 16,-1-6 0-16,2 3 0 0,-1-2 0 0,3 1 0 16,-5 1 0-16,4 0 0 0,-3-2 0 0,1-1 0 15,-2 5 0-15,1-4 0 0,0 1 0 0,-1 4 0 16,-4-5 0-16,5 4 0 0,-7-4 0 0,0 1 0 16,0 1 0-16,-2 0 0 0,4 1 0 0,-3 1 0 15,2-1 0-15,0-1 0 0,-2 3 0 0,-3-4 0 16,3 2 0-16,-2-1 0 0,1 1 0 0,0-1 0 15,-2 1 0-15,-2 2 0 0,2-3 0 0,-3 2 0 16,4-1 0-16,0-1 0 0,0 0 0 0,-3 4 0 16,4-4 0-16,-2 2 0 0,1-1 0 0,-5 1 0 15,3 0 0-15,0-2 0 0,4 1 0 0,-7 1 0 16,1-1 0-16,5 2 0 0,0-3 0 0,-1 1 0 0,-4 1 0 16,5-1 0-16,-2 0 0 0,1 0 0 15,-7-1 0-15,8 1 0 0,0-1 0 0,0 1 0 16,1 1 0-16,-2-1 0 0,5-2 0 0,-1 2 0 15,-2-1 0-15,2 0 0 0,6 0 0 0,0 0 0 0,0 4 0 16,3-7 0-16,-6 2 0 0,1 1 0 16,2 0 0-16,3 0 0 0,-2 0 0 0,1 0 0 0,-1 0 0 15,0 0 0-15,2 0 0 0,-4-1 0 16,1 2 0-16,1-2 0 0,1-1 0 0,-1 1 0 0,-1 0 0 16,0 1 0-16,-2-1 0 0,-3 2 0 0,8-1 0 15,-2 0 0-15,0 0 0 0,2 1 0 0,-3-1 0 16,-1 0 0-16,1-1 0 0,-6 2 0 0,6 0 0 15,0-1 0-15,-7 3 0 0,9-4 0 0,-8 2 0 16,-3-1 0-16,4 0 0 0,0 1 0 0,-1 2 0 16,0-3 0-16,-1 0 0 0,2 2 0 0,-5-2 0 15,3 1 0-15,-6 1 0 0,4 0 0 0,0-1 0 16,-6 0 0-16,6 3 0 0,-7-4 0 0,1 0 0 16,-1 0 0-16,6 2 0 0,-5-1 0 0,0 0 0 15,1-1 0-15,-3 1 0 0,3 1 0 0,-1-2 0 16,0 1 0-16,-2 0 0 0,1 2 0 0,3-2 0 15,-2-1 0-15,0 0 0 0,1 1 0 0,-2-1 0 16,3 1 0-16,-2-1 0 0,1-1 0 0,-2 2 0 16,2-1 0-16,0 0 0 0,-1 0 0 0,1-1 0 0,0 1 0 15,4-1 0-15,-1 2 0 0,-2-1 0 0,2 0 0 16,2-1 0-16,-1 0 0 0,-1-1 0 16,0 0 0-16,-2 2 0 0,4-1 0 0,-3-1 0 15,3 2 0-15,3-1 0 0,-4-1 0 0,1 0 0 0,3 0 0 16,-3 1 0-16,0-1 0 0,3 3 0 15,-3-2 0-15,2 0 0 0,0-1 0 0,1 1 0 16,1 0 0-16,-1-2 0 0,5 3 0 0,-7-4 0 0,8 4 0 16,-6 0 0-16,1-3 0 0,-3 2 0 0,11-1 0 15,-12 0 0-15,4 0 0 0,5-3 0 0,-8 2 0 16,0 2 0-16,2 0 0 0,-3-2 0 0,3 2 0 16,-1-1 0-16,1-1 0 0,-2 3 0 0,2-2 0 15,-1 1 0-15,-1 1 0 0,0-3 0 0,0 2 0 16,0 0 0-16,-2 1 0 0,0-1 0 0,1 1 0 15,-3-2 0-15,-3 2 0 0,7-3 0 0,-6 3 0 16,-1 0 0-16,-1-1 0 0,1 2 0 0,0-2 0 16,1 1 0-16,-2-2 0 0,0 4 0 0,0-2 0 15,-1 0 0-15,1 0 0 0,-1-2 0 0,1 1 0 16,-1 1 0-16,0 0 0 0,1 0 0 0,-4 0 0 16,1-1 0-16,2 1 0 0,-4 0 0 0,3 0 0 15,-1 0 0-15,4 0 0 0,-3-1 0 0,-1 1 0 16,6 1 0-16,-4-3 0 0,1 1 0 0,0 2 0 0,-1-1 0 15,3 0 0-15,2 0 0 0,1 1 0 0,1-1 0 16,-4 0 0-16,7-1 0 0,-3 0 0 16,0 1 0-16,0-3 0 0,2 1 0 0,2 2 0 15,-3 0 0-15,1-2 0 0,1 0 0 0,3 1 0 0,-2-1 0 16,5-1 0-16,2 0 0 0,-1 0 0 16,-1 2 0-16,1-1 0 0,0 1 0 0,0-3 0 15,4 1 0-15,-2 1 0 0,0-2 0 0,2 2 0 16,-1 0 0-16,0-1 0 0,-1 2 0 0,2-2 0 0,0 0 0 15,-1 2 0-15,-1-3 0 0,2 1 0 0,-1-1 0 16,-2 0 0-16,6 2 0 0,-7-3 0 0,3 3 0 16,-2 0 0-16,-1-3 0 0,4 3 0 0,-6 2 0 15,2-4 0-15,0 2 0 0,2-1 0 0,-2 3 0 16,1-4 0-16,0 3 0 0,2-1 0 0,-3 0 0 16,4 0 0-16,-4-2 0 0,3 1 0 0,-4 0 0 15,1 1 0-15,1 0 0 0,-9 1 0 0,9-2 0 16,-1 0 0-16,-6 1 0 0,6 0 0 0,-1-1 0 15,2-1 0-15,-10 3 0 0,11 0 0 0,-1 0 0 16,-6-3 0-16,-4 2 0 0,12-1 0 0,-4 3 0 16,1-3 0-16,0 3 0 0,1-1 0 0,-7 1 0 15,2-2 0-15,2-3 0 0,-3 2 0 0,4 1 0 16,-6 2 0-16,7-1 0 0,1-2 0 0,-9 2 0 16,3 0 0-16,-4-2 0 0,9 3 0 0,1-3 0 15,-9 2 0-15,2 0 0 0,6-1 0 0,-8 1 0 16,8 0 0-16,-1 0 0 0,1-2 0 0,-6 5 0 15,9-5 0-15,-2 2 0 0,-1 0 0 0,0-1 0 16,-1 2 0-16,1 0 0 0,3-2 0 0,1 2 0 0,-3-1 0 16,1 1 0-16,-1-2 0 0,3 2 0 0,0 0 0 15,1-3 0-15,-2 3 0 0,5-1 0 16,-3 0 0-16,1 0 0 0,2-1 0 0,0 1 0 0,1 1 0 16,-2 0 0-16,3 0 0 0,-2-3 0 0,2 3 0 15,-1-3 0-15,3 3 0 0,-5 0 0 0,17-4 0 16,-17 3 0-16,1 0 0 0,0 0 0 0,0-1 0 15,3 0 0-15,-3 1 0 0,2-1 0 0,1 1 0 16,-1 1 0-16,-1-2 0 0,2 1 0 0,-2 0 0 16,1 1 0-16,2 0 0 0,-2 0 0 0,0 0 0 15,1-2 0-15,-2 1 0 0,2 1 0 0,-2-1 0 16,0 0 0-16,2 2 0 0,0-1 0 0,-3-2 0 16,1 2 0-16,-1-2 0 0,0 5 0 0,0-3 0 15,2-1 0-15,-4-2 0 0,2 3 0 0,0 0 0 16,1-1 0-16,-2 2 0 0,0-2 0 0,2 0 0 15,1-1 0-15,-4 2 0 0,3-3 0 0,-1 3 0 16,2 0 0-16,-1 0 0 0,3 0 0 0,-3-1 0 16,4 4 0-16,-3-3 0 0,1 1 0 0,1-1 0 0,10 0 0 15,-11 0 0-15,13 0 0 0,-14 0 0 16,3 0 0-16,-1 0 0 0,13 0 0 0,-13 0 0 16,11-1 0-16,0-1 0 0,-10 2 0 0,13-2 0 15,-15 3 0-15,1-1 0 0,15 0 0 0,0 0 0 0,-1 3 0 16,-2-5 0-16,-1 2 0 0,3-1 0 15,-2 2 0-15,-1-1 0 0,-1 0 0 0,4 2 0 16,-2-6 0-16,-2 4 0 0,-9-2 0 0,14 2 0 16,-4-1 0-16,-10 0 0 0,10-1 0 0,3 3 0 0,-1-1 0 15,-1-2 0-15,0 0 0 0,-13 0 0 0,14 0 0 16,1 2 0-16,-3-3 0 0,4 1 0 0,-3 0 0 16,-1 0 0-16,-12 1 0 0,16 0 0 0,-3-3 0 15,-1 0 0-15,0 1 0 0,-1 0 0 0,-9 3 0 16,-4-4 0-16,3 3 0 0,-1-4 0 0,14 3 0 15,-1-1 0-15,-3 0 0 0,-11 2 0 0,0-5 0 16,2 4 0-16,-3 0 0 0,14-1 0 0,-11 2 0 16,11-3 0-16,-13 4 0 0,2-3 0 0,-2 2 0 15,3 0 0-15,-2-2 0 0,-2 1 0 0,2-2 0 16,-1 0 0-16,0 2 0 0,-4 2 0 0,3-3 0 16,-2 0 0-16,-1 1 0 0,-1 1 0 0,2-2 0 15,-3 3 0-15,0 0 0 0,0-4 0 0,0 2 0 16,-2 1 0-16,2-1 0 0,0 0 0 0,-1 1 0 15,-2 0 0-15,-2-1 0 0,3 2 0 0,-2 0 0 16,-7 0 0-16,1-2 0 0,0 1 0 0,-2-1 0 16,0 0 0-16,0 1 0 0,-1 0 0 0,-2 0 0 15,2-1 0-15,-2 1 0 0,-2 1 0 0,2-1 0 16,-4 0 0-16,0 0 0 0,1-1 0 0,-1 4 0 16,2-4 0-16,-2 2 0 0,0-2 0 0,1 2 0 15,-1 1 0-15,0-1 0 0,-1 0 0 0,0-1 0 16,-1 1 0-16,2-1 0 0,-6 1 0 0,3 1 0 0,1-1 0 15,-3 1 0-15,7 0 0 0,-7-2 0 0,1 1 0 16,1 1 0-16,2-1 0 0,-2-1 0 16,3 1 0-16,-3 1 0 0,0 1 0 0,2-4 0 15,-5 4 0-15,1-4 0 0,-1 4 0 0,-7-2 0 0,12 1 0 16,-7-1 0-16,2 1 0 0,-1 0 0 0,-6-1 0 16,8 1 0-16,-8-1 0 0,7 0 0 0,-7 0 0 15,7 0 0-15,-7 0 0 0,4 3 0 0,-1-1 0 16,-3-2 0-16,9 0 0 0,-9 0 0 0,7 0 0 15,-7 0 0-15,10 4 0 0,-4-4 0 0,-2 1 0 16,3 1 0-16,4-2 0 0,-2 2 0 0,1 0 0 16,2 0 0-16,2 1 0 0,-3-1 0 0,5 2 0 15,-6-1 0-15,3 0 0 0,1 0 0 0,-3-2 0 16,2 1 0-16,-3-2 0 0,-1 5 0 0,3-4 0 16,-5 2 0-16,2-1 0 0,3-1 0 0,-1 0 0 15,-2-1 0-15,-1 2 0 0,3-1 0 0,-2 0 0 16,4 0 0-16,-1 1 0 0,-1-2 0 0,2 1 0 15,-2 1 0-15,1-1 0 0,1 0 0 0,-3 1 0 16,3 0 0-16,-6-1 0 0,2-1 0 0,-4 1 0 16,4-1 0-16,-4 1 0 0,3 1 0 0,-1 0 0 15,0 0 0-15,-2-2 0 0,4 0 0 0,-4 0 0 16,3 0 0-16,1 1 0 0,-3-1 0 0,6 2 0 0,-1-2 0 16,0-2 0-16,-1 4 0 0,0-1 0 15,2 0 0-15,2-1 0 0,-3 2 0 0,-1-2 0 0,-2 1 0 16,1 0 0-16,-1-1 0 0,-1 0 0 15,-2 1 0-15,4-1 0 0,-9 0 0 0,9 2 0 16,-9-2 0-16,7 0 0 0,-1-2 0 0,-6 2 0 0,11 0 0 16,-7 2 0-16,4-2 0 0,-8 0 0 0,10 2 0 15,-2-2 0-15,-2 0 0 0,-2 1 0 0,4 0 0 16,-8-1 0-16,11 1 0 0,-4-1 0 0,-1 0 0 16,-1 1-4-16,-1 0-5 0,5-1-3 0,-4 0 4 15,3 0-2-15,-3 2 4 0,3-2-1 0,2 1 3 16,-3-1-7-16,4 0 7 0,-1 1 3 0,0-1-2 15,0 0 17-15,-1 0-20 0,0 2 1 0,-2-2 10 16,0 0-11-16,2 0 3 0,-2 1-8 0,0-1 10 16,1 0 1-16,2 2 2 0,-5-1-6 0,3 0 0 15,0 1 6-15,-1-2-3 0,1 1 10 0,-3-1-12 16,3 1 1-16,1-1 2 0,-3 0 9 0,0 1-10 16,1-1 4-16,-1 0-12 0,3 0 9 0,-2-1-1 15,-7 1 1-15,10 1 2 0,-5-2-2 0,-5 1 0 16,9 1-2-16,-9-1 6 0,8 0-4 0,-8 0-5 15,0 0 4-15,7-1 13 0,-7 1-13 0,0 0-5 16,5 1-2-16,-5-1 8 0,0 0-4 0,0 0 3 16,0 0 7-16,0 0-6 0,0 0-11 0,0 0-12 15,0 0-21-15,0 0-24 0,0 0-26 0,0 0-23 16,0 0-33-16,0 0-44 0,0 0-54 0,0 0-54 16,0 0-62-16,0 0-72 0,0 0-82 0,0 0-403 15,0 0-998-15,0 0 441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8-12T11:32:35.279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6581 2193 76 0,'0'0'137'0,"0"0"1"16,0 0 1-16,0 0-14 0,0 0 11 0,0 0-6 15,0 0-1-15,0 0-4 0,0 0-4 0,0 0-5 16,0 0-2-16,0 0-4 0,0 0-1 0,0 0-3 16,0 0-3-16,0 0 0 0,0 0-6 0,0 0 5 15,0 0-10-15,0 0-6 0,0 0 3 0,0 0-4 16,0 0 5-16,0 0-16 0,0 0-3 0,0 0 1 15,0 0-11-15,0 0 0 0,0 0-10 0,0 0 0 16,0 0-7-16,0 0-3 0,0 0-2 0,0 0 0 16,0 0-4-16,0 0 1 0,0 0 5 0,0 0 0 15,0 0 0-15,0 0-4 0,0 0-1 0,0 0 5 16,0 0 7-16,0 0 15 0,0 0 0 0,0 0-6 16,-1 13 4-16,1-13 9 0,1 8-9 0,-1-5-8 15,3 1 4-15,-3 0 4 0,1 1-8 0,0 1-2 16,2-3 5-16,-3 3 2 0,2 0 2 15,-2-1-9-15,2-1 4 0,-1 6-8 0,0-3-5 0,-1 3 12 16,0-3-7-16,2 0 2 0,-1 2-8 0,0 0-1 16,0 0-6-16,1-2-1 0,0 3-2 0,-2-3-6 15,0 1 3-15,-2 0-5 0,8 2-3 0,-6-1-1 16,0 2 5-16,1-3-5 0,1 5 2 0,-4-5 7 16,2 3-1-16,2 0 1 0,-1-2 1 15,-1 3-4-15,0 0-3 0,1-3 4 0,-1 1-4 0,1 2-5 16,-2 1 0-16,0-2-2 0,1 0 0 0,-1 1-1 15,-1-1 4-15,2 1-2 0,-1-1-4 0,-3 0-3 16,3 0-1-16,0-1 0 0,-1 1 1 0,1-2 2 16,-4 1-2-16,6-2 0 0,-1 3-4 0,0-6 3 15,2 2 3-15,-4 0-6 0,1-1 4 0,2 0-11 16,-2 1 7-16,1 0-3 0,0-2 3 0,1 1 5 16,-1 1-9-16,2-1 1 0,-4 0 1 0,4-3-3 15,-4 1 2-15,2 3-1 0,-1-2 3 0,5-1-6 16,-4-1 8-16,1 1-4 0,0-1 5 0,-1-3-5 15,0 5-3-15,0-5 0 0,2 4 3 16,-2-4-4-16,1 3 3 0,-1-3 0 0,0 0-3 0,1 4-1 16,-1-4 3-16,0 0-1 0,0 0 2 0,0 4 2 15,0-4 1-15,0 0-5 0,0 0 4 0,0 0-1 16,0 0 2-16,0 0-7 0,0 0 4 0,0 0 3 16,0 0-1-16,3 4 5 0,-3-4-3 15,0 0-4-15,0 0-4 0,0 0-16 0,0 0-27 0,0 0-22 16,0 0-21-16,0 0-44 0,0 0-39 0,0 0-64 15,0 0-73-15,0 0-67 0,1-14-325 0,2 9-759 16,0 0 336-16</inkml:trace>
  <inkml:trace contextRef="#ctx0" brushRef="#br0" timeOffset="1651.2813">6649 4418 86 0,'0'0'177'0,"0"0"-14"16,0 0 4-16,0 0-2 0,0 0-6 0,0 0-2 15,3-5-2-15,-3 5-2 0,0 0-3 0,0 0-2 16,0 0-7-16,0 0-2 0,-2-4-5 0,2 4-4 15,0 0-2-15,0 0-3 0,0 0-10 0,-4-3 21 16,4 3-11-16,0 0-2 0,0 0-5 0,0 0 0 16,0 0 6-16,0 0 6 0,0 0-13 0,0 0 1 15,0 0-1-15,0 0-15 0,0 0 1 0,0 0-5 16,0 0-6-16,0 0-10 0,0 0-5 0,0 0-9 16,0 0 0-16,0 0-12 0,0 0 3 0,0 0-9 15,0 0-4-15,0 0-7 0,0 0-7 0,0 0-2 16,0 0-1-16,0 0-7 0,0 0 13 0,8 11-13 15,-8-6 1-15,1-2-4 0,-1 2 10 0,3 0 2 16,-3 2-7-16,0-1 6 0,0 4 3 0,0-4-6 16,-3 5-1-16,6-1-1 0,-3 3 4 0,1-4-3 15,1 2 4-15,-2 0 0 0,-2-2-4 0,1 3 3 16,1 0 3-16,0 0-9 0,0 0 1 0,0 4 0 16,0-4-5-16,-3 0 2 0,2 0-5 0,1 2 3 15,0 1-1-15,0-1-2 0,-2-2-4 0,0 4 1 16,2-4 1-16,-1-1-2 0,-2 2-2 0,2-1 0 15,-2-1 0-15,2 1-2 0,1-1 2 0,-2 0-2 16,-2-2-3-16,1 1 1 0,2 0 4 0,-1-2-3 16,2 1-1-16,0-3-3 0,-2 0 3 0,2 0-2 15,-1-1-3-15,1 1 2 0,-1-1 0 0,-1-2-1 0,4 2 2 16,-2-5-1-16,-2 6 3 0,1-3-3 0,1-3-2 16,0 6 4-16,-1-4-6 0,1-2 1 15,0 0 1-15,-1 3 1 0,1-3 0 0,0 0 1 0,0 0-3 16,0 0 0-16,0 0 3 0,0 6-1 0,0-6-1 15,0 0-3-15,0 0 3 0,0 0 0 0,0 0-1 16,0 0-2-16,0 0 1 0,0 0 3 0,0 0-3 16,1 4 0-16,-1-4 1 0,0 0 4 0,0 0-3 15,0 0-2-15,0 0 2 0,0 0-1 0,0 0 3 16,0 0 2-16,0 0-4 0,0 0 2 0,0 0-4 16,0 0 2-16,0 0-7 0,0 0-14 0,0 0-16 15,0 0-23-15,0 0-32 0,0 0-30 0,0 0-40 16,0 0-40-16,0 0-39 0,0 0-52 0,2-13-44 15,2 11-35-15,-4 2-272 0,8-5-696 0,-2 0 308 16</inkml:trace>
  <inkml:trace contextRef="#ctx0" brushRef="#br0" timeOffset="5041.1558">11845 8224 89 0,'0'0'108'16,"0"0"5"-16,0 0 3 0,0 0-8 0,0 0 1 15,0 0 1-15,-10-9 4 0,10 9-2 0,-4-2 1 16,4 2 1-16,0 0 4 0,0 0-3 0,-1-5 3 16,1 5 3-16,0 0-3 0,0 0 0 0,-1-4-1 15,1 4 0-15,0 0 1 0,0 0-5 0,-3-3 3 0,3 3-4 16,0 0-6-16,0 0-8 0,0 0-4 16,0 0-7-16,0 0-2 0,0 0-6 0,0 0-3 15,0 0 3-15,0 0-7 0,0 0-4 0,0 0-3 16,0 0-4-16,0 0 0 0,0 0-8 0,0 0 2 0,-1-4-3 15,1 4-11-15,0 0 0 0,0 0-3 0,0 0 0 16,0 0-10-16,0 0-2 0,0 0-1 16,0 0-4-16,0 0 8 0,0 0 0 0,0 0 15 0,-4 10 3 15,4-10-4-15,-1 4 15 0,1-4-15 0,-2 4 7 16,1 0 2-16,1-4-1 0,-2 3 0 0,2 1 12 16,-2-1-14-16,1 1-1 0,1-4 3 0,-2 6-3 15,-1-1-3-15,3-2 1 0,0 2-1 0,-1 0 4 16,0 0-3-16,-1 0 1 0,2 2-7 0,-1-4 2 15,0 2 1-15,1 1-3 0,-2 1 3 0,2-1 2 16,0 1-4-16,-1 1-2 0,1 0-2 0,-1-1-6 16,2 1 2-16,-2-1-2 0,1 1-6 0,-2 2 1 15,2 1 1-15,2 0-3 0,-4-2 6 0,1 0-8 16,1 0-7-16,0 0 4 0,0 0-1 0,0 2-1 0,0-5 2 16,0 5 1-16,0-1-4 0,0-1 9 15,0 0-3-15,1 1 2 0,-3 0 1 0,1-2 0 16,-1 1-4-16,5 0-3 0,-6-2-1 0,3 0-5 15,0 0 5-15,0 2 0 0,-1-1-3 0,0-2 8 0,1 3-9 16,-2-3-3-16,1 0 0 0,0 0 2 0,1 1-2 16,0 1 0-16,0 0-2 0,0-4-1 15,-1 3 0-15,1 0 3 0,1-2-2 0,-2 2-1 0,1-1 0 16,1-1 5-16,-1 3 1 0,1-2-1 0,0 1 5 16,-2-1 2-16,2-1-2 0,2 1 0 0,-3 0 0 15,0-1-4-15,1 0 2 0,1-1-3 0,-2 0 0 16,1-1-2-16,1 2 2 0,-2-5-5 0,0 4 1 15,0-1-1-15,0-3-1 0,2 5 2 0,-2-1-2 16,0-4-1-16,1 4 6 0,-1-4-8 0,0 3 6 16,0-3-7-16,0 0 7 0,0 0-8 0,0 0 4 15,0 0-3-15,1 5 0 0,-1-5 3 0,0 0-2 16,0 0 1-16,0 0-2 0,0 0 4 0,0 0 2 16,0 0-4-16,0 0 4 0,0 0 0 0,0 0-1 15,0 0 1-15,0 0 0 0,0 0-1 0,0 0-11 16,0 0-21-16,0 0-26 0,0 0-28 0,0 0-33 15,0 0-37-15,2-13-39 0,2 10-29 0,-3 0-35 0,1 1-35 16,-2 2-51-16,5-6-52 0,-1 0-44 0,0 3-242 16,-1-2-731-16,0 1 323 0</inkml:trace>
  <inkml:trace contextRef="#ctx0" brushRef="#br0" timeOffset="9113.213">10359 10541 61 0,'0'0'138'0,"-2"-4"-3"0,2 4-16 0,0 0-3 16,-2-6-7-16,2 6 0 0,0 0-7 0,-1-3 0 16,1 3 2-16,0 0-3 0,0 0-3 0,0-4 0 15,0 4-2-15,0 0 1 0,0 0-3 0,0 0 4 16,0 0 0-16,0 0-1 0,1-4-2 0,-1 4-2 15,0 0-2-15,0 0 0 0,0 0-6 0,0 0-6 16,0 0-2-16,0 0-4 0,0 0-1 0,0 0-2 0,0 0-2 16,0 0 7-16,0 0-5 0,0 0 2 15,0 0 3-15,0 0 6 0,0 0-4 0,0 0-1 16,0 0 3-16,0 0-3 0,0 0-1 0,0 0-1 0,0 0-6 16,-1 11 4-16,1-11 3 0,-4 6 2 0,4-6 9 15,-3 5-2-15,2-4 2 0,1-1-3 0,-4 6-3 16,3-3-3-16,-3 1 7 0,4 0-4 0,-6-1 0 15,5 1-2-15,-2 0 0 0,1 0-4 0,0 1-4 16,0 0-7-16,-1-1 0 0,1 3-3 0,-2-3-2 16,1 2 3-16,1 0-3 0,0 1 9 0,-3 2-4 15,5-2-4-15,-2 0-2 0,0 1-4 0,-1 0-2 16,0 1 2-16,-1-1-1 0,0 2-2 0,2-1 0 16,-1-3-5-16,2 4-4 0,-2-3 1 0,0 4-6 15,-1-1-5-15,1 0 0 0,1-1-4 0,-1 0-1 16,0-2-2-16,3-1-1 0,-1 4 1 0,0 0-7 15,0-2 6-15,1-1-2 0,-2 3-1 0,1-3 0 16,0 1-1-16,1-1 1 0,1 2-1 0,-1-2 5 0,-1 2-3 16,-1 1-3-16,1 0 4 0,1-2-2 0,0 1-5 15,-1 1 4-15,0 0-6 0,1-1-1 16,0 0 2-16,0-1-5 0,-2 2-1 0,0 0 2 0,1-1 2 16,-2 2 3-16,3 0 0 0,-2-2 4 0,2 0-2 15,-3 0-2-15,3 2 4 0,-4-4-1 0,0 3 1 16,3-3 4-16,1 2-4 0,0-2 5 0,0 0-7 15,-1 0 9-15,-2 0-4 0,3-1-4 0,-1 2 0 16,-1-3-2-16,1 2-1 0,0-2 3 0,1 1-4 16,-5-1-5-16,5 0 4 0,-1 0-3 0,1 0-1 15,-3-1 1-15,3-4-3 0,0 7-3 0,-1-5 4 16,1 3-4-16,0-5 1 0,-1 4 0 0,1-4 1 16,-3 6-1-16,3-6-2 0,0 0 0 0,0 4-1 15,0-4 2-15,-1 4 1 0,1-4 0 0,0 0-3 16,0 0-2-16,0 0-4 0,0 0 8 0,0 0 0 15,0 3-5-15,0-3 3 0,0 0 2 0,0 0 0 16,0 0 5-16,0 0-8 0,0 0-2 0,0 0 2 0,1 4-2 16,-1-4 4-16,0 0 2 0,0 0-2 0,0 0-2 15,0 0 3-15,0 0-2 0,0 0 7 16,0 0-2-16,0 0-2 0,0 0-22 0,0 0-28 0,0 0-37 16,0 0-42-16,0 0-46 0,0-12-61 0,4 6-60 15,-3 1-66-15,-1 2-74 0,3-4-72 0,-3 0-325 16,1 0-897-16,-1-1 396 0</inkml:trace>
  <inkml:trace contextRef="#ctx0" brushRef="#br0" timeOffset="12477.8594">18014 13648 53 0,'3'-2'153'0,"-3"2"-10"0,0 0-2 0,0 0-6 15,1-5 1-15,-1 5-6 0,0-4-2 0,0 4-6 16,3-5-2-16,-3 5-3 0,2-3-3 0,-2 3 1 15,2-5-2-15,-2 5-5 0,2-6 5 0,-2 1-1 16,3 3 10-16,-2-2-6 0,3 0 0 0,-3 1-3 16,0 0-4-16,2 0 1 0,-2-2 8 0,3 1-2 15,-3-1-2-15,0 4-11 0,1-5-5 0,-2 6-8 16,2-5 0-16,1 2-1 0,-3 3-6 0,3-6-1 16,-2 4-6-16,-1 2-2 0,1-4 12 0,-1 4-21 15,3-5 0-15,-3 5-13 0,2-2 9 0,-2 2-11 16,0 0-5-16,1-3-7 0,-1 3 5 0,0 0-9 15,0 0-4-15,2-4-5 0,-2 4 0 0,0 0 2 16,0 0 1-16,0 0 4 0,-13-2-4 0,13 2 4 16,0 0 7-16,0 0-6 0,-13 4-7 0,13-4-4 15,-4 2 3-15,4-2-4 0,-6 2-4 0,6-2 2 16,-4 5 0-16,3-3 7 0,1-2 1 0,-5 5 2 16,2-3 8-16,-1 1-6 0,2 1 0 0,-2 0 2 15,0-1-2-15,-1 4-2 0,-3-4-1 0,7 3 8 16,-3 2 1-16,0-4 2 0,0 3-6 0,2-1-4 15,-2 2 4-15,-1-3-4 0,0 3 0 0,-3 0 2 16,6-1 2-16,-1 1-8 0,-1 0 9 0,0 2-6 16,3-1-2-16,-4 0 2 0,1-2 3 0,-1 1 0 15,1 2-2-15,0 1 3 0,3-3-2 0,-3 2-1 16,-1 1 1-16,3-1 3 0,-1 1 0 0,-1-1 4 16,2 1-4-16,0-2-1 0,-1 2-5 0,1-2 0 0,0 2-2 15,0 0-8-15,0-1 8 0,2-1 1 0,-3 2-1 16,1 0 0-16,2-1 4 0,-4 1-2 0,1-2-3 15,0 4-1-15,1-7-1 0,1 4-2 16,-2-1-1-16,1 1-6 0,1-1 1 0,-1 1 1 0,0 0-4 16,-1-1 3-16,2 1-3 0,-2-2 1 0,0-1-1 15,3 1-5-15,-3-2 2 0,2 3 1 0,-2 2 0 16,1-4 0-16,-1 1-3 0,2 1 0 0,-2 2 8 16,3-3 8-16,-2 1-1 0,-1-1 1 0,0 2-2 15,0-1-3-15,1-3-1 0,0 2-4 0,1-1-2 16,1 0 2-16,-3 0 0 0,2-1 1 0,-2 4-4 15,-2-1 5-15,3 2-1 0,0-4 0 0,0 2 2 16,-1-3 1-16,2 1-2 0,-2 0-3 0,1-1-1 16,-2 2-1-16,0-3 2 0,3 1-5 0,-3-1 2 15,0 2-2-15,3-2 3 0,-2 0-5 0,2-1 1 16,-3 0-1-16,4 0 2 0,0 1 1 0,-4-3-2 16,4-2-2-16,-1 5 2 0,1-5-3 0,0 5-1 15,-5-3 2-15,3 0 1 0,2-2-4 0,0 0 2 16,-2 6 1-16,2-6-1 0,0 0-2 0,-1 3 2 15,1-3 3-15,0 0 0 0,0 0 0 0,0 0-3 16,0 0-1-16,0 5 5 0,0-5 1 0,0 0 0 16,0 0-4-16,0 0 5 0,0 0-2 0,0 0 0 15,0 0 0-15,0 0 0 0,0 0 0 0,0 0-9 16,0 0-29-16,0 0-28 0,0 0-39 0,5-14-44 16,0 12-51-16,-1-1-59 0,-3-1-59 0,4 0-58 15,3 2-78-15,-3-1-403 0,5 0-922 0,-1-2 409 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8-10T11:45:57.238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3096 476 142 0,'0'0'457'0,"0"0"-1"16,0 0 1-16,0 0-4 0,3-24-14 0,-3 24-14 16,0 0-16-16,0 0-13 0,0 0-10 0,0 0-6 15,0 0-2-15,0 0-12 0,0 0-10 0,0 0-8 16,0 0-13-16,0 0-12 0,0 0-17 0,0 0-12 16,-5-17-19-16,5 17-20 0,0 0-17 0,0 0-16 15,0 0-127-15,0 0-95 0,0 0 0 0,0 0 0 16,0 0 0-16,0 0 0 0,0 0 0 0,0 0 0 15,0 0 0-15,0 0 0 0,0 0 0 0,0 0 0 16,0 0 0-16,6 52 0 0,-6-52 0 0,-1 28 0 16,2-10 0-16,-2 1 0 0,1 1 0 0,0 4 0 15,-2-4 0-15,-4 3 0 0,4-3 0 0,0 6 0 16,1-7 0-16,-3 5 0 0,1-5 0 0,1 0 0 16,-1 0 0-16,1-1 0 0,-1 2 0 0,1-2 0 15,-2 0 0-15,3-3 0 0,-1-2 0 16,1-1 0-16,-1-3 0 0,2 1 0 0,-3 0 0 15,3-4 0-15,0-1 0 0,3-2 0 0,-6 4 0 0,3-1 0 16,0-6 0-16,3 7 0 0,-2-3 0 16,-1-4 0-16,0 0 0 0,1 7 0 0,-1-7 0 0,0 0 0 15,3 3 0-15,-3-3 0 0,0 0 0 16,0 0 0-16,14 0 0 0,-14 0 0 0,16-3 0 16,-3 0 0-16,4-1 0 0,1 1 0 0,-2 0 0 15,3 0 0-15,3-2 0 0,-3 0 0 0,3-1 0 16,-3 0 0-16,2 1 0 0,-4-1 0 0,1 5 0 15,-5-2 0-15,0 2 0 0,-2 0 0 0,0 0 0 16,-4 1 0-16,2-1 0 0,-9 1 0 0,9-3 0 16,-9 3 0-16,8-1 0 0,-8 1 0 0,0 0 0 15,0 0 0-15,10-2 0 0,-10 2 0 0,0 0 0 16,0 0 0-16,0 0 0 0,0 0 0 0,0 0 0 16,0 0 0-16,0 0 0 0,0 0 0 0,0 0-332 15,1-5-381-15,-1 5-478 0,0 0-1291 0,0 0 571 16</inkml:trace>
  <inkml:trace contextRef="#ctx0" brushRef="#br0" timeOffset="404.2308">3054 506 223 0,'0'0'375'0,"0"0"-11"16,0 0-14-16,8-22-12 0,-8 22-5 0,0 0-3 15,0 0 0-15,0 0 6 0,0 0 7 0,0 0 9 16,0 0 2-16,0 0 13 0,0 0 13 0,1-17 6 16,-1 17 2-16,0 0-2 0,0 0-8 0,0 0-15 15,0 0-12-15,0 0-21 0,0 0-18 0,0 0-19 16,0 0-64-16,0 0-229 0,0 0 0 0,0 0 0 15,20-9 0-15,-20 9 0 0,0 0 0 0,36-11 0 16,-14 5 0-16,9 2 0 0,0-4 0 16,3 2 0-16,-1 0 0 0,2 1 0 0,-2 1 0 0,-1-1 0 15,-3 1 0-15,-6 2 0 0,-23 2 0 0,33-3 0 16,-33 3 0-16,22-4 0 0,-22 4 0 16,0 0 0-16,0 0 0 0,0 0 0 0,0 0 0 0,37 4 0 15,-37-4 0-15,0 0 0 0,0 0-180 0,0 0-262 16,-5 21-40-16,5-21-49 0,0 0-56 0,-27 22-409 15,27-22-1077-15,-28 16 478 0</inkml:trace>
  <inkml:trace contextRef="#ctx0" brushRef="#br0" timeOffset="698.0794">3187 677 191 0,'0'0'471'0,"0"0"21"16,0 0 23-16,0 0 6 0,0 0-6 0,0 0 0 15,0 0-10-15,0 0-6 0,0 0-13 0,0 0-16 16,0 0-16-16,0 0-17 0,0 0-21 0,0 0-33 16,0 0-34-16,0 0-31 0,0 0-34 0,0 0-29 15,0 0-140-15,0 0-115 0,0 0 0 0,0 0 0 16,87-15 0-16,-60 10 0 0,-6 2 0 0,1-2 0 16,5 0 0-16,-27 5 0 0,42-7 0 0,-23 4 0 15,-19 3 0-15,31-5 0 0,-31 5 0 0,26-3 0 16,-26 3 0-16,0 0 0 0,0 0 0 15,26-3 0-15,-26 3 0 0,0 0 0 0,0 0 0 16,0 0 0-16,0 0 0 0,0 0 0 0,0 0 0 16,0 0-319-16,0 0-185 0,0 0-42 0,0 0-49 15,0 0-444-15,0 0-1123 0,0 0 497 0</inkml:trace>
  <inkml:trace contextRef="#ctx0" brushRef="#br0" timeOffset="1391.3127">3556 666 55 0,'0'0'452'0,"0"0"13"16,0 0 13-16,0 0 7 0,0 0-15 0,0 0-20 15,0 0-14-15,0 0-22 0,0 0-26 0,0 0-12 16,0 0-22-16,0 0-18 0,0 0-22 0,0 0-25 16,0 0-27-16,0 0-25 0,25-26-23 0,-25 26-22 15,0 0-28-15,0 0-12 0,0 0-18 0,17-11-18 16,-17 11-19-16,0 0-13 0,0 0-9 0,0 0-18 15,0 0-4-15,50 13-8 0,-50-13 0 16,21 13-5-16,-21-13-7 0,15 15-6 0,-15-15-6 16,9 18-9-16,-9-18-5 0,4 14 0 0,-4-14 2 15,-2 20-7-15,2-20 0 0,-11 27-14 0,-3-14-3 16,2-4-1-16,1 3 0 0,-2-1-3 0,13-11 4 16,-21 15-2-16,21-15 6 0,-20 10 3 0,20-10 5 0,-14 7 12 15,14-7 27-15,0 0 4 0,0 0 19 16,0 0 10-16,0 0-3 0,0 0 6 0,0 0-7 15,-28-30-7-15,28 30-58 0,3-22 0 0,-3 22 0 16,6-25 0-16,-6 25 0 0,10-22 0 0,-6 12 0 16,-4 10 0-16,13-18 0 0,-13 18 0 0,14-18 0 15,-14 18 0-15,12-8 0 0,-12 8 0 0,0 0 0 16,20-10 0-16,-20 10 0 0,0 0 0 0,0 0 0 16,0 0 0-16,38 16 0 0,-38-16 0 0,18 20 0 15,-10-6 0-15,-3 2 0 0,3 1 0 0,-2 0 0 16,-2 1 0-16,-3 2 0 0,3 5 0 0,-3-6 0 15,0 2 0-15,1 4 0 0,-4-1 0 0,2 0 0 16,-2 0 0-16,1-4 0 0,-2-2 0 0,2 2 0 16,-1-1 0-16,0-1 0 0,1-2 0 0,-2 2 0 15,3-1 0-15,-2 0 0 0,2-5 0 0,0-3 0 16,2 2 0-16,-2-3 0 0,0 0 0 0,4-1 0 16,-2-1 0-16,0-1 0 0,-1 0 0 0,3 0 0 15,0 0 0-15,-4-5 0 0,5 5 0 16,-1-4 0-16,1 1 0 0,-5-2 0 0,11 2 0 15,-2-1 0-15,-9-1 0 0,22-5 0 0,-9 2 0 0,1-2 0 16,-1 0 0-16,4-3 0 0,0 3 0 16,-2-1 0-16,-3 1 0 0,7-4 0 0,-7 6 0 15,-1 1 0-15,-3-1 0 0,-1 2 0 0,-7 1 0 0,11-6 0 16,-11 6 0-16,11-4 0 0,-11 4 0 16,8-2 0-16,-8 2 0 0,0 0 0 0,5-4 0 15,-5 4 0-15,0 0 0 0,0-7 0 0,0 7 0 16,-5-9-719-16,-2 2-527 0,1 0-1349 0,-2-2 597 15</inkml:trace>
  <inkml:trace contextRef="#ctx0" brushRef="#br0" timeOffset="1957.0408">3848 695 192 0,'0'0'504'0,"3"-19"-5"0,-3 19-5 0,0 0-15 16,3-18-14-16,-3 18-21 0,0 0-32 0,9-14-23 0,-9 14-33 15,0 0-29-15,10-15-26 0,-10 15-25 16,0 0-25-16,0 0-24 0,13-10-28 0,-13 10-19 16,0 0-23-16,0 0-19 0,28-2-6 0,-28 2-11 15,0 0-16-15,0 0-9 0,36 11-10 0,-36-11-2 16,19 13-16-16,-19-13-4 0,14 14-2 0,-14-14-3 15,15 18-7-15,-11-7-7 0,-4-11-7 0,7 22-3 16,-6-12-4-16,-1-10-4 0,0 24 6 0,0-24-3 16,-5 22-4-16,5-22-7 0,-5 15-2 0,5-15-2 15,-4 13 2-15,4-13 5 0,0 0-1 0,0 0-1 16,0 0 9-16,-5 18 36 0,5-18 22 0,0 0-8 16,0 0-5-16,0 0-10 0,0 0 0 0,0 0-12 15,0 0-7-15,0 0-28 0,9-50-17 0,-9 50 0 16,11-23 0-16,-6 12 0 0,-5 11 0 0,10-21 0 15,-2 12 0-15,-8 9 0 0,13-22 0 0,-5 13 0 16,-8 9 0-16,0 0 0 0,0 0 0 0,19-11 0 16,-19 11 0-16,0 0 0 0,0 0 0 0,0 0 0 15,0 0 0-15,0 0 0 0,43 18 0 16,-43-18 0-16,17 19 0 0,-8-6 0 0,-2-2 0 16,2 0 0-16,-9-11 0 0,13 26 0 0,-8-14 0 15,-5-12 0-15,9 21 0 0,-9-21 0 0,5 18 0 0,-5-18 0 16,4 14 0-16,-4-14 0 0,0 0 0 0,4 15 0 15,-4-15 0-15,0 0 0 0,0 0 0 16,0 0 0-16,8 14 0 0,-8-14-127 0,0 0-118 16,0 0-71-16,0 0-72 0,0 0-109 0,0 0-135 15,0 0-366-15,0 0-1081 0,9-54 478 0</inkml:trace>
  <inkml:trace contextRef="#ctx0" brushRef="#br0" timeOffset="2372.5805">4401 795 166 0,'0'0'447'0,"0"0"7"0,0 0-1 0,0 0-8 15,0 0-8-15,0 0-18 0,0 0-22 0,0 0-9 16,0 0-13-16,0 0-12 0,0 0-7 16,0 0-23-16,0 0-21 0,0 0-12 0,0 0-21 15,0 0-13-15,0 0-16 0,0 0-17 0,0 0-24 16,0 0-20-16,0 0-18 0,0 0-14 0,0 0-13 16,0 0-15-16,0 0 7 0,0 0-4 0,85-11-11 15,-51 8-4-15,-1-1-104 0,2 3-13 0,-1-1 0 16,1-1 0-16,-1 1 0 0,-2-1 0 0,-1 0 0 15,-3 2 0-15,-28 1 0 0,41 0 0 0,-41 0 0 16,27-3 0-16,-27 3 0 0,0 0 0 0,0 0 0 16,26-1 0-16,-26 1 0 0,0 0 0 0,0 0 0 15,0 0 0-15,0 0 0 0,0 0 0 0,0 0 0 16,0 0 0-16,0 0 0 0,0 0 0 0,0 0-131 16,0 0-192-16,0 0-42 0,0 0-64 0,0 0-101 15,0 0-540-15,0 0-1157 0,0 0 513 0</inkml:trace>
  <inkml:trace contextRef="#ctx0" brushRef="#br0" timeOffset="3020.637">5495 559 264 0,'0'0'399'0,"0"0"6"15,-10-20-18-15,10 20 2 0,0 0 2 0,0 0 2 16,0 0 0-16,-8-17 0 0,8 17-6 0,0 0-6 16,0 0-11-16,0 0-6 0,-4-16-9 0,4 16-12 15,0 0-22-15,0 0-24 0,0 0-23 0,0 0-24 16,0 0-27-16,8-22-22 0,-8 22-15 0,0 0-18 15,13-13-25-15,-13 13-20 0,15-9-2 16,-15 9-22-16,14-9-10 0,-14 9-13 0,0 0-70 16,32-7-6-16,-32 7 0 0,23-2 0 0,-23 2 0 0,0 0 0 15,36 2 0-15,-36-2 0 0,0 0 0 0,33 9 0 16,-33-9 0-16,18 11 0 0,-18-11 0 0,13 10 0 16,-13-10 0-16,10 18 0 0,-10-18 0 0,5 15 0 15,-5-15 0-15,-1 19 0 0,1-19 0 16,-8 23 0-16,3-11 0 0,-4-1 0 0,0 4 0 15,-2-2 0-15,-5 3 0 0,3 0 0 0,-2-4 0 16,2 4 0-16,-1-2 0 0,0-3 0 0,14-11 0 16,-19 16 0-16,11-9 0 0,8-7 0 0,-11 12 0 15,11-12 0-15,0 0 0 0,-13 11 0 0,13-11 0 0,0 0 0 16,0 0 0-16,0 0 0 0,-12 11 0 16,12-11 0-16,0 0 0 0,0 0 0 0,0 0 0 15,0 0 0-15,0 0 0 0,0 0 0 0,0 0 0 16,0 0 0-16,53 8 0 0,-53-8 0 0,42-1 0 15,-14 0 0-15,-28 1 0 0,49-5 0 0,-20 4 0 16,-2-3 0-16,1 1 0 0,-28 3 0 0,40-4 0 16,-40 4 0-16,28-2 0 0,-28 2 0 0,0 0 0 15,27-2 0-15,-27 2 0 0,0 0 0 0,0 0 0 16,0 0 0-16,0 0 0 0,24-2 0 0,-24 2 0 16,0 0 0-16,0 0 0 0,0 0 0 0,0 0 0 15,0 0 0-15,0 0 0 0,0 0 0 0,0 0-332 16,0 0-221-16,0 0-89 0,0 0-469 0,0 0-1203 15,0 0 531-15</inkml:trace>
  <inkml:trace contextRef="#ctx0" brushRef="#br0" timeOffset="4127.102">5982 856 236 0,'0'0'344'0,"0"0"-9"0,0 0-19 0,0 0-19 16,0 0-18-16,0 0-23 0,0 0 0 0,0 0-18 15,0 0-25-15,0 0 3 0,0 0-18 0,15 10-9 16,-15-9-15-16,0-1-13 0,0 6-12 0,0-5 1 15,0-1 4-15,-4 8-10 0,2-2-12 0,-2-2 13 16,0 3-9-16,-1-3-1 0,-1 5-6 0,-1-3-6 16,0 2 1-16,-1 1 2 0,-1-3-6 15,0 0-2-15,-2 0-6 0,0-1 6 0,1-1-2 16,0 1 0-16,-3 1-5 0,-1-2-3 0,5-1-11 16,-10 0-9-16,7-2 13 0,2 2-20 0,-3-1-9 15,3-1-2-15,-5 0-1 0,1-1-4 0,5 1 5 0,-6 1 4 16,-2-2-3-16,3-2 2 0,0 1-8 0,-4 0 7 15,1 0-12-15,-2-3 5 0,6 2-1 16,-5-1 2-16,4 1-6 0,-4 0 5 0,1 0-2 16,4-1-5-16,0 1 4 0,-1 0 1 0,2 0 3 15,0-1 6-15,0 1 2 0,1-1-63 0,-2 0-11 16,3 0 0-16,-3-1 0 0,3-1 0 0,-2 4 0 16,2-4 0-16,0 2 0 0,-2-6 0 0,2 5 0 15,1 0 0-15,-3-2 0 0,12 6 0 0,0 0 0 16,-30-18 0-16,20 11 0 0,10 7 0 0,-18-9 0 15,18 9 0-15,-17-14 0 0,17 14 0 0,-14-16 0 16,14 16 0-16,-13-16 0 0,13 16 0 0,-9-18 0 16,9 18 0-16,-10-18 0 0,6 9 0 0,4 9 0 15,-10-20 0-15,5 8 0 0,5 12 0 0,-5-22 0 16,1 10 0-16,3-5 0 0,1 17 0 0,-4-24 0 16,1 11 0-16,3 13 0 0,-2-24 0 0,2 24 0 15,0-23 0-15,0 23 0 0,-4-22 0 0,4 22 0 16,4-20 0-16,-4 20 0 0,1-20 0 0,-1 20 0 15,4-21 0-15,-4 21 0 0,5-23 0 0,0 15 0 16,-5 8 0-16,4-20 0 0,-4 20 0 0,9-19 0 16,-9 19 0-16,14-18 0 0,-8 11 0 0,-6 7 0 15,16-14 0-15,-16 14 0 0,14-13 0 0,-14 13 0 16,16-16 0-16,-5 9 0 0,-11 7 0 0,21-16 0 16,-12 9 0-16,-9 7 0 0,23-13 0 15,-13 4 0-15,-10 9 0 0,26-12 0 0,-13 6 0 16,-13 6 0-16,28-15 0 0,-14 9 0 0,-14 6 0 15,22-10 0-15,-22 10 0 0,24-8 0 0,-24 8 0 0,23-9 0 16,-23 9 0-16,22-6 0 0,-22 6 0 0,19-4 0 16,-19 4 0-16,24-6 0 0,-24 6 0 15,0 0 0-15,28-5 0 0,-28 5 0 0,0 0 0 16,27-4 0-16,-27 4 0 0,0 0 0 0,31-1 0 16,-31 1 0-16,0 0 0 0,0 0 0 0,42 3 0 15,-42-3 0-15,26 3 0 0,-26-3 0 0,22 6 0 16,-22-6 0-16,22 5 0 0,-22-5 0 0,22 6 0 15,-22-6 0-15,24 7 0 0,-24-7 0 0,26 9 0 16,-26-9 0-16,19 11 0 0,-19-11 0 0,22 11 0 16,-22-11 0-16,18 12 0 0,-18-12 0 0,16 13 0 15,-16-13 0-15,18 11 0 0,-18-11 0 0,17 16 0 16,-8-8 0-16,-9-8 0 0,15 18 0 0,-5-6 0 16,-1 1 0-16,0 2 0 0,-9-15 0 0,13 21 0 15,-6-5 0-15,0-1 0 0,2-3 0 0,-9-12 0 16,9 30 0-16,-4-19 0 0,0 1 0 0,-1 5 0 15,-3 1 0-15,2-1 0 0,-3 0 0 0,1 0 0 16,-1 2 0-16,-1 0 0 0,-2-2 0 0,1-1 0 16,-2 0 0-16,-5 1 0 0,1 1 0 0,-1-1 0 15,-6 3 0-15,3-4 0 0,-3 0 0 0,-3 0 0 16,-6 0 0-16,3 0 0 0,2-6 0 0,-5 3 0 16,9-5 0-16,-2-1 0 0,4-2-465 0,2-2-823 15,3-3-1395-15,8 0 617 0</inkml:trace>
  <inkml:trace contextRef="#ctx0" brushRef="#br0" timeOffset="4796.0476">6451 583 183 0,'0'0'397'0,"0"0"-9"0,0 0-5 0,0 0-8 16,0 0-12-16,0 0-3 0,0 0-19 0,0 0-9 15,0 0-8-15,0 0-10 0,0 0-6 0,0 0-11 16,0 0-5-16,0 0-2 0,0 0-11 16,0 0 2-16,0 0-11 0,0 0 9 0,0 0-19 15,0 0-37-15,0 0-24 0,0 0-20 0,0 0-18 16,0 0-17-16,0 0-13 0,77-9-7 0,-57 5-18 16,-20 4-14-16,40-5-2 0,-20 5-19 0,-20 0-5 0,33 0-5 15,-33 0-9-15,0 0-49 0,33-2-46 0,-33 2-51 16,0 0-53-16,0 0-57 0,0 0-75 0,31 0-56 15,-31 0-55-15,0 0-57 0,0 0-57 16,0 0-52-16,0 0-281 0,0 0-906 0,-5 20 400 16</inkml:trace>
  <inkml:trace contextRef="#ctx0" brushRef="#br0" timeOffset="5076.9936">6434 757 60 0,'0'0'477'0,"0"0"10"0,0 0 9 0,0 0-4 16,0 0-11-16,0 0-25 0,0 0-29 0,0 0-28 16,0 0-38-16,0 0-24 0,0 0-21 0,0 0-24 15,0 0-19-15,0 0-16 0,0 0-11 0,0 0-10 16,0 0-20-16,0 0-4 0,68-11-2 0,-68 11-18 16,36-6-15-16,-15 5-17 0,-21 1-21 15,38-6-9-15,-38 6-13 0,37-4-12 0,-37 4-9 16,33-3-8-16,-33 3-12 0,28-5-12 0,-28 5-30 15,23-2-42-15,-23 2-64 0,0 0-54 0,27-4-50 0,-27 4-56 16,0 0-54-16,0 0-73 0,0 0-63 0,24-3-93 16,-24 3-75-16,0 0-298 0,0 0-961 15,9-15 426-15</inkml:trace>
  <inkml:trace contextRef="#ctx0" brushRef="#br0" timeOffset="5426.7126">6788 578 384 0,'0'0'508'0,"0"0"12"0,0 0 0 16,0 0-8-16,0 0-18 0,13-19-23 0,-13 19-26 15,0 0-28-15,0 0-40 0,0 0-42 0,15-10-30 16,-15 10-30-16,0 0-22 0,0 0-4 0,0 0-7 16,0 0-20-16,61 17-8 0,-45-9-15 0,-2 1 3 15,-14-9-25-15,23 20-17 0,-11-5-13 0,-2 1-10 16,-1-4-14-16,-1 4-13 0,-3-2-10 0,0 2-7 15,-5-16-93-15,-4 32 0 0,0-18 0 0,-2 1 0 16,-3 0 0-16,-4 1 0 0,-5 2 0 0,0-4 0 16,0 1 0-16,-5 2 0 0,-1-2 0 0,7-4 0 15,-2-1 0-15,5-2 0 0,1-3 0 0,4 1 0 16,-2-1 0-16,7-1 0 0,-2-1 0 0,1-2 0 16,-2 0 0-16,3 1 0 0,-2 0 0 0,6-2 0 15,0 0 0-15,0 0 0 0,-5 3 0 0,5-3 0 16,-4 4 0-16,4-4 0 0,0 0-1 0,0 3-256 15,0-3-51-15,0 0-60 0,0 0-44 16,0 0-46-16,0 0-38 0,0 0-49 0,22-1-346 16,-22 1-966-16,0 0 427 0</inkml:trace>
  <inkml:trace contextRef="#ctx0" brushRef="#br0" timeOffset="7212.9901">7878 441 56 0,'0'0'386'0,"0"0"8"0,0 0 9 0,0 0 12 0,0 0 6 15,0 0 7-15,4-38 7 0,-4 38 5 0,0 0 3 16,0 0 0-16,0 0 0 0,-2-19-1 0,2 19-9 16,0 0-8-16,0 0-15 0,0 0-16 0,-6-13-27 15,6 13-30-15,0 0-32 0,0 0-27 0,0 0-185 16,0 0-93-16,0 0 0 0,0 0 0 0,0 0 0 16,0 0 0-16,0 0 0 0,0 0 0 15,0 0 0-15,0 0 0 0,0 0 0 0,0 0 0 0,0 0 0 16,6 67 0-16,-6-49 0 0,0 7 0 15,2-6 0-15,-2 7 0 0,2-1 0 0,-2-2 0 16,0 2 0-16,-2 0 0 0,1 2 0 0,1-7 0 16,-3 4 0-16,2 2 0 0,-2-7 0 0,2 3 0 15,-1-6 0-15,-1 2 0 0,3-1 0 0,0-4 0 16,-1-1 0-16,1-4 0 0,1 3 0 0,-1-4 0 16,0 2 0-16,0-4 0 0,0 0 0 0,0 0 0 15,0-5 0-15,3 4 0 0,-3-4 0 0,0 0 0 16,0 0 0-16,0 0 0 0,0 0 0 0,0 0 0 15,0 0 0-15,0 0 0 0,0 0 0 0,0 0 0 16,0 0 0-16,0 0 0 0,0 0 0 0,0 0-398 16,0 0-48-16,0 0-54 0,-12-37-43 0,12 37-64 15,-1-25-343-15,0 8-1029 0,1 2 456 0</inkml:trace>
  <inkml:trace contextRef="#ctx0" brushRef="#br0" timeOffset="7596.2868">7877 487 367 0,'0'0'387'0,"0"0"4"0,0 0 22 0,0 0 19 15,0 0 7-15,-6-25-3 0,6 25-8 0,0 0 4 16,0 0-13-16,0 0 16 0,0 0-16 0,0 0-14 16,0-17-22-16,0 17-26 0,0 0-24 0,0 0-12 15,0 0-31-15,0 0-21 0,0 0-28 0,0 0-25 16,0 0-27-16,0 0-22 0,0 0-145 0,0 0-22 15,0 0 0-15,0 0 0 0,0 0 0 0,0 0 0 16,39 33 0-16,-26-20 0 0,2 1 0 0,0 1 0 16,6 1 0-16,-2 2 0 0,2 0 0 15,-2 0 0-15,-2-5 0 0,3 8 0 0,-3 0 0 0,-3-6 0 16,-1 1 0-16,2 4 0 0,-1-4 0 0,0-6 0 16,-2 1 0-16,1 0 0 0,-13-11 0 0,21 21 0 15,-11-13 0-15,-10-8 0 0,13 13 0 0,-13-13 0 16,9 9 0-16,-9-9 0 0,0 0 0 0,14 12 0 15,-14-12 0-15,0 0 0 0,0 0 0 0,0 0 0 16,0 0 0-16,0 0 0 0,0 0 0 0,0 0 0 16,0 0 0-16,0 0 0 0,0 0-157 0,0 0-180 15,0 0-38-15,0 0-56 0,0 0-64 0,18-39-63 16,-13 28-415-16,-5 11-1055 0,5-20 467 0</inkml:trace>
  <inkml:trace contextRef="#ctx0" brushRef="#br0" timeOffset="7996.6525">8304 481 94 0,'0'0'407'0,"-3"-25"-2"15,3 25 28-15,0-19 21 0,0 19 0 0,0-18 0 16,0 18-3-16,-2-16-1 0,2 16 1 0,0 0-1 16,0 0-6-16,6-20-20 0,-6 20-22 0,0 0-26 15,0 0-25-15,0 0-40 0,0 0-32 0,0 0-28 16,0 0-25-16,0 0-29 0,0 0-22 0,-1-16-22 15,1 16-54-15,0 0-99 0,0 0 0 0,0 0 0 16,0 0 0-16,0 0 0 0,0 0 0 0,1 57 0 16,-1-57 0-16,-1 28 0 0,0-12 0 15,1 1 0-15,0 3 0 0,-4-1 0 0,4-1 0 16,-3 7 0-16,2 3 0 0,0-4 0 0,1-4 0 16,-1-1 0-16,-1 0 0 0,2-2 0 0,0 2 0 15,0-3 0-15,0-16 0 0,-1 29 0 0,2-17 0 0,-1-12 0 16,3 24 0-16,-3-24 0 0,1 21 0 0,-1-21 0 15,1 14 0-15,1-6 0 0,1-3 0 16,-3-1 0-16,0-4 0 0,0 0 0 0,0 0 0 0,0 0 0 16,0 0 0-16,0 0 0 0,0 0 0 15,0 0 0-15,0 0 0 0,0 0 0 0,0 0 0 16,0 0 0-16,0 0 0 0,0 0-327 0,13-34-241 16,-4 17-79-16,-9 17-462 0,18-24-1200 0,-8 10 531 15</inkml:trace>
  <inkml:trace contextRef="#ctx0" brushRef="#br0" timeOffset="8272.126">8561 605 291 0,'0'0'520'0,"0"0"37"0,0 0 21 15,0 0 11-15,0 0 4 0,0 0-18 0,0 0-23 16,0 0-27-16,0 0-33 0,0 0-37 0,0 0-43 15,0 0-44-15,0 0-39 0,38-5-36 16,-38 5-36-16,0 0-24 0,31-10-25 0,-31 10-19 16,28-7-23-16,-28 7-157 0,27-4-9 0,-27 4 0 15,24-7 0-15,-24 7 0 0,23-2 0 0,-23 2 0 16,0 0 0-16,0 0 0 0,24-4 0 0,-24 4 0 16,0 0 0-16,0 0-151 0,0 0-117 0,0 0-34 15,0 0-41-15,0 0-24 0,0 0-21 0,0 0-35 16,0 0-44-16,0 0-56 0,0 0-304 0,0 0-895 15,0 0 396-15</inkml:trace>
  <inkml:trace contextRef="#ctx0" brushRef="#br0" timeOffset="8567.0752">8582 716 310 0,'0'0'334'0,"0"0"18"0,0 0 6 15,0 0 18-15,0 0-6 0,0 0 9 0,0 0-5 16,0 0-2-16,0 0-8 0,0 0-14 0,0 0-21 15,-8 21-20-15,8-21-25 0,0 0 0 16,0 0 13-16,0 0 9 0,0 0 2 0,0 0-5 16,0 0-9-16,39 8-8 0,-39-8-17 0,27 4-13 15,-27-4-19-15,0 0-11 0,37 0-24 0,-37 0-140 16,27 1-62-16,-27-1 0 0,0 0 0 0,32-3 0 16,-32 3 0-16,0 0 0 0,23-3 0 0,-23 3 0 15,0 0 0-15,0 0 0 0,0 0 0 0,23-5 0 16,-23 5 0-16,0 0 0 0,0 0 0 0,0 0 0 15,0 0 0-15,0 0 0 0,0 0 0 0,0 0 0 16,0 0 0-16,0 0-125 0,0 0-258 0,0 0-65 16,0 0-69-16,0 0-77 0,0 0-427 0,0 0-1106 15,0 0 490-15</inkml:trace>
  <inkml:trace contextRef="#ctx0" brushRef="#br0" timeOffset="10156.5587">9427 551 252 0,'0'0'319'0,"0"0"0"16,0 0 2-16,0 0-1 0,0 0 13 16,0 0 3-16,0 0 3 0,0 0-4 0,0 0 1 0,0 0-6 15,0 0-2-15,0 0-8 0,0 0-5 0,0 0 2 16,0 0-10-16,0 0 2 0,0 0 4 0,0 0-1 16,0 0-5-16,0 0-2 0,0 0-11 0,0 0-15 15,0 0-16-15,0 0-21 0,0 0-19 0,0 0-19 16,0 0-191-16,0 0-13 0,0 0 0 15,0 0 0-15,0 0 0 0,0 0 0 0,0 0 0 16,0 0 0-16,22-22 0 0,-22 22 0 0,0 0 0 16,0 0 0-16,47 10 0 0,-47-10 0 0,31 8 0 15,-31-8 0-15,23 11 0 0,-11-5 0 0,-12-6 0 0,20 14 0 16,-11-5 0-16,-9-9 0 0,14 15 0 16,-14-15 0-16,9 15 0 0,-9-15 0 0,5 18 0 15,-5-18 0-15,3 20 0 0,-3-20 0 0,-2 16 0 16,2-16 0-16,-6 16 0 0,6-16 0 0,-9 14 0 15,9-14 0-15,0 0 0 0,-8 15 0 0,8-15 0 16,0 0 0-16,0 0 0 0,-10 13 0 0,10-13 0 16,0 0 0-16,0 0 0 0,0 0 0 0,0 0 0 15,0 0 0-15,0 0 0 0,0 0 0 0,0 0 0 16,0 0 0-16,-8-49 0 0,8 49 0 0,8-21 0 16,-8 21 0-16,10-23 0 0,-3 11 0 0,-7 12 0 15,10-19 0-15,-1 9 0 0,-9 10 0 0,18-17 0 16,-8 11 0-16,-10 6 0 0,23-12 0 0,-23 12 0 15,23-6 0-15,-23 6 0 0,23-3 0 0,-23 3 0 16,0 0 0-16,0 0 0 0,46 5 0 0,-46-5 0 16,19 13 0-16,-19-13 0 0,17 15 0 0,-8-4 0 15,-9-11 0-15,14 18 0 0,-9-8 0 0,-5-10 0 16,5 19 0-16,-5-19 0 0,1 24 0 0,-1-24 0 16,-2 22 0-16,2-22 0 0,-3 15 0 15,3-15 0-15,0 0 0 0,-5 17 0 0,5-17-43 0,0 0-33 16,0 0 18-16,0 0 4 0,-2 14 11 15,2-14 1-15,0 0 11 0,0 0 6 0,0 0 0 16,0 0 5-16,0 0 1 0,14-45 7 0,-7 30-5 16,1-2 5-16,1-1 3 0,2 2-2 0,0 1 3 0,-2 2 0 15,3 0 11-15,-1 1-13 0,-11 12 6 0,17-17 1 16,-8 9 0-16,-9 8-2 0,17-8 5 0,-17 8-4 16,0 0-9-16,22-9 7 0,-22 9-1 15,0 0 0-15,0 0-2 0,0 0 8 0,0 0-1 16,42 16-1-16,-42-16 2 0,16 16 2 0,-16-16 1 15,11 18-3-15,-5-7 6 0,-6-11 1 0,8 23 3 16,-4-11-1-16,-4-12-4 0,5 23-2 0,-3-10-3 16,-2-13 11-16,4 25-5 0,-4-14 5 0,0-11-6 15,3 20-3-15,-3-20 1 0,2 17 2 0,-2-17 6 16,0 0 2-16,5 16-5 0,-5-16 2 0,0 0 0 16,0 0-3-16,0 16 1 0,0-16 7 0,0 0 0 15,0 0-5-15,0 0-17 0,0 0-42 0,0 0-81 16,0 0-70-16,0 0-74 0,0 0-82 0,0 0-85 15,0 0-93-15,0 0-427 0,0 0-1043 0,0 0 462 16</inkml:trace>
  <inkml:trace contextRef="#ctx0" brushRef="#br0" timeOffset="10806.6187">9381 1024 123 0,'0'0'288'0,"0"0"-6"0,0 0-7 16,0 0 3-16,0 0-18 0,0 0-9 0,0 0-5 15,0 0-14-15,0 0-2 0,-29 3-4 0,23-3-14 16,-2 0-1-16,0 0-8 0,3 1-5 0,0 1-11 16,-1-1-5-16,6-1-1 0,-8 0 0 0,8 0-4 15,-9 0-4-15,9 0-9 0,-4 0-5 0,4 0-7 16,0 0-5-16,-9 2-9 0,9-2-3 0,0 0-3 16,0 0-11-16,0 0-9 0,0 0-8 0,0 0-13 15,0 0-3-15,0 0-3 0,30-2 11 0,-3-1 7 16,7 1 3-16,7 0 1 0,18-3-17 0,35-2-7 15,-1-7 0-15,11 6-13 0,6-6-10 0,13-3-3 16,4 3-4-16,12-1 9 0,-3-3 16 0,-5 5 26 16,-11-1 1-16,-18 5 27 0,-10 2-5 0,-29 5-12 15,-10-2-10-15,-16 4-10 0,2 0-5 0,-7 0-44 16,-6 0-46-16,-26 0 0 0,31 0 0 16,-31 0 0-16,0 0 0 0,28 1 0 0,-28-1 0 15,0 0 0-15,0 0 0 0,0 0 0 0,0 0 0 16,0 0 0-16,0 0 0 0,0 0-12 0,28 2-141 0,-30 1-35 15,0-1-37-15,2-2-53 0,0 0-40 0,-10 5-48 16,10-5-48-16,0 0-57 0,-14 1-51 0,14-1-352 16,0 0-948-16,0 0 420 0</inkml:trace>
  <inkml:trace contextRef="#ctx0" brushRef="#br0" timeOffset="11632.9877">9627 1775 169 0,'0'0'436'0,"0"0"-4"0,0 0-14 16,0 0-1-16,-7-10-7 0,7 10-12 0,-6-2-19 15,6 2-20-15,-5-4-10 0,2 1-14 0,1-1-1 16,-2 1-12-16,-1-1-8 0,-2-1 6 0,1-1 5 16,1 0-13-16,-3-2-2 0,-2 0 7 0,5-2-7 15,-3 0-9-15,-1-5-14 0,-1-2-14 16,1-7-20-16,1 5-142 0,3 2-111 0,-5-11 0 16,6 3 0-16,0-2 0 0,-1-1 0 0,4 1 0 0,-3 2 0 15,4 0 0-15,0 6 0 0,1-1 0 0,3 1 0 16,1 0 0-16,2 0 0 0,-1 3 0 0,4 0 0 15,6 1 0-15,-2 1 0 0,0 1 0 0,2 2 0 16,1 1 0-16,1 3 0 0,-3 2 0 0,2-2 0 16,-4 3 0-16,1 2 0 0,-3 2 0 15,3-2 0-15,-3 4 0 0,1 0 0 0,1 4 0 0,-3-1 0 16,-2 0 0-16,2 1 0 0,-2 2 0 0,-4 2 0 16,-3 0 0-16,-1 2 0 0,-1-1 0 15,-4 5 0-15,-2 2 0 0,-11 2 0 0,0 2 0 16,-5-3 0-16,-1 0 0 0,-3 0 0 0,1-3 0 15,0-1 0-15,3-2 0 0,4-1 0 0,1-10 0 16,1 7 0-16,7-5 0 0,-3-1 0 0,4 2 0 0,2-2 0 16,0-1 0-16,2-2 0 0,1 1 0 0,-1 1 0 15,5-2 0-15,-6 2 0 0,6-2 0 0,0 0 0 16,-5 1 0-16,5-1 0 0,0 0 0 16,0 0-245-16,0 0-292 0,28-2-61 0,-12 2-67 15,2 2-360-15,-1-2-1109 0,5 3 490 0</inkml:trace>
  <inkml:trace contextRef="#ctx0" brushRef="#br0" timeOffset="11967.0806">9774 1677 146 0,'0'0'546'0,"0"0"17"0,0 0 9 16,-4-17 10-16,4 17 8 0,1-7-12 0,-1 4-21 15,1-1-22-15,-1 4-30 0,2-4-38 0,-2 4-39 16,0 0-35-16,0 0-38 0,-2-5-37 0,2 5-37 16,0 0-31-16,0 0-32 0,0 0-25 0,0 0-79 15,0 0-114-15,0 0 0 0,0 0 0 0,0 13 0 16,-1-3 0-16,1 0 0 0,-1 1 0 0,1 0 0 16,0 2 0-16,-1 3 0 0,1-3 0 0,-3-1 0 15,2 5 0-15,-3 1 0 0,0-3 0 16,4-1 0-16,-1-4 0 0,-2 0 0 0,-1 0 0 0,3 1 0 15,1-2 0-15,-2-2 0 0,-1 0 0 0,3 0 0 16,0-4 0-16,0 3-6 0,0-6-295 0,0 6-33 16,0-2-34-16,3-2-37 0,-3-2-30 0,0 0-65 15,0 0-45-15,0 0-339 0,0 0-955 0,7-11 422 16</inkml:trace>
  <inkml:trace contextRef="#ctx0" brushRef="#br0" timeOffset="12285.7492">9770 1613 14 0,'2'-7'416'0,"5"-2"12"0,-3 3 3 0,-2 2 0 16,2-2-17-16,2 1-27 0,-3-1-20 0,3 0-26 16,2 1-23-16,-3 0-34 0,2 2-14 0,-1 1-23 0,0 0-24 15,1 2-22-15,-7 0-9 0,14 0-10 16,-14 0-21-16,14 1-5 0,-9 2-2 0,1 1-9 15,2 1-12-15,-2 0-5 0,-2 0-5 0,1 0-7 16,-1 1-6-16,0 2-12 0,-1 0-6 0,-1 1-12 16,-4-2-6-16,2 1-8 0,-2 2-1 0,-2 0-8 15,-3-1 1-15,-1 0-13 0,-1 0-2 0,-4 1-2 16,-2-1 3-16,3-1-13 0,-3-1 0 0,2-2-9 16,1 0-7-16,0-1-10 0,6-1-18 0,-7-1-8 15,8 0-18-15,0 1-26 0,0-3-38 0,5 0-56 16,0 0-54-16,-12-6-84 0,12 1-91 0,1-2-94 15,3 0-429-15,5-2-984 0,1-3 435 0</inkml:trace>
  <inkml:trace contextRef="#ctx0" brushRef="#br0" timeOffset="12950.1461">10289 1277 378 0,'-3'-10'582'0,"1"2"13"15,0-2-7-15,0 2-9 0,2 1-8 0,-2 1-22 0,4 1-19 16,-2-1-37-16,-2 1-34 0,2 2-34 0,0 3-41 16,0-6-42-16,0 6-37 0,2-6-39 0,-2 6-31 15,0 0-32-15,0 0-24 0,0 0-15 16,0 0-15-16,9 12-16 0,-3-6-51 0,2 5-82 15,-2 4 0-15,1-3 0 0,2 2 0 0,-1 2 0 16,0 1 0-16,1 1 0 0,0 6 0 0,-3-4 0 0,2-2 0 16,1 5 0-16,-4-6 0 0,-1 1 0 15,2 0 0-15,-3 1 0 0,-2-3 0 0,2 0 0 16,-3-5 0-16,1 2 0 0,-1-2 0 0,0-1 0 16,0-3 0-16,0-1 0 0,1 1 0 0,-1-1 0 15,3-2 0-15,-3-4 0 0,1 7 0 0,-1-7 0 16,0 0 0-16,0 0 0 0,3 3 0 0,-3-3 0 15,0 0 0-15,14-11 0 0,-8 6 0 0,1-2 0 16,2-3 0-16,2-3 0 0,0-3 0 0,0 0 0 16,4-4 0-16,-3 4 0 0,3-7 0 0,0 0 0 15,-1 0 0-15,-5 0 0 0,0 0 0 0,0 6 0 16,-4 1 0-16,0-2 0 0,0 0 0 0,-1 1 0 16,3 2 0-16,-7 1 0 0,1 3 0 0,4 0 0 15,-4-1 0-15,-1 5 0 0,0-4 0 0,0 6 0 16,0-3 0-16,0 2 0 0,0 2 0 0,0-2 0 15,0 6 0-15,0-5 0 0,0 5 0 0,-1-3 0 16,1 3 0-16,-4-3 0 0,4 3 0 0,0 0 0 16,-5-3 0-16,5 3 0 0,-9 9 0 0,5-5 0 15,-1 3 0-15,-4 0 0 0,4 2 0 0,1-2 0 16,0 0 0-16,-1 2 0 0,1 2 0 0,3-4 0 16,-3 2 0-16,2 0 0 0,1-3 0 0,1 0 0 15,1 1 0-15,1-1 0 0,2 2 0 0,-3-2 0 16,2 1 0-16,2-4 0 0,-1 3 0 0,1 0 0 15,4-1 0-15,0-1 0 0,-4-2 0 0,4 2 0 16,1-2 0-16,-3 0 0 0,-1 1 0 0,3-3-194 16,2 0-162-16,-3 0-60 0,-1 1-71 0,4-1-78 15,-3 1-465-15,-8-1-1114 0,16-1 493 0</inkml:trace>
  <inkml:trace contextRef="#ctx0" brushRef="#br0" timeOffset="13333.7008">10705 1570 270 0,'0'0'633'0,"0"0"8"16,0 0-2-16,0 0 16 0,0 0-19 0,0 0-22 15,5-15-33-15,-5 15-38 0,0 0-37 0,2-6-40 16,-2 6-43-16,0 0-42 0,0 0-40 0,0 0-33 15,0 0-39-15,0 0-26 0,0 0-201 16,0 0-42-16,0 0 0 0,0 0 0 0,0 0 0 16,0 0 0-16,1 22 0 0,-1-10 0 0,0 4 0 15,-1 0 0-15,2 2 0 0,0 1 0 0,-1 6 0 0,-1-7 0 16,2-3 0-16,-1 3 0 0,2 0 0 16,-2 0 0-16,0 1 0 0,-2-6 0 0,2 0 0 15,0-1 0-15,-1 0 0 0,-2 3 0 0,2-4 0 16,0-3 0-16,0 0 0 0,1-1 0 0,-2-1 0 15,2-2 0-15,-1 2 0 0,1-6 0 0,1 5 0 16,-1-5 0-16,-5 5 0 0,5-5 0 0,-1 6-223 0,1-6-72 16,0 0-44-16,0 0-71 0,0 0-52 0,0 0-66 15,10-15-461-15,-6 7-1072 0,0-2 474 16</inkml:trace>
  <inkml:trace contextRef="#ctx0" brushRef="#br0" timeOffset="13700.8548">10696 1589 309 0,'2'-6'435'0,"-2"0"18"0,1-1 16 15,-1 1 4-15,4-4-10 0,-2 3-14 0,0-2-17 16,-1 4-21-16,3-1-14 0,0-1-20 0,-1 2-25 16,0 2-25-16,1-4-29 0,1 1-28 0,1 2-18 15,1 1-25-15,0-3-7 0,1 6-22 0,6-1-17 16,-4-1-14-16,3 4-8 0,1-2-14 0,5 0-8 15,-10 1-13-15,4 4-13 0,-3 0-12 0,0-1-4 16,0 4-8-16,0-3-13 0,-4 0-74 0,0 3 0 16,0-3 0-16,-3 4 0 0,1 0 0 0,0 0 0 15,-4 2 0-15,-5 0 0 0,-1-1 0 0,-7 3 0 16,-2-1 0-16,-2 1 0 0,-6 1 0 0,-4-2 0 16,9-3 0-16,0 0 0 0,-1-1 0 0,0-2 0 15,5-1 0-15,4-1 0 0,2-1 0 0,-1-3 0 16,3 4 0-16,-1-3 0 0,7-1 0 0,-8 2 0 15,8-2 0-15,-6 2 0 0,6-2 0 0,-6 0-154 16,6 0-104-16,0 0-72 0,0 0-36 0,0 0-53 16,0 0-48-16,24-9-60 0,-19 9-418 0,3-2-1024 15,-8 2 453-15</inkml:trace>
  <inkml:trace contextRef="#ctx0" brushRef="#br0" timeOffset="15853.6685">11918 795 230 0,'0'0'401'0,"0"0"5"0,0 0 7 0,0 0-6 16,0 0-1-16,0 0-4 0,0 0-7 0,0 0 0 16,0 0-8-16,0 0-6 0,0 0-5 0,0 0-4 15,0 0-21-15,0 0-14 0,0 0-21 0,0 0-28 16,0 0-33-16,0 0-19 0,0 0-29 0,0 0-20 15,0 0-17-15,51-21-22 0,-33 17-17 0,-18 4-11 16,37-7-18-16,-37 7-6 0,28-4-22 0,-28 4-55 16,22-3-48-16,-22 3-61 0,0 0-51 0,0 0-65 15,0 0-55-15,32 1-49 0,-32-1-45 0,0 0-26 16,0 0-27-16,0 0-39 0,0 0-23 0,0 0-349 16,0 0-887-16,0 0 394 0</inkml:trace>
  <inkml:trace contextRef="#ctx0" brushRef="#br0" timeOffset="16135.9278">11914 957 96 0,'0'0'334'0,"0"0"25"0,-1 5 33 0,1-5 20 16,-1 3 18-16,1-3 7 0,0 0-3 0,0 0-6 16,0 0-6-16,0 0-16 0,0 0-8 0,0 0 0 15,0 0-16-15,0 0-13 0,0 0-2 0,14-2-15 16,-5 1-5-16,-3-1-18 0,6 1-17 0,-2 0-30 15,3-2-20-15,-2 2-20 0,2 0-241 0,0 1-1 16,-3-2 0-16,3 0 0 0,-3 0 0 0,0-1 0 16,-1 3 0-16,-2-2 0 0,-1 2 0 0,0 0 0 15,1-1 0-15,-4-1 0 0,-3 2 0 0,8 0 0 16,-8 0 0-16,0 0 0 0,0 0 0 0,9 0 0 16,-9 0 0-16,0 0 0 0,0 0 0 0,0 0-101 15,0 0-470-15,5-3-148 0,-5 3-415 0,8-10-1228 16,-2 4 544-16</inkml:trace>
  <inkml:trace contextRef="#ctx0" brushRef="#br0" timeOffset="17041.8434">13326 533 1 0,'0'0'438'0,"0"0"27"16,0 0-3-16,0 0-9 0,-10-21-14 0,10 21-16 15,0 0-21-15,0 0-19 0,0 0-22 0,0 0-21 16,3-18-28-16,-3 18-15 0,0 0-28 0,0 0-20 16,0 0-24-16,9-18-27 0,-9 18-22 0,0 0-19 15,13-11-13-15,-13 11-23 0,16-9-9 0,-16 9-18 16,23-4-8-16,-23 4-8 0,37 1-11 0,-37-1-8 16,39 5-7-16,-39-5-5 0,34 11-5 0,-15-2-9 15,-5 0 2-15,2-1-1 0,-2 3-9 0,-14-11 1 16,16 20-2-16,-9-9 3 0,-1 1-9 15,-1 3 4-15,-5-15-7 0,2 24-2 0,-2-24-1 16,-7 27-3-16,3-13 2 0,-3 1-2 0,-2-1-1 16,-3 1-3-16,1-3 4 0,11-12-6 0,-16 16 4 0,16-16 5 15,-9 9-1-15,9-9-1 0,0 0 0 0,-11 11 9 16,11-11 7-16,0 0 30 0,0 0-9 0,0 0-7 16,0 0-8-16,0 0-1 0,0 0-1 15,0 0 2-15,13-47-4 0,-6 31 1 0,4 2-4 16,-1-3 17-16,1 2 4 0,3 2 9 0,-5 3-10 15,2-3-3-15,-11 13-6 0,21-22-9 0,-12 12 3 16,-9 10-5-16,19-15-8 0,-19 15-3 0,20-9-8 16,-20 9 5-16,16-8-8 0,-16 8-6 0,0 0-2 15,30 0-4-15,-30 0 7 0,0 0-1 0,34 14 4 16,-34-14-2-16,22 14 1 0,-15-7-5 0,-7-7 4 16,18 19 1-16,-11-9-6 0,2 3 3 0,-9-13-2 15,11 17 1-15,-6-5 7 0,-5-12-2 0,8 18 2 16,-8-18-7-16,2 18-13 0,-2-18-14 0,0 0 1 15,4 13-1-15,-4-13 3 0,0 0 5 0,0 0 12 16,6 14 1-16,-6-14 8 0,0 0 6 0,0 0 9 16,0 0 1-16,0 0 3 0,0 0 8 0,0 0 15 15,0 0 0-15,0 0 14 0,12-41-25 0,-12 41 0 16,13-27-11-16,-8 13-18 0,4-2 0 0,-4 5 0 16,4-2 0-16,-9 13 0 0,17-22 0 0,-11 13 0 15,-6 9 0-15,14-16 0 0,-14 16 0 0,0 0 0 16,18-9 0-16,-18 9 0 0,0 0 0 15,24 0 0-15,-24 0 0 0,0 0 0 0,30 12 0 16,-30-12 0-16,16 18 0 0,-8-10 0 0,-8-8 0 16,14 26 0-16,-9-15 0 0,-1 5 0 0,0-1 0 15,-1 0 0-15,-1 2 0 0,-2-17 0 0,0 32 0 0,0-15 0 16,0-17 0-16,-4 27 0 0,3-17 0 0,1-10 0 16,-4 17 0-16,4-17 0 0,0 0 0 15,0 15 0-15,0-15 0 0,0 0 0 0,0 0 0 16,0 0 0-16,0 0 0 0,0 0 0 0,0 0-110 15,0 0-187-15,0 0-92 0,0 0-90 0,0 0-96 16,0 0-483-16,0 0-1144 0,0 0 507 0</inkml:trace>
  <inkml:trace contextRef="#ctx0" brushRef="#br0" timeOffset="17786.4514">12774 1108 248 0,'4'1'281'0,"-4"-1"-14"0,0 0-6 0,0 0-6 15,0 0-8-15,0 0-4 0,0 0-2 0,0 0-13 16,-20 5 8-16,20-5-3 0,-9 0-16 0,5 1 8 16,0 0-3-16,4-1 0 0,-9 1 0 0,9-1 0 15,-7 2-7-15,7-2-7 0,0 0-6 0,-7 0-10 16,7 0-6-16,0 0-11 0,0 0-6 0,0 0 0 15,0 0-9-15,0 0-10 0,0 0-13 0,0 0-7 16,0 0-16-16,0 0-8 0,0 0-13 0,36-7-10 16,-16 5 0-16,23-1-4 0,15-3-6 0,8 0-4 15,32-5-6-15,13 1-6 0,3-2-2 0,2-3-8 16,14-1-3-16,14 0-7 0,4-1-2 0,8-1-6 16,5 0 1-16,5-2 30 0,0 6 30 0,-2-2 29 15,-6 3 12-15,-11 6 16 0,-10-1 5 0,-12 2 6 16,-10 2-84-16,-11-1-74 0,-38 5 0 0,-2 5 0 15,-1-6 0-15,-7 1 0 0,-16 0 0 0,-2-2 0 16,-4 2 0-16,-2 0 0 0,-5-1 0 0,-27 1 0 16,35 1 0-16,-35-1 0 0,0 0 0 0,29 0 0 15,-29 0 0-15,0 0 0 0,0 0 0 0,0 0 0 16,0 0 0-16,31-1 0 0,-29 2 0 16,-2-1 0-16,0 0 0 0,0 0 0 0,0 0 0 15,0 0 0-15,0 0 0 0,0 0-192 0,9 2-69 16,-9-2-29-16,0 1-26 0,0-1-35 0,0 0-31 0,0 0-40 15,0 0-46-15,0 0-43 0,0 0-322 0,0 0-903 16,0 0 399-16</inkml:trace>
  <inkml:trace contextRef="#ctx0" brushRef="#br0" timeOffset="19925.3403">13102 1937 279 0,'0'0'389'0,"0"0"8"16,0 0-1-16,0 0-5 0,0 0-4 0,0 0-5 16,0 0 1-16,0 0 2 0,1-4-7 0,-1 4-4 15,0 0-13-15,0 0-16 0,0 0-8 16,-6-6-20-16,2 3-4 0,-1-3-6 0,-1 1-12 0,0 0-10 16,-3-1-10-16,0-1-1 0,-1-3-8 0,-4 0-5 15,1-2-4-15,-2-2-100 0,-1 0-157 0,0-7 0 16,0 1 0-16,2-3 0 0,-1 1 0 15,-1-6 0-15,4 1 0 0,-1-3 0 0,6 1 0 16,-1-1 0-16,1 0 0 0,4 0 0 0,1-2 0 0,4 5 0 16,0 1 0-16,6-1 0 0,1 3 0 0,5 1 0 15,1 1 0-15,3 4 0 0,1 0 0 0,0 2 0 16,2 5 0-16,-2 2 0 0,7-2 0 0,-7 6 0 16,1 0 0-16,2 3 0 0,-4-1 0 0,-1 4 0 15,-2 1 0-15,-5-1 0 0,5 1 0 16,-6 3 0-16,-1 3 0 0,-2 1 0 0,-2 0 0 0,0 3 0 15,-4 1 0-15,-4 0 0 0,-2 6 0 0,-6 4 0 16,-3-2 0-16,-3 1 0 0,-5-1 0 0,-2 0 0 16,-2 0 0-16,-4-2 0 0,3 1 0 15,2-4 0-15,-1-5 0 0,8-2 0 0,0-2 0 16,1-2 0-16,0 0 0 0,3-3 0 0,1 0 0 16,1 0 0-16,2-2 0 0,1 0 0 0,2-2 0 0,8 2 0 15,-14-2 0-15,6 1 0 0,8 1 0 0,-9-2 0 16,9 2 0-16,-8-2 0 0,8 2 0 15,0-2 0-15,0 2-417 0,0 0-191 0,21 0-72 16,-8 1-401-16,5 3-1172 0,3-2 519 0</inkml:trace>
  <inkml:trace contextRef="#ctx0" brushRef="#br0" timeOffset="20325.6441">13281 1763 343 0,'0'-5'548'16,"1"0"11"-16,0 2-8 0,-1 3-5 0,1-10-16 16,1 5-23-16,-2 5-31 0,2-5-26 0,-2 5-20 15,3-5-24-15,-3 5-23 0,1-4-33 0,-1 4-25 16,0 0-29-16,0 0-29 0,0 0-32 0,0 0-21 15,0 0-26-15,0 0-20 0,0 0-18 0,0 0 7 16,2 14-45-16,1-5-112 0,-2 2 0 0,1 1 0 16,-1 2 0-16,3 3 0 0,-2 2 0 0,1 5 0 15,-3-6 0-15,1 0 0 0,-1 1 0 0,0 6 0 16,3-5 0-16,-3-1 0 0,0 6 0 0,0-8 0 16,-1 1 0-16,2-1 0 0,-2-2 0 0,1 1 0 15,0-3 0-15,-2-3 0 0,2 1 0 0,-1-3 0 16,0 1 0-16,-1-5 0 0,2-4 0 0,-2 9 0 15,2-9 0-15,0 0 0 0,0 7 0 0,0-7 0 16,0 0 0-16,0 0 0 0,0 0 0 16,0 0-48-16,0 0-349 0,0 0-67 0,4-29-67 0,-3 11-72 15,-1 2-422-15,-3-2-1111 0,2 1 492 0</inkml:trace>
  <inkml:trace contextRef="#ctx0" brushRef="#br0" timeOffset="20659.3613">13284 1730 427 0,'2'-7'449'0,"-1"3"11"0,4-3 3 0,-4 0-12 15,0 0-15-15,2 3-31 0,1-1-39 0,-1 0-35 0,3 1-40 16,-1-1-25-16,4 0-19 0,1-1-20 0,2 2-29 16,0 3-18-16,0 0-18 0,3 0-18 15,-2 2-13-15,0 1-11 0,5 0-16 0,-5 1-7 0,-3 2-7 16,0 1-11-16,-2-1-7 0,2 1 3 15,-2 2-5-15,-3-1-6 0,0 3 0 0,-1-2-7 16,-3 2-3-16,0 0-3 0,-1-2-2 0,-2 2 3 16,-2 1 3-16,0 1 0 0,-2-2-5 0,-7 1 3 15,-1 0-6-15,-2-1 0 0,2-3-6 0,0 2-7 16,0-4-4-16,4-1 1 0,0 0 1 0,2-2 3 16,2 2-12-16,-1-2 5 0,2 1-3 0,5-3-11 15,-7 2-19-15,7-2-38 0,-5 2-51 0,5-2-52 16,0 0-63-16,0 0-63 0,8-10-87 0,-3 2-82 15,10-1-91-15,-2-1-341 0,3 0-944 0,3 0 419 16</inkml:trace>
  <inkml:trace contextRef="#ctx0" brushRef="#br0" timeOffset="21109.3427">14005 1417 581 0,'3'-12'595'0,"1"1"-7"0,-2-2-13 0,-1 1-23 0,3 1-17 16,-4-2-8-16,0 2-20 0,4 7-10 0,-4-2-23 16,0-2-31-16,0 4-30 0,0-1-25 0,0 5-30 15,0-6-34-15,0 6-28 0,0 0-33 0,0-5-24 16,0 5-203-16,0 0-36 0,0 0 0 0,0 0 0 15,-18 12 0-15,8-6 0 0,-2 6 0 0,1 3 0 16,-7 6 0-16,3 4 0 0,-2 2 0 0,3 3 0 16,-1 0 0-16,-1 3 0 0,-3-4 0 0,6 4 0 15,-7 13 0-15,3-12 0 0,3-2 0 0,-1 13 0 16,5-15 0-16,2 0 0 0,2-1 0 0,1 2 0 16,1-3 0-16,6-1 0 0,0-8 0 0,5 9 0 15,2-4 0-15,4-1 0 0,2-1 0 0,3 0 0 16,1-1 0-16,-1-8 0 0,3 3 0 0,-3-3 0 15,-3 0 0-15,0-1 0 0,-3-7 0 0,-1 2 0 16,-2-1 0-16,-1 0 0 0,1 0 0 0,-3-3 0 16,-6-3 0-16,9 4 0 0,-5-1 0 0,0 0 0 15,-4-3 0-15,2 4 0 0,-2-4-88 16,0 0-359-16,0 0-62 0,0 0-69 0,4-14-76 16,-4 14-333-16,-4-15-1067 0,1 5 472 0</inkml:trace>
  <inkml:trace contextRef="#ctx0" brushRef="#br0" timeOffset="22742.9338">14198 1599 19 0,'0'0'320'0,"0"0"4"0,0 0-2 16,0 0-8-16,0 0 1 0,0 0-16 0,0 0 9 16,0 0-7-16,0 0-3 0,3-10 4 0,-3 10-4 15,0 0-4-15,-2-4-4 0,2 4-3 0,0 0-9 16,-1-5-8-16,2 1-13 0,-1 4-14 0,-1-6-11 15,1 6-24-15,1-5-8 0,-1 2-21 0,0 3-20 16,2-9-9-16,-1 5-15 0,2 1-14 0,-2-2-18 16,1 0-8-16,0 2-16 0,3-2-1 15,-2 2-13-15,3-3-6 0,0 4-5 0,3-5-18 0,1 5 9 16,-5-1-12-16,3-1-1 0,1 4-4 0,1-1-5 16,2 1-6-16,-2 0 0 0,-1 0-5 0,-3 0 0 15,3 0-5-15,3 5 1 0,-3-2-2 0,0 1 5 16,-4-1-4-16,2 5-7 0,-2-3 1 0,3 1-3 15,-1 1 2-15,-1 0 7 0,-2 0-9 16,-2 0 5-16,3 1 1 0,-5-1-10 0,3 4 9 0,-3-2 2 16,-1 4-1-16,-1-4 0 0,-1 3 2 0,-1-1-3 15,-4 4-1-15,-1-2 3 0,1-2 4 16,-3 3-3-16,-3-1-1 0,0-2 6 0,0 0-3 16,5-4-1-16,-1-3 1 0,-2 3 2 0,3-3-7 15,0 1 6-15,4-3-5 0,-4-1 9 0,4 2-9 0,-1-3 21 16,6 0 7-16,-12 0 8 0,7-3 0 0,1 1 6 15,-1 0-4-15,1-3-2 0,-3 0-4 0,4-1 6 16,1-1-11-16,-2 2 3 0,1-4-1 0,1 2 3 16,2-1-11-16,-2 0-20 0,2-2-5 15,0 4 0-15,0-4 0 0,0 3 0 0,2 2 0 16,-1-1 0-16,0 1 0 0,-1-1 0 0,0 1 0 0,1 2 0 16,-1 3 0-16,3-6 0 0,-3 6 0 0,1-4 0 15,-1 4 0-15,0 0 0 0,2-4 0 0,-2 4 0 16,0 0 0-16,0 0 0 0,0 0 0 15,0 0 0-15,0 0 0 0,0 0 0 0,0 0 0 16,0 0 0-16,0 0 0 0,3 12 0 0,-3-7 0 16,2 0 0-16,-1 0 0 0,3 1 0 0,-2 1 0 0,-2-2 0 15,1 3 0-15,1 0 0 0,-1-2 0 0,0 0 0 16,-1 0 0-16,2 0 0 0,0-1 0 16,-2-1 0-16,2 0 0 0,-2 0 0 0,0-4-25 0,2 6-18 15,-1-3 0-15,-1-3 8 0,0 0 6 0,0 3 6 16,0-3 7-16,0 0 2 0,0 0 1 0,0 0 8 15,18-7 1-15,-13 2 0 0,0 0 10 0,5-1-7 16,1-1 24-16,-1 2-1 0,-2-3 14 0,-2 1 0 16,2 2 8-16,-2-1-4 0,-2 1 8 15,4 0-48-15,-3 2 0 0,1-2 0 0,-2 1 0 16,0 3 0-16,0-2 0 0,-2 1 0 0,-2 2 0 16,6-2 0-16,-6 2 0 0,0 0 0 0,0 0 0 0,8 0 0 15,-8 0 0-15,5 4 0 0,-1-1 0 0,1 1 0 16,-1 2 0-16,0-2 0 0,1 1 0 0,3 3 0 15,-2-1 0-15,1 0 0 0,0 1 0 16,3-3 0-16,-2 2 0 0,1-1 0 0,1-1 0 16,1 2 0-16,0-1 0 0,2-1-33 0,-2 0-99 0,7-1-20 15,-5 0-26-15,5-1-29 0,-5 0-26 16,-3-1-21-16,4 1-25 0,-2-6-37 0,-1 6-35 0,1-6-47 16,-2 2-60-16,-3-1-409 0,-2 0-939 0,1-1 415 15</inkml:trace>
  <inkml:trace contextRef="#ctx0" brushRef="#br0" timeOffset="24429.5574">14987 1368 109 0,'-3'-5'451'0,"3"5"11"0,-2-5 6 16,2 5-2-16,-3-6-11 0,3 6-13 0,0-3-18 0,0 3-10 16,0 0-23-16,3-5-7 0,-3 5-3 0,0 0-23 15,0 0-29-15,0 0-15 0,0 0-24 0,0 0-21 16,0 0-20-16,0 0-19 0,0 0-25 0,0 0-21 16,0 0-20-16,0 0-15 0,0 0-27 15,0 0-14-15,0 0-1 0,7 13 2 0,-7-7 10 0,0 5-81 16,3 1-38-16,-2 6 0 0,2 0 0 0,-2 1 0 15,1 0 0-15,1 1 0 0,-3 0 0 0,3 6 0 16,-3-7 0-16,0-1 0 0,0 1 0 0,0 6 0 16,-3-6 0-16,2-3 0 0,-1 1 0 15,1-1 0-15,1-5 0 0,-1 1 0 0,1-2 0 16,-1-1 0-16,-2-3 0 0,3 2 0 0,0-2 0 0,0-2 0 16,0 1 0-16,0-5 0 0,-4 6 0 0,4-2 0 15,0-4 0-15,0 0 0 0,0 7 0 0,0-7 0 16,0 0 0-16,0 0 0 0,0 0 0 0,-1 2 0 15,1-2 0-15,0 0-32 0,0 0-323 16,1-14-64-16,-1 7-68 0,0-5-85 0,3 1-483 16,-3-6-1142-16,1 0 505 0</inkml:trace>
  <inkml:trace contextRef="#ctx0" brushRef="#br0" timeOffset="24846.2752">14910 1394 164 0,'-3'-5'413'0,"2"2"11"16,1 0 8-16,0-2-4 0,0 5 0 0,0-8-16 15,0 5-20-15,0 3-23 0,0-5-22 0,0 5-13 16,0-5-20-16,0 5-13 0,0 0-25 0,0 0-23 16,7-7-23-16,-7 7-20 0,6-3-27 0,4 1-14 15,-1 1-22-15,4 1-13 0,6 2 0 0,-4-1-8 16,6 2-6-16,-3 0 1 0,1 6-4 0,8 0-11 15,0 0 0-15,-2 5-3 0,-2 1-6 0,-1 1-11 16,-7-3-10-16,-2 1 3 0,1-1 1 0,-2 3-11 16,-2-1-7-16,-3 1-4 0,-3-3 1 0,0 3-5 15,-3 2-3-15,-3-1 1 0,-5 2 6 0,-3 6-41 16,-4 0-17-16,-5 0 0 0,-4-1 0 0,-4-3 0 16,0 2 0-16,-3-3 0 0,3-3 0 0,0 2 0 15,4-3 0-15,5-6 0 0,4-2 0 0,1-3 0 16,3 2 0-16,0-2 0 0,2-2 0 0,3-2 0 15,-2 1 0-15,5 0 0 0,-3-1 0 0,5-1 0 16,-8 2 0-16,8-2 0 0,0 0 0 0,-5 4 0 16,5-4 0-16,0 0 0 0,0 0 0 0,0 0 0 15,0 0-28-15,0 0-308 0,13-15-64 0,-3 10-90 16,4-2-85-16,4 2-486 0,0-2-1148 0,10 1 508 16</inkml:trace>
  <inkml:trace contextRef="#ctx0" brushRef="#br0" timeOffset="25179.0828">15306 1763 122 0,'-2'-7'483'0,"2"3"21"0,0 4 21 16,2-8 17-16,-2 3 6 0,0 5-3 0,0-8-8 16,0 8-21-16,0-6-15 0,1 3-21 0,-1 3-27 15,0-5-30-15,0 5-42 0,0 0-40 16,0 0-34-16,0 0-34 0,0 0-30 0,0 0-32 0,0 0-28 15,0 0-110-15,0 0-73 0,0 0 0 0,2 22 0 16,-1-10 0-16,0 0 0 0,-1 5 0 0,2-2 0 16,0 2 0-16,-2 1 0 0,1-3 0 0,-1 3 0 15,2-3 0-15,-4 3 0 0,2-2 0 0,0 2 0 16,0-7 0-16,-1 5 0 0,1-3 0 16,0-2 0-16,-2 0 0 0,2 0 0 0,0-4 0 0,0 0 0 15,-2 0 0-15,2-7 0 0,0 10 0 0,-1-5 0 16,0-2 0-16,1-3 0 0,-3 6 0 0,3-6-52 15,0 4-232-15,0-4-36 0,0 0-57 16,0 0-75-16,0 0-57 0,0 0-58 0,9-14-372 16,-11 7-1017-16,5-3 451 0</inkml:trace>
  <inkml:trace contextRef="#ctx0" brushRef="#br0" timeOffset="25579.4447">15290 1675 290 0,'0'0'453'0,"3"-8"7"0,-3 3-2 0,0 1-8 15,0-4-20-15,2 4-21 0,-2 4-26 0,0 0-24 16,-2-10-28-16,4 5-28 0,-2 5-26 0,1-5-26 16,-1 5-30-16,5-6-26 0,0 4-25 0,2 1-10 15,0-3-19-15,5 4-10 0,1 0-16 0,0 0-14 16,0 1-15-16,1 0-2 0,-1 2-9 0,0 2-8 15,0 0-6-15,0 0-12 0,-6 0-2 0,3 2-4 16,-2-2-1-16,-3 2-4 0,-1-2 0 0,0 3-2 16,0 2-3-16,-3-1 2 0,-2 0 1 0,-3 1 13 15,-2-1 2-15,-5 4 2 0,0-2-5 0,-6-1-5 16,2 2 1-16,-3-4-3 0,-1 2-7 0,-8-2 2 16,8-1-3-16,2-1 1 0,4-3 3 0,4 1 1 15,-1-3 13-15,4-1 16 0,6 0 2 0,-11 2 1 16,11-2-3-16,-10 2 2 0,10-2-9 0,-6 0-13 15,6 0-19-15,-4-5-35 0,4 5-40 0,0 0-47 16,1-8-60-16,-1 8-62 0,8-10-71 0,3 5-74 16,0 0-72-16,0 1-81 0,10-5-455 0,-3 1-1050 15,-2 0 464-15</inkml:trace>
  <inkml:trace contextRef="#ctx0" brushRef="#br0" timeOffset="26296.6711">15583 1305 54 0,'0'0'314'0,"0"0"-1"16,0 0-6-16,0 0-4 0,-1-9 5 0,1 9-14 15,0 0 2-15,0 0-10 0,0 0-5 0,0 0-13 16,0 0-8-16,0 0-5 0,0 0-11 0,0 0-6 16,0 0-8-16,0 0-7 0,0 0-12 0,0 0-9 15,0 0-8-15,4-2-9 0,-4 2-7 0,0 0-16 16,0 0-11-16,0 0-6 0,0 0-18 0,0 0-10 15,0 0-18-15,0 0-12 0,0 0-8 0,0 0-2 16,0 0-16-16,0 0-13 0,0 0-2 0,15 0-8 16,-15 0-7-16,8 3-3 0,-3-3-3 0,-5 0-5 15,8 3-3-15,-8-3-3 0,9 3-2 0,-5 2-10 16,-4-5-3-16,6 5-8 0,-5-2-3 0,1 4 1 16,-1-3-1-16,0 0 2 0,-2 4 0 0,0-2-2 15,1-1 0-15,-3 3-3 0,-1-1-4 0,-2 1-1 16,-2-1-4-16,3-2 3 0,-4 1 1 0,4 0-4 15,1-2 1-15,-1 0 3 0,5-4 4 0,-8 3 1 16,8-3 2-16,-5 2 6 0,5-2 1 0,0 0 2 16,0 0 4-16,-4 5 8 0,4-5-1 15,0 0 0-15,0 0 1 0,0 0-7 0,0 0-4 16,0 0 3-16,0 0-5 0,18-8-1 0,-18 8-1 0,17 0-2 16,-7 1 0-16,2 0 0 0,-2 4 2 0,1-2 1 15,1 2-5-15,-3 0 0 0,-1 0 2 0,-1 0 5 16,-2 2-5-16,3 0 6 0,-7 1 0 0,2 2-3 15,-3 1 2-15,0 0 0 0,-3-2 3 0,-2 1 2 16,0 0 2-16,-4 0 1 0,1-5 3 16,-2 5-1-16,-1-2 0 0,-1-1 1 0,-1-2 1 15,2 0-1-15,-2-2 1 0,5 1-1 0,-2 1 2 0,1-4 0 16,4 1 1-16,5-2 2 0,-10 2 1 0,10-2 0 16,0 0 1-16,0 0-6 0,-13-3-8 0,13 3-27 15,-4-3-28-15,4 3-31 0,0-5-46 0,0 5-52 16,0 0-55-16,8-11-51 0,-3 8-41 15,4-2-49-15,1 0-50 0,-1 0-304 0,5 0-793 16,-2-1 352-16</inkml:trace>
  <inkml:trace contextRef="#ctx0" brushRef="#br0" timeOffset="26780.5287">15807 1255 162 0,'3'-4'432'0,"-3"-1"15"0,1 1 6 0,-1-1-7 0,0 5-18 16,0-4-31-16,0 4-31 0,1-3-25 0,-1 3-28 16,5-4-23-16,-5 4-28 0,0 0-28 0,0-5-25 15,0 5-23-15,0 0-22 0,0 0-16 16,0 0-13-16,0 0 17 0,13 12 11 0,-4-6 3 0,0 1 6 15,-1 4-2-15,2 1 2 0,4 3-1 0,-4 2 4 16,-1-2-14-16,5 8 2 0,0 1-12 0,2 0 2 16,-5 4-1-16,-2 1-5 0,1-3-8 0,-1 4-13 15,-5-2-10-15,1 2-2 0,-1-1-99 16,1 1-15-16,-4-1 0 0,-7 3 0 0,2-3 0 16,-1 2 0-16,-7-2 0 0,1 0 0 0,-6 1 0 15,0-3 0-15,-1 0 0 0,-5-1 0 0,0-1 0 0,-3 1 0 16,4-3 0-16,-2 0 0 0,1-6 0 0,1-2 0 15,8-2 0-15,-2-4 0 0,3 1 0 0,3-2 0 16,-3-2 0-16,4 0 0 0,4-4 0 16,1 1 0-16,4-3 0 0,-10 9 0 0,6-7 0 15,0 0 0-15,4-2 0 0,0 0 0 0,-9 4 0 16,9-4 0-16,0 0 0 0,0 0 0 0,0 0 0 16,-6 4 0-16,6-4 0 0,0 0 0 0,0 0 0 15,0 0 0-15,0 0 0 0,0 0-189 0,0 0-164 16,0 0-68-16,0 0-48 0,0 0-54 0,0 0-41 15,0 0-382-15,0 0-1024 0,19-15 454 0</inkml:trace>
  <inkml:trace contextRef="#ctx0" brushRef="#br0" timeOffset="43849.3626">18175 542 96 0,'0'0'408'0,"0"0"5"0,0 0 12 0,0 0-9 16,0 0-23-16,0 0-17 0,0 0-16 0,0 0-5 16,0 0-10-16,0 0-7 0,0 0-14 0,0 0-18 15,0 0-13-15,0 0-34 0,0 0-17 0,0 0-19 16,0 0-9-16,-41-16-16 0,41 16-11 0,-42-3 10 16,20 3-5-16,22 0-6 0,-48-2-15 15,20 3-3-15,-2-1-28 0,30 0-6 0,-48 0-18 0,48 0-6 16,-45 1-16-16,25-1-6 0,20 0-2 0,-42 1 1 15,42-1 3-15,-27 2-1 0,27-2-17 0,0 0-72 16,0 0 0-16,-35 0 0 0,35 0 0 0,0 0 0 16,0 0 0-16,0 0 0 0,0 0 0 0,0 0 0 15,0 0 0-15,0 0 0 0,0 0 0 16,-28-2 0-16,28 2 0 0,0 0 0 0,0 0 0 0,0 0 0 16,0 0 0-16,0 0 0 0,0 0 0 0,0 0 0 15,0 0 0-15,0 0 0 0,0 0 0 0,0 0 0 16,0 0 0-16,0 0 0 0,0 0 0 0,0 0 0 15,0 0 0-15,0 0 0 0,0 0 0 16,-13 11 0-16,13-11 0 0,0 0 0 0,0 0 0 16,0 0 0-16,0 0 0 0,5 24 0 0,-5-24 0 15,0 29 0-15,2-12 0 0,0 1 0 0,0 6 0 0,0 7 0 16,-1-1 0-16,4 1 0 0,-3 4 0 0,0 0 0 16,2 13 0-16,0-2 0 0,-3-10 0 15,-1 1 0-15,1 10 0 0,-1-1 0 0,3-10 0 16,-6 10 0-16,2-14 0 0,0 5 0 0,-3 12 0 15,0-16 0-15,2 3 0 0,0-3 0 0,0-2 0 16,-1-1 0-16,2-2 0 0,2-2 0 0,-2-5 0 16,7 3 0-16,-2 0 0 0,-4-4 0 0,1-5 0 15,2-2 0-15,1-2 0 0,-3-1 0 0,3 2 0 16,-4-1 0-16,4 1 0 0,-3-6 0 0,1 1 0 16,0 1 0-16,3-4 0 0,-4 2 0 0,-1-6 0 15,4 9 0-15,-4-9 0 0,5 8 0 0,-5-5 0 16,0-3 0-16,0 0 0 0,4 6 0 0,-4-6 0 15,0 0 0-15,3 6 0 0,-3-6 0 0,0 0 0 16,0 0 0-16,0 0 0 0,5 4 0 0,-5-4 0 16,0 0 0-16,5 4 0 0,-5-4 0 0,14 1 0 15,-4 0 0-15,3 0 0 0,1 0 0 0,4 2 0 16,0 0 0-16,1-1 0 0,-1-3 0 0,1 0 0 16,0 3 0-16,0 0 0 0,2-1 0 0,-3 0 0 15,-4-1 0-15,-4 0 0 0,4 2 0 0,-2 0 0 16,-1-1 0-16,-11-1 0 0,15-1 0 0,-15 1 0 15,12 1 0-15,-12-1 0 0,11 2 0 0,-11-2 0 16,0 0 0-16,9-1 0 0,-9 1 0 0,6 3 0 16,-6-3 0-16,0 0 0 0,0 0 0 0,0 0 0 15,0 0 0-15,5 2 0 0,-5-2 0 0,0 0 0 16,0 0 0-16,0 0-161 0,-12-15-1178 0,3 4-1450 16,0-5 642-16</inkml:trace>
  <inkml:trace contextRef="#ctx0" brushRef="#br0" timeOffset="44499.3547">18782 765 180 0,'0'0'425'15,"0"0"37"-15,-4-25 16 0,4 25 15 0,0 0 12 16,0-19-6-16,0 19-4 0,0 0 16 0,-1-17 1 16,1 17-7-16,0 0-12 0,0 0-28 0,0 0-24 15,0 0-34-15,-2-15-25 0,2 15-48 0,0 0-37 16,0 0-26-16,0 0-235 0,0 0-36 0,0 0 0 16,0 0 0-16,0 0 0 0,0 0 0 0,0 0 0 15,5 49 0-15,-7-25 0 0,1 1 0 0,-1 3 0 16,-6 1 0-16,0 3 0 0,1 0 0 0,-4 1 0 15,0 0 0-15,-1 2 0 0,-5 7 0 0,4-13 0 16,-1 0 0-16,2-1 0 0,2-1 0 0,1-9 0 16,0 1 0-16,4-6 0 0,-2-1 0 0,6-1 0 15,0-3 0-15,2-2 0 0,-1-2 0 0,1 3 0 16,2-3 0-16,-3-4 0 0,5 3-434 0,-5-3-114 16,0 0-61-16,13-14-36 0,-7 5-348 0,1-7-1075 15,-7-1 475-15</inkml:trace>
  <inkml:trace contextRef="#ctx0" brushRef="#br0" timeOffset="44865.3713">18717 732 101 0,'8'-16'390'0,"0"1"20"0,3 1 17 16,-2 0 0-16,-3 3-3 0,-6 11 4 15,11-18-9-15,-11 18-16 0,7-13-13 0,-7 13-22 16,0 0-15-16,9-12-29 0,-9 12-32 0,0 0-29 0,0 0-25 15,0 0-24-15,0 0-7 0,0 0 13 16,0 0 4-16,0 0 6 0,0 0-21 0,47 18-5 0,-39-4-1 16,2-3 8-16,3 4-5 0,-4 2-14 15,-1-3-14-15,-1 5-142 0,4 4-36 0,-5-4 0 16,-2-1 0-16,4 8 0 0,-3 1 0 0,1-3 0 16,-4 3 0-16,-2-6 0 0,-1 3 0 0,-4 2 0 15,3 1 0-15,-3-8 0 0,-1 6 0 0,1-6 0 16,0 9 0-16,1-13 0 0,2-2 0 0,-3 1 0 15,3-3 0-15,0 1 0 0,1 0 0 0,2-4 0 16,0 3 0-16,0-4 0 0,1 2 0 0,3-4 0 16,-1 5 0-16,-2-5 0 0,2 0 0 0,-1-1 0 15,-1 1 0-15,-1-3 0 0,-1-2 0 0,7 2-308 16,-7-2-191-16,0 0-58 0,5-11-59 0,-4 5-420 16,-1 0-1121-16,-1-6 496 0</inkml:trace>
  <inkml:trace contextRef="#ctx0" brushRef="#br0" timeOffset="45132.7385">18787 1053 394 0,'0'0'444'0,"-5"-2"23"0,5 2 30 0,0 0 18 16,-4-4-4-16,4 4-20 0,0 0-17 0,0 0-25 16,0 0-17-16,-2-3-16 0,2 3-21 0,0 0-23 15,0 0-38-15,0 0-32 0,0 0-24 16,0 0-21-16,0 0-27 0,0 0-21 0,0 0-21 15,0 0-20-15,13-3-18 0,-3 3-15 0,9-3-52 16,0 0-83-16,2-1 0 0,7 1 0 0,-9 3 0 0,3-2 0 16,-3 0 0-16,0 2 0 0,-2-1 0 15,-3-1 0-15,-3 2 0 0,-2 0 0 0,1-1 0 16,-2 1 0-16,-1-1 0 0,-1 1 0 0,-6 0-141 16,0 0-178-16,11 1-64 0,-7-5-83 0,-4 4-101 15,3-2-486-15,-3 2-1140 0,0 0 504 0</inkml:trace>
  <inkml:trace contextRef="#ctx0" brushRef="#br0" timeOffset="45617.1326">19221 912 49 0,'0'0'473'0,"0"0"11"0,0 0 7 15,9-16-6-15,-9 16-15 0,0 0-23 0,0 0-38 16,0 0-37-16,0 0-32 0,7-18-36 0,-7 18-33 16,0 0-29-16,0 0-28 0,-2-4-29 0,-1 6-15 15,3-2-21-15,0 0-10 0,-11 13-16 16,4-7-13-16,2 2-9 0,-1 1-11 0,-2-1-9 16,0 6-10-16,2-6-3 0,-2 3-15 0,2-2-22 15,0 2-14-15,0-4-9 0,3 2-13 0,0-4-9 0,2 0-11 16,-2 3-4-16,3-5 1 0,1 1 5 0,1 3 7 15,-2-2 1-15,4 0 1 0,-1-1 3 16,3 1 6-16,0-3-6 0,2 3 2 0,1 0 1 16,1 2 0-16,1-1-4 0,-2-2 3 0,0 1-2 15,-4 2 3-15,4-2-1 0,-2 0-1 0,-1 0 1 16,-1-2 3-16,-1 2 0 0,2 0-3 0,-2 1 7 16,-3-2-3-16,3 0 0 0,-4 1 7 0,0 1-4 15,0 0 6-15,0 0-1 0,-5-1 10 0,1 2 6 16,-6-1 1-16,1 3-1 0,-5-4 2 0,0 6-1 15,-1-5-4-15,-2 1 0 0,6 0-1 0,-2-4-2 16,3 0 4-16,2 0 8 0,-1-1 11 0,3-1 7 16,-1 1 8-16,7-2-7 0,-15 1-6 0,15-1-1 15,-9-3-7-15,9 3-12 0,-6-4-27 0,4 0-42 16,2 4-42-16,-5-6-57 0,5 6-89 0,4-11-85 16,0 7-75-16,6-5-86 0,0 4-331 0,1-2-883 15,4-2 390-15</inkml:trace>
  <inkml:trace contextRef="#ctx0" brushRef="#br0" timeOffset="46084.9956">19466 949 490 0,'4'-8'534'0,"-3"-2"10"0,-1 10-6 0,0 0-22 16,4-21-24-16,-4 21-25 0,0 0-32 0,0 0-35 15,1-19-26-15,-1 19-41 0,0 0-45 0,0 0-27 16,0 0-32-16,0 0-23 0,0 0-26 0,-1-13-17 16,-1 17-22-16,2-4-8 0,0 0-18 0,-16 17-6 15,10-9-24-15,-2 1-12 0,4-1-21 0,-3 4-7 16,0-1-18-16,3 0-16 0,-5-2-10 0,7 2-14 16,-1 0-5-16,1-4 0 0,0 4-3 0,2-5 0 15,0 1-1-15,0 0 2 0,0-1 1 0,3 1 9 16,-2-3 0-16,2 2-1 0,1-1 2 0,1 0 3 15,-1 0-2-15,-1-2 3 0,4 2 8 0,-1-1-12 16,-1-1-1-16,0 1 3 0,3-2 3 0,-3 1-3 16,-1 0-2-16,1 0-2 0,-5-3 2 0,5 6-1 15,-5-6 1-15,8 3 9 0,-8-3-6 0,1 5-2 16,-1-5 3-16,0 5 7 0,0-5-6 16,0 8 4-16,0-8-1 0,-9 8 3 0,4-4 2 15,-3 2 0-15,-2-1-1 0,-2-1 1 0,-1 3-1 16,-5-1 2-16,2-4 0 0,3 4-2 0,0-2 3 0,0 2 2 15,1-5-2-15,2 0-6 0,4 0-12 0,-2 3-19 16,8-4-22-16,-9 2-45 0,9-2-77 0,0 0-63 16,-5-9-67-16,5 9-56 0,0 0-58 0,13-17-53 15,-4 10-331-15,1-3-870 0,5 1 386 0</inkml:trace>
  <inkml:trace contextRef="#ctx0" brushRef="#br0" timeOffset="47217.7356">19705 1006 395 0,'0'-5'512'0,"0"5"21"0,0-7-3 0,0 7-6 0,1-7-20 16,-1 7-28-16,0-7-11 0,0 7-30 0,0 0-22 15,0 0-31-15,0 0-44 0,0-6-28 0,0 6-37 16,0 0-35-16,0 0-26 0,0 0-35 0,0 0-21 15,0 0-13-15,0 0-20 0,0 0-10 0,0 0-19 16,4 23-3-16,-4-14-2 0,0-1-18 0,1 4-1 16,-2-3 3-16,2 3-17 0,-1 0-10 0,3-2 0 15,-2 1-6-15,-1-1-6 0,3 1-5 16,-3-4-11-16,1 2-22 0,-1 2-14 0,0-5-15 16,0 1 2-16,3-3-13 0,-3 0-2 0,0-4 1 0,1 8-6 15,-1-8 6-15,1 3 6 0,-1-3 16 0,0 0-1 16,0 0 5-16,9 2 1 0,-9-2 8 0,12-9-9 15,-6 2 7-15,4 2-4 0,-2-3 5 16,1 1 1-16,-1-3 6 0,2 3-5 0,-1-1 16 16,0-1 5-16,0 3 17 0,-2 0-6 0,0 0 16 15,-2 2 3-15,-1-1 2 0,2 2 3 0,-2 1-5 16,-4 2-2-16,6-5-4 0,-6 5-5 0,5-4-8 16,-5 4-1-16,0 0-16 0,0 0 4 0,4-2-1 15,-4 2-5-15,0 0-5 0,0 0 20 0,0 0-16 16,7 11 7-16,-4-8 0 0,-3 2-7 0,2 0 0 15,0 2-3-15,-1-3 8 0,-1 2 1 0,4 0-6 16,-4-1-1-16,4 1 0 0,-3-1 3 0,2-1 2 16,-3 1-10-16,3 1-4 0,-1-3 0 0,-1 2-7 15,-1-5 9-15,3 5-4 0,-3-5 6 0,6 4 1 16,-6-4 8-16,9 0-3 0,-9 0 13 0,12-3-13 16,-6-1 4-16,3-1-3 0,0-1 7 0,0 0-11 15,4-2 0-15,-7 0 6 0,3 1-2 0,1-1 10 16,-3 2-9-16,0-3 3 0,1 3 13 0,1 1-3 15,-5 0 4-15,1 0 0 0,-2 3 4 0,-1-2-8 16,-2 4-18-16,5-5 0 0,-5 5 0 0,5-1 0 16,-5 1 0-16,0 0-10 0,0 0 0 0,0 0 4 15,0 0 3-15,0 0-5 0,13 5 0 0,-8-1 17 16,-4-1-19-16,3 2 2 0,0 0-18 0,-2 2-1 16,0 0 11-16,4-1-17 0,-2 1-11 15,-4-1-7-15,3 0 0 0,-1 0-10 0,0 0-10 16,0 0-6-16,-2 0-1 0,1-2-5 0,-1-2 6 15,0-2 7-15,3 6 13 0,-3-6 9 0,3 4 6 0,-3-4 12 16,0 0 8-16,0 0 1 0,0 0 4 0,0 0 3 16,16-12 9-16,-12 8 15 0,2-6 9 0,2 3 10 15,-3 0 0-15,4-3 10 0,-1 2 5 0,-2 1 5 16,1-2 6-16,0 3 5 0,-2-1 16 16,-2 2-3-16,2 0-2 0,-2 1-9 0,-1 0-7 15,-2 4-1-15,5-6-7 0,-5 6-13 0,7-3-11 16,-7 3-4-16,0 0-7 0,0 0-3 0,0 0-8 15,0 0 9-15,0 0-10 0,0 0 9 0,0 0-5 16,10 7 4-16,-10-7-3 0,2 6 0 0,-2-6-6 0,3 4 11 16,0 0-2-16,-3-4-4 0,2 4-2 15,-2-4 1-15,3 6 4 0,-3-6 3 0,0 0 5 16,2 3-18-16,-2-3 3 0,0 0 5 0,6 3 7 16,-6-3-3-16,0 0 6 0,0 0-2 0,0 0 4 15,0 0-1-15,0 0-2 0,0 0-6 0,10-9-8 16,-5 5 0-16,-5 4 0 0,7-5 0 0,-2 3 0 15,-5 2 0-15,9-5 0 0,-5 3 0 0,-4 2 0 16,11-4 0-16,-11 4 0 0,5-3-6 0,-5 3-4 16,7-1-5-16,-7 1 5 0,0 0-3 0,10 0-4 15,-10 0 7-15,0 0-2 0,8 5 3 0,-4-2 1 16,-4-3 4-16,6 7-4 0,-2-2-3 0,0 1 7 16,0 0 4-16,-3 0-9 0,3 0 7 0,-3 1-6 15,3-1 14-15,0 3-4 0,-2-2-5 0,-2-1-1 16,4-1-2-16,-4 1 12 0,0 0-5 15,3-2-2-15,-2 0 10 0,-1-4-30 0,1 7-21 16,-1-7-13-16,3 4-22 0,-3-4-16 0,0 0-22 16,0 0-27-16,0 0-32 0,0 0-82 0,0 0-82 15,0 0-83-15,0 0-64 0,14-15-56 0,-11 11-341 0,8-10-954 16,-5 5 423-16</inkml:trace>
  <inkml:trace contextRef="#ctx0" brushRef="#br0" timeOffset="47758.659">20489 1037 363 0,'0'0'444'0,"0"0"6"0,0 0-6 0,0 0-17 16,2 3-31-16,-2-3-36 0,0 0-31 0,0 0-26 15,0 0-32-15,6 2-21 0,-6-2-25 0,0 0-19 16,0 0-22-16,0 0-20 0,0 0-14 0,0 0-12 15,0 0-12-15,0 0-15 0,0 0-9 0,0 0-8 16,0 0-6-16,5 2-3 0,-1 0-2 0,-4-2 6 16,9 0 7-16,-2 1 8 0,2-2 5 0,2-1 0 15,-1 0 5-15,4 1 9 0,-1-3 8 0,1 0 2 16,-5 1-5-16,3-3 2 0,-1 1 4 0,-3 0-8 16,0 0-5-16,-3 2-9 0,2-4 6 0,-3 3-10 15,0 0-8-15,0-2 0 0,-2 1-24 16,1 1-10-16,-3 4-4 0,1-7-53 0,-2 1-9 15,1 6 0-15,-3-8 0 0,0 5 0 0,-1-2 0 16,-2 0 0-16,-1 3 0 0,1-1 0 0,-1 2 0 0,7 1 0 16,-19 1 0-16,10 1 0 0,-1 1 0 15,-3 4 0-15,0-1 0 0,3 2 0 0,-3 5 0 16,4-5 0-16,0 2 0 0,-1 4 0 0,2-6 0 16,3 3 0-16,-1 0 0 0,3-3 0 0,-3 2 0 15,4-1 0-15,2 0 0 0,-2-2 0 0,4 1 0 16,0-1 0-16,4 0 0 0,-1 0 0 0,2-1 0 15,8 1 0-15,-1-2 0 0,3 0 0 0,3 0 0 16,1-2 0-16,-2-2 0 0,0 1 0 0,1-2 0 16,0-2 0-16,0 1 0 0,-1-2 0 0,-1 0 0 15,-6 2 0-15,-1 0 0 0,0-2 0 0,-4 3 0 16,-7 0 0-16,13 0 0 0,-13 0 0 0,9-2 0 16,-8 1 0-16,-1 1-120 0,0 0-144 0,0 0-76 15,0 0-90-15,0 0-88 0,0 0-92 0,0 0-376 16,-27-10-1066-16,18 7 472 0</inkml:trace>
  <inkml:trace contextRef="#ctx0" brushRef="#br0" timeOffset="48720.2322">21926 1302 90 0,'-5'-7'472'0,"1"4"-6"16,4 0 6-16,0 3-3 0,-10-6-13 0,1 1-15 15,0-1-16-15,-1 1-14 0,1 0-5 0,0 0-21 16,-5-5 13-16,1 4-12 0,-3-5-12 0,2 0-14 15,-2 1-14-15,-3-8-6 0,4 4 7 0,-1 0-16 16,-4-5-14-16,3-3 10 0,-2 2-155 0,0-5-172 16,7-1 0-16,-2 2 0 0,4 0 0 0,-3-3 0 15,8-2 0-15,-2-2 0 0,4 2 0 0,4-1 0 16,6-4 0-16,-2 3 0 0,5 4 0 0,0-1 0 16,7 1 0-16,-3 2 0 0,5 0 0 0,4 2 0 15,1 5 0-15,-2 0 0 0,4 5 0 0,-2 1 0 16,-4 3 0-16,-3 4 0 0,-17 5 0 0,37-9 0 15,-37 9 0-15,36 0 0 0,-36 0 0 0,28 2 0 16,-28-2 0-16,26 8 0 0,-26-8 0 0,20 10 0 16,-11 0 0-16,-9-10 0 0,13 20 0 15,-10-7 0-15,-3-13 0 0,2 28 0 0,-6-10 0 16,-5 5 0-16,-1-6 0 0,-9 7 0 0,-4 0 0 16,-4-1 0-16,-5-4 0 0,1 1 0 0,-12 8 0 15,11-11 0-15,2-3 0 0,4 0 0 0,1-3 0 0,6-4 0 16,6 0 0-16,2-4 0 0,2-1 0 0,1 0 0 15,-1 0 0-15,4 0 0 0,0 0 0 16,1-1 0-16,4-1 0 0,-6 0 0 0,6 0 0 16,-3 6 0-16,3-6 0 0,0 0 0 0,0 0 0 15,0 0 0-15,0 0-46 0,18 3-628 0,1-1-59 16,-7 3-390-16,7-1-1218 0,0 4 539 0</inkml:trace>
  <inkml:trace contextRef="#ctx0" brushRef="#br0" timeOffset="49085.9469">21972 1176 283 0,'0'0'565'0,"0"-14"27"16,0 14 15-16,0-10 12 0,0 5 4 0,0 5-13 15,-1-9-17-15,1 9-17 0,-3-4-31 0,3 4-40 16,0 0-15-16,-1-4-47 0,1 4-36 0,0 0-43 15,0 0-46-15,0 0-267 0,0 0-51 16,0 0 0-16,0 0 0 0,0 0 0 0,0 0 0 16,0 0 0-16,0 0 0 0,1 17 0 0,-2-6 0 0,0-2 0 15,0 5 0-15,-1 2 0 0,1 1 0 0,0-1 0 16,-1 1 0-16,1 0 0 0,-1 1 0 16,0-1 0-16,0-1 0 0,-2 1 0 0,1 3 0 0,0-1 0 15,0-1 0-15,2-2 0 0,0 2 0 16,-1-3 0-16,1-4 0 0,0-4 0 0,-2 0 0 15,3-1 0-15,0-6 0 0,0 12 0 0,0-12 0 16,0 5 0-16,0-5 0 0,4 5 0 0,-4-5 0 16,0 0 0-16,0 0-206 0,0 0-261 0,0 0-62 15,0 0-63-15,24-15-475 0,-21 7-1155 0,2-3 512 16</inkml:trace>
  <inkml:trace contextRef="#ctx0" brushRef="#br0" timeOffset="49419.7385">21959 1130 2664 0,'0'-11'306'0,"0"0"-70"0,0 2-14 0,3 0 22 15,-2 2 39-15,2-3-6 0,1 0-18 0,-2 0-36 16,-2 4-29-16,5-1-21 0,2-2-17 0,-2 4-13 16,1-1-16-16,2-1-13 0,3 2-13 0,2 0-10 15,-1 0-6-15,-1 3-13 0,2 2-9 16,6 1-6-16,-9 0-9 0,3 2 0 0,0 2 0 15,1 1 0-15,-4-2-6 0,-1 4 0 0,1-2-5 0,-2 1-5 16,-2 0 0-16,0-1-4 0,-4 0-3 0,2 3 4 16,-3 0 1-16,-2 1 1 0,-2-2 9 0,-2 3 1 15,-1 0 3-15,-4-3 1 0,-4 2-8 16,-2 0 4-16,-3-3-9 0,1 4-3 0,0-5-2 16,4 1-2-16,4-3-5 0,-2 0-13 0,2-2-14 15,5 2-13-15,0-2-21 0,5-2-29 0,-5 2-47 16,5-2-82-16,0 0-80 0,0 0-73 0,0 0-53 15,24-21-61-15,-6 14-375 0,0-4-910 0,6-1 403 16</inkml:trace>
  <inkml:trace contextRef="#ctx0" brushRef="#br0" timeOffset="49629.7354">22402 1042 1 0,'0'0'477'0,"11"-5"13"15,-7 2 20-15,0 0-4 0,-2-1-21 0,4 1-29 16,-4 2-31-16,4-6-42 0,-2 4-39 0,1-1-31 16,-2 1-36-16,1-4-25 0,2 4-27 0,-3 1-21 15,4-2-28-15,-2-1-30 0,3 3-48 0,-1-1-54 16,-1 1-56-16,0 0-64 0,-6 2-54 0,11 0-64 16,-5 0-46-16,-6 0-47 0,0 0-36 0,11 1-19 15,-11-1-20-15,3 4-279 0,-3-4-695 0,-8 10 307 16</inkml:trace>
  <inkml:trace contextRef="#ctx0" brushRef="#br0" timeOffset="49853.7165">22365 1126 185 0,'-3'2'379'0,"3"-2"23"16,0 4 39-16,0-4 4 0,0 0 3 0,0 0-9 16,0 0-28-16,0 0-24 0,9 0-22 0,-9 0-21 15,18-2-15-15,-8 2-19 0,1-2-28 0,-1 1-30 16,1 1-18-16,0-1-32 0,1 1-18 0,-2-4-16 15,2 2-18-15,-6 1-8 0,3-1-25 0,-9 2-14 16,11-3-34-16,-4 1-35 0,-2 2-41 0,0-2-32 16,-5 2-32-16,0 0-34 0,10-1-34 0,-10 1-40 15,5-5-41-15,-1 4-57 0,-4 1-57 0,7-8-58 16,-6 3-69-16,-1 5-306 0,1-10-830 0,-1 4 367 16</inkml:trace>
  <inkml:trace contextRef="#ctx0" brushRef="#br0" timeOffset="50407.5023">23508 802 3 0,'9'-17'450'0,"0"5"9"0,-9 12 5 16,12-23-1-16,-5 7-6 0,-7 16-7 0,4-24-12 15,-1 13-4-15,-3 11-6 0,4-20-19 0,-4 20-13 16,0 0-25-16,-2-19-21 0,2 19-25 0,0 0-14 16,-5-16-20-16,5 16-20 0,0 0-25 0,-11-11-6 15,11 11-34-15,0 0-19 0,-19-9-20 0,19 9 0 16,0 0 7-16,-45 22-140 0,22-9-34 0,1 4 0 15,-5 1 0-15,4 1 0 0,-3 2 0 0,6 2 0 16,-4 3 0-16,5-2 0 0,1-2 0 0,1 5 0 16,2-4 0-16,2-1 0 0,2 1 0 0,4-3 0 15,1-1 0-15,5 2 0 0,-2-4 0 0,7 2 0 16,6-4 0-16,-1 0 0 0,9 0 0 0,-3-3 0 16,11 2 0-16,2-1 0 0,-3-2 0 0,2-4 0 15,-5-1 0-15,5-1 0 0,-8-1 0 0,3 0 0 16,-2-3-247-16,2-2-140 0,-5-5-62 0,2 1-57 15,0 1-68-15,-2-5-431 0,-5 1-1089 0,1-4 482 16</inkml:trace>
  <inkml:trace contextRef="#ctx0" brushRef="#br0" timeOffset="51121.6258">23706 996 267 0,'0'0'521'0,"0"0"3"16,6-11-1-16,-5 7-7 0,0 1-27 0,0-2-13 16,-1 5-42-16,4-10-31 0,-4 6-32 0,3-1-41 0,-3 5-29 15,4-7-25-15,-3 2-31 0,3 2-25 0,-4 3-26 16,5-5-25-16,-5 5-13 0,6-6-24 16,1 4-16-16,-1 0-13 0,2 1-9 0,-8 1-12 15,12 1-7-15,-4-1-12 0,-4 4-8 0,4-1-10 16,-2 0-2-16,-1 2-10 0,0 1-2 0,-1 1-6 15,1 1-2-15,0-2 2 0,-1 4-5 0,-4-3 5 16,1 1-11-16,-2 2-2 0,-1 2-3 0,-1-1 1 16,-7-2-7-16,2 2-4 0,-5 0-9 0,3-1-10 15,-3-1-8-15,-2 2-2 0,4-4-4 0,-5 0 8 16,6-2 5-16,0-1 2 0,3-2 2 0,0 0 9 16,0-4 7-16,7 2 10 0,-13-3 8 0,10-3 9 15,-2-3 10-15,2 3 2 0,3-3-3 0,0-3-8 16,0-3 0-16,3-1 4 0,-2 5-1 0,6-5-11 15,0 1-1-15,1 0-1 0,-2 5 1 0,5-3 0 16,-3 4-10-16,1 0 0 0,2 3-3 0,-1-3-5 16,-1 4 4-16,3 1-5 0,-3 0-3 0,0 2-3 15,3 2-3-15,-1 1 12 0,3 2-6 0,-1 0 4 16,-3 3 0-16,4 1-3 0,-2 0 6 0,-2 1-10 16,4 5 3-16,-5-5-2 0,0 3 3 0,0-3 0 15,-1 3-2-15,-1 0 5 0,-3-2-3 0,1-1 8 16,0 0 3-16,-2-1-4 0,1 0-1 15,-3-3-10-15,0 1-1 0,1-1 5 0,-1-1 3 0,0 1 9 16,-1-4-4-16,3 1 10 0,-3-1 3 0,0 0-5 16,0 0 1-16,2-10-6 0,0 4 6 15,-1-1 1-15,0-2-5 0,5-1 1 0,-3 1-8 0,1-2 5 16,2 2 4-16,-1-2-11 0,-1 6 4 0,1-5-8 16,2 4 2-16,0-2-2 0,-5 4-4 0,4 0 3 15,-3 2 12-15,0-1-15 0,1 1 3 16,-4 2-5-16,6-1-2 0,-6 1 0 0,11 3 3 15,-5 0 2-15,-2 2 3 0,2 0-1 0,1 3 4 16,-2-1-6-16,0 3 9 0,0-2-6 0,-1 1 2 16,2 2 4-16,-2-3 1 0,0 3-1 0,1-2 0 15,-4 0-3-15,3-4-23 0,-1 1-39 0,-1 0-45 0,0-2-46 16,-1 1-39-16,0-2-49 0,2 0-35 16,-3-3-33-16,0 0-82 0,0 0-92 0,0 0-423 15,13-11-981-15,-8 3 435 0</inkml:trace>
  <inkml:trace contextRef="#ctx0" brushRef="#br0" timeOffset="51575.5212">24317 804 384 0,'0'0'505'0,"0"0"16"16,0 0 2-16,0 0-15 0,0 0-22 15,0 0-24-15,4-21-28 0,-4 21-35 0,0 0-21 0,0 0-40 16,0 0-31-16,0 0-25 0,0 0-41 0,0 0-29 16,0 0-25-16,0 0-28 0,0 0-17 15,0 0-16-15,0 0-12 0,0 0-10 0,0 0-7 16,0 0-12-16,0 0-13 0,0 0-6 0,-28 41 7 16,23-32-20-16,0 2-2 0,0 0-12 0,1-3-24 15,0 3-10-15,4-2-12 0,-4 0-8 0,4-2 2 16,0-1-1-16,0 1 7 0,3-1-5 0,-2 0 0 15,3 0 1-15,0-1 6 0,-3 1-2 0,5-2 4 16,1 2 2-16,-1-4-3 0,1 2 2 0,-1 1 5 16,2-4-7-16,-2 3 3 0,-1-1 6 0,0 1-5 15,0-2-2-15,-2 0 2 0,3 0-3 0,-3-1 3 16,-3-1-6-16,4 3-3 0,-4-3 1 0,4 3 0 16,-4-3 0-16,0 0 6 0,1 4-5 0,-1-4 7 15,0 0-3-15,0 0 2 0,-8 7 6 0,3-4-3 16,-5 4 7-16,-2-2-4 0,-4 1 1 0,-1-1-3 15,-5 1-3-15,7-1-15 0,-7 0-41 0,4-1-29 16,8-2-32-16,-3 1-36 0,2-1-35 0,1-1-24 16,2-1-47-16,0-1-56 0,8 1-76 0,-9-6-72 15,7 3-367-15,2-4-899 0,4 2 398 0</inkml:trace>
  <inkml:trace contextRef="#ctx0" brushRef="#br0" timeOffset="51974.4778">24609 717 244 0,'2'-23'538'0,"-2"23"15"15,2-20 4-15,-2 20 2 0,1-17 2 0,-1 17-4 16,4-15-10-16,-4 15-18 0,0 0-19 0,0 0-30 15,0-18-34-15,0 18-45 0,0 0-38 0,0 0-40 16,0 0-39-16,0 0-33 0,0 0-30 0,0 0-27 16,0 0-121-16,0 0-73 0,0 0 0 0,0 0 0 15,0 0 0-15,0 0 0 0,-4 60 0 0,4-41 0 16,-3 5 0-16,5 2 0 0,-4-1 0 0,2 1 0 16,0-2 0-16,0 3 0 0,0-3 0 0,-2 0 0 15,-1 3 0-15,1-10 0 0,0 1 0 0,0-2 0 16,0 0 0-16,2-3 0 0,-1-2 0 15,1-1 0-15,1 0 0 0,-2-4 0 0,0-1 0 16,1 2 0-16,0-7 0 0,-3 6 0 0,3-6 0 0,-2 5 0 16,2-5 0-16,0 0-23 0,0 0-314 0,0 0-49 15,0 0-34-15,0 0-50 0,4-21-43 0,-6 12-51 16,2-4-349-16,-6 1-990 0,5 3 438 0</inkml:trace>
  <inkml:trace contextRef="#ctx0" brushRef="#br0" timeOffset="52172.6398">24510 903 101 0,'0'0'366'0,"-6"-2"39"16,2 1 40-16,4 1 28 0,0 0 18 0,0 0 6 15,0 0-6-15,-9-4-13 0,9 4 11 0,0 0-40 16,-4-2-26-16,4 2-27 0,0 0-41 0,0 0-33 16,0 0-35-16,0 0-36 0,0 0-24 0,0 0-30 15,0 0-32-15,36-18-54 0,-36 18-65 0,35-10-61 16,-7 4-56-16,-8 3-58 0,10-6-51 0,0 3-51 15,1 1-51-15,-2-3-57 0,2 3-43 0,-3 0-49 16,0-4-45-16,-7 7-346 0,-21 2-890 0,34-12 394 16</inkml:trace>
  <inkml:trace contextRef="#ctx0" brushRef="#br0" timeOffset="52996.6542">24937 795 241 0,'0'0'391'15,"0"0"28"-15,0 0 25 0,0 0 11 0,0 0-1 0,0 0-12 16,0 0-15-16,0 0-17 0,0 0-32 0,0 0-24 16,0 0-28-16,0 0-28 0,0 0-34 0,0 0-26 15,0 0-35-15,0 0-17 0,0 0-23 16,0 0-19-16,0 0-15 0,0 0-14 0,0 0-15 16,0 0-10-16,5 26-10 0,-5-26-1 0,0 0-18 15,9 13-16-15,-5-6-12 0,0-2-11 0,0 6-11 16,-4-5-2-16,1 0-9 0,0-1-9 0,-2 3-7 15,1-1-6-15,-4-1-13 0,-1 2-1 0,1-1-4 16,-1-2-6-16,-4 1-8 0,-1 1 1 0,5-2 2 0,-4-1 2 16,1 0 2-16,3-1 7 0,-2 0 11 15,0-2 4-15,3 0 2 0,4-1 8 0,-9-4 1 16,9 4 7-16,-2-6 4 0,-1-2 4 0,3 1-2 16,0 7 1-16,0 0 0 0,0 0 5 0,6-33-6 15,-6 33 0-15,12-17-2 0,-7 7-3 0,-5 10 3 16,15-16-2-16,-15 16 1 0,9-8-1 0,-9 8 7 15,0 0-7-15,18-10 0 0,-18 10-2 0,0 0-3 16,0 0 0-16,0 0 5 0,0 0-1 16,0 0 4-16,0 0-1 0,0 0 1 0,43 17-2 0,-38-8 2 15,-1-1 0-15,-2 2-1 0,2-1 5 0,0 0-1 16,-2 0 0-16,-1 2-1 0,2-4 3 0,-3 0 4 16,1 1-5-16,1-2-6 0,-2-2-12 0,1 1-9 15,-1-1-8-15,0-4 5 0,1 5 12 0,-1-5 1 16,1 2 6-16,-1-2 2 0,0 0 0 15,11-2 1-15,-5-2 2 0,0-2 2 0,2-1 6 16,1 0 1-16,-9 7 11 0,22-21-1 0,-11 8 3 16,-11 13 1-16,22-21 9 0,-15 12 0 0,-7 9 2 15,17-15-3-15,-17 15 6 0,16-11 1 0,-16 11 3 0,0 0-6 16,14-13-9-16,-14 13-6 0,0 0-7 0,0 0 1 16,0 0-3-16,0 0-4 0,0 0 3 0,0 0 0 15,19 13 2-15,-18-8 1 0,2 5-4 16,-1-5 1-16,-2 5-1 0,0-3 1 0,3 0-5 15,-3 0-2-15,0-1-13 0,1-1-2 0,-1 1-9 16,1-1-3-16,-1-2-7 0,2 1 4 0,-2-4 8 16,2 4 4-16,0-2 10 0,-2-2-1 0,0 0 3 15,0 0-2-15,12-6 4 0,-5 2-4 0,-7 4 3 16,0 0 3-16,21-23 0 0,-21 23 0 0,20-14 14 16,-11 5 13-16,-9 9 2 0,17-14 5 0,-17 14 13 15,13-15 11-15,-13 15 2 0,10-7 3 0,-10 7-4 16,0 0-5-16,0 0-7 0,13-11-3 0,-13 11-9 15,0 0-5-15,0 0-10 0,0 0-4 0,0 0 2 16,0 0-1-16,0 0 0 0,0 0 2 0,0 0-4 16,32 18 0-16,-27-10-1 0,-1-2-4 0,1 2 0 15,0-1 4-15,-1 1-11 0,0-2-33 0,1 0-35 16,-1 0-33-16,-3-1-43 0,2 0-49 0,-2-2-39 16,-1-3-42-16,8 6-35 0,-8-6-57 15,0 0-89-15,0 0-358 0,0 0-880 0,0 0 389 0</inkml:trace>
  <inkml:trace contextRef="#ctx0" brushRef="#br0" timeOffset="53357.1766">25576 540 389 0,'0'0'485'0,"0"0"18"0,10-22 22 15,-10 22 0-15,0 0-7 0,0 0-13 0,0 0-28 16,0 0-32-16,0-18-36 0,0 18-38 0,0 0-27 15,0 0-37-15,0 0-43 0,0 0-21 0,0 0-35 16,0 0-11-16,0 0 6 0,0 0 4 0,0 0-2 16,0 0-11-16,0 0-9 0,7 53-13 0,-6-35-11 15,-1 0-12-15,0 1-149 0,4 8 0 0,-5-2 0 16,2 0 0-16,-1-7 0 0,0 3 0 0,0-1 0 16,1-1 0-16,-2-1 0 0,2 2 0 0,-2-2 0 15,-3 1 0-15,3-4 0 0,-2-2 0 0,3-1 0 16,-1-1 0-16,-2-3 0 0,3 3 0 0,0-3 0 15,0-3 0-15,-1 0 0 0,1-1 0 0,0-4 0 16,0 0 0-16,-1 6 0 0,1-6 0 16,0 0 0-16,0 0 0 0,0 0 0 0,0 0 0 15,0 0 0-15,0 0-285 0,0 0-83 0,0 0-39 0,0 0-48 16,0 0-52-16,6-44-64 0,-6 44-362 0,4-19-1011 16,-4 19 447-16</inkml:trace>
  <inkml:trace contextRef="#ctx0" brushRef="#br0" timeOffset="53609.4315">25457 746 268 0,'0'0'407'15,"0"0"19"-15,0 0 4 0,0 0 0 0,0 0-9 16,0 0-16-16,0 0-20 0,0 0-23 0,0 0-22 16,0 0-30-16,0 0-26 0,0 0-35 0,0 0-23 15,0 0-22-15,0 0-24 0,0 0-17 0,45-18-16 16,-45 18-12-16,49-6-22 0,-20 5-8 0,-2-3-6 15,-27 4-9-15,42-4-16 0,-14 1-4 0,-10 1-2 16,-18 2-15-16,38-5 1 0,-38 5-8 0,26-2-4 16,-26 2-6-16,0 0-1 0,27-4-25 0,-27 4-27 15,0 0-32-15,0 0-34 0,0 0-38 0,24-3-37 16,-24 3-56-16,0 0-65 0,0 0-73 0,0 0-67 16,0 0-51-16,0 0-282 0,0 0-812 0,0 0 359 15</inkml:trace>
  <inkml:trace contextRef="#ctx0" brushRef="#br0" timeOffset="60289.6743">25907 1042 256 0,'10'-1'361'0,"-10"1"11"0,0 0 1 16,0 0 2-16,0 0-3 0,0 0 9 0,0 0 2 15,5-1 8-15,-5 1 3 0,0 0 15 0,0 0-2 16,0 0 14-16,0 0-6 0,0 0-5 0,0 0-15 16,6 2-14-16,-6-2-19 0,0 0-22 0,2 2-25 15,-2-2-17-15,0 0-34 0,3 3-148 0,-3-3-116 16,0 0 0-16,0 0 0 0,0 0 0 0,0 0 0 16,-2 4 0-16,2-4 0 0,0 5 0 15,0-5 0-15,0 0 0 0,-3 9 0 0,-3-6 0 0,1 6 0 16,-2-2 0-16,-1 1 0 0,-1 1 0 15,-2-2 0-15,-2 5-293 0,-1-4-368 0,1-3-546 0,0 0-1306 16,3 1 578-16</inkml:trace>
  <inkml:trace contextRef="#ctx0" brushRef="#br0" timeOffset="65736.7386">26990 801 250 0,'0'0'329'0,"0"0"-1"16,0 0 1-16,0 0-11 0,0 0 0 16,0 0-5-16,0 0-4 0,0 0 0 0,0 0-6 15,0 0 1-15,0 0-4 0,0 0-5 0,0 0 2 16,0 0-5-16,0 0 4 0,0 0-8 0,0 0 4 15,0 0 15-15,0 0-14 0,0 0-6 0,0 0-6 16,0 0-8-16,0 0-11 0,0 0-14 0,0 0-13 0,0 0-16 16,0 0-8-16,0 0-106 0,0 0-105 15,0 0 0-15,0 0 0 0,0 0 0 0,0 0 0 16,0 0 0-16,0 0 0 0,0 0 0 0,0 0 0 16,0 0 0-16,0 0 0 0,0 0 0 0,0 0 0 15,10-39 0-15,-10 39 0 0,0 0 0 0,0 0 0 16,15-10 0-16,-15 10 0 0,0 0 0 0,0 0 0 15,23-7 0-15,-23 7 0 0,0 0 0 0,27-1 0 16,-27 1 0-16,0 0 0 0,0 0 0 0,42 5 0 16,-42-5 0-16,0 0 0 0,30 10 0 0,-30-10 0 15,17 9 0-15,-17-9 0 0,13 10 0 0,-13-10 0 16,12 12 0-16,-12-12 0 0,0 0 0 0,10 20 0 16,-10-20 0-16,3 16 0 0,-5-8 0 0,0 2 0 15,-2 2 0-15,-4-1 0 0,-2 3 0 0,0-3 0 16,-5 2 0-16,3-1 0 0,-1-5 0 0,-1 3 0 15,-4-3 0-15,4-1 0 0,-2 1 0 16,5-2 0-16,-2-1 0 0,2 2 0 0,1-2 0 0,0-1 0 16,1-2 0-16,4-1 0 0,-3 1 0 0,8-1 0 15,-10-1 0-15,2 0 0 0,2-4 0 0,0 3 0 16,0-1 0-16,1 0 0 0,0-1 0 0,0 2 0 16,0-3 0-16,1-2 0 0,-1-1 0 0,1 1 0 15,4 7 0-15,0 0 0 0,-5-27 0 0,5 27 0 16,-3-16 0-16,3 16 0 0,4-20 0 15,-4 20 0-15,4-18 0 0,-4 18 0 0,5-16 0 16,-5 16 0-16,0 0 0 0,5-14 0 0,-5 14 0 0,0 0 0 16,0 0 0-16,0 0 0 0,7-15 0 0,-7 15 0 15,0 0 0-15,0 0 0 0,0 0 0 0,0 0 0 16,0 0 0-16,0 0 0 0,0 0 0 16,0 0 0-16,0 0 0 0,0 0 0 0,0 0 0 15,0 0 0-15,1 25 0 0,-2-16 0 0,-1-2 0 16,2 1 0-16,-2 1 0 0,-1 0 0 0,2-1 0 15,0 2 0-15,-1-2 0 0,2 2 0 0,-1-2 0 16,1 0 0-16,0 2 0 0,1-4 0 0,-1 0 0 0,3 2 0 16,-2-2 0-16,2 0 0 0,-1 2 0 15,2-4 0-15,0-1 0 0,0 1 0 0,-1 1 0 16,3-3 0-16,-1-1 0 0,1-1 0 0,4-2 0 16,-1-1 0-16,3-1 0 0,-1-1 0 0,0 0 0 15,3-5 0-15,-4 2 0 0,3-3 0 0,1 0 0 16,-3-4 0-16,-1 2 0 0,3 0 0 0,-13 13 0 15,18-14 0-15,-18 14 0 0,14-15 0 0,-14 15 0 16,5-11 0-16,-5 11 0 0,0 0 0 0,13-12 0 16,-13 12 0-16,0 0 0 0,0 0 0 0,0 0 0 15,0 0 0-15,14-11 0 0,-14 11 0 0,0 0 0 16,0 0 0-16,0 0 0 0,0 0 0 0,0 0 0 16,0 0 0-16,12 15 0 0,-11-11 0 0,0 5 0 15,2-3 0-15,-1 5 0 0,1-2 0 0,-2 0 0 16,0 0 0-16,2 2 0 0,-1-3 0 0,1 2 0 15,0 0 0-15,0-1 0 0,4 2 0 16,-1-1 0-16,2 0 0 0,2-1 0 0,0-2 0 16,2 3 0-16,-1-4 0 0,3-3 0 0,-3 5-207 0,1-7-28 15,2 1-31-15,-2-4-32 0,2 2-35 0,-4-4-39 16,-1-2-34-16,0 1-59 0,-1-5-60 0,-3 2-323 16,-1-5-917-16,0 1 405 0</inkml:trace>
  <inkml:trace contextRef="#ctx0" brushRef="#br0" timeOffset="66089.7758">27468 444 270 0,'0'0'484'0,"0"0"-1"0,0 0-4 0,0 0-9 0,0 0-13 16,0 0-14-16,0 0-21 0,13-18-21 0,-13 18-24 15,0 0-26-15,0 0-24 0,0 0-29 0,0 0-31 16,0 0-23-16,0 0-23 0,0 0-20 0,0 0-26 16,0 0-18-16,0 0-20 0,0 0-13 0,0 0-10 15,0 0-9-15,0 0-8 0,0 0-13 0,0 0-4 16,0 0-5-16,0 0-5 0,0 0-12 15,-6 48-1-15,6-48-8 0,-4 17-26 0,4-17-39 0,0 0-36 16,-5 18-38-16,5-18-43 0,-2 14-44 16,2-14-39-16,0 0-38 0,0 0-38 0,-2 17-33 15,2-17-30-15,0 0-32 0,0 0-27 0,0 0-46 16,0 0-279-16,0 0-799 0,0 0 354 0</inkml:trace>
  <inkml:trace contextRef="#ctx0" brushRef="#br0" timeOffset="66308.391">27525 487 75 0,'0'0'229'0,"0"0"35"15,0 0 32-15,10-20 19 0,-10 20 21 0,0 0 25 16,11-12 5-16,-11 12 18 0,0 0 11 0,0 0 5 16,0 0-5-16,12-11-12 0,-12 11-10 0,0 0-20 15,0 0-28-15,0 0-31 0,0 0-48 0,0 0-15 16,0 0-20-16,0 0-12 0,0 0-25 0,0 0-22 16,0 0 14-16,0 0-19 0,0 0-15 0,0 0-21 15,11 41-3-15,-11-41-16 0,0 21-9 16,0-21-3-16,0 21-8 0,0-21-55 0,0 22-43 15,0-22-45-15,-2 20-48 0,2-20-59 0,-5 18-50 16,5-18-60-16,0 0-70 0,-1 14-68 0,1-14-56 16,0 0-450-16,0 0-1009 0,0 0 447 0</inkml:trace>
  <inkml:trace contextRef="#ctx0" brushRef="#br0" timeOffset="66830.3486">26826 414 222 0,'0'0'416'15,"0"0"-5"-15,0 0 7 0,0 0 4 0,0 0-3 16,0 0 2-16,0 0-8 0,0 0-9 0,0 0-12 16,0 0-20-16,0 0-21 0,0 0-26 0,0 0-46 15,0 0-24-15,0 0-31 0,0 0-27 0,0 0-21 16,0 0-22-16,0 0-14 0,0 0-17 0,0 0-12 16,0 0-14-16,0 0-7 0,0 0-6 15,0 0-10-15,0 0-5 0,0 0-7 0,0 0-9 0,0 0 1 16,0 41-7-16,0-41-5 0,0 0-40 0,-6 21-27 15,6-21-34-15,-6 14-29 0,6-14-33 0,0 0-27 16,-10 15-40-16,10-15-27 0,0 0-37 0,-5 12-28 16,5-12-26-16,0 0-29 0,0 0-22 15,0 0-16-15,0 0-63 0,0 0-254 0,0 0-747 16,0 0 331-16</inkml:trace>
  <inkml:trace contextRef="#ctx0" brushRef="#br0" timeOffset="67056.3898">26660 377 385 0,'0'0'462'0,"0"0"6"16,0 0 6-16,0 0-5 0,0 0-14 0,0 0-15 15,0 0-27-15,0 0-19 0,0 0-26 0,0 0-35 16,0 0-28-16,0 0-34 0,0 0-26 0,0 0-23 16,0 0-25-16,0 0-13 0,0 0-23 15,0 0-14-15,0 0-11 0,0 0-12 0,0 0-14 16,-18 39-21-16,18-39-50 0,4 17-52 0,-4-17-46 0,5 20-52 15,-5-20-62-15,9 20-55 0,-9-20-68 0,10 21-69 16,-2-10-70-16,1-1-82 0,-9-10-266 0,15 18-848 16,-8-10 377-16</inkml:trace>
  <inkml:trace contextRef="#ctx0" brushRef="#br0" timeOffset="68189.2671">27884 813 221 0,'0'0'300'0,"0"0"-1"0,0 0 3 0,0 0 3 16,0 0-1-16,0 0 17 0,0 0-5 0,0 0 2 15,0 0-3-15,0 0-6 0,0 0-6 0,0 0-5 16,0 0-7-16,0 0-4 0,0 0-10 0,0 0-6 16,0 0-18-16,0 0-5 0,0 0-10 15,0 0-9-15,0 0-1 0,0 0-9 0,0 0-4 16,0 0-7-16,0 0-9 0,0 0-3 0,0 0-7 15,0 0-8-15,0 0-11 0,0 0-9 0,0 0-6 0,0 0-90 16,0 0-65-16,0 0 0 0,0 0 0 0,0 0 0 16,0 0 0-16,0 0 0 0,0 0 0 15,51-6 0-15,-19-5 0 0,0 5 0 0,2 1 0 16,-4 3 0-16,-2-5 0 0,-7 2 0 0,-21 5 0 16,30-5 0-16,-30 5 0 0,21-4 0 0,-21 4 0 15,0 0 0-15,0 0 0 0,24-5 0 0,-24 5 0 16,0 0 0-16,0 0 0 0,0 0-107 0,0 0-178 15,0 0-23-15,0 0-28 0,0 0-42 0,0 0-42 16,0 0-45-16,0 0-40 0,0 0-25 0,0 0-280 16,0 0-877-16,-55 32 389 0</inkml:trace>
  <inkml:trace contextRef="#ctx0" brushRef="#br0" timeOffset="68555.7013">27873 994 108 0,'0'0'392'0,"0"0"15"0,-4 3 18 15,4-3 0-15,0 0-5 0,-3 2-9 16,3-2-7-16,0 0-12 0,0 0-10 0,0 0-18 16,0 0-12-16,0 0-4 0,0 0-15 0,0 0-9 15,0 0-25-15,0 0-4 0,0 0-9 0,0 0-9 0,0 0-7 16,0 0-10-16,0 0-6 0,0 0-6 0,0 0-9 15,0 0-10-15,0 0-182 0,0 0-47 0,0 0 0 16,0 0 0-16,12 0 0 0,-12 0 0 0,24-5 0 16,-1 0 0-16,6-1 0 0,6 0 0 15,-4 2 0-15,-3 0 0 0,-1 0 0 0,-8 1 0 16,1 0 0-16,-7 3 0 0,-2-1 0 0,-1 0 0 16,-1 1 0-16,-3-2 0 0,-1 1 0 0,0 0 0 15,-5 1 0-15,5-2 0 0,0 0 0 0,-5 2 0 0,0 0 0 16,4-4 0-16,-4 4 0 0,0 0 0 15,7-3 0-15,-5 2 0 0,-2 1 0 0,0 0 0 16,1-5-454-16,-1 5-120 0,0 0-56 0,-3-10-460 16,3 10-1179-16,-3-9 522 0</inkml:trace>
  <inkml:trace contextRef="#ctx0" brushRef="#br0" timeOffset="68906.6642">28209 753 185 0,'0'0'399'0,"0"0"31"0,10-19 20 16,-10 19 6-16,0 0-6 0,10-12-13 16,-10 12-13-16,0 0-18 0,0 0-21 0,0 0-23 15,12-12-30-15,-12 12-31 0,0 0-28 0,0 0-23 0,0 0-9 16,0 0 0-16,0 0 16 0,0 0-7 0,48 16-5 16,-48-16-11-16,22 18-11 0,-9-6-17 15,-2 0-13-15,0 0-15 0,0 0-13 0,-6 4-14 0,0-3-84 16,-1-4-67-16,-4 5 0 0,2-1 0 0,-2 4 0 15,-2 0 0-15,-2-1 0 0,-1 1 0 16,-6 1 0-16,-3 3 0 0,-2-1 0 0,-5-4 0 16,-1 4 0-16,-1-4 0 0,1-1 0 0,4-3 0 15,4-5 0-15,0-2 0 0,5 1 0 0,0-1 0 16,3-1 0-16,-2-2 0 0,4-1 0 0,4-1 0 16,-7 6 0-16,7-6 0 0,0 0 0 0,0 0 0 15,0 0 0-15,0 0 0 0,2-15-306 0,6 6-50 16,3 3-67-16,-2 0-61 0,8-5-62 0,2 1-467 15,5-5-1098-15,2 2 487 0</inkml:trace>
  <inkml:trace contextRef="#ctx0" brushRef="#br0" timeOffset="69223.0502">28795 810 440 0,'0'0'552'0,"0"0"22"16,0 0 8-16,4-23 3 0,-4 23 5 0,0 0-33 16,0 0-22-16,0-16-35 0,0 16-35 0,0 0-46 0,0 0-41 15,0 0-39-15,0 0-34 0,0 0-37 16,0 0-35-16,0 0-23 0,0 0-25 0,0 0-18 16,0 0-12-16,0 0-14 0,0 0-130 0,-1 41-11 15,-2-29 0-15,2 2 0 0,1 1 0 0,-2-4 0 16,2 6 0-16,-2-6 0 0,2 2 0 0,-1 0 0 15,1-1 0-15,-4-2 0 0,4 1 0 0,0-2 0 16,-2 1 0-16,2-3 0 0,0-3 0 0,0 0 0 16,2 2 0-16,-2-6 0 0,-2 3-44 0,2-3-262 15,2 3-39-15,-2-3-95 0,0 0-92 0,0 0-88 16,4-16-364-16,-3 6-1066 0,-1-6 471 0</inkml:trace>
  <inkml:trace contextRef="#ctx0" brushRef="#br0" timeOffset="69385.3447">28808 623 121 0,'0'0'470'0,"0"0"6"0,0 0 27 0,17-18 11 0,-17 18-6 15,0 0-22-15,0 0-39 0,0 0-48 16,0 0-44-16,0 0-45 0,0 0-36 0,0 0-69 16,0 0-81-16,0 0-89 0,0 0-63 0,0 0-56 15,0 0-88-15,0 0-93 0,0 0-78 0,0 0-380 16,0 0-782-16,13 46 345 0</inkml:trace>
  <inkml:trace contextRef="#ctx0" brushRef="#br0" timeOffset="69856.9859">28939 855 349 0,'0'0'499'0,"0"0"7"0,0 0-5 0,0 0-18 16,0 0-30-16,0 0-23 0,0 0-29 0,0 0-40 15,0 0-34-15,0 0-39 0,0 0-24 0,0 0-27 16,15-38-26-16,-15 38-26 0,0 0-24 0,0 0-18 16,0 0-18-16,29-4-10 0,-29 4-17 0,0 0-10 15,0 0-9-15,40 18-7 0,-30-9-7 16,-1-2-8-16,-1 3-8 0,2-1-5 0,-4 1-2 16,1 1-7-16,-1-1-2 0,-2 0-8 0,-1 1-7 15,2 1-9-15,-4-2-14 0,-1 2-6 0,-1-2-11 16,-1-3-4-16,-1 2-12 0,0-3 0 0,-1 1-6 15,3-2 0-15,-3 0-2 0,0 0 10 0,0-1 9 0,2-1 5 16,-2-3 2-16,4 0 9 0,0 0 5 16,0 0 8-16,-6-12 8 0,6 5-1 0,1-3-4 15,0 2 2-15,4-6 8 0,-5 14 10 0,17-28 0 16,-4 13 1-16,-6 6 1 0,5-5-6 0,-12 14 0 16,16-18 3-16,-5 10-4 0,-11 8 0 0,16-12 1 15,-16 12-3-15,14-10-4 0,-14 10-1 0,0 0-2 16,0 0-4-16,23-4-2 0,-23 4-2 0,0 0 0 15,0 0-3-15,0 0 1 0,18 11 4 0,-13-8-3 16,-3 1 2-16,1 1 1 0,1 1-2 0,-2-2 3 16,0 2-1-16,-1 0-7 0,2-1-24 0,-2 2-32 15,-1-1-41-15,4-1-39 0,-3 0-59 0,3 1-62 16,0-1-70-16,-3 0-86 0,4-3-455 0,3-1-942 16,-8-1 417-16</inkml:trace>
  <inkml:trace contextRef="#ctx0" brushRef="#br0" timeOffset="70292.1655">29538 889 84 0,'0'0'480'15,"0"0"6"-15,0 0 20 0,0 0-4 0,0 0-9 16,0 0-26-16,-32-18-15 0,32 18-29 0,0 0-20 15,0 0-20-15,0 0-20 0,-5-15-36 0,5 15-34 16,0 0-32-16,0 0-21 0,0 0-34 0,0 0-23 16,10-25-20-16,-10 25-19 0,0 0-13 0,19-8-11 15,-19 8-21-15,0 0-18 0,30-2-6 0,-30 2-7 16,0 0-8-16,30 0-8 0,-30 0-9 0,0 0-15 16,32 8 14-16,-32-8-9 0,18 11-8 0,-8-5 0 15,-2 1-5-15,-3-2 10 0,-1 0-16 0,0 3 3 16,-3-1-10-16,-1-1 3 0,0 4 7 0,-5 1-9 15,0-1 0-15,-7-1 9 0,-2 3 0 0,-2-3-6 16,-8 4 0-16,-2-1 8 0,-3-2-5 16,-1 0 2-16,2-6 3 0,1-1-8 0,9-1 1 0,4-2 6 15,1-1 6-15,3 0-4 0,-1-2-2 0,4-2 4 16,0-4-9-16,1-1-18 0,4 0 3 0,2 10-18 16,2-30-24-16,6 13-21 0,1 0-33 15,6-5-36-15,2 3-30 0,2-2-42 0,3 3-42 0,0 1-40 16,1 2-64-16,1 4-54 0,-1-5-50 15,-6 6-46-15,2 1-356 0,-4-1-929 0,2 2 411 16</inkml:trace>
  <inkml:trace contextRef="#ctx0" brushRef="#br0" timeOffset="70574.4133">29654 572 119 0,'0'0'494'0,"0"0"16"16,-5-28 22-16,5 28 0 0,-2-17 11 0,2 17 12 15,0-17-10-15,0 17-1 0,0 0-13 0,0 0-19 16,-2-19-36-16,2 19-40 0,0 0-46 0,0 0-37 16,0 0-39-16,0 0-40 0,0 0-30 0,0 0-25 15,0 0-151-15,0 0-68 0,0 0 0 0,0 0 0 16,0 0 0-16,0 0 0 0,-2 65 0 0,-1-44 0 16,3 5 0-16,-5 2 0 0,5-2 0 15,-4 1 0-15,2-2 0 0,-1 1 0 0,-1 2 0 0,2-4 0 16,-1-3 0-16,1-2 0 0,0 0 0 15,-3-1 0-15,4 2 0 0,1-3 0 0,1-3 0 0,-1-3 0 16,0 2 0-16,0-3 0 0,0 0 0 0,0 0-140 16,2-3-345-16,1-3-63 0,2-1-96 0,-5-3-419 15,0 0-1151-15,20-6 510 0</inkml:trace>
  <inkml:trace contextRef="#ctx0" brushRef="#br0" timeOffset="71008.0104">29821 852 292 0,'0'0'440'0,"0"0"2"0,0 0-2 0,0 0-15 15,0 0-20-15,0 0-32 0,0 0-31 0,0 0-38 16,0 0-26-16,0 0-30 0,0 0-20 0,0 0-24 16,0 0-24-16,0 0-17 0,0 0-17 0,0 0-17 15,0 0-10-15,0 0-10 0,0 0-15 16,0 0-13-16,0 0-5 0,0 0-10 0,0 0 0 15,0 0-6-15,0 0 2 0,0 0-7 0,0 0 3 0,0 0 5 16,53 5 4-16,-53-5 11 0,0 0 3 0,0 0 1 16,37-5-8-16,-37 5-2 0,0 0-5 0,23-5 8 15,-23 5 8-15,0 0 7 0,0 0-7 0,17-6-5 16,-17 6-7-16,0 0 1 0,0 0-12 16,0 0 6-16,0 0-16 0,0 0-5 0,0 0-5 15,0 0-8-15,0 0-8 0,0 0 0 0,0 0-4 16,0 0-6-16,0 0-2 0,0 0 3 0,-47 6-8 15,36 2 5-15,-1-5-7 0,1 1 6 0,2 1-9 16,0 2 2-16,0-2-4 0,4 0-15 0,3 0-11 16,-2 0-3-16,1 2 0 0,3-1 5 0,2 0 0 15,1 2 5-15,5 1-4 0,1-4-9 0,5 1-17 16,2 0-15-16,1-2-19 0,5 0-19 0,-1 1-34 16,8-3-31-16,2-1-36 0,-2-2-58 0,0 1-49 15,-10-4-59-15,2-1-73 0,-1 0-402 0,2-3-912 16,-5-1 404-16</inkml:trace>
  <inkml:trace contextRef="#ctx0" brushRef="#br0" timeOffset="71309.3895">30209 802 58 0,'0'0'465'0,"0"0"20"16,0 0 25-16,0 0 21 0,0 0 9 15,0 0-1-15,0 0 2 0,0 0-23 0,0 0-24 16,0 0-20-16,0 0-32 0,0 0-37 0,0 0-36 15,0 0-36-15,0 0-35 0,0 0-33 0,0 0-31 16,0 0-17-16,0 0-6 0,0 0 1 0,-4 19-162 16,5-9-50-16,-2 11 0 0,1-2 0 0,-1 5 0 15,-1 4 0-15,2-3 0 0,2 5 0 0,-2 0 0 16,-2-3 0-16,1 3 0 0,0-3 0 0,-4 3 0 16,2-3 0-16,0 0 0 0,-1-1 0 0,-3-7 0 15,3 1 0-15,-3 5 0 0,-1-8 0 0,3-1 0 16,1-3 0-16,4-5 0 0,-4 3 0 0,2-4 0 15,-1 0 0-15,3-2-127 0,0-5-254 0,-1 8-33 16,1-8-62-16,0 0-72 0,0 0-59 0,0 0-333 16,5-24-1018-16,-1 9 451 0</inkml:trace>
  <inkml:trace contextRef="#ctx0" brushRef="#br0" timeOffset="71627.3692">30168 905 72 0,'0'0'416'0,"-1"-32"2"0,1 32 6 16,0-21 12-16,0 21 3 0,2-22-23 0,-2 22-35 16,4-18-29-16,-4 18-29 0,7-17-26 0,-7 17-30 15,11-14-31-15,-11 14-23 0,19-12-21 0,-19 12-18 16,22-7-14-16,-22 7-22 0,24-5-11 0,-24 5-15 16,0 0-11-16,37 1-9 0,-37-1-3 0,0 0 2 15,41 9-6-15,-41-9-7 0,22 9-2 0,-22-9-11 16,15 11 0-16,-15-11-7 0,13 14-8 0,-13-14-4 15,6 12-6-15,-6-12-2 0,3 15 4 0,-4-4-1 16,-6-2-5-16,1 3-1 0,-3 1-1 0,-5-4-3 16,-8 5 2-16,-1 0-3 0,-5-1-4 0,11-3-12 15,0-3-25-15,0 0-31 0,3-1-18 16,4-1-29-16,3-3-18 0,-2 1-17 0,4 0-21 16,5-3-49-16,-9-3-61 0,9 3-64 0,-6-4-72 15,6 4-77-15,8-11-313 0,-1 2-846 0,8-2 375 0</inkml:trace>
  <inkml:trace contextRef="#ctx0" brushRef="#br0" timeOffset="72495.7798">30529 915 376 0,'-4'3'465'0,"4"-3"3"0,0 0-10 15,0 0-18-15,0 0-20 0,0 0-27 0,0 0-26 16,0 0-29-16,0 0-23 0,0 0-30 0,0 0-24 16,0 0-33-16,0 0-18 0,0 0-20 0,0 0-10 15,0 0-30-15,0 0-13 0,0 0-10 16,0 0-18-16,0 0-4 0,0 0-16 0,0 0-8 16,0 0-6-16,24-12-8 0,-14 9-4 0,0 1-8 15,2-2-9-15,1 2 6 0,-13 2-2 0,28-11-8 16,-28 11 0-16,29-11-3 0,-16 5 11 0,-13 6 1 15,24-14-8-15,-24 14 1 0,17-11 9 0,-17 11-2 0,16-13-2 16,-16 13-4-16,13-10-8 0,-13 10 1 16,0 0-5-16,7-15-6 0,-7 15-8 0,0 0-1 15,0 0-5-15,-2-17-2 0,2 17-3 0,0 0-5 16,0 0-5-16,-23-13 0 0,23 13 3 0,0 0 1 16,-33-1-3-16,33 1-2 0,0 0-3 0,0 0 5 15,-47 12-7-15,47-12 6 0,-19 11-5 0,10 0 1 16,9-11-5-16,-18 19 5 0,13-12 1 0,-2 4-1 15,2-2 6-15,1 1-2 0,-1 1-5 0,5 0-1 16,0 0 2-16,4 0-2 0,0 0 0 0,5 2 1 16,1 0 6-16,0-3 2 0,1-2-5 15,-1-1 6-15,6 0-2 0,0-3 8 0,-2 0-4 0,2-1-2 16,2-1 6-16,1-4-5 0,-1-1 3 0,1-1-4 16,-2 0-1-16,2-6 7 0,-1 2 1 0,-2-3 5 15,0-1 3-15,-2 0 14 0,0 1 3 0,-2-1-6 16,1 1 12-16,-13 11 6 0,17-18-1 0,-8 9-7 15,-9 9 0-15,11-18 2 0,-4 8 14 16,-7 10-12-16,0 0-7 0,9-12 1 0,-9 12-6 16,0 0-4-16,0 0-6 0,0 0-9 0,9-13-7 15,-9 13 2-15,0 0-3 0,0 0-8 0,0 0 2 16,0 0-8-16,0 0 4 0,0 0 0 0,0 0-3 16,0 0 1-16,0 0 3 0,0 0 8 0,0 0-7 15,0 0 13-15,5 30-12 0,-5-25-3 0,0 0-16 16,0 5-16-16,2-5-13 0,1 1 1 0,-3 1-18 15,0-1-4-15,4-1-1 0,-3 1-1 0,2-1 15 16,-2-1 0-16,3 0 11 0,0 1 3 0,0-2 3 16,-2-1 8-16,6-2 1 0,-8 0 13 0,14-1 1 15,-9 0 5-15,7-4 3 0,-12 5 0 0,0 0 1 16,24-16 4-16,-24 16 3 0,18-16 18 0,-8 9 1 16,-10 7 8-16,18-15 10 0,-18 15 4 0,13-15 7 15,-13 15 5-15,9-11-4 0,-9 11 12 0,0 0-8 16,10-11 5-16,-10 11-13 0,0 0-11 15,0 0-6-15,0 0-4 0,0 0-7 0,0 0 1 0,0 0-5 16,0 0 1-16,0 0-3 0,0 0 8 16,38 20 0-16,-33-14 9 0,-1 1-15 0,1-1-17 15,-1-1-27-15,0 2-29 0,-1 0-34 0,0-1-40 0,1 0-41 16,0 0-34-16,-3-1-43 0,3 0-54 0,4-2-65 16,-3-1-83-16,0-2-453 0,-5 0-986 0,13-7 436 15</inkml:trace>
  <inkml:trace contextRef="#ctx0" brushRef="#br0" timeOffset="72859.8316">31382 804 42 0,'0'0'372'0,"0"0"4"16,0 0-15-16,0 0 2 0,0 0-11 0,0 0-8 15,0 0-16-15,5-28-11 0,-5 28-24 0,0 0-25 16,8-13-21-16,-8 13-31 0,0 0-24 0,0 0-24 15,19-12-15-15,-19 12-12 0,22-10-15 16,-22 10-16-16,20-2-10 0,-20 2-12 0,0 0-6 16,35 1-14-16,-35-1-4 0,0 0-12 0,33 11-5 0,-33-11 2 15,15 12-13-15,-15-12 3 0,16 14-5 0,-16-14 0 16,9 17-15-16,-9-17 11 0,3 16-3 0,-3-5-4 16,-1-3-1-16,-3 2 1 0,-3-2 0 15,-3 2-2-15,-5-1 0 0,-1-1-9 0,-1 1 9 0,-2-3-2 16,-8 1-6-16,-1-1 1 0,1-2-3 15,5-2 3-15,3 0 0 0,-2-2 5 0,4 0-2 16,4 0 11-16,2-2-2 0,2-1 7 0,-3-1-1 16,12 4-3-16,0 0-10 0,-14-19-29 0,14 19-29 15,0 0-42-15,11-25-40 0,0 12-54 0,4 0-57 16,2 3-57-16,6-4-64 0,6-2-71 0,-11 5-288 16,9-3-770-16,-3 1 340 0</inkml:trace>
  <inkml:trace contextRef="#ctx0" brushRef="#br0" timeOffset="73145.0866">31520 565 121 0,'0'0'419'15,"-10"-26"28"-15,10 26 19 0,-8-18 9 0,8 18 5 16,-6-15 4-16,6 15 5 0,0 0-4 0,-8-17-9 16,8 17-14-16,0 0-26 0,0 0-25 0,-5-16-40 15,5 16-27-15,0 0-31 0,0 0-38 0,0 0-31 16,0 0-29-16,0 0-28 0,0 0-16 15,0 0-11-15,0 0 1 0,0 0-62 0,0 0-99 16,0 0 0-16,1 53 0 0,1-37 0 0,3 2 0 16,-1 9 0-16,-3-2 0 0,1 3 0 0,0-5 0 15,2 4 0-15,-3-7 0 0,-1-1 0 0,1 1 0 16,2 0 0-16,-3-2 0 0,-2-1 0 0,4 2 0 16,-1-2 0-16,-1-5 0 0,0-1 0 0,1 0 0 15,-1-1 0-15,2-2 0 0,-1 0-180 0,0-3-246 16,2 2-50-16,3-6-81 0,-6-1-535 0,15-1-1183 15,-1-3 523-15</inkml:trace>
  <inkml:trace contextRef="#ctx0" brushRef="#br0" timeOffset="74061.195">31762 790 92 0,'0'0'399'0,"0"0"-2"0,0 0 6 15,0 0-18-15,0 0-12 0,0 0-26 16,0 0-22-16,0 0-19 0,0 0-22 0,0 0-20 16,11-28-16-16,-11 28-22 0,0 0-27 0,0 0-9 15,5-18-21-15,-5 18-21 0,0 0-18 0,9-11-12 16,-9 11-14-16,0 0-11 0,0 0-11 0,21-9-9 16,-21 9-5-16,0 0-11 0,0 0-5 0,0 0-11 15,30 0-6-15,-30 0-3 0,0 0-6 0,0 0-2 16,27 11 4-16,-27-11-2 0,14 10-7 0,-14-10 0 15,0 0-3-15,13 22-3 0,-9-13 2 0,-4-9-2 16,4 16-4-16,-4-16 5 0,0 20 0 0,-2-10-1 16,-3-2 2-16,3 2-5 0,-6-4-2 0,2 4 2 15,-5-3 4-15,1-1-5 0,1-1 3 0,-1-3 1 16,-3 0 4-16,4-1-2 0,2 1 12 0,0-2 16 16,-3-2 15-16,10 2-1 0,0 0 13 15,0 0 5-15,-23-17-1 0,23 17-6 0,-9-16 1 16,9 16 1-16,0-20-5 0,0 20-8 0,5-19-3 0,-5 19-8 15,8-20-4-15,-8 20-8 0,10-13-6 0,-10 13-6 16,14-15-2-16,-14 15 3 0,14-9-10 0,-14 9-2 16,17-9-3-16,-17 9 3 0,0 0-4 0,20-7-7 15,-20 7-4-15,0 0 4 0,0 0-2 16,0 0 1-16,0 0-2 0,0 0 4 0,40 12-2 16,-40-12 0-16,0 0 1 0,14 17-4 0,-14-17 1 0,9 11-1 15,-9-11 6-15,0 0-2 0,9 18 1 16,-9-18-4-16,7 11 4 0,-7-11 2 0,0 0-5 15,8 16-13-15,-8-16-6 0,0 0 3 0,0 0-5 16,8 10 0-16,-8-10 8 0,0 0 3 0,0 0 0 16,0 0 5-16,0 0 1 0,19 8 5 0,-19-8 0 15,0 0 2-15,0 0-2 0,0 0 10 0,0 0 8 16,42-20 7-16,-42 20 10 0,17-13 12 0,-17 13 14 16,11-9 14-16,-11 9-8 0,0 0 3 0,18-9 11 15,-18 9 7-15,0 0-11 0,0 0 2 0,0 0-4 16,13-10-11-16,-13 10-16 0,0 0-4 0,0 0-20 15,0 0-2-15,0 0 3 0,0 0-13 0,0 0 3 16,0 0-12-16,0 0-1 0,0 0 16 0,0 0-11 16,0 0-11-16,0 0 3 0,20 28-4 0,-20-28-22 15,0 0-5-15,7 18-10 0,-7-18-12 0,0 0-11 16,4 17-3-16,-4-17-2 0,0 0 3 0,0 0 3 16,5 14 8-16,-5-14 12 0,1 6 1 15,-1-6 14-15,0 0 3 0,0 0 6 0,0 0-3 16,0 0 6-16,0 0-1 0,0 0 1 0,0 0 6 15,36-22 1-15,-36 22 1 0,15-13 6 0,-15 13 2 0,16-16 9 16,-8 7 12-16,-8 9 3 0,19-15 9 16,-19 15 3-16,13-14-8 0,-13 14-8 0,0 0 0 15,13-8 1-15,-13 8-2 0,0 0-8 0,0 0-1 16,0 0-7-16,9-11 4 0,-9 11-8 0,0 0 3 16,0 0-2-16,0 0 0 0,0 0 5 0,0 0-1 15,0 0 3-15,0 0-4 0,0 0-1 0,21 32-10 16,-21-32-22-16,9 18-19 0,-4-7-35 0,-2-1-39 15,3-1-36-15,-3 2-38 0,5-4-47 0,-3 3-61 16,4-3-73-16,0 0-66 0,0-2-437 0,1-5-958 16,-10 0 424-16</inkml:trace>
  <inkml:trace contextRef="#ctx0" brushRef="#br0" timeOffset="74413.3474">32504 548 151 0,'10'-15'491'16,"-10"15"-9"-16,0 0 1 0,7-18 4 0,-7 18 8 16,0 0-11-16,6-11-9 0,-6 11-35 0,0 0-36 15,0 0-29-15,0 0-44 0,0 0-30 0,8-14-32 16,-8 14-36-16,0 0-26 0,0 0-26 0,0 0-17 16,0 0-20-16,0 0-7 0,0 0 1 0,0 0-28 15,0 0-14-15,0 0 5 0,-8 49 7 0,8-49-13 16,-1 32-1-16,-2-15-2 0,2 8 4 0,1-5-18 15,0-1-2-15,0 6-10 0,0-7-9 0,-1 2 1 16,1-1-10-16,1 0 5 0,-1-1-10 0,0 0-4 16,0-5-30-16,1 2-9 0,2-3 0 0,-3-1 0 15,-3-2 0-15,3 0 0 0,3-4 0 0,-6 3 0 16,6-5 0-16,-3-3 0 0,0 9-75 0,0-9-38 16,1 4-15-16,-1-4-13 0,0 0-22 0,0 0-68 15,0 0-67-15,0 0-44 0,0 0-29 0,0 0-24 16,0 0-32-16,0 0-23 0,23-38-21 15,-23 38-294-15,9-19-828 0,-7 8 367 0</inkml:trace>
  <inkml:trace contextRef="#ctx0" brushRef="#br0" timeOffset="74731.4961">32465 722 188 0,'0'0'281'0,"0"0"13"0,0 0 11 0,0 0 17 15,-30-7 13-15,30 7 12 0,0 0 10 0,0 0 7 16,-16-12 5-16,16 12-6 0,0 0-10 0,0 0-15 15,0 0-23-15,0 0-22 0,0 0-17 0,-13-9-29 16,13 9-4-16,0 0-16 0,0 0-15 0,0 0-7 16,0 0-14-16,0 0 17 0,0 0-5 0,0 0-3 15,0 0-3-15,0 0 11 0,0 0-10 0,0 0-15 16,0 0-14-16,0 0-22 0,0 0-94 16,52-10-53-16,-24 5 0 0,7 2 0 0,-2-3 0 0,2 1 0 15,2 2 0-15,3 1 0 0,-2 0 0 0,0-1 0 16,-5 2 0-16,-1-2 0 0,-5-1 0 0,-5 3 0 15,-9 0 0-15,-1 0 0 0,-12 1 0 0,14 0 0 16,-14 0 0-16,11-2 0 0,-11 2 0 16,0 0 0-16,0 0 0 0,0 0 0 0,16 2 0 15,-16-2 0-15,0 0-13 0,0 10-289 0,0-10-39 16,0 0-57-16,-4 12-55 0,4-12-60 0,0 0-94 16,-7 7-321-16,7-7-1004 0,0 0 444 0</inkml:trace>
  <inkml:trace contextRef="#ctx0" brushRef="#br0" timeOffset="85958.9049">28799 1742 157 0,'-4'-3'423'16,"-1"1"16"-16,5-2 12 0,-4 2 2 0,3-2 4 16,-3-1 1-16,1 2-3 0,3 3-7 0,-3-9 0 15,3 6 3-15,0-1-13 0,0-1-11 0,-2 2-19 16,2 3-15-16,0-6-24 0,2 2-21 0,-2 4-16 16,0-5-25-16,0 5-20 0,3-3-45 0,-3 3-242 15,3-5 0-15,-3 5 0 0,4-2 0 0,-4 2 0 16,5 0 0-16,3-2 0 0,-1 1 0 0,3 2 0 15,1 1 0-15,1 1 0 0,2 2 0 0,1 0 0 16,-2 1 0-16,-3 0 0 0,-1 1 0 0,4 4 0 16,-6-3 0-16,-3-1 0 0,0 4 0 0,-1-1 0 15,-2 0 0-15,-4 2 0 0,0-2 0 16,-3 1 0-16,-1 2 0 0,-5 2 0 0,-1-2 0 0,1-4 0 16,-5 1 0-16,-1 0 0 0,3-5 0 0,2 0 0 15,-5-2 0-15,5-1 0 0,-1-1 0 0,3-1 0 16,1-2 0-16,-1-2 0 0,4-3 0 0,0-1 0 15,0-1 0-15,2-8 0 0,3-1 0 16,5-8 0-16,1 8 0 0,5-5 0 0,7-2 0 16,3 3 0-16,1 3 0 0,5-1 0 0,3-2-175 15,6 8-329-15,-1 0-66 0,1 1-63 0,1 4-419 0,-3-1-1139 16,-2 1 504-16</inkml:trace>
  <inkml:trace contextRef="#ctx0" brushRef="#br0" timeOffset="86356.7934">29142 1450 171 0,'0'-11'544'0,"-3"2"36"16,1-2 14-16,2 2-3 0,-2-2 11 0,1 4-4 16,0 1-2-16,0 0-34 0,1-1-19 0,-2 2-20 15,4-1-29-15,-2 6-36 0,-2-5-47 0,4 1-45 16,-2 4-35-16,0 0-104 0,0 0-227 0,-3-4 0 15,3 4 0-15,0 0 0 0,0 0 0 0,-4 15 0 16,3-3 0-16,1 6 0 0,-3 1 0 0,0 8 0 16,5 2 0-16,-4 3 0 0,-1 0 0 0,2 0 0 15,-2 4 0-15,2 12 0 0,1 1 0 0,-3-14 0 16,-1 0 0-16,-2 10 0 0,2-9 0 0,4 0 0 16,-2-1 0-16,2-1 0 0,-4 0 0 0,0-3 0 15,4 0 0-15,0 0 0 0,0-3 0 0,3 0 0 16,-3-9 0-16,-3-1 0 0,3-5 0 0,0 2 0 15,0-3 0-15,3-6 0 0,-3 1 0 0,0-2 0 16,0 1 0-16,1 1 0 0,-1-7 0 0,-1 6 0 16,1-6 0-16,0 0 0 0,0 0 0 0,0 0 0 15,0 0 0-15,0 0 0 0,0 0 0 0,5-23 0 16,-3 7-361-16,2-8-344 0,-3 6-483 0,-1-3-1286 16,2-5 568-16</inkml:trace>
  <inkml:trace contextRef="#ctx0" brushRef="#br0" timeOffset="86606.9654">28997 1875 121 0,'0'0'392'0,"-5"-5"27"0,2 2 37 15,3 3 39-15,-2-3 27 0,2 3 26 0,-2-5 14 16,2 5 2-16,0 0 1 0,2-5-14 0,-2 5-26 16,0-3-27-16,4 0-40 0,-4 3-54 0,15-6-45 15,-4 2-29-15,9-3-38 0,-1 2-162 0,7-4-130 16,3 2 0-16,-1-1 0 0,-1 0 0 0,6 1 0 15,-1 1 0-15,-1 2 0 0,1-4 0 0,-5 3 0 16,-7 4 0-16,-6-3 0 0,-1 2 0 0,-3 1 0 16,-1-2 0-16,-2 3 0 0,0-2 0 0,0 2 0 15,-7 0 0-15,7 1 0 0,-7-1-105 16,7-2-392-16,-7 2-88 0,7-4-91 0,-7 4-379 16,2-8-1143-16,0 2 506 0</inkml:trace>
  <inkml:trace contextRef="#ctx0" brushRef="#br0" timeOffset="87324.76">30145 1401 342 0,'1'-12'516'0,"-1"7"20"15,-1-3 14-15,0 0-14 0,-2 0-17 0,2 1-27 16,-2 1-20-16,-2 1-45 0,3 0-29 0,-1 0-37 16,-1 3-46-16,0-1-23 0,-1 2-35 0,5 1-28 15,-17 2-21-15,6 1-13 0,0 5-29 0,-6-1-11 16,1 5-16-16,0-1-20 0,-5 6-11 0,2 4-3 16,-1-1-16-16,5 0-2 0,-2 1 3 0,-1-2-19 15,8-2-12-15,1-1-3 0,-4-1-7 0,7-5-1 16,-2 0-9-16,4-1-4 0,1-2-9 0,1 2 5 15,-3-4-4-15,5 1-3 0,0 0-1 0,3 2-23 16,-1-1 0-16,5-1 0 0,0 0 0 0,2 1 0 16,5-1 0-16,-1 1 0 0,1-2 0 0,2 0 0 15,0 1 0-15,2 1 0 0,0-1 0 0,0 1 0 16,0-4 0-16,1 1 0 0,-2 4 0 0,-4-5 0 16,4 3 0-16,-5-1 0 0,-1 0 0 0,1 0 0 15,-5 2 0-15,1-2 0 0,-3-2 0 0,0 4 0 16,3 1 0-16,-3 0 0 0,-4-1 0 0,2 2 0 15,-3-1 0-15,-3 0 0 0,2 1 0 0,-8-3 0 16,3 4 0-16,-7 2 0 0,-4-5 0 0,3 1 0 16,-4-1 0-16,5-2 0 0,-2 0 0 0,4-3 0 15,3 1 0-15,2-1 0 0,1 0 0 0,5-2 0 16,-8-2 0-16,8 2 0 0,-7-5 0 0,5 1 0 16,1-3 0-16,1-2 0 0,1-1 0 0,3-3 0 15,6-2 0-15,-2 0 0 0,3 1 0 0,1-1 0 16,-1 2 0-16,3 1 0 0,0-1 0 0,4 2 0 15,-4 1 0-15,-1 6 0 0,1-5 0 0,1 3 0 16,-2 2 0-16,1 1 0 0,-1 2 0 0,-1-1 0 16,0 2 0-16,0 2 0 0,-1-2 0 0,0 1 0 15,-4 3 0-15,2-1 0 0,-1 1 0 0,0 2 0 16,-3-1 0-16,1-1 0 0,2 2 0 0,-2 4 0 16,-1-2 0-16,-1-1 0 0,-3-2 0 0,3 2 0 15,0 0 0-15,1-1 0 0,-4 2 0 0,-1-3 0 16,0 1 0-16,3 0 0 0,-3-3 0 0,0 0 0 15,0-3 0-15,1 6 0 0,-1-6 0 0,0 4-119 16,0-4-86-16,0 5-25 0,0-5-34 0,0 0-67 16,0 0-82-16,0 0-72 0,1-15-63 0,-1 9-385 15,3-6-1011-15,-3-1 447 0</inkml:trace>
  <inkml:trace contextRef="#ctx0" brushRef="#br0" timeOffset="87499.779">30347 1552 324 0,'0'-3'489'0,"0"3"35"0,-1-3 27 16,1 3 9-16,-3-9-24 0,3 9-35 0,0-7-49 0,0 7-45 15,0 0-44-15,0-4-38 0,0 4-35 0,0 0-82 16,0-4-76-16,0 4-93 0,0 0-102 0,0 0-105 16,0 0-99-16,0 0-104 0,14 8-103 15,-9-5-253-15,7-1-787 0,-1 0 349 0</inkml:trace>
  <inkml:trace contextRef="#ctx0" brushRef="#br0" timeOffset="87993.6495">30495 1658 366 0,'0'0'509'0,"0"0"28"16,0 0 19-16,0 0-7 0,0 0-9 15,0 0-10-15,0 0-23 0,0 0-12 0,-4-14-25 16,4 14-19-16,0 0-45 0,4-7-45 0,-2 5-35 15,0-2-38-15,1 1-31 0,4 1-25 0,-4-1-27 0,7-1-21 16,0 2-19-16,-1-1-16 0,1 2-41 16,7 0-108-16,-4-4 0 0,5 3 0 0,-3 0 0 15,-2 0 0-15,0 2 0 0,-2-1 0 0,1 1 0 16,-1 0 0-16,-1 1 0 0,-2 1 0 0,0 0 0 16,-1-1 0-16,-1 1 0 0,-3 3 0 0,4-3 0 15,-4 3 0-15,1-2 0 0,-2 2 0 0,0 1 0 16,-2 4 0-16,0-4 0 0,-4 4 0 0,0 0 0 15,1 3 0-15,-7 0 0 0,2-2 0 0,-1 2 0 16,-3 0 0-16,1-2 0 0,1 2 0 0,1-3 0 16,0-3 0-16,1-1 0 0,2 0 0 0,1-1 0 15,1 0 0-15,0 0 0 0,0-3 0 0,2 3 0 16,2-5 0-16,-4 2 0 0,4-2 0 0,-2 4 0 16,2-4 0-16,0 0 0 0,0 0 0 0,0 0 0 15,6 5 0-15,-6-5 0 0,17-6 0 0,-3 3 0 16,-1 2 0-16,6-3 0 0,0 2 0 0,-2 0 0 15,2 0 0-15,-2-1 0 0,-3 2 0 0,-1-3 0 16,1 1 0-16,-4 1 0 0,2 1 0 0,-1-3 0 16,-3 3 0-16,1-2 0 0,0 1 0 0,-2 1 0 15,0 0 0-15,-1-1 0 0,2 2 0 0,-8 0 0 16,9 2 0-16,-9-2 0 0,9-3-79 0,-7 2-447 16,-2 1-64-16,0 0-64 0,9-5-403 0,-5 1-1146 15,-4 4 507-15</inkml:trace>
  <inkml:trace contextRef="#ctx0" brushRef="#br0" timeOffset="88513.6848">30954 1704 278 0,'0'0'386'0,"5"-3"22"0,-5 3 24 16,2-3 11-16,-2 3-11 0,0 0-18 0,0 0-26 15,2-3-24-15,-2 3-22 0,0 0-21 0,0 0-16 16,0 0-18-16,0 0-23 0,0 0-19 0,0 0-13 15,0 0-19-15,0 0-25 0,0 0-15 16,11-4-19-16,-11 4-12 0,13-4-13 0,0 2-3 16,-3-3-8-16,7-2-11 0,1 4-1 0,0-5-8 0,0 3 9 15,-1-3-3-15,0 1-15 0,0-2-8 0,-1-1 1 16,0 4 16-16,-5 1 14 0,-1-2 4 16,-1 1 3-16,-4 2-8 0,2-1-34 0,-2 2-77 15,-4-2 0-15,4 1 0 0,-5-2 0 0,0 6 0 16,3-8 0-16,-6 4 0 0,3 4 0 0,-9-3 0 0,4-1 0 15,-2 2 0-15,-4 2 0 0,11 0 0 0,-23 1 0 16,9 1 0-16,-1 4 0 0,-2 0 0 0,-1 1 0 16,2 2 0-16,-1 1 0 0,3 3 0 15,-1-1 0-15,1 1 0 0,2-6 0 0,3 3 0 16,0 0 0-16,0-2 0 0,4 4 0 0,0-5 0 16,1-1 0-16,4 2 0 0,0-1 0 0,2 3 0 15,4-3 0-15,0 1 0 0,6-1 0 0,3 2 0 0,12 2 0 16,-9-5 0-16,9 0 0 0,0 2 0 0,1-4 0 15,1-2 0-15,-6 1 0 0,8-3 0 16,-11 0 0-16,1-1 0 0,-3-1 0 0,0 0 0 16,1 1 0-16,-8-2 0 0,1 1 0 0,-2-3 0 15,0 3 0-15,-5-1 0 0,3 1 0 0,-2-1 0 16,-1 1 0-16,-1-1 0 0,-4 3 0 0,8-5 0 16,-8 5 0-16,6-5 0 0,-6 5 0 0,0 0 0 0,5-1-232 15,-5 1-209-15,0 0-42 0,0 0-42 0,0 0-59 16,0 0-404-16,0 0-1070 0,0 0 474 15</inkml:trace>
  <inkml:trace contextRef="#ctx0" brushRef="#br0" timeOffset="91394.9204">19306 2232 86 0,'0'0'465'0,"0"0"10"0,0 0 15 16,0 0 7-16,-1-5-6 0,1 5-7 0,0-9-16 0,0 5 3 15,0 0-15-15,-1-1-16 0,1 5-7 16,1-7-14-16,-2 3-12 0,1 4-19 0,0-5-15 15,0 5-22-15,1-4-21 0,-1 4-21 0,0 0-28 16,0 0-204-16,-1-4-77 0,1 4 0 0,0 0 0 0,0 0 0 16,0 0 0-16,0 0 0 0,0 0 0 15,0 0 0-15,0 0 0 0,0 0 0 0,0 0 0 16,6 18 0-16,-6-7 0 0,5 4 0 0,-3 1 0 0,0-1 0 16,1 5 0-16,-2 0 0 0,5 4 0 15,-5-3 0-15,1 3 0 0,-1 3 0 0,-1 1 0 0,0-4 0 16,0 3 0-16,-1-2 0 0,-2 0 0 0,1-5 0 15,-2-1 0-15,3-1 0 0,-2-1 0 16,2-2 0-16,-2-1 0 0,3-3 0 0,-1-2 0 16,1 1 0-16,-4-2 0 0,4-1 0 0,0-1 0 0,0-1 0 15,0-2 0-15,3 2 0 0,-3 0 0 0,0-5 0 16,0 5 0-16,0-5 0 0,0 5 0 0,0-5 0 16,2 2 0-16,-2-2 0 0,0 0 0 15,7 1 0-15,0-1 0 0,-7 0 0 0,17-1 0 16,1-1 0-16,0-3 0 0,2 0 0 0,8-5 0 0,2 4 0 15,-5-1 0-15,-4 3 0 0,6-2 0 0,-1-3 0 16,-7 4 0-16,-2 2 0 0,1-1 0 0,-8 1 0 16,2 2 0-16,-5 1 0 0,0-2 0 15,-1 0 0-15,-2 1 0 0,-4 1 0 0,0 0 0 0,11-2 0 16,-11 2 0-16,4-1 0 0,-4 1 0 0,0 0 0 16,0 0 0-16,0 0 0 0,0 0 0 0,0 0 0 15,0 0 0-15,0 0 0 0,-14-3 0 0,4 0-484 16,-2 0-801-16,-3-6-1392 0,4 3 617 0</inkml:trace>
  <inkml:trace contextRef="#ctx0" brushRef="#br0" timeOffset="91729.041">19323 2282 442 0,'4'-7'473'0,"-3"1"12"0,-1 1 11 16,-1-2 1-16,2 2-9 0,0 1-20 0,-1-1-8 0,0 5-26 16,3-6-11-16,-2 2-17 0,-1 2-14 0,0 2-19 15,4-3-25-15,-4 3-32 0,3-7-24 16,-1 3-31-16,3-1-26 0,5 3-24 0,-3-2-19 16,6 0-21-16,4 1-14 0,1-1-9 0,9-2-125 15,4-1-23-15,-11 5 0 0,-2-2 0 0,5 1 0 0,-1 0 0 16,0-2 0-16,-3 2 0 0,1-1 0 0,-3 4 0 15,-2-1 0-15,-4 0 0 0,-3 1 0 0,0-3 0 16,-2 2 0-16,1 1 0 0,-7 0 0 0,6-1 0 16,-6 1 0-16,7 2 0 0,-7-2 0 0,0 0 0 15,7-2-20-15,-7 2-328 0,0 0-56 0,0 0-38 16,0 0-20-16,0 0-48 0,-10 12-50 0,0-6-348 16,-2-1-983-16,0 2 435 0</inkml:trace>
  <inkml:trace contextRef="#ctx0" brushRef="#br0" timeOffset="92006.1334">19383 2420 407 0,'0'0'479'0,"-2"1"27"0,2-1 27 0,0 0 6 16,0 0-12-16,-3 2-26 0,3-2-23 0,0 0-33 15,0 0-31-15,0 0-42 0,0 0-40 0,14-7-31 0,-1 3-30 16,-2-1-15-16,3 0-24 0,2-1-10 0,1 1-12 15,4-1-24-15,-2-1-14 0,9-1-13 16,-7 3-19-16,-3 0-12 0,1-2-15 0,0 4-13 16,-6 2-10-16,1-2-12 0,-3 1-78 0,-4 1 0 15,5-3 0-15,-4 4 0 0,-3-1 0 0,-1 0 0 16,1-1 0-16,-5 2 0 0,9 0-170 0,-9 0-69 0,0 0-61 16,0 0-62-16,0 0-64 0,9 3-40 15,-9-3-60-15,0 3-40 0,0-3-290 0,0 0-928 16,0 0 411-16</inkml:trace>
  <inkml:trace contextRef="#ctx0" brushRef="#br0" timeOffset="92512.9561">19792 2466 316 0,'0'0'447'0,"0"0"25"16,1-8 8-16,-1 8 0 0,0 0-8 0,1-3-24 15,-1-1-18-15,0 4-24 0,0-5-30 0,2 0-33 16,-1 2-34-16,-1 3-21 0,3-4-33 0,-2 1-27 16,1-2-22-16,1 2-33 0,0 0-15 0,-3 3-17 15,5-1-22-15,-5 1-11 0,9-2-12 0,-9 2-12 16,10 2-7-16,-5-1-10 0,1-1-10 0,1 3-5 16,-4 0-7-16,5 2-10 0,-4-2-1 0,1 1-8 15,0 2 0-15,0 0 0 0,-1 1-9 0,-4 0-1 16,1 2 4-16,-1 0-2 0,-1 2-4 0,-6-2-2 15,2 1-7-15,-3-1-24 0,-3 3-7 0,1-1-5 16,0-4 1-16,0-1 6 0,-2 1 2 0,5-1 3 16,-1-3 3-16,2 1 3 0,-1-4 5 0,1 0 11 15,6 0 13-15,-9-4 2 0,4 1 13 0,2-4 13 16,-1-2-3-16,2 0-5 0,2-3 2 0,2 2 3 16,-2-1-2-16,3-1-7 0,1 0 0 0,1 1 5 15,-1 3-2-15,1-1-8 0,1 2-6 0,-1 2 5 16,0-2-9-16,1 4-5 0,-1-1 7 0,2 2-9 15,1 2-1-15,0-1 2 0,1 2-2 0,0 0-2 16,2 3 5-16,-2-2-5 0,0 3 8 0,1 1-10 16,-1 1-4-16,-4 0 13 0,3 0 3 0,0 2-3 15,-1-2 0-15,-2 1 0 0,2 0-8 0,-2 1-36 16,1-2-35-16,1 2-41 0,-5-4-49 0,2 3-50 16,0-3-61-16,0 0-50 0,-3-2-48 0,5 0-59 15,-2-1-81-15,0-1-408 0,-4-1-988 0,18-4 437 16</inkml:trace>
  <inkml:trace contextRef="#ctx0" brushRef="#br0" timeOffset="92813.1719">20182 2413 384 0,'1'-4'464'16,"3"-1"38"-16,-2 3 26 0,0-2 15 0,-2 4-5 15,1-3-4-15,-1 3-16 0,1-6-19 0,-1 6-21 16,0 0-25-16,0 0-30 0,0 0-35 0,3-3-37 15,-3 3-36-15,0 0-32 0,0 0-31 0,0 0-23 16,0 0-26-16,0 0-19 0,0 0-62 0,-14 15-122 16,9-11 0-16,-3 5 0 0,0 0 0 0,2 2 0 15,1-2 0-15,-3 1 0 0,4 1 0 0,-3 0 0 16,0 0 0-16,3-1 0 0,3 1 0 0,-3-1 0 16,3 0 0-16,2-2 0 0,1 2 0 0,0-4 0 15,3 3 0-15,4 1 0 0,0-5 0 0,4 0 0 16,6 0 0-16,0-2 0 0,2-1 0 0,2-2 0 15,4-1-33-15,3 0-206 0,-4-6-30 0,1-3-36 16,-8 3-39-16,0-2-32 0,-2-1-33 0,-2-2-42 16,3-1-48-16,-4-1-379 0,-3 1-951 0,2-4 420 15</inkml:trace>
  <inkml:trace contextRef="#ctx0" brushRef="#br0" timeOffset="93298.9659">20529 2255 208 0,'-2'-4'386'0,"4"-4"39"0,0 3 42 15,0 2 38-15,-2-2 20 0,-2 0 17 0,4-1 7 16,-2 6-3-16,1-2-10 0,-1-2-16 0,0 4-26 16,0 0-29-16,0 0-39 0,0 0-32 0,0 0-38 15,0 0-40-15,0 0-28 0,0 0-45 0,0 0-243 16,0 0 0-16,0 0 0 0,4 17 0 0,-6-10 0 16,0 7 0-16,1 2 0 0,-1 1 0 0,0 2 0 15,2-1 0-15,-2 2 0 0,-2 3 0 0,3 2 0 16,-2-5 0-16,1 6 0 0,2-1 0 0,-2-7 0 15,0 0 0-15,0-1 0 0,1-4 0 0,0-2 0 16,1 0 0-16,-1-3 0 0,1 3 0 16,1-6 0-16,-2 0 0 0,1-2 0 0,0 1 0 15,0-4 0-15,0 0 0 0,0 0 0 0,0 0 0 0,11-11 0 16,-3 2 0-16,3-4 0 0,0-2 0 0,1-1 0 16,0 1 0-16,-2 2 0 0,3-1 0 0,-3 2 0 15,-2 2 0-15,1 0 0 0,-2 3 0 0,-3 3 0 16,0-3 0-16,0 2 0 0,-2 2 0 0,1 0 0 15,3 0 0-15,-3 1 0 0,-3 2 0 0,0 0 0 16,0 0 0-16,13 7 0 0,-9-5 0 0,-1 4 0 16,4 1 0-16,-4-2 0 0,1 2 0 0,3 0 0 15,-2 0 0-15,0 3 0 0,0-3 0 0,0 2 0 16,-2-4 0-16,1 2 0 0,-2-3 0 0,3 1 0 16,-5 0 0-16,4 0 0 0,-3-2 0 0,1 0 0 15,-2-3 0-15,5 3 0 0,-5-3 0 0,2 2 0 16,-2-2 0-16,0 0-58 0,0 0-250 0,0 0-35 15,2-9-55-15,0 6-37 0,-4-3-32 0,2-4-48 16,0 3-50-16,-4-2-286 0,1 0-921 0,-1-2 407 16</inkml:trace>
  <inkml:trace contextRef="#ctx0" brushRef="#br0" timeOffset="96419.5471">21754 2212 382 0,'1'-2'447'0,"-1"2"21"0,0-7 0 0,0 3-4 0,0 0-9 16,0 4-11-16,-1-10-9 0,-1 5-15 0,1 0-14 15,-1 0-7-15,-1-1-21 0,-1 0-19 0,0 0-18 16,0 2-28-16,-4-6-13 0,1 3-14 0,0 1-12 15,0 1-24-15,1 1-19 0,-2 0-17 0,4-1-25 16,-1 4-13-16,1-1-84 0,-1 1-92 0,5 1 0 16,-13 2 0-16,4 5 0 0,3 0 0 0,-3 1 0 15,-4 4 0-15,4 5 0 0,2 0 0 0,-5 8 0 16,5 0 0-16,1 4 0 0,1 1 0 0,0 0 0 16,3 1 0-16,0 1 0 0,2 0 0 0,0 4 0 15,0-4 0-15,2 2 0 0,4-2 0 0,-4 0 0 16,4 2 0-16,-4-2 0 0,2 1 0 0,-3-2 0 15,6-2 0-15,0-3 0 0,-2 4 0 0,-1-2 0 16,0-11 0-16,0 1 0 0,-3 1 0 0,3-1 0 16,-2 0 0-16,-2-6 0 0,2 3 0 0,-2-4 0 15,0-1 0-15,0-3 0 0,0-1 0 0,0 1 0 16,-2-3 0-16,2-4 0 0,0 9 0 0,0-9 0 16,2 3 0-16,-2-3 0 0,0 0 0 0,0 0 0 15,0 0 0-15,0 0 0 0,0 0 0 0,-22-15 0 16,12 6 0-16,0-4 0 0,-1-1 0 15,0-2-48-15,-2 1-509 0,-6-5-37 0,8 3-35 16,-3-6-432-16,2 7-1149 0,-3-4 509 0</inkml:trace>
  <inkml:trace contextRef="#ctx0" brushRef="#br0" timeOffset="96651.0723">21375 2675 331 0,'-9'-11'126'0,"2"2"53"0,-2 0 35 0,1 1 31 16,2 1 34-16,-1 2 23 0,0-2 32 0,3 1 23 15,0 0 32-15,0 4 16 0,0-2 13 16,4 4 16-16,-5-6 7 0,4 4 12 0,1 2 8 15,-3-5-9-15,3 5-4 0,0 0-12 0,0 0-23 16,-3-5-27-16,3 5-29 0,0 0-40 0,6-5-303 0,-1 2-14 16,7-3 0-16,7-4 0 0,8 0 0 0,3-1 0 15,2 1 0-15,5 0 0 0,-2-1 0 16,3 0 0-16,-3 2 0 0,-3 2 0 0,-2 1 0 16,-8 0 0-16,-3 1 0 0,-2-1 0 0,1 4 0 15,-7-1 0-15,-1 0 0 0,-2 0 0 0,-2 1 0 0,2-1-211 16,1 2-246-16,-4 1-67 0,2-1-71 0,-7 1-473 15,0 0-1156-15,11-1 512 0</inkml:trace>
  <inkml:trace contextRef="#ctx0" brushRef="#br0" timeOffset="97185.1298">21774 2481 339 0,'0'0'449'16,"0"0"18"-16,0 0 19 0,0 0 3 0,0 0-29 15,0 0-22-15,0 0-36 0,0 0-29 0,0 0-28 16,8-7-29-16,-7 3-31 0,-1 4-21 0,5-4-31 16,0 1-29-16,-2-2-21 0,1 4-18 0,1-1-15 15,3 0-21-15,0 0-14 0,1 1-18 0,2 1-3 16,0 1-12-16,-1 1-9 0,-1 2-10 0,0-3-1 16,1 5-7-16,1-1-9 0,-5 1-6 0,4 0-3 15,-2 1-8-15,0 1 3 0,-3 1-9 0,1-2 5 16,-3 2-7-16,-1-2-3 0,-1 3 2 0,1 0-6 15,-5-1 2-15,1 3-8 0,-1-4-8 0,-2-1-1 16,4 2-9-16,-4-2 3 0,1-2 0 0,0-1 0 16,-1 3 1-16,2-4 1 0,1 1 9 0,-2-2 0 15,4-2 6-15,0 0 2 0,-5 1 2 0,5-1 3 16,0 0 3-16,-3-12-4 0,3 3-2 0,4-1 7 16,0 2-6-16,0-7-6 0,2 0 2 0,-1 4-3 15,3 1 2-15,0 0-7 0,-1 0-2 0,2 0 0 16,-1 0 3-16,2 3 3 0,-2 0-3 0,1 1-4 15,0 0 4-15,-1 4 0 0,-1 0-3 0,5-2-2 16,-4 2-1-16,1 2 2 0,-9 0-3 0,14 2-2 16,-1-1 5-16,-4 4 2 0,-4-3-5 0,0 2 0 15,4 3 5-15,-4-4 2 0,3 2-4 0,-5 0 2 16,2 1 2-16,-4-1-5 0,3-1-1 0,-2 0-1 16,2 0 5-16,-1-1-9 0,-2 2-15 0,-1-5-6 15,3 5-8-15,-2-3-6 0,-1-2-7 0,0 0 2 16,4 4-5-16,-4-4-5 0,0 0-14 0,0 0-10 15,0 0-14-15,0 0-38 0,0 0-43 0,0 0-34 16,0 0-52-16,-3-11-39 0,3 11-66 0,3-8-97 16,-2 3-339-16,-1-1-869 0,0 0 384 0</inkml:trace>
  <inkml:trace contextRef="#ctx0" brushRef="#br0" timeOffset="97769.125">22253 2480 191 0,'0'0'394'0,"0"0"-7"0,0 0-6 16,0 0-9-16,0 0-29 0,0 0-21 15,0 0-23-15,-6-11-14 0,6 11-8 0,0 0-18 16,0 0-10-16,-1-5-19 0,1 5-14 0,-1-4-18 15,1 4-17-15,0 0-15 0,0 0-17 0,0 0-13 16,0-4-13-16,0 4-14 0,0 0-13 0,0 0-10 16,0 0-11-16,0 0-8 0,3-3-12 0,-3 3-2 15,0 0-9-15,0 0-4 0,14 4-9 0,-10-3-1 16,-1 3-3-16,1-2-2 0,-1 0-4 0,0 1-5 16,1 1-4-16,-2 0 0 0,2 1-1 0,-4 1 1 15,1-1-6-15,-1 2 5 0,-1 2 4 0,-3-1 0 16,-1 1 2-16,0 1 0 0,-1 2-5 0,-3-1 0 15,-1 0 1-15,-3-1-4 0,4-2 2 0,-1-2 0 16,1 1 1-16,1-1-1 0,1-3 3 0,4 1 6 16,-4-1 18-16,2-2 25 0,5-1 1 0,0 0-10 15,-7-5 3-15,4-1-12 0,2-2-4 0,-1-1 6 16,4-1-9-16,0 0-1 0,1-1-10 0,2 0 4 16,-1-1-10-16,1 1 10 0,0 0 4 0,0 2 3 15,2 0-9-15,-2 0 4 0,-1 4 6 0,-1-1 0 16,0 1-2-16,-1 2-8 0,1-1-4 0,-2 0-6 15,-1 4-4-15,3-3-10 0,-3 3-1 0,0 0 8 16,10 6-5-16,-5-1-2 0,-1 1-3 0,4 1 5 16,-1 1-1-16,-3 1 1 0,1 2 0 0,3-1-2 15,-2-1 2-15,-1 1-4 0,-1 0 5 0,4-1 1 16,-3 3-4-16,0-4-3 0,3 0-12 0,-2 0-33 16,-1 0-24-16,-1-2-41 0,3-3-44 0,0 4-43 15,0-5-51-15,-1 0-62 0,3 0-54 0,0-2-50 16,2-3-61-16,0 0-335 0,0-1-874 0,-1-2 387 15</inkml:trace>
  <inkml:trace contextRef="#ctx0" brushRef="#br0" timeOffset="98052.4907">22542 2463 190 0,'0'0'457'0,"0"-6"22"0,3 4 27 0,-3 2 8 15,0-5 6-15,0 5-5 0,0 0-2 0,0-7-18 16,0 7-8-16,0-5-7 0,0 5-20 0,1-1-23 15,-1 1-31-15,0 0-40 0,0 0-37 16,0 0-36-16,0 0-33 0,0 0-30 0,0 0-25 16,0 0-156-16,0 0-49 0,0 0 0 0,-4 11 0 0,3-3 0 15,-6 2 0-15,2 1 0 0,-1 4 0 0,-3-1 0 16,1 0 0-16,1 1 0 0,-3-1 0 0,4 4 0 16,1-8 0-16,1 1 0 0,1 1 0 0,1-2 0 15,2 3 0-15,0-4 0 0,2 0 0 16,3-1 0-16,4 0 0 0,2-1-143 0,5-1-205 15,4-3-50-15,-1-3-35 0,13-3-39 0,-2-4-55 0,0-3-44 16,0-2-313-16,0-5-957 0,-3 0 424 0</inkml:trace>
  <inkml:trace contextRef="#ctx0" brushRef="#br0" timeOffset="98321.0381">22934 2237 394 0,'-1'-9'453'0,"-3"2"23"0,-2 0 35 0,2 2 23 15,2-1 14-15,0 2 4 0,1-2 6 0,1 6-12 0,-4-8-19 16,4 8-27-16,0-4-33 0,0 4-36 16,0 0-40-16,0 0-41 0,0-7-37 0,0 7-33 15,0 0-28-15,0 0-144 0,0 0-108 0,0 20 0 16,0-9 0-16,-2 2 0 0,2 4 0 0,0 2 0 16,-2 7 0-16,-1-7 0 0,4 7 0 0,-2-2 0 15,2 4 0-15,-1-3 0 0,0 1 0 0,2 1 0 0,-3-1 0 16,-1-7 0-16,0 6 0 0,0-7 0 15,4-1 0-15,-7-1 0 0,3 1 0 0,-2-4 0 16,3-3 0-16,-1-1 0 0,-2-2 0 0,3-1 0 16,0-1 0-16,1-5-454 0,0 0-167 0,-3 6-565 15,3-6-1286-15,0 0 569 0</inkml:trace>
  <inkml:trace contextRef="#ctx0" brushRef="#br0" timeOffset="98689.6963">22799 2514 74 0,'0'0'440'0,"0"0"-7"16,-5-4 6-16,5 4 13 0,-4-3 3 0,4 3-12 16,0 0-24-16,0 0-36 0,0 0-36 0,0 0-37 15,0 0-31-15,9-6-34 0,1 1-16 0,-3 3-27 16,3-1-19-16,1-1-20 0,2 0-11 0,0 1-20 16,4-1-20-16,2 1-7 0,-1-2-5 0,-2 1-13 15,-3 0-7-15,2 2-15 0,-3 0-2 0,1-1-8 16,-2 1-4-16,-2 1 0 0,-1 0-10 0,1 0-3 15,-3-1-7-15,1 2-1 0,-7 0-12 0,10 0 0 16,-6 2-6-16,1 0 5 0,-2 0 6 0,3 3 0 16,-3-2-1-16,0 1-3 0,-2 2 2 0,2-1 3 15,0 2-1-15,-2-1 10 0,0 1-8 0,3-1 3 16,-3 0-7-16,-1 0 2 0,1 1-6 0,-1 0 2 16,2-2-1-16,-1 1-4 0,-1 1 2 0,1-3 2 15,-1 1-10-15,1 0 4 0,1 0-6 16,-1 1-5-16,0-4-8 0,1 2-8 0,-1 0-19 0,1 0-6 15,0-1-21-15,0-1-18 0,-2-2-23 16,3 4-19-16,-3-4-30 0,0 0-29 0,6 1-69 0,-6-1-94 16,0 0-93-16,8-9-456 0,-6 2-966 0,2-2 428 15</inkml:trace>
  <inkml:trace contextRef="#ctx0" brushRef="#br0" timeOffset="98861.9531">23177 2325 438 0,'3'-4'477'0,"-3"0"14"16,0 4 5-16,1-4 3 0,-1 4-16 0,4-4-29 0,-4 4-42 16,0 0-39-16,0 0-44 0,1-2-34 0,-1 2-53 15,0 0-63-15,0 0-71 0,0 0-86 16,0 0-79-16,0 0-65 0,0 0-77 0,0 0-80 16,0 16-90-16,0-9-343 0,0-2-772 0,3 1 342 15</inkml:trace>
  <inkml:trace contextRef="#ctx0" brushRef="#br0" timeOffset="99536.524">23287 2460 18 0,'0'0'465'0,"0"0"0"0,0 0 20 0,0 0 14 16,0 0-2-16,5-7-11 0,-3 3-23 0,-1-1-24 16,-1 5-21-16,1-6-24 0,3 1-28 0,-3 3-32 15,-1-3-35-15,0 5-23 0,4-6-33 0,-4 6-27 16,3-3-24-16,-3 3-23 0,5-3-17 0,-5 3-18 15,8 0-12-15,-8 0-18 0,0 0-14 0,16 5-14 16,-8-3-8-16,-2 0 3 0,-1 3-13 0,4 4-11 16,-4-3-4-16,3 3-2 0,-4-4-10 0,-1 4-1 15,-1 1 6-15,4-2-16 0,-6 0 3 0,3-2-21 16,-3 3-10-16,0-2-1 0,-3 0-11 0,2 0-9 16,-4 0-12-16,1 1 0 0,-5-2-7 0,5 1-6 15,-5 0-3-15,3-3 7 0,2 0 9 0,-1-2 8 16,1 0 3-16,-1-1 5 0,5-1-1 0,0 0 4 15,-13-7 0-15,12 1 4 0,0-1 1 0,1-1-2 16,-1-3 3-16,3 1 3 0,3-3-4 0,0 2 4 16,-1 0 1-16,1 1 0 0,4-1-4 0,-2 3 2 15,4 0 0-15,-2-3 1 0,0 5 0 0,1 1 0 16,-1 0 5-16,3 0-5 0,-1 3-4 0,-2 1 3 16,4 1-1-16,-3 1 3 0,-2 3 3 0,1-2-1 15,1 4-2-15,-5-1 6 0,3 1 0 0,-2 2-2 16,2-2 4-16,-3 4 0 0,-1 0 3 0,0 0-6 15,-1 1-3-15,1-1-12 0,-1-1-12 0,-2 0-9 16,0-3-10-16,-1 0-6 0,2-1-3 0,1-1 7 16,-3-1 6-16,0-3 7 0,0 4 6 0,0-4 14 15,0 0 10-15,0 0 2 0,0 0 0 0,0 0-9 16,13-11 12-16,-12 4 7 0,7-2 3 0,-1 1-1 16,0-2 0-16,-2 1 11 0,3 1 2 0,-3-2 9 15,4 1 6-15,-4 1 5 0,0 2 4 0,-1 1-4 16,1 1 3-16,2-1-12 0,-5 0 2 0,7 2-1 15,-4 3-8-15,2 0-6 0,-7 0 0 16,12 3 5-16,-3 0 9 0,-1 4-1 0,0-1 1 0,1 3-4 16,-2-2 10-16,1 0-5 0,0 1-1 0,-2-1-6 15,-1-1-2-15,0 0 4 0,0-1-6 0,2 2 3 16,0-1 2-16,-4-3-7 0,1 1-3 0,-2 0-11 16,-2-4-21-16,4 7-12 0,-1-5-17 15,-3-2-16-15,0 0-19 0,2 4-21 0,-2-4-44 16,0 0-65-16,0 0-84 0,0 0-79 0,0 0-85 0,-5-26-417 15,1 15-951-15,-2-5 420 0</inkml:trace>
  <inkml:trace contextRef="#ctx0" brushRef="#br0" timeOffset="100105.0919">24445 2420 344 0,'1'-6'415'0,"3"-1"11"0,-4 2-3 15,2-1 4-15,0-2-4 0,-1 2-1 16,2 2-9-16,-2-3-15 0,-1 4-3 0,2-3-13 16,-2 3-10-16,3-1-9 0,-3 4-14 0,0-4-14 15,0 4-24-15,0 0-29 0,3-5-28 0,-3 5-22 16,0 0-34-16,0 0-20 0,0 0-17 0,0 0-17 16,0 0-7-16,-13 14-1 0,4-5-15 0,-2 0-7 15,-1 5-78-15,-1 1-36 0,-1 6 0 0,0-5 0 16,-1 8 0-16,2-3 0 0,0-5 0 0,6-1 0 15,0 1 0-15,0-3 0 0,4 0 0 0,2-4 0 16,2 3 0-16,4-5 0 0,3 3 0 0,3-3 0 16,9 0-20-16,-1-1-246 0,11-2-48 0,0-2-33 15,0 0-44-15,-4-4-26 0,-3 0-42 0,5-8-39 16,-1 2-31-16,-10 2-296 0,2-6-894 0,-3 1 395 16</inkml:trace>
  <inkml:trace contextRef="#ctx0" brushRef="#br0" timeOffset="101122.5509">24784 2432 29 0,'5'-5'470'0,"-5"5"27"0,2-1 18 0,-2 1 1 16,0 0-15-16,0 0-22 0,0 0-28 0,0 0-24 15,0 0-27-15,7-1-31 0,-7 1-34 0,0 0-42 16,0 0-18-16,0 0-26 0,0 0-32 0,0 0-16 15,0 0-20-15,0 0-28 0,0 0-16 0,8 7-14 16,-3-6-23-16,-3 1-3 0,2 1-10 0,-1 0-20 16,0 2 10-16,1 0-14 0,0 0-14 0,-1-1-5 15,-1 2 7-15,2 1-14 0,-3-2-4 0,1 3 2 16,-1-1-3-16,-1 1 0 0,-1 1-5 0,-3-2 5 16,-1 3-5-16,0-2-11 0,-3 1-2 0,0-2-12 15,-2-1-13-15,0 1-1 0,1-1-6 0,-3-3 4 16,2 0 8-16,5 1-1 0,-1-4 10 0,-2 0-2 15,8 0-2-15,-10-5 0 0,3 0 12 0,5-3-3 16,-5-1 9-16,7-1-12 0,-1-3-1 0,2-3 1 16,2 4 3-16,2-3-8 0,3-1 4 0,-2 1-3 15,6 0 1-15,-5 1-7 0,6 3 6 0,2-3 4 16,-3 3-13-16,4 3 2 0,-4 3-3 0,1 0 2 16,0 3-6-16,-2 0 0 0,3 2 2 0,-4 4 6 15,4-1-3-15,-1 1-2 0,-4 3 7 0,4 1-3 16,-4-1-1-16,0 1 3 0,0 2-3 0,-2 4 3 15,0 2 0-15,-3-2 4 0,0 2 7 0,-3-1-10 16,-1-1 6-16,0-4-8 0,-1 1-11 0,1-3-20 16,-3 2-9-16,2-4-13 0,1-1-1 0,-3 0 8 15,3 1 9-15,0-6 8 0,0 5 14 0,0-5 6 16,0 0 1-16,0 0-4 0,0 0 5 0,7-16 4 16,-2 6 1-16,0 0 1 0,0-4 4 0,2-1 2 15,1 5 14-15,2-4 6 0,2-2-7 0,-2 3 6 16,1 0-2-16,1 2 17 0,-3 0 8 0,1 2 6 15,-1 1 3-15,-4 1-2 0,3 1 0 0,-2 2-7 16,2 1-14-16,-4 0 1 0,1 3-3 0,0 0-6 16,-5 0-7-16,13 3 6 0,-8 0-4 0,0 1 0 15,0 2-6-15,-2 0 8 0,2 3-4 0,0-1-1 16,-1 2 3-16,0 0-1 0,-2-1-3 0,0-1-3 16,0 3 1-16,1 0 0 0,-2-3-3 0,-1-1 5 15,1 0-5-15,2 0-12 0,-2-3-12 0,0 0-8 16,1 0 4-16,1 0-1 0,0-1 3 0,2-3 12 15,1 3-5-15,3-4 8 0,4-1 0 0,-1 0 4 16,9-6 1-16,-6 0-4 0,2-1 2 0,1-1 1 16,0-1 7-16,4-7 13 0,-8 4-3 0,5-6 12 15,-7 6 6-15,4-6 14 0,-6 4 1 0,-2 2 1 16,-3 3 2-16,2 0 3 0,-2 0-1 0,-3 1 0 16,0 3-54-16,0 0 0 0,-1 1 0 0,-1 1 0 15,2-1 0-15,-2 6 0 0,0-5 0 0,0 5 0 16,0 0 0-16,0 0 0 0,0 0 0 0,-11 13 0 15,8-4 0-15,-1 0 0 0,1 2 0 0,-1 1 0 16,3 0 0-16,4 0 0 0,-2 3 0 0,4-2 0 16,-2-1-18-16,0 1-12 0,3-3-2 0,-1 1 4 15,0-2 6-15,1 1 1 0,0 0 8 0,0-2 0 16,-1-1 2-16,-1 0 1 0,1-1 2 0,-1-1-6 16,1 1 3-16,-2-1-3 0,1 1 3 0,-2-3 0 15,0 1 1-15,-1-1 6 0,3-1-7 0,-4-2 2 16,0 5 1-16,0-5 7 0,-5 6 9 0,1 0-7 15,0-3-4-15,-1 0 5 0,-5 0-4 0,1-1-3 16,-2 2-8-16,-1 2-8 0,-1-5-11 0,1 2 1 16,1-3-3-16,4 0 0 0,-1 1-5 0,1-1-11 15,0-1-7-15,3 0-11 0,4 1-39 0,-9-2-46 16,7-1-40-16,2 3-66 0,2-9-48 0,1 2-40 16,6 0-41-16,1-2-35 0,13-5-27 0,-4 5-24 15,0 1-260-15,-1-1-795 0,1 0 351 0</inkml:trace>
  <inkml:trace contextRef="#ctx0" brushRef="#br0" timeOffset="101407.0016">25696 2410 87 0,'0'0'343'0,"0"0"21"16,5-4 30-16,-5 4 16 0,0 0 16 0,0 0 8 15,0 0-2-15,0-4-3 0,0 4-5 0,0 0-15 16,0 0 3-16,0 0-22 0,0 0-24 0,0 0-26 15,0 0-27-15,0 0-28 0,0 0-37 0,0 0-19 16,0 0-24-16,0 0-24 0,0 0-21 0,5 8-9 16,-5-1-9-16,0-2-10 0,0 4-10 15,2-2-13-15,0 1-9 0,-2 2-14 0,2 0-18 0,-1-1-68 16,0 0 0-16,0 1 0 0,1-1 0 0,-2 1 0 16,-2-3 0-16,2 1 0 0,0-3 0 0,2 0 0 15,-4 1 0-15,2-2-179 0,0-4-55 0,0 5-44 16,0-5-45-16,0 0-60 0,0 0-97 15,0 0-89-15,0 0-389 0,-2-21-1038 0,3 10 460 16</inkml:trace>
  <inkml:trace contextRef="#ctx0" brushRef="#br0" timeOffset="101533.5778">25698 2284 197 0,'0'-4'337'0,"0"4"-12"0,0-9-11 0,0 9-23 15,3-4-24-15,-3 4-26 0,0-7-36 16,0 7-54-16,0 0-49 0,0 0-43 0,0 0-56 15,0 0-78-15,11 12-79 0,-6-8-224 0,1 2-408 0,1-1 180 16</inkml:trace>
  <inkml:trace contextRef="#ctx0" brushRef="#br0" timeOffset="101890.8317">25889 2331 92 0,'4'-6'483'16,"-1"2"31"-16,-1 0 28 0,0 1 6 0,-2 3-7 0,1-7-18 15,0 6-25-15,-1 1-44 0,4-3-43 0,-4 3-39 16,0 0-46-16,0 0-33 0,0 0-39 0,0 0-23 16,0 0-24-16,0 0-17 0,0 0-22 15,-3 14-24-15,2-7-14 0,-1 0-13 0,0 0-9 16,1 1-12-16,0 2-1 0,1 1-14 0,0 0-20 0,1-3 2 16,0 2-6-16,2-4-9 0,-2 1-3 15,3 1-3-15,0-2-8 0,1 4-6 0,2-4 3 16,-1-1-3-16,-3 1-2 0,5-1-3 0,-5-3 2 15,4 3-14-15,-3-1 1 0,-1-1 3 0,-1-1-4 16,2 1-17-16,-3-1-4 0,3 0 4 0,-4-2-11 16,0 0-6-16,4 3-1 0,-4-3 9 0,-2 5 4 0,2-5 0 15,-3 5-8-15,-1-3-8 0,-2-1-19 0,1 1-12 16,-4 0-22-16,0-1-24 0,0 1-29 16,-3 0-31-16,6 0-32 0,-2-1-30 0,2-1-42 15,-2 0-44-15,2 1-53 0,6-1-50 0,-13-4-66 16,7 2-347-16,2 1-895 0,-3-3 397 0</inkml:trace>
  <inkml:trace contextRef="#ctx0" brushRef="#br0" timeOffset="102240.3813">26080 2210 448 0,'7'-15'486'16,"0"4"4"-16,2-4 10 0,-7 4 9 0,2-1-3 15,0 3-5-15,-3-3-7 0,2 4-18 0,-1 0-9 16,0 1-9-16,-1 3-13 0,0-3-11 0,-1 2-28 16,3 1-27-16,-3 2-30 0,2-2-34 0,-2 4-32 15,0 0-38-15,4-3-245 0,-4 3 0 0,0 0 0 16,0 0 0-16,0 0 0 0,3 9 0 0,-2 1 0 16,-1 4 0-16,2 3 0 0,2 0 0 0,1 8 0 15,-5-1 0-15,4 5 0 0,0-1 0 0,-4-2 0 16,5 1 0-16,0 0 0 0,-1-1 0 0,-1-7 0 15,-1 6 0-15,2 0 0 0,-4-8 0 0,1 0 0 16,-2-4 0-16,1 0 0 0,0-2 0 0,0 0 0 16,0-4 0-16,0 0 0 0,0-1 0 0,0-1 0 15,-2-1 0-15,2-4 0 0,2 6-75 0,-2-6-343 16,0 0-69-16,0 0-49 0,0 0-46 0,-8-15-19 16,7 10-315-16,-3-3-991 0,2 0 438 0</inkml:trace>
  <inkml:trace contextRef="#ctx0" brushRef="#br0" timeOffset="102572.9954">26119 2433 55 0,'-1'-6'130'0,"-1"4"70"0,0-2 37 0,-2 3 22 16,4 1 27-16,-6-4 14 0,6 4 32 0,-5-6 14 16,5 6 15-16,0 0 0 0,-3-3-3 0,3 3-4 15,0 0-10-15,0 0-18 0,0 0-16 16,0 0-14-16,0 0-24 0,0 0-30 0,0 0-19 0,0 0-22 16,0 0-18-16,8-4-18 0,-3 2-27 0,2-1-10 15,0 3-9-15,0-3-17 0,5 0-8 0,-5-1-10 16,2 2-5-16,2-2-12 0,-2 2-10 0,0 0-1 15,1 1-3-15,-1 0-12 0,-1 0 0 16,3-3-7-16,-4 4-1 0,-7 0-4 0,11-1-7 16,-11 1-1-16,14 3-9 0,-14-3 2 0,9-2-4 0,-9 2-1 15,11 6-6-15,-6-3 2 0,0 0 2 0,-2 2-2 16,1 1-3-16,0 1 8 0,-1-2-2 0,-1 2-4 16,1 0-2-16,1 1 0 0,-3 1 2 15,2-3 7-15,2 3-11 0,-3-4 5 0,-2 2-1 16,3-1-2-16,-2-1-2 0,0 0-14 0,1-1-18 15,-4 0-26-15,2 0-22 0,-1-1-26 0,1-3-27 0,0 0-22 16,3 8-24-16,-3-8-7 0,2 4-23 0,-2-4-80 16,0 0-94-16,0 0-100 0,14-12-376 15,-2 3-930-15,-6-1 411 0</inkml:trace>
  <inkml:trace contextRef="#ctx0" brushRef="#br0" timeOffset="102738.5387">26413 2257 208 0,'0'0'417'0,"0"0"6"0,0 0 8 0,-5-4 1 16,5 4 0-16,0 0-15 0,0 0-31 16,3-2-41-16,-3 2-35 0,0 0-31 0,0 0-38 15,0 0-50-15,0 0-52 0,0 0-34 0,0 0-57 16,0 0-80-16,2 15-80 0,-2-9-76 0,5 2-64 16,-1-1-78-16,-2 2-319 0,1 2-702 0,5-1 311 15</inkml:trace>
  <inkml:trace contextRef="#ctx0" brushRef="#br0" timeOffset="103157.1141">26521 2405 408 0,'0'0'432'0,"0"0"13"0,0 0 32 16,0 0 7-16,4-4-2 0,-4 4-10 0,0 0-7 16,1-3-12-16,-1 3-10 0,0 0-18 0,0 0-27 15,0 0-30-15,0 0-30 0,0 0-37 0,0 0-31 16,0 0-27-16,0 0-29 0,0 0-30 0,0 0-15 15,0 0-18-15,2 6-15 0,0-1-15 0,-2 0-12 16,0 1-7-16,1 0-11 0,1 1-81 0,-2-2-10 16,0 1 0-16,2 0 0 0,-2 0 0 0,0 1 0 15,1-2 0-15,0 0 0 0,-1-5 0 0,1 7 0 16,1-5 0-16,-2-2 0 0,0 0 0 0,2 6-1 16,-2-6-29-16,4 3 6 0,-4-3 0 0,0 0 10 15,12-8-16-15,-6 3 13 0,2-2 2 0,3 2 3 16,-4-4 0-16,3 2 7 0,-2-3-2 0,-1 3 5 15,3-1 14-15,-6 2 10 0,1 0 21 0,-1 0 21 16,1 3-12-16,-1 0-52 0,-2 0 0 0,0 1 0 16,-2 2 0-16,6-4 0 0,-6 4 0 0,3-3 0 15,-3 3 0-15,0 0 0 0,0 0 0 0,0 0 0 16,5-1 0-16,-5 1 0 0,4 7 0 0,0-4 0 16,-2 2 0-16,2-2 0 0,4 1 0 0,-3 0 0 15,3 2 0-15,-1 0-87 0,0-4-139 0,3 2-51 16,0-1-67-16,2 0-59 0,0-1-55 0,-1 1-48 15,1-3-76-15,0-3-303 0,3 1-959 0,-3-2 424 16</inkml:trace>
  <inkml:trace contextRef="#ctx0" brushRef="#br0" timeOffset="103976.4331">26895 2371 281 0,'0'0'335'0,"0"0"19"15,0 0-1-15,0 0 26 0,0 0-9 0,0 0-18 16,0 0-11-16,-1-4-18 0,1 4-15 15,0 0-25-15,0 0-23 0,0 0-21 0,0 0-30 0,0 0-20 16,0 0-25-16,0 0-19 0,0 0-15 0,0 0-12 16,0 0-15-16,10 11-8 0,-6-6-9 0,-2 0-11 15,2 2-8-15,-1-1-5 0,-2-1-7 16,2 3-15-16,-2 0 5 0,3 4-8 0,-4-7 1 16,0 4-4-16,1-4-8 0,-2 2 1 0,0-1-4 15,-1 1-3-15,1-3-6 0,-3 0-4 0,0 1-7 16,-2 0-8-16,1-2-2 0,-4-1 1 0,1 0 2 0,-1-1 4 15,0-2-5-15,4-2 3 0,-3 1 3 16,3-2-2-16,-2-1 5 0,0-2-3 0,4-2 5 0,-3-2 10 16,3 3 6-16,1-1 0 0,2 0 5 15,0-2 4-15,2-3 0 0,0 6-3 0,3-3 0 16,-1 2 12-16,2 0 21 0,-2 3 10 0,1 2-4 16,-1-2-8-16,1 4-3 0,-1-1-6 0,1 1-11 0,3 1 5 15,-8 1 10-15,15 4 14 0,-3 0 5 0,-3 3 8 16,-3 2 15-16,3 4-9 0,2 3 7 15,-2 2 6-15,-2 1 9 0,4 6 32 0,-4 2-4 16,-1 0 11-16,-1 2-4 0,2 0-3 0,-2 4-90 16,-1-1-51-16,1-1 0 0,-3-1 0 0,2 0 0 15,-1 1 0-15,-1 3 0 0,1-4 0 0,-1-2 0 16,3 1 0-16,-1 1 0 0,-4-1 0 0,0-2 0 16,5 0 0-16,-3-8 0 0,-2-1 0 0,6-2 0 15,-5-3 0-15,1 1 0 0,0-4 0 0,0 0 0 16,0-3 0-16,-2-1 0 0,0 0 0 0,0-1 0 15,3 0 0-15,-3-5 0 0,3 6 0 0,-3-3 0 16,0-3 0-16,0 0 0 0,0 0 0 0,0 7 0 16,0-7 0-16,0 0 0 0,0 0 0 0,0 0 0 15,0 0 0-15,0 0 0 0,0 0 0 0,0 0 0 16,0 0 0-16,0 0 0 0,0 0 0 0,0 0 0 16,-19-22 0-16,10 12 0 0,-2-2 0 0,-5-1 0 15,-1 2 0-15,-6-4 0 0,1-1 0 0,-2 3 0 16,-1-2 0-16,11 3 0 0,-4 6 0 0,2-6 0 15,4 5 0-15,3 2 0 0,0-2 0 0,-1 1 0 16,6 3 0-16,-1-2 0 0,1 1 0 0,-1 1 0 16,5 3 0-16,-6-8 0 0,7 3 0 0,-1 5 0 15,1-10 0-15,2 1 0 0,2 1 0 0,3-4 0 16,6-3 0-16,6-2 0 0,4-3 0 0,7 1 0 16,1 0 0-16,15-6 0 0,1 1 0 0,0-1 0 15,-15 9 0-15,15-5 0 0,-15 5 0 0,0 1 0 16,4 0 0-16,-4-1 0 0,-1 6 0 0,-6 0 0 15,-9 2 0-15,-5 1 0 0,0 4 0 0,-3 0 0 16,-3 1 0-16,1-3 0 0,-2 2 0 0,-1 3 0 16,-1-3 0-16,-3 3 0 0,4-2 0 0,-4 2 0 15,3-3 0-15,-3 3 0 0,0 0 0 0,0 0 0 16,0 0 0-16,0 0-245 0,0 0-433 0,-21-3-534 16,14 2-1312-16,7 1 581 0</inkml:trace>
  <inkml:trace contextRef="#ctx0" brushRef="#br0" timeOffset="107412.1861">27921 2474 375 0,'0'0'427'0,"0"0"-7"0,0 0-21 15,0 0 7-15,2-8-11 0,-2 8-7 16,3-3-15-16,-3 3-8 0,0 0-12 0,0-5-17 15,0 5-15-15,0 0-24 0,3-5-14 0,-3 5-16 16,1-3-12-16,-1 3-12 0,0 0-12 0,2-6-22 16,-2 6-17-16,0 0-18 0,6 0-24 0,-6 0-22 15,5-4-11-15,1 3-19 0,2 1-9 0,0 1-3 16,1-1-9-16,5 3-13 0,-3 0-5 0,2 1-16 16,-3-1 0-16,1 1-6 0,-1 2-8 0,-5-1-1 15,5 2-9-15,-5 0 4 0,3 0-8 0,-2 0 0 16,-1-1-5-16,-3 1 2 0,-1 0-4 0,0 2 4 15,-3-1-8-15,-2 2 10 0,-1-2-3 0,-4 1-2 16,-4 2 2-16,-1-1-2 0,-3-3 4 0,-2 0 0 16,1-1-1-16,0-1 5 0,3-3 4 0,-3 0 10 15,5 1 17-15,1-6 12 0,1 1-13 0,4 1-47 16,-2-5 0-16,4-2 0 0,3 0 0 0,-2-4 0 16,4 1 0-16,4-6 0 0,5 0 0 0,3-4 0 15,3 0 0-15,6 4-153 0,1 0-62 0,5 3-49 16,3-1-67-16,-2 5-72 0,4 2-56 0,0 1-57 15,0 1-48-15,-4 1-317 0,1 1-955 0,-7 1 422 16</inkml:trace>
  <inkml:trace contextRef="#ctx0" brushRef="#br0" timeOffset="107811.5775">28275 2277 112 0,'2'-8'520'0,"-4"-9"16"0,2 7 19 15,0 0 6-15,-1-1-1 0,0 3 28 0,1 2-22 16,-2-1-8-16,2 1-18 0,-1 0-28 0,1 1-37 16,-1 2-43-16,1-2-43 0,0 5-43 0,0-6-33 15,0 6-33-15,0 0-42 0,0 0-128 0,0 0-110 16,0 0 0-16,1 16 0 0,-2-3 0 0,0 6 0 16,-1 9 0-16,0-3 0 0,0 4 0 0,1 2 0 15,-1-1 0-15,0 5 0 0,0-2 0 16,-1 5 0-16,1-4 0 0,1 2 0 0,-3 11 0 0,-1-11 0 15,2-2 0-15,-1 0 0 0,3 1 0 0,0 0 0 16,-2 2 0-16,-3-4 0 0,2 2 0 0,1-1 0 16,-2-3 0-16,4 3 0 0,-7-4 0 0,4-4 0 15,-1 0 0-15,3-8 0 0,-1-2 0 0,3-2 0 16,-1-4 0-16,-2 0 0 0,3-2 0 0,0-4 0 16,0 1 0-16,0-1 0 0,-2 1 0 0,2-5 0 15,1 4 0-15,-1-4 0 0,0 0 0 0,0 0 0 16,0 0 0-16,0 0 0 0,0 0 0 0,5-19 0 15,-1 7 0-15,1-4 0 0,0-2-57 0,-2-1-546 16,-1 0-41-16,6-8-18 0,-5 1-376 0,-2 5-1124 16,-1 1 498-16</inkml:trace>
  <inkml:trace contextRef="#ctx0" brushRef="#br0" timeOffset="108045.9587">28169 2803 101 0,'-6'-9'135'16,"-2"1"44"-16,3 3 33 0,1-1 26 0,0 2 31 15,-6-3 25-15,5 1 32 0,1 3 38 0,0-2 39 16,3 0 24-16,-1 3 18 0,0-2-4 0,2 4 26 15,-4-2-1-15,4 2-1 0,-1-5-15 0,1 5-13 16,0 0-23-16,0-5-36 0,0 5-39 0,9-5-40 16,0 0-32-16,10-2-26 0,9-3-107 0,4 3-134 15,7-4 0-15,12 2 0 0,-13 2 0 0,1 0 0 16,0 1 0-16,-3-2 0 0,-4 1 0 16,-2 2 0-16,-1 0 0 0,-13 3 0 0,3-1 0 15,-6 0 0-15,0 2 0 0,-7-1 0 0,2 1 0 16,-3-2 0-16,0 0 0 0,0 2 0 0,-5 1 0 0,8-2 0 15,-8 2-341-15,0 0-107 0,1-1-103 0,-1 1-91 16,-9-6-394-16,3 4-1120 0,-2-6 496 0</inkml:trace>
  <inkml:trace contextRef="#ctx0" brushRef="#br0" timeOffset="108580.7232">29070 2538 374 0,'0'-6'484'0,"0"1"6"0,0-1 8 16,0 3 1-16,3-3-1 0,-3 3-9 0,0-1-16 15,0 4-30-15,1-6-9 0,-1 6-38 0,1-4-22 16,-1 4-39-16,0 0-34 0,0 0-32 16,0 0-34-16,0 0-22 0,0 0-14 0,3 12 13 0,-4-1 11 15,1 1-12-15,2 6-12 0,-2 3-9 0,0 1-38 16,0 5-152-16,0 0 0 0,0 0 0 0,0-1 0 16,0-1 0-16,-1 5 0 0,1-3 0 15,-3 0 0-15,2 1 0 0,-3-3 0 0,2 2 0 16,0-4 0-16,-3 4 0 0,0-9 0 0,4 1 0 0,1-2 0 15,-1-4 0-15,-2-1 0 0,-1-2 0 0,3-4 0 16,-2 1 0-16,2-1 0 0,1-2 0 0,0 0 0 16,0-4-103-16,-4 5-247 0,4-5-76 0,0 0-67 15,0 0-91-15,0 0-456 0,-14-19-1126 16,13 8 499-16</inkml:trace>
  <inkml:trace contextRef="#ctx0" brushRef="#br0" timeOffset="108946.0768">28877 2598 515 0,'0'-8'530'0,"5"1"10"16,-5-3-11-16,3 3-19 0,-2 0-24 0,6-4-23 16,-2 2-19-16,1 1-34 0,2-2-31 0,1 1-38 0,5-3-39 15,-1 1-23-15,3 2-35 0,1 0-17 16,3 2-26-16,-1 3-21 0,11 0-20 0,-10 0-16 15,8 4-10-15,2 1-16 0,-1 3-5 0,-8 2-19 16,0-3-4-16,-2 2-17 0,2 2-9 0,-6 2-7 16,2 0 4-16,-2 2-15 0,-6-2-5 0,1 1-2 15,-2-3-10-15,-3 5 4 0,0-2-11 0,-2 2 7 0,-2 1-1 16,-5-3-7-16,-2 7 10 0,-3-3-2 16,-5 2-4-16,-8 2 0 0,0-1 1 0,-4-4-8 15,1 0-10-15,-1-2-26 0,0 0-9 0,8-6-14 16,0 1-16-16,5 0-23 0,4-5-6 0,2 2-13 15,0-1-21-15,2-4-51 0,5 2-60 0,-5-3-31 0,5 3-37 16,5-10-36-16,2 4-37 0,2 0-35 16,7-4-50-16,2 2-50 0,-4-2-255 0,3 2-825 15,1 0 366-15</inkml:trace>
  <inkml:trace contextRef="#ctx0" brushRef="#br0" timeOffset="109984.0154">29391 2623 105 0,'0'0'388'0,"6"-2"4"16,-6 2 22-16,4-3 3 0,1 1 0 0,-5 2-7 16,4-6-18-16,-4 6-16 0,0-3-19 0,0 3-18 15,1-2-25-15,-1 2-26 0,4-5-27 0,-4 5-27 16,0 0-23-16,4-2-27 0,-4 2-17 0,0 0-20 16,0 0-17-16,0 0-17 0,0 0-16 0,0 0-7 15,12 5-9-15,-9-1-11 0,3-2-11 0,0 5-5 16,-3-2-1-16,0 0-15 0,5 4 2 0,-6-3-6 15,2 1-5-15,-4-1-2 0,3 0-9 0,-2 3 3 16,-1-1-2-16,0-2-4 0,-1 2 1 0,-3-1-3 16,-5 1-3-16,4 0-4 0,-3-1 0 0,3-3-3 15,-9 3-5-15,7-2 1 0,0-4 5 0,-2 1-1 16,0-1-1-16,9-1 3 0,-12-1 2 16,12 1-1-16,-11-5 5 0,5 1 6 0,3-2-2 0,0-3 9 15,0-1 2-15,3 2-4 0,1-5-1 0,2 3 0 16,1-1-2-16,2 1-1 0,-1 0-1 0,3-1-2 15,0 3-4-15,0 0 2 0,1-1-2 0,-2 4-7 16,2 0-2-16,2 0-5 0,-4 1 8 0,2 3 3 16,3 1-4-16,-4 1-11 0,1 0 3 0,-3 3 2 15,7 2 4-15,-5-1 2 0,-2 0-11 16,6 4 10-16,-5-1-6 0,1 0 3 0,-3 0 3 0,0 2-3 16,2-1 0-16,-5 2 4 0,1-3 1 0,-1 2-2 15,1-3-1-15,-1 1-3 0,-2-1-2 16,3 0-9-16,-2-2-8 0,1-2-3 0,-1 3-5 15,-1-6 9-15,2 5 3 0,-2-5 5 0,2 4 5 0,-2-4 4 16,0 0 11-16,0 0 5 0,0 0-5 16,0 0 3-16,0 0-3 0,0 0 1 0,8-15 0 0,-6 9-1 15,0 0 2-15,4-4 3 0,-3 3 8 0,0-1-4 16,3-1 8-16,-1 2 7 0,0-1 3 16,1-2-6-16,-1 3 5 0,-1 1 4 0,3 0-10 15,-2 1 0-15,0 0-5 0,3 2-2 0,-1 1-7 0,0 0 0 16,2 1-5-16,1 1 0 0,-1 1 3 15,0 2-6-15,0-2-1 0,-2 2 0 0,2 1 2 16,1 1-7-16,-4 2 1 0,4-1 5 0,-1 3-7 0,-4-2 3 16,-1 0-10-16,-1 1 10 0,1 1-5 0,-2-1 4 15,-2-2-2-15,-2 2 10 0,-2 1-5 16,-1 1 0-16,-2-2-12 0,-3-2 7 0,1 2-5 16,3-2 0-16,-1 1 3 0,1-4-2 0,2-1 7 15,-1 1 4-15,5-3 6 0,-8 1-10 0,8-1-1 16,0 0 4-16,-5-9-6 0,5 0 10 0,5 0-9 15,-1-1 3-15,5-6-5 0,9-7 1 0,1 2-1 16,7 2 6-16,1-2-11 0,3-1 8 0,-2-4-5 16,17-2 0-16,-13 7 14 0,10-7 1 0,-1 1 13 15,-9 9 3-15,0 0 13 0,-4 0 22 0,0 0 8 16,-1 2-8-16,-7-1 1 0,-4 5-1 0,-1-1 6 16,-3 1-1-16,-3 2-65 0,-2 3-3 0,0-3 0 15,-1 0 0-15,-3 4 0 0,1-6 0 0,-2 6 0 16,-2-2 0-16,0 3 0 0,0-5 0 0,-4 3 0 15,-2-1 0-15,-1 0 0 0,1 1 0 0,-4 0 0 16,3 3 0-16,0-3 0 0,0 4 0 0,0-1 0 16,2 1 0-16,-2 2 0 0,7 1 0 0,-8-2 0 15,8 2 0-15,0 0 0 0,-12 3 0 0,7 2 0 16,-2 2 0-16,3 4 0 0,-1 1 0 0,3 5 0 16,-2 4 0-16,0-2 0 0,0 4 0 0,4 5 0 15,-2-2 0-15,3 4 0 0,0-5 0 0,-1 5 0 16,0-3 0-16,0 0 0 0,3 0 0 0,-2 0 0 15,-1-2 0-15,3-6 0 0,-2 8 0 0,-1-2 0 16,0-7 0-16,0-1 0 0,1 0 0 0,-1-4 0 16,-1 0 0-16,0-3 0 0,-2-2 0 0,3 2 0 0,-1-5 0 15,1 0 0-15,-3 1 0 0,3-1 0 16,0-5 0-16,0 0-91 0,-1 4-323 0,1-4-105 16,0 0-82-16,0 0-494 0,0 0-1186 0,0 0 526 15</inkml:trace>
  <inkml:trace contextRef="#ctx0" brushRef="#br0" timeOffset="110330.6461">30099 2636 391 0,'-4'-6'425'0,"4"6"14"0,0-5 26 0,0 5 19 0,2-6 3 16,-2 6-4-16,0 0-22 0,0-9-33 0,0 9-28 16,2-3-38-16,-2 3-47 0,6-6-30 0,-2 0-34 15,1 4-18-15,7-3-28 0,-1 4-26 0,7-6-11 16,0 4-20-16,-5-1-16 0,6 1-14 0,-6 0-10 15,5-1-11-15,-2 0-15 0,-2 4 3 0,-1-3-19 16,1 2 2-16,-5 0-11 0,0 0-12 0,-1-1-5 16,-8 2 1-16,15 2-15 0,-6 0-4 0,0 0 1 15,-4 1-2-15,0 1 1 0,3-1-2 0,-7 1-4 16,6 2 2-16,-2 0-11 0,-3 0 6 0,2 0-6 16,-1 5 1-16,-1-3 3 0,1 1 2 15,-3-2 3-15,1 2-13 0,-1 0 6 0,1 0-4 16,-1-2-4-16,-1 1 2 0,1-2 4 0,0-1-9 15,0 0-3-15,0-5-21 0,0 8-21 0,0-5-36 16,0-3-24-16,1 4-24 0,-1-4-24 0,0 0-29 0,2 3-65 16,-2-3-104-16,0 0-90 0,7-10-89 15,-2 5-385-15,-1-5-994 0,5-5 439 0</inkml:trace>
  <inkml:trace contextRef="#ctx0" brushRef="#br0" timeOffset="110464.1978">30479 2509 92 0,'3'-6'341'0,"-1"3"1"0,-2 3 10 0,5-7 21 15,-4 3 10-15,0 2 6 0,-1 2-14 0,2-5-39 16,-2 5-34-16,2-2-36 0,-2 2-43 0,0 0-56 0,0 0-52 16,0 0-79-16,12 7-99 0,-5-3-106 15,-1-1-107-15,-1 2-322 0,2-1-647 0,-2-1 287 16</inkml:trace>
  <inkml:trace contextRef="#ctx0" brushRef="#br0" timeOffset="110732.9463">30656 2575 225 0,'16'-4'448'16,"-15"3"10"-16,3-2 17 0,-2-1 4 0,-2 4 11 16,0 0-4-16,3-10-8 0,-3 10-16 0,0-5-13 15,0 5-18-15,1-7-27 0,-1 7-27 0,0 0-45 16,0 0-30-16,0 0-35 0,-4-5-23 0,4 5-25 16,0 0-21-16,0 0-25 0,-15 8-20 0,6-1-6 15,0-1-21-15,3 3-17 0,-1-2-7 16,0 1-7-16,0 0-33 0,2 2-62 0,0-3 0 15,1 1 0-15,3-2 0 0,-3 4 0 0,4-4 0 0,0 3 0 16,1-1 0-16,4-1 0 0,3 2 0 0,2-1 0 16,6 0-2-16,-1 0-126 0,3-2-22 0,-5-2-37 15,1-2-33-15,4-2-35 0,2-1-57 0,-1 0-57 16,0-4-45-16,3 0-27 0,-3-3-55 0,6-4-374 16,-9-1-942-16,1-1 417 0</inkml:trace>
  <inkml:trace contextRef="#ctx0" brushRef="#br0" timeOffset="111032.4746">31026 2303 12 0,'3'-9'414'16,"-1"2"20"-16,-1 0 12 0,0-3 19 0,-2 0 26 15,0 3 11-15,1-4-3 0,0 6 16 16,0-1-11-16,1 2-22 0,-1-3-21 0,0 4-32 16,0 3-32-16,0 0-42 0,0 0-33 0,1-4-36 15,-1 4-16-15,0 0 41 0,0 0-19 0,0 19-22 16,0-8-236-16,3 6-34 0,-3 5 0 0,2 3 0 0,-2 1 0 15,2 1 0-15,-1 1 0 0,0 1 0 16,2-3 0-16,-2 2 0 0,-1 1 0 0,-1-1 0 0,5-3 0 16,-3 0 0-16,0 0 0 0,1-5 0 15,-1-1 0-15,0-2 0 0,-2-1 0 0,2-5 0 16,-1 1 0-16,0-3 0 0,0 0 0 0,-1-4 0 16,1 1 0-16,0-1 0 0,0 0 0 0,0-5 0 0,0 3 0 15,0-3 0-15,0 0 0 0,0 0-521 16,9-9-93-16,-3 0-59 0,0 3-392 0,2-10-1152 15,2 1 511-15</inkml:trace>
  <inkml:trace contextRef="#ctx0" brushRef="#br0" timeOffset="111754.0308">31176 2570 70 0,'3'-3'209'0,"-3"3"7"16,4-4 15-16,-4 4 21 0,2-4 17 0,-2 4 29 16,0 0 17-16,0-4 18 0,0 4 11 0,0 0 2 15,0 0-7-15,0-4-14 0,0 4-13 0,0 0-14 16,0 0-21-16,0 0-15 0,0 0-25 0,0 0-15 15,0 0-17-15,0 0-21 0,4-3-18 0,-4 3-18 16,0 0-9-16,0 0-15 0,0 0-17 0,0 0-14 16,0 0-6-16,0 0 1 0,0 0-14 0,0 0-5 15,0 0-7-15,0 0-3 0,9 0-5 0,-9 0 3 16,9 1-7-16,0-1 3 0,-9 0 3 0,14 0 9 16,-6-1 2-16,3-1 5 0,1-1-4 0,-3-3 4 15,0 2-7-15,-3 1 11 0,3-2 13 0,-1-3-14 16,-1 1 9-16,-2 3-14 0,-1-2-2 0,1 1-4 15,-2 2-14-15,0-1-2 0,-2-1-6 0,0 2 0 16,-1 3-15-16,1-7-10 0,-2 3-17 0,1 4 0 16,-4-6 0-16,4 6 0 0,-7-3 0 0,1 1 0 15,1 1 0-15,5 1 0 0,-14 1 0 16,8 3 0-16,-1 0 0 0,0 0 0 0,-2 3 0 0,1 0 0 16,3 3 0-16,-3-1 0 0,1 0 0 0,2 0 0 15,-2 2 0-15,3 0 0 0,2-1 0 0,-1-1 0 16,3 0 0-16,0 1 0 0,0-3 0 15,4-1 0-15,1 3 0 0,0-3 0 0,3 2 0 0,2-2 0 16,3-3 0-16,1-1 0 0,4 0 0 0,1-4 0 16,2 1 0-16,0-2 0 0,2-2 0 0,5-5 0 15,-10 2 0-15,9-5 0 0,-4 0 0 0,-5 1 0 16,-1 0 0-16,3-6 0 0,-6 3 0 0,0-1 0 16,2-4 0-16,-4 6 0 0,-3-1 0 0,-4 3 0 15,4-1 0-15,-2 4 0 0,-5-1 0 16,2 2 0-16,-3 2 0 0,2-1 0 0,-3 2 0 15,1 3 0-15,-1 2 0 0,0 0 0 0,0 0 0 0,0 0 0 16,0 0 0-16,-5 13 0 0,1-5 0 0,4 3 0 16,0 1 0-16,0 3 0 0,1 0 0 15,3-1 0-15,2 3 0 0,0-3 0 0,-1 3 0 16,5-2 0-16,-5-3 0 0,3-2 0 0,-3 2 0 16,4-5 0-16,-3 3 0 0,0-3 0 0,-4 2 0 0,5-5 0 15,-4 0 0-15,1 3 0 0,0-2 0 16,-3 0 0-16,2-1 0 0,-2 0 0 0,-2 2 0 15,-2-2 0-15,1 0 0 0,-10 1 0 0,-1 0 0 16,-6 1 0-16,-1-4 0 0,-8 3 0 0,-2 1 0 16,0-4 0-16,1-1 0 0,9 1 0 0,2-2 0 0,7 1 0 15,-1-1 0-15,3 1 0 0,0-1-90 0,4 0-16 16,5 0-20-16,-9-1-52 0,9 1-66 16,-1-3-61-16,1 3-36 0,0 0-29 0,13-5-29 15,-2 2-31-15,3 2-46 0,-2-1-379 0,2-1-926 16,0 1 411-16</inkml:trace>
  <inkml:trace contextRef="#ctx0" brushRef="#br0" timeOffset="114918.5994">19407 3395 422 0,'0'-6'450'0,"0"6"3"16,-1-5-7-16,1 5-6 0,0-6-19 0,0 6-12 15,-1-3-18-15,-3 1-8 0,4 2-3 0,-3-7-17 16,3 7-12-16,0-4-19 0,0 4-12 0,-1-3-9 16,1 3-9-16,1-7-17 0,-1 7-12 0,2-4-21 15,-2 4-27-15,3-4-27 0,0 2-28 0,2-1-18 16,5 2-15-16,-1 1-14 0,4 0-27 0,2 0-4 16,2 1-78-16,-2 2-14 0,1 3 0 0,0-1 0 0,-5 1 0 15,0 1 0-15,2 2 0 0,-4-2 0 16,-2 4 0-16,-2-1 0 0,-1 1 0 0,-4 0 0 0,0 2 0 15,-4 2 0-15,-3-4 0 0,-2 3 0 16,-5 1 0-16,-8 1 0 0,-5 0 0 0,1-4 0 0,-3-1 0 16,6 0 0-16,0-6 0 0,6-2 0 0,4 1 0 15,-3-2 0-15,5-2 0 0,0-4 0 16,0-1 0-16,6 0 0 0,-3-6 0 0,7 0 0 16,0-5 0-16,3-2 0 0,2 0 0 0,5-4 0 0,5-2 0 15,5-1 0-15,0 4 0 0,10-2 0 0,1 3 0 16,0 1-133-16,3 2-358 0,0 1-60 0,0 0-66 15,-1 4-450-15,0-1-1155 0,0 0 511 0</inkml:trace>
  <inkml:trace contextRef="#ctx0" brushRef="#br0" timeOffset="115287.1209">19814 3170 87 0,'-2'-4'456'0,"1"-1"54"16,-1 0 34-16,-1-2 27 0,-1-1 9 0,3 2 13 15,-2-1 1-15,1 2 2 0,0 1-11 0,0-3-26 0,2 2-24 16,-3 2-44-16,3-2-40 0,0 5-47 0,-3-5-40 16,3 5-93-16,0 0-271 0,0 0 0 0,0 0 0 15,0 0 0-15,-3 12 0 0,2 1 0 0,0 0 0 16,1 5 0-16,-2 7 0 0,0 1 0 16,-1 4 0-16,2 2 0 0,-2 1 0 0,-2 2 0 0,2 0 0 15,0-1 0-15,1 3 0 0,-4-3 0 0,4 2 0 16,-2 11 0-16,0-14 0 0,1 3 0 15,-2 10 0-15,4-12 0 0,-2-3 0 0,-2 2 0 16,4-5 0-16,1 1 0 0,-4-3 0 0,4 1 0 0,0-8 0 16,0-2 0-16,0 0 0 0,0-4 0 0,0-2 0 15,0-2 0-15,3-1 0 0,-3-2 0 0,0-2 0 16,0 1 0-16,0-2 0 0,0-3 0 0,1 7 0 16,-1-5 0-16,0-2 0 0,0 0 0 15,0 0 0-15,0 0 0 0,0 0 0 0,0 0 0 0,1-19 0 16,-1 7-81-16,0-3-506 0,-1-5-41 0,0 1-31 15,-3-9-381-15,-3 2-1125 0,1 1 497 0</inkml:trace>
  <inkml:trace contextRef="#ctx0" brushRef="#br0" timeOffset="115536.0754">19635 3668 199 0,'-4'-2'267'0,"4"2"24"0,-4-5 24 16,2 3 35-16,2 2 41 0,-2-4 37 0,2 4 28 15,-5-3 15-15,5 3 21 0,-2-2 9 0,2 2 1 16,0 0-3-16,0 0-1 0,0 0-18 0,0 0-43 15,3-6-37-15,3 4-43 0,5-2-37 16,2 0-34-16,7-2-35 0,10-1-251 0,3-1 0 0,-1 1 0 16,0 0 0-16,-3-1 0 0,2 1 0 0,-4 1 0 15,-7 0 0-15,2 1 0 0,-3 4 0 0,-1-2 0 16,-3-3 0-16,-2 4 0 0,-3-2 0 0,-2 2 0 16,0-1 0-16,-3 2 0 0,1 1 0 0,-2-2 0 15,-4 2 0-15,8-1 0 0,-8 1 0 0,0 0-315 16,5-5-174-16,-5 5-100 0,0 0-80 0,-7-7-353 15,1 4-1107-15,0 0 490 0</inkml:trace>
  <inkml:trace contextRef="#ctx0" brushRef="#br0" timeOffset="116305.5936">20835 3471 70 0,'-4'-4'320'0,"4"4"10"0,0-4 8 0,0 4 0 16,0-7 13-16,0 3 8 0,4-2-5 0,-4 3 5 16,1-1-3-16,-1 4-10 0,1-7-1 0,1 0-13 15,-1 4-4-15,0-2-23 0,3 0-13 0,-1 0-21 16,2 1-11-16,-1-3-19 0,1 3-18 0,2-3-20 15,0 2-17-15,-2 2-12 0,1-1-28 0,2-1-10 16,-2 3-19-16,1-2-6 0,-2 3-24 0,1 0-14 16,-1 0-4-16,-5 1-5 0,16 2-5 0,-9 0-7 15,0 2-12-15,4 2 0 0,-4-1-16 0,0 4 9 16,-3-1-3-16,2 1 2 0,-2 1-5 0,0 1-5 16,-4 1 2-16,0 0-8 0,-4 5 4 0,0-3-3 15,-4 2 7-15,-1 0-6 0,-2-1-1 0,-7 4 12 16,1-5-8-16,1-1-9 0,-7 4 0 0,5-6 2 15,2-3 3-15,0 2-3 0,5-5-3 0,-1-1-5 16,6 0 13-16,-3-2 1 0,1 0-1 0,5-2-1 16,3 0-18-16,-11-8 0 0,6 4 0 0,5-2 0 15,-4-3 0-15,7-1 0 0,-2-4 0 0,4-2 0 16,0-2 0-16,3 2 0 0,2-1 0 0,2 0 0 16,3-4 0-16,-2 5 0 0,-3 1 0 0,2 3 0 15,-1-1 0-15,-2 5 0 0,0-1 0 0,1 2 0 16,-1 2 0-16,-4 1 0 0,2 0 0 0,-1 1 0 15,0-1 0-15,0 2 0 0,5 2 0 0,-6 3 0 16,4 0 0-16,-4 0 0 0,4 1 0 0,-4 1 0 16,4-1 0-16,-1 5 0 0,-3-2 0 0,3 1 0 15,-1 2 0-15,0 1 0 0,-2-1 0 0,1 1 0 16,-2-2 0-16,0 1 0 0,2 0 0 0,-2 0 0 16,-1-1 0-16,1 2 0 0,-2-4 0 0,1 0 0 15,-1 0 0-15,2-2 0 0,-1 4 0 0,-1-3 0 16,2 0-119-16,-2-3-47 0,1 0-20 0,0 3-28 15,-1-3-24-15,0-1-34 0,-2-2-22 0,3 3-18 16,-3-3-35-16,2 4-65 0,-2-4-64 0,0 0-384 16,0 0-931-16,-12-12 413 0</inkml:trace>
  <inkml:trace contextRef="#ctx0" brushRef="#br0" timeOffset="116803.811">21197 3443 61 0,'8'-2'437'0,"-8"2"24"0,0 0 23 0,0 0 14 15,4-2-7-15,-4 2-6 0,0 0-18 0,0 0-18 16,0 0-21-16,0 0-11 0,0 0-17 0,0 0-25 16,0 0-23-16,0 0-19 0,8 2-33 0,-8-2-26 15,0 0-25-15,0 0-30 0,0 0-25 0,0 0-25 16,5 4-19-16,-5-3-27 0,0-1-10 0,5 6-7 15,-2-1-12-15,3 0-32 0,-2-1-62 0,0 3 0 16,2 1 0-16,-1 0 0 0,3 2 0 0,1-2 0 16,-4 2 0-16,0 0 0 0,2-1 0 0,-2 0 0 15,1 1 0-15,-2-1 0 0,1 0 0 0,0-1 0 0,-2-1 0 16,-1-2 0-16,2 2 0 0,-1-2 0 16,0-1 0-16,0 1 0 0,-1-3 0 0,1 2 0 15,0-1 0-15,-3-3 0 0,2 3 0 0,-2-3 0 16,0 0 0-16,0 0 0 0,0 0 0 0,0 0 0 15,9-10 0-15,-5 1 0 0,2-2 0 0,-2 0 0 16,3-5 0-16,0 2 0 0,-2-4 0 0,4 0 0 16,0 1 0-16,-4-1 0 0,4-5 0 0,-2 5 0 15,-4 3 0-15,5-2 0 0,-4 6 0 0,-3 3 0 16,3-3 0-16,-1 7 0 0,-2-4 0 0,-1 6 0 0,1-2 0 16,4 0 0-16,-5 4 0 0,0-7 0 0,3 5 0 15,-3 2 0-15,0 0 0 0,0 0 0 16,0 0 0-16,0 0 0 0,0 0 0 0,0 0 0 15,2 11 0-15,1-6 0 0,-3 2 0 0,1-2-279 16,2 2-222-16,1 3-47 0,-2-6-48 0,2 6-449 0,0-5-1132 16,2 0 502-16</inkml:trace>
  <inkml:trace contextRef="#ctx0" brushRef="#br0" timeOffset="117622.397">21605 3484 176 0,'0'0'389'0,"4"1"18"0,-4-1 26 0,0 0 14 0,0 0 15 16,0 0-7-16,0 0-8 0,0 0-25 16,0 0-16-16,0 0-29 0,0 0-18 0,0 0-26 15,0 0-24-15,0 0-32 0,0 0-29 0,1 4-29 16,-1-4-13-16,0 0-26 0,0 0-20 0,0 0-20 0,0 0-4 16,0 0-19-16,0 0-6 0,0 0-14 15,6 2-16-15,-6-2-5 0,0 0-3 0,9 1 0 0,-2-1-14 16,6-3 5-16,-3 1-18 0,3-1 9 15,-3 1-4-15,3 0 2 0,-3-3 2 0,1 3 12 16,-5-2-13-16,-1 1 5 0,4-1-47 0,-5 0-12 0,1 1 0 16,-1-1 0-16,0-1 0 0,-1 4 0 0,0-1 0 15,-2-2 0-15,-1 4 0 0,0-5 0 16,0 5 0-16,-1-7 0 0,1 7 0 0,-3-4 0 16,1 2 0-16,2 2 0 0,-7-2 0 0,7 2 0 0,-12 3 0 15,2-1 0-15,3 2 0 0,1 2 0 0,-6-2 0 16,2 4 0-16,1 1 0 0,0-2 0 15,0 4 0-15,5-2 0 0,-2 0 0 0,2 1 0 0,0 1 0 16,4 1 0-16,0-4 0 0,1 3 0 0,3 0-55 16,0-1-3-16,1-2 10 0,3 1 7 0,3-2 6 15,2-2 6-15,5 1 1 0,-2-2 6 0,-3-1 5 16,5-3-1-16,2 0 8 0,-4-3 7 0,3 1 17 16,-1-3 9-16,-2-2 3 0,1-1 4 15,0-1 3-15,-3 0 8 0,-2-5 9 0,-3 7-2 0,3-7-2 16,-5 6 3-16,-1-2-45 0,-2-2-4 0,2 1 0 15,-2-1 0-15,-1 0 0 0,-2 1 0 0,-1-1 0 16,0 4 0-16,-1-1 0 0,-2 2 0 0,2 1 0 16,-2 0 0-16,2 0 0 0,-1 3 0 0,-1 0 0 15,3 3 0-15,-1-5 0 0,1 5 0 0,-3-3 0 16,3 3 0-16,0 0 0 0,0 0 0 0,0 0 0 16,0 0 0-16,-5 11-27 0,5-11-8 0,5 3 6 15,-3 2-2-15,0-2 12 0,4 0 1 0,-1-1 9 16,1 1-1-16,0 0 13 0,0-1-16 0,3 0 3 15,-2-1 3-15,-1-1 0 0,1 1 13 0,-1-1-8 16,1 0-1-16,-7 0 0 0,15 0 3 0,-8 0 4 16,0-1 0-16,0 1 13 0,-7 0 9 0,8 0 7 15,-8 0-9-15,5-1-6 0,-5 1-8 0,10 1-3 16,-10-1-3-16,4 2-2 0,-4-2-2 16,0 4-2-16,0-4 5 0,1 6-2 0,2-2 1 0,-3 1 3 15,1 1-2-15,-1 2 4 0,0-2 14 0,0 1-16 16,2-1-2-16,-2 2 7 0,-2-1-3 0,2 0-7 15,2-3 0-15,-2 3 0 0,2-2-28 0,-2 0-19 16,4 1-11-16,1-3-10 0,0 1-22 0,3-1-23 16,1 3-33-16,4-6-24 0,3 0-25 0,3-2-25 15,1-2-26-15,-3 0-32 0,0 0-32 0,-2-3-30 16,0 3-32-16,-3-2-20 0,0-1-10 0,-2 0-14 16,1 0 13-16,-3-1 14 0,-3 1-196 0,-1 0-634 15,1 2 281-15</inkml:trace>
  <inkml:trace contextRef="#ctx0" brushRef="#br0" timeOffset="118072.8558">22322 3432 1056 0,'-1'-5'-32'15,"1"5"32"-15,-4-5 31 0,4 5 23 0,0-5 28 16,0 5 17-16,0 0 27 0,-1-3 26 0,1 3 19 16,0 0 21-16,0 0 30 0,0 0 0 0,0 0 19 15,0 0 17-15,0 0 11 0,1-5 9 0,-1 5 1 16,0 0-8-16,0 0-14 0,0 0-23 0,0-5-17 16,0 5-18-16,0-5-18 0,0 5-18 0,5-3-12 15,-5 3-17-15,8-3-13 0,-4 2-14 0,-4 1-11 16,8-1-12-16,-8 1-11 0,12 1-6 0,-8 0-10 15,3 2-6-15,-1-1-4 0,4 0-9 0,-1 5 1 16,-2-2 0-16,-2 0-10 0,1 1-7 0,0 3 0 16,-3-4-2-16,0 1 0 0,-2 2-1 0,-1-1 1 15,-1 2-1-15,-3 1-1 0,0-2 1 0,-1 1-4 16,-5-2-3-16,1 2-7 0,-2-3-8 0,-1-1-6 16,1 2-2-16,1-4 0 0,1-2 7 0,3 1 4 15,-2 1 2-15,3-3-4 0,-4 2 7 0,9-2-1 16,-11-7 4-16,8 3 9 0,-1 0-1 0,2-4 1 15,2-2-1-15,2-1-2 0,-2 1-3 0,1 0 3 16,3-1-4-16,1 2 0 0,2-1-2 0,-2 0-5 16,1 0 0-16,2 2 2 0,-4 3-1 0,2-1-4 15,-2 0 0-15,2 2-8 0,-2 4 5 0,1-3-2 16,2 1 1-16,-2 2-3 0,-5 0 1 0,11 2-1 16,-3 0 7-16,-4 1-4 0,1 2 0 0,4 1 4 15,-3-1-2-15,1 2 1 0,0 0 1 0,0 2 3 16,-2-1-5-16,1 0 5 0,-1 1-2 0,0-2-18 15,-1 0-23-15,0-1-27 0,1 0-31 0,0-1-26 16,0 0-36-16,1-1-28 0,1 0-52 0,1-1-46 16,-1-2-62-16,3-1-60 0,2-1-41 0,-2-2-255 15,2-1-763-15,0-3 338 0</inkml:trace>
  <inkml:trace contextRef="#ctx0" brushRef="#br0" timeOffset="119139.5875">22712 3368 332 0,'0'0'401'0,"0"0"23"16,0 0 10-16,0 0 4 0,0 0-7 0,0 0-17 15,9 0-22-15,-9 0-31 0,0 0-30 0,0 0-32 16,0 0-26-16,0 0-30 0,0 0-29 0,0 0-25 16,5 2-21-16,-5-2-19 0,4 4-16 0,0-1-11 15,-1-2-13-15,3 5-15 0,0-1-6 0,-2 1-15 16,1 2-9-16,3 0 0 0,-3 0-11 0,0-2-1 15,-1 3-8-15,0-3-3 0,-2 0-8 0,2 4-1 16,-4-3-6-16,3 0 1 0,-3-1-4 0,0-1-4 16,-3 1-1-16,2-1-1 0,-3 2-2 0,-4 0-1 15,-2-1-8-15,1 0-8 0,-1 0 2 0,-3-2-2 16,0-2-1-16,3 0 5 0,1-2 0 0,-2 0 5 16,2-1 2-16,1 1-5 0,0-3 5 0,3 2 1 15,-2-6 8-15,0 4-3 0,5-4 5 0,-2 0 4 16,1 0 4-16,2 2-5 0,1-2-2 0,1-3-1 15,-1 0-1-15,3 4-4 0,0-4-3 0,2 5-2 16,0 0 0-16,-2-1-3 0,1 2 1 0,-1-1-1 16,1 1-3-16,0 1-1 0,-1 1-1 0,0 0 0 15,-3 2 0-15,11 0 0 0,-11 0 1 0,11 2 2 16,-5 1 4-16,-1 2 3 0,0-2 5 0,3 6 7 16,-3 0 7-16,2 0 4 0,4 5 21 0,-5 2 21 15,2 1 21-15,1 1 4 0,1 8 18 0,-2 0 19 16,0 1 6-16,-2 5 0 0,0 1 0 0,-2 2-85 15,4 12-60-15,-4-14 0 0,0 3 0 0,-2-3 0 16,2 2 0-16,0-1 0 0,-1 12 0 0,0-11 0 16,-3-4 0-16,1 0 0 0,4-1 0 0,-6-4 0 15,4 1 0-15,-2-8 0 0,0 1 0 0,-1-3 0 16,3-1 0-16,-2-4 0 0,1-1 0 0,-4-2 0 16,2 0 0-16,3-5 0 0,-2 2 0 0,-1-2 0 15,0-4 0-15,0 7 0 0,0-7 0 0,0 5 0 16,0-5 0-16,0 0 0 0,0 6 0 0,0-6 0 15,0 0 0-15,0 0 0 0,0 0 0 0,0 0 0 16,0 0 0-16,0 0 0 0,0 0 0 0,0 0 0 16,0 0 0-16,0 0 0 0,-18-13 0 0,8 4 0 15,-3-1 0-15,-1-2 0 0,-4 1 0 0,-5-6 0 16,1 3 0-16,-2-1 0 0,-3 0 0 0,4 4 0 16,-2-2 0-16,8 2 0 0,-2 1 0 0,2-1 0 15,2 3 0-15,1-2 0 0,4 4 0 0,-2 1 0 16,3-3 0-16,0 2 0 0,3-1 0 0,0-3 0 15,0 3 0-15,1-1 0 0,0 4 0 0,4-4 0 16,-2-4 0-16,3 2 0 0,4-2 0 0,1-3 0 16,4-2 0-16,0 0 0 0,10-3 0 0,4-2 0 0,0-4 0 15,17-4 0-15,-2 1 0 0,3 1 0 16,1-3 0-16,2 2 0 0,-1-1 0 0,-11 10 0 16,14-6 0-16,-18 6 0 0,3 0 0 0,1 0 0 15,-4 0 0-15,-1-1 0 0,-5 2 0 0,1 0 0 16,-7 6 0-16,-3 1 0 0,-1 0 0 0,0-1 0 0,-7 5 0 15,3-1 0-15,-4 4 0 0,1 2 0 0,-1-1 0 16,-3-2 0-16,0 5 0 0,3-3 0 16,-4 4 0-16,0-6 0 0,0 6 0 0,-6-3 0 15,6 3 0-15,-13 0 0 0,8 0 0 0,5 0 0 16,-13 5 0-16,3 1 0 0,1 3 0 0,1-3 0 0,1 3 0 16,-1 3 0-16,0-2 0 0,2 0 0 0,1 1 0 15,1 0 0-15,-1 2 0 0,3-2 0 16,0-1 0-16,0-1 0 0,0 2 0 0,4-2 0 0,0-3 0 15,1 4 0-15,2-4 0 0,1 1 0 16,4-1 0-16,3 1 0 0,5-2 0 0,-1-2 0 0,3-1 0 16,2-1 0-16,1-4 0 0,-4 3 0 15,12-7 0-15,-10 4 0 0,5-3 0 0,-4-1 0 16,-4 4 0-16,-1-3 0 0,-4 0 0 0,1 2 0 16,-5-4 0-16,0 5 0 0,-5-1 0 0,1 0 0 0,3-2-174 15,-7 3-410-15,3 0-84 0,-5-3-460 0,1 6-1221 16,0 0 540-16</inkml:trace>
  <inkml:trace contextRef="#ctx0" brushRef="#br0" timeOffset="120057.1889">24266 3273 330 0,'0'-12'382'0,"-4"-1"9"0,4-3 23 0,-1 8 32 15,-2-4 17-15,2 0-15 0,-4 3-19 0,4-1-17 16,-3 2-25-16,4 1-18 0,-2-1-28 0,-1 1-16 15,-1 1-32-15,2 0-22 0,-2 0-28 0,1 1-10 16,-3 0-33-16,-2 3-16 0,2 0-14 0,-5 0-11 16,0 1-21-16,1 5-16 0,-8 0-16 0,4 3-10 15,-3 5-9-15,3 0-14 0,-9 6-2 0,5 1-4 16,4-4-5-16,0 6-5 0,4-3 4 0,1 2-1 16,1-4 0-16,1 1-9 0,-1 0-8 0,2-2-8 15,2 0 9-15,1-4-3 0,3 0-14 0,-4-1-27 16,4 4 0-16,0-6 0 0,4 4 0 0,1-1 0 15,0 0 0-15,4-2 0 0,0 1 0 0,4 3 0 16,1-2 0-16,0 0 0 0,4 0 0 0,-4-1 0 16,5-2 0-16,-3 2 0 0,-1-1 0 0,-1 0 0 15,-1-4 0-15,-3 2 0 0,-1 0 0 0,1-2 0 16,-1 3 0-16,-4-3 0 0,-1 0 0 0,1 0 0 16,0 2 0-16,-3-1 0 0,0 0 0 0,-2-1 0 15,0 0 0-15,-4 2 0 0,-3 1 0 0,0 0 0 16,-2-2 0-16,-5-1 0 0,1 0 0 0,-1 1 0 15,-1-3 0-15,4 1 0 0,-3 0 0 0,2-3 0 16,-2 1 0-16,5-2 0 0,1-2 0 0,-1 1 0 16,3-3 0-16,-2 0 0 0,3-1 0 0,0-3 0 15,1 0 0-15,3-3 0 0,-3-1 0 0,8-4 0 16,1 0 0-16,0 1 0 0,4 1 0 0,1-4 0 16,1 6 0-16,0-1 0 0,7 2 0 0,-3 1 0 15,3 2 0-15,1 0 0 0,-1 0 0 0,1 2 0 16,-6 2 0-16,1 2 0 0,-1 0 0 0,1 2 0 0,0 0 0 15,-5 4 0-15,5-3 0 0,-5 5 0 16,0-2 0-16,3 3 0 0,-6 1 0 0,2-1 0 16,-2 1 0-16,-2 2 0 0,1 0 0 0,-3 0 0 15,1 1 0-15,0 0 0 0,-3-1 0 0,1-2 0 16,-2 2 0-16,1-5 0 0,0 2 0 0,0 0 0 0,-2-2 0 16,1 0 0-16,1-5 0 0,-1 7 0 15,1-7 0-15,-3 4 0 0,4-1 0 0,-1-3 0 16,0 0 0-16,0 0-40 0,0 0-190 0,0 0-47 15,0 0-40-15,13-14-56 0,-9 9-51 0,1-4-62 16,4-1-65-16,-4 2-365 0,4-4-992 0,-3 3 439 0</inkml:trace>
  <inkml:trace contextRef="#ctx0" brushRef="#br0" timeOffset="120212.5006">24403 3389 48 0,'0'0'390'0,"0"-5"5"0,0 5 18 15,1-7 2-15,-1 5 0 0,0 2-16 0,-1-8-34 0,1 8-34 16,1-5-35-16,-1 5-31 0,0-3-50 16,0 3-71-16,0 0-79 0,2-4-85 0,-2 4-90 15,0 0-70-15,0 0-75 0,12 5-66 0,-8-3-224 16,1 3-591-16,0-2 261 0</inkml:trace>
  <inkml:trace contextRef="#ctx0" brushRef="#br0" timeOffset="120709.7425">24505 3487 370 0,'0'0'466'0,"0"0"17"0,0 0 25 15,0 0 5-15,5-7-5 0,-5 3-6 0,0 4-7 16,4-6-25-16,-4 2-33 0,3 1-26 0,-1-2-28 16,2 2-31-16,0-3-35 0,2 2-29 0,-2-1-28 15,4 0-27-15,-2 0-24 0,6 0-22 0,-3-1-16 16,1 4-18-16,3-1-19 0,-1-1-14 0,0 1-12 15,3 1-7-15,-2 0-89 0,-3-1-12 0,-1 3 0 16,2 0 0-16,-3 0 0 0,0 3 0 0,-3-1 0 16,4 0 0-16,-5 1 0 0,5 1 0 0,-5-1 0 15,-2 2 0-15,5 0 0 0,-5 2 0 0,2-2 0 16,-4 1 0-16,3 2 0 0,-3 0 0 0,-3 1 0 16,-1 2 0-16,-1 0 0 0,-4 3 0 0,-1 0 0 15,-2 2 0-15,-2-2 0 0,-5 5 0 0,5-3 0 16,0-2 0-16,1-2 0 0,-1 2 0 0,5-5 0 15,2 0 0-15,-2-1 0 0,2-2 0 0,2 0 0 16,3-2 0-16,-4-1 0 0,3 1 0 0,0 0 0 16,3-4 0-16,-2 4 0 0,2-4 0 0,0 0 0 15,0 0 0-15,0 0 0 0,11 3 0 0,-11-3 0 16,29-7 0-16,-12 3 0 0,2 0 0 0,2-2 0 16,-2 3 0-16,-3-3 0 0,5-1 0 0,-2 2 0 15,0 0 0-15,-1-2 0 0,0 2 0 0,0-1 0 16,-4 2 0-16,-1 1 0 0,-2-2 0 0,1 0 0 0,-2 2 0 15,0-1 0-15,-3 1 0 0,-1 1 0 16,3 0 0-16,-3 0 0 0,-1-1 0 0,-1 1 0 16,0-2 0-16,1 1-270 0,-1 2-177 0,0-1-40 15,-4 2-44-15,9-6-56 0,-5 6-392 0,-4 0-1059 16,5-9 469-16</inkml:trace>
  <inkml:trace contextRef="#ctx0" brushRef="#br0" timeOffset="121192.3671">24982 3500 80 0,'0'0'336'0,"3"-4"22"0,-3 4 23 16,0 0 29-16,2-3 17 0,-2 3 6 0,0 0-3 15,0 0-12-15,0 0-17 0,4-2-17 0,-4 2-25 16,0 0-21-16,0 0-19 0,0 0-21 0,5-2-19 16,-5 2-10-16,0 0-27 0,0 0-10 0,0 0-18 15,0 0-22-15,0 0-18 0,9-4-11 0,-4 3-20 16,0-1-16-16,0 0-4 0,3-1-3 0,-2 0-6 15,5-4-8-15,1 3-11 0,-1-3 7 0,0 0 1 16,3 1-82-16,-5 1-21 0,0-3 0 0,1 2 0 16,-5-1 0-16,0 2 0 0,2 0 0 0,-3 2 0 15,-2-3 0-15,3 3 0 0,-1 0 0 0,-4-1 0 16,0 4 0-16,0-6 0 0,0 6 0 0,-1-5 0 0,1 5 0 16,-8 0 0-16,8 0 0 0,-13 0 0 15,3 3 0-15,0 1 0 0,-3 1 0 0,-5 1 0 16,2 4 0-16,-2 1 0 0,0 0 0 0,0 0 0 15,4 0 0-15,-1 1 0 0,2-2 0 0,0 1 0 16,4-2 0-16,4 0 0 0,-3 0 0 0,3-1 0 0,4 2 0 16,-3-5 0-16,4 4 0 0,4-2 0 0,1 4 0 15,0-3 0-15,3 2 0 0,2-3 0 0,5 2 0 16,2-2 0-16,2-1 0 0,3-1 0 16,6 0 0-16,1-1 0 0,-2 0 0 0,-4-3 0 15,-2-1 0-15,-3 0 0 0,2-2 0 0,-2-1 0 0,-5 1 0 16,1 0 0-16,-3-2 0 0,0 0 0 0,-1-1 0 15,-1 1 0-15,-3 0 0 0,-1 1 0 0,-1 1 0 16,2-3-103-16,-2 2-262 0,-4-1-52 16,0 4-53-16,0 0-53 0,-2-7-61 0,-3 3-372 15,5 4-1033-15,-9-5 457 0</inkml:trace>
  <inkml:trace contextRef="#ctx0" brushRef="#br0" timeOffset="123595.6795">26342 3362 129 0,'0'-10'408'0,"2"2"17"0,-2 1 13 0,0 0 29 15,-1 0 11-15,0 0-21 0,1 0-19 16,-1 1-22-16,1-1-22 0,-2 1 1 0,2 1 3 16,-2-2-3-16,3 3-12 0,-2 0-15 0,-1 0-24 15,2 4-26-15,-1-6-27 0,1 6-19 0,-1-4-26 0,1 4-26 16,0 0-25-16,0 0-15 0,0 0-44 0,0 0-136 15,0 0 0-15,0 0 0 0,0 0 0 16,6 15 0-16,-2-5 0 0,-1 3 0 0,-1-1 0 16,2 6 0-16,-2 0 0 0,0 0 0 0,-2 7 0 15,2-6 0-15,-2-1 0 0,0 1 0 0,0-1 0 0,-4 1 0 16,2 1 0-16,-2-1 0 0,0-1 0 0,3 2 0 16,-3-1 0-16,0-2 0 0,0-1 0 15,2 1 0-15,1-5 0 0,1-2 0 0,0 0 0 0,0 0 0 16,0-5 0-16,0 2 0 0,0-1 0 0,1-2 0 15,-2 3 0-15,2-6 0 0,-1-1 0 0,-1 7 0 16,-1-4 0-16,2-3 0 0,0 0 0 0,0 0 0 16,-1 6 0-16,1-6 0 0,0 0 0 15,0 0 0-15,0 0-29 0,4-24-404 0,-4 17-66 0,2-5-64 16,-2-4-51-16,-2-1-396 0,-2-1-1092 0,1 0 484 16</inkml:trace>
  <inkml:trace contextRef="#ctx0" brushRef="#br0" timeOffset="124013.5787">26218 3327 322 0,'-3'-4'339'0,"-1"-3"24"15,3 3 22-15,-3-1 16 0,3-2 8 0,-3 3 10 16,1-1-7-16,2 1 6 0,-1-2-4 0,-1 3-14 16,3-1 0-16,-1 0-27 0,1 4-15 0,4-10-41 15,-2 5-29-15,-1 0-22 0,3-1-21 0,0 4-17 16,1-3-19-16,3 0-18 0,1 1-17 0,-3 2-19 15,7 1-11-15,8 0-21 0,0 1 0 0,7 1-4 16,-2 2-1-16,7 6-40 0,-5-2-78 0,4 3 0 16,-2 2 0-16,-1 0 0 0,-1 5 0 0,0 0 0 15,-2 1 0-15,-1 0 0 0,-7-2 0 0,0 5 0 16,-5-3 0-16,-4-2 0 0,-3 0 0 0,-2 1 0 16,-4 1 0-16,-4 0 0 0,-2 0 0 0,-5 1 0 15,-4 1 0-15,-4 1 0 0,-4 0 0 0,1-2 0 16,-2 1 0-16,-1-4 0 0,-1-2 0 0,2 0 0 15,3-4 0-15,1-2 0 0,3 0 0 0,-1-1 0 16,8-1 0-16,1-1 0 0,0-3 0 0,4-1 0 16,1 4 0-16,4-5 0 0,-9 3 0 0,4-1 0 15,5-2 0-15,0 0 0 0,0 0 0 0,0 0 0 16,0 0 0-16,0 0 0 0,0 0 0 0,0 0 0 16,0 0 0-16,19-10 0 0,-11 7 0 0,0 2-123 15,3-3-333-15,0 1-53 0,1 1-55 0,1-1-63 16,-4 1-359-16,2-1-1067 0,2 0 472 0</inkml:trace>
  <inkml:trace contextRef="#ctx0" brushRef="#br0" timeOffset="124362.094">26799 3642 254 0,'4'-4'474'0,"1"2"28"0,-2 0 26 15,-1-1 16-15,1 0 6 0,-3 3-15 16,4-4-20-16,-2 3-28 0,0-3-27 0,-2 4-30 0,0 0-34 16,0 0-31-16,0 0-31 0,5-1-34 0,-5 1-32 15,0 0-25-15,0 0 9 0,2 10-2 0,-2 0-19 16,2-2-18-16,0 5-153 0,-1 5-60 16,4-2 0-16,-5 2 0 0,4-1 0 0,-4 3 0 15,0-1 0-15,4 0 0 0,-4 0 0 0,1 5 0 0,1-7 0 16,0 1 0-16,-2 2 0 0,0-4 0 0,-2 0 0 15,2 0 0-15,-2-2 0 0,2-1 0 0,-1-3 0 16,1 0 0-16,0-3 0 0,1-1 0 0,-2 0 0 16,1-1 0-16,-3 3 0 0,3-5 0 0,0-3 0 15,3 4 0-15,-3 0 0 0,0-4 0 0,0 5 0 16,0-5 0-16,0 0-296 0,0 0-181 0,0 0-60 16,3-13-60-16,-1 6-451 0,-2-2-1134 0,4-2 501 15</inkml:trace>
  <inkml:trace contextRef="#ctx0" brushRef="#br0" timeOffset="124747.6449">26826 3631 425 0,'0'-7'459'16,"3"1"19"-16,-1-1 23 0,0 1 8 0,0 0 6 15,2-1-9-15,-2 2-25 0,2 0-30 16,-4-2-24-16,5 3-31 0,-1-1-26 0,-3 2-32 0,3-1-37 15,0-1-30-15,0 1-27 0,2 0-29 0,-1 3-17 16,3 1-22-16,0-3-17 0,-2 2-18 0,2 1-16 16,0 0-12-16,2 0-3 0,-1 2-25 0,0 0-11 15,1 1-2-15,0 3-21 0,-1-1-51 16,-1 0 0-16,1 3 0 0,0-2 0 0,-3 4 0 0,0-2 0 16,-2 2 0-16,0 0 0 0,-3 0 0 0,1 1 0 15,-2-2 0-15,-3 2 0 0,1 0 0 0,-4-1 0 16,0 0 0-16,-4 3 0 0,-2 0 0 0,-1 0 0 15,1-6 0-15,-2 2 0 0,-5 0 0 0,-1 0 0 16,5-3 0-16,-2-3 0 0,3 1 0 0,4-1 0 16,2-3 0-16,0 3 0 0,1-2 0 0,7-1 0 15,-8 1 0-15,8-1 0 0,0 0 0 0,-12-2 0 16,12-2 0-16,0 4-131 0,0 0-234 0,8-9-59 16,0 4-70-16,3 0-75 0,2 0-466 0,0 2-1121 15,5-1 496-15</inkml:trace>
  <inkml:trace contextRef="#ctx0" brushRef="#br0" timeOffset="125081.5756">27220 3838 141 0,'0'0'480'0,"0"0"29"0,0 0 27 15,13-4 17-15,-13 4-5 0,5-4 1 0,-5 4-25 16,7-3-20-16,-7 3-30 0,0 0-33 0,0 0-41 15,0 0-34-15,0 0-37 0,0 0-34 16,0 0-32-16,0 0-32 0,0 0-27 0,0 0-17 0,0 0-12 16,1 13-17-16,-1-5-12 0,0-1-9 0,2 2-96 15,-4 1-41-15,4 0 0 0,0 1 0 0,-2 0 0 16,-2-3 0-16,0 3 0 0,4-1 0 0,-2-3 0 16,-2 3 0-16,1-2 0 0,1-4 0 0,-4 3 0 15,4-1 0-15,0-6 0 0,0 8 0 0,0-8 0 16,-3 5 0-16,3-5 0 0,0 0 0 0,0 0 0 15,0 5 0-15,0-5-167 0,0 0-52 0,0 0-40 16,0 0-50-16,0 0-44 0,0 0-25 16,0 0-21-16,5-20-37 0,-2 12-46 0,1-2-384 15,0-2-936-15,-1 1 415 0</inkml:trace>
  <inkml:trace contextRef="#ctx0" brushRef="#br0" timeOffset="125407.912">27295 3619 19 0,'0'0'422'0,"0"0"36"15,0 0 24-15,0 0 23 0,0 0 11 16,0 0-1-16,0 0-5 0,0 0 3 0,0 0-2 15,0 0-16-15,0 0-13 0,0 0-16 0,0 0-27 16,0 0-27-16,0 0-36 0,0 0-33 0,0 0-30 0,0 0-32 16,0 0-148-16,0 0-133 0,0 0 0 0,0 0 0 15,0 0 0-15,0 0 0 0,0 0 0 0,0 0 0 16,0 0 0-16,0 0 0 0,0 0 0 16,0 0 0-16,0 0 0 0,0 0 0 0,0 0 0 0,0 0 0 15,0 0 0-15,0 0 0 0,0 0 0 0,0 0-275 16,5-3-92-16,-5 3-53 0,0 0-59 0,4-4-84 15,-4 4-452-15,5-5-1099 0,-4 0 486 0</inkml:trace>
  <inkml:trace contextRef="#ctx0" brushRef="#br0" timeOffset="126244.809">26354 3122 38 0,'0'0'309'0,"0"0"-9"0,0 0-11 16,0 0-8-16,0 0-19 0,0 0-13 0,0 0-10 16,0 0-7-16,0 0-32 0,-6 0-12 0,6 0 7 15,0 0-1-15,0 0-8 0,-6-2-13 0,6 2-1 16,0 0-4-16,0 0 0 0,-4-3-9 0,4 3-1 16,0 0 1-16,0 0 2 0,0 0 1 0,0 0 1 15,0 0-2-15,-8-3 7 0,8 3-1 0,0 0 2 16,0 0-5-16,0 0 4 0,0 0-2 0,-6 0-5 15,6 0 1-15,0 0 0 0,0 0-11 0,0 0 7 16,0 0-2-16,0 0-13 0,0 0-11 0,0 0-22 16,19 2 0-16,-4-2-7 0,13-3 0 0,0 3 5 0,7 0 2 15,1-1-13-15,0 0-5 0,3 2-5 16,16-4-12-16,-18 3-72 0,17 0-3 0,-17 0 0 16,0 1 0-16,-4-2 0 0,-5-1 0 0,-7 2 0 15,-5 2 0-15,-3-2 0 0,0 1 0 0,-1-2 0 0,-5 1 0 16,0 0 0-16,-1 1 0 0,-6-1 0 15,9-1 0-15,-9 1 0 0,8 1 0 0,-8-1 0 16,0 0 0-16,0 0 0 0,0 0 0 0,6 0 0 16,-6 0 0-16,0 0 0 0,0 0 0 0,0 0 0 0,8-1 0 15,-8 1 0-15,0 0-45 0,0 0-152 0,0 0-30 16,0 0-31-16,6-2-29 0,-6 2-51 16,1-3-36-16,-1 3-37 0,0 0-49 0,0 0-49 15,0 0-339-15,0 0-918 0,0 0 406 0</inkml:trace>
  <inkml:trace contextRef="#ctx0" brushRef="#br0" timeOffset="146233.9944">11989 3083 50 0,'8'0'552'0,"-8"0"-2"16,4 2 13-16,-4-2 14 0,0 0-12 0,0 0 0 15,8 1-29-15,-8-1-7 0,0 0-35 0,0 0-35 0,4 1-33 16,-4-1-33-16,0 0-33 0,0 0-22 0,0 0-28 16,0 0-26-16,0 0-24 0,0 0-25 0,0 0-90 15,-24-6-145-15,12 5 0 0,-2 1 0 16,-4-4 0-16,4 4 0 0,-3-2 0 0,1 4 0 0,3-3 0 16,-1 0 0-16,1 1 0 0,1 0 0 0,-1 1 0 15,1-1 0-15,-2 0 0 0,2 1 0 0,2 0 0 16,-2-2 0-16,6 2 0 0,0 0 0 15,1 1 0-15,-4-2 0 0,9 0 0 0,-10 1 0 0,6 1 0 16,4-2 0-16,-8 2 0 0,8-2 0 0,-4 1 0 16,4-1 0-16,0 0 0 0,-7 2 0 0,7-2 0 15,0 0 0-15,0 0 0 0,0 0 0 0,0 0-12 16,0 0-506-16,0 0-85 0,0 0-83 0,0 0-376 16,24 0-1151-16,-18 0 509 0</inkml:trace>
  <inkml:trace contextRef="#ctx0" brushRef="#br0" timeOffset="146583.6682">11967 3241 293 0,'3'2'450'0,"-3"-2"21"0,6 1 23 0,-6-1 3 16,4 0-11-16,-4 0-11 0,2 4-19 0,-2-4-19 15,0 0-10-15,1 3-22 0,-1-3-15 0,0 0-17 16,0 0-25-16,0 0-28 0,0 0-31 0,0 0-29 15,0 0-19-15,0 0-21 0,-6 4-5 0,6-4-8 16,-14 2-15-16,5 0-15 0,-4 0-109 0,-1-2-68 16,-4 2 0-16,4 1 0 0,0 0 0 0,0-2 0 15,-4 1 0-15,0 0 0 0,4-1 0 0,-4 1 0 16,5-1 0-16,1 1 0 0,4 0 0 0,-2-2 0 16,5 3 0-16,5-3 0 0,-13 0 0 0,9 2 0 15,4-2 0-15,-6 0 0 0,6 0 0 0,0 0 0 16,-8 1 0-16,8-1 0 0,-5 1 0 0,5-1 0 15,0 0 0-15,0 0 0 0,0 0 0 0,0 0 0 16,0 0 0-16,0 0 0 0,0 0-104 0,23 0-179 16,-15-1-46-16,0 0-42 0,-2-1-49 0,1 1-59 15,2-5-65-15,-1 5-400 0,2-5-1022 0,-1-2 452 16</inkml:trace>
  <inkml:trace contextRef="#ctx0" brushRef="#br0" timeOffset="147668.5813">13880 2804 250 0,'0'0'429'0,"0"0"18"16,0 0 6-16,-9 0 4 0,9 0 7 16,0 0-15-16,0 0 0 0,0 0-8 0,0 0-1 0,0 0-12 15,0 0-4-15,0 0-14 0,0 0-12 16,0 0-18-16,0-8-21 0,0 8-18 0,0 0-20 15,0 0-20-15,0 0-23 0,0 0-24 0,0 0-236 16,0-4-18-16,0 4 0 0,0 0 0 0,0 0 0 0,0 0 0 16,0 0 0-16,0 0 0 0,10-1 0 15,-10 1 0-15,0 0 0 0,13 2 0 0,-4-1 0 0,-2 1 0 16,4 2 0-16,-1 1 0 0,1 0 0 16,1 2 0-16,-3 0 0 0,2 0 0 0,-2 1 0 15,0 1 0-15,0 0 0 0,-5 0 0 0,1 1 0 0,-1 2 0 16,1-2 0-16,-3-1 0 0,0 3 0 0,-4-1 0 15,0 1 0-15,0-1 0 0,-5-1 0 16,2 1 0-16,1-3 0 0,-3 3 0 0,2-5 0 16,-1 2 0-16,1-2 0 0,4-3 0 0,-3 1 0 15,2-2 0-15,0 1 0 0,2-3 0 0,-5 2 0 0,5-2 0 16,0 0 0-16,0 0 0 0,-1-11 0 0,1 4 0 16,0-1 0-16,4-2 0 0,-2-3 0 0,1 2 0 15,-1-1 0-15,4-4 0 0,0 1 0 16,0-1 0-16,4 2 0 0,0 1 0 0,1-1 0 15,0 2 0-15,2 1 0 0,1 3 0 0,-2 2 0 0,-2 0 0 16,7-1 0-16,-2 3 0 0,-1 3 0 0,-1-1 0 16,0 2 0-16,1 2 0 0,-3 0 0 0,2 5 0 15,-3-4 0-15,4 4 0 0,-5-1 0 16,0 2 0-16,-1-2 0 0,2 2 0 0,-5 2 0 16,-1-1 0-16,1 1 0 0,-1-2 0 0,-4 3 0 0,0-5 0 15,0 2 0-15,-2 1 0 0,-1 2 0 0,0-2 0 16,2-2 0-16,-2-1 0 0,3 0 0 15,-1-2 0-15,1-4 0 0,-2 7-19 0,2-7-20 16,-3 3 26-16,3-3 10 0,0 0 1 0,0 0 9 16,0 0 17-16,0 0-4 0,5-21 5 0,-1 14-25 0,1-4 0 15,-1 0 0-15,6-3 0 0,-1 3 0 0,0-1 0 16,1 3 0-16,-2-4 0 0,1 5 0 0,0-1 0 16,6 0 0-16,-7 0 0 0,3 2 0 15,-3 3 0-15,-2 0 0 0,1 1 0 0,-1 0 0 16,2 2 0-16,1 1 0 0,1 1 0 0,0 2 0 0,-1-1 0 15,0 3 0-15,-2 2 0 0,4 1 0 0,-6-3 0 16,0 2 0-16,0 2 0 0,3-1 0 0,-3 1 0 16,-1 1 0-16,0 0 0 0,-3-2 0 0,0 3 0 15,2 1 0-15,-2-2 0 0,2 2 0 16,-2-3 0-16,2 1 0 0,-2 0 0 0,-1-2 0 0,1-1 0 16,-1 1 0-16,4-3 0 0,-3 0 0 0,-1 0 0 15,0-1 0-15,3-1 0 0,-2 0 0 0,-1-3-48 16,0 7-150-16,0-7-45 0,0 0-62 15,3 1-66-15,-3-1-84 0,0 0-70 0,0 0-70 16,9-9-314-16,-8 4-984 0,0 0 435 0</inkml:trace>
  <inkml:trace contextRef="#ctx0" brushRef="#br0" timeOffset="148630.6052">13119 3434 82 0,'0'0'284'16,"-9"0"-7"-16,9 0-15 0,-3 1-4 0,3-1-6 15,0 0-15-15,-7 2-1 0,7-2-13 0,0 0-4 16,0 0-2-16,0 0-8 0,0 0-9 0,0 0-11 16,0 0-12-16,-7-3-4 0,7 3-8 0,0 0-9 15,0 0-5-15,0 0-13 0,0 0-11 0,0 0 2 16,0 0-10-16,0 0-9 0,0 0-7 0,0 0-9 16,0 0-4-16,0 0-6 0,0 0-8 0,0 0 11 15,21 6 11-15,-8-6 7 0,10 1 8 0,10-1 14 16,6-1 5-16,14-1 3 0,5-2-5 0,7-2-5 15,31-1-3-15,-5-3-5 0,7 2-1 0,2-2 1 16,1-1 3-16,-2 4-6 0,10-5-8 0,-4-1 7 16,11 6 10-16,-6-4-10 0,0 2-3 0,-4 0-9 15,3 1-5-15,-3 1-14 0,-3 2 13 0,-3 2-15 16,2-3-1-16,-2 2 4 0,-2-2 2 0,-6 1-3 16,-2 1-34-16,-24 0-48 0,27 1 0 0,-30 1 0 0,0 0 0 15,3-2 0-15,-1 3 0 0,-5-1 0 16,-2 2 0-16,-7 0 0 0,-17-2 0 0,-2 2 0 15,-3 0 0-15,-9 0 0 0,-1-1 0 0,-6 4 0 16,-3-3 0-16,-2 2 0 0,-3-2 0 0,2 0 0 16,-4 1 0-16,-3-1 0 0,9 0 0 0,-9 0 0 0,7 2 0 15,-7-2 0-15,0 0 0 0,5 1 0 16,-5-1 0-16,0 0 0 0,0 0-74 0,0 0-136 16,2 3-25-16,-2-3-32 0,0 0-42 0,0 0-37 15,0 0-41-15,-5 6-54 0,5-6-51 0,-6 4-413 0,2-2-981 16,4-2 433-16</inkml:trace>
  <inkml:trace contextRef="#ctx0" brushRef="#br0" timeOffset="150223.2445">13251 3862 99 0,'0'0'382'0,"0"0"27"0,-2-3-6 0,2 3-3 0,0 0 1 15,0 0-7-15,-3-5-6 0,3 5-4 0,0 0-5 16,0 0-8-16,-4-3-11 0,4 3-9 0,0 0-12 15,0-5-9-15,0 5-24 0,0 0-18 0,-1-6-17 16,1 6-6-16,0-4-19 0,0 4-12 0,0 0-15 16,1-6-11-16,-1 6-16 0,0-5-17 0,4 2-20 15,-4-1-18-15,4 0-32 0,-2 0-105 0,5 0 0 16,-3-1 0-16,-1 2 0 0,5 0 0 0,-1 1 0 16,3 0 0-16,-1-2 0 0,1 3 0 0,1 0 0 15,0 1 0-15,0 2 0 0,3 0 0 0,-4 1 0 16,-1 0 0-16,1 2 0 0,2 0 0 0,-3 2 0 15,5 0 0-15,-6 2 0 0,-2 0 0 0,-2 0 0 16,1 4 0-16,-1-4 0 0,-3 4 0 0,2-2 0 0,-6 4 0 16,2-2 0-16,-3 2 0 0,-6 0 0 15,-2-1 0-15,1 1 0 0,-2-3 0 0,0 0 0 16,-1 1 0-16,0 1 0 0,3-9 0 0,0 4 0 16,1-3 0-16,0 0 0 0,4-3 0 0,-5 1 0 15,4-1 0-15,-1-3 0 0,0 1 0 0,-1-1 0 16,3-3 0-16,-2 2 0 0,2-1 0 0,0-3 0 15,-1-1 0-15,2 0 0 0,-4-4 0 0,4 3 0 0,-3-4 0 16,3 3 0-16,-1-1 0 0,2-1 0 0,0 0 0 16,0-1 0-16,3 0 0 0,1 2 0 15,0-3 0-15,0 2 0 0,1 1 0 0,2 1 0 16,-3 2 0-16,0 1 0 0,1-2 0 0,2 4 0 16,-3-3 0-16,1 4 0 0,-1 2 0 0,0-6 0 0,0 6 0 15,0 0 0-15,0-5 0 0,0 5 0 16,0 0 0-16,0 0 0 0,0 0 0 0,0 0 0 15,5 13 0-15,-1-10 0 0,-3 5 0 0,-1-1 0 0,0 2 0 16,0 2 0-16,0-1 0 0,-5 1 0 0,4 0 0 16,1-2 0-16,-3-2 0 0,2 3 0 0,1-2 0 15,-4-2 0-15,3 0 0 0,1 0 0 0,0 1 0 16,0-4 0-16,0 0 0 0,0 1 0 0,1 1 0 16,2-1 0-16,-3-4 0 0,6 4 0 0,2-4 0 15,-3 0 0-15,-5 0 0 0,13-2 0 0,-2-1 0 16,-2-2 0-16,1-1 0 0,-1 2 0 0,-1-3 0 15,0-1 0-15,1 1 0 0,1 1 0 0,-1-2 0 16,-1 1 0-16,0 0 0 0,-1 3 0 0,0-2 0 16,-3 1 0-16,0 1 0 0,-1 1 0 0,1 0 0 15,-4 3 0-15,7-3 0 0,-7 3 0 0,4-1 0 16,-4 1 0-16,0 0 0 0,14 2 0 0,-10 0 0 16,2 3 0-16,-2-1 0 0,0 2 0 0,1-1 0 15,-1 0 0-15,1 2 0 0,1 0 0 0,-2-1 0 16,1 1 0-16,-1 1 0 0,4 4 0 0,-3-7 0 15,4 3 0-15,-4 0 0 0,4-2 0 0,0 1 0 16,2 0 0-16,0-1 0 0,3-1 0 0,1-1-6 16,-1-1-202-16,3 0-41 0,-1-2-28 0,0-2-65 15,-2-1-49-15,1 0-53 0,-5 0-59 0,8-6-53 16,-9 1-314-16,5 4-941 0,-5-4 416 0</inkml:trace>
  <inkml:trace contextRef="#ctx0" brushRef="#br0" timeOffset="150837.7839">14198 4241 52 0,'0'0'472'0,"5"1"15"16,-5-1 8-16,0 0 5 0,3 3-10 0,-3-3-24 16,0 0-5-16,2 3-24 0,-2-3-16 0,0 0-37 15,0 0-26-15,0 0-21 0,0 0-33 0,0 0-10 16,0 0-17-16,-9-13-18 0,4 8-7 0,1 1-2 15,2-2-6-15,-3 3-2 0,-2-3-12 0,2-3-4 16,-1 3-7-16,-2-5-185 0,3 5-34 0,-4-9 0 16,1 3 0-16,-2-1 0 0,-1-10 0 0,-1 0 0 0,1-2 0 15,-2-2 0-15,4-1 0 0,1-4 0 0,0 3 0 16,5 0 0-16,-1-1 0 0,1 1 0 16,2-1 0-16,1 3 0 0,1 2 0 0,3 7 0 15,2 0 0-15,2 0 0 0,-3 2 0 0,6 0 0 0,-1 0 0 16,0 3 0-16,3 2 0 0,-4 4 0 0,5 0 0 15,-4 1 0-15,3 1 0 0,-2 2 0 16,0 1 0-16,-1 1 0 0,1 2 0 0,0 1 0 16,-1 4 0-16,0-2 0 0,-1 2 0 0,-3 1 0 0,-1 3 0 15,1-1 0-15,-3 1 0 0,-3 2 0 0,3 0 0 16,-7 6 0-16,-1 0 0 0,-6-1 0 0,-3 6 0 16,-4 0 0-16,-2-4 0 0,0-1 0 0,-2 3 0 15,-1-7 0-15,4-4 0 0,0 3 0 16,1-4 0-16,2 0 0 0,5-4 0 0,2 1 0 0,-3-1 0 15,5-2 0-15,-2-1 0 0,3 0 0 0,1-2 0 16,5 0 0-16,-8 2 0 0,8-2 0 0,0 0 0 16,0 0-299-16,0 0-122 0,0 0-68 15,0 0-60-15,18-10-59 0,-8 8-364 0,3 2-1051 0,0-2 466 16</inkml:trace>
  <inkml:trace contextRef="#ctx0" brushRef="#br0" timeOffset="151163.9282">14340 4070 396 0,'1'-2'505'0,"0"-2"18"16,-1 4 1-16,0-8-3 0,0 4-17 0,0 4-13 15,0-8-23-15,2 4-23 0,-1 1-28 16,-1 3-37-16,0-3-36 0,0 3-31 0,0 0-38 0,0 0-32 15,0 0-31-15,0 0-19 0,0 0-26 0,0 0-5 16,0 12-12-16,0-5-21 0,0 4-3 0,0 0-11 16,3 1-14-16,-6 0-10 0,6 3-8 15,-3 2-6-15,0 0-7 0,-3-1-5 0,2 4-10 0,-1-5-9 16,1 2-46-16,1-1 0 0,-6 1 0 0,2-2 0 16,0 1 0-16,-1 0 0 0,1-4 0 0,2-2 0 15,-1 3 0-15,2-3-79 0,1-2-62 0,-3-4-39 16,3 7-43-16,0-7-44 0,0-1-44 0,0 2-40 15,0-5-26-15,0 0-39 0,0 6-60 0,0-6-419 16,0 0-971-16,0 0 430 0</inkml:trace>
  <inkml:trace contextRef="#ctx0" brushRef="#br0" timeOffset="151510.1778">14302 4034 385 0,'7'-8'440'16,"1"-4"-4"-16,-3 3-9 0,3 0-23 0,1 0-23 15,-3 1-21-15,3 1-23 0,-1 1-21 0,2 1-24 16,-2 0-20-16,-2 2-29 0,0 0-23 0,6 1-24 16,-4 2-3-16,2 2-5 0,1 2-10 0,1-1-9 15,-2 3-19-15,1 0 0 0,-3 3-14 0,1-1-10 16,0 1-13-16,-4-1-14 0,0 3-6 0,-1-3-9 15,0 4-10-15,-4-1-3 0,-3 0-4 0,3 0-6 16,-1-1-6-16,-4 0-1 0,0-1-4 0,-4 1-6 16,0-2-3-16,-4 5-11 0,-5-5 6 15,4 0 4-15,-4-2-15 0,8-1-5 0,-1-1-15 0,2 0-21 16,-2-2-15-16,0-2-17 0,2 0-24 0,3 0-38 16,-2 0-25-16,2-5-44 0,3 2-41 0,1-3-61 15,2 1-48-15,1-1-56 0,8-3-63 0,-3 2-354 16,12-6-867-16,6-2 384 0</inkml:trace>
  <inkml:trace contextRef="#ctx0" brushRef="#br0" timeOffset="152091.1809">15058 3800 20 0,'-5'-4'511'0,"1"-1"15"0,-3-2 21 0,2 0 10 16,-2 3 2-16,3-2-5 0,-1 0-15 0,1 1-6 16,2 1-14-16,-3 1-21 0,2 2-22 0,1-5-25 15,-1 4-25-15,3 2-33 0,-1-6-32 0,-2 6-24 16,3 0-27-16,0 0-236 0,-2-6-74 0,2 6 0 15,0 0 0-15,0 0 0 0,0 0 0 0,0 0 0 16,0 0 0-16,-4-3 0 0,4 3 0 0,0 0 0 16,1 13 0-16,-1-8 0 0,5 7 0 0,-4-1 0 15,2 3 0-15,0 5 0 0,0-1 0 0,0 6 0 16,1-3 0-16,-3-2 0 0,0 6 0 0,-1-7 0 16,2 1 0-16,-2 0 0 0,1-1 0 0,-1 0 0 15,1 0 0-15,-2 0 0 0,1 0 0 0,-1-7 0 16,-1 1 0-16,1-1 0 0,0-1 0 0,-2-2 0 15,2-1 0-15,0-2 0 0,-1-2 0 0,2 2 0 16,-1-1 0-16,1-4 0 0,1 4 0 0,-1-4-30 16,0 0-399-16,0 0-55 0,7-13-41 0,-6 4-47 15,0-3-37-15,-2-6-315 0,2 0-1001 0,-1-10 443 16</inkml:trace>
  <inkml:trace contextRef="#ctx0" brushRef="#br0" timeOffset="152472.7933">14946 3716 202 0,'-3'-4'390'16,"2"-1"24"-16,2-1 14 0,-2 1 5 0,-2 4 13 15,2-6-7-15,1 7-15 0,-1-4-22 0,1 4-22 16,0-6-23-16,0 6-28 0,2-5-25 0,1 2-34 16,-2 0-28-16,3 0-28 0,2 2-22 0,1 0-15 15,3-1-18-15,-1 2-4 0,5 0-14 0,-2 1-6 16,7 1-5-16,-1 4-1 0,1-2-16 0,10 7 0 15,-1 0-5-15,-4 1-6 0,3 2-8 0,-5-1 0 16,-4 2-5-16,-3-3-13 0,2 2-6 0,-5-1-8 16,1 0-3-16,-2 2-4 0,-3 0-3 0,0 0-3 15,-3 3-6-15,-2-1-8 0,-2 0-1 0,-2-1 6 16,-2 4-29-16,-2-2-11 0,-9 4 0 0,-1 0 0 16,-4 1 0-16,-5-1 0 0,-6 0 0 0,6-3 0 15,2-2 0-15,-5-3 0 0,8-4 0 0,4-1 0 16,3-2 0-16,3-1 0 0,-1-3 0 0,5 1 0 15,-3-2 0-15,3 0 0 0,0-1 0 0,5-1 0 16,0 0 0-16,-8-4 0 0,6 0 0 0,2 4-82 16,0-8-141-16,4 2-60 0,3-1-63 0,1 0-64 15,6-1-51-15,0 1-57 0,5-1-43 0,-1 3-324 16,9-2-958-16,0 1 423 0</inkml:trace>
  <inkml:trace contextRef="#ctx0" brushRef="#br0" timeOffset="152806.7523">15437 4050 45 0,'0'0'498'16,"2"-6"20"-16,-2 6 19 0,-1-9 15 0,1 8 4 16,0 1-15-16,0-7-4 0,-1 2-22 0,1 5-22 15,2-5-18-15,-2 5-34 0,0 0-38 0,0 0-39 16,1-3-36-16,-1 3-36 0,0 0-31 0,0 0-32 15,0 0-30-15,0 0-31 0,0 0-6 0,0 0-85 16,-1 20-77-16,0-8 0 0,2-1 0 0,-2 1 0 0,1 5 0 16,0-1 0-16,-4 0 0 0,4 3 0 15,0-2 0-15,-1 1 0 0,-1 0 0 0,1 3 0 16,-1-3 0-16,0-2 0 0,1 2 0 0,-3-1 0 0,2-1 0 16,-1 2 0-16,2-7 0 0,-3 0 0 15,4 2 0-15,-1-6 0 0,-2 1 0 0,6-2 0 16,-6 0 0-16,3-1 0 0,0-5 0 0,0 5 0 15,0-5-12-15,3 3-252 0,-3-3-27 0,0 0-62 16,1 3-73-16,-1-3-59 0,8-7-51 0,-6 3-435 0,3-6-1052 16,-1 1 466-16</inkml:trace>
  <inkml:trace contextRef="#ctx0" brushRef="#br0" timeOffset="153225.0883">15434 3998 257 0,'0'-3'429'0,"3"-2"14"0,-2-1-12 15,0 1-4-15,-1 0-11 0,1 2-15 0,1-4-18 16,-1 4-20-16,-1-2-14 0,0 1-25 0,0 4-22 0,0-8-27 16,1 6-18-16,-1 2-22 0,3-6-20 0,-2 4-21 15,1-1-21-15,-2 3-23 0,8-4-14 0,-3 3-16 16,2 1-17-16,2 0-8 0,1 0-13 15,0 3-2-15,3-1-14 0,-2 3-9 0,0 0-2 16,0-1 2-16,-1 1-6 0,2 1 4 0,-2-1-4 0,-4 1-9 16,2-1 1-16,1 2-1 0,-4-2-14 15,0 2 5-15,-1-2-3 0,-1 3-11 0,-2 1-3 16,-1-5 16-16,3 5-7 0,-6-1-2 0,3 2 12 16,-4-2 11-16,-2 3 15 0,-2-1 1 0,-6 1 5 0,0-2-2 15,-4 2 8-15,-1-3-3 0,2 1 3 0,-2-3 1 16,6-3 6-16,-1 1 2 0,0-1-44 0,4-3-38 15,1 2 0-15,3 0 0 0,1-1 0 16,-2-1 0-16,7 0 0 0,-10 1 0 0,6 1 0 0,4-2 0 16,-5 1 0-16,5-1 0 0,0 0 0 0,0 0-43 15,0 0-309-15,17-5-87 0,-8 3-56 0,1-2-81 16,2 1-472-16,-1 0-1135 0,0-2 502 0</inkml:trace>
  <inkml:trace contextRef="#ctx0" brushRef="#br0" timeOffset="154026.4821">15768 3537 242 0,'0'0'354'0,"-4"-2"-2"0,4 2 0 0,0 0 7 16,0 0 0-16,-3-5-1 0,3 5-3 0,0 0-5 16,-3-2-13-16,3 2-13 0,0 0-9 0,-1-7-25 15,1 7-16-15,0-3-12 0,0 3-18 0,0 0-27 16,4-8-14-16,-4 5-20 0,0 3-15 0,3-5-14 16,-1 3-19-16,-2 2-11 0,4-6-19 0,0 4-11 15,-1-2-10-15,0 1-7 0,6 2-13 0,1-1-10 16,2 1-5-16,-2 0-6 0,2 1-8 0,-3 1-7 15,2 2-5-15,-3-3-3 0,1 4-3 0,0 1-4 16,0 0 1-16,-4-1 2 0,3 4-8 0,-5-2 0 16,2-1 1-16,-2 2-3 0,-1 0 0 0,0 3-1 15,-4-1 7-15,1 1-7 0,-3-1 7 0,-3 0-9 16,-1 0 2-16,-5 2-2 0,2-2-2 0,-2 0-2 16,-2 1-1-16,6-4 1 0,0 0 4 0,2-4-2 15,0 0 4-15,3 3 5 0,0-3 5 0,0 1 10 16,0-2 15-16,4-1 21 0,0 0 26 0,0 0-10 15,0 0-15-15,0 0-6 0,0 0-6 0,0 0-12 16,8-13-8-16,-3 11 4 0,-1-2-14 0,6 3 3 16,-1-2-14-16,0 3 3 0,2 0-7 0,0 0-3 15,0 3-3-15,2 1 6 0,-3-2-7 0,-1 3 1 16,1 0 0-16,-1 2-7 0,-1-1 7 0,1 1 0 16,-5-2 5-16,0 2-3 0,-2 4-5 0,1-1-1 15,-3 0 2-15,0 1-3 0,-3-1 6 0,-1-1-5 16,-1 2 9-16,-4-2-5 0,2 0-3 0,-2-2 12 15,-1 2-5-15,1-4 3 0,1-1-3 0,-1 1 0 16,1-1-2-16,3-2 9 0,0-1 4 0,-1 0 0 16,2 0 1-16,4-1 1 0,0 0 0 0,-15-2-2 15,12 0-1-15,-1-1-9 0,4 3 2 0,-4-3-2 16,4 3-19-16,-5-3-22 0,5 3-17 0,0-5-28 16,0 5-32-16,0 0-35 0,0 0-51 0,0 0-64 15,0 0-54-15,8-2-35 0,-8 2-30 0,0 0-41 16,13 4-25-16,-13-4-37 0,11 1-278 0,-6 0-828 15,-5-1 366-15</inkml:trace>
  <inkml:trace contextRef="#ctx0" brushRef="#br0" timeOffset="159196.293">16706 3253 118 0,'0'0'370'0,"-4"2"6"16,4-2-4-16,0 0-2 0,0 0-3 0,0 0-9 15,0 0-7-15,0 0-9 0,0 0-14 0,0 0-18 16,0 0-11-16,0 0-19 0,0 0-16 0,0 0-17 16,0 0-6-16,0 0-25 0,0 0-17 0,-3 4-15 15,3-4-16-15,0 0-17 0,0 0-14 0,0 0-15 16,0 0-13-16,0 0-5 0,13 1-31 0,-13-1-40 15,17-3-47-15,-6 2-53 0,2 1-49 0,5-3-55 16,-2 1-65-16,3-1-54 0,-2 1-51 0,2 0-42 16,-2 0-33-16,2-2-21 0,-9 2-233 0,2-3-725 15,-2 2 320-15</inkml:trace>
  <inkml:trace contextRef="#ctx0" brushRef="#br0" timeOffset="159369.435">17026 3231 45 0,'0'0'268'0,"4"3"23"0,-4-3 19 15,4 3 15-15,-4-3 11 0,0 0 17 0,5 1-9 16,-5-1 0-16,0 0-21 0,0 0-16 0,0 0-26 16,3 3-30-16,-3-3-23 0,0 0-24 0,0 0-24 0,0 0-26 15,0 0-64-15,0 0-70 0,12-3-76 16,-4 2-61-16,-1 2-51 0,0-1-46 0,6 0-35 16,-3-1-28-16,0 1-29 0,3-1-7 0,-4-1-180 15,4 0-533-15,-3 1 236 0</inkml:trace>
  <inkml:trace contextRef="#ctx0" brushRef="#br0" timeOffset="159457.3676">17217 3224 748 0,'5'-1'-37'0,"1"-2"35"0,-6 3 22 0,12-2 31 16,-8 0 0-16,1 0 22 0,-5 2-7 0,7-3-25 0,-3 2 13 16,-4 1-8-16,5-3-17 0,-1-1-28 15,3 2-41-15,0-1-56 0,1 0-72 0,3 0-181 16,2-2 80-16</inkml:trace>
  <inkml:trace contextRef="#ctx0" brushRef="#br0" timeOffset="160264.7129">17849 2933 92 0,'-3'-5'404'0,"3"5"17"0,0-2 8 16,0 2 3-16,-4-3-6 0,4 3-11 0,-3-3-11 16,3 3-4-16,0 0-17 0,0-6-17 0,0 6-19 15,0 0-16-15,-2-4-23 0,2 4-29 0,0 0-28 16,0 0-10-16,0 0-21 0,1-4-14 0,-1 4-26 16,0 0-15-16,0 0-22 0,0 0-15 0,0 0-16 15,0 0-15-15,0 0-13 0,0 0-16 0,0 0 0 16,6 0-13-16,-6 0-7 0,0 0-11 0,10 2-1 15,-6 0-2-15,1 1-4 0,1 2-12 0,0-3 5 16,2 3-12-16,-3-3 2 0,0 6-4 0,1-5 0 16,-3 3-3-16,1-1-7 0,1 2 4 0,-3-1-1 15,-1 2-6-15,-1 2 6 0,-1-1-1 0,-4 0-4 16,0 1 6-16,-1-2-1 0,-2 1 8 0,-5-1-5 16,0 2-6-16,-6 0 6 0,0-2 2 0,3-2 8 15,0 0-8-15,-2-3 4 0,8 1-10 0,-3-1 11 16,4-1 21-16,3-1 20 0,-2-2-2 0,4-4 8 15,-6 1 0-15,5-1-7 0,-1-4 5 0,0 2-36 16,5-3-21-16,-1-3 0 0,2-3 0 0,2-2 0 16,2 1 0-16,3 2 0 0,0-1 0 0,3 1 0 15,-1 0 0-15,3 2 0 0,-1-1 0 0,2 2 0 16,0 0 0-16,-3 5 0 0,6-4 0 0,-5 8 0 16,-6-2 0-16,7-1 0 0,-3 2 0 0,1 1 0 15,-4 1 0-15,1 2 0 0,0 2 0 0,5 0 0 16,-3 3 0-16,1 2 0 0,0-2 0 0,0 4 0 15,-2-1 0-15,2 3 0 0,-5 0 0 0,3 7 0 16,-3-1 0-16,0 8 0 0,0-4 0 0,-1-2 0 16,-3 1 0-16,2-1 0 0,-6 7 0 0,2-3 0 15,1 4 0-15,0-8 0 0,-4 5 0 0,-1-4 0 16,4-2 0-16,-3 6 0 0,-1-4 0 0,2 0 0 16,0-1 0-16,0-1 0 0,0 0 0 0,0-2 0 15,1 0 0-15,1 1 0 0,-4-5 0 0,6 1 0 16,-2-5 0-16,1 3 0 0,0-3 0 0,-2-1 0 15,2-1 0-15,2 0 0 0,-4-1 0 0,2 1 0 16,0-3 0-16,0-3 0 0,0 4 0 0,0-4 0 16,0 0 0-16,0 5 0 0,-2-2 0 0,2-3 0 15,0 0 0-15,0 0 0 0,0 0 0 0,0 0 0 16,0 0 0-16,0 0 0 0,0 0 0 0,0 0 0 16,0 0 0-16,0 0 0 0,0 0 0 0,0 0 0 15,2-14 0-15,0 9 0 0,-2-1 0 0,1 3-395 16,-1-4-275-16,5 2-518 0,-3 0-1287 0,1-3 569 15</inkml:trace>
  <inkml:trace contextRef="#ctx0" brushRef="#br0" timeOffset="161567.3579">18220 3481 335 0,'4'1'374'0,"-4"-1"-2"16,4 2-3-16,-4-2-16 0,0 0-17 0,6 3-23 16,-6-3-23-16,0 0-25 0,3 1-17 0,-3-1-19 15,0 0-21-15,1 4-21 0,-1-4-22 0,0 0-11 16,0 0-3-16,0 4 23 0,0-4 7 0,-1 6 1 16,-2-2 5-16,2-1-5 0,-2 0-7 0,2 2 1 15,-3-1 2-15,0 2 4 0,-2-3 10 0,1 2-2 16,-7 1 7-16,3-2 2 0,-5 1-1 0,-2 2-11 15,-1 0-12-15,0-2-12 0,-3-2-11 0,2 2-6 16,0-1-9-16,-1-1-6 0,-4 0-7 0,4-1-90 16,-3-1-34-16,-1 1 0 0,3-2 0 0,-3 3 0 15,2-3 0-15,-3 0 0 0,-3 1 0 0,4-1 0 16,3-1 0-16,-2-1 0 0,5 0 0 0,2 2 0 16,-2-3 0-16,-2 0 0 0,1 0 0 0,-1-2 0 15,6 1 0-15,-6-2 0 0,3 3 0 0,-1-2 0 16,0-3 0-16,5 3 0 0,0 2 0 0,-6-6 0 15,0 3 0-15,8-1 0 0,-5-1 0 0,-2 1 0 16,7 0 0-16,-3 0 0 0,3-1 0 0,0 1 0 16,-2-1 0-16,3 1 0 0,0-2 0 0,-1 1 0 15,1 0 0-15,1-1 0 0,2-2 0 0,-2 3 0 16,2-3 0-16,-2 2 0 0,2-2 0 0,-3-5 0 16,0 3 0-16,5-2 0 0,-2 0 0 0,-1 1 0 15,2-2 0-15,3 0 0 0,-2 0 0 0,0 3 0 16,2-3 0-16,0-2 0 0,-2 1 0 0,3 1 0 15,1 3 0-15,0-5 0 0,1 2 0 0,-2-1 0 16,1 0 0-16,0 1 0 0,1-1 0 0,3 0 0 16,-4 1 0-16,4 0 0 0,-4-2 0 0,5 3 0 15,-1 0 0-15,1 3 0 0,0-5 0 0,0 1 0 0,-1 1 0 16,5-2 0-16,0 1 0 0,-4 2 0 16,4 0 0-16,1 0 0 0,-1 1 0 0,2-1 0 15,-2 1 0-15,2-2 0 0,-2 7 0 0,1-5 0 16,-1 2 0-16,3 1 0 0,-3-1 0 0,1 4 0 15,3-8 0-15,-2 5 0 0,-1 1 0 0,-1 2 0 16,0 0 0-16,1-1 0 0,2 1 0 0,-3-1 0 16,1 4 0-16,-1-2 0 0,-1-2 0 0,2 1 0 15,0 3 0-15,2-4 0 0,-5 3 0 0,5 0 0 16,-2-3 0-16,-1 6 0 0,2-6 0 0,2 3 0 0,-4 1 0 16,3 0 0-16,-1 0 0 0,-1 0 0 15,2 0 0-15,-2 0 0 0,0 4 0 0,2-2 0 16,-2 1 0-16,0-1 0 0,2-1 0 0,-2 1 0 15,3 2 0-15,-3-3 0 0,2 2 0 0,-1 0 0 16,-1 1 0-16,2 0 0 0,-1-1 0 0,0-1 0 0,-1 2 0 16,1 2 0-16,-4-1 0 0,4 0 0 15,-2-1 0-15,4 1 0 0,-3 2 0 0,0-1 0 16,-1 0 0-16,-1 1 0 0,1 0 0 0,1-3 0 0,-1 4 0 16,0-2 0-16,0 1 0 0,1 1 0 15,2 2 0-15,-2-4 0 0,0 3 0 0,-1-1 0 0,0 3 0 16,1-5 0-16,0 6 0 0,-2-4 0 15,2 1 0-15,1-2 0 0,0 4 0 0,-2-3 0 0,-3 2 0 16,3 0 0-16,0 0 0 0,0 0 0 16,-1 0 0-16,2-1 0 0,-1 2 0 0,-1-1 0 0,-1 0 0 15,1 1 0-15,-4-1 0 0,2 4 0 0,2-5 0 16,-3 2 0-16,3-1 0 0,-3 1 0 16,3 2 0-16,-3-1 0 0,2 2 0 0,0-2 0 15,-1 2 0-15,-1-2 0 0,0 2 0 0,2-1 0 16,-2 0 0-16,1-1 0 0,-3 1 0 0,1-2 0 0,2 0 0 15,-2 2 0-15,2 0 0 0,-1 0 0 0,-1-1 0 16,0-1 0-16,0 0 0 0,-2 3 0 0,2 1 0 16,1-6 0-16,-1 6 0 0,1-4 0 15,-1 3 0-15,1-2 0 0,-2 3 0 0,-2 1 0 16,5-3 0-16,-3 1 0 0,-2 0 0 0,3 0 0 0,-4-1 0 16,4 1 0-16,-3-4 0 0,3 5 0 0,-1-4 0 15,-2 3 0-15,2 0 0 0,-1-1 0 16,-2 2 0-16,3-6 0 0,-1 8 0 0,-1-5 0 0,-1 2 0 15,2-2 0-15,-1 2 0 0,-1-2 0 16,0 2 0-16,-1-2 0 0,-2 2 0 0,3 0 0 0,0-2 0 16,-5 3 0-16,4-1 0 0,0 0 0 0,-2 2 0 15,2 0 0-15,-2 0 0 0,-1 0 0 0,3-1 0 16,-3-1 0-16,0 3 0 0,0-2 0 16,1 0 0-16,-1 1 0 0,-3 1 0 0,2-2 0 15,1 0 0-15,-1 1 0 0,-1-1 0 0,2 1 0 0,-1-3 0 16,-1 1 0-16,0 1 0 0,1-1 0 0,-1 0 0 15,2-2 0-15,-5 2 0 0,4-2 0 0,-1 0 0 16,-6 4 0-16,-3-4 0 0,-3 0 0 0,-4-4 0 16,-5 3-572-16,-6-1-699 0,1-5-1374 15,2-1 607-15</inkml:trace>
  <inkml:trace contextRef="#ctx0" brushRef="#br0" timeOffset="165820.4168">2374 3896 261 0,'0'-5'384'0,"0"5"9"0,3-6 15 0,-3 6-4 15,0-4 13-15,0 4-1 0,0-6-2 0,0 6 7 0,1-7 11 16,-1 3-20-16,0 4 4 0,0-5-11 0,1-1-13 16,-1 2-1-16,0 0 3 0,0 4-7 0,0-5-13 15,0 5-26-15,3-6-26 0,-3 6-36 16,0 0-172-16,-3-4-114 0,3 4 0 0,0 0 0 0,0 0 0 16,0 0 0-16,0 0 0 0,0 0 0 0,0 0 0 15,0 0 0-15,0 0 0 0,0 21 0 0,3-5 0 16,-6 2 0-16,6 3 0 0,-2 4 0 0,-1 3 0 15,0-1 0-15,0 1 0 0,-1 2 0 16,-3-1 0-16,3 1 0 0,-3-1 0 0,0 1 0 0,1-3 0 16,-2 2 0-16,-1-3 0 0,2-2 0 0,0-5 0 15,3 1 0-15,-3-2 0 0,0-2 0 0,3-4 0 16,1 2 0-16,-3-3 0 0,3-4 0 0,-1 2 0 16,1-3 0-16,0 0 0 0,0-1 0 15,0-2 0-15,-3 2 0 0,3-1 0 0,0-4 0 0,0 5 0 16,0-5 0-16,0 0 0 0,0 0 0 0,0 0 0 15,3 3 0-15,-3-3 0 0,0 0 0 0,0 0 0 16,5-12 0-16,-5 5 0 0,5-2 0 0,2-2 0 16,-3-1-217-16,3-5-523 0,-2-9-466 15,3 7-1306-15,0-6 578 0</inkml:trace>
  <inkml:trace contextRef="#ctx0" brushRef="#br0" timeOffset="166237.0293">2434 3885 83 0,'0'-4'397'0,"0"4"24"0,1-7 10 0,-1 4 5 0,0-2-3 16,0 5-9-16,0 0-9 0,0-3-19 0,0 3-15 15,0 0-26-15,0 0-20 0,0 0-29 16,0 0-30-16,0 0-24 0,0 0-16 0,0 0-23 15,0 0-9-15,0 0-25 0,0 0-11 0,0 0-11 0,0 0-11 16,0 0-2-16,0 0-15 0,0 0-2 0,0 0 10 16,0 0 7-16,0 0 3 0,0 0 3 0,0 0-1 15,0 0 0-15,-3-4 2 0,3 4-31 0,0 0-120 16,0 0 0-16,0 0 0 0,0 0 0 16,0 0 0-16,10-4 0 0,-5 3 0 0,2-3 0 0,8 0 0 15,6-2 0-15,9 0 0 0,8-1 0 0,11-7 0 16,3 5 0-16,-12 3 0 0,10-4 0 0,-16 4 0 15,3 1 0-15,-10 2 0 0,4-1 0 0,-12 3 0 16,-5-2 0-16,-3 0 0 0,0-1 0 16,-4 3 0-16,2 0 0 0,-9 1 0 0,7 1 0 0,-1 0 0 15,-3 3 0-15,-3 0 0 0,-3 2-146 0,-1 0-264 16,-2 2-60-16,-8 3-56 0,0 3-64 16,-4-1-419-16,1-2-1091 0,-3-1 483 0</inkml:trace>
  <inkml:trace contextRef="#ctx0" brushRef="#br0" timeOffset="166553.0889">2483 4187 188 0,'-10'6'406'0,"4"-5"19"0,1 1 21 0,1 1 14 16,0-2-1-16,4-1-3 0,-7 2-15 15,7-2-15-15,-4 1-8 0,4-1-15 0,0 0 1 0,-4 5-12 16,4-5-14-16,0 0-13 0,0 0-38 0,0 0-36 15,0 0-24-15,0 0-25 0,14-6-26 0,-6 3-18 16,1 2-18-16,2-3-7 0,2-1-17 16,-1 1-82-16,2 3-74 0,5-3 0 0,0-2 0 15,0 3 0-15,-1-2 0 0,0 3 0 0,4-3 0 0,-6 3 0 16,0-1 0-16,-5 2 0 0,1 0 0 0,0-2 0 16,-3 2 0-16,-1-1 0 0,0 2 0 15,-2 0 0-15,-6 0 0 0,9 0 0 0,-5-1 0 16,-4 1 0-16,6-3 0 0,-3 2 0 0,-3 1 0 15,0 0-231-15,0 0-93 0,0 0-44 0,0 0-45 0,5 5-52 16,-5-5-60-16,0 0-41 0,-11 7-318 0,5-7-957 16,6 0 424-16</inkml:trace>
  <inkml:trace contextRef="#ctx0" brushRef="#br0" timeOffset="166937.3223">2676 4256 316 0,'-4'3'428'0,"4"-3"13"16,0 0-5-16,0 0-4 0,0 0-10 0,0 0-23 16,0 0-26-16,0 0-30 0,7-10-25 15,-4 6-30-15,2 1-29 0,-1 0-26 0,2 1-20 16,1-1-22-16,-2 0-19 0,3 1-18 0,-1-1-17 0,2 2-17 16,0 0-9-16,1 1-17 0,3 1-5 0,0 0-16 15,-3 2 0-15,3 2-13 0,-3-2-3 16,2 3-7-16,-3 1-3 0,0 0-10 0,-3 3 7 15,1-2-12-15,-3 2-4 0,-1 1 2 0,-3 0-1 16,-5 3-1-16,1-1-5 0,-5 2-1 0,-5-2-2 0,0 0-3 16,-3 0-1-16,1-3-1 0,-9 3-4 15,6-5-2-15,0-3 5 0,2-1-1 0,4-2-7 0,2-1 8 16,1-2 3-16,-1-1 27 0,2-3 22 16,1 0 20-16,-1-2-11 0,6-1-10 0,0-4 8 15,0 0-11-15,6-5-9 0,2 1-16 0,1 0-1 0,3-3-30 16,3 4-44-16,0 0-53 0,2 2-45 0,3 1-46 15,3-2-63-15,2 6-68 0,-3-1-62 16,2 3-53-16,6-1-58 0,-11 4-359 0,5-1-913 16,-1 2 405-16</inkml:trace>
  <inkml:trace contextRef="#ctx0" brushRef="#br0" timeOffset="167338.9559">2967 4261 202 0,'0'0'460'16,"0"-6"18"-16,0 3 20 0,-2-1-3 0,-1 0-7 16,3 4-19-16,0-5-29 0,0 5-24 0,-3-4-33 0,3 0-35 15,0 4-32-15,3-4-38 0,-3 4-33 0,9-2-31 16,-3 2-16-16,2 0-20 0,1 2-17 16,2 1-28-16,-2 2-1 0,3-2-17 0,-1 2-13 15,2 1-9-15,0 2-11 0,-2-1-7 0,2 4-10 16,-3-2-9-16,3 3-2 0,-3 0-9 0,-1-2-8 0,-1 3-11 15,-5-5-8-15,0 5-13 0,-1-3-23 16,-5-2-2-16,2 4 0 0,-4-2-2 0,0-2-1 0,-4-1 3 16,1-1 4-16,-1-1 2 0,3-2 4 15,-3-1 4-15,2-2 10 0,1 0 19 0,6 0 13 16,-8-6 8-16,2 1 13 0,6-2 16 0,0-3 4 0,4-1 6 16,2-5-1-16,0 0-1 0,5-1-20 0,-1 1 4 15,1 0-12-15,0 4 2 0,4-1-15 16,0 1-10-16,-5 3-1 0,5 1 2 0,-5 1-9 15,1 2-32-15,1 0-32 0,-7 2-37 0,5 1-25 16,-5 1-28-16,3 1-36 0,1 1-29 0,-3 1-38 16,2 0-34-16,0 1-35 0,-3 0-33 0,-1 1-34 15,1 0-39-15,-2 0-48 0,3 2-370 0,-3-2-897 16,3 0 397-16</inkml:trace>
  <inkml:trace contextRef="#ctx0" brushRef="#br0" timeOffset="167688.1178">4011 4332 45 0,'-1'-7'561'15,"-2"1"26"-15,-1 1 16 0,3 0 11 0,-1-1 9 16,-1-1-7-16,0 1-19 0,2 0-24 0,0-1-15 15,0 2-21-15,1-1-31 0,0 1-30 0,0 1-42 16,-4 0-34-16,4 0-46 0,0 4-247 0,0 0-107 16,0-5 0-16,0 5 0 0,0 0 0 0,0 0 0 15,0 0 0-15,0 0 0 0,-1 16 0 0,2-9 0 0,4 3 0 16,-3 0 0-16,2 2 0 0,-1 3 0 16,-1-3 0-16,1 1 0 0,0 3 0 0,1-1 0 15,-2-3 0-15,4 2 0 0,-6-3 0 0,-1-1 0 16,1-2 0-16,-2-2 0 0,2 2 0 0,0-4 0 15,0-4 0-15,0 7 0 0,2-2 0 0,-2-5 0 16,0 0-321-16,0 0-231 0,0 0-62 0,9-14-31 16,-4 4-366-16,-4-2-1093 0,3-4 484 0</inkml:trace>
  <inkml:trace contextRef="#ctx0" brushRef="#br0" timeOffset="167840.1185">4041 4119 154 0,'-2'-8'299'0,"2"-3"17"16,-1 5 32-16,2-1 32 0,-2 0 13 15,1 1-1-15,0 0-14 0,0 1-22 0,0 0-30 16,0 0-30-16,0 5-32 0,0-3-31 0,0 3-31 16,1-5-46-16,-1 5-54 0,0 0-60 0,5-4-64 15,-5 4-83-15,11 1-66 0,-11-1-80 0,11 3-82 16,-3 0-294-16,2-3-677 0,3 2 300 0</inkml:trace>
  <inkml:trace contextRef="#ctx0" brushRef="#br0" timeOffset="168157.9201">4360 3973 167 0,'3'-6'521'0,"-2"-1"32"0,-2 0 27 16,1-1 12-16,1 2 21 0,-1-1 2 0,0 1-16 16,0 3-25-16,0-2-39 0,0 5-39 0,0-5-40 15,0 5-44-15,0 0-44 0,0 0-41 0,0 0-33 16,0-4-30-16,0 4-39 0,0 0-225 0,0 0 0 15,0 0 0-15,0 17 0 0,-1-9 0 0,1 1 0 16,1 3 0-16,-2 1 0 0,-2-1 0 0,2 4 0 16,1 2 0-16,-4 2 0 0,4-5 0 0,0 3 0 15,0 0 0-15,-1-1 0 0,-1-1 0 0,0 1 0 16,2-2 0-16,0-1 0 0,-1-3 0 0,-2-1 0 16,3 1 0-16,-1-5 0 0,-2 1 0 0,3 0 0 15,0-4 0-15,0 1 0 0,0 0 0 0,0-4-80 16,3 3-320-16,-3-3-64 0,0 0-48 0,0 0-39 15,10-11-20-15,-10 5-365 0,0-4-1013 0,4 2 448 16</inkml:trace>
  <inkml:trace contextRef="#ctx0" brushRef="#br0" timeOffset="168724.4793">4287 4109 64 0,'-5'-2'231'0,"0"1"25"16,-3 0 25-16,2 0 21 0,-2-1 23 0,8 2 31 15,-9-3 9-15,4 3 19 0,5 0 5 0,-10-3-6 16,10 3-8-16,-4-1-18 0,4 1-11 0,0 0-20 15,-6-2-23-15,6 2-7 0,0 0-23 0,0 0-23 16,0 0-15-16,0 0-18 0,0 0-15 0,0 0-22 16,0 0-12-16,0 0-21 0,11-4-12 0,-2 3-8 15,1-1-22-15,3 0-6 0,5-3-10 0,1 1-12 16,-1-2-9-16,5 3 0 0,-1-4-9 0,-3 1-5 16,9 1-6-16,-1-3 0 0,-8 2 2 0,-1 1-6 15,0-3 3-15,-5 4 7 0,1 1-46 0,-4 1-8 16,-1-3 0-16,0 2 0 0,-4 1 0 0,0 0 0 15,-1 1 0-15,1-2 0 0,-5 3 0 0,8 0 0 16,-8 0 0-16,3-1 0 0,-3 1 0 0,0 0 0 16,0 0 0-16,0 0 0 0,7-3 0 0,-7 3 0 15,0 0 0-15,0 0 0 0,0 0 0 0,0 0 0 16,0 0 0-16,0 0 0 0,3 7 0 0,-3-2 0 16,0 2 0-16,0-4 0 0,-3 4 0 0,3 3 0 15,0-4 0-15,0 6 0 0,0-3 0 0,-1 2 0 16,-1 0 0-16,1-2 0 0,0 1 0 0,-1-3 0 15,0 1 0-15,2 0 0 0,0-5 0 0,0 2 0 16,0-1 0-16,0-4 0 0,-1 7 0 0,1-7 0 16,1 2 0-16,-1-2 0 0,0 0 0 0,0 0 0 15,12-6 0-15,-7 0 0 0,1-1 0 0,2 2 0 16,-1-1 0-16,0 2 0 0,-3-1 0 0,1 1 0 16,4-2 0-16,-4 1 0 0,0 2 0 0,0 1 0 15,0-1 0-15,-1 3 0 0,-4 0 0 0,11-1 0 16,-3 3 0-16,-3 0 0 0,3 1 0 0,-1 2 0 0,0-2 0 15,-1 2 0-15,2 1 0 0,-2-2 0 16,-2 0 0-16,4 4 0 0,-3-5 0 0,-1 2 0 16,0-3 0-16,1 3-128 0,-3-2-39 0,2 0-48 15,-4-3-44-15,4 2-56 0,-4-2-99 0,0 0-103 16,0 0-98-16,0-14-313 0,-4 8-1003 0,0-2 444 16</inkml:trace>
  <inkml:trace contextRef="#ctx0" brushRef="#br0" timeOffset="169458.5513">5448 3971 350 0,'0'-4'484'0,"0"4"11"0,1-8 12 16,-1 3 7-16,1-1-11 0,-1 0-4 0,0 0-14 15,0 1 0-15,0-1-11 0,-1 2-8 0,1-1-20 16,-1 0-13-16,-2 2-27 0,2-4-26 0,1 7-29 16,-3-3-27-16,3 3-29 0,-1-5-35 0,1 5-226 15,0 0-34-15,-5-2 0 0,5 2 0 0,0 0 0 0,0 0 0 16,-4 9 0-16,4 0 0 0,-1 2 0 15,-3 1 0-15,4 6 0 0,-4 9 0 0,4 0 0 16,-4 3 0-16,2 0 0 0,-1 1 0 0,-1 3 0 0,-1 0 0 16,3-3 0-16,-1 4 0 0,-1-3 0 15,2-2 0-15,-1 3 0 0,-2-4 0 0,2 2 0 16,2-3 0-16,0-8 0 0,-2 8 0 0,2-3 0 16,1-5 0-16,-4-2 0 0,3 0 0 0,1-3 0 0,0-2 0 15,-3-4 0-15,6-2 0 0,-3-2 0 0,0 1 0 16,0 0 0-16,0-1 0 0,0-2 0 15,0-3 0-15,0 4 0 0,0-4 0 0,0 0 0 16,0 0 0-16,0 0 0 0,0 0 0 0,14-7 0 16,-9-1 0-16,-1 0 0 0,-3 1-204 0,2-5-441 0,-2-4-61 15,-2-2-400-15,-2 1-1199 0,1 2 531 0</inkml:trace>
  <inkml:trace contextRef="#ctx0" brushRef="#br0" timeOffset="169691.1031">5270 4356 222 0,'-9'-3'349'0,"3"2"15"0,-2-1 45 0,0 0 29 16,2-2 31-16,-2 2 25 0,1-1 16 0,-1 1-5 16,4 0 10-16,4 2-7 0,-9-1-12 0,9 1-13 15,-4-2-24-15,4 2-18 0,-6-5-31 16,6 5-39-16,4-4-42 0,-4 4-35 0,5-9-169 0,0 6-125 16,8-1 0-16,1-3 0 0,3 3 0 0,3-3 0 15,-1 2 0-15,2 0 0 0,-1 0 0 0,-1 2 0 16,3-1 0-16,-2 0 0 0,2 1 0 0,-4-2 0 15,-4 3 0-15,4-1 0 0,0-2-19 0,-5 3-396 16,0-2-64-16,2 3-61 0,-5-1-60 0,0 0-423 16,0-1-1109-16,-2 1 490 0</inkml:trace>
  <inkml:trace contextRef="#ctx0" brushRef="#br0" timeOffset="170059.278">5606 4242 17 0,'0'0'343'0,"0"0"21"0,4 1 27 16,-4-1 26-16,0 0 22 0,0 0 8 0,0 0 3 15,8-5-13-15,-8 5-16 0,0 0-22 0,1-3-24 16,-1 3-30-16,0-4-26 0,0 4-27 0,6-4-38 16,-6 4-35-16,0 0-17 0,7-1-22 0,-7 1-22 15,10 1-17-15,-5 2-11 0,5-1-10 0,0 1-13 16,-1 0-20-16,-1 3-10 0,2 0-6 0,1 1 2 16,0 2-16-16,-2-1-6 0,3 2-4 0,-6-2-21 15,0 2-7-15,-1-1-13 0,-1-1-9 0,-1 4-18 16,-3-4-3-16,-2 2-8 0,1-6-10 0,-1 7-2 15,-2-6 3-15,-5 2-2 0,0-2 8 0,4-1 5 16,-2 0 6-16,2-1-2 0,-4-1 9 0,4-2 10 16,5 0 13-16,-9-5 17 0,7 0 5 0,-1-1 14 15,2-4 5-15,2-1 4 0,0 0-4 0,3-1-9 16,1-4-5-16,4 3 3 0,1-1-2 0,2 2-12 16,-4 1-9-16,2 3 2 0,0 0 1 0,-1 1-5 15,5 1-22-15,-5 2-36 0,1 0-21 0,3 2-31 16,-4-1-31-16,3 3-31 0,-5 0-27 0,1 1-29 15,0 1-38-15,-2 0-27 0,3 2-31 0,-4-1-35 16,0 1-36-16,2 0-24 0,-2 0-34 0,0 1-259 16,-4-1-758-16,7-2 336 0</inkml:trace>
  <inkml:trace contextRef="#ctx0" brushRef="#br0" timeOffset="170474.7998">5974 4259 281 0,'7'-4'349'15,"-5"2"10"-15,2-1 23 0,1 1-6 0,-5 2-15 16,9-4-10-16,-6 3-11 0,0-1-18 0,-3 2-23 16,9-4-28-16,-5 4-26 0,1-1-25 0,-5 1-23 15,12 0-23-15,-7 1-16 0,0 1-16 0,1-2-14 16,2 3-14-16,-3 0-14 0,-1 2-8 0,4 1-11 16,-2 1-7-16,-2-2-2 0,0 0-15 0,0 1-2 15,-2 1-4-15,-2 0-6 0,1 3-4 0,-2 1-5 16,-1-6 2-16,-1 7-3 0,-2-6-4 0,-4 5-5 15,0-4 1-15,-1 1 1 0,-3-1-3 0,4 1-3 16,0-5-2-16,-1 2 3 0,2-3 4 0,3-1 17 16,-4-1 11-16,0 2 12 0,9-2 11 0,-10-6 11 15,6 2 4-15,2-2 14 0,-2 1-3 0,2-1-4 16,2-2 0-16,0 0-10 0,2-4-20 0,-1 3 7 16,2 0-15-16,-1 2-4 0,3-1-5 0,3 1-4 15,-4 1-8-15,0 1 2 0,-2 0-12 0,3 2-5 16,-1 0-5-16,3 1-3 0,-4 1-2 0,-3 1-2 15,13 1-1-15,-5 1-7 0,-3 1 7 0,3 1-9 0,-1 2 4 16,2 0-1-16,0 1-6 0,3 1 2 16,-2 0 0-16,-2 0-29 0,5 2-30 0,-2 0-40 15,2-2-51-15,4 1-55 0,3-3-90 0,-2 1-95 16,1-1-91-16,0-4-77 0,0 1-345 0,0-4-975 16,-1-3 431-16</inkml:trace>
  <inkml:trace contextRef="#ctx0" brushRef="#br0" timeOffset="170757.8229">6419 4279 153 0,'4'-4'348'0,"-2"1"9"0,-1-2 18 0,2 2 19 16,-2 0 23-16,2-1 8 0,-3 4 1 0,1-4-13 0,1 1-10 15,-2 3-22-15,0 0-17 0,0-5-24 0,0 5-23 16,0 0-39-16,0 0-28 0,0 0-32 0,0 0 5 16,0 0-15-16,0 0-14 0,0 0-17 15,-18 8-14-15,11-4-13 0,2 0-23 0,0 1-5 16,-1 0-14-16,-3 2-17 0,1 0 2 0,0 0-14 0,2 1-4 15,-3 3-12-15,3-3-5 0,-2 5-5 0,4-6-10 16,-1 3 2-16,1-2-10 0,2 3-27 16,2-3-17-16,1 0-14 0,3-1-14 0,-1-2-26 15,4 3-25-15,6-1-34 0,5 1-40 0,8 1-24 0,1-6-29 16,5-4-22-16,0 0-42 0,4-3-30 0,-4-3-17 16,4 0-18-16,-3-2-27 0,4-4-31 15,0-1-43-15,-4 0-281 0,-2-2-787 0,-2-3 348 16</inkml:trace>
  <inkml:trace contextRef="#ctx0" brushRef="#br0" timeOffset="171026.087">6921 4099 206 0,'0'-10'288'0,"0"0"26"0,4 0 14 0,-4 0 29 15,0 3 43-15,1 0 35 0,2 0 6 16,-6 3-6-16,6 1-10 0,-6-1-22 0,6-1-4 0,-3 5-23 16,0-5-10-16,0 5-23 0,0 0-28 0,0-3-17 15,0 3-30-15,0 0-22 0,0 0-11 0,0 0 10 16,0 0 4-16,0 0-21 0,-8 13-15 0,4-6-19 15,-2 3-15-15,2-1-174 0,-1 8-5 16,1-1 0-16,-4 1 0 0,5 1 0 0,-5 0 0 0,4 1 0 16,-1 7 0-16,1-3 0 0,0 2 0 0,0-1 0 15,3-6 0-15,-3-1 0 0,2 3 0 0,-1 0 0 16,3-6 0-16,-1-2 0 0,2 0 0 16,-2 0 0-16,1-2 0 0,0-3 0 0,0-1 0 15,-2 0-333-15,4-4-2 0,-2-2-47 0,0 5-44 0,0-5-34 16,0 0-36-16,0 0-6 0,11-13-19 0,-8 5-269 15,0-1-855-15,-1 1 379 0</inkml:trace>
  <inkml:trace contextRef="#ctx0" brushRef="#br0" timeOffset="171413.0743">6845 4277 141 0,'0'0'219'16,"-7"-3"22"-16,3 1 22 0,4 2 21 0,-7-3 18 16,3 2 16-16,4 1 12 0,-8-2 11 0,8 2 9 15,-8 0 2-15,8 0 2 0,-6 0 3 0,6 0-6 16,0 0-7-16,0 0-13 0,-6-2-8 0,6 2-8 15,0 0-15-15,0 0-9 0,0 0-7 0,0 0-13 16,0 0-14-16,0 0-24 0,0 0-36 0,0 0-10 16,0 0-18-16,21-4-20 0,-8 0-14 0,-1 2-8 15,5 0-52-15,0-2-75 0,1 0 0 0,0 2 0 16,1-3 0-16,0 3 0 0,-2-2 0 0,-2 2 0 16,2-2 0-16,-4 3 0 0,-3-3 0 0,-2 4 0 15,-1-1 0-15,1 0 0 0,-2 0 0 0,-6 1 0 16,9-1 0-16,-5 1 0 0,-4 0 0 0,8-2 0 15,-8 2 0-15,6 4 0 0,-5-2 0 0,3 4 0 16,-3 0 0-16,2 1 0 0,0-1 0 0,-2 1 0 16,2 0 0-16,-1 1 0 0,-1 3 0 0,3 0 0 15,-3-4 0-15,-1 5 0 0,4-4 0 0,-6 1 0 16,4 0 0-16,-2-2 0 0,1 1 0 0,-1-1 0 16,-1 0 0-16,2-1 0 0,-1-4 0 0,0 6 0 15,0-5 0-15,0-3 0 0,0 7 0 0,0-4 0 16,0-3 0-16,3 2-165 0,-3-2-121 0,0 0-75 15,0 0-71-15,10-10-67 0,-3 1-70 0,-5 1-412 16,7-4-1061-16,-4-7 471 0</inkml:trace>
  <inkml:trace contextRef="#ctx0" brushRef="#br0" timeOffset="171558.4026">7165 4135 318 0,'0'-6'357'0,"0"6"3"0,0-5 8 0,0 5-23 16,-1-3-4-16,1 3-34 0,0 0-24 0,-5-4-37 0,5 4-38 15,0 0-53-15,0 0-68 0,0-4-68 16,0 4-41-16,0 0-62 0,0 0-86 0,6 12-88 16,-2-7-219-16,5 2-517 0,0-3 229 0</inkml:trace>
  <inkml:trace contextRef="#ctx0" brushRef="#br0" timeOffset="172263.8383">7325 4281 142 0,'0'0'444'16,"0"0"9"-16,0 0 1 0,0 0-5 0,0-13-3 16,-3 9-10-16,3 4-12 0,-1-7-18 0,1 4-15 15,0 3-21-15,0-6-30 0,0 6-27 0,0-6-33 16,0 6-21-16,1-5-34 0,-1 5-20 0,0 0-21 16,4-3-27-16,0 1-14 0,-4 2-21 0,9-1-6 15,-9 1-19-15,13 1-17 0,-8 2 0 0,3-1-11 16,-3 2-9-16,0 0-10 0,1 1-3 0,1 0-3 0,-4 1-5 15,0 0-18-15,4 1 9 0,-5 3-7 16,1-1 3-16,-1 0-8 0,2 3 5 0,-5-5-2 16,-2 6-14-16,-2-5-7 0,0 2-10 0,-3 0 0 15,-3-1-20-15,-1 1 2 0,2-3-16 0,1 0 11 16,-4 0 0-16,3-3 2 0,1 0 5 0,-4-4-7 16,3 1 17-16,4-2-1 0,-2 0 2 0,-1-5 7 15,5 1-3-15,0-1 9 0,2-4 9 0,-1-1 0 16,3 2 2-16,1-3-2 0,5-2-4 0,0-3 3 0,3 4 0 15,-1-2-4-15,3 1 0 0,2 0 0 16,-2 3-3-16,-3 1 1 0,4 2-1 0,0-2-3 0,0 4 6 16,6 0-15-16,-1-1-3 0,2 4 11 15,-3 1 1-15,2 4-5 0,-5-2 4 0,0 1-2 16,0 5 1-16,-1 2-9 0,-2-2 9 0,7 2 3 16,-3 3-3-16,-6-3 3 0,-2 3 1 0,3 0-2 15,0-1 5-15,-4 4 3 0,2-3 0 0,-1-2-3 16,-2 1 3-16,-3-1-9 0,2 0-12 0,-1-4-4 15,1-2-2-15,-2 1 2 0,-1 0 8 0,4-2 3 0,-4-2-5 16,0 0 8-16,0 0 5 0,0 0 3 0,10-10 7 16,-10 6-1-16,3-5 12 0,0 2 8 0,0-6 0 15,0 3 15-15,0 0-21 0,1 1 18 16,3 0 0-16,-2 0 4 0,0 0-7 0,-1 3 5 16,0 1 4-16,-1-2-5 0,3 3-17 0,-1 0-3 0,0 1 9 15,-2-1-5-15,1 4 0 0,3-1-7 0,-7 1 0 16,9 3-2-16,-3 0-1 0,-1 0-3 15,0 1 6-15,3 0 7 0,-3 2-3 0,-1-2-7 16,2 1-3-16,2 2 7 0,-3-1-8 0,-1 0 5 0,1 0 2 16,-1 0-8-16,2-2 4 0,-2 5 7 0,1-5-11 15,-1 1-9-15,0 0-6 0,-3 2 16 0,3-2-4 16,1-2-22-16,-5-1-23 0,5 3-27 16,-2-2-27-16,-2-1-27 0,-1-2-30 0,3 4-28 15,-3-4-34-15,5 2-58 0,-5-2-99 0,9 0-88 0,-9 0-95 16,10-6-330-16,-5 1-954 0,0-1 423 0</inkml:trace>
  <inkml:trace contextRef="#ctx0" brushRef="#br0" timeOffset="177758.8382">8058 4368 380 0,'2'-2'439'0,"-2"2"4"0,2-3 3 16,-2 3-6-16,0 0-15 0,6-2 2 0,-6 2-10 15,0 0-12-15,0 0-10 0,0 0-16 0,0 0-15 16,0 0-13-16,0 0-29 0,0 0-27 0,0 0-23 16,0 0-26-16,0 0-29 0,0 0-24 0,0 0-18 15,3 7-18-15,-3-7-16 0,0 3-9 0,0 4-17 16,-1-3-14-16,-1 2-2 0,-1 1-13 0,0 2-25 16,-1 0-44-16,2 1-75 0,-8-1-57 0,2 6-86 15,-1-5-104-15,-1 4-131 0,5-6-140 0,-4-1-466 16,1 5-1129-16,7-8 501 0</inkml:trace>
  <inkml:trace contextRef="#ctx0" brushRef="#br0" timeOffset="178403.3903">8677 4088 222 0,'0'0'449'0,"4"-7"21"0,-4 7 11 16,-1-5 7-16,1 5-2 0,-7-5-4 0,7 5 2 16,-2-3-3-16,-2 2-2 0,4 1-10 0,-4-4-11 15,4 4-20-15,0 0-28 0,0 0-31 16,-4-2-33-16,4 2-39 0,0 0-28 0,0 0-30 15,0 0-30-15,0 0-104 0,0 0-115 0,-1 10 0 0,2-2 0 16,2-1 0-16,-2 2 0 0,-1 3 0 0,4 4 0 16,0 2 0-16,-2-1 0 0,-2 4 0 15,0-5 0-15,0 3 0 0,0-1 0 0,0 0 0 0,0-1 0 16,0-2 0-16,0 2 0 0,0-2 0 0,0-5 0 16,0 1 0-16,-1 0 0 0,2-1 0 0,-1 2 0 15,0-5 0-15,3 0 0 0,-2-1 0 0,2-2 0 16,-2-1-241-16,2 1-202 0,-2 0-51 0,-1-4-84 15,0 0-495-15,0 0-1162 0,11-8 514 16</inkml:trace>
  <inkml:trace contextRef="#ctx0" brushRef="#br0" timeOffset="178700.0087">8684 4107 253 0,'0'-9'462'16,"0"3"21"-16,0-1 16 0,0-1 18 0,0 2 1 0,-3 1-16 15,6-2-17-15,-6 0-20 0,6 4-31 0,-2-1-31 16,-1 4-27-16,0-8-33 0,0 5-41 0,0 3-34 16,0 0-28-16,0 0-20 0,11 3-19 0,-2 0-12 15,0 5-9-15,2-3-18 0,0 5-12 0,2 2-10 16,5 6-12-16,-4-2-9 0,0-2-6 0,-1 2-74 16,3 4-39-16,-2-4 0 0,4 4 0 0,-4-4 0 15,-2-1 0-15,-1 1 0 0,2-3 0 16,-4 0 0-16,1-3 0 0,0-1 0 0,-2 0 0 0,3 0 0 15,-2-3 0-15,-2-1 0 0,-2 0-19 0,2 0-155 16,-3-1-33-16,2-2-46 0,0 0-57 0,2-2-69 16,-8 0-53-16,12-7-56 0,-3 1-49 0,-1-1-362 15,-2-1-974-15,2-3 432 0</inkml:trace>
  <inkml:trace contextRef="#ctx0" brushRef="#br0" timeOffset="179000.0626">9050 4029 419 0,'-1'-11'460'16,"-2"6"23"-16,2-3 32 0,-3 5 13 0,3-1 8 16,-3 1 11-16,3-1-20 0,-1 0-22 0,2 4-26 15,-2-3-34-15,2 3-45 0,0 0-37 0,-4-4-38 16,4 4-35-16,0 0-33 0,0 0-27 0,0 0 6 16,0 12-2-16,2-2-13 0,-2 0-30 0,1-1-191 15,0 7 0-15,3 0 0 0,-4 2 0 0,0-2 0 16,-2 1 0-16,2 3 0 0,-2-2 0 0,2 2 0 15,-1-2 0-15,-2 0 0 0,2 0 0 0,-2 0 0 16,2-3 0-16,1-3 0 0,0 0 0 0,-4-1 0 16,3 0 0-16,1 0 0 0,-3-3 0 0,3 1 0 15,0-1 0-15,0-5 0 0,2 2 0 0,-2 0 0 16,1 0 0-16,2-2 0 0,0-3 0 0,4 0-316 16,-1 0-202-16,-6 0-64 0,18-4-55 0,-9-2-386 15,0 1-1109-15,0 2 490 0</inkml:trace>
  <inkml:trace contextRef="#ctx0" brushRef="#br0" timeOffset="179866.9226">9236 4252 59 0,'2'-3'529'0,"2"0"17"0,-4 3 15 15,0-4 3-15,0 4-5 0,0-5-1 0,0 5-29 16,-3-6-26-16,3 6-26 0,0 0-32 0,0-5-37 15,0 5-42-15,0 0-33 0,0 0-36 0,0 0-35 16,0 0-25-16,0 0-24 0,0 0-23 0,0 0-16 16,0 0-19-16,3 15-14 0,-3-11-56 0,0 3-85 15,0-2 0-15,0 2 0 0,0 2 0 0,0-1 0 16,0 1 0-16,0-3 0 0,0 3 0 0,1 0 0 16,-1 0 0-16,0-1 0 0,0-4 0 0,-1 5 0 15,2-4 0-15,1-2 0 0,0 2 0 0,-2-5 0 16,4 9 0-16,-4-9 0 0,6 3 0 0,-2-2 0 15,3-2 0-15,-1-1 0 0,0-2 0 0,7-2 0 16,-4 1 0-16,0-2 0 0,1-3 0 0,-1 2 0 16,2-2 0-16,0 2 0 0,-3-1 0 0,-1-1 0 0,1 2 0 15,1 0 0-15,-1 0 0 0,-3 3 0 0,0 0 0 16,-1 1 0-16,2 0 0 0,-2 1 0 16,0 1 0-16,-4 2 0 0,6-4 0 0,-3 2 0 15,-3 2 0-15,2-2 0 0,-2 2 0 0,0 0 0 0,0 0 0 16,9 4 0-16,-8 0 0 0,1-1 0 0,0 1 0 15,-1 0 0-15,1 1 0 0,-1-1 0 0,2 2 0 16,-1 0 0-16,-2 1 0 0,0-2 0 16,3 3 0-16,-3-4 0 0,2 3 0 0,-2-2 0 15,2-2 0-15,-2 1 0 0,2 2 0 0,2-4 0 0,-3 3 0 16,4-2 0-16,-1-3 0 0,1 0 0 0,-5 0 0 16,12 0 0-16,-7-2 0 0,5 0 0 0,-5-3 0 15,4-2 0-15,-1 0 0 0,2 2 0 16,-2-5 0-16,0 4 0 0,-1-4 0 0,2 4 0 0,-3-2 0 15,1 1 0-15,-2 1 0 0,2-1 0 0,-3 3 0 16,2-1 0-16,-3 3 0 0,1-1 0 0,0 1 0 16,2-1 0-16,-2 2 0 0,-4 1 0 0,12 3 0 15,-8 0 0-15,2 0 0 0,0 0 0 0,-2 1 0 16,1 0 0-16,0 2 0 0,1-2 0 0,-4 3 0 16,2-1 0-16,0 0 0 0,0 0 0 0,-2 0 0 15,2-1 0-15,-3 1 0 0,1-1 0 0,0 0 0 16,-2-2 0-16,1 0 0 0,2 1 0 0,-3-4 0 15,1 5 0-15,-1-5 0 0,3 2 0 0,-3-2 0 16,0 0 0-16,0 0 0 0,0 0 0 0,11-7 0 16,-10 3 0-16,3 1 0 0,4-3 0 0,-3-1 0 15,4-1 0-15,-4 0 0 0,2 3 0 0,-1-3 0 16,2 1 0-16,-3 2 0 0,0 2 0 0,0-2 0 16,0 1 0-16,-1 1 0 0,0 0 0 0,-2 1 0 15,-2 2 0-15,4-2 0 0,-4 2 0 0,0 0 0 16,10 1 0-16,-10-1 0 0,8 3 0 0,-4 1 0 15,1-1 0-15,-1 1 0 0,1 1 0 0,-1 0 0 16,0-1 0-16,-1 5 0 0,3-3 0 0,-4 0 0 16,2 0 0-16,0-1 0 0,-2 2 0 0,1-2 0 15,-2 1 0-15,2-3 0 0,-1 1 0 0,2-1 0 16,-4-3 0-16,5 6 0 0,0-5-234 0,2-1-158 16,-7 0-73-16,13-6-64 0,-4 0-59 0,2 1-410 15,-1-6-1080-15,2 0 478 0</inkml:trace>
  <inkml:trace contextRef="#ctx0" brushRef="#br0" timeOffset="180902.2989">10078 4094 42 0,'1'-10'373'15,"0"-1"45"-15,3 0 49 0,1-1 27 0,-3 0 19 16,0 4 2-16,-1-5 3 0,1 7-9 0,2-6-5 16,-2 8-15-16,-2-4-18 0,0 5-18 0,1-2-23 15,-1 1-27-15,0 4-33 0,0-7-35 0,2 5-34 16,-2 2-36-16,1-4-28 0,-1 4-153 0,0 0-84 15,0 0 0-15,0 0 0 0,0 0 0 0,1 12 0 16,-2-4 0-16,1 5 0 0,-1-3 0 0,2 6 0 16,-2-3 0-16,-1 5 0 0,4 0 0 0,-2-1 0 15,0 1 0-15,2 0 0 0,-2 2 0 0,2 1 0 16,-2-3 0-16,2 2 0 0,-2-4 0 0,0 2 0 16,0-1 0-16,4-3 0 0,0 1 0 0,-1-1 0 15,3-1 0-15,0-4 0 0,-1 3 0 0,3-6 0 16,2 3 0-16,-1-4 0 0,0-3 0 0,4 3 0 0,-3-5 0 15,-1 0 0-15,6-1 0 0,-2-3 0 0,0 0 0 16,0-3 0-16,-2 0 0 0,1-6 0 16,-2 0 0-16,-4 4 0 0,2-1 0 0,-2-5 0 15,-2 4 0-15,-1 0 0 0,-3 0 0 0,0-1 0 16,0 1 0-16,-2 0 0 0,1 2 0 0,-4-2 0 0,1 5 0 16,-2-3 0-16,-1 3 0 0,2 4 0 0,0-4 0 15,0 2 0-15,0 3 0 0,-1-2 0 0,2 2 0 16,4 1 0-16,-9 0 0 0,9 0 0 15,-11 3 0-15,8 1 0 0,-4-2 0 0,5 4 0 0,-2-3 0 16,3 4 0-16,-2 0 0 0,1-3 0 0,0 6 0 16,4-3 0-16,-1 2 0 0,0-1 0 0,3 2 0 15,1-2 0-15,3 0 0 0,-2-1 0 16,4-2 0-16,1 1 0 0,1-1 0 0,6 2 0 0,1-2 0 16,3-1 0-16,-4-2 0 0,5-2 0 0,-4 0 0 15,2-1 0-15,-2 0 0 0,1-3 0 0,-3-1 0 16,-1 1 0-16,-1-3 0 0,2 2 0 0,-5-1 0 15,-1-2 0-15,-2 1 0 0,0 0 0 16,-1-4 0-16,-3 5 0 0,0-5 0 0,0 3 0 0,-1-3 0 16,-4 4 0-16,1-2 0 0,-2 0 0 0,1 2 0 15,-1 1 0-15,-3 1 0 0,0-1 0 0,-1 1 0 16,0 2 0-16,0-1 0 0,-3 4 0 0,3-1 0 16,5 1 0-16,-14 2 0 0,6 1 0 0,3 1 0 15,-1 0 0-15,-3 3 0 0,4-3 0 0,0 4 0 16,1 0 0-16,0-3 0 0,1 2 0 0,2 1 0 15,2-3 0-15,1 3 0 0,0-1 0 0,2-2 0 16,1 0 0-16,3 1 0 0,3-1 0 0,1-2 0 16,1 1 0-16,-2-3 0 0,2-1 0 0,1 0 0 15,0-2 0-15,0-1 0 0,-1 1 0 0,1-2 0 16,0-3 0-16,0 2 0 0,-5-1 0 0,1 3 0 16,-1-2 0-16,-2-2 0 0,-1 5 0 0,-1 1 0 15,-1-1 0-15,0 1 0 0,-4 1 0 0,9-4 0 16,-7 2 0-16,-2 2 0 0,4-3 0 0,-4 3 0 15,0 0 0-15,0 0 0 0,0 0 0 0,5-1 0 16,-5 1 0-16,0 0 0 0,0 0 0 0,0 0 0 16,0 0 0-16,7 4 0 0,-6 0 0 0,-1-4 0 15,3 5 0-15,-1-2 0 0,-1 4 0 0,1-3 0 16,-1 0 0-16,1 1 0 0,-2 0 0 0,2 0 0 16,0 1 0-16,-2-3 0 0,1 1 0 0,-1 1 0 15,0-2 0-15,3 1 0 0,-3-1 0 0,0 1 0 16,1 1 0-16,1-2 0 0,-2-3 0 0,2 7 0 15,-2-3 0-15,0 1 0 0,0-1 0 0,0 0 0 16,1 0 0-16,2 2 0 0,-2-1 0 0,2 1 0 16,-2 0 0-16,-1 0 0 0,0-2 0 0,4 3 0 15,1-1 0-15,-4-3 0 0,1 2 0 0,0 0 0 16,-2-5 0-16,5 6 0 0,-1-4 0 0,-4-2 0 16,4 5 0-16,-4-5 0 0,4 6 0 0,-3-5 0 15,-1-1 0-15,0 0 0 0,0 0-205 0,0 0-136 16,9-9-76-16,-9 4-68 0,1-1-100 0,-7-4-442 15,6 0-1112-15,-4-3 493 0</inkml:trace>
  <inkml:trace contextRef="#ctx0" brushRef="#br0" timeOffset="181621.1975">11399 4291 328 0,'0'0'469'0,"0"-9"-9"0,2 6-3 0,0-1-7 15,-1 1-12-15,1-2-21 0,-2 0-27 0,2 0-23 0,3 1-32 16,-1 0-22-16,-3-1-20 0,3 2-24 0,0-2-16 15,-3 1-29-15,3 2-22 0,0-1-15 16,0 1-25-16,2 0-15 0,-1 2-15 0,3 0-18 0,-8 0-7 16,13 1-15-16,-4 0-6 0,0 3-13 0,1 1-6 15,0-2-12-15,-3 2-5 0,-1 1 0 0,3 0-12 16,-3 0-2-16,-1 1 0 0,-2 0-3 0,-2 0-5 16,2 2-6-16,-4-1 11 0,-3 2-6 15,-1-4-4-15,-4 5 0 0,-3 0 0 0,1-2-4 0,-3-2-1 16,2 1 4-16,-6-4 4 0,4 2 19 0,0-2 12 15,5 0 26-15,-2-3 25 0,0 1 10 0,4-3 0 16,7 1-3-16,-12-4-6 0,6-1-65 16,1 2-44-16,1-4 0 0,3-2 0 0,1 1 0 0,4-4 0 15,4-4 0-15,3 0 0 0,3 2 0 0,2 1-9 16,7-4-188-16,-6 6-46 0,7 0-66 0,-1-3-71 16,4 5-65-16,-8 0-59 0,8-3-34 0,0 6-390 15,-9 1-1005-15,1-5 445 0</inkml:trace>
  <inkml:trace contextRef="#ctx0" brushRef="#br0" timeOffset="181954.1441">11769 4104 149 0,'1'-5'322'0,"0"-2"29"0,-1-1 41 0,0-3 23 15,-1 1 31-15,0-1 32 0,1 1 12 0,-3-1 14 16,3 1 5-16,-1 2 0 0,1-3-2 0,-3 1-11 16,2 3-12-16,-2 1-11 0,1 0-13 0,2 0-26 15,-2 1-37-15,4 2-22 0,-2 3-375 0,-2-6 0 16,2 6 0-16,-1-4 0 0,1 4 0 0,0 0 0 15,0 0 0-15,0 15 0 0,0-1 0 0,-1 4 0 16,-4 10 0-16,5 0 0 0,-1 1 0 0,2 3 0 16,-5-2 0-16,2 4 0 0,-2-2 0 0,1 1 0 15,2 0 0-15,-3-1 0 0,3 2 0 0,-3 0 0 16,0-2 0-16,-1 1 0 0,1 1 0 0,-1-3 0 16,1-1 0-16,0-3 0 0,2-2 0 0,-1-5 0 15,-1-2 0-15,4 0 0 0,-2-5 0 0,2-1 0 16,2-1 0-16,-4-3 0 0,4 0 0 0,-2-3 0 15,0 0 0-15,0 0 0 0,0-1 0 0,3-2 0 16,-3-2 0-16,0 0 0 0,0 0 0 0,0 0 0 16,14-9 0-16,-9 6-240 0,-1-3-289 0,1-3-53 15,0 1-47-15,-1-3-407 0,0-2-1121 0,-3 0 496 0</inkml:trace>
  <inkml:trace contextRef="#ctx0" brushRef="#br0" timeOffset="182191.0167">11651 4448 267 0,'0'0'439'0,"-4"-5"26"16,4 5 43-16,-1-3 48 0,1 3 22 0,0 0 10 16,-3-5 4-16,3 5-8 0,0 0-29 0,4-4-32 15,0 2-46-15,0 0-52 0,2-2-39 0,7-3-40 16,6 1-31-16,11-4-22 0,3 2-18 0,-1 0-256 16,2-2-19-16,2 2 0 0,-3-1 0 0,1 4 0 15,-5-2 0-15,3 1 0 0,-7 1 0 0,-4 2 0 16,-2-2 0-16,-5 3 0 0,-1-1 0 0,-4 1 0 15,-2 1 0-15,1 0 0 0,-3 0 0 0,2-1 0 16,-7 2 0-16,6 0 0 0,-6 0-478 0,0 0-107 16,0 0-107-16,0 0-381 0,-14 7-1163 0,6-4 515 15</inkml:trace>
  <inkml:trace contextRef="#ctx0" brushRef="#br0" timeOffset="183288.007">2170 5018 113 0,'0'0'427'0,"2"-5"7"0,-2-1 8 0,3 4 7 16,-1-3-7-16,-2 5-1 0,0-5-11 0,3 1-10 16,-2 1-11-16,-1 3-14 0,3-6 0 0,-3 3-26 15,0 3-11-15,1-4-20 0,-1 4-31 0,0 0-28 16,0 0-29-16,0 0-23 0,0 0-6 0,0 0-4 16,5 10-9-16,-5-5-8 0,0 2-6 0,3 1-5 15,-3 1-152-15,1 8-37 0,-1-6 0 0,2 6 0 16,0 1 0-16,-2-1 0 0,2 1 0 15,1 4 0-15,-2 3 0 0,2 5 0 0,-2-4 0 0,1-3 0 16,0 2 0-16,-4 2 0 0,2-9 0 0,0 9 0 16,3-7 0-16,1 7 0 0,-2-7 0 0,1-1 0 15,-2 0 0-15,3-2 0 0,0-1 0 0,-3-5 0 16,4 0 0-16,-5-2 0 0,3-1 0 0,-2-2 0 16,2-1 0-16,-3 1 0 0,2-1 0 0,-2-1 0 15,0-4-243-15,4 0-118 0,-4 0-49 0,0 0-26 16,0 0-37-16,0 0-41 0,5-14-38 0,-5 7-315 15,0-2-940-15,0-1 416 0</inkml:trace>
  <inkml:trace contextRef="#ctx0" brushRef="#br0" timeOffset="183688.0108">2001 5097 236 0,'-8'-10'383'0,"2"1"13"16,-1-1 9-16,1 1 2 0,3 2-6 0,0-3-15 16,-1 0-13-16,1 2-13 0,1 0-3 0,2-2-9 15,-4 2-24-15,8-2-7 0,-2 0-9 0,2 2-16 16,0-2-8-16,5 2-16 0,4-7 4 0,1 4-13 16,2-1-14-16,1 1-7 0,8-2-18 0,2 1-4 15,0 2-6-15,1-1-14 0,2 1-8 0,-1 2-16 16,8 0-42-16,1 2-130 0,1 4 0 0,0-1 0 15,1 3 0-15,0 1 0 0,-3 5 0 0,1 2 0 16,-5 2 0-16,-5 2 0 0,-2 1 0 0,-7-2 0 16,-2 0 0-16,-7 2 0 0,2 2 0 0,-6-3 0 15,-4 5 0-15,-4 1 0 0,-4-1 0 0,-9 6 0 16,-6 1 0-16,-5-1 0 0,-12 7 0 0,-7-5 0 16,0 3 0-16,1-5 0 0,-6 1 0 0,11-9 0 15,6-3 0-15,1-2 0 0,5 3 0 0,7-5 0 16,2-5 0-16,7 2 0 0,2-1 0 0,5-4 0 15,-1 0 0-15,5 0 0 0,0 0 0 0,0 0-162 16,0 0-245-16,24-4-50 0,-4 1-47 0,2 0-57 16,-1 3-456-16,0 0-1102 0,1 0 488 0</inkml:trace>
  <inkml:trace contextRef="#ctx0" brushRef="#br0" timeOffset="184822.0413">2451 5354 158 0,'0'0'383'0,"0"0"7"0,0 0 13 16,-4-11 5-16,4 11-8 0,-1-8-8 0,1 8-15 15,0-8-11-15,0 8-18 0,0-5-20 0,0 5-21 16,0 0-27-16,3-8-20 0,-3 8-26 0,4-5-30 16,-4 5-19-16,8-4-20 0,-3 3-21 0,-5 1-12 15,14 0-15-15,-8-1-11 0,-6 1-12 0,17 5-9 16,-7-4-8-16,1 4-6 0,0 1-10 0,-6-4-8 15,5 3-1-15,-1 2-7 0,-1-1-3 0,2 1-11 16,-5 0-1-16,2 1-3 0,-2 0 1 0,-1-1-3 16,1 3 0-16,-4 0-4 0,-2-1 1 0,-3 0-7 15,-1 1 2-15,1 0-3 0,-5 0-1 0,-4 0-2 16,2-1 0-16,-2 0-4 0,-1-1-8 0,1-1 3 16,2-1 1-16,0-2-3 0,2-2 6 0,1 1-3 15,1-4 0-15,7 1 6 0,-11-2 5 0,5-3 22 16,4 2 15-16,-1-5 8 0,3 0 7 0,2-5 12 15,0 0 6-15,5-2 3 0,0 1-7 0,1-1-3 16,2 0-9-16,-1 1 2 0,0 0-6 0,5 1 3 16,-5 4-3-16,-2 0 8 0,4 4 1 0,-2-2-6 15,-3 1-42-15,2 2-25 0,-2 2 0 0,2 2 0 16,-8 0 0-16,13 1 0 0,-4 1 0 0,-3 1 0 16,-2 3 0-16,4 1 0 0,-3-2 0 0,0 4 0 15,2-1 0-15,-1 0 0 0,-1 1 0 0,-3 0 0 16,2 1 0-16,-1-1 0 0,-1-1 0 0,1 1 0 15,-1-2 0-15,1-1 0 0,-2 0 0 0,0 3 0 16,1-6 0-16,-1 3 0 0,0-1 0 0,-1 0 0 16,2-3 0-16,-2-2 0 0,1 5 0 0,-1-5 0 15,0 0 0-15,0 0 0 0,0 0 0 0,0 0 0 16,0 0 0-16,10-10 0 0,-7 4 0 0,-1 0 0 16,2 3 0-16,-1-6 0 0,-1 3 0 0,1-2 0 15,1-2 0-15,-1 2 0 0,0 0 0 0,0 2 0 16,2-3 0-16,-3 3 0 0,3 1 0 0,0-6 0 15,1 5 0-15,0 1 0 0,3-3 0 0,1 0 0 16,-1 5 0-16,1-4 0 0,4 3 0 0,-1 0 0 16,1 3 0-16,2 1 0 0,-3-1 0 0,0 1 0 15,1 2 0-15,-1 2 0 0,-1-1 0 0,-1 3 0 16,-1 0 0-16,-1-2 0 0,1 5 0 0,-3-1 0 16,-2 1 0-16,2 0 0 0,-4-1 0 0,0 2 0 15,1-1 0-15,-2 1 0 0,-2-2 0 0,0 2 0 16,-4-3 0-16,-1 3 0 0,0-6 0 0,4 2 0 15,-3 2 0-15,0-4 0 0,0 0 0 0,3-2 0 16,-3 2 0-16,4-4 0 0,-6 3 0 0,6-3 0 16,0 0 0-16,0 0 0 0,-6-11 0 0,4 5 0 15,2-2 0-15,4-1 0 0,-1-2 0 0,2-3 0 16,1-1 0-16,4-1 0 0,6-6 0 0,-5 7 0 16,8-7 0-16,2 0 0 0,-2 1 0 0,5 4 0 15,-3-3 0-15,4 1 0 0,1 0 0 0,-2-1 0 16,0 4 0-16,-3-2 0 0,-2 5 0 0,-2 1 0 0,-2-2 0 15,0 3 0-15,1 0 0 0,-5-2 0 16,-1 5 0-16,-3 1 0 0,-1 0 0 0,-2 2 0 16,4-5 0-16,-2 3 0 0,-4 1 0 0,-2-3 0 15,-1-2 0-15,-1 2 0 0,-1-1 0 0,1 5 0 0,-2-6 0 16,-1 7 0-16,0-5 0 0,-2 1 0 16,0 0 0-16,0 1 0 0,2 0 0 0,-1 3 0 15,2-2 0-15,0 3 0 0,-1-1 0 0,1 1 0 16,4 3 0-16,-5-3 0 0,5 3 0 0,-5 8 0 15,4-3 0-15,1 6 0 0,0 0 0 0,1 5 0 16,0 0 0-16,3 12 0 0,2-2 0 0,1-1 0 16,-5 3 0-16,3-1 0 0,-2 4 0 0,2-4 0 15,-2 5 0-15,-1 0 0 0,0-1 0 0,0 0 0 16,-2 1 0-16,-1-2 0 0,0 1 0 0,-2-4 0 16,-1-1 0-16,1-7 0 0,1-2 0 0,1-3 0 0,-1-3 0 15,1 1 0-15,-2-4 0 0,2-3 0 16,0 1 0-16,0-1 0 0,1-5 0 0,-4 5 0 15,4-5 0-15,0 0 0 0,0 0 0 0,0 0 0 16,0 0-217-16,10-21-254 0,-7 13-21 0,-2-4-22 16,-1 4-18-16,-1-9-11 0,-1 5-361 0,0-2-979 0,-3-1 433 15</inkml:trace>
  <inkml:trace contextRef="#ctx0" brushRef="#br0" timeOffset="185159.6803">3215 5354 321 0,'-5'-4'43'0,"1"1"58"15,1 0 39-15,3 3 30 0,-9-5 29 0,9 5 20 16,-3-3 27-16,3 3 19 0,0 0 23 0,-4-5 23 15,4 5 7-15,-3-5 11 0,3 5 4 0,0 0-12 0,0 0-9 16,0-6-19-16,0 6-11 0,3-6-18 0,-3 6-13 16,10-7-6-16,-5 3-7 0,3-1-4 15,-2-1-8-15,7 3-1 0,-4-4-15 0,4 2-10 16,-3 1-14-16,7-4-7 0,-5 5-2 0,0 0-6 16,4-3-8-16,-1 3-18 0,-2 1-13 0,-1 1-14 0,1-2-10 15,6 1-7-15,-5-1-6 0,0 3-63 16,-1 0-32-16,-2 2 0 0,1 1 0 0,1 0 0 15,-3 0 0-15,-1 1 0 0,4 2 0 0,-6 1 0 16,2 0 0-16,0 1 0 0,-1 2 0 0,-2 2 0 16,-1-3 0-16,-1 0 0 0,0 1 0 0,-1 1 0 15,2-2 0-15,-3 2 0 0,-1 0 0 0,2-3 0 16,-3 3 0-16,0-4 0 0,0-1 0 0,-1 1 0 16,-1 0 0-16,2-3 0 0,0-4 0 0,0 6 0 15,0-4 0-15,0-2 0 0,2 5-48 0,-2-5-181 0,0 0-69 16,0 0-65-16,0 0-56 0,14-12-43 0,-8 3-44 15,3-2-40-15,-1-2-341 0,0-3-961 16,-1 1 426-16</inkml:trace>
  <inkml:trace contextRef="#ctx0" brushRef="#br0" timeOffset="185305.6837">3648 5218 144 0,'0'-5'266'0,"0"0"18"0,0 1 7 16,0 4 13-16,-1-7 11 0,1 7-14 0,0-8-5 0,0 4-11 15,0 4-26-15,0 0-27 0,0-6-37 0,0 6-36 16,0 0-45-16,0-5-51 0,0 5-51 0,10 2-54 15,-10-2-69-15,0 0-67 0,17 6-69 16,-12-4-244-16,4 1-531 0,1 2 235 0</inkml:trace>
  <inkml:trace contextRef="#ctx0" brushRef="#br0" timeOffset="185589.2648">3831 5236 263 0,'0'0'397'0,"0"0"13"16,5-4 34-16,-5 4 15 0,0 0 0 0,0 0-8 15,0 0-7-15,0 0-18 0,-11-9-18 0,11 9-30 0,-6-5-15 16,6 5-17-16,-9-2-20 0,9 2-23 0,0 0-20 16,-15 4-19-16,9-1-18 0,-1 0-24 15,-3 0-24-15,3 5-20 0,-1-2-21 0,-1 1-10 16,-1 2-19-16,2-1-11 0,-1 2-11 0,4 0-4 16,-3-2-19-16,2 2-5 0,2-1-73 0,1-2-5 0,1 4 0 15,-2-3 0-15,4 0 0 0,3-2 0 16,0 2 0-16,3-2 0 0,1 1 0 0,5-2 0 15,-1 0-96-15,8-2-55 0,-1 1-26 0,3-2-27 16,-1-7-25-16,-2 4-27 0,10-2-32 0,-6-5-34 16,-4 1-17-16,1-1-7 0,-1-4-19 0,-1 3-8 0,0-4-15 15,-2-1-3-15,0 0 9 0,-4 0 3 0,0-1-206 16,-3-3-632-16,0 2 279 0</inkml:trace>
  <inkml:trace contextRef="#ctx0" brushRef="#br0" timeOffset="185858.2241">4044 5204 2013 0,'3'-14'-113'0,"1"-2"49"0,0 0 49 0,-2 0 57 15,2 4 53-15,-4 2 45 0,3-4 28 16,-1 5 27-16,-2-2 27 0,1 0 20 0,-1 3 19 15,-1-2 21-15,1 5 23 0,0-4 15 0,-2 5 8 0,-1-3 12 16,-1 2 19-16,4 0 5 0,-4 1 3 0,2 0-1 16,-2 0-11-16,1 1-20 0,3 3-27 0,-3-2-27 15,3 2-23-15,0 0-29 0,0 0-21 16,0 0-208-16,0 0 0 0,-2 12 0 0,2-4 0 16,-1 3 0-16,-2 5 0 0,2 0 0 0,1 1 0 0,-2 0 0 15,-1 2 0-15,0 0 0 0,3-1 0 16,-1 1 0-16,1 1 0 0,-2-1 0 0,-1 0 0 15,3 1 0-15,0-2 0 0,0-1 0 0,1-5 0 16,3-1 0-16,-4 2 0 0,0-3 0 0,3-1 0 0,-1-4 0 16,2 2 0-16,-3-2 0 0,2 0 0 0,-3-2 0 15,0-3 0-15,9 5 0 0,1-5-383 0,-10 0-113 16,17-5-27-16,-7 1-35 0,-1-3-23 16,0 1-361-16,1 0-1020 0,3-7 451 0</inkml:trace>
  <inkml:trace contextRef="#ctx0" brushRef="#br0" timeOffset="186742.8913">4214 5231 59 0,'0'0'290'0,"0"0"10"16,0 0 10-16,0 0 23 0,3-5 10 0,-3 5 12 15,0 0 13-15,0 0-5 0,0 0-6 0,0 0-11 16,0 0-17-16,0 0-8 0,0 0-24 16,0 0-23-16,0 0-23 0,0 0-22 0,0 0-24 0,0 0-25 15,0 0-17-15,0 0-10 0,0 0-23 16,0 0-16-16,0 0-9 0,0 0-9 0,0 0-4 15,0 0-6-15,0 0-4 0,14 10-3 0,-6-9-4 16,-8-1 0-16,14 1-7 0,-7-2-3 0,6 2 2 16,-4-1 3-16,1-2-2 0,3 0 13 0,-1-1-2 0,-3-1 0 15,-2 2 9-15,2-2-4 0,-1 1 7 0,-3 0-13 16,3-3-2-16,-5 2-9 0,0 1-2 16,2 0-11-16,-4-2-2 0,-1 5-12 0,2-9-15 15,-2 9 12-15,-4-6-11 0,0 1-5 0,4 5 3 16,-9-6-4-16,4 5-14 0,5 1-6 0,-13-6 0 0,7 6 0 15,6 0 0-15,-18 3 0 0,9-3 0 16,-3 4 0-16,1-1 0 0,2 3 0 0,-1-1 0 16,0 0 0-16,1 3 0 0,2 0 0 0,-4 0 0 15,4 2 0-15,1 1 0 0,1 0 0 0,2-1 0 0,1 2 0 16,0-2 0-16,2 2 0 0,0-2 0 0,2 2 0 16,0-1 0-16,3 0 0 0,0-2 0 0,5 1 0 15,0-2 0-15,1 0 0 0,-1-3 0 16,8 1 0-16,-1 1 0 0,2-4 0 0,0-3 0 15,-2-1 0-15,1 0 0 0,0 0 0 0,2-5 0 0,-3 2 0 16,-2-3 0-16,-2-1 0 0,2-1 0 0,-2 0 0 16,-3 0 0-16,0-2 0 0,-2 1 0 0,2 2 0 15,-2-5 0-15,-3 3 0 0,-1 1 0 16,0-2 0-16,0-1 0 0,-2 1 0 0,-1 0 0 16,3 1 0-16,-1-1 0 0,-2 3 0 0,2 0 0 0,-1 1 0 15,-2 2 0-15,3 0 0 0,-2 0 0 0,2-1 0 16,-3 6 0-16,1-6 0 0,-1 6 0 0,1-5 0 15,0 2 0-15,-1 3 0 0,2-5 0 16,-2 5 0-16,0 0 0 0,0 0 0 0,0 0 0 16,0 0 0-16,0 0 0 0,0 0 0 0,0 0 0 0,0 0 0 15,0 0 0-15,0 0 0 0,0 0 0 0,0 0 0 16,0 0 0-16,-12 12 0 0,7-7 0 0,1 2 0 16,0-1 0-16,3 3 0 0,-4-3 0 15,1 2 0-15,3-1 0 0,-2 0 0 0,2 4 0 16,0-6 0-16,1 1 0 0,-3 1 0 0,6 0 0 0,-2 2 0 15,3-2 0-15,0 3 0 0,2-1 0 0,-1 1 0 16,3-2 0-16,1 2 0 0,0 0 0 0,1-1 0 16,-1-1 0-16,-1 1 0 0,0-3 0 15,0 2 0-15,-1 1 0 0,-2-3 0 0,-3-3 0 16,5 3 0-16,-4-2 0 0,0 1 0 0,-2-2 0 0,-1-3 0 16,0 8 0-16,0-8 0 0,-2 5 0 0,-3-2 0 15,-5 0 0-15,2-1 0 0,-4 1 0 0,-3 1 0 16,3-4 0-16,-2 0 0 0,-2 1 0 0,2 1 0 15,2-2 0-15,2 0 0 0,10 0 0 0,-14 0 0 16,6 2 0-16,8-2 0 0,-9 0 0 0,9 0 0 16,0 0 0-16,0 0 0 0,-10-3 0 0,10 3 0 15,0 0-85-15,0 0-154 0,0 0-32 0,0 0-35 16,0 0-31-16,23-6-29 0,-15 5-20 0,-8 1-31 16,15 0-24-16,-6 0-29 0,3 0-343 0,-12 0-879 15,16 1 389-15</inkml:trace>
  <inkml:trace contextRef="#ctx0" brushRef="#br0" timeOffset="188885.7689">4907 5474 175 0,'0'0'404'0,"4"1"10"16,-4-1 9-16,0 0 1 0,0 0-9 15,0 0-8-15,0 0-23 0,0 0-19 0,0 0-20 0,6 2-17 16,-6-2-20-16,0 0-1 0,0 0-12 0,0 5-9 16,0-1-22-16,1 2-19 0,2-3 4 0,-3 4-14 15,0 1-13-15,-3-2-20 0,3 3-18 0,-1 1-9 16,-3 0-21-16,2 2-20 0,-2-1-12 0,-4 3-6 16,-2 1-21-16,4-4-69 0,-2 1-76 0,3-3-74 15,-3 3-96-15,3-3-90 0,0 1-123 0,-1-3-128 16,-1-1-441-16,2 1-1084 0,0-3 481 0</inkml:trace>
  <inkml:trace contextRef="#ctx0" brushRef="#br0" timeOffset="189544.8419">6033 5187 205 0,'0'-3'338'0,"0"0"16"0,1-1 10 15,-1-1 6-15,0 5 9 0,0-8 11 0,0 3 3 16,-1 1 1-16,1 1 3 0,0-3 7 0,-3 1 0 15,3 3 6-15,-1-3 8 0,1-1-7 0,0 6-7 16,-3-6-2-16,3 6-14 0,0-6-16 0,-1 3 0 16,1 3-29-16,0-6-64 0,0 6-279 0,0 0 0 15,0 0 0-15,0 0 0 0,0 0 0 0,0-4 0 16,0 4 0-16,0 0 0 0,0 0 0 0,0 0 0 16,0 0 0-16,0 0 0 0,1 18 0 0,2-10 0 15,-2 4 0-15,2 1 0 0,1 4 0 0,-4 1 0 16,2 1 0-16,1 0 0 0,-2 8 0 0,2-2 0 15,-2 1 0-15,-2 1 0 0,1-4 0 0,0-2 0 16,-3-3 0-16,2 3 0 0,-3 4 0 0,4-6 0 16,-4 0 0-16,3-2 0 0,1-2 0 0,-4 1 0 15,4-4 0-15,0 0 0 0,0-1 0 0,-3-1 0 16,6-3 0-16,-7-1 0 0,4 0 0 0,0 0 0 16,0-3 0-16,0 2 0 0,0-5 0 0,0 4 0 15,0-4 0-15,0 0 0 0,0 0 0 0,0 0 0 0,0 0 0 16,12-9 0-16,-11 5 0 0,3-5-99 15,1 1-430-15,-1-2-37 0,2-2-37 0,-2 1-24 16,-4-2-335-16,0 1-1041 0,0-5 461 0</inkml:trace>
  <inkml:trace contextRef="#ctx0" brushRef="#br0" timeOffset="189929.3712">6025 5271 163 0,'0'-6'315'0,"0"-2"19"16,0 1 19-16,0 0 29 0,1 1 16 0,-1-2 13 15,3 5 6-15,-3-3-8 0,0-1-6 0,1 1 1 16,2 1-7-16,-3 0-12 0,1-1 1 0,-1 1-14 16,3 3-14-16,-2-1-10 0,-1 3-28 0,0-4-25 15,0 4-22-15,0 0-24 0,1-4-23 0,-1 4-24 16,0 0-21-16,0 0-19 0,0 0-114 0,0 0-48 16,0 0 0-16,14 8 0 0,-10-4 0 0,0 2 0 15,1 0 0-15,3 1 0 0,1 2 0 0,-3 1 0 16,7 1 0-16,0 3 0 0,0 0 0 0,-1 2 0 15,5 3 0-15,-3-5 0 0,5 7 0 0,4-1 0 16,-4-1 0-16,7-2 0 0,-3 2 0 0,1 1 0 16,2-2 0-16,-3-2 0 0,0 0 0 0,-2 1 0 15,-4-6 0-15,-2 1 0 0,-3-4 0 0,3 1 0 16,-6-1 0-16,-1-1 0 0,-2-1 0 0,2-2 0 16,-3 0 0-16,-1 0 0 0,-3-4 0 0,3 4 0 15,0-2 0-15,-4-2 0 0,5 1 0 0,-5-1 0 16,0 0 0-16,0 0 0 0,5-6 0 0,-5 0 0 15,0-4 0-15,0-1-287 0,-5-1-194 0,5-1-48 0,-4-3-44 16,2-10-8-16,-5 1-376 0,2 0-1037 0,1 0 459 16</inkml:trace>
  <inkml:trace contextRef="#ctx0" brushRef="#br0" timeOffset="190260.5643">6466 5232 337 0,'0'-12'112'0,"0"-4"55"16,3 4 30-16,-2 1 21 0,-1 0 20 0,0-1 33 0,4 0 30 15,-4 1 34-15,0-1 17 0,0 2 26 16,0 3 24-16,1 0 12 0,2 1 4 0,-3 0 16 0,1 1-3 15,-1-1 0-15,1 3-8 0,-2 0-12 16,1 3-28-16,0 0-34 0,0-6-26 0,0 6-34 0,0 0-28 16,0 0-24-16,0 0-158 0,0 0-79 0,0 0 0 15,1 15 0-15,-1-7 0 0,4 4 0 16,-4 0 0-16,0 5 0 0,4 0 0 0,-4 2 0 0,1 6 0 16,2-5 0-16,-2-2 0 0,-1 8 0 0,0 0 0 15,0-7 0-15,1 10 0 0,-1-9 0 0,3-1 0 16,-3 7 0-16,-3-8 0 0,3 1 0 0,0-2 0 15,-1 0 0-15,2-2 0 0,2-1 0 0,-2-3 0 16,-2 1 0-16,-2-2 0 0,3 1 0 0,-1-5 0 16,2-1 0-16,-1 0 0 0,0-1 0 0,-1 0 0 15,1-4 0-15,1 6 0 0,-1-6 0 16,-1 4 0-16,1-4 0 0,5 2 0 0,-5-2 0 0,0 0 0 16,0 0 0-16,8-10 0 0,-4 5 0 0,5-3 0 15,-4 1-64-15,0 3-602 0,3-3-73 0,-2-3-382 16,4 4-1213-16,-4-2 536 0</inkml:trace>
  <inkml:trace contextRef="#ctx0" brushRef="#br0" timeOffset="190628.9659">6796 5495 386 0,'0'0'537'0,"0"0"18"0,1-2 13 0,-1 2 7 15,1-5-2-15,-1 5-15 0,0-4-21 0,0 4-37 0,0 0-36 16,0 0-29-16,0 0-33 0,0 0-36 16,0 0-38-16,0 0-38 0,0 0-29 0,0 0-28 15,0 0-18-15,0 0-9 0,-3 15-11 0,1-9-188 16,1 5-7-16,1 1 0 0,-4 1 0 0,4 2 0 0,-1 1 0 16,0 2 0-16,2 0 0 0,-2-3 0 0,1-2 0 15,1-1 0-15,-1 1 0 0,0 3 0 16,0-4 0-16,0-1 0 0,1 0 0 0,-1 0 0 0,0-1 0 15,0-1 0-15,0 0 0 0,2-1 0 0,-2-3 0 16,2-1 0-16,-2 4 0 0,-2-5 0 0,4 0 0 16,-2-3 0-16,0 7 0 0,0-7 0 0,0 0 0 15,0 4 0-15,0-4 0 0,0 0 0 0,0 0 0 16,0 0 0-16,3-14 0 0,-3 9 0 0,2-7 0 16,-1 0-392-16,1-3-151 0,0-3-60 0,1-1-53 15,-2-5-344-15,-1-2-1083 0,1 2 479 0</inkml:trace>
  <inkml:trace contextRef="#ctx0" brushRef="#br0" timeOffset="191164.6634">6733 5260 112 0,'0'0'269'0,"0"0"-1"15,0 0-3-15,-1-4-3 0,1 4-5 0,0 0 6 16,0 0-2-16,0 0 6 0,0 0-3 0,0 0-7 0,0 0-5 16,0 0-4-16,0 0-10 0,5-2-14 15,-5 2-6-15,4-1-10 0,-4 1-6 0,0 0-5 16,0 0-10-16,13 2-7 0,-9-1-8 0,-4-1-9 15,10 1-7-15,-6 1-10 0,1-1-11 0,-5-1-12 0,6 2-7 16,-2 1-13-16,1-1-12 0,-5-2-8 16,4 4-3-16,-3-1-17 0,-1-3 1 0,3 4-5 15,-3-4-12-15,1 4-2 0,-1-4-4 0,-1 5-5 16,1-5 6-16,-2 4-8 0,2-4-1 0,-3 2-6 0,1 2 0 16,2-4-3-16,-5 3 2 0,5-3-2 15,-6 0-2-15,6 0 1 0,0 0-5 0,-10-5-2 16,6 1-2-16,0 3 2 0,-1-3 0 0,2-1 11 15,2-1 12-15,-1 3 8 0,-1-3 6 0,3 1-8 0,3-1-1 16,-2 1-8-16,0-1-10 0,3 3 9 0,0-1-7 16,-1 1-4-16,1 0 2 0,0-1-7 0,1 3-5 15,-5 1-1-15,8 0-3 0,-8 0 3 0,9 1 6 16,-9-1-11-16,5 5-2 0,-2-3 2 0,-1 2-3 16,-1-1 0-16,-1 0 1 0,-1 2 1 0,1-5-6 15,-1 7-13-15,0-3-32 0,-2-1-44 16,-1 5-52-16,2-5-51 0,-3 0-68 0,0-2-60 0,2 1-54 15,3-2-69-15,0 0-69 0,0 0-351 0,0 0-934 16,-9-9 414-16</inkml:trace>
  <inkml:trace contextRef="#ctx0" brushRef="#br0" timeOffset="191561.9451">7454 5460 299 0,'0'0'464'0,"-13"-2"20"0,13 2 14 0,-11 0 4 15,7 0-11-15,0-3-11 0,-2 2-12 0,6 1-17 16,-8-4-4-16,8 4-14 0,-7-2-8 0,7 2-22 15,-3-2-17-15,3 2-22 0,0 0-17 0,0 0-23 16,0 0-26-16,-4-3-28 0,4 3-28 0,0 0-127 16,10-4-115-16,-3 0 0 0,3 0 0 0,0 3 0 15,3-2 0-15,4 0 0 0,0 1 0 0,0 0 0 16,2-2 0-16,-1 3 0 0,-4-4 0 0,0 5 0 0,0-1 0 16,-1-1 0-16,0 1 0 0,-3 1 0 15,-2-1 0-15,-2 1 0 0,2 0 0 0,-3-2 0 16,0 1 0-16,-5 1 0 0,0 0 0 0,10 2 0 15,-10-2 0-15,6 2-201 0,-4 1-238 0,-2-3-29 0,-2 6-36 16,2-3-48-16,0-3-35 0,-8 6-320 16,1-2-982-16,1 2 434 0</inkml:trace>
  <inkml:trace contextRef="#ctx0" brushRef="#br0" timeOffset="191874.8433">7404 5575 189 0,'-3'3'336'15,"-1"-2"13"-15,4-1 34 0,-6 3 18 0,6-3 15 16,-2 3 13-16,2-3 4 0,-4 3-7 0,4-3-13 16,0 0-9-16,0 0-6 0,-1 3-21 0,1-3-20 15,0 0-10-15,0 0-22 0,6 5-10 0,-2-4-15 16,-4-1-12-16,4 2-14 0,2-2-7 0,1 1-17 16,-2 1-11-16,-5-2-10 0,15 0-183 0,-6 0-46 15,3-2 0-15,0 2 0 0,6-2 0 0,0 2 0 16,0-1 0-16,1 0 0 0,-1-2 0 0,-3 1 0 15,1 1 0-15,-2-1 0 0,-4 0 0 0,4 1 0 16,-5 0 0-16,0-2 0 0,-4 2 0 0,4 0 0 16,-4 0 0-16,0 1 0 0,-5 0 0 0,9-1 0 15,-5-1 0-15,-4 2 0 0,6-2 0 0,-6 2 0 16,0 0 0-16,0 0 0 0,4-2 0 0,-4 2 0 16,0 0 0-16,0 0-257 0,0 0-275 0,0 0-48 15,0 0-45-15,0 0-409 0,0 0-1118 0,0 0 495 16</inkml:trace>
  <inkml:trace contextRef="#ctx0" brushRef="#br0" timeOffset="194502.2147">8883 5278 170 0,'0'0'305'0,"0"0"5"0,0-6 0 0,0 6-3 16,-4-5-2-16,4 5-3 0,0-6 12 0,0 6-5 16,0-5-3-16,0 5-1 0,-1-6-9 0,1 6-2 15,0-5-15-15,-3 2-7 0,3 3-5 0,4-5-19 16,-4 5-14-16,0-6-8 0,3 2-25 0,-2 2-13 15,3-2-18-15,-2 1-18 0,2 1-15 0,0-3-13 0,1 3-13 16,2 1-10-16,-1-2-9 0,4 2-15 16,3 0-4-16,0 2-7 0,-1 0-8 0,1 1-7 15,0 1-2-15,5 3-2 0,-2 1-9 0,-4-2-3 16,2 2-2-16,0 1-6 0,0 4 5 0,-1 1-2 0,-4 1-2 16,4 0-9-16,-4 1 0 0,0 1-4 0,-4-3-1 15,-2-3 0-15,3 6-8 0,-4 0 16 0,1-4-5 16,-3 0-5-16,-2 2 0 0,1-3-5 15,-4 3 1-15,1-4 1 0,-1 2-1 0,-2-2 1 0,-1 2 2 16,0-2-3-16,4-6-4 0,-2 4 6 16,2-3 0-16,-1-1 8 0,1 0-6 0,3-3 2 15,1-1-2-15,0 0 4 0,0 0 2 0,0 0 19 0,-8-9 9 16,8 1-3-16,0-1-1 0,4-1 4 0,0-2 10 16,0-5 5-16,-2 0-13 0,6-1-6 0,-2 3-7 15,3-2 10-15,4-6-15 0,-2 6-1 0,0 1-1 16,4 3-28-16,-2-2 0 0,0 3 0 0,1 1 0 15,0 2 0-15,0 3 0 0,-3 1 0 0,7 1 0 16,-5 3 0-16,2 1 0 0,-3 1 0 0,4 3 0 16,-3 3 0-16,0 0 0 0,0 3 0 0,-3-4 0 15,3 7 0-15,-6-2 0 0,2 1 0 0,0 3 0 16,-2-1 0-16,-2-4 0 0,-1 1 0 0,-3 1 0 16,0-1 0-16,0 0 0 0,-1-2 0 0,-1 3 0 15,0-6 0-15,0 1 0 0,1 1 0 0,-3-6 0 16,3 5 0-16,-1-3 0 0,1-4 0 0,0 4 0 15,0-4 0-15,0 0 0 0,0 0 0 0,0 0 0 16,-3-14 0-16,4 10 0 0,1-6 0 0,0-5 0 0,2 4 0 16,1-4 0-16,1 0 0 0,2 0 0 15,0-2 0-15,1 3 0 0,0 0 0 0,5-1 0 16,-5 2 0-16,0 3 0 0,0 4 0 0,0-3 0 0,1 4 0 16,0 0 0-16,-1 2 0 0,2 0 0 0,-4 3 0 15,5 3 0-15,-3-1 0 0,2 3 0 0,-2-2 0 16,1 3 0-16,2 3 0 0,-5 1 0 15,-2 0 0-15,3 6 0 0,-1-5 0 0,-2 1 0 0,-3-2 0 16,2 2 0-16,-1 1 0 0,-1-3 0 0,-1-1 0 16,-1 1 0-16,2 1 0 0,-4 0 0 0,2-4 0 15,0-1 0-15,-1 3 0 0,1-5 0 0,0 2 0 16,0-2 0-16,0 0 0 0,0-4-30 0,1 2-203 16,-1-2-49-16,0 0-74 0,0 0-64 0,18-3-67 15,-7-1-68-15,0-2-417 0,0 0-1052 0,6-2 466 16</inkml:trace>
  <inkml:trace contextRef="#ctx0" brushRef="#br0" timeOffset="194867.0087">9995 5412 225 0,'0'0'470'0,"0"0"24"15,-13-12 19-15,13 12 8 0,0-5 2 0,0 5-14 16,0-4-13-16,0 4-15 0,0-4-12 0,0 4-17 0,0 0-32 16,0 0-30-16,0 0-43 0,0 0-35 15,0 0-36-15,0 0-31 0,0 0-22 0,0 0-9 0,0 0-3 16,3 12-12-16,-3-2-10 0,-3 1-177 0,3-2-12 16,0 3 0-16,0 1 0 0,0-2 0 15,0 5 0-15,0 1 0 0,-1-5 0 0,-2-1 0 16,3 2 0-16,-2 2 0 0,-1-3 0 0,3-1 0 0,0-2 0 15,-4 1 0-15,3-3 0 0,-2 0 0 0,2-2 0 16,-1 0 0-16,2 1 0 0,0-6 0 16,0 5 0-16,-3-3 0 0,3-2 0 0,0 0 0 0,0 0 0 15,0 0 0-15,0 0 0 0,5-17 0 0,-1 6-307 16,-3 1-197-16,2-3-62 0,2-7-54 0,-4 2-413 16,2-1-1118-16,-2-1 495 0</inkml:trace>
  <inkml:trace contextRef="#ctx0" brushRef="#br0" timeOffset="195372.2321">9964 5125 112 0,'0'0'310'0,"5"-2"-6"0,-5 2 1 0,0 0-3 16,3-2-5-16,-3 2-7 0,0 0-1 0,0 0-17 16,0 0-8-16,0 0-13 0,0 0-4 0,0 0-8 0,0 0-12 15,0 0-8-15,0 0-12 0,4-3-1 16,-4 3-6-16,0 0-8 0,0 0-9 0,0 0-12 16,0 0-7-16,0 0-4 0,0 0-10 0,5 6-14 15,-5-6-13-15,0 0-11 0,4 5-9 0,-4-5-6 0,0 0-13 16,0 5-11-16,0-5-6 0,0 0-6 0,0 5-2 15,0-5-3-15,-4 2-9 0,4-2-2 16,0 0-5-16,-4 5-4 0,4-5-4 0,-4 3 1 0,4-3-3 16,0 0-1-16,-8 0-2 0,8 0-5 0,0 0 6 15,0 0-6-15,-10-6-1 0,9 4-2 0,1 2 11 16,-5-5 6-16,1 0-4 0,0 3 12 0,4-2-3 16,-3 1 5-16,3 3-5 0,0-8 4 15,0 8-11-15,4-5 5 0,-1 2-5 0,-3 3-10 0,5-3-1 16,0 0 3-16,-1 2-3 0,-4 1-6 0,13 0-1 15,-13 0-7-15,10 1 14 0,-5-1-18 0,-1 3 4 16,2-2-3-16,-6-1 0 0,7 5 1 0,-6-2 0 16,2 1-5-16,-2 1 4 0,0-3-1 0,-1 2 5 15,0-4-19-15,-5 7-18 0,5-2-30 0,-4-2-29 16,3 0-43-16,0 1-42 0,-2 0-43 0,-2-3-58 16,1 2-49-16,2-1-47 0,-1 0-55 0,3-2-72 15,-5 3-345-15,5-3-909 0,0 0 402 0</inkml:trace>
  <inkml:trace contextRef="#ctx0" brushRef="#br0" timeOffset="196701.0661">8779 5900 73 0,'0'0'270'0,"-6"3"-11"0,6-3-4 0,-6 5-9 16,2-5-3-16,4 0-1 0,-12 1-18 0,7 0-6 16,-1-1-18-16,-1 1 14 0,0 1-19 0,7-2 8 15,-13 1-2-15,6 0 2 0,7-1 8 0,-10 0 3 16,4 0 8-16,6 0-4 0,-5 1 4 0,5-1-4 15,0 0-2-15,-8 2-8 0,8-2-8 0,0 0-6 16,-6 2-2-16,6-2-11 0,0 0 1 0,0 0-4 16,0 0-7-16,0 0-9 0,0 0-4 0,0 0-4 15,0 0-9-15,0 0 6 0,0 0-4 0,0 0 6 16,0 0-9-16,0 0-4 0,0 0-7 0,0 0 2 0,0 0-17 16,0 0-5-16,0 0-48 0,0 0-65 15,0 0 0-15,15-6 0 0,-8 5 0 0,4-2 0 16,-2 2 0-16,3 0 0 0,1-2 0 0,0 3 0 15,1-1 0-15,3-1 0 0,-1 0 0 0,3 2 0 0,1-1 0 16,-1-2 0-16,-2 3 0 0,2-3 0 0,-1 1 0 16,1 2 0-16,0-1 0 0,0 1 0 0,2 1 0 15,0-3 0-15,0 2 0 0,8 0 0 0,-7 0 0 16,6-3 0-16,-10 2 0 0,5 1 0 0,-3-1 0 16,0 1 0-16,-1 0 0 0,1-2 0 0,-4 4 0 15,1-2 0-15,-4 1 0 0,1-2 0 0,-1 3 0 16,2 0 0-16,2-2 0 0,-3 0 0 0,0 0 0 15,-1 1 0-15,7-1 0 0,-1 0 0 0,-2 2 0 16,1-2 0-16,0 0 0 0,1 0 0 0,0 0 0 16,-2-1 0-16,2 1 0 0,-1-1 0 0,0 0 0 15,1 1 0-15,-1 0 0 0,2-2 0 0,0 1 0 16,0 1 0-16,3 0 0 0,-5-1 0 0,5 1 0 16,0 0 0-16,-4-2 0 0,2 2 0 0,-4 0 0 15,3 0 0-15,-1 0 0 0,2 0 0 0,0 0 0 16,-2 0 0-16,0 0 0 0,-2 0 0 0,5 0 0 15,-3 0 0-15,-1 2 0 0,1-2 0 0,-1-2 0 16,0 2 0-16,3 0 0 0,-4 0 0 0,5 0 0 0,-3 0 0 16,1 0 0-16,2 0 0 0,1 0 0 0,-2 0 0 15,7 0 0-15,0 0 0 0,1 0 0 16,-1-1 0-16,-1-2 0 0,4 2 0 0,-2 1 0 0,0 1 0 16,2-1 0-16,-2 0 0 0,3-1 0 0,-1-1 0 15,4 1 0-15,-3-1 0 0,1 2 0 0,1-1 0 16,2-2 0-16,0 3 0 0,2 0 0 15,1-1 0-15,-2 0 0 0,1-1 0 0,2 2 0 0,-2-1 0 16,2 1 0-16,-2 0 0 0,3 1 0 0,-3-1 0 16,-2 0 0-16,1-1 0 0,3 2 0 0,-5 0 0 15,1-2 0-15,1 1 0 0,-1 2 0 0,0-3 0 16,5 1 0-16,-3 1 0 0,1-1 0 0,1 1 0 16,10 2 0-16,-9-2 0 0,-3 0 0 0,12-2 0 15,4 2 0-15,-18 0 0 0,2 0 0 0,0-1 0 16,2 1 0-16,0 1 0 0,12-2 0 0,-15 1 0 15,-1-1 0-15,1 0 0 0,3 0 0 0,-3 1 0 16,1 1 0-16,0-2 0 0,14 0 0 0,-14-2 0 16,-3 2 0-16,5-2 0 0,-4 0 0 0,-1 1 0 0,0 0 0 15,-5 0 0-15,-2 1 0 0,-7-2 0 16,2 2 0-16,-2-2 0 0,-3 1 0 0,-5 0 0 16,-2 0 0-16,1 0 0 0,-1 0 0 0,-5-1 0 0,1 2 0 15,-1-1 0-15,-1-2 0 0,2 2 0 0,-7 1 0 16,7-2 0-16,-4 0 0 0,0-1 0 15,-3 3 0-15,3-4 0 0,-1 1 0 0,-2 3 0 16,1-4 0-16,-1 4 0 0,3-8 0 0,-3 8 0 0,-2-2 0 16,2 2 0-16,3-5-255 0,-3 5-265 0,0-3-91 15,0 3-524-15,-1-5-1228 0,-2 1 543 0</inkml:trace>
  <inkml:trace contextRef="#ctx0" brushRef="#br0" timeOffset="202690.97">8685 6417 59 0,'-5'-2'383'0,"5"2"12"0,0 0 4 0,-3-4-2 16,3 4-3-16,0-5-11 0,0 5-11 0,0 0-9 15,-4-3-9-15,4 3-4 0,0 0-19 0,-2-4-9 16,2 4-15-16,-4-4-11 0,4 4 3 0,-4-1-4 15,4 1-9-15,0-6-8 0,0 6-5 0,-1-4-4 0,1 4-7 16,0 0-13-16,-3-7-8 0,3 3-16 16,0 4-15-16,3-5-19 0,-2 2-183 0,2-1-8 15,2 1 0-15,-3-1 0 0,2 0 0 0,0 0 0 16,4 0 0-16,1 1 0 0,2-1 0 0,-1 0 0 0,4 0 0 16,-2 0 0-16,1 1 0 0,-1 0 0 0,1 3 0 15,5-1 0-15,-6 1 0 0,2 1 0 16,-3 2 0-16,2-1 0 0,-2 2 0 0,2 1 0 15,0-1 0-15,-4 3 0 0,0 0 0 0,0 2 0 0,1 0 0 16,-5 0 0-16,0 3 0 0,-1-3 0 0,-1 1 0 16,-1 3 0-16,-2-2 0 0,-1 0 0 15,-1 1 0-15,-5-1 0 0,1 2 0 0,-3 2 0 0,-1-4 0 16,1 3 0-16,-3-4 0 0,-2 1 0 0,1 0 0 16,0-4 0-16,3 1 0 0,1-2 0 0,-1 1 0 15,1-4 0-15,3 1 0 0,2-1 0 0,-4 1 0 16,3-3 0-16,0 2 0 0,-1-3 0 0,-1 1 0 15,7-1 0-15,-13-4 0 0,7 3 0 0,-2-2 0 16,3 0 0-16,-4-2 0 0,3 1 0 0,1-3 0 16,0 2 0-16,-2-3 0 0,1 0 0 0,1-2 0 15,0 2 0-15,1-1 0 0,0 2 0 0,3-4 0 16,1 4 0-16,-3 1 0 0,2-1 0 0,1 2 0 16,0-2 0-16,1 1 0 0,-2 1 0 0,2 1 0 15,-1-1 0-15,0 5 0 0,-1-6 0 0,2 2 0 16,-1 4 0-16,-1-7 0 0,1 7 0 0,0 0 0 15,0 0 0-15,1-2 0 0,-1 2 0 0,0 0 0 16,0 0 0-16,0 0 0 0,0 0 0 0,0 0 0 16,0 0 0-16,0 0 0 0,0 0 0 0,-1 13 0 0,-2-9 0 15,3 3 0-15,0 0 0 0,0-1 0 16,0 1 0-16,0 0 0 0,-1 0 0 0,1 1 0 16,0-3 0-16,0 3 0 0,-1 0 0 0,1-2 0 15,0 1 0-15,0-1 0 0,0 0 0 0,0-1 0 0,0 1 0 16,1-1 0-16,-1-1 0 0,0 1 0 15,1-2 0-15,-1 2 0 0,3-3 0 0,1 1 0 0,0-2 0 16,-2 1 0-16,6-2 0 0,3 2 0 0,-2-4 0 16,2 0 0-16,0-1 0 0,0-1 0 0,5-1 0 15,-1-2 0-15,-2-2 0 0,6-2 0 0,-4 4 0 16,-3-1 0-16,-1-4 0 0,3 2 0 0,-2 2 0 16,-4 1 0-16,2-3 0 0,-5 3 0 0,4-1 0 15,-4 4 0-15,-1-2 0 0,2 2 0 0,-2-1 0 16,0 2 0-16,-2 0 0 0,0 0 0 0,2-2 0 15,-4 5 0-15,4-1 0 0,-4 1 0 0,0 0 0 16,0 0 0-16,0 0 0 0,12 6 0 0,-7-3 0 16,-2 3 0-16,1-1 0 0,1 2 0 0,-3 0 0 15,5 1 0-15,-4 0 0 0,0 2 0 0,2-1 0 16,-1 0 0-16,0 0 0 0,-1 1 0 0,0-1 0 16,4 3 0-16,-4-3 0 0,3-2 0 0,0 3 0 15,4-3 0-15,3 1 0 0,1 1 0 0,4-1 0 16,0-1 0-16,1-2 0 0,0-2 0 0,-1-1 0 15,1-1 0-15,-6 0 0 0,0 1 0 0,0-2-54 16,-1-3-363-16,1 1-61 0,-4-3-66 0,3 0-60 16,-6 0-412-16,3-4-1101 0,-3 4 488 0</inkml:trace>
  <inkml:trace contextRef="#ctx0" brushRef="#br0" timeOffset="203290.7357">9611 6673 412 0,'0'0'468'0,"4"3"10"0,-4-3 8 0,3 3-5 15,-3-3-21-15,0 0-13 0,0 4-34 0,0-4-7 0,0 0-16 16,0 0-29-16,0 0-15 0,0 0 1 0,0 0-22 15,-20-4-10-15,20 4-5 0,-10-3 2 16,4 2-13-16,1-2-3 0,-3 2-11 0,1-2-9 16,-2 0-12-16,2 1-250 0,-2-1-14 0,-2-1 0 0,-1-2 0 15,3 1 0-15,0-1 0 0,0-1 0 0,-1-2 0 16,0 0 0-16,-2-3 0 0,2-2 0 0,-1 0 0 16,2-3 0-16,1-1 0 0,2 0 0 15,-1 0 0-15,1-7 0 0,2-1 0 0,3 3 0 0,1-2 0 16,2 5 0-16,1-5 0 0,2 7 0 0,3-7 0 15,-3 7 0-15,5-3 0 0,0 4 0 0,0 1 0 16,2 0 0-16,1 3 0 0,-3 0 0 0,0 4 0 16,4-1 0-16,-2 2 0 0,-2 3 0 0,0 0 0 15,-1 0 0-15,2 1 0 0,-1 1 0 0,-4 2 0 16,2-2 0-16,-1 1 0 0,1 2 0 0,0 1 0 16,-8-1 0-16,13 2 0 0,-7 0 0 0,-1 1 0 15,0 1 0-15,0 1 0 0,0-1 0 0,-1 2 0 16,-1 1 0-16,-2 0 0 0,4 0 0 0,-5 2 0 15,1 2 0-15,-2-3 0 0,-3 3 0 0,2-1 0 16,-6-1 0-16,0 1 0 0,1 1 0 0,-6 0 0 16,1 3 0-16,-2-3 0 0,-1 0 0 0,0 0 0 15,1 1 0-15,-3-3 0 0,7-3 0 0,-7 3 0 16,7-2 0-16,-2-4 0 0,1 4 0 0,1-4 0 0,2 3 0 16,2-5 0-16,-2 3 0 0,2-1 0 15,0-1 0-15,1 0 0 0,0-2 0 0,5 0 0 16,-7 1 0-16,7-1-189 0,0 0-312 0,0 0-62 15,0 0-39-15,0 0-454 0,0 0-1144 0,24-5 506 0</inkml:trace>
  <inkml:trace contextRef="#ctx0" brushRef="#br0" timeOffset="203657.5167">9855 6578 154 0,'0'0'484'0,"0"0"26"0,0 0 25 0,-11-15 20 0,6 11 6 16,2 1-5-16,2-3-12 0,-1 1-10 0,-1 1-12 15,3 1-19-15,-3-1-22 0,1 0-23 0,2 4-30 16,-3-4-34-16,3 4-36 0,-2-4-32 0,2 4-43 16,0 0-278-16,0 0-5 0,0 0 0 0,0 0 0 15,0 0 0-15,0 13 0 0,1-7 0 0,0 3 0 16,1 3 0-16,-1-1 0 0,1 2 0 0,0 3 0 15,-1-3 0-15,0 4 0 0,1 0 0 0,-1 1 0 16,-2-1 0-16,1 1 0 0,-2 0 0 0,1 0 0 16,0-2 0-16,-2 3 0 0,1-2 0 0,-1 0 0 15,-1-4 0-15,0 2 0 0,3-3 0 0,-3 0 0 16,4-3 0-16,-1-2 0 0,0 1 0 0,-2-3 0 16,2-1 0-16,1-4 0 0,1 7 0 0,0-4 0 15,-1-3 0-15,0 0 0 0,0 0 0 0,0 0-316 16,0 0-205-16,0 0-36 0,17-16-37 0,-14 8-441 15,-1-3-1119-15,1 1 495 0</inkml:trace>
  <inkml:trace contextRef="#ctx0" brushRef="#br0" timeOffset="203991.9357">9771 6583 109 0,'0'-11'380'0,"-1"2"23"15,2-1 28-15,0-2 22 0,1 4 15 0,-1-3 0 16,4 2-22-16,-1-1-15 0,1 2-35 15,-1-1-26-15,1 1-26 0,4 0-21 0,0 1-21 16,4-4-27-16,1 7-11 0,-2 2-23 0,8-1-5 0,-2 2-21 16,-1 4-10-16,4-1-17 0,-2 3-13 0,0 0-16 15,-1 1-12-15,-4-1-13 0,2 5-13 0,-5-3-9 16,-1 2-17-16,-1-1-9 0,-2 1-10 16,0 1-9-16,-4-1-4 0,-1 0-55 0,0 0-8 0,-1 0 0 15,-4 2 0-15,-2 1 0 0,-7-1 0 0,-1 0 0 16,-4 1 0-16,-1-1 0 0,-1-2 0 0,1 0 0 15,-1-2 0-15,1-1 0 0,0 0 0 16,5-3 0-16,3 0 0 0,0 0 0 0,-1-3 0 0,4 1-2 16,1-2-137-16,-1-2-11 0,0 0-47 0,3 0-32 15,4 3-29-15,-3-10-49 0,3 5-34 0,4-1-22 16,0 1-27-16,1 1-19 0,4-1-33 0,0-1-12 16,1 1-298-16,2 0-815 0,-1 1 361 0</inkml:trace>
  <inkml:trace contextRef="#ctx0" brushRef="#br0" timeOffset="204641.5293">10667 6307 18 0,'-2'-4'415'0,"2"-1"29"15,-2 0 16-15,0 1 12 0,-1-1 9 0,2 0 10 0,-2 0 4 16,2-1 4-16,1 1-3 0,-1 1-9 0,-2-2-12 16,2 2-13-16,1 4-29 0,-2-6-33 15,2 6-36-15,-2-5-38 0,2 5-34 0,0-3-31 16,0 3-33-16,0 0-36 0,0 0-192 0,0 0 0 0,4 10 0 16,-3-2 0-16,-1 2 0 0,3 2 0 0,0 5 0 15,-1 0 0-15,-1 1 0 0,3 1 0 16,-3 1 0-16,2 3 0 0,-3-1 0 0,2 1 0 0,-2 3 0 15,-1-7 0-15,0 6 0 0,1-6 0 0,-1 1 0 16,1-1 0-16,-2-1 0 0,2-2 0 0,0-1 0 16,0-4 0-16,-1 0 0 0,1 0 0 0,0-2 0 15,0-1 0-15,1-2 0 0,-1-2 0 0,2 1 0 16,-1-1 0-16,-1-1 0 0,0-3 0 0,1 5 0 16,-1-5 0-16,3 2 0 0,-3-2 0 0,0 0-203 15,0 0-177-15,7-7-34 0,-6 0-29 0,1 2-46 16,2-5-51-16,-2-1-414 0,-1-1-1033 0,1-5 457 15</inkml:trace>
  <inkml:trace contextRef="#ctx0" brushRef="#br0" timeOffset="205043.6095">10563 6279 230 0,'-1'-4'409'0,"1"4"20"0,0-9 20 15,-2 8-4-15,0-3-6 0,2 4-6 16,0-8-16-16,0 8-19 0,0-4-24 0,0 4-24 16,0-4-36-16,0 4-29 0,2-7-29 0,0 7-25 0,2-3-30 15,3-1-20-15,5 2-17 0,1 0-15 0,1 2-8 16,4 2-18-16,1 0-3 0,9 2-5 16,-1 0-2-16,0 3-4 0,-1 3-16 0,-1-1 0 0,3 1-10 15,-2 4-9-15,-1 0-9 0,-7-1 0 0,5 3-8 16,-4 2-2-16,-6-3-3 0,0-1-4 15,-2 2-9-15,-2 1 9 0,-1 0-11 0,-3-1 5 16,0 2 5-16,-7 1-12 0,-3-1 18 0,-2 7-8 0,-6-2 5 16,-3-1 5-16,-5-1-4 0,-4-1-7 0,-1 0-8 15,-2-2 4-15,4 1-31 0,-3-3-9 16,1-3 0-16,7-4 0 0,0 0 0 0,4-1 0 0,1-2 0 16,3-2 0-16,4-1 0 0,-1 0 0 0,2-1 0 15,2 2 0-15,-1-2 0 0,1-1 0 0,4-1 0 16,-7 3 0-16,4-2 0 0,3-1-39 0,0 0-204 15,0 0-78-15,0 0-73 0,12-9-81 0,-2 4-70 16,3 1-484-16,7-1-1115 0,7-3 493 0</inkml:trace>
  <inkml:trace contextRef="#ctx0" brushRef="#br0" timeOffset="205411.5702">11151 6646 105 0,'0'-5'482'0,"0"5"20"0,2-7 15 16,-4 4 8-16,0 0-13 0,2 3-3 15,-4-7-9-15,4 3-19 0,-1 1-22 0,1 3-14 16,-3-5-22-16,3 5-21 0,-1-5-36 0,1 5-31 0,-2-2-37 16,2 2-30-16,0 0-34 0,0 0-32 0,0 0-14 15,0 0-12-15,0 0-4 0,-1 16-82 16,0-8-90-16,1 1 0 0,-1 5 0 0,1-3 0 0,0 5 0 15,-3-4 0-15,3 6 0 0,0-3 0 0,-1 4 0 16,0-1 0-16,1 1 0 0,-2 0 0 0,0 0 0 16,2 1 0-16,-1-1 0 0,-2-2 0 0,2 1 0 15,-1-5 0-15,1-1 0 0,0 0 0 0,-2-3 0 16,2 0 0-16,1-2 0 0,-1-1 0 0,1-1 0 16,0-2 0-16,0 3 0 0,0-6 0 0,0 6 0 15,0-6 0-15,0 0 0 0,0 0-296 0,0 0-53 16,0 0-37-16,0 0-31 0,-4-15-39 0,3 9-41 15,1-3-34-15,-2 2-346 0,1-4-950 0,0 0 421 16</inkml:trace>
  <inkml:trace contextRef="#ctx0" brushRef="#br0" timeOffset="205745.8963">11058 6599 168 0,'0'-4'438'0,"0"-2"33"15,0 1 20-15,3 0 4 0,-3-3 0 0,0 2-9 16,1 2-27-16,-1-3-14 0,1 2-32 0,3 0-32 0,-4 0-39 16,8 2-33-16,-3-2-25 0,0 1-39 0,3 0-24 15,3 1-15-15,-2 1-23 0,1 1-19 0,3 2-16 16,-3-1-17-16,3 2-12 0,0 1-15 16,0 2-7-16,-1 2-10 0,1-1-8 0,-4 2-8 0,3 0-7 15,-5 0-4-15,2 1-9 0,-2 1-3 0,0 2-11 16,-2-1-4-16,-1-2 0 0,0 2-8 0,-1 0 8 15,-3 0-3-15,-3-2 1 0,-1 1 3 0,-1 2-12 16,-3-2 0-16,1 0 4 0,-5 3-8 0,3-5-5 16,-6 4-22-16,2-5-18 0,-5 5-13 0,5-6-20 15,1 0-13-15,0-2-25 0,2 3-29 0,0-4-25 16,2-2-27-16,3 2-29 0,0 0-40 0,2 0-42 16,3-3-45-16,-6 0-57 0,6 0-68 0,0 0-43 15,0 0-316-15,0 0-886 0,0 0 391 0</inkml:trace>
  <inkml:trace contextRef="#ctx0" brushRef="#br0" timeOffset="206095.9643">11424 6920 230 0,'0'0'420'0,"0"0"27"0,2-10 15 0,-1 8 15 16,-1 2 0-16,0 0-6 0,-3-7 5 0,0 4-20 15,3 3-12-15,-1-7-12 0,1 7-20 0,0 0-17 16,-2-5-23-16,2 5-25 0,-1-2-26 0,1 2-31 16,0 0-27-16,0 0-23 0,0 0-33 0,0 0-27 15,0 0-19-15,0 0-11 0,0 0-89 0,4 12-61 0,-1-6 0 16,-1 3 0-16,2-3 0 0,-4 4 0 0,0-1 0 16,3 1 0-16,-1-2 0 0,-2 3 0 0,1-4 0 15,-1 2 0-15,0 1 0 0,-1 0 0 16,1-4 0-16,0 2 0 0,0-3 0 0,0-1 0 0,0 1 0 15,0 0 0-15,0-1 0 0,-2-1 0 0,2-3 0 16,0 7 0-16,0-7 0 0,0 0 0 0,0 4-53 16,0-4-191-16,0 0-47 0,0 0-42 0,0 0-32 15,2-17-29-15,-2 11-30 0,0-1-42 0,0-2-28 16,1-2-361-16,2-5-925 0,2 0 409 0</inkml:trace>
  <inkml:trace contextRef="#ctx0" brushRef="#br0" timeOffset="206391.8594">11449 6703 352 0,'0'0'500'0,"0"0"28"0,0 0 25 0,-4 3 11 16,4-3 5-16,0 0-8 0,0 0-13 15,0 0-20-15,0 0-29 0,0 0-29 0,0 0-38 16,0 0-40-16,0 0-37 0,-6 1-40 0,6-1-31 16,0 0-26-16,0 0-28 0,0 0-25 0,0 0-157 0,0 0-48 15,0 0 0-15,0 0 0 0,-3 4 0 16,3-4 0-16,0 0 0 0,0 0 0 0,0 0 0 16,0 0 0-16,0 0-167 0,0 0-76 0,0 0-44 0,0 0-48 15,0 0-46-15,0 0-73 0,9-9-65 0,-9 9-58 16,4-7-295-16,-4 2-943 0,4 0 417 15</inkml:trace>
  <inkml:trace contextRef="#ctx0" brushRef="#br0" timeOffset="207327.4989">11502 6236 32 0,'0'0'325'0,"0"0"-3"16,2-5 7-16,-2 5-23 0,0 0-10 0,-2-4 0 16,2 4-13-16,2-5-17 0,-2 5-2 0,3-4-10 15,-3 4-10-15,2-2-7 0,-2 2-11 0,3-5-4 16,-2 3-6-16,-1 2-7 0,5-4-13 0,-1 3-14 15,0-3-8-15,0 1-8 0,2 1-11 0,2 0-11 16,-2 0-7-16,1-1-7 0,3-1-9 0,0 2-12 16,-1-1-12-16,4 2-7 0,-2 2-11 0,1 1-8 15,2-1-1-15,-3 0-17 0,3 2-6 0,-5 2-9 16,0 0 1-16,1 1-5 0,-2 0-6 0,1 1-3 16,-4 0 3-16,4 3-4 0,-4 3-2 0,-5-2-2 15,4-2-1-15,-8-1-2 0,3 2 0 0,-4-1 0 16,-3 1 0-16,-1-1-3 0,0 0 1 0,-1-2 1 15,-1 0-5-15,1 0 3 0,0-2 2 0,4-1-1 16,0-1 27-16,0 0 12 0,3-1 10 0,-4 0 36 16,7-2 11-16,-2 3 5 0,2-3-20 0,0 0-2 0,0 0-18 15,0 0 9-15,11-9-28 0,-6 5-3 16,0 3-12-16,1-3-9 0,0 3 4 0,4-2-10 16,0 2-3-16,-1 1-1 0,4 1-9 0,1 2-1 15,7 3-2-15,-9-2 1 0,5 3 2 0,-4 2-7 0,2 2-8 16,-6-1 7-16,-1-2-3 0,-1 4-1 0,-3-2 7 15,0 2-6-15,-1-2-6 0,-2 1 5 16,-1 0 3-16,-1 0 0 0,-3-2 1 0,-1 1 3 0,-3-1 2 16,-1 0-9-16,-5 1 5 0,-3 0 6 0,-3-4-11 15,6 1 5-15,2-3-6 0,1 2 10 0,-2-6-2 16,3 1 2-16,1 1 12 0,-3-2 25 0,7 0-48 16,-4 0 0-16,3-2 0 0,0 1 0 0,6 1 0 15,-7-2 0-15,3 0 0 0,4 2 0 0,-7-4 0 16,4 1 0-16,3 3 0 0,-2-2 0 0,2 2 0 15,0 0 0-15,-4-3 0 0,4 3 0 0,0 0 0 16,0 0-129-16,0 0-125 0,-5-2-40 0,5 2-54 16,0 0-35-16,0 0-34 0,-6 0-36 0,6 0-44 15,0 0-406-15,-5-4-978 0,2 1 433 0</inkml:trace>
  <inkml:trace contextRef="#ctx0" brushRef="#br0" timeOffset="208038.0713">10737 6092 63 0,'0'0'270'0,"0"0"-3"0,0 0-5 0,0 0-10 0,0 0-11 16,0 0-10-16,0 0-5 0,0 0-4 0,0 0-3 16,-9 8-3-16,9-8-6 0,-5 0-3 0,5 0 0 15,-7 0 3-15,7 0-2 0,-7 5-1 0,7-5-10 16,-5 1-1-16,5-1 0 0,-6 1-5 0,6-1-1 15,0 0-2-15,-4 4 0 0,4-4 2 0,0 0-5 16,0 0-4-16,-3 2 1 0,3-2-6 0,-2 2-7 0,2-2-1 16,0 0-2-16,0 0 0 0,0 0 0 15,0 0-26-15,0 0-3 0,0 0-6 0,18 0-1 16,-8 0 8-16,1 0-9 0,5-2 2 0,0 4-13 16,6-2-10-16,6 0-8 0,3-5-3 0,-1 2-78 0,4 2-19 15,3 0 0-15,-4-4 0 0,5 4 0 0,-2-3 0 16,1 2 0-16,-4 1 0 0,-6-3 0 0,-6 4 0 15,-1 0 0-15,-3-3 0 0,-4 4 0 0,-6-2 0 16,3 1 0-16,2-2 0 0,-7 2 0 0,4-1 0 16,-4 0 0-16,-5 1 0 0,9-3 0 0,-9 3 0 15,8 1 0-15,-8-1 0 0,6 2 0 0,-6-2 0 16,0 0 0-16,8 1 0 0,-8-1 0 0,4 3 0 16,-4-3 0-16,0 0 0 0,0 0 0 0,5 3 0 15,-4 0 0-15,-1-3 0 0,3 3 0 0,-3-3-209 16,2 3-61-16,-2-3-42 0,0 0-41 0,3 2-29 15,-3-2-40-15,2 7-42 0,-2-7-48 0,0 4-367 16,0-4-950-16,0 0 420 0</inkml:trace>
  <inkml:trace contextRef="#ctx0" brushRef="#br0" timeOffset="223310.3389">13333 5892 151 0,'0'0'398'0,"0"0"15"0,0 0-3 0,0 0 5 0,0 0-4 16,0 0-14-16,0 0-18 0,0 0-19 0,0 0-16 16,0 0-17-16,0 0-16 0,0 0-18 0,0 0-18 15,0 0-24-15,0 0-23 0,0 0-16 0,0 0-17 16,0 0-23-16,0 0-18 0,0 0-18 0,0 0-11 16,0 0-10-16,0 0-14 0,0 0-14 0,15-4-6 15,-10 1-12-15,0 2-34 0,3-1-37 0,1 1-46 16,2 1-46-16,2-2-55 0,-1 1-63 0,7-3-49 15,-1 2-35-15,-1 1-34 0,-3-2-39 0,5 2-23 16,-1-2-22-16,-3 0-299 0,-1 2-773 0,-2-2 341 16</inkml:trace>
  <inkml:trace contextRef="#ctx0" brushRef="#br0" timeOffset="223459.3457">13723 5859 68 0,'6'0'278'0,"0"1"10"0,2-2 12 0,1-1 8 16,0 1 5-16,3-1 6 0,0 1-13 15,-3-3-16-15,4 2-33 0,-2-2-27 0,1 2-18 0,3-1-23 16,2 0-21-16,1 2-26 0,1-1-49 0,3 1-63 16,1-2-52-16,5 2-58 0,1-3-54 15,-3 3-52-15,2-1-49 0,-5 2-36 0,5-3-207 0,-9 3-516 16,1-2 228-16</inkml:trace>
  <inkml:trace contextRef="#ctx0" brushRef="#br0" timeOffset="223587.1755">14501 5797 40 0,'13'-2'63'0,"2"2"-29"15,-2-2-19-15,2-2-41 0,1 1-27 0,-2-1 12 16</inkml:trace>
  <inkml:trace contextRef="#ctx0" brushRef="#br0" timeOffset="224063.1936">14957 5592 194 0,'4'-8'442'0,"-1"-1"44"0,-1-1 2 15,-2 1 4-15,4 0-9 0,-4 0-8 0,3-3-7 16,-2 4-2-16,0 0-4 0,2 0-10 0,-6 1-5 15,3 1-19-15,0-1-20 0,0 3-22 0,0 1-23 16,0-2-22-16,0 5-26 0,-2-6-27 0,2 6-27 16,0 0-215-16,-3-4-46 0,3 4 0 0,0 0 0 15,0 0 0-15,3-3 0 0,-3 3 0 0,0 0 0 0,0 0 0 16,0 0 0-16,0 0 0 0,-3 11 0 16,3-4 0-16,0 2 0 0,0 1 0 0,0 0 0 15,0 2 0-15,0 3 0 0,3 2 0 0,-3 0 0 16,2-1 0-16,-2 2 0 0,0-1 0 0,3 3 0 0,-2-2 0 15,-1-1 0-15,0 0 0 0,3 0 0 16,-1-1 0-16,-1-5 0 0,-1 3 0 0,2-2 0 16,-2-3 0-16,0 1 0 0,0-1 0 0,0-2 0 0,0-3 0 15,1 3 0-15,0-1 0 0,-1-1 0 0,0 0 0 16,3-3 0-16,-3-2 0 0,1 6 0 0,-1-6 0 16,-1 3 0-16,1-3 0 0,0 0 0 0,1 3 0 15,-1-3 0-15,0 0 0 0,0 0 0 0,0 0 0 16,0 0 0-16,9-6 0 0,-5 1 0 0,0 2 0 15,1-2 0-15,-1 1 0 0,2-4 0 0,2 0 0 16,-2 2-337-16,4-1-326 0,0 2-37 0,2-5-383 16,-1 3-1171-16,1 1 518 0</inkml:trace>
  <inkml:trace contextRef="#ctx0" brushRef="#br0" timeOffset="224615.5981">15443 5579 328 0,'0'0'399'0,"-4"-8"21"0,3 4-6 0,1 0-1 15,0 0-7-15,1 0-9 0,-1 4-15 0,-1-5-11 16,1 5-9-16,0-7-4 0,0 7 5 0,0-5-20 15,0 1-11-15,0 4-19 0,0-6-12 0,1 2-11 16,-1 4-10-16,3-4-15 0,-3 0-26 0,2 0-16 16,-2 4-21-16,4-5-26 0,-2 1-13 0,2 0-17 15,-1 0-22-15,1 3-8 0,0-1-51 0,1 0-65 16,2-2 0-16,1 3 0 0,-2 0 0 0,2 1 0 16,2 0 0-16,-1 1 0 0,4 2 0 0,-2 1 0 15,1-1 0-15,-2 2 0 0,3 2 0 0,-4 1 0 16,0-2 0-16,4 4 0 0,-4-2 0 0,1 7 0 0,-2-2 0 15,-2-1 0-15,-2-1 0 0,1 1 0 16,-4 0 0-16,1 1 0 0,-2 1 0 0,-3-3 0 0,-2 5 0 16,0-2 0-16,-3 0 0 0,-6-1 0 15,1-1 0-15,-2-1 0 0,-3-1 0 0,0 0 0 0,-2-3 0 16,2-1 0-16,-1-1 0 0,2-3 0 16,3-1 0-16,-2 1 0 0,3-4 0 0,2-1 0 15,1-3 0-15,-1 0 0 0,0-2 0 0,6-2 0 16,-4-2 0-16,7-5 0 0,-2 0 0 0,4-4 0 0,0 1 0 15,1 1 0-15,3 0 0 0,2 0 0 0,1 3 0 16,-1-1 0-16,2 4 0 0,-3 2 0 0,4 1 0 16,-3 1 0-16,2 0 0 0,1 1 0 0,2 4 0 15,-2-1 0-15,3 3 0 0,-1 0 0 0,1 4 0 16,-1 1 0-16,-2 0-5 0,0 2-472 0,-1 4-32 16,-2-1-40-16,1 0-30 0,-3 2-433 0,-2 1-1097 15,2 0 485-15</inkml:trace>
  <inkml:trace contextRef="#ctx0" brushRef="#br0" timeOffset="225764.9536">15797 5916 237 0,'2'2'368'0,"-2"-2"6"0,8 2-5 0,-8-2-21 16,10 0-12-16,-10 0-25 0,4 1-21 0,-4-1-17 16,0 0-19-16,5 2-20 0,-5-2 4 0,3 4-4 15,-2-2-8-15,-1-2-16 0,3 7-15 0,-2-2-7 16,-1-1-9-16,-1 0 0 0,-2 3-5 0,2-2 4 16,-2 0-1-16,-2 0 0 0,1 2 2 0,-2 1 3 15,-2-1-4-15,2 2-1 0,-4-4-6 0,-6 5 1 16,2 1-5-16,-2-3-7 0,-2 1-7 0,-5 3 1 15,-3-2-5-15,5-2-11 0,-6-1-6 0,1 3-12 16,3-7-6-16,0 2-18 0,-5 5-96 0,-1-5 0 16,6-3 0-16,-3 1 0 0,4 1 0 0,-10 0 0 15,7-1 0-15,-6-1 0 0,9-1 0 0,-6-1 0 16,6 0 0-16,-6 0 0 0,5 0 0 0,3 0 0 0,1-1 0 16,-8-2 0-16,4 1 0 0,1-1 0 0,3 2 0 15,-1-3 0-15,2-1 0 0,-3 0 0 16,1 2 0-16,1-4 0 0,-2 2 0 0,2-2 0 15,-2-2 0-15,2 1 0 0,-1 1 0 0,3-3 0 0,-2 2 0 16,2-2 0-16,0 1 0 0,0 0 0 0,0 0 0 16,2-2 0-16,0 1 0 0,3-1 0 15,-3-1 0-15,6 0 0 0,-4 1 0 0,4-4 0 0,-1 3 0 16,2-3 0-16,2 4 0 0,-2-4 0 0,3 0 0 16,-3 1 0-16,5-2 0 0,-4 0 0 0,6-2 0 15,-3 2 0-15,2 1 0 0,0-2 0 0,1 0 0 16,1-1 0-16,-1 0 0 0,1 2 0 0,1-1 0 15,0-1 0-15,-1 0 0 0,2 1 0 0,0 0 0 16,1-1 0-16,-2 2 0 0,2 1 0 0,0-1 0 16,0 0 0-16,-2 0 0 0,4 0 0 0,-1 3 0 15,1-2 0-15,3 2 0 0,-2-3 0 0,2-2 0 16,1 4 0-16,0 0 0 0,2 0 0 0,-3 3 0 16,4-2 0-16,-1 1 0 0,-3 1 0 0,2 0 0 15,0 0 0-15,-1 4 0 0,1-4 0 0,1 3 0 16,-2-1 0-16,1 2 0 0,-1-1 0 0,1 1 0 15,0 0 0-15,3-1 0 0,-3 1 0 0,3-2 0 16,2 0 0-16,2 0 0 0,-2 2 0 0,-2 1 0 16,5 0 0-16,-8 0 0 0,4 3 0 0,-1-1 0 15,0-1 0-15,0 1 0 0,-2-1 0 0,2 4 0 16,0-3 0-16,-1-1 0 0,1 2 0 0,0 0 0 16,-2 0 0-16,2 2 0 0,1-3 0 0,-1 1 0 15,0 1 0-15,-2 0 0 0,1 3 0 0,1-4 0 0,-3 2 0 16,1 0 0-16,3 0 0 0,-2 1 0 0,2 1 0 15,-3-1 0-15,1-1 0 0,3 2 0 16,-2 0 0-16,1 0 0 0,0 1 0 0,0 1 0 0,-1-2 0 16,1 2 0-16,-4-1 0 0,3 1 0 0,1-2 0 15,-1 2 0-15,2 0 0 0,-2 0 0 0,-1 2 0 16,2-2 0-16,-2 0 0 0,6 2 0 16,-5 1 0-16,1-1 0 0,-4-2 0 0,8 4 0 0,-8-2 0 15,3 1 0-15,0-1 0 0,0 0 0 0,0-2 0 16,-3 3 0-16,1-2 0 0,1 2 0 0,-2 1 0 15,0-4 0-15,2 2 0 0,-2 0 0 0,0 2 0 16,4 0 0-16,-5-1 0 0,5 2 0 0,-1 3 0 16,0-1 0-16,-3-1 0 0,3 1 0 0,-2 2 0 15,2 0 0-15,0 0 0 0,0-1 0 0,-2 1 0 16,2 3 0-16,-2-3 0 0,0 1 0 0,-2-2 0 16,2 4 0-16,-1 3 0 0,2-4 0 0,-1 1 0 15,-2 2 0-15,4 0 0 0,-4 1 0 0,0 0 0 16,2 3 0-16,-3-3 0 0,1 0 0 0,0 7 0 15,-4-9 0-15,4 2 0 0,-2 1 0 0,-1 0 0 16,3 5 0-16,-5-8 0 0,-2 4 0 0,1 0 0 16,-2-1 0-16,-1-1 0 0,-1 1 0 0,-3-1 0 15,-1 1 0-15,-4-2 0 0,4 1 0 0,-9 7 0 16,-3-5 0-16,-1 3 0 0,-1-6 0 0,-3 0 0 0,-1 1 0 16,-2 0 0-16,-2-4 0 0,-1-1 0 15,1-3 0-15,0 0 0 0,-1-2 0 0,-1-2 0 16,8 0 0-16,-2-5-1366 0,5-1-1478 0,5 1 654 15</inkml:trace>
  <inkml:trace contextRef="#ctx0" brushRef="#br0" timeOffset="228799.0474">3063 7058 343 0,'0'-5'431'16,"0"2"20"-16,-1-4 16 0,-1 3 9 0,0 0 1 16,2 4 0-16,-1-8-6 0,2 5 4 0,-1 3-8 15,-1-6-7-15,1 6-16 0,0-3-24 0,0 3-23 16,0 0-27-16,-3-4-31 0,3 4-32 0,0 0-29 16,0 0-32-16,0 0-26 0,0 0-45 0,0 0-175 15,0 0 0-15,3 13 0 0,-7-3 0 0,5-1 0 16,-1 1 0-16,4 8 0 0,-3 0 0 0,-2 2 0 15,2-1 0-15,0 5 0 0,1-4 0 0,-2 7 0 0,0-4 0 16,0 4 0-16,-2-2 0 0,1-1 0 16,1-5 0-16,-1-1 0 0,0 1 0 0,2-2 0 15,-1 2 0-15,1-3 0 0,0 2 0 0,-1-9 0 0,2 4 0 16,-1-3 0-16,3-1 0 0,-3-2 0 0,0-1 0 16,0 0 0-16,2 0 0 0,0-1 0 0,0-1 0 15,-1-1 0-15,0-1 0 0,0 2 0 16,-2-4 0-16,5 1 0 0,-5-1 0 0,0 0 0 0,7-6 0 15,-3 2 0-15,-1-3-439 0,-2-2-79 0,0-2-57 16,-1-5-44-16,-4-1-388 0,2-1-1091 0,2-7 483 16</inkml:trace>
  <inkml:trace contextRef="#ctx0" brushRef="#br0" timeOffset="229168.3098">3068 7124 58 0,'1'-10'313'0,"2"2"10"0,-2-2 24 16,0 0 22-16,2 2 23 0,-1 0 16 0,0 3 9 15,-2-1 5-15,1 3-5 0,-1-1-1 0,0 4-12 16,0-4-8-16,0 4-4 0,1-3-16 0,-1 3-16 16,0 0-21-16,0-5-23 0,0 5-27 0,0 0-26 15,0 0-24-15,0 0-25 0,0 0-12 0,0 0 4 16,0 0-9-16,0 0-81 0,0 0-116 0,3 14 0 16,1-9 0-16,-2 6 0 0,5-3 0 0,-5 2 0 15,5 1 0-15,-1-1 0 0,3 5 0 0,6-3 0 16,-1 4 0-16,3-2 0 0,1 4 0 0,1 0 0 15,-4-2 0-15,6 2 0 0,-2-3 0 0,4 2 0 16,-8-4 0-16,-1 1 0 0,0-2 0 0,2 1 0 0,-5-1 0 16,3-1 0-16,-5-1 0 0,-1-3 0 0,0 3 0 15,-1-4 0-15,0 1 0 0,-4-4 0 16,0 1 0-16,2 2 0 0,-4-3 0 0,2 0 0 16,-3-3 0-16,4 2 0 0,-4-2 0 0,0 0 0 0,4-10 0 15,-4 10 0-15,-3-8 0 0,3-3-186 0,-1 3-276 16,1-8-20-16,-3-4-30 0,-1 0-22 0,3-5-16 15,0 1 5-15,-3 3-275 0,0 2-889 16,-1-4 393-16</inkml:trace>
  <inkml:trace contextRef="#ctx0" brushRef="#br0" timeOffset="229466.3713">3390 7090 1140 0,'0'-16'25'0,"-3"0"48"15,2 3 29-15,0 2 39 0,1-3 36 0,0 1 41 16,0 2 21-16,0 0 31 0,0-1 32 0,0 1 26 16,1 5 25-16,-2-1 8 0,1 2 12 0,-1 0-10 15,1 1-11-15,1 1-11 0,-1 3-15 0,0-6-14 16,0 6-26-16,1-4-24 0,-1 4-25 0,0 0-3 15,0 0 11-15,0 0-6 0,8 11-6 0,-5-4-13 0,0 2-11 16,2 1-8-16,3 4-172 0,-3 2-29 16,-4 4 0-16,3-2 0 0,3 8 0 0,-1-1 0 15,-5 3 0-15,4-3 0 0,-1 3 0 0,-4-3 0 16,3 0 0-16,-3 2 0 0,1-2 0 0,-2-7 0 16,2 0 0-16,-2 0 0 0,1-1 0 0,0-2 0 15,1-3 0-15,-1-1 0 0,0 0 0 0,0-2 0 16,3-2 0-16,-3 0 0 0,0-3 0 0,0 1 0 15,0-1 0-15,1 0 0 0,-1-4 0 0,0 4 0 0,1-1 0 16,-1-3 0-16,0 0 0 0,0 0 0 16,12-6 0-16,-7 2-234 0,0 0-234 0,4-2-46 15,-3 0-45-15,4-3-40 0,-2 2-371 0,0-1-1051 0,3 1 466 16</inkml:trace>
  <inkml:trace contextRef="#ctx0" brushRef="#br0" timeOffset="229742.0999">3661 7306 143 0,'4'-3'389'0,"-4"3"22"0,4-2 41 0,-4 2 33 16,0 0 25-16,0 0 11 0,0-4 3 0,0 4-5 15,0 0-13-15,1-4-31 0,-1 4-19 0,0 0-33 16,0 0-34-16,0 0-46 0,0 0-30 0,0 0-29 16,0 0-31-16,0 0-22 0,4 9-17 0,-3-5-13 15,-1 4-52-15,0-2-149 0,-1 3 0 0,1 0 0 16,1 0 0-16,-1 1 0 0,0 1 0 0,0-2 0 15,0 2 0-15,-1-3 0 0,1 2 0 0,0-4 0 16,0 3 0-16,0-2 0 0,-3-3 0 0,3 3 0 16,-1-3 0-16,1 1 0 0,0-5 0 0,1 4 0 15,-1-4 0-15,0 0 0 0,0 0 0 0,0 0 0 16,0 0-353-16,0 0-99 0,0-19-41 0,3 10-43 16,-2-8-47-16,-1 4-380 0,0-6-1043 0,0 1 463 15</inkml:trace>
  <inkml:trace contextRef="#ctx0" brushRef="#br0" timeOffset="229917.8803">3657 7163 213 0,'-1'-7'282'0,"2"2"17"0,-1-1 20 16,0 1 31-16,0 1 45 0,0 2 37 0,1-2 19 0,-1 4 4 15,0-5 10-15,0 5-10 0,0 0-16 0,3-5-19 16,-3 5-30-16,0-2-40 0,0 2-35 0,0 0-33 16,0 0-30-16,0 0-26 0,0 0-26 15,0 0-60-15,0 0-65 0,0 0-72 0,0 0-60 0,0 0-56 16,0 0-69-16,0 0-87 0,0 0-76 0,0 0-73 15,0 0-85-15,0 0-385 0,0 0-960 16,0 0 426-16</inkml:trace>
  <inkml:trace contextRef="#ctx0" brushRef="#br0" timeOffset="230450.7455">2742 7807 213 0,'0'0'271'0,"4"-3"-4"0,-4 3-10 0,0 0-9 16,0 0-2-16,0 0-1 0,0 0 15 0,0 0 3 16,0 0 20-16,0 0 10 0,0 0 4 0,0 0 3 15,0 0-1-15,0 0-1 0,0 0-2 0,-15 5-10 16,15-5 2-16,0 0-4 0,-13-2-12 0,13 2-17 16,-7 1-5-16,7-1-24 0,0 0 0 0,-10-1-18 15,10 1-7-15,0 0-15 0,0 0-12 0,-7 1-12 16,7-1-15-16,0 0-7 0,0 0-7 0,0 0-11 15,0 0-13-15,0 0-7 0,0 0-18 0,26 3-84 0,-4-2 0 16,10 1 0-16,4-4 0 0,19-1 0 16,5 1 0-16,32-6 0 0,-1-1 0 0,7-2 0 0,8-2 0 15,4-1 0-15,10-6 0 0,-1 2 0 0,2-3 0 16,-8 2 0-16,-1 2 0 0,-16 9 0 0,-32-1 0 16,-5 2 0-16,-5 0 0 0,-20 3 0 0,-3-1 0 15,-11 4 0-15,-6-1 0 0,-1-1 0 0,-3 2 0 16,-1-1 0-16,-4 2 0 0,2 0 0 0,-7 0 0 15,7 0 0-15,-7 0 0 0,7 2 0 0,-7-2 0 16,2 6 0-16,-2-6 0 0,-4 6 0 0,2-2-75 16,-2-1-409-16,-4 3-87 0,3-2-90 0,-4 2-406 15,-1 1-1156-15,-3-2 512 0</inkml:trace>
  <inkml:trace contextRef="#ctx0" brushRef="#br0" timeOffset="231353.8214">3151 8188 115 0,'0'0'372'0,"0"0"14"16,0 0 20-16,0-5 14 0,0 5 6 0,0 0 2 15,0 0-8-15,0 0-2 0,-6-6 4 0,6 6-9 16,0 0-4-16,-3-3-10 0,3 3-8 0,-2-5-18 15,2 5-8-15,-3-3-2 0,3 3-19 0,0 0-15 16,0-7-13-16,0 7-19 0,0 0-18 0,-1-3-179 16,1 3-100-16,0-6 0 0,0 6 0 0,4-5 0 15,-3 2 0-15,-1 3 0 0,5-4 0 0,0 2 0 0,-1 1 0 16,3-2 0-16,1 3 0 0,0 0 0 16,3 1 0-16,1 1 0 0,-3-1 0 0,2 3 0 15,2 2 0-15,4 1 0 0,-7-1 0 0,-1 4 0 16,4-2 0-16,-4 1 0 0,2 2 0 0,-2 1 0 0,-4-1 0 15,0-2 0-15,-2 2 0 0,-1 0 0 16,0 0 0-16,-2-2 0 0,-2 2 0 0,1-1 0 16,-3-1 0-16,-1 1 0 0,1-1 0 0,-1-2 0 0,2-1 0 15,-3 0 0-15,2-2 0 0,-2-1 0 0,2-2 0 16,4-1 0-16,-7 3 0 0,7-3 0 0,0 0 0 16,-12-7 0-16,12 4 0 0,-1-4 0 0,2-2 0 15,-1-1 0-15,4-1 0 0,-1 0 0 0,-1-2 0 16,6-2 0-16,1 1 0 0,-3 3 0 0,4-2 0 15,2 1 0-15,-1 1 0 0,3 0 0 0,-2 5 0 16,-2-1 0-16,3 2 0 0,0 0 0 0,1 2 0 16,-2 1 0-16,1 2 0 0,4 2 0 0,2 3 0 15,-2-2 0-15,-3 0 0 0,0 8 0 0,1-4 0 16,-5 0 0-16,1 1 0 0,-1-2 0 0,-4 3 0 16,1-1 0-16,-2 2 0 0,-1-1 0 0,-2 0 0 15,-1 0 0-15,-1-2 0 0,0-1 0 0,0 1 0 16,-1-1 0-16,1-1 0 0,0 1 0 0,-1-2 0 15,1-4 0-15,0 6 0 0,0-6 0 0,0 0 0 16,0 0 0-16,0 0 0 0,0 0 0 0,-9-16 0 16,11 11 0-16,1-5 0 0,-3 1 0 0,4-3 0 15,-2 3 0-15,5 0 0 0,-2 0 0 0,0-1 0 16,1 3 0-16,2-1 0 0,2 2 0 0,-5 0 0 16,3 2 0-16,-2 0 0 0,2 3 0 0,2 1 0 15,-1 0 0-15,5 0 0 0,-4 4 0 0,0 1 0 16,0 0 0-16,-1 0 0 0,0 3 0 0,-2-1 0 15,1 0 0-15,-2 2 0 0,1 0 0 0,-2-1 0 16,0 1 0-16,0-1 0 0,-4-1 0 0,2-1 0 16,-2 1 0-16,-1 0 0 0,0-2 0 0,-3 2 0 15,3-2 0-15,0-1 0 0,0-4 0 0,0 5 0 16,0-5 0-16,2 5-237 0,-2-1-292 0,0-4-80 16,0 0-527-16,0 0-1231 0,0 0 544 0</inkml:trace>
  <inkml:trace contextRef="#ctx0" brushRef="#br0" timeOffset="231670.7179">3928 8270 225 0,'6'-3'486'16,"-3"1"25"-16,-3 2 28 0,4-2 11 0,-4 2 6 16,1-4 4-16,-1 4-15 0,0 0-20 0,0 0-25 15,0 0-25-15,0 0-32 0,0 0-34 0,0 0-37 16,3-2-40-16,-3 2-31 0,0 0-26 0,0 0-10 15,0 11-8-15,0-5-192 0,0 1-65 0,1 2 0 16,-1 2 0-16,-1 3 0 0,-1-2 0 0,4 1 0 16,-2 3 0-16,0-1 0 0,-2-1 0 0,5 2 0 15,-4-4 0-15,-1 0 0 0,2 0 0 0,0-1 0 16,2 0 0-16,-4-5 0 0,2 1 0 0,2-1 0 16,-2-1 0-16,-2-1 0 0,2-4 0 0,-1 5 0 15,1-5 0-15,0 0 0 0,0 5 0 0,0-5 0 16,0 0 0-16,0 0 0 0,0-18 0 0,1 9-386 15,-2-5-114-15,1 5-38 0,3-7-39 0,-2-2-455 16,0 0-1118-16,-1 0 495 0</inkml:trace>
  <inkml:trace contextRef="#ctx0" brushRef="#br0" timeOffset="231879.9551">3977 8084 98 0,'1'-3'380'0,"-1"3"23"0,4-5 5 16,-3 3 17-16,-1 2 31 0,3-3 16 15,-3 3 11-15,3-2-3 0,-3 2 0 0,0 0-21 16,0 0-14-16,0 0-23 0,0 0-30 0,0 0-29 16,0 0-27-16,0 0-34 0,0 0-34 0,0 0-22 0,0 0-24 15,0 0-25-15,0 0-25 0,0 0-52 0,0 0-63 16,-12 6-66-16,12-6-66 0,0 0-65 16,0 0-65-16,0 0-67 0,0 0-57 0,-7 1-62 0,7-1-63 15,0 0-70-15,0 0-425 0,0 0-1026 0,0 0 454 16</inkml:trace>
  <inkml:trace contextRef="#ctx0" brushRef="#br0" timeOffset="240429.3428">5747 7256 328 0,'0'-5'378'0,"1"1"13"0,0-3 20 0,0 2 9 15,2-2 3-15,-3 0 6 0,3 1 8 0,-3-1 5 16,2 1 6-16,-2-1-1 0,0 0-9 0,0 1-15 16,0-2-10-16,-2 2-16 0,0-1-14 0,2 2-18 15,-1 1-22-15,0-1-19 0,1 1-29 0,0 4-39 16,-3-7-256-16,3 5 0 0,0 2 0 0,0 0 0 0,0 0 0 16,-14 8 0-16,7 2 0 0,-6 5 0 15,-4 6 0-15,-3 1 0 0,0 6 0 0,-4 1 0 16,-4 10 0-16,0-2 0 0,-1 3 0 0,9-10 0 0,0-1 0 15,2 3 0-15,3 0 0 0,-6 11 0 0,8-12 0 16,2-1 0-16,2 0 0 0,3 0 0 0,2-4 0 16,0 2 0-16,0-3 0 0,9-4 0 0,-1-3 0 15,0 0 0-15,4 0 0 0,2-2 0 0,6 5 0 16,-4-5 0-16,8 4 0 0,-3-7 0 0,5 3 0 16,-7-3 0-16,3-1 0 0,-3-2 0 0,2 0 0 15,-2 0 0-15,-2-2 0 0,0-3 0 0,-3 3 0 16,4-3 0-16,-5-1 0 0,0 0 0 0,-3 1 0 15,2-3 0-15,-2 0 0 0,-2-2 0 0,-4 0 0 16,11-3 0-16,-6 1-449 0,1-6-223 0,-4 5-507 16,0-4-1277-16,-1-5 566 0</inkml:trace>
  <inkml:trace contextRef="#ctx0" brushRef="#br0" timeOffset="240928.8223">6016 7331 166 0,'4'-13'506'0,"1"1"3"0,-1 2-1 0,-3-1-7 16,2 1-7-16,-2 3-15 0,-1 0-21 0,4 2-33 15,-4-2-28-15,0 2-31 0,0 1-42 0,0 4-36 16,0-4-31-16,0 4-34 0,0 0-20 0,0 0-18 15,0 0-7-15,-13 15-9 0,4-4-14 0,-1 4-15 16,1-1-12-16,-4 9-10 0,1-2 3 0,1-4-22 16,1 1-6-16,2 0-19 0,1-2 1 0,0-2-8 15,1 4-8-15,4-6-5 0,-2-1-1 0,4 0-4 16,0 0 12-16,2-1 0 0,2 1 9 0,0-3 7 16,3 1-76-16,2-2-1 0,2 2 0 0,1-4 0 15,4 4 0-15,0-2 0 0,2 0 0 0,-1-1 0 0,1-1 0 16,1-1 0-16,0 1 0 0,-3 3 0 15,-5-2 0-15,1 0 0 0,-2-1 0 0,1-2 0 16,-4 1 0-16,-1 0 0 0,-3-1 0 0,2 2 0 16,-3-1 0-16,0 0 0 0,0 2 0 0,-6-1 0 0,1 0 0 15,-5 1 0-15,0 0 0 0,-5-1 0 16,-1 3 0-16,-5-2 0 0,4 1 0 0,-3-2 0 16,1 2 0-16,-1-4 0 0,5 1 0 0,2 0 0 0,-2-1 0 15,4 3 0-15,0-5 0 0,3 1 0 0,2-2 0 16,4 0 0-16,-9 0 0 0,9 0 0 15,-2-4-248-15,2 4-205 0,3-9-32 0,5 5-56 16,-1-1-42-16,3-2-398 0,1 2-1061 0,2-4 469 0</inkml:trace>
  <inkml:trace contextRef="#ctx0" brushRef="#br0" timeOffset="241244.8752">6303 7569 24 0,'6'-6'397'0,"0"-1"36"0,0-2 30 0,-4 3 30 15,2 3 16-15,0-2 7 0,-4-1 15 0,3 0 3 16,0 4-3-16,-3-4-15 0,1 2-20 0,-1 1-24 16,0 3-38-16,3-4-39 0,0 2-37 0,-3 2-38 15,0 0-33-15,0 0-28 0,0 0-36 0,0 0-223 16,-3 14 0-16,3-6 0 0,0 6 0 0,0-5 0 0,-1 7 0 16,-1 9 0-16,4-4 0 0,-4-2 0 15,4 6 0-15,-4-5 0 0,2 5 0 0,-1 3 0 16,-2-4 0-16,1-5 0 0,1 7 0 0,-3-6 0 15,3 5 0-15,-1-6 0 0,2-1 0 0,-2-1 0 0,1-5 0 16,1 1 0-16,-3-2 0 0,3-1 0 16,0 1 0-16,0-4 0 0,0-1 0 0,3 0 0 15,-3-3 0-15,1 1 0 0,-1-4 0 0,0 5 0 0,0-5 0 16,0 0-119-16,0 0-396 0,2-12-41 0,0 5-48 16,-1-3-463-16,-1-1-1155 0,-3-5 512 15</inkml:trace>
  <inkml:trace contextRef="#ctx0" brushRef="#br0" timeOffset="241561.8822">6340 7581 318 0,'1'-6'382'0,"-1"0"18"0,4-4 23 0,-2 5 0 0,0-2-4 16,2 0-11-16,-1 3-19 0,2-4-15 0,0 2-14 15,3-1-21-15,0 0-15 0,3 2-9 0,0 1-27 16,0 0-25-16,-1 1-20 0,3 2-13 0,0 1-24 15,-2-1-9-15,1 3-17 0,2 1-11 0,-5 1-17 16,1-1-8-16,3 2-14 0,-5 1-10 0,1 2-13 16,-3-1-13-16,1 1-2 0,-1-1-9 0,-5 4-5 15,1-2-5-15,-2 2-5 0,-2 0-11 0,-1 1-5 16,-3 2 3-16,-8 0-12 0,1 0 6 0,-6 3-11 16,-4-2-5-16,6-4 1 0,0-2-1 0,2 3-27 15,0-6-6-15,2 0 0 0,3-1 0 0,1-1 0 16,1-3-31-16,5 1-45 0,-1-1-50 0,4-1-57 15,0 0-47-15,0 0-53 0,-4-7-53 0,4 7-51 16,9-6-45-16,1 0-52 0,3 1-46 0,4-1-320 16,0-1-919-16,1 2 407 0</inkml:trace>
  <inkml:trace contextRef="#ctx0" brushRef="#br0" timeOffset="242012.2633">6723 7640 381 0,'0'0'466'16,"4"-5"22"-16,-4 5 10 0,0-6 3 0,-1 3-17 0,1-1-15 15,0 4-28-15,0-6-18 0,0 6-38 0,0 0-19 16,1-3-29-16,-1 3-35 0,0 0-17 0,0 0-40 16,0 0-23-16,0 0-21 0,4-3-17 0,-4 3-20 15,0 0-29-15,0 0-10 0,6-2-8 0,1 0-18 16,-1 0-4-16,7 0-3 0,-2-1-20 0,1 0-2 15,0-1-8-15,1 2 1 0,0-3-11 0,0 0 4 16,-2 0-5-16,2 0 19 0,-4-1 3 0,1 0 1 16,0 2-31-16,-2 1-43 0,-4-4 0 0,1 3 0 15,-1 2 0-15,1-3 0 0,-5 1 0 0,0 1 0 16,0-2 0-16,0 5 0 0,-5-7 0 0,1 3 0 16,-1 3 0-16,5 1 0 0,-15 1 0 0,7 2 0 15,-1 2 0-15,-4-2 0 0,-2 3 0 0,3 3 0 16,1-2 0-16,-1 6 0 0,1 0 0 0,1-1 0 15,2-1 0-15,3 0 0 0,-2-1 0 0,5-1 0 16,1 3 0-16,-3-2 0 0,4-2 0 0,0-2 0 16,5 1 0-16,-4-1 0 0,4 3 0 0,0-4 0 15,3 0 0-15,-1-2 0 0,4 0 0 0,1 3 0 16,2-6 0-16,2 1 0 0,3-1 0 0,-2-5 0 0,2 2 0 16,-1-2-38-16,3-3-288 0,-2-2-66 15,-1 6-69-15,-1-7-66 0,1 0-58 0,-2 0-392 16,0 0-1059-16,0-2 468 0</inkml:trace>
  <inkml:trace contextRef="#ctx0" brushRef="#br0" timeOffset="242546.77">7239 7502 177 0,'0'0'373'0,"0"0"25"0,4-3 36 16,-4 3 29-16,0 0 24 0,-2-7 8 0,2 7 3 15,0 0-5-15,-2-6-20 0,2 6-17 0,0 0-18 16,-2-3-23-16,2 3-26 0,0 0-31 0,0 0-36 15,0 0-33-15,-4-2-28 0,4 2-28 0,0 0-28 16,0 0-15-16,-10 9-21 0,5-5-16 0,0 4-131 16,-2-1-22-16,2 3 0 0,0-3 0 0,-4 7 0 15,3-3 0-15,-1-1 0 0,2 3 0 0,0-2 0 16,-1 1 0-16,2-1 0 0,-1 1 0 0,1-1 0 16,0-1 0-16,4 1 0 0,-1 0 0 0,-2-3 0 15,3-3 0-15,3 4 0 0,-1-4 0 0,2-1 0 16,4 5 0-16,2-5 0 0,0-2 0 0,3 3 0 15,1-4 0-15,4 1 0 0,2-2 0 0,-1-5 0 16,0 2 0-16,0 0 0 0,1-2 0 0,-1-3 0 16,-1 0 0-16,0-3 0 0,-5 5 0 0,1-6 0 15,2-1 0-15,-3-1 0 0,0 1 0 0,-1 0 0 16,-3 0 0-16,-1 4 0 0,-3 0 0 0,-2 2 0 16,2 0 0-16,-4 3 0 0,2-3 0 0,0 1 0 15,-2 3 0-15,0 0 0 0,2-3 0 0,-3 2 0 0,0 4 0 16,1-4 0-16,-1 4 0 0,0 0 0 0,0 0 0 15,0 0 0-15,0 0 0 0,0 0 0 16,0 0 0-16,-6 15 0 0,4-11 0 0,-2 5 0 0,3-2 0 16,-3 2 0-16,4 3 0 0,-1-1 0 0,1 0 0 15,-1 0 0-15,-1 0 0 0,4-1 0 0,-2 0 0 16,1-1 0-16,0 0 0 0,3 2 0 0,-3-5 0 16,1 0 0-16,0 3 0 0,1-2 0 0,-2-2 0 15,3-1 0-15,1-3 0 0,0 2 0 0,0-3 0 16,-5 0 0-16,9-3-65 0,-4-1-341 0,4-5-70 15,-1 2-64-15,-2-9-71 0,1 2-405 0,-2-1-1100 16,1-4 487-16</inkml:trace>
  <inkml:trace contextRef="#ctx0" brushRef="#br0" timeOffset="242706.4539">7523 7400 328 0,'0'-7'321'0,"-2"4"-13"16,2 3-5-16,-3-2-6 0,3 2-22 0,0-5-27 15,0 5-33-15,0 0-41 0,0-6-51 0,0 6-53 16,0 0-48-16,0 0-53 0,0 0-59 0,0 0-76 0,0 0-67 16,14 6-128-16,-8-4-391 0,-6-2 173 0</inkml:trace>
  <inkml:trace contextRef="#ctx0" brushRef="#br0" timeOffset="243029.5935">7799 7307 67 0,'3'-6'435'16,"-2"-2"12"-16,-1-2 23 0,0 4 21 0,-1-3 13 16,-3 4 19-16,0-4-7 0,0 0 2 0,-1 3-4 0,4 2-5 15,-2-2-16-15,-3 1-19 0,3 2-35 0,3 3-33 16,-5-3-41-16,5 3-38 0,-4-1-36 0,4 1-15 16,-6 4-150-16,2 3-126 0,-1 3 0 0,-4 4 0 15,4 6 0-15,-1 4 0 0,2 4 0 0,1 0 0 16,3 1 0-16,0 1 0 0,0 1 0 0,1-2 0 15,2 2 0-15,2 3 0 0,-1 0 0 0,-1-3 0 16,3-1 0-16,1-2 0 0,0-1 0 0,-2 1 0 16,3 0 0-16,-6-10 0 0,6 1 0 0,-4 1 0 15,1-1 0-15,-4-2 0 0,3 1 0 0,-4 0 0 16,3-5 0-16,-3-1 0 0,0 0 0 0,0-3 0 16,-3 1 0-16,3-3 0 0,0-1 0 0,-1 0 0 15,2-3 0-15,-1 0 0 0,0-3 0 0,0 0 0 16,0 0 0-16,0 0 0 0,-10-8-543 0,6-2-177 15,-1 0-435-15,1-3-1251 0,3-2 553 0</inkml:trace>
  <inkml:trace contextRef="#ctx0" brushRef="#br0" timeOffset="243380.2573">7675 7671 315 0,'0'-4'392'15,"-2"-1"24"-15,2 1 14 0,-2 0 24 0,2 4 3 16,-1-8-2-16,1 6-16 0,-1-3-37 0,1 1-31 15,0 4-41-15,2-6-27 0,1 1-35 0,1 0-21 0,1 0-27 16,2 0-24-16,1-1-21 0,1 4-14 0,5-4-13 16,-5 1-10-16,4-2-7 0,-2 3-11 15,2-1-20-15,1 2 1 0,-1-1-6 0,1 1-16 0,0-2 2 16,-1 4-12-16,1 0-8 0,-1 0 1 0,1 1-13 16,-3-2-8-16,2 2-1 0,-3 2-2 0,-2-1 3 15,1 1-8-15,1 4-14 0,-5-1 5 16,3 0 9-16,1 2-9 0,-3 2-3 0,-1-1 0 0,-2 1 1 15,2-1-8-15,-1 2 3 0,0-2-3 0,-2 1 0 16,1-2-11-16,-3 0 6 0,2 0 8 16,-2 0-4-16,4-2-4 0,-4 1 1 0,0 0-1 15,3-4 5-15,-3 3-17 0,1 1-28 0,-1-6-25 0,0 5-25 16,0-5-26-16,1 2-14 0,-1-2-46 0,0 0-69 16,0 0-64-16,12-6-49 0,-7-1-44 0,0 2-41 15,3-5-36-15,-4 4-367 0,1-5-905 0,-1-1 400 16</inkml:trace>
  <inkml:trace contextRef="#ctx0" brushRef="#br0" timeOffset="243519.3749">8057 7540 149 0,'0'-7'200'0,"0"2"4"15,0 5-5-15,-1-4-3 0,1 4-4 0,0-6-14 16,1 2-18-16,-1 4-19 0,-1-6-18 0,1 6-35 16,0 0-51-16,5-2-58 0,-5 2-63 0,9-2-60 15,-9 2-126-15,12 2-292 0,-12-2 129 0</inkml:trace>
  <inkml:trace contextRef="#ctx0" brushRef="#br0" timeOffset="243832.8396">8252 7552 352 0,'0'0'425'0,"9"-5"33"16,-6 1 7-16,-1 1 5 0,-2 3-2 0,1-2-12 16,-1 2-12-16,0 0-8 0,0-9-18 15,0 9-10-15,-1-3-36 0,1 3-36 0,0 0-28 0,-4-4-31 16,0 3-30-16,4 1-22 0,0 0-25 0,-13 1-11 15,7 1-28-15,-3 2-20 0,1 1-13 0,2 2-13 16,-6 0-11-16,6 3-12 0,-2 0-8 16,-1 0-2-16,3-1-12 0,-2 3-6 0,3-2-7 0,0 1-8 15,1-2-2-15,0 1-9 0,3-2-33 0,0 2-5 16,-2 1 0-16,6-4 0 0,-1 0 0 16,2 0 0-16,0 0 0 0,1 1 0 0,0-4 0 0,9 1 0 15,-6 2 0-15,2-2 0 0,4-5 0 0,-1 1 0 16,6 1 0-16,0-5 0 0,2 1 0 0,-1 0 0 15,2-3 0-15,-2 1 0 0,1 1 0 0,-8 1 0 16,-1 0 0-16,1 0 0 0,-4 1-9 0,4-4-212 16,-8 4-57-16,0 0-80 0,0 1-75 0,-5 0-61 15,8 1-55-15,-3 5-427 0,-5-6-1055 0,0 5 467 16</inkml:trace>
  <inkml:trace contextRef="#ctx0" brushRef="#br0" timeOffset="244499.6932">8970 7477 76 0,'4'-5'383'0,"1"3"7"15,0-3 5-15,-3 0 1 0,2 1 8 0,1-1 1 16,-1 1 0-16,-1 0-9 0,-2 1-9 0,2-1-12 16,-2 1-10-16,-1 3-12 0,6-4 2 0,-6 4-19 0,0-2-12 15,0 2-18-15,0-5-30 0,0 5-23 16,0 0-23-16,0 0-31 0,0 0-19 0,0 0-10 16,0 0 3-16,4 10 1 0,-3-3-10 0,-1 2-1 0,2 1-11 15,0 6-146-15,-2-4-6 0,0 4 0 0,0 2 0 16,0 1 0-16,0 0 0 0,0 5 0 15,-2-3 0-15,0-2 0 0,0 0 0 0,0-1 0 0,1 1 0 16,-5-2 0-16,5-1 0 0,-1 1 0 0,0-2 0 16,1-4 0-16,-1-1 0 0,2 0 0 0,0-5 0 15,0 0 0-15,0-1 0 0,0-4 0 0,-1 6 0 16,1-6-101-16,0 3-176 0,0-3-53 0,0 0-55 16,0 0-33-16,9-9-28 0,-5 2-22 0,1-2-16 15,-1 0-22-15,-1-1-290 0,-3-1-863 0,3-6 382 16</inkml:trace>
  <inkml:trace contextRef="#ctx0" brushRef="#br0" timeOffset="244765.9955">8975 7554 5 0,'-1'-10'268'0,"-2"2"24"0,1 0 24 0,0 1 25 15,0 1 38-15,0-1 22 0,1 2 23 16,-1 1 19-16,2-1 13 0,-2 1 3 0,2-1 2 16,0 5-12-16,0-6-13 0,0 6-19 0,2-5-29 15,-2 2-29-15,0 3-34 0,0 0-33 0,0 0-29 0,0 0-28 16,0 0-19-16,0 0-14 0,14 7-13 0,-7 0-18 15,1-1-167-15,2 2-4 0,2-1 0 0,-3 2 0 16,2 2 0-16,3 2 0 0,-4 0 0 0,2-4 0 16,-1 8 0-16,1-5 0 0,-3-1 0 0,5 1 0 15,-5-4 0-15,4 4 0 0,-1-2 0 0,1-1 0 16,-3-2 0-16,-1-1 0 0,-1 0 0 0,2-2-66 16,-3-3-235-16,2 1-49 0,-2 1-51 0,2-2-46 15,-4-1-52-15,3-2-48 0,-1 0-383 0,1-2-1008 16,-3 0 446-16</inkml:trace>
  <inkml:trace contextRef="#ctx0" brushRef="#br0" timeOffset="245048.6031">9278 7436 83 0,'-3'-4'431'16,"3"-3"25"-16,-1 3 18 0,1-2 30 0,-4 2 13 15,4 0 13-15,0 0 3 0,0 4-13 0,-5-6-20 0,5 6-37 16,-3-6-13-16,3 6-31 0,-1-1-34 15,1 1-33-15,0 0-37 0,0 0-34 0,0 0-27 0,0 0-31 16,0 0-10-16,0 0-10 0,-2 13-118 0,4-8-85 16,-2 5 0-16,0 2 0 0,-2 0 0 15,4-1 0-15,-4 1 0 0,2 0 0 0,0 3 0 0,-2-3 0 16,6 8 0-16,-4-1 0 0,0-1 0 0,0 1 0 16,4-3 0-16,-4 1 0 0,0-6 0 15,1 0 0-15,-1 0 0 0,2-1 0 0,0-1 0 16,-2-3 0-16,4 0 0 0,0-1-157 0,-2 1-263 0,6-4-51 15,-4 1-53-15,1-1-48 0,0-2-437 0,3 1-1091 16,-8-1 483-16</inkml:trace>
  <inkml:trace contextRef="#ctx0" brushRef="#br0" timeOffset="246083.8272">9481 7633 342 0,'0'0'483'0,"5"-2"14"0,-5 2 22 0,0 0 20 0,0 0-5 16,0 0 5-16,0 0-22 0,0 0-36 0,0 0-13 16,0 0-33-16,0 0-28 0,0 0-34 0,0 0-36 15,0 0-34-15,0 0-33 0,0 0-27 0,0 0-30 16,0 0-21-16,1 5-20 0,2 0-14 0,-3 0-20 16,0 2-107-16,0-2-31 0,0 2 0 0,0 2 0 15,0-2 0-15,1 1 0 0,2-1 0 0,-2 3 0 16,-1-1 0-16,0 0 0 0,1-2 0 0,-1 1 0 15,3-2 0-15,-3 0 0 0,1-1 0 0,3-1 0 16,-3 1 0-16,-1 0 0 0,0-1 0 0,0-4 0 0,4 3 0 16,-4-3 0-16,8 1 0 0,-8-1 0 15,10 0 0-15,-4-1 0 0,5-1 0 0,-1-4 0 16,0 1 0-16,2 1 0 0,-2-2 0 0,0 1 0 0,-1-1 0 16,0 2 0-16,0-4 0 0,-2 4 0 0,1-2 0 15,-3 0 0-15,1 2 0 0,-3 0 0 0,2 1 0 16,-1 1 0-16,-1-2 0 0,-1 1 0 0,2 1 0 15,-4 2 0-15,3-3 0 0,-2 1 0 0,-1 2 0 16,0 0 0-16,3-3 0 0,-3 3 0 0,0 0 0 16,0 0 0-16,0 0 0 0,3-3 0 0,-3 3 0 15,0 0 0-15,0 0 0 0,7 9 0 0,-5-6 0 16,0 1 0-16,0 1 0 0,-1-1 0 0,2-2 0 16,0 6 0-16,-1-3 0 0,-1 0 0 0,2-2 0 15,1 0 0-15,-3 0 0 0,0 1 0 0,-1-4 0 16,9 3 0-16,-8 0 0 0,2-1 0 0,2-1 0 15,-5-1 0-15,8 2 0 0,-8-2 0 0,11-3 0 16,-3 2 0-16,-3-1 0 0,3-4 0 0,2 2 0 0,-2-3 0 16,1 3 0-16,-2-1 0 0,3-5 0 15,1 5 0-15,-2-1 0 0,2-1 0 0,-2 2 0 0,-1-1 0 16,2 2 0-16,-2-1 0 0,-2-2 0 0,1 5 0 16,-1-1 0-16,0 1 0 0,-1 1 0 0,1-1 0 15,-6 2 0-15,11 0 0 0,-11 0 0 0,10 2 0 16,-5 0 0-16,-1 2 0 0,1 1 0 0,-1-1 0 15,0-1 0-15,1 0 0 0,-1 5-6 0,0-3 3 16,-3-1-2-16,3 3-1 0,-3-2-3 0,-1-3-10 16,4 4 2-16,-4-1-23 0,3-2 7 0,-3-3-21 15,2 5 10-15,-2-4-18 0,0-1 5 0,0 0 7 16,3 4 9-16,-3-4 1 0,1 3 7 0,-1-3 6 16,0 0-3-16,0 0 6 0,14-10-6 0,-8 7 11 15,0-2 4-15,0-1-1 0,3 1 1 0,-2-3-1 16,3 0 3-16,-2 4-3 0,1-2-5 0,0 2 11 15,-1-1 1-15,0 4 1 0,1-4 4 0,-4 2 2 16,1 0 1-16,-1 1-2 0,0-2 5 0,-1 3-8 0,-4 1 2 16,10 0 5-16,-10 0 2 0,8 1 3 0,-4 2 2 15,1-2 0-15,-4 4 3 0,0-3-2 0,2 4-11 16,1-4 6-16,-3 3 3 0,2 0 0 16,-3 2-5-16,1-3 5 0,0 4-5 0,-1-5 7 0,3 1 2 15,-2-1-10-15,2 3-7 0,-3-2-11 0,0-4-5 16,1 4 9-16,-1-4 3 0,4 2-3 0,-4-2 0 15,0 0 5-15,10-5 9 0,-5 4-5 0,-1-5 10 16,1 3-11-16,5-1 1 0,-3 0-1 0,0-5 5 16,1 4-1-16,-2 1 11 0,3-2 7 0,-4 1 6 15,2 1 6-15,-2 0 4 0,1-1 5 0,-2 2 1 16,0 0-2-16,1 1 1 0,-1 0 5 0,-4 2-23 16,6-1 8-16,-6 1 4 0,9 2 10 0,-9-2 0 15,7 3 3-15,-5-1-8 0,2 2-5 0,0 1 0 16,-1-1-4-16,0-1 0 0,0 0-12 0,3 1 1 15,-5 1 4-15,2-1-24 0,0 0 14 0,-1 3-39 16,2-4-42-16,0 0-44 0,-3-1-42 0,1 1-45 16,0 2-51-16,3-3-49 0,-5-2-46 0,6 1-54 0,-6-1-63 15,8-8-43-15,-4 4-370 0,1 0-950 16,-1-4 421-16</inkml:trace>
  <inkml:trace contextRef="#ctx0" brushRef="#br0" timeOffset="247019.1245">10491 7502 140 0,'2'-6'322'0,"1"-1"21"0,-2 1 21 16,2-1 27-16,0-2 14 0,-3 2 13 0,0 3 2 0,2 0-1 16,-4-1-4-16,2 5 4 0,0-7-14 0,0 7-12 15,0-5-19-15,0 5-16 0,0-6-23 0,0 6-28 16,0 0-28-16,0-5-26 0,0 5-28 0,0 0-19 16,0 0-20-16,0 0-19 0,0 0-10 0,0 0-5 15,-1 15-10-15,0-8-8 0,0 0-72 0,2 4-62 16,0-1 0-16,-1-3 0 0,1 4 0 0,1 1 0 15,-2 3 0-15,0 2 0 0,0 1 0 0,2-2 0 16,0 2 0-16,0-3 0 0,-1 2 0 0,1-2 0 16,-1 2 0-16,0-5 0 0,4 0 0 0,-4 3 0 15,1-2 0-15,0-5 0 0,2 4 0 0,-1-5 0 16,1 0 0-16,0-2 0 0,1 0 0 0,2 3 0 16,0-5 0-16,4 1 0 0,-2-2 0 0,1-2 0 15,3 1 0-15,-3-4 0 0,2-2 0 0,-2 1 0 0,1-3 0 16,0 2 0-16,-3-4 0 0,2 1 0 15,-3 0 0-15,0-2 0 0,-2 1 0 0,0-1 0 16,-1-1 0-16,-2 2 0 0,1-2 0 0,-1 1 0 0,-2 4 0 16,2-3 0-16,-4 3 0 0,1-1 0 0,0 2 0 15,-2-1 0-15,1 2 0 0,-2-1 0 0,0 2 0 16,0 0 0-16,4 3 0 0,-7 0 0 0,7 0 0 16,0 0 0-16,-12 3 0 0,6-1 0 0,3 3 0 15,-2 0 0-15,1 1 0 0,-1-1 0 0,2 1 0 16,1 1 0-16,-3-1 0 0,5 0 0 0,-4 3 0 15,4-1 0-15,-1 2 0 0,1-4 0 0,4 2 0 16,-3-3 0-16,8 1 0 0,-2 2 0 0,1-3 0 16,5 1-31-16,-3-2-3 0,8 1 8 0,0-4 0 15,2 2 5-15,0-6 8 0,6 2 1 0,5-4 6 16,-9-3 14-16,5-1 17 0,2-2 14 0,-3 1 14 16,-8 0-9-16,1 2-44 0,-4-3 0 0,-1 0 0 15,0 1 0-15,-4-4 0 0,-2 1 0 0,-3 4 0 0,0-1 0 16,-1 0 0-16,0 0 0 0,-4 3 0 0,0 2 0 15,-1-3 0-15,-2 3 0 0,-1 1 0 16,0 1 0-16,2-2 0 0,-5 2 0 0,2 2 0 0,-4 1 0 16,3 3 0-16,-2-1 0 0,3 2 0 0,-4-1 0 15,4 1 0-15,-4 1 0 0,1 4 0 0,5-2 0 16,-2 2 0-16,1-4 0 0,1 1 0 0,5 1 0 16,-1-4 0-16,0 2 0 0,3 0 0 0,5 1 0 15,-2 1 0-15,5-2 0 0,-2-4 0 0,0 3 0 16,3-4 0-16,0 0 0 0,1 0 0 0,0-2 0 15,3 0 0-15,-3-3 0 0,1-2 0 0,-2 1 0 16,2-3 0-16,-3 4 0 0,-2 0 0 0,0 1 0 16,0-1 0-16,-3 3 0 0,-1-1 0 0,-1-1 0 15,1 3 0-15,-3-2 0 0,2 0 0 0,-5 3 0 16,5 0 0-16,-5 0 0 0,0 0 0 0,8 5 0 16,-7-3 0-16,2 2 0 0,-3-4 0 0,5 6 0 15,-5-2 0-15,4-1 0 0,-4 3 0 0,1-1 0 0,-1 1 0 16,4 2 0-16,-3-1 0 0,-1-1 0 0,0 0 0 15,0 1 0-15,0 0 0 0,0-1 0 16,0 0 0-16,2-1 0 0,-2 1 0 0,2-1 0 0,-1 2 0 16,2 0 0-16,-2 0 0 0,3-1 0 0,-3 2 0 15,2-3 0-15,-2 1 0 0,3 0 0 0,-1-1 0 16,0 0 0-16,1 0 0 0,-1-1 0 0,-1-1 0 16,1 0 0-16,-3-3 0 0,5 3 0 0,-5-3 0 15,4 3-197-15,-4-3-108 0,0 0-76 0,14-6-72 16,-10 3-55-16,2-7-56 0,-2 5-401 0,1-5-1043 15,3-1 462-15</inkml:trace>
  <inkml:trace contextRef="#ctx0" brushRef="#br0" timeOffset="247438.0305">11413 7424 12 0,'0'-6'398'0,"2"0"26"0,-2 1 36 16,0 1 21-16,0-2 5 0,-2 0-1 0,-3 1-8 15,3 1-9-15,-1-2-2 0,-1 2-20 0,2 0-12 0,-1 1-20 16,1-1-21-16,-1 1-20 0,3 3-22 0,-3-4-25 16,3 4-23-16,0 0-29 0,-2-3-26 0,2 3-27 15,0 0-19-15,0 0-153 0,0 0-49 0,8 10 0 16,-3 0 0-16,2 0 0 0,6 2 0 0,1 9 0 16,4 0 0-16,-5 0 0 0,5 1 0 0,-4 3 0 15,1 1 0-15,-2 3 0 0,0 3 0 0,-2-5 0 16,-2 3 0-16,-1-2 0 0,-2 1 0 0,-2 0 0 15,-4-1 0-15,-1 1 0 0,-2 0 0 0,-1-1 0 16,-4 2 0-16,-3-4 0 0,-3 0 0 0,-2 3 0 16,-5-2 0-16,-3-4 0 0,-1 3 0 0,-1-6 0 15,-2 1 0-15,1-3 0 0,1-4 0 0,11-4 0 16,1-1 0-16,1-2 0 0,4-2 0 0,0 2 0 16,4-4 0-16,0-1 0 0,1 1 0 0,0-2 0 15,0 2 0-15,4-3 0 0,-3 1 0 0,3-1 0 16,0 0 0-16,0 0 0 0,0 0 0 0,19-5 0 0,-10 1 0 15,1 1 0-15,0-3 0 0,-1 2 0 0,4-2 0 16,6-2 0-16,-8 3-155 0,8-5-556 16,-2 0-511-16,0-2-1322 0,3-6 585 0</inkml:trace>
  <inkml:trace contextRef="#ctx0" brushRef="#br0" timeOffset="247934.8049">12401 7743 13 0,'-6'2'458'0,"6"-2"5"0,0 0 10 0,0 0 12 16,0 0 8-16,0 0 8 0,0 0-5 0,0 0-5 16,0 0-6-16,0 0-9 0,0 0-18 0,0 0-26 15,0 0-35-15,0 0-31 0,0 0-33 0,15-10-38 16,-8 6-22-16,-1 1-29 0,4-1-32 0,0 0-15 16,2 1-47-16,1-3-150 0,0 3 0 0,6-1 0 0,-8 3 0 15,3-1 0-15,0-4 0 0,0 5 0 16,-1 0 0-16,-4-1 0 0,1 4-24 0,-1-1-313 0,-2-1-59 15,-2 4-47-15,-1 0-31 0,-2-2-32 16,1 2-27-16,-2 0-380 0,-5 4-990 0,-5-3 438 0</inkml:trace>
  <inkml:trace contextRef="#ctx0" brushRef="#br0" timeOffset="248169.7486">12447 7854 39 0,'-4'4'303'0,"3"-1"31"15,-1 1 27-15,-1 1 49 0,3-5 29 0,-1 4 27 16,1-4 23-16,0 0 26 0,0 3-16 0,0-3-18 15,0 0 2-15,0 0-12 0,0 0-20 0,0 5-9 16,0-5-23-16,0 0-21 0,0 0-30 0,0 0-24 16,9-1-29-16,-9 1-151 0,15-4-164 0,-5 4 0 15,-1-2 0-15,3 1 0 0,-5-1 0 0,4 0 0 16,0 1 0-16,-1-1 0 0,-2-2 0 0,6 3 0 0,-4 0 0 16,-2-1 0-16,0 2 0 0,-1-1 0 15,1 1 0-15,-8 0 0 0,9-1 0 0,-4 1 0 16,-5 0 0-16,8-3 0 0,-8 3 0 0,6-5 0 0,-3 1-354 15,-3 4-212-15,3-5-62 0,-1 4-480 0,-2 1-1199 16,-2-7 531-16</inkml:trace>
  <inkml:trace contextRef="#ctx0" brushRef="#br0" timeOffset="250223.5318">14861 7322 11 0,'-3'5'50'0,"3"-5"1"0,0 0-6 16,-5 1-6-16,5-1-5 0,0 0-3 0,0 0 6 15,0 0 5-15,-6 3 6 0,6-3 6 0,0 0 9 16,0 0 25-16,0 0 14 0,0 0 7 0,0 0 19 16,0 0 18-16,0 0 16 0,-5-10 14 0,5 10 19 15,0 0 19-15,-1-4 7 0,1 4 5 0,-1-4 5 16,1 4 8-16,-2-6 8 0,2 6 5 0,0-4 1 15,0 4 3-15,0-6-7 0,-1 2-2 0,1 4-1 16,0-7-7-16,-1 6-2 0,1 1-6 0,-3-6-6 16,2 1-5-16,1 1-6 0,0 4 7 0,-1-7 3 15,-2 3-6-15,3 4 5 0,-1-5-3 0,0 1-2 16,1 4-1-16,-2-5-8 0,1 0-5 0,1 5-3 16,-2-2-23-16,2 2-178 0,0 0 0 0,-2-3 0 15,2 3 0-15,0 0 0 0,0 0 0 0,0 0 0 0,0 0 0 16,0 0 0-16,0 0 0 0,0 0 0 15,0 0 0-15,2 16 0 0,-1-4 0 0,1 2 0 16,0 1 0-16,0 2 0 0,-2 2 0 0,3 5 0 0,-2 1 0 16,-1-5 0-16,0 5 0 0,0 0 0 15,-1-7 0-15,-2 2 0 0,2-1 0 0,0-1 0 0,-2 0 0 16,3 6 0-16,-2-3 0 0,-1-5 0 16,2 0 0-16,-1 0 0 0,1-4 0 0,0-1 0 0,0 0 0 15,1-3 0-15,-2-1 0 0,1 0 0 0,2-2 0 16,-2 3 0-16,1-4 0 0,0-2 0 0,0-2 0 15,-1 9 0-15,1-5 0 0,0-4 0 0,-2 3 0 16,2-3 0-16,0 0 0 0,0 4 0 0,0-4 0 16,0 0 0-16,0 0 0 0,0 0 0 0,0 0 0 15,0 0 0-15,0 0 0 0,0 0 0 0,0 0-237 16,4-13-371-16,-4 9-96 0,-2 1-403 0,-2-1-1200 16,-5-2 531-16</inkml:trace>
  <inkml:trace contextRef="#ctx0" brushRef="#br0" timeOffset="250971.2696">14023 8108 87 0,'0'0'219'0,"0"0"-1"0,0 0 1 16,0 0-5-16,0 0-6 0,-6-1-4 0,6 1-25 0,0 0-1 15,0 0-12-15,0 0 3 0,-7-1-14 0,7 1 1 16,0 0-3-16,0 0 5 0,-11 1-5 0,11-1 2 15,-9 0 3-15,9 0 12 0,-7-1-5 16,7 1 0-16,-5-2 10 0,5 2 1 0,0 0 1 0,0 0 4 16,-9 2 0-16,9-2-9 0,0 0-7 0,-6 1-14 15,6-1-10-15,0 0-6 0,0 0-7 0,-4 2-7 16,4-2-5-16,0 0-4 0,0 0-7 0,0 0-4 16,-4 2 3-16,4-2 1 0,0 0 7 0,0 0 2 15,0 0 9-15,0 0-9 0,0 0-12 0,0 0 1 16,0 0 0-16,21 0 0 0,-5-3 19 0,7 2 11 15,12-2 15-15,2-2 7 0,18 0-5 0,5-1-12 16,32-5-12-16,0 1-12 0,6 2-78 0,15-4-36 16,4-4 0-16,13 5 0 0,8-5 0 0,2-2 0 15,8 0 0-15,-2 4 0 0,-8 3 0 0,-7-1 0 0,-14 3 0 16,-7 0 0-16,-13 0 0 0,-34 4 0 0,1-2 0 16,-2 4 0-16,-2 0 0 0,-4-1 0 15,-16-1 0-15,11 3 0 0,-15 1 0 0,-3-4 0 0,-2 3 0 16,-3-3 0-16,-6 1 0 0,-6 4 0 15,2-1 0-15,-5-2 0 0,-3 2 0 0,-1 1 0 16,-2-1 0-16,-1 1 0 0,-1-3 0 0,-5 3 0 16,10-1 0-16,-10 1 0 0,5 0 0 0,-5 0 0 0,7-4 0 15,-7 4-249-15,2-2-251 0,-2 2-65 0,0 0-53 16,0 0-426-16,0 0-1130 0,0 0 501 0</inkml:trace>
  <inkml:trace contextRef="#ctx0" brushRef="#br0" timeOffset="252139.0375">14250 8757 42 0,'0'0'347'16,"-1"-6"9"-16,-3 4 10 0,2-2-2 0,-1 1 9 16,3 3 3-16,-1-4-7 0,-3-1-6 0,4 5 0 15,-2-4-4-15,2 4-8 0,-3-5 5 0,3 5-5 16,-2-4 0-16,2 4-6 0,-2-6-5 0,0 3-18 15,-1 0-13-15,3 3-6 0,0-5-9 0,0 1-19 16,-1-1-11-16,2 0-15 0,0 1-21 0,3 1-53 16,-2-2-175-16,0-1 0 0,-1 2 0 0,3 0 0 15,-4-2 0-15,4 0 0 0,-1 2 0 0,2 1 0 0,1-2 0 16,-1 3 0-16,-1-2 0 0,3 0 0 16,1 3 0-16,0 0 0 0,1 1 0 0,0 1 0 0,1 0 0 15,2 3 0-15,-2 0 0 0,0 3 0 16,2-1 0-16,-5 4 0 0,3-3 0 0,-2 3 0 0,-3 0 0 15,-1 0 0-15,-1 4 0 0,-2-3 0 0,0 2 0 16,-2 2 0-16,-5 1 0 0,-1 0 0 0,-1-1 0 16,-5 2 0-16,0-4 0 0,-8 4 0 0,7-5 0 15,-5 1 0-15,5-5 0 0,-3 2 0 0,3-3 0 16,4 0 0-16,1-2 0 0,5-3 0 0,-4 1 0 16,2 0 0-16,2-2 0 0,4-1 0 0,-9-1 0 15,6-2 0-15,-1 2 0 0,0-5 0 0,0 1 0 0,3-1 0 16,-2 1 0-16,2-4 0 0,0 1 0 15,1-1 0-15,0 0 0 0,0 1 0 0,0 2 0 16,0-1 0-16,0 0 0 0,0 0 0 0,0 3 0 0,1 0 0 16,-1 0 0-16,1 0 0 0,-1 4 0 0,-1-5 0 15,1 5 0-15,-1-3 0 0,1 3 0 0,0 0 0 16,0 0 0-16,1-5 0 0,-1 5 0 0,0 0 0 16,0 0 0-16,0 0 0 0,0 15 0 0,0-9 0 15,0-1 0-15,-1 1 0 0,-1 4 0 0,2-5 0 16,-1 3 0-16,2 2 0 0,-2-4 0 0,0-2 0 15,1 3 0-15,0-2 0 0,0 0 0 0,0-1 0 16,0 1 0-16,0-2 0 0,0-3 0 0,2 6 0 16,0-5 0-16,0 2 0 0,-2-3 0 0,10 0 0 15,-10 0 0-15,13-3 0 0,-6 0 0 0,4-1 0 16,-2 0 0-16,0-3 0 0,5 1 0 0,-5 1 0 16,1-2 0-16,3 0 0 0,-3 0 0 0,3 2 0 15,-3-2 0-15,-1 2 0 0,-1 0 0 0,2 1 0 0,-2 0 0 16,-2 2 0-16,-1-1 0 0,2 2 0 15,-4 0 0-15,-3 1 0 0,12 1 0 0,-7 0 0 16,-1 2 0-16,2-1 0 0,-1 3 0 0,2 0 0 0,-2 0 0 16,3 2 0-16,-1 0 0 0,-2 1 0 0,2-1 0 15,-1 1 0-15,-2-1 0 0,2 1 0 16,-2-3 0-16,3 2 0 0,-4 0 0 0,5 0 0 0,2-3 0 16,-2 3 0-16,1-3 0 0,0 0 0 0,4-1-372 15,5-3-79-15,-4 2-68 0,2-5-71 0,2 1-454 16,0-5-1130-16,1 1 501 0</inkml:trace>
  <inkml:trace contextRef="#ctx0" brushRef="#br0" timeOffset="253274.0146">15057 9027 385 0,'0'0'402'15,"0"0"16"-15,0 0 10 0,0 0-2 0,0 0-2 16,0 0-24-16,0 0-26 0,0 0 6 0,0 0-9 0,0 0-15 16,-17-5-8-16,11 4-12 0,0-3-2 15,-5 0-9-15,1-1-4 0,0 1-3 0,0 0-2 16,-4-1-4-16,2 0-6 0,1 0-12 0,-2 0-3 0,-4-5-12 16,3 3-232-16,-1-4-47 0,-1 1 0 0,5-3 0 15,-2 0 0-15,3-2 0 0,0-1 0 0,-2-9 0 16,3 0 0-16,3-4 0 0,-2 2 0 15,4-3 0-15,3 2 0 0,1-1 0 0,3-2 0 0,3-2 0 16,2 4 0-16,-1 2 0 0,4-3 0 0,1 5 0 16,1 3 0-16,8 1 0 0,-6 0 0 0,0 5 0 15,8 1 0-15,-1 2 0 0,-3 5 0 0,2 1 0 16,-2 1 0-16,1-1 0 0,-1 4 0 0,-2 2 0 16,1 1 0-16,-1 2 0 0,0 5 0 0,-2 2 0 15,-4 0 0-15,-1 2 0 0,-1 3 0 0,-1-1 0 16,-2 1 0-16,-2 4 0 0,-4 1 0 0,-1-1 0 15,-8 7 0-15,-4-1 0 0,-1-3 0 0,-6 2 0 16,-1-3 0-16,-1 1 0 0,-3-1 0 0,1-4 0 16,-2-2 0-16,11-3 0 0,-3-4 0 0,0 1 0 15,6-2 0-15,2-2 0 0,0 0 0 0,4-1 0 0,-1-1 0 16,-1 0 0-16,3-2 0 0,-1 1 0 0,6-1 0 16,-9 2 0-16,9-2 0 0,0 0 0 15,-4-5 0-15,4 5 0 0,0 0 0 0,0 0 0 16,13-10 0-16,-7 9-535 0,7 1-165 0,0-2-460 0,6 2-1255 15,0 3 555-15</inkml:trace>
  <inkml:trace contextRef="#ctx0" brushRef="#br0" timeOffset="253624.9592">15223 8900 302 0,'0'-3'551'0,"1"0"21"0,-1-1 16 16,0-3 14-16,3 0 7 0,-3 2-18 0,0-1-15 16,0 3-28-16,0-2-26 0,0 1-31 0,0 4-32 15,0-7-43-15,0 7-38 0,0 0-49 0,-1-4-24 16,1 4-39-16,0 0-180 0,0 0-86 0,0 0 0 16,-4 12 0-16,4-3 0 0,1 3 0 0,0 3 0 15,-1 3 0-15,3 1 0 0,1 5 0 0,-4-5 0 0,1 6 0 16,0 1 0-16,-1-7 0 0,1 6 0 15,1 0 0-15,-2-3 0 0,1-2 0 0,-1-1 0 16,-1-2 0-16,-1 2 0 0,2-4 0 0,-2 0 0 0,-2-4 0 16,4-1 0-16,-1-3 0 0,2 0 0 15,2-1 0-15,-3 0 0 0,0-2 0 0,0-1 0 16,0-3 0-16,1 4 0 0,-1-4 0 0,0 0 0 0,0 0-92 16,0 0-368-16,0 0-56 0,9-7-40 0,-4 3-43 15,-2-4-396-15,1-3-1078 0,-1 1 478 0</inkml:trace>
  <inkml:trace contextRef="#ctx0" brushRef="#br0" timeOffset="253925.227">15204 8910 358 0,'1'-11'438'16,"2"2"2"-16,-1-1 11 0,1 4 2 0,2-3-3 15,-1 0-19-15,1 1-31 0,2 0-36 0,3 1-37 16,-1 0-19-16,1 0-18 0,0 3-19 0,0 1-9 0,3-1-39 15,-3 0-19-15,2 3-18 0,2 1-17 0,-3 1-18 16,2 1-9-16,-3 2-13 0,-1 1-5 16,4-1-5-16,-4 4-11 0,-1-2-5 0,-2 1-21 15,2 2 0-15,-3-1-11 0,-1 0-7 0,-1 2-8 16,-3-2 1-16,0 2-4 0,-2-2 0 0,-2 4-2 16,-2-4-1-16,-2 3-10 0,-1-3 1 0,-5 3-1 15,-4-1-14-15,4-3-19 0,-4 1-36 0,0-1-37 0,5-2-32 16,-1 4-36-16,3-6-39 0,2 0-31 0,1 0-23 15,1-2-43-15,7-1-46 0,-7-1-51 16,7 1-55-16,0 0-48 0,2-8-347 0,4 3-884 16,3-3 392-16</inkml:trace>
  <inkml:trace contextRef="#ctx0" brushRef="#br0" timeOffset="254325.5114">15955 8517 405 0,'-5'-6'568'0,"3"1"24"0,-1-4 16 0,-1 2-3 15,2-2-10-15,-2-1-22 0,1 3-20 0,2 2-18 16,0-3-25-16,1 4-30 0,0-1-31 0,-3 1-31 15,3 4-44-15,0-6-38 0,0 6-38 0,-1-5-35 16,1 5-234-16,0 0-29 0,0 0 0 0,0 0 0 16,0 0 0-16,0 20 0 0,3-7 0 0,-3-1 0 15,1 6 0-15,1 0 0 0,-2 1 0 0,2 7 0 0,0-7 0 16,1 6 0-16,-2-1 0 0,0-3 0 0,1 2 0 16,-1-3 0-16,3 6 0 0,-2-7 0 15,-2 0 0-15,2 1 0 0,-4-4 0 0,2 0 0 0,0-2 0 16,0-1 0-16,0-2 0 0,0-4 0 0,-4 1 0 15,4-4 0-15,0 1 0 0,0-1 0 0,0 0 0 16,-1-1 0-16,1-3 0 0,0 0 0 0,0 0-369 16,0 0-134-16,0 0-64 0,0-20-39 0,-1 10-419 15,2-6-1109-15,-2 0 490 0</inkml:trace>
  <inkml:trace contextRef="#ctx0" brushRef="#br0" timeOffset="254695.3722">15797 8511 360 0,'-3'-3'433'0,"2"-3"4"0,1 3 10 0,0-1-7 15,0-1-16-15,4-1-24 0,-3 3-30 16,3 0-25-16,1-4-25 0,-1 3-22 0,5 2-25 0,0-4-13 16,1 1-12-16,4 1-17 0,3 1-10 0,2 1-6 15,1-1 1-15,0 3-27 0,1 3-8 0,0 1-16 16,-1-2-3-16,7 6-22 0,1-1-7 0,0 5-16 15,-7-5-2-15,-3 3-5 0,-1-1-10 0,-1 2-8 16,-1 1-2-16,-1 3 8 0,0-1-5 0,-5 1-12 16,0-1-9-16,-5 1-14 0,2 4 9 15,-6-1-1-15,-5 2-2 0,2 4-6 0,-4-6-56 0,-2-2-2 16,-5 7 0-16,-4-1 0 0,-5-3 0 0,-1 1 0 16,0-2 0-16,-1-2 0 0,2 0 0 0,-1-2 0 15,7-5 0-15,-1 0 0 0,8-2 0 0,-4-2 0 16,8-1 0-16,-2-1 0 0,3 1 0 0,-1-2 0 15,1 0 0-15,1 0 0 0,4-2 0 0,-5 3 0 0,5-3 0 16,0 0 0-16,0 0-161 0,0 0-181 16,23-3-74-16,-12 3-67 0,1 0-78 0,5 0-477 15,5-2-1125-15,0 1 497 0</inkml:trace>
  <inkml:trace contextRef="#ctx0" brushRef="#br0" timeOffset="255012.3264">16346 8833 132 0,'3'-6'464'0,"1"-1"33"0,-3 4 33 0,2-1 26 15,-2-1 10-15,2-1 3 0,-2 3-12 0,0-1-12 16,0 1-28-16,-1 3-38 0,2-7-37 0,-2 7-43 16,0 0-44-16,1-3-36 0,-1 3-33 0,0 0-35 15,0 0-23-15,0 0-18 0,5 13-12 0,-6-6-107 16,2 5-91-16,0 0 0 0,-1 1 0 0,0 2 0 15,0 2 0-15,1 2 0 0,-1 1 0 0,2-3 0 16,-1 3 0-16,-1-3 0 0,0 0 0 0,0 0 0 0,0-1 0 16,-3-4 0-16,3 1 0 0,0-4 0 15,-1 3 0-15,0-4 0 0,0 2 0 0,-2-4 0 16,3 0 0-16,0-2 0 0,0 1 0 0,-1-2 0 16,0 1 0-16,1-4 0 0,0 6-302 0,0-6-66 15,0 0-60-15,0 0-68 0,0 0-61 0,0 0-450 16,0-17-1091-16,0 10 483 0</inkml:trace>
  <inkml:trace contextRef="#ctx0" brushRef="#br0" timeOffset="255342.9616">16298 8797 169 0,'3'-10'380'0,"-3"2"9"0,5-1 26 0,-2-1 5 15,1 1-3-15,-1 1-9 0,1 0-21 0,1-1-29 16,1 3-33-16,-1-3-18 0,3 2-28 0,-3 2-21 15,0 0-23-15,2 0-24 0,0 3-17 0,3-3-22 16,-1 2-19-16,2 1-8 0,-3 1-13 0,4 1-12 16,-6 1-8-16,5 1-6 0,0 2-3 0,-2 0-7 15,1 2-8-15,-1 0 1 0,-1 2-11 0,-3-1 4 16,4 3 4-16,-5-2-22 0,0 2 3 0,-3-1-10 16,0 1-3-16,-3 0-1 0,-1-2-7 0,-2 2-3 15,-4 0-5-15,4-3 1 0,-4 2-3 0,-4 0-8 0,3-2 6 16,-2-2 5-16,1 1-13 0,-2 0 1 15,2-1-2-15,-1-2-1 0,3 1-5 0,1-3-1 16,1 0-8-16,2 0-19 0,0 1-31 0,5-2-29 16,-8 2-28-16,8-2-36 0,-6 0-60 0,6 0-70 15,0 0-51-15,0 0-46 0,0 0-56 0,0 0-55 16,11-10-379-16,-4 7-920 0,3 0 408 0</inkml:trace>
  <inkml:trace contextRef="#ctx0" brushRef="#br0" timeOffset="255686.0284">16702 8938 391 0,'0'-4'538'0,"0"4"11"16,1-6 22-16,-1 6-2 0,0-6-9 0,0 6-20 15,0-3-26-15,0 3-44 0,0 0-43 0,3-3-40 16,-3 3-39-16,0 0-35 0,0 0-37 0,0 0-29 16,0 0-29-16,0 0-20 0,0 0-25 0,2 12-14 15,-4-7-15-15,2 1-15 0,0 2-12 0,-3-2-15 16,3 2-6-16,-4-4-15 0,4 7-7 0,-1-4-74 16,0 2 0-16,-2-2 0 0,3 2 0 0,0-3 0 15,-1 1 0-15,-2-2 0 0,3 0 0 0,-1-1 0 16,1 0 0-16,-3 0 0 0,3-4 0 0,-1 6 0 0,1-6-85 15,0 3-114-15,0-3-40 0,0 0-44 0,0 0-63 16,0 0-75-16,0 0-62 0,0 0-58 0,5-12-392 16,-1 2-1010-16,-4 1 447 0</inkml:trace>
  <inkml:trace contextRef="#ctx0" brushRef="#br0" timeOffset="255891.7797">16680 8766 166 0,'0'0'451'16,"0"-5"25"-16,0 5 17 0,0 0 10 0,1-3 4 16,-1 3-17-16,0 0-31 0,0 0-37 0,0-5-40 15,0 5-41-15,0 0-45 0,0 0-20 0,0 0-31 16,0 0-34-16,0 0-47 0,0 0-52 0,0 0-54 16,0 0-52-16,0 0-51 0,0 0-50 0,0 0-52 15,-5-4-51-15,5 4-40 0,0 0-45 0,0 0-50 16,0 0-53-16,0 0-337 0,0 0-782 0,0 0 347 15</inkml:trace>
  <inkml:trace contextRef="#ctx0" brushRef="#br0" timeOffset="256676.8503">16001 8224 157 0,'-6'1'374'0,"6"-1"7"0,0 0 6 0,-9-3-9 16,9 3-18-16,-9-2-12 0,5 1-15 16,4 1-13-16,-9-1-11 0,9 1-15 0,0 0-13 15,0 0-12-15,-7-2-9 0,7 2-18 0,0 0-14 16,0 0-14-16,0 0-18 0,0 0-1 0,-9 3-9 0,9-3-9 16,0 0-1-16,0 0-7 0,0 0 1 0,0 0-3 15,0 0-4-15,0 0-5 0,0 0-3 16,0 0-12-16,0 0-4 0,0 0 2 0,0 0 8 0,34-1-6 15,-15-1-1-15,-1 2-2 0,13 0-2 0,1-1-129 16,2-1-9-16,2 2 0 0,2-3 0 0,1 1 0 16,-1-2 0-16,-2-2 0 0,0 4 0 0,-9-1 0 15,-4 2 0-15,-6-1 0 0,0 1 0 0,-5 0 0 16,-5-1 0-16,1 2 0 0,0-1 0 0,-2 1 0 16,-1-2 0-16,-5 2 0 0,5-1 0 0,-5 1 0 15,0 0 0-15,0 0 0 0,9-1 0 0,-9 1 0 16,0 0 0-16,0 0 0 0,0 0 0 0,0 0-346 15,0 0-91-15,0 0-62 0,0 0-56 0,0 0-58 16,7 0-345-16,-7 0-1036 0,0 0 459 0</inkml:trace>
  <inkml:trace contextRef="#ctx0" brushRef="#br0" timeOffset="257396.734">16887 8167 84 0,'0'0'289'0,"0"0"-4"0,-9-2 6 15,9 2 3-15,-5-2 1 0,1 0 16 0,4 2 7 16,-5-3 9-16,5 3 6 0,-5-2-4 0,5 2 1 16,-4-3-12-16,4 3-6 0,-5-3-12 0,5 3-7 15,0 0-10-15,0-5-17 0,0 5-20 0,0 0-19 16,1-5-23-16,-1 5-24 0,4-5-18 0,-3 2-13 16,-1 3-14-16,9-5-20 0,-5 4-9 0,1 0-15 15,3 0-1-15,-3-2-19 0,1 1 0 0,6 0-9 16,-7 0-10-16,4 2-7 0,1-1-2 0,2 1-9 15,-2 0-8-15,-2 3 3 0,-1-3-7 0,0 2 2 16,-1 0-13-16,-1 2 0 0,1-2 0 0,0 2-4 16,-2 0 2-16,-1 1 1 0,0 1 4 0,-2-1-10 15,1 2 0-15,-4 0 4 0,0 2-6 0,-2-6 3 16,1 6 2-16,-3-2-3 0,-3 1-2 0,1-1 0 16,2 0-1-16,-2-2 0 0,3 0 13 0,-3 2-12 15,5-4-6-15,-4 0 4 0,6-1 10 0,-4 1-8 0,2-1 4 16,3-2-3-16,0 0 9 0,-2 5 0 15,2-5 9-15,0 0 4 0,0 0-9 0,0 0 7 16,0 0-8-16,5 3-2 0,-5-3-1 0,6 0-6 16,1 1 7-16,-7-1-5 0,10 2-7 0,-5-1 7 0,0 1-2 15,3 1-8-15,-2-1-1 0,2 1-2 0,-1 4 4 16,-1-5-9-16,-1 2 6 0,-1-1-1 0,-1 1-2 16,2 2-6-16,-5 0 10 0,3-1 2 15,-2 4 8-15,-1-2-2 0,-2 0-4 0,-7 1 9 0,2 2-4 16,1-4 7-16,-4 2-12 0,-7 1 5 0,3-2 8 15,0-1-11-15,1-4 11 0,3 2-9 0,-3-2 4 16,4-1-2-16,0 2 5 0,4-2-3 0,0 1 8 16,0-2-3-16,5 0-3 0,-8-2 4 0,8 2-8 15,-9-4-1-15,6 2 2 0,0-1-3 0,3 3-2 16,0-4-10-16,0 4-14 0,0-6-19 0,0 6-29 16,3-5-26-16,-3 5-43 0,2-2-38 0,-2 2-48 15,10-4-47-15,-5 3-44 0,3 2-28 0,-8-1-32 16,10 1-38-16,-1 2-36 0,0-2-28 0,-2 1-277 15,-1 1-816-15,3 0 362 0</inkml:trace>
  <inkml:trace contextRef="#ctx0" brushRef="#br0" timeOffset="259844.8171">17325 7844 33 0,'0'0'326'0,"0"0"1"15,0 0-8-15,0 0-3 0,0 0-10 0,0 0-19 16,0 0-8-16,0 0-14 0,0 0-12 0,0 0-17 15,0 0-25-15,8 1-26 0,-8-1-12 0,0 0-18 16,5-1-30-16,-5 1-1 0,12-1-31 0,-5 2-38 16,2-1-41-16,3-1-42 0,-1-2-37 0,2 3-28 15,0-2-43-15,1 0-46 0,6-1-53 0,-2 1-44 16,1 0-232-16,-1-2-553 0,1 0 244 0</inkml:trace>
  <inkml:trace contextRef="#ctx0" brushRef="#br0" timeOffset="260013.4022">17963 7833 88 0,'5'0'303'0,"3"0"-10"16,-2 2-9-16,-6-2-26 0,9-2-24 0,-2 1-28 16,-2 0-22-16,-5 1-17 0,10 0-36 0,-10 0-43 0,13 0-55 15,-2 0-66-15,2 0-64 0,6 0-66 0,-1 1-167 16,3-3-357-16,0 2 158 0</inkml:trace>
  <inkml:trace contextRef="#ctx0" brushRef="#br0" timeOffset="260168.2707">18467 7832 204 0,'0'0'350'0,"7"1"19"0,-7-1 27 16,8 0-1-16,-8 0-6 0,6 2-19 15,-6-2-32-15,4 3-33 0,-4-3-34 0,0 0-32 0,0 0-46 16,0 0-62-16,8-8-74 0,-4 5-75 0,0 0-63 15,1 0-64-15,2 3-71 0,6-3-62 0,1 2-268 16,7-2-590-16,8 0 262 0</inkml:trace>
  <inkml:trace contextRef="#ctx0" brushRef="#br0" timeOffset="260664.7632">19210 7500 290 0,'-1'-6'345'0,"1"0"7"16,-2 2 11-16,0-2 13 0,2 2 12 0,0-2 11 15,-2 2 11-15,-1 0-1 0,3 4-10 0,-1-6-12 16,0 3-7-16,1-2-3 0,0 5-12 0,0-6-10 16,-2 2-6-16,2 4-12 0,0-6-14 0,0 6-18 15,-2-2-23-15,2 2-22 0,0 0-21 0,0 0-26 16,0 0-21-16,0 0-96 0,-1-4-96 0,1 4 0 16,0 0 0-16,0 0 0 0,0 0 0 0,1 12 0 15,0-5 0-15,-1 3 0 0,1 0 0 0,-1 1 0 16,2 0 0-16,-2 3 0 0,0 1 0 0,0 2 0 15,0 1 0-15,0 0 0 0,-2 3 0 0,2-3 0 16,-1-2 0-16,0 2 0 0,0-1 0 0,-1-2 0 0,2-1 0 16,0 2 0-16,-1-6 0 0,1 2 0 15,-1-3 0-15,-2 0 0 0,2-2 0 0,2-2 0 16,-2 1 0-16,1-2 0 0,1-1 0 0,-1-3 0 0,0 5 0 16,0-5 0-16,1 4 0 0,-1-4 0 0,0 3 0 15,0-3 0-15,0 0 0 0,0 0 0 0,0 0 0 16,16-4 0-16,-9-2-52 0,2 0-452 15,0-1-79-15,4-1-88 0,-3-5-393 0,4 0-1152 0,-5-2 510 16</inkml:trace>
  <inkml:trace contextRef="#ctx0" brushRef="#br0" timeOffset="261064.5916">19494 7436 84 0,'0'0'453'0,"0"-5"32"16,0 5-4-16,0-3 5 0,0 3-8 0,0 0-19 15,0 0-29-15,0 0-29 0,4-3-27 0,-4 3-36 16,0 0-26-16,0 0-27 0,0 0-30 0,0 0-27 0,0 0-20 16,0 0-19-16,0 0-2 0,0 10 9 15,1-5 3-15,-1 0-14 0,3 1-7 0,-3 3 1 16,0 2-1-16,1 0-5 0,-1-1-9 0,0 2-6 15,-1 2-11-15,2 1-13 0,2-4-12 0,-2 8-77 0,4-2-45 16,-4 0 0-16,-1-1 0 0,0 0 0 0,0-4 0 16,0 3 0-16,3-3 0 0,-3-2 0 15,-3 2 0-15,3-1 0 0,3-4 0 0,-3 5 0 0,0-5 0 16,1-1 0-16,-1 0 0 0,0 0 0 0,0 0 0 16,0-3 0-16,0 1 0 0,0-1 0 15,0-3 0-15,0 5 0 0,0-5 0 0,0 0 0 0,0 0 0 16,0 5 0-16,0-5 0 0,0 0 0 0,0 0 0 15,0 0 0-15,0 0 0 0,0 0 0 0,0 0 0 16,0 0-57-16,0 0-398 0,-1-15-89 0,2 10-94 16,-1 0-446-16,0 1-1172 0,4-3 519 0</inkml:trace>
  <inkml:trace contextRef="#ctx0" brushRef="#br0" timeOffset="263184.5576">19800 7950 335 0,'2'2'335'0,"-1"0"-4"0,2 1-6 16,-3-3 8-16,0 0-20 0,3 2-24 16,-3-2-27-16,0 0-28 0,0 0-22 0,2 5-5 15,-2-5-10-15,0 0 8 0,-2 6 1 0,0-2-1 16,1-1 4-16,0 1-2 0,-3 1 3 0,1-1-3 15,1 2-7-15,-3-1-5 0,0 0-5 0,0-2-3 16,-2 3-7-16,3 1-2 0,-1-3-5 0,-3 1-11 16,0 3-2-16,1-2 8 0,-2-2-9 0,-1 3-4 15,2-2 4-15,-1 0-12 0,-5 1-1 0,4-1-14 16,-7 2-6-16,0 1-1 0,0-1-14 0,-1-3-2 16,-1 2-4-16,1-1-6 0,-4 1-96 0,1-2-3 15,0-1 0-15,-6 2 0 0,8-2 0 0,-3-2 0 0,4 3 0 16,1-1 0-16,0 0 0 0,2-1 0 0,-2 0 0 15,-3-2 0-15,2 1 0 0,2 1 0 0,5-2 0 16,-7 1 0-16,4-2 0 0,1 1 0 0,-7-2 0 16,8 1 0-16,-7-1 0 0,6 2 0 0,0-2 0 15,-1 1 0-15,0-1 0 0,2 1 0 0,-1-1 0 16,-1-2 0-16,2 3 0 0,-1-3 0 16,-1 2 0-16,4-1 0 0,-4-2 0 0,1 1 0 0,-2-1 0 15,2 0 0-15,2 0 0 0,-1 0 0 0,2 3 0 16,0-1 0-16,0-3 0 0,2 2 0 0,-3-1 0 15,3 2 0-15,-1-4 0 0,1 4 0 0,-1-3 0 16,0 0 0-16,0 0 0 0,0 2 0 0,-1-4 0 16,5 1 0-16,-3 2 0 0,-1-3 0 0,0 1 0 15,3-1 0-15,-2-1 0 0,1 2 0 0,-1-1 0 16,0 1 0-16,3-3 0 0,-3 3 0 0,3-1 0 16,-6 0 0-16,4 0 0 0,1 0 0 0,2-1 0 15,-2 1 0-15,1-2 0 0,1 2 0 0,0-2 0 16,-1-1 0-16,0-4 0 0,1 6 0 0,-1-3 0 15,0 0 0-15,2 1 0 0,-1 0 0 0,2-1 0 0,-1 0 0 16,1-1 0-16,-1 0 0 0,-1 2 0 0,-2-1 0 16,6-4 0-16,-1 2 0 0,1 1 0 15,-1 1 0-15,-1 0 0 0,2 0 0 0,-1 2 0 0,1-2 0 16,3 0 0-16,-2 1 0 0,0-2 0 0,-1 2 0 16,4-2 0-16,-2 5 0 0,2-8 0 15,0 2 0-15,-1 2 0 0,0-3 0 0,1 4 0 16,0-1 0-16,4-3 0 0,-3 0 0 0,0 4 0 0,1-1 0 15,1-2 0-15,0 0 0 0,1-1 0 0,0 1 0 16,-3 5 0-16,1-3 0 0,3 4 0 0,-4-3 0 16,2 1 0-16,-1 1 0 0,-1 0 0 0,2 1 0 15,-1 1 0-15,-1-1 0 0,0 0 0 0,-1 3 0 16,2-1 0-16,-2 0 0 0,0 0 0 0,4-1 0 16,-2-1 0-16,3 2 0 0,-4-2 0 0,4 0 0 15,1 2 0-15,-2-1 0 0,0 0 0 0,2 0 0 16,-1 3 0-16,1-3 0 0,-1-1 0 0,1 3 0 15,2-3 0-15,-2 3 0 0,0-2 0 0,4 1 0 16,-5-1 0-16,3 2 0 0,-1 1 0 0,-2-2 0 0,6-2 0 16,-3 3 0-16,2 1 0 0,-2-3 0 15,-2 2 0-15,3 2 0 0,-3 0 0 0,-1 0 0 16,2-3 0-16,-4 4 0 0,2-2 0 0,-2 3 0 16,1-1 0-16,-2-1 0 0,1-1 0 0,-1 3 0 15,2 0 0-15,-2 0 0 0,3 0 0 0,-2 0 0 16,0-2 0-16,2 2 0 0,0 0 0 0,0 1 0 15,1-1 0-15,2-2 0 0,-2 1 0 0,0 2 0 16,3 1 0-16,1-1 0 0,-5-3 0 0,3 3 0 0,1 0 0 16,-1 0 0-16,-3 2 0 0,2 0 0 0,-2-2 0 15,-1 3 0-15,0-2 0 0,-1 0 0 0,6-1 0 16,-6 0 0-16,5 1 0 0,0 0 0 0,-6 1 0 16,8-1 0-16,-9 0 0 0,3 1 0 0,1-1 0 15,-1 4 0-15,-2-2 0 0,2-2 0 0,-3 0 0 16,4 0 0-16,-1 2 0 0,-3 1 0 0,1-1 0 15,2 1 0-15,2-1 0 0,-4 0 0 0,-1 1 0 16,4 0 0-16,-2 0 0 0,0-1 0 0,1 2 0 16,0-2 0-16,1 2 0 0,-2-1 0 0,1 2 0 15,2-1 0-15,-5-2 0 0,3 1 0 0,-3 0 0 16,-1-1 0-16,4 2 0 0,-2-1 0 0,-1 2 0 16,3 1 0-16,-3-3 0 0,4 3 0 0,-4-4 0 15,0 4 0-15,0-3 0 0,-1 2 0 0,5-2 0 16,-4 1 0-16,3 4 0 0,-3-5 0 0,0 1 0 15,3 2 0-15,-2-1 0 0,0 2 0 0,0-1 0 16,-3-2 0-16,4 3 0 0,-3-2 0 0,-1 0 0 16,3 4 0-16,0-4 0 0,-2 0 0 0,0 0 0 15,1 0 0-15,-2 0 0 0,3-1 0 0,-2 1 0 16,1 0 0-16,-1-2 0 0,-1 3 0 0,2-3 0 16,-1 1 0-16,-3 1 0 0,3-1 0 0,0 0 0 15,0-1 0-15,-4 3 0 0,5-3 0 0,-4 0 0 0,2 3 0 16,3-2 0-16,-4 0 0 0,0 1 0 0,3-1 0 15,-2-1 0-15,-2 1 0 0,3 0 0 0,-3 2 0 16,3-1 0-16,-1-1 0 0,-2 1 0 16,4-1 0-16,-4 1 0 0,3-3 0 0,-1 4 0 0,-2-3 0 15,0 1 0-15,3 0 0 0,-4 1 0 0,3-1 0 16,-1-1 0-16,0 0 0 0,0 2 0 0,-2-4 0 16,4 2 0-16,-2-1 0 0,-2-3 0 0,2 9 0 15,-1-7 0-15,0 2 0 0,-1 1 0 0,0-5 0 16,0 5 0-16,0 0 0 0,3-2 0 0,-2 2 0 15,-1-1 0-15,0-1 0 0,0-3 0 0,3 7 0 16,-3-5 0-16,0-2 0 0,2 7 0 0,-2-5 0 16,1 2 0-16,-1-4 0 0,0 7 0 0,0-7 0 15,2 4 0-15,-1-1 0 0,-1 1 0 0,0-4 0 16,0 6 0-16,0-2 0 0,0-4 0 0,3 4 0 16,-2-1 0-16,-1-3 0 0,-1 6 0 0,1-6 0 15,0 0 0-15,0 5 0 0,1-2 0 0,-1-3 0 16,0 5 0-16,0-5 0 0,0 4 0 0,0-4 0 15,0 5 0-15,0-5 0 0,0 5 0 0,0-5 0 0,0 6 0 16,0-2 0-16,0-4 0 0,0 6 0 16,0-1 0-16,0-5 0 0,0 4 0 0,-1 0 0 15,1-4 0-15,0 7 0 0,0-3 0 0,0-4 0 16,1 5 0-16,-1-5 0 0,0 5 0 0,-1 1 0 0,1-6 0 16,1 5 0-16,-1-5 0 0,-1 2 0 15,1-2 0-15,0 6 0 0,0-6 0 0,0 6 0 16,0-6 0-16,0 3 0 0,0-3 0 0,0 4 0 0,0-4 0 15,0 0 0-15,0 5 0 0,-3-2 0 0,3-3 0 16,0 4 0-16,0-4 0 0,0 6 0 0,0-6 0 16,-1 5 0-16,1-5 0 0,-2 5 0 15,2-5 0-15,0 3 0 0,-1-1 0 0,1-2 0 0,-1 6 0 16,0-2 0-16,1-4 0 0,-3 5 0 0,3-2 0 16,0-3 0-16,-1 5 0 0,-2-3 0 0,3-2 0 15,-2 7 0-15,0-4 0 0,0 0 0 0,-2 0 0 16,2 1 0-16,0-1 0 0,0 0 0 0,-1 0 0 15,-1 1 0-15,4-1 0 0,-1 1 0 0,-3-1 0 16,4-3 0-16,-4 6 0 0,3-2 0 0,-3-3 0 16,4-1 0-16,-5 4 0 0,5 0 0 0,0-4 0 15,-4 5 0-15,3-4 0 0,1-1 0 0,-3 4 0 16,2-1 0-16,1-3 0 0,-4 4 0 0,4-4 0 16,-4 6 0-16,3-3 0 0,1 0 0 0,0-3 0 15,-4 2 0-15,-1 1 0 0,5-3 0 0,-1 4 0 16,-3-1 0-16,4-3 0 0,-4 4 0 0,0 0 0 15,3 0 0-15,-3-1 0 0,3 0 0 0,-3-1 0 16,2 0 0-16,2-2 0 0,-7 6 0 0,6-3 0 16,-3-1 0-16,0 2 0 0,1-2 0 0,1 2 0 15,-3-1 0-15,2 0 0 0,0 1 0 0,-2-2 0 0,2 0 0 16,1 2 0-16,-1-2 0 0,3-2 0 16,-6 6 0-16,4-3 0 0,-2 0 0 0,2 2 0 0,-2-2 0 15,-1 2 0-15,2-3 0 0,1 1 0 0,-3 3 0 16,1-2 0-16,0 0 0 0,-1 1 0 0,-1-2 0 15,1 2 0-15,-3 2 0 0,0-2 0 16,-2 1-184-16,1 2-556 0,-4-3-472 0,3 0-1312 0,-2 1 581 16</inkml:trace>
  <inkml:trace contextRef="#ctx0" brushRef="#br0">1580 9781 363 0,'-2'-5'484'0,"2"5"14"0,-3-4 11 0,3 4 30 0,-1-4-13 15</inkml:trace>
  <inkml:trace contextRef="#ctx0" brushRef="#br0" timeOffset="269573.1795">1573 9913 35 0,'0'-6'351'0,"-4"0"28"0,4-2 19 0,0 4 17 16,0-3 14-16,-1 0 9 0,1 1 0 0,-2 1-5 15,2 1-14-15,-1-1-1 0,1 0-18 0,0 0-2 16,1 2-16-16,-1 3-16 0,0-5-18 0,0 1-21 16,0 4-28-16,0 0-26 0,0-5-28 0,0 5-24 15,0 0-26-15,0 0-23 0,0 0-9 0,0 0-1 16,8 14-75-16,-4-9-87 0,5 3 0 0,-3 1 0 15,2 6 0-15,2-2 0 0,-1 2 0 0,1-1 0 16,-2 1 0-16,3 2 0 0,1-5 0 0,-1 5 0 16,6 4 0-16,-7-5 0 0,7 5 0 0,-3-1 0 15,-5-4 0-15,5 1 0 0,-1 0 0 0,-1-3 0 16,0 1 0-16,-2 0 0 0,2-2 0 0,-2-1 0 16,-1-2 0-16,-2-2 0 0,-1 2 0 0,0-4 0 15,-1 4 0-15,-1-7 0 0,2 2 0 0,-1-1 0 16,-1 0 0-16,-1-1 0 0,-1-2 0 0,-2-1 0 15,7 1 0-15,-7-1 0 0,10-4-102 0,-5-3-247 16,-4 2-31-16,6-6-29 0,-6 0-29 0,3-5-33 16,-4-2-19-16,4 0 9 0,-3-1 8 0,2-2 22 15,-6 1-241-15,3 1-749 0,0 0 332 0</inkml:trace>
  <inkml:trace contextRef="#ctx0" brushRef="#br0" timeOffset="269906.8435">1918 9996 1981 0,'-3'-16'-136'0,"6"-2"64"16,-6 0 56-16,6 2 46 0,-3 5 44 0,1-2 39 15,-1 1 43-15,0 1 36 0,4-2 43 0,-3 2-5 16,3 0 42-16,-4 2 14 0,0 0 17 0,1 2 11 15,-1 1 8-15,0 1 9 0,3-2 4 0,-3 3 3 0,1-3-5 16,-1 4-4-16,0-1-10 0,0 4-14 0,0-3-18 16,0 3-25-16,0 0-25 0,3-4-19 15,-3 4-26-15,0 0-9 0,0 0 5 0,0 0-138 16,1 12-50-16,-1-6 0 0,0 4 0 0,4 2 0 0,-4-1 0 16,1 7 0-16,2-1 0 0,-2 11 0 0,2-3 0 15,-2-7 0-15,0 2 0 0,2-5 0 16,-3 11 0-16,1 0 0 0,-1-1 0 0,-1 1 0 15,-2-7 0-15,3-1 0 0,0 0 0 0,0 0 0 0,0-3 0 16,0-2 0-16,-1-2 0 0,1 0 0 0,0-1 0 16,0-4 0-16,0 5 0 0,0-8 0 15,0 2 0-15,0 0 0 0,1-1 0 0,-1-4 0 16,0 6 0-16,0-6 0 0,0 3 0 0,0-3 0 0,0 0 0 16,4 2 0-16,-4-2 0 0,0 0 0 0,10-9 0 15,-6 3 0-15,-2-1 0 0,1-1 0 0,3-1-479 16,-2 0-86-16,0-2-58 0,1 3-465 0,-1-2-1177 15,0-1 520-15</inkml:trace>
  <inkml:trace contextRef="#ctx0" brushRef="#br0" timeOffset="271011.3326">1537 9851 85 0,'0'-5'275'0,"0"5"-1"0,0-3-7 0,0 3-5 16,0-5-3-16,0 5-2 0,0 0-12 0,0-6 2 15,0 2 2-15,0 4 3 0,0-4 3 0,2 0 0 0,-2 4 3 16,0 0-7-16,0 0-3 0,0 0-1 0,-2-6-4 16,2 6-15-16,0 0-2 0,0 0-10 0,0 0-9 15,0 0-5-15,0 0-17 0,-4-3-11 0,4 3-13 16,0 0-14-16,0 0-9 0,0 0-23 0,0 0-8 15,0 0-6-15,0 0-8 0,0 0 2 0,3 13-7 16,-3-9 11-16,1 3 0 0,1 2 7 0,1 2 10 16,0 3 4-16,-2-2-4 0,3 4-12 15,0 4 10-15,1 3 4 0,-2 5-11 0,1-3-5 0,-1 1-24 16,1-1-78-16,-2 5 0 0,-2-2 0 0,2 0 0 16,-1-1 0-16,1 0 0 0,-2 0 0 0,0-7 0 15,2 1 0-15,-2 3 0 0,0-6 0 0,0-1 0 16,0 0 0-16,1-5 0 0,0 1 0 0,-1-3 0 15,0 1 0-15,0-2 0 0,3-2 0 0,-2-1 0 16,-1 0 0-16,-1-1 0 0,2-2 0 0,-1 0 0 16,0-3 0-16,1 6 0 0,-1-6 0 0,0 0 0 15,-2 5 0-15,2-5 0 0,0 0 0 0,0 0 0 16,1 4 0-16,-1-4 0 0,0 0 0 0,0 0 0 16,0 0 0-16,6-15 0 0,-2 10 0 0,0-4 0 15,0 2 0-15,2-7-238 0,2 3-276 0,2-1-79 16,3-3-548-16,1 0-1237 0,4-4 547 0</inkml:trace>
  <inkml:trace contextRef="#ctx0" brushRef="#br0" timeOffset="272392.7778">2238 10094 247 0,'0'0'389'0,"0"0"1"0,0 0 7 16,0 0-11-16,0 0-3 0,0 0-15 0,0 0-11 16,0 0-11-16,0 0-11 0,0 0-11 0,0 0-14 15,-10 9-12-15,10-9-5 0,0 0-26 0,0 0-7 16,-3 4-8-16,3-4-10 0,0 0-21 0,-6 1-14 16,6-1-9-16,-1 6-21 0,-1-3-2 0,2-3-9 15,-3 7-4-15,2-2-11 0,-1-2-15 0,2 4 1 16,-2 1-10-16,1-4-15 0,1 3-16 0,-3 1-7 15,3-2-8-15,-4 2-5 0,3-1-40 0,-2 3-36 16,3-2 0-16,-2-2 0 0,2 1 0 0,0 0 0 16,0-1 0-16,0 2 0 0,0-4 0 0,2 2 0 15,-2 0 0-15,0-3 0 0,0 1 0 0,2 1 0 16,-2-5 0-16,1 4 0 0,0-1 0 0,-1-3 0 0,4 4 0 16,-4-4 0-16,8 0 0 0,-8 0 0 15,11-5 0-15,-4 1 0 0,0 0 0 0,1-3 0 16,1 0 0-16,-1 0 0 0,2-1 0 0,-3 0 0 15,2 3 0-15,2-6 0 0,-6 7 0 0,5-4 0 0,-5 1 0 16,0 3 0-16,0-1 0 0,3 0 0 0,-4 1 0 16,1 1 0-16,0-1 0 0,-5 3 0 15,4-2 0-15,-4 3 0 0,6-3 0 0,-3 0 0 16,-3 3 0-16,0 0 0 0,2-2 0 0,-2 2 0 0,0 0 0 16,0 0 0-16,0 0 0 0,3-2 0 0,-3 2 0 15,0 0 0-15,0 0 0 0,0 0 0 0,0 0 0 16,8 8 0-16,-8-8 0 0,0 4 0 15,0-4 0-15,0 5 0 0,0-2 0 0,0-3 0 0,1 6 0 16,-1-2 0-16,0-4 0 0,4 6 0 0,-3-3 0 16,4 1 0-16,-5-1 0 0,3 3 0 0,-2-4 0 15,-1-2 0-15,1 7 0 0,3-5 0 0,-1 2 0 16,-1-2 0-16,1 1 0 0,-2-1 0 0,-1-2 0 16,9 3 0-16,-4-1 0 0,-1 0 0 0,-4-2 0 15,9 1 0-15,-9-1 0 0,8 0 0 0,-8 0 0 16,10-5 0-16,-7 5 0 0,1-3 0 0,1 0 0 15,-1 1 0-15,0-3 0 0,0 2 0 0,1-2 0 16,-1 1 0-16,0-1 0 0,-2 1 0 0,2-1 0 16,-1 0 0-16,1 0 0 0,-2 2 0 0,1-2 0 15,2 2 0-15,-3-2 0 0,2-1 0 0,-4 2 0 16,3 1 0-16,-2 0 0 0,-1 3 0 0,3-4 0 16,-3 4 0-16,2-3 0 0,-2 3 0 0,1-4 0 15,-1 4 0-15,0 0 0 0,0 0 0 0,0 0 0 16,0 0 0-16,9 7 0 0,-6-4 0 0,2-1 0 0,-4 3 0 15,3-1 0-15,-3 0 0 0,2 1 0 16,2 0 0-16,-4-1 0 0,2 0 0 0,1 1 0 16,-3-2 0-16,3 3 0 0,-4-2 0 0,5 1 0 15,-5-3 0-15,1 1 0 0,-1 0 0 0,3 1 0 0,-3-4 0 16,1 6 0-16,-1-6 0 0,1 2 0 0,-1-2 0 16,0 0 0-16,0 0 0 0,0 0 0 0,0 0 0 15,8-8 0-15,-4 3 0 0,1 1 0 0,0-3 0 16,-1 2 0-16,4-4 0 0,-2 2 0 0,-2 1 0 15,6-1 0-15,-4 2 0 0,2-2 0 0,0 0 0 16,-3 3 0-16,2-1 0 0,-1-1 0 0,-1 3 0 16,0-1 0-16,0 2 0 0,0-1 0 0,-5 3 0 15,8-2 0-15,-3 1 0 0,-5 1 0 0,8 3 0 16,-6 0 0-16,3-1 0 0,0 1 0 0,-1 0 0 16,-1 1 0-16,-1-1 0 0,2 4 0 0,-3-2 0 15,2-1 0-15,0 2 0 0,-1-1 0 0,2 0 0 16,-4-1 0-16,0 1 0 0,2 0 0 0,1 0 0 15,-3-3 0-15,1 2 0 0,-1-4 0 0,4 3 0 16,-4-1 0-16,0-2 0 0,0 0 0 0,0 0 0 16,4 4 0-16,-4-4 0 0,0 0 0 0,5-9 0 15,-1 3 0-15,-3 2 0 0,4-2 0 0,0-1 0 16,2 0 0-16,-1-2 0 0,-2 2 0 0,4-1 0 16,-2-1 0-16,-1 2 0 0,2 2 0 0,-2 1 0 15,1-1 0-15,-2 1 0 0,1 1 0 0,1-2 0 16,0 4 0-16,-3-2 0 0,3 3 0 0,-6 0 0 15,11 0 0-15,-6 3 0 0,0-1 0 0,0 2 0 0,0-2 0 16,-1 2 0-16,3 2 0 0,-4-3 0 16,1 2 0-16,0 1 0 0,-1 0 0 0,-1 0 0 15,2 0 0-15,-1 0 0 0,-1 0 0 0,2 1 0 16,-3-1 0-16,3 0 0 0,-3 0 0 0,2-2 0 16,0-1 0-16,-1 1 0 0,-1-1 0 0,3 2-11 15,-4-5-291-15,8-2-74 0,-8 2-78 0,14-5-52 16,-8-3-55-16,2 0-437 0,1-2-1079 0,1-4 478 15</inkml:trace>
  <inkml:trace contextRef="#ctx0" brushRef="#br0" timeOffset="273460.7729">3128 9939 272 0,'3'-5'357'0,"-1"-1"32"16,-1 0 26-16,1 3 13 0,0 1 17 0,0-4 14 0,-2 3-3 15,0 3-15-15,0 0-7 0,-2-7-6 0,2 7-17 16,0-4 1-16,0 4-18 0,0 0-22 0,0 0-29 15,0 0-32-15,0 0-28 0,0 0-29 16,0 0-23-16,0 0-2 0,0 0-8 0,0 0-15 0,-4 16-206 16,1-7 0-16,1-2 0 0,2 4 0 0,-2 0 0 15,-3 1 0-15,3-1 0 0,0 2 0 16,1 4 0-16,-2-2 0 0,2-2 0 0,-2 3 0 16,2-1 0-16,-3 1 0 0,3 1 0 0,-1-2 0 0,2-1 0 15,-1-2 0-15,2 0 0 0,-1-1 0 0,2 1 0 16,0-3 0-16,1 0 0 0,1 1 0 0,1-2 0 15,4 0 0-15,0-1 0 0,4-2 0 0,4-4 0 16,-4 1 0-16,5-4 0 0,0-1 0 0,0-2 0 16,-4-5 0-16,3 4 0 0,-5-6 0 0,2 0 0 15,-3 0 0-15,-2 4 0 0,1-6 0 0,-5 4 0 16,-1 1 0-16,0-1 0 0,-1 2 0 0,-3-2 0 16,0 3 0-16,0 1 0 0,-1-2 0 0,-3 3 0 15,0-1 0-15,1 1 0 0,-1 2 0 0,-3 1 0 16,0 2 0-16,7 0 0 0,-14 0 0 0,6 3 0 15,-2-1 0-15,1 6 0 0,1-4 0 0,-2 2 0 16,2 0 0-16,3-1 0 0,0 2 0 0,0-1 0 16,-3-1 0-16,6 3 0 0,-2-3 0 0,4 0 0 15,-3-1 0-15,3 2 0 0,3 2 0 0,-3-1 0 16,5-2 0-16,0 0 0 0,3 3 0 0,2-4 0 16,3 2 0-16,-3-1 0 0,8 1 0 0,4-4 0 15,-1 2 0-15,0-3 0 0,-1-1 0 0,2 0 0 16,7-2 0-16,-7-2 0 0,0 1 0 0,2-5 0 15,-2 1 0-15,-4 0 0 0,-2-3 0 0,-2 1 0 16,0-2 0-16,1 1 0 0,-5 1 0 0,-1 0 0 16,-2 0 0-16,1 0 0 0,-3-2 0 0,-2 3 0 15,-1-4 0-15,-1 2 0 0,2 2 0 0,-6 1 0 16,3-3 0-16,-1 3 0 0,-3 1 0 0,-1 1 0 16,0 1 0-16,1 1 0 0,0-1 0 0,-2 2 0 0,2 1 0 15,4 1 0-15,-14 1 0 0,9 1 0 0,0 4 0 16,0-2 0-16,-3 3 0 0,4 2 0 15,1-1 0-15,0 1 0 0,0 1 0 0,2 1 0 16,0 2 0-16,1-1 0 0,0-2 0 0,1 2 0 0,2-1 0 16,-1-1 0-16,1-1 0 0,1 1 0 15,3-3 0-15,-2 1 0 0,3-2 0 0,0-1 0 16,4 1 0-16,0-2 0 0,2-2 0 0,-4-1 0 16,4 1 0-16,0-4 0 0,6-1 0 0,-5-2 0 0,4-1 0 15,-2 0 0-15,-1-4 0 0,-2 2 0 0,-1-2 0 16,-1 3 0-16,-1-5 0 0,3 0 0 15,-7 4 0-15,-1 0 0 0,0-3 0 0,2 3 0 16,-5 3 0-16,0-2 0 0,0 3 0 0,-3-2 0 0,3 2 0 16,-1-1 0-16,-2 5 0 0,0-5 0 0,0 3 0 15,0 2 0-15,0 0 0 0,-2-5 0 0,2 5 0 16,0 0 0-16,0 0 0 0,-3-4 0 0,3 4 0 16,0 0 0-16,0 0 0 0,0 0 0 0,0 0 0 15,0 0 0-15,0 0 0 0,0 0 0 0,0 0 0 16,0 0 0-16,0 0 0 0,6-2 0 0,-6 2 0 15,0 0 0-15,13 5 0 0,-5-4 0 0,-3 1 0 16,0 1 0-16,3-1 0 0,1 1 0 0,-3 1 0 16,3 1 0-16,-5 1 0 0,4-3 0 0,-2 1 0 15,2 3 0-15,-5-1 0 0,4 4 0 0,-2-5 0 16,0 4 0-16,-3-3 0 0,2 0 0 0,-2 2 0 16,0 1 0-16,1-2 0 0,-2-2 0 0,-1 2 0 15,3-3 0-15,-3 2 0 0,2-2 0 0,0 1 0 16,-2-2 0-16,2 2 0 0,-1-1 0 0,2-1 0 15,-3-3 0-15,2 4 0 0,2-2 0 0,-4-2 0 0,12 0 0 16,-4-1 0-16,-1-1 0 0,3-2 0 16,-2 2 0-16,-4-2 0 0,1-1-155 0,3-2-276 15,-5 1-71-15,0 1-86 0,-2 1-499 0,1-4-1175 16,-2 8 520-16</inkml:trace>
  <inkml:trace contextRef="#ctx0" brushRef="#br0" timeOffset="274031.5809">4801 10111 115 0,'0'0'369'16,"0"-6"1"-16,0 2 12 0,0 4 3 0,3-7 7 15,-3 7 1-15,0 0-3 0,2-2 0 0,-2 2-3 16,0 0-13-16,0 0 10 0,4-2-12 0,-4 2-10 16,3-4-31-16,-3 4 3 0,0 0-13 0,0-4-15 15,0 4-19-15,3-3-24 0,-3 3-23 0,0 0-29 16,0 0-29-16,0 0-12 0,0 0-18 0,14 2-17 16,-9 1-13-16,2-1-50 0,3 4-72 0,-2-4 0 15,-1 4 0-15,0 0 0 0,-1 0 0 0,2 0 0 16,-4 1 0-16,-2-1 0 0,2 1 0 0,-4 4 0 0,-2-4 0 15,-1 1 0-15,-2 2 0 0,-5-2 0 16,-4 3 0-16,-3-1 0 0,0-5 0 0,-3 2 0 16,2 1 0-16,0-5 0 0,5-1 0 0,-1-1 0 0,4-1 0 15,-4-1 0-15,5-2 0 0,0-4 0 0,0-1 0 16,4-1 0-16,3-3 0 0,4-3 0 0,3-3 0 16,4 1 0-16,4 1 0 0,3-6 0 0,4 2 0 15,0 1 0-15,3 4 0 0,1 0 0 0,2 2 0 16,1 0 0-16,1 1-336 0,0 4-199 0,0 0-57 15,2 0-36-15,-9 3-389 0,-1-2-1102 0,-1 5 488 16</inkml:trace>
  <inkml:trace contextRef="#ctx0" brushRef="#br0" timeOffset="274394.6251">5133 9887 39 0,'-2'-7'421'0,"0"0"32"15,2-3 36-15,-3 1 39 0,0-1 20 16,1 2 15-16,-1-3 17 0,0 1 5 0,2 1 1 15,-1 0-13-15,-1-1-16 0,0 1-23 0,2 3-15 16,0-1-30-16,1 0-20 0,-3 3-211 0,3-2-258 0,-1 2 0 16,1 4 0-16,-4-4 0 0,4 4 0 0,0 0 0 15,-2-3 0-15,2 3 0 0,0 0 0 0,0 16 0 16,-3-8 0-16,1 5 0 0,0 3 0 0,1 7 0 16,0 4 0-16,1 5 0 0,-2 3 0 0,5-2 0 15,-6 15 0-15,9-3 0 0,-8-7 0 16,4-2 0-16,-2 10 0 0,2 0 0 0,-2-10 0 0,0 0 0 15,1-1 0-15,1-1 0 0,-5 2 0 0,4-1 0 16,1-2 0-16,-1-1 0 0,-1-3 0 0,5-1 0 16,-3-1 0-16,0-2 0 0,0-7 0 0,1-4 0 15,0-2 0-15,0-1 0 0,0 0 0 0,2-4 0 16,-4 0 0-16,2-2 0 0,-1 0 0 0,0 0 0 16,0 1 0-16,-2-3 0 0,1 1 0 0,-1-4 0 15,0 0 0-15,0 0 0 0,4-14 0 0,-4 8-418 16,-1-6-225-16,-2-3-40 0,-2-1-392 0,-1-2-1164 15,-3 0 515-15</inkml:trace>
  <inkml:trace contextRef="#ctx0" brushRef="#br0" timeOffset="274648.4248">5029 10392 25 0,'-3'-12'338'16,"3"7"20"-16,-1-2 21 0,-1 1 49 0,1 1 39 16,0 1 42-16,-1-1 30 0,2 0 23 0,0 2 9 15,-2-1 2-15,2 4-14 0,2-6-19 0,-4 2-27 0,2 4-44 16,4-7-40-16,-2 3-40 0,1-1-41 0,3 1-153 15,6-3-195-15,1 1 0 0,3-2 0 16,2 2 0-16,3 1 0 0,-2-2 0 0,6 0 0 0,-3 0 0 16,0 0 0-16,4 3 0 0,-5-5 0 0,-1 4 0 15,2 1 0-15,-4-2 0 0,0 0 0 0,-1 2 0 16,-5 1 0-16,1-3 0 0,0 1 0 0,-4 3 0 16,-4 0 0-16,0-2 0 0,0 2 0 0,3-2-121 15,-7 2-351-15,2-2-61 0,-3 4-62 0,-3-5-484 16,3 5-1168-16,-11-5 517 0</inkml:trace>
  <inkml:trace contextRef="#ctx0" brushRef="#br0" timeOffset="275162.1205">6337 9926 209 0,'3'-5'442'0,"1"1"2"15,-3-3 17-15,1 3 10 0,0-1 33 0,-1-1 7 0,0 1-6 16,2 1-8-16,-2-2-9 0,2 0-8 0,-2 4-16 16,-1-3-7-16,0 5-7 0,4-5-17 0,-4 5-24 15,1-4-25-15,-1 4-38 0,0 0-110 0,1-4-236 16,-1 4 0-16,0 0 0 0,0 0 0 0,0 0 0 15,7 13 0-15,-4-2 0 0,1 1 0 0,1 5 0 16,-1 2 0-16,3 7 0 0,-1 0 0 0,-1 2 0 16,-1-2 0-16,1 3 0 0,-5 2 0 0,1-2 0 15,-2-1 0-15,-1 1 0 0,-2-1 0 0,-1-3 0 16,2-3 0-16,-1-2 0 0,2-3 0 0,-1-1 0 16,2-4 0-16,-4-2 0 0,3-1 0 0,0-2 0 15,1 0 0-15,1-3 0 0,-2 1 0 0,1-3 0 16,1-2 0-16,0 0 0 0,0 0 0 0,0 0-364 15,0 0-244-15,1-14-62 0,-1 3-422 0,-1-7-1182 0,-2 2 522 16</inkml:trace>
  <inkml:trace contextRef="#ctx0" brushRef="#br0" timeOffset="275530.9897">6203 9868 404 0,'-8'-8'457'0,"1"1"30"0,-1-2 29 0,-1 1 18 0,1-2 7 16,2 3 1-16,-1-2-7 0,2 2-15 0,0 1-9 16,2-4-18-16,-1 5-25 0,2-5-30 0,2 0-43 15,2-1-37-15,3 0-34 0,6-3-37 0,2 2-26 16,10-3-141-16,3 2-120 0,5-1 0 0,3 2 0 16,2 1 0-16,-1 1 0 0,1 3 0 0,1-1 0 15,-1 6 0-15,1-1 0 0,0 3 0 0,0 3 0 16,-4 0 0-16,-1 6 0 0,-3-3 0 0,-9 4 0 15,-1 0 0-15,-6-1 0 0,-3 3 0 0,3 0 0 16,-8-1 0-16,-1 3 0 0,-4 4 0 0,-4 0 0 16,-4 1 0-16,-8 7 0 0,-10 3 0 0,-4-6 0 15,-10 7 0-15,-4 6 0 0,1-4 0 0,14-10 0 16,-15 4 0-16,15-8 0 0,3-3 0 0,8-5 0 16,3 1 0-16,5-4 0 0,1-3 0 0,1 3 0 15,3-3 0-15,0-1 0 0,3-1 0 0,2-2-130 16,0 0-335-16,0 0-55 0,22 0-68 0,-9 0-47 15,0-2-341-15,6 2-1057 0,-2 0 468 0</inkml:trace>
  <inkml:trace contextRef="#ctx0" brushRef="#br0" timeOffset="276947.2177">6677 10171 208 0,'0'0'434'0,"4"-5"5"0,-4 5 0 0,2-6-14 0,1 2-14 16,-3 2-20-16,0 2-27 0,5-7-23 0,-1 3-23 15,-4 1-25-15,0 3-18 0,5-5-26 0,-1 2-26 16,-4 3-22-16,5-2-23 0,-1 1-18 0,0-2-19 16,2 2-14-16,-6 1-12 0,11 1-10 0,-4 2-12 15,-2-1-9-15,3 2-8 0,-3-1-9 0,4 1-6 16,-4 1-6-16,0 1-3 0,0-2-6 0,2 3-4 15,-2 0-5-15,-3 0-5 0,1 0 0 0,-2 2-3 16,-1 2-1-16,-1-1-4 0,-1 0-1 0,-1 0-1 16,-4-2 5-16,2 1-10 0,-1-1-2 0,-2 1-1 15,-2-3-2-15,1 0-6 0,0 0 1 0,1-1-3 16,-3-3-2-16,2 2 4 0,1-3 1 0,-1-1 7 16,9 0 20-16,-13-5 19 0,8 3 26 0,1-5-4 15,3 1 21-15,-3-2 8 0,2-1-1 0,2 0-5 16,2-2-7-16,2 0-5 0,0 1-5 0,1-3-2 15,-1 4-2-15,4 0-20 0,-1 3 8 0,1-2 6 16,1 1-10-16,-1 2-10 0,2 1-1 0,-1 0-41 16,-1 3-9-16,-2 0 0 0,3 1 0 0,-2 0 0 15,1 2 0-15,2 0 0 0,-2 1 0 0,1 2 0 0,-3 0 0 16,1-2 0-16,-2 2 0 0,0 0 0 0,1 1 0 16,-2 0 0-16,0 3 0 0,0-4 0 15,0 3 0-15,-2 0 0 0,-1-3 0 0,2 3 0 0,-2-5 0 16,1 1 0-16,0 2 0 0,-2-1 0 0,1-2 0 15,2-2 0-15,-3-1 0 0,0 4 0 0,0-4 0 16,0 0 0-16,0 0 0 0,9-5 0 0,-4 2 0 16,0-7 0-16,-1 5 0 0,2-2 0 0,2-2 0 15,1 1 0-15,-4-2 0 0,3 2 0 0,1-2 0 16,5 0 0-16,-5 3 0 0,1-2 0 0,0 2 0 16,0-1 0-16,1 3 0 0,-1 0 0 0,-1 2 0 15,1-1 0-15,1 2 0 0,0 1 0 0,-1 1 0 16,0 1 0-16,0 1 0 0,0 2 0 0,0-1 0 15,-3 2 0-15,1 1 0 0,-3-1 0 0,4 3 0 16,-4 0 0-16,-1 1 0 0,-3 0 0 0,2-1 0 16,-6 1 0-16,2 0 0 0,0 1 0 0,-6 0 0 15,2-2 0-15,-1 1 0 0,-2-1 0 0,3-3 0 16,-4 1 0-16,4-2 0 0,-1 0 0 0,0-2 0 0,3-1 0 16,3-1 0-16,0 0 0 0,-13-3 0 15,12-3 0-15,-1-2 0 0,5-1 0 0,-1-3 0 16,6-4 0-16,-3 0 0 0,4 0 0 0,9-6 0 0,-1 1 0 15,-1-1 0-15,6 1 0 0,-1 0 0 0,0-2 0 16,2 0 0-16,-1 3 0 0,0-4 0 0,3 3 0 16,-2-1 0-16,-1 1 0 0,1-1 0 0,1 2 0 15,0 2 0-15,-3 1 0 0,2 2 0 0,-9 3 0 16,-1-1 0-16,-3 2 0 0,3-1 0 0,-3 3 0 16,-5 1 0-16,4-2 0 0,-4 2 0 0,-1 2 0 15,-3 0 0-15,3 1 0 0,-4-1 0 0,0-1 0 16,-4 2 0-16,3 1 0 0,-3-2 0 0,0 3 0 15,3-2 0-15,-7 2 0 0,2 0 0 0,-2 1 0 16,1 0 0-16,-2 1 0 0,0 1 0 0,1 0 0 16,8 0 0-16,-13 3 0 0,8 2 0 0,0 1 0 15,-1 2 0-15,2 3 0 0,1 0 0 0,-3 4 0 16,6 2 0-16,-3 1 0 0,2 2 0 0,2 5 0 0,-2 0 0 16,2 2 0-16,3 1 0 0,-4-3 0 15,3 6 0-15,-1-3 0 0,-2-3 0 0,0 2 0 16,3 0 0-16,-1-3 0 0,-2 0 0 0,0-6 0 15,0 0 0-15,0 0 0 0,0-1 0 0,0-6 0 0,-1 4 0 16,2-7 0-16,-1 3 0 0,-1-4 0 0,2 1 0 16,1-4 0-16,-1 3 0 0,-1-5 0 15,1 1 0-15,-1-3 0 0,0 0 0 0,0 0 0 0,0 0 0 16,9-11-34-16,-5 5-477 0,-3-4-20 0,2 1-10 16,-1 0-2-16,1-4 15 0,-2 3 31 0,0-3 38 15,-1 3 42-15,0 2 45 0,-3-2 47 0,3 3 60 16,-4 0 59-16,3 0 59 0,-2 1 60 0,1-1 54 15,-2 1 56-15,0 0 44 0,1-1 40 0,2 6 40 16,-2-4 54-16,1 1 24 0,2 4 35 0,-4-5 20 16,4 5 16-16,-4-3 7 0,4 3 9 0,0 0 2 15,-2-3-7-15,2 3-6 0,0 0-12 0,0 0-10 16,0 0-15-16,-2-4-11 0,2 4-25 0,0 0-18 16,3-5-20-16,-3 5-20 0,6-3-21 0,-2 1-4 15,3 1-3-15,-1-1-108 0,2 0-34 0,-1-1 0 16,3-2 0-16,-3 3 0 0,1 1 0 0,2-2 0 15,-3 2 0-15,1 0 0 0,1 2 0 0,-4 0 0 16,4 0 0-16,-4 1 0 0,3 0 0 0,-2 2 0 0,2 3 0 16,-3-5 0-16,3 5 0 0,-2 1 0 15,-2-2 0-15,0 1 0 0,0 0 0 0,-2 0 0 16,-1-1 0-16,1 1 0 0,-1 2 0 0,-1-1 0 16,3-1 0-16,-3 0 0 0,0-1 0 0,0 1 0 0,-3-2 0 15,3 1 0-15,0-1 0 0,-1-1 0 0,1 1 0 16,0-5 0-16,-2 7 0 0,2-7 0 0,-1 2 0 15,1-2 0-15,0 0 0 0,7 0 0 0,-7 0-51 16,11-3-355-16,-5-2-31 0,1-1-35 0,-1 2-43 16,3-2-32-16,-1-3-414 0,-2 0-1041 0,1-2 462 15</inkml:trace>
  <inkml:trace contextRef="#ctx0" brushRef="#br0" timeOffset="277119.8334">7697 10049 6 0,'0'-3'222'0,"0"-3"37"0,-1 3 13 0,-1-1 18 16,2 4 18-16,-1-5 20 0,1 5 20 0,-1-7-9 15,1 3-13-15,0 4-33 0,-2-4-32 0,2 4-27 16,0 0-34-16,0 0-40 0,2-6-73 0,0 5-70 16,-2 1-81-16,0 0-84 0,12 1-93 0,-2 2-86 15,-1-2-202-15,1 0-572 0,4 0 254 0</inkml:trace>
  <inkml:trace contextRef="#ctx0" brushRef="#br0" timeOffset="277348.0792">7950 10051 334 0,'5'-2'451'0,"-5"2"17"16,0 0 19-16,0 0 14 0,0 0 0 16,-11-6-2-16,11 6-9 0,-7-3-12 0,2 0-24 15,0 1-27-15,1 0-21 0,4 2-33 0,-11-2-27 16,11 2-32-16,-12 2-28 0,5 0-30 0,0 0-25 0,-1 3-22 16,-2 1-22-16,1 2-18 0,3-2-17 0,-1 5-16 15,1-3-100-15,-2 3-36 0,5-2 0 0,-4 1 0 16,2 2 0-16,4 0 0 0,-2-3 0 0,3 2 0 15,3-2 0-15,-2 1 0 0,5 0 0 0,1-2 0 16,2-1 0-16,1 2 0 0,5-4 0 0,-1 0-64 16,3 0-179-16,1-3-28 0,2-2-37 0,-2-1-36 15,1 0-26-15,-1-7-26 0,0 1-30 0,-2-1-40 16,0-2-29-16,3-2-307 0,-1-6-868 0,-5 2 385 16</inkml:trace>
  <inkml:trace contextRef="#ctx0" brushRef="#br0" timeOffset="277648.0234">8156 9864 36 0,'0'-7'406'0,"2"0"22"0,-2 0 36 16,-1 0 25-16,1 0 27 0,-3 1 17 0,2 0-15 15,-1-1 21-15,0 4-14 0,0-2-13 0,-2 2-16 16,3-1-19-16,-2-1-22 0,3 5-28 0,-5-1-32 16,5 1-41-16,-1-4-24 0,1 4-39 0,0 0-291 15,0 0 0-15,0 0 0 0,-8 11 0 0,5-6 0 0,2 4 0 16,-1 1 0-16,0 1 0 0,-1 1 0 0,0 2 0 15,2 3 0-15,0 8 0 0,1-6 0 16,-2 0 0-16,4 0 0 0,-2 6 0 0,1-7 0 0,1 1 0 16,2 6 0-16,-4-6 0 0,3 0 0 0,-1-1 0 15,-1-7 0-15,2 3 0 0,-2 1 0 0,2-3 0 16,-1-1 0-16,1-1 0 0,2-2 0 16,-4-1 0-16,1-2 0 0,3-1 0 0,-1-2 0 0,2-1 0 15,0-2-130-15,-6 1-439 0,18-4-36 0,-9-1-17 16,0-2-423-16,4-1-1130 0,-3-2 500 15</inkml:trace>
  <inkml:trace contextRef="#ctx0" brushRef="#br0" timeOffset="278383.049">8322 10051 3 0,'0'0'317'0,"4"-1"19"0,-4 1 8 16,0 0 27-16,4-2 26 0,-4 2 9 0,0 0 4 15,0 0-2-15,0 0-12 0,0 0-6 0,0 0-16 16,0 0-16-16,0 0-18 0,0 0-14 0,3 7-28 15,-3-7-19-15,0 0-26 0,0 0-23 0,0 0-38 16,0 0-1-16,0 0-14 0,0 0-18 0,0 0-16 16,0 0-5-16,7 1-20 0,-7-1-8 0,6 0-1 15,-6 0-15-15,9 2-3 0,-4 0-7 0,3-1-9 16,2 0-4-16,-3-2-2 0,5 0-7 0,1-1-10 16,-4 1-32-16,5-1-20 0,0-2 0 0,-1-1 0 15,-3 1 0-15,-1 1 0 0,1-4 0 0,-1 3 0 16,-4 0 0-16,1 1 0 0,-1-3 0 0,0 2 0 15,-3 0 0-15,1-2 0 0,-2 2 0 0,-2 1 0 0,1 3 0 16,-4-5 0-16,0 2 0 0,-2 0 0 16,2 0 0-16,-2-1 0 0,-1 4 0 0,7 0 0 0,-15 2 0 15,10-2 0-15,-3 3 0 0,-1 2 0 0,0 1 0 16,0 1 0-16,3 1 0 0,-2 2 0 0,3-1 0 16,-3 2 0-16,3 0 0 0,1-1 0 15,0 3 0-15,3-3 0 0,-3 1 0 0,2 2 0 0,-1-4 0 16,3 2 0-16,0 0 0 0,3-1 0 0,3 0 0 15,-2-2 0-15,5 1 0 0,0-2 0 0,1-1 0 16,4 1 0-16,4-1 0 0,0-2 0 0,3-1 0 16,-2-4 0-16,0-1 0 0,0-3 0 0,-2-1 0 15,7-5 0-15,-5 2 0 0,-2-2 0 0,-1 0 0 16,1-3 0-16,-3-2 0 0,-1 1 0 0,-2-1 0 16,2-8 0-16,-6 7 0 0,1 1 0 0,-4-1 0 15,3-2 0-15,-4 8 0 0,-1 0 0 0,2 0 0 16,-3 3 0-16,0 2 0 0,0-3 0 0,-1 6 0 15,0 0 0-15,0-2 0 0,0 5 0 0,0 0 0 16,0 0 0-16,0 0 0 0,0 0 0 0,2 16 0 16,-1-6 0-16,3-2 0 0,-2 3 0 0,5 3 0 15,-2 1 0-15,4-1 0 0,0 1 0 0,-2-1 0 0,1-2 0 16,-1 4 0-16,0-4 0 0,-2-2 0 0,0 0 0 16,0-2 0-16,-1 1 0 0,0-2 0 15,0 0 0-15,-3-1 0 0,3-2 0 0,-4 0 0 0,0 1 0 16,0-1 0-16,0 0 0 0,-4 0 0 0,-1 0 0 15,1 0 0-15,-1 0 0 0,-3 0 0 0,2-1 0 16,-3 0 0-16,0 0 0 0,0 1 0 16,2-1 0-16,0 0 0 0,1 0 0 0,1-2 0 0,0 0 0 15,1 1 0-15,4-2 0 0,-9 2 0 0,9-2 0 16,-4 1 0-16,4-1 0 0,0 0 0 0,0 0 0 16,0 0 0-16,0 0 0 0,0 0-368 0,0 0-62 15,0 0-37-15,0 0-37 0,0 0-42 0,0 0-434 16,0 0-1060-16,19-3 469 0</inkml:trace>
  <inkml:trace contextRef="#ctx0" brushRef="#br0" timeOffset="282173.2095">9867 9970 72 0,'0'0'440'0,"0"-6"16"15,1 0 9-15,-1 4 13 0,0 2-4 0,4-4-2 16,-4 4-15-16,-1-8-13 0,1 4-5 0,0 4-10 16,-3-6-7-16,2 1-16 0,0 2-10 0,1 3-14 15,-3-4-21-15,2 0-21 0,1 4-19 0,0 0-25 16,-4-5-24-16,4 5-25 0,0 0-125 0,0 0-122 15,0 0 0-15,0 0 0 0,0 0 0 0,-1 15 0 16,1-9 0-16,2 3 0 0,0 3 0 0,-4-2 0 16,2 6 0-16,2 0 0 0,-1 0 0 0,-1 1 0 15,-1-1 0-15,-1 1 0 0,2 1 0 0,0-3 0 16,-1 3 0-16,1-3 0 0,-1-4 0 0,-1-1 0 16,2 0 0-16,0-1 0 0,2-3 0 0,-2-1 0 0,-2-1 0 15,2-1 0-15,0-3 0 0,0 3 0 0,0-3 0 16,0 0 0-16,0 0-90 0,0-15-465 15,3 7-63-15,0-3-63 0,-1-5-361 0,1 0-1127 0,-1-1 499 16</inkml:trace>
  <inkml:trace contextRef="#ctx0" brushRef="#br0" timeOffset="282346.1655">9826 9815 118 0,'1'-5'441'0,"2"0"12"0,-3 0-4 0,3 1-9 15,-3-2-23-15,0 6-30 0,2-4-29 0,-1 2-45 16,-1 2-33-16,0 0-30 0,3-3-51 0,-3 3-61 16,0 0-72-16,0 0-86 0,0 0-84 0,14 5-83 15,-9-1-83-15,0 5-73 0,-1-2-222 0,2 1-610 16,-1 1 270-16</inkml:trace>
  <inkml:trace contextRef="#ctx0" brushRef="#br0" timeOffset="282869.5834">9973 10008 106 0,'0'0'413'0,"0"0"25"0,0 0 18 15,0 0 11-15,0 0-2 0,4-8-4 0,-4 8-9 16,1-3-11-16,-1 3-15 0,3-7-21 0,-3 7-15 0,1-4-17 16,-1 4-23-16,0-5-25 0,0 5-27 0,0-3-36 15,0 3-25-15,0 0-26 0,8-3-21 0,-3 2-23 16,-5 1-13-16,13-1-31 0,-7 2-10 0,2 0-7 15,-2 0-11-15,2 1-8 0,-2 1-6 0,3 2-13 16,2 1-37-16,-3-1-31 0,0 2 0 16,1 1 0-16,-3 1 0 0,-1-1 0 0,0 2 0 0,-1-2 0 15,0 2 0-15,0 1 0 0,0-1 0 0,-2 1 0 16,-4-1 0-16,-2-2 0 0,4 2 0 0,-4 1 0 16,-1-2 0-16,1 1 0 0,-4-1 0 0,3-2 0 15,0-1 0-15,3-2 0 0,-3-1 0 0,2 1 0 16,2-2 0-16,1-2 0 0,-4 3 0 0,4-3 0 15,0 0 0-15,-4-12 0 0,7 5 0 0,-1-3 0 16,1 1 0-16,-2-3 0 0,4 1 0 0,5-5 0 16,-2 1 0-16,0 4 0 0,2 0 0 0,0 0 0 15,-1 1 0-15,-5 3 0 0,7-1 0 0,-3 3 0 0,5-1 0 16,-3 3 0-16,-1 0 0 0,0-1 0 16,4 4 0-16,-4 0 0 0,1 5 0 0,-1 0 0 15,-2-1 0-15,0-1 0 0,1 3 0 0,-2 3 0 16,2 0 0-16,-3-2 0 0,0 4 0 0,0-2 0 0,-2 1 0 15,-1 1 0-15,2-2 0 0,-3 0 0 0,-1-2 0 16,5 0 0-16,-5 0 0 0,0-1 0 16,0-1 0-16,0-1 0 0,2 1 0 0,-2-1 0 0,0-4-58 15,1 5-40-15,-1-5-26 0,0 4-36 0,0-4-60 16,0 0-52-16,0 0-60 0,0 0-62 0,8-12-66 16,-2 3-85-16,-1 2-377 0,6-5-998 0,5 1 442 15</inkml:trace>
  <inkml:trace contextRef="#ctx0" brushRef="#br0" timeOffset="283673.4043">11038 10032 132 0,'-3'-3'377'16,"-1"0"9"-16,4 3 16 0,-4-5 14 0,3 1 2 15,0 0 0-15,-3 1 1 0,4-2-6 0,-3 0 1 16,3 5-7-16,-1-6-17 0,1 1-13 0,-2 1-11 16,2-1-21-16,0 1-14 0,0 4-25 0,2-7-25 15,-2 2-27-15,1-1-25 0,2 4-23 0,1-3-18 16,-3-1-25-16,3 1-13 0,1 4-19 0,-1-2-13 15,5 2-13-15,-3-1-56 0,1-2-49 0,-1 3 0 16,2-1 0-16,-2 2 0 0,3 2 0 0,-1-1 0 16,2 3 0-16,0 0 0 0,-3-1 0 0,0 2 0 15,2 2 0-15,-1-1 0 0,0 4 0 0,-2-2 0 0,-1 3 0 16,-1-2 0-16,0 2 0 0,-2 0 0 0,-4 1 0 16,2 0 0-16,-6 4 0 0,1-3 0 0,-1 1 0 15,-2 1 0-15,-1-3 0 0,-1-1 0 0,-1-1 0 16,0-1 0-16,4-3 0 0,-2 1 0 0,0-2 0 15,1-2 0-15,2-2 0 0,-2 1 0 0,8-2 0 16,-11-3 0-16,7 1 0 0,-4-1 0 0,6-1 0 16,-2-1 0-16,0-1 0 0,0-2 0 0,3 1 0 15,-2-2 0-15,2 1 0 0,1 2 0 0,0-3 0 16,0 2 0-16,0-1 0 0,0 2 0 0,1 0 0 16,-1-1 0-16,0 3 0 0,4 2 0 0,-4 2 0 15,0-6 0-15,0 6 0 0,0 0 0 0,-1-4 0 0,1 4 0 16,0 0 0-16,0 0 0 0,0 0 0 0,0 0 0 15,0 0 0-15,0 0 0 0,0 0 0 16,1 15 0-16,-1-8 0 0,-1-2 0 0,1 0 0 0,0 3 0 16,0-2 0-16,-3 1 0 0,3-1 0 0,0 0 0 15,-1 0 0-15,1 0 0 0,0-3 0 0,0-3 0 16,0 6 0-16,0-2 0 0,0-4 0 0,1 4 0 16,-1-4 0-16,4 3 0 0,-4-3 0 0,5 1 0 15,-5-1 0-15,0 0 0 0,17-6 0 0,-11 1 0 16,3 1 0-16,-1 0 0 0,2-2 0 0,-1 1 0 15,4-2 0-15,-4 1 0 0,1-1 0 0,0 3 0 16,0-2 0-16,1 0 0 0,-2 3 0 0,-4 1 0 16,2-3 0-16,0 2 0 0,-1 1 0 0,-1 1 0 15,4 1 0-15,-9 0 0 0,13 1 0 0,-8 2 0 16,5 2 0-16,-5-1 0 0,2-1 0 0,-2 1 0 16,0 1 0-16,-1 0 0 0,2 2 0 0,-2-3 0 0,0 3 0 15,1-3 0-15,-1 1 0 0,-3 1 0 0,3-2 0 16,-4 0 0-16,5 0 0 0,0-1 0 0,-1 1 0 15,0-1 0-15,4-1 0 0,-2-3-403 0,2 2-155 16,4-4-71-16,1 1-472 0,-1-2-1191 0,1 1 527 16</inkml:trace>
  <inkml:trace contextRef="#ctx0" brushRef="#br0" timeOffset="284455.4415">11974 10039 232 0,'-1'-6'567'0,"-2"3"23"0,2-2 28 15,0 1 7-15,0-2 1 0,-3 1-7 0,4 0-21 16,0-1-30-16,0 0-22 0,-1 2-30 0,-1 0-30 0,2 4-35 15,0-9-37-15,2 6-24 0,-2 3-45 16,0-5-345-16,0 5 0 0,0 0 0 0,0 0 0 16,0-4 0-16,0 4 0 0,0 0 0 0,0 0 0 0,8 12 0 15,-4-5 0-15,-1 0 0 0,0 3 0 0,0-2 0 16,3 2 0-16,-3 0 0 0,2 1 0 0,0-2 0 16,-1 1 0-16,-2 5 0 0,0-7 0 0,1 3 0 15,-2-2 0-15,-1 0 0 0,1-2 0 0,-1 0 0 16,0 0 0-16,0 0 0 0,2-2 0 0,-2 0 0 15,1 0 0-15,-1-2 0 0,0-3 0 0,0 5 0 16,0-5 0-16,0 0 0 0,4 1 0 0,-4-1 0 16,7-8 0-16,-3 2 0 0,4-3 0 0,-2 0 0 0,2-1 0 15,3-4 0-15,0 1 0 0,1-1 0 16,0 3 0-16,-7 0 0 0,9-2 0 0,-6 4 0 16,-2 3 0-16,3-1 0 0,1 0 0 0,-6 3 0 15,5-1 0-15,-5 2 0 0,0-3 0 0,1 5 0 0,0-1 0 16,-5 2 0-16,9 1 0 0,-9-1 0 15,9 2 0-15,-5 2 0 0,2 0 0 0,-2 1 0 16,0-1 0-16,-2 1 0 0,2 1 0 0,-1 1 0 0,-2 0 0 16,3 2 0-16,-3-1 0 0,2-3 0 0,-2 7 0 15,0-7 0-15,2 2 0 0,-2 0 0 0,-1-3 0 16,1 2 0-16,1-2 0 0,-2 0 0 0,0-4 0 16,1 7 0-16,0-5 0 0,-1-2 0 0,0 0 0 15,4 1 0-15,-4-1 0 0,0 0 0 0,12-9 0 16,-6 3 0-16,3-3 0 0,-1 3 0 0,1-2 0 15,-1-1 0-15,5-4 0 0,-8 4 0 0,4 2 0 16,3 0 0-16,-6-1 0 0,3 1 0 0,0 0 0 16,-4 3 0-16,2 0 0 0,-5 1 0 0,2-1 0 0,1 0 0 15,-1 2 0-15,0 1 0 0,-4 1 0 16,10 0 0-16,-6 3 0 0,0 2 0 0,2-1 0 16,-1 2 0-16,-1 0 0 0,-2 1 0 0,4 1 0 0,-3 2 0 15,-1-1 0-15,0 2 0 0,1 1 0 0,-2-2 0 16,-1 0 0-16,1 1 0 0,-1-2 0 15,0 1 0-15,-1-3 0 0,2-1 0 0,-1 0 0 0,0 0 0 16,2-2 0-16,-2-4 0 0,0 5 0 0,0-2 0 16,2-1 0-16,-2-2-431 0,14-1-65 0,-14 1-39 15,11-2-22-15,-3-2-11 0,-1 1-366 0,3-1-1013 16,-1-3 448-16</inkml:trace>
  <inkml:trace contextRef="#ctx0" brushRef="#br0" timeOffset="284738.7658">12612 10043 40 0,'3'-4'326'0,"-1"-2"11"0,1 2 27 0,-2-1 34 16,2 0 33-16,-1 0 21 0,1 2 17 0,-3-2 13 16,1 2 3-16,2-1-7 0,-3 4-10 0,2-4-16 15,-2 4-17-15,0 0-19 0,4-2-24 0,-4 2-29 0,0 0-31 16,1-3-44-16,-1 3-18 0,0 0-31 0,0 0-20 16,4 9-164-16,-4-9-55 0,-1 9 0 15,1-3 0-15,1 4 0 0,-2 1 0 0,1-3 0 0,-3 4 0 16,3 1 0-16,4-3 0 0,-3 4 0 0,1-4 0 15,-2 0 0-15,0 1 0 0,0-2 0 16,0-2 0-16,-3 1 0 0,4-1 0 0,-2-1 0 0,2-2 0 16,-3-1 0-16,2-3 0 0,0 6 0 0,0-3 0 15,0-3 0-15,0 0 0 0,0 0-31 0,0 0-427 16,4-13-31-16,-3 6-33 0,3-3-31 0,1-7-33 16,-1-2-340-16,-2 1-1002 0,1-1 443 0</inkml:trace>
  <inkml:trace contextRef="#ctx0" brushRef="#br0" timeOffset="284935.1093">12681 9876 213 0,'-1'-4'285'0,"1"-1"16"16,0-1 6-16,-3 2 30 0,2-2 30 16,1 2 27-16,1 1 20 0,-1 3 6 0,-5-6-8 15,5 6-27-15,-1-3-35 0,1 3-37 0,0 0-28 0,-1-4-31 16,1 4-34-16,0 0-32 0,0 0-47 0,0 0-56 16,0 0-74-16,0 0-93 0,0 0-96 15,10 13-91-15,-5-8-87 0,0 0-81 0,-1 1-290 0,1-2-787 16,5 1 347-16</inkml:trace>
  <inkml:trace contextRef="#ctx0" brushRef="#br0" timeOffset="285155.449">12817 9962 353 0,'4'-10'491'0,"-4"10"22"0,1-5 37 0,-1 5 26 0,-1-7 15 15,1 4-19-15,0 3-14 0,0 0-32 0,0-4-38 16,0 4-36-16,0 0-36 0,0 0-40 0,0 0-37 15,0 0-23-15,0 0-25 0,7 10-23 0,-3-3-19 0,1-1-18 16,0 2-196-16,2 3-35 0,3 2 0 16,-3-2 0-16,4 2 0 0,-1 1 0 0,4 0 0 15,-4 1 0-15,2-2 0 0,-5-3 0 0,2-1 0 0,-1 0 0 16,2 2 0-16,-1-1 0 0,-4-3 0 0,3 0 0 16,-2-1 0-16,-2-1 0 0,1 1 0 0,-1-1 0 15,0-2 0-15,0-1-312 0,-4-2-149 0,1 3-68 16,-1-3-59-16,0 0-463 0,10-6-1137 0,-10 6 503 15</inkml:trace>
  <inkml:trace contextRef="#ctx0" brushRef="#br0" timeOffset="285474.0091">13024 9943 189 0,'1'-8'389'0,"0"1"26"16,3-2 36-16,-1 2 24 0,-2 3 31 0,-2-1 13 15,2 0 3-15,0 0-2 0,-1 5-19 0,0-4-19 16,2 0-26-16,-2 4-35 0,0 0-19 0,0 0-26 15,0 0-3-15,0 0 4 0,0 0-6 0,-11 16-7 16,6-7-282-16,-1 3-82 0,-2-1 0 0,-2 1 0 16,-2 6 0-16,2-1 0 0,1 0 0 0,-5 7 0 15,0-1 0-15,-1 1 0 0,-1 0 0 0,2 1 0 16,-1-3 0-16,1 2 0 0,0 0 0 0,-2 0 0 16,1 0 0-16,1-1 0 0,0-2 0 0,1-3 0 15,3-2 0-15,0-1 0 0,1-1 0 0,-1 1 0 16,2-5 0-16,0 1 0 0,3-4 0 0,-1 1 0 15,4-2 0-15,1-1 0 0,-5 1 0 0,5-4 0 0,-2 0 0 16,2 2 0-16,1-4 0 0,0 0 0 16,-4 3 0-16,4-3 0 0,0 0 0 0,0 0 0 0,0 0 0 15,15-9 0-15,-6 2 0 0,0-1-256 0,5-1-505 16,4-12-435-16,4 1-1296 0,-2-4 574 0</inkml:trace>
  <inkml:trace contextRef="#ctx0" brushRef="#br0" timeOffset="285825.608">13287 9714 294 0,'-3'-7'548'0,"-4"1"26"0,-1 0 23 15,2 0 0-15,-2 0 7 0,4 1-18 0,-1-2-5 16,1 4-33-16,-1-1-15 0,4 1-31 0,-2 2-24 15,-1-2-30-15,4 3-37 0,-3-4-41 0,3 4-49 0,0 0-122 16,-7-1-199-16,7 1 0 0,0 0 0 16,0 0 0-16,0 10 0 0,0 0 0 0,0 3 0 15,-1 3 0-15,2 2 0 0,2 3 0 0,-3 4 0 0,1 0 0 16,-1 0 0-16,3 2 0 0,-1-2 0 0,2 2 0 16,-7 1 0-16,3 1 0 0,3-2 0 15,-6-1 0-15,3-6 0 0,0-2 0 0,0 1 0 0,-1 1 0 16,1-2 0-16,0-3 0 0,0-3 0 0,0 0 0 15,0 0 0-15,-2-1 0 0,2-4 0 0,-3-2 0 16,3 1 0-16,0-3 0 0,0-3 0 0,0 5 0 16,0-5 0-16,0 0-243 0,0 0-356 0,14-7-37 15,-6 1-484-15,-4-4-1211 0,-1 2 536 0</inkml:trace>
  <inkml:trace contextRef="#ctx0" brushRef="#br0" timeOffset="287061.3216">13121 10017 11 0,'0'0'436'0,"-8"0"12"0,8 0 21 0,0 0 18 16,-5 1 10-16,5-1 4 0,0 0-5 0,0 0-46 15,0 0-39-15,0 0-36 0,0 0-31 0,0 0-30 16,10-7-26-16,-3 4-26 0,2 0-26 0,-1 2-15 16,1-2-15-16,3 1-6 0,-2 2-24 0,3-3 1 0,1 1-16 15,3-2-11-15,-1 3-8 0,2-1-1 0,-1 0-12 16,1-1-5-16,1 1-7 0,0-2 1 0,-2 1-14 15,0 1-104-15,-5 1 0 0,-2 0 0 0,4-1 0 16,-2 2 0-16,-5-2 0 0,0 0 0 0,-1-3 0 16,3 4 0-16,-2 0 0 0,-7 1 0 0,11 1 0 15,-7 0 0-15,1 3 0 0,1 2 0 0,-3 1 0 16,2-2 0-16,-1 0 0 0,0 2 0 0,0 1 0 16,-2-2 0-16,1 2 0 0,-2-1 0 0,2-2 0 15,-2 1 0-15,0 2 0 0,-2-1 0 0,2 1 0 16,0-5 0-16,1 2 0 0,-2 3 0 0,1-4 0 15,-1-1 0-15,0 1 0 0,1 0 0 0,2 0 0 16,-3-1 0-16,0-3 0 0,0 6 0 0,2-4 0 16,-2-2 0-16,0 0 0 0,0 0 0 0,0 0 0 15,0 0 0-15,13-7 0 0,-8 5 0 0,0-4 0 16,5 1 0-16,-3-3 0 0,-1 0 0 0,2-1 0 16,1 1 0-16,1 0 0 0,-5-2 0 0,4 2 0 15,0 0 0-15,-4 2 0 0,0-1 0 0,2 2 0 16,-6 3 0-16,3 0 0 0,1-2 0 0,-4 2 0 15,-1 2 0-15,5-3 0 0,-5 3 0 0,4-3 0 0,-4 3 0 16,0 0 0-16,0 0 0 0,9 5 0 0,-9-5 0 16,4 4 0-16,1-1 0 0,-4 0 0 0,3-1 0 15,0 4 0-15,-1-2 0 0,-1 1 0 0,2-2 0 16,0 1 0-16,0 1 0 0,1 0 0 0,-2-2 0 16,3 4 0-16,-2-4 0 0,-1 2 0 0,0-2 0 15,3 2 0-15,-1-4 0 0,-1 1 0 0,0 0 0 16,-4-2 0-16,6 1 0 0,-6-1 0 0,7 0 0 15,-7 0 0-15,0 0 0 0,8-3 0 0,-3 1 0 16,-3-3 0-16,-1 1 0 0,1 0 0 0,-2 0 0 16,0-2 0-16,1 1 0 0,-1 1 0 0,-3 1 0 15,3 3 0-15,-1-9 0 0,2 4 0 0,-2 1 0 16,1 0 0-16,0 4 0 0,0 0 0 0,0-7 0 16,0 7 0-16,0-4 0 0,0 4 0 0,0 0 0 0,0 0 0 15,0 0 0-15,0 0 0 0,0 0 0 0,0 0 0 16,0 0 0-16,8-1 0 0,-8 1 0 15,6-1 0-15,-2 0 0 0,-4 1 0 0,10 0 0 0,-5-2 0 16,3 1 0-16,-8 1 0 0,9 1 0 0,-1-2 0 16,-2 2 0-16,-1 1 0 0,3-2 0 0,-3 1 0 15,-5-1 0-15,14 1 0 0,-9 1 0 0,3-1 0 16,-3 1 0-16,1-1 0 0,-6-1 0 0,9 2 0 16,-5-1 0-16,0 0 0 0,0 2 0 0,-3 0 0 15,-1-3 0-15,4 5 0 0,0-1 0 0,-2 1 0 16,-1 0 0-16,1-1 0 0,-1 2 0 0,-1 2 0 15,0-2 0-15,0-1 0 0,3 2 0 0,-3 0 0 16,1 1 0-16,-1-3 0 0,0 2 0 0,-1 0 0 16,1 0 0-16,1 0 0 0,-1-2 0 0,1 2 0 15,-1-4 0-15,2 4 0 0,-1-3 0 0,1 1 0 16,2-3 0-16,0 3 0 0,2-1 0 0,1-3 0 16,3 1 0-16,0 0 0 0,9-4 0 0,-1 0 0 0,0-3 0 15,1-1 0-15,-1 0 0 0,8-6 0 0,-7 3 0 16,8-2 0-16,-5-2 0 0,2-1 0 15,-2-3 0-15,-7 4 0 0,9-2 0 0,-6 1 0 0,0-5 0 16,-4 5 0-16,-1 3 0 0,-7-1 0 0,3 5 0 16,-4-1 0-16,2 2 0 0,-3-2 0 15,-4 4 0-15,1-2 0 0,0 0 0 0,-3 3 0 0,0-1 0 16,-3 1 0-16,1-1 0 0,-5 2 0 0,-1 2 0 16,0 1 0-16,-2 2 0 0,-6 4 0 0,4 3 0 15,-1 0 0-15,-4 1 0 0,2 2 0 0,3 0 0 16,3 0 0-16,0-1 0 0,3-2 0 0,3 1 0 15,-2 0 0-15,3-1 0 0,2 0 0 0,2-2 0 16,0 2 0-16,1-2 0 0,3 0 0 0,2 0 0 16,4 0 0-16,1-1 0 0,4-1 0 0,2 0 0 15,4-2 0-15,-7 1 0 0,14-1 0 0,-6-3 0 16,6 0 0-16,-7-1 0 0,-1-1 0 0,2-3 0 16,-4 1 0-16,1-1 0 0,-2 0 0 0,0 1 0 0,-4-1 0 15,0 2 0-15,-4-3 0 0,0 2 0 0,0 2 0 16,-4 1 0-16,-1-2 0 0,-4 2 0 15,9-3 0-15,-8 1 0 0,-1 2 0 0,0 0 0 0,9-4 0 16,-9 4-301-16,0 0-254 0,0 0-41 0,0 0-48 16,0 0-373-16,-17 9-1100 0,12-7 488 15</inkml:trace>
  <inkml:trace contextRef="#ctx0" brushRef="#br0" timeOffset="289826.7318">15398 9940 265 0,'3'-6'398'16,"-3"6"23"-16,0-5 20 0,0 5 16 0,-3-6 10 15,3 6-2-15,0-6 2 0,-1 0-5 0,-3 3-9 0,4-1-9 16,-1-1-1-16,-2 0 5 0,3 1-6 16,0 4-21-16,-4-7-17 0,3 4-26 0,1 3-18 15,-5-4-22-15,5 4-121 0,0-3-217 0,0 3 0 0,0 0 0 16,0 0 0-16,0 0 0 0,-4-2 0 0,4 2 0 15,0 0 0-15,0 0 0 0,3 16 0 16,-6-5 0-16,6 9 0 0,-3-2 0 0,1 8 0 0,-1 1 0 16,0 2 0-16,0 2 0 0,0-1 0 0,0 5 0 15,0-2 0-15,0 1 0 0,0 0 0 0,5 0 0 16,-9 2 0-16,3-4 0 0,1-1 0 0,1 2 0 16,-1-2 0-16,5 0 0 0,-5-3 0 0,0-2 0 15,0-8 0-15,3 1 0 0,1-3 0 0,-3-1 0 0,3-1 0 16,-3-4 0-16,3-1 0 0,-4-1 0 15,3-2 0-15,-1-1 0 0,1 0 0 0,-2-2 0 16,-1 1 0-16,0-4 0 0,0 0 0 0,0 0-366 16,0 0-257-16,5-16-57 0,-10 4-407 0,4 0-1179 0,-2-6 522 15</inkml:trace>
  <inkml:trace contextRef="#ctx0" brushRef="#br0" timeOffset="290193.8273">15241 9944 230 0,'6'-15'414'0,"2"1"29"0,-4 3 22 0,1-1 15 15,0 1-1-15,0-1-13 0,0 3-32 0,2 0-20 16,0-2-25-16,1 3-20 0,-2 0-32 0,3 1-23 16,4 0-30-16,-4-1-31 0,9 1-3 0,-8 2-16 15,9 2-10-15,-2 0-17 0,0 2-15 0,2 0-23 16,1 2-15-16,-1 3 3 0,-1-1 12 0,-1 6-15 0,2-2 1 15,0 1-2-15,-5 1-16 0,4 1-72 16,-5 1-65-16,-3-2 0 0,-1 3 0 0,-1-1 0 16,-4 2 0-16,1-4 0 0,-3 6 0 0,-4 4 0 15,-3-11 0-15,-7 10 0 0,-1 0 0 0,-7 1 0 16,-2-1 0-16,-5 0 0 0,4-2 0 0,-2-3 0 16,4 0 0-16,2-8 0 0,3 4 0 0,-1-2 0 0,4-1 0 15,4-1 0-15,-1-2 0 0,5-1 0 0,-3-1 0 16,3 2 0-16,2-2 0 0,3-1 0 15,-7 3 0-15,7-3 0 0,0 0 0 0,0 0 0 0,0 0-389 16,14-8-132-16,-4 4-66 0,8 0-76 0,-1-2-343 16,3 3-1088-16,-1 0 481 0</inkml:trace>
  <inkml:trace contextRef="#ctx0" brushRef="#br0" timeOffset="291027.9649">15764 10036 344 0,'2'-3'448'0,"-2"3"1"0,2-3 19 0,-2 3 4 15,3-2 2-15,-3 2-24 0,3-5-39 0,-3 5-21 0,0 0-20 16,1-2-17-16,-1 2-36 0,0 0-21 0,0 0-17 16,0 0-24-16,0 0-21 0,0 0-19 0,0 0-9 15,4-3-15-15,-4 3-23 0,0 0 2 0,0 0-18 16,4-3-21-16,-4 3-15 0,6-2-11 0,-2 1-12 15,1 0-3-15,0-2-15 0,4 0-9 0,3-2-7 16,-2 1 0-16,6-4-4 0,-4 6-9 0,0-4 5 16,0 1 3-16,-1 1-15 0,1-2 1 0,-3-1-40 15,0 1 0-15,-1-1 0 0,1 2 0 0,-3 4 0 16,-2-3 0-16,1 2 0 0,-1-3 0 0,-3 3 0 16,2-1 0-16,-3 3 0 0,6-1 0 0,-6 1 0 15,0 0 0-15,-6-7 0 0,6 7 0 0,0 0 0 16,-8-2 0-16,1 2 0 0,7 0 0 0,-12 4 0 15,3-2 0-15,1 2 0 0,1-1 0 0,-3 3 0 16,1 1 0-16,1 1 0 0,-1 2 0 0,-1 0 0 16,2 3 0-16,-1-4 0 0,6 1 0 0,0-1 0 0,-1 1 0 15,8-2 0-15,-4 3 0 0,1-1 0 16,1-1 0-16,5-2 0 0,-2 3 0 0,5-5 0 16,3 2 0-16,5-2 0 0,0-2 0 0,2 0 0 0,8-5 0 15,-6 0 0-15,0-3 0 0,2-3 0 0,-6 2 0 16,9-6 0-16,-9 1 0 0,-2 0 0 15,1-4 0-15,-3 3 0 0,0-4 0 0,-4 1 0 16,1 1 0-16,-1 2 0 0,-4-3 0 0,-1 7 0 0,-1-5 0 16,0 2 0-16,-4 2 0 0,1 2 0 0,-1 2 0 15,0-1 0-15,0 1 0 0,-1 0 0 0,-1 1 0 16,0-1 0-16,2 5 0 0,-5-2 0 0,5 2 0 16,-4-2 0-16,4 2 0 0,0 0 0 0,0 0 0 15,0 0 0-15,0 0 0 0,0 0 0 0,0 0 0 16,0 0 0-16,0 0 0 0,0 0 0 0,9 11 0 15,0-9 0-15,-3 0 0 0,3-2 0 0,-1 0 0 16,5 0 0-16,-4 1 0 0,-3-1 0 0,2 0 0 16,5 0 0-16,-7-1 0 0,3 1 0 0,-1 0 0 15,-1 0 0-15,-2 1 0 0,-5-1 0 0,13 1 0 16,-5 0 0-16,-2 3 0 0,-1-2 0 0,2 2 0 16,-2 0 0-16,1 1 0 0,-2 1 0 0,1 0 0 0,-2-1 0 15,-1 5 0-15,0-4 0 0,0 6 0 0,-2-3 0 16,-2 0 0-16,0 0 0 0,0 0 0 0,-1 1 0 15,3-1 0-15,-2-1 0 0,0-3 0 0,1 0 0 16,1 0 0-16,-1 0 0 0,1-3 0 0,0-2 0 16,1 7 0-16,0-3 0 0,3-1 0 0,1 1 0 15,1-1 0-15,6-2 0 0,1 0 0 0,2 1 0 16,2-2 0-16,3-2 0 0,1 1 0 0,-3-2 0 16,0-1 0-16,-2 0 0 0,-2 1 0 0,2-1 0 15,-2 3 0-15,-2-3 0 0,-4 3 0 0,-3 0 0 0,4-2-313 16,-9 3-135-16,7-1-92 0,-4-2-91 15,-3 3-413-15,0 0-1130 0,0 0 501 0</inkml:trace>
  <inkml:trace contextRef="#ctx0" brushRef="#br0" timeOffset="292315.5576">17272 9889 181 0,'0'-4'537'0,"0"0"11"16,0 4 12-16,2-6 36 0,-2 2-8 0,0 0-21 15,0 4-47-15,0-5-26 0,0 5-40 0,0-5-36 16,0 5-39-16,0 0-31 0,0 0-35 0,-2-3-33 16,2 3-28-16,0 0-29 0,0 0-28 0,0 0-21 15,0 0-17-15,0 0-17 0,0 0-10 0,0 0-11 16,4 15-101-16,-6-10-18 0,4 1 0 0,-2 0 0 16,2 0 0-16,-2 0 0 0,1 4 0 0,1 1 0 15,2-2 0-15,-2 0 0 0,2 4 0 0,2-5 0 16,-2 3 0-16,0-2 0 0,-1-1 0 0,-1 0 0 15,7 1 0-15,-3-5 0 0,-3 2 0 0,2-1 0 16,0 1 0-16,-1-2 0 0,1-1 0 0,4-2 0 16,-4 2 0-16,2-1 0 0,-7-2 0 0,12-1 0 0,-3 1 0 15,0-3 0-15,-1 0 0 0,1-2 0 0,1-2 0 16,-1 1 0-16,-1 0 0 0,2-4 0 0,-1 2 0 16,1-2 0-16,-5 0 0 0,4 0 0 15,-2 4 0-15,0-2 0 0,-2 1 0 0,0 2 0 0,0-2 0 16,-2 3 0-16,1-2 0 0,-3 2 0 0,3 3 0 15,-4 1 0-15,4-6 0 0,-3 5 0 0,2-3 0 16,-3 4 0-16,1-4 0 0,-1 4 0 0,0 0 0 16,0 0 0-16,0 0 0 0,0 0 0 0,0 0 0 15,0 0 0-15,0 0 0 0,0 0 0 0,0 0 0 16,0 0 0-16,-1 12 0 0,1-12 0 0,-3 6 0 16,2-1 0-16,1 0 0 0,-3 0 0 0,3-1 0 15,-1 0 0-15,2 0 0 0,2 5 0 0,-2-5 0 16,3 1 0-16,-3 0 0 0,4-1 0 0,-1 0 0 0,4 0 0 15,-3-1 0-15,3 0 0 0,2-1 0 16,0 1 0-16,-1-3 0 0,2 0 0 0,-1 0 0 16,0-1 0-16,2-2 0 0,-3 1 0 0,3-3 0 0,-1 0 0 15,-2-1 0-15,2 0 0 0,-4 4 0 0,2-4 0 16,-4 1 0-16,3 0 0 0,-2 2 0 0,-1 0 0 16,2-2 0-16,-6 2 0 0,3-1 0 0,1 1 0 15,-1 1 0-15,-3-2 0 0,4 1 0 0,-5 3 0 16,4-2 0-16,-4 2 0 0,4-4 0 0,-4 4 0 15,0 0 0-15,5 0 0 0,-5 0 0 0,0 0 0 16,0 0 0-16,0 0 0 0,0 0 0 0,0 0 0 16,3 4 0-16,-2 0 0 0,-1 2 0 0,0-2 0 15,-1 2 0-15,1 2 0 0,0-4 0 0,0 8 0 16,1-6 0-16,-2 1 0 0,1 1 0 0,1-3 0 16,-1 3 0-16,0-2 0 0,0-3 0 0,4 2 0 15,-3 1 0-15,-1-1 0 0,0-2 0 0,3 0 0 0,-2 2 0 16,4-3 0-16,-5-2 0 0,8 1 0 15,-8-1 0-15,11-2 0 0,1-2 0 0,-2 2 0 16,-1-3 0-16,2-1 0 0,0 0 0 0,0 1 0 0,-1-3 0 16,1 1 0-16,4-2 0 0,-4 2 0 0,0 0 0 15,1 0 0-15,-3-3 0 0,3 6 0 0,-6-3 0 16,3 4 0-16,-4-1 0 0,-1 3 0 0,1-2 0 16,-1-2 0-16,-1 3 0 0,-3 2 0 0,5-3 0 15,-3 1 0-15,-2 2 0 0,0 0 0 0,0 0 0 16,0 0 0-16,12 5 0 0,-11-3 0 0,2 2 0 15,-1 0 0-15,1-3 0 0,-2 5 0 0,-1 0 0 16,3-3 0-16,-2 0 0 0,3 1 0 0,-3 2 0 16,0-1 0-16,-1-2 0 0,3 4 0 0,-2-2 0 15,-1-1 0-15,0 0 0 0,3 1 0 0,-1 0 0 16,1-1 0-16,-1-1 0 0,1 1 0 0,1 0 0 16,0-4 0-16,2 1 0 0,-6-1 0 0,10-1 0 0,-2-1 0 15,1 0 0-15,0-3 0 0,2 0 0 0,-1-2 0 16,-1 0 0-16,2 0 0 0,-2 1 0 15,3-4 0-15,-4 2 0 0,1 3 0 0,1-1 0 0,-5 1 0 16,4-1 0-16,-5 1 0 0,1 1 0 0,0 3 0 16,-1-1 0-16,1 0 0 0,-5 2 0 0,4-2 0 15,-4 2 0-15,0 0 0 0,0 0 0 0,0 0 0 16,8 0 0-16,-8 0 0 0,0 0 0 0,6 5 0 16,-5-3 0-16,1 3 0 0,-1-1 0 0,-1-4 0 15,4 6 0-15,-3 0 0 0,0-1 0 0,1-4 0 16,-2-1 0-16,2 7 0 0,-1-3 0 0,1-2 0 15,-2-2 0-15,1 5-120 0,0 0-200 0,-1-5-49 16,4 4-57-16,-4-4-82 0,9 1-79 0,-9-1-391 0,9-5-1058 16,-5-1 469-16</inkml:trace>
  <inkml:trace contextRef="#ctx0" brushRef="#br0" timeOffset="292517.4593">18297 9744 189 0,'0'-7'457'0,"0"1"3"0,-2-1 14 15,2 1 12-15,-2-1 6 0,2 1-9 16,-1 0-19-16,-1 0-34 0,1 1-43 0,0 2-33 0,1 3-45 16,0-7-30-16,-2 3-59 0,1 1-72 0,1 3-90 15,0 0-92-15,0 0-107 0,0 0-86 0,0 0-81 16,0 0-84-16,18 4-373 0,-9-3-829 0,3 1 367 16</inkml:trace>
  <inkml:trace contextRef="#ctx0" brushRef="#br0" timeOffset="292813.0567">18538 9646 369 0,'3'-6'449'15,"-1"3"8"-15,2-1 31 0,-1 0 19 0,-2-3 7 16,2 4 5-16,0 0-9 0,-3-2-15 0,0 5-28 0,2-5-18 16,-2 5-23-16,0 0-34 0,0-2-26 15,0 2-34-15,0 0-28 0,0 0-32 0,0 0-24 16,0 0 4-16,0 0 1 0,0 14-131 0,-2-4-122 0,2-1 0 15,-6 4 0-15,4-2 0 0,0 6 0 16,2 0 0-16,-2 1 0 0,-1-1 0 0,3 1 0 16,-1 1 0-16,2-2 0 0,-4 1 0 0,3-2 0 0,0-1 0 15,2 1 0-15,-2-3 0 0,0 3 0 0,1-1 0 16,-1-4 0-16,0 2 0 0,1-4 0 0,1 2 0 16,0-4 0-16,-2 0 0 0,0 0 0 0,0-2 0 15,0 0 0-15,2-2 0 0,-2-3 0 0,0 5 0 16,0-5 0-16,0 4 0 0,0-4 0 0,0 0-240 15,0 0-227-15,3-11-26 0,-1 5-5 0,-4 1-6 16,2-2-6-16,-2-1 0 0,1 2-319 0,-3-3-896 16,-3 0 396-16</inkml:trace>
  <inkml:trace contextRef="#ctx0" brushRef="#br0" timeOffset="293049.8651">18478 9863 729 0,'-5'-3'110'0,"0"-1"53"0,-1 2 40 16,2-1 25-16,1-1 32 0,-2 2 41 0,4-1 33 15,1 3 41-15,-4-3 27 0,0 1 12 0,4 2 11 16,0 0 3-16,-1-4-4 0,1 4-9 0,0 0-8 15,0 0-13-15,0 0-6 0,0-5-26 0,0 5-18 0,0 0-38 16,0 0-23-16,10-3-25 0,-3 1-26 0,3-1-226 16,2 2-6-16,8-3 0 0,-4 2 0 0,6-1 0 15,0 0 0-15,-2 1 0 0,1-2 0 0,5 0 0 16,4-1 0-16,-11 3 0 0,10-2 0 0,-7 2 0 16,-2-1 0-16,0 0 0 0,-2-3 0 0,1 5 0 15,-8-1 0-15,-2 1 0 0,4 0 0 0,-8 0 0 16,0 0 0-16,-5 1 0 0,8 0 0 0,-8 0 0 15,0 0 0-15,5-3 0 0,-5 3 0 0,0 0-378 16,0 0-209-16,0 0-59 0,0 0-451 0,0 0-1189 16,-22-1 527-16</inkml:trace>
  <inkml:trace contextRef="#ctx0" brushRef="#br0" timeOffset="294048.4323">19214 9878 405 0,'0'0'441'0,"-2"-5"15"0,2 5 4 16,2-6-4-16,-2 6-2 0,2-7-10 0,0 2-18 16,-1 1-19-16,3 0-15 0,0 0-21 0,-3-2-9 15,2 1-30-15,3 1-21 0,-2-3-20 0,-1 3-25 16,3 0-33-16,-1 1-14 0,-1-1-26 0,2 1-12 15,-1 1-28-15,3 0-13 0,-3 0-18 0,9 4-16 16,-5-1-15-16,4 2-8 0,1 0-3 0,4 4-16 16,-4 3-4-16,2 2-7 0,-6-3-2 0,4 2-3 15,2 1-11-15,-11-1-34 0,6 1-3 0,-5 2 0 16,2 0 0-16,-2 2 0 0,-1-7 0 0,-1 1 0 16,-4 0 0-16,0 1 0 0,0-3 0 0,-4 2 0 15,0-5 0-15,0 2 0 0,1-3 0 0,-4 0 0 16,2-1 0-16,0 1 0 0,1-2 0 0,4-2 0 0,-7 2 0 15,7-2 0-15,-9-5 0 0,9 5 0 16,-7-6 0-16,6-1 0 0,1-1 0 0,1-2 0 16,2-1 0-16,1-1 0 0,3-2 0 0,0-2 0 0,2 3 0 15,3-1 0-15,1 1 0 0,0 2 0 0,2 2 0 16,-6 0 0-16,8 4 0 0,-7-2 0 0,-1 3 0 16,5-1 0-16,-6 1 0 0,3 2 0 0,3 1 0 15,-3 0 0-15,1 2 0 0,-3 1 0 0,2 2 0 16,0 2 0-16,1-1 0 0,-5 3 0 0,3 1 0 15,1 2 0-15,-5-3 0 0,1 5 0 0,1-4 0 16,-4 4 0-16,1-3 0 0,-1-1 0 0,0 3 0 16,-3-5 0-16,-1 0 0 0,4-2 0 0,-4 1 0 15,3-1 0-15,-2-3 0 0,-1 2 0 0,0-4 0 16,5 3 0-16,-5-3 0 0,0 0 0 0,0 0 0 16,0 0 0-16,0 0 0 0,5-9 0 0,-1 3 0 15,1-3 0-15,0 1 0 0,-1-4 0 0,5 1 0 0,-1 3 0 16,-2-2 0-16,3 0 0 0,-1 2 0 15,1-1 0-15,-2 3 0 0,1-1 0 0,1 1 0 16,-1 1 0-16,-3 1 0 0,1 0 0 0,-1 1 0 0,3 1 0 16,-2 1 0-16,-1 0 0 0,3 5 0 0,-2-2 0 15,3-1 0-15,-1 5 0 0,-2 0 0 0,2-1 0 16,-3 2 0-16,0 1 0 0,-2 0 0 0,-1-1 0 16,1 2 0-16,1-2 0 0,-3 3 0 0,-1-3 0 15,0 3 0-15,3-5 0 0,-3 0 0 0,0 1 0 16,0 0 0-16,0-1 0 0,0 0-27 0,0-5-377 15,1 5-41-15,-1-2-64 0,0-3-86 0,0 0-441 16,15-3-1121-16,-7-1 496 0</inkml:trace>
  <inkml:trace contextRef="#ctx0" brushRef="#br0" timeOffset="295282.9313">20186 9857 370 0,'0'0'446'0,"5"-4"17"16,-5 4-2-16,1-4-8 0,-1 4-13 0,1-6-16 16,2 5-29-16,-3 1-22 0,1-4-29 0,-1 4-21 15,0 0-31-15,5-2-28 0,-2-1-26 0,-3 3-23 16,0 0-22-16,0 0-25 0,0 0-19 0,0 0-17 16,0 0-10-16,0 0-14 0,9 7-12 0,-4-4-14 15,-1 0-4-15,-1 2-13 0,1 0-7 0,-1 0-12 16,1 2 5-16,-2-2-5 0,0 1-6 0,1 0-6 15,-1-1-4-15,-1 3-1 0,-4 2-2 0,1-5-1 16,-1 5-3-16,-1-4 1 0,1 4-6 0,-3-5 2 16,-1 2-3-16,-2 0-4 0,1 0-4 0,-2-2-1 15,0-1-7-15,1-2 9 0,4-2-3 0,-3 2 4 16,-1-2-1-16,1 0 7 0,3-3-8 0,0 1 5 16,0-2 3-16,0-1-4 0,1-1 22 0,-1-1 10 15,1-4 4-15,4 5-4 0,0-5-4 0,1 0 2 16,2 5 9-16,0-5-22 0,0 3 3 0,1 0-8 0,5 0-1 15,-5 4-2-15,1-5 8 0,0 5-5 16,-1-1-15-16,0 1 23 0,-3 2-8 0,4-2 2 16,-1 3-2-16,-4 1-2 0,9-2 3 0,-9 2 4 0,9 2 8 15,-3 0 4-15,-2 2-1 0,3 1-3 0,-4 1-26 16,3 1-12-16,-1-1 0 0,0 0 0 0,-1 1 0 16,3 2 0-16,-3-1 0 0,1 1 0 0,-1 1 0 15,1-2 0-15,-5-1 0 0,5-2 0 0,0-2 0 16,-1 2 0-16,1-1 0 0,1 0 0 0,2 0 0 15,1-3 0-15,2 3 0 0,1-3 0 0,-1-2 0 16,4-3 0-16,-4-1 0 0,9-5 0 0,-4 1 0 16,0-3 0-16,-1-2 0 0,-1 0 0 0,0 0 0 15,-4-1 0-15,2 0 0 0,-5 0 0 0,4-1 0 16,-4-1 0-16,2 2 0 0,-4 4 0 0,-1 3 0 16,-1 0 0-16,-2 2 0 0,2 0 0 0,-1 1 0 15,-2 2 0-15,0 3 0 0,3-5 0 0,-2 1 0 0,-1 4 0 16,0 0 0-16,0 0 0 0,0 0 0 15,-3 12 0-15,2-5 0 0,1-1 0 0,0 5 0 16,1-2 0-16,-1 1 0 0,3 3 0 0,3-4 0 0,-1 6 0 16,1-6 0-16,0 3 0 0,0 1 0 0,3-1 0 15,-4-1 0-15,3-1 0 0,-3 3 0 0,3-4 0 16,-2 1 0-16,-1 0 0 0,-1-5 0 16,0 3 0-16,1-1 0 0,-5-1 0 0,4-1 0 0,-1 0 0 15,-1-4 0-15,-2-1 0 0,1 9 0 0,1-6 0 16,-4 1 0-16,1-1 0 0,1-3 0 0,-9 5 0 15,4-2 0-15,-3 1 0 0,-1 1 0 0,-2-2 0 16,3-1 0-16,-1-2 0 0,-1 1 0 0,2-1 0 16,1 1 0-16,7-1 0 0,-13-2 0 0,9 0 0 15,4 2 0-15,-10-3 0 0,7-1 0 0,-2 0 0 16,3 0 0-16,0-2 0 0,2-1 0 0,2-4 0 16,1 0 0-16,1 4 0 0,3-4 0 0,0 0 0 15,7-3 0-15,3 3 0 0,6-4 0 0,-8 2 0 0,7-2 0 16,5 3 0-16,-3-4 0 0,0 3 0 15,0 0 0-15,1-2 0 0,-6 7 0 0,5-4 0 16,-4 0 0-16,-4 3 0 0,0-2 0 0,-1 1 0 0,-1 2 0 16,-4 3 0-16,-1 0 0 0,-2 3 0 0,-2-2 0 15,0 2 0-15,-1-1 0 0,-2 2 0 0,-2 1 0 16,5-4 0-16,-5 4 0 0,0 0 0 0,0 0 0 16,0 0 0-16,0 0 0 0,-12 10 0 0,8-5 0 15,-1-1 0-15,0 2 0 0,-3-1 0 0,3 1 0 16,-3 2 0-16,3-1 0 0,1 0 0 0,0-1 0 15,2 0 0-15,-1 0 0 0,2 0 0 0,0 1 0 16,2-2 0-16,-1 1 0 0,1 0 0 0,-1 0 0 16,4 0 0-16,0 0 0 0,0 0 0 0,1-1 0 15,0 2 0-15,4-2 0 0,-4-1 0 0,1 2 0 16,2 2 0-16,0-5 0 0,-1 4 0 0,2 0 0 16,-3-3 0-16,1 4 0 0,-2-4 0 0,0 0 0 15,-1 1 0-15,-1-2 0 0,-1-1 0 0,2 2 0 16,-4 2 0-16,1-3 0 0,1 1 0 0,-2 3 0 15,-2-2 0-15,1-2 0 0,-3 4 0 0,-1-2 0 16,1 1 0-16,-2-2 0 0,-2-1 0 0,3 0 0 16,-1-1 0-16,-5 2 0 0,4-2 0 0,1 0 0 0,-1 1 0 15,1-2 0-15,-1-2 0 0,0 2 0 0,7-1 0 16,-9-1 0-16,9 1 0 0,0 0 0 16,-9 1 0-16,9-1 0 0,-5 1 0 0,5-1 0 0,0 0 0 15,0 0-225-15,0 0-165 0,0 0-40 0,1-8-37 16,-1 8-35-16,8-2-47 0,-3 0-389 0,1 0-1017 15,-6 2 450-15</inkml:trace>
  <inkml:trace contextRef="#ctx0" brushRef="#br0" timeOffset="297134.7721">21769 9451 213 0,'1'-6'449'0,"1"-1"12"16,-1 2 19-16,0 0 20 0,0 1 15 0,1-1 13 15,0 1 6-15,0 2-11 0,-2 2-20 0,2-6-26 16,-2 6-32-16,1-2-33 0,-1 2-30 0,0 0-29 15,2-5-31-15,-2 5-27 0,0 0-39 0,0 0-19 16,0 0-27-16,0 0-114 0,0 0-96 0,0 0 0 16,-5 20 0-16,2-7 0 0,-3 3 0 0,-6 7 0 15,-1-1 0-15,4 5 0 0,-6-2 0 0,5 3 0 16,-3 2 0-16,-2 0 0 0,-1 1 0 0,2 0 0 16,1 2 0-16,2 0 0 0,2 1 0 0,1-1 0 0,4 14 0 15,1-1 0-15,5-10 0 0,-2 12 0 16,3-12 0-16,3 0 0 0,1 0 0 0,4-3 0 15,-2 0 0-15,1-2 0 0,3 0 0 0,0-4 0 16,0 0 0-16,3-5 0 0,-5-5 0 0,1 0 0 0,0-4 0 16,-2 1 0-16,1-1 0 0,-2-5 0 0,0 2 0 15,3-5 0-15,-2 3 0 0,-1-3 0 16,1-3 0-16,-3 1 0 0,4-1 0 0,-1-2 0 0,-2-2 0 16,2-2-291-16,-2 3-222 0,1-8-73 0,-3 0-57 15,1-1-384-15,3-5-1112 0,-1 3 493 0</inkml:trace>
  <inkml:trace contextRef="#ctx0" brushRef="#br0" timeOffset="297484.3546">22150 9748 98 0,'3'-11'490'16,"-2"3"11"-16,0-2 26 0,-1 4 19 0,0 0 10 15,3-1-1-15,-1 2-6 0,-2-1-22 0,0 3-22 0,1-1-24 16,1 0-25-16,-1 1-31 0,-1 3-31 16,0 0-36-16,0 0-35 0,0 0-36 0,-1-5-29 15,1 5-25-15,0 0-111 0,0 0-122 0,0 0 0 0,0 15 0 16,-2-8 0-16,2 5 0 0,0-1 0 0,-1 9 0 16,1-4 0-16,0 1 0 0,-5 0 0 15,5 0 0-15,0 0 0 0,-2 1 0 0,2-1 0 0,1 0 0 16,-2 6 0-16,1-5 0 0,0-2 0 15,-2 0 0-15,2-4 0 0,0-3 0 0,2 1 0 16,-2-3 0-16,0 0 0 0,-2-1 0 0,2-2 0 16,-1 1 0-16,1-5 0 0,0 4 0 0,0-4 0 0,1 4 0 15,-1-4 0-15,0 0 0 0,0 0-41 0,-1-16-428 16,1 7-27-16,1-8-29 0,2-1-34 16,-2-1-32-16,2-1-328 0,0-3-995 0,-1 4 441 0</inkml:trace>
  <inkml:trace contextRef="#ctx0" brushRef="#br0" timeOffset="297768.0433">22149 9671 49 0,'0'-3'319'0,"0"3"0"0,0-8 14 0,0 8 34 15,0-5 19-15,1 2 11 0,-1 3-8 0,3-3-20 16,-3 3-23-16,0 0-25 0,0 0-22 0,0 0-21 16,0 0-2-16,0 0 9 0,0 0 0 0,12 11-7 15,-7-3-15-15,2 0-8 0,-1 1-13 0,5 3-14 16,0 1-7-16,-1-1-8 0,0 1-25 0,2-1-4 15,-1 1-16-15,3 1-15 0,-1 1-11 0,1-2-17 0,0 0-10 16,0 0-14-16,0 1-22 0,0-2 2 0,-1-1-1 16,-4-2-23-16,5 4-57 0,-6-3 0 0,1-1 0 15,0-2 0-15,-4-2 0 0,1-1 0 0,-1 0 0 16,-1 2-80-16,0-3-61 0,-1-2-21 0,2 0-19 16,-5-1-29-16,3 3-50 0,-3-3-67 0,8-7-45 15,-4 2-37-15,-1 2-26 0,-1-3-28 0,2-2-30 16,-1 3-284-16,0-6-841 0,0 1 372 0</inkml:trace>
  <inkml:trace contextRef="#ctx0" brushRef="#br0" timeOffset="298069.0812">22471 9644 210 0,'1'-5'399'0,"0"-3"29"16,0-1 23-16,1 5 26 0,0-1 23 0,-2-1 14 15,0 3 15-15,0 3-9 0,2-5-23 0,-2 5-22 16,0-5-26-16,0 5-20 0,0 0-19 0,0 0-23 15,-2-5-28-15,2 5-22 0,0 0-2 0,0 0 4 16,0 0-193-16,-4 18-146 0,2-7 0 0,1 2 0 0,1-4 0 16,-2 6 0-16,-1 0 0 0,1-3 0 15,0 5 0-15,2-5 0 0,-1 3 0 0,-1 1 0 16,2 0 0-16,-2-3 0 0,2 3 0 0,0 3 0 16,0-2 0-16,-3-5 0 0,3-3 0 0,-1 3 0 15,2-1 0-15,-1-4 0 0,0 1 0 0,0 0 0 16,0-4 0-16,1 5 0 0,1-6 0 0,-2-1 0 15,0 2 0-15,2-1 0 0,-2-3 0 0,0 0 0 0,3 6 0 16,-3-6 0-16,10-3 0 0,-6-2-404 0,2 4-225 16,3-4-28-16,1 1-427 0,1-4-1174 0,0 3 519 15</inkml:trace>
  <inkml:trace contextRef="#ctx0" brushRef="#br0" timeOffset="298722.1156">22703 9831 462 0,'0'0'474'0,"4"-3"28"16,-4 3 29-16,0 0 21 0,0-4 11 0,0 4-7 15,0 0-28-15,0 0-20 0,4-3-32 0,-4 3-29 16,0 0-39-16,0 0-33 0,0 0-37 0,0 0-31 16,0 0-36-16,0 0-24 0,0 0-32 0,0 0-21 15,0 0-17-15,-3 11-117 0,3-6-60 0,3 4 0 16,-6-2 0-16,2 3 0 0,2 1 0 0,-1-3 0 15,0 5 0-15,4 2 0 0,-4 1 0 0,5-2 0 16,-5 1 0-16,1-2 0 0,2-3 0 0,1 2 0 16,-3-1 0-16,3-2 0 0,-3-2 0 0,2-2 0 15,-2 1 0-15,3-2 0 0,-3 1 0 0,4-2 0 16,-2 0 0-16,-1 0 0 0,5-3 0 0,-7 0 0 16,10-2 0-16,-2 0 0 0,-3-3 0 0,1 0 0 15,2-4 0-15,0 0 0 0,0-1 0 0,0-5 0 0,0 6 0 16,-2-3 0-16,2-3 0 0,-3 2 0 0,-1 6 0 15,0-4 0-15,0 4 0 0,-2 0 0 16,2 2 0-16,-3-1 0 0,3 1 0 0,-1 2 0 0,-2 0 0 16,0-1 0-16,-1 4 0 0,3-3 0 0,-3 3 0 15,4-3 0-15,-4 3 0 0,0 0 0 0,0 0 0 16,0 0 0-16,0 0 0 0,9 9 0 0,-2-4 0 16,1 0 0-16,2 4 0 0,-1-2 0 0,-1 1 0 15,-1 1 0-15,1-2 0 0,1 1 0 0,0 0 0 16,-3-2 0-16,-2-1 0 0,1-2 0 0,-1 1 0 15,0-2 0-15,1 0 0 0,-5-2 0 0,5 2 0 16,-5-2 0-16,0 0 0 0,0 0 0 0,9-6 0 16,-9-1 0-16,4-3 0 0,-3-2 0 0,1 1 0 15,-2-5 0-15,-2 1 0 0,1-1 0 0,0 1 0 16,-3 3 0-16,1 0 0 0,1 1 0 0,-1-1 0 16,2 2 0-16,-2 1 0 0,1-2 0 0,-2 5 0 15,3 0 0-15,-2 0 0 0,3 2 0 0,-1-2 0 16,-2 4 0-16,3 2 0 0,3-6 0 0,-3 6 0 15,0-4 0-15,0 4 0 0,0 0 0 0,0 0 0 16,-3-5 0-16,3 5 0 0,0 0 0 0,0 0 0 16,8 11 0-16,-4-6 0 0,-2 0 0 0,2-2 0 0,0 0-363 15,1 3-238-15,0-2-51 0,-1-2-445 0,1-2-1186 16,-5 0 525-16</inkml:trace>
  <inkml:trace contextRef="#ctx0" brushRef="#br0" timeOffset="299135.9952">23048 9458 3530 0,'0'-9'385'15,"0"-2"-125"-15,0 1-65 0,-1 1-15 0,1 3 44 16,-1-1 44-16,2 1 18 0,-1 1-6 0,1 0-7 16,1 2-9-16,-2-1-22 0,1-1-15 0,-1 5-16 15,2-4-15-15,-2 4-15 0,2-4-11 0,-2 4-12 16,0 0-5-16,0 0-8 0,15 8 6 0,-5-3 4 15,0 4-98-15,5 2-57 0,-2 3 0 0,4 7 0 16,1 4 0-16,-4-1 0 0,4 2 0 0,-4 3 0 0,0-1 0 16,-2 3 0-16,-2 0 0 0,1-3 0 15,-3 4 0-15,-3-2 0 0,-2 2 0 0,1 0 0 16,-6 0 0-16,1 0 0 0,-3 1 0 0,0 2 0 0,-2-1 0 16,-4 1 0-16,-8 7 0 0,0-10 0 0,1 0 0 15,-7-2 0-15,1-2 0 0,-9 10 0 16,8-12 0-16,-2-2 0 0,-2-3 0 0,1-2 0 0,-1-1 0 15,1-3 0-15,11-4 0 0,-1-1 0 0,4-3 0 16,1 0 0-16,3-2 0 0,1-2 0 0,2 0 0 16,1-1 0-16,2 0 0 0,-1-1 0 0,0 2 0 15,4-3 0-15,0 0 0 0,-4 2 0 0,4-2 0 16,0 0 0-16,0 0 0 0,0 0 0 0,0 0 0 16,0 0 0-16,0 0 0 0,9-11 0 0,-3 6 0 15,-1-1-30-15,1 0-549 0,2 0-60 0,2-3-519 16,1 0-1253-16,2-3 554 0</inkml:trace>
  <inkml:trace contextRef="#ctx0" brushRef="#br0" timeOffset="301621.9091">6855 10997 506 0,'0'-3'541'0,"0"3"22"16,0-6 11-16,0 3 17 0,2-2-8 15,-2 5-10-15,0-4-12 0,0 4-23 0,0-3-24 16,0 3-27-16,0-5-31 0,0 5-30 0,0 0-34 15,0 0-32-15,0 0-37 0,0 0-120 0,0 0-203 16,0 0 0-16,0 0 0 0,0 0 0 0,1 12 0 16,-1 0 0-16,-1-1 0 0,1 3 0 0,-2 2 0 15,2 1 0-15,-2 4 0 0,0-3 0 0,1 1 0 0,-1-1 0 16,-1 7 0-16,3-4 0 0,-2-1 0 0,2-1 0 16,-1 5 0-16,-2-5 0 0,3 0 0 0,-1-1 0 15,0-2 0-15,0 1 0 0,1-1 0 0,-2-3 0 16,4 0 0-16,-2 0 0 0,0-1 0 0,0-4 0 15,0 0 0-15,0 3 0 0,1-6 0 0,-2 1 0 16,2 0 0-16,-1-2 0 0,0 0 0 0,0 0 0 16,0-4 0-16,1 4 0 0,-1-4 0 0,0 0 0 15,0 0 0-15,0 0 0 0,0 0 0 0,0 0 0 16,9-9 0-16,-6 3 0 0,0 0-227 0,-1-2-315 16,1 0-43-16,0-4-41 0,0 3-410 0,-1-4-1121 15,-4-3 496-15</inkml:trace>
  <inkml:trace contextRef="#ctx0" brushRef="#br0" timeOffset="301991.0544">6838 11083 236 0,'1'-5'386'0,"2"-1"25"0,-2 1 13 0,1 3 21 16,0-3 5-16,-2 5-3 0,0-7-3 0,0 7-8 15,1-5-16-15,-1 5-4 0,2-2-15 0,-2 2-3 16,3-3-17-16,-3 3-6 0,0-4-15 0,0 4-14 15,0 0-22-15,0 0-21 0,0 0-20 0,0 0-18 16,0 0-26-16,0 0-238 0,0 0-1 0,0 0 0 16,0 0 0-16,11 9 0 0,-5-2 0 0,1 0 0 15,5 2 0-15,1 4 0 0,5 0 0 0,-5 0 0 16,7 3 0-16,-2 4 0 0,-1-8 0 0,4 8 0 16,-1-4 0-16,-4-2 0 0,2 4 0 0,-3-4 0 15,0-1 0-15,1 1 0 0,-6-2 0 0,4 0 0 16,-1-2 0-16,-4 1 0 0,1-2 0 0,-2-1 0 15,0-1 0-15,-3 1 0 0,1-3 0 0,-1 1 0 16,0 1 0-16,-1-3 0 0,0-1 0 0,1 3 0 16,-2-5 0-16,-1 3 0 0,-2-4 0 0,7 4 0 15,-7-4 0-15,2 1 0 0,-2-1 0 0,0 0 0 16,0 0 0-16,12-5 0 0,-10 1-273 0,1-1-229 0,-1 0-48 16,1-4-49-16,1 1-446 0,-2-2-1132 0,-1 0 502 15</inkml:trace>
  <inkml:trace contextRef="#ctx0" brushRef="#br0" timeOffset="302339.2626">7283 11029 175 0,'6'-12'405'0,"-6"0"19"0,1 1 25 16,1 5 23-16,-2-4 19 0,2 3 13 0,-2 1-2 0,0-1-2 16,2 2-7-16,-4 1-6 0,4 1-9 0,-4-2-22 15,2 5-24-15,2-5-27 0,-2 5-32 0,-2-5-31 16,2 5-33-16,0 0-25 0,0 0-74 0,0 0-210 15,-5 11 0-15,1-4 0 0,1 1 0 0,0 4 0 16,-1-1 0-16,2 5 0 0,-1 2 0 0,2 0 0 16,0 8 0-16,-1-5 0 0,2-3 0 0,-1 8 0 0,0-7 0 15,-1 6 0-15,1-6 0 0,0 0 0 16,-1 1 0-16,0-2 0 0,1-1 0 0,1-1 0 16,-3 2 0-16,2-6 0 0,0 5 0 0,-1-5 0 15,2 0 0-15,-1-5 0 0,1 1 0 0,0-2 0 16,0 2 0-16,1-4 0 0,-1 0 0 0,0-2 0 15,0 4 0-15,2-2 0 0,-2-4 0 0,1 3 0 16,-1-3 0-16,0 0 0 0,0 0 0 0,0 0 0 0,0 0 0 16,15-10 0-16,-7 2 0 0,-5 3-369 0,2-5-335 15,2 4-483-15,-2-6-1285 0,0 4 568 16</inkml:trace>
  <inkml:trace contextRef="#ctx0" brushRef="#br0" timeOffset="303007.7298">7496 11248 360 0,'4'-2'460'0,"-4"2"23"0,5-4 24 15,-5-1 19-15,0 5 7 0,0-4 2 0,0 4-4 16,0-5-14-16,0 5-8 0,0-5-14 0,0 5-11 16,-2-6-22-16,0 4-14 0,2 2-31 0,0 0-31 15,2-5-32-15,-2 5-170 0,0 0-184 0,0 0 0 16,0 0 0-16,0 0 0 0,0 0 0 0,0 0 0 15,0 0 0-15,0 0 0 0,3 16 0 0,-1-9 0 16,0 3 0-16,0-2 0 0,0 2 0 0,-2 0 0 16,4 1 0-16,-4 0 0 0,1 1 0 0,-1-1 0 15,0 2 0-15,2-5 0 0,0 3 0 0,-2 0 0 16,1-4 0-16,2 3 0 0,-3-2 0 0,0 0 0 16,0-2 0-16,5-1 0 0,-5-1 0 0,0 0 0 15,0-1 0-15,0-3 0 0,1 7 0 0,-1-5 0 0,0-2 0 16,4 3 0-16,-4-3 0 0,0 0 0 0,0 0 0 15,9-7 0-15,-5 2 0 0,-3 0 0 0,4-1 0 16,3-1 0-16,-3-3 0 0,-1 3 0 0,4-3 0 16,-2 5 0-16,2-4 0 0,-3 2 0 0,1 0 0 15,-2 1 0-15,0 1 0 0,1 4 0 0,0-5 0 16,0 4 0-16,-4-1 0 0,5 2 0 0,-6 1 0 16,9 0 0-16,-9 0 0 0,11 4 0 0,-5-3 0 15,0 1 0-15,0 3 0 0,-1-4 0 0,3 4 0 16,-2-1 0-16,-1 3 0 0,0-4 0 0,1 3 0 15,-1 0 0-15,2-1 0 0,-3 0 0 0,2 0 0 16,0 2 0-16,-3-5 0 0,5 4 0 0,-6-3 0 16,5 0 0-16,-6-1 0 0,3 0 0 0,-4-2 0 15,8 2 0-15,-8-2 0 0,0 0 0 0,0 0 0 16,11-6 0-16,-7 2 0 0,1-4 0 0,-1-1 0 16,0-1 0-16,1-5 0 0,0 0 0 0,0-2 0 15,-2 2 0-15,-2-4 0 0,2 1 0 0,-2-1 0 0,0 2 0 16,-1 5 0-16,0 3 0 0,-1-3 0 0,2 0 0 15,-1 5 0-15,0-4 0 0,-1 5 0 16,0-1 0-16,-2 1 0 0,3 0 0 0,0 2 0 16,-4 1 0-16,4-1 0 0,0 4 0 0,-1-6 0 0,1 6 0 15,-1-3 0-15,1 3 0 0,0 0 0 0,0 0 0 16,0 0 0-16,0 0 0 0,0 0 0 0,0 0 0 16,18 8 0-16,-12-4 0 0,5-1 0 0,2 0 0 15,1 2 0-15,3 0-181 0,1-1-522 0,-5 1-516 16,1-1-1318-16,-3-1 583 0</inkml:trace>
  <inkml:trace contextRef="#ctx0" brushRef="#br0" timeOffset="303247.7002">8134 11225 256 0,'5'1'442'0,"-5"-1"32"0,0 0 28 0,3 3 27 15,-3-3 13-15,0 0-10 0,0 0-10 0,0 0-16 16,0 0-29-16,11-7-28 0,-10 3-28 0,-1 4-35 15,8-4-38-15,-3 1-35 0,3 0-32 0,-1-2-29 0,3 1-22 16,1 1-25-16,2 0-24 0,1-1-18 0,-3 0-26 16,2 0-94-16,-1 2-43 0,0 1 0 0,0-2 0 15,-3 1 0-15,2 1-106 0,-4 0-64 0,-1-2-56 16,-2 2-56-16,-4 1-57 0,10 0-25 0,-10 0-20 16,0 0-32-16,4 4-32 0,-4-4-29 15,0 0-354-15,-14 8-898 0,5-4 397 0</inkml:trace>
  <inkml:trace contextRef="#ctx0" brushRef="#br0" timeOffset="303531.8152">8142 11330 109 0,'-3'4'313'0,"1"1"16"15,0 0 30-15,1-2 51 0,0-1 30 0,1-2 30 16,-4 5 22-16,1-2 11 0,3-3-2 0,0 4-12 16,0-4-9-16,-1 4-14 0,1-4-15 0,0 0-17 15,0 0-23-15,0 0-26 0,5 1-23 0,-5-1-23 16,10 0-27-16,-2 0-176 0,-8 0-136 0,14 0 0 15,-5-1 0-15,2 1 0 0,-3-1 0 0,4-2 0 16,-1 2 0-16,-2-2 0 0,0 3 0 0,5-3 0 16,-6 2 0-16,2-2 0 0,1 2 0 0,1 0 0 15,-2 0 0-15,-1 1 0 0,-2 0 0 0,-2-3 0 16,1 3 0-16,-6 0 0 0,9-2 0 0,-4 2 0 16,-5 0 0-16,0 0 0 0,8-1 0 0,-8 1 0 0,0 0 0 15,5-1 0-15,-5 1 0 0,0 0 0 16,0 0 0-16,5-3 0 0,-5 3-37 0,0 0-501 15,0 0-50-15,0 0-48 0,1-3-430 0,-1 3-1154 16,0 0 511-16</inkml:trace>
  <inkml:trace contextRef="#ctx0" brushRef="#br0" timeOffset="306359.8819">9761 10896 151 0,'0'0'226'0,"0"-5"-3"0,0 0 3 0,0 5-3 16,-4-6 14-16,4 4 5 0,-1-2 23 0,-2-2 8 15,3 2 37-15,0 4 25 0,-4-9 39 0,3 5 12 0,1 0 11 16,-2-1 0-16,2 0 12 0,-3-1-6 0,3 3-4 16,0 0 6-16,0 3-2 0,0-6-8 15,0 1-4-15,0 5-17 0,0-4-14 0,0 4-27 0,0 0-279 16,-1-5-54-16,1 5 0 0,0 0 0 0,0 0 0 15,0 0 0-15,0 0 0 0,0 0 0 0,0 0 0 16,0 0 0-16,-3 21 0 0,6-10 0 0,-3 1 0 16,0 4 0-16,0 2 0 0,0 3 0 0,0-2 0 15,0 7 0-15,1-6 0 0,-2 5 0 0,1 0 0 16,-3-7 0-16,3 3 0 0,3-3 0 0,-3 0 0 16,1-4 0-16,-1 4 0 0,0-6 0 0,3 0 0 15,-3 0 0-15,0-1 0 0,0-2 0 0,2 1 0 16,-2-4 0-16,0 0 0 0,0 1 0 0,1-2 0 15,2-2 0-15,-3 4 0 0,1-4 0 0,-1 2 0 16,3-4 0-16,-3-1 0 0,-3 7 0 0,3-7 0 16,0 0 0-16,0 0 0 0,0 0 0 0,0 0 0 15,0 0 0-15,0 0 0 0,0 0 0 0,0 0 0 16,4-16-195-16,-5 8-318 0,-2 2-44 0,3-5-35 16,-4 3-41-16,1-5-318 0,-5-2-1029 0,4 1 456 15</inkml:trace>
  <inkml:trace contextRef="#ctx0" brushRef="#br0" timeOffset="306727.9244">9438 10880 322 0,'-7'-1'386'0,"2"-3"40"0,0 0 11 0,0 1 14 15,0 0 9-15,0 2-6 0,1-1-5 0,4 2-18 16,-7-2-10-16,7 2-13 0,-3-2-11 0,3 2-19 15,-3-3-16-15,3 3-19 0,0 0-15 0,0 0-15 16,0 0-15-16,0 0-21 0,0 0-14 0,0 0-22 16,0 0-22-16,0 0-92 0,6-5-127 0,2 2 0 15,6 2 0-15,4-6 0 0,2 4 0 0,11-4 0 16,2 2 0-16,7-2 0 0,10-3 0 0,1 0 0 16,0 0 0-16,4 2 0 0,-4 1 0 0,-14 1 0 15,15 1 0-15,-17 0 0 0,1-2 0 0,-8 6 0 16,3-5 0-16,-15 5 0 0,2-3 0 0,-8 2 0 15,2-1 0-15,-4 1 0 0,-2 3 0 0,-1-3 0 0,-1-1 0 16,-4 3 0-16,10-1 0 0,-10 1 0 16,5 0 0-16,-5 0 0 0,0 0 0 0,0 0 0 15,0 0 0-15,0 0-69 0,4 5-450 0,-4-5-75 16,-4 11-74-16,2-8-390 0,-4 2-1144 0,3 3 507 16</inkml:trace>
  <inkml:trace contextRef="#ctx0" brushRef="#br0" timeOffset="307127.9171">10106 11123 114 0,'0'0'438'0,"0"0"13"0,0 0-2 15,0 0 2-15,0 0-15 0,0 0-26 0,1-13-25 16,-1 13-22-16,4-5-24 0,-4 5-16 0,4-6-22 15,2 3-3-15,-2 1-31 0,-1-1-20 0,-1 1-28 16,2-1-20-16,-4 3-25 0,9-3-15 0,0 3-13 16,-4-2-21-16,-5 2-7 0,13 2-26 0,-4 0 2 0,-3 0-11 15,-1 1-6-15,3 0 1 0,-3 1-14 16,-1 0-7-16,3 0-3 0,-4 3-7 0,2-1-4 16,-3 1-1-16,-1 0-5 0,-4 2-1 0,1 0 0 0,-1-1-4 15,-2-1-7-15,-4 2 6 0,0-2-4 16,0-1-4-16,-1 3 0 0,-3-6-5 0,4 2 15 15,-1 1 12-15,-1-2 10 0,4-3 34 0,-6-1 14 0,7 1 10 16,-2-1 0-16,8 0 0 0,-9-5-17 0,2 2-96 16,2-4 0-16,1 4 0 0,1-8 0 15,1 3 0-15,0-3 0 0,5 0 0 0,-1 0 0 0,4-7 0 16,4 4 0-16,0-1 0 0,2 1-189 0,1 1-146 16,9-6-68-16,4 7-61 0,-7 0-58 0,5-3-43 15,1 6-388-15,-6 0-1031 0,1 1 457 0</inkml:trace>
  <inkml:trace contextRef="#ctx0" brushRef="#br0" timeOffset="307444.2702">10465 10890 243 0,'0'-9'440'0,"1"3"39"16,-2-4 20-16,0 5 28 0,-1-4 24 0,1 2 13 15,0 0-4-15,0-2-5 0,-3 2-10 0,4 3-13 0,0-3-24 16,0 2-29-16,-1 2-40 0,1 3-42 0,-2-6-34 15,2 6-39-15,-1-3-138 0,1 3-186 0,0 0 0 16,0 0 0-16,1 14 0 0,2-3 0 16,1 0 0-16,-2 2 0 0,2 5 0 0,-3-2 0 0,2 4 0 15,-1-1 0-15,0 5 0 0,-2 1 0 0,1-7 0 16,-1 1 0-16,-1 1 0 0,-1 0 0 16,2-3 0-16,0 1 0 0,-1-1 0 0,-1-2 0 0,0-4 0 15,2-2 0-15,-1 1 0 0,0-2 0 0,1-1 0 16,0 0 0-16,0-3 0 0,-2 1 0 0,1-1 0 15,1-4 0-15,1 6 0 0,-1-6 0 0,0 2 0 16,0-2 0-16,0 0 0 0,0 0-394 0,9-9-167 16,-6 6-30-16,-2-2-23 0,2 2-392 0,-3-3-1088 15,1 0 481-15</inkml:trace>
  <inkml:trace contextRef="#ctx0" brushRef="#br0" timeOffset="307646.7049">10387 11085 80 0,'-5'-1'370'15,"5"1"26"-15,-4-4 44 0,4 4 36 0,-8-2 25 16,8 2 21-16,-2-5 19 0,-1 0-28 0,3 5-16 16,-1-3-34-16,1-1-38 0,0 4-49 0,5-8-37 15,-1 4-50-15,5-1-13 0,1 0-26 0,8-1-30 0,-1 2-21 16,-1-3-42-16,5-1-54 0,6 2-51 0,-7 1-63 16,-1-1-62-16,-3 3-57 0,1-3-61 0,1 0-59 15,-5 2-61-15,0 1-45 0,0 1-38 0,-4-2-45 16,1 0-29-16,4 3-15 0,-9 1-248 0,3 0-789 15,-2-3 349-15</inkml:trace>
  <inkml:trace contextRef="#ctx0" brushRef="#br0" timeOffset="308361.8416">10712 10971 28 0,'0'0'84'0,"0"0"43"15,2 4 38-15,-2-4 33 0,0 0 35 0,0 0 28 16,4 1 8-16,-4-1 11 0,0 0 22 0,0 0 26 16,0 0 11-16,0 0 4 0,4-6-1 0,-4 6-7 15,0 0-10-15,0 0-13 0,3-3-16 0,-3 3-32 16,0 0-16-16,7-3-33 0,-3 0-25 0,-4 3-23 15,6-1-12-15,-6 1-15 0,9 0-16 0,-3 4-17 16,-1-3-7-16,2 3-8 0,-2 0-10 0,0-1-5 16,4 3-5-16,-1 1-9 0,-7 0-7 0,4 1-4 15,-2-1-4-15,1 3 4 0,-3 0-12 0,-2 1 1 16,-3-3-12-16,0 3-7 0,-1-4 8 0,-3 3-3 0,-1-1-4 16,0 0 4-16,-1-1-8 0,1-2-3 15,-1 1 1-15,-3-4-2 0,4 0 0 0,3-1-2 16,-2-2 2-16,1 0 1 0,7 0-5 0,-9-5 5 15,5 0 2-15,1-2 2 0,3 1 16 0,2-5 7 16,0 1-2-16,2 0 3 0,1-1-3 0,3-1-7 16,-2 1-2-16,6 0-2 0,-3 0 1 0,1 2-13 15,-2 0 17-15,7 1 2 0,-8 2 2 0,2 1-3 16,-2 2 3-16,-2 1-9 0,1 0 2 0,6 2-9 16,-12 0 20-16,10 3-4 0,-6 1-2 0,2 1-5 15,-2 1 1-15,1 1-1 0,-1 2-5 0,0 0-1 0,1 0-26 16,-2-1 0-16,-2 4 0 0,4-5 0 0,-4 4 0 15,2-1 0-15,-2-3 0 0,3-1 0 0,0 0 0 16,-3 0 0-16,2 0 0 0,3 0 0 0,3 3 0 16,0-5 0-16,0 0 0 0,4-3 0 0,-1 3 0 15,2-3 0-15,-1-2 0 0,0-3 0 0,6 3 0 16,0-3 0-16,-2-3 0 0,1-2 0 0,-3 1 0 16,3-4 0-16,-1-1 0 0,-2-1 0 0,-1-1 0 15,5-5 0-15,0 1 0 0,-5-2 0 0,-4 5 0 16,2-2 0-16,-3-1 0 0,0-3 0 0,-5 5 0 15,2-2 0-15,-2 3 0 0,-4 4 0 0,0-1 0 0,0 5 0 16,-2-4 0-16,2 5 0 0,-2 2 0 16,1-2 0-16,-3 4 0 0,3-2 0 0,-3 1 0 15,2 2 0-15,-4-1 0 0,6 3 0 0,0 0 0 0,-10 6 0 16,5 2 0-16,0 0 0 0,1 3 0 0,-2 5 0 16,3 2 0-16,-1 1 0 0,2 6 0 15,-2 1 0-15,3-1 0 0,-1-1 0 0,0 2 0 0,1-7 0 16,2 3 0-16,1-4 0 0,1 0 0 0,-1-2 0 15,2 0 0-15,0 0 0 0,0-5 0 0,1-2 0 16,2 2 0-16,1-1 0 0,4-3 0 0,-2 0 0 16,7 0 0-16,-7-2 0 0,4-5 0 0,-2 0 0 15,-1 0 0-15,2-1 0 0,-3-4 0 0,2-1 0 16,-5 0 0-16,2-1 0 0,-5-1-336 0,-3 0-231 16,2-2-71-16,-6 2-471 0,1-4-1200 0,-3 2 531 15</inkml:trace>
  <inkml:trace contextRef="#ctx0" brushRef="#br0" timeOffset="308915.5286">12170 10912 324 0,'0'-6'442'0,"4"0"8"0,-3 3 14 0,-1-2 4 16,0-1 5-16,1 1-6 0,-1 3-4 0,2-2 0 0,-2-2-12 16,0 6-9-16,0-7-5 0,1 5-4 0,-1 2-21 15,0-6-22-15,0 6-37 0,0 0-35 16,0 0-39-16,0-4-23 0,0 4-24 0,0 0-58 0,0 0-174 15,6 14 0-15,-3-3 0 0,1-1 0 0,-2 3 0 16,2 5 0-16,-1-3 0 0,1 3 0 0,-3 0 0 16,1-2 0-16,-2 2 0 0,-1 0 0 15,0 2 0-15,0-1 0 0,-3-1 0 0,1 2 0 0,-2-8 0 16,2 1 0-16,1 1 0 0,-1-5 0 0,1 0 0 16,-2-4 0-16,4 1 0 0,0-2 0 0,-1 1 0 15,1-5 0-15,0 5-197 0,0-5-230 0,0 0-38 16,0 0-38-16,0 0-17 0,0 0-8 0,6-14-6 15,-6 8-303-15,-1-3-905 0,1-2 400 0</inkml:trace>
  <inkml:trace contextRef="#ctx0" brushRef="#br0" timeOffset="309164.2904">12130 10975 272 0,'0'-7'299'0,"-1"0"19"0,1 3 14 0,0-4 22 16,0 5 24-16,0-2 23 0,0 1 18 0,0 4 11 0,0-4 1 15,0 4-1-15,0-5-4 0,0 1-11 16,0 4-13-16,0 0-10 0,1-5-18 0,-1 5-28 15,0 0-30-15,4-3-31 0,-4 3-31 0,12 2-5 0,-1 1-14 16,1 0-15-16,4 3-19 0,-3-2-189 0,4 3-12 16,1 1 0-16,-1 0 0 0,10 4 0 0,-9-3 0 15,0 1 0-15,-1-1 0 0,-2 1 0 0,2 0 0 16,-2 1 0-16,-3-4 0 0,1 2 0 0,3 0 0 16,-3-2 0-16,-3-2 0 0,0 1 0 0,1-1 0 15,-1-1-23-15,-3-1-285 0,0-2-26 0,1 0-52 16,-2 0-31-16,0 0-39 0,-1-1-39 0,-5 0-44 15,9-4-334-15,-8 0-944 0,3 0 417 0</inkml:trace>
  <inkml:trace contextRef="#ctx0" brushRef="#br0" timeOffset="309446.6772">12477 10861 150 0,'1'-6'411'15,"-1"-2"35"-15,1 4 14 0,-2 0 26 0,2 1 16 0,1-2 16 16,-2 5-4-16,1-5 2 0,0 2-22 0,-1-2-19 15,0 5-27-15,1-4-18 0,-1 4-38 0,0 0-26 16,0 0-36-16,0 0-34 0,0 0-30 16,0 0-26-16,0 0-10 0,0 0-9 0,0 0-221 0,3 12 0 15,-3-5 0-15,6 3 0 0,-6 1 0 0,0 0 0 16,0 3 0-16,3 3 0 0,-3-5 0 16,1 4 0-16,-1 1 0 0,0 0 0 0,1 1 0 0,1-1 0 15,-2 0 0-15,-2 1 0 0,2-7 0 0,4 7 0 16,-4-3 0-16,-2-3 0 0,4 0 0 0,-2-1 0 15,0-3 0-15,1 2 0 0,2-3 0 0,-2-2 0 16,3 0 0-16,0-3-474 0,4 1-153 0,-2-1-56 16,0-4-386-16,2 1-1156 0,2-2 512 0</inkml:trace>
  <inkml:trace contextRef="#ctx0" brushRef="#br0" timeOffset="310132.2273">12718 11026 315 0,'4'-5'411'0,"-4"5"4"0,0-7-4 0,0 3-3 15,0 4-14-15,3-6-19 0,-3 2-17 16,0 4-13-16,2-4-15 0,-2 4-11 0,0-5-14 0,2 2-19 16,0 0-15-16,-2 3-14 0,5-7-18 0,-4 5-14 15,3 0-15-15,0-2-10 0,-3 1-14 0,3 0-6 16,1-1-9-16,0 2-8 0,3-1-10 0,-3 1-21 15,3 0-10-15,-2 2-12 0,2-2-8 0,2 2-11 16,-1 2-15-16,0 0-2 0,0 0-13 0,1 1-8 16,-1 3 4-16,0 1-4 0,-4-2-6 0,3 2 0 15,-2 2-16-15,-3 0 5 0,1 4 5 0,-2-2-12 16,-2-1-8-16,-1 3 6 0,-4 3-2 0,-4-4-3 16,2 2-15-16,-4-1-7 0,-1-2 0 0,-3 0 0 0,1-1 0 15,1-3 0-15,3-2 0 0,-3-1 0 16,4 0 0-16,-5-2 0 0,4-1 0 0,2-2 0 15,-4-1 0-15,5 1 0 0,1-4 0 0,-1 0 0 0,1-2 0 16,1-4 0-16,1 2 0 0,2-4 0 0,3 2 0 16,0-2 0-16,3-1 0 0,0 5 0 15,3-5 0-15,-2 1 0 0,3 4 0 0,1-4 0 0,3 5 0 16,-1 0 0-16,3 1 0 0,0 1 0 0,3 2-229 16,1 0-252-16,-5 7-51 0,1-4-60 0,-4 3-468 15,1-1-1148-15,1 2 508 0</inkml:trace>
  <inkml:trace contextRef="#ctx0" brushRef="#br0" timeOffset="310353.7069">13058 11073 31 0,'0'0'477'0,"7"0"17"0,-7 0 44 0,5 2 30 16,-5-2 13-16,6 1 3 0,-6-1-8 0,0 0-18 15,0 0-28-15,6-3-36 0,-6 3-43 0,0 0-46 0,0 0-42 16,0 0-37-16,0 0-45 0,0 0-63 0,0 0-77 15,0 0-81-15,3-5-89 0,-3 5-97 16,0 0-76-16,1-2-94 0,-1 2-85 0,5-2-83 16,1-1-83-16,4 0-392 0,0-2-1016 0,9 0 449 0</inkml:trace>
  <inkml:trace contextRef="#ctx0" brushRef="#br0" timeOffset="310701.717">13576 10958 316 0,'0'0'432'0,"6"-4"20"0,-6 4 23 16,0-3 18-16,0 3 11 0,0-4-19 0,0 4-3 0,1-4-23 15,-1 4-20-15,0-4-15 0,0 4-24 0,2-5-21 16,-1 1-29-16,-1 4-25 0,0 0-28 0,0-4-26 16,0 4-26-16,0 0-22 0,3-4-26 0,-3 4-23 15,3-1-19-15,-3 1-18 0,9 0-60 0,-9 0-77 16,13 3 0-16,-4 1 0 0,1-1 0 0,-1 2 0 15,0 1 0-15,0 1 0 0,-4-1 0 0,4 3 0 0,-5-2 0 16,1 1 0-16,-1 2 0 0,0-3 0 16,-3 3 0-16,-1-1 0 0,-1 2 0 0,-3-2 0 15,-1 0 0-15,-3 0 0 0,-1 3 0 0,-1-5 0 16,0 1 0-16,-8 2 0 0,1-1 0 0,-1-1 0 16,4-1 0-16,-4-3 0 0,4-1 0 0,2-1 0 15,1-2 0-15,4 0 0 0,-5 0 0 0,5-3 0 16,1 0 0-16,0-6 0 0,2 3 0 0,2-5 0 0,2 0 0 15,3-3 0-15,5-1 0 0,0 0 0 16,7 1 0-16,3-5 0 0,4 3-8 0,-1-1-330 16,7 1-59-16,2 3-49 0,-2 1-45 0,3-1-43 0,-1 2-25 15,-3 0-344-15,0-3-979 0,1 3 433 0</inkml:trace>
  <inkml:trace contextRef="#ctx0" brushRef="#br0" timeOffset="311049.669">13961 10746 228 0,'-4'-11'346'0,"0"5"28"0,-1-6 31 16,1 2 27-16,-1-1 38 0,-2 2 32 0,1 0 21 16,1 0 12-16,-3-2-9 0,4 4-8 0,-2 2-5 15,5 0-15-15,-3 1-15 0,0 2-23 0,0-2-39 16,4 2-30-16,0 2-37 0,-4-3-142 0,4 3-212 16,0 0 0-16,-5 10 0 0,4-2 0 0,2 5 0 15,-1 5 0-15,0 9 0 0,5 2 0 0,-1 2 0 16,0 1 0-16,0 3 0 0,1 0 0 0,4 12 0 15,-3-11 0-15,3 10 0 0,-4-10 0 0,7 10 0 0,-8-13 0 16,1 1 0-16,0-1 0 0,-2 0 0 0,3-1 0 16,-4-1 0-16,0-3 0 0,0-1 0 15,1 1 0-15,-2-2 0 0,-2-5 0 0,1-2 0 0,0-1 0 16,-2-1 0-16,4-5 0 0,-2 0 0 0,1-2 0 16,0-1 0-16,-1-4 0 0,0 1 0 15,2 0 0-15,-1-4 0 0,-2 2 0 0,1-4 0 0,1 5 0 16,-1-5 0-16,0 0 0 0,0 0 0 0,1-15 0 15,2 7 0-15,-5 1-601 0,6-6-62 0,-4 2-492 16,2-5-1250-16,-4 4 552 0</inkml:trace>
  <inkml:trace contextRef="#ctx0" brushRef="#br0" timeOffset="311275.6415">13908 11273 19 0,'-1'-2'394'15,"-3"-1"24"-15,4-1 40 0,0 4 40 0,-1-6 44 16,1 6 38-16,0-6 16 0,0 2 0 0,0 4-11 15,1-4-9-15,-1 4-24 0,4-9-35 0,-3 7-48 16,4-3-41-16,0 0-39 0,4-2-38 0,8-1-128 0,-2 0-223 16,2 2 0-16,2-2 0 0,0 1 0 15,0 1 0-15,-1 0 0 0,0 1 0 0,-1-1 0 16,-1 0 0-16,-3 2 0 0,0 0 0 0,-4 0 0 0,0 2 0 16,2-1 0-16,-3 2 0 0,-4-1 0 0,0 0 0 15,-1 0 0-15,1 1 0 0,-4 1 0 0,0 0 0 16,7-4 0-16,-7 4-484 0,0-3-217 15,0 3-467-15,-8-4-1265 0,4-2 560 0</inkml:trace>
  <inkml:trace contextRef="#ctx0" brushRef="#br0" timeOffset="313133.3939">14975 10772 162 0,'-1'-6'445'0,"1"-2"28"0,0-1 21 0,-1 4 20 16,1-2 3-16,0 0 3 0,-3 1-13 0,3 0-11 16,0 2-12-16,0 0-11 0,0 0-19 0,0-2-21 15,0 6-29-15,0-4-32 0,0 4-38 0,0 0-32 16,0-4-31-16,0 4-31 0,0 0-22 0,0 0-140 16,0 0-78-16,0 0 0 0,4 22 0 0,-3-5 0 15,3 1 0-15,2 7 0 0,-2 3 0 0,0-4 0 16,-1 5 0-16,0-2 0 0,0 2 0 0,1 0 0 0,-2 0 0 15,0-2 0-15,-1-1 0 0,0 0 0 16,2-2 0-16,-3-5 0 0,-3 2 0 0,3-5 0 0,0 0 0 16,-1-4 0-16,1-3 0 0,0 1 0 15,0 0 0-15,1-3 0 0,-2-1 0 0,0-3 0 16,-1 4 0-16,4-5 0 0,-2-2 0 0,0 0 0 0,-4 4 0 16,4-4 0-16,0 0-462 0,-8-13-122 0,3 9-55 15,0-8-446-15,-4-1-1174 0,0-5 519 0</inkml:trace>
  <inkml:trace contextRef="#ctx0" brushRef="#br0" timeOffset="313483.6466">14763 10731 389 0,'0'-9'481'0,"0"-2"26"0,0 1 42 15,0 1 20-15,0-4 6 0,3 3-3 0,0-2-12 0,-1 1-24 16,0 0-29-16,2 0-28 0,1 0-34 0,-1 2-36 15,5-2-34-15,2-3-30 0,2 2-34 16,2 2-28-16,4-1-27 0,7 2-213 0,2 0-43 0,8 0 0 16,0 1 0-16,4 4 0 0,10 0 0 0,-12 4 0 15,1 0 0-15,1 4 0 0,-3 1 0 0,-1 2 0 16,-2 2 0-16,-7-2 0 0,0 2 0 0,-8 2 0 16,-5-3 0-16,3 3 0 0,-7 3 0 0,0-1 0 15,-6-2 0-15,1 5 0 0,-3 0 0 0,-5 1 0 16,-5 2 0-16,-7 5 0 0,-8 0 0 0,1-4 0 15,-6 4 0-15,-4-5 0 0,-12 8 0 0,13-9 0 16,-2 0 0-16,-1-4 0 0,5 0 0 0,2-2 0 16,9-5 0-16,0 3 0 0,7-5 0 0,1 1 0 15,3-2 0-15,1-4 0 0,2 4 0 0,1 1 0 16,6-1-120-16,2 0-431 0,5 0-76 0,8 0-58 16,1 0-350-16,-2-1-1121 0,3 3 496 0</inkml:trace>
  <inkml:trace contextRef="#ctx0" brushRef="#br0" timeOffset="314419.0383">15293 11061 46 0,'0'-3'437'16,"2"-2"2"-16,-1 1 16 0,-1 4 4 0,2-7 1 15,1 2-2-15,-2 0-16 0,1 2-24 0,0-1-17 16,-2 4-21-16,0-6-22 0,3 2-20 0,-3 1-26 15,0 3-24-15,4-4-39 0,-4 4-18 0,2-2-28 16,-2 2-28-16,5-2-16 0,-5 2-27 0,0 0 2 16,16 3-15-16,-9 0-12 0,-3-1-17 0,0 3-3 15,2-1-14-15,-1 1-4 0,3 1-11 0,-3 4 4 16,-1-4-16-16,2 3 3 0,-2-1-6 0,0 2-5 16,0-2-6-16,-4 2 5 0,0-1-12 0,-3-3 6 15,2 4-13-15,0-5 7 0,-3 3 2 0,-4-1-8 16,3 1 1-16,-1-4-2 0,-2 2-4 0,-2-1 0 15,1-1 0-15,-3 0-5 0,7-1 5 0,-5-2 10 16,2 1-3-16,3-2-8 0,5 0-12 0,-9-4-1 0,2 0 0 16,3-1 0-16,1 0 0 0,1-2 0 0,0 0 0 15,1-1 0-15,1-4 0 0,3 1 0 0,1-2 0 16,1 1 0-16,2 1 0 0,2-3 0 0,-2 2 0 16,4 1 0-16,-2 1 0 0,-2 2 0 0,2 1 0 15,-1 0 0-15,0 1 0 0,0 2 0 0,-2 3 0 16,3-2 0-16,-4 2 0 0,4 0 0 0,-2 1 0 15,-1 0 0-15,4 2 0 0,-2 1 0 0,1 2 0 16,0 0 0-16,-2 1 0 0,1 1 0 0,-1 3 0 16,-1-4 0-16,0 3 0 0,-1-2 0 0,0 3 0 15,1 0 0-15,-4-1 0 0,1 0 0 0,-1 0 0 16,1-3 0-16,-1 0 0 0,0 2 0 0,-2-3 0 16,2-2 0-16,-1 1 0 0,-1 1 0 0,0-2 0 0,0-3 0 15,0 4 0-15,0-4 0 0,0 0 0 16,0 4 0-16,0-4 0 0,0 0 0 0,0 0 0 15,0 0 0-15,0 0 0 0,0 0 0 0,-5-14 0 0,5 8 0 16,-2 3 0-16,-1-3 0 0,1-1 0 0,2 1 0 16,-2 0 0-16,1 1 0 0,1-1 0 0,0 0 0 15,1 1 0-15,2 1 0 0,-4-3 0 0,6 2 0 16,-3-2 0-16,3 2 0 0,1 0 0 0,1-1 0 16,0 2 0-16,1 0 0 0,0 0 0 0,-3 0 0 15,3 0 0-15,-2 1 0 0,-1 1 0 0,3-2 0 16,-3 3 0-16,3-2 0 0,-2 2 0 0,-2-1 0 15,4 1 0-15,-3-2 0 0,3 2 0 0,-1 1 0 16,-3-2 0-16,5 2 0 0,-4-1 0 0,0 0 0 0,-5 1 0 16,10-1 0-16,-10 1 0 0,6-3 0 15,-6 3 0-15,0 0 0 0,5-1 0 0,-5 1 0 16,0 0 0-16,0 0 0 0,0 0 0 0,2-2 0 0,-2 2 0 16,0 0 0-16,0 0 0 0,0 0 0 0,0 0 0 15,-20 1 0-15,20-1 0 0,-12 0 0 16,7-1 0-16,5 1 0 0,-9 0 0 0,9 0 0 0,-10 0 0 15,10 0 0-15,-5-2 0 0,5 2 0 0,0 0 0 16,0 0 0-16,-9-1 0 0,9 1 0 0,0 0 0 16,0 0 0-16,0 0 0 0,0 0 0 0,0 0 0 15,0 0 0-15,26 0 0 0,-21 1 0 0,-5-1 0 16,7 0 0-16,-7 0 0 0,8 2 0 0,-8-2 0 16,4 0 0-16,1 2 0 0,-5-2 0 0,0 0 0 15,8 1 0-15,-8-1 0 0,5 0-43 0,-5 0-172 16,5 1-18-16,-5-1-42 0,0 0-44 0,13-1-46 15,-10 0-50-15,-3 1-41 0,11-4-77 0,-9 3-357 16,2-3-964-16,0 2 427 0</inkml:trace>
  <inkml:trace contextRef="#ctx0" brushRef="#br0" timeOffset="314905.5641">15704 10978 177 0,'0'0'222'0,"0"0"-8"0,0 0-11 15,0 0-17-15,0 0-22 0,0 0-16 0,0 0-12 16,0 0-15-16,1-4-14 0,-1 4-9 0,0 0-11 0,0 0-13 16,0 0-4-16,0 0-5 0,0 0-8 0,0 0-7 15,0 0-7-15,0 0 0 0,0 0-8 16,0 0 0-16,0 0-1 0,0 0-6 0,0 0-7 16,10-1 2-16,-10 1-8 0,0 0 5 0,0 0-8 0,0 0-3 15,0 0-17-15,5 3-17 0,-5-3-22 0,0 0-24 16,0 0-29-16,5 2-31 0,-5-2-29 0,0 0-35 15,5 1-99-15,-5-1-318 0,0 0 141 0</inkml:trace>
  <inkml:trace contextRef="#ctx0" brushRef="#br0" timeOffset="315306.1078">15977 10741 124 0,'0'-8'485'0,"1"5"35"0,-1 3 33 0,-1-6 21 0,1 1 16 16,0 0-3-16,0 5-23 0,0-6-14 0,0 6-20 16,-3-6-24-16,3 3-25 0,0 3-34 15,0 0-37-15,0 0-50 0,-1-5-24 0,1 5-32 0,0 0-46 16,0 0-246-16,0 0-12 0,1 13 0 15,-2-7 0-15,1 6 0 0,0 4 0 0,0 0 0 16,1 3 0-16,-1 7 0 0,3-2 0 0,-2 3 0 0,-1-2 0 16,-1-5 0-16,1 5 0 0,0 1 0 0,0-7 0 15,0 0 0-15,0 0 0 0,-3 1 0 0,6-2 0 16,-3-1 0-16,-3 0 0 0,6-5 0 0,-7-1 0 16,2-2 0-16,2-1 0 0,-2 0 0 0,0-1 0 15,1-1 0-15,-1-1 0 0,1-2 0 0,1-3 0 16,0 8 0-16,0-8 0 0,0 0 0 0,0 0 0 15,0 0 0-15,0 0 0 0,-9-9 0 0,5 4-391 16,-1-1-178-16,0-1-26 0,-1-1-22 0,1-2-387 16,-2 1-1087-16,-1 1 482 0</inkml:trace>
  <inkml:trace contextRef="#ctx0" brushRef="#br0" timeOffset="315652.8506">15834 11028 429 0,'-4'-5'167'0,"0"1"54"0,2 0 32 0,-1 0 13 15,2 0 31-15,-2 1 35 0,3 3 42 0,-5-7 35 0,4 6 25 16,1 1 10-16,0-8 3 0,0 5 6 0,0 3-18 15,-1-9-8-15,1 9-16 0,0-5-24 16,0 2-30-16,1-1-42 0,0 0-24 0,4-2-34 0,4 1-26 16,2 2-21-16,1-4-21 0,5-1-34 0,1 3-155 15,0 0 0-15,3-1 0 0,-1 2 0 0,0 1 0 16,0-1 0-16,2-1 0 0,-4 4 0 0,0 0 0 16,-5-2 0-16,-2 2 0 0,2 0 0 0,-3 0 0 15,3 2 0-15,-1 1 0 0,-2 2 0 0,-1-3 0 16,0 6 0-16,-3-1 0 0,4 1 0 0,-3 0 0 0,-2 3 0 15,-1 0 0-15,0-2 0 0,-1 2 0 16,2 0 0-16,-3-2 0 0,0-1 0 0,-2 0 0 16,0 1 0-16,1 2 0 0,2-5 0 0,-3 4 0 0,-1-6 0 15,2 2 0-15,-1 1 0 0,-1-1 0 0,1-5 0 16,0 4 0-16,-2 0 0 0,2-4 0 16,2 3 0-16,-2-3 0 0,0 0 0 0,2 4 0 0,-2-4 0 15,0 0 0-15,13-7-377 0,-8 2-69 0,4 3-47 16,-1-4-51-16,1-4-60 0,-4 3-351 15,1-3-1034-15,-2 0 457 0</inkml:trace>
  <inkml:trace contextRef="#ctx0" brushRef="#br0" timeOffset="315881.8178">16258 10879 109 0,'3'-3'390'16,"-3"-2"6"-16,1 1 7 0,-1 4 8 0,0-7 24 16,0 2 19-16,0 5 9 0,0 0-21 0,0-5-28 15,0 5-40-15,0 0-42 0,0-4-30 0,0 4-44 16,0 0-42-16,0 0-66 0,0 0-80 0,0 0-89 0,0 0-91 15,0 0-87-15,0 0-70 0,19 9-66 16,-10-4-71-16,2-1-312 0,-1 0-773 0,1 2 342 16</inkml:trace>
  <inkml:trace contextRef="#ctx0" brushRef="#br0" timeOffset="316088.8032">16510 10901 176 0,'5'-1'361'0,"-1"-1"17"0,1-2 21 0,-2 3 21 0,-1-3 23 16,-1-2 12-16,-1 6 1 0,0-5 3 0,0 1 1 15,3-2-1-15,-3 6-9 0,-1-4-8 0,-2 0-14 16,3 4-28-16,-2-4-29 0,2 4-28 0,-5-2-30 16,5 2-13-16,0 0-17 0,0 0-15 0,-13 6-141 15,9-5-127-15,-1 2 0 0,0 1 0 0,-3 3 0 16,3-1 0-16,-3 2 0 0,3 1 0 0,0-1 0 16,-1 2 0-16,-1-2 0 0,2 2 0 0,1 2 0 15,0-5 0-15,1 4 0 0,1-2 0 0,2 0 0 16,-1 1 0-16,1 1 0 0,1-2 0 0,-1 2 0 0,4-3 0 15,1 2 0-15,3-4 0 0,2 0 0 0,4 1 0 16,-2-3 0-16,7-2 0 0,0-1 0 16,-1-2-200-16,4-1-252 0,-6-2-38 0,5-1-44 0,-1-3-43 15,-4-3-413-15,0 1-1072 0,-2-4 474 16</inkml:trace>
  <inkml:trace contextRef="#ctx0" brushRef="#br0" timeOffset="316370.5403">16767 10801 31 0,'5'-12'340'0,"-3"-1"25"0,1 2-12 15,1-1 30-15,-1-6 24 0,-2 8 36 16,0-2 28-16,0 0 19 0,1 3 16 0,-1-4 0 0,-2 4-8 16,1 2-9-16,1 2-8 0,-1 2-6 0,-1-1-15 15,1 4-17-15,-2-7-30 0,2 7-20 0,-1-4-149 16,1 4-244-16,0-4 0 0,0 4 0 0,0 0 0 16,0 0 0-16,0 0 0 0,0 0 0 0,-2 11 0 15,0-4 0-15,1 4 0 0,1 2 0 0,-1 5 0 16,-1-2 0-16,2 1 0 0,-1 1 0 0,0 0 0 15,-1 0 0-15,2 0 0 0,-1 0 0 0,1 1 0 16,0-1 0-16,0 0 0 0,-1-1 0 0,1 2 0 16,1-7 0-16,2 5 0 0,1-5 0 0,-3 1 0 15,2-3 0-15,0 2 0 0,1-5 0 0,3 0 0 0,-4-1 0 16,2 0 0-16,4-3 0 0,1 1 0 0,2-4-702 16,1-1-547-16,1-3-1351 0,-4-2 598 15</inkml:trace>
  <inkml:trace contextRef="#ctx0" brushRef="#br0" timeOffset="317142.5391">17035 10865 184 0,'0'0'429'0,"0"0"-12"16,0 0 14-16,0 0 11 0,8 3 14 0,-8-3 1 16,0 0-14-16,0 0-31 0,1 6-29 0,-1-6-40 15,0 0-35-15,0 0-22 0,0 0-26 0,0 0-19 16,0 0-18-16,0 4-20 0,0-4-8 0,0 0-11 15,0 0-11-15,-1 3-11 0,1-3-3 0,0 0-7 16,0 0-14-16,0 0-12 0,-1 5-13 0,1-5-4 16,0 0-9-16,0 0 1 0,0 0-9 0,2 4-2 15,-2-4-7-15,5 1-4 0,-5-1-9 0,7 2-3 16,-7-2-5-16,6 3-44 0,-6-3-18 0,7-2 0 0,-7 2 0 16,7 0 0-16,-7 0 0 0,10-3 0 15,-4 1 0-15,0-4 0 0,-2 4 0 0,1-1 0 16,0-3 0-16,-4 2 0 0,3 1 0 0,-3 0 0 0,3-1 0 15,-4 0 0-15,3 1 0 0,-3-2 0 16,0 5 0-16,-4-5 0 0,4 1 0 0,-4 0 0 0,4 4 0 16,-5-7 0-16,2 7 0 0,3 0 0 0,-7-2 0 15,7 2 0-15,-8-1 0 0,8 1 0 0,0 0 0 16,-12 1 0-16,5 1 0 0,3 1 0 0,-1 1 0 16,-3 2 0-16,-1-1 0 0,-1 2 0 15,4 2 0-15,-2-2 0 0,2 4 0 0,-1-4 0 0,1 4 0 16,2-2 0-16,2 2 0 0,-2-1 0 0,1 0 0 15,2 0 0-15,-1 1 0 0,4-1 0 0,-1-4 0 16,-1 0 0-16,3 1 0 0,-1-1 0 0,2-1 0 16,1 1 0-16,0-3 0 0,3-1 0 0,2 1 0 15,2 0 0-15,6-5 0 0,1 1 0 0,1-5 0 16,7-2 0-16,0-1 0 0,0-3 0 0,1 0 0 0,-3-3 0 16,0 1 0-16,0-2 0 0,2-3 0 15,-5 2 0-15,-3 2 0 0,-4 1 0 0,-2 1 0 16,1-2 0-16,-5 7 0 0,0-6 0 0,-1 7 0 0,-5 0 0 15,3 1 0-15,-4 1 0 0,1 1 0 16,-1 2 0-16,1 0 0 0,-3 2 0 0,4-3 0 16,-4 3 0-16,0 0 0 0,0 0 0 0,0 0 0 0,-1 12 0 15,1-6 0-15,1 0 0 0,-1 2 0 0,2 0 0 16,2 4 0-16,-1-3 0 0,2 4 0 0,0-2 0 16,0 0 0-16,4 3 0 0,0-3 0 0,-3-2 0 15,-1-1 0-15,3 1 0 0,-4-3 0 0,-2-1 0 16,3 2 0-16,-2-3 0 0,-2 0 0 0,3 1 0 15,-4-4 0-15,0-1 0 0,4 5 0 0,-3-3 0 16,-1-2 0-16,0 0 0 0,-5 10 0 0,1-9 0 16,-1 3 0-16,-4 1 0 0,0-4 0 0,-1 0 0 15,-1-1 0-15,3 2 0 0,0 0 0 0,2 0 0 0,-2-1 0 16,8-1 0-16,-9 3 0 0,4-3-28 16,5 0-217-16,-8 0-17 0,8 0-14 0,0 0-25 15,0 0-27-15,-8 0-9 0,8 0-14 0,0 0-20 0,0 0-28 16,0 0-37-16,0 0-374 0,0 0-877 0,0 0 389 15</inkml:trace>
  <inkml:trace contextRef="#ctx0" brushRef="#br0" timeOffset="317938.0933">18202 10817 154 0,'0'0'265'16,"0"0"-3"-16,0 0-5 0,-4-6-6 0,4 6 8 15,0 0-5-15,-4-3 3 0,4 3 5 0,0 0 16 16,-2-3 2-16,2 3 15 0,0 0 4 0,-4-4 8 15,4 4 8-15,0 0 3 0,-5-2 3 0,5 2-7 16,0 0 15-16,0-5-9 0,0 5-7 0,-4-2-20 0,4 2-2 16,0 0-11-16,0-6-13 0,0 6-16 15,0-5-12-15,0 5-12 0,0-6-13 0,0 6-18 0,0-3-173 16,0 3-23-16,4-5 0 0,-3 3 0 0,4-1 0 16,0 1 0-16,3 0 0 0,1 2 0 0,4 2 0 15,-3-1 0-15,5 1 0 0,-3 2 0 0,1 0 0 16,-1 1 0-16,-3 2 0 0,2-3 0 0,-1 3 0 15,-2 1 0-15,-1 0 0 0,-3 1 0 16,2-2 0-16,-4 3 0 0,0 0 0 0,-4 0 0 0,-3-1 0 16,-2 5 0-16,0-7 0 0,-9 5 0 0,2-2 0 15,-5-3 0-15,2 1 0 0,-3-1 0 0,2-2 0 16,-1-3 0-16,1 2 0 0,1-5 0 0,-2 2 0 16,5-2 0-16,0-2 0 0,4 0 0 0,-1-2 0 15,0-1 0-15,2-1 0 0,3-1 0 0,1-3 0 16,2-1 0-16,4 2 0 0,8-7 0 0,2-2 0 0,9 0 0 15,5 1 0-15,6-3 0 0,-3 8 0 16,3 1 0-16,2-2-406 0,-3 1-98 0,-5 2-51 16,5 4-38-16,-3-2-430 0,-10 3-1107 0,0-1 491 15</inkml:trace>
  <inkml:trace contextRef="#ctx0" brushRef="#br0" timeOffset="318288.8502">18476 10628 200 0,'2'-5'303'0,"-1"0"28"0,2-1 20 0,-2-1 39 0,1-2 48 16,-2 0 38-16,1 0 18 0,0-2 8 0,0 2 8 15,-1 0 7-15,2 1-10 0,-4-3-4 0,2 5-7 16,-1 0-7-16,0-1-8 0,1 3-13 0,0 0-26 16,0-1-149-16,-1 1-293 0,1 4 0 0,-2-4 0 15,2 4 0-15,0 0 0 0,0 0 0 0,0 0 0 16,0 0 0-16,-4 11 0 0,3 1 0 0,-1 5 0 16,-1 13 0-16,2-3 0 0,-3 3 0 0,4 4 0 15,-1 1 0-15,-4 11 0 0,2-9 0 0,-1 9 0 16,2-11 0-16,-1 13 0 0,3-13 0 0,-1 1 0 0,-2-1 0 15,6 2 0-15,-6 8 0 0,3-13 0 0,4-3 0 16,-4 3 0-16,0-6 0 0,3 3 0 16,-1-10 0-16,0 7 0 0,-1-7 0 0,0-3 0 0,-1-7 0 15,6 3 0-15,-4-1 0 0,0-3 0 0,-2-1 0 16,1-2 0-16,-1 0 0 0,2 0 0 0,-2-1 0 16,0-4 0-16,1 5 0 0,-1-5 0 0,0 0 0 15,0 0 0-15,0 0 0 0,0 0 0 0,0 0 0 16,10-7-90-16,-8 0-485 0,-1 1-49 0,3-6-35 15,-4 1-382-15,1-1-1127 0,-1 3 498 0</inkml:trace>
  <inkml:trace contextRef="#ctx0" brushRef="#br0" timeOffset="318538.7786">18414 11150 215 0,'0'0'427'0,"-4"-4"23"0,3 0 34 0,1 4 48 16,0-5 36-16,0 5 19 0,0-5-3 0,0 5-8 0,0 0-16 15,1-4-21-15,-1 4-39 0,4-3-49 0,-1 1-46 16,3-1-38-16,4 0-35 0,7-6-27 0,3 4-25 16,9-2-251-16,1-2-29 0,2 2 0 0,1-2 0 15,3 2 0-15,3 0 0 0,-2-2 0 0,-4 2 0 16,-4-2 0-16,2 6 0 0,-11-3 0 0,-1 2 0 16,1-1 0-16,-9 3 0 0,-2-2 0 0,0 3 0 15,-5 0 0-15,5-1 0 0,-5 1 0 0,0-2 0 16,-1 0 0-16,-3 3 0 0,4-3 0 0,-2 0 0 15,-2 3-523-15,2-6-146 0,-3 1-498 0,1 5-1263 16,-3-9 558-16</inkml:trace>
  <inkml:trace contextRef="#ctx0" brushRef="#br0" timeOffset="319389.6086">19723 10860 76 0,'0'0'300'0,"0"0"20"0,0 0 5 16,0 0 9-16,0 0 11 0,0 0 11 0,0-7 9 16,0 7 9-16,0 0 11 0,0 0 6 0,0 0-3 15,0 0 0-15,0 0 6 0,-5-7-11 0,5 7 0 16,0 0 0-16,0-5-17 0,0 5-11 0,0-5-18 15,0 5-19-15,1-5-17 0,-1 5-22 0,0-5-26 16,0 5-161-16,0-3-92 0,3 0 0 0,-3 3 0 16,2-6 0-16,-2 6 0 0,5-3 0 0,-2 0 0 0,-3 3 0 15,6 0 0-15,-6 0 0 0,11 0 0 16,-5 4 0-16,3 1 0 0,-3-3 0 0,3 3 0 16,0 0 0-16,-3 1 0 0,1 1 0 0,-3-2 0 0,2 3 0 15,-2 1 0-15,1 2 0 0,-6-4 0 0,1 5 0 16,-4-2 0-16,1 0 0 0,-3-1 0 15,1 1 0-15,-5 3 0 0,-3-4 0 0,-1 3 0 0,-1-3 0 16,-1-2 0-16,1-2 0 0,-2 3 0 0,3-5 0 16,3-2 0-16,0 2 0 0,3-2 0 0,1-1 0 15,7 0 0-15,-13-4 0 0,8 0 0 0,0 0 0 16,3-1 0-16,0-6 0 0,-3 3 0 0,5-3 0 16,3 0 0-16,1-2 0 0,1 1 0 0,3-1 0 15,0 2 0-15,5-3 0 0,-3 6 0 0,3-3 0 16,2 2 0-16,-2 0 0 0,0 4 0 0,-3 2 0 15,-2 0 0-15,-2 1 0 0,7 2 0 0,-3 2 0 16,2-1 0-16,-1 2 0 0,-1 4 0 0,-2-2 0 0,2 4 0 16,1-4 0-16,-1 5 0 0,-4-3 0 15,3 5 0-15,-1-2 0 0,-2 0 0 0,-1-1 0 0,2 1 0 16,-4-4 0-16,1 1 0 0,0 0 0 16,0-2 0-16,-1 1 0 0,-1-2 0 0,-2-1-198 0,4 1-167 15,1-3-28-15,-2 2-42 0,3 0-52 0,-1-3-46 16,3 0-431-16,-2-3-1043 0,6-1 461 15</inkml:trace>
  <inkml:trace contextRef="#ctx0" brushRef="#br0" timeOffset="319693.7131">20146 10714 3163 0,'4'-12'438'0,"-3"2"-115"0,3-2-9 16,-3 2 2-16,4 1 30 0,-2-1 25 0,-2 1-8 15,3 0-12-15,-3 0-18 0,-1 4 16 0,3-1 8 16,-2 0-4-16,-1 3-14 0,0-1-20 0,0 4-163 16,0-4-156-16,0 4 0 0,4-4 0 0,-4 4 0 15,0 0 0-15,0 0 0 0,1 14 0 0,-1-4 0 0,0 0 0 16,0 8 0-16,0 0 0 0,0 1 0 0,0 7 0 16,0-7 0-16,0 6 0 0,0-5 0 0,-1-2 0 15,1 1 0-15,-1-1 0 0,-2 0 0 0,3 0 0 16,-1-1 0-16,1-3 0 0,1-2 0 0,-5-1 0 15,3 1 0-15,1-5 0 0,0 0 0 16,-4-2 0-16,4 0 0 0,0 0 0 0,0-4 0 0,4 5-344 16,-4-6-220-16,8-3-77 0,-8 3-466 0,12-7-1200 15,-8 2 531-15</inkml:trace>
  <inkml:trace contextRef="#ctx0" brushRef="#br0" timeOffset="319990.1696">20265 10697 255 0,'2'-5'429'0,"1"-1"21"0,0 0 23 0,-2 2 40 16,3 2 21-16,1-2 13 0,-4 2-10 0,3-1-21 16,-4 3-22-16,2-4-38 0,-2 4-37 0,4-3-28 15,-4 3-36-15,0 0-6 0,0 0-5 0,1 10-9 16,1-5-20-16,0 5-21 0,0 4-109 0,2 3-185 0,-2-1 0 16,-1 2 0-16,1-1 0 0,1-1 0 15,-3 3 0-15,2-1 0 0,0-1 0 0,-2-2 0 16,0-1 0-16,0-2 0 0,0 1 0 0,0-4 0 0,0 3 0 15,0-3 0-15,0-2 0 0,0 1 0 16,3-2 0-16,-3 0 0 0,-2-3 0 0,4 1 0 0,0 0 0 16,-2-1 0-16,0-3 0 0,4 4 0 0,1-4 0 15,-5 0 0-15,0 0 0 0,19-7-156 0,-10 3-304 16,2 0-40-16,0-3-51 0,-2 1-53 0,3-4-383 16,4 0-1069-16,6-7 473 0</inkml:trace>
  <inkml:trace contextRef="#ctx0" brushRef="#br0" timeOffset="321127.287">21135 10561 18 0,'3'-4'353'0,"-1"-1"5"0,-2 5 2 0,3-6 13 16,-2 2 8-16,0-1 6 0,1 1-2 0,-1 0 6 16,1 1-2-16,0 0-5 0,-2 3-12 0,2-7-18 15,0 2-14-15,-2 2-2 0,0 3-11 0,-2-7-6 16,-2 3-20-16,4 0-21 0,0 4-8 0,-1-3-23 0,1 3-24 15,-4-4-20-15,4 4-24 0,-10 0-10 16,10 0-16-16,-11 4-15 0,2 0-6 0,-7 5-87 0,9-1-47 16,-7 9 0-16,1-3 0 0,0 1 0 0,0 7 0 15,2 3 0-15,-2 0 0 0,1-2 0 0,6 1 0 16,2 4 0-16,0-2 0 0,2-1 0 0,-2 0 0 16,4-1 0-16,-2 2 0 0,4 2 0 0,2-3 0 15,0 3 0-15,-2 0 0 0,3 0 0 0,-1-1 0 16,-3 1 0-16,7-2 0 0,-5-7 0 0,-2 10 0 15,4-11 0-15,-4-2 0 0,2 1 0 0,-2 0 0 16,-1-6 0-16,3 0 0 0,-2 1 0 0,-2-2 0 16,2-3 0-16,-2-3 0 0,1 3 0 0,-3-2 0 15,3-1 0-15,0 1 0 0,0-5 0 0,-1 6 0 16,1-6 0-16,-8 1 0 0,8-1 0 0,0 0 0 16,0 0 0-16,-18-8 0 0,13 3 0 0,1-3 0 15,-2-1-463-15,-2 2-276 0,5-3-427 0,1-5-1261 0,-3 4 559 16</inkml:trace>
  <inkml:trace contextRef="#ctx0" brushRef="#br0" timeOffset="321393.1166">20836 10923 470 0,'-5'-7'520'0,"4"-1"4"0,-4 1 23 0,2 4 38 15,-1-4 9-15,3-1-14 0,-2 4-21 0,2-1-31 16,0-2-40-16,-2 2-30 0,3 3-34 0,0-4-40 15,0 6-38-15,0-8-37 0,4 3-34 0,1 0-28 16,4-2-27-16,8 1-87 0,1-3-133 0,2 0 0 16,7 1 0-16,2 1 0 0,1 0 0 0,-1-1 0 15,-6 2 0-15,-4 0 0 0,8 1 0 0,-7 4 0 0,1-1 0 16,-1 0 0-16,0-3 0 0,-2 5-39 16,-5-1-272-16,0 0-60 0,1-1-45 0,-5 1-37 15,-4 2-43-15,2-1-23 0,-2 2-1 0,-5-2 19 0,6 1-261 16,-6-1-824-16,4 1 366 0</inkml:trace>
  <inkml:trace contextRef="#ctx0" brushRef="#br0" timeOffset="322142.2741">21246 10754 895 0,'0'0'10'0,"0"0"93"0,0 0 62 16,0 0 40-16,0 0 24 0,0 0 34 0,0 0 43 0,0 0 41 15,0 0 22-15,0 0 11 0,0 0 8 0,0 0 0 16,4-7-9-16,-4 7 9 0,0-4-11 0,0 4-23 16,5-5-20-16,-5 5-24 0,3-5-27 0,-2 3-27 15,-1 2-25-15,0 0-26 0,10-1-25 0,-10 1-22 16,11 3-14-16,-2 2-10 0,2 1-14 0,-2 1-15 15,1 0-11-15,-1 3-9 0,-1 0-79 0,2 2-6 16,-2-1 0-16,-2-1 0 0,-1 2 0 0,2-2 0 16,-4 3 0-16,1-4 0 0,-2 1 0 0,-2 1 0 15,0-4 0-15,0 3 0 0,0-5 0 0,0 1 0 0,-2 0 0 16,2-2 0-16,0-2 0 0,0-2 0 16,0 5 0-16,0-5 0 0,0 0 0 0,0 0 0 15,-6-13 0-15,5 6 0 0,2-1 0 0,-2-4 0 0,2 2 0 16,1-1 0-16,2-7 0 0,0 6 0 0,1 2 0 15,1-2 0-15,-2 4 0 0,4-2 0 16,-1 3 0-16,1-3 0 0,1 3 0 0,-1-1 0 0,1 1 0 16,1 3 0-16,2 0 0 0,-3 3 0 0,-2 0-124 15,2-1-105-15,-2 2-29 0,0 0-33 0,2 0-12 16,-2 2-20-16,-2 0-9 0,0 2-10 0,0-3-10 16,0 5-10-16,0-4-4 0,-1 3 8 0,0-1 6 15,-2-1 27-15,1 0 33 0,-3-3 26 0,4 1 31 16,-4-1 45-16,4 3 45 0,-3 0 60 0,-1-3 49 0,6 2 53 15,-6-2 41-15,0 0 30 0,0 0 13 16,0 0 14-16,0 0 31 0,9-7 20 0,-6 5 23 16,-3 2 1-16,4-3 9 0,-2-2 2 0,-2 5 3 15,7-3 2-15,-4 1-1 0,1 0-5 0,-1 0-1 16,-3 2-10-16,6-3-13 0,-2 1-7 0,-4 2-15 16,7-1-14-16,-7 1-10 0,12 3-10 0,-4-1-9 0,-2 0-9 15,-2 1-15-15,5 2 5 0,-3 0-20 0,1 1 6 16,-1 0-7-16,-2 1-9 0,4-1-9 15,-6 2 1-15,-2-1-11 0,3 2 3 0,-3-2-7 16,1 2-4-16,-2 0 1 0,-3-4-1 0,-1 3-6 0,-3 1-5 16,-1-4 4-16,0 2-4 0,-1-3 0 0,0-1 1 15,-2 4-6-15,0-6 1 0,3 1-4 0,-2-1 2 16,4-1 0-16,-1 0-1 0,0-1 15 0,3-1-14 16,-1-4 6-16,1 1 10 0,1 1 9 0,1-5 17 15,1 2 3-15,2 0-3 0,0-3-5 0,4 2-5 16,0-1-9-16,1 0-4 0,1 0 5 0,0 1-13 15,1 0 2-15,2 1-10 0,-2 2 2 0,-2 1 1 16,1 0-3-16,0 3-3 0,1-2-18 0,1 2 0 16,1 1 0-16,0 2 0 0,-1 2 0 0,2-2 0 0,-2 3 0 15,-2 1 0-15,1 0 0 0,0 2 0 16,-3 0 0-16,5-1 0 0,-2 1 0 0,0-1-79 16,-3 0-60-16,4 0-43 0,-3 3-43 0,5-4-66 0,-1 1-86 15,-1 4-81-15,3-8-85 0,0 2-441 0,2 0-1064 16,1-3 472-16</inkml:trace>
  <inkml:trace contextRef="#ctx0" brushRef="#br0" timeOffset="322711.0076">21967 10792 338 0,'3'-7'441'0,"-1"0"7"0,3 1 19 0,-3-1 27 0,0 0 15 16,2 2 2-16,-3 0-8 0,1 0-13 0,0 3-29 15,-1-2-23-15,-1 4-27 0,2-7-32 0,-2 7-30 16,0 0-39-16,2-2-30 0,-2 2-30 0,0 0-25 0,0 0-24 15,0 0-17-15,-7 9-10 0,1-3-18 0,3-1-13 16,-5 4-114-16,2 0-29 0,-1 0 0 16,-1 1 0-16,2 1 0 0,-1-2 0 0,-1 3 0 0,1-3 0 15,2 2 0-15,-1-2 0 0,5 0 0 0,-6 0 0 16,5-2 0-16,-1 0 0 0,2-3 0 0,-2 3 0 16,6-2 0-16,-2 0 0 0,3 2 0 0,1-2 0 15,5 0 0-15,3-2 0 0,-1 2 0 0,7-3 0 16,2 1 0-16,-1-3 0 0,3-3 0 0,3-1 0 15,1-3 0-15,0-2-98 0,-10 1-33 0,7-5-20 16,2 0-2-16,-10 2 7 0,6-8-11 0,-6 6-1 16,3-5-5-16,-2-1 2 0,-4 2-2 0,-3 2 7 15,-5-2 11-15,3-2 18 0,-3 2 15 0,-2-1 13 16,-2 3 25-16,0 2 30 0,3 2 32 0,-5-5 31 16,2 6 33-16,-1-1 37 0,0 3 29 0,0 1 27 15,0-2 20-15,0 2 24 0,0 4 9 0,0-1 21 16,0 0 7-16,0 0 1 0,0 4-2 0,0 0-5 15,0-6-62-15,0 6-158 0,0 0 0 0,0 0 0 16,4-1 0-16,-4 1 0 0,0 0 0 0,0 0 0 16,0 0 0-16,-5 11 0 0,5-4 0 0,-3 3 0 15,2 3 0-15,-3-1 0 0,4 8 0 0,-1-3 0 16,-2 2 0-16,2 5 0 0,1 1 0 0,0-5 0 16,0 4 0-16,-2 0 0 0,0-3 0 0,2-4 0 0,-1 2 0 15,2-1 0-15,-1 0 0 0,-1-1 0 0,1-5 0 16,0-1 0-16,1 1 0 0,-1-2 0 0,-1 2 0 15,1-4 0-15,0 2 0 0,1-3 0 0,-1-2 0 16,0-1 0-16,0 0 0 0,0-4 0 0,2 5 0 16,-2-5 0-16,0 0 0 0,0 0-440 0,7-13-188 15,-4 6-8-15,-2 0-446 0,-1-4-1171 0,0 2 519 16</inkml:trace>
  <inkml:trace contextRef="#ctx0" brushRef="#br0" timeOffset="323060.7547">22285 10868 871 0,'-5'-4'78'0,"4"0"76"0,-2-2 43 0,2 3 23 0,1 3 16 16,-4-5 34-16,2 2 49 0,0-1 41 15,2 4 34-15,-3-3 25 0,3 3 8 0,0 0 9 16,-2-5-4-16,2 5-6 0,0 0-3 0,0 0-12 16,0 0-17-16,-2-3-21 0,2 3-18 0,0 0-24 0,0 0-27 15,4-3-35-15,-4 3-177 0,11-5-92 0,-1 4 0 16,1-3 0-16,0 3 0 0,4-1 0 0,2-2 0 16,2 3 0-16,2-2 0 0,-2 3 0 0,0-1 0 15,-1 0 0-15,-4-1 0 0,-2 1 0 0,-1-1 0 16,-1 1 0-16,-1-2 0 0,-4 3 0 0,1-1 0 15,-6 1 0-15,10 0 0 0,-10 0 0 0,7 0 0 16,-7 0 0-16,5 1 0 0,-5-1 0 0,0 0 0 16,8 6 0-16,-8-2 0 0,1 1 0 0,-2 4 0 15,1-1 0-15,-3-2 0 0,6 5 0 0,-3-2 0 16,-3 0 0-16,-2 0 0 0,3 1 0 0,2-4 0 16,-3 3 0-16,2-3 0 0,-2 2 0 0,2-1 0 15,1-3 0-15,0 3 0 0,0-4 0 0,0 1 0 16,0-1 0-16,0-3 0 0,1 5 0 0,-1-5 0 15,0 5 0-15,0-5 0 0,7 0 0 0,-7 0 0 16,10-5 0-16,-1-1-110 0,-4 0-378 0,4-2-51 0,-3-3-56 16,2-1-482-16,0-6-1166 0,-2-4 515 0</inkml:trace>
  <inkml:trace contextRef="#ctx0" brushRef="#br0" timeOffset="323295.6457">22613 10699 194 0,'0'-7'231'0,"0"2"77"0,0-1 11 15,0 0 8-15,1 1 17 0,0 2 16 0,-1-3 29 16,0 6 22-16,0-4 1 0,0 4-8 0,0-4-32 15,0 4-39-15,0 0-35 0,-2-4-34 0,2 4-26 16,0 0-41-16,0 0-70 0,0 0-67 0,-2-6-66 16,2 6-66-16,0 0-82 0,0 0-69 0,0 0-63 15,3 15-73-15,-1-10-47 0,1 5-275 0,2-5-737 16,1 0 326-16</inkml:trace>
  <inkml:trace contextRef="#ctx0" brushRef="#br0" timeOffset="323861.8819">22748 10793 376 0,'0'0'373'0,"0"0"22"0,0 0 37 0,0 0 15 16,0 0 10-16,0 0-1 0,6-7-8 0,-3 4-9 15,-3 3-10-15,1-7-8 0,3 3-19 0,-3 1-16 16,2-1-30-16,-2 1-29 0,3-1-37 0,-4 4-28 16,9-3-24-16,-5 2-32 0,0-2-16 0,-4 3-28 15,9 2-21-15,-3 0-14 0,0 0-11 0,3 3-12 16,-1 1-18-16,1 0-4 0,-3 3-39 0,-1-1-43 15,2 3 0-15,-3-1 0 0,0 1 0 0,-2-1 0 0,-1 0 0 16,1 1 0-16,-5-1 0 0,2 1 0 0,-2-3 0 16,-2 2 0-16,0-3 0 0,-2 1 0 0,-1-1 0 15,0 0 0-15,-1-3 0 0,-1 3 0 0,-2-4 0 16,2 0 0-16,1-1 0 0,0-1 0 0,0 0 0 16,4-1 0-16,-3-2 0 0,2 0 0 0,1-3 0 15,1 0 0-15,0-1 0 0,3-1 0 0,-2-1 0 16,6-4 0-16,-2 1 0 0,3 0 0 0,1-2 0 15,5-2 0-15,-1 2 0 0,-1 0 0 0,5 1 0 16,-4 3 0-16,4-5 0 0,-2 7 0 0,3-4 0 16,-2 6 0-16,0 0 0 0,4-3 0 0,-2 5 0 15,-1 1 0-15,-1 0 0 0,-3 3 0 0,2 0 0 16,1 2 0-16,-2-1 0 0,0 6 0 0,2-2 0 16,-3 2 0-16,-1 0 0 0,-3 0 0 0,5 1 0 15,-3 0 0-15,-5 1 0 0,5 0 0 0,-5 0 0 16,3-2 0-16,-1-1 0 0,-3-2 0 0,0 1 0 15,2 0 0-15,-3-2 0 0,0 1 0 0,3-2 0 16,-2-1 0-16,-1-2 0 0,0 0 0 0,1 8 0 16,-1-8 0-16,3 2 0 0,-3-2 0 0,0 0 0 15,4-12 0-15,-3 7 0 0,2-1 0 0,0-1 0 0,0 1 0 16,3-2 0-16,-2 4 0 0,-1-2 0 0,-1-1 0 16,2 3 0-16,-1-1 0 0,-1 3 0 15,1-3 0-15,2 2 0 0,-3 0 0 0,2 3 0 0,-4 0 0 16,10 2 0-16,-4 2 0 0,1-3 0 0,-1 4 0 15,2 1 0-15,-1 3 0 0,-1-2 0 0,0 1 0 16,2 0 0-16,-3-1 0 0,-1 3 0 0,1-2 0 16,-1 2 0-16,-3 1 0 0,4-5 0 0,-2 0 0 15,-2-1 0-15,3-2 0 0,-3 1 0 0,-1-1-94 16,0-3-193-16,4 2-38 0,-4-2-64 0,0 0-81 16,9-7-60-16,-1 2-32 0,-2-2-361 0,2-3-999 15,2-3 442-15</inkml:trace>
  <inkml:trace contextRef="#ctx0" brushRef="#br0" timeOffset="324261.1384">23334 10738 462 0,'8'-16'180'0,"-1"2"43"16,-1 2 13-16,0 1 10 0,-2-1 14 0,1 0 30 16,0 2 34-16,-1 0 25 0,0 4 19 0,-2-1 11 15,0 3 5-15,-1-2-3 0,-1 3-2 0,4 0-17 16,-4 3-16-16,1-6-22 0,-1 4-28 0,0 2-25 0,0 0-33 16,0 0-21-16,0 0-17 0,0 0 4 0,0 0-11 15,-11 12-14-15,4-6-20 0,2 3-10 0,-2 1-14 16,0 1-14-16,2-3-11 0,-1 7-11 0,1-3-12 15,1 0-47-15,1-1-40 0,-2 1 0 0,3-4 0 16,2 4 0-16,0-3 0 0,2 2 0 0,1-1 0 16,0-2 0-16,1 2 0 0,3-1 0 0,-1 0 0 15,-1 1 0-15,4-2 0 0,0 1 0 0,-4-2 0 16,1 0 0-16,2 2 0 0,-3-5 0 0,-1 2 0 16,0 1 0-16,1-2 0 0,-1 0 0 0,-4 2 0 15,4-1 0-15,-4 2 0 0,-1 0 0 0,-2-1 0 16,-1 0 0-16,-1 2 0 0,-4 0 0 0,-1-1 0 15,2-1 0-15,-2 1 0 0,-6-1 0 0,3-3 0 16,-1 1 0-16,2-1 0 0,2-1 0 0,-3-2 0 16,5 0 0-16,1 1 0 0,-1-4 0 0,2 4 0 15,6-2 0-15,-9-3 0 0,9 3 0 0,-5-2 0 16,2-1 0-16,3 3 0 0,-1-5 0 0,1 5 0 16,0 0 0-16,2-7 0 0,2 5 0 0,0-1-381 0,-4 3-81 15,9-2-51-15,-1 2-61 0,-8 0-470 16,10 1-1130-16,-4-2 499 0</inkml:trace>
  <inkml:trace contextRef="#ctx0" brushRef="#br0" timeOffset="326180.9188">9628 11615 171 0,'0'0'251'0,"0"0"-1"15,0 0-2-15,0 0 3 0,0 0-5 16,0 0 3-16,0 0-4 0,0 0 3 0,-11 2 3 0,11-2 7 16,0 0-3-16,0 0 3 0,0 0 6 0,0 0-1 15,0 0-3-15,0 0 9 0,0 0-11 16,-3 2-3-16,3-2 1 0,0 0-2 0,0 0-14 0,0 0-13 16,0 0-16-16,0 0-6 0,0 0-22 0,0 0-10 15,0 0-9-15,0 0 6 0,0 0-9 0,0 0-4 16,16 0-10-16,-10 0-11 0,0 0-5 0,2 2-11 15,2-2-7-15,1-2-6 0,1 1-2 0,2 1-11 16,0-1-7-16,0 0-87 0,4-1 0 0,0 0 0 16,0 0 0-16,-2-1 0 0,1 2 0 0,0-2 0 15,-3 1 0-15,2-1 0 0,2 1 0 0,-5 0 0 16,2 0 0-16,-4 1 0 0,0-3 0 0,3 4 0 16,3-2 0-16,-3 2 0 0,-1 0 0 0,3-2 0 15,-3 1 0-15,2-1 0 0,-1 1 0 0,2 0 0 16,-4 1 0-16,8-3 0 0,-4 1 0 0,2 2 0 15,0-1 0-15,0 0 0 0,0 1 0 0,-3-1 0 0,7 0 0 16,-5 0 0-16,0 0 0 0,1-1 0 0,1 2 0 16,1-1 0-16,-2 1 0 0,3-2 0 0,-3 1 0 15,-1 0 0-15,-2 1 0 0,2-1 0 0,0-1 0 16,2-1 0-16,-2 3 0 0,-4 0 0 0,5-2 0 16,-1 3 0-16,-1-2 0 0,-2 0 0 0,0 1 0 15,-1-4 0-15,1 5 0 0,-1-2 0 0,6 3 0 16,-6-3 0-16,5 1 0 0,-8 1 0 0,4-1 0 15,4 2 0-15,-3-5 0 0,3 6 0 0,0-2 0 16,0-1 0-16,1 0 0 0,-1-1 0 0,1-1 0 16,3 4 0-16,-4-2 0 0,5-2 0 0,-3 5 0 15,-2-3 0-15,4 0 0 0,-2-1 0 0,2 1 0 16,-1-3 0-16,3 3 0 0,3-2 0 0,-8 3 0 0,10-4 0 16,-2 3 0-16,1 0 0 0,-5-1 0 0,5 1 0 15,0-4 0-15,-7 3 0 0,7-2 0 16,-5 2 0-16,-1-2 0 0,-3 6 0 0,3-4 0 0,-1-1 0 15,7 1 0-15,-10 0 0 0,0 0 0 0,4 1 0 16,-4-2 0-16,4 2 0 0,-2 0 0 0,-3 0 0 16,2-3 0-16,3 3 0 0,-2 0 0 0,0 3 0 15,1-3 0-15,-1-3 0 0,2 1 0 0,6 1 0 16,-6-1 0-16,1 4 0 0,-3-4 0 0,10 1 0 16,-1-1 0-16,-3-1 0 0,-6 3 0 0,11-4 0 15,-4 4 0-15,-6-1 0 0,-1 2 0 0,0-2 0 16,0 2 0-16,0-2 0 0,1-1 0 0,1 1 0 15,-4 2 0-15,1 1 0 0,0-4 0 0,1 2 0 0,1-2 0 16,-2 2 0-16,-1 0 0 0,3-1 0 16,-1 1 0-16,3 2 0 0,5-4 0 0,-6 3 0 15,1-2 0-15,4 0 0 0,6 1 0 0,-7-2 0 0,3 1 0 16,1 1 0-16,0-1 0 0,1 1 0 16,2 0 0-16,-2-1 0 0,-1 2 0 0,0-5 0 15,1 2 0-15,3 2 0 0,4-4 0 0,-3 4 0 0,1-1 0 16,1 0 0-16,1 0 0 0,3-2 0 0,-3 2 0 15,14-3 0-15,-14 4 0 0,-3-2 0 0,5 1 0 16,11-3 0-16,-15 3 0 0,-3 0 0 0,1 1 0 16,-3-1 0-16,1 0 0 0,-1 0 0 0,-2-1 0 15,-7 2 0-15,-3 2 0 0,-1-4 0 0,0 1 0 16,-4 1 0-16,-2 1 0 0,-1-1 0 0,-2 2 0 16,-1-1 0-16,-2-1 0 0,-1 1 0 0,-5-1 0 15,8-2 0-15,-8 2 0 0,5-2 0 0,-5 2 0 16,0 0 0-16,0 0 0 0,9-1 0 0,-9 1 0 0,0 0 0 15,0 0 0-15,0 0 0 0,0 0 0 16,6 0-110-16,-6 0-368 0,0 0-101 0,7-1-99 16,-6-3-380-16,-1 4-1146 0,5-6 507 0</inkml:trace>
  <inkml:trace contextRef="#ctx0" brushRef="#br0" timeOffset="328165.056">14469 11589 142 0,'-6'0'321'0,"-1"-2"-7"15,7 2-8-15,-11 1-4 0,4-1-3 0,2-1-5 16,5 1 2-16,-11-1-8 0,4 0-1 0,1 1-7 16,0-2-4-16,6 2-8 0,-9 0-8 0,9 0-4 0,-9 0-13 15,4-1-12-15,5 1-11 0,-9 0-10 16,9 0-10-16,-7 3-7 0,7-3-7 0,0 0-12 16,0 0-8-16,-6 0 14 0,6 0-21 0,0 0-9 0,0 0-8 15,0 0-16-15,0 0-7 0,0 0-8 0,0 0-15 16,0 0 13-16,0 0-26 0,0 0-9 15,0 0 17-15,20-2-25 0,-11 1 22 0,-1 1 2 0,5-2 2 16,-2 1-1-16,3 0-8 0,-2-2 2 0,4 1-9 16,1 0-11-16,1 2-62 0,0-3-3 0,2 0 0 15,1 2 0-15,1 1 0 0,4-4 0 0,-4 3 0 16,-2 1 0-16,0 0 0 0,0-2 0 0,3 2 0 16,-5-3 0-16,4 3 0 0,1 0 0 0,-3 0 0 15,8 0 0-15,0 0 0 0,-1-2 0 0,1 1 0 16,0 1 0-16,2-2 0 0,-3 0 0 0,1 2 0 15,-3-5 0-15,7 5 0 0,-4-4 0 0,3 2 0 16,-4 0 0-16,1 2 0 0,0-4 0 0,2 2 0 16,-4-3 0-16,2 4 0 0,-7 1 0 0,7-5 0 15,-5 3 0-15,-4 1 0 0,3 1 0 0,0-3 0 0,-1 1 0 16,2 2 0-16,-3 0 0 0,-1-1 0 16,1 1 0-16,2-1 0 0,-2 1 0 0,3-2 0 15,3 2 0-15,-3-1 0 0,-3 0 0 0,2-1 0 0,-1 0 0 16,7 1 0-16,-5 1 0 0,-2-5 0 0,-3 4 0 15,4 0 0-15,1 0 0 0,-2-2 0 0,-1 2 0 16,2 0 0-16,-1 0 0 0,0 1 0 0,-1-3 0 16,2 2 0-16,-2 1 0 0,2-2 0 0,-1-1 0 15,-1 3 0-15,-1 0 0 0,11-1 0 0,-10 0 0 16,2 0 0-16,7 2 0 0,-1-2 0 0,-10 1 0 16,13-3 0-16,-12 3 0 0,10 0 0 0,0-1 0 15,-9 0 0-15,-1 1 0 0,2 0 0 0,0 0 0 16,0-2 0-16,-1 1 0 0,2-1 0 0,-4 1 0 15,2 0 0-15,1 2 0 0,-2-3 0 0,4 0 0 16,-1 2 0-16,7 0 0 0,-2-2 0 0,1 2 0 16,3-2 0-16,-2 3 0 0,2-4 0 0,0 2 0 0,0 0 0 15,1 1 0-15,5-2 0 0,-6 1 0 0,3-1 0 16,2 2 0-16,-4-1 0 0,2 2 0 0,0-3 0 16,-2 1 0-16,1 1 0 0,-2 0 0 0,0 0 0 15,-3 0 0-15,1 2 0 0,2-2 0 0,-3 0 0 16,-1-1 0-16,-1 1 0 0,1-3 0 0,-7 3 0 15,10-3 0-15,-3 2 0 0,-4-1 0 0,4 1 0 16,0 1 0-16,0-1 0 0,-6 0 0 0,7 1 0 16,-6 0 0-16,0-2 0 0,-2 0 0 0,11 1 0 15,-12-1 0-15,2 1 0 0,-1-1 0 0,0 1 0 16,-2 0 0-16,4 2 0 0,10-2 0 0,-12 1 0 16,1 1 0-16,7-3 0 0,0 0 0 0,-7 2 0 15,7 0 0-15,1-1 0 0,0-1 0 0,2 2 0 0,-3-1 0 16,-1 0 0-16,5 1 0 0,-4-1 0 0,2 1 0 15,-2-4 0-15,1 3 0 0,3-1 0 16,-1 3 0-16,0 0 0 0,-3 0 0 0,1-2 0 0,-1 0 0 16,-6 0 0-16,1 0 0 0,-3 2 0 0,8-1 0 15,-6-1 0-15,0 1 0 0,5 0 0 0,-8-2 0 16,1 2 0-16,-2 2 0 0,1-2 0 0,-6 1 0 16,2-1 0-16,-2 0 0 0,1 0 0 0,-1 1 0 15,2 0 0-15,-3-1 0 0,1-1 0 0,-2 2 0 16,2-2 0-16,1 2 0 0,3 0 0 0,2 1 0 15,-1 0 0-15,0-2 0 0,-2 1 0 0,6-1 0 16,-3 0 0-16,-1-1 0 0,4 1 0 0,-2 0 0 16,2 0 0-16,1 0 0 0,-3 0 0 0,3-2 0 0,2 2 0 15,-4 0 0-15,9 0 0 0,-14 0 0 16,5-2 0-16,-1-1 0 0,-1 3 0 0,-1-1 0 16,0 2 0-16,0-1 0 0,3-3 0 0,-2 1 0 0,-3 1 0 15,2 1 0-15,0-2 0 0,0 1 0 16,4-1 0-16,-4 2 0 0,2-2 0 0,2-1 0 15,5 1 0-15,-6 3 0 0,10-2 0 0,-4 2 0 0,2-1 0 16,1 0 0-16,-4 0 0 0,4 0 0 0,-1 0 0 16,1 1 0-16,-1-1 0 0,-2 3 0 0,1-3 0 15,2-3 0-15,-4 2 0 0,1 1 0 0,1 1 0 16,0-1 0-16,3 3 0 0,0-6 0 0,-1 3 0 16,1-1 0-16,0-3 0 0,-2 4 0 0,2 2 0 15,2-4 0-15,-5 1 0 0,3 0 0 0,-2 1 0 16,2 0 0-16,-2-1 0 0,1-1 0 0,-1 2 0 15,-2 0 0-15,1-1 0 0,3 2 0 0,-3-2 0 16,1 1 0-16,-1-4 0 0,3 2 0 0,-3 0 0 16,3 1 0-16,-2 1 0 0,3-1 0 0,0-2 0 15,1 2 0-15,1 1 0 0,0 0 0 0,4 0 0 16,-1 1 0-16,-2-2 0 0,3 0 0 0,-2 1 0 16,6 0 0-16,-3-1 0 0,0-1 0 0,14-1 0 0,-14 2 0 15,3-2 0-15,10 0 0 0,4 2 0 16,-18-1 0-16,4 0 0 0,8 0 0 0,-9-1 0 15,-4 0 0-15,15 3 0 0,2-3 0 0,-14 2 0 0,-3 1 0 16,2-1 0-16,1 1 0 0,11 0 0 0,-14-3 0 16,2 2 0-16,-1 1 0 0,0-1 0 0,3 2 0 15,-4-2 0-15,5 3 0 0,7 2 0 0,-8-2 0 16,14 5 0-16,-4-2 0 0,-15 0 0 0,3 0 0 16,0 1 0-16,-2 0 0 0,1-4 0 0,-2 6 0 15,-2-4 0-15,-3 1 0 0,-3 2 0 0,-2-3 0 16,-6-2 0-16,-3 2 0 0,2-1 0 0,0-1 0 15,-5 2 0-15,5-1 0 0,-6-3 0 0,1 3 0 16,-1-1 0-16,1-1 0 0,-1 0 0 0,3 0 0 0,-3 0 0 16,1 2 0-16,0-3 0 0,-1 2 0 0,2 0 0 15,-3-3 0-15,-1 2 0 0,1 0 0 16,-2-1 0-16,0 1 0 0,-2-1 0 0,-3 1 0 0,3 2 0 16,-8-3 0-16,7 0 0 0,-7 0 0 0,0 0 0 15,8-1 0-15,-8 1 0 0,5-2 0 0,-5 2-133 16,0 0-172-16,0 0-46 0,0 0-29 0,0 0-32 15,0 0-55-15,-15 6-68 0,6-2-400 0,-1-1-1013 16,-3 0 449-16</inkml:trace>
  <inkml:trace contextRef="#ctx0" brushRef="#br0" timeOffset="330469.0453">11369 11975 111 0,'-4'-4'342'0,"-1"0"6"0,1 1 13 15,0-3 30-15,-1 1-1 0,1-1 13 0,-1 0 11 16,2 0 6-16,0 1 7 0,0 0 10 0,0-1-10 0,2 3 2 15,-3-1-11-15,2 2-9 0,2 2-22 16,0 0-22-16,-4-4-18 0,4 4-22 0,0 0-26 16,0 0-32-16,0 0-26 0,0 0-23 0,0 0-203 0,0 0-15 15,1 13 0-15,3-3 0 0,-1 1 0 0,-2 1 0 16,3 5 0-16,0 0 0 0,-1 2 0 16,-1-1 0-16,-1 2 0 0,-2-2 0 0,2 7 0 0,-1-4 0 15,-1-2 0-15,1-1 0 0,0 4 0 0,-2 4 0 16,1-7 0-16,1 2 0 0,-1-5 0 15,0 0 0-15,-1-3 0 0,2 1 0 0,0 0 0 0,0-4 0 16,0-1 0-16,2-1 0 0,-2-1 0 0,2-3 0 16,-2 3 0-16,0-4 0 0,0 1 0 0,1-2 0 15,-1-2-279-15,6 1-226 0,-6-1-56 0,0 0-43 16,11-7-437-16,-10 0-1127 0,-1 1 499 0</inkml:trace>
  <inkml:trace contextRef="#ctx0" brushRef="#br0" timeOffset="330917.838">10994 11929 233 0,'-9'-1'302'0,"2"-2"15"0,2 3 6 16,5 0 14-16,-8-3 23 0,5 2 11 0,-5-1 12 16,8 2 15-16,-8-2 4 0,4 1 1 0,4 1-8 15,-5-2 3-15,5 2-9 0,0 0-17 0,0 0-1 16,-4-3-16-16,4 3-13 0,0 0-12 0,0 0-13 16,0 0-15-16,0 0-16 0,0 0-19 0,0 0-29 15,0 0-238-15,0 0 0 0,0 0 0 0,4-7 0 16,2 4 0-16,5 1 0 0,1-3 0 0,11-1 0 15,3-2 0-15,7 1 0 0,0-2 0 0,17-6 0 16,1 4 0-16,1-1 0 0,5-2 0 0,-4 1 0 16,1 3 0-16,-3 0 0 0,-15 2 0 0,-4 2 0 15,-3 1 0-15,-7 1 0 0,-5 2 0 0,-5 1 0 16,0-1 0-16,-2 0 0 0,-2 2 0 0,-2 0 0 16,-6 0 0-16,9 0 0 0,-9 0 0 0,4 2 0 15,-4-2 0-15,0 4 0 0,0-4 0 0,-4 6 0 16,-1-2 0-16,1-2 0 0,-2 2-293 0,-2 1-317 0,3 1-84 15,-4-1-405-15,1 1-1192 0,3-1 528 0</inkml:trace>
  <inkml:trace contextRef="#ctx0" brushRef="#br0" timeOffset="331306.0845">11573 12243 29 0,'0'0'452'0,"0"0"15"0,0 0 9 0,-4-9 10 16,4 9-10-16,0-5-17 0,0 5-21 0,-2-7-29 15,3 3-33-15,-1 4-19 0,0-6-16 0,2 3-38 16,2-1-27-16,-1 0-30 0,-2 0-20 0,4-1-23 16,-1 0-24-16,1 3-11 0,3-1-27 0,-2 1-9 0,2 2-14 15,1-1-2-15,1-1-21 0,0 2 1 16,-1 3-21-16,0-1-21 0,2 3 7 0,-1-1-11 15,-5-1-7-15,4 3 11 0,-4 1-1 0,0-2-4 16,0 4 11-16,-1 0-10 0,1 1-11 0,-5-1-3 16,-5 2-2-16,1-1 5 0,-1-2-4 0,-4 1-6 15,1-2-2-15,-2 2-4 0,1-5 18 0,-1 0 12 0,-3 3 7 16,4-2 10-16,0-4 9 0,-1 0-67 0,4-1-12 16,-2-1 0-16,0 0 0 0,0-3 0 15,1 0 0-15,2-1 0 0,-2 0 0 0,4-6 0 0,-1 3 0 16,1-6 0-16,3 2 0 0,2-1 0 0,5-4 0 15,1 2 0-15,2 1 0 0,3 0-286 0,6-4-100 16,4 0-66-16,-4 6-58 0,9-4-54 0,3 2-436 16,-4-1-1081-16,1 0 479 0</inkml:trace>
  <inkml:trace contextRef="#ctx0" brushRef="#br0" timeOffset="331619.4074">12028 11942 234 0,'1'-5'404'15,"1"0"29"-15,-2-2 30 0,0 3 30 0,-2-2 30 16,0 1 20-16,-1-2 18 0,1 1-1 0,-1 1-4 0,1-1-7 16,-1 0-15-16,0 2-27 0,1 1-19 0,1-1-35 15,1 4-46-15,-3-5-40 0,3 5-251 16,0 0-116-16,0 0 0 0,0 0 0 0,0 0 0 0,-3 19 0 16,6-5 0-16,-3 1 0 0,0 2 0 0,0 0 0 15,0 1 0-15,0 6 0 0,0-5 0 0,-1 7 0 16,-1-6 0-16,4 4 0 0,-4-5 0 0,2 0 0 15,-2 6 0-15,2-5 0 0,-1 0 0 0,-1-3 0 16,1 2 0-16,1-7 0 0,0 0 0 0,-2 0 0 16,2-2 0-16,-2-1 0 0,1-2 0 0,1 1 0 15,1-4 0-15,-1 0 0 0,0-4 0 0,-2 7 0 16,2-7 0-16,0 0 0 0,0 0-186 0,0 0-402 16,0 0-32-16,15-13-15 0,-11 7-392 0,-2-4-1114 15,1 2 493-15</inkml:trace>
  <inkml:trace contextRef="#ctx0" brushRef="#br0" timeOffset="332555.1292">11953 12166 245 0,'-9'-2'383'0,"6"0"35"0,-1 0 42 16,4 2 37-16,-7-4 28 0,3 3 18 0,4 1-2 0,-4-2-4 16,0-1-16-16,4 3-16 0,-4-6-21 0,4 6-27 15,-1-3-41-15,1 3-47 0,0 0-35 0,5-5-37 16,-1-1-29-16,1 5-27 0,5-2-91 0,3-2-150 15,5 1 0-15,1 1 0 0,0-2 0 0,4 0 0 16,3 2 0-16,2-4-169 0,0 3-88 0,-1-2-58 16,-5 4-40-16,-3-2-23 0,1 2-23 0,-1-1-19 15,-2 1-17-15,1-1-10 0,-4 2 2 0,-3 1 26 16,1-1 25-16,2 0 23 0,-8 1 37 0,2 0 33 16,-3 1 57-16,3 0 42 0,-2-1 51 0,2 1 37 15,-4 0 50-15,-4-1 36 0,0 0 38 0,9 0 39 16,-5 2 40-16,-4-2 39 0,5 1 27 0,-5-1 36 15,0 0 32-15,0 0 21 0,0 0 25 0,0 0 13 16,0 0 16-16,6 1 11 0,-6-1 1 0,0 0 2 16,0 0-5-16,0 0-17 0,0 0-17 0,0 0-14 15,0 0-28-15,0 0-25 0,8 0-8 0,-8 0-36 16,0 0-18-16,1 4 0 0,2-2-15 0,-2 3-15 0,3 0-8 16,-3-1-10-16,2 4-9 0,-2-2-17 15,-1 1-3-15,5 2-8 0,-4 0 2 0,-1-2-11 16,0 4-16-16,-1-1 8 0,-4 1 0 0,4-3-3 0,-4 2-2 15,-2-2-5-15,3 0-5 0,-5-1 4 0,3 0-4 16,-3-1-14-16,0-1-13 0,4-2 0 0,-4-1 0 16,0-1 0-16,1-1 0 0,3 0 0 0,5 0 0 15,-14-4 0-15,9 0 0 0,-1-3 0 0,3 0 0 16,0-3 0-16,2 0 0 0,1 1 0 0,1-3 0 16,5 3 0-16,-2 0 0 0,1-2 0 0,1 4 0 15,0-4 0-15,2 4 0 0,-3 2 0 0,-1-1 0 16,4 2 0-16,2-1 0 0,-5 3 0 0,-1 1 0 15,1-1 0-15,0 1 0 0,4 1 0 0,-4 3 0 0,3-1 0 16,-3 2 0-16,1 1 0 0,1-2 0 16,-2 2 0-16,0 0 0 0,0 1 0 0,-1 0 0 15,-1 5 0-15,2 0 0 0,0-6 0 0,0 5 0 16,1 0 0-16,-3 0 0 0,2 0 0 0,-1-1 0 0,1-1 0 16,-2 3 0-16,0-2 0 0,2-1 0 15,-1-3 0-15,3 3 0 0,1-3 0 0,0 0 0 16,1-1 0-16,0-3 0 0,5-1 0 0,-4-1 0 0,8-5 0 15,-1-2 0-15,1-2 0 0,0-2 0 0,3-4 0 16,2-2 0-16,0-1 0 0,-1-8 0 16,2 4 0-16,-2-2 0 0,-3-2 0 0,3-3 0 0,0 2 0 15,-4-6 0-15,7-8 0 0,-8 11 0 0,-3 1 0 16,-3 4 0-16,0 2 0 0,-8 6 0 0,1-2 0 16,-1 8 0-16,-2 0 0 0,0 4 0 0,-1 0 0 15,-1 2 0-15,0 1 0 0,-2 1 0 0,-2 3 0 16,5 1 0-16,-10 3 0 0,2 2 0 0,1 2 0 15,-1 5 0-15,0 4 0 0,-1 3 0 0,3 6 0 16,1 2 0-16,1 3 0 0,0-4 0 0,4 3 0 16,-1-3 0-16,2-1 0 0,3 3 0 0,-2-7 0 15,4-2 0-15,-3 0 0 0,4-1 0 0,-1 0 0 0,2-3 0 16,0 0 0-16,4 1 0 0,-1-3 0 0,1 3 0 16,4-5 0-16,-1 1 0 0,-1-1 0 15,4-4 0-15,-4-1 0 0,-4-1 0 0,4-2 0 0,-1-1 0 16,-4-4 0-16,5 2 0 0,-5-1 0 0,-1-6 0 15,-2 5 0-15,-2-2 0 0,-2-1 0 0,1-2-114 16,-3 1-447-16,-1-3-75 0,-2 0-511 0,0-2-1242 16,0 2 549-16</inkml:trace>
  <inkml:trace contextRef="#ctx0" brushRef="#br0" timeOffset="333506.4557">13976 12155 346 0,'0'0'417'0,"0"0"16"16,-4-4 27-16,4-1 10 0,0 5 27 0,0-6-7 0,1 3-10 15,-1-2-7-15,0 0-21 0,0-1-17 0,1 2-20 16,2 1-25-16,-2-2-26 0,-1 5-32 0,3-5-34 16,-3 5-34-16,1-3-23 0,-1 3-31 0,0 0-22 15,0 0-16-15,0 0-20 0,14 7-17 0,-9-4-58 16,-1 5-77-16,1-1 0 0,-1 3 0 0,1 0 0 15,-3 0 0-15,0 0 0 0,2 3 0 0,-2 2 0 16,0-2 0-16,-2-2 0 0,2 1 0 0,-2 2 0 16,0-4 0-16,-2 1 0 0,2-1 0 0,-2-3 0 15,2-1 0-15,-2 0 0 0,2-1 0 0,-3 1 0 16,3-2 0-16,-1-1 0 0,5 2 0 0,-4-5 0 0,0 0 0 16,0 0 0-16,0 0 0 0,0 0 0 15,0 0 0-15,0-16 0 0,2 5 0 0,2 1 0 0,0-1 0 16,1-4 0-16,3 5 0 0,-3-6 0 0,6 3 0 15,0-2 0-15,-1 2 0 0,0 3 0 16,-2 2 0-16,1-2 0 0,1 2 0 0,-1 0 0 0,-1 3 0 16,1 2 0-16,-1-2 0 0,1 4 0 0,2 0 0 15,-4 3 0-15,0 0 0 0,2 2 0 0,1-1 0 16,0 2 0-16,-3 6 0 0,0-4 0 0,-2 3 0 16,0 1 0-16,3-2 0 0,-7 2 0 0,1 0 0 15,0-2 0-15,-2 2 0 0,0-2 0 0,0 0 0 16,0-2 0-16,0 0 0 0,-2-1 0 0,0 0 0 15,1-1 0-15,-2 0 0 0,3-2 0 0,0-3 0 16,0 5 0-16,0-5 0 0,0 0 0 0,0 0 0 0,0 0 0 16,0 0 0-16,-1-13 0 0,5 6 0 15,-4 0 0-15,5-4 0 0,-1 0 0 0,-4 0 0 0,5 2 0 16,-1-3 0-16,5-2 0 0,-4 4 0 0,0 1 0 16,3 0 0-16,-3 2 0 0,1 1 0 0,2 1 0 15,1 3 0-15,-4-5 0 0,6 5 0 0,-4-1 0 16,-1 2 0-16,1 0 0 0,2 2 0 0,-3-2 0 15,0 3 0-15,2 1 0 0,-3 3 0 0,3-1 0 16,-2 0 0-16,-1 1 0 0,1 2 0 0,0 1 0 16,-4 0 0-16,2-1 0 0,-4 0 0 0,3 2 0 15,-3-2 0-15,1-1 0 0,0 0 0 0,-2 2 0 16,1-4 0-16,1 1 0 0,-1 1 0 0,4-3 0 16,-4 1 0-16,0-1-208 0,4-2-146 0,-4-2-56 0,7 1-50 15,-2-1-70-15,-5 0-41 0,12-7-372 0,-3-2-1023 16,-1 1 453-16</inkml:trace>
  <inkml:trace contextRef="#ctx0" brushRef="#br0" timeOffset="334671.5858">14658 12115 276 0,'0'0'421'15,"5"-1"22"-15,-1-2 12 0,-4 3 3 0,7-2-14 16,-4 0-21-16,-3 2-27 0,4-3-24 0,-4 3-28 15,7-3-26-15,-5 1-31 0,-2 2-31 0,0 0-32 16,0 0-18-16,9 3-16 0,-5-1-17 0,-4-2-11 16,6 6-16-16,-2-2-11 0,1 2-5 0,-1 1-13 15,0 1-11-15,1-2-4 0,-2 3-15 0,-2-4-5 16,4 6-5-16,-4 0-10 0,-1-1-4 0,0 0-9 16,-1 1 5-16,-4-2-15 0,0 1-13 0,-3-2 8 0,0 1-5 15,-2 0 1-15,0-2-2 0,1 2-1 16,-5-3-7-16,2 1 0 0,1-3-1 0,-2-2-3 15,3-1-1-15,2 0-1 0,-3-1 1 0,4-1 3 16,0-2 6-16,0-1 12 0,1-5 22 0,1 5 2 0,1-6-6 16,1-5 2-16,1-1-7 0,4 4-6 15,1-5 7-15,5 3-6 0,-1-4-1 0,0 6-2 16,-1 0 0-16,-1 1-17 0,3 0-29 0,1 4 0 0,-1-3 0 16,2 5 0-16,-1-1 0 0,0 3 0 0,-2 2 0 15,1 1 0-15,2 0 0 0,-3 3 0 0,3 2 0 16,0 0 0-16,-4 2 0 0,2-1 0 0,0 2 0 15,-3-1 0-15,1 2 0 0,1 2 0 0,-2-2 0 16,-1 1 0-16,-2 0 0 0,2 2 0 0,-4-6 0 16,5 4 0-16,-2-3 0 0,-2 1 0 0,3 2 0 15,-3-5 0-15,-1 1 0 0,4-1 0 0,-2 0 0 16,1-1 0-16,3-2 0 0,2 1 0 0,0-1 0 16,2-4 0-16,4-2 0 0,3-1 0 0,0-4 0 0,0 0 0 15,2-1 0-15,3-6 0 0,-8 3 0 0,5-6 0 16,-1 1 0-16,-4 2 0 0,-2-1 0 15,-3 1 0-15,1 0 0 0,-2 2 0 0,-2 3 0 0,2 1 0 16,-5-2 0-16,1 4 0 0,-1 1 0 16,-1 0 0-16,1 4 0 0,-3-3 0 0,0 4 0 0,0 2 0 15,0 0 0-15,0 0 0 0,0 0 0 0,0 0 0 16,0 0 0-16,-14 9 0 0,11-2 0 0,2-1 0 16,0 1 0-16,0 0 0 0,-1 4 0 0,1-1 0 15,2-1 0-15,2 2 0 0,-2 0 0 0,3-2 0 16,2 2 0-16,-3 2 0 0,1-4 0 0,2 2 0 15,-1-1 0-15,-1-1 0 0,4-1 0 0,-3 1 0 16,-1-3 0-16,1 2 0 0,1 2 0 0,-5-6 0 16,3 3 0-16,1-3 0 0,-1 0 0 0,-4-1 0 15,1 1 0-15,3-1 0 0,-2 0 0 0,0 1 0 16,-2-1 0-16,0-3 0 0,-4 8 0 0,0-4 0 0,1 0 0 16,-4-1 0-16,2 2 0 0,-4 0 0 0,-1 0 0 15,0-2 0-15,-1 0 0 0,0 2 0 16,1-3 0-16,2 1 0 0,0-2 0 0,3-1 0 0,5 0 0 15,-11 1 0-15,11-1 0 0,-8-2 0 0,3 1 0 16,4-5 0-16,1 6 0 0,-5-4 0 16,5-2 0-16,1 1 0 0,0-2 0 0,3-3 0 0,0 4 0 15,1-5 0-15,4 2 0 0,4-3 0 0,-2-1 0 16,6-1 0-16,2-3 0 0,0-1 0 0,4 1 0 16,-1 1 0-16,2-2 0 0,-1 0 0 0,4-1 0 15,-5 1 0-15,-2 1 0 0,2-1 0 0,-8 6 0 16,3-2 0-16,-6 2 0 0,-1 5 0 0,-5 0 0 15,3 4 0-15,-4-1 0 0,-1-1 0 0,-1 3 0 16,2-1 0-16,1 0 0 0,-5 3 0 0,5-3 0 16,-5 3 0-16,0 0 0 0,0 0 0 0,0 0 0 15,-13 12 0-15,8-3 0 0,0-3 0 0,1 4 0 0,0-3 0 16,1 1 0-16,1 0 0 0,0-1 0 0,-2 2 0 16,3-1 0-16,1 2 0 0,0-3 0 0,1 2 0 15,3-2 0-15,-2 0 0 0,0-1 0 0,1 1 0 16,3-1 0-16,0 1 0 0,-3-2 0 0,3 0 0 15,-1 0 0-15,0 0 0 0,0-1 0 0,-1 1 0 16,1 2 0-16,-1-5 0 0,-3 1 0 0,7 1 0 16,-4 3 0-16,-3-4 0 0,3-2 0 0,-3 4 0 15,-1-3 0-15,0 3 0 0,0 0 0 0,0-5 0 16,-4 7 0-16,2-3 0 0,-5 0 0 0,1 0 0 16,-2-3 0-16,2 6 0 0,-3-3 0 0,0-3 0 15,0 2 0-15,0 1 0 0,0-3 0 0,4-1 0 16,0 3 0-16,5-3 0 0,-10 2 0 0,10-2 0 0,0 0-220 15,0 0-275-15,0 0-89 0,0 0-90 16,13-13-363-16,3 5-1122 0,2-3 496 0</inkml:trace>
  <inkml:trace contextRef="#ctx0" brushRef="#br0" timeOffset="335409.7639">15977 12110 290 0,'0'0'438'0,"5"-1"16"16,-1-1 13-16,-4 2 2 0,0 0 3 0,1-6-22 16,-1 6-16-16,-1-4-13 0,1 4-18 0,0-5-15 15,0 5-11-15,0-5-20 0,0 5-28 0,1-4-10 16,-1 4-18-16,-1-5-25 0,1 5-20 0,0 0-27 16,1-5-19-16,-1 5-23 0,0 0-19 0,4-2-23 0,-4 2-20 15,0 0-6-15,9 0-16 0,-9 0-99 16,9 6-4-16,-4-3 0 0,-1 1 0 0,4 2 0 15,-2 0 0-15,-2 1 0 0,0 0 0 0,-2 2 0 0,1 0 0 16,-2-1 0-16,-2 0 0 0,-4 3 0 0,-2-5 0 16,-3 2 0-16,1 0 0 0,0-2 0 15,-7 3 0-15,4-4 0 0,-6-1 0 0,3 2 0 16,-2 1 0-16,7-5 0 0,-3-1 0 0,2-2 0 0,2 0 0 16,0 0 0-16,3-3 0 0,-1-1 0 0,2-1 0 15,1-1 0-15,3 1 0 0,1-6 0 16,0 2 0-16,5 0 0 0,0-4 0 0,7 1 0 0,-1 0 0 15,7-7 0-15,-4 8 0 0,10-3 0 0,-2 3 0 16,2-2 0-16,3-2 0 0,1 5 0 0,-6 2 0 16,-3 2 0-16,7-4 0 0,-6 3 0 0,-2 0-46 15,-4 2-138-15,2-1 1 0,1-3-2 0,0 2 1 16,1 0 20-16,-4-1 17 0,-1 2 20 0,-3 1 8 16,-1-1 15-16,4 1 13 0,-7 0 20 0,4-2 26 15,-3 1 32-15,-2 3 22 0,-1-4 22 0,-2 1 30 16,1-1 30-16,-1 2 7 0,-2-1 39 0,2 1 20 15,-2-2 28-15,0 3 21 0,0-3 17 0,0 1 13 16,0-1-7-16,-2 1-229 0,1 2 0 0,-2-3 0 16,3 2 0-16,-1 2 0 0,1 0 0 0,0 4 0 15,-1-6 0-15,1 6 0 0,-1-5 0 0,1 5 0 0,0 0 0 16,-3-2 0-16,3 2 0 0,0 0 0 0,-4 13 0 16,3-2 0-16,1 5 0 0,1 9 0 15,-2 4 0-15,0 2 0 0,1 1 0 0,1 4 0 0,-4 10 0 16,-2-9 0-16,5-2 0 0,0 10 0 0,-1 5 0 15,1-2 0-15,0-14 0 0,0 0 0 0,-1 2 0 16,-4-1 0-16,2-2 0 0,3-2 0 0,0 0 0 16,-1-2 0-16,-3-1 0 0,0-3 0 0,4-8 0 15,-1 1 0-15,-2-1 0 0,3-4 0 0,0-4 0 16,-1 0 0-16,0 0 0 0,1-3 0 0,0 0 0 16,0-3 0-16,0-3 0 0,0 6 0 0,-4-1 0 15,4-1 0-15,0-4 0 0,0 0 0 0,0 0 0 16,0 0 0-16,0 0 0 0,18-11 0 0,-12 5 0 15,-1-2-426-15,3-5-283 0,-3-1-467 0,-4-3-1274 16,1-2 563-16</inkml:trace>
  <inkml:trace contextRef="#ctx0" brushRef="#br0" timeOffset="335661.9715">16212 12286 319 0,'-1'-6'514'0,"-1"-1"11"0,0 4 34 0,2-1 30 16,0 0 28-16,0-1 9 0,-2 1-1 0,2 4-15 0,0-9-40 15,2 6-51-15,2-1-36 0,1 0-44 0,1-2-35 16,6 0-33-16,7-3-29 0,-1 2-263 0,10 0-79 16,0-2 0-16,-2 2 0 0,3 0 0 0,-8 4 0 15,-1-2 0-15,-1 0 0 0,3 0 0 0,-3 2 0 16,-1 0 0-16,-5 0 0 0,0-1 0 0,-3 4 0 16,0-4 0-16,-1 3 0 0,-3-1 0 0,0 2 0 15,0-1 0-15,-6 1 0 0,6-4 0 0,-3 2-285 16,-3 2-210-16,0 0-61 0,0 0-71 0,0 0-411 15,0 0-1125-15,0 0 497 0</inkml:trace>
  <inkml:trace contextRef="#ctx0" brushRef="#br0" timeOffset="336857.0555">17173 12074 90 0,'0'0'433'16,"0"-3"23"-16,0 3 1 0,1-4 7 0,-1 4-7 15,0 0-10-15,0-6-8 0,0 6-14 0,2-3-10 16,-2 3-16-16,-3-4-13 0,3 4-12 0,0 0-22 16,0-5-17-16,0 5-15 0,0 0-13 0,-2-5-15 15,2 5-16-15,-4-3-16 0,4 3-11 0,-1-6-13 16,1 6-12-16,0-5-126 0,0 5-98 0,-2-5 0 16,2 5 0-16,0 0 0 0,0-3 0 0,0 3 0 15,0 0 0-15,0 0 0 0,-1-6 0 0,1 6 0 16,0 0 0-16,0 0 0 0,0 0 0 0,3-2 0 15,-3 2 0-15,0 0 0 0,0 0 0 0,0 0 0 16,0 0 0-16,0 0 0 0,0 0 0 0,6 11 0 16,-4-4 0-16,4 3 0 0,-2-1 0 0,-1 2 0 15,4 6 0-15,-5-5 0 0,1 0 0 0,2 4 0 16,-3-5 0-16,1 2 0 0,0 3 0 0,-1-2 0 16,-1-2 0-16,-1 0 0 0,-1-1 0 0,2-1 0 0,-1 0 0 15,0-2 0-15,0 0 0 0,0-3 0 0,-1 0 0 16,2 1 0-16,-1-1 0 0,0-5 0 15,0 6 0-15,0-6 0 0,0 4 0 0,0-4 0 0,0 0 0 16,0 0 0-16,0 0 0 0,0 0 0 0,12-18 0 16,-9 9 0-16,2-2 0 0,0 1 0 0,1-6 0 15,3 1 0-15,1 1 0 0,-1-4 0 0,0 2 0 16,-1 3 0-16,2-5 0 0,-1 3 0 0,0 2 0 16,-3 2 0-16,2 1 0 0,0 2 0 0,-2-1 0 15,-2 4 0-15,2 0 0 0,-2 0 0 0,0 1 0 16,0 0 0-16,-3 0 0 0,-1 4 0 0,7-1 0 15,-7 1 0-15,10 5 0 0,-5-4 0 0,-1 2 0 16,1 1 0-16,0 1 0 0,-1 1 0 0,1 2 0 0,1 1 0 16,-5-4 0-16,3 4 0 0,-2 0 0 0,1-3 0 15,-3 2 0-15,3-1 0 0,-2 0 0 16,1 3 0-16,-1-3 0 0,0-1 0 0,1 0 0 0,0 0 0 16,-1-2 0-16,1-1 0 0,-2 0 0 0,0-3 0 15,2 5 0-15,-1-3 0 0,-1-2 0 0,0 0 0 16,0 0 0-16,9-1 0 0,-9 1 0 0,11-7 0 15,-4 2 0-15,2-5 0 0,0 4 0 0,0-2 0 16,1 0 0-16,-1 0 0 0,0-2 0 0,1 2 0 16,-2-2 0-16,0 2 0 0,-2 2 0 0,4-1 0 15,-3 0 0-15,-2 0 0 0,-1 4 0 0,1-1 0 16,-1 1 0-16,-3-1 0 0,5 2 0 0,-3-1 0 16,-3 3 0-16,5-2 0 0,-5 2 0 0,0 0 0 15,0 0 0-15,12 6 0 0,-9-1 0 0,1 0 0 16,-1 0 0-16,-1 4 0 0,2 0 0 0,1 0 0 15,-4 0 0-15,-1 1 0 0,2 1 0 0,2 0 0 0,-4-1 0 16,1 0 0-16,-1 1 0 0,0-1 0 0,1-3 0 16,0 0 0-16,-1 1 0 0,2-1 0 15,-1-2 0-15,0 1 0 0,3-1 0 0,-1-1 0 0,0 1 0 16,4-3-478-16,-1-1-147 0,8-1-82 0,-5-3-357 16,4 0-1152-16,6-1 510 0</inkml:trace>
  <inkml:trace contextRef="#ctx0" brushRef="#br0" timeOffset="337140.6876">17926 12079 378 0,'1'-3'483'0,"-1"3"4"0,2-5 26 0,-2 5 16 16,2-3 6-16,-2 3-11 0,0 0-22 0,0 0-24 16,2-3-25-16,-2 3-34 0,0 0-38 0,0 0-25 0,0 0-19 15,0 0-1-15,0 0-14 0,3 14-14 0,-4-8-28 16,1 0-24-16,-4 5-25 0,4-3-148 0,0 2-83 15,-4 0 0-15,4 0 0 0,-1 4 0 0,1-6 0 16,0 3 0-16,0-2 0 0,-3-1 0 0,3-1 0 16,0-1 0-16,-1 1 0 0,1-1 0 0,0-1 0 15,0 0 0-15,0-2 0 0,0 1 0 0,0-4 0 16,0 6 0-16,0-6 0 0,4 1 0 0,-4-1-40 16,0 0-368-16,0 0-48 0,0 0-31 0,5-14-12 15,-1 7-15-15,-3-3-6 0,4-7-359 0,-1 0-950 16,-3-2 420-16</inkml:trace>
  <inkml:trace contextRef="#ctx0" brushRef="#br0" timeOffset="337372.8862">17945 12015 768 0,'0'-12'121'0,"0"-5"47"0,0 4 43 16,0-2 25-16,0 6 19 0,-2 0 28 0,0 2 67 15,2-4 31-15,-1 6 16 0,-3-1 6 0,3 1-11 16,1 0-18-16,-4 2-28 0,4-1-28 0,0 4-29 16,0-6-32-16,0 6-33 0,-2-2-26 0,2 2-26 0,0 0-45 15,0 0-54-15,0 0-70 0,0 0-81 0,0 0-79 16,2 14-70-16,0-5-65 0,1 0-72 0,4-3-78 15,0 3-356-15,1-2-864 0,1 1 382 16</inkml:trace>
  <inkml:trace contextRef="#ctx0" brushRef="#br0" timeOffset="337598.7586">18147 12067 371 0,'0'0'495'0,"0"0"29"16,10-3 33-16,-10 3 21 0,0 0 11 0,4-5-15 15,-4 5-11-15,0 0-20 0,0 0-27 0,0 0-25 16,0-3-33-16,0 3-34 0,0 0-44 0,0 0-35 16,0 0-33-16,0 0-25 0,5 6-103 0,-3 0-184 15,5 0 0-15,1 2 0 0,-2 0 0 0,3 1 0 0,-1 1 0 16,6 3 0-16,-1 2 0 0,-3-1 0 16,4 0 0-16,-2 0 0 0,0-2 0 0,0 1 0 15,-2 0 0-15,1-2 0 0,-3-2 0 0,4 3 0 0,-3-3 0 16,0-1 0-16,-3-1 0 0,-1-2 0 15,0-1 0-15,2 0 0 0,-4-1 0 0,1 1 0 16,0-3 0-16,-4-1 0 0,5 3 0 0,-5-3-337 0,0 0-157 16,13-6-41-16,-12 3-31 0,3-2-10 0,-3-6-372 15,2 1-1026-15,-3-3 455 0</inkml:trace>
  <inkml:trace contextRef="#ctx0" brushRef="#br0" timeOffset="337909.7317">18395 12084 143 0,'0'-16'183'0,"0"6"51"0,1-2 25 0,2 1 9 16,-3 0 15-16,0 1 28 0,5 1 43 0,-4 1 39 15,-1 0 25-15,0 4 30 0,0-5-2 16,3 4 3-16,-3 0 3 0,0 3-14 0,0 2-13 0,-3-6-10 16,3 6-13-16,-1-4-24 0,1 4-9 0,0 0-19 15,0 0-22-15,0 0-3 0,0 0-205 0,0 0-120 16,-13 12 0-16,8-3 0 0,1 2 0 0,-3 0 0 16,-3 2 0-16,-1 6 0 0,-2 3 0 0,-1 0 0 15,-1 2 0-15,-3-2 0 0,-1 7 0 0,2-3 0 0,-3 3 0 16,-2 0 0-16,4 1 0 0,-5-2 0 0,-5 11 0 15,10-10 0-15,-3-2 0 0,-1 0 0 16,3 1 0-16,-2 1 0 0,2-2 0 0,1 0 0 0,3 0 0 16,-2-4 0-16,-1 0 0 0,8-7 0 0,1 0 0 15,-2-2 0-15,4-4 0 0,2-1 0 0,1-3 0 16,-2 0 0-16,3-1 0 0,0-1 0 0,1-1 0 16,0 1 0-16,2 0 0 0,0-4 0 0,0 0 0 15,6 1 0-15,-6-1 0 0,19-5 0 0,-10-1 0 16,6-4 0-16,2-1-60 0,-2 1-533 0,11-13-60 15,-3 1-495-15,5-3-1243 0,7-11 550 0</inkml:trace>
  <inkml:trace contextRef="#ctx0" brushRef="#br0" timeOffset="339493.1163">18703 11799 230 0,'3'-12'445'0,"-3"-4"14"16,0 5 27-16,0-1 14 0,-2 2 12 16,1 1-5-16,0-1 19 0,0 1-10 0,-1 2-9 15,1 1-12-15,1 0-14 0,-1 2-15 0,1 4-27 0,-2-7-23 16,2 7-30-16,-2-4-34 0,2 4-36 16,0 0-164-16,0 0-152 0,-1-4 0 0,1 4 0 15,0 0 0-15,-2 13 0 0,0 1 0 0,2 4 0 0,0 7 0 16,0 4 0-16,0 1 0 0,1 2 0 0,0 0 0 15,-2 2 0-15,1-1 0 0,0 1 0 0,0-3 0 16,4 1 0-16,-3-1 0 0,-2-4 0 0,-6 0 0 16,7-1 0-16,0-6 0 0,-3 7 0 0,1-7 0 15,1-1 0-15,0-2 0 0,1-1 0 0,0 0 0 16,-4-5 0-16,4-4 0 0,-1 1 0 0,0-2 0 16,-1-1 0-16,1 1 0 0,1-1 0 0,0-3 0 15,0-2 0-15,-1 7 0 0,1-7 0 0,0 0 0 16,0 0 0-16,0 0 0 0,-3-15 0 0,2 7-133 15,-2-5-331-15,1 3-4 0,-1-4-2 0,-1 4 10 16,3-3 18-16,-2 3 26 0,1 0 44 0,-2-1 43 16,-1 3 32-16,1 2 45 0,4 0 39 0,-1 0 49 15,-2 0 49-15,-2 2 51 0,2-1 43 0,1 1 42 16,-2 0 42-16,3 0 53 0,-3 1 49 0,4 3 31 16,-4-5 35-16,4 5 30 0,-5-1 29 0,3-1 16 0,2 2 13 15,-2-4 13-15,2 4 8 0,0 0 0 0,-5-6 5 16,5 6-6-16,0 0-5 0,0 0-21 0,0-4-10 15,0 4-237-15,4-4-66 0,-4 4 0 0,5-9 0 16,3 4 0-16,3-1 0 0,7 1 0 0,-1-3 0 16,0-1 0-16,0 2 0 0,1-1 0 0,1 0 0 15,0 2 0-15,2 0 0 0,-2-2 0 0,0 3 0 16,-5 0 0-16,0 1 0 0,-1-1 0 0,-4 5 0 16,1-3 0-16,2-1 0 0,-7 3 0 0,1 0 0 15,-3 1 0-15,-3 0 0 0,10 1 0 0,-3 3 0 16,-2 0 0-16,-1 3 0 0,1-3 0 0,1 6 0 0,-1-1 0 15,-1 1 0-15,-1 0 0 0,0 2 0 16,0 1 0-16,0-3 0 0,-2 3 0 0,1 0 0 0,0-1 0 16,-2-5 0-16,1 5 0 0,1-1 0 0,-2-5 0 15,3 0 0-15,-3-2 0 0,0 2 0 16,1-1 0-16,-1 0 0 0,0-3 0 0,0-2 0 0,1 4 0 16,-1-4 0-16,0 0 0 0,0 0 0 0,0 0 0 15,7-9 0-15,-3 0 0 0,-2 0 0 0,4-1 0 16,0-3 0-16,-1 1 0 0,3-3 0 0,-1 5 0 15,1-4 0-15,-2 6 0 0,-1-3 0 0,-1 1 0 16,1 3 0-16,-1 3 0 0,0 0 0 0,0-1 0 16,-2 1 0-16,2 3 0 0,-4 1 0 0,5-3 0 15,-5 3 0-15,8 0 0 0,-8 0 0 0,12 3 0 16,-9 0 0-16,4 0 0 0,-2 2 0 0,-1-1 0 16,0 2 0-16,2-2 0 0,0 1 0 0,-2 0 0 15,1 1 0-15,2-1 0 0,0 1 0 0,1 0 0 16,0 0 0-16,-3 0 0 0,1-3 0 0,3 2 0 15,-3 0 0-15,0-2 0 0,0-2 0 0,-1-1 0 16,0 2 0-16,2-2 0 0,-7 0 0 0,11-1 0 0,-6-1 0 16,-1-4 0-16,0-1 0 0,2 1 0 0,-2-4 0 15,-3-1 0-15,3-1 0 0,-4 0 0 16,0 0 0-16,0 0 0 0,-2 1 0 0,-1 3 0 0,-1 0 0 16,4 1 0-16,-2-1 0 0,-2 3 0 0,3 1 0 15,-2-1 0-15,3 1 0 0,-2 2 0 16,2 2 0-16,-2-6 0 0,2 6 0 0,0 0 0 0,-2-4 0 15,2 4 0-15,0 0 0 0,0 0 0 0,0 0 0 16,0 0 0-16,0 0 0 0,0-5 0 0,0 5 0 16,0 0 0-16,0 0 0 0,0 0 0 0,0 0 0 15,0 0 0-15,0 0 0 0,0 0 0 0,0 0 0 16,0 0 0-16,0 0 0 0,7 0 0 0,-7 0 0 16,0 0 0-16,0 0 0 0,10 4 0 0,-4-3 0 15,-6-1 0-15,6 4 0 0,-1-1 0 0,-1 0 0 16,2-1 0-16,-2 2 0 0,1 0 0 0,-1 1 0 15,0-1 0-15,1 1 0 0,-1-1 0 0,1 1 0 0,-1 0 0 16,-3 1 0-16,4-1 0 0,-2 0 0 16,-2 1 0-16,3-2 0 0,-1 2 0 0,-2-1 0 15,3 1 0-15,-3-1 0 0,-1-1 0 0,4 3 0 0,-3-3 0 16,1 5 0-16,-2-6 0 0,2 3 0 0,-1-1 0 16,-1 3 0-16,3-4 0 0,-1 2 0 0,1 1 0 15,-2-4 0-15,2 2 0 0,-1-1 0 0,1 0 0 16,-2 1 0-16,3-2 0 0,1 2 0 0,0-2 0 15,0-1 0-15,2 0 0 0,4-2 0 0,-1-2 0 16,2 0 0-16,8-4 0 0,-1 0 0 0,-1-3 0 16,0-1 0-16,10-6 0 0,-6 0 0 0,5 2 0 15,-9 2 0-15,-3 0 0 0,2-3 0 0,-3 4 0 16,0-3 0-16,-3 2 0 0,0-3 0 0,0 5 0 0,-6 0 0 16,0 0 0-16,-1-1 0 0,0 5 0 0,-4-2 0 15,1 1 0-15,3 1 0 0,-8 1 0 0,3 1 0 16,-1 0 0-16,-1 1 0 0,3 3 0 0,-10-1 0 15,4 1 0-15,6 0 0 0,-11 4 0 0,3 1 0 16,1 2 0-16,-1 0 0 0,-1 3 0 16,-1 3 0-16,2-2 0 0,-1 5 0 0,3-6 0 0,-1 5 0 15,2-1 0-15,3-2 0 0,-2 4 0 0,-2-1 0 16,3-3 0-16,2 0 0 0,0 0 0 0,2 1 0 16,-1-3 0-16,2 1 0 0,3-1 0 0,-2 0 0 15,2-1 0-15,3-1 0 0,-1-1 0 0,4 1 0 16,-4-2 0-16,4-2 0 0,0 3 0 0,-1-4 0 15,3 0 0-15,-3-2 0 0,-1 0 0 0,2-1 0 16,-1 0 0-16,0-1 0 0,-1-2 0 0,1 0 0 16,-2 2 0-16,1-4 0 0,-3 1 0 0,0-2 0 15,-1 3 0-15,2-2 0 0,-3 0 0 0,0-1 0 16,0 0-338-16,-2 2-139 0,1-1-28 0,0 0-22 16,0-2-20-16,-1 2-13 0,1-1-314 0,0 0-945 0,-1-1 419 15</inkml:trace>
  <inkml:trace contextRef="#ctx0" brushRef="#br0" timeOffset="339894.0574">19860 12055 20 0,'2'-7'255'0,"2"-2"16"0,-1-1 38 16,3 2 31-16,-3-4 44 0,0 1 16 0,1 1 1 15,-3-2 10-15,2 5 7 0,-3-1 5 0,0 2 1 16,1-1-1-16,-1 1-12 0,2 0-2 0,-2 2-15 16,0 4-25-16,2-6-34 0,-2 4-32 0,0 2-40 15,0 0-23-15,0 0-26 0,0 0-23 0,0 0-18 16,0 0-14-16,0 0-18 0,-9 12-31 0,5-5-110 15,-1 3 0-15,4-2 0 0,-3 2 0 0,2 2 0 16,0-2 0-16,0 1 0 0,2 0 0 0,-1 2 0 0,2-2 0 16,0 0 0-16,2 1 0 0,-1-1 0 15,2 0 0-15,2-1 0 0,-2 0 0 0,0 0 0 16,-1-3 0-16,0-1 0 0,0 3 0 0,2-6 0 0,-1 2 0 16,2 2 0-16,-4-2 0 0,0 0 0 15,2 1 0-15,0-1 0 0,-3-4 0 0,0 3 0 0,2 1 0 16,-2-1 0-16,-1 0 0 0,0-2 0 0,0-2 0 15,-4 8 0-15,3-3 0 0,-3-1 0 0,0 2 0 16,-1-4 0-16,-5 2 0 0,1 0 0 0,-2-2 0 16,1 0 0-16,-1 1 0 0,1-2 0 0,1-1 0 15,1 0 0-15,2 0 0 0,6 0 0 0,-14 1 0 16,8-2 0-16,6 1 0 0,-9-1 0 0,9 1 0 16,0 0 0-16,-7-2 0 0,7 2-6 0,0 0-421 15,4-7-45-15,0 3-39 0,1 2-31 0,1 1-25 16,3-1-378-16,0-3-1023 0,2 0 453 0</inkml:trace>
  <inkml:trace contextRef="#ctx0" brushRef="#br0" timeOffset="350770.8552">9959 12950 191 0,'0'0'208'0,"-9"2"6"16,5 0 8-16,0-1 12 0,4-1 12 0,-6 4 11 15,1-3-2-15,5-1 6 0,0 0 7 0,-6 1 12 16,6-1 8-16,0 0-2 0,-6 0 2 0,6 0 6 15,0 0 6-15,-3 3 2 0,3-3-8 0,0 0-16 16,0 0-7-16,0 0-12 0,0 0-8 0,-6-5-7 16,6 5-7-16,-4-5-9 0,4 5-11 0,-1-3-6 15,1 3-10-15,-5-4-7 0,5 4-7 0,-1-5-13 0,-2 3-9 16,3 2-11-16,-1-7-8 0,1 3-60 16,0 4-86-16,0-6 0 0,1 1 0 0,2 2 0 0,-3-1 0 15,4-1 0-15,-1 3 0 0,4-2 0 0,-2 2 0 16,2-1 0-16,1 1 0 0,0-1 0 15,5 0 0-15,-3 1 0 0,8 2 0 0,1 2 0 0,-1 0 0 16,1 2 0-16,2 3 0 0,-3-3 0 0,-1 4 0 16,0 3 0-16,0-2 0 0,-2 1 0 0,-1 3 0 15,-1-2 0-15,-4 1 0 0,-3 5 0 0,-2 0 0 16,4 6 0-16,-7-4 0 0,-1 0 0 0,0-1 0 16,-4 2 0-16,-1 2 0 0,-3-1 0 0,-3 0 0 15,-1-6 0-15,6 0 0 0,-7 1 0 0,8-8 0 16,-1 0 0-16,3-2 0 0,-1 1 0 0,2-3 0 15,-2 1 0-15,0-4 0 0,4-1 0 0,0 0 0 16,0 0 0-16,-5-10 0 0,5 2 0 0,1-2 0 16,1-3 0-16,1-1 0 0,4-6 0 0,-4 3 0 15,5-3 0-15,-3 4 0 0,3-4 0 0,-4 3 0 16,2 0 0-16,3 1 0 0,-4 5 0 0,3-3 0 0,2 1 0 16,-5 3 0-16,3 1 0 0,-3 0 0 0,4 2 0 15,-1 0 0-15,-2 2 0 0,2 0 0 0,-3 2 0 16,2-1 0-16,1 3 0 0,0 1 0 0,2 0 0 15,-2 0 0-15,3 2 0 0,-2 2 0 0,3-1 0 16,-2 2 0-16,1 1 0 0,-2 0 0 0,-1 0 0 16,1 3 0-16,1 3 0 0,-5-1 0 0,3-1 0 15,-3 2 0-15,-1-1 0 0,-3-1 0 0,4 1 0 16,-6-1 0-16,1 0 0 0,1-1 0 0,-6 2 0 16,5-3 0-16,-1 0 0 0,1-2 0 0,-1-2 0 15,-2 2 0-15,3-4 0 0,0-2 0 0,-1 5 0 16,1-5 0-16,0 0 0 0,0 0 0 0,0 0 0 15,0 0 0-15,-4-17 0 0,5 5 0 0,2 1 0 0,-2-5 0 16,3 0 0-16,2-1 0 0,-2 0 0 0,1 3 0 16,3 0 0-16,-3 1 0 0,3 3 0 15,-2-1 0-15,2-2 0 0,-3 5 0 0,4-2 0 0,1 5 0 16,-2-4 0-16,1 4 0 0,1 3 0 0,0 0 0 16,2-1 0-16,0 7 0 0,-1-2 0 0,-1 1 0 15,3 2 0-15,-2 3 0 0,-2-1 0 0,0 3 0 16,0-3 0-16,0 8 0 0,5-1 0 0,-9 0 0 15,4 3 0-15,-5 0 0 0,3 1 0 0,-1-3 0 16,-4 3 0-16,-1-1 0 0,-1 1 0 0,0-5 0 16,-1 3 0-16,1-1 0 0,0-4 0 0,1 0 0 15,-2-1 0-15,1-2 0 0,0-1 0 0,-1-1 0 16,1 0 0-16,0-1 0 0,0 1 0 0,0-4 0 16,0-2 0-16,0 5 0 0,0-5 0 0,0 0 0 15,0 0 0-15,0 0 0 0,0 0 0 0,14-5 0 16,-9-1-409-16,-2 3-155 0,0-3-80 0,1-1-452 15,3-3-1187-15,-2 3 525 0</inkml:trace>
  <inkml:trace contextRef="#ctx0" brushRef="#br0" timeOffset="351721.9585">10935 13105 259 0,'0'0'398'0,"0"-5"16"0,0 5 5 16,-1-7-2-16,0 5-4 0,-2-3-8 0,3 5-8 15,0 0-21-15,0 0-15 0,0 0-22 0,0 0-27 16,-4-3-18-16,4 3-28 0,0 0-19 0,0 0-25 0,0 0-13 16,0 0-27-16,0 0 19 0,0 0-6 0,-1 12-6 15,2-7 3-15,-1 2-5 0,2-3 0 0,-2 7-10 16,0-4-5-16,1 4 6 0,0 3-7 0,1 1 21 15,-1-4-14-15,-1 2-136 0,1 2-42 0,-1 0 0 16,3 2 0-16,-3-3 0 0,-2 0 0 0,2 1 0 16,2-2 0-16,-2-2 0 0,1 1 0 0,0-1 0 15,-1 0 0-15,2-2 0 0,-2 1 0 0,1-2 0 16,0-1 0-16,-1-2 0 0,-1 0 0 0,1 0 0 16,0 0 0-16,0-2 0 0,0-3 0 0,0 6 0 15,0-6 0-15,-1 5 0 0,1-5 0 0,0 0 0 16,0 0 0-16,0 0 0 0,0 0 0 0,0 0 0 15,0 0 0-15,0 0 0 0,0 0 0 0,-7-15 0 16,5 8 0-16,0 2 0 0,0-1 0 0,-1-2 0 16,3 0 0-16,-1 0 0 0,0 3 0 0,-2-5 0 15,2 3-126-15,-2 2-395 0,1 1-51 0,0-2-44 0,1 3-444 16,0-2-1147-16,-3 3 507 0</inkml:trace>
  <inkml:trace contextRef="#ctx0" brushRef="#br0" timeOffset="352304.0917">10010 13655 122 0,'0'0'129'0,"0"0"-6"0,0 0-2 0,0 0-3 16,0 0 3-16,0 0-10 0,0 0-2 16,0 0-2-16,0 0-5 0,-9 3-1 0,9-3-7 0,0 0-6 15,0 0-3-15,0 0-14 0,0 0-2 0,0 0-11 16,0 0-6-16,0 0-6 0,0 0-2 0,0 0-1 16,0 0-9-16,0 0-2 0,0 0-6 0,0 0-4 15,0 0-6-15,0 0-12 0,0 0-5 0,0 0-10 16,0 0-12-16,0 0-9 0,0 0-7 0,0 0-7 15,0 0-8-15,0 0-12 0,0 0-10 0,0 0-18 16,0 0-15-16,12-8-14 0,-12 8-106 0,0 0-249 16,1-5 110-16</inkml:trace>
  <inkml:trace contextRef="#ctx0" brushRef="#br0" timeOffset="353829.2206">9922 13645 187 0,'0'0'280'0,"-3"-3"-7"0,3 3-8 0,-3-2-9 16,3 2-11-16,0 0-7 0,0 0-10 0,-7-4-8 15,7 4-4-15,-4-2-5 0,4 2-11 16,-6-2-4-16,6 2-4 0,0 0-3 0,-8-2-16 0,8 2-5 15,0 0 3-15,0 0-2 0,0 0 0 0,-9 2-2 16,9-2-3-16,0 0 2 0,-9 3 0 0,9-3-7 16,-6 2 3-16,4 0-6 0,2-2-1 0,0 0-7 15,-7 1-8-15,7-1-5 0,0 0-9 0,0 0-4 16,-4 2-7-16,4-2-1 0,0 0-12 0,-2 3-1 16,2-3 1-16,0 0-1 0,0 0-2 0,0 0 2 15,0 0-2-15,13 3 5 0,-2-1-8 0,3-1-8 16,9-2-8-16,10 1 2 0,3-2-8 0,20 0-6 15,3 1-1-15,2-2-3 0,31 0-6 0,-26-1 7 16,28-2-13-16,-2-5-4 0,0 6-2 0,3-5-5 16,-6 2-29-16,7-2-12 0,-1-4 0 0,2 0 0 15,-4-2 0-15,-1 3 0 0,-27 3 0 0,-2 0 0 0,2-1 0 16,-5-3 0-16,-10 4 0 0,-15 2 0 0,-4 2 0 16,0 2 0-16,-10 0 0 0,-1 0 0 15,-6 2 0-15,-1 0 0 0,0-1 0 0,-4 2 0 0,-3-1 0 16,0 0 0-16,1 1 0 0,-3 0 0 0,-4 1 0 15,7-1 0-15,-7 1 0 0,7-2 0 0,-7 2 0 16,0 0 0-16,0 0-82 0,0 0-183 0,5 0-39 16,-5 0-42-16,0 0-40 0,0 0-42 0,0 0-48 15,0 0-40-15,0 0-382 0,0 0-974 0,0 0 431 16</inkml:trace>
  <inkml:trace contextRef="#ctx0" brushRef="#br0" timeOffset="355041.9253">10091 14026 150 0,'0'0'384'0,"-7"-2"15"0,7 2 13 16,-2-4 9-16,2 4-22 0,0 0-10 0,-7-4-9 15,1 3-9-15,6 1-10 0,-3-2-3 0,3 2-4 0,-2-5-10 16,2 5-10-16,-3-3-6 0,3 3-13 16,-2-5-9-16,0 1-16 0,-1 1-10 0,1-1-16 15,0 1-13-15,2-1-15 0,0 4-13 0,2-9-17 0,-2 5-15 16,2-2-19-16,1 2-99 0,0-1-73 0,2 1 0 16,0-3 0-16,-2 1 0 0,1 5 0 15,2-5 0-15,4 2 0 0,-1-1 0 0,1 2 0 0,3 0 0 16,0 2 0-16,-4 1 0 0,5-1 0 0,-1 1 0 15,1 3 0-15,-4-1 0 0,4 1 0 0,-2 2 0 16,-3 1 0-16,1-1 0 0,-1 4 0 0,-2 0 0 16,0 2 0-16,-1-1 0 0,-2 2 0 0,-2 0 0 15,0-1 0-15,-2 4 0 0,-4 1 0 0,0-2 0 16,-3 1 0-16,-1 0 0 0,-1-1 0 0,0-4 0 16,-3 3 0-16,2 0 0 0,-4-2 0 0,5-3 0 15,0 0 0-15,-1-1 0 0,1-2 0 0,1-1 0 16,2-1 0-16,-5-1 0 0,4 0 0 0,-1-2 0 0,3 1 0 15,5-1 0-15,-16-3 0 0,9 1 0 16,1-1 0-16,1-3 0 0,-3 1 0 0,0-1 0 16,1-1 0-16,0-1 0 0,2 0 0 0,0-1 0 15,1 0 0-15,3 3 0 0,0 0 0 0,2-1 0 0,0 1 0 16,1-1 0-16,-1 2 0 0,0 0 0 0,-2 0 0 16,2 2 0-16,1 0 0 0,-2 3 0 15,0 0 0-15,0-5 0 0,0 5 0 0,0 0 0 0,0 0 0 16,0 0 0-16,8 1 0 0,-8-1 0 0,5 5 0 15,-1 0 0-15,0 3 0 0,1-4 0 0,-1 6 0 16,0-1 0-16,2 1 0 0,-2 1 0 0,0-3 0 16,1 3 0-16,-4-4 0 0,1 0 0 0,-2 0 0 15,1 1 0-15,2-2 0 0,-1 0 0 0,-1-3 0 16,2 1 0-16,-3 0 0 0,0-4 0 0,1 3 0 16,-1-3 0-16,0 0 0 0,0 0 0 0,0 0 0 15,0 0 0-15,16-7 0 0,-13 2 0 0,3 0 0 16,-4 1 0-16,4-2 0 0,-1 1 0 0,2-2 0 15,-2 2 0-15,4-3 0 0,0 3 0 0,-4 1 0 16,0 1 0-16,4-4 0 0,-1 6 0 0,1-1 0 16,-2 2 0-16,1-3 0 0,1 3 0 0,-1 0 0 15,1 2 0-15,-2-1 0 0,2 1 0 0,-1 0 0 0,-2 2 0 16,3 0 0-16,1 1 0 0,-1-2 0 0,0 2 0 16,4 0 0-16,-4 0 0 0,0-1 0 0,2 2 0 15,1-2 0-15,-3 0 0 0,5-1 0 16,-1 1 0-16,5 1 0 0,-2-3-131 0,-2 0-454 0,4-2-72 15,-4 0-480-15,3-2-1231 0,-2 1 545 0</inkml:trace>
  <inkml:trace contextRef="#ctx0" brushRef="#br0" timeOffset="355810.4765">10937 14293 278 0,'0'0'395'0,"0"0"26"0,0 0 12 15,0 0 8-15,0 0 3 0,0 0-13 0,0 0-9 16,0 0-14-16,-12-5-13 0,12 5-8 0,-9-2-24 16,4-1-9-16,1 0-17 0,-2 0-19 0,-1 1 0 0,-1-2-13 15,-1 1-7-15,0-2-11 0,-4-1-10 16,0 2-3-16,4-2-13 0,-5-2-16 0,0 1-146 15,0-5-99-15,1-1 0 0,2 1 0 0,-1-3 0 0,1-1 0 16,-3-5 0-16,2-2 0 0,2 0 0 0,1-3 0 16,3 2 0-16,0-2 0 0,4 1 0 0,-2 0 0 15,4 0 0-15,1 6 0 0,2 5 0 16,2-3 0-16,-1 3 0 0,6 0 0 0,0-1 0 0,1 1 0 16,2 2 0-16,0 1 0 0,-4 4 0 0,9-4 0 15,-4 5 0-15,-1 0 0 0,0 6 0 0,1-1 0 16,-1 0 0-16,-3 1 0 0,4 1 0 0,-2 0 0 15,0 2 0-15,-3 3 0 0,0 0 0 0,-1 0 0 16,-2 1 0-16,1 1 0 0,-4 2 0 0,0 1 0 16,-3-1 0-16,-3 2 0 0,1 3 0 0,-3-6 0 15,-2 5 0-15,-8 1 0 0,1 0 0 0,-7 3 0 16,4-5 0-16,1-1 0 0,-3-1 0 0,1-1 0 16,0-1 0-16,4-2 0 0,2-1 0 0,1-1 0 15,1-2 0-15,0 0 0 0,3 0 0 0,2-2 0 16,0 2 0-16,1-1 0 0,-1-1 0 0,5-1 0 15,-5 2 0-15,5-2 0 0,0 0 0 0,0 0-342 16,0 0-176-16,0 0-63 0,26 1-51 0,-12 1-388 16,2 0-1105-16,6-1 489 0</inkml:trace>
  <inkml:trace contextRef="#ctx0" brushRef="#br0" timeOffset="356159.7068">11132 14188 56 0,'0'0'518'0,"0"0"33"0,-4-13 24 16,4 13 19-16,-3-6 6 0,1 1-9 0,0 2-15 0,0-1-24 15,-1 0-24-15,-1 1-32 0,1-1-24 0,1 2-37 16,2 2-36-16,-2-5-36 0,2 5-39 0,-6-1-37 16,6 1-28-16,0 0-244 0,0 0-15 0,0 0 0 15,-3 10 0-15,1-2 0 0,2 1 0 0,-1 3 0 16,-2 3 0-16,2-2 0 0,1 3 0 0,-3 2 0 15,2-2 0-15,-3 2 0 0,4 0 0 0,-1 0 0 16,1-4 0-16,-3 2 0 0,2 0 0 0,-4-1 0 16,5-1 0-16,-1-2 0 0,-2 0 0 0,3 0 0 15,-1-1 0-15,-2-1 0 0,2-1 0 0,0-2 0 16,1 0 0-16,-3 0 0 0,3-2 0 0,0 0 0 16,-1 0 0-16,1-5 0 0,0 6 0 0,0-6 0 15,1 3 0-15,-1-3 0 0,0 3 0 0,0-3 0 16,0 0-274-16,9 0-307 0,-9 0-72 0,8-6-462 15,-6 3-1205-15,-2-3 533 0</inkml:trace>
  <inkml:trace contextRef="#ctx0" brushRef="#br0" timeOffset="356510.7531">11018 14189 11 0,'8'-14'498'0,"-3"3"11"0,-1 2 22 15,0-1 11-15,2 1-12 0,-2-1-3 0,4 2-23 0,-3-1-39 16,0 3-20-16,4-1-41 0,-4 1-43 0,0 2-31 16,2 0-32-16,0-3-34 0,2 3-19 0,0 2-24 15,1 1-21-15,2 1-21 0,-2 0-18 0,0 0-15 16,2 3-6-16,-3-3-12 0,1 4-7 0,0 3-14 16,-3-3-3-16,-1-1-8 0,3 4-9 0,-3-1-50 15,-2 0-37-15,0 1 0 0,-3-1 0 0,2 1 0 16,-3-1 0-16,-3 4 0 0,2-1 0 0,-5 0 0 15,-1-1 0-15,2 1 0 0,-4-1 0 0,0 0 0 16,-3-1 0-16,1 0 0 0,-2 2 0 0,-1-8 0 16,4 4 0-16,0 0 0 0,1-1 0 0,3-1 0 15,0-3 0-15,1 3 0 0,0-2 0 0,5-1 0 16,-5 1 0-16,5-1 0 0,0 0 0 0,0 0-235 16,0 0-105-16,12-9-60 0,-5 6-47 0,2-2-58 15,5 0-60-15,-1 2-386 0,6-3-1028 0,1-1 455 16</inkml:trace>
  <inkml:trace contextRef="#ctx0" brushRef="#br0" timeOffset="356895.0097">11747 13913 426 0,'4'-12'475'0,"-2"2"20"16,1 2 8-16,-2 2-9 0,-1-1-13 0,3 1-4 15,-2 3-24-15,0-3-9 0,1 3-24 0,-1-2-20 16,-1 5-34-16,1-3-33 0,0 0-35 0,-1 3-26 16,0 0-30-16,0 0-5 0,0 0-6 0,0 0-8 15,-1 17-14-15,4-7-2 0,-2 2-11 0,0 1-11 16,1 3-61-16,0 2-124 0,-1 1 0 0,1 0 0 15,1-1 0-15,-1 1 0 0,0-1 0 0,-1 1 0 16,-2 1 0-16,0 0 0 0,0-2 0 0,-1 0 0 16,2-3 0-16,-2-1 0 0,-1-2 0 0,-2-2 0 15,1 1 0-15,-1-1 0 0,4 1 0 0,0-4 0 16,1-1 0-16,-3 1 0 0,0-6 0 0,3 4 0 16,-1-3 0-16,1 4 0 0,0-6-16 0,0 0-320 15,0 0-58-15,0 0-42 0,0 0-37 0,-1-14-40 16,1 2-38-16,-5 1-361 0,5-1-988 0,-3-5 437 15</inkml:trace>
  <inkml:trace contextRef="#ctx0" brushRef="#br0" timeOffset="357295.1926">11622 13926 2 0,'-5'-7'363'0,"2"4"23"0,0-4 30 0,0 1 23 15,1 1 25-15,0-2 4 0,0 3-5 0,0 0-14 16,2-2-15-16,-1 2-24 0,1 4-13 0,0-5-29 15,2 1-34-15,-1-2-34 0,3 2-31 16,0 0-10-16,3 0-18 0,-1 1-14 0,4-2-11 0,-3 3-18 16,2-1-6-16,4 2-9 0,4-3-11 0,2 1-9 15,2 1-11-15,-3 4-11 0,1-2-56 0,-1 2-85 16,2 1 0-16,2 3 0 0,-2-2 0 0,2 3 0 16,-3 0 0-16,-1 1 0 0,1-1 0 0,-2 4 0 15,0-3 0-15,-3 4 0 0,-3 2 0 0,-3-6 0 16,1 6 0-16,-3 1 0 0,-1 0 0 0,-1-1 0 15,-4 2 0-15,0 0 0 0,-3 1 0 0,0-1 0 16,-7 2 0-16,-3-4 0 0,-1 2 0 0,-7 4 0 16,-2-3 0-16,4-1 0 0,-5-1 0 0,1-3 0 15,2-3 0-15,-3 2 0 0,6-4 0 0,3 0 0 16,3-1 0-16,2-1 0 0,0-5 0 0,1 2 0 16,1 1 0-16,6-2 0 0,-6 1 0 0,4 2 0 15,4-4 0-15,-5 3 0 0,5-3 0 0,-4 1 0 16,4-1 0-16,0 0 0 0,0 0 0 0,0 0 0 15,19-5-39-15,-8 2-469 0,4 2-62 0,0 0-57 16,-2 0-448-16,6 1-1164 0,2 0 515 0</inkml:trace>
  <inkml:trace contextRef="#ctx0" brushRef="#br0" timeOffset="357645.0155">12129 14195 256 0,'0'-7'453'0,"4"1"23"0,-3 0 29 0,2 0 14 16,-2 1 12-16,-1 1-4 0,0-1-2 15,4 1-14-15,-4 4-22 0,1-5-21 0,-1 2-26 0,0 3-35 16,0 0-37-16,0-5-38 0,0 5-31 0,0 0-33 16,0 0-21-16,0 0-8 0,0 0-2 0,3 14-149 15,-3-5-88-15,-3 2 0 0,3-1 0 0,0 2 0 16,0 4 0-16,3-3 0 0,-3 4 0 0,-3 1 0 15,3-6 0-15,3 6 0 0,-6-2 0 0,3-1 0 16,0-2 0-16,3-1 0 0,-3 2 0 0,0 0 0 16,-3-1 0-16,3-2 0 0,0-3 0 0,-1 3 0 15,1-4 0-15,0-1 0 0,0 1 0 0,-1-3 0 16,1 0 0-16,-3 0 0 0,2-1 0 0,1-3 0 16,0 6 0-16,0-6 0 0,0 0-277 0,0 0-189 15,0 0-51-15,0 0-51 0,0 0-31 0,-3-17-362 16,3 8-1041-16,0-1 461 0</inkml:trace>
  <inkml:trace contextRef="#ctx0" brushRef="#br0" timeOffset="357978.1148">12110 14163 205 0,'1'-10'381'0,"3"2"18"16,1 0 36-16,-4-3 9 0,3 3 9 0,0-1-3 15,1 0-14-15,2 1-16 0,-5 2-25 0,7-1-5 16,-4-1-20-16,0 3-15 0,-1-2-29 0,0 3-18 0,2 0-24 15,2 1-27-15,-2 2-16 0,6-1-10 16,-2 0-13-16,0 4-9 0,2 0-17 0,-1-1-16 16,1 2-5-16,-2 1-17 0,3 0-9 0,-3 3-10 0,-3-2-124 15,3 1-11-15,-4 3 0 0,0-5 0 0,2 6 0 16,-5-5 0-16,3 5 0 0,-5-2 0 0,3 2 0 16,-4-2 0-16,-1 2 0 0,-2 0 0 0,-3-1 0 15,1 1 0-15,-3 1 0 0,-1 1 0 0,-5 0 0 16,0-4 0-16,-2 2 0 0,0-3 0 0,-3 1 0 15,4-1 0-15,-2-2 0 0,5-1 0 0,0-2 0 16,3 1 0-16,1-2 0 0,2 0 0 0,-2 0 0 16,3-1 0-16,5 0 0 0,-9 0 0 0,9 0 0 15,0 0 0-15,0 0-102 0,0 0-300 0,22-8-52 16,-11 8-47-16,1 1-53 0,6-1-45 16,-5 0-332-16,7 0-1006 0,0 3 445 0</inkml:trace>
  <inkml:trace contextRef="#ctx0" brushRef="#br0" timeOffset="358311.8772">12484 14306 377 0,'0'0'445'15,"3"-5"22"-15,3 4 32 0,-6 1 13 0,0-6 11 16,0 6 14-16,0-5-15 0,0 2-7 0,0 3-10 16,0-4-24-16,0 4-26 0,0 0-28 0,0-6-37 15,0 6-37-15,0 0-33 0,0 0-33 0,0 0-27 16,0 0-12-16,0 0-180 0,0 13-68 0,1-7 0 15,1 4 0-15,-1-2 0 0,0 3 0 0,3 1 0 16,-4-1 0-16,0 1 0 0,1-2 0 0,2 7 0 0,-6-5 0 16,6-2 0-16,-3 3 0 0,0-2 0 0,0 1 0 15,0-3 0-15,-3-1 0 0,3 0 0 16,-1-2 0-16,1 1 0 0,-4-2 0 0,3 1 0 0,1-2 0 16,0-4 0-16,-1 5 0 0,1 0 0 0,0-5 0 15,0 0 0-15,1 4 0 0,-1-4 0 16,0 0 0-16,0 0 0 0,0 0 0 0,0 0 0 15,0 0 0-15,-3-16 0 0,5 11 0 0,-4-3 0 0,4-4-24 16,-1 0-507-16,-1 2-50 0,5-2-57 0,-5 2-432 16,1-3-1159-16,-1 1 513 0</inkml:trace>
  <inkml:trace contextRef="#ctx0" brushRef="#br0" timeOffset="359134.0042">12682 13756 16 0,'0'0'293'0,"0"0"4"0,0 0-1 0,0 0-6 16,0 0 4-16,0 0 3 0,-4-8 3 0,4 8 2 16,-2-1 8-16,2 1 4 0,-4-4-2 0,4 4-7 15,-4-5-1-15,4 5-8 0,-1-4-6 0,1 4-4 0,-1-4-11 16,1 4-14-16,-1-4-20 0,1 4-9 0,0-5-21 16,0 5-22-16,1-6-16 0,-1 6-13 15,2-3-19-15,1-1-13 0,2 3-14 0,0-2-17 16,0 2-12-16,0 0 6 0,1-1-23 0,2 2-10 0,0 1-1 15,-2-1-10-15,2 0-10 0,1 2-4 0,0 2-1 16,0 1-1-16,-3-3-3 0,3 2-11 0,-4 0 2 16,2 3 5-16,-3-4-4 0,1 5-3 0,-4 0-2 15,3 0-2-15,-4 4-4 0,-4-3-1 0,0 0 6 16,-2 2-4-16,2-1-2 0,-4-2 6 0,-2 0-2 16,1-1-7-16,0 2 1 0,-3-4-4 0,2-1 7 15,4 1-8-15,0-1 10 0,-1-2-5 0,5 1 6 16,2-3 3-16,-7 2-6 0,7-2 0 0,-2 1-2 15,2-1 10-15,0 0-17 0,0 0-3 0,0 0-2 16,11-7 17-16,-2 6-16 0,-5-1 5 0,5 2-4 16,-2-1-2-16,5 0 1 0,-2 3 7 0,2 2-4 15,2 0-2-15,-5-1 4 0,0 2 2 0,1 0-6 16,-1 2 11-16,-1-3-3 0,-2 0-5 0,-1 3 0 0,-1 1 1 16,-4 1-4-16,3-3 8 0,-6 0 1 0,0 3-2 15,0 0 4-15,-6-1 7 0,-4 4-9 0,-2-2-2 16,-1-1-2-16,-3 0 5 0,-1-1-4 0,3-1-1 15,-3-1 7-15,8 0 1 0,0-2-4 0,0-1 23 16,3-1-27-16,2-1 18 0,1 1 13 0,0-1 4 16,6-1 7-16,-9 0-7 0,9 0-35 0,-9-3-2 15,9 3 0-15,-2-3 0 0,1 0 0 0,1 3 0 16,1-8 0-16,1 5-23 0,-1-1-84 0,4 1-36 16,-1-1-46-16,0 0-47 0,2 1-66 0,2-1-52 15,-3 1-49-15,-1 1-54 0,2-2-54 0,-2 2-400 16,0 0-988-16,0-1 438 0</inkml:trace>
  <inkml:trace contextRef="#ctx0" brushRef="#br0" timeOffset="359713.9981">11854 13650 101 0,'0'0'304'0,"-4"-3"-2"0,-1 1 7 15,3-1 0-15,2 3 4 0,-5-2 15 0,5 2 9 16,0 0 5-16,-8-4 3 0,5 3-2 0,3 1 0 16,0 0-6-16,0 0-3 0,0 0-7 0,-2-5-9 15,2 5-23-15,0 0 2 0,0 0-15 0,0 0-33 16,0 0 5-16,0 0-8 0,0 0-15 0,0 0-13 15,0 0-5-15,0 0-7 0,0 0-19 0,0 0-13 16,13-3-12-16,-5 2-6 0,4 1-127 0,1-1-29 16,6-1 0-16,4-2 0 0,5 3 0 0,4-1 0 15,1-1 0-15,1 1 0 0,0 0 0 0,3 0 0 16,-1 2 0-16,2-4 0 0,-6 1 0 0,-2 3 0 16,-12 0 0-16,1 0 0 0,-3-2 0 0,1 2 0 0,-8-1 0 15,2-1 0-15,-4 1 0 0,-1 1 0 0,-6 0 0 16,9 0 0-16,-1 0 0 0,-8 0 0 15,6 1 0-15,-6-1 0 0,7 2 0 0,-7-2 0 0,0 0 0 16,0 0 0-16,0 0 0 0,6 0 0 0,-6 0 0 16,0 0 0-16,0 0-136 0,0 0-201 0,0 0-42 15,0 0-48-15,0 0-45 0,0 0-72 0,0 0-439 16,0 0-1065-16,-1-9 472 0</inkml:trace>
  <inkml:trace contextRef="#ctx0" brushRef="#br0" timeOffset="360647.5449">13489 13283 330 0,'2'-4'331'0,"0"1"27"0,-1-1 5 0,-1-3 0 16,3 3 9-16,-3-2 1 0,1 3-2 0,-1-2-3 16,1 0-5-16,0 0-9 0,-2 1-3 0,0-2-4 15,2 0-2-15,-2 1-6 0,0-1-14 0,1 1-10 0,0 0-8 16,-3-3-11-16,3 3-8 0,0 0-7 0,0 1-8 15,0 0-13-15,0-1-2 0,0 5-5 0,0-7-246 16,-1 4-7-16,1 3 0 0,0 0 0 0,-3-3 0 16,3 3 0-16,0 0 0 0,0 0 0 0,0 0 0 15,0 0 0-15,0 0 0 0,0 0 0 0,1 15 0 16,1-6 0-16,-1 3 0 0,3 4 0 0,-2 3 0 16,2 6 0-16,1 0 0 0,-4-6 0 0,3 7 0 15,-4-1 0-15,-1 1 0 0,1-1 0 0,0-5 0 16,-1-3 0-16,-2 4 0 0,1-3 0 0,2-1 0 15,-3-1 0-15,1-2 0 0,-1-2 0 0,3-2 0 16,-2-1 0-16,-1 1 0 0,3-3 0 0,-1 0 0 16,-1-3 0-16,1 0 0 0,2 3 0 0,-2-3 0 0,1 1 0 15,0-5 0-15,0 2 0 0,0-2 0 16,1 5 0-16,-1-5 0 0,0 0 0 0,0 0 0 16,-5 1 0-16,5-1 0 0,0 0-336 0,-9-8-117 0,3 5-21 15,3-3-29-15,0-1-32 0,-1 3-20 0,-1-4-335 16,-6 2-963-16,5-1 427 0</inkml:trace>
  <inkml:trace contextRef="#ctx0" brushRef="#br0" timeOffset="360965.5318">13309 13465 70 0,'-5'-3'271'0,"-1"2"20"0,1-1 15 16,0 0 25-16,0 0 27 0,5 2 24 0,-8-4 15 15,8 4 10-15,-6-1 14 0,2 1 2 0,4 0 19 16,0 0 1-16,-4-3-4 0,4 3-6 0,0 0-7 15,-6-2-13-15,6 2-13 0,0 0-31 0,-1-4-28 16,1 4-31-16,0 0-32 0,10-4-38 0,-2 0-240 16,2 1 0-16,8 1 0 0,0-5 0 0,2 2 0 15,12-1 0-15,5-2 0 0,0 2 0 0,-2 1 0 0,3-1 0 16,14 0 0-16,-16 3 0 0,-4-4 0 16,-1 4 0-16,-8 1 0 0,-4-1 0 0,1 2 0 15,-7 0 0-15,2 0 0 0,-4 0 0 0,0 1 0 0,-3-2 0 16,-2 2 0-16,-6 0 0 0,11 0 0 0,-8-2 0 15,-3 2 0-15,9 0 0 0,-9 0 0 16,0 0 0-16,5-2 0 0,-5 2 0 0,0 0 0 0,0 0 0 16,-5-5-129-16,5 5-252 0,-6-7-46 0,0 2-39 15,-1 3-51-15,3-1-47 0,-3-1-388 0,-1 0-1030 16,3-3 456-16</inkml:trace>
  <inkml:trace contextRef="#ctx0" brushRef="#br0" timeOffset="362019.8893">14759 13169 338 0,'0'0'378'0,"0"-7"12"16,2 6 6-16,-2 1-4 0,0-7-4 0,1 1-3 15,0 2-11-15,-1 0-14 0,0 4-11 16,0-7-15-16,0 7-12 0,0-5-17 0,0 2-14 0,3-1-21 16,-3 4-19-16,2-7-12 0,-1 4-18 0,1 0-17 15,-1-2-28-15,-1 5-18 0,5-3-13 0,0 1-17 16,-1 1-15-16,4 1-15 0,-8 0-8 0,18 1-6 16,-7 2-5-16,2 1-11 0,0 1-3 0,3 3 8 15,0 1-17-15,-4-4 2 0,1 3-5 0,-4 0-11 16,1 1-14-16,3 5 8 0,-5-3-2 0,-1 0 0 15,1 2-2-15,-3-1-2 0,-2-2-6 0,-2 1-3 16,-1-2 0-16,-1 3 2 0,-2-3-5 0,3 1 0 16,-5 0-4-16,1-2 2 0,-3 1 3 0,3-3-1 15,0 1-8-15,-1-2 1 0,2 0 4 0,-2-2-1 0,2 0 0 16,1 2 8-16,2-5 7 0,-5 2-12 16,5-2-17-16,0 0 0 0,0 0 0 0,0 0 0 15,0-14 0-15,5 5 0 0,0-2 0 0,0 1 0 0,4-4 0 16,-1-1 0-16,5 1 0 0,-3-1 0 15,4 2 0-15,-3 0 0 0,1 0 0 0,2 1 0 16,0 2 0-16,0-3 0 0,-2 9 0 0,3-3 0 0,-4 0 0 16,1 5 0-16,3-1 0 0,-4 1 0 0,2 1 0 15,3 1 0-15,2 4 0 0,-5-1 0 0,2 5 0 16,-4-2 0-16,1 1 0 0,-1-1 0 0,-2 0 0 16,0 5 0-16,0-2 0 0,-4 1 0 0,0-1 0 15,-2 2 0-15,1 1 0 0,-1-2 0 0,-3-1 0 16,-2 2 0-16,0-3 0 0,0 1 0 0,0-3 0 15,-1-1 0-15,1 1 0 0,0-1 0 0,0-1 0 16,-1 0 0-16,2-1 0 0,1-3 0 0,0 0 0 16,0 0 0-16,0 0 0 0,-6-10 0 0,7 4 0 0,-1-2 0 15,5-1 0-15,-3-1 0 0,4-3 0 16,-1 1 0-16,1 1 0 0,1 0 0 0,3-3 0 16,-3 7 0-16,1-3 0 0,2 1 0 0,-1 2 0 0,0 2 0 15,1-1 0-15,-2 0 0 0,1 2 0 16,1 2 0-16,2 2 0 0,-6 2 0 0,3 2 0 0,0 0 0 15,-1 1 0-15,-1 1 0 0,0 2 0 0,-1-1 0 16,-1 6 0-16,0-2 0 0,-2 1 0 0,-4 1 0 16,1 0 0-16,-2 4 0 0,-2 0 0 0,1 0 0 15,-6-3 0-15,2 2 0 0,2-5 0 0,0 1 0 16,0-3 0-16,0 0 0 0,1-2 0 0,3-2 0 16,-3-3 0-16,4 3 0 0,0-5 0 0,-4 4 0 15,4-4 0-15,0 0-116 0,0 0-283 0,13-8-68 16,-3 4-56-16,3-6-52 0,2 0-444 0,1-1-1103 15,0 0 488-15</inkml:trace>
  <inkml:trace contextRef="#ctx0" brushRef="#br0" timeOffset="362566.6107">15636 13341 236 0,'0'0'408'0,"0"0"19"0,0 0 10 0,0 0 0 0,0 0-11 16,0 0-9-16,0 0-15 0,0 0-8 0,0 0-9 15,0 0-10-15,0 0-14 0,0 0-13 0,0 0-12 16,0 0-17-16,-3-12-10 0,3 12-13 0,0-5-18 16,2 2-15-16,-1-2-18 0,-1 5-26 0,4-5-17 15,-2 2-20-15,2-2-20 0,0 0-16 0,0 3-9 16,1-3-93-16,1 4-44 0,-1-4 0 0,0 4 0 15,2 0 0-15,-1 0 0 0,3 2 0 0,-9-1 0 16,14 0 0-16,-6 1 0 0,0 0 0 0,-1 2 0 16,0-1 0-16,-1 2 0 0,-2 0 0 0,2 3 0 15,-2-1 0-15,1-1 0 0,-1 3 0 0,-4 0 0 16,0 1 0-16,0 1 0 0,0 1 0 0,-2 2 0 16,-2-2 0-16,1 0 0 0,-3 2 0 0,-6-1 0 15,3 1 0-15,-1-2 0 0,-4 0 0 0,5 0 0 16,1-5 0-16,0 2 0 0,0-1 0 0,3-4 0 15,1 2 0-15,-1-2 0 0,1-1 0 0,1 3 0 16,1-4 0-16,2-1 0 0,0 0 0 0,0 0 0 16,0 0 0-16,0 0 0 0,19-4 0 0,-7 0 0 15,0 2 0-15,5-3 0 0,3 2 0 0,1-1 0 0,-1-2 0 16,8 0 0-16,2 0 0 0,-3 0 0 16,2 0 0-16,-6 0 0 0,4 2 0 0,-11 3 0 15,3-1 0-15,0-1 0 0,-7 3 0 0,-2 0 0 0,-2 0 0 16,5-1 0-16,-7 1 0 0,-2 1 0 0,-4-1 0 15,9 1 0-15,-9-1 0 0,8 2 0 0,-8-2 0 16,0 4 0-16,0-4 0 0,0 0 0 0,-13 4-401 16,4-3-133-16,-4 3-81 0,3-2-493 0,-3-2-1198 15,-6 0 530-15</inkml:trace>
  <inkml:trace contextRef="#ctx0" brushRef="#br0" timeOffset="363368.7531">14618 13739 229 0,'-2'-4'262'0,"2"4"-6"0,-1-3-1 16,1 3-10-16,-5-2-2 0,5 2-4 0,-8-4-6 16,4 4 6-16,-1-3 8 0,5 3-12 0,-9-1 8 15,9 1-9-15,-9-1-8 0,4 0-6 0,5 1-7 16,-6-2-3-16,6 2-6 0,0 0-9 0,0 0-8 16,-8 1-7-16,8-1-11 0,0 0-9 0,0 0-10 15,0 0-7-15,0 0 3 0,0 0 5 0,22 2 0 16,-2-1 4-16,8 2 2 0,4 1 2 0,4-3-5 0,18-1-2 15,1 0-11-15,1 3-6 0,9-1-19 16,32-3 14-16,2 1 6 0,-2-1-16 0,-3 2 0 16,10-2-4-16,1 0-9 0,2 1-4 0,0-2-1 0,2 1 3 15,9 2-2-15,-3-2-88 0,-2-5-15 0,4 6 0 16,-2-1 0-16,3 1 0 0,-3-3 0 0,-3-1 0 16,0 3 0-16,-3 2 0 0,-7-2 0 0,-2-1 0 15,-4 3 0-15,-6-2 0 0,-26 2 0 0,1 0 0 16,2-1 0-16,-6-2 0 0,-1 3 0 0,-1 0 0 15,-8 0 0-15,-14 4 0 0,0-4 0 0,-2 0 0 16,-3 0 0-16,-3 2 0 0,-11-3 0 0,-3 0 0 16,-6 0 0-16,0 3 0 0,-2-6 0 0,0 2 0 15,-7 1 0-15,8-2 0 0,-8 2 0 0,0 0 0 16,0 0-34-16,0 0-279 0,0 0-64 0,0 0-64 16,-20-4-69-16,12-2-72 0,-4 1-407 0,-2 1-1072 15,1 0 474-15</inkml:trace>
  <inkml:trace contextRef="#ctx0" brushRef="#br0" timeOffset="364520.0782">14750 14122 279 0,'0'0'329'0,"0"0"-3"15,-5 0 1-15,5 0-1 0,0 0-12 0,0 0 3 16,0 0-7-16,0 0-6 0,0 0-4 0,-4-6-7 15,4 6-8-15,-1-5-8 0,1 5-10 0,0 0-9 16,1-7-10-16,-1 7-19 0,3-6-14 0,-2 3-13 16,2-2-14-16,-2 1-14 0,3 0-11 0,-3-3-9 15,7 3-8-15,-1 1-11 0,0 1-3 0,-2-1-9 16,4-4-12-16,1 3-13 0,-1 0-7 0,3 3-5 16,-1-4-16-16,-1 2-7 0,1 3 1 0,0 0-10 15,0 3-13-15,1 0 2 0,-1 0-3 0,1 0-1 16,-3 3-6-16,1 2-7 0,-1-4-1 0,0 6-4 15,-3-3 0-15,1 2 2 0,-2 0-2 0,-1 2-10 16,-3-1 4-16,-1 2 4 0,0-2-6 0,-4 2-1 16,3-2 1-16,-4 1-2 0,-2 2 1 0,-3 0-5 15,1-1 13-15,-6 2-8 0,2-4 0 0,0 2-2 0,-3-3 3 16,0-2-8-16,4-1 2 0,0-2 11 16,1 0-3-16,0 1 33 0,4-4 19 0,-2 2 13 15,0-3 6-15,2-2-1 0,1 4-76 0,6-2-9 0,-11-4 0 16,4-1 0-16,2 0 0 0,1 1 0 0,2-3 0 15,-1 0 0-15,-1 0 0 0,4-1 0 16,0-2 0-16,-4 0 0 0,4 3 0 0,0-1 0 16,0 2 0-16,3 1 0 0,-3 0 0 0,1-1 0 0,-1 1 0 15,0 1 0-15,3 1 0 0,-2 0 0 0,-1 3 0 16,0-4 0-16,0 4 0 0,0-4 0 0,0 4 0 16,0 0 0-16,0 0 0 0,0 0 0 0,8 9 0 15,-7-5 0-15,-1 0 0 0,4 4 0 0,-3-4 0 16,1 3 0-16,-2 1 0 0,1 0 0 0,0-2 0 15,-2 6 0-15,1-7 0 0,0 2 0 0,0 0 0 16,-1-1 0-16,1-1 0 0,0 0 0 0,-2-1 0 16,4-1 0-16,-2-3 0 0,0 6 0 0,0-6 0 15,0 4 0-15,0-4 0 0,5 1 0 0,-5-1 0 16,0 0 0-16,14-3 0 0,-9 0 0 0,4-1 0 16,-2 0 0-16,1-1 0 0,0-1 0 0,1 1 0 15,-2 1 0-15,1-1 0 0,-2 2 0 0,1-2 0 16,-2 3 0-16,2-1 0 0,1 2 0 0,-5-1 0 15,3 0 0-15,-2 0 0 0,2 1 0 0,-6 1 0 16,13 3 0-16,-9-2 0 0,1 0 0 0,0 1 0 16,0 2 0-16,3 0 0 0,-3 2 0 0,0-2 0 15,2 1 0-15,-1 0 0 0,-1 1 0 0,0-1 0 16,3 2 0-16,-3-1 0 0,5-1 0 0,-1-1 0 0,1 1 0 16,1 0 0-16,-2-1-96 0,2 0-253 0,8 0-50 15,-6-3-61-15,1 0-57 0,4-2-47 16,1 1-404-16,0-1-1049 0,-1-2 465 0</inkml:trace>
  <inkml:trace contextRef="#ctx0" brushRef="#br0" timeOffset="365118.4031">15541 14409 12 0,'4'0'479'0,"-4"0"16"15,0 0 19-15,0 0-9 0,9-2-14 0,-9 2-15 16,0 0-22-16,1-3-28 0,-1 3-19 0,0-4-31 15,0 4-11-15,-1-7-22 0,1 7-10 0,-4-7-6 16,-1 4-14-16,1-3-17 0,-3 0-11 0,0 1-12 16,-2-2-11-16,0-2-9 0,-1 3-12 0,1-2-10 15,-4-3-197-15,3 1-34 0,1-2 0 0,-1-2 0 16,-4 0 0-16,6-4 0 0,-1 0 0 0,-1-5 0 0,1 4 0 16,3-7 0-16,2 7 0 0,0 0 0 15,-1-5 0-15,5-2 0 0,1 8 0 0,4 1 0 16,2-2 0-16,-1 3 0 0,2 0 0 0,2 1 0 15,2 3 0-15,0-1 0 0,4 3 0 0,-5 2 0 16,4 1 0-16,0-3 0 0,-1 6 0 0,-2 4 0 16,0-3 0-16,3 2 0 0,-4 2 0 0,1 2 0 15,-2 1 0-15,2 0 0 0,1 3 0 0,-7-1 0 16,3 3 0-16,-1 2 0 0,-4 0 0 0,-2-1 0 0,-2 4 0 16,-2 1 0-16,-6 1 0 0,4 2 0 15,-6-2 0-15,-7 8 0 0,-1-6 0 0,-1 0 0 16,2-5 0-16,1-1 0 0,-1 0 0 0,-7 1 0 0,5-6 0 15,1-1 0-15,0 0 0 0,-1-1 0 0,6-3 0 16,4 1 0-16,-2-1 0 0,3-1 0 0,4 0 0 16,-5-2 0-16,9 1 0 0,0 0 0 0,-6-3 0 15,6 3 0-15,5-5 0 0,-5 5 0 0,9-6 0 16,0 2-37-16,2 1-450 0,2 0-54 0,-4 2-58 16,10 0-490-16,-1 2-1178 0,3 0 522 0</inkml:trace>
  <inkml:trace contextRef="#ctx0" brushRef="#br0" timeOffset="365453.1986">15789 14294 162 0,'4'-6'496'0,"-4"0"18"0,4 0 0 0,-3 0 1 16,-1 0-7-16,0-1-13 0,1 2-16 0,2 0-14 15,-3 2-27-15,0 3-12 0,1-8-27 0,-1 8-40 0,3-2-33 16,-3 2-26-16,0 0-38 0,0 0-30 16,0 0-23-16,0 0-13 0,0 0-2 0,4 12-15 15,-3-3-18-15,-1 2-10 0,0 0-13 0,1 2-65 16,3 2-73-16,-3 1 0 0,3 2 0 0,-4-1 0 0,3 0 0 16,-1 0 0-16,-2 1 0 0,0 1 0 0,3-1 0 15,-3-1 0-15,0 1 0 0,-3-3 0 16,3 1 0-16,-2-4 0 0,2 1 0 0,-3 2 0 0,3-6 0 15,-1 1 0-15,1-4 0 0,0 2 0 0,-3-4 0 16,3 2 0-16,-1-3-235 0,1 1-50 16,0-4-31-16,0 0-38 0,-4 5-38 0,4-5-53 15,0 0-54-15,0 0-39 0,0 0-317 0,0 0-925 0,0 0 409 16</inkml:trace>
  <inkml:trace contextRef="#ctx0" brushRef="#br0" timeOffset="365805.4582">15732 14306 90 0,'5'-9'421'0,"-1"0"2"0,2 0 8 0,-3 2 0 0,4 1-2 16,-3-1-17-16,1 1-20 0,-1 0-14 0,1 0-21 16,-1 1-27-16,2 2-18 0,-2-4-21 0,1 4-26 15,4-1-14-15,-2 3-19 0,0 1-16 0,5-3-22 16,-3 1-7-16,2 2-29 0,0 0-13 0,-4 2-8 15,1-1-14-15,2 1-16 0,-2 0-5 0,-3 1-10 16,3-1-7-16,-1 3-15 0,0-1 1 0,-2-2-15 16,0 3-2-16,-3 1-10 0,2 0 5 0,0 0-3 15,-3-1-2-15,-1 2-10 0,-1-1-1 0,0 1-5 16,-4 2-2-16,0 0-1 0,-2-2 0 0,-1 0-1 16,-2 0-2-16,0 0-12 0,1 2-1 0,-2-4-21 15,-1 1-19-15,2-1-13 0,-3-1-12 0,3 0-16 16,2-1-9-16,3-1-14 0,-4-2-22 0,4 0-30 15,0 1-47-15,5-1-53 0,0 0-42 0,-4-3-39 16,4 3-41-16,9-7-48 0,0 3-47 0,4 1-319 16,2-2-849-16,6-1 375 0</inkml:trace>
  <inkml:trace contextRef="#ctx0" brushRef="#br0" timeOffset="366203.0474">16474 14165 230 0,'3'-9'397'16,"-2"-2"-2"-16,2 0-7 0,-1 2-7 0,-2-3 1 0,3 1-4 16,-3 1 0-16,1 4-8 0,-2-3-9 0,2 3-4 15,-1 1-8-15,0-2-13 0,-1 1 3 0,1 1-8 16,0 4 0-16,0 1-12 0,0-9-13 15,0 9-20-15,0-4-24 0,0 4-26 0,0 0-21 0,0 0-24 16,0 0-22-16,0 0-3 0,0 0 5 0,0 0-13 16,4 17-149-16,-3-4-9 0,-1-3 0 0,4 6 0 15,-2 2 0-15,1-1 0 0,-2 1 0 0,-1 1 0 16,3-1 0-16,-2 2 0 0,0-1 0 0,-1-1 0 16,-1 0 0-16,-3 2 0 0,3-4 0 0,-2 2 0 15,-3-2 0-15,5-4 0 0,-2-1 0 0,-1 1 0 16,2-3 0-16,-1 0 0 0,2-1 0 0,-2-3 0 15,3 1 0-15,0-2 0 0,-1-1 0 0,1-3 0 16,-4 4-212-16,4-4-66 0,0 0-64 0,0 0-51 16,0 0-55-16,0 0-53 0,17-15-37 0,-12 8-376 15,0-6-989-15,0 0 438 0</inkml:trace>
  <inkml:trace contextRef="#ctx0" brushRef="#br0" timeOffset="366570.0853">16398 14104 245 0,'-4'-6'421'0,"1"0"35"0,1 0 21 16,-2-1 9-16,1-1-4 0,1 5 1 0,0-2-27 15,1-2-23-15,1 2-19 0,0 5-23 0,0-8-29 16,1 4-38-16,3 1-19 0,-2-3-34 0,3 5-23 0,0-4-30 16,6 2-31-16,2 1-9 0,6-2-16 15,-1 2-6-15,4 1-11 0,-2 2-15 0,10 0-16 16,-5 5-9-16,2-1-8 0,1 2-6 0,-1 3-11 0,0-2 4 15,-3 1-1-15,-6 0-5 0,-1 2-49 0,-2-1-29 16,2 1 0-16,-5 0 0 0,-3-1 0 16,0 3 0-16,-2-2 0 0,-5 1 0 0,1 0 0 15,-4 3 0-15,-3 1 0 0,-3 2 0 0,-3 0 0 0,-7 1 0 16,-3 1 0-16,1-4 0 0,-7 0 0 0,-6 1 0 16,4-2 0-16,-3-4 0 0,3-1 0 15,3-2 0-15,6-2 0 0,1-1 0 0,6 0 0 16,1-3 0-16,3 1 0 0,3-1 0 0,0-1 0 0,1 0 0 15,-1 2 0-15,5-3 0 0,0 0 0 0,0 0 0 16,0 0 0-16,15 1-52 0,-6-5-356 0,5 7-65 16,2-1-64-16,1-2-66 0,-2 3-417 0,5-2-1105 15,-2 1 489-15</inkml:trace>
  <inkml:trace contextRef="#ctx0" brushRef="#br0" timeOffset="366920.738">16856 14404 226 0,'4'-2'391'15,"-4"2"5"-15,9-6 12 0,-8 2 9 0,3 2 4 16,-2-1-6-16,0 2-12 0,-2 1-1 0,5-4-18 16,-5 4-18-16,4-3-2 0,-4 3-22 0,0 0-10 15,0 0-29-15,0 0-21 0,0 0-35 0,0 0-20 16,0 0-15-16,0 0 13 0,4 7 0 0,-2-2-10 0,2 2-16 15,-4 0-15-15,0 3-5 0,0-2-15 16,3 5-12-16,-3-4-42 0,0 3-110 0,0 0 0 16,0 0 0-16,0 0 0 0,-3 0 0 0,3 1 0 0,0-2 0 15,-1 1 0-15,-2 4 0 0,1 0 0 0,-1-6 0 16,2 1 0-16,0-1 0 0,1-5 0 16,-3 5 0-16,2-4 0 0,-2-2 0 0,2-1 0 15,1 2 0-15,0-1 0 0,1-1 0 0,-1-3-127 0,0 0-177 16,0 0-40-16,-1 7-64 0,1-7-64 15,0 0-71-15,0 0-52 0,0 0-305 0,0 0-975 16,19-10 431-16</inkml:trace>
  <inkml:trace contextRef="#ctx0" brushRef="#br0" timeOffset="367273.0596">16874 14396 326 0,'4'-10'460'0,"-3"3"26"15,3 1 12-15,0 1 2 0,-3-2-4 0,4 1-16 16,-1 1-15-16,0-1-12 0,-3 3-25 0,6-2-25 16,-6 1-18-16,3 1-40 0,0-1-27 0,3 2-29 15,-4-2-33-15,2 1-23 0,0 2-21 0,-1-1-26 16,4 1-16-16,-2 0-23 0,-6 1-9 0,12 0-15 16,-12 0-14-16,7 0-17 0,-2 1-8 0,-5-1-1 15,8 2-57-15,-4 0-26 0,0 1 0 0,0-2 0 16,-1 3 0-16,1-1 0 0,-1 0 0 0,-1 3 0 15,0-1 0-15,1-1 0 0,-1 1 0 0,-2 1 0 16,1 1 0-16,-1-2 0 0,-3 1 0 0,0 2 0 16,-1-3 0-16,0 1 0 0,-2 3 0 0,-2-3 0 15,-2 1 0-15,-1-1 0 0,1 0 0 0,-3-2 0 16,3 1 0-16,5-2 0 0,-1-1 0 0,-2 1 0 16,2-2 0-16,2 0 0 0,4-1 0 0,-7 2 0 0,7-2 0 15,-5 3-210-15,5-3-122 0,0 0-73 16,0 0-59-16,0 0-62 0,0 0-26 0,13 2-399 15,-13-2-1030-15,17 3 457 0</inkml:trace>
  <inkml:trace contextRef="#ctx0" brushRef="#br0" timeOffset="367889.8316">17162 14598 76 0,'0'0'316'0,"0"0"4"15,1-3-2-15,-1 3-3 0,0 0-1 0,0 0 9 16,0 0 3-16,4-2 7 0,-4 2-4 0,0 0-11 16,-3-6-5-16,3 6-6 0,0 0-5 0,0-6-10 15,0 6-7-15,3-6 0 0,-3 3-16 0,0 3-23 16,0-4-7-16,0 4-17 0,6-4-20 0,-3-2-16 15,-1 2-28-15,2 2-10 0,1-4-12 0,-1 3-12 16,0-1-24-16,2 1 0 0,1 3-14 0,-1-5-4 16,-1 1-13-16,4 2-14 0,0 0-6 0,-4 2-3 15,-5 0-11-15,13 2-3 0,-9-2-2 0,2 2-9 16,-2-1-5-16,1 0 5 0,-1 4 5 0,1-3-5 16,-3 2-4-16,0 2-3 0,-2 0-5 0,1 0 7 15,-2 4-4-15,1-2 2 0,-2-1-1 0,0 1 4 16,-2 2 0-16,-1-2-8 0,1 3-9 0,-1-2 12 15,-1 1 4-15,0-2-5 0,-1 2 4 0,-1-2-5 16,0-4 7-16,0 4 7 0,3-2 11 0,-2 0 10 16,5-2 16-16,-2-1-45 0,1 3-16 0,0-3 0 15,1-1 0-15,0 0 0 0,2-2 0 0,-3 6 0 16,3-6 0-16,-1 4 0 0,1-4 0 0,0 0 0 16,0 0 0-16,0 0 0 0,16-3 0 0,-5 2 0 15,0-2 0-15,7-2 0 0,1 2 0 0,1 0 0 16,1-3 0-16,6 0 0 0,1 0 0 0,-9 1 0 15,10 0 0-15,-8 0 0 0,2 1 0 0,-2 1 0 16,-1 1 0-16,-7-2 0 0,6 3 0 0,-10-2 0 0,1 2 0 16,-1 1 0-16,-4-2 0 0,2 2 0 15,-7 0 0-15,11-1 0 0,-7-1 0 0,-4 2 0 16,5-1 0-16,-5 1 0 0,0 0 0 0,0 0 0 16,5-3 0-16,-5 3 0 0,0 0 0 0,0 0 0 0,0 0-398 15,0 0-155-15,0 0-83 0,0 0-465 0,-24-1-1193 16,15-2 528-16</inkml:trace>
  <inkml:trace contextRef="#ctx0" brushRef="#br0" timeOffset="368968.6253">17490 14006 347 0,'0'0'387'0,"0"0"-7"15,0 0 2-15,-8-10-3 0,8 10-5 16,0 0-4-16,0 0-11 0,0 0-6 0,0 0-15 15,0 0-8-15,3-5-20 0,-3 5-16 0,0 0-15 16,0 0-12-16,3-4-22 0,-3 4-11 0,4-3-27 0,-4 3-8 16,3-2-15-16,-3 2-30 0,8-3-4 0,-4 2-12 15,-4 1-5-15,10-5-23 0,-6 5-8 16,1-1-15-16,-5 1 0 0,9-2-12 0,-3 2-9 0,-6 0-5 16,12-1-10-16,-7 1-11 0,-5 0 2 0,9 0-10 15,-3 2 6-15,-2 0-14 0,3 2-1 0,-5 1-1 16,3-1-3-16,-3 1-2 0,0-1-5 0,1 2 8 15,-3 0-4-15,0 0-7 0,-2 0 8 0,1 0 9 16,-3-1-15-16,-1 2-3 0,3-1-8 0,-5-1 8 16,1 2 6-16,-3-3-3 0,1 3 1 0,0-5-5 15,3 1 3-15,-1 0 6 0,2 0-5 16,0 0 10-16,4-3 15 0,-4 4-5 0,4-4 21 0,-1 2 0 16,1-2 7-16,0 0-16 0,0 0-43 0,0 0 0 15,0 0 0-15,0 0 0 0,0 0 0 0,12 1 0 16,-12-1 0-16,11 2 0 0,-6-1 0 0,3 2 0 15,1-1 0-15,0 1 0 0,0 1 0 0,-3-1 0 16,1 1 0-16,1 2 0 0,-1-2 0 0,-2 0 0 16,0 2 0-16,-2-1 0 0,-1 1 0 0,0 0 0 15,-4 0 0-15,1 0 0 0,-1 0 0 0,-4 0 0 16,-1 1 0-16,-2-1 0 0,-4 0 0 0,0 0 0 16,-6-3 0-16,2 1 0 0,-1 1 0 0,-1-3 0 0,5-1 0 15,-1 2 0-15,5-1 0 0,-1-2 0 0,3 1 0 16,3-1 0-16,5 0 0 0,-7 2 0 15,7-2 0-15,-6 0 0 0,6 0 0 0,0 0 0 16,0 0 0-16,0 0 0 0,0-7 0 0,0 7 0 0,0 0 0 16,0 0 0-16,9-8 0 0,-5 6 0 0,-1-1-4 15,2 2-348-15,0-3-66 0,-5 4-65 0,7-1-57 16,-2 0-64-16,-5 1-361 0,5-3-1046 0,-5 3 462 16</inkml:trace>
  <inkml:trace contextRef="#ctx0" brushRef="#br0" timeOffset="369609.2921">16649 13872 197 0,'0'0'287'16,"-5"-4"-8"-16,5 4-2 0,0 0-5 0,0 0-8 16,0 0 0-16,0 0 4 0,0 0 10 0,0 0 5 15,0 0 4-15,0 0 2 0,0 0 1 0,0 0-2 16,0 0-1-16,0 0-1 0,0 0-1 0,0 0-5 15,0 0-13-15,0 0-4 0,0 0-8 0,0 0-4 16,0 0-12-16,4-4-10 0,-4 4-21 0,10 1-7 16,-2-1-2-16,6 1-5 0,-1 1-12 0,5-2-9 15,11 2-14-15,-1-3-11 0,3 2-16 0,3-2-4 16,-1 2-126-16,2-2-2 0,2-2 0 0,0 2 0 0,-2 1 0 16,-2-1 0-16,-4-1 0 0,-6 3 0 0,-5-1 0 15,-5 0 0-15,2 0 0 0,-4 0 0 0,-5 0 0 16,2 0 0-16,-2-1 0 0,0 1 0 0,-6 0 0 15,0 0 0-15,11-1 0 0,-11 1 0 0,5 0 0 16,-5 0 0-16,0 0 0 0,0 0 0 0,0 0 0 16,0 0 0-16,0 0 0 0,9 1 0 0,-9-1 0 15,0 0 0-15,0 0 0 0,0 0 0 0,-7 6-116 16,7-6-180-16,-6 3-66 0,6-3-53 0,-6 5-56 16,0-1-70-16,1-4-458 0,-1 3-1082 0,2-2 480 15</inkml:trace>
  <inkml:trace contextRef="#ctx0" brushRef="#br0" timeOffset="373929.0167">18800 13555 165 0,'-1'-3'469'0,"-2"-1"16"0,3 4 10 16,-3-7 6-16,3 3-5 0,0 4-4 0,-4-7-17 15,2 3-2-15,2 0-16 0,0 4-13 0,-1-6-16 0,1 2-15 16,-2 1-21-16,2 3-16 0,-2-8-17 16,0 5-18-16,2 3-20 0,0-7-25 0,0 7-10 15,-2-5-259-15,2 5-27 0,0-6 0 0,0 6 0 0,0 0 0 16,0 0 0-16,-1-3 0 0,1 3 0 0,0 0 0 16,0 0 0-16,0 0 0 0,0 0 0 0,0 0 0 15,0 0 0-15,0 15 0 0,1-7 0 0,1 1 0 16,0 1 0-16,0 3 0 0,0-1 0 0,-1 6 0 15,2-1 0-15,0 1 0 0,-1-1 0 0,-2 4 0 16,1-3 0-16,2 0 0 0,-3 1 0 0,1-1 0 16,-1 4 0-16,0-4 0 0,0 2 0 0,0-2 0 15,-1-1 0-15,2 0 0 0,-2-1 0 0,-2-4 0 16,2-1 0-16,1 0 0 0,-2-1 0 0,2-6 0 16,0 3 0-16,2 0 0 0,-4-2 0 0,0-1 0 15,2 2 0-15,0-6 0 0,0 5 0 0,0-5 0 16,-1 1 0-16,1-1 0 0,0 0 0 0,0 0 0 15,3-14 0-15,-3 7 0 0,0 0-347 0,0-4-262 16,0-1-59-16,-2-4-427 0,0 0-1185 0,-1 6 524 16</inkml:trace>
  <inkml:trace contextRef="#ctx0" brushRef="#br0" timeOffset="374245.1052">18583 13680 132 0,'0'0'383'0,"-10"0"22"15,10 0 25-15,-7-1 15 0,2 0 15 0,5 1 4 16,0 0-14-16,-10 0 4 0,10 0-22 0,0 0-2 16,0 0-20-16,-6 1-29 0,6-1-5 0,0 0-27 15,0 0-27-15,0 0-29 0,0 0-23 0,0 0-23 16,0 0-18-16,0 0-17 0,29-3-8 0,-10 0-20 16,9-2-16-16,0 5-107 0,3-4-61 0,2-2 0 15,2 3 0-15,-1-2 0 0,2 0 0 0,-3 2 0 16,1 0 0-16,-4 1 0 0,-3-1 0 0,-7 1 0 15,-1 0 0-15,-7 2 0 0,0-1 0 0,-2-2 0 16,0 3 0-16,-5-1 0 0,3 1 0 0,-3-1 0 16,-5 1 0-16,9 0 0 0,-9 0 0 0,0 0 0 15,6 0 0-15,-6 0 0 0,4-2 0 0,-4 2 0 16,0 0 0-16,4-4 0 0,-4 4-74 0,0 0-355 16,0 0-74-16,-8-6-71 0,8 6-62 0,-4-5-361 0,-1-1-1078 15,3 2 477-15</inkml:trace>
  <inkml:trace contextRef="#ctx0" brushRef="#br0" timeOffset="375361.9642">19791 13435 21 0,'0'0'341'16,"-2"-5"-3"-16,4 2-1 0,-2-2-6 0,0 1 3 15,0 4 0-15,0-6-2 0,-2-1 0 0,2 7-4 16,2-7-3-16,-4 2-11 0,2 1-14 0,0 4-11 15,0-9-18-15,0 5-12 0,2 0-13 0,-1-2-19 16,1 0-20-16,0 3-17 0,2-4-7 0,1 4-16 16,-1-2-16-16,3-2-19 0,3 2-10 0,1 3-15 15,-1-4-9-15,5 3-7 0,-2 3-16 0,2-1-10 16,3 2-4-16,0 2-9 0,1 2-2 0,-2 0-8 16,1 4 1-16,-4 0-13 0,2 2 1 0,-4 1-9 15,1 0 5-15,-3 1 0 0,-5-1-9 0,0-2 1 16,-1 2 2-16,2 1-4 0,-6-1-1 0,2 0 0 0,-4 1 1 15,2 0-7-15,-5-3 1 0,0 0 0 16,1 1 8-16,-1-2-6 0,-1 0-2 0,-2-2 3 16,2 1 7-16,-1-5 16 0,2 4 28 0,1-6 28 15,-1 1 27-15,5-2 12 0,-7 0-4 0,7 0 3 0,-8-4-112 16,7-2-19-16,-2-1 0 0,3-1 0 0,1-3 0 16,2-4 0-16,4-2 0 0,1-1 0 15,0 1 0-15,1-1 0 0,1 2 0 0,3 0 0 0,0 2 0 16,1 0 0-16,-1 2 0 0,-1 1 0 0,1 1 0 15,1 0 0-15,-4 5 0 0,2-3 0 0,-2 5 0 16,4 0 0-16,-1 2 0 0,1 1 0 0,-1 2 0 16,0 0 0-16,-1 3 0 0,0 1 0 0,1 1 0 15,-4 3 0-15,0-2 0 0,-1 2 0 0,3 3 0 16,-2 0 0-16,-2-3 0 0,-3 3 0 0,-1-1 0 16,-1-1 0-16,-4-2 0 0,4 1 0 0,-4 0 0 15,0-5 0-15,2 2 0 0,-1-1 0 0,1-3 0 16,-2 2 0-16,0-2 0 0,2-3 0 0,0 0 0 15,-3 2 0-15,3-2 0 0,0 0 0 0,-2-10 0 16,2 3 0-16,2-3 0 0,1 0 0 0,1-1 0 16,-1-1 0-16,3 2 0 0,3-4 0 0,1 0 0 15,-5 4 0-15,3 2 0 0,1-2 0 0,0 3 0 0,-3 1 0 16,5 0 0-16,-2 0 0 0,1 2 0 0,0 2 0 16,0 4 0-16,2-2 0 0,-3 4 0 0,0-2 0 15,2 5 0-15,-3-3 0 0,1 3 0 16,1 0 0-16,-4 2 0 0,2 0 0 0,-3 1 0 0,0 1 0 15,2-3 0-15,-4 3 0 0,1 0 0 0,-2-1 0 16,-4 1 0-16,6-1 0 0,-6-1 0 0,4-2 0 16,-4 0 0-16,0 0 0 0,2-2 0 0,0-3 0 15,0-2 0-15,0 7 0 0,2-4-68 0,-2-3-275 16,3 1-80-16,-3-1-84 0,13-6-92 0,0 1-444 16,1-4-1127-16,4 0 498 0</inkml:trace>
  <inkml:trace contextRef="#ctx0" brushRef="#br0" timeOffset="375980.5193">20827 13443 402 0,'0'0'476'0,"0"0"21"0,0 0 8 15,0 0 11-15,0 0-8 0,-6-6-8 16,6 6-16-16,-3-4-9 0,3 4-16 0,0-3-21 16,0 3-31-16,0-10-21 0,0 5-33 0,3 2-24 0,-2-2-28 15,2 0-28-15,-1 0-26 0,2 1-28 0,1-2-17 16,0 3-27-16,0-2-136 0,2 4-39 16,3-2 0-16,1 0 0 0,-3 3 0 0,0 0 0 15,3 0 0-15,-1 3 0 0,1-1 0 0,-1 3 0 0,0 0 0 16,-1 2 0-16,1-1 0 0,-5 3 0 0,1-2 0 15,-3 3 0-15,1-2 0 0,0 3 0 16,-4-1 0-16,-2-1 0 0,0 2 0 0,-3 0 0 0,1-1 0 16,-4 1 0-16,-2-4 0 0,1 2 0 0,-2-2 0 15,1 2 0-15,-1-2 0 0,5-2 0 0,1-1 0 16,-3-1 0-16,5 1 0 0,-1-2 0 0,0 0 0 16,1 1 0-16,3-3 0 0,0 0 0 0,0 0 0 15,0 0 0-15,0 0 0 0,0 0 0 0,12-10 0 16,-7 6 0-16,4 4 0 0,-3-2 0 0,2 2 0 15,3 1 0-15,0-1 0 0,-2 4 0 0,-2 0 0 16,3-2 0-16,-1 2 0 0,0 1 0 0,0 2 0 16,0 0 0-16,-1 1 0 0,-3-2 0 0,1 4 0 15,-3-3 0-15,-2 1 0 0,-1 0 0 0,0 0 0 0,-4 3 0 16,-2-3 0-16,-2 2 0 0,2-2 0 0,-6-1 0 16,-3 3 0-16,-3-1 0 0,2 0 0 15,-3-2 0-15,2 2 0 0,-1-7 0 0,5 0 0 16,-1 1 0-16,4-2 0 0,0-1 0 0,2 0 0 0,-1-1 0 15,5-2 0-15,-2 2 0 0,-1-2 0 0,1 3 0 16,5-4 0-16,-3 1 0 0,0 0 0 16,4 3 0-16,-2-6 0 0,2 6 0 0,0-6 0 0,0 6 0 15,3-6 0-15,1 5-474 0,1 0-149 0,-5 1-83 16,14-4-359-16,-10 3-1154 0,0 0 511 0</inkml:trace>
  <inkml:trace contextRef="#ctx0" brushRef="#br0" timeOffset="376619.1091">19842 13984 63 0,'0'0'235'0,"-10"0"-10"16,3 2-13-16,7-2-3 0,-11 0-12 0,11 0-7 16,-13-2-10-16,6 4-1 0,1-4-1 0,6 2-8 15,-14-1 3-15,9 1-2 0,5 0-4 0,-9 1 18 16,9-1 10-16,-9-2 9 0,9 2 1 0,0 0 0 0,-9 0 0 15,9 0-11-15,0 0-10 0,0 0-21 0,0 0-16 16,0 0-12-16,0 0-6 0,19-7 5 16,-7 4 13-16,7 3 2 0,3-1 7 0,8-1-3 15,9 1 2-15,12-2-2 0,5 1-2 0,7 2-10 0,30-5-10 16,3 2-10-16,7 1-4 0,0-3-12 0,4 2 1 16,16-6-16-16,4 6-8 0,9-5 10 15,2-3 28-15,0-1 17 0,-5 8 21 0,-4-3-8 16,-9 3-7-16,-14-3-17 0,-7 4-1 0,-5 2-11 0,-29-2-13 15,-1-1-10-15,-1 5-48 0,-7-2-43 0,-4 2 0 16,-13-3 0-16,-7 0 0 0,-3 2 0 0,-10 0 0 16,-6 3 0-16,-4-2 0 0,1-1 0 0,-5 0 0 15,-1 0 0-15,-4 0 0 0,0 0 0 0,0 0 0 16,0 0 0-16,0 0-230 0,-16-7-73 0,5 5-61 16,0-1-62-16,-10 0-59 0,5 2-72 0,-1-1-414 15,-2 1-1053-15,6-2 466 0</inkml:trace>
  <inkml:trace contextRef="#ctx0" brushRef="#br0" timeOffset="378181.8859">19812 14350 269 0,'0'0'397'0,"-2"-2"4"0,2 2-3 16,0 0-6-16,-3-5-14 0,3 5-5 0,-5-3-9 0,5 3-14 15,-1-4-9-15,-2 1-15 0,3 3-6 16,-1-6-14-16,1 6-13 0,-1-4-18 0,1 4-2 16,-2-7-15-16,2 7 3 0,0-8-33 0,2 6-18 15,-1-3-15-15,2 1-18 0,-1 1-14 0,1-1-16 0,1 0-17 16,-2 0-9-16,3 0-13 0,3 2-17 0,-2-2-1 15,2 2-15-15,1 1-14 0,6 0-6 16,-4 1-2-16,2 1-15 0,4 2 5 0,2 1-10 16,-6 0 0-16,4 5-1 0,-4-1-9 0,-1 1-4 0,-3 0 5 15,2 3-5-15,-4 0-2 0,1 1-4 0,-4-1 2 16,-3 0-12-16,0 1-3 0,-1 0 0 16,-1-2 0-16,-3-1-23 0,0 6-5 0,-1-5-4 15,-4-3 14-15,1-1 4 0,-2 2 5 0,0-2-2 0,1 1 2 16,0-2 1-16,-1-1 9 0,-2 0-3 0,6-2 18 15,-2-2 15-15,-1 1 23 0,3 1-2 0,-2-3-52 16,3 0 0-16,-4 0 0 0,9 0 0 0,-10-3 0 16,4 0 0-16,0 0 0 0,3-4 0 0,-2 4 0 15,0-2 0-15,1-2 0 0,0 1 0 0,1 0 0 16,1-1 0-16,-1 0 0 0,-1 1 0 0,2-2 0 16,-1 2 0-16,3 0 0 0,-1-2 0 0,0 5 0 15,1-3 0-15,1 0 0 0,-2 2 0 0,1 4 0 16,0-4 0-16,0 4 0 0,0-7 0 0,0 7 0 15,0 0 0-15,-2-3 0 0,2 3 0 0,0 0 0 16,0 0 0-16,0 0 0 0,0 0 0 0,0 0 0 16,0 0 0-16,-1 15 0 0,0-11 0 0,1 3 0 15,0-2 0-15,-3 1 0 0,3 0 0 0,-4 0 0 16,4-1 0-16,0-1 0 0,-1 3 0 0,1-3 0 16,0 0 0-16,0-4 0 0,0 7 0 0,1-3 0 15,1-2 0-15,-2-2 0 0,2 6 0 0,2-4 0 16,-4-2 0-16,9 2 0 0,-4-1 0 0,0 1 0 15,-5-2 0-15,13 0 0 0,-8-2 0 0,4 2 0 0,-1 0 0 16,-2-1 0-16,1 1 0 0,1-2 0 0,0 2 0 16,-8 0 0-16,14-1 0 0,-5 1 0 15,-1 0 0-15,-2-1 0 0,2 2 0 0,1-1 0 0,-3 1 0 16,2 1 0-16,-3-1 0 0,5 2 0 0,-3-1 0 16,-1 3 0-16,2-4 0 0,-1 2 0 0,2 3 0 15,0-3 0-15,0 1 0 0,1 0 0 0,1 1 0 16,1-1 0-16,1-2 0 0,6 2 0 0,-2-3 0 15,2-1-58-15,3-1-331 0,-3-3-74 0,0 2-67 16,0-2-75-16,-5 0-420 0,-3 1-1109 0,0-2 490 16</inkml:trace>
  <inkml:trace contextRef="#ctx0" brushRef="#br0" timeOffset="378884.7301">20546 14598 218 0,'0'0'387'0,"0"0"11"0,0 0 7 15,0 0-3-15,1 6-3 0,-1-6-8 16,0 3-7-16,0-3-13 0,0 0-4 0,0 0-17 15,0 4-14-15,0-4-5 0,0 0-2 0,0 0-13 0,0 0-14 16,0 0-9-16,0 0-24 0,-5-11-7 0,3 7-18 16,-4 1-12-16,3-1 2 0,-6-3-7 0,2 3-10 15,0-3-10-15,-2 0-5 0,-3-2-84 0,3 2-118 16,-5-5 0-16,-2-3 0 0,5 3 0 0,-1-5 0 16,-4-4 0-16,-3 0 0 0,2-1 0 0,1-2 0 15,4 2 0-15,2-4 0 0,1 2 0 0,3 0 0 16,-1 0 0-16,4 0 0 0,1 4 0 0,7 1 0 15,-5 3 0-15,4 0 0 0,1 1 0 0,3 0 0 16,2 3 0-16,4 2 0 0,2 0 0 0,-1 2 0 16,-1 2 0-16,6 1 0 0,0 2 0 0,-1 3 0 15,0 0 0-15,1 4 0 0,-3 1 0 0,2 0 0 16,-5 2 0-16,1 3 0 0,-4-2 0 0,-2 0 0 16,-2 2 0-16,1 1 0 0,-3-1 0 0,-1 2 0 15,-4-2 0-15,0 3 0 0,0-1 0 0,-5 2 0 16,-3-3 0-16,2 2 0 0,-7-1 0 0,0 1 0 15,-1 0 0-15,-4-3 0 0,-1-1 0 0,0-2 0 16,1 0 0-16,0-3 0 0,-1 1 0 0,5-3 0 16,1-1 0-16,-1 0 0 0,5 0 0 0,-4-1 0 0,3 0 0 15,4 0 0-15,-1 0 0 0,7 0 0 0,-6 3 0 16,6-3 0-16,-9-3 0 0,9 3 0 16,0 0 0-16,0 0 0 0,0-5-230 0,0 5-286 0,0 0-49 15,18 0-56-15,-12 0-423 0,5 0-1130 0,0 2 501 16</inkml:trace>
  <inkml:trace contextRef="#ctx0" brushRef="#br0" timeOffset="379236.123">20656 14443 382 0,'1'-3'496'16,"-1"3"14"-16,0-6 13 0,1 4 1 0,-1 2 0 15,2-6-12-15,-2 3-5 0,0 3-20 0,0-5-12 16,0 5-29-16,0 0-33 0,2-4-32 0,-2 4-44 16,0 0-32-16,0-5-36 0,0 5-31 0,0 0-27 15,0 0-17-15,0 0-16 0,4 12-19 0,-3-2-39 16,2-1-120-16,2 6 0 0,-1 3 0 0,2-1 0 16,-2-2 0-16,2 11 0 0,-2-2 0 0,0 4 0 15,0-3 0-15,1-7 0 0,-4 3 0 0,3-2 0 16,1 6 0-16,-5-5 0 0,2-1 0 0,-4-1 0 15,4 0 0-15,-2 0 0 0,-2-4 0 0,2-1 0 16,0-2 0-16,0 0 0 0,2-3 0 0,-2-1 0 16,1 3 0-16,-1-4 0 0,0 1 0 0,1-5-189 15,-1 4-114-15,0-2-34 0,1 0-24 0,-1-4-22 16,2 4-42-16,-2-4-55 0,0 0-40 0,0 0-346 16,0 0-938-16,9-12 415 0</inkml:trace>
  <inkml:trace contextRef="#ctx0" brushRef="#br0" timeOffset="379583.1055">20667 14465 61 0,'3'-9'429'0,"0"-1"2"0,-1 2 2 0,-1 1 0 16,2-1-4-16,2 3-10 0,-1-2-25 0,-2 1-17 15,1 2-29-15,-1-1-22 0,1 1-36 0,1 1-29 16,2 0-12-16,2 1-33 0,1 1-14 0,1 1-15 0,2 1-12 15,-1 1-22-15,2-2-14 0,1 3-10 0,0 4-11 16,0-3-10-16,-2 0-15 0,-2 3-3 0,-1 0-11 16,-3-2-9-16,2 4 5 0,-3-1-18 15,1-2-5-15,-2 3-6 0,-1 0-2 0,-2-2-1 0,-2 2-3 16,-2 0 0-16,-3-1-4 0,-2 2 2 0,-5-1-11 16,-2 2-1-16,1-1-4 0,-4 3 5 0,0-6-8 15,-4-4-3-15,3 3-5 0,-1-1-9 0,-1-1 2 16,3 1-4-16,1-3-8 0,4-2-4 0,0 1-2 15,3-2-17-15,-3-1-17 0,4-5-22 0,1 6-24 16,3-2-25-16,1-2-35 0,2-2-54 0,2 2-60 16,2-2-54-16,5-2-76 0,3-1-80 0,8-2-362 15,9-1-910-15,5-1 402 0</inkml:trace>
  <inkml:trace contextRef="#ctx0" brushRef="#br0" timeOffset="380184.2886">21267 14303 83 0,'1'-3'396'0,"-1"3"-15"15,4-5-11-15,-4 0 2 0,1 2-9 0,-1-1-9 16,0 4 7-16,0-7-4 0,0 3-2 0,0 4-2 16,0-4 0-16,0 4-1 0,0-5-2 0,0 1 11 15,0 4-17-15,0-4-6 0,0 4-7 0,3-3-13 16,-3 3-19-16,0 0-20 0,1-4-18 0,-1 4-26 15,0 0-22-15,0 0-24 0,0 0-18 0,0 0-119 16,0 0-52-16,0 0 0 0,0 0 0 0,0 0 0 16,-1 13 0-16,1-3 0 0,0-1 0 0,-3 2 0 15,3 1 0-15,-4 4 0 0,4 1 0 0,0-1 0 16,0 2 0-16,-1-1 0 0,0 3 0 0,-3-4 0 16,8 4 0-16,-4-1 0 0,0-1 0 0,0-4 0 15,0-1 0-15,-4-2 0 0,4 2 0 0,4-4 0 16,-8 4 0-16,8-6 0 0,-4 2 0 0,1-3 0 0,-1-1 0 15,1 1 0-15,3-2 0 0,-4 0-245 16,3-2-160-16,-1 0-45 0,2 0-46 0,-4-2-57 16,4-7-38-16,-1 3-318 0,-2-2-984 0,-2-1 435 15</inkml:trace>
  <inkml:trace contextRef="#ctx0" brushRef="#br0" timeOffset="380603.9052">21197 14303 182 0,'-2'-5'361'0,"2"2"-3"16,-2-1 12-16,2 0 3 0,0 4-5 0,0-7-1 15,0 7-11-15,-2-7-11 0,4 5-15 0,0-1-17 16,0-1-16-16,0 0-17 0,-2-1-17 0,0 5-14 16,6-3-19-16,-2-1-18 0,1 0-18 0,3 1-3 15,0-2-5-15,3 5-9 0,-2-4-16 0,3 1 3 16,-1 3-10-16,7-4-10 0,1 3-2 0,2 2 4 15,0 0-15-15,8 6-8 0,-1 0 3 0,1 1-14 16,-2 1-8-16,-3 2-9 0,2 0-17 0,-8 0-1 16,-2 1-3-16,0 1-9 0,-3-1-6 0,-2 3-23 0,-3-1 15 15,-3 3-12-15,-2 1 2 0,-3-2-9 16,-5 0 3-16,0 2-35 0,-4-1 0 0,-2 0 0 16,-3-1 0-16,-7 1 0 0,1 1 0 0,-2-3 0 15,4-5 0-15,0-1 0 0,-1 1 0 0,2-2 0 16,2 0 0-16,2-3 0 0,1-1 0 0,1-1 0 15,4-1 0-15,-1 0 0 0,2 1 0 0,2-2 0 16,-1 1 0-16,5-2 0 0,-8 3 0 0,5-2 0 16,3-1 0-16,0 0 0 0,-5 3-146 0,5-3-111 0,-5 1-53 15,5-1-73-15,0 0-74 0,0 0-69 0,0 0-70 16,21-1-324-16,-11 2-995 0,3-1 440 16</inkml:trace>
  <inkml:trace contextRef="#ctx0" brushRef="#br0" timeOffset="380952.6737">21796 14565 73 0,'1'-8'525'0,"-1"3"15"0,1-2 8 0,-2 1 7 16,0 1-2-16,2-2-11 0,0 3-15 0,-1-1-18 15,2 1-19-15,-2 4-24 0,-2-7-31 0,2 2-24 16,0 5-33-16,-1-4-29 0,1 4-34 0,-1-4-33 15,1 4-31-15,0 0-25 0,0 0-25 0,0 0-186 16,0 0-15-16,0 0 0 0,0 0 0 0,5 14 0 16,-5-6 0-16,1 2 0 0,-1 1 0 0,0 5 0 15,2 0 0-15,-2 1 0 0,0-2 0 0,0 2 0 16,1-1 0-16,-2 1 0 0,1 0 0 0,1-4 0 16,-2 6 0-16,2-4 0 0,-4 2 0 0,2-1 0 15,1-5 0-15,-1 1 0 0,1-1 0 0,-2-2 0 16,1 1 0-16,0-2 0 0,-1-2 0 0,1 0 0 15,1 0 0-15,0-2 0 0,0 1 0 0,1-2 0 16,-1-3 0-16,-2 5-82 0,2-5-231 0,0 0-37 16,0 0-52-16,0 0-33 0,0 0-36 0,0 0-30 15,0 0-29-15,-4-15-322 0,4 9-922 0,-2-1 409 16</inkml:trace>
  <inkml:trace contextRef="#ctx0" brushRef="#br0" timeOffset="381337.3807">21732 14546 70 0,'1'-9'490'0,"2"5"5"15,-3-3 23-15,2 0 9 0,0 3-14 0,-1-2-15 16,0-1-31-16,2 3-17 0,1-2-39 16,-1 0-20-16,1 0-21 0,1 1-26 0,0 0-32 15,2 0-37-15,1-1-22 0,-1 4-18 0,3-2-21 0,-1 1-20 16,5 0-19-16,-5 2-21 0,2 0-8 0,-4 0-16 15,7 1-19-15,-2 1-12 0,-1 1-7 16,1 2-10-16,-2 1-6 0,4 0-8 0,-5-1-37 0,0 5-31 16,2-3 0-16,-3 3 0 0,0 0 0 0,-3 1 0 15,1-2 0-15,-3 2 0 0,-1 0 0 0,0-2 0 16,-4 2 0-16,0 2 0 0,-2-2 0 0,-6 5 0 16,1-2 0-16,-4-2 0 0,-2 0 0 0,-3-1 0 15,1-3 0-15,-1 0 0 0,4 0 0 0,-1-4 0 16,-2 1 0-16,8-3 0 0,-1-1 0 0,4 1 0 15,-2-1 0-15,3 0 0 0,5 0 0 0,-11 0 0 16,11 0 0-16,-8-2 0 0,5-1 0 0,3 3 0 16,-1-3-93-16,1 3-192 0,4-7-56 0,0 4-57 15,-4 3-53-15,9 0-48 0,-1 0-40 0,-1 2-393 16,-7-2-1007-16,20 2 445 0</inkml:trace>
  <inkml:trace contextRef="#ctx0" brushRef="#br0" timeOffset="381968.798">22086 14798 356 0,'0'0'406'0,"-9"-9"17"15,10 6 2-15,-1 3 8 0,0 0-4 0,0 0-6 16,-1-5-12-16,1 5-6 0,-3-6-17 0,2 1 2 0,-1 3-20 15,2-4-19-15,2 3-12 0,-2 3-16 16,1-4-20-16,2 0-22 0,-2 1-23 0,-1 3-30 16,2-5-15-16,0 2-29 0,2 0-24 0,0-1-11 15,-4 4-20-15,5-2-22 0,0-2-9 0,-1 3-8 0,-4 1-11 16,13 1-39-16,-8 2-40 0,2-2 0 0,0 2 0 16,-1 0 0-16,1 1 0 0,-1 3 0 15,3 0 0-15,-3 1 0 0,-1-2 0 0,-1 1 0 0,-1 3 0 16,-1-3 0-16,0 0 0 0,-1 2 0 0,-1-2 0 15,0 0 0-15,-3 1 0 0,0-2 0 16,-1 2 0-16,0-3 0 0,-1 0 0 0,2-1 0 16,-1 0 0-16,-2-1 0 0,2 0 0 0,2-1 0 0,-2 0 0 15,4-2 0-15,-4 2 0 0,1 0 0 0,3-2 0 16,0 0 0-16,0 0 0 0,0 0 0 16,-5 3 0-16,5-3 0 0,0 0 0 0,0 0 0 15,0 0 0-15,0 0 0 0,16 4 0 0,-10-1 0 0,2-1 0 16,-1 2 0-16,2 3 0 0,0-2 0 0,0 2 0 15,-1 1 0-15,1-1 0 0,0 2 0 0,-2-3 0 16,0 3 0-16,-1-2 0 0,-2 1 0 0,4-1 0 16,-6 1 0-16,-1-3 0 0,1 2 0 0,-2 1 0 15,-2-2 0-15,-1 0 0 0,1 0 0 0,-5-2 0 16,2-1 0-16,-4 2 0 0,0 1 0 0,-1-4 0 16,-1 0 0-16,0 0 0 0,-1-2 0 0,2 0 0 15,1 1 0-15,0-1 0 0,3 0 0 0,-1 0 0 16,7 0 0-16,-9 0 0 0,3 1 0 0,6-1 0 15,0 0 0-15,-9 0 0 0,9 0 0 0,0 0 0 16,0 0 0-16,0 0 0 0,-4-4 0 0,4 4-28 16,0 0-246-16,4-5-44 0,-4 5-50 0,3-9-43 15,-1 5-39-15,-2 2-45 0,7-4-29 0,-4 2-364 16,0-2-961-16,1-1 426 0</inkml:trace>
  <inkml:trace contextRef="#ctx0" brushRef="#br0" timeOffset="382906.1839">21317 14150 19 0,'0'0'316'0,"0"0"-7"0,-8 0-7 15,8 0-17-15,0 0-4 0,0 0-17 0,0 0-13 0,0 0-6 16,0 0-5-16,0 0-6 0,0 0-10 0,0 0 3 15,0 0-1-15,0 0-9 0,0 0-4 0,0 0-2 16,-8 0-9-16,8 0 0 0,0 0-4 0,0 0 2 16,0 0-3-16,0 0 3 0,0 0 2 0,0 0 5 15,0 0-1-15,0 0 7 0,0 0 11 0,0 0-4 16,0 0-6-16,0 0-22 0,0 0-12 0,0 0-20 16,31-5 1-16,-13 4-10 0,4-2-5 0,12 1-6 15,3 0-8-15,18-3-5 0,-3 2-74 0,0 0-53 16,1-3 0-16,-3 2 0 0,-10 2 0 0,-3-1 0 15,-3 1 0-15,3 1 0 0,-11-2 0 0,-4 3 0 16,-6-1 0-16,0 0 0 0,-5 1 0 0,1-1 0 16,-5 1 0-16,0-1 0 0,0 1 0 0,-7 0 0 15,9-1 0-15,-9 1 0 0,5 0 0 0,-5 0 0 16,0 0 0-16,0 0 0 0,8-2 0 0,-8 2 0 16,0 0 0-16,0 0 0 0,0 0 0 0,5-1 0 15,-5 1 0-15,0 0-206 0,0 0-100 0,4-4-55 16,-4 4-45-16,0 0-47 0,0 0-41 0,0 0-45 15,-10-7-366-15,7 5-979 0,3 2 433 0</inkml:trace>
  <inkml:trace contextRef="#ctx0" brushRef="#br0" timeOffset="383553.759">22338 14103 160 0,'0'0'319'0,"-7"-1"9"0,7 1 10 0,-5-1 8 0,5 1 14 16,0 0 2-16,-4-5 1 0,4 5-3 15,0 0-7-15,0 0-7 0,-2-3-15 0,2 3-12 0,0 0-12 16,-3-3-14-16,3 3-23 0,0 0-14 0,0 0-19 15,0 0-29-15,0 0-18 0,0 0-17 0,0 0-20 16,9-4-14-16,-5 4-19 0,-4 0-13 0,12 0-15 16,-5 0-4-16,0 0-9 0,0-2-12 0,1 4-5 15,3-2-11-15,-2 1-6 0,2 2-4 0,0 2-6 16,-2 0-2-16,0-3-2 0,1 4-11 0,-5-1 1 16,2 0-3-16,-1 2-3 0,-4-2-6 0,1 3 5 15,-1-1-5-15,1-1-2 0,-6 1 10 0,0 0-14 16,-1 2-6-16,-2-1-3 0,-1-2 1 0,-2 1-5 15,-1-2 3-15,1 0 5 0,3-3 1 0,-2 2 0 16,3-2 10-16,1 1 0 0,0-1 16 0,4-2 14 16,-6 1 5-16,6-1 10 0,0 0 1 0,0 0 0 15,0 0-6-15,0 0-7 0,0 0-5 0,0 0-5 16,0 0-6-16,0 0-8 0,19-1-5 0,-11 2 5 16,2-1-4-16,0 4-6 0,2-2-2 0,-2 3-4 15,0 1-3-15,4-3 5 0,-5 2-5 0,-1 2 0 16,-1-3-5-16,1 2 5 0,-3 1-2 0,2-2 4 15,-7 1-1-15,2 1-5 0,1 2 0 0,-6-1 13 16,2 0-12-16,-3 0 3 0,-1-1 0 0,-4 3 5 16,-1-2-5-16,-5 0-2 0,4 0 2 0,-7 0-6 15,1 0 4-15,0 0 4 0,-1-3 13 0,5-2-14 16,2 1 10-16,-1-2-7 0,5 0-1 0,-1-1 4 16,-1 0 9-16,4-1-9 0,5 0 4 0,-9-1-3 15,9 1-6-15,-8-4-11 0,8 0-11 0,0 4-34 16,-1-6-19-16,-3 5-27 0,4 1-37 0,0 0-44 15,5-9-54-15,-1 6-65 0,-3 0-50 0,-1 3-47 16,8-2-53-16,-3 1-49 0,4 1-375 0,-1 0-947 16,2 0 420-16</inkml:trace>
  <inkml:trace contextRef="#ctx0" brushRef="#br0" timeOffset="384154.8985">23064 13730 99 0,'0'0'421'0,"-2"-7"18"16,2 4 6-16,2-1 1 0,-2 4-2 0,1-7-5 15,0 3-2-15,-1 4-6 0,-1-4-5 0,1 4-4 16,0-6-4-16,0 6-22 0,0-5-10 16,0 5-22-16,0 0-28 0,0 0-33 0,1-5-23 0,-1 5-29 15,0 0-24-15,0 0-24 0,0 0-28 0,0 0-15 16,0 0-13-16,0 0-51 0,3 16-96 0,1-6 0 16,-2 0 0-16,1 7 0 0,-1 0 0 0,5 2 0 15,-5 0 0-15,1 6 0 0,-2-5 0 0,2 0 0 16,-1 4 0-16,-1-6 0 0,1 3 0 0,0 4 0 15,-2-8 0-15,0 2 0 0,0-3 0 0,0 2 0 16,0-4 0-16,0 1 0 0,-2-7 0 0,0 5 0 16,4-6 0-16,-2 4 0 0,0-6 0 0,0 2 0 15,0-1 0-15,0-3 0 0,0-3 0 0,0 8 0 16,0-6 0-16,0-2 0 0,-2 4 0 0,2-4 0 16,0 0 0-16,0 0 0 0,0 0 0 0,0 0-109 15,0 0-259-15,0 0-34 0,-1-14-29 0,0 11-31 16,-2-3-26-16,-1-4-19 0,1-1-7 0,-1 4-305 0,-2-2-887 15,0 1 394-15</inkml:trace>
  <inkml:trace contextRef="#ctx0" brushRef="#br0" timeOffset="384473.0038">23002 13975 56 0,'-5'-3'224'16,"5"0"22"-16,-4 0 17 0,4 3 18 0,0 0 18 0,-6-3 32 16,6 3 16-16,-4-3 24 0,4 3 18 0,-4-3 13 15,4 3 15-15,0 0 11 0,0 0 16 16,0 0 5-16,0-5-1 0,0 5-4 0,0 0-14 0,0 0-16 15,0 0-16-15,0 0-20 0,0 0-10 0,4-5-38 16,-1 3-296-16,-3 2-34 0,6-6 0 0,-5 3 0 16,3 0 0-16,4-3 0 0,1 1 0 0,6-1 0 15,3-3 0-15,8-1 0 0,2-1 0 0,2 5 0 16,2-3 0-16,3 3 0 0,2-1 0 0,-1 0 0 16,-1 0 0-16,-3 3 0 0,0 0 0 0,-5 1 0 15,-9-1 0-15,0 3 0 0,-6-1 0 0,0 2 0 16,-3-3 0-16,-4 3 0 0,1-1 0 0,-1 0 0 15,-5 1 0-15,0 0 0 0,11-1 0 0,-11 1 0 16,4-2 0-16,-4 2 0 0,0 0 0 0,0 0 0 16,0 0 0-16,0 0 0 0,0 0 0 0,0 0 0 15,0 0 0-15,0 0-219 0,-18 5-277 0,12-3-51 16,6-2-53-16,-11 1-456 0,7 0-1142 0,4-1 506 16</inkml:trace>
  <inkml:trace contextRef="#ctx0" brushRef="#br0" timeOffset="384985.6946">24011 14077 405 0,'0'0'430'0,"0"0"19"15,0 0 26-15,-7 2 9 0,7-2 3 0,0 0-9 0,0 0-2 16,0 0-14-16,0 0-24 0,0 0-13 0,0 0-28 15,0 0-28-15,0 0-30 0,0 0-34 0,0 0-31 16,0 0-30-16,0 0-20 0,0 0-24 0,0 0-22 16,0 0-19-16,0 0-38 0,0 0-59 0,0 0-64 15,18-5-69-15,-18 5-65 0,9-3-61 0,-4 0-64 16,4 1-63-16,-1 1-60 0,-2-1-71 0,4-4-80 16,-1 5-385-16,0-2-995 0,2 1 440 0</inkml:trace>
  <inkml:trace contextRef="#ctx0" brushRef="#br0" timeOffset="385253.9296">24458 14048 327 0,'0'0'366'16,"9"0"5"-16,-3 0 23 0,-6 0 6 0,5 0 0 16,-5 0-7-16,7 2-25 0,-7-2-32 0,0 0-37 15,0 0-28-15,0 0-32 0,6 0-22 0,-6 0-29 16,4-2-59-16,-4 2-63 0,13-1-80 0,-7-3-76 15,3 0-61-15,3 3-59 0,-1 0-45 0,7-3-45 0,0-2-28 16,-4 4-242-16,1-2-617 0,3 2 273 0</inkml:trace>
  <inkml:trace contextRef="#ctx0" brushRef="#br0" timeOffset="385518.2273">24873 13996 233 0,'7'-1'307'0,"-1"0"16"0,-1 1 12 0,-5 0 21 16,14-3 10-16,-6 2 5 0,-2 0-6 15,1 1-15-15,0-3-30 0,1 0-27 0,-3 2-31 0,2 1-33 16,0-2-17-16,3-1-26 0,1-1-56 0,-1 2-77 16,4-1-84-16,5-1-84 0,-1 1-73 0,-4 0-71 15,3-1-73-15,-3 2-296 0,-3-3-680 16,0 1 301-16</inkml:trace>
  <inkml:trace contextRef="#ctx0" brushRef="#br0" timeOffset="385543.8971">25235 13959 26 0,'8'0'311'15,"-2"1"0"-15,2-1 1 0,3 1 13 0,-3-1 7 16,2-1 16-16,2 0 10 0,0 1-7 0,-3-1-12 16,0-2-21-16,4 1-23 0,-3 1-27 0,3 0-30 15,-3-3-23-15,-1 2-18 0,4-1-25 0,-2 0-31 16,0 0-62-16,1 0-57 0,6-5-90 0,-5 1-83 16,3 4-71-16,-4-1-69 0,6-5-65 0,-8 5-289 15,-1 2-699-15,0-6 309 0</inkml:trace>
  <inkml:trace contextRef="#ctx0" brushRef="#br0" timeOffset="385808.1639">25686 13909 151 0,'5'0'235'16,"-5"0"18"-16,10 0 15 0,-5 4 16 0,-1-3 21 16,-4-1 15-16,0 0 15 0,7 0-2 0,-7 0 10 15,6 2 3-15,-6-2 1 0,0 0-7 0,3 2-13 16,-3-2-14-16,0 0-23 0,0 0-26 0,1 1-31 0,-1-1-21 15,0 0-19-15,0 0-40 0,0 0-38 0,0 0-33 16,0 0-26-16,0 0-42 0,0 0-36 0,0 0-40 16,0 0-51-16,0 0-44 0,6-5-58 0,-6 5-41 15,0 0-50-15,0-5-43 0,4-1-50 0,-4 6-307 16,5-5-765-16,-1 4 340 0</inkml:trace>
  <inkml:trace contextRef="#ctx0" brushRef="#br0" timeOffset="386076.1074">26169 13952 189 0,'0'0'505'0,"0"3"14"16,0-3 10-16,0 0-13 0,0 0-32 0,-6 3-45 15,6-3-41-15,0 0-44 0,0 0-33 0,0 0-28 16,0 0-30-16,0 0-25 0,0 0-21 0,0 0-21 15,0 0-23-15,0 0-30 0,0 0-38 0,0 0-32 16,0 0-31-16,0 0-25 0,0 0-28 0,13-8-28 16,-8 5-36-16,-3 2-34 0,6 0-35 0,-8 1-41 0,10 0-28 15,-5 0-30-15,-5 0-36 0,12-2-49 16,-5 2-46-16,-7 0-295 0,13-2-725 0,-5-2 320 16</inkml:trace>
  <inkml:trace contextRef="#ctx0" brushRef="#br0" timeOffset="386341.495">26619 13927 471 0,'-2'6'573'0,"2"-6"16"0,-2 3 7 15,2-3 10-15,-4 3-15 0,4-3-31 0,0 0-47 16,0 0-35-16,-3 3-35 0,3-3-28 0,0 0-28 16,0 0-29-16,0 0-28 0,0 0-30 15,0 0-32-15,0 0-23 0,0 0-25 0,0 0-23 0,0 0-146 16,0 0-51-16,0 0 0 0,0 0 0 0,0 0 0 16,0 0 0-16,0 0 0 0,0 0 0 0,0 0 0 15,0 0 0-15,0 0 0 0,0 0-186 0,0 0-118 16,0 0-45-16,-2-9-62 0,2 9-53 0,0 0-45 15,9-6-44-15,-5 5-350 0,4-3-977 0,-1 0 432 16</inkml:trace>
  <inkml:trace contextRef="#ctx0" brushRef="#br0" timeOffset="387808.6616">27707 13510 98 0,'-4'-2'281'0,"4"2"-7"0,-8-4-1 16,2 1-2-16,3 2-4 0,-3-1 2 0,1 0 8 15,5 2 9-15,-8-5 3 0,6 3 7 16,2 2 8-16,-8-5 1 0,5 3 1 0,3 2-6 16,-4-2-2-16,4 2-7 0,-2-4-8 0,2 4-6 0,-2-3-9 15,2 3-9-15,0 0-27 0,0-8-26 0,0 8-16 16,4-6-15-16,-2 3-21 0,0-2-19 0,3 4-2 15,-1-5-21-15,1 2-13 0,5 1-6 16,1 0-10-16,0-1-16 0,-1 4-6 0,3 0-9 0,6-2-6 16,-2 4-6-16,1 2-4 0,0 2-13 0,-3 0 2 15,4 0-5-15,-3 4 1 0,0 0-3 0,-2-2-2 16,0 3-2-16,-3-1-4 0,0 5 0 0,-6-4-4 16,5 1 1-16,-6-1 1 0,0 1-4 0,-3-1 2 15,3 1 2-15,-4 3-3 0,0-1 8 0,0-2-5 16,-4-1-4-16,1 0-1 0,0-1 4 0,-1 0 3 15,-2-1 2-15,-2 0-1 0,4-2-7 0,-1 1 1 16,-1-4 0-16,1 2 6 0,0-3 14 0,1-2 26 16,4-1 15-16,-4 5 3 0,4-5-69 0,0 0 0 15,-7 1 0-15,7-1 0 0,0 0 0 0,-3-9 0 16,3 0 0-16,1 1 0 0,0-4 0 0,4 1 0 16,-2-2 0-16,0 2 0 0,5-3 0 0,-3 2 0 15,1-1 0-15,1 4 0 0,2-7 0 0,-4 5 0 16,0 3 0-16,3 1 0 0,-4 1 0 0,1-2 0 15,-1 3 0-15,2 1 0 0,-1-1 0 0,4 2 0 16,-1 1 0-16,2 0 0 0,2 1 0 0,2 0 0 16,-3 3 0-16,1 1 0 0,0-2 0 0,-1 4 0 15,-1-1 0-15,0 1 0 0,0 4 0 0,-1-4 0 16,0 2 0-16,-4-3 0 0,3 3 0 0,-3 0 0 0,-1 1 0 16,0-1 0-16,-3 0 0 0,2 0 0 15,-3 2 0-15,2-1 0 0,-2-4 0 0,-2 2 0 16,2-3 0-16,0 1 0 0,0-4 0 0,0 7 0 0,-3-3 0 15,3-4 0-15,0 5 0 0,0-5 0 0,0 0 0 16,3 2 0-16,-3-2 0 0,0 0 0 0,0 0 0 16,0 0 0-16,0 0 0 0,7-14 0 15,-5 8 0-15,4-3 0 0,-1 1 0 0,3-2 0 16,-2-1 0-16,2 3 0 0,-2 0 0 0,3 1 0 0,0-3 0 16,0 4 0-16,-4-1 0 0,3 1 0 0,-2 0 0 15,1 2 0-15,2-1 0 0,-4 3 0 0,2-2 0 16,-2 3 0-16,1 0 0 0,0 1 0 0,-6 0 0 15,12 2 0-15,-5 0 0 0,-2 1 0 0,2 2 0 16,-2 0 0-16,1 2 0 0,-1 0 0 0,0 3 0 16,-1 1 0-16,0-3 0 0,-3 4 0 0,1 1 0 15,-2-1 0-15,-2 0 0 0,1 1 0 0,1-2 0 16,-2 0 0-16,0 0 0 0,2 0 0 0,0-4 0 16,0 0 0-16,0 0 0 0,0-1 0 0,-4 2 0 15,4-5 0-15,0 0 0 0,0-3 0 0,0 8 0 16,0-8 0-16,2 3 0 0,-2-3 0 0,2 2 0 15,-2-2-164-15,0 0-174 0,0 0-55 0,14-8-47 16,-10 5-62-16,6-4-74 0,-8 0-387 0,5-1-1044 16,-3 0 462-16</inkml:trace>
  <inkml:trace contextRef="#ctx0" brushRef="#br0" timeOffset="390813.334">28615 13702 185 0,'0'0'229'0,"0"0"4"16,0 0-7-16,3-4 0 0,-3 4-3 15,0 0-9-15,0 0-3 0,0 0-5 0,0 0 0 16,0 0-8-16,0 0 2 0,0 0 1 0,1-3 4 0,-1 3-2 16,0 0-5-16,0 0 4 0,0 0-9 0,0 0 1 15,0 0 0-15,0 0-8 0,0-4 2 16,0 4-9-16,0 0-5 0,0 0-6 0,0 0 0 15,0 0-8-15,0 0-6 0,0 0-4 0,0 0-11 0,0 0-7 16,0 0-7-16,0 0-6 0,0 0-7 0,0 0-8 16,0 0-8-16,0 0 0 0,0 0-10 15,0 0-2-15,0 0-6 0,0 0-6 0,0 0-3 16,0 0-2-16,0 0 7 0,0 0-4 0,0 0-6 0,0 0 1 16,0 0-14-16,0 0 19 0,0 0-1 0,0 0 1 15,0 0 3-15,0 0 0 0,0 0-5 0,0 0-3 16,4-2 10-16,-4 2-4 0,0 0 5 0,0 0-3 15,0 0-42-15,0 0-31 0,0 0 0 0,0 0 0 16,0 0 0-16,0 0 0 0,0 0 0 0,-4-6 0 16,4 6 0-16,0 0 0 0,0 0 0 0,0 0 0 15,0 0 0-15,-4-4 0 0,4 4 0 0,0 0 0 16,0 0 0-16,0 0 0 0,0 0 0 0,0 0 0 16,0 0 0-16,0 0 0 0,0 0 0 0,0 0 0 15,0 0 0-15,0 0 0 0,0 0 0 0,0 0 0 16,0 0 0-16,0 0 0 0,0 0 0 0,0 0 0 15,0 0 0-15,0 0 0 0,0 0 0 0,-4 14 0 16,4-10 0-16,-1 1 0 0,1 5 0 0,0-2 0 16,-4 2 0-16,4 4 0 0,0-5 0 0,-1 4 0 15,1-2 0-15,-3 1 0 0,2-3 0 0,1 2 0 16,1 1 0-16,-1-3 0 0,-1 1 0 0,1-3 0 16,0-1 0-16,-1 2 0 0,-2-3 0 0,3 0 0 15,0 0 0-15,0-1 0 0,0 0 0 0,0-4 0 16,-1 7 0-16,1-2 0 0,0-5 0 0,0 0 0 15,-4 2 0-15,4-2 0 0,0 0 0 0,0 4 0 16,0-4 0-16,0 0 0 0,0 0 0 0,0 0 0 16,0 0 0-16,0 0 0 0,0 0 0 0,0 0 0 15,0 0 0-15,0 0 0 0,0 0 0 0,0 0 0 0,0 0 0 16,0 0 0-16,0 0 0 0,0 0 0 0,0 0 0 16,0 0 0-16,0 0 0 0,0 0 0 15,0 0 0-15,0 0 0 0,0 0 0 0,0 0 0 16,0 0 0-16,0 0-46 0,0 0 7 0,0 0 6 0,0 0 1 15,0 0 3-15,0 0-1 0,0 0 5 0,0 0 11 16,0 0-9-16,0 0 9 0,0 0-3 0,0 0 6 16,0 0-3-16,0 0 3 0,0 0-4 15,0 0-7-15,0 0 14 0,0 0-2 0,0 0 5 0,0 0-2 16,0 0-6-16,0 0 7 0,0 0 4 0,0 0 3 16,0 0 0-16,0 0 3 0,0 0-3 0,0 0 3 15,0 0 5-15,0 0-3 0,0 0-1 0,0 0-1 16,0 0 2-16,0 0-4 0,0 0 6 0,0 0 1 15,0 0-12-15,0 0 3 0,0 0 2 0,0 0 1 16,0 0 3-16,0 0-1 0,0 0 4 0,0 0-11 16,0 0 4-16,0 0-3 0,0 0 6 0,0 0 5 15,0 0 4-15,0 0-3 0,0 0-2 0,0 0 8 16,0 0 4-16,0 0 0 0,0 0-7 0,0 0 4 16,0 0-12-16,0 0 13 0,0 0-3 0,0 0-7 15,0 0 5-15,0 0 0 0,0 0-6 0,0 0 7 16,0 0-5-16,0 0-2 0,0 0-1 0,0 0 4 15,0 0 10-15,0 0-11 0,0 0 6 0,0 0 0 16,0 0-11-16,0 0-5 0,0 0 0 0,0 0 0 16,0 0 0-16,0 0 0 0,0 0 0 0,0 0 0 15,0 0 0-15,0 0 0 0,0 0 0 0,0 0 0 16,0 0 0-16,0 0 0 0,0 0 0 0,0 0 0 16,0 0 0-16,0 0 0 0,0 0 0 0,0 0 0 15,0 0 0-15,0 0 0 0,0 0 0 0,0 0 0 16,0 0 0-16,0 0 0 0,0 0 0 0,0 0 0 0,0 0 0 15,0 0 0-15,0 0 0 0,0 0 0 16,0 0 0-16,0 0 0 0,0 0 0 0,0 0 0 16,0 0 0-16,0 0 0 0,0 0 0 0,0 0 0 15,0 0 0-15,0 0 0 0,0 0 0 0,0 0 0 0,0 0 0 16,0 0 0-16,0 0 0 0,0 0 0 16,0 0 0-16,0 0 0 0,0 0 0 0,0 0 0 15,0 0 0-15,0 0 0 0,0 0 0 0,0 0 0 0,0 0 0 16,0 0 0-16,0 0 0 0,0 0 0 0,0 0 0 15,0 0 0-15,0 0 0 0,0 0 0 0,0 0 0 16,0 0 0-16,0 0 0 0,0 0 0 16,0 0 0-16,0 0 0 0,0 0 0 0,0 0 0 0,0 0 0 15,0 0 0-15,0 0 0 0,0 0 0 0,0 0 0 16,0 0 0-16,0 0 0 0,0 0 0 0,0 0 0 16,0 0 0-16,0 0 0 0,0 0 0 0,0 0 0 15,0 0 0-15,0 0 0 0,0 0 0 0,0 0 0 16,8-9 0-16,-8 9 0 0,1-4 0 0,-1 4 0 15,0 0 0-15,0-6 0 0,0 6 0 0,1-6 0 16,2 2 0-16,-2 1 0 0,-1 3 0 0,0-7 0 16,3 2 0-16,-2 1 0 0,-1 1 0 0,1-1 0 15,-1 0 0-15,4-1 0 0,-1 1 0 0,-2-2 0 16,3 0 0-16,-3 0 0 0,4 1 0 0,0 1 0 16,-1-1 0-16,0 0 0 0,1 0 0 0,-1-1 0 15,4 5 0-15,-2-4 0 0,-1 1 0 0,2 0 0 16,-2 0 0-16,0 4 0 0,2-6 0 0,-3 2 0 15,0-1 0-15,3 2 0 0,-5 1 0 0,2 1 0 16,2-3 0-16,-6 4 0 0,7 0 0 0,-7 0 0 16,2-4 0-16,-2 4 0 0,0 0 0 0,0 0 0 0,5-1 0 15,-5 1-8-15,0 0-6 0,0 0 6 16,0 0 3-16,0 0-14 0,8 5 9 0,-7-2 1 16,1-1 5-16,0 1-15 0,-2 2 24 0,0 0-11 15,3 2 1-15,-3-3-3 0,1 1 10 0,0-2-5 0,-1 2 3 16,0 1-3-16,3 0 3 0,-1 0 12 0,-2 0-14 15,2 3-4-15,-2-4 6 0,2 1 2 0,0 1-3 16,-1 0 5-16,3 2-9 0,-2-3 13 16,0 1-8-16,1-1-4 0,-1 3 5 0,3-3-1 0,-3-1 6 15,2 2-1-15,-1-3-7 0,0 1 10 0,1 2-6 16,-1-3-7-16,-2-1 6 0,1 1-1 0,0 0-5 16,-1-1 1-16,-1-3-7 0,4 4 10 15,-4-4-4-15,1 1-10 0,-1-1-13 0,0 0-6 0,0 5-16 16,0-5-22-16,0 0-18 0,4 3-20 0,-4-3-28 15,0 0-26-15,0 0-30 0,0 0-27 0,0 0-53 16,0 0-44-16,0 0-34 0,0 0-41 0,0 0-46 16,-12-9-25-16,12 9-323 0,0 0-852 0,-11-4 377 15</inkml:trace>
  <inkml:trace contextRef="#ctx0" brushRef="#br0" timeOffset="391700.7535">27308 14145 133 0,'0'0'220'16,"0"0"-12"-16,-3-5-14 0,3 5-9 0,0 0-8 16,0 0-11-16,0 0-11 0,0-3-8 0,0 3-5 15,0 0 5-15,0 0-17 0,0 0 3 0,0 0-7 16,0 0-5-16,0 0-2 0,0 0 2 0,0 0-3 15,0 0 3-15,0 0 9 0,0 0 5 0,0 0 0 16,0 0-3-16,0 0 6 0,0 0 5 0,0 0 10 16,0 0-1-16,0 0-1 0,0 0 4 0,0 0 1 15,0 0-3-15,0 0 2 0,17 3 8 0,-9-2 2 16,6 2 0-16,4-2-4 0,10 2-5 0,6 1 5 16,8-1-5-16,13 0-9 0,12 1-14 0,27 2 7 15,2-3-10-15,5 1-11 0,12-3 10 0,3-1 0 0,9-1 1 16,13 0 4-16,-1 0-1 0,6 1-3 15,9-4-1-15,3-1-4 0,7 0-5 0,0 5-2 16,2-1 2-16,-2 0-1 0,-3 1 1 0,-5-1-112 16,-8 1-8-16,-4-1 0 0,-8 2 0 0,-7-1 0 15,-12 1 0-15,-12-1 0 0,-7 1 0 0,-32 0 0 16,-2-1 0-16,-8 2 0 0,1-2 0 0,-14-2 0 16,-5 2 0-16,-6-1 0 0,-1 2 0 0,-11 1 0 15,-4-4 0-15,-3 2 0 0,-3 0 0 0,-3 0 0 16,1-1 0-16,-1 0 0 0,-5 1 0 0,8 0 0 0,-8 0 0 15,0 0 0-15,8 1 0 0,-8-1 0 16,0 0 0-16,0 0 0 0,0 0 0 0,0 0-256 16,0 0-84-16,0 0-60 0,0 0-59 0,0 0-76 15,0 0-65-15,0 0-334 0,0 0-1012 0,0 0 449 16</inkml:trace>
  <inkml:trace contextRef="#ctx0" brushRef="#br0" timeOffset="393463.1202">27524 14701 59 0,'-4'-4'232'0,"4"4"-3"0,-8-1 5 16,7-2-2-16,1 3-2 0,-4-3-3 15,4 3-1-15,-5-4 2 0,1 4 2 0,4 0 11 0,-4-7 3 16,-1 6 5-16,3-1 4 0,2 2 11 0,-4-5 12 16,0 3 13-16,2-1 9 0,2 3 7 0,-4-1 6 15,4 1-4-15,-2-6-1 0,1-1-7 16,1 7-20-16,0-5-7 0,0 0-12 0,1 2-18 0,1-2-7 16,0 2-17-16,0-2-21 0,0 0-9 0,2 0-18 15,0 1-16-15,0-2-18 0,2 1-65 0,-3 0-71 16,4 0 0-16,-3 2 0 0,5 1 0 0,-3-1 0 15,3 0 0-15,3-1 0 0,-2 3 0 0,2-1 0 16,-6 1 0-16,3 1 0 0,-1 0 0 0,-1 1 0 16,5 4 0-16,-2 0 0 0,-1 5 0 0,2-3 0 15,-2 2 0-15,0 5 0 0,-2 0 0 0,0-3 0 16,-2 7 0-16,1-1 0 0,-3 0 0 0,-3-1 0 16,0-5 0-16,-1 9 0 0,-3-5 0 0,-3 2 0 15,-2-2 0-15,-2 1 0 0,0-3 0 0,-4 1 0 16,1 1 0-16,-3-4 0 0,0-1 0 0,1 0 0 15,0-3 0-15,1-3 0 0,5 2 0 0,-3-2 0 16,2-3 0-16,2 1 0 0,-1-2 0 0,4 0 0 16,6 0 0-16,-16-3 0 0,8 0 0 0,4-3 0 15,-1 1 0-15,1-3 0 0,0-1 0 0,4-1 0 16,-2 1 0-16,2-4 0 0,-2 4 0 0,0-2 0 16,4-1 0-16,-2 1 0 0,2 0 0 0,0 0 0 15,0 1 0-15,-1 3 0 0,2 0 0 0,-3 3 0 16,1-4 0-16,1 5 0 0,-2-2 0 0,2 0 0 0,0 1 0 15,-2 2 0-15,0 2 0 0,2-3 0 0,-2 3 0 16,2-5 0-16,-2 5 0 0,0 0 0 16,0 0 0-16,0 0 0 0,0 0 0 0,0 0 0 15,1 10 0-15,1-6 0 0,1 5 0 0,-3-4 0 0,2 2 0 16,-1 0 0-16,0 0 0 0,0 0 0 0,-1 0 0 16,0 1 0-16,2-1 0 0,0-1 0 15,-2 1 0-15,0-2 0 0,0 0 0 0,4-1 0 0,-4 0 0 16,0 1 0-16,0-5 0 0,1 5 0 0,1-1 0 15,-2-4 0-15,0 3 0 0,0-3 0 0,0 0 0 16,0 0 0-16,10-2 0 0,-10 2 0 0,8-3 0 16,-1 0 0-16,-3-1 0 0,5 0 0 0,1 2 0 15,-1-3 0-15,0 2 0 0,1-1 0 0,1 0 0 16,-2 0 0-16,0 1 0 0,-2 3 0 0,1-1 0 16,0-2 0-16,-1 3 0 0,2-2 0 0,-1 3 0 15,0-1 0-15,0 1 0 0,3 2 0 0,-1-2 0 16,1 5 0-16,2-3 0 0,0 0 0 0,-3 2 0 15,0-1 0-15,-1 3 0 0,4-2 0 0,-5 0 0 16,1-2 0-16,-4 1 0 0,1-2 0 0,-1 0 0 16,-1-1-15-16,-4-1-351 0,8 2-62 0,-8-2-68 15,0 0-71-15,6-6-487 0,-3 1-1140 0,-1 0 504 16</inkml:trace>
  <inkml:trace contextRef="#ctx0" brushRef="#br0" timeOffset="394216.7952">28210 14977 271 0,'0'5'303'0,"0"-5"-1"16,0 0 8-16,0 0 5 0,0 0 2 16,0 0-2-16,0 0 1 0,0 0 1 0,0 0 2 0,3 2-7 15,-3-2-7-15,0 0-13 0,0 0-16 0,0 0-12 16,0 0-9-16,-8-12-4 0,4 6-7 0,0 1-6 15,1 1 1-15,-4-5 1 0,2 0-9 0,-3 1-5 16,3-3-6-16,-5 2-8 0,1-8-4 0,0 3-13 16,-1-2-11-16,-2-8-11 0,-2 0-6 0,2 2-10 15,4 4-14-15,1-8-69 0,0-1-74 16,6-1 0-16,-2-2 0 0,2 4 0 0,2 0 0 0,0 2 0 16,6 5 0-16,-2 2 0 0,0 4 0 0,1-1 0 15,3 1 0-15,-1 2 0 0,0 2 0 0,-1 2 0 16,2 0 0-16,1 1 0 0,3 2 0 0,5 0 0 15,-1 3 0-15,-3 1 0 0,-1-1 0 0,2 2 0 16,-5 1 0-16,2 2 0 0,-1 1 0 0,-2 1 0 16,0 0 0-16,-1 2 0 0,-2 2 0 0,-3 3 0 15,-1-3 0-15,-2 2 0 0,-2 5 0 0,-2-2 0 16,-3 2 0-16,-3 0 0 0,0-2 0 0,-4 1 0 16,-4 2 0-16,0-4 0 0,3-2 0 0,-3 0 0 15,1-1 0-15,-10 0 0 0,8-4 0 0,-1-2 0 16,2 0 0-16,0-1 0 0,5-2 0 0,2-1 0 15,-2 0 0-15,3 0 0 0,2 1 0 0,2-2 0 0,6 0 0 16,-12-2 0-16,7-1 0 0,1 1 0 0,0-2 0 16,3-1 0-16,-1 1 0 0,2 4-26 15,3-4-304-15,1-6-64 0,4 6-56 0,1 3-50 16,5-2-51-16,3 4-439 0,0-1-1073 0,3 0 474 0</inkml:trace>
  <inkml:trace contextRef="#ctx0" brushRef="#br0" timeOffset="394583.1076">28416 14863 361 0,'5'-8'430'0,"-5"8"8"0,0-5 11 16,0 5 14-16,-1-5 3 0,1 5-1 0,-3-5-21 15,2 1-13-15,1 4-18 0,0 0-12 0,-3-3-11 16,3 3-27-16,0 0-27 0,0 0-23 0,0 0-36 15,0 0-24-15,0-5-27 0,0 5-24 0,0 0-23 16,0 0-10-16,0 0-11 0,0 16-4 0,4-8-12 16,-4 3-10-16,3 3-3 0,-1 2-122 0,2 3-7 15,-1 6 0-15,1 1 0 0,-3 1 0 0,0-2 0 16,-1 1 0-16,0-1 0 0,0 1 0 0,0-6 0 16,0 0 0-16,0 0 0 0,-1-1 0 0,2-2 0 15,-2-1 0-15,0-4 0 0,-2 5 0 0,-1-6 0 16,3 0 0-16,-2-3 0 0,3 4 0 0,0-5 0 15,-1-1 0-15,2-1 0 0,-2-3 0 0,0 2 0 16,1-4 0-16,0 5-12 0,0-2-267 0,0-3-64 16,0 0-77-16,0 0-59 0,0 0-63 0,18-7-45 15,-12 2-335-15,-1-2-999 0,3 0 443 0</inkml:trace>
  <inkml:trace contextRef="#ctx0" brushRef="#br0" timeOffset="394948.4313">28413 14972 138 0,'0'-7'367'0,"0"1"1"0,0-1-3 0,4-1 7 16,-4 1-1-16,0 1-18 0,0 1-6 0,3-1-14 16,-2 1-10-16,0-1-16 0,-1 2-18 0,0-1-10 15,0 0-20-15,3 3-8 0,-3 2-19 0,1-6-20 16,-1 3-18-16,3-1-22 0,-3 4-25 0,6-4-9 15,-3 1-13-15,2 3-14 0,0-2-9 0,-5 2-7 16,13 0-18-16,-8 2-4 0,4 0 0 0,-2 0-3 16,0 1-5-16,-1 1 0 0,1 1-11 0,0-1-1 15,-3 1-8-15,2-1-4 0,-2 1 2 0,0 0-8 16,-1 1-3-16,-1-1 0 0,-2-1-1 0,0 5-8 16,0-4-1-16,-4-1 0 0,1 3 4 0,-3-2-7 15,-3-1-4-15,-2 1 3 0,1 1-5 0,-2-2-20 16,0-1-15-16,0 1-16 0,-1-3-12 0,3 1-11 15,1-2-2-15,1 0-6 0,1 0-14 0,7 0-23 16,-12-2-35-16,8 1-40 0,4 1-40 0,0-5-61 0,0 0-58 16,4 2-55-16,5-2-61 0,4 0-325 15,4-3-845-15,0 1 374 0</inkml:trace>
  <inkml:trace contextRef="#ctx0" brushRef="#br0" timeOffset="395469.4079">29295 14671 311 0,'0'-11'435'0,"4"-1"1"0,-4 5 3 0,5-4 5 15,-2 0-7-15,-2 1-12 0,0 2-11 0,-1 1-15 16,3 2-1-16,-3 0-20 0,0 1-12 0,1-3-18 15,-1 5-14-15,0 2-25 0,1-5-22 0,-1 5-34 16,0-6-19-16,0 6-23 0,2-2-27 0,-2 2-24 16,0 0-19-16,0 0-16 0,0 0-1 0,3 13 8 15,-1-2-4-15,-1 5-6 0,0 4-6 0,2-1-15 16,-1 5-101-16,1 2 0 0,2 2 0 0,-2-2 0 16,-2 1 0-16,3-2 0 0,-2 3 0 0,-2-9 0 15,0 7 0-15,0-6 0 0,-1-1 0 0,-2-3 0 16,2 1 0-16,1 0 0 0,-1-6 0 0,0 1 0 15,2-2 0-15,-1-3 0 0,-1-1 0 0,-1-2 0 16,1 2 0-16,0-3 0 0,2 2 0 0,-1-5 0 16,-4 4 0-16,4-4-84 0,0 0-190 0,0 0-64 15,-5-11-45-15,3 4-31 0,0-2-35 0,0-1-33 16,2-8-27-16,-3 2-368 0,1 0-949 0,-1-4 420 16</inkml:trace>
  <inkml:trace contextRef="#ctx0" brushRef="#br0" timeOffset="395849.3436">29157 14666 137 0,'-5'-5'350'15,"0"2"28"-15,4-4 26 0,-2 1 2 0,1 2-1 16,2-1-4-16,-2 0-8 0,2 0-21 0,0 0-24 0,2-1-22 16,0 2-26-16,-1-2-4 0,6 1-22 0,-2 0-6 15,3-2-10-15,2 2-15 0,1-2 15 16,1 4-21-16,6-2-7 0,-2 1-24 0,2 0-20 15,-1 1-8-15,-1 1-19 0,6 2-12 0,-1 2-12 0,0 0 4 16,1 4-10-16,-1 0-8 0,5 3-16 0,-8 1-7 16,5 5-10-16,-1 0 0 0,-7-3-6 0,-1 3-36 15,4 4-46-15,-9 1 0 0,1 2 0 16,-2 3 0-16,-4-6 0 0,-4 6 0 0,-3-5 0 0,-2 5 0 16,1-6 0-16,-5-2 0 0,-3 5 0 0,-4 0 0 15,-2-3 0-15,-1-1 0 0,-4 0 0 0,0-3 0 16,-1-1 0-16,5-4 0 0,-7 1 0 0,7-4 0 15,0 1 0-15,0-4 0 0,7 0 0 0,2-2 0 16,-3 3 0-16,8-4 0 0,1 1 0 0,0-1 0 16,4-1 0-16,-6 2 0 0,6-2 0 0,0 0-33 15,0 0-285-15,19-5-50 0,-2 5-49 16,-2-2-30-16,4 2-57 0,3-4-63 0,-5 2-357 0,4-1-999 16,2 1 443-16</inkml:trace>
  <inkml:trace contextRef="#ctx0" brushRef="#br0" timeOffset="396168.3581">29691 14973 153 0,'0'-5'466'0,"4"3"-12"0,-1-1 12 16,-3 3 11-16,1-9 2 0,-1 7-7 0,0 2-15 16,1-5-24-16,-1 5-11 0,0 0-31 0,0 0-17 15,0-4-26-15,0 4-33 0,0 0-20 0,0 0-32 16,0 0-30-16,0 0-23 0,0 0-22 0,0 0-18 15,0 0-13-15,0 0-5 0,5 20-10 0,-5-8-8 16,0 3-8-16,3 0-8 0,-2 5-2 0,-1-2-9 16,4 1-34-16,-3 7-73 0,2-5 0 0,-6 4 0 15,3-5 0-15,0 0 0 0,3-2 0 0,-3 2 0 16,1-3 0-16,-2-1 0 0,2-2 0 0,-5-2 0 16,4-1 0-16,-1 0 0 0,1-2 0 0,0 0 0 15,0-2 0-15,0-1 0 0,1-4-157 0,-1 3-50 16,0-2-23-16,3 1-15 0,-3-4-32 0,0 0-52 15,0 0-38-15,0 0-44 0,0 0-41 0,0-14-37 16,-3 6-350-16,3-1-906 0,4-2 400 0</inkml:trace>
  <inkml:trace contextRef="#ctx0" brushRef="#br0" timeOffset="396568.702">29727 14952 259 0,'0'-5'374'0,"0"-1"5"0,0-1 18 16,-1 2-8-16,2-1-8 0,-1 1-15 0,3 0-19 16,-2 0-11-16,0 1-13 0,4-2-11 0,-2 1-11 15,1 3 0-15,2-1-15 0,-1-2-2 0,7 2-12 16,-1 0-16-16,0 1 8 0,0 0-16 0,0 2-10 16,2 2-17-16,1-1-15 0,-3 5-16 0,1-2-14 15,-1 0-18-15,-2 4-9 0,3-1-11 0,-1 1-12 16,-4 0-11-16,3 2-8 0,-6-2-14 0,1 4-4 15,2-3-12-15,-5 2-44 0,0 0-33 0,-2 0 0 16,-2 0 0-16,0 0 0 0,-6 0 0 0,-5 2 0 16,-1 0 0-16,-9 0 0 0,10-3 0 0,-15 1 0 15,-4 1 0-15,6-6 0 0,-4 1 0 0,7-5 0 16,5 4 0-16,0-4 0 0,4-1 0 0,0 0 0 16,5-1 0-16,0 2 0 0,2-2 0 0,0 0 0 15,7 0 0-15,-9-2 0 0,9 2 0 0,-6 0 0 16,6 0 0-16,-3-3 0 0,3 3 0 0,0 0 0 15,4-10 0-15,1 8 0 0,0 1-268 0,1-2-51 16,1-1-49-16,3-1-46 0,-2 5-39 0,1-1-50 16,5 0-39-16,-4 0-346 0,4 1-961 0,-1 0 425 0</inkml:trace>
  <inkml:trace contextRef="#ctx0" brushRef="#br0" timeOffset="398687.1009">30021 15047 184 0,'0'0'250'0,"0"0"-3"0,0 0-2 15,0 0-6-15,0 0-8 0,0 0-6 0,0 0-2 0,0 0 4 16,0 0 4-16,0 0 4 0,0 0 1 0,0 0 8 15,0 0-8-15,0 0 3 0,0 0 7 16,0 0 0-16,0 0 1 0,0 0-1 0,-5 4-4 0,5-4-3 16,0 0-7-16,0 0-9 0,0 0-11 15,0 0-6-15,0 0-11 0,0 0-4 0,0 0-16 0,0 0-17 16,0 0-12-16,0 0-11 0,0 0-9 0,0 0-8 16,0 0-21-16,0 0-11 0,0 0-3 15,0 0-10-15,0 0-12 0,0 0-10 0,0 0-12 16,2 7 6-16,-2-7-8 0,2 8-6 0,-2-3-3 0,1 1-2 15,0 3 2-15,-2-3-2 0,2 3-2 0,-1-1-1 16,0-1-6-16,-1 2 3 0,2-1-5 0,-2-1-8 16,0 0 7-16,1 0-1 0,0 0-9 15,-2-3 4-15,1 3 0 0,1-2 4 0,0-1-3 16,-1 2 4-16,0-3-12 0,1-3 4 0,1 7 7 0,-1-7 1 16,0 4 7-16,0-4-4 0,0 0 7 0,0 4 22 15,0-4 9-15,0 0-25 0,0 0-29 0,0 0 0 16,0 0 0-16,0 0 0 0,10-8 0 15,-5 4 0-15,1-1 0 0,-1-2 0 0,3 0 0 0,0-1 0 16,1 4 0-16,-1-2 0 0,-1 0 0 0,-1 1 0 16,-1-1 0-16,1 1 0 0,0 2 0 0,-1 0 0 15,2 0 0-15,-2-1 0 0,-1 3 0 0,0-3 0 16,-2 3 0-16,-2 1 0 0,8-4 0 0,-8 4 0 16,5-2 0-16,-5 2 0 0,0 0 0 0,0 0 0 15,5 0 0-15,-5 0 0 0,5 4 0 0,-2 3 0 16,1-1 0-16,1 4 0 0,0-2 0 0,-1 4 0 15,1-2 0-15,0 3 0 0,-1 2 0 0,-2-3 0 16,2 0 0-16,1 1 0 0,0-3 0 0,-2 1 0 16,0-2 0-16,-1 1 0 0,2-2 0 0,-3 0 0 15,2-4 0-15,-3 1 0 0,1-1 0 0,0 0 0 16,1-1 0-16,-2-3 0 0,3 5 0 0,-3-3 0 16,0-2 0-16,0 0 0 0,2 4 0 0,-2-4 0 15,0 0 0-15,0 0 0 0,1 5 0 0,-1-5 0 16,0 0 0-16,0 0 0 0,2-11 0 0,1 6 0 15,0 0 0-15,-1-2 0 0,1 2 0 0,2-4-295 16,1 0-238-16,1-1-96 0,-2 2-494 0,1-3-1216 16,-1 1 539-16</inkml:trace>
  <inkml:trace contextRef="#ctx0" brushRef="#br0" timeOffset="399387.05">30379 14626 237 0,'-4'-3'366'0,"4"3"8"0,-1-4 9 16,1 4-15-16,0 0-5 0,0-6-7 0,0 6-9 16,-3-5-2-16,3 5-5 0,3-6-14 0,-3 6-12 0,-3-4-8 15,3 4-15-15,4-3-12 0,-4 3-25 0,3-5-15 16,-3 5-18-16,5-4-24 0,-5 4-21 16,2-5-13-16,2 4-18 0,0-3-13 0,-1 1-16 15,-3 3-13-15,7 0-13 0,-3-2-8 0,-4 2-10 16,13 1-7-16,-8 0-9 0,-5-1-12 0,10 2-6 15,-3-1-3-15,0 3 0 0,-2 0 2 0,0 1-14 16,-1-1 2-16,1 0-2 0,2 1-3 0,-2 0-6 16,-3 1-3-16,0 0 0 0,0 1 3 0,-2 0 1 0,-2 0-5 15,2 1 3-15,-2-2-3 0,-1 0-5 16,1-1-12-16,0 0 14 0,-3 4-1 0,1-2-3 0,0-4-14 16,0 1 15-16,0-1 2 0,2 1-3 15,-1 0 2-15,3-3-4 0,0-1-13 0,-2 4 17 0,2-4-3 16,-2 6 6-16,2-6-2 0,0 0 1 0,0 0-5 15,2 5 4-15,-2-5-4 0,0 0-6 16,0 0 8-16,5 3-2 0,-3-1 1 0,5 3 3 16,2-1 3-16,1 1-7 0,-4-1-1 0,3 4-2 15,3-1 3-15,3 3 1 0,-5 2 1 0,-1-3 0 0,0 0 0 16,0 2 5-16,6 1-17 0,-11-4 10 0,0 0 1 16,-1 3-5-16,-2-4 6 0,-1 2 0 0,-1 0-8 15,-3 1 2-15,-3-2 13 0,1-1 8 16,-4 2 2-16,-7-1-4 0,-1-3 6 0,-3 1-3 0,1-1 1 15,-3-2-8-15,3-1 3 0,2-1 9 0,4-1 6 16,3 1 12-16,0 0 14 0,5-1 6 0,-2 0 6 16,8 0 1-16,-9 0-1 0,9 0-43 0,-5-2-26 15,5 2 0-15,-1-3 0 0,1 3 0 0,0 0 0 16,6-7 0-16,-2 4 0 0,0 2-83 0,1-3-96 16,3 1-50-16,-1 3-77 0,1 0-77 0,0-1-65 15,-8 1-70-15,14 1-58 0,-9-1-336 0,-5 0-987 16,6 0 436-16</inkml:trace>
  <inkml:trace contextRef="#ctx0" brushRef="#br0" timeOffset="399919.9041">29429 14368 121 0,'0'0'296'0,"-5"0"-6"16,5 0-9-16,0 0-14 0,0 0-13 0,0 0-7 15,0 0-20-15,0 0-15 0,0 0-1 0,0 0 16 0,0 0-10 16,0 0-6-16,0 0-6 0,0 0-8 16,0 0-7-16,0 0-3 0,0 0-4 0,0 0 3 15,0 0-5-15,0 0 0 0,0 0 1 0,0 0 5 16,0 0-2-16,0 0 4 0,0 0 8 0,0 0 7 0,0 0 9 16,0 0 8-16,0 0 10 0,0 0-4 15,0 0-9-15,18 6-17 0,-13-6-9 0,9 0-11 16,4-1-2-16,5 2-7 0,10-1-9 0,2 0-7 15,19-1-34-15,-15 1-122 0,16 1 0 0,1-2 0 0,-6 2 0 16,5-1 0-16,-5 2 0 0,-10-1 0 0,-4-1 0 16,-1 0 0-16,0 0 0 0,-7 1 0 0,-8-1 0 15,-2 1 0-15,-6-1 0 0,-2-1 0 16,-4 1 0-16,2 1 0 0,-3-1 0 0,0 3 0 0,-5-3 0 16,7 0 0-16,-7 0 0 0,0 0 0 0,0 0 0 15,0 0 0-15,0 0 0 0,0 0 0 0,-17 4 0 16,9-4-38-16,-2 0-259 0,1 1-30 0,-1 1-51 15,1-2-48-15,0 2-45 0,1-1-55 0,-1 3-429 16,1-4-1034-16,2 1 457 0</inkml:trace>
  <inkml:trace contextRef="#ctx0" brushRef="#br0" timeOffset="403540.3097">10036 15645 180 0,'7'0'208'0,"-7"0"-10"0,0 0-9 16,3-2-8-16,-3 2-8 0,0 0-13 16,0 0-5-16,8 0-4 0,-8 0-8 0,6-4-9 15,-6 4 18-15,0 0-3 0,4-1-5 0,-4 1-9 16,0 0-2-16,0 0-2 0,7 0-2 0,-7 0 2 16,8 0 5-16,-8 0-1 0,13-1-5 0,-7 0 4 15,1 1-6-15,0-2 4 0,2 4 5 0,0-4-7 0,4 2 3 16,-3-1 1-16,3 1-10 0,0 0 3 15,-3 1-4-15,3-3 2 0,1 1-5 0,-3-3-2 16,0 3 4-16,6-1-7 0,1-2-7 0,-1 2-1 0,1-2-7 16,1 1-1-16,0 0-8 0,0 0-5 0,-1 0-6 15,0-2-7-15,0 2-3 0,4-1-7 0,-2 1-7 16,-1-1-4-16,2 2-5 0,-1-1-5 16,0 0-1-16,1 0-4 0,-3 0-1 0,0 0-13 0,1-2 15 15,-1 3-2-15,4-2 6 0,-4 3 1 0,-2-3-5 16,6 0 2-16,-4 1-6 0,1-1 2 0,0 3-1 15,-1 0 3-15,4-2-7 0,6 1-2 16,-10 2-2-16,1-1-5 0,3-1 1 0,-4 1 3 16,1 0-8-16,1 1 2 0,0-3-8 0,1 1 3 0,-2 0 1 15,2 2-3-15,-1 0-12 0,2 0 21 0,-2 0-8 16,2 0 4-16,-2-1-1 0,2-2 2 0,5 3 4 16,1-3-5-16,-6 3-5 0,6-1 4 15,0 1-3-15,-7 0-4 0,0 0 10 0,9 0-6 0,0 0-11 16,-1 0 15-16,-7 0-3 0,8 0 1 0,-2-2-5 15,0 1 4-15,2-2-2 0,-2 3-2 0,1 0 2 16,-1-4 0-16,4 3-5 0,0 0 5 0,0 2-2 16,0-1-1-16,1 0 3 0,-2-2-3 0,1 1 4 15,2 0-6-15,0-1-3 0,0 0-6 0,1 2 14 16,-2-1-6-16,0-4 7 0,4 2-6 0,-2 2 2 16,2 0 3-16,-2 0-8 0,0-1 6 0,0 2 3 15,-1-2-5-15,3 1-7 0,-2 1 6 0,-1-1-3 16,-1-2-4-16,4 3 4 0,-5-2 1 0,-4-2 0 15,7 3-7-15,-4-1 5 0,1 1 1 0,1-2-11 16,0 2 8-16,-1 1 2 0,0-1-1 0,-1 0-2 16,3 1 2-16,-1 0-1 0,-1 0-5 0,4 0 6 15,-3-1-1-15,-1 0-2 0,3 3-8 0,1-3 4 16,-3 0 10-16,1 1-5 0,1 0-6 0,-2-2 6 16,3 4 6-16,-2-4-2 0,-1 4-5 0,2-2-16 15,2 1 22-15,4-1-7 0,-9 0 3 0,9 0-5 16,-5 0 1-16,3 0 3 0,12 0 4 0,-12 0-8 15,0 2 3-15,14-2 1 0,-15 0 2 0,16 1-2 16,-3-2 0-16,-13 1 4 0,14 0-6 0,1-1 2 16,-12 0 3-16,9 2-8 0,1-2 7 0,-13 0-4 15,4-1 3-15,12 1 1 0,-3 1-1 0,1-2-2 16,-2 0 1-16,7 2-12 0,-18 0 14 0,12-1 1 16,3 2-5-16,-13-1 2 0,14 0 1 0,-2 2-9 15,0-6 11-15,-15 4 0 0,16 0 1 0,-13-1-10 16,11-3 10-16,-11 4 11 0,13 0-6 0,-3-2 1 15,0 1 4-15,-14 0 1 0,0 1-6 0,17-4-2 16,-14 5 5-16,11-2 0 0,0 2-9 0,-13-3 0 16,2 3 4-16,-1-1 0 0,1-1 1 0,-2 2-3 15,2 0-2-15,-4-1 3 0,3 0 3 0,-2-1-1 16,0 0-4-16,3-1-11 0,-2 1 7 0,2 2-1 0,-3-2 2 16,0 1-1-16,0 1 4 0,1-2-4 0,1 2-2 15,-1-1 1-15,-1 2 4 0,2-2-7 0,-2 1 5 16,1-1 1-16,2 2-5 0,-2-2 4 15,-2 2 8-15,2-2-9 0,1 1 1 0,-4 0-1 16,2-1 4-16,-1 0 0 0,4 1-7 0,-10-1 6 0,6-1-5 16,1 3 0-16,3-2 1 0,-2 1-15 0,-2 2 21 15,4-3-16-15,-1 1 21 0,-2 1-15 16,-1-3 10-16,2 4-4 0,2-2-3 0,0 1 2 16,-1-2-5-16,-2 2 7 0,4-1-5 0,-4 1-10 0,0-1 16 15,2-1 4-15,0 1-12 0,-2-1 8 0,3 0-2 16,12 3-2-16,-15-4-2 0,-1 2 2 0,5 0-1 15,-4-1 6-15,1 1-1 0,1-2-5 16,13 1-10-16,-12 0 14 0,-3 0-2 0,4 0-5 0,10 0 5 16,-10 1 4-16,7 1 0 0,-7-3 1 0,13 1-16 15,-17 1 11-15,14-2-4 0,-14 0 2 0,17 2 6 16,-16-2-9-16,3 1 7 0,13-2-1 0,-3 2-7 16,-14-1 9-16,4 1 2 0,9-2-15 15,3 2 23-15,-13-1-14 0,14-1-4 0,-3 0 6 0,0 0 0 16,0 1-3-16,-14-1-3 0,4-1 6 0,10 3-3 15,-9-1 0-15,8-3 8 0,-9 3-6 0,12-1 5 16,-2 0 2-16,-12 0-13 0,12 2 9 0,-11 0-3 16,12 0 8-16,3-1-1 0,-18-3-7 0,18 4 9 15,-4-2 0-15,-10 1 0 0,9-2 0 0,1 0 0 16,-11 2-13-16,1 1 15 0,-2 0-4 0,11-1-2 16,-9-1 2-16,14 5 2 0,-6-2 3 0,-15 1-8 15,8-2 1-15,-2 0-1 0,-3 1-6 0,3-2 11 16,13-2-7-16,-16 3 4 0,4 1-6 0,10 1-1 15,-12-2 0-15,0 0 0 0,-3 0 3 0,4 3 0 16,1-6-7-16,-2 4 8 0,-2-1 1 0,2 0-8 16,13-3 3-16,-15 2 1 0,-1 2 4 0,2 1-4 15,1-2 0-15,0 0-3 0,-3 0 3 0,15 0 3 16,-14 0-6-16,3 0 4 0,-5 0-3 0,5 0 5 16,-3 0 1-16,5 0-9 0,-5-2 6 0,2 4-4 15,-1-2 5-15,16 0-4 0,-18-2 1 0,1 4 4 16,1-2-2-16,-2 0 7 0,2 0-11 0,-3 1 3 15,1-2 0-15,2 1-4 0,-6 1 5 0,2-2-8 16,2 1 7-16,-3-2-1 0,3 1 1 0,-1 2-2 16,-1 1 6-16,1-2-7 0,0 0 5 0,0 0 0 15,-1 0 2-15,1 3-5 0,-1-5-2 0,2 1 0 16,0 4-3-16,-2-3 9 0,1 1-15 0,-2-1 16 16,2 1-3-16,-1-1-3 0,-1 1-10 0,2 0 14 15,1-1 1-15,2 2-3 0,-2-1 3 0,-2 0-3 16,3 2 0-16,-1-2-8 0,4 1 12 0,-5-1 2 15,1 0-11-15,0 3-6 0,1-2 12 0,0 2-8 16,4-3 3-16,-1 2-13 0,-2 0 25 0,2 1-13 16,-1-2 7-16,-3-2 3 0,5 1 5 0,-1 3-8 15,-5-1-9-15,4-1 5 0,-1-1-1 0,-2 1 3 0,1 2 1 16,-3-2 1-16,2-1-8 0,1 2 2 0,0 1 6 16,0-2 7-16,-1-1-1 0,3-1-17 0,-4 3 11 15,1-1-2-15,1-2 1 0,0 2-2 16,0-1 2-16,-2 3-3 0,2-1 3 0,-3-2 3 15,2 0-5-15,0-1-9 0,-4 1 1 0,1 0 8 0,2 1 4 16,-3-2-3-16,2 0-4 0,-1 1-8 0,2 2 15 16,-2-2-2-16,-1 1-9 0,-1-1 13 0,-2 0-1 15,1 1 1-15,0-1-5 0,2-2 4 0,-2 2-4 16,0 0 2-16,0 0-12 0,0 1 11 0,1-2-16 16,1 0 17-16,1-2-7 0,-2 4 5 0,2-2 1 15,-2 0 3-15,4 2-4 0,-4 1-6 0,-3-3 10 16,7 1-9-16,-3 1 7 0,0 0-4 0,-1-1 5 15,0-1-4-15,1 0-4 0,4 0 7 0,-4 0 2 16,-1 0 2-16,3 1-7 0,1-1 0 0,0 0 0 16,1 2 0-16,1-2-13 0,-2 1 11 0,1 0 0 15,15 1 1-15,-17-4 6 0,2 1-4 0,1 1-5 16,3 1 8-16,11-1-3 0,-17-1 9 0,8 2-9 16,-3 1-1-16,12-1 0 0,-12-1 0 0,-1 0 0 15,1 2 0-15,15 0 0 0,-17-2 0 0,3 1 0 16,-2 1-2-16,0 0-2 0,3-1 9 0,10 0-17 15,-12 1 19-15,-4-1-6 0,6 1 1 0,-1-2 1 16,-2 3-3-16,1 0 0 0,0-2 0 0,0 1 0 16,-4 1 0-16,1-2 0 0,0-1-7 0,0 2 5 15,-1 1 2-15,1 1-3 0,0-2 3 0,-3-2 2 16,3 3-5-16,1-1-3 0,-3 2 2 0,0-1 4 16,0 0-2-16,1-1 4 0,-3-1 0 0,1 4-1 15,2-4-12-15,-2 3 13 0,4-3 2 0,0 2 2 16,-1-1-13-16,-1 1 7 0,0 0 0 0,2-1-3 15,1 2 7-15,-2-2 1 0,1 3-8 0,-1-5 3 16,1 2-7-16,1 2-2 0,-1-2 14 0,2-1-5 16,-2 3 7-16,-1 0-4 0,3-2 5 0,-2-2-14 15,0 1 7-15,-1 2 3 0,6-1-3 0,7 3 3 16,-8-2 0-16,-3-2-2 0,13 0-2 0,-10 0 2 16,-3 1-7-16,14-2 8 0,-2 3-6 0,-11-3-10 15,12 4 15-15,0-3-8 0,-12 1 5 0,14-1-6 16,2 2 3-16,-2 1 13 0,4-6-4 0,-3 5-7 0,2-3-7 15,-5 4 9-15,4-2 1 0,4 1-3 16,0 1 10-16,1-2-9 0,2-2 4 0,1 1-1 16,-2 5 2-16,3-3 0 0,27-1 2 0,-31 2-5 15,1-3 0-15,3 0 4 0,0 3-2 0,2-2-3 16,-3 0 0-16,5 1 0 0,-3-2 0 0,0 1 0 16,-2 2 0-16,-2-3 0 0,1 2 0 0,0-1 0 15,-2-1 0-15,-2 2 0 0,-1-2 0 0,-3 0 0 16,0-1-17-16,-3 0 7 0,-11 1-10 0,14 1 10 15,-5-2 2-15,-11 0-1 0,-1 2 4 0,2 0-1 16,-3 1-1-16,-1-1-2 0,2-1 2 0,-3 2 5 16,-3-2 3-16,0 1 1 0,-3 0-5 0,-10-2 2 15,1 3-6-15,-2-3 5 0,-3 1 3 0,0-1-5 16,-4 0 2-16,-2 0-6 0,-3 1-2 0,2-1 10 0,-7 0-4 16,11-1-2-16,-11 1-10 0,0 0-27 0,6 0-24 15,-6 0-23-15,0 0-46 0,0 0-38 0,0 0-54 16,0 0-54-16,0 0-61 0,0 0-54 15,0 0-57-15,-24 0-58 0,11-1-371 0,-1 0-956 16,-6-1 422-16</inkml:trace>
  <inkml:trace contextRef="#ctx0" brushRef="#br0" timeOffset="405177.1117">12466 15891 227 0,'0'-3'386'15,"0"3"6"-15,-2-6 7 0,0 3-18 0,2 3-11 16,-2-7-14-16,1 4-12 0,1 3-4 0,-3-7-10 16,2 4-12-16,1 3-8 0,-1-5-20 0,1 5-9 15,0-4-20-15,0 4-20 0,0-4-20 0,0 4-29 16,0 0-14-16,5-7-23 0,0 6-19 0,-1-1-7 16,2 0-20-16,2 2-11 0,3 2-9 0,2 0-8 15,1 1-5-15,1 3-5 0,3-2 2 0,3 6-8 16,-3-1 2-16,-2 1-7 0,1-1-11 0,-3 3 3 15,-1 0-6-15,-2 0-8 0,-2 2-5 0,3 1 9 16,-7-1-15-16,0 1 0 0,-2-2-2 0,-1-3-2 16,-1 6-3-16,-2-2 1 0,-1-2-6 0,-2-1 0 15,0 0-2-15,-4 5 2 0,2 0 4 0,-2-6-5 16,0 0-2-16,2-2 13 0,0 2 11 0,-1-4 35 16,2-1 4-16,0-4 25 0,4 2 10 0,-2 3 10 15,3-6 2-15,0 0-122 0,0 0 0 0,0 0 0 16,-10-11 0-16,10 6 0 0,-4-4 0 0,7 2 0 15,-3-5 0-15,1 0 0 0,-1 0 0 0,5-4 0 0,-1 5 0 16,2-4 0-16,2 0 0 0,3 1 0 0,1 0 0 16,2 0 0-16,-1 1 0 0,0 1 0 15,3 4 0-15,2-2 0 0,-3 2 0 0,6 1 0 16,-6 2 0-16,-1 1 0 0,4 1 0 0,-1-1 0 16,-3 3 0-16,-1 2 0 0,-1-1 0 0,6 4 0 0,-7-3 0 15,-1 3 0-15,-1-1 0 0,-3 1 0 0,3 3 0 16,-4 0 0-16,0 3 0 0,4-3 0 15,-5 4 0-15,-3-3 0 0,1 3 0 0,0 0 0 16,-4 0 0-16,2 1 0 0,-2-3 0 0,1 1 0 0,-3 1 0 16,4-5 0-16,-4 1 0 0,4-2 0 0,0-1 0 15,-5 0 0-15,4 0 0 0,1-4 0 0,0 3 0 16,0-3 0-16,0 0 0 0,0 0 0 0,0 0 0 16,0 0 0-16,0 0 0 0,5-18 0 0,-4 11 0 15,3-3 0-15,0 2 0 0,1 0 0 0,-1-2 0 16,1 3 0-16,0-1 0 0,3-1 0 0,-3 2 0 15,-1 5 0-15,2-3 0 0,-2 0 0 0,4-1 0 16,-3 3 0-16,1 1 0 0,2 2 0 0,0 0 0 16,0 1 0-16,0-1 0 0,1 3 0 0,2 1 0 15,-5 2 0-15,0 0 0 0,-1-3 0 0,2 6 0 16,-1-3 0-16,-2-1 0 0,1 3 0 0,-1-1 0 16,0 1 0-16,-4 1 0 0,2-2 0 0,-2 2 0 15,0-2 0-15,0 0 0 0,0 3 0 0,0-2 0 16,-2 0 0-16,2-1 0 0,0 1-167 0,2-3-210 15,0-2-46-15,0 0-32 0,3-1-68 0,1 0-77 16,2-2-341-16,2-4-1020 0,7 2 451 0</inkml:trace>
  <inkml:trace contextRef="#ctx0" brushRef="#br0" timeOffset="405469.3535">13373 16117 450 0,'0'0'540'0,"-2"-5"17"0,2 5 2 0,-2-6-3 16,2 6-31-16,-2-4-21 0,2 4-26 0,-1-4-20 16,1 4-31-16,-2-4-24 0,2 4-32 0,0 0-30 15,0 0-21-15,0 0-32 0,-6-1-28 0,6 1-21 16,0 0-9-16,0 0-9 0,0 0-8 0,-3 11-8 16,1-5-159-16,2 4-46 0,-5 0 0 0,5 0 0 15,-2 1 0-15,1 2 0 0,-1-1 0 0,0 3 0 16,0-2 0-16,1 2 0 0,0-1 0 0,-1-3 0 15,0 2 0-15,1-1 0 0,-1-1 0 0,2 0 0 16,-1-2 0-16,-2 2 0 0,1-3 0 0,1-1 0 0,1-1 0 16,0-1 0-16,-2-2 0 0,4 2 0 0,-1-2 0 15,-1-3-409-15,5 1-122 0,-5-1-79 16,12-9-498-16,0 2-1198 0,1-4 530 0</inkml:trace>
  <inkml:trace contextRef="#ctx0" brushRef="#br0" timeOffset="405893.5924">13978 15925 143 0,'4'-7'494'0,"-1"2"-7"0,-1 0 0 0,0 2-1 16,-1-3-8-16,-1 2-12 0,1-1-13 0,-1 5-3 15,-1-7-21-15,0 4-7 0,1-2-12 16,-3 2-11-16,3-1-12 0,-3-1-13 0,2 1-15 15,0 0-15-15,0 0-13 0,-2 2-15 0,3 2-16 16,-1-5-124-16,1 5-176 0,0 0 0 0,-2-5 0 0,2 5 0 16,0 0 0-16,0 0 0 0,-1-5 0 0,1 5 0 15,0 0 0-15,0 0 0 0,3 15 0 0,-2-10 0 16,0 4 0-16,1 0 0 0,-1 3 0 16,1 4 0-16,0 2 0 0,-1-2 0 0,2 4 0 0,-1-2 0 15,-3 7 0-15,2-5 0 0,-1-3 0 0,1 10 0 16,-1-11 0-16,0 4 0 0,-2-2 0 15,2-2 0-15,0 3 0 0,-3-4 0 0,2-4 0 16,0 3 0-16,1-4 0 0,-2-2 0 0,1 2 0 0,0-3 0 16,1-1 0-16,0 0 0 0,0-1 0 0,0 0 0 15,-1-1 0-15,1-4 0 0,-2 6 0 0,1-2 0 16,1-4 0-16,-1 6 0 0,1-6 0 16,0 0 0-16,0 0 0 0,0 0 0 0,0 0 0 15,7-11 0-15,-3 5-250 0,1-3-272 0,-2-1-37 0,3-1-38 16,-3 2-25-16,-2-1-319 0,2 0-1018 15,-1 0 451-15</inkml:trace>
  <inkml:trace contextRef="#ctx0" brushRef="#br0" timeOffset="406229.9807">13916 16095 245 0,'-8'-2'323'0,"-3"1"40"0,0 0 40 16,2-1 9-16,-2-1 17 0,2 3 10 0,-4-2-4 15,4 2-13-15,4-1-13 0,-3-1-16 0,3 2-15 16,-1-2-9-16,2-1-23 0,-2 2-9 0,6 1-19 15,0 0-15-15,-7-2-20 0,7 2-19 0,0 0-3 16,-4-3-15-16,4 3-18 0,0 0-23 0,0 0-19 16,8-5-26-16,-4 3-126 0,2 0-34 0,7-1 0 15,3 0 0-15,-3-1 0 0,8 1 0 0,5-4 0 16,0 4 0-16,5-2 0 0,1 1 0 0,1-3 0 16,-1 3 0-16,0 0 0 0,-1-1 0 0,1 1 0 15,-3 1 0-15,-1 1 0 0,-9 1 0 0,-6-1 0 16,5-1 0-16,-4 2 0 0,-4-1 0 0,2 1 0 15,-6 1 0-15,2-3 0 0,-2 3 0 0,1-1 0 16,-7 1 0-16,0 0 0 0,9 0 0 0,-9 0 0 16,5-2 0-16,-5 2 0 0,0 0 0 0,0 0 0 15,0 0-33-15,0 0-307 0,0 0-43 0,0 0-43 16,0 0-37-16,0 0-65 0,0 0-65 0,5 0-312 16,-5 0-979-16,10-3 434 0</inkml:trace>
  <inkml:trace contextRef="#ctx0" brushRef="#br0" timeOffset="406943.7786">14493 16000 76 0,'0'0'442'0,"5"-5"11"0,-5 5 41 0,-1-5 30 0,1 5 8 16,0-6 4-16,0 6-12 0,0-6-29 0,0 1-29 16,0 5-8-16,0-7-30 0,0 3-25 0,0 2-30 15,4-2-29-15,-3 2-27 0,-1 2-33 0,4-6-23 16,-4 3-30-16,4 1-30 0,-4 2-16 0,8-2-23 15,-2-1-160-15,-6 3-2 0,14 4 0 0,-5-1 0 16,4 2 0-16,-3 0 0 0,0 2 0 0,0 3 0 16,1-2 0-16,-1 5 0 0,1-1 0 0,-2 1 0 15,-2-1 0-15,0-1 0 0,-2 0 0 0,1 5 0 16,-4-3 0-16,1-2 0 0,-2 4 0 0,0-2 0 16,1-3 0-16,-4 3 0 0,1-4 0 0,-3 1 0 15,4-3 0-15,-5 3 0 0,1-5 0 0,2 1 0 16,-2-1 0-16,1-1 0 0,1-2 0 0,2-2 0 15,-3 4 0-15,3-4 0 0,0 0 0 0,0 0 0 16,-9-7 0-16,9 7 0 0,-1-14 0 0,2 5 0 16,1-1 0-16,-1-3 0 0,3-1 0 0,1-2 0 15,-1 6 0-15,1-4 0 0,2 0 0 0,0 4 0 16,-1 1 0-16,1-1 0 0,0 3 0 0,0-1 0 16,0 4 0-16,1-3 0 0,2 3 0 0,0 1 0 15,2 0 0-15,-2 3 0 0,2 0 0 0,3 3 0 16,-4 2 0-16,2-1 0 0,-1 2 0 0,3 1 0 15,-1 1 0-15,-4 1 0 0,-1 0 0 0,1 0 0 16,-2 1 0-16,-3 1 0 0,0 1 0 0,2-2 0 16,-1-1 0-16,-6-2 0 0,0 1 0 0,1-4 0 15,-2 4 0-15,1-3 0 0,0 0 0 0,0-1 0 16,0-4 0-16,0 5 0 0,0-5 0 0,1 3 0 16,-1-3 0-16,0 0 0 0,0 0 0 0,3-15 0 0,-2 11 0 15,-1-7 0-15,2-1 0 0,1 1 0 16,1-6 0-16,0 0 0 0,5 1 0 0,-4 1 0 15,0 1 0-15,4-1 0 0,-2 4 0 0,3 2 0 16,-5-2 0-16,3 5 0 0,-3 1 0 0,4-2 0 0,-3 4 0 16,0 2 0-16,1 0 0 0,-1 0 0 0,3 2 0 15,-1 0 0-15,0 2 0 0,-2 0 0 16,3 5 0-16,-2-3 0 0,0-2 0 0,-3 6 0 0,3-2 0 16,-2 1 0-16,-3-2 0 0,0 0 0 15,-2 1 0-15,4 3 0 0,-4-3 0 0,3 0 0 0,-2 0 0 16,-1 1 0-16,1-3 0 0,-2 1 0 0,0-1 0 15,1 0 0-15,0-5 0 0,0 7 0 16,1-6 0-16,2 3 0 0,-1-1 0 0,2-1-186 16,4 1-324-16,-1-1-98 0,6 1-541 0,1-3-1243 0,7 4 551 15</inkml:trace>
  <inkml:trace contextRef="#ctx0" brushRef="#br0" timeOffset="407413.9701">15286 16175 467 0,'0'0'514'0,"0"0"-3"16,0 0-10-16,-8-6-11 0,8 6-20 0,-1-2-33 15,1 2-12-15,-2-5-15 0,2 5-32 0,0 0-28 16,2-11-15-16,-2 9-18 0,0-3-21 16,1-1-26-16,-1 6-10 0,4-4-21 0,-4 0-22 0,3 2-12 15,-2-3-23-15,-1 5-16 0,4-6-21 0,-1 4-13 16,-3 2-17-16,13-2-7 0,-8 1-12 0,3 2-12 15,-8-1-13-15,15 0-71 0,-7 2 0 0,-3 1 0 16,1 1 0-16,-1 2 0 0,3-4 0 0,-4 8 0 16,1 0 0-16,-1-2 0 0,2 2 0 0,-6-1 0 15,3 0 0-15,-6 0 0 0,3 2 0 0,-5 0 0 16,3 1 0-16,-2-1 0 0,-4 1 0 0,-1-1 0 16,-1 5 0-16,-3-4 0 0,2-1 0 0,-3 1 0 15,6-4 0-15,0-1 0 0,2-3 0 0,1 0 0 16,2-4 0-16,-1 3 0 0,2 0 0 0,2-3 0 15,-3 4 0-15,3-4 0 0,0 0 0 0,0 0 0 16,0 0 0-16,8 2 0 0,-8-2 0 0,19-7 0 16,-1 2 0-16,3 1 0 0,5 0 0 0,1-3 0 15,5 3 0-15,-3-3 0 0,2-2 0 0,1 7 0 16,0-2 0-16,-5-4 0 0,-8 4 0 0,0 3 0 16,-6-2 0-16,1 3 0 0,-4-3 0 0,-3 1 0 15,-2 2 0-15,-5 0 0 0,10 0 0 0,-5 0 0 16,-5 0 0-16,0 0 0 0,0 0 0 0,0 0 0 15,0 0-254-15,0 0-363 0,0 0-102 0,0 0-382 16,-25 4-1191-16,25-4 527 0</inkml:trace>
  <inkml:trace contextRef="#ctx0" brushRef="#br0" timeOffset="407996.7651">16341 15726 211 0,'2'-4'415'0,"-1"0"-11"0,-1 4-11 0,1-5-16 16,0 1-6-16,-1 4-3 0,0-4-10 0,0 4-2 15,0 0-3-15,0-5-3 0,0 5-10 16,0 0-7-16,0 0-17 0,0-4-16 0,0 4-29 0,0 0-22 15,0 0-31-15,0 0-10 0,0 0 6 0,0 0 14 16,6 16-13-16,-5-6-7 0,1 0-2 0,2 7 0 16,0-1-6-16,-1 1-10 0,2 2-19 0,-3 0-17 15,2 2-146-15,-5-1-8 0,2 3 0 16,-2-2 0-16,1 3 0 0,-3-6 0 0,2 0 0 0,-5 7 0 16,2-7 0-16,0-1 0 0,0-2 0 0,2 1 0 15,-4 0 0-15,4-4 0 0,-3 2 0 0,0-5 0 16,3-1 0-16,0 2 0 0,-1-5 0 0,3 1 0 15,-2-2 0-15,2 2 0 0,-3-2 0 0,3-2 0 16,-1 1 0-16,1 3 0 0,0-6 0 0,0 4 0 16,0-4 0-16,-1 4 0 0,1-4 0 0,0 0 0 15,0 0 0-15,0 0 0 0,0 0-120 0,0 0-200 16,0 0-60-16,0 0-45 0,0 0-26 0,0 0-30 16,-2-17-33-16,1 12-32 0,-2 1-280 0,-2-6-894 15,2 5 395-15</inkml:trace>
  <inkml:trace contextRef="#ctx0" brushRef="#br0" timeOffset="408301.3319">16169 16019 121 0,'-5'-2'412'15,"1"-2"41"-15,0 3 8 0,4 1 38 0,-10-6 34 16,6 2 11-16,4 4 17 0,-1-3-10 0,1 3 4 16,-3-3-14-16,3 3-14 0,0 0-25 0,-1-3-32 15,1 3-42-15,4-9-40 0,0 6-34 0,6 1-63 16,1-4-291-16,8 0 0 0,7 0 0 0,5-4 0 15,-2 3 0-15,9 0 0 0,1 0 0 0,-2 2 0 16,-1 0 0-16,-2 1 0 0,2-3 0 0,1 4 0 16,-5-1 0-16,-3 2 0 0,-9 1 0 0,-1-2 0 15,-7 1 0-15,1 2 0 0,-5-1 0 0,-2-1 0 16,2 1 0-16,-2 0 0 0,-2 0 0 0,-4 1 0 16,0 0 0-16,9 1 0 0,-9-1-350 0,4 2-214 15,-4-2-88-15,0 0-453 0,0 0-1195 0,0 0 529 16</inkml:trace>
  <inkml:trace contextRef="#ctx0" brushRef="#br0" timeOffset="409265.4696">17201 16039 383 0,'-2'-3'455'0,"2"3"4"0,-1-6 9 16,1 2-11-16,0 0-12 0,0-1-12 0,0 0-13 15,0-1-17-15,0 1-16 0,1 1-21 0,3 0-15 0,-3-3-12 16,0 4-26-16,2-2-13 0,-1 0-17 0,2-1-19 16,-1 2-27-16,-1 1-7 0,1-3-17 15,1 2-16-15,0 1-18 0,1-1-19 0,-2 2-10 16,3-1-19-16,-1 1-13 0,1 0-68 0,2 2-50 0,-2 0 0 16,3 0 0-16,-2 2 0 0,5 0 0 0,-1 2 0 15,-1-2 0-15,0 4 0 0,-1 4 0 16,1-4 0-16,0 7 0 0,-2-5 0 0,0 5 0 15,-2-4 0-15,-2 1 0 0,1 3 0 0,-1-2 0 0,-3 1 0 16,-1-1 0-16,-1 0 0 0,-1 0 0 0,-1-2 0 16,-2 1 0-16,1-1 0 0,0-3 0 15,0 2 0-15,0-4 0 0,-1 5 0 0,4-5 0 16,-2-1 0-16,1-1 0 0,-2 0 0 0,4-2 0 0,0 0 0 16,0 0 0-16,0 0 0 0,0 0 0 0,-4-9 0 15,8-2 0-15,1 6 0 0,-1-7 0 0,2 1 0 16,3-1 0-16,3-1 0 0,-1 1 0 0,2-1 0 15,2 0 0-15,-3 2 0 0,3-2 0 16,-2 5 0-16,2-3 0 0,-4 5 0 0,0-2 0 0,0 2 0 16,1 3 0-16,7-2 0 0,-7 5 0 0,-2-3 0 15,5 6 0-15,-6-2 0 0,4 6 0 0,-1-3 0 16,-2 5 0-16,1-2 0 0,-3 1 0 0,-2 1 0 16,-2 3 0-16,1-2 0 0,-1 1 0 0,-1-2 0 15,-2 2 0-15,-1-2 0 0,0 0 0 0,-1-3 0 16,-1 2 0-16,1-3 0 0,1 0 0 0,0-1 0 15,0 0 0-15,-4-1 0 0,4 2 0 0,0-5 0 16,0 0 0-16,0 0 0 0,0 0 0 0,8-12 0 16,-6 5 0-16,6-3 0 0,-1-1 0 0,3-2 0 15,5-1 0-15,0 1 0 0,-2-1 0 0,1 2 0 16,7 1 0-16,-5 0 0 0,0 1 0 0,1 0 0 16,-1 2 0-16,-3 3 0 0,-2 1 0 0,-1 3 0 15,2-1 0-15,-2 3 0 0,2 0 0 0,-1 2 0 16,-2 1 0-16,0 5 0 0,-1-3 0 0,-1 4 0 15,1-2 0-15,-7 7 0 0,3-6 0 0,-3 4 0 16,-1-1 0-16,0 3 0 0,-1 2 0 0,1-2 0 0,-5-3 0 16,5 0 0-16,-4-4 0 0,4 2 0 15,-4-1 0-15,3-6 0 0,-2 3 0 0,2-1 0 16,1 0 0-16,0-3 0 0,-2 3 0 0,2-1 0 16,0-4 0-16,0 0 0 0,7 3 0 0,1-4 0 15,1-1-156-15,5-1-381 0,0-4-98 0,5 5-510 16,2-3-1238-16,4-5 548 0</inkml:trace>
  <inkml:trace contextRef="#ctx0" brushRef="#br0" timeOffset="409865.0776">18207 16165 206 0,'0'0'457'0,"-5"0"-1"0,5 0 0 0,-4 3-17 16,4-3-15-16,0 0-27 0,0 0-26 0,0 0-16 0,0 0-11 16,0 0-13-16,0 0-8 0,0 0-8 15,0 0-7-15,-9-6-25 0,9 6-22 0,0 0-1 16,0-4-24-16,0 4-22 0,0 0-11 0,4-7-30 16,0 5-8-16,-4 2-19 0,8-4-19 0,-2 2-17 0,-2-1-7 15,2 1-13-15,3 2-7 0,-1-2-10 0,3 0-9 16,-4 6-15-16,2-2 4 0,-2 3-8 0,4-1 0 15,-5-3-17-15,2 4 7 0,-3 3-13 16,0-4 0-16,1 4 2 0,-3-2 3 0,1 3-9 0,-4 0-1 16,1 1 7-16,-4-1-15 0,-1 2-9 0,-2-2 0 15,1 1 0-15,-3-2 0 0,-3 3 0 0,1-3 0 16,-1 0 0-16,2-1 0 0,-2 0 0 16,6-4 0-16,-3-2 0 0,3 0 0 0,0 3 0 15,-1-3 0-15,3 1 0 0,-1 1 0 0,4-3 0 0,-1 3 0 16,1-3 0-16,0 0 0 0,0 0 0 0,0 0 0 15,15-6 0-15,-8 4 0 0,-1 2 0 16,6 0 0-16,-1 0 0 0,-1 4 0 0,3-3 0 16,-3 1 0-16,1 1 0 0,1 0 0 0,-1 3 0 0,-2-1 0 15,3 0 0-15,-5 1 0 0,-1 1 0 0,-1-2 0 16,-1 0 0-16,2 2 0 0,-4-1 0 0,-2 2 0 16,-2-1 0-16,0 3 0 0,-2-2 0 0,-4-1 0 15,3 3 0-15,-6-4 0 0,-6 2 0 0,5-1 0 16,-7-1 0-16,3 0 0 0,-3-2 0 0,-2 4 0 15,3-5 0-15,-1 0 0 0,9 1 0 0,-3-2 0 16,5 0 0-16,3-1 0 0,-2 0 0 0,7-1 0 16,-8 0 0-16,8 0 0 0,-6 0 0 0,6 0 0 15,0 0 0-15,0 0 0 0,20-7 0 0,-10 4 0 16,8-3 0-16,3-3-97 0,-1 5-345 0,7-4-53 16,-8 2-65-16,7-6-48 0,-1 2-391 0,-1-2-1081 15,-2 3 479-15</inkml:trace>
  <inkml:trace contextRef="#ctx0" brushRef="#br0" timeOffset="410246.6447">18805 16065 152 0,'8'-11'368'0,"-3"0"-7"0,0 0 13 16,-3 1 16-16,4 1 17 0,-4-2 4 0,1 6 9 15,-2-1 2-15,0-2 1 0,2 2 12 0,-3-2-7 16,1 2-5-16,-1 3-6 0,-1-2-9 0,2 1-11 15,-1 4-18-15,-1-6-26 0,1 6-29 0,1-4-28 16,-1 4-31-16,0 0-26 0,0-5-140 0,0 5-99 16,0 0 0-16,0 0 0 0,0 20 0 0,0-8 0 15,-1 0 0-15,1 8 0 0,0-3 0 0,0 7 0 16,0 1 0-16,0 0 0 0,0-6 0 0,0 1 0 16,0 0 0-16,-4 7 0 0,4-9 0 0,-1 7 0 15,-2-5 0-15,-3 3 0 0,2-3 0 0,-1-3 0 16,3-2 0-16,-4-3 0 0,5-2 0 0,-3 3 0 15,-2-4 0-15,2 2 0 0,4-2 0 0,-4-2 0 16,2-1 0-16,2-1 0 0,-2 0 0 0,1-2 0 16,1 1 0-16,0-4 0 0,0 4 0 0,0-4 0 15,0 5 0-15,0-5 0 0,0 0 0 0,0 0 0 16,0 0 0-16,9-12-9 0,-5 8-500 16,-3-1-39-16,2-1-45 0,1-2-29 0,-4 0-363 15,2-1-1068-15,-2-1 473 0</inkml:trace>
  <inkml:trace contextRef="#ctx0" brushRef="#br0" timeOffset="410548.2932">18703 16224 22 0,'-10'-4'417'0,"6"1"19"15,4 3 18-15,-14-4 27 0,8 0 29 0,-1 1 5 16,7 3 15-16,-9-5 4 0,5 3-16 0,-2 0-8 16,6 2-14-16,-4-4-13 0,4 4-17 0,-4-5-24 15,4 5-28-15,0 0-20 0,-1-5-27 0,1 5-165 16,0 0-202-16,0 0 0 0,9-7 0 0,0 6 0 15,1-2 0-15,3 0 0 0,9-1 0 0,-3 3 0 16,1 1 0-16,2-2 0 0,2-1 0 0,-3-1 0 16,7 1 0-16,-9 5 0 0,3-4 0 0,-4 2 0 15,-4-2 0-15,-1 3 0 0,-1-1 0 0,-1-1 0 16,-1 0 0-16,-10 1 0 0,12 0 0 0,-6 1 0 16,-6-1 0-16,0 0 0 0,9 0 0 0,-9 0 0 15,6 0 0-15,-6 0 0 0,0 0 0 0,0 0 0 16,0 0 0-16,0 0 0 0,6 0 0 0,-6 0 0 15,0 0 0-15,0 0 0 0,0 0-451 0,0 0-839 16,0 0-1398-16,0 0 618 0</inkml:trace>
  <inkml:trace contextRef="#ctx0" brushRef="#br0" timeOffset="411042.8373">19659 16509 392 0,'0'0'570'0,"0"0"3"0,0 2 9 0,0-2 1 16,0 0 0-16,0 0-7 0,0 0-15 15,0 0-31-15,0 0-35 0,0 0-42 0,0 0-41 16,0 0-41-16,10-10-41 0,-10 10-29 0,0 0-36 16,4-6-49-16,-4 6-43 0,3-1-57 0,-3 1-62 0,6-6-62 15,-2 4-73-15,-1 0-59 0,4 0-51 16,-2 0-67-16,5-2-53 0,1-3-51 0,3 3-44 15,-3-2-35-15,2 2-21 0,4-2-31 0,2 0-338 16,-6 3-899-16,3-7 397 0</inkml:trace>
  <inkml:trace contextRef="#ctx0" brushRef="#br0" timeOffset="411330.5849">20246 16402 373 0,'19'2'408'0,"-6"-4"-1"15,-1 4 18-15,-1-2 11 0,-4 0 6 16,2 0 3-16,-2-2-5 0,-7 2-4 0,0 0 0 15,15 0 6-15,-10-2-1 0,-5 2-11 0,0 0-22 0,5-1-32 16,-5 1-41-16,5-2-29 0,-5 2-39 0,0 0-36 16,5-3-34-16,-5 3-42 0,4-1-48 0,-4 1-42 15,0 0-46-15,22 2-33 0,-12 0-48 16,3 0-28-16,0-2-34 0,1 0-42 0,-1 1-46 16,1-1-45-16,5 0-44 0,-1 0-52 0,-4 0-32 0,0-1-35 15,6-1-45-15,-2-1-34 0,-5 1-282 0,5-2-844 16,-3 3 374-16</inkml:trace>
  <inkml:trace contextRef="#ctx0" brushRef="#br0" timeOffset="411615.9245">20827 16409 1 0,'4'1'426'0,"2"0"-14"0,-2 1-4 0,0 0 5 16,-4-2 6-16,5 2 17 0,-5-2 10 0,5 2-3 16,-5-2 4-16,0 0-1 0,0 0-5 0,0 0-12 15,0 0-36-15,0 0-35 0,0 0-39 0,0 0-32 16,0 0-55-16,12-4-59 0,-12 4-72 0,3-3-59 15,-3 3-66-15,7-3-61 0,-2 0-50 0,0 1-38 16,8 0-40-16,-2 0-22 0,-1-3-28 0,0 2-42 0,-1 1-43 16,0-1-41-16,3 2-20 0,1-2-9 15,-3 0-262-15,3 0-736 0,1 1 326 0</inkml:trace>
  <inkml:trace contextRef="#ctx0" brushRef="#br0" timeOffset="411644.7988">21263 16388 213 0,'9'2'389'0,"-3"-1"-5"0,1 0-4 15,-3-1 6-15,-1 2 20 0,-3-2 8 16,8 1-7-16,-8-1-25 0,6 2-32 0,-6-2-35 16,2 3-33-16,-2-3-28 0,9 1-26 0,-9-1-23 15,9 1-39-15,-1-1-48 0,-1 2-62 0,1-2-64 16,3 1-70-16,1 0-71 0,-1 0-55 0,2 1-52 16,0-2-51-16,1 1-53 0,-2-1-29 0,0 0-209 15,-1-3-647-15,1 1 287 0</inkml:trace>
  <inkml:trace contextRef="#ctx0" brushRef="#br0" timeOffset="411934.7991">21641 16431 294 0,'0'0'417'0,"5"2"-2"16,-5-2 13-16,4 1-4 0,-4-1-1 0,0 0 3 16,4 3-1-16,-4-3-6 0,0 0-3 0,0 0-12 15,0 0-36-15,0 0-35 0,0 0-34 0,0 0-30 16,0 0-34-16,0 0-39 0,5-6-45 0,-5 6-59 15,4-3-55-15,-4 3-60 0,10-4-70 0,-6 3-70 16,1 0-63-16,4-1-59 0,0 0-55 0,-4-1-49 16,7 0-57-16,-6 2-305 0,7 0-815 0,-3-2 361 15</inkml:trace>
  <inkml:trace contextRef="#ctx0" brushRef="#br0" timeOffset="412223.6994">21982 16428 177 0,'6'0'392'15,"-6"0"-14"-15,9 1 23 0,-9-1-4 0,7 0 6 16,-7 0-10-16,0 0-27 0,8 0-32 0,-8 0-36 16,0 0-33-16,6 0-30 0,-6 0-41 0,0 0-52 15,0 0-57-15,0 0-69 0,0 0-88 0,11-1-72 16,-11 1-82-16,12 1-101 0,-9 0-292 0,-3-1-668 16,19-2 296-16</inkml:trace>
  <inkml:trace contextRef="#ctx0" brushRef="#br0" timeOffset="412251.5927">22279 16454 204 0,'6'1'430'0,"-6"-1"-5"15,5 2-3-15,-1-1 3 0,-4-1-16 0,4 1-21 16,-4-1-25-16,0 0-35 0,0 0-29 0,0 0-31 16,5 3-27-16,-5-3-27 0,0 0-23 0,0 0-31 15,0 0-42-15,0 0-39 0,0 0-50 0,0 0-53 16,0 0-40-16,0 0-44 0,0 0-44 0,0 0-33 15,0 0-54-15,0-10-77 0,0 10-60 0,0-5-213 16,0 5-636-16,5-7 281 0</inkml:trace>
  <inkml:trace contextRef="#ctx0" brushRef="#br0" timeOffset="413151.6915">23103 16093 130 0,'0'0'303'16,"-4"-4"16"-16,2 1 19 0,2 3 29 0,-1-7 7 16,-1 3 13-16,1-1 2 0,1 1 0 0,0 4-2 15,-3-7 0-15,2 4-9 0,1 3-9 0,0-6-2 16,0 6-16-16,0-5-19 0,0 5-9 0,0 0-22 15,0-5-23-15,0 5-29 0,0 0-21 0,1-3-21 16,-1 3-20-16,0 0-23 0,0 0-16 0,0 0-16 16,0 0-12-16,0 0-17 0,0 0-7 0,0 0-8 15,0 0-88-15,0 18 0 0,0-12 0 0,0 5 0 16,0 0 0-16,-1 0 0 0,0 5 0 0,0 2 0 16,2-1 0-16,-2-4 0 0,-1 5 0 0,2 0 0 15,-2 0 0-15,-2 0 0 0,2-1 0 0,-1-1 0 16,-1 1 0-16,1-1 0 0,1-5 0 0,-1 1 0 15,-1 0 0-15,2-1 0 0,1-2 0 0,-1 1 0 16,0-3 0-16,-1-2 0 0,2 1 0 0,0-2 0 16,0-3 0-16,1-1 0 0,-2 8 0 0,2-6 0 0,0-2 0 15,-1 6 0-15,1-6 0 0,0 0 0 0,-1 2 0 16,1-2 0-16,0 0 0 0,0 0 0 16,0 0 0-16,0 0 0 0,0 0 0 0,0 0-149 15,0 0-202-15,1-11-46 0,-1 6-25 0,0-1-29 0,-1 0-40 16,1-1-36-16,-2-1-374 0,1 0-976 15,-3 1 433-15</inkml:trace>
  <inkml:trace contextRef="#ctx0" brushRef="#br0" timeOffset="413500.1706">22846 16206 313 0,'-6'-4'428'0,"1"1"21"15,1-1 15-15,-2 2 17 0,1-1-1 0,-2 1-7 16,7 2-28-16,-5-2-32 0,1-1-8 15,4 3-9-15,0 0-22 0,0 0-18 0,-4-2-34 16,4 2-14-16,-3-4-18 0,3 4-19 0,0 0-16 0,0 0-26 16,-2-4-27-16,2 4-11 0,0 0-21 0,0 0-13 15,13 0-16-15,-5 0-6 0,5-1-92 0,3-1-43 16,5 1 0-16,7 2 0 0,1-2 0 0,3 2 0 16,6-2 0-16,-3 1 0 0,4-2 0 0,0-1 0 15,0 1 0-15,-2-2 0 0,-1-2 0 0,1 4 0 16,-9-1 0-16,2 2 0 0,-9-1 0 0,-4 1 0 15,-3-2 0-15,-1-1 0 0,-4 4 0 0,1-2 0 16,-5 2 0-16,2 0 0 0,-7 0 0 0,9-3 0 16,-9 3 0-16,7 0 0 0,-7 0 0 0,0 0 0 15,4-1 0-15,-4 1 0 0,0 0 0 0,0 0 0 16,5-1 0-16,-5 1-324 0,0 0-99 0,0 0-39 16,0 0-53-16,9 1-46 0,-9-1-424 0,8 0-1066 15,-8 0 472-15</inkml:trace>
  <inkml:trace contextRef="#ctx0" brushRef="#br0" timeOffset="414319.1025">23788 16147 347 0,'0'0'388'0,"2"-9"0"0,1 5-2 0,-3 4-15 16,0 0-12-16,0-4-16 0,0 4-11 0,0 0-5 15,-5-5-1-15,5 5-2 0,-1-3-3 0,1 3-8 16,0 0-4-16,6-9-5 0,-6 9-5 0,0-4-12 16,0 4-2-16,4-3-15 0,-4 3-15 0,1-4-23 15,-1 4-27-15,4-4-10 0,0 3-21 0,-4 1-16 16,8-3-22-16,-8 3-10 0,11 1-17 0,-7-2-12 16,4 4-8-16,-2-1-10 0,4 3-22 0,-1 3-57 15,3 0 0-15,1 2 0 0,-2 5 0 0,1-5 0 16,-1 4 0-16,-1 0 0 0,-1 1 0 0,0 2 0 15,-1-3 0-15,-3 1 0 0,0-3 0 0,-2 4 0 16,-1-5 0-16,-2 6 0 0,-1-4 0 0,0 1 0 16,-3-4 0-16,1 3 0 0,-3-2 0 0,1 0 0 15,-3-2 0-15,2-2 0 0,1-1 0 0,0-1 0 16,-1-2 0-16,1 0 0 0,-1-1 0 0,1 0 0 16,5-2 0-16,-7 0 0 0,7 0 0 0,-6-5 0 15,2 0 0-15,0-4 0 0,4 0 0 0,0 0 0 16,4-8 0-16,0-1 0 0,4 1 0 0,-1-1 0 15,4 0 0-15,0 4 0 0,2-2 0 0,5-5 0 16,-2 7 0-16,-3 0 0 0,4 0 0 0,-2 4 0 16,-1-1 0-16,4 4 0 0,-3-4 0 0,-3 9 0 15,1-1 0-15,1 0 0 0,-1 2 0 0,-1-2 0 16,1 6 0-16,-1 0 0 0,0 1 0 0,-3 1 0 16,2 2 0-16,-1 0 0 0,-1 3 0 0,0-1 0 15,-2 1 0-15,2 4 0 0,-4-2 0 0,-1 0 0 16,0-1 0-16,0 4 0 0,-3 2 0 0,-1-6 0 15,0 0 0-15,0 1 0 0,0-3 0 0,-1 1 0 16,-2-2 0-16,2-3 0 0,1 0 0 0,0 1 0 16,0-1 0-16,0-5 0 0,0 5 0 0,-2-2 0 15,2-3 0-15,0 0 0 0,0 4 0 0,0-4 0 16,0 0 0-16,0 0 0 0,0 0 0 0,7-10 0 16,-2 4 0-16,3-2 0 0,-3-1 0 0,0-1 0 15,5 0 0-15,-2 2 0 0,0-2 0 0,1-2 0 16,2 3 0-16,-3 1 0 0,1 0 0 0,-4 4 0 15,5-3 0-15,-3 4 0 0,-1-1 0 0,-1 0 0 16,-1-1 0-16,1 4 0 0,-1-2 0 0,-4 3 0 0,7 0 0 16,-7 0 0-16,10 4 0 0,-5 1 0 15,1 0 0-15,-2 1 0 0,1 2 0 0,1 2 0 16,-2-1 0-16,-1 3 0 0,2 2 0 0,1 4 0 0,-5-7 0 16,3 4 0-16,0 2 0 0,-3-5 0 15,3 0 0-15,-4 0 0 0,0-3 0 0,0 3 0 16,4-3 0-16,-4 1 0 0,1-2 0 0,2-1 0 15,-1-1 0-15,-2-2 0 0,0 0 0 0,0 0 0 16,0 0-147-16,0-4-198 0,0 0-65 0,0 0-54 0,12-9-26 16,-8 6-20-16,1-2-16 0,-1-1-358 15,-3 3-957-15,5-1 424 0</inkml:trace>
  <inkml:trace contextRef="#ctx0" brushRef="#br0" timeOffset="414918.3296">24563 16420 302 0,'0'0'312'0,"3"2"5"0,-3-2 36 0,3 1-15 16,-3-1 8-16,0 0 10 0,0 0 0 0,0 0 7 15,3 4 2-15,-3-4 1 0,0 0-4 0,0 0-7 16,0 0 5-16,0 0 3 0,0 0-19 0,0 0-9 16,0 0-17-16,0 0-16 0,0 0-32 0,0 0-22 0,0 0-26 15,0 0-24-15,-2 3-18 0,2-3-9 0,2 8-19 16,-2-2-11-16,2 1-45 0,0 1-96 0,-1 3 0 15,0 2 0-15,0-2 0 0,1 0 0 16,-1 1 0-16,0-1 0 0,-1-2 0 0,0 3 0 0,2-4 0 16,-4 3 0-16,2-6 0 0,0 1 0 0,0-1 0 15,2 1 0-15,-2-2 0 0,0 0 0 0,0-4 0 16,0 6 0-16,1-4 0 0,-1-2 0 16,0 5 0-16,0-5 0 0,0 0 0 0,1 4 0 15,-1-4 0-15,0 0 0 0,0 0 0 0,0 0 0 0,8-14 0 16,-3 7 0-16,1-3 0 0,4-2 0 0,2-3 0 15,-4 5 0-15,3-3 0 0,-3 1 0 16,-1 2 0-16,5-3 0 0,-7 2 0 0,4 4 0 16,-4-1 0-16,0 4 0 0,0-3 0 0,-1 1 0 15,0-1 0-15,1 4 0 0,-1-2 0 0,0 1 0 0,-2 0 0 16,1 2 0-16,-2-1 0 0,-1 3 0 0,5-3 0 16,-5 3 0-16,0 0 0 0,4-1 0 15,-4 1 0-15,0 0 0 0,0 0 0 0,10 6 0 16,-6 1 0-16,-1 3 0 0,1 1 0 0,1 5 0 15,1-2 0-15,3 5 0 0,-1-2 0 0,2 7 0 0,-4-4 0 16,3-2 0-16,-2-2 0 0,0 1 0 0,0 0 0 16,-1-5 0-16,-1 0 0 0,0-3 0 0,-2 1 0 15,-1-1 0-15,0-2 0 0,0-3 0 16,0 2 0-16,0-1 0 0,-2-2 0 0,3-1 0 0,-3-2 0 16,2 4 0-16,-2-4 0 0,0 3 0 0,0-3 0 15,0 0 0-15,0 0 0 0,0 0 0 0,0 0 0 16,0 0 0-16,0 0 0 0,0 0 0 15,0 0 0-15,-2-15 0 0,2 12 0 0,-3-2-140 16,3-1-612-16,-4 0-465 0,-2-2-1318 0,-1-2 583 0</inkml:trace>
  <inkml:trace contextRef="#ctx0" brushRef="#br0" timeOffset="415989.8285">9403 15425 402 0,'3'-3'430'0,"-3"3"17"0,5-3 11 16,-5 3-5-16,0 0-13 0,2-6-17 15,-2 6-19-15,0-2-11 0,0 2-19 0,0 0 0 16,0 0-13-16,0 0-8 0,0 0-8 0,0 0-6 16,0 0-7-16,0 0-6 0,0 0-5 0,-19 2-3 0,13 0-9 15,-2-1-11-15,-3 1-12 0,-2-1-281 0,-2 2-5 16,-5-3 0-16,1 1 0 0,-9 2 0 16,-3-2 0-16,1 1 0 0,0 1 0 0,1-1 0 15,1 2 0-15,6-2 0 0,-9-1 0 0,3 2 0 0,5-2 0 16,2 1 0-16,1-3 0 0,1 2 0 0,5 1 0 15,3-2 0-15,2 1 0 0,2 0 0 0,0-1 0 16,7 0 0-16,-12 1 0 0,12-1 0 0,-6 0 0 16,6 0 0-16,-4 2 0 0,4-2 0 0,0 0 0 15,0 0 0-15,0 0 0 0,14 4 0 0,-5-3 0 16,-2 1 0-16,1 0 0 0,1-1 0 0,0 1 0 16,0 1-420-16,1 1-270 0,-5-1-491 0,5 2-1278 15,0-2 566-15</inkml:trace>
  <inkml:trace contextRef="#ctx0" brushRef="#br0" timeOffset="416471.651">9321 15789 332 0,'0'0'352'0,"7"4"13"0,-7-4 16 0,0 0-9 16,0 0 3-16,0 0-7 0,0 0 6 0,0 0 1 16,0 0-1-16,0 0 9 0,0 0-9 0,0 0 7 15,0 0-10-15,0 0-12 0,0 0-11 0,0 0-4 16,0 0-22-16,0 0-5 0,0 0-12 0,0 0-14 16,0 0-14-16,0 0-18 0,0 0-67 0,0 0-192 15,0 0 0-15,0 0 0 0,0 0 0 0,0 0 0 16,-17 1 0-16,7-2 0 0,-2 2 0 0,-3-1 0 0,-2-1 0 15,-2 2 0-15,-4-1 0 0,-5 0 0 16,-1 0 0-16,-2 0 0 0,7 3 0 0,-6-3 0 16,0 0 0-16,1 2 0 0,10-2 0 0,-1 0 0 15,3-1 0-15,5 1 0 0,1 1 0 0,4-2 0 16,0 1 0-16,7 0 0 0,-11-1 0 0,11 1 0 16,-8 0 0-16,8 0 0 0,0 0 0 0,-9 0 0 15,9 0 0-15,0 0 0 0,0 0 0 0,-6-2 0 16,6 2 0-16,0 0 0 0,0 0 0 0,0 0 0 15,0 0 0-15,0 0 0 0,0 0 0 0,0 0 0 16,-8 2 0-16,8-2 0 0,0 0 0 0,0 0 0 16,0 0 0-16,0 0 0 0,0 0 0 0,0 0 0 15,0 0 0-15,0 0-88 0,14-8-625 0,-10 6-519 0,1-1-1335 16,-1 2 591-16</inkml:trace>
  <inkml:trace contextRef="#ctx0" brushRef="#br0" timeOffset="423045.0113">2005 16654 67 0,'0'0'301'0,"-9"0"-6"0,1-2-8 0,2 1-10 15,-2 0 0-15,3 0-4 0,5 1 2 0,-10-2 0 16,2 0 0-16,8 2 9 0,-9-4 8 0,4 1 2 16,1 2 4-16,4 1-3 0,-5-5 1 0,0 3-6 15,5-3-13-15,-4 3-8 0,4 2-8 0,0 0-11 16,0-8-13-16,0 8-13 0,0-6-7 0,0 6-12 15,-1-4-8-15,1 4-5 0,1-4-18 0,-1 4-5 16,0 0-13-16,0 0-1 0,0 0-11 0,0 0-5 16,0-5-5-16,0 5-3 0,0 0-122 0,0 0-9 15,0 0 0-15,0 0 0 0,0 0 0 0,0 0 0 16,0-3 0-16,0 3 0 0,0 0 0 0,0 0 0 16,0 0 0-16,0 0 0 0,0 0 0 0,0 0 0 15,0 0 0-15,0 0 0 0,0 0 0 0,0 0 0 16,0 0 0-16,0 0 0 0,0 0 0 0,0 0 0 15,0 0 0-15,0 0 0 0,0 0 0 0,0 0 0 16,0 0 0-16,0 0 0 0,0 0 0 0,0 0 0 16,0 0 0-16,0 0 0 0,0 0 0 0,0 0 0 15,0 0 0-15,0 0 0 0,0 0 0 0,0 0 0 16,0 0 0-16,5 15 0 0,-5-8 0 0,0-2 0 16,4 6 0-16,-9 1 0 0,6 1 0 0,3-1 0 15,-3 0 0-15,2 6 0 0,-2 1 0 0,-1-1 0 16,4-2 0-16,-4 2 0 0,0 0 0 0,1 1 0 15,2-1 0-15,-6 0 0 0,3-1 0 16,-1-1 0-16,5 0 0 0,-7 1 0 0,2-2 0 0,1-3 0 16,0 0 0-16,0-3 0 0,0 3 0 0,0-5 0 15,0-1 0-15,0 0 0 0,0 1 0 16,0-2 0-16,0 0 0 0,0-1 0 0,0 0 0 0,0-1 0 16,0-3 0-16,0 5 0 0,-1-2 0 0,1-3 0 15,0 0 0-15,-3 4 0 0,3-4 0 16,0 0 0-16,0 0 0 0,0 0 0 0,0 0-402 0,4-12-165 15,-3 3-70-15,3 2-461 0,-4-5-1189 0,3 3 527 16</inkml:trace>
  <inkml:trace contextRef="#ctx0" brushRef="#br0" timeOffset="423410.2397">1878 16762 171 0,'-2'-7'378'0,"-1"2"12"0,3-2 28 0,-3 0 12 15,2-1 13-15,1 2 1 0,-2 1-5 0,0-3-5 0,2 1-6 16,0 2-11-16,0-1 9 0,0 0-7 0,2 1-12 16,-2 0-16-16,2 2-20 0,-2 3-21 15,0-5-27-15,0 5-28 0,0-6-26 0,0 6-27 16,0 0-30-16,1-5-118 0,-1 5-94 0,0 0 0 16,0 0 0-16,16 9 0 0,-6-4 0 0,-1 0 0 15,0 5 0-15,1-3 0 0,4 3 0 0,-1 3 0 16,1 0 0-16,1 0 0 0,1 0 0 0,-2 1 0 15,1 1 0-15,-2 0 0 0,3 6 0 0,-4-6 0 16,2-3 0-16,-2 1 0 0,0-2 0 0,2 2 0 16,-2-2 0-16,-1 3 0 0,1-4 0 0,-3-2 0 15,-4 2 0-15,5-4 0 0,-2 3 0 0,0-1 0 16,-3-2 0-16,1-1 0 0,-1 0 0 0,2 0 0 16,-4-2 0-16,3 1 0 0,-3 0 0 0,1-1 0 15,-4-3-24-15,0 0-373 0,16-1-36 0,-11-2-26 16,1-1-39-16,4-4-37 0,-6-3-33 0,-1 0-312 15,3-4-953-15,-6-2 422 0</inkml:trace>
  <inkml:trace contextRef="#ctx0" brushRef="#br0" timeOffset="423745.0999">2241 16677 58 0,'-1'-12'314'0,"-1"1"31"0,2 0 29 0,-1 1 40 0,1-3 20 15,0 4 11-15,-1 2 13 0,0 1 3 16,1-2 14-16,1 4 4 0,-1-2 0 0,0 6-6 0,0-8-16 15,1 5-15-15,-1 3-20 0,0-7-24 0,0 7-18 16,0 0-24-16,0 0-30 0,4-5-125 0,-4 5-201 16,0 0 0-16,0 0 0 0,0 0 0 0,0 0 0 15,7 13 0-15,-6-8 0 0,-2 6 0 0,3-2 0 16,-1 2 0-16,-2 2 0 0,4 4 0 0,-3-1 0 16,2 1 0-16,1 0 0 0,-1 2 0 0,0-2 0 15,4 2 0-15,-5 1 0 0,4 0 0 0,-3-1 0 16,3 6 0-16,-5-4 0 0,1-3 0 0,0 0 0 15,2-3 0-15,-4-3 0 0,3 1 0 0,2 3 0 16,-3-4 0-16,2 0 0 0,-2-2 0 0,-1-3 0 16,0 0 0-16,0 1 0 0,0-1 0 0,0-3 0 15,0 3 0-15,3-4 0 0,-3-3 0 0,0 8 0 16,0-8 0-16,2 4 0 0,1-2-83 0,-3-2-473 16,0 0-38-16,14-11-43 0,-9 7-417 0,1-5-1142 15,-1 2 506-15</inkml:trace>
  <inkml:trace contextRef="#ctx0" brushRef="#br0" timeOffset="424480.0406">2486 16933 280 0,'0'0'444'0,"0"0"24"16,0 0 24-16,0 0 15 0,11-6 7 15,-11 6 8-15,2-8-6 0,-3 3 4 0,1 5-7 16,0-6-14-16,0 6-16 0,-1-7-25 0,1 7-24 15,-3-6-16-15,3 1-26 0,-2 1-29 0,2 4-19 16,0 0-320-16,-3-8-24 0,3 8 0 0,0 0 0 16,-3-5 0-16,3 5 0 0,0 0 0 0,0 0 0 0,0 0 0 15,0 0 0-15,0 0 0 0,0 0 0 16,0 0 0-16,11 18 0 0,-10-8 0 0,3-2 0 16,1 3 0-16,1 1 0 0,-2-1 0 0,0 1 0 15,1-1 0-15,-4 1 0 0,2-2 0 0,0 3 0 16,-1-1 0-16,2-5 0 0,-3 4 0 0,3-2 0 15,-4 0 0-15,1-2 0 0,0 3 0 0,2-6 0 16,-3 1 0-16,0-1 0 0,1 0 0 0,-1 0 0 16,0-4 0-16,3 3 0 0,-3-3 0 0,0 3 0 15,0-3 0-15,0 0 0 0,0 0 0 0,0 0 0 16,5-20 0-16,-5 14 0 0,1-2 0 0,-1-2 0 16,3 1 0-16,-2-1 0 0,2-1 0 0,-2 3 0 15,0-2 0-15,2 5 0 0,-1-1 0 0,1 0 0 16,-3 6 0-16,1-9 0 0,3 6 0 0,-4 3 0 15,4-5 0-15,0 3 0 0,-4 2 0 0,0 0 0 16,0 0 0-16,19 3 0 0,-14-1 0 0,1 1 0 16,1 2 0-16,-2 0 0 0,4-1 0 0,-1 4 0 15,-1-1 0-15,1-1 0 0,1 3 0 0,-2-1 0 16,1 2 0-16,1-5 0 0,-3 4 0 0,2-2 0 16,-1 0 0-16,-2-1 0 0,1-2 0 0,-1 0 0 15,0 0 0-15,-1 2 0 0,0-3 0 0,-3-1 0 16,3 0 0-16,-4-2 0 0,4 5 0 0,-4-5 0 15,0 0 0-15,0 0 0 0,10-7 0 0,-10 7 0 16,4-9 0-16,-2 0 0 0,1-1 0 0,-2-2 0 16,2-5 0-16,-3 4 0 0,1-4 0 0,-1-7 0 15,3 5 0-15,-2-1 0 0,-1 3 0 0,0 5 0 16,1 0 0-16,3 1 0 0,-4-2 0 0,0 3 0 16,0 0 0-16,0 4 0 0,0 2 0 0,0 4 0 15,0-9 0-15,0 5 0 0,0 4 0 0,0-6 0 16,0 6 0-16,0-5 0 0,0 5 0 0,0 0 0 15,0 0 0-15,-4-7 0 0,4 7 0 0,0 0 0 16,0 0 0-16,0 0 0 0,0 0 0 0,0 0 0 16,0 0 0-16,9 15 0 0,-5-8 0 0,1 2 0 15,-1-5 0-15,5 2 0 0,1 1-279 0,6 1-405 16,-1 1-521-16,-4-3-1306 0,1-2 579 0</inkml:trace>
  <inkml:trace contextRef="#ctx0" brushRef="#br0" timeOffset="424797.969">3177 16988 84 0,'0'0'503'0,"12"-5"34"16,-12 5 33-16,2-8 17 0,-2 8 29 16,2-5 3-16,-2 5-16 0,0 0-23 0,-2-8-20 0,2 8-30 15,0 0-27-15,-4-8-25 0,4 8-43 0,0 0-38 16,0 0-20-16,0 0-165 0,0 0-212 0,0 0 0 15,2-7 0-15,-2 7 0 0,0 0 0 0,5-5 0 16,-5 5 0-16,16-4 0 0,-6 3 0 0,0 0 0 16,3-2 0-16,1 0 0 0,-2-2 0 0,2 3 0 15,-4 1 0-15,-10 1 0 0,14-2 0 0,-3 1 0 16,0 0 0-16,-5 0 0 0,-6 1 0 0,13 0 0 16,-13 0 0-16,0 0 0 0,13 2 0 0,-12-1 0 15,-1-1 0-15,5 4 0 0,-5-4 0 0,0 0-485 16,-5 9-68-16,5-9-34 0,-9 4-27 0,2 1-378 15,-3 1-1075-15,0 0 475 0</inkml:trace>
  <inkml:trace contextRef="#ctx0" brushRef="#br0" timeOffset="425090.58">3197 17038 81 0,'-10'5'112'0,"6"0"63"0,-4 2 53 16,3-3 40-16,0 0 41 0,2 0 50 0,3-4 48 16,-7 2 25-16,7-2 20 0,-4 3 11 0,4-3 13 15,0 0-2-15,0 0 7 0,0 0 2 0,0 0-12 16,0 0-17-16,0 0-24 0,0 0-33 0,0 0-42 0,0 0-37 15,0 0-31-15,0 0-27 0,27-11-241 0,-14 8-19 16,-3 1 0-16,3 0 0 0,1-2 0 0,-3 0 0 16,2 1 0-16,1 1 0 0,-4 1 0 15,2-2 0-15,-3 2 0 0,0-2 0 0,0 1 0 16,-3 0 0-16,-1-3 0 0,-5 5 0 0,12-2 0 0,-7 0 0 16,-5 2 0-16,0 0 0 0,9-1 0 0,-9 1 0 15,0 0 0-15,0 0 0 0,7-1 0 16,-7 1 0-16,0 0-78 0,0 0-349 0,0 0-49 15,0 0-41-15,0 0-42 0,-1-7-42 0,1 7-322 16,0 0-999-16,-13-7 443 0</inkml:trace>
  <inkml:trace contextRef="#ctx0" brushRef="#br0" timeOffset="427749.9891">4429 16644 318 0,'-5'-6'376'0,"4"5"-6"0,1 1 6 0,-5-6-6 15,2 4-1-15,1-2-4 0,2 4-2 0,-6-5 0 16,5 3-1-16,1 2-2 0,-2-7-5 0,0 3-6 16,2 4-5-16,-1-6-12 0,0 3-7 15,1-1-3-15,0 0-12 0,0 4-13 0,2-9-13 0,0 5-25 16,1-1-18-16,3 1-22 0,2-3-18 0,0 1-10 16,0 0-21-16,2 1-170 0,4 1 0 0,-2-2 0 15,0 3 0-15,1 1 0 0,2 1 0 0,-2 1 0 16,5 0 0-16,-4 1 0 0,-1 4 0 15,4-1 0-15,-2 4 0 0,0 1 0 0,-1 5 0 0,2-3 0 16,-5 5 0-16,2 1 0 0,-3 0 0 0,-1 0 0 16,-5-1 0-16,2 8 0 0,-5-4 0 15,-1-2 0-15,-1 3 0 0,-4 5 0 0,-2-1 0 16,-5-4 0-16,-2 3 0 0,1-7 0 0,-1 3 0 16,0-4 0-16,2-3 0 0,0-1 0 0,3 0 0 0,1-3 0 15,-2-1 0-15,4-1 0 0,-1-4 0 16,5 1 0-16,-1 0 0 0,-1-2 0 0,3 1 0 15,1-3 0-15,0 0 0 0,0 0 0 0,0 0 0 16,0 0 0-16,-6-14 0 0,6 14 0 0,6-17 0 0,-1 2 0 16,0 3 0-16,7-3 0 0,0-2 0 0,4-6 0 15,0 4 0-15,2-3 0 0,-1 1 0 0,-4 5 0 16,3-6 0-16,1 1 0 0,-3 5 0 0,-4 0 0 16,4 1 0-16,-2 1 0 0,-3 0 0 15,-2 2 0-15,1 2 0 0,0 4 0 0,-4-3 0 0,-1 3 0 16,0 3 0-16,2-1 0 0,-3-2 0 0,1 3 0 15,-3 3 0-15,0-6 0 0,0 6 0 0,0 0 0 16,0 0 0-16,0 0 0 0,0 0 0 0,0 0 0 16,-10 19 0-16,7-12 0 0,-3 5 0 15,1 0 0-15,-3 2 0 0,3 3 0 0,-1-1 0 16,-2 0 0-16,0 1 0 0,3-1 0 0,0 1 0 0,-4-2 0 16,5 1 0-16,3-2 0 0,-4-2 0 0,1 3 0 15,4-3 0-15,0-2 0 0,0 4 0 0,0-5 0 16,1 0 0-16,4 1 0 0,-1-2 0 15,3 0 0-15,0 1 0 0,1-2 0 0,2-1 0 16,3-1 0-16,-1-2 0 0,0 2 0 0,5 1 0 0,3-4 0 16,-6 0 0-16,-2 0 0 0,2 1 0 0,-4-3 0 15,-2 2 0-15,3-2 0 0,1 1 0 0,1-2 0 16,-6-1 0-16,-7 2 0 0,15-3 0 0,-4-1-133 16,-6 2-425-16,-5 2-58 0,10-4-57 0,-3 2-363 15,-7 2-1121-15,5-8 496 0</inkml:trace>
  <inkml:trace contextRef="#ctx0" brushRef="#br0" timeOffset="428196.6584">5078 16925 389 0,'4'-6'526'0,"-3"5"10"0,-1 1 4 0,4-9-6 15,-4 9-8-15,2-3-13 0,-2 3-9 0,0 0-22 16,3-5-17-16,-3 5-23 0,2-4-22 0,-2 4-32 16,0 0-29-16,0 0-29 0,0 0-32 0,0 0-31 15,2-1-23-15,-2 1-31 0,0 0-19 0,0 0-173 16,4 10-21-16,-4-5 0 0,-1 2 0 0,2-2 0 16,-1 5 0-16,1-1 0 0,0 3 0 0,-2-1 0 15,1-1 0-15,-1 5 0 0,1 0 0 0,-1-1 0 16,1 2 0-16,-3-1 0 0,2-2 0 0,0 1 0 15,2 3 0-15,-2-5 0 0,-1 0 0 0,2 0 0 16,2-5 0-16,-4 3 0 0,2-3 0 0,3 1 0 16,-3-3 0-16,-3 0 0 0,5-2 0 0,-2 3 0 15,0-2 0-15,0-4 0 0,-3 5 0 16,3-5 0-16,0 0 0 0,-1 3 0 0,1-3 0 0,0 0 0 16,0 0 0-16,0 5 0 0,0-5 0 0,0 0 0 15,0 0 0-15,0 0 0 0,0 0 0 0,0 0 0 16,0 0 0-16,0 0 0 0,0 0 0 0,0 0 0 15,0 0 0-15,-7-11 0 0,6 7 0 16,0 1 0-16,1 3 0 0,-1-7 0 0,1 7 0 0,-2-4-245 16,2 0-268-16,0 4-59 0,-2-6-78 0,2 6-386 15,-2-7-1121-15,2 7 496 0</inkml:trace>
  <inkml:trace contextRef="#ctx0" brushRef="#br0" timeOffset="431534.7518">4328 17354 138 0,'0'0'147'0,"0"0"-7"0,0 0-3 0,0 0-12 16,0-5 0-16,0 5 0 0,0 0-4 0,0 0 1 15,0 0-2-15,0 0 0 0,0 0-9 0,0 0 6 16,0 0-3-16,0 0-5 0,0 0-7 0,-5-2 3 16,5 2 2-16,0 0-3 0,0 0-4 0,0 0-3 15,0 0 8-15,0 0-6 0,0 0-4 0,0 0 2 16,-5-3-6-16,5 3 1 0,0 0 2 0,0 0 0 15,-8-4 3-15,8 4-2 0,-5-2 11 0,5 2-9 16,0 0-3-16,0 0 13 0,-10-3-19 0,10 3 13 16,-5-3-6-16,5 3 4 0,-8-2-4 0,8 2 0 15,0 0-1-15,-8-3-4 0,8 3 0 0,0 0-5 16,0 0 2-16,-10 2-8 0,10-2 5 0,-4-3-3 16,4 3-3-16,0 0 2 0,0 0-4 0,0 0 0 15,-5-1-2-15,5 1 0 0,0 0-1 0,0 0 5 16,0 0-2-16,0 0 3 0,0 0 3 0,0 0 12 15,0 0 3-15,0 0 8 0,0 0 7 0,0 0-8 16,0 0-7-16,18-5 1 0,-1 1-2 0,3 2-14 16,16-1 4-16,2 0-5 0,15-4-7 15,3-1-7-15,4 3 7 0,1-2-17 0,5 0-1 0,27-6-6 16,-31 7 4-16,28-7-4 0,-25 8-2 0,23-9-2 16,-24 4-7-16,33-6 0 0,1-2-2 0,-6 4-2 15,-2 1-3-15,1 1 2 0,0-1-5 0,-29 6 0 16,1-4-8-16,2 3 4 0,-3 0-9 0,-2 2-1 15,0 0 10-15,-9-1 6 0,-16 3-17 16,3 3 1-16,-4-6-7 0,-2 6-5 0,-4-2 8 16,-10 4 9-16,1-1-6 0,-1-1-12 0,-6 1 5 15,-2 0-4-15,-10 0-3 0,13 0 3 0,-13 0-6 0,0 0 2 16,15-2 1-16,-15 2 3 0,0 0 2 0,11 0-4 16,-11 0-33-16,0 0-24 0,8-1-23 15,-8 1-28-15,0 0-28 0,0 0-26 0,5 4-35 16,-5-4-39-16,5 4-45 0,-5-4-47 0,0 6-43 15,0-6-50-15,0 0-50 0,0 0-402 0,0 0-945 16,-14 7 419-16</inkml:trace>
  <inkml:trace contextRef="#ctx0" brushRef="#br0" timeOffset="432752.8664">4680 17648 120 0,'0'0'176'0,"-7"1"11"0,7-1 2 15,0 0 8-15,-9-1 8 0,9 1 10 0,-6 0 13 16,6 0 17-16,0 0 6 0,-12 1 15 0,12-1 14 16,-4-2 10-16,2-1 10 0,2 3 11 0,-6-2 17 15,6 2 7-15,0 0 8 0,-7-4 3 0,7 4-10 16,-2-5 4-16,-1 3 6 0,3 2-11 0,-1-5-8 15,-2 3-17-15,2-2-17 0,1 4-15 0,0-7-10 16,0 3-24-16,0 4-19 0,0-5-148 0,1-2-77 16,0 3 0-16,1 1 0 0,0 0 0 0,4-3 0 15,-3 4 0-15,4-2 0 0,0 3 0 0,4-1 0 16,0 0 0-16,1 2 0 0,0 0 0 0,1 0 0 16,0 3 0-16,2-1 0 0,2 2 0 0,-2 5 0 15,-2-2 0-15,0 2 0 0,-4-2 0 0,0 2 0 16,-2 1 0-16,3 3 0 0,-6-2 0 0,-2 1 0 15,0-4 0-15,1 4 0 0,-5 0 0 0,1 1 0 16,-4 2 0-16,-3 0 0 0,-3 0 0 16,2-2 0-16,0 0 0 0,-5-1 0 0,1 0 0 15,2-5 0-15,2-1 0 0,-2 1 0 0,1-3 0 0,4-1 0 16,-2-1 0-16,3 0 0 0,-4-1 0 0,4 1 0 16,5-2 0-16,-14-4 0 0,9 2 0 0,-3-2 0 15,3 0 0-15,0-2 0 0,0 1 0 0,1-1 0 16,0 0 0-16,0 0 0 0,1 0 0 0,0-2 0 15,1 2 0-15,0-1 0 0,1 0 0 16,-2 2 0-16,1 1 0 0,0-2 0 0,1 3 0 0,1 3 0 16,0-5 0-16,0 5 0 0,0-5 0 0,0 5 0 15,0-6 0-15,0 6 0 0,0 0 0 0,0 0 0 16,0 0 0-16,0 0 0 0,0 0 0 16,0 0 0-16,0 0 0 0,1 17 0 0,1-9 0 15,-2-1 0-15,0-1 0 0,0 3 0 0,0-3 0 16,0 4 0-16,1-2 0 0,-2 0 0 0,1-3 0 0,0 2 0 15,0 0 0-15,0-3 0 0,1 0 0 0,-1-1 0 16,0 1 0-16,1 0 0 0,-1-4 0 0,2 3 0 16,2-1 0-16,-4-2 0 0,0 0 0 0,16-5 0 15,-7 1 0-15,0-1 0 0,2 1 0 16,-2-2 0-16,3 1 0 0,-1-1 0 0,-2-1 0 16,0 1 0-16,0 1 0 0,0 1 0 0,0 0 0 0,0 1 0 15,0-2 0-15,-4 3 0 0,3 1 0 0,-3-1 0 16,5 1 0-16,-10 1 0 0,12 1 0 0,-6 1 0 15,2 1 0-15,-2 0 0 0,0 0 0 16,0 1 0-16,1 2 0 0,3-1 0 0,-3 0 0 16,-1 2 0-16,2-2 0 0,-1 2 0 0,0-1 0 15,3-2 0-15,0 4 0 0,1-4 0 0,-1 1 0 0,5-1 0 16,2-2 0-16,1 2 0 0,-5-3 0 0,0-1 0 16,0 0 0-16,3-1-256 0,-6-1-263 15,0 0-96-15,3 0-519 0,-3-1-1228 0,-1-1 544 16</inkml:trace>
  <inkml:trace contextRef="#ctx0" brushRef="#br0" timeOffset="433371.002">5385 17890 224 0,'10'-4'555'16,"-10"4"11"-16,0 0 10 0,0 0 4 0,7-1-8 15,-7 1-18-15,0 0-22 0,0 0-32 0,0 0-27 16,0 0-28-16,1-5-25 0,-1 5-28 0,0 0-30 15,0 0-29-15,0 0-30 0,0 0-27 0,0 0-19 16,-10-4-16-16,6 2-211 0,-4-2-30 0,-1 1 0 16,3 1 0-16,-4-2 0 0,-2 1 0 0,-3-4 0 15,3 2 0-15,-2 0 0 0,-1-2 0 0,-2-4 0 16,3-3 0-16,-1-2 0 0,-3-4 0 0,0-4 0 16,3-1 0-16,1-2 0 0,2-3 0 0,2 5 0 15,2-5 0-15,4-2 0 0,3 1 0 0,1 5 0 16,4 0 0-16,3 6 0 0,0-4 0 0,2 6 0 15,0 3 0-15,5-2 0 0,0 4 0 0,3-1 0 16,-2 3 0-16,3 1 0 0,0 2 0 16,4 1 0-16,-3 3 0 0,-1 0 0 0,-1 2 0 0,0 2 0 15,1 3 0-15,-5 1 0 0,-2-1 0 0,1 2 0 16,-2 1 0-16,-1 1 0 0,-4 2 0 0,3 1 0 16,-6 1 0-16,0 2 0 0,-2-2 0 0,-3 7 0 15,-3 0 0-15,-3-2 0 0,-4 1 0 16,-4 5 0-16,-2-3 0 0,-4 0 0 0,1-2 0 15,-2 0 0-15,1-4 0 0,4-2 0 0,4-1 0 16,-2 0 0-16,3-5 0 0,4-2 0 0,0 2 0 0,2-1 0 16,3-2 0-16,-3 2 0 0,3-4 0 15,5 0 0-15,-4 3 0 0,0 0 0 0,4-3 0 16,0 0 0-16,0 0 0 0,0 0 0 0,0 0 0 0,0 0 0 16,0 0-198-16,0 0-492 0,26-4-528 15,-16 4-1318-15,8 3 583 0</inkml:trace>
  <inkml:trace contextRef="#ctx0" brushRef="#br0" timeOffset="433737.1933">5574 17794 39 0,'-2'-4'551'0,"0"-3"25"0,-2 1 21 16,3 2 7-16,1-3 19 0,-4 2-8 0,3-1-24 15,-3-2-15-15,3 3-28 0,1 1-28 0,-2 3-19 16,0-5-46-16,2 6-42 0,-1-5-45 0,1 5-37 16,0-4-48-16,0 4-283 0,0 0 0 0,0 0 0 15,0 0 0-15,3 15 0 0,0-9 0 0,-1 9 0 16,1-6 0-16,-1 4 0 0,0 4 0 0,2-2 0 16,-1 3 0-16,-1-2 0 0,-2 0 0 0,1 2 0 15,2 0 0-15,-2-2 0 0,-2 0 0 0,1-3 0 16,0 0 0-16,0-2 0 0,-3 2 0 0,2-2 0 15,1-1 0-15,0-1 0 0,0-2 0 0,0-1 0 16,0 2 0-16,0-4 0 0,0 3 0 0,0-3 0 16,0 1 0-16,1-2 0 0,-1-3 0 0,0 6 0 15,-1-3 0-15,1-3 0 0,0 5-65 0,0-5-407 16,0 0-52-16,0 0-74 0,0 0-45 0,0 0-339 16,0 0-1064-16,0 0 472 0</inkml:trace>
  <inkml:trace contextRef="#ctx0" brushRef="#br0" timeOffset="434087.9932">5508 17812 135 0,'1'-13'452'0,"2"2"25"0,-1 0 21 16,1-2 19-16,-1 2 0 0,1-5-8 0,1-2-13 16,1 5-15-16,1 3-20 0,0-1-14 15,6 0-21-15,-4 3-23 0,-1 0-33 0,5-1-23 16,-2 3-24-16,0 0-21 0,3 1-13 0,1 2-26 15,-2 1-19-15,-1 1-23 0,1 1-208 0,-2 1-13 16,3-1 0-16,-3 4 0 0,-2 0 0 0,-2-1 0 0,0 2 0 16,1 0 0-16,-3 2 0 0,-2 1 0 0,1-1 0 15,-1 3 0-15,-2 0 0 0,2-1 0 16,-6 2 0-16,1-1 0 0,-5 0 0 0,2 2 0 16,-3-1 0-16,1-3 0 0,-4 4 0 0,-1-6 0 15,0 2 0-15,2-1 0 0,-1-1 0 0,3-2 0 16,1 0 0-16,2-2 0 0,-3-1 0 0,4 1 0 15,0 1 0-15,5-3 0 0,-13 3 0 0,8-2 0 16,5-1 0-16,-8-1 0 0,8 1 0 0,0 0 0 16,-5-4-355-16,5 4-66 0,0 0-49 0,0 0-56 15,9-12-62-15,-1 4-385 0,-2-1-1052 0,7 2 466 16</inkml:trace>
  <inkml:trace contextRef="#ctx0" brushRef="#br0" timeOffset="434488.3406">6154 17449 387 0,'0'-9'503'0,"-1"2"16"0,1-3 1 0,-1-1 0 0,1 4-7 15,-2-1-9-15,2 2-3 0,-1 0-14 16,1 6-17-16,-1-12-19 0,1 7-26 0,0 2-25 16,0-1-34-16,0 4-41 0,-1-6-33 0,1 6-29 15,-2-4-28-15,2 4-30 0,0 0-18 0,0 0-69 16,0 0-118-16,0 15 0 0,0-8 0 0,0 3 0 16,2 5 0-16,-2-4 0 0,0 5 0 0,0 1 0 0,-4 4 0 15,4-2 0-15,0-1 0 0,-3 1 0 0,0 5 0 16,0-4 0-16,0 0 0 0,-2 5 0 15,4-10 0-15,-3 4 0 0,-1-3 0 0,4 0 0 16,-3-4 0-16,3-2 0 0,-1 0 0 0,1 0 0 16,1-2 0-16,-5-1 0 0,8 0 0 0,-6-2 0 15,3-3 0-15,0 2 0 0,0-4 0 0,0 7 0 16,0-7-238-16,0 0-161 0,4 2-59 0,-4-2-51 16,0 0-37-16,9-18-37 0,-8 7-327 0,1-1-985 15,0 1 435-15</inkml:trace>
  <inkml:trace contextRef="#ctx0" brushRef="#br0" timeOffset="434888.3871">5998 17498 221 0,'-3'-4'408'16,"-1"0"11"-16,0-3 6 0,1 3 5 0,1-1 1 15,-1 0 1-15,3 5-15 0,-5-11-14 0,5 7-15 0,0 4-14 16,0-11-29-16,1 8-13 0,1-3-34 0,0 0-27 15,3 2-26-15,3 0-22 0,-2-3-23 0,6 3-5 16,-2 1-7-16,8 1-14 0,1-1-7 0,-2 1-7 16,6 2-19-16,-4 2-10 0,10 1-14 15,-9-1-7-15,3 1-10 0,2 3-9 0,-3-1-4 16,-3 0-9-16,0 4-7 0,-2-1-3 0,-2 2-17 16,-3-3-51-16,-2 3 0 0,-1 0 0 0,-4-1 0 0,1 2 0 15,-3 1 0-15,0-1 0 0,-3 0 0 0,-2 1 0 16,-3 3 0-16,0 2 0 0,-5-1 0 15,-6 6 0-15,0-1 0 0,-6-2 0 0,0-2 0 16,2-1 0-16,-2 0 0 0,2-5 0 0,4 0 0 16,2 1 0-16,3-7 0 0,-1 0 0 0,6 1 0 15,0-4 0-15,0 0 0 0,2 1 0 0,-2-1 0 16,6-2 0-16,-4 6 0 0,4-6 0 0,-1 1 0 16,1-1-159-16,0 0-166 0,17-1-58 0,-8-1-62 15,5 2-55-15,2-4-57 0,3 2-414 0,2-1-1051 16,7 0 465-16</inkml:trace>
  <inkml:trace contextRef="#ctx0" brushRef="#br0" timeOffset="435217.6104">6502 17724 360 0,'3'-8'465'0,"-3"8"16"15,0-5 20-15,0 5 5 0,0-10-1 0,-3 6 1 16,2-2-13-16,1 6-2 0,-3-8-13 0,3 8-11 15,0-7-25-15,-1 4-35 0,1 3-35 0,0 0-32 16,-3-6-38-16,3 6-27 0,0 0-29 0,0 0-29 16,0 0-17-16,0 0-63 0,0 0-137 0,0 0 0 15,3 24 0-15,-3-13 0 0,1 0 0 0,-1 2 0 16,0 1 0-16,3 4 0 0,-3-2 0 16,1-4 0-16,-1 7 0 0,0-4 0 0,0 2 0 15,-1 0 0-15,-2-1 0 0,2 1 0 0,-2-4 0 16,2 1 0-16,1-1 0 0,-4-3 0 0,4-2 0 0,-1 0 0 15,-2-2 0-15,3 1 0 0,-1-3 0 0,2 3 0 16,-2-3 0-16,-3 1 0 0,3-1 0 0,1-4 0 16,0 5 0-16,-1-3 0 0,-2 2-120 0,3-4-230 15,0 0-50-15,0 0-50 0,0 0-55 16,0 0-58-16,0 0-405 0,0 0-1048 0,0 0 464 16</inkml:trace>
  <inkml:trace contextRef="#ctx0" brushRef="#br0" timeOffset="435625.574">6475 17763 98 0,'0'-9'426'0,"0"1"37"0,0 0 32 0,0-3 15 16,0 0 3-16,0 1 2 0,-1-2-9 0,1-1-2 16,0 1-15-16,0 4-6 0,1-3-20 0,-1 4-26 15,3-3-27-15,-2 1-27 0,-1 1-29 0,5 3-29 16,-4-5-27-16,6 2-29 0,-2 1-30 0,0-4-228 15,0 6-11-15,7-3 0 0,-6 2 0 0,3 3 0 16,4-2 0-16,-4 0 0 0,0 3 0 0,3-1 0 16,-1 0 0-16,-1 2 0 0,3 1 0 0,-3 1 0 15,-10-1 0-15,15 6 0 0,-5-4 0 0,-2 0 0 16,-3 2 0-16,0 2 0 0,0-1 0 0,-1 1 0 16,0 5 0-16,0-2 0 0,-7-2 0 0,2 6 0 15,-3-3 0-15,-2 0 0 0,-2 5 0 0,-5-1 0 16,-6 4 0-16,0-1 0 0,2-6 0 0,2-1 0 15,-4 2 0-15,5-4 0 0,2-1 0 0,2-2 0 16,-1-1 0-16,3-2 0 0,0 4 0 0,3-3 0 16,1 0 0-16,-1-3 0 0,5 0 0 0,0 0 0 15,0 0 0-15,-11 3 0 0,11-3 0 16,0 0 0-16,0 0 0 0,0 0 0 0,0 0 0 16,0 0 0-16,0 0-295 0,0 0-226 0,25-6-48 15,-12 7-48-15,0 1-415 0,0-2-1117 0,4 2 494 16</inkml:trace>
  <inkml:trace contextRef="#ctx0" brushRef="#br0" timeOffset="435990.6186">6786 17852 261 0,'0'0'447'15,"2"-5"28"-15,0 0 22 0,0 1 0 0,-1-1 1 16,-1 5-6-16,2-11 2 0,-1 5 1 0,0 2-9 15,0-3-9-15,-1 2-32 0,2 2-23 0,-2-2-34 16,0 5-27-16,0-5-35 0,0 5-25 0,0 0-34 16,0 0-28-16,1-4-25 0,-1 4-105 0,0 0-109 15,0 0 0-15,0 0 0 0,0 0 0 0,1 15 0 16,-2-7 0-16,2-1 0 0,-1 3 0 0,4 0 0 16,-4 0 0-16,-2 0 0 0,0 1 0 0,4-1 0 15,-2 1 0-15,2-3 0 0,-3 5 0 0,1-5 0 16,1 4 0-16,-3-5 0 0,2 1 0 0,-4-1 0 15,2-4 0-15,2 4 0 0,-1-2 0 0,1-5 0 16,-1 9 0-16,1-5 0 0,0-4 0 0,0 7 0 16,0-7 0-16,0 5 0 0,-1-2 0 0,1 1 0 15,0-4 0-15,0 0-252 0,0 0-93 0,0 6-47 16,0-6-39-16,0 0-49 0,0 0-62 0,0 0-417 16,0 0-1038-16,15-15 460 0</inkml:trace>
  <inkml:trace contextRef="#ctx0" brushRef="#br0" timeOffset="437490.8679">6930 17350 8 0,'0'0'56'0,"0"0"3"16,0 0 0-16,0 0 1 0,0 0 8 0,0 0-1 16,0 0 9-16,0 0-3 0,0 0 6 0,0 0 3 15,-5-9-3-15,5 9-1 0,0 0-3 0,0 0-7 16,0 0-7-16,-4-3 6 0,4 3-6 0,0 0 2 16,0 0 1-16,0 0 4 0,0 0 8 0,-5-3 5 15,5 3 10-15,0 0 6 0,0 0 10 0,0 0 9 16,0 0 10-16,0 0 6 0,0 0 6 15,-9-2 4-15,9 2 13 0,0 0 7 0,0 0 8 16,0 0 18-16,0 0 5 0,0 0 6 0,-4-4 6 16,4 4 5-16,0 0-5 0,0-7-5 0,0 7-6 15,0 0-8-15,3-7-8 0,-3 7-3 0,1-7-13 0,3 3-12 16,-4 4-7-16,6-6-16 0,-2 1-6 16,0 2-15-16,1-1-10 0,-5 4-9 0,9-5-13 15,-5 2-3-15,-4 3-11 0,14-3 1 0,-5 5-8 16,-9-2-5-16,15 1-6 0,-8 2-7 0,0 1-2 15,-2 1-4-15,6-2 4 0,-6 1-12 0,0 1 2 16,-1 1-8-16,-2 0 0 0,1-1 1 0,-2 1-1 16,-2 1-2-16,0 1-1 0,-3 1-1 0,1-3 0 15,-3 4-3-15,-1-2 2 0,-2 0 1 0,0 1 0 16,-1-1-3-16,1-1 0 0,3-3 0 0,0-1-1 16,-1 1 2-16,3 0-2 0,-2 0 3 0,6-4 2 15,-5 5 3-15,5-5 4 0,-4 1 10 0,4-1 5 16,0 0-4-16,0 0 3 0,0 0-10 0,0 0-1 15,0 0-3-15,0 0 3 0,23 0-11 0,-14 3 2 16,-9-3-1-16,20 1 2 0,-12 2-3 0,1 0-5 16,-1-1 0-16,-2 2 0 0,-1-1 2 0,-1 1 1 15,0 1-5-15,-2 0 0 0,-2 2 4 0,-1-1-2 16,-3 3-1-16,-1-1 1 0,-5-3 7 0,1 5 1 16,0-1 1-16,-3-2 5 0,-1 2 3 0,-3 0 3 15,2-4 4-15,4 0 9 0,-3-1 13 0,0 1 5 16,3 0 18-16,2-1-3 0,2-1 14 0,6-3 6 15,-9 4 8-15,9-4-10 0,-9 1-4 16,9-1-49-16,0 0-37 0,0 0 0 0,0 0 0 16,-13-6 0-16,13 6 0 0,-1-9 0 0,1 9 0 15,0 0 0-15,0-4-18 0,0 4-167 0,0 0-50 0,0 0-52 16,8-8-42-16,-8 8-54 0,6-4-47 0,-6 4-57 16,5-4-57-16,-5 4-339 0,0 0-955 0,8-6 423 15</inkml:trace>
  <inkml:trace contextRef="#ctx0" brushRef="#br0" timeOffset="437976.3778">6299 17222 311 0,'0'0'364'0,"0"0"8"0,-13-2-6 0,13 2-6 16,0 0-4-16,-5-1-7 0,5 1-12 15,-4-2-11-15,4 2-15 0,0 0-14 0,-4-2-13 0,4 2-13 16,0 0-11-16,0 0-6 0,0 0-6 15,0 0-11-15,0 0-2 0,0 0-10 0,0 0 6 0,0 0-14 16,0 0-7-16,0 0-6 0,0 0-1 0,0 0-3 16,0 0-2-16,0 0-9 0,8-7-5 0,-8 7-18 15,10-2-4-15,4 1-8 0,-1 1-44 16,7-4-110-16,-2 2 0 0,10 0 0 0,-6 2 0 16,8-6 0-16,0 2 0 0,2 0 0 0,-1 1 0 15,-3 0 0-15,0 0 0 0,-10-1 0 0,2 4 0 0,-7 0 0 16,0-1 0-16,-1-1 0 0,0 2 0 0,-4 0 0 15,-8 0 0-15,10 0 0 0,-10 0 0 16,9-2 0-16,-9 2 0 0,0 0 0 0,0 0 0 16,0 0 0-16,8 4 0 0,-8-4 0 0,0 0 0 15,0 4 0-15,0-4 0 0,0 0 0 0,0 0-292 16,-13 7-155-16,5-5-59 0,8-2-86 0,-13-2-467 16,13 2-1148-16,-13-6 508 0</inkml:trace>
  <inkml:trace contextRef="#ctx0" brushRef="#br0" timeOffset="438825.6278">7514 16805 202 0,'-2'-4'400'0,"-1"1"14"15,2-3 11-15,-2 1 10 0,3 5 2 0,-2-6 3 16,-5 1-9-16,6 1-6 0,-1 1-10 0,0-1-1 16,1 0-10-16,0-1-9 0,-2 1-15 0,3 4-7 15,-3-7-13-15,2 2-17 0,-1 2-14 16,2 3-18-16,-3-5-15 0,0 2-18 0,3 3-17 0,-1-4-238 16,1 4-23-16,0 0 0 0,0 0 0 0,0 0 0 15,0 0 0-15,0 0 0 0,0 0 0 0,0 0 0 16,4 20 0-16,-4-10 0 0,1 3 0 0,3 2 0 15,-6 2 0-15,2 0 0 0,0 2 0 16,2 1 0-16,-1 6 0 0,1-7 0 0,-1 0 0 0,0 1 0 16,1-1 0-16,-1 1 0 0,-1-1 0 0,0-2 0 15,0 0 0-15,0-1 0 0,0-6 0 0,1 2 0 16,-1 1 0-16,2-6 0 0,-5 2 0 0,6-2 0 16,-5-3 0-16,4 3 0 0,-1-2 0 0,-1-2 0 15,0 1 0-15,0-4 0 0,-1 6 0 0,1-6 0 16,-2 6 0-16,2-6 0 0,0 0 0 0,0 0 0 15,2 4 0-15,-2-4 0 0,0 0 0 0,0 0-235 16,0 0-214-16,-2-16-22 0,1 11-27 0,2-2-30 16,-1 0-15-16,0 3-369 0,-2-1-987 0,0-3 438 15</inkml:trace>
  <inkml:trace contextRef="#ctx0" brushRef="#br0" timeOffset="439150.6133">7394 17008 152 0,'-5'-2'244'0,"0"0"30"15,-4 0 24-15,5 2 29 0,-1-3 29 0,5 3 20 16,-9-1 10-16,9 1 11 0,-8-1 11 0,8 1-3 16,-6-3-2-16,6 3-3 0,0 0-20 0,-5-1-13 15,5 1-16-15,-4-2-18 0,4 2-16 0,0 0-11 16,0 0-22-16,0 0-19 0,0 0-18 0,0 0-22 16,15-1-17-16,-7-1-17 0,2 1-4 0,4 1-83 15,6-2-104-15,1 1 0 0,9-4 0 0,0 1 0 16,0 1 0-16,-4-1 0 0,5 1 0 0,-10-2 0 15,5 1 0-15,-5 2 0 0,-1-2 0 0,-2 3 0 16,0-5 0-16,-6 4 0 0,0-1 0 0,-4 2 0 16,-2 0 0-16,2 0 0 0,-3-1 0 0,1 1 0 15,-2-1 0-15,-4 2 0 0,6-3 0 0,-6 3 0 16,0 0 0-16,6-1 0 0,-6 1 0 0,5-2 0 0,-5 2 0 16,0 0 0-16,0 0-311 0,0 0-113 15,-5-5-51-15,5 5-60 0,-4-5-60 0,-1 3-381 16,5 2-1056-16,-8-4 467 0</inkml:trace>
  <inkml:trace contextRef="#ctx0" brushRef="#br0" timeOffset="440227.9575">8516 16807 56 0,'0'0'303'0,"0"0"2"0,0 0 2 0,-4-2 1 16,4 2-9-16,0 0-7 0,0 0 0 0,-6-3 1 16,6 3-13-16,0 0 2 0,0 0 1 0,-1-4-5 15,1 4-5-15,0 0 1 0,-3-6-7 0,3 6-5 16,0 0-5-16,0 0-12 0,0 0-1 0,-1-4-6 15,1 4-4-15,0 0-18 0,0 0-7 0,-1-3-8 16,1 3-12-16,0 0-21 0,1-8-9 0,-1 8-25 16,2-5-8-16,1 1-7 0,1 1-14 0,0 0-12 15,3-2-12-15,-2 3-5 0,2-2-6 0,0-1-7 16,2 4-9-16,2-3-2 0,0 3-16 0,2-1 2 16,-2 1 6-16,3 0-15 0,0 1-9 0,-1 2-4 15,1 1 1-15,2 6-13 0,-2-5-4 0,-4 1 0 16,3 4 0-16,-1-2 0 0,-2 1 0 0,0 0 0 15,-5 2 0-15,0 0 0 0,0-1 0 0,-4 4 0 16,1-2 0-16,-2 4 0 0,-2-4 0 0,-4 5 0 16,1-1 0-16,-3 1 0 0,-2-4 0 0,0 1 0 15,-3 0 0-15,4 0 0 0,0-6 0 0,-5 6 0 16,5-6 0-16,0-3 0 0,4 1 0 0,1 0 0 16,-2-3 0-16,2 0 0 0,4-2 0 0,-7 1 0 15,7-1 0-15,0 0 0 0,-1-9 0 0,2 3 0 16,6-2 0-16,-2-2 0 0,5-4 0 0,-1 1 0 15,4-4 0-15,1 3 0 0,4-7 0 0,-5 7 0 16,7-7 0-16,-1 1 0 0,-5 7 0 0,0-2 0 16,2 1 0-16,-3-1 0 0,-2 1 0 0,-1 6 0 15,-1-4 0-15,0 6 0 0,-4-4 0 0,4 3 0 16,-5 1 0-16,0 1 0 0,0 0 0 0,-2-1 0 16,2 2 0-16,-1 1 0 0,-2 1 0 0,-1 2 0 15,5-3 0-15,-5 3 0 0,0 0 0 0,0 0 0 16,0 0 0-16,0 0 0 0,0 0 0 0,0 0 0 15,-5 16 0-15,1-9 0 0,-1-2 0 0,1 5 0 16,0-2 0-16,-1 4 0 0,0-1 0 0,0-2 0 16,-3 6 0-16,4-2 0 0,-1-3 0 0,1 2 0 0,3 1 0 15,-4-2 0-15,1 0 0 0,1 4 0 16,0-4 0-16,2 0 0 0,-1-2 0 0,1 1 0 16,1-2 0-16,0 1 0 0,4-2 0 0,-1 1 0 15,0-3 0-15,2-1 0 0,4 4 0 0,0-2 0 0,4-1 0 16,4 1 0-16,-3-3 0 0,1 3 0 0,3-3 0 15,-1 0 0-15,-2-1 0 0,-2-1 0 0,-2-1 0 16,-1 3 0-16,2-4 0 0,-4 1 0 16,0 0 0-16,4-2 0 0,-8 2 0 0,2 0-269 15,1-4-154-15,-1 1-26 0,-1-1-33 0,-4 0-50 0,2 0-48 16,-3-1-330-16,1 1-985 0,-1 4 436 16</inkml:trace>
  <inkml:trace contextRef="#ctx0" brushRef="#br0" timeOffset="440761.8292">9105 16905 55 0,'4'-9'491'0,"-1"6"-2"0,-3-3-8 0,2 1-11 16,1 0-23-16,-2 1-28 0,3 1-22 0,1 0-31 0,-5-1-31 15,8 0-28-15,-3 0-25 0,-1 1-29 0,2-1-22 16,0 1-18-16,3-1-24 0,2 1-15 0,-2 2-16 16,1 1-14-16,0-1-9 0,-1 1-6 15,-3 0-18-15,3 0-2 0,-2 1-16 0,-1 3-2 16,1-1-7-16,1 0-7 0,-3 1 1 0,3 0-9 0,-4 3-7 16,1-2 5-16,-4 1-6 0,2 2-5 0,2 1 4 15,-4 0-1-15,-1 0 13 0,-1 2-4 0,-4-3 10 16,2 5 6-16,-3 2-15 0,0-4-4 0,0-2-9 15,-5 6-2-15,-1-3-8 0,3-2 1 16,-4-2-4-16,4 2-5 0,-1-3 10 0,2-1 4 0,-1 1 9 16,5-3 7-16,-1 0-68 0,1-1 0 0,1-1 0 15,3-2 0-15,-5 3 0 0,5-3 0 16,-1 3 0-16,1-3 0 0,0 0 0 0,0 0 0 16,13 0 0-16,-6-2 0 0,6 1 0 0,3 1 0 0,1-3 0 15,3 1 0-15,0-1 0 0,-1 0 0 0,11-4 0 16,-2-1 0-16,0 4 0 0,-1 1 0 0,-4 1 0 15,-2 0 0-15,-1-4 0 0,-3 3 0 16,0 1 0-16,-4 1 0 0,-7-2 0 0,2 1 0 0,-3 1 0 16,4-1 0-16,-9 2 0 0,9 0 0 0,-9 0 0 15,5 2 0-15,-5-2 0 0,0 0 0 0,4 2 0 16,-4-2 0-16,0 0 0 0,-10 7 0 0,3-4 0 16,-3 1 0-16,2 0 0 0,-2 0-428 15,0 1-132-15,-3 0-97 0,4 0-434 0,-7 3-1183 0,-2-4 524 16</inkml:trace>
  <inkml:trace contextRef="#ctx0" brushRef="#br0" timeOffset="441645.111">8345 17320 31 0,'0'0'298'0,"-5"0"1"0,5 0-20 0,0 0 1 16,0 0-17-16,0 0-13 0,0 0-10 0,0 0-12 16,0 0-14-16,0 0-12 0,0 0-2 0,0 0-20 15,0 0-6-15,-8 0-12 0,8 0-8 0,0 0-3 16,0 0-10-16,0 0 6 0,0 0-7 0,0 0-1 16,0 0 0-16,0 0 6 0,0 0 6 0,0 0 6 15,0 0 6-15,0 0-6 0,21 2 1 0,-14-2-8 16,7 1 3-16,5-1-9 0,2 2-7 0,8-2 0 15,2 1-4-15,5-1 2 0,5-1-10 0,15-2 0 16,0 3-9-16,3-2-5 0,7 4-11 0,2-4-6 16,25-2-6-16,-1 2-1 0,4-4 2 0,-4 2-11 15,0-1-8-15,0-1-7 0,4 3-1 0,0-6 2 16,2 3-9-16,-31 3 18 0,29-6-3 0,-3 2 1 16,-1 0-3-16,-28 2 4 0,2 1 1 0,1 1-11 15,-6-1 3-15,-1-2-1 0,-6 5-49 0,-3-3-15 16,-14 2 0-16,-2 2 0 0,-5-2 0 0,-7 1 0 15,-5 0 0-15,-5 1 0 0,1 1 0 0,-5-2 0 16,-1 2 0-16,-2-1 0 0,-1 1 0 0,-5-1 0 16,9 1 0-16,-8 2 0 0,-1-3 0 0,3 3 0 15,-3-3 0-15,2 2 0 0,-2-2 0 0,0 0 0 16,0 0-37-16,0 0-99 0,0 0-19 0,-5 7-18 16,5-7-14-16,0 0-32 0,0 0-43 0,0 0-51 15,0 0-56-15,0 0-44 0,0 0-47 0,-12-11-56 16,7 8-310-16,-2 1-893 0,2 0 395 0</inkml:trace>
  <inkml:trace contextRef="#ctx0" brushRef="#br0" timeOffset="442931.0783">8531 17670 182 0,'-3'-1'428'0,"0"-3"-4"16,0 0-11-16,2 1-22 0,1 3-16 0,-4-5-12 0,3 1-10 16,-3-1-8-16,2-1-13 0,1 4-10 0,-3-3-12 15,4 5-10-15,-3-6-15 0,2 1-11 16,0 1-14-16,1-1-15 0,-2 2-10 0,2-4 4 15,0 2-13-15,2 1-11 0,-1-1-5 0,1-2 0 16,0 2-19-16,-1 0-14 0,7-4-11 0,-2 4-12 0,0 0-11 16,-1-2-11-16,4 1-10 0,2 2-14 0,-1 0-47 15,-1-1-61-15,2 3 0 0,0-2 0 0,0 3 0 16,-1 1 0-16,-1-1 0 0,0 2 0 16,1 3 0-16,2-2 0 0,-3 3 0 0,2-1 0 15,-3 3 0-15,0-2 0 0,-2 6 0 0,2-1 0 0,-3 1 0 16,0 0 0-16,-4 3 0 0,2-3 0 0,-2 8 0 15,0-3 0-15,-2 1 0 0,-2-3 0 16,-3 3 0-16,2-7 0 0,-5 6 0 0,-1 0 0 16,1-5 0-16,-5 1 0 0,1 0 0 0,-1 0 0 15,4-6 0-15,-2 1 0 0,1-1 0 0,0-1 0 16,1-2 0-16,2 0 0 0,1-1 0 0,0-2 0 0,7 0 0 16,-16-1 0-16,10-2 0 0,6 3 0 15,-12-3 0-15,6-2 0 0,0-2 0 0,-2 1 0 16,4 0 0-16,2 0 0 0,-2-4 0 0,2 1 0 15,1 2 0-15,0-1 0 0,-1-1 0 0,0-2 0 16,3 4 0-16,-2-2 0 0,3-2 0 0,0 5 0 16,-1 1 0-16,0 0 0 0,1 0 0 0,-2 5 0 15,1-8 0-15,0 5 0 0,-1 3 0 0,4-5 0 16,-4 5 0-16,1-4 0 0,-1 4 0 0,0 0 0 16,3-4 0-16,-3 4 0 0,0 0 0 0,0 0 0 15,0 0 0-15,3 14 0 0,-3-9 0 0,1 2 0 16,0 1 0-16,4 2 0 0,-7-2 0 0,4 2 0 15,-1 0 0-15,-1-3 0 0,0 3 0 0,0-4 0 16,0 3 0-16,0-4 0 0,0 2 0 0,2-1 0 16,-1-1 0-16,-1-5 0 0,-3 7 0 0,3-7 0 15,0 7 0-15,0-7 0 0,0 0 0 0,2 5 0 16,-2-5 0-16,0 0 0 0,0 0 0 0,14-3 0 16,-14 3 0-16,14-6 0 0,-5-2 0 0,0 4 0 15,0-2 0-15,1 0 0 0,-2 0 0 0,1 0 0 16,1-3 0-16,-4 6 0 0,3-5 0 0,0 2 0 15,-3 3 0-15,-1-1 0 0,3 1 0 0,-4 0 0 16,1 0 0-16,5 2 0 0,-2 0 0 0,-8 1 0 16,14 4 0-16,-6-3 0 0,-3 2 0 0,1 1 0 15,1 0 0-15,-1 0 0 0,0 0 0 0,-1 1 0 16,2 1 0-16,-2 2 0 0,0-4 0 0,-1 1 0 16,1 1 0-16,-1 1 0 0,0-3 0 0,2 4 0 15,-1 1 0-15,4-6 0 0,9 3 0 0,-9-1 0 16,5-1 0-16,4 1 0 0,1-1-147 0,4-1-219 15,-2-2-51-15,6 2-39 0,-6-4-46 0,7 1-56 16,-5 1-400-16,-5-2-1038 0,5-1 460 0</inkml:trace>
  <inkml:trace contextRef="#ctx0" brushRef="#br0" timeOffset="443547.6809">9330 17913 243 0,'0'0'432'0,"0"0"7"0,0 0 2 16,0 0-20-16,0 0-16 0,0 0-23 16,0 0-12-16,0 0-20 0,0 0-15 0,0 0-15 0,-9-13-15 15,9 13-7-15,-6-7-11 0,6 7-11 16,-4-3-5-16,0-1-16 0,4 4 13 0,-5-7 3 16,0 4-28-16,1-3-8 0,-1 3-9 0,-4-2-15 15,4-2 11-15,-4-1-13 0,3 1-13 0,-4-2-9 0,3 0-94 16,-2-4-93-16,-2-1 0 0,4-4 0 15,-3-4 0-15,2 4 0 0,1-3 0 0,0-3 0 16,2 6 0-16,4 0 0 0,1 0 0 0,1 0 0 16,0 4 0-16,6-2 0 0,-2 4 0 0,2 1 0 15,3-1 0-15,0-2 0 0,4 3 0 0,1 1 0 16,-5 3 0-16,8 0 0 0,1 1 0 0,-2 0 0 16,-3 2 0-16,-1 2 0 0,-3 0 0 0,3 1 0 15,-2 2 0-15,1-1 0 0,-2 0 0 0,0 1 0 16,-2 0 0-16,-2 3 0 0,1-1 0 0,-2 2 0 15,0 1 0-15,0 0 0 0,0 1 0 0,-5 3 0 16,0-1 0-16,0-2 0 0,-4 3 0 0,-4 5 0 16,-2-4 0-16,-1 4 0 0,-2 1 0 0,-5 2 0 15,-3 0 0-15,-1-3 0 0,4-2 0 0,3-5 0 16,-2 2 0-16,3-2 0 0,-1-2 0 0,3-2 0 16,3 1 0-16,3 0 0 0,-1-1 0 0,0-3 0 15,7-1 0-15,-12 6 0 0,7-2 0 0,5-4 0 16,0 0 0-16,-5 3 0 0,5-3 0 0,0 0-285 15,0 0-234-15,0 0-53 0,17 1-58 0,-8-1-402 16,5 0-1116-16,2 1 495 0</inkml:trace>
  <inkml:trace contextRef="#ctx0" brushRef="#br0" timeOffset="443913.8945">9531 17820 205 0,'0'0'519'0,"5"-8"15"16,-4 1 8-16,-1-1-1 0,3-2-13 0,-2 5-8 15,3-1-13-15,-3-1-17 0,-1-1-28 0,3 5-22 16,-3 3-32-16,1-11-31 0,2 7-30 0,-3 4-50 16,2-3-36-16,-2 3-28 0,0 0-22 0,0 0-10 15,0 0-18-15,9 19-12 0,-6-8-11 0,-1 1-106 16,1 4-54-16,-2 1 0 0,4 1 0 0,-4 1 0 15,5 5 0-15,-4-7 0 0,-2 4 0 16,3 0 0-16,-3 3 0 0,1-6 0 0,-2 0 0 16,-1 0 0-16,1-2 0 0,0-3 0 0,0 3 0 0,1-16 0 15,-3 23 0-15,3-23 0 0,-5 20 0 0,5-20 0 16,-4 15 0-16,4-15 0 0,0 0 0 16,-6 18 0-16,6-18 0 0,0 0 0 0,0 0 0 15,-3 14 0-15,3-14 0 0,0 0-239 0,0 0-128 16,0 0-61-16,0 0-45 0,0 0-43 0,6 0-66 15,-6 0-349-15,0 0-1010 0,0 0 447 0</inkml:trace>
  <inkml:trace contextRef="#ctx0" brushRef="#br0" timeOffset="444315.7543">9468 17828 132 0,'3'-13'474'0,"1"1"1"16,-2-4 9-16,2 5 9 0,1-4 5 0,3 0-16 15,-3 0-21-15,4 1-4 0,-3 3-10 0,6-1-21 16,-2 4-29-16,0 1-26 0,3-3-23 0,5 3-24 16,0 1-23-16,0 0-24 0,1 4-20 0,-1-1-18 15,2 5-19-15,1 0-19 0,-2 2-12 0,0 1-19 16,0 5-102-16,-2-2-68 0,-2 1 0 0,-1 0 0 16,-4 0 0-16,2 3 0 0,-4-1 0 0,-1 4 0 15,-3-2 0-15,-1-4 0 0,-3 5 0 0,-3-1 0 16,-1 1 0-16,-2 1 0 0,-5-1 0 0,-5-1 0 15,3-1 0-15,-11 0 0 0,-2 3 0 0,2-4 0 16,0-1 0-16,3-3 0 0,2-1 0 0,1 1 0 16,4-4 0-16,3-1 0 0,2 2 0 15,0-2 0-15,4-1 0 0,5-1 0 0,-9 2 0 16,9-2 0-16,-8 1 0 0,8-1 0 0,0 0 0 16,0 0 0-16,-11-4 0 0,11 4 0 0,0 0 0 0,-4-6 0 15,4 6 0-15,0 0 0 0,-3-4 0 16,3 4 0-16,0 0 0 0,0 0-190 0,0 0-186 15,11-11-42-15,-6 10-4 0,-5 1-25 0,0 0-10 16,0 0-22-16,20-1-20 0,-20 1-319 0,0 0-885 16,9-3 392-16</inkml:trace>
  <inkml:trace contextRef="#ctx0" brushRef="#br0" timeOffset="444965.0725">10093 17561 45 0,'3'-3'388'0,"-2"0"3"0,2-1-13 0,-1-2-6 16,1 1-4-16,-1 0-8 0,2-1-4 0,-3 0-10 15,2 1 0-15,3 0-14 0,-2 0-12 0,-3 1-10 0,3-2-16 16,-4 1-7-16,4 4-11 0,-4-5-8 15,1 2-20-15,-1 4-16 0,0-6-10 0,0 6-9 16,3-2-23-16,-3 2-29 0,0 0-12 0,0 0-15 16,0 0-3-16,0 0-4 0,9 12 14 0,-3-3-3 15,-2 4-13-15,-3-2 8 0,6 6-3 0,-2 0-10 16,-4 0-3-16,3 1-74 0,1 2-43 0,-1-1 0 16,-3 1 0-16,-1 0 0 0,4-1 0 0,-4 6 0 15,0-6 0-15,0-1 0 0,-1 1 0 0,-2-1 0 16,2-2 0-16,-4-1 0 0,1-4 0 0,4-3 0 15,-4 2 0-15,3-3 0 0,1-1 0 0,-4-2 0 16,4 1 0-16,-1-2 0 0,1 3 0 0,0-6 0 16,0 4 0-16,-3-1-100 0,3-3-195 0,0 0-62 15,0 0-64-15,0 0-58 0,9-16-72 0,-9 9-447 16,4-2-1082-16,2-1 479 0</inkml:trace>
  <inkml:trace contextRef="#ctx0" brushRef="#br0" timeOffset="445400.7997">10121 17511 54 0,'-2'-3'393'0,"-1"-5"12"16,6 2 4-16,-3 2 7 0,2-3 1 0,-2 3-14 15,1-1-11-15,2 0-8 0,-3 5-14 0,3-7-15 16,-1 3-13-16,-2 4-30 0,2-7-21 0,1 2-23 15,3 2-33-15,0 2-10 0,4-1-1 0,4 2-7 16,4 1-3-16,0 1 5 0,1 1-10 0,1 5-4 16,-1-1-10-16,7 2-4 0,-1 3-10 0,-4-2 1 15,1 3-23-15,-4-1-11 0,-4-2-15 0,1 3-90 16,-2-1-43-16,1-1 0 0,-5 3 0 0,-1-3 0 16,-4 0 0-16,-3 2 0 0,3 4 0 0,-3-4 0 15,-1-1 0-15,-5 3 0 0,1 1 0 0,-2 1 0 16,-3 1 0-16,-5-5 0 0,-3 8 0 0,-5-3 0 15,3 2 0-15,-4-6 0 0,4-2 0 0,-5-1 0 16,6-2 0-16,-1 1 0 0,2-3 0 0,2 0 0 16,3-2 0-16,2-2 0 0,-3 3 0 15,8-5 0-15,0 1 0 0,-4 1 0 0,9-3 0 16,-9 3 0-16,9-3 0 0,-4 3 0 0,4-3 0 0,-8 3 0 16,8-3 0-16,0 0 0 0,0 0 0 0,0 5 0 15,0-5 0-15,8 2-409 0,-3 0-96 0,-5-2-67 16,17 1-64-16,-12 2-376 0,8-6-1096 15,-2 2 485-15</inkml:trace>
  <inkml:trace contextRef="#ctx0" brushRef="#br0" timeOffset="445782.6268">10575 17797 171 0,'5'-6'479'16,"-1"0"17"-16,-2-2 12 0,2 1 6 0,0-2 1 16,0 2-3-16,-4-2-8 0,4 4 2 0,-3-2-10 15,3 2-8-15,-3 1-23 0,3-1-28 0,-4 5-35 16,0 0-36-16,1-8-34 0,-1 8-31 0,0 0-32 16,0 0-25-16,0 0-58 0,0 0-186 0,0 0 0 0,0 0 0 15,7 17 0-15,-6-5 0 0,-1 1 0 16,0-3 0-16,1 7 0 0,3 0 0 0,-1 1 0 15,-2 0 0-15,-1 1 0 0,0-1 0 0,3 7 0 16,-2-7 0-16,-2 0 0 0,1 0 0 0,0-1 0 16,0 0 0-16,-3-4 0 0,3 2 0 0,-4-4 0 15,4-1 0-15,-4 0 0 0,3-2 0 0,1 1 0 16,0-4 0-16,-1 1 0 0,-2 0 0 0,-1-1 0 16,4-5 0-16,0 6 0 0,-1-2 0 0,-3-2 0 15,4-2 0-15,-2 4 0 0,2-4-194 0,0 0-226 16,0 0-37-16,0 0-34 0,0 0-35 0,0 0-48 15,10-14-348-15,-9 11-999 0,2-7 443 0</inkml:trace>
  <inkml:trace contextRef="#ctx0" brushRef="#br0" timeOffset="446149.6337">10539 17804 19 0,'4'-7'391'0,"-3"-2"-6"0,2-2 19 16,3 3-3-16,-2 0 0 0,1-5 2 0,3 5-9 15,-3-2-14-15,1 3-11 0,2-4-11 0,-2 3-20 16,2 1-9-16,-3 0-16 0,4 1-25 0,3 1-19 16,-3 0-8-16,1 1-18 0,0 1-15 0,4-1-14 15,-2 7-14-15,0-1-16 0,1 0-7 16,-3 1-18-16,2 3-9 0,-1-1-14 0,-2 1-14 16,-1 1-11-16,2 0-12 0,-3 1-10 0,-1 2-7 0,-1-2-18 15,-4 2 4-15,2-1-7 0,-2 3-3 16,-1-1-15-16,-1-1-43 0,1 1 0 0,-5-3 0 15,-3 3 0-15,-1-3 0 0,-6 3 0 0,1-1 0 16,-3 0 0-16,1-1 0 0,-1-2 0 0,2 2 0 16,-2-5 0-16,4 1 0 0,3-2 0 0,0 0 0 15,1-2 0-15,0 0 0 0,9-1 0 0,-9 0 0 16,9 0 0-16,-9 2 0 0,9-2 0 0,0 0 0 16,-9 2-12-16,9-2-201 0,0 0-46 0,0 0-56 15,0 0-52-15,0 0-51 0,0 0-57 0,0 0-73 16,33 0-383-16,-33 0-1008 0,25 0 445 0</inkml:trace>
  <inkml:trace contextRef="#ctx0" brushRef="#br0" timeOffset="446802.3381">10869 18020 97 0,'0'0'397'16,"0"0"-13"-16,0 0 2 0,0 0-6 0,0 0-6 0,0 0-13 16,4-11-9-16,-4 11-8 0,0 0-8 0,1-6-8 15,-1 6-14-15,0 0-9 0,-3-7-13 0,3 7-4 16,0 0-17-16,0-10-2 0,0 10-15 0,-1-7-9 16,1 7-13-16,3-7-13 0,-3 7-14 15,1-6-17-15,-1 6-15 0,8-8-24 0,-4 5-4 16,-4 3-14-16,10-7-12 0,-6 3-13 0,5 1-10 15,-9 3-3-15,12-6-19 0,-5 4-4 0,0 0-7 16,0 2 0-16,-7 0-12 0,15 0-14 0,-15 0-37 0,12 0 0 16,-6 2 0-16,-6-2 0 0,11 5 0 0,-5-1 0 15,-4-2 0-15,2 2 0 0,-1 1 0 16,-1 1 0-16,-2 0 0 0,0 3 0 0,0-2 0 16,0-1 0-16,-2 2 0 0,-1 1 0 0,-1 1 0 15,-1-2 0-15,-1 2 0 0,-2-2 0 0,-1 1 0 16,0 0 0-16,-2-2 0 0,0 2 0 0,2-2 0 15,-2-1 0-15,3-1 0 0,2 0 0 0,-1-2 0 16,4 1 0-16,-4 0 0 0,7-4 0 0,-5 3 0 16,5-3 0-16,-5 4 0 0,5-4 0 0,-1 3 0 15,1-3 0-15,0 0 0 0,-4 4 0 0,4-4 0 16,0 0 0-16,0 0 0 0,0 0 0 0,0 0 0 16,14 2 0-16,-14-2 0 0,13 0 0 0,-6 0 0 15,-7 0 0-15,21-1 0 0,-11-2 0 0,2 3 0 16,2 0 0-16,-1-2 0 0,0 0 0 0,4 1 0 15,2-3 0-15,-2 3 0 0,-2-1 0 0,-2 0 0 16,1 0 0-16,-1-2 0 0,1 2 0 0,-4 1 0 16,0-2 0-16,-1 2 0 0,-9 1 0 0,14-1 0 15,-8 0 0-15,-6 1 0 0,6-3 0 0,-6 3 0 16,7-2 0-16,-7 2 0 0,0 0 0 0,6-4 0 16,-6 4 0-16,0 0 0 0,0 0 0 15,0 0 0-15,5-1 0 0,-5 1 0 0,0 0 0 0,0 0 0 16,0 0 0-16,0 0 0 0,0 0 0 0,0 0 0 15,0 0 0-15,0 0 0 0,0 0-307 0,0 0-307 16,0 0-78-16,-14-5-405 0,9-5-1187 0,2 2 525 16</inkml:trace>
  <inkml:trace contextRef="#ctx0" brushRef="#br0" timeOffset="447806.8744">10994 17308 165 0,'0'0'333'16,"0"0"-1"-16,0 0-8 0,0 0 0 0,0 0-17 16,0 0-14-16,0 0-11 0,0 0-15 0,0 0-17 15,0 0-11-15,0 0-13 0,0 0-9 0,0 0-9 16,0 0-10-16,0 0-8 0,0 0-3 0,0 0-7 16,0 0-3-16,0 0-5 0,0 0-3 0,0 0 1 15,0 0 5-15,0 0-5 0,0 0 1 0,0 0-2 16,0 0 0-16,0 0-8 0,0 0-12 0,0 0-2 15,0 0-4-15,0 0-13 0,0 0-15 0,0 0-4 16,0 0-14-16,0 0-14 0,0 0-4 0,0 0-14 16,0 0-7-16,0 0-2 0,0 0-5 0,13-10-4 15,-13 10-4-15,0 0-6 0,0 0-3 0,0 0 3 16,0 0-9-16,0 0 2 0,0 0-4 0,0 0 7 16,0 0 10-16,0 0 2 0,0 0 2 0,0 0 0 15,0 0 3-15,0 0-2 0,0 0-1 0,0 0-7 16,0 0-40-16,0 0 0 0,0 0 0 0,0 0 0 15,0 0 0-15,0 0 0 0,0 0 0 0,0 0 0 16,0 0 0-16,0 0 0 0,0 0 0 0,0 0 0 16,0 0 0-16,0 0 0 0,0 0 0 0,0 0 0 15,0 0 0-15,0 0 0 0,0 0 0 0,0 0 0 16,0-2 0-16,0 2 0 0,0 0 0 0,0 0 0 16,0 0 0-16,0 0 0 0,0 0 0 0,0 0 0 15,0 0 0-15,0 0 0 0,5-3 0 0,-5 3 0 16,0 0 0-16,0 0 0 0,0 0 0 0,6 0 0 15,-6 0 0-15,8-1 0 0,-8 1 0 0,12 1 0 16,-12-1 0-16,14 0 0 0,-8 0 0 0,2 5 0 16,-3-2 0-16,8 1 0 0,-8 0 0 0,4 2 0 15,-3-1 0-15,-2 0 0 0,1 0 0 0,-1 0 0 16,0 0 0-16,-2 2 0 0,0-2 0 0,-1 1 0 16,-2 1 0-16,-1-2 0 0,-2 4 0 0,-1-3 0 15,-1 1 0-15,-4 2 0 0,-2-2 0 0,-3-3 0 16,2 3 0-16,3-3 0 0,-3 0 0 0,4-2 0 15,-2 2 0-15,3-3 0 0,0 0 0 0,3 1 0 16,1-1 0-16,4-1 0 0,0 0 0 0,-9-3 0 16,9 3 0-16,0 0 0 0,0 0 0 0,0 0 0 15,0 0 0-15,13-8 0 0,-4 6 0 0,0 1 0 16,0 1 0-16,0 0 0 0,1-1 0 0,4 2 0 16,-1 2 0-16,-3-1 0 0,2 3 0 0,-2 1 0 15,1-3 0-15,-2 2 0 0,0 0 0 0,0 1 0 16,-4 0 0-16,-1-1 0 0,0 1 0 15,-1 0 0-15,-3 2 0 0,0-3 0 0,-2 1 0 16,-3 1 0-16,0 2 0 0,-4-1 0 0,0 0 0 0,-1-1 0 16,-4-2 0-16,-1 6 0 0,-3-5 0 0,1 4 0 15,2-7 0-15,-2 1 0 0,3 0 0 0,3 0 0 16,-1-4 0-16,3 1 0 0,1-1 0 0,8 0 0 16,-10 0 0-16,10 0 0 0,-10-1 0 15,10 1 0-15,-6-7 0 0,6 7 0 0,-4-2 0 16,4 2 0-16,-3-4 0 0,3 4 0 0,-1-4 0 0,1 4 0 15,0 0 0-15,0 0-133 0,0 0-217 0,9-8-62 16,-9 8-59-16,8-1-71 0,-8 1-80 0,0 0-322 16,8-2-1022-16,-8 2 452 0</inkml:trace>
  <inkml:trace contextRef="#ctx0" brushRef="#br0" timeOffset="448705.0755">10378 17348 53 0,'0'0'62'0,"0"0"-7"16,9 1-2-16,-9-1-11 0,0 0-19 15,0 0 1-15,3 2-13 0,-3-2-5 0,0 0-5 16,2 3-9-16,-2-3 6 0,0 0 0 0,0 0 5 16,8 2-7-16,-8-2 4 0,0 0 1 0,0 0 1 0,0 0 0 15,4 2 2-15,-4-2 10 0,0 0-1 16,0 0 4-16,0 0 1 0,0 0 1 0,0 0 9 15,0 0 5-15,0 0 8 0,0 0 7 0,0 0 17 16,0 0 2-16,0 0 13 0,0 0 2 0,0 0 12 16,0 0-7-16,0 0 7 0,0 4 8 0,0-4-2 15,0 0-5-15,0 0 4 0,0 0-2 0,0 0 0 16,0 0 4-16,0 0-1 0,0 0 0 0,-7 4-4 16,7-4 1-16,0 0 3 0,0 0-3 0,-1 4 9 15,1-4 2-15,0 0-2 0,-5 2 4 0,5-2 0 16,0 0 3-16,0 0 2 0,0 0-17 0,-5 4 5 15,5-4-7-15,0 0-3 0,0 0 2 0,-8 1 1 16,8-1-6-16,0 0-3 0,0 0 3 0,0 0-7 16,0 0 0-16,0 0 10 0,0 0-5 0,-4 2 4 15,4-2 7-15,0 0 4 0,0 0 5 0,0 0 2 16,0 0 6-16,0 0 6 0,0 0 6 0,0 0 12 16,0 0 0-16,0 0 2 0,0 0-4 0,0 0-7 15,0 0 4-15,22-7 2 0,-14 4-1 0,2 3 4 16,4-1 3-16,-1-1 3 0,5-2 2 0,0 0-4 15,2 2 2-15,-2-3-9 0,4 3-1 0,-2-2-10 16,3 0-7-16,4 1-8 0,-5 1-11 0,-3-2-8 16,-1-1-10-16,-6 4-8 0,0 1-74 0,-4 0 0 15,-1-3 0-15,0 2 0 0,-7 1 0 0,0 0 0 16,14 0 0-16,-14 0 0 0,6-2 0 0,-6 2 0 16,0 0 0-16,0 0 0 0,0 0 0 0,9-1 0 15,-9 1 0-15,0 0 0 0,0 0 0 0,0 0 0 16,0 0 0-16,0 0 0 0,0 0 0 15,0 0 0-15,0 0 0 0,0 0-80 0,0 0-76 16,0 0-28-16,0 0-27 0,-5 11-28 0,5-11-20 0,0 0-20 16,-6 6-30-16,6-6-31 0,0 0-30 0,0 0-35 15,-9 0-40-15,9 0-374 0,0 0-888 0,0 0 393 16</inkml:trace>
  <inkml:trace contextRef="#ctx0" brushRef="#br0" timeOffset="449954.4013">11771 17035 80 0,'0'0'429'0,"-1"-5"8"0,0 2 4 0,1 3-1 16,-4-7-7-16,4 7-13 0,1-5-12 0,-1 5-23 15,1-2-18-15,-1 2-16 0,0 0-21 0,0 0-10 16,0 0-17-16,0 0-19 0,-2-5-16 0,2 5-11 16,0 0-24-16,0 0 1 0,0 0-17 0,-4-4-1 15,4 4-22-15,0 0-13 0,0 0-16 0,0 0-14 16,0 0-14-16,0 0-8 0,0 0-14 0,0 0-7 16,0 0 7-16,0 0-72 0,0 0-43 0,4 16 0 15,-4-11 0-15,2 6 0 0,0-2 0 0,-1 4 0 0,-1 3 0 16,1 2 0-16,-1 0 0 0,3 2 0 15,-1 5 0-15,-2 1 0 0,-1-7 0 0,1 5 0 16,0-4 0-16,-2-1 0 0,2 10 0 0,-2-10 0 16,2-4 0-16,0 0 0 0,-2 2 0 0,0-5 0 15,2-1 0-15,0 0 0 0,0-4 0 0,0 0 0 16,0-2 0-16,-1 4 0 0,0-5 0 0,-2-1 0 16,5 0 0-16,-2-3 0 0,0 7 0 0,0-7 0 15,1 5 0-15,-1-5 0 0,0 1 0 0,0-1 0 16,0 0 0-16,0 0 0 0,0 0 0 0,0 0 0 15,0 0 0-15,0 0 0 0,-12-10 0 0,10 4 0 16,-3 2 0-16,2-3-9 0,1 0-396 0,2 2-34 0,-3-4-26 16,0 1-17-16,3 1-3 0,0 1-13 15,-1 0-8-15,0-1-311 0,1 1-886 0,-1 1 392 16</inkml:trace>
  <inkml:trace contextRef="#ctx0" brushRef="#br0" timeOffset="450322.6166">11619 17286 227 0,'-10'0'340'0,"5"-1"10"16,-2-1 19-16,1 0 3 0,0 0 14 0,0 0 15 15,1-1 5-15,0 2 1 0,1-2-1 0,4 3 4 16,-7-3-15-16,4-1 1 0,3 4-14 0,-4-2-12 16,4 2-13-16,0 0-15 0,-3-5-17 0,3 5-17 15,0 0-21-15,1-4-27 0,-1 4-22 0,8-5-29 16,-3 2-20-16,7 0-130 0,5 0-59 0,5-1 0 15,5-3 0-15,2 3 0 0,4 0 0 0,2-6 0 16,1 7 0-16,4-2 0 0,12-1 0 0,1 1 0 16,2-2 0-16,-6-2 0 0,-10 8 0 0,-6-2 0 15,-2 0 0-15,-9 3 0 0,-3 0 0 0,-6-2 0 16,-2 1 0-16,-3 0 0 0,0 0 0 0,1 1 0 16,-9 0 0-16,10-3 0 0,-6 3 0 0,-4 0 0 15,5-1 0-15,-5 1 0 0,0 0 0 0,0 0 0 16,0 0 0-16,0 0 0 0,0 0 0 0,-22 4 0 15,13-3 0-15,0 1 0 0,-1 2 0 0,-4-3 0 16,5 3 0-16,-1-3-376 0,-3 4-81 0,4-3-51 16,1 1-63-16,1-2-476 0,0 0-1133 15,7-1 501-15</inkml:trace>
  <inkml:trace contextRef="#ctx0" brushRef="#br0" timeOffset="454106.0415">12882 17448 8 0,'0'0'353'0,"-5"1"-1"0,5-1-1 16,0 0 10-16,0 0-4 0,0 0 11 0,0 0 2 16,0 0 2-16,0 0 2 0,0 0-13 0,0 0-11 15,0 0-6-15,0 0-5 0,0 0-16 0,0 0-21 16,0 0 2-16,0 0-27 0,0 0-15 0,0 0-2 15,0 0-26-15,0 0-14 0,0 0-24 0,0 0-18 16,11 4-12-16,-6-1-20 0,0-1-8 0,-1 1-18 16,3-2-13-16,-2 1-8 0,1-1-33 0,-6-1-49 15,14 4-65-15,-9-3-67 0,3 1-64 0,2 0-79 16,-5-2-102-16,-5 0-93 0,17-7-104 16,-11 4-461-16,-1-2-1103 0,2 0 489 0</inkml:trace>
  <inkml:trace contextRef="#ctx0" brushRef="#br0" timeOffset="454422.1752">13192 17453 47 0,'8'1'342'0,"-3"-1"20"16,-5 0 21-16,8 4 6 0,-3-4 10 0,-5 0-4 16,0 0-7-16,8 0-16 0,-8 0-30 0,7 0-30 15,-7 0-31-15,7 0-27 0,-1 0-26 0,0 0-20 16,-6 0-39-16,12 0-58 0,-7 1-65 0,-5-1-65 15,14-1-71-15,-6 1-67 0,-2 0-61 0,-6 0-71 16,17-5-78-16,-10 4-281 0,-3-3-702 0,3 1 310 16</inkml:trace>
  <inkml:trace contextRef="#ctx0" brushRef="#br0" timeOffset="454736.6726">13525 17464 333 0,'0'0'397'0,"7"3"24"0,-7-3 1 16,0 0-4-16,0 0-13 0,0 0-21 0,9-2-34 16,-9 2-32-16,4-2-39 0,0 0-31 0,-4 2-25 15,10 1-59-15,-10-1-62 0,17-1-84 0,-8 1-95 16,2 0-82-16,-1 1-84 0,3-2-93 0,-5 1-276 16,6-3-662-16,-9 3 294 0</inkml:trace>
  <inkml:trace contextRef="#ctx0" brushRef="#br0" timeOffset="454769.8552">13881 17480 396 0,'7'0'419'0,"-7"0"22"0,2-5 16 0,-2 5-3 0,0 0-11 16,4-3-21-16,-4 3-31 0,4-3-36 15,-3 0-39-15,3 1-27 0,3 1-33 0,-4-3-37 16,4 4-57-16,-1-1-75 0,5-1-70 0,0 0-89 15,0 0-75-15,3 2-69 0,-6-3-81 0,2 3-87 16,0-1-284-16,-1-1-724 0,0-1 320 0</inkml:trace>
  <inkml:trace contextRef="#ctx0" brushRef="#br0" timeOffset="455080.4996">14254 17479 81 0,'0'0'341'0,"0"0"-13"15,4 2-25-15,0-1-27 0,-4-1-25 0,0 0-26 16,18-2-26-16,-8 2-44 0,3 0-48 0,-3-1-56 16,4 1-57-16,-1-3-58 0,0 1-66 0,-2-2-76 15,-1 0-113-15,1 1-345 0,0-1 153 16</inkml:trace>
  <inkml:trace contextRef="#ctx0" brushRef="#br0" timeOffset="455114.1736">14694 17534 378 0,'0'0'435'0,"4"2"-10"0,-4-2-8 0,0 0-17 16,0 0-32-16,0 0-33 0,0 0-32 16,0 0-29-16,6-5-25 0,-6 5-24 0,4-5-25 15,-4 5-18-15,1-3-57 0,-1-1-62 0,4 2-81 16,-4 2-75-16,0 0-67 0,1-5-82 0,-1 5-82 15,0 0-267-15,4-1-640 0,-4 1 285 0</inkml:trace>
  <inkml:trace contextRef="#ctx0" brushRef="#br0" timeOffset="457229.0042">16226 17217 312 0,'0'0'365'0,"0"0"5"0,0 0-6 16,-5-1 1-16,5 1-11 0,0 0-9 16,-2-5-17-16,2 5 0 0,-3-3-9 0,3 3-12 15,-4-6-17-15,3 3-6 0,1 3-11 0,-2-8-6 16,2 8-5-16,-2-6-17 0,2 6-6 0,-2-8-13 0,2 3-3 16,-2 0-8-16,2 5-13 0,0-6-23 0,0 6-17 15,2-9-8-15,0 6-15 0,-2 3-17 0,4-6-12 16,-4 6-9-16,1-7-11 0,4 5-11 15,-5 2-6-15,5-4-7 0,2 1-10 0,-7 3-6 16,10-3 0-16,-10 3-11 0,14 0-4 0,-6 0-1 16,-2 1-8-16,2-1-7 0,2 4-2 0,2-2 2 15,-3 1 3-15,2 0-1 0,-2 3-16 0,-3-3 5 16,2 0-5-16,-2 0 9 0,0 1-3 0,-1 1-11 16,0-2 0-16,-3 0 0 0,1 0 0 0,1-1 0 15,-4-2 0-15,0 0 0 0,5 7 0 0,-5-7 0 16,1 2 0-16,-1-2 0 0,0 0 0 0,0 0 0 15,0 0 0-15,0 0 0 0,0 0 0 0,0 0 0 16,0 0 0-16,-15-1 0 0,15 1 0 0,0 0 0 16,0 0 0-16,0 0 0 0,-5-5 0 0,5 5 0 15,0 0 0-15,0 0 0 0,0 0 0 0,0 0 0 16,0 0 0-16,0 0 0 0,-7-1 0 0,7 1 0 16,0 0 0-16,0 0 0 0,0 0 0 0,0 0 0 15,0 0 0-15,0 0 0 0,0 0 0 0,0 0 0 16,0 0 0-16,0 0 0 0,0 0 0 0,0 0 0 15,0 0 0-15,0 0 0 0,0 0 0 0,0 0 0 16,0 0 0-16,0 0 0 0,0 0 0 0,0 0 0 16,0 0 0-16,0 0 0 0,0 0 0 0,0 0 0 15,0 0 0-15,0 0 0 0,0 0 0 0,0 0 0 16,0 0 0-16,0 0 0 0,0 0 0 0,0 0 0 16,0 0 0-16,0 0 0 0,0 0 0 0,0 0 0 15,7 11 0-15,-3-9 0 0,-2 2 0 0,1 2 0 16,-1-3 0-16,3 3 0 0,-2 0 0 0,1 2 0 15,0 1 0-15,-1 0 0 0,1 1 0 0,-2 1 0 16,-1 0 0-16,0 2 0 0,-1-3 0 0,-1 6 0 16,0-5 0-16,-1 1 0 0,0 0 0 0,-2 3 0 15,-1 0 0-15,1-2 0 0,-1-5 0 0,-2 3 0 16,1 3 0-16,0-6 0 0,0 1 0 0,0-3 0 16,-2 2 0-16,5-1 0 0,-1-3 0 0,0-1 0 15,3 1 0-15,-2-3 0 0,2 4 0 0,1-5 0 16,-3 4 0-16,3-4 0 0,0 0 0 15,0 0 0-15,0 0 0 0,0 0 0 0,8-10 0 0,-4 5 0 16,3 0 0-16,2-2 0 0,-1-2 0 0,2 1 0 16,3-3 0-16,-3 0 0 0,1 1 0 0,2-5 0 15,-1 3 0-15,2-1 0 0,-1-1 0 0,-3-4 0 16,3 1 0-16,1-5 0 0,-5 4 0 0,1 2 0 16,2 0 0-16,-5-1 0 0,1 3 0 15,-2 3 0-15,1 1 0 0,-2 1 0 0,0-2 0 0,0 6 0 16,-3 1 0-16,2-3 0 0,-2 4 0 0,0-2 0 15,0 2 0-15,-2 3 0 0,3-6 0 0,-1 4 0 16,-2 2 0-16,0 0 0 0,0 0 0 0,0 0 0 16,0 0 0-16,-2 11 0 0,0-5 0 0,-1 1 0 15,1 4 0-15,-4 1 0 0,3-1 0 16,-7 4 0-16,4-1 0 0,1 1 0 0,0 2 0 0,0-3 0 16,-1-3 0-16,1 3 0 0,2 1 0 0,0-4 0 15,2 1 0-15,0-2 0 0,0 1 0 0,2-1 0 16,-1 0 0-16,4-2 0 0,0 2 0 0,0-3 0 15,1 0 0-15,5-1 0 0,0 3 0 16,3-5 0-16,-2 0 0 0,0 3 0 0,1-1 0 16,1-5 0-16,-1 1 0 0,0-2 0 0,1 0 0 0,-1 0 0 15,-1 0 0-15,-3 0 0 0,-8 0 0 0,15-2-251 16,-10-2-333-16,3-3-105 0,-7 2-423 0,3 0-1204 16,-4-2 533-16</inkml:trace>
  <inkml:trace contextRef="#ctx0" brushRef="#br0" timeOffset="457847.0135">16689 17384 168 0,'0'0'497'0,"5"-5"-2"0,-5 5-10 16,0 0-18-16,0-6-17 0,0 6-20 0,4-5-21 15,-4 5-21-15,4-5-32 0,-4 5-28 0,6-7-29 16,-1 3-21-16,-1 2-20 0,1 0-25 0,2-2-15 16,-1 1-23-16,3 2-28 0,-1-1-11 0,1 0-17 15,3 3-7-15,-3 0-17 0,3 1-3 0,-1 0-17 16,-2 3-8-16,2-2-5 0,1 2-9 0,-3 1 0 16,0 1-13-16,2 0-4 0,-1 2-6 0,-3-2-4 15,1 0-7-15,1 1 0 0,-4 2-3 0,-4-1-7 16,3 1-2-16,0-2-2 0,-3 2-3 0,-1 0-1 15,0-3-1-15,0 0-5 0,-2 1 9 0,-2-1-9 16,-3-4 10-16,5 2-13 0,-1 1 5 0,-3-4 1 16,2 2 25-16,-1 1 31 0,1-3 18 0,4-2 30 15,-9 3-43-15,5-3-79 0,4 0 0 16,0 0 0-16,-14-4 0 0,14 4 0 0,-1-7 0 16,-2 2 0-16,6-2 0 0,-2-2 0 0,1 0 0 0,1-2 0 15,1 0 0-15,2-2 0 0,1 2 0 0,3-2 0 16,-2 0 0-16,2 2 0 0,2 0 0 0,-6 1 0 15,7 3 0-15,-3 0 0 0,-1 2 0 0,4-1 0 16,-3 3 0-16,3 1 0 0,-3 0 0 16,0 1 0-16,0 4 0 0,1-1 0 0,-2 3 0 15,1-1 0-15,-3 4 0 0,2-1 0 0,-1 3 0 16,0 4 0-16,-2-3 0 0,-1 0 0 0,-1-1 0 16,1 2 0-16,-1-1 0 0,0 1 0 0,-2 4 0 15,-2-6 0-15,0 0 0 0,0-1 0 0,0 1 0 16,0-3 0-16,0 1 0 0,-2-2 0 0,2-2 0 15,0 1 0-15,-3-1 0 0,3-1 0 0,-1 1 0 16,1-4 0-16,0 0 0 0,1 10 0 0,-1-10 0 16,0 0 0-16,0 0 0 0,5 0 0 0,-5 0-83 15,8-9-410-15,-3 4-89 0,-1 0-108 0,1-5-368 16,-1-1-1145-16,-1 1 507 0</inkml:trace>
  <inkml:trace contextRef="#ctx0" brushRef="#br0" timeOffset="458578.7878">15903 17882 151 0,'0'0'291'15,"-5"-3"-10"-15,5 3-5 0,-8-1-17 0,8 1-15 16,0 0-1-16,-6-2-11 0,6 2-3 0,0 0 9 16,-9-2-6-16,9 2-2 0,-5 0 0 0,5 0 1 15,0 0-1-15,0 0-4 0,0 0 0 16,-3-4-1-16,3 4-2 0,0 0-5 0,0 0 8 0,24 3-11 16,3-2-10-16,1 1-8 0,9-1-11 0,3 0 2 15,19-1-20-15,6 1-7 0,31-1 2 0,-3 0-13 16,3 0-13-16,-4 1-4 0,1-2-10 15,10 1-9-15,0 4 0 0,10-1-5 0,4-4 12 16,4-4-3-16,3 3 7 0,3 1 6 0,-7 0-3 16,-2-1 2-16,-3-3-5 0,-1 1-116 0,-7 0-9 15,3-2 0-15,-8 5 0 0,-6-6 0 0,-7 9 0 16,3 0 0-16,-37-4 0 0,2 2 0 0,-4 0 0 0,-12 2 0 16,-4-1 0-16,-3 1 0 0,-4 0 0 15,-9 2 0-15,-4-2 0 0,-4 2 0 0,-4 0 0 16,1 0 0-16,-6-1 0 0,1 0 0 0,-3 4 0 15,-1-3 0-15,-1-4 0 0,0 9 0 0,-4-3 0 16,0-1 0-16,-1-3 0 0,-5 4 0 0,2-3-243 16,0-2-165-16,-3 2-63 0,0-3-72 0,0 0-93 15,-4 0-346-15,-2-2-1063 0,-2 1 469 0</inkml:trace>
  <inkml:trace contextRef="#ctx0" brushRef="#br0" timeOffset="459930.819">16138 18324 248 0,'0'0'371'16,"0"0"-18"-16,0 0-6 0,0 0-13 0,0 0-15 0,0 0-11 15,0 0-10-15,0 0-9 0,0 0-6 16,0 0-7-16,0 0-3 0,0 0-11 0,0 0-6 15,0 0-13-15,0 0-8 0,0 0-16 0,0 0-14 16,-8-34-10-16,8 34-10 0,0 0-16 0,0 0-10 16,13-19-3-16,-13 19-2 0,0 0-7 0,19-16-19 15,-19 16-1-15,17-12-2 0,-17 12-8 0,19-11-18 16,-19 11 5-16,19-6-18 0,-19 6 1 0,0 0-18 16,22-9-6-16,-22 9-7 0,0 0-15 0,31 0 13 15,-31 0-9-15,0 0-3 0,0 0 1 0,39 9-10 16,-39-9-7-16,17 14 3 0,-17-14-5 0,15 15-4 15,-10-7 6-15,-5-8-8 0,11 21 0 16,-9-10-3-16,-2-11 0 0,3 22 9 0,-3-22-9 0,-4 30-6 16,0-14 3-16,0 0-8 0,-2 2 5 0,-4-2-2 15,1 0 4-15,-4 6-7 0,0-8 8 0,4 2-1 16,-2-5-1-16,2 1-1 0,9-12 13 16,-17 15 12-16,17-15 4 0,-18 12 11 0,18-12 10 15,-10 11-1-15,10-11-58 0,0 0 0 0,0 0 0 16,-20 9 0-16,20-9 0 0,0 0 0 0,0 0 0 15,0 0 0-15,0 0 0 0,0 0 0 0,-32-24 0 16,32 24 0-16,-5-18 0 0,5 18 0 0,-8-22 0 16,3 7 0-16,5 15 0 0,-7-20 0 0,7 20 0 15,-5-17 0-15,5 17 0 0,-5-13 0 0,5 13 0 16,0 0 0-16,-4-19 0 0,4 19 0 0,0 0 0 16,-6-12 0-16,6 12 0 0,0 0 0 0,0 0 0 15,0 0 0-15,0 0 0 0,0 0 0 0,-9-14 0 16,9 14 0-16,0 0 0 0,0 0 0 0,0 0 0 15,0 0 0-15,0 0 0 0,0 0 0 0,0 0 0 16,0 0 0-16,0 0 0 0,0 0 0 0,0 53 0 16,0-53 0-16,-4 19 0 0,4-19 0 0,0 15 0 15,0-15 0-15,0 0 0 0,3 19 0 0,-3-19 0 16,0 0 0-16,5 14 0 0,-5-14 0 16,0 0 0-16,0 0 0 0,0 0 0 0,19 8 0 15,-19-8 0-15,0 0 0 0,0 0 0 0,0 0 0 16,0 0 0-16,0 0 0 0,0 0 0 0,52-14 0 15,-52 14 0-15,0 0 0 0,18-6 0 0,-18 6 0 0,0 0 0 16,22-6 0-16,-22 6 0 0,0 0 0 0,22-7 0 16,-22 7 0-16,0 0 0 0,0 0 0 15,0 0 0-15,41 7 0 0,-41-7 0 0,23 8 0 16,-23-8 0-16,16 11 0 0,-4-3 0 0,-12-8 0 16,20 12 0-16,-20-12 0 0,18 13 0 0,-18-13 0 15,20 9 0-15,-20-9 0 0,17 7 0 0,-17-7 0 16,27 2 0-16,-27-2 0 0,0 0 0 0,55-13-330 15,-41 6-96-15,1-1-51 0,-15 8-50 0,22-15-85 16,-22 15-359-16,15-16-1049 0,-15 16 464 0</inkml:trace>
  <inkml:trace contextRef="#ctx0" brushRef="#br0" timeOffset="460646.5586">16928 18591 360 0,'0'0'377'0,"0"0"-6"0,0 0 2 16,0 0-10-16,0 0-4 0,0 0 1 0,0 0-1 15,0 0 0-15,0 0-6 0,0 0-6 0,0 0 0 0,0 0-4 16,0 0 9-16,0 0-11 0,0 0 7 16,0 0-22-16,0 0-7 0,0 0-3 0,0 0-11 15,0 0-10-15,0 0-14 0,0 0-5 0,-72-13-15 16,72 13-161-16,-19-11-100 0,5 0 0 0,-1-1 0 16,1-3 0-16,-3-5 0 0,2-1 0 0,2-2 0 15,-1-2 0-15,4 1 0 0,2-2 0 16,2-1 0-16,1 2 0 0,5-2 0 0,-3 8 0 0,3 0 0 15,5 1 0-15,-2-1 0 0,-1 1 0 16,6 3 0-16,0-4 0 0,3 6 0 0,1 0 0 16,0 0 0-16,4 3 0 0,0-1 0 0,2 4 0 15,1 2 0-15,-2 2 0 0,3 2 0 0,-2 1 0 16,0 1 0-16,-5 0 0 0,2 1 0 0,-3 2 0 16,-12-4 0-16,0 0 0 0,27 18 0 0,-27-18 0 15,9 15 0-15,-9-15 0 0,6 20 0 0,-6-20 0 16,-8 21 0-16,1-6 0 0,-1 1 0 0,-6-1 0 15,-1 7 0-15,-2-7 0 0,-1 2 0 0,-5 2 0 16,0-4 0-16,5-5 0 0,0 3 0 0,-5-1 0 16,7-4 0-16,-1 1 0 0,17-9 0 0,-28 8 0 15,28-8 0-15,-22 9 0 0,22-9 0 0,-16 5 0 16,16-5 0-16,0 0 0 0,0 0 0 0,0 0 0 16,-26 7 0-16,26-7 0 0,0 0 0 0,0 0 0 15,0 0 0-15,0 0 0 0,0 0-297 0,0 0-271 16,0 0-51-16,0 0-46 0,0 0-342 0,0 0-1092 15,0 0 484-15</inkml:trace>
  <inkml:trace contextRef="#ctx0" brushRef="#br0" timeOffset="461031.0232">16966 18513 132 0,'0'0'517'0,"0"0"18"0,0 0 9 0,0 0-6 16,0 0-3-16,0 0 12 0,5-29-44 0,-5 29-5 16,0 0-23-16,0 0-22 0,0 0-24 0,0 0-32 15,0 0-38-15,0 0-30 0,0 0-28 0,0 0-33 16,0 0-31-16,0 0-12 0,0 0-6 0,0 0-69 16,0 0-150-16,0 0 0 0,0 0 0 0,0 0 0 15,0 45 0-15,0-45 0 0,0 32 0 0,0-15 0 16,-1 0 0-16,2 1 0 0,-3 7 0 0,-1 0 0 15,-2-1 0-15,1-5 0 0,2 3 0 0,-5 2 0 16,1-5 0-16,-3 4 0 0,1-4 0 0,1-1 0 16,-2-1 0-16,1-3 0 0,8-14 0 15,-10 23 0-15,6-14 0 0,4-9 0 0,-8 15 0 0,8-15 0 16,0 0 0-16,0 0 0 0,-9 17 0 16,9-17 0-16,0 0 0 0,0 0 0 0,0 0 0 15,0 0 0-15,0 0-133 0,0 0-346 0,0 0-41 16,0 0-58-16,0 0-33 0,0 0-368 0,0 0-1060 15,40-45 470-15</inkml:trace>
  <inkml:trace contextRef="#ctx0" brushRef="#br0" timeOffset="461498.2026">16910 18572 16 0,'0'0'392'16,"0"0"4"-16,0 0-3 0,9-21-4 0,-9 21-2 15,0 0 0-15,0 0-9 0,10-15-8 0,-10 15-16 16,0 0-16-16,0 0-14 0,9-13-15 0,-9 13-23 16,0 0-8-16,10-10-21 0,-10 10-2 0,0 0-34 15,16-13-2-15,-16 13-9 0,14-9-3 16,-14 9-19-16,19-9-10 0,-19 9-10 0,22-10-12 15,-22 10-15-15,24-8-6 0,-7 3-8 0,-17 5-8 0,35-7-9 16,-17 1-6-16,-18 6-4 0,36 0-1 0,-36 0-23 16,0 0-6-16,40 6-16 0,-40-6-54 0,21 7 0 15,-21-7 0-15,17 11 0 0,-9-1 0 0,-8-10 0 16,7 19 0-16,-7-19 0 0,2 22 0 16,-2-22 0-16,-7 27 0 0,-3-10 0 0,1-3 0 15,-4 1 0-15,-2-3 0 0,-2 2 0 0,-2-3 0 16,-4-1 0-16,4 0 0 0,-1-3 0 0,0 0 0 15,20-7 0-15,-29 8 0 0,29-8 0 0,-23 3 0 16,23-3 0-16,0 0 0 0,0 0 0 0,0 0 0 16,-32-2 0-16,32 2 0 0,0 0 0 0,0 0 0 15,0 0 0-15,-17-15 0 0,17 15 0 0,0 0 0 16,0 0 0-16,0 0-79 0,0 0-310 0,0 0-50 16,0 0-46-16,0 0-55 0,0 0-30 15,53-12-379-15,-53 12-1026 0,0 0 454 0</inkml:trace>
  <inkml:trace contextRef="#ctx0" brushRef="#br0" timeOffset="462400.7101">17541 18263 136 0,'0'0'320'0,"0"0"-5"0,0 0 3 0,0 0-7 16,0 0 10-16,-6-30 13 0,6 30-16 0,0 0 1 15,0 0-3-15,0 0 1 0,-4-16-5 0,4 16-10 16,0 0-10-16,0 0-17 0,0 0-13 0,0 0-10 15,0 0-11-15,0 0-22 0,0 0-16 0,0 0-16 16,0 0-23-16,0 0-16 0,0 0 1 16,0 0-17-16,0 0 7 0,0 0 2 0,0 0 9 15,0 0-6-15,0 0-3 0,0 0 2 0,-10 50-3 16,7-34-13-16,2 0-9 0,1 1-16 0,0 1-4 16,0-18-10-16,-4 34-7 0,4-15-5 0,-2 2-36 15,2-5-40-15,-2 1 0 0,2-17 0 0,-2 30 0 16,2-18 0-16,0-12 0 0,0 22 0 0,0-22 0 15,0 18 0-15,0-18 0 0,0 15 0 0,0-15 0 16,0 0 0-16,2 18 0 0,-2-18 0 0,0 0 0 16,0 0 0-16,0 0 0 0,0 18 0 0,0-18 0 15,0 0 0-15,0 0 0 0,0 0 0 0,0 0 0 16,0 0 0-16,0 0 0 0,0 0 0 0,0 0-167 16,0 0-47-16,0 0-24 0,0 0-19 0,0 0-36 15,0 0-27-15,0 0-21 0,0 0-23 0,0 0-24 16,0 0-22-16,0 0-28 0,0 0-27 15,-15-52-251-15,15 52-776 0,-4-17 343 0</inkml:trace>
  <inkml:trace contextRef="#ctx0" brushRef="#br0" timeOffset="462842.1479">17377 18226 187 0,'0'0'411'15,"0"-30"8"-15,0 30 3 0,0 0 6 0,1-15 3 16,-1 15 1-16,0 0-14 0,0 0-21 0,9-17-20 16,-7 13-25-16,2 0-27 0,0 2-31 0,1-1-20 15,-5 3-22-15,18-6-14 0,-8 6-13 0,-10 0 3 16,0 0-14-16,52-2-9 0,-52 2-7 0,40 6-10 16,-12-2-6-16,-5 1-14 0,3 2-6 15,3 2-10-15,-8 0-15 0,4 1-11 0,-8 0-13 16,2 0-5-16,-4 3-8 0,-2-1-72 0,0 3-28 0,-3-1 0 15,2 0 0-15,-6 2 0 0,-2 1 0 0,1 1 0 16,-1 0 0-16,-8 0 0 0,-1-1 0 0,1 3 0 16,-5-2 0-16,-4 5 0 0,3-6 0 0,-4 3 0 15,4-4 0-15,-2 0 0 0,2-2 0 16,-3-3 0-16,13-11 0 0,-16 19 0 0,3-11 0 16,13-8 0-16,-13 14 0 0,13-14 0 0,-13 9 0 15,13-9 0-15,0 0 0 0,-15 11 0 0,15-11 0 16,0 0 0-16,0 0 0 0,-19 8 0 0,19-8 0 15,0 0 0-15,0 0 0 0,0 0 0 0,0 0 0 16,0 0 0-16,0 0 0 0,0 0 0 0,0 0 0 16,0 0 0-16,0 0 0 0,0 0-348 0,0 0-51 15,0 0-43-15,0 0-45 0,0 0-45 16,0 0-36-16,0 0-335 0,0 0-977 0,0 0 432 16</inkml:trace>
  <inkml:trace contextRef="#ctx0" brushRef="#br0" timeOffset="463219.0216">17941 18565 166 0,'0'0'484'0,"0"0"1"0,4-25 13 15,-4 25 6-15,0 0 2 0,0 0-2 0,0 0-7 16,4-16-3-16,-4 16-14 0,0 0-19 0,0 0-21 15,0 0-22-15,0 0-26 0,0 0-29 0,0 0-31 16,0 0-28-16,0 0-30 0,0 0-27 0,0 0-29 16,0 0-94-16,0 0-124 0,0 0 0 0,0 0 0 15,0 0 0-15,0 0 0 0,0 0 0 16,0 0 0-16,-4 53 0 0,4-53 0 0,0 22 0 16,-4-10 0-16,3 6 0 0,1-18 0 0,-5 21 0 15,1-8 0-15,4-13 0 0,-5 22 0 0,5-22 0 16,-6 19 0-16,6-19 0 0,-6 20 0 0,6-20 0 15,-7 14 0-15,7-14 0 0,0 0 0 0,-8 17 0 16,8-17 0-16,0 0 0 0,0 0 0 0,-5 12 0 16,5-12 0-16,0 0 0 0,0 0 0 0,0 0 0 15,0 0-299-15,0 0-115 0,0 0-39 0,0 0-46 16,0 0-50-16,0 0-448 0,0 0-1078 0,0 0 477 16</inkml:trace>
  <inkml:trace contextRef="#ctx0" brushRef="#br0" timeOffset="463610.2345">17885 18504 34 0,'0'0'429'0,"0"0"-12"0,0-28 9 0,0 28-10 16,1-16-3-16,-1 16-5 0,0 0-15 0,6-22-16 15,-6 22-19-15,7-14-22 0,-7 14-12 0,0 0-17 16,9-16-18-16,-9 16-26 0,14-9-19 0,-14 9-17 15,0 0-23-15,13-8-8 0,-13 8-15 0,0 0 3 16,0 0-8-16,0 0-7 0,43 3-19 0,-43-3-8 16,0 0-16-16,27 9-6 0,-27-9-10 0,16 15-9 15,-16-15-6-15,10 16-4 0,-10-16-14 0,10 15-6 16,-10-15-4-16,5 21 8 0,-5-21-27 0,1 17 4 16,-1-17-5-16,-3 19-2 0,3-19-42 0,-11 25-3 15,1-18 0-15,10-7 0 0,-24 18 0 0,14-11 0 16,10-7 0-16,-26 17 0 0,17-10 0 0,9-7 0 15,-23 7 0-15,23-7 0 0,-18 5 0 16,18-5 0-16,0 0 0 0,0 0 0 0,-21 9 0 16,21-9 0-16,0 0 0 0,0 0 0 0,0 0 0 15,0 0 0-15,0 0 0 0,0 0-244 0,0 0-66 16,0 0-44-16,0 0-48 0,0 0-34 0,0 0-49 16,0 0-42-16,0 0-379 0,0 0-981 0,0 0 435 15</inkml:trace>
  <inkml:trace contextRef="#ctx0" brushRef="#br0" timeOffset="464284.3336">18183 18719 259 0,'0'0'399'0,"0"0"-18"0,0 0 11 16,0 0 7-16,0 0-16 0,0 0-4 0,0 0-8 15,0 0-6-15,0 0-11 0,0 0-8 0,0 0-19 16,0 0-10-16,0 0-17 0,0 0-14 0,0 0-20 16,0 0-15-16,0 0-27 0,0 0-22 0,6-43-15 15,-6 43-32-15,0 0 3 0,0 0-21 0,0 0-18 16,0 0-17-16,0 0-8 0,0 0-4 16,0 0-11-16,0 0 1 0,0 0-13 0,0 0-4 15,0 0-2-15,44 27-12 0,-44-27-7 0,0 0-3 0,5 18-3 16,-5-18-4-16,0 16-1 0,0-16 1 0,0 16-7 15,0-16-1-15,0 0 4 0,-8 20-9 0,8-20 2 16,-5 14-2-16,5-14 4 0,0 0 0 0,-14 12-1 16,14-12-11-16,0 0 29 0,0 0 0 0,-18 6 2 15,18-6-42-15,0 0 0 0,0 0 0 16,0 0 0-16,0 0 0 0,0 0 0 0,0 0 0 16,-25-27 0-16,25 27 0 0,0 0 0 0,11-30 0 15,-11 30 0-15,19-24 0 0,-11 13 0 0,2-1 0 16,-10 12 0-16,25-18 0 0,-10 9 0 0,-2 3 0 15,-13 6 0-15,25-13 0 0,-25 13 0 0,23-6 0 16,-23 6 0-16,26-1 0 0,-26 1 0 0,0 0 0 16,0 0 0-16,43 8 0 0,-43-8 0 0,13 9 0 15,-13-9 0-15,14 15 0 0,-14-15 0 0,9 18 0 16,-9-18 0-16,5 19 0 0,-5-7 0 16,0-12 0-16,0 20 0 0,0-20 0 0,-1 17 0 15,1-17 0-15,-4 16 0 0,4-16 0 0,0 0 0 16,-4 19 0-16,4-19 0 0,0 0 0 0,0 0 0 15,-4 15 0-15,4-15 0 0,0 0 0 0,0 0 0 16,0 0 0-16,0 0 0 0,0 0 0 0,0 0 0 16,0 0 0-16,0 0 0 0,0 0 0 0,0 17 0 15,0-17 0-15,0 0 0 0,0 0 0 0,0 0 0 16,0 0 0-16,0 0 0 0,0 0 0 0,0 0 0 16,0 0 0-16,0 0 0 0,0 0 0 0,0 0-66 15,0 0-277-15,0 0-29 0,0 0-39 16,0 0-29-16,0 0-38 0,22-48-31 0,-22 48-420 15,1-20-1007-15,-1 20 446 0</inkml:trace>
  <inkml:trace contextRef="#ctx0" brushRef="#br0" timeOffset="465387.7473">18532 18219 212 0,'0'0'361'0,"0"0"-17"0,0 0-16 0,0 0-2 0,0 0-23 16,0 0-7-16,0 0-9 0,0 0-12 0,0 0 0 15,0 0-22-15,0 0 1 0,0 0-1 0,0 0-3 16,0 0-10-16,0 0-5 0,0 0-10 16,0 0-1-16,0 0-14 0,0 0-9 0,0 0-9 15,0 0-15-15,0 0-1 0,0 0-14 0,0 0-19 16,0 0-12-16,0 0-11 0,30-29-22 0,-30 29-13 16,0 0-7-16,0 0-6 0,0 0-8 0,0 0-6 15,0 0-11-15,36 18 0 0,-36-18-5 0,0 0-11 16,13 15-3-16,-13-15 3 0,9 10-10 0,-9-10-3 15,5 20 3-15,-5-20-4 0,1 15 2 0,-1-15-4 16,0 0 5-16,-5 22-5 0,5-22-6 0,-6 15 9 16,6-15-4-16,-9 11 4 0,9-11 19 15,0 0 11-15,-15 13 6 0,15-13 7 0,0 0 10 16,0 0 11-16,-14 9 8 0,14-9 13 0,0 0 4 16,0 0 1-16,0 0-17 0,0 0-91 0,0 0 0 15,0 0 0-15,0 0 0 0,0 0 0 0,0 0 0 16,0 0 0-16,0 0 0 0,0 0 0 0,0 0 0 15,0 0 0-15,0 0 0 0,0 0 0 0,0 0 0 16,56-1 0-16,-56 1 0 0,0 0 0 0,24 12 0 16,-24-12 0-16,16 7 0 0,-16-7 0 0,16 13 0 15,-16-13 0-15,14 12 0 0,-14-12 0 0,5 12 0 16,-5-12 0-16,4 17 0 0,-4-17 0 0,0 0 0 16,-10 24 0-16,10-24 0 0,-16 15 0 0,1-5 0 15,15-10 0-15,-25 14 0 0,13-6 0 0,12-8 0 16,-28 10 0-16,28-10 0 0,-23 7 0 0,23-7 0 15,-19 6 0-15,19-6 0 0,0 0 0 0,0 0 0 16,0 0 0-16,-23 5 0 0,23-5 0 0,0 0 0 16,0 0 0-16,0 0 0 0,0 0 0 15,0 0 0-15,0 0 0 0,0 0 0 0,0 0 0 16,0 0 0-16,0 0 0 0,0 0 0 0,0 0 0 16,0 0 0-16,0 0 0 0,0 0-354 0,0 0-30 15,0 0-60-15,0 0-27 0,0 0-45 0,0 0-77 16,0 0-313-16,0 0-980 0,0 0 435 0</inkml:trace>
  <inkml:trace contextRef="#ctx0" brushRef="#br0" timeOffset="466052.7076">17872 18074 79 0,'0'0'187'0,"0"0"1"0,0 0-1 0,0 0-7 15,0 0-9-15,0 0-6 0,0 0-3 0,0 0-3 16,0 0-5-16,0 0 12 0,-10 9 3 0,10-9 0 16,0 0-9-16,0 0 16 0,0 0-2 0,0 0-1 15,0 0 1-15,0 0 8 0,0 0 2 0,0 0 6 16,0 0 3-16,-18-4-8 0,18 4 0 0,0 0 4 15,0 0-4-15,0 0 8 0,0 0 7 0,0 0-10 16,0 0 0-16,-15 0 2 0,15 0-8 0,0 0 12 16,0 0-16-16,0 0 2 0,0 0-6 0,0 0 8 15,0 0 1-15,0 0-7 0,0 0 2 0,0 0 2 16,0 0-6-16,0 0-6 0,0 0-4 0,0 0-2 16,0 0-4-16,0 0-83 0,46-3-77 15,-26 1 0-15,11 1 0 0,-2 0 0 0,7-1 0 16,3 0 0-16,-1 0 0 0,0 0 0 0,-2 1 0 15,1-2 0-15,-6 2 0 0,-4 1 0 0,-7 2 0 16,-3-2 0-16,-5 0 0 0,-1-1 0 0,-1 2 0 16,1 1 0-16,-11-2 0 0,13 0 0 0,-13 0 0 15,12 2 0-15,-12-2 0 0,6 7 0 0,-6-7 0 16,5 5 0-16,-5-5 0 0,0 6 0 0,0-6 0 16,1 9 0-16,-1-9 0 0,0 0 0 0,-5 9 0 15,5-9 0-15,0 0 0 0,0 10 0 16,0-10 0-16,-5 5 0 0,5-5-36 0,0 0-272 15,-9 7-39-15,9-7-23 0,0 0-32 0,-7 5-37 0,7-5-43 16,-3 3-71-16,3-3-323 0,0 0-949 0,0 0 420 16</inkml:trace>
  <inkml:trace contextRef="#ctx0" brushRef="#br0" timeOffset="470007.0056">19379 17877 318 0,'-4'2'324'0,"0"-1"5"16,4-1 16-16,0 0 8 0,-11 3 8 0,8-1 19 15,3-2 7-15,0 0 8 0,0 0 5 0,0 0 3 16,0 0 13-16,-12-5 7 0,12 5 1 0,0 0 5 16,0 0-4-16,0 0-9 0,-2-4-8 0,2 4-30 15,0 0-25-15,0 0-22 0,7-12-138 0,-2 8-193 16,1-1 0-16,2-1 0 0,2 2 0 0,3-1 0 15,4-1 0-15,-3 1 0 0,2-1 0 16,2 2 0-16,-8 2 0 0,4-2 0 0,-5 3 0 16,4-1 0-16,-3 1 0 0,-1 1 0 0,-9 0 0 0,13 0 0 15,-13 0 0-15,13 3 0 0,-9 0 0 0,-4-3 0 16,7 4 0-16,-7-4 0 0,2 7 0 0,-1-4-114 16,-1-3-333-16,-4 7-23 0,0-3-26 0,-1-1-27 15,-1 0-38-15,-4 0-369 0,-1 1-1008 16,6-1 446-16</inkml:trace>
  <inkml:trace contextRef="#ctx0" brushRef="#br0" timeOffset="470350.6496">19278 17976 191 0,'-5'4'433'0,"5"-4"19"15,0 0 15-15,-4 0 8 0,4 0 11 0,0 0-1 16,0 0-3-16,0 0 9 0,0 0 9 0,0 0-12 15,0 0-16-15,9-7-21 0,-9 7-16 0,9-3-25 16,0 1-19-16,1 0-34 0,3-3-23 0,4 0-15 16,-2 0-247-16,7-2-72 0,-9 5 0 0,7-5 0 15,-1 3 0-15,-1 0 0 0,1 1 0 0,0 1 0 16,-10-4 0-16,4 3 0 0,-3 1 0 0,2 0 0 16,-2 2 0-16,-2 0 0 0,-8 0 0 0,11-1 0 15,-11 1 0-15,8-2 0 0,-8 2 0 0,8-1 0 16,-8 1 0-16,0 0 0 0,0 0 0 0,8 3 0 15,-8-3 0-15,0 0 0 0,2 5 0 0,-2-5 0 16,0 0-352-16,-7 7-142 0,7-7-47 0,0 0-66 16,-14 3-427-16,14-3-1118 0,-11-3 495 0</inkml:trace>
  <inkml:trace contextRef="#ctx0" brushRef="#br0" timeOffset="471491.5059">21071 17312 116 0,'-2'-4'399'0,"-1"-3"16"0,3 2-2 0,3-1-6 16,-6-1 8-16,3-1-4 0,3 3-23 0,-2-4-24 15,-2 2-15-15,1 0-16 0,0 1-8 0,0 1-25 16,0-2-9-16,0 1-14 0,0 1-20 0,0 0 10 16,0 0-3-16,0-1-4 0,0 3-4 0,0 3 0 15,0-9-3-15,1 6-7 0,-1 3-6 0,1-6-13 16,1 4-12-16,-2 2-14 0,0-6-155 0,0 6-46 16,0-4 0-16,0 4 0 0,0 0 0 0,0 0 0 15,3-5 0-15,-3 5 0 0,0 0 0 0,0 0 0 16,0 0 0-16,0 0 0 0,0 0 0 0,-1 18 0 15,4-8 0-15,-3 6 0 0,0 1 0 0,0 1 0 16,0 0 0-16,-2 9 0 0,2-7 0 0,0-2 0 16,-5 8 0-16,4-1 0 0,0 2 0 0,1-9 0 15,0 5 0-15,-4-4 0 0,1-1 0 0,2-6 0 16,0 3 0-16,-2 1 0 0,-1-3 0 0,3-2 0 16,0-1 0-16,-3 1 0 0,3-3 0 0,-2 1 0 15,3-5 0-15,0 0 0 0,-2 0 0 0,0 2 0 16,2-6 0-16,0 3 0 0,0-3 0 0,0 0 0 15,-1 5 0-15,1-5 0 0,-1 3 0 0,1-3 0 16,0 0 0-16,0 0 0 0,0 0 0 0,0 0 0 16,0 0 0-16,0 0 0 0,0 0 0 0,0 0 0 15,0 0 0-15,0 0 0 0,0 0 0 0,0 0 0 16,0-20-84-16,-3 17-358 0,2 1-38 0,1 2-35 16,-5-8-43-16,2 5-44 0,3 3-317 15,-14-2-995-15,14 2 441 0</inkml:trace>
  <inkml:trace contextRef="#ctx0" brushRef="#br0" timeOffset="472142.185">20565 18016 187 0,'-5'-1'268'0,"5"1"-2"0,-9-2-7 0,9 2-11 16,0 0-1-16,-9-2-8 0,9 2-8 0,-8-3-10 15,8 3-6-15,0 0-17 0,-5-3 4 0,5 3 2 16,0 0-8-16,0 0-1 0,0 0-4 0,0 0-5 15,-9-2-5-15,9 2 0 0,0 0-5 0,0 0 6 16,0 0-3-16,0 0-14 0,0 0-15 0,0 0-12 16,18-7-9-16,-5 6-10 0,10-2 1 0,8 2-6 15,22-3-8-15,1 1-1 0,6 0-3 0,5 1 1 16,32-4-8-16,11 1-3 0,0-4 1 0,4 0 4 16,9 1 4-16,3-1 6 0,6 2 4 0,-11-4 15 15,0 5-5-15,-9-2 26 0,-9 3-15 0,-10-4-2 16,-31 5 0-16,-1 1-16 0,-3-3-10 0,-17 5-13 15,-3-2-8-15,-4 3-12 0,-9-1-2 0,-4 1-9 16,-5 1-17-16,-2-1-5 0,-1 0-5 0,-3 4-33 16,-3-2 0-16,2 1 0 0,-4 1 0 0,1 0 0 15,-1 2 0-15,-3-2 0 0,1 3 0 16,-1-2 0-16,-4 0-85 0,4 3-27 0,-4-1-30 16,3-3-30-16,-1 3-41 0,-2-4-33 0,1 1-29 0,-1-1-36 15,3 0-35-15,1-3-32 0,-8 5-37 0,8-5-60 16,-11 0-363-16,11 0-906 0,0 0 401 0</inkml:trace>
  <inkml:trace contextRef="#ctx0" brushRef="#br0" timeOffset="473613.4253">20515 18448 238 0,'0'0'342'0,"0"0"1"15,0 0-8-15,0 0-6 0,0 0-5 16,0 0-4-16,0 0-4 0,-4-22-11 0,4 22 5 15,0 0 1-15,0 0-6 0,0 0-3 0,0 0-6 16,0 0-10-16,0 0-1 0,-2-16-8 0,2 16 0 16,0 0-11-16,0 0-2 0,0 0-7 0,0 0-10 15,0 0-6-15,0 0-9 0,5-19-11 0,-5 19-6 16,0 0-15-16,0 0-12 0,6-14-15 0,-6 14-12 16,0 0-136-16,0 0-25 0,13-14 0 0,-13 14 0 15,0 0 0-15,10-10 0 0,-10 10 0 0,0 0 0 16,0 0 0-16,0 0 0 0,17-13 0 0,-17 13 0 15,0 0 0-15,0 0 0 0,0 0 0 0,0 0 0 16,23-7 0-16,-23 7 0 0,0 0 0 0,0 0 0 16,0 0 0-16,0 0 0 0,31 2 0 0,-31-2 0 15,0 0 0-15,0 0 0 0,0 0 0 0,27 13 0 16,-27-13 0-16,0 0 0 0,15 8 0 0,-15-8 0 16,0 0 0-16,0 0 0 0,17 15 0 0,-17-15 0 15,0 0 0-15,8 13 0 0,-8-13 0 0,0 0 0 16,7 16 0-16,-7-16 0 0,0 0 0 15,1 17 0-15,-1-17 0 0,0 0 0 0,-4 20 0 16,4-20 0-16,-6 17 0 0,6-17 0 0,-9 16 0 0,9-16 0 16,-13 17 0-16,13-17 0 0,-13 12 0 15,13-12 0-15,-15 13 0 0,15-13 0 0,-14 9 0 16,14-9 0-16,-14 10 0 0,14-10 0 0,0 0 0 16,-18 7 0-16,18-7 0 0,0 0 0 0,-21 6 0 0,21-6 0 15,0 0 0-15,0 0 0 0,0 0 0 16,0 0 0-16,0 0 0 0,-33 0 0 0,33 0 0 15,0 0 0-15,0 0 0 0,0 0 0 0,-23-20 0 16,23 20 0-16,-7-11 0 0,7 11 0 0,-8-14 0 16,8 14 0-16,0 0 0 0,-8-19 0 0,8 19 0 15,-3-13 0-15,3 13 0 0,0 0 0 0,-4-15 0 16,4 15 0-16,0 0 0 0,0 0 0 0,-6-19 0 16,6 19 0-16,0 0 0 0,0 0 0 0,-2-16 0 15,2 16 0-15,0 0 0 0,0 0 0 0,0 0 0 16,-5-15 0-16,5 15 0 0,0 0 0 0,0 0 0 15,0 0 0-15,0 0 0 0,0 0 0 0,0 0 0 16,0 0 0-16,0 0 0 0,0 0 0 0,0 0 0 16,0 0 0-16,0 0 0 0,0 0 0 0,0 0 0 15,0 0 0-15,0 0 0 0,0 0 0 0,0 0 0 16,0 0 0-16,-1 51 0 0,1-51 0 0,0 0 0 16,-2 20 0-16,2-20 0 0,-1 15 0 15,1-15 0-15,0 0 0 0,3 21 0 0,-3-21 0 16,0 0 0-16,2 18 0 0,-2-18 0 0,0 0 0 15,6 17 0-15,-6-17 0 0,0 0 0 0,8 10 0 16,-8-10 0-16,0 0 0 0,0 0 0 0,21 8 0 0,-21-8 0 16,0 0 0-16,0 0 0 0,30 3 0 15,-30-3 0-15,0 0 0 0,0 0 0 0,41-9 0 16,-41 9 0-16,23-7 0 0,-23 7 0 0,16-7 0 16,-16 7 0-16,20-11 0 0,-20 11 0 0,15-13 0 15,-15 13 0-15,13-10 0 0,-13 10 0 0,0 0 0 16,13-14 0-16,-13 14 0 0,8-11 0 0,-8 11 0 15,0 0 0-15,0 0 0 0,12-13 0 0,-12 13 0 16,0 0 0-16,0 0 0 0,0 0 0 0,0 0 0 16,0 0 0-16,0 0 0 0,0 0 0 0,0 0 0 15,0 0 0-15,0 0 0 0,0 0 0 0,0 0 0 16,0 0 0-16,0 0 0 0,0 0 0 0,0 0 0 16,0 0 0-16,22 34 0 0,-22-34 0 0,5 13 0 15,-5-13 0-15,5 20 0 0,-5-20 0 0,4 21 0 16,-4-21 0-16,9 16 0 0,-9-16 0 0,10 17 0 15,-10-17 0-15,13 12 0 0,-13-12 0 0,20 12 0 16,-7-7 0-16,-13-5 0 0,31 9 0 0,-13-6 0 16,-18-3 0-16,29 3 0 0,-29-3 0 15,0 0 0-15,37 0-9 0,-37 0-199 0,0 0-36 16,35-1-45-16,-35 1-42 0,0 0-41 0,21-5-43 16,-21 5-71-16,0 0-69 0,21-13-326 0,-21 13-953 15,0 0 421-15</inkml:trace>
  <inkml:trace contextRef="#ctx0" brushRef="#br0" timeOffset="474344.0208">21396 18668 363 0,'0'0'391'0,"0"0"-3"0,0 0-5 0,0 0-12 16,0 0-6-16,0 0-5 0,0 0-3 0,0 0-4 16,0 0-3-16,0 0-2 0,0 0-1 0,0 0-7 15,0 0 3-15,0 0-3 0,0 0-2 0,0 0-10 16,0 0-5-16,0 0-4 0,0 0-8 0,0 0-9 16,0 0-10-16,0 0-13 0,0 0-14 0,0 0-230 15,0 0-35-15,-31-30 0 0,31 30 0 16,0 0 0-16,-15-14 0 0,15 14 0 0,-10-14 0 15,10 14 0-15,-14-18 0 0,5 5 0 0,-2-1 0 16,0-2 0-16,3 0 0 0,1-1 0 0,-1-8 0 16,-1 6 0-16,8 0 0 0,-3 1 0 0,0-1 0 15,0-2 0-15,4 2 0 0,3-1 0 0,-1 1 0 16,2-1 0-16,0 4 0 0,2-4 0 0,2 6 0 16,0 0 0-16,-2-1 0 0,4 3 0 0,3-1 0 15,2 4 0-15,2-2 0 0,3 2 0 0,7-1 0 16,0 2 0-16,-9 5 0 0,-18 3 0 15,28-3 0-15,-28 3 0 0,0 0 0 0,42 7 0 0,-42-7 0 16,22 9 0-16,-22-9 0 0,18 16 0 16,-13-7 0-16,-5-9 0 0,6 23 0 0,-4-11 0 0,-2-12 0 15,-8 33 0-15,-3-18 0 0,-6 4 0 0,-1 0 0 16,-5 0 0-16,0 3 0 0,-5-4 0 0,1 1 0 16,0-3 0-16,2-2 0 0,0-2 0 0,6-2 0 15,1-3 0-15,2 0 0 0,16-7 0 16,-21 10 0-16,21-10 0 0,0 0 0 0,-19 7 0 15,19-7 0-15,0 0 0 0,0 0 0 0,0 0 0 16,0 0 0-16,0 0 0 0,0 0 0 0,0 0 0 16,0 0 0-16,0 0 0 0,0 0 0 0,0 0 0 15,0 0 0-15,0 0 0 0,0 0-400 0,0 0-240 16,0 0-56-16,0 0-381 0,0 0-1165 0,0 0 517 16</inkml:trace>
  <inkml:trace contextRef="#ctx0" brushRef="#br0" timeOffset="474790.433">21614 18553 343 0,'0'0'478'0,"0"0"5"0,0 0 5 15,0 0-5-15,0 0-7 0,4-22-6 0,-4 22-2 16,0 0-6-16,0 0-18 0,0 0-16 0,0 0-20 16,0 0-22-16,0 0-24 0,0 0-26 0,0 0-29 15,0 0-27-15,0 0-29 0,0 0-22 0,0 0-26 16,0 0-21-16,0 0-22 0,0 0-96 0,0 0-64 16,0 0 0-16,0 0 0 0,0 0 0 0,0 0 0 15,0 0 0-15,-23 42 0 0,23-42 0 0,-5 29 0 16,1-14 0-16,0 1 0 0,0 2 0 0,1-1 0 15,-2-1 0-15,2 1 0 0,2-1 0 0,0 1 0 16,-2 1 0-16,0-3 0 0,3-15 0 0,-3 30 0 16,1-17 0-16,2-13 0 0,-4 24 0 0,4-24 0 15,-1 20 0-15,1-20 0 0,-2 16 0 16,2-16 0-16,0 0 0 0,-3 18 0 0,3-18 0 16,0 0 0-16,0 0 0 0,0 0 0 0,-6 14 0 15,6-14 0-15,0 0 0 0,0 0 0 0,0 0 0 16,0 0 0-16,0 0-70 0,0 0-382 0,0 0-14 15,0 0-30-15,0 0-44 0,0 0-33 0,0 0-360 16,0 0-1010-16,0 0 447 0</inkml:trace>
  <inkml:trace contextRef="#ctx0" brushRef="#br0" timeOffset="475292.9171">21571 18676 171 0,'0'0'394'0,"-3"-26"-5"0,3 26-10 0,0 0-23 16,7-19-8-16,-7 19-5 0,3-17-13 0,-3 17-8 15,8-17-7-15,-8 17-11 0,5-14-25 0,-5 14-12 16,7-20-9-16,-7 20-6 0,11-15-1 0,-11 15-23 16,7-17-11-16,-7 17-8 0,7-12-7 0,-7 12-8 15,14-14-12-15,-14 14-17 0,13-15-8 0,-13 15-15 16,19-14 6-16,-19 14-10 0,18-9-17 15,-18 9-11-15,23-9-8 0,-23 9-12 0,24-9-11 16,-24 9-4-16,27-3-3 0,-27 3-20 0,31-1 6 0,-31 1-3 16,0 0-7-16,38 6 2 0,-38-6-10 0,22 7-4 15,-22-7-9-15,0 0-9 0,18 14 2 0,-18-14 4 16,6 12-8-16,-6-12-2 0,8 16-3 0,-8-16 5 16,-4 17 5-16,4-17-5 0,-6 23 14 0,-4-10 18 15,-1-1-46-15,-3 0-2 0,1-2 0 16,-2 0 0-16,0-1 0 0,-3 1 0 0,18-10 0 15,-35 13 0-15,18-9 0 0,17-4 0 0,-26 7 0 16,26-7 0-16,-23 4 0 0,23-4 0 0,0 0 0 16,0 0 0-16,-26 6 0 0,26-6 0 0,0 0 0 15,0 0 0-15,0 0 0 0,0 0 0 0,0 0 0 16,-24 1 0-16,24-1 0 0,0 0 0 16,0 0 0-16,0 0 0 0,0 0 0 0,0 0 0 15,0 0 0-15,0 0 0 0,0 0 0 0,0 0 0 16,0 0 0-16,0 0-57 0,0 0-356 0,0 0-31 15,0 0-25-15,0 0-22 0,0 0-24 0,0 0-53 16,0 0-305-16,0 0-945 0,0 0 418 0</inkml:trace>
  <inkml:trace contextRef="#ctx0" brushRef="#br0" timeOffset="476947.0364">24317 17312 164 0,'4'-1'339'0,"0"-2"-5"0,-4 3 0 0,5-3-6 16,-5 3-7-16,3-3-7 0,-3 3-4 0,1-4-9 16,-1 4-11-16,0 0-14 0,0-5-12 0,0 5-19 15,0 0-10-15,-5-5-11 0,1 2-1 0,4 3-6 16,-10-4-3-16,2 0-3 0,-2 1-4 0,-2 1-9 15,-2 2-5-15,-5-2-5 0,1 2-2 16,-1 0 1-16,-1-2-11 0,-2 2 1 0,2-1-14 16,-1 2 1-16,-7-1 8 0,0 2-21 0,-3-2-1 0,4 2-9 15,-3-1-9-15,-1 0-15 0,0 2-9 0,1-2-4 16,0 4-10-16,1-2-55 0,6 1-39 0,-4-3 0 16,4 1 0-16,5 2 0 0,-2-3 0 15,6 2 0-15,1-2 0 0,-1 2 0 0,2 0 0 16,1 0 0-16,-1-2 0 0,7 0 0 0,1 0 0 15,-3 0 0-15,0-1 0 0,2 1 0 0,5-1 0 0,-5 1 0 16,5-1 0-16,0 0 0 0,-9 2 0 0,9-2 0 16,-4 1 0-16,4-1 0 0,0 0 0 0,0 0 0 15,0 0 0-15,0 0 0 0,0 0 0 16,0 0 0-16,-1 5 0 0,1-5 0 0,0 0 0 16,11 7 0-16,-3-2 0 0,1 3 0 0,8 3 0 15,-3-1 0-15,5-1 0 0,3 7 0 0,-2-1 0 16,-2-1 0-16,-1-4 0 0,3 8 0 0,4-1 0 0,-6 0 0 15,0-4 0-15,-3 0 0 0,-3-5 0 16,1 5 0-16,1-2 0 0,-5-2 0 0,-2 1 0 16,2-4 0-16,-2 2 0 0,-3-6 0 0,-1 3 0 15,1 1 0-15,0-4 0 0,0 0 0 0,-3 0 0 16,3 1 0-16,-4-3 0 0,2 2 0 0,-2-2 0 16,2 5 0-16,-2-5 0 0,0 0 0 0,0 0 0 15,-5 6 0-15,1-3 0 0,-1 2 0 0,-2-1 0 16,-2 1 0-16,-1 2 0 0,0-1 0 0,1 3 0 15,-5-5 0-15,5 3 0 0,-4 3 0 0,-1 0 0 16,-2 0 0-16,0 1 0 0,3 0 0 0,-2 5 0 16,-2-4 0-16,-2 5 0 0,3-5 0 0,-6 4 0 15,5-4 0-15,6 2 0 0,-4-5 0 0,3 2 0 16,-1 0 0-16,2-3 0 0,2-1 0 0,1-1 0 16,-2-1 0-16,5-1 0 0,1 2 0 0,-2-4 0 15,0 0 0-15,6-2 0 0,-5 6 0 0,0-6 0 16,5 0 0-16,0 0 0 0,-5 4 0 0,5-4 0 15,-2 3 0-15,2-3 0 0,0 0 0 0,0 0 0 16,0 0 0-16,0 0 0 0,0 0 0 0,0 0 0 16,0 0 0-16,21-7 0 0,-4 1 0 0,2 2 0 15,13-3 0-15,4-1 0 0,1 1 0 0,23-1 0 16,-1-1 0-16,1-1 0 0,3-1 0 0,3 3 0 16,-1-1 0-16,-2 1 0 0,-3 2 0 0,-5 1 0 15,-3 1 0-15,-13 2 0 0,-6 0 0 0,-3 0 0 16,1-1 0-16,-12 0 0 0,3 3 0 0,-4-1 0 15,-4 2 0-15,-1 1 0 0,-3-2 0 0,-10 0 0 16,15 0 0-16,-15 0 0 0,9 0 0 0,-9 0 0 16,0 0 0-16,0 0 0 0,0 0 0 15,0 0 0-15,15 0 0 0,-15 0 0 0,0 0 0 0,0 0 0 16,3 4 0-16,-3-4 0 0,0 0 0 0,0 0 0 16,0 0 0-16,0 0 0 0,1 7 0 0,-1-7 0 15,0 0 0-15,0 0 0 0,0 0 0 0,0 0 0 16,0 0 0-16,0 0 0 0,0 0 0 0,0 0 0 15,0 0-85-15,-11 5-142 0,11-5-16 16,0 0-25-16,0 0-25 0,0 0-23 0,0 0-19 16,0 0-41-16,-13-2-30 0,13 2-38 0,-6-7-11 15,0 4-336-15,-4-1-856 0,3-1 379 0</inkml:trace>
  <inkml:trace contextRef="#ctx0" brushRef="#br0" timeOffset="478083.1121">23741 18293 148 0,'0'0'481'16,"-15"-17"-10"-16,15 17 0 0,0 0-12 0,-11-15-3 15,11 15-11-15,0 0-9 0,-6-14-5 0,6 14-12 16,0 0-21-16,0 0-10 0,0 0-19 0,-5-16-25 16,5 16-31-16,0 0-32 0,0 0-22 0,0 0-27 15,0 0-22-15,0 0-24 0,0 0-20 0,0 0-19 16,0 0-16-16,0 0-14 0,0 0-5 0,0 0-5 15,0 0 3-15,0 0-6 0,0 0-104 0,0 0 0 16,-26 36 0-16,26-36 0 0,-12 19 0 16,8-8 0-16,4-11 0 0,-12 20 0 0,10-7 0 0,-2 0 0 15,4-13 0-15,-8 24 0 0,3-10 0 0,5-14 0 16,-4 19 0-16,4-19 0 0,-5 21 0 0,5-21 0 16,-5 16 0-16,5-16 0 0,-4 17 0 15,4-17 0-15,0 0 0 0,-4 16 0 0,4-16 0 16,0 0 0-16,-6 14 0 0,6-14 0 0,0 0 0 15,0 0 0-15,0 0 0 0,0 0 0 0,0 0 0 16,0 0 0-16,0 0 0 0,0 0-99 0,0 0-253 16,0 0-51-16,0 0-47 0,0 0-54 0,0 0-54 15,20-51-414-15,-16 35-1051 0,-4 16 466 0</inkml:trace>
  <inkml:trace contextRef="#ctx0" brushRef="#br0" timeOffset="478425.2152">23661 18172 228 0,'0'0'437'0,"-3"-11"17"15,3 11-2-15,0 0-12 0,0 0-22 0,-4-9-26 16,4 6-25-16,0 3-25 0,0 0-21 0,-4-6-14 16,4 6-19-16,0 0-28 0,0 0-9 0,0 0-33 15,0 0-19-15,-1-6-24 0,1 6-14 0,0 0-23 16,0 0-22-16,0 0-41 0,0 0-49 0,0 0-41 15,0 0-41-15,0 0-34 0,0 0-49 16,0 0-35-16,0 0-49 0,0 0-35 0,0 0-50 16,0 0-48-16,0 0-60 0,31 27-256 0,-31-27-728 15,0 0 322-15</inkml:trace>
  <inkml:trace contextRef="#ctx0" brushRef="#br0" timeOffset="478748.8167">23864 18310 132 0,'0'0'459'0,"0"0"-1"0,0 0-4 16,0 0-16-16,0 0-12 0,0 0-18 15,0 0-22-15,0 0-24 0,0 0-12 0,0 0-22 16,0 0-22-16,0 0-28 0,0 0-24 0,0 0-23 15,0 0-16-15,0 0-27 0,0 0-17 0,0 0-8 16,0 0-18-16,0 0-15 0,55-5-17 0,-55 5-17 16,0 0-9-16,0 0-19 0,0 0-30 0,0 0-27 15,0 0-33-15,37-1-32 0,-37 1-23 0,0 0-23 16,0 0-30-16,15 7-22 0,-15-7-24 0,0 0-31 16,0 0-25-16,8 15-30 0,-8-15-25 0,0 0-30 15,0 0-36-15,0 0-26 0,-14 24-280 0,14-24-711 16,-16 13 314-16</inkml:trace>
  <inkml:trace contextRef="#ctx0" brushRef="#br0" timeOffset="479067.0977">23837 18408 61 0,'0'0'211'0,"0"0"26"0,0 0 33 15,-31 8 32-15,31-8 15 0,0 0 17 0,0 0 14 16,0 0 3-16,0 0 16 0,0 0-2 0,0 0-10 16,0 0-13-16,0 0-24 0,0 0-22 0,0 0-28 15,0 0-26-15,0 0-22 0,0 0-27 0,0 0-13 16,0 0-23-16,0 0-13 0,0 0-36 15,64 4-35-15,-64-4-42 0,0 0-45 0,0 0-43 16,38-3-52-16,-38 3-52 0,0 0-56 0,30-4-57 16,-30 4-55-16,0 0-61 0,33-3-367 0,-33 3-820 15,22-5 364-15</inkml:trace>
  <inkml:trace contextRef="#ctx0" brushRef="#br0" timeOffset="479393.9406">24195 18310 359 0,'0'0'463'0,"0"0"7"0,0 0 9 0,0 0 2 0,7-23-1 15,-7 23-10-15,0 0-4 0,0 0-7 0,0 0-11 16,5-11-10-16,-5 11-16 0,0 0-25 0,0 0-23 16,0 0-26-16,0 0-35 0,0 0-17 0,0 0-32 15,0 0-19-15,0 0-26 0,0 0-19 0,0 0-100 16,0 0-100-16,0 0 0 0,0 0 0 0,0 0 0 15,0 0 0-15,0 0 0 0,0 0 0 0,0 0 0 16,0 0 0-16,-9 47 0 0,9-47 0 16,-5 20 0-16,5-20 0 0,-6 20 0 0,2-3 0 15,2 0 0-15,2-17 0 0,-3 23 0 0,2-10 0 16,1-13 0-16,-2 21 0 0,2-21 0 0,-1 22 0 16,1-22 0-16,-1 16 0 0,1-16 0 0,0 0 0 0,-1 21 0 15,1-21 0-15,0 0 0 0,1 16 0 16,-1-16 0-16,0 0 0 0,0 0 0 0,5 15 0 15,-5-15 0-15,0 0 0 0,0 0 0 0,0 0 0 16,0 0 0-16,0 0 0 0,0 0 0 0,0 0 0 16,0 0 0-16,0 0 0 0,0 0 0 0,0 0-150 15,0 0-240-15,0 0-51 0,0 0-45 0,15-43-49 16,-15 43-69-16,4-22-328 0,-4 22-1007 0,5-27 445 16</inkml:trace>
  <inkml:trace contextRef="#ctx0" brushRef="#br0" timeOffset="480602.3057">23825 16937 79 0,'0'0'301'0,"0"0"-8"15,0 0-6-15,0 0-6 0,0 4-6 0,0-4-10 16,0 0 13-16,0 0-14 0,0 0-5 0,0 0 5 16,0 0 1-16,0 0-5 0,0 0 4 0,0 0-2 15,0 0-1-15,0 0-2 0,0 0-2 0,0 0-2 16,0 0-12-16,0 0-6 0,0 0 7 0,0 0-10 15,0 0-3-15,0 0-18 0,0 0-10 0,0 0-6 16,0 0-21-16,0 0-12 0,9-9-10 0,-9 4-11 16,3 2-9-16,-3 3-20 0,5-2-11 0,-1-1-13 15,0 2-11-15,2 0-11 0,-6 1-10 0,10 2-6 16,-2-2-8-16,3 5-1 0,0 0-6 0,1 4-36 16,0 0-1-16,-2-1 0 0,0 4 0 0,3 1 0 15,-3-2 0-15,-2 0 0 0,1-1 0 0,-3 5 0 16,-2-2 0-16,1-3 0 0,-1 2 0 0,-4 0 0 15,1 0 0-15,-1-3 0 0,0 4 0 0,-1-3 0 16,-1-1 0-16,0 0 0 0,0 0 0 0,-1-5 0 16,-1 2 0-16,2 1 0 0,-2-4 0 0,3 2 0 15,-1-2 0-15,-1 1 0 0,0-1 0 0,3-3 0 16,0 0 0-16,-1 3 0 0,1-3 0 0,0 0 0 16,0 0 0-16,9-10 0 0,-6 4 0 0,3-2 0 15,1 0 0-15,1-2 0 0,7-2 0 0,-2-1 0 0,1-1 0 16,0 2 0-16,4-2 0 0,-4 4 0 0,4 2 0 15,0-1 0-15,-1 0 0 0,-2 2 0 16,-1 3 0-16,-2-2 0 0,1 3 0 0,-2 1 0 16,-1 2 0-16,0 0 0 0,-3 1 0 0,4 2 0 15,-1 2 0-15,-5 0 0 0,2 1 0 0,-2 1 0 0,0 2 0 16,-2 0 0-16,0 1 0 0,-3 2 0 0,4-5 0 16,-4 5 0-16,-1-6 0 0,1 2 0 15,1-2 0-15,-1 0 0 0,0-1 0 0,0 1 0 16,0-1 0-16,0-3 0 0,0-2 0 0,0 7 0 0,0-3 0 15,0-4 0-15,3 5 0 0,-3-5 0 0,-3 3 0 16,3-3 0-16,0 0 0 0,3 3 0 0,-3-3 0 16,0 0 0-16,0 0 0 0,0 0 0 15,0 0-175-15,0 0-41 0,0 0-38 0,0 0-47 16,0 0-66-16,0 0-62 0,0 0-71 0,0 0-82 0,0 0-313 16,11-5-969-16,-11 5 429 0</inkml:trace>
  <inkml:trace contextRef="#ctx0" brushRef="#br0" timeOffset="483604.9877">25548 17302 69 0,'0'0'272'0,"0"0"0"0,0 0-10 15,-4-3-8-15,4 3-7 0,0 0-1 0,0 0-10 16,-4-3 6-16,4 3-14 0,-1-3 1 0,1 3-32 15,0 0 20-15,-2-3-7 0,2 3-7 0,0 0-14 16,-3-4-6-16,3 4 0 0,0 0-9 0,0 0-1 16,0 0-3-16,0 0-6 0,0 0-6 0,0 0-10 15,0 0 2-15,0 0-6 0,0 0 5 0,0 0-11 16,0 0 11-16,0 0 1 0,0 0 2 0,0 0 5 16,0 0 4-16,0 0 0 0,0 0 10 15,0 0 6-15,1-9-2 0,-1 9 0 0,0-2 0 16,0 2-10-16,4-2-13 0,-4 2-11 0,0 0-7 0,4-7-3 15,-4 4-13-15,0 3-78 0,0 0-40 0,5-3 0 16,-5 3 0-16,0 0 0 0,5-2 0 0,-5 2 0 16,0 0 0-16,10 2 0 0,-2-1 0 0,2 1 0 15,-1 3 0-15,0 0 0 0,3 0 0 0,-3 2 0 16,0 1 0-16,0-2 0 0,1 3 0 16,-3-1 0-16,1-1 0 0,0 2 0 0,-2 0 0 0,-2-1 0 15,1 1 0-15,-1-2 0 0,-1 2 0 0,-1 1 0 16,-1-2 0-16,-1 4 0 0,-1-3 0 0,1 3 0 15,-2-3 0-15,-1 0 0 0,2 1 0 16,-4-1 0-16,3-4 0 0,-2 5 0 0,2-2 0 16,-3-1 0-16,-2 1 0 0,5-3 0 0,-2-1 0 15,3 0 0-15,-3 1 0 0,1-3 0 0,1 2 0 0,2-4 0 16,-3 5 0-16,2-3 0 0,1-2 0 16,-6 3 0-16,3-1 0 0,3-2 0 0,0 0 0 15,0 0 0-15,0 0 0 0,0 0 0 0,0 0 0 16,0 0 0-16,0 0 0 0,0 0 0 0,6-16 0 15,-2 7 0-15,-1-1 0 0,2-1 0 0,-1 0 0 16,3-5 0-16,2-2 0 0,2 1 0 0,-1 1 0 0,1-1 0 16,-1-1 0-16,5-3 0 0,-3 5 0 15,1 2 0-15,-3 0 0 0,1 1 0 0,-4 4 0 0,2-2 0 16,0 2 0-16,-4 0 0 0,-1 4 0 16,1 1 0-16,-1 0 0 0,-1 0 0 0,0 2 0 15,-3 2 0-15,4-4 0 0,-4 4 0 0,3-5 0 16,-3 2 0-16,0 3 0 0,0 0 0 0,0 0 0 15,0 0 0-15,0 0 0 0,0 0 0 0,-7 18 0 16,1-10 0-16,2 3 0 0,-2-1 0 0,-1 3 0 16,1 2 0-16,-4 0 0 0,2 2 0 0,-1 0 0 15,4-2 0-15,-4 1 0 0,5 0 0 0,-1-6 0 16,1 3 0-16,2-2 0 0,-1 0 0 0,3 1 0 16,0-5 0-16,0 4 0 0,0-1 0 0,1-3 0 15,3 0 0-15,-2 1 0 0,4 0 0 0,-1 0 0 16,0-1 0-16,4-2 0 0,0 2 0 0,0-1 0 15,1 0 0-15,2-3 0 0,-3 1 0 0,2 1 0 16,-2-2 0-16,3 0 0 0,-1-3 0 0,-1 0 0 16,-1-1 0-16,4 2 0 0,-4-2 0 0,1-1 0 15,-1-1 0-15,-2 2 0 0,-7 1 0 0,14-4-168 16,-7 1-352-16,-2 0-93 0,-1-2-61 0,-4 1-362 16,0 4-1123-16,2-9 497 0</inkml:trace>
  <inkml:trace contextRef="#ctx0" brushRef="#br0" timeOffset="484237.5746">26072 17572 126 0,'5'-7'461'0,"-2"5"8"0,-3 2-16 0,5-4-14 15,-5 4-11-15,2-4-15 0,1 1-18 16,-3 3-13-16,1-4-15 0,-1 4-13 0,2-4-15 0,-2 4-10 16,0 0-15-16,0 0-22 0,0 0-25 0,0 0-28 15,5-4-11-15,-5 4-27 0,0 0-8 0,0 0-32 16,0 0-12-16,0 0-21 0,0 0-2 0,0 0-11 16,0 0-3-16,11 12-7 0,-10-6-8 15,1-3-8-15,-1 3-10 0,2 1-10 0,-1 2-5 16,-2-1-6-16,1-2-7 0,1 2-1 0,0-1-5 15,0-2-41-15,-1 2-4 0,0 0 0 0,-1 0 0 0,0-2 0 16,0-5 0-16,0 7 0 0,0-2 0 0,0-5 0 16,0 0 0-16,1 6 0 0,-1-6 0 0,0 0 0 15,2 1 0-15,-2-1 0 0,0 0 0 16,0 0 0-16,0 0 0 0,0 0 0 0,10-11 0 16,-5 7 0-16,-1-2 0 0,3-3 0 0,2 1 0 15,0-3 0-15,0 4 0 0,0-4 0 0,1 4 0 16,-4-2 0-16,1 3 0 0,3-2 0 0,-6 3 0 15,1 0 0-15,2-1 0 0,-5 4 0 0,2-2 0 16,0 2 0-16,1-1 0 0,-5 3 0 0,4-3 0 16,-4 3 0-16,0 0 0 0,8 1 0 0,-8-1 0 15,6 6 0-15,-3 0 0 0,0 4 0 0,0-2 0 16,1 1 0-16,-3 2 0 0,3-1 0 0,-2 2 0 16,2 4 0-16,-1-4 0 0,-2 3 0 0,0-3 0 15,1-5 0-15,0-1 0 0,1 2 0 0,-2-2 0 16,0 1 0-16,1 0 0 0,-1-1 0 0,3-3 0 15,-4 1 0-15,1 1 0 0,0-3 0 0,-1-2 0 16,0 0 0-16,0 0 0 0,0 6 0 0,0-6 0 16,0 0 0-16,-1 8 0 0,1-8 0 0,0 0 0 15,0 0 0-15,0 0 0 0,0 0-121 0,0 0-260 16,5-15-61-16,-5 4-54 0,-3 1-55 0,0 0-45 16,-6-4-338-16,4 4-1013 0,-2 2 448 0</inkml:trace>
  <inkml:trace contextRef="#ctx0" brushRef="#br0" timeOffset="484938.782">25498 17879 236 0,'0'0'251'0,"0"0"-7"16,-4 3-17-16,4-3-6 0,0 0-15 0,-6 1 2 15,6-1-13-15,-9 0-7 0,9 0-9 0,-9 0-10 16,9 0-7-16,-9 0-4 0,9 0-6 0,0 0 2 0,-9-1-7 15,9 1 6-15,0 0-6 0,-9 1-2 16,9-1 4-16,0 0-5 0,0 0-3 0,-5 0 21 0,5 0 1 16,0 0 5-16,0 0 8 0,0 0 8 15,0 0 4-15,0 0 1 0,0 0-6 0,0 0-3 16,0 0-9-16,0 0-13 0,26-3-5 0,-8 5 5 16,10-1-2-16,5 1-1 0,21-1 3 0,1-1-8 15,12 1-11-15,-3-1-9 0,31 1 17 0,-2 6-28 16,-26-6-2-16,30-1-7 0,2 5 4 0,-35-2-10 15,1-2 5-15,29 0-2 0,-29 1-1 0,0-2-45 16,4 0-61-16,-6-2 0 0,-6 2 0 0,0 2 0 16,-5-5 0-16,-15 3 0 0,-2-1 0 0,-2-3 0 15,-3 1 0-15,-1 2 0 0,-10 3 0 0,-7 0 0 16,1-4 0-16,-1 2 0 0,-2 2 0 0,-10-2 0 16,13 0 0-16,-8 4 0 0,-1-2 0 0,1 0 0 15,-5-2 0-15,0 5 0 0,0-5 0 0,-1 11 0 16,1-11 0-16,-4 7 0 0,1 0 0 0,-2-2 0 15,0 0-163-15,-3 1-152 0,3-2-55 0,-1-1-39 16,-5 1-58-16,6-1-56 0,-1-1-64 0,-2 1-307 16,-1-2-967-16,2 1 429 0</inkml:trace>
  <inkml:trace contextRef="#ctx0" brushRef="#br0" timeOffset="485588.9852">25563 18216 301 0,'0'0'421'0,"0"0"0"0,0 0-16 16,8-28 10-16,-8 28-3 0,0 0-6 0,0-14-5 15,1 10-15-15,-1-1-10 0,3 1-18 16,-3 4-1-16,1-7-16 0,-1 7-9 0,0-6-9 0,0 6-23 16,0 0-21-16,0-6-26 0,0 6-29 15,0 0-14-15,0 0-26 0,0 0-16 0,0 0-28 16,0 0-13-16,0 0-8 0,0 0-3 0,0 0 4 15,0 0 6-15,0 0 4 0,18 43-90 0,-14-27-40 16,-3 0 0-16,3 0 0 0,2 4 0 0,-3-1 0 16,-2-3 0-16,4 4 0 0,-3-1 0 0,-1 1 0 15,-2-2 0-15,1 0 0 0,-2-1 0 0,1 1 0 16,1-18 0-16,-1 28 0 0,-2-16 0 0,3-12 0 16,-1 22 0-16,1-22 0 0,-3 14 0 0,3-14 0 15,0 0 0-15,0 0 0 0,-3 15 0 0,3-15 0 16,0 0 0-16,0 0 0 0,0 0 0 0,0 0 0 15,0 0 0-15,0 0 0 0,0 0 0 0,0 0 0 16,0 0 0-16,0 0 0 0,0 0-186 0,0 0-212 16,0 0-46-16,0 0-46 0,24-44-62 15,-24 44-48-15,8-24-321 0,-3 13-996 0,-5 11 440 16</inkml:trace>
  <inkml:trace contextRef="#ctx0" brushRef="#br0" timeOffset="486072.7928">25456 18153 143 0,'0'0'416'0,"-6"-7"-9"15,6 3 13-15,0 4-16 0,-3-7-1 0,1 3-9 16,2 4-5-16,-2-5-12 0,2 5-7 0,0 0-11 15,0-7-15-15,0 7-16 0,0 0-10 0,2-6-28 16,-2 6-26-16,2-4-13 0,-2 4-38 0,13-4-16 16,-5 3-11-16,1 0-15 0,3-2-12 0,2 2-5 15,5 1 0-15,2 2-17 0,7 2-9 16,0 1 8-16,0 2-15 0,0 2-5 0,1 1 2 0,-3 1-20 16,1 2-5-16,0-1-8 0,-12-1-37 15,6 1-48-15,-2 4 0 0,-5-1 0 0,0 0 0 16,-2 2 0-16,-3-2 0 0,-3-1 0 0,-2 4 0 15,-2 3 0-15,-3-2 0 0,-3-1 0 0,-3 6 0 16,-4 0 0-16,0-6 0 0,-1-1 0 0,-7 2 0 16,1 1 0-16,4-5 0 0,-5 2 0 0,1-5 0 0,5 1 0 15,-1-4 0-15,14-9 0 0,-18 14 0 16,18-14 0-16,-20 9 0 0,20-9 0 0,-14 6 0 16,14-6 0-16,0 0 0 0,-19 7 0 0,19-7 0 15,0 0 0-15,0 0 0 0,0 0 0 0,0 0 0 16,0 0 0-16,0 0 0 0,0 0 0 0,-19 7 0 15,19-7 0-15,0 0 0 0,0 0 0 0,0 0 0 16,0 0 0-16,0 0-137 0,0 0-237 0,0 0-62 16,0 0-58-16,52-24-53 0,-52 24-488 15,25-8-1119-15,-25 8 495 0</inkml:trace>
  <inkml:trace contextRef="#ctx0" brushRef="#br0" timeOffset="486507.4001">26128 18483 124 0,'0'0'444'16,"0"0"7"-16,2-23-3 0,-2 23 2 0,0 0-2 16,0 0-5-16,0 0-5 0,0 0-5 0,0 0 4 15,2-16 4-15,-2 16-19 0,0 0-15 0,0 0-17 16,0 0-17-16,0 0-21 0,0 0-20 0,0 0-22 15,0 0-26-15,0 0-26 0,0 0-26 0,0 0-20 16,0 0-150-16,0 0-62 0,0 0 0 0,0 0 0 16,0 0 0-16,0 0 0 0,0 0 0 0,0 0 0 15,0 0 0-15,0 0 0 0,0 0 0 16,-6 62 0-16,2-50 0 0,4-12 0 0,-6 30 0 0,3-13 0 16,-1-3 0-16,-1 2 0 0,0 0 0 15,2 2 0-15,1-3 0 0,2-15 0 0,-7 23 0 16,6-9 0-16,1-14 0 0,-5 22 0 0,5-22 0 15,-4 21 0-15,4-21 0 0,-4 21 0 0,4-21 0 16,-1 13 0-16,1-13 0 0,0 0 0 0,-5 15 0 16,5-15 0-16,0 0 0 0,0 0 0 0,0 0 0 15,-4 15 0-15,4-15 0 0,0 0 0 0,0 0 0 16,0 0 0-16,0 0 0 0,0 0 0 0,0 0 0 16,0 0-234-16,0 0-205 0,0 0-36 0,0 0-32 15,0 0-34-15,0 0-32 0,-4-55-331 16,4 55-979-16,-2-23 433 0</inkml:trace>
  <inkml:trace contextRef="#ctx0" brushRef="#br0" timeOffset="486970.9743">25990 18472 64 0,'0'0'410'0,"0"0"18"0,0 0 13 0,2-26 1 0,-2 26-3 16,0 0-17-16,10-13-22 0,-10 13-20 0,0 0-25 15,0 0-24-15,19-13-25 0,-19 13-22 0,0 0-16 16,20-11-18-16,-20 11-25 0,22-10-13 0,-22 10-21 16,26-8-10-16,-26 8-2 0,27-6 16 0,-27 6-43 15,26-2-12-15,-26 2 0 0,32-4 3 0,-32 4 4 16,31-2-13-16,-31 2-2 0,0 0-2 0,36 0-16 16,-36 0-14-16,0 0-6 0,29 4-3 0,-29-4-19 15,0 0 0-15,19 9-9 0,-19-9 1 16,0 0-64-16,0 0 0 0,21 10 0 0,-21-10 0 15,0 0 0-15,2 18 0 0,-2-18 0 0,2 19 0 16,-2-19 0-16,-7 21 0 0,7-21 0 0,-13 21 0 16,2-10 0-16,11-11 0 0,-22 18 0 0,7-7 0 15,1 1 0-15,-4-6 0 0,2 4 0 0,16-10 0 16,-22 11 0-16,22-11 0 0,-18 7 0 0,18-7 0 16,0 0 0-16,-18 7 0 0,18-7 0 0,0 0 0 15,0 0 0-15,0 0 0 0,-18 8 0 0,18-8 0 16,0 0 0-16,0 0 0 0,0 0 0 0,0 0 0 15,0 0 0-15,0 0 0 0,0 0 0 0,0 0 0 16,0 0 0-16,0 0 0 0,0 0 0 0,0 0 0 16,0 0 0-16,0 0 0 0,0 0-188 0,0 0-184 15,0 0-40-15,-18 7-27 0,18-7-32 0,0 0-37 16,0 0-23-16,0 0-348 0,0 0-952 0,0 0 423 16</inkml:trace>
  <inkml:trace contextRef="#ctx0" brushRef="#br0" timeOffset="489279.4022">26417 18573 41 0,'0'0'206'0,"0"0"-6"0,0 0-14 0,0 0-5 16,0 0-12-16,0 0-6 0,0 0-6 0,0 0-8 15,0 0-5-15,0 0-1 0,0 0-1 0,0 0-4 16,0 0 1-16,0 0-1 0,0 0 0 0,0 0 2 16,0 0 2-16,0 0 2 0,0 0 10 0,0 0 10 15,0 0-6-15,0 0-1 0,0 0 2 0,0 0 3 16,0 0-9-16,0 0 2 0,0 0-3 0,0 0-2 16,0 0-7-16,0 0-8 0,0 0-3 15,0 0-8-15,0 0-7 0,0 0-7 0,0 0-7 0,0 0-8 16,0 0-3-16,0 0-10 0,0 0-8 15,0 0-9-15,0 0-2 0,0 0-6 0,0 0-5 16,0 0-3-16,0 0-4 0,0 0-2 0,0 0-2 16,0 0 0-16,0 0 0 0,0 0 5 0,0 0-2 15,0 0-5-15,0 0 2 0,0 0-4 0,0 0 1 16,0 0 0-16,0 0-4 0,0 0-1 0,0 0-1 16,0 0-3-16,0 0 0 0,0 0-1 0,0 0 0 15,0 0-3-15,0 0 7 0,0 0-7 0,0 0-5 16,0 0 0-16,0 0 0 0,0 0-3 0,0 0 0 15,0 0-3-15,0 0 0 0,0 0 0 16,0 0 0-16,0 0-6 0,0 0 1 0,0 0-2 0,0 0 1 16,0 0-1-16,0 0-2 0,0 0 1 15,0 0-1-15,0 0 0 0,0 0-1 0,0 0-1 0,0 0 5 16,0 0-7-16,0 0-1 0,0 0 0 0,0 0-1 16,0 0 3-16,0 0 2 0,0 0-1 15,0 0-3-15,0 0-1 0,0 0 2 0,0 0 2 16,0 0-6-16,0 0 3 0,0 0 1 0,0 0-2 15,0 0 4-15,0 0-3 0,0 0 1 0,0 0 0 16,0 0-4-16,0 0 4 0,0 0-2 0,0 0-4 16,0 0-3-16,0 0 0 0,0 0 2 0,0 0 0 15,0 0 1-15,0 0 2 0,0 0 0 0,0 0 3 16,0 0-2-16,0 0 4 0,0 0 4 0,0 0 1 16,4 37 10-16,-4-37 4 0,0 0-1 0,0 0 2 15,-8 24 1-15,8-24 1 0,0 0-1 0,-2 20-1 16,2-20 3-16,-3 13-4 0,3-13-3 15,0 0 1-15,-5 18 0 0,5-18 3 0,0 0-7 16,-4 14 5-16,4-14 7 0,0 0 2 0,0 0 10 16,0 0 10-16,0 0-2 0,0 0-2 0,0 0 0 15,0 0-5-15,-4 16 3 0,4-16-9 0,0 0 10 16,0 0-12-16,0 0-5 0,0 0-4 0,0 0-1 16,0 0 3-16,0 0-5 0,0 0 2 0,0 0-3 15,0 0 2-15,0 0-9 0,0 0-2 0,0 0 0 16,0 0 17-16,0 0-18 0,0 0-1 0,0 0-2 15,0 0 2-15,0 0-2 0,0 0-1 0,0 0 4 16,0 0 3-16,0 0-8 0,0 0 5 0,0 0-5 16,0 0-1-16,0 0 1 0,0 0 0 0,0 0 1 15,0 0-7-15,0 0 6 0,0 0-3 0,0 0-6 16,0 0 4-16,0 0 13 0,0 0-8 0,0 0-13 16,0 0 10-16,0 0 1 0,0 0-9 0,0 0 5 15,0 0 2-15,0 0-7 0,0 0 5 0,-3 16 3 16,3-16-2-16,0 0-3 0,0 0 10 15,0 0-3-15,0 0 0 0,0 0-9 0,0 0 8 16,0 0-4-16,0 0 1 0,0 0 8 0,0 0-1 16,0 0-5-16,0 0 10 0,0 0-7 0,0 0-6 15,0 0 2-15,0 0 0 0,0 0 7 0,0 0-6 16,0 0 5-16,0 0 6 0,0 0-4 0,0 0 0 16,0 0-6-16,0 0 1 0,0 0-3 0,0 0 4 15,0 0 0-15,0 0 3 0,0 0-5 0,0 0 0 16,0 0-1-16,0 0 10 0,0 0-15 0,0 0-1 15,0 0 12-15,0 0-13 0,0 0 4 0,0 0 4 16,0 0 1-16,0 0 0 0,0 0-6 16,0 0 9-16,0 0-5 0,0 0 10 0,0 0-15 15,0 0 6-15,0 0 2 0,0 0-2 0,0 0 0 16,0 0-6-16,0 0 6 0,0 0 15 0,0 0-11 0,0 0-5 16,0 0 0-16,0 0 3 0,0 0-4 0,0 0 0 15,0 0 0-15,0 0 0 0,0 0 0 0,0 0 0 16,0 0 0-16,0 0 0 0,0 0 0 15,0 0 0-15,0 0 0 0,0 0 0 0,0 0 0 16,0 0 0-16,0 0 0 0,0 0 0 0,0 0 0 16,0 0 0-16,0 0 0 0,0 0-1 0,0 0 1 15,0 0-5-15,0 0 11 0,0 0-10 0,0 0 8 16,0 0-4-16,0 0 0 0,0 0 0 0,0 0 0 16,0 0-3-16,0 0-10 0,0 0 15 0,0 0 6 15,0 0-2-15,0 0-6 0,0 0 0 0,0 0 0 16,0 0 0-16,0 0 0 0,0 0 0 0,0 0 0 15,0 0 0-15,0 0 0 0,0 0 0 0,0 0 0 16,0 0 0-16,0 0 0 0,0 0 0 16,0 0 0-16,0 0 0 0,0 0 0 0,0 0 0 15,0 0 0-15,0 0 0 0,0 0 0 0,0 0 0 16,0 0 0-16,0 0 0 0,0 0 0 0,0 0 0 16,0 0 0-16,0 0 0 0,0 0 0 0,0 0 0 0,0 0 0 15,0 0 0-15,0 0 0 0,0 0 0 0,0 0 0 16,0 0 0-16,0 0 0 0,0 0 0 15,0 0 0-15,0 0 0 0,0 0 0 0,0 0 0 16,0 0 0-16,0 0 0 0,0 0 0 0,0 0 0 16,0 0 0-16,0 0 0 0,0 0 0 0,0 0 0 15,0 0 0-15,0 0 0 0,0 0 0 0,0 0-3 16,0 0-18-16,0 0-18 0,0 0-14 0,0 0-23 16,0 0-25-16,0 0-23 0,0 0-31 0,0 0-33 15,0 0-26-15,0 0-37 0,0 0-33 0,0 0-35 16,0 0-43-16,0 0-36 0,0 0-35 0,0 0-24 15,0 0-329-15,0 0-851 0,0 0 377 0</inkml:trace>
  <inkml:trace contextRef="#ctx0" brushRef="#br0" timeOffset="495668.2744">25834 18059 80 0,'0'0'113'0,"0"0"-3"0,0 0 2 0,0 0 2 16,-2-3 4-16,2 3 3 0,0 0 3 0,-3-5 7 16,3 5 3-16,0 0 4 0,0 0 11 0,0 0 8 15,0 0 1-15,0 0 3 0,0 0 8 0,0 0-3 16,-10-2 4-16,10 2 3 0,0 0 5 0,0 0 8 16,0 0-10-16,0 0-13 0,0 0 8 0,0 0-5 15,0 0-4-15,0 0 3 0,0 0-2 0,0 0-8 16,0 0-2-16,0 0-3 0,0 0 0 15,0 0-1-15,0 0 0 0,0 0 0 0,0 0 0 16,0 0-1-16,0 0 2 0,0 0 0 0,0 0 4 16,0 0-1-16,0 0 14 0,0 0 9 0,0 0 13 15,0 0 4-15,0 0-6 0,0 0-12 0,0 0-8 16,24 0-12-16,-10 1-2 0,4-1 0 0,10 1 7 16,4 1-10-16,0-2-71 0,-1 3-79 0,2-3 0 0,4 2 0 15,1-2 0-15,-4 2 0 0,0-1 0 16,-6 1 0-16,-1 0 0 0,1-1 0 0,-6 1 0 15,-4 0 0-15,-5-2 0 0,-2 0 0 0,-3 0 0 16,-2 2 0-16,-6-2 0 0,11 0 0 0,-11 0 0 16,0 0 0-16,12-2 0 0,-12 2 0 0,0 0 0 15,0 0 0-15,0 0 0 0,7 2 0 0,-7-2 0 16,0 0 0-16,0 0 0 0,0 0 0 0,0 0 0 16,0 0 0-16,0 0 0 0,0 0 0 0,0 0 0 15,0 0 0-15,0 0 0 0,-13 10 0 0,13-10 0 16,0 0 0-16,0 0 0 0,0 0 0 0,0 0-258 15,-9 1-121-15,9-1-60 0,0 0-73 0,0 0-80 16,0 0-411-16,0 0-1084 0,0 0 480 0</inkml:trace>
  <inkml:trace contextRef="#ctx0" brushRef="#br0" timeOffset="496675.4521">26528 18295 121 0,'0'0'214'0,"0"0"-10"0,0 0-18 16,0 0-5-16,0 0-6 0,0 0-4 0,0 0-13 15,0 0-4-15,0 0-12 0,0 0-8 0,0 0-6 16,0 0 4-16,0 0-9 0,0 0 0 0,0 0-3 16,0 0-11-16,0 0-1 0,0 0-11 0,0 0-3 15,0 0-14-15,0 0 0 0,0 0-6 0,0 0-8 16,0 0 3-16,0 0-4 0,0 0 2 16,0 0 1-16,0 0 8 0,0 0 9 0,0 0 2 15,0 0 6-15,0 0-3 0,0 0 0 0,0 0-5 16,0 0-4-16,0 0-10 0,0 0-4 0,0 0 0 15,0 0-3-15,0 0 0 0,0 0-5 0,0 0 8 16,0 0-14-16,0 0 10 0,0 0-10 0,0 0-5 16,0 0 0-16,0 0-3 0,-3 35-5 0,3-35-2 0,0 0-3 15,0 0-9-15,0 0 1 0,0 0-2 16,0 0-4-16,0 0 6 0,0 0-7 0,0 0 2 16,0 0-10-16,0 0 1 0,0 0 3 0,0 0-2 15,0 0-4-15,0 0 5 0,0 0-3 0,-9 11-3 16,9-11 0-16,0 0 3 0,0 0 1 0,0 0-2 15,0 0-2-15,0 0 4 0,0 0-3 0,0 0 0 16,0 0 2-16,0 0 5 0,0 0 9 0,0 0 13 16,0 0 3-16,0 0 5 0,0 0 7 0,0 0 13 15,0 0-3-15,0 0-1 0,0 0 0 0,0 0-8 16,0 0-1-16,0 0-6 0,0 0-8 0,0 0-5 16,0 0-8-16,0 0-4 0,0 0-5 15,0 0-1-15,0 0-2 0,0 0 5 0,0 0-6 16,-3 15 0-16,3-15-3 0,0 0 7 0,0 0-13 15,0 0 9-15,0 0-8 0,0 0-2 0,0 0 3 0,0 0 0 16,0 0 0-16,0 0 1 0,0 0 4 0,0 0 2 16,0 0 7-16,0 0 8 0,0 0 9 15,0 0 9-15,0 0 14 0,0 0 3 0,0 0 5 16,0 0 2-16,0 0-4 0,0 0-10 0,0 0-4 16,0 0-5-16,0 0-6 0,0 0-8 0,0 0-2 15,0 0-13-15,0 0-8 0,0 0-4 0,0 0-23 16,-22 7-28-16,22-7-40 0,0 0-44 0,0 0-52 15,0 0-56-15,0 0-56 0,0 0-66 0,19 21-73 16,-19-21-71-16,0 0-307 0,0 0-877 0,0 0 387 16</inkml:trace>
  <inkml:trace contextRef="#ctx0" brushRef="#br0" timeOffset="497617.5486">26760 18166 22 0,'0'0'298'0,"0"0"-10"0,0 0-9 0,0 0-4 0,0 0-11 16,0 0-15-16,0 0 0 0,0 0-10 0,0 0-17 15,0 0-4-15,0 0-12 0,0 0 0 16,0 0-12-16,0 0 4 0,0 0-6 0,-6-19-3 16,6 18 4-16,0 1 3 0,0 0-3 0,2-1-1 15,-2 1 0-15,0 0-4 0,0 0-3 0,1-5-7 16,-1 5-2-16,0 0 7 0,-1-5-14 0,1 5 0 16,0 0-11-16,0 0-5 0,4-6-1 0,-4 6-6 15,2-3 8-15,-2 3-29 0,0 0-4 0,5-8-5 16,-5 8-17-16,5-3 2 0,-1 0-17 0,-4 3-3 15,7-3-7-15,-7 3-5 0,9-4-14 16,-4 3 4-16,-5 1-7 0,14-3-9 0,-7 2-6 16,4 1-6-16,-1 0-5 0,1 0-9 0,-2 1 1 0,-1 1-9 15,1-1 6-15,0 3 4 0,-3-2-11 0,2 0-2 16,-2 1-2-16,-6-3-1 0,13 4-6 0,-13-4 7 16,0 0-8-16,0 0-2 0,0 0 5 0,19 16 1 15,-19-16 1-15,0 0 18 0,0 0-20 16,1 17-3-16,-1-17-6 0,0 0 3 0,0 0 6 15,0 0 1-15,-16 25 3 0,16-25 17 0,-12 13-16 16,12-13-8-16,-15 6 10 0,15-6-4 0,0 0-1 16,-17 9 0-16,17-9 7 0,0 0 2 0,0 0 6 15,0 0 8-15,-11 11-7 0,11-11 15 0,0 0-17 16,0 0-3-16,0 0-12 0,0 0 0 0,0 0 0 16,0 0 0-16,0 0 0 0,0 0 0 0,0 0 0 15,0 0 0-15,0 0 0 0,0 0 0 0,0 0 0 16,0 0 0-16,15 25 0 0,-15-25 0 0,16 9 0 15,-16-9 0-15,12 13 0 0,-12-13 0 0,11 11 0 16,-11-11 0-16,9 14 0 0,-9-14 0 0,0 0 0 16,8 17 0-16,-8-17-3 0,0 0 6 0,2 18-3 15,-2-18 0-15,0 0 0 0,-10 15 0 0,10-15 0 16,-13 11 0-16,13-11 0 0,-22 7 0 0,22-7 0 16,-22 4 0-16,22-4 0 0,0 0 0 0,-34 3 0 15,34-3 0-15,0 0 0 0,0 0 0 16,-31-2 0-16,31 2 0 0,0 0 0 0,0 0 0 15,0 0 0-15,0 0 0 0,-24-7 0 0,24 7 0 16,0 0 0-16,0 0 0 0,0 0 0 0,0 0 0 16,0 0 0-16,0 0 0 0,0 0 0 0,0 0 0 15,0 0 0-15,0 0 0 0,0 0 0 0,0 0 0 16,0 0-62-16,0 0-293 0,0 0-43 0,0 0-41 16,0 0-42-16,0 0-43 0,0 0-47 0,0 0-323 15,0 0-968-15,29 37 429 0</inkml:trace>
  <inkml:trace contextRef="#ctx0" brushRef="#br0" timeOffset="501621.7498">27809 17851 84 0,'0'0'192'0,"-8"-3"-7"15,8 3 11-15,0 0 0 0,0 0 15 0,-9 4 3 16,9-4 8-16,0 0 7 0,0 0 11 16,0 0 2-16,-14 0 9 0,14 0 6 0,0 0 12 0,0 0 6 15,0 0 1-15,0 0 10 0,0 0 5 0,0 0-1 16,0 0 5-16,0 0-1 0,0 0-14 0,0 0 2 16,0 0-12-16,0 0-1 0,0 0-22 0,0 0-12 15,0 0-19-15,0 0-13 0,0 0-15 16,0 0-7-16,0 0-29 0,0 0-16 0,0 0-1 15,0 0-9-15,22-7-28 0,-22 7-6 0,0 0-39 16,15 0-39-16,-7-2-49 0,3 4-54 0,-2-4-51 16,3 2-38-16,-3-1-41 0,2 1-45 0,0-2-39 0,1-3-39 15,-3 4-12-15,0-5-16 0,4 5-6 16,-8-2-14-16,2-1-2 0,1 4 3 0,0-1 8 16,-8 1 9-16,14 0 23 0,-5 0-190 0,-1 1-583 15,-2 1 259-15</inkml:trace>
  <inkml:trace contextRef="#ctx0" brushRef="#br0" timeOffset="501951.9321">28026 17830 1700 0,'8'4'-121'0,"1"-2"59"0,-3 0 37 0,1-2 37 15,-1 4 41-15,0 0 41 0,1-3 35 0,-4 1 31 16,-3-2 28-16,8 3 27 0,-8-3 26 0,5 2 24 16,-5-2 19-16,0 0 12 0,0 0 12 0,0 0-4 15,0 0-10-15,12 0-25 0,-12 0-28 0,0 0-21 16,0 0-23-16,11-2-19 0,-11 2-19 0,11-3-36 16,-4 3-55-16,3-1-60 0,2 1-71 0,2-1-66 15,-1-1-67-15,0-1-51 0,3 2-45 0,-3-3-38 16,1 1-39-16,-1-1-32 0,-1 0-228 0,-1 0-681 15,-1 0 302-15</inkml:trace>
  <inkml:trace contextRef="#ctx0" brushRef="#br0" timeOffset="501986.1566">28375 17838 191 0,'0'0'379'0,"0"0"9"0,0 0-17 0,14-3-23 16,-14 3-35-16,0 0-34 0,13-5-32 0,-7 3-26 15,-1 0-41-15,4-1-56 0,0-1-74 0,3 3-60 0,-3-1-62 16,2-2-66-16,3 0-77 0,3 1-228 0,-4 1-480 16,5-2 213-16</inkml:trace>
  <inkml:trace contextRef="#ctx0" brushRef="#br0" timeOffset="502407.1104">28789 17615 169 0,'-3'-4'484'0,"3"4"16"16,0-10 14-16,0 10 3 0,4-8 2 0,-4 8-5 16,2-5-10-16,-2 5-2 0,3-5-19 0,-3 5-23 15,3-5-20-15,-3 5-25 0,4-4-25 0,-4 4-21 16,0 0-17-16,0 0-18 0,1-4-26 0,-1 4-15 15,0 0-169-15,0 0-124 0,0 0 0 0,0-7 0 16,0 7 0-16,0 0 0 0,0 0 0 0,0 0 0 16,0 0 0-16,0 0 0 0,0 0 0 0,0 0 0 15,0 0 0-15,0 0 0 0,0 0 0 16,0 20 0-16,2-10 0 0,1 3 0 0,-4 1 0 16,2 4 0-16,3 2 0 0,-3-2 0 0,1 3 0 15,0-2 0-15,3 7 0 0,-2-1 0 0,-2 0 0 0,-1-6 0 16,0-2 0-16,0 2 0 0,0-4 0 0,-1 3 0 15,2 0 0-15,-1-2 0 0,0-1 0 16,-1-6 0-16,1 2 0 0,0-1 0 0,-3 0 0 16,2-3 0-16,1-2 0 0,0 0 0 0,-3 0 0 15,3 1 0-15,0-2 0 0,0-4 0 0,3 4 0 16,-3-4 0-16,0 4 0 0,0-4 0 0,0 0 0 16,0 0 0-16,0 0 0 0,0 0 0 0,0 0 0 15,0-13 0-15,0 13 0 0,1-13 0 0,-2 2-251 16,2 0-370-16,2-1-77 0,-6 0-406 0,7-5-1195 15,-4 2 528-15</inkml:trace>
  <inkml:trace contextRef="#ctx0" brushRef="#br0" timeOffset="503156.7691">28935 17687 151 0,'0'0'336'0,"0"0"-2"15,0 0-12-15,0 0-6 0,0 0-4 0,-4-7 6 16,4 7-4-16,0 0 0 0,0 0-5 0,1-4-6 0,-1 4-6 16,0 0-1-16,0 0-6 0,0 0-7 15,0 0-8-15,0 0-1 0,0 0-4 0,8-7-9 16,-8 7 1-16,0 0-15 0,2-6-2 0,-2 6-14 15,4-5-17-15,-4 5-22 0,7-9-7 0,-3 4-19 16,-1 2-15-16,4-1-23 0,-4 0-5 0,5-3-6 16,-3 4-13-16,1-1-16 0,4-2-21 0,-4 2 6 15,3 0-50-15,1 0-23 0,-1 0 0 0,-4 3 0 16,7-2 0-16,-6 2 0 0,-6 1 0 0,13-1 0 16,-13 1 0-16,9-3 0 0,-9 3 0 0,8 0 0 15,-8 0 0-15,0 0 0 0,10 5 0 0,-8-1 0 16,1 3 0-16,-2-3 0 0,2 4 0 0,-3 0 0 15,1 1 0-15,-1 2 0 0,0 1 0 0,-1 0 0 16,-1-1 0-16,2 1 0 0,-3 0 0 0,1-2 0 16,0 3 0-16,-1-1 0 0,-1-1 0 15,-3 4 0-15,3-2 0 0,0-3 0 0,0 0 0 16,-10 2 0-16,9-2 0 0,1 1 0 0,-1-1 0 16,-3-1 0-16,3 1 0 0,-1 0 0 0,0-1 0 0,0 1 0 15,1-3 0-15,1 4 0 0,-1-4 0 0,0 2 0 16,4-2 0-16,-3-1 0 0,4-1 0 0,-6-1 0 15,3 1 0-15,-1 0 0 0,2-3 0 0,0 3 0 16,1-1 0-16,-1-1 0 0,2-3 0 16,-5 5 0-16,5-2 0 0,0-3 0 0,-3 3 0 15,3-3 0-15,0 0 0 0,-1 4 0 0,1-4 0 16,0 0 0-16,0 0 0 0,0 0 0 0,0 0 0 16,6 2 0-16,2-2 0 0,-8 0 0 0,19-4 0 15,-2 3 0-15,4-2 0 0,-3 0 0 0,4-1 0 16,0 4 0-16,-3-1 0 0,1-1 0 0,-3 0 0 15,-2 2 0-15,-2-3 0 0,-2 3 0 0,-2 0 0 16,-1-1 0-16,-1 1 0 0,0 1 0 0,-7-1 0 16,7-1 0-16,-7 1 0 0,0 0 0 0,11 1 0 15,-11-1 0-15,0 0 0 0,0 0 0 0,0 0 0 16,0 0 0-16,5 1 0 0,-5-1 0 0,0 0 0 16,0 0 0-16,0 0 0 0,0 0 0 0,0 0 0 15,0 0 0-15,-14 5 0 0,14-5-82 0,-6 1-279 16,6-1-41-16,0 0-31 0,0 0-47 0,0 0-45 15,-13 5-460-15,13-5-1067 0,0 0 472 0</inkml:trace>
  <inkml:trace contextRef="#ctx0" brushRef="#br0" timeOffset="504543.6944">29253 18173 183 0,'0'0'371'0,"0"0"-5"16,0 0-8-16,0 0-20 0,0 0-24 0,0 0-16 15,0 0-10-15,10 22-23 0,-10-22-5 0,0 0-14 16,0 0-8-16,0 0-4 0,0 0 1 0,0 0 0 16,0 0 1-16,0 0 2 0,0 0-7 0,-16 19-4 15,16-19-6-15,0 0-6 0,-16 12-3 0,16-12-2 16,0 0-7-16,-23 9 11 0,23-9-22 0,-18 8-6 15,18-8-6-15,-20 7-10 0,20-7 0 0,-23 8-6 16,23-8-12-16,-26 5-5 0,26-5-16 0,-30 5-8 16,30-5-11-16,-36 4-84 0,36-4-28 0,-32 4 0 15,32-4 0-15,-36-2 0 0,36 2 0 0,-38-2 0 16,38 2 0-16,-37-3 0 0,37 3 0 0,-37-4 0 16,20 1 0-16,17 3 0 0,-32-7 0 0,32 7 0 15,-32-6 0-15,32 6 0 0,-23-5 0 16,23 5 0-16,-25-9 0 0,25 9 0 0,-21-6 0 15,21 6 0-15,-23-8 0 0,23 8 0 0,-21-12 0 16,21 12 0-16,-20-13 0 0,20 13 0 0,-20-12 0 16,8 7 0-16,1-4 0 0,-1 3 0 0,3-3 0 15,-2 2 0-15,-1 0 0 0,3 0 0 0,-1 0 0 16,1-1 0-16,0 1 0 0,0 0 0 0,2-1 0 16,-1-1 0-16,0 2 0 0,0 0 0 0,0-2 0 15,1 4 0-15,1-2 0 0,0-3 0 0,1 4 0 16,1-3 0-16,0 1 0 0,-1-1 0 0,1 1 0 15,0 0 0-15,-1-1 0 0,1 2 0 0,3-2 0 16,-2 0 0-16,-2 2 0 0,4-3 0 0,-3 1 0 16,3-2 0-16,-2 0 0 0,2 2 0 0,-2-2 0 15,2 0 0-15,-3 2 0 0,4-3 0 0,-1 0 0 16,0 0 0-16,-2 2 0 0,3 0 0 0,0-1 0 16,3 0 0-16,-3-4 0 0,1-1 0 15,0 5 0-15,4-5 0 0,-5 5 0 0,3-2 0 0,1 2 0 16,-2-1 0-16,2 0 0 0,3-4 0 0,-5 7 0 15,2-3 0-15,2-3 0 0,-1 4 0 0,-1 0 0 16,1 0 0-16,2 1 0 0,-3 0 0 0,2-2 0 16,0 2 0-16,-1 0 0 0,1 2 0 15,1-1 0-15,0 0 0 0,-1-1 0 0,0 0 0 16,1 1 0-16,2 2 0 0,-2-2 0 0,1 3 0 16,1-2 0-16,1 0 0 0,-1 0 0 0,-4 2 0 15,3-3 0-15,2 4 0 0,-1-3 0 0,-4 4 0 16,3-1 0-16,1-3 0 0,-3 1 0 0,3 2 0 15,-1-2 0-15,2 1 0 0,-2 2 0 0,0-3 0 16,0 3 0-16,3-1 0 0,-4-1 0 0,5 0 0 16,-1 0 0-16,0 3 0 0,-4 0 0 0,3-3 0 15,3 2 0-15,1 0 0 0,-4 0 0 0,3 0 0 16,-3 2 0-16,3 1 0 0,0-2 0 0,-3 1 0 16,-10 2 0-16,19-3 0 0,-8 3 0 0,2-2 0 15,-13 2 0-15,17-1 0 0,-17 1 0 0,21 0 0 16,-21 0 0-16,18 0 0 0,-7-2 0 0,-1 2 0 15,-10 0 0-15,20 2 0 0,-9-1 0 0,-11-1 0 16,18 2 0-16,-7 1 0 0,2-2 0 0,-4 1 0 16,5 1 0-16,-1-1 0 0,2 2 0 15,-2-3 0-15,1 3 0 0,-5-2 0 0,3-1 0 16,-2 3 0-16,1-2 0 0,-2 2 0 0,5 1 0 0,-1-1 0 16,-1-2 0-16,-5 2 0 0,1 0 0 0,-2-1 0 15,5 1 0-15,-1 0 0 0,-4 2 0 0,3 0 0 16,0 0 0-16,0 0 0 0,-1 1 0 0,1 0 0 15,-2 3 0-15,0-3 0 0,-2 5 0 16,1-1 0-16,2-3 0 0,-3 3 0 0,3-1 0 16,-3-3 0-16,1 4 0 0,0-2 0 0,1 0 0 15,-1 0 0-15,0 1 0 0,-3-1 0 0,4 0 0 16,-4-1 0-16,1 0 0 0,0-2 0 0,-1 1 0 16,1 0 0-16,0 2 0 0,-1 3 0 0,2 0 0 15,-3-2 0-15,1 0 0 0,1 2 0 0,-4-1 0 16,2-1 0-16,0-2 0 0,-1 5 0 0,2-2 0 15,-2 1 0-15,-2-2 0 0,2 4 0 0,-1-2 0 16,0-2 0-16,-1 3 0 0,1-1 0 0,0-2 0 16,0 0 0-16,0 1 0 0,-4-2 0 0,4 1 0 15,0 1 0-15,0-2 0 0,0 1 0 0,0 2 0 16,-2-1 0-16,4-4 0 0,-4 2 0 0,0 0 0 16,2 1 0-16,0-1 0 0,-2 1 0 0,0 1 0 15,1-1 0-15,-3 1 0 0,1 0 0 0,1 1 0 16,-3 0 0-16,1 0 0 0,-1-1 0 0,1 4 0 15,-2 1 0-15,-3-2 0 0,1 1 0 16,8-15 0-16,-13 20 0 0,7-11 0 0,6-9 0 16,-15 19 0-16,7-11 0 0,8-8 0 0,-14 18 0 0,14-18 0 15,-13 16 0-15,6-7 0 0,7-9 0 0,-14 14 0 16,14-14 0-16,-11 12 0 0,11-12 0 0,0 0 0 16,-16 14 0-16,16-14 0 0,0 0 0 15,-12 13 0-15,12-13 0 0,-14 10 0 0,14-10 0 16,-18 11 0-16,18-11 0 0,-23 10 0 0,23-10-20 15,-29 11-755-15,14-6-458 0,15-5-1336 0,-39 11 591 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8-10T12:10:02.53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25017 5021 16 0,'0'0'353'0,"0"0"9"0,0 0 19 0,0 0-3 0,-10-11 2 16,10 11-3-16,-2-4 5 0,2 4 0 0,-4-4-2 15,3 1-1-15,1 3-1 0,-3-6-8 0,3 6 0 16,0-3-5-16,0 3-10 0,-1-5-8 0,1 5-9 15,0 0-9-15,-3-4-18 0,3 4-13 0,0 0-17 16,0-4-19-16,0 4-12 0,0 0-83 0,0 0-167 16,0 0 0-16,0 0 0 0,0 0 0 0,0 0 0 15,0 0 0-15,0 0 0 0,0 0 0 0,0 0 0 16,0 0 0-16,3 11 0 0,1-7 0 0,1 7 0 16,0-1 0-16,0 0 0 0,0 2 0 0,3 5 0 15,0-1 0-15,-2 1 0 0,2 1 0 0,0-1 0 16,0 0 0-16,-1 6 0 0,-1-2 0 0,0 5 0 15,-1-2 0-15,-1-5 0 0,0-1 0 0,0 6 0 16,-1-5 0-16,1-2 0 0,-2 0 0 0,4 1 0 16,-2-1 0-16,-3-4 0 0,6 1 0 0,-2 1 0 15,-1-5 0-15,0 0 0 0,-2-2 0 0,6 1 0 0,-4-4 0 16,1 2 0-16,0-3 0 0,0-2 0 16,4 2 0-16,-1-3 0 0,-2 1 0 0,6-4 0 15,-1 1 0-15,1-2 0 0,0 0 0 0,0-4 0 16,1-3 0-16,1 0 0 0,1 1 0 0,-2-5 0 15,0 0 0-15,1 0 0 0,-2-2 0 0,5-8 0 0,-4 8 0 16,-3-7 0-16,5 0 0 0,-6 1 0 16,8-3 0-16,-9 0 0 0,2-3 0 0,-1 1 0 15,-3 0 0-15,1 2 0 0,-1 0 0 0,-2 0 0 16,-2 7 0-16,2-1 0 0,0 3 0 0,-3 0 0 0,0 4 0 16,1-1 0-16,0 1 0 0,-2 0 0 0,-2 3 0 15,2 2 0-15,0 2 0 0,0-1 0 16,0 1 0-16,-2 2 0 0,2 3 0 0,-1-8 0 15,1 8 0-15,0-3 0 0,0 3 0 0,0 0 0 0,-7-2 0 16,7 2 0-16,-12 7 0 0,3-1 0 0,-6 6 0 16,2 0 0-16,-2 3 0 0,1-5 0 0,-3 5 0 15,4-1 0-15,3-1 0 0,1-3 0 16,0 0 0-16,1-2 0 0,3 1 0 0,4-2 0 0,-4 0 0 16,5 1 0-16,0-1 0 0,5-1 0 0,0 2 0 15,3-3 0-15,2 0 0 0,5 1 0 0,-2-2 0 16,6-2 0-16,-4 1 0 0,4-1 0 0,0 0 0 15,-6-1 0-15,1 1 0 0,-2 0 0 0,-1-2 0 16,1 0 0-16,-3 0 0 0,-1-2 0 0,-2 0 0 16,-6 2 0-16,11-1 0 0,-9 0 0 0,-2 1-175 15,0 0-493-15,1-6-66 0,-1 6-369 0,0 0-1194 16,-11-6 528-16</inkml:trace>
  <inkml:trace contextRef="#ctx0" brushRef="#br0" timeOffset="645.0648">25663 5341 148 0,'-2'-2'433'0,"2"2"26"0,0 0-2 16,0 0 12-16,0-7 3 0,0 7-5 0,0 0-8 15,0-4-4-15,0 4-3 0,0 0-16 0,0 0-13 16,1-3-22-16,-1 3-11 0,0 0-24 0,0 0-22 0,0 0-15 15,0 0-25-15,0 0-20 0,-4-4-19 0,4 4-28 16,0 0-96-16,0 0-141 0,0 0 0 16,0 0 0-16,0 0 0 0,0 0 0 0,0 0 0 15,3 14 0-15,-3-8 0 0,1 5 0 0,-2 2 0 0,3-1 0 16,1 4 0-16,-1 1 0 0,3 0 0 0,-4 1 0 16,2 0 0-16,-2 0 0 0,2 1 0 0,-2 1 0 15,-1-2 0-15,0 0 0 0,0 1 0 0,2-1 0 16,-4 0 0-16,2 0 0 0,-1-2 0 0,1 0 0 15,-3-4 0-15,1 0 0 0,0-1 0 0,1-2 0 16,0 1 0-16,0-2 0 0,1-1 0 0,0-2 0 16,-3 1 0-16,3-1 0 0,-1-1 0 0,2 0 0 15,-1-4 0-15,0 4 0 0,0-4 0 0,0 3 0 16,0-3 0-16,0 0 0 0,0 5 0 0,0-5 0 16,0 0 0-16,0 0 0 0,0 0 0 0,0 0 0 15,0 0 0-15,0-16 0 0,4 8-67 0,-4 1-489 16,0 0-68-16,1-5-50 0,-2-1-371 0,0 1-1133 15,-3-6 501-15</inkml:trace>
  <inkml:trace contextRef="#ctx0" brushRef="#br0" timeOffset="1180.3353">25630 5326 83 0,'0'0'233'0,"1"-6"-9"0,1 3-16 0,-2 3-14 16,0 0-18-16,-2-6-19 0,2 6-12 0,0 0-13 15,2-3-14-15,-2 3-9 0,0 0-6 0,0 0-12 16,0 0-3-16,0 0-1 0,0 0-3 0,0 0 2 16,-3-4 11-16,3 4 3 0,0 0 7 0,0 0 8 15,0 0 13-15,3-4-1 0,-3 4 12 0,0 0-1 16,0 0 19-16,0 0 2 0,0 0 3 0,0 0 2 15,0 0-3-15,0 0 0 0,0 0 2 0,0 0-6 16,0 0-1-16,0 0-3 0,0 0-6 0,0 0-1 16,5-2-6-16,-5 2-4 0,0 0-27 0,0 0 14 15,0 0-3-15,0 0-8 0,0 0-2 0,0 0-6 16,0 0 1-16,-3-7-4 0,3 7-1 0,3-1 0 16,-3 1-1-16,0 0-15 0,2-10-10 0,2 8-5 0,0-2-11 15,1 1-8-15,1-3-3 0,2 1-8 0,3-1-6 16,0 1-3-16,3 0-1 0,-3 2-7 15,8-3 1-15,-6 3-2 0,0-1-8 0,4 1-6 16,-5 3 5-16,2 1-7 0,-1 0 4 0,1 3-7 0,-1 0-4 16,0-1 5-16,-3 2-3 0,-1 1-20 0,0 1-9 15,-2 0 2-15,-1 2 5 0,-2 1-1 0,-2 0-3 16,-1 6 5-16,-3-4-4 0,-2 4 1 0,-4 0-8 16,-2-1-8-16,-1 0-1 0,-1-2 2 0,-2 1 2 15,1-1 2-15,2-1 3 0,-1-5 6 0,3 0 1 16,-2 0 0-16,3-2-3 0,-1 0 9 0,4 0 5 15,-3-2 2-15,3 0 5 0,1-2 0 0,1 0 3 16,3-1 2-16,-7 0-2 0,7 0-4 0,0 0-20 16,0 0-29-16,-10-2-46 0,10 2-38 0,-1-5-47 15,0-1-54-15,1 6-46 0,1-7-47 0,0 6-59 16,5-6-51-16,-1 5-284 0,1-1-788 0,5-1 350 16</inkml:trace>
  <inkml:trace contextRef="#ctx0" brushRef="#br0" timeOffset="1781.9841">26254 5308 404 0,'-7'2'412'0,"7"-2"-1"0,0 0 3 0,-5 0-8 15,5 0-13-15,0 0-15 0,0 0-16 16,0 0-11-16,0 0-16 0,0 0-5 0,0 0-22 16,-5 1-7-16,5-1-17 0,0 0-10 0,0 0 4 0,0 5-23 15,0-5 2-15,0 0-10 0,0 0-8 0,0 0-14 16,0 0-18-16,5 5-14 0,-5-5-18 0,0 0-18 15,0 0-19-15,15-5-15 0,-7-3-12 0,4 5-10 16,-2 1-8-16,0-4-64 0,0 2-29 0,2 2 0 16,-5 1 0-16,0-2 0 0,1 2 0 0,-3 0 0 15,2-4 0-15,-2 5 0 0,0-3 0 0,1 3 0 16,-6 0 0-16,12-3 0 0,-10 2 0 0,-2 1 0 16,7-1 0-16,-3 0 0 0,-4 1-40 0,0 0-187 15,3-4-47-15,-3 4-47 0,0 0-22 0,0 0-20 16,0 0-12-16,0 0-17 0,0 0-22 0,-9 11-22 0,5-7-2 15,-1 3-5-15,-5-4-245 0,1 3-745 16,1 1 330-16</inkml:trace>
  <inkml:trace contextRef="#ctx0" brushRef="#br0" timeOffset="2048.0795">26264 5386 36 0,'-3'2'147'0,"2"1"14"0,1-3 18 16,-3 4 19-16,3-4 18 0,0 4 17 0,0-4 16 0,-1 5 17 15,1-5 32-15,0 0 5 0,0 0 14 16,1 3 12-16,-1-3 3 0,0 4 4 0,4-2-3 15,-4-2-4-15,0 0-2 0,4 3-3 0,-4-3 0 0,12 0-23 16,-5 1-11-16,1-2-8 0,2 0-15 16,0 2-16-16,3-2-20 0,0 1-18 0,0 0-18 15,-4-3-19-15,2 2-19 0,2 0-11 0,-2 1-22 0,1-1-3 16,-6-1-18-16,5 0-8 0,-4 2-93 0,2-2-2 16,-4 1 0-16,0-1 0 0,3 1 0 0,-4 0 0 15,-4 1 0-15,9-1 0 0,-9 1 0 0,6-3 0 16,-6 3-130-16,4-2-90 0,-3-2-42 0,1 1-70 15,0-1-43-15,-2 4-51 0,0 0-54 0,-4-7-44 16,2 3-383-16,-2 1-984 0,0-1 436 0</inkml:trace>
  <inkml:trace contextRef="#ctx0" brushRef="#br0" timeOffset="3444.875">27025 5289 126 0,'0'0'366'0,"0"0"0"15,0 0 0-15,4-12-3 0,-4 12 1 0,0 0-2 16,0 0-12-16,1-4-4 0,-1 4-9 0,0 0-10 0,4-5-11 16,-4 5-7-16,0-3-17 0,0 3-12 0,4-6-19 15,-4 2-10-15,4 1-15 0,-1-1 0 0,-1 0-22 16,2 2-7-16,-3-2-15 0,4 1-3 0,-1-1-10 15,1 0-9-15,-1 1-12 0,1-1-7 0,0 1-15 16,3-1-2-16,-3-1-16 0,0 2-4 0,3 1-12 16,-3-1-8-16,0 1-7 0,0-1-15 0,2-2-52 15,-1 4-20-15,2-1 0 0,1 1 0 0,-3 1 0 16,2 1 0-16,2-1 0 0,-2 2 0 0,1 1 0 16,2 0 0-16,-1 1 0 0,-3-1 0 0,2 4 0 15,-4-1 0-15,4 0 0 0,-2 1 0 0,-3 1 0 16,1 3 0-16,-1-2 0 0,0-2 0 0,-3 3 0 15,-1-1 0-15,2 1 0 0,-4 3 0 0,1-1 0 16,-1-1 0-16,-4 1 0 0,-1 2 0 0,-2 0 0 16,1-4 0-16,-1 1 0 0,1-2 0 0,-2 0 0 15,3-1 0-15,-2-1 0 0,1 0 0 0,-2-2 0 16,3-2 0-16,-2 1 0 0,3 0 0 0,-3-3 0 16,4 1 0-16,-3-1 0 0,8-1 0 0,-10 0 0 15,10 0 0-15,-13-3 0 0,8 2 0 0,1-3 0 16,-1 2 0-16,0-3 0 0,0 0 0 0,1-1 0 15,0 0 0-15,0 1 0 0,1-2 0 0,1-1 0 16,2 0 0-16,0 1 0 0,-4 1 0 0,3 0 0 16,1 1 0-16,0-1 0 0,0 1 0 0,0 1 0 15,0-1 0-15,0 1 0 0,0 4 0 0,0 0 0 0,0-6 0 16,0 6 0-16,0 0 0 0,0-4 0 16,0 0 0-16,0 4 0 0,0 0 0 0,0-5 0 0,0 5 0 15,0 0 0-15,0 0 0 0,0 0 0 0,0 0 0 16,0 0 0-16,0 0 0 0,4 14 0 0,-3-7 0 15,-1-2 0-15,0-1 0 0,0 2 0 0,0 1 0 16,0-2 0-16,4 0 0 0,-4 0 0 0,0 1 0 16,0-1 0-16,1 1 0 0,-1-1 0 0,0 0 0 15,3-1 0-15,-3 0 0 0,1-1 0 0,-1 1 0 16,0-4 0-16,0 3 0 0,0-3 0 0,0 0 0 16,0 0 0-16,4 3 0 0,-4-3 0 0,0 0 0 15,18-5 0-15,-13 2 0 0,4 0 0 0,1-2 0 16,-1 2 0-16,0-3 0 0,-1 1 0 0,2 1 0 15,0 1 0-15,-2 0 0 0,1-3 0 0,-3 4 0 16,2-2 0-16,-3 2 0 0,-1-1 0 0,2 2 0 16,-1-1 0-16,-5 2 0 0,11 0 0 0,-6 2 0 15,-1-1 0-15,1 2 0 0,2 0 0 0,-3 2 0 16,3 0 0-16,-1 0 0 0,4 0 0 0,-6 2 0 16,1-1 0-16,0 1 0 0,-1 0 0 0,1-1 0 15,0-1 0-15,-1 0 0 0,1 0 0 0,-1-1 0 16,4 1 0-16,2-1 0 0,0-2 0 0,3 1 0 15,2-5-308-15,3 1-57 0,0-2-38 0,-1-4-37 16,-2 0-56-16,4-1-52 0,-1-2-391 0,-3 0-1016 0,1-2 449 16</inkml:trace>
  <inkml:trace contextRef="#ctx0" brushRef="#br0" timeOffset="3894.9166">27815 5089 450 0,'2'-5'559'0,"-1"-3"18"0,-1 2 7 15,1 0 0-15,-1-1-2 0,1 2-20 0,-1 0-25 16,2-1-26-16,-2 1-28 0,0 5-38 0,0-4-30 0,0 4-28 15,1-3-33-15,-1 3-34 0,0 0-31 0,0 0-25 16,0-5-27-16,0 5-186 0,0 0-51 16,0 0 0-16,0 0 0 0,4 13 0 0,-3-2 0 15,1 0 0-15,-2 3 0 0,3 2 0 0,0 2 0 0,-2 0 0 16,2 3 0-16,-1-1 0 0,1 6 0 0,1 0 0 16,-6-7 0-16,4 5 0 0,-2-4 0 0,-2 1 0 15,2-3 0-15,-1-2 0 0,-2 0 0 16,1 0 0-16,-1-4 0 0,3 1 0 0,-1-2 0 0,0 0 0 15,-2-4 0-15,2 2 0 0,-1-1 0 0,1-4 0 16,1 2 0-16,0-1 0 0,0-1 0 0,0-4 0 16,-1 6 0-16,1-3 0 0,0-3 0 0,0 0 0 15,0 0 0-15,0 0 0 0,0 0 0 0,0 0 0 16,0 0 0-16,10-10 0 0,-7-1-121 0,-1 4-493 16,2-4-85-16,-1-2-428 0,-2 2-1220 0,-1-6 540 15</inkml:trace>
  <inkml:trace contextRef="#ctx0" brushRef="#br0" timeOffset="4256.0176">27695 5110 207 0,'-2'-6'474'0,"2"1"-3"0,-2 0 10 16,2 0 20-16,-2 2 5 0,2-2 0 0,0 0-9 15,0 5-25-15,2-6-23 0,-2 2-36 0,0 4-27 16,0-6-39-16,0 6-31 0,4-5-35 0,-3 3-28 15,6 1-30-15,-1-2-23 0,1 2-18 0,4-2-18 16,3 3-16-16,0-2-15 0,5 2-13 0,-2 0-13 16,1 4-11-16,0-1-5 0,-2 0-2 0,3 3-11 15,0 1-78-15,0-2 0 0,0 2 0 0,-3 3 0 16,2 0 0-16,-4-1 0 0,0 5 0 0,2-5 0 16,-5 3 0-16,-2 4 0 0,0-7 0 0,0 5 0 15,0 0 0-15,-5-2 0 0,-2 4 0 0,2-1 0 16,-4 2 0-16,-4 2 0 0,-2-1 0 0,-4 7 0 15,-3-3 0-15,-5 0 0 0,4-2 0 0,-4-2 0 16,4-4 0-16,0-2 0 0,1 0 0 0,-1-1 0 16,5-1 0-16,2-4 0 0,-1 3 0 0,2-5 0 0,-1 0 0 15,3 1 0-15,-2-2 0 0,2 2 0 16,1-1 0-16,3-4 0 0,-3 2 0 0,1 1 0 16,-1-1 0-16,3-2-163 0,0 0-224 0,0 0-67 0,0 0-69 15,0 0-71-15,21-3-418 0,-12 1-1096 16,7-3 485-16</inkml:trace>
  <inkml:trace contextRef="#ctx0" brushRef="#br0" timeOffset="4618.1376">28251 5441 273 0,'6'-2'505'0,"-2"-2"9"15,-1 0 27-15,-1 1 19 0,2-2 8 0,-1 3 8 16,-2-2-14-16,2 2-19 0,-3 2-27 0,1-5-25 15,-1 5-30-15,0 0-33 0,3-5-33 0,-3 5-33 0,0 0-35 16,0 0-34-16,0 0-34 0,0 0-242 0,0 0-17 16,0 0 0-16,0 0 0 0,0 0 0 15,-2 19 0-15,1-6 0 0,0-2 0 0,-1 5 0 16,0 2 0-16,2 0 0 0,0 2 0 0,-3-1 0 0,3-1 0 16,-1 0 0-16,1 3 0 0,-1-4 0 0,2 1 0 15,1 1 0-15,-3-1 0 0,1-1 0 16,0-5 0-16,0 3 0 0,-1-3 0 0,1-1 0 15,-1-1 0-15,1-3 0 0,0 0 0 0,0 0 0 0,0 0 0 16,-2-3 0-16,2 0 0 0,0-1 0 0,2 2 0 16,-2-5 0-16,0 5 0 0,0-5 0 0,1 3 0 15,-1-3 0-15,0 0-181 0,0 0-289 0,2-13-40 16,-2 8-38-16,4-2-29 0,-2-1-408 0,-2-4-1065 16,0 2 471-16</inkml:trace>
  <inkml:trace contextRef="#ctx0" brushRef="#br0" timeOffset="4980.996">28260 5461 33 0,'0'-3'384'15,"1"-5"7"-15,-3 1 26 0,3 3 13 0,-1-3 21 16,1 2 9-16,-1-1-4 0,1 0-12 0,1 0-7 16,-1 0-8-16,0 1-13 0,1 0-20 0,-1 1-7 15,0 1-16-15,0-1-27 0,2-2-21 0,-2 1-21 16,2 2-30-16,1 0-24 0,-3-1-29 0,4 1-28 15,-1-2-15-15,2 2-18 0,1 2-126 0,0-1-34 16,5 0 0-16,-1-2 0 0,0 4 0 0,1 0 0 16,0 0 0-16,-1 2 0 0,1-1 0 0,-3 3 0 15,2-2 0-15,-2 0 0 0,2 3 0 0,-5-1 0 16,0 0 0-16,-1 1 0 0,3 1 0 0,-3 2 0 16,-2-1 0-16,1-1 0 0,-3 0 0 0,1 3 0 15,-2-3 0-15,-2 4 0 0,1-3 0 0,-3 3 0 16,-3-1 0-16,-3 2 0 0,-4 0 0 0,0-1 0 15,-4-1 0-15,0 1 0 0,3-3 0 0,3-2 0 16,-2-1 0-16,4 1 0 0,2 0 0 0,1-4 0 16,-1 2 0-16,4 0 0 0,-1-3 0 0,1 3 0 0,4-3 0 15,-7 2 0-15,7-2 0 0,-5 0 0 16,5 0 0-16,0 0 0 0,-4-5-151 0,4 5-290 16,4-9-90-16,3 1-92 0,0 0-452 0,4-5-1163 15,4 3 515-15</inkml:trace>
  <inkml:trace contextRef="#ctx0" brushRef="#br0" timeOffset="5795.3329">28633 4864 35 0,'0'0'376'0,"0"0"11"0,-4-4 12 0,4 4-6 15,0-4-5-15,0 4-5 0,0 0-4 16,-5-4-4-16,5 4 4 0,-5-4-1 0,1 2-9 15,4 2-8-15,0-5-13 0,0 5-14 0,-5-4-7 16,5 4-10-16,0-3-9 0,0 3-23 0,0 0-14 16,0-7-19-16,0 7-22 0,0-6-17 0,0 6-21 15,1-1-18-15,-1 1-18 0,4-4-20 0,-4 4-90 0,7-4-46 16,-5 1 0-16,6 0 0 0,-4 2 0 16,1-1 0-16,3 1 0 0,-2 1 0 0,1 0 0 0,0 1 0 15,-1 2 0-15,3 1 0 0,3 0 0 0,-5 2 0 16,1 1 0-16,0 0 0 0,-1-2 0 0,-1 5 0 15,-3-2 0-15,1 1 0 0,-1 0 0 0,-2 1 0 16,-2 0 0-16,0 0 0 0,-1-1 0 16,-3 2 0-16,-1-4 0 0,-1 5 0 0,-2-2 0 0,0-3 0 15,2 0 0-15,0-2 0 0,0 0 0 0,3-1 0 16,-1 1 0-16,1-2 0 0,1-1 0 0,-1-1 0 16,2 3 0-16,2-4 0 0,0 0 0 0,-6 1 0 15,6-1 0-15,0 0 0 0,0 0 0 0,0 0 0 16,0 0 0-16,0 0 0 0,0 0 0 0,15-10 0 15,-10 10 0-15,2 0 0 0,-1-1 0 0,3 2 0 16,0 1 0-16,0 1 0 0,0 1 0 0,0 2 0 16,-2-2 0-16,2 3 0 0,-3 0 0 0,2 1 0 15,-3 0 0-15,-1 2 0 0,-2 0 0 0,0-3 0 16,-2 2 0-16,-2 2 0 0,-4-1 0 0,4 0 0 16,-3 0 0-16,-3-1 0 0,-1-1 0 0,1 1 0 15,3-4 0-15,-2 2 0 0,0-2 0 0,1-4 0 16,1 2 0-16,0 0 0 0,-2-1 0 0,1-1 0 15,6-1 0-15,-9 1 0 0,9-1 0 0,-9-1 0 16,9 1 0-16,-7-1 0 0,7 1 0 0,-6-2 0 16,6 2 0-16,-5-3 0 0,5 3 0 0,0 0 0 15,-1-3 0-15,1 3 0 0,0 0 0 0,0 0 0 16,0 0 0-16,0 0 0 0,0 0 0 0,0 0 0 16,0 0-3-16,0 0-219 0,0 0-24 0,0 0-53 15,0 0-20-15,0 0-54 0,0 0-37 0,0 0-41 16,0 0-49-16,12 9-35 0,-12-9-271 0,0 0-873 15,0 0 387-15</inkml:trace>
  <inkml:trace contextRef="#ctx0" brushRef="#br0" timeOffset="6524.8229">29360 5314 297 0,'0'0'345'0,"0"0"16"0,0 0 12 16,0 0 10-16,0 0 12 0,0 0 4 16,0 0 4-16,0 0 2 0,0 0-4 0,0 0-4 0,0 0-7 15,0 0-12-15,0 0-9 0,0 0-9 0,0 0-11 16,0 0-16-16,0 0-26 0,0 0-29 0,0 0-29 16,23-6-26-16,-16 3-22 0,4 0-20 0,3 1-20 15,0-2-16-15,3 0-37 0,-2 2-108 0,-2-1 0 16,0 2 0-16,-2-3 0 0,2 2 0 0,1 1 0 15,-4-1 0-15,-2 3-96 0,-3-1-129 0,-5 0-68 16,12 0-61-16,-12 0-53 0,6 1-36 0,-6-1-38 16,5 1-24-16,-5 4-20 0,0-5-286 0,-5 5-878 15,1 3 389-15</inkml:trace>
  <inkml:trace contextRef="#ctx0" brushRef="#br0" timeOffset="6820.5167">29376 5471 329 0,'-4'4'368'15,"1"-2"48"-15,2-1 38 0,1-1 42 0,-4 6 25 16,4-6 9-16,0 0 4 0,0 0-38 0,0 0-32 16,0 0-38-16,0 0-36 0,0 0-36 0,21-8-36 15,-12 3-31-15,3-1-25 0,1 1-29 0,-1 2-27 16,4-5-20-16,-2 5-20 0,4-2-20 0,-4 4-37 16,-1-4-30-16,-1 1-50 0,2 2-43 0,-3-3-54 15,2 2-33-15,-3 2-47 0,2-2-48 0,2 1-43 16,-4-1-62-16,1 1-42 0,-2-1-34 0,-4 2-38 15,3 0-40-15,-3-1-43 0,0 1-276 0,0-2-839 16,-1-1 371-16</inkml:trace>
  <inkml:trace contextRef="#ctx0" brushRef="#br0" timeOffset="7003.0016">29662 5293 174 0,'1'-3'400'15,"1"-2"25"-15,0-2 12 0,2 2 21 0,-3 0 18 16,3 0 6-16,-3 1-10 0,4 1-14 0,-2 0-16 0,-3 3-26 15,1-4-41-15,3 2-24 0,-4 2-24 0,5-2-31 16,-5 2-19-16,8 5 0 0,1-1-1 0,-4 2-9 16,0-1-18-16,3 2-16 0,1 2-17 15,-4 1-21-15,1 6-13 0,-1-6-152 0,0 5-30 0,-2 2 0 16,-3-5 0-16,1 0 0 0,-1 6 0 0,-1-5 0 16,-4 3 0-16,-3-1 0 0,2-1 0 0,-4 0 0 15,-2 0 0-15,-2 1 0 0,-3-4 0 16,3 2 0-16,-5-3 0 0,1-2-164 0,4 0-255 0,1 0-75 15,-1-2-58-15,7-3-54 0,0 0-387 0,1-2-1076 16,2 1 476-16</inkml:trace>
  <inkml:trace contextRef="#ctx0" brushRef="#br0" timeOffset="7944.0782">30343 5298 38 0,'-4'-6'362'16,"4"4"12"-16,0 2 14 0,-1-4 1 0,-2-1-7 16,3 5-1-16,0 0-5 0,-1-4 3 0,1 4-1 15,-1-6-5-15,-2 2-5 0,3 4-10 0,0-5-16 16,0 5-16-16,0-7-13 0,0 7-23 0,0-5-10 16,0 5-22-16,0-5-17 0,0 5-23 0,3-4-18 15,-2 1-21-15,-1 3-22 0,5-4-14 0,-1 1-14 16,0 0-17-16,-4 3-12 0,10-2-8 0,-5 1-13 15,2 0-9-15,-1 1-4 0,2 0-16 0,-1 1-50 16,0 0 0-16,3 1 0 0,-1 4 0 0,1-2 0 16,-3 1 0-16,-1 1 0 0,3 1 0 0,-4 2 0 15,-1-3 0-15,1 2 0 0,1 3 0 0,-2-3 0 16,-4 2 0-16,0 0 0 0,0 0 0 0,-4 2 0 16,3-2 0-16,-5 2 0 0,-1-3 0 0,0 2 0 15,-5 1 0-15,2 0 0 0,-2-1 0 0,-3 0 0 16,1 0 0-16,1-4 0 0,3 0 0 0,-3-2 0 0,4 0 0 15,0-1 0-15,2-1 0 0,-1-2 0 16,2 2 0-16,1-3 0 0,5 0 0 0,-10-1 0 16,10 1 0-16,-8-5 0 0,5 2 0 0,-1-2 0 15,0 2 0-15,1-4 0 0,1 3 0 0,0-2 0 0,0 3 0 16,2-4 0-16,0 1 0 0,0 2 0 0,-2-4 0 16,4 2 0-16,-2 2 0 0,0-1 0 15,0-1 0-15,0 1 0 0,0 1 0 0,0 4 0 16,0-7 0-16,0 5 0 0,0 2 0 0,0 0 0 0,2-3 0 15,-2 3 0-15,0 0 0 0,0 0 0 0,0 0 0 16,2-4 0-16,-2 4 0 0,0 0 0 0,0 0 0 16,0 12 0-16,0-6 0 0,0-3 0 15,2 4 0-15,-2-2 0 0,0 0 0 0,0 1 0 0,1 1 0 16,-1 0 0-16,1 0 0 0,-1 1 0 0,1-5 0 16,1 3 0-16,-2 1 0 0,2-3 0 0,-2-2 0 15,4 4 0-15,-4-3 0 0,0-3 0 0,3 5 0 16,-1-4 0-16,-2-1 0 0,6 1 0 0,-6-1 0 15,13-4 0-15,-5-2 0 0,2-1 0 0,-1 2 0 16,0-3 0-16,4 1 0 0,1-4 0 0,-4 4 0 16,3 0 0-16,0-3 0 0,-2 3 0 0,-3 1 0 15,2 0 0-15,-1 1 0 0,-3 0 0 0,0 3 0 16,-3-2 0-16,1 1 0 0,-1 2 0 0,-3 1 0 16,6-1 0-16,-6 1 0 0,5 5 0 0,-3-1 0 15,1-1 0-15,1 5 0 0,-2-2 0 0,0 1 0 16,1 1 0-16,-1 2 0 0,1-1 0 0,-2 1 0 15,2 1 0-15,-1 0 0 0,1-3 0 0,-1 3 0 16,3-5 0-16,-3 2 0 0,4 0 0 0,-3-3 0 16,1 2 0-16,-1-4-70 0,6-1-260 0,0-1-81 15,-4-1-81-15,9-1-88 0,-2-2-472 0,1-4-1138 16,5 1 503-16</inkml:trace>
  <inkml:trace contextRef="#ctx0" brushRef="#br0" timeOffset="8223.0101">30831 5287 360 0,'-3'-2'483'0,"3"2"8"16,-11-3 16-16,11 3 0 0,-2-3-25 0,2 3-27 15,-4-4-38-15,4 4-34 0,-1-3-33 0,1 3-34 16,0 0-36-16,7-9-29 0,-3 6-24 0,3 0-25 0,-2 1-22 16,1 0-20-16,5-1-16 0,-3 1-11 15,1-1-16-15,1 2-13 0,-2 0-37 0,2 2-28 16,-3-2-43-16,1 3-56 0,-8-2-58 0,13-1-60 16,-6 0-96-16,0 1-77 0,-7 0-75 0,9 1-54 15,-7 2-314-15,-2-3-861 0,6 5 381 0</inkml:trace>
  <inkml:trace contextRef="#ctx0" brushRef="#br0" timeOffset="8415.7989">30840 5385 475 0,'-2'1'479'0,"2"-1"16"16,-1 3 10-16,1-3-18 0,0 0-21 0,0 0-36 16,0 0-35-16,0 0-39 0,0 0-33 0,0 0-36 15,17-4-27-15,-12 1-26 0,3 2-30 0,0 0-16 16,-1-1-38-16,1 1-45 0,1 0-61 0,2-1-50 15,-1-1-54-15,0 2-55 0,1-2-59 0,-1 2-48 16,0-3-43-16,2 1-50 0,-3 2-53 0,1-2-48 0,2 1-241 16,-3-2-712-16,0-1 315 0</inkml:trace>
  <inkml:trace contextRef="#ctx0" brushRef="#br0" timeOffset="8699.1123">31096 5207 392 0,'0'-5'503'0,"0"5"24"16,-1-5 18-16,1 5 2 0,0-7-1 0,1 4-5 15,-1 3-15-15,1-5-19 0,-1 5-31 0,1-5-34 16,-1 5-38-16,0 0-41 0,0 0-35 0,0 0-38 0,6 0-31 16,-6 0-27-16,6 5-20 0,-2 0-23 0,2 0-16 15,2 5-15-15,-1-2-127 0,1 2-31 16,-3-1 0-16,4 3 0 0,0 3 0 0,-4 0 0 15,-3 1 0-15,1 0 0 0,0-1 0 0,-3 2 0 0,0-4 0 16,-3-2 0-16,2 3 0 0,-5 1 0 0,-1 0 0 16,0-1 0-16,-3-4 0 0,-3 3 0 0,-3-4 0 15,1 1-43-15,-3 1-312 0,-2-5-53 16,-1-1-57-16,1-1-56 0,2-1-66 0,-4-1-382 16,4 1-1050-16,4-3 465 0</inkml:trace>
  <inkml:trace contextRef="#ctx0" brushRef="#br0" timeOffset="9491.9268">31638 5063 127 0,'-3'-4'436'0,"-1"-1"31"16,1 3 20-16,-3-3 14 0,2-1 3 0,3 2-3 16,-1 1-9-16,-1-2-2 0,-1 1-4 0,3 0-17 15,-1-1-14-15,0 2-21 0,0-1-29 0,2 4-34 16,0 0-37-16,-3-4-35 0,3 4-23 0,0 0-41 15,0 0-27-15,0 0-25 0,0 0-152 0,0 0-31 16,-2 12 0-16,4-2 0 0,-1 0 0 0,5 2 0 16,-3 3 0-16,1 3 0 0,1 2 0 0,-1-1 0 15,3 3 0-15,-1 3 0 0,-1-6 0 0,1 10 0 16,2-6 0-16,-3-3 0 0,-1-1 0 0,0-2 0 16,-3-1 0-16,6 0 0 0,-4 0 0 0,1-4 0 15,-1-1 0-15,-2-2 0 0,2-3 0 0,-1 1 0 16,1-1 0-16,-2-1 0 0,0-1 0 0,2-1 0 15,-2 0 0-15,-1-3 0 0,0 0 0 0,0 0 0 16,0 0 0-16,12-10 0 0,-9 2 0 0,1-3 0 16,1-4 0-16,4 0 0 0,0-9 0 0,-2-2 0 15,0 0 0-15,2-4 0 0,-1-1 0 0,0-3 0 16,-3 0 0-16,4-12 0 0,-2 14 0 0,-2-3 0 16,1 3 0-16,-1 2 0 0,-3-2 0 0,2 4 0 15,0 9 0-15,0 0 0 0,-2 2 0 0,2 4 0 16,-3 3 0-16,2-1 0 0,-2 6 0 0,-1-2 0 15,0 1 0-15,2 3 0 0,0-2 0 0,-2 2 0 16,0 3 0-16,0 0 0 0,0 0 0 0,0 0 0 16,0 0 0-16,5 14 0 0,-5-4 0 0,4 1 0 15,-4 7 0-15,1-6 0 0,-1 4 0 0,0 2-176 16,5 0-580-16,-5-3-455 0,3 0-1309 0,-1-2 579 16</inkml:trace>
  <inkml:trace contextRef="#ctx0" brushRef="#br0" timeOffset="9865.767">31979 5190 228 0,'5'2'475'0,"-5"-2"-6"0,0 0 9 0,6 0-11 15,-6 0-15-15,0 0-22 0,0 0-23 0,0 0-31 16,0 0-39-16,0 0-27 0,0 0-21 0,0 0-37 15,0 0-23-15,0 0-28 0,0 0-19 0,16-3-18 16,-16 3-17-16,14 2-18 0,-8-1-18 0,1 2-8 16,0 0-7-16,3 1-13 0,-1 1-9 15,1-1-11-15,-2 2-7 0,0-3-8 0,-3 4-6 0,0 0-2 16,-1-3-1-16,-1 6-2 0,2-5-6 0,-4 3-1 16,-1-1-8-16,0-1 1 0,-5 0-3 0,0 4-4 15,0-5 9-15,-3 4-8 0,-1-4-2 0,-1 2 4 16,0-2 0-16,-1-1-2 0,1-2 2 0,5 2 25 15,5-4 17-15,-15 0 32 0,15 0 33 0,-12-5 16 16,6 3 25-16,1-2 3 0,0-3 5 0,0 1-49 16,2-4-126-16,1 4 0 0,2-5 0 0,0 2 0 15,2-5 0-15,-1 4 0 0,7-5 0 0,-4 4 0 16,2-1 0-16,2 2 0 0,1 1 0 16,4-4 0-16,-2 3 0 0,3 3 0 0,-4 2 0 15,4-1-305-15,2-1-100 0,-5 4-78 0,2-1-64 16,0-1-64-16,-7 2-363 0,7-2-1054 0,-4 3 466 0</inkml:trace>
  <inkml:trace contextRef="#ctx0" brushRef="#br0" timeOffset="10240.9068">32258 5009 106 0,'3'-6'495'0,"1"-4"17"0,0 1 25 15,-3-2 22-15,-1 1 2 0,4 3 38 0,-4-4 2 16,0 5-9-16,1-1-18 0,-1 4-32 0,3-2-47 0,-2 1-40 15,-1 1-42-15,0 3-43 0,3-6-39 0,-3 6-37 16,0 0-139-16,0 0-155 0,0 0 0 16,0 0 0-16,1 13 0 0,1-2 0 0,-2 1 0 15,0 3 0-15,2 2 0 0,-2 3 0 0,1-1 0 16,3 0 0-16,-3 7 0 0,3 0 0 0,-4-5 0 16,1-2 0-16,2 2 0 0,-3 5 0 0,-3-5 0 15,6-3 0-15,-2 1 0 0,-2 0 0 0,-2 0 0 16,3 0 0-16,0-6 0 0,-2-1 0 0,2-1 0 15,-3 2 0-15,3-3 0 0,0-2 0 0,0 0 0 16,0-1 0-16,0-2 0 0,0 2 0 0,0-7 0 16,3 8 0-16,-2-6 0 0,-1-2 0 0,4 5 0 15,-4-5 0-15,0 0-40 0,0 0-433 0,19-15-63 16,-6 1-77-16,-4 6-476 0,2-5-1178 0,0-2 521 16</inkml:trace>
  <inkml:trace contextRef="#ctx0" brushRef="#br0" timeOffset="10430.8217">32571 5243 354 0,'2'2'552'0,"-2"-2"24"15,0 0 38-15,9 3 49 0,-6-3 24 0,-3 0 1 16,0 0-20-16,0 0-30 0,0 0-37 0,0 0-51 16,0 0-39-16,0 0-55 0,0 0-43 0,0 0-193 15,0 0-220-15,0 0 0 0,0 0 0 0,9-3 0 16,-9 3 0-16,0 0 0 0,0 0 0 0,0 0 0 15,0 0 0-15,0 0 0 0,0 0 0 0,0 0 0 16,0 0-302-16,0-9-389 0,0 9-509 0,1-9-1300 16,-1 3 575-16</inkml:trace>
  <inkml:trace contextRef="#ctx0" brushRef="#br0" timeOffset="11237.6142">31322 5834 28 0,'1'-3'418'0,"-1"-1"27"16,0-2 5-16,-1 0-9 0,1 1-7 15,1-2-7-15,-1 1-7 0,-1 3-15 0,2-3-16 16,-2 0-26-16,1 1-11 0,-1 1-26 0,1 1-21 15,0 3-21-15,-3-7-30 0,1 4-32 0,-1 1-19 16,3 2-26-16,-11 0-13 0,3 2-18 0,-2 3-18 0,1 3-7 16,-3 0-9-16,-2 4-15 0,4-3-23 15,-3 6 5-15,-2-1-9 0,2 1-2 0,0 2-12 16,1-2-2-16,1 0-3 0,2 2-15 0,-1-2-30 16,1-6 2-16,3 2-2 0,2-1 2 0,0-3-9 0,3 1 2 15,1-3 2-15,1 3-3 0,3-3 6 16,2 2 2-16,-1-2-5 0,6 1 4 0,1 1-3 0,5 0-2 15,-2-2 4-15,2 2-3 0,-3-3-5 16,3 1 2-16,-3 0 0 0,-1-1 9 0,3 1 0 0,-4 1 2 16,-3 1 2-16,-2-5-5 0,1 0 12 0,-3 3-6 15,-1-1-12-15,0 0 13 0,-2 2-7 0,1-3 5 16,-1 2 2-16,-2 1 2 0,0-1-4 0,-2 0-8 16,-2 0 6-16,-1 0 2 0,-4 1 3 15,-1 1-5-15,-3-2-11 0,-1 1 13 0,-4 0 0 0,5-4-16 16,-1 2-10-16,1 1-17 0,2-3-15 0,-1 1-17 15,6-2-16-15,-2 0-19 0,3 1-22 0,0 0-22 16,5-2-32-16,-9 0-37 0,9 0-37 16,0-6-40-16,0 6-22 0,3-6-14 0,3 2-15 0,2-3-18 15,2 1-16-15,0 0-8 0,3-2-11 0,-3 3 1 16,6-2-202-16,-1-4-642 0,-1-1 284 0</inkml:trace>
  <inkml:trace contextRef="#ctx0" brushRef="#br0" timeOffset="11697.8222">31401 5977 104 0,'9'-14'157'0,"4"-3"38"0,-3 3 31 15,2 2 34-15,-3-3 25 0,-5 5 27 0,3-1 38 16,0-1 20-16,-2 3 14 0,0-2 15 0,-1 4 6 16,2-3 6-16,-2 0-3 0,-2 5 7 0,2-2 3 15,-2 3-3-15,-1-2-4 0,0 0-19 0,0 4-22 16,3 0-34-16,-2 0-27 0,-2 2-31 0,-2-7-33 16,2 7-21-16,0 0-112 0,0 0-112 0,0 0 0 15,0 0 0-15,0 0 0 0,3 13 0 0,-2-3 0 16,-1 0 0-16,0 0 0 0,1 1 0 0,-3 0 0 15,1 3 0-15,-3 4 0 0,4-2 0 0,-3 1 0 16,2 1 0-16,1-1 0 0,-1-1 0 0,-2 0 0 16,2 0 0-16,2 2 0 0,-2-6 0 0,1 1 0 0,-2-1 0 15,2-1 0-15,2 1 0 0,-4-6 0 16,2-1 0-16,2 1 0 0,-4-3 0 0,5 1 0 16,0-3 0-16,-3-1 0 0,7 5 0 0,-7-5 0 15,12-5 0-15,-6 2 0 0,3 0 0 0,1-8 0 0,-2 4 0 16,1-2 0-16,-1-1 0 0,2 2 0 0,-3-1 0 15,1 1 0-15,-3-2 0 0,4 2 0 16,-4 3 0-16,0-1 0 0,-1 1 0 0,1 2 0 0,-1-1 0 16,0-1 0-16,-4 3 0 0,4-1 0 0,-4 3 0 15,2-3 0-15,-2 3 0 0,4-4 0 0,-4 4 0 16,0 0 0-16,0 0 0 0,8 9 0 16,-7-4 0-16,3 2 0 0,-3 0 0 0,2-2 0 0,-2 4 0 15,4 0 0-15,-1 1 0 0,-3-3 0 0,3 4 0 16,0 0 0-16,0 0 0 0,0-3 0 0,0 1 0 15,1-4 0-15,1 1 0 0,-2-2 0 0,1 1 0 16,0-2-129-16,2-3-314 0,-1 1-30 0,0 0-40 16,-6-1-30-16,16-2-33 0,-9-3-343 0,-2 0-997 15,3-4 441-15</inkml:trace>
  <inkml:trace contextRef="#ctx0" brushRef="#br0" timeOffset="12158.7657">31856 6003 24 0,'5'-4'243'0,"-2"2"13"0,-2-2 17 0,3 2 25 15,-4 2 11-15,1-6 14 0,2 4 12 0,-2-2 1 16,-1 4 6-16,4-4-7 0,-4 4-8 0,0 0-15 16,0 0-17-16,1-2-24 0,-1 2-23 0,0 0-24 15,0 0-20-15,0 0-29 0,0 0-17 0,0 0-16 16,0 0-18-16,0 0-10 0,9 7-12 0,-5-3-5 16,-4 0-13-16,1 0-10 0,-1 1-8 0,3 0-5 15,-3 0-8-15,1 2-5 0,-2-1 0 0,-2 5-5 16,2-3-1-16,-4 2-6 0,1-5-5 0,0 4-7 15,-1-2-12-15,1-1-7 0,-1-3-4 0,-1 3-6 16,-2-3 0-16,3 1 0 0,0-2 0 0,-2-1 1 16,1-1 5-16,6 0 1 0,-11 0 0 0,11 0 2 15,-9-2 8-15,7-3 6 0,0 0 12 0,-1 0 4 16,3-1 12-16,0 1-2 0,0-3-4 0,2-1 2 16,1 4-3-16,-3-1-5 0,4 1 4 0,0-2-2 0,1 1 4 15,-1 1-5-15,0 0-3 0,0 1-3 0,-1 1-2 16,4 1-3-16,-7 2-3 0,5-5-1 15,-1 4-9-15,-4 1 12 0,6-1-10 0,-6 1-4 16,9 0 0-16,-9 0 6 0,9 3-10 0,-4-1 2 0,-1 1-3 16,1 0 1-16,0 2-3 0,0-2-26 0,2 1-13 15,-2 2-28-15,0-2-28 0,4 0-34 0,1-1-45 16,1 1-50-16,1-2-57 0,1-1-48 0,2-1-30 16,3 0-43-16,1-2-22 0,2 0-11 0,-2-2-278 15,-4 1-771-15,-2-5 341 0</inkml:trace>
  <inkml:trace contextRef="#ctx0" brushRef="#br0" timeOffset="12438.6467">32203 5936 261 0,'0'0'307'0,"-7"-4"27"15,4 3 27-15,0-2 43 0,3 3 21 0,-5-2 22 16,1 1 17-16,4 1 9 0,-4-5 10 0,0 5-4 16,4 0-4-16,0 0-2 0,0 0-11 0,0 0-22 15,-6-4-28-15,6 4-30 0,0 0-30 0,0 0-32 16,0 0-31-16,0 0-141 0,0 0-148 0,0 0 0 15,-5 11 0-15,5-6 0 0,-1 4 0 0,2 0 0 16,-2 7 0-16,2 1 0 0,-2 3 0 0,3 4 0 16,-2 1 0-16,6 2 0 0,-4 0 0 0,-1 0 0 15,-1-1 0-15,2-1 0 0,0 2 0 0,-2 0 0 16,1 1 0-16,2-1 0 0,-2 0 0 0,1-8 0 16,0 7 0-16,-1-7 0 0,-1-1 0 0,0-2 0 15,-3 1 0-15,1-4 0 0,1-2 0 0,2-2 0 16,-2-1 0-16,2 0 0 0,-1-2 0 0,0-1 0 15,1 0 0-15,0-3-93 0,-1-2-382 0,0 0-39 16,0 0-33-16,0 0-35 0,7-14-15 0,-6 4-301 16,4-5-971-16,-1-3 430 0</inkml:trace>
  <inkml:trace contextRef="#ctx0" brushRef="#br0" timeOffset="13077.983">32213 6057 287 0,'1'-11'363'0,"-1"-1"4"15,3 0 23-15,-1 0 31 0,-2 1 17 0,0 0-2 16,3 1-8-16,1 0-16 0,-2 1-25 0,3 0-24 16,-4 4-29-16,3 1-26 0,0-5-31 0,5 4-26 15,-4 3-21-15,4-3-24 0,-2 1-27 0,0 2-10 16,1 1-21-16,1 1-18 0,1 0-9 0,8 2-13 16,-8 3-9-16,1-4-16 0,-1 4-2 0,-5-4-12 15,1 4-8-15,-1 1-6 0,2-1-4 0,-3-1 12 16,1 5-20-16,-3-3 0 0,1 2-6 0,-5 1-3 15,1 0-5-15,-1 0 6 0,-5 1-11 0,-4 4 10 16,-3 0-15-16,0-2 2 0,-2-1-2 0,1-2 1 16,-2 0-1-16,2-2-3 0,6 1-6 0,1-4-8 15,0 0 4-15,2 0 1 0,1-1 3 0,1 0 5 16,-1-1 4-16,0-1 4 0,5-1-7 0,-4 3 1 16,4-3 1-16,0 0-4 0,0 0 2 0,9-10-6 0,-4 5 2 15,1 0 0-15,3-2 2 0,3-2 3 16,2 1-5-16,4 1 10 0,5-5 24 0,-4 6-7 15,3 0 5-15,4-6-2 0,-2 4-2 0,-4 1-40 16,7-1 0-16,-4 1 0 0,4-3 0 0,-1 1 0 16,-5 4 0-16,0-3 0 0,7-2 0 0,-4-1 0 0,-5 5 0 15,0-1 0-15,-2 2 0 0,-5-1 0 16,-1 1 0-16,-1 0 0 0,-1 2 0 0,0-5 0 16,-4 5 0-16,-1 1 0 0,3-2 0 0,-5 1 0 15,3 0 0-15,-5 3 0 0,5-4 0 0,-5 1 0 0,3 0 0 16,-3 3 0-16,0 0 0 0,0 0 0 0,0 0 0 15,0 0 0-15,0 0 0 0,-13-3 0 16,13 3 0-16,-9 6 0 0,3-2 0 0,-2 4 0 0,-1-1 0 16,0 4 0-16,-1 1 0 0,2-3 0 0,3 4 0 15,0-2 0-15,1 2 0 0,0 4 0 0,4 0 0 16,-1-6 0-16,6 2 0 0,-5-2 0 0,4 1 0 16,1-1 0-16,2-1 0 0,0-2 0 0,6 4 0 15,-3-5 0-15,3-2 0 0,-13-5 0 0,32 15 0 16,-32-15 0-16,24 3 0 0,-24-3 0 0,28 4 0 15,-28-4 0-15,0 0 0 0,35 0 0 0,-35 0 0 16,0 0 0-16,0 0 0 0,29 0 0 0,-29 0 0 16,0 0 0-16,0 0 0 0,0 0 0 0,0 0 0 15,0 0-66-15,0 0-398 0,0 0-52 16,-9-7-63-16,9 7-69 0,-34 0-339 0,7 0-1069 0,-1 2 474 16</inkml:trace>
  <inkml:trace contextRef="#ctx0" brushRef="#br0" timeOffset="13711.8895">31403 6400 53 0,'2'-5'355'0,"-2"-2"14"0,0 2 11 0,-2-3 6 0,2 1-6 16,-2-1-1-16,-3 2 2 0,0 1 6 16,-1-4 0-16,-1 3-9 0,2 1-4 0,-2 0-12 15,2 2-15-15,-1-1-23 0,1 1-8 0,1 0-31 16,-3 3-16-16,7 0-21 0,-12 2-9 0,6 0-9 0,1 1 2 16,-1 6 2-16,-2 0 2 0,3 8 2 0,-2 0-2 15,2 9-50-15,0 5-186 0,2-4 0 0,1 3 0 16,2-1 0-16,1 1 0 0,0 4 0 0,3-2 0 15,-1-1 0-15,1 0 0 0,-1 5 0 0,1-2 0 16,-4 0 0-16,3-2 0 0,-3 0 0 0,1-1 0 16,-1 1 0-16,1-2 0 0,-2 0 0 0,1-1 0 15,-2 0 0-15,-1-4 0 0,0 1 0 16,1-8 0-16,-1 0 0 0,1-1 0 0,-1-3 0 0,2-3 0 16,0-1 0-16,-3-2 0 0,1-1 0 0,1 0 0 15,-1 0 0-15,1-3 0 0,-1 0 0 0,-1 1 0 16,4-5 0-16,0 0 0 0,0 0 0 0,-9-9 0 15,9 3 0-15,0-3-293 0,-1-1-287 0,-2-6-48 16,3 0-38-16,-5-1-338 0,3-1-1088 0,-3-1 481 16</inkml:trace>
  <inkml:trace contextRef="#ctx0" brushRef="#br0" timeOffset="13992.8923">31019 6828 146 0,'-10'-5'392'0,"1"2"41"0,0 1 13 0,0-1 40 15,1 1 26-15,0 0 14 0,1 0 13 0,3 0-3 16,-1-2-15-16,-1 3 3 0,1-1-21 0,5 2-15 16,-8-3-25-16,8 3-24 0,0 0-31 0,0 0-27 15,-8-3-22-15,8 3-270 0,0 0-89 0,0 0 0 16,0 0 0-16,0 0 0 0,14-11 0 0,-3 7 0 16,5 1 0-16,6-3 0 0,6 1 0 0,0-4 0 15,4 5 0-15,-1-1 0 0,-2-3 0 0,4 2 0 16,-1-2 0-16,3 3 0 0,-3 0 0 0,0-3 0 15,-3 4 0-15,-8-1 0 0,0 0 0 0,-5 1 0 16,-2 1 0-16,-3 0 0 0,-2-1 0 0,4 1 0 16,-7 2 0-16,2-1 0 0,0 1 0 0,-1-1 0 15,1 0 0-15,-3 1 0 0,0 1 0 0,-5 0 0 16,8-2 0-16,-3 0 0 0,-5 2-201 0,5-2-314 16,-5 2-29-16,0 0-27 0,0 0-17 0,4-1-374 15,-4 1-1043-15,0 0 462 0</inkml:trace>
  <inkml:trace contextRef="#ctx0" brushRef="#br0" timeOffset="14455.9622">31526 6652 150 0,'0'0'337'0,"0"0"22"0,0 0 22 16,0 0 11-16,0 0 5 0,0 0 6 0,0 0 6 16,0 0-5-16,0 0-6 0,6-5-14 0,-6 5-24 15,0 0-17-15,0 0-27 0,1-3-25 0,-1 3-29 16,5-3-20-16,-2 1-32 0,-3 2-12 0,7-3-44 15,-7 3-10-15,8 0-14 0,-2 0-13 0,-6 0-6 0,11 4-8 16,-7 0-17-16,4-2-9 0,-3 2-8 0,-1 3-5 16,1-1-6-16,-1-1-8 0,0 5-5 0,0-4-5 15,-3 0 2-15,-1 4-10 0,0-1-2 16,-1-2-1-16,-3 1 6 0,0 1-8 0,-3-3-3 0,-2 2-7 16,-1-2 0-16,-1 0-22 0,2-1 0 0,-2-3-7 15,1 0 3-15,-1 1 1 0,0-3 0 16,4 0 4-16,0 0 4 0,0-1-2 0,2-2 5 15,0 1 0-15,3-2 4 0,-1 1 7 0,3-3-5 0,1 0 8 16,1-2-3-16,3 3-1 0,1-4 5 0,4 2 5 16,-5 3 1-16,1-3 7 0,-1 1-8 0,1 1 6 15,0 0 5-15,-2 3-12 0,3-1 10 16,-2 1-10-16,-1-1 1 0,1 2-1 0,0 0-8 0,-5 1 0 16,9-2-9-16,-9 2 3 0,11 4-5 0,-4-1 0 15,0 2 4-15,0-3-8 0,-1 3 4 0,2 0 0 16,-1 1-1-16,-1-2-23 0,1 3-21 0,1-1-32 15,2 1-35-15,-5-2-38 0,0 0-39 0,3-2-42 16,2 1-55-16,-1-3-66 0,3 2-48 0,-1-2-47 16,-1-1-42-16,2 0-37 0,-1-3-284 0,-2 1-873 15,2-4 386-15</inkml:trace>
  <inkml:trace contextRef="#ctx0" brushRef="#br0" timeOffset="14740.4498">31911 6650 26 0,'3'-3'333'0,"-2"1"13"0,-1 2 26 15,8-6 21-15,-8 3 30 0,0 3 17 0,1-4 8 16,-1 4-2-16,0 0-11 0,1-5-4 0,-1 5-3 16,0 0-28-16,0 0-9 0,0 0-23 0,0 0-18 15,0 0-25-15,0 0-22 0,-11 0-24 0,11 0-23 16,-10 6-20-16,4-3-22 0,0 0-18 0,-3 2-20 16,3 1-20-16,-5 1-136 0,4 0-20 0,-1 0 0 15,-1 2 0-15,4-1 0 0,-1 1 0 0,-1 0 0 16,2 2 0-16,1-3 0 0,3 2 0 0,1-4 0 15,-2 5 0-15,4-3 0 0,3 0 0 0,-1 1 0 16,1-2 0-16,5 0 0 0,2 1 0 0,-1-3-157 16,7 1-106-16,3-2-35 0,-2-3-38 0,3-1-27 15,-2 0-19-15,-1 0-20 0,9-4-26 0,-6-4-25 16,-3 0-21-16,8-1-299 0,-4-4-837 0,-4 3 371 16</inkml:trace>
  <inkml:trace contextRef="#ctx0" brushRef="#br0" timeOffset="15025.8122">32223 6644 263 0,'5'-15'117'0,"1"3"19"0,-2-1 14 15,0 2 15-15,-4-2 31 0,5 1 34 0,-6 1 33 16,2 0 33-16,-1 1 39 0,-1 0 17 0,-1 2 25 16,0 2 12-16,2-2 8 0,-4 4 7 0,4-2 15 15,0 1 5-15,-2 0 3 0,-1 3 2 0,3 2-9 0,0-6-15 16,0 6-18-16,-2-4-20 0,2 4-31 16,0 0-23-16,0-4-119 0,0 4-194 0,0 0 0 15,0 0 0-15,0 0 0 0,0 0 0 0,-3 14 0 16,3-5 0-16,0 0 0 0,-2 4 0 0,0 4 0 0,0-2 0 15,2 5 0-15,1-2 0 0,-1-1 0 0,1 3 0 16,-1-1 0-16,-1 5 0 0,1-6 0 16,0 0 0-16,0-1 0 0,3 2 0 0,2 0 0 0,-8-2 0 15,6-2 0-15,-3-2 0 0,0-1 0 0,2-1 0 16,-2 0 0-16,-2-1 0 0,-1-4 0 0,3-1 0 16,0 0 0-16,0-5 0 0,0 6 0 0,0-4 0 15,0-2 0-15,0 0 0 0,0 0 0 0,0 0-194 16,0 0-353-16,0 0-31 0,6-14-27 0,-6 7-17 15,0-3-320-15,-1-4-1019 0,1 4 452 0</inkml:trace>
  <inkml:trace contextRef="#ctx0" brushRef="#br0" timeOffset="15311.5587">32199 6717 76 0,'0'-2'129'0,"-4"-3"62"0,4 5 43 16,-4-6 26-16,2 5 35 0,2 1 23 0,0 0 57 16,-6-4 50-16,6 4 44 0,-5-2 22 0,4-1 19 15,1 3 8-15,-5-3-11 0,5 3-11 0,0 0-14 16,0 0-17-16,0 0-22 0,-5-2-20 0,5 2-37 15,0 0-24-15,0 0-29 0,0 0-330 0,0 0-3 16,0 0 0-16,0 0 0 0,0 0 0 0,14-5 0 16,-9 2 0-16,4 1 0 0,5-2 0 0,-2 0 0 15,1 1 0-15,6-2 0 0,2 0 0 0,-2 1 0 16,2 0 0-16,-1-1 0 0,-1-1 0 0,1 0 0 16,-3 1 0-16,0 0 0 0,1-1 0 0,-5 4 0 15,-1-3 0-15,-1-1 0 0,0 4 0 0,2-2-233 16,-8 1-198-16,3 1-25 0,-3 1-30 0,1-2-41 15,-2 2-10-15,-4 1-384 0,0 0-996 0,0 0 440 16</inkml:trace>
  <inkml:trace contextRef="#ctx0" brushRef="#br0" timeOffset="16051.8597">32527 6600 404 0,'0'0'89'0,"0"0"37"16,3 3 48-16,-3-3 37 0,0 0 38 0,1 4 17 16,-1-4 36-16,0 0 35 0,0 0 17 0,0 0 17 15,0 0 7-15,0 0 1 0,0 0-4 0,0 0 5 16,0 0-6-16,0 0-9 0,0 0-8 0,0 0-10 15,0 0-11-15,0 0-21 0,0 0-17 0,0 0-19 16,0 0-27-16,0 0-21 0,0 0-23 0,0 0-19 16,0 0-23-16,0 0-87 0,0 0-79 0,0 0 0 15,0 0 0-15,9 3 0 0,-8 0 0 0,3 1 0 0,0 1 0 16,0 1 0-16,0 0 0 0,-2-1 0 16,1 1 0-16,-3-1 0 0,2 3 0 0,0-2 0 15,-1 1 0-15,-2 3 0 0,1-3 0 0,-3-1 0 16,1 2 0-16,-2 0 0 0,1-2 0 0,-3 1 0 15,-1 0 0-15,-3-2 0 0,6-1 0 0,-2 0 0 16,-2 0 0-16,-1-2 0 0,0 1 0 0,4-3 0 16,0 1 0-16,5-1 0 0,-8 0 0 0,8 0 0 0,-8-2 0 15,8 2 0-15,-4-8 0 0,2 3 0 0,2 1 0 16,0 0 0-16,2-3 0 0,0 0 0 16,2 1 0-16,-1-2 0 0,0 0 0 0,2 2 0 15,-1-1 0-15,0 1 0 0,0-1 0 0,0 4 0 0,-2 0 0 16,2-2 0-16,0 0 0 0,0 2 0 0,-2-1 0 15,-2 4 0-15,4-6 0 0,-1 5 0 0,-3 1 0 16,1-4 0-16,3 2 0 0,-4 2 0 0,0 0 0 16,1-4 0-16,-1 4 0 0,0 0 0 0,4-5 0 15,-4 5 0-15,3-3 0 0,-3 3 0 0,2-5 0 16,2 3 0-16,-3-2 0 0,2-1 0 0,2 3-9 16,-4-1 2-16,2 1-9 0,1 0 13 0,0-2 1 15,-1 1-7-15,4-1 11 0,-4 3-15 0,1-3 13 16,3 3-7-16,1 0 5 0,-1-2-4 0,1 6 1 15,3-2-1-15,1 4 7 0,-1-3 13 0,1 6-8 16,0-3 7-16,1 6-8 0,-4-3 10 0,1 0-9 16,-2 0 3-16,0 2 5 0,2-3-14 0,-5 4 0 15,-4-4 0-15,3 3 0 0,-1 0 0 0,-1-3 0 16,-2 1 0-16,-1-2 0 0,0 1 0 0,-2 0 0 16,-1 0 0-16,1-2 0 0,0 3 0 0,-5-3 0 15,6-1 0-15,-2-2 0 0,-2 2 0 0,0-1 0 16,6-3 0-16,-5 4 0 0,2-3 0 0,3-1 0 15,0 0 0-15,0 0 0 0,-7-8 0 0,7 3 0 16,-2-1 0-16,2-3 0 0,2 0 0 0,-2 0 0 16,2-2 0-16,1 0 0 0,-3-1 0 0,5-2 0 15,-1 3 0-15,0 0 0 0,-1 0 0 0,0 1 0 0,5 1 0 16,1 0 0-16,-4 0 0 0,0 0 0 16,3 0 0-16,0 4 0 0,-1-2 0 0,0 2 0 15,-5 3 0-15,5-2 0 0,-3 0 0 0,-1 1 0 16,2 2 0-16,-1-2 0 0,0-1 0 0,-4 4 0 15,0 0 0-15,0 0-48 0,0 0-167 0,0 0-32 16,0 0-35-16,0 0-39 0,0 0-39 0,0 0-30 16,0 0-31-16,0 0-31 0,0 0-38 0,0 0-338 15,35 7-896-15,-35-8 396 0</inkml:trace>
  <inkml:trace contextRef="#ctx0" brushRef="#br0" timeOffset="17493.0789">24843 4673 67 0,'-2'-3'322'0,"2"3"35"16,0-9 4-16,-1 5 0 0,-3 0-10 15,4 4-8-15,0-5-13 0,0 1 1 0,-2 1-11 16,2 3-2-16,-2-7-7 0,2 7-11 0,-1-3-6 0,1 3-9 16,0 0-16-16,0 0-13 0,0-5-23 0,0 5-20 15,0 0-24-15,0 0-19 0,0 0-19 0,0 0-14 16,0 0-10-16,0 0-20 0,0 0-14 16,0 0-6-16,0 0-10 0,0 0-4 0,0 0-4 0,1 16-4 15,1-9-10-15,-5-3 11 0,3 4 8 0,0 2 4 16,0 3 2-16,-1-2 11 0,1 1 8 0,0 2-4 15,0 1-3-15,0 4-7 0,1 1 0 0,-1-2 2 16,-1 3 6-16,2 4-4 0,0 2-34 0,3-1-55 16,-1 2 0-16,-2-1 0 0,0 0 0 0,-2 1 0 15,2-1 0-15,1-1 0 0,-2 4 0 0,0-2 0 16,-3 2 0-16,4 0 0 0,-1-1 0 0,-2 3 0 16,2 0 0-16,-3-1 0 0,3 3 0 0,0 0 0 15,0 0 0-15,0-1 0 0,0 2 0 0,-2 0 0 16,4 10 0-16,-4-10 0 0,2 12 0 0,-2-9 0 15,4 6 0-15,-2 3 0 0,-2-1 0 0,1-9 0 16,6 8 0-16,-5 5 0 0,-2-1 0 0,0-13 0 16,1 10 0-16,1 0 0 0,-2-10 0 0,-1-1 0 15,-1 1 0-15,0 10 0 0,0-12 0 0,1 2 0 16,-2-2 0-16,1 0 0 0,1-4 0 0,2 0 0 16,0-3 0-16,-1-1 0 0,0-2 0 0,2-3 0 15,1-4 0-15,0 1 0 0,1-2 0 0,-5-6 0 16,3 2 0-16,1-1 0 0,-1-3 0 0,0 2 0 15,0-4 0-15,0 0 0 0,2-1 0 0,-1 0 0 16,-1-3 0-16,0-2 0 0,0 0 0 0,0 0 0 0,-1 9 0 16,1-9 0-16,0 0 0 0,0 0 0 15,0 0 0-15,2-24 0 0,-3 8-327 0,-2-3-258 16,5-12-117-16,0-22-395 0,2-1-1187 0,5-33 526 16</inkml:trace>
  <inkml:trace contextRef="#ctx0" brushRef="#br0" timeOffset="22759.8911">24831 4684 8 0,'0'0'101'0,"0"-6"-8"0,0 6 3 0,0-7-6 0,0 7-11 16,0 0 16-16,0-3-18 0,0 3-5 0,1-4 2 15,-1 4 1-15,4-4 6 0,-4 4 2 0,0-4 2 16,0 4 8-16,3-4 6 0,-3 4 10 0,2 0 9 16,-2 0 1-16,0 0 6 0,2-4 3 0,-2 4 24 15,0 0 4-15,2-4-2 0,-2 4-8 0,0 0-2 16,1-3-4-16,-1 3 0 0,0 0-15 0,0 0-4 15,0 0-9-15,0 0-10 0,0 0 1 0,0 0-9 16,0 0-8-16,0 0-6 0,0 0 5 0,0 0 0 16,0 0 2-16,0 0 5 0,0 0 3 0,0 0 7 15,0 0 10-15,0 0 5 0,0 0 7 0,0 0 6 16,0 0-1-16,0 0-3 0,0 0-4 0,0 0-13 16,0 0 1-16,0 0-8 0,0 0-4 0,0 0-11 0,0 0-10 15,0 0-4-15,8 8-7 0,-8-8-5 16,5 3-8-16,-5-3-5 0,4 0-5 0,-4 0-2 15,0 0-3-15,11 0 2 0,-3 0 6 0,-3 3 0 16,1-3-2-16,4 2 1 0,-3 0 1 0,5-2 10 16,-1 0-3-16,2 1-2 0,-1 0 0 0,3 1 2 15,-2-2 3-15,5 1-5 0,-2-1-1 0,0-1 2 16,0-2-1-16,2 3 0 0,1-1-1 0,-1-1-9 16,1 2-1-16,-1-2-4 0,0-1-1 0,4 3-2 15,-3-2 0-15,0 2-7 0,2-1 0 0,8-4 2 16,-8 5-8-16,0-1 0 0,2 0-4 0,4-3 7 15,0 2-1-15,-7 1 1 0,1-2 0 0,7 1-5 16,-9-1 6-16,3 1-5 0,7 0-4 0,-8 0 8 16,-1 1-4-16,8-2-13 0,2 0 11 0,-1-1-7 0,0 2 4 15,-2 0-2-15,-4 1 3 0,-1-1-1 0,6 1-15 16,-5-2-2-16,-4 1 18 0,12 0-6 16,-3-1-4-16,-2 2 6 0,-3 0 0 0,6-3 2 15,-1 4-1-15,3-1-1 0,-11 0 3 0,3-1 1 16,4 2 4-16,1-2-3 0,0 0-3 0,-7 2 1 0,9-3-11 15,-9 2 13-15,-2 1-7 0,0-2 8 0,-1 1-5 16,3 1-3-16,-1-3-4 0,-2 2 9 16,2 0 0-16,-2-1 5 0,3 2-10 0,-1 0 0 15,-2 0-5-15,1-2 2 0,0 4-6 0,-2-4 14 0,3 2-5 16,-2-1 0-16,0-1-2 0,3 3 0 0,-3-1 2 16,3 1-10-16,-2-3 3 0,3-1-4 0,0 3 2 15,-2 1-3-15,1-3 6 0,-1 2-12 16,2 0 18-16,-2 0-12 0,2 1 3 0,6-1 2 15,-5 0 1-15,4-1-9 0,0 0-2 0,1-1 13 0,-8 3-1 16,1-2 1-16,-3 1-7 0,4-2 10 0,-1 2-9 16,11-2 4-16,-14 2 1 0,5 0-4 0,4 0 0 15,1-1-6-15,-6 1 4 0,3-1-11 0,-5-2 25 16,10 2-8-16,-2 0 0 0,0-2-1 0,-1 3-4 16,5-2 7-16,-2 2-8 0,0-1 5 0,1-2-9 15,2 1 0-15,-1-4 4 0,1 5 2 0,-2-2 8 16,0 0 1-16,-1-3-12 0,0 1-1 0,0 5 7 15,1-1-5-15,1-2 5 0,0 3 2 0,0-2-4 16,2 1 5-16,-3-1-7 0,2-2-1 0,-1 3-1 16,0 0 0-16,3-1 4 0,-2 2 3 0,0-3-6 15,-2 2 6-15,1 0-5 0,-1 1 9 0,-1-2-16 16,0 4 6-16,0-4 4 0,2 1-12 0,-9-3 14 16,5 4 1-16,3-3-2 0,-3 2-1 0,2-1 1 15,-9 2-6-15,7 0-4 0,-1-2 7 0,3 1-3 16,-3 1 6-16,2 0-1 0,-1-1-1 0,0 1-3 15,-1-1 9-15,-5-1-11 0,7 2 2 0,0-3 5 16,-2 2-4-16,3-1 2 0,-1 1-1 0,-1-1-3 16,0-1 6-16,-1 0 2 0,1 2-10 0,0-1 0 15,0 2 2-15,-1-1 11 0,1-1-2 0,-6 0-7 16,6 0 2-16,0-1-1 0,2 1-6 0,-1 0 1 16,-10 0 3-16,8 1 1 0,3-1 3 0,-1 0-4 15,-1 1 2-15,-4-1-1 0,4-2-1 0,-5 4-1 16,8-5-3-16,-3 4 6 0,3-2 1 0,-2 1-2 15,3 0-1-15,-4-1 2 0,-1 0-3 0,-4 2-4 16,-1 1 3-16,5-2 4 0,-7 0 0 0,10 2-3 16,-9-1 1-16,1 0 1 0,-1 0 5 0,-2-1-4 15,2 1-2-15,0 2 0 0,-1-2 5 0,1 0-2 16,-3-1-8-16,-4 2 8 0,6 0 1 0,-1-3 1 16,3 3-2-16,-1-1-4 0,0 0-3 0,2 1 12 15,-2 0-8-15,-1-1 7 0,11 2-12 0,-9-2 13 0,6 0-6 16,0-1 1-16,2 2-2 0,0 0 0 15,-1-2-1-15,-1 2-3 0,-6-3 8 0,6 2-4 16,-1 1-1-16,0 0-1 0,4 0-2 0,-10 0 4 16,9 0-3-16,0-1 0 0,0 0 7 0,-3 0-17 0,1 0 13 15,-7-1 4-15,6 0 3 0,-4 1-1 0,5-3-2 16,-6 3-18-16,6 0-12 0,-5 1 10 16,4-3-8-16,-4 3 5 0,4 0 2 0,1 0 2 15,0 0 5-15,0 0-6 0,0-2 6 0,-1 1 0 16,1 0 1-16,-6-1 4 0,-1 1 0 0,0-2-3 0,2 2-3 15,-4-1 5-15,12 0 17 0,-9 0-11 0,7 1-9 16,1-2-1-16,-2-2-1 0,0 4 3 16,0-3-1-16,-8 1-6 0,11 1 4 0,2 0-12 15,2-1 2-15,-8-1 3 0,3 3 5 0,-7 0-7 16,-2-1 9-16,-1 2 5 0,3 0-3 0,-4-1 4 0,-1 2 0 16,0-1 2-16,-1-1-1 0,-1-1 0 0,2 2-16 15,-1-1-17-15,5 2-4 0,-3 1 5 16,3-1-6-16,7 1 4 0,-2 0 0 0,1 0-1 15,3 0 5-15,-1 1-6 0,2-3-1 0,1 0 7 16,2 0 8-16,1 2 2 0,-2-4 1 0,1 2 3 0,2 0-1 16,1 0 3-16,-1 0 1 0,0 0 3 0,0-3 0 15,-6 1-2-15,0-1 4 0,-1 0 2 0,-2 2 3 16,-1-2-5-16,4 3 3 0,-2-1-2 16,-8-1-1-16,-1 2 6 0,-1-1-1 0,2 2 0 0,-3-2 2 15,0-1-1-15,-1 2 3 0,-4 0-4 0,1 0 7 16,-14 0-1-16,0 0-1 0,57 2-4 0,-57-2 1 15,40-3 7-15,-40 3-1 0,41-1-2 0,-22 0 1 16,-19 1 1-16,38-3 4 0,-38 3-4 16,35-2-4-16,-35 2-6 0,27 0 12 0,-27 0-3 15,28-3 1-15,-28 3 0 0,0 0-1 0,36-2-2 16,-36 2 0-16,0 0 4 0,0 0 1 0,31 0-2 0,-31 0 1 16,0 0 2-16,0 0 1 0,0 0-4 0,25-2 0 15,-25 2 0-15,0 0 0 0,0 0-2 16,0 0 1-16,0 0 3 0,0 0-3 0,0 0-2 15,0 0-3-15,0 0 0 0,0 0 1 0,0 0 0 16,0 0-2-16,0 0-2 0,0 0 1 0,0 0-3 16,0 0 4-16,0 0-2 0,28 4 6 0,-28-4-3 0,0 0 1 15,0 0 2-15,12 13 3 0,-12-13-6 0,0 0-2 16,6 14 1-16,-6-14 7 0,10 10 1 16,-10-10-4-16,11 17 7 0,-11-17-4 0,10 20-1 15,-4-8 1-15,-6-12 1 0,13 23-2 0,-4-10 1 16,-2 1 3-16,0 2 5 0,-7-16-2 0,10 29-2 15,-4-11 5-15,-3-1-2 0,4 2 3 0,-5 6 5 0,1-7 2 16,-2 2 3-16,3 6-1 0,-3-7 1 16,2 6 2-16,-3-1-2 0,1 1-8 0,2-4 6 15,-2 2-3-15,2 4-1 0,-1-3 5 0,1 2-1 16,0-7-4-16,0 8 10 0,-1-2-3 0,0 1-3 16,0-2-2-16,3 2 4 0,-1-3 2 0,-4 3-6 0,2-7 3 15,-1-1-1-15,2 2-3 0,-2-1 5 16,1 0-1-16,-2 0 3 0,0 0-3 0,0 2-3 0,2-4 0 15,1 3 7-15,-1-2-4 0,-1 2-2 16,1 0 3-16,0 5 6 0,0-6-3 0,0 6-7 16,0-6 4-16,-2-1-1 0,1 3-5 0,1 4-1 15,-2-7-4-15,0 2 12 0,2 4-9 0,-4-4-2 16,2-2 0-16,0 1-1 0,0-1 3 0,-3 1-1 0,3-1 3 16,0 1-2-16,0-2-5 0,0 1-3 15,-2 0 0-15,0 0 1 0,2-1 2 0,0-17 0 16,0 34 1-16,0-17-6 0,0 0 3 0,0-1 9 15,0 4-2-15,0-2 1 0,0-2-1 0,0-16-5 16,0 31-3-16,-2-19 14 0,2 5-6 0,-2-2-4 16,2-15 7-16,-3 32-7 0,1-15-2 0,-1 3 4 15,1-3 2-15,-1 3 1 0,1-3-4 0,1 1-2 16,0 0 3-16,-1-2 0 0,0 3-3 0,0-1 4 16,0 0 3-16,2-2-2 0,-1 1-7 0,-2-1-8 15,3 1 10-15,0-17 3 0,-3 32 2 0,2-15-7 16,0-2 2-16,2 2-2 0,-3-1 2 0,0 1-6 15,0 0 8-15,2-1 6 0,0-16-6 0,-1 35 0 16,-1-18 0-16,2 2 3 0,0-2-5 0,0 1 2 16,0-1-1-16,-2 1 0 0,2-1 11 0,0-17-7 15,-4 32-5-15,3-15-4 0,-1 0 1 0,2-17 5 16,-1 30-3-16,1-13 11 0,-1-2-8 0,0 3 10 16,1-18-5-16,-3 30-4 0,3-15 10 0,-3 0-13 15,2 2-7-15,1 0 0 0,0-17 0 0,-4 34 0 16,2-18 0-16,-1 0 0 0,1 2 0 0,-1-2 0 15,3-16 0-15,-4 31 0 0,6-16 0 0,-4 1 0 16,2-16 0-16,-1 31 0 0,2-20 0 0,-1-11 0 16,-2 29 0-16,2-17 0 0,0-12 0 0,0 27 0 15,-2-15 0-15,2-12 0 0,0 25 0 0,0-25 0 16,0 22 0-16,-1-10 0 0,1-12 0 0,-2 17 0 16,2-17 0-16,0 0 0 0,0 22 0 0,0-22 0 15,0 0 0-15,-3 17 0 0,3-17 0 0,0 0 0 16,0 0 0-16,0 0 0 0,-3 15 0 0,3-15 0 15,0 0 0-15,0 0 0 0,0 0 0 0,0 0 0 16,0 0 0-16,0 0 0 0,0 0 0 0,0 0 0 16,0 0 0-16,0 0 0 0,0 0 0 0,0 0 0 15,-2 16 0-15,2-16 0 0,0 0 0 0,0 0 0 16,0 0 0-16,0 0 0 0,-35 2 0 0,35-2 0 16,0 0 0-16,-42-2 0 0,42 2 0 0,-37-3 0 15,37 3 0-15,-50-5 0 0,25-1 0 0,3 5 0 16,-6-1 0-16,1 0 0 0,27 2 0 0,-43-3 0 15,20 3 0-15,1-1 0 0,4-1 0 0,-2 4 0 16,-1-1 0-16,2 0 0 0,0 1 0 0,1-1 0 16,1 0 0-16,-2 1 0 0,1-2 0 0,0 0 0 15,0 1 0-15,-2-1 0 0,0 0 0 0,-1 0 0 16,-1 2 0-16,1-4 0 0,-1 1 0 0,1 0 0 16,-2 0 0-16,3 0 0 0,-11 2 0 0,10-1 0 15,-1 0 0-15,0 0 0 0,2 1 0 0,-1 0 0 16,-2 0 0-16,4 1 0 0,-3-1 0 0,3 0 0 0,-4 1 0 15,4-1 0-15,0 1 0 0,0-1 0 16,-3-1 0-16,2 1 0 0,0 2 0 0,0-1 0 16,-2-2 0-16,2 1 0 0,-1 0 0 0,-2 2 0 15,2-2 0-15,-6 1 0 0,-2-1 0 0,3 1 0 16,4-1 0-16,-6 2 0 0,-1 0 0 0,0-1 0 16,3 0 0-16,-1 0 0 0,-4 0 0 0,9 2 0 15,-1-3 0-15,0 1 0 0,4 1 0 0,-10-2 0 16,8 0 0-16,-2 1 0 0,-2-2 0 0,2-2 0 15,1 4 0-15,0-2 0 0,-1 1 0 0,4-2 0 16,0 1 0-16,-2 0 0 0,2 1 0 0,1 0 0 16,-1-1 0-16,-2 0 0 0,1 0 0 0,0 0 0 15,-2-1 0-15,-1-2 0 0,-2 5 0 0,2-2 0 16,2-2 0-16,-8 1 0 0,1 1 0 0,0 0 0 16,8 0 0-16,-1-1 0 0,-9 1 0 0,9 1 0 15,1-1 0-15,-3 0 0 0,2 1 0 0,-1-2 0 16,0 4 0-16,-5-2 0 0,7-1 0 0,2 1 0 15,-1 1 0-15,0-4 0 0,-2 2 0 0,-2 2 0 16,-7-2 0-16,0 0 0 0,-2 0 0 0,4 0 0 16,0 1 0-16,-3-4 0 0,3 2 0 0,-4 1 0 15,4 0 0-15,-3-1 0 0,2 2 0 0,2-1 0 16,-1-3 0-16,-1 3 0 0,2 2 0 0,-1-1 0 16,7 0 0-16,1 1 0 0,-3-1 0 0,-4 1 0 15,5-1 0-15,0 0 0 0,-6-1 0 0,2 2 0 16,4-1 0-16,-6-1 0 0,1-1 0 0,6 2 0 15,0-2 0-15,-6 2 0 0,4-1 0 0,-8 0 0 16,3-1 0-16,-1 1 0 0,2 0 0 0,-1-2 0 16,-2 2 0-16,4-1 0 0,-4 0 0 0,1-1 0 15,-1 1 0-15,-4 2 0 0,-2-4 0 0,0 2 0 16,-1 2 0-16,0-1 0 0,1 0 0 0,-1 0 0 16,0 2 0-16,0-2 0 0,1-2 0 0,3 2 0 15,0-1 0-15,-2 2 0 0,3-2 0 16,-1 1 0-16,4 0 0 0,-4 0 0 0,3 1 0 0,-3-1 0 15,1-1 0-15,1 0 0 0,1-1 0 0,0 1 0 16,0 1 0-16,-4-3 0 0,1 2 0 0,-3-1 0 16,-2-2 0-16,5 1 0 0,-2 2 0 0,0-2 0 15,3 3 0-15,-2-2 0 0,1 2 0 0,0 0 0 16,1 0 0-16,1 0 0 0,-1 0 0 16,2-1 0-16,-1 0 0 0,0 1 0 0,2-1 0 15,-2 1 0-15,-1 0 0 0,-7 0 0 0,4 0 0 16,1 0 0-16,2 1 0 0,-7-2 0 0,6 1 0 0,-1 0 0 15,0 0 0-15,0 2 0 0,3-1 0 0,-2 1 0 16,1 0 0-16,0-2 0 0,-1-2 0 0,0 2 0 16,1 0 0-16,-3 4 0 0,-1-3 0 15,3 0 0-15,-1 4 0 0,2-6 0 0,0 4 0 16,-1 0 0-16,1-2 0 0,-3-1 0 0,5 0 0 16,0 1 0-16,1 2 0 0,8-3 0 0,-1 3 0 0,-7-2 0 15,2 2 0-15,9-2 0 0,-5 2 0 0,-4-3 0 16,-2 2 0-16,2 0 0 0,4-2 0 15,-2 0 0-15,-5 0 0 0,2 0 0 0,-3 1 0 16,3 2 0-16,-1-1 0 0,1-2 0 0,-2 0 0 16,1 3 0-16,1-2 0 0,-3 1 0 0,5 2 0 15,-3-4 0-15,9 1 0 0,-2 0 0 0,1 0 0 16,0 1 0-16,1-1 0 0,-7 0 0 0,10 0 0 16,-5 2 0-16,3-3 0 0,1 0 0 0,-1 1 0 15,1-1 0-15,4 0 0 0,-5 0 0 0,1 2 0 16,-5 0 0-16,4-2 0 0,-3 2 0 0,1-2 0 15,0 0 0-15,-1 1 0 0,-1-1 0 0,6 3 0 16,-2-3 0-16,6 1 0 0,13-1 0 0,-27 0 0 16,15-1 0-16,-1 2 0 0,13-1 0 0,-23 1 0 15,9-2 0-15,14 1 0 0,-23 2 0 0,13 0 0 16,-1-2 0-16,11 0 0 0,-21 2 0 0,8-1 0 16,13-1 0-16,-25 0 0 0,13 2 0 0,12-2 0 15,-23 0 0-15,13 2 0 0,10-2 0 0,-19 0 0 16,19 0 0-16,-18 1 0 0,18-1 0 0,-14 0 0 15,14 0 0-15,-17 0 0 0,17 0 0 0,-18 0 0 16,4 0 0-16,14 0 0 0,-28 1 0 0,15 0 0 16,1-1 0-16,-2 2 0 0,-3-1 0 0,-1 0 0 15,5-1 0-15,-6 1 0 0,0 0 0 0,1-1 0 16,4 0 0-16,1 2 0 0,-6-2 0 0,6 0 0 16,-3 0 0-16,16 0 0 0,-26 1 0 0,7 0 0 15,1-1 0-15,0 3 0 0,0-3 0 0,0 1 0 16,-1-1 0-16,-4 2 0 0,0-1 0 0,1 0 0 15,-4 1 0-15,-4-1 0 0,2-1 0 0,7 3 0 16,-9 1 0-16,12-1 0 0,-5-3 0 0,4 1 0 16,2 1 0-16,2-2 0 0,2 1 0 0,13-1 0 15,-24 1 0-15,15 1 0 0,9-2 0 0,0 0 0 16,-18 1 0-16,18-1 0 0,0 0 0 0,-14 0 0 16,14 0 0-16,0 0 0 0,0 0 0 0,0 0 0 15,-16-3 0-15,16 3 0 0,0 0 0 16,0 0 0-16,-16-4 0 0,16 4 0 0,0 0 0 0,-14 0 0 15,14 0 0-15,0 0 0 0,0 0 0 0,0 0 0 16,-13-1 0-16,13 1 0 0,0 0 0 0,-14-2 0 16,14 2 0-16,0 0 0 0,0 0 0 0,-14-1 0 15,14 1 0-15,0 0 0 0,-21-1 0 0,21 1 0 16,-15-2 0-16,15 2 0 0,-23-1 0 16,8 0 0-16,0 0 0 0,2 1 0 0,13 0 0 15,-27 0 0-15,13 0 0 0,3-2 0 0,11 2 0 0,-21 0 0 16,21 0 0-16,-14 0 0 0,14 0 0 0,0 0 0 15,-18-3 0-15,18 3 0 0,0 0 0 0,0 0 0 16,-13 0 0-16,13 0 0 0,0 0 0 16,0 0 0-16,0 0 0 0,0 0 0 0,0 0 0 15,-15 3 0-15,15-3 0 0,0 0 0 0,0 0 0 16,0 0 0-16,0 0 0 0,0 0 0 0,0 0 0 0,0 0 0 16,0 0 0-16,0 0 0 0,-13-3 0 0,13 3 0 15,0 0 0-15,0 0 0 0,0 0 0 16,0 0 0-16,0 0 0 0,0 0 0 0,0 0 0 15,0 0 0-15,0 0 0 0,0 0 0 0,0 0 0 16,0 0 0-16,0 0 0 0,0 0 0 0,0 0 0 16,-4-8 0-16,4 8 0 0,0 0 0 0,-4-7 0 15,4 7 0-15,0 0 0 0,-1-10 0 0,1 10 0 0,-5-8 0 16,5 8 0-16,0-13 0 0,-2 6 0 16,2 7 0-16,-3-16 0 0,3 11 0 0,-2-6 0 15,0 3 0-15,2-1 0 0,0 1 0 0,0-3 0 16,0 0 0-16,-2 0 0 0,-1 0 0 0,3 0 0 15,0 2 0-15,1-2 0 0,-3 1 0 0,1 2 0 16,2-2 0-16,-1-1 0 0,0 11 0 0,0-14 0 16,1 8 0-16,-3-2 0 0,2 8 0 0,1-17 0 15,-1 11 0-15,0 6 0 0,0-13 0 0,-3 7 0 16,3 6 0-16,0 0 0 0,2-12 0 0,-2 12 0 16,0-8 0-16,0 8 0 0,0-10 0 0,0 10 0 15,1-7 0-15,-1 7 0 0,0 0 0 0,0-12 0 16,0 12 0-16,1-7 0 0,-1 7 0 0,0 0 0 15,-1-10 0-15,1 10 0 0,0 0 0 0,-1-10 0 16,1 10 0-16,0 0 0 0,0 0 0 0,1-8 0 16,-1 8 0-16,0 0 0 0,0 0 0 0,1-7 0 15,-1 7 0-15,0 0 0 0,0 0 0 0,0 0 0 16,0-9 0-16,0 9 0 0,0 0 0 0,0 0 0 16,0 0 0-16,-4-8 0 0,4 8 0 0,0 0 0 15,0 0 0-15,0 0 0 0,4-11 0 0,-4 11 0 16,1-11 0-16,-1 11 0 0,2-9 0 0,-2 9 0 15,4-10 0-15,-2 5 0 0,-2 5 0 0,5-8 0 16,-5 8 0-16,3-8 0 0,-3 8 0 0,2-8 0 16,-2 8 0-16,4-7 0 0,-4 7 0 0,0 0 0 15,1-11 0-15,-1 11 0 0,4-7 0 0,-4 7 0 16,4-9 0-16,-4 9 0 0,4-5 0 0,-4 5 0 16,0 0 0-16,5-10 0 0,-5 10 0 0,0 0 0 15,-2-7 0-15,2 7 0 0,0 0 0 0,6-7 0 16,-6 7 0-16,0 0 0 0,6-9 0 0,-6 9 0 15,0 0 0-15,4-7 0 0,-4 7 0 0,0 0 0 16,5-8 0-16,-5 8 0 0,0 0 0 0,5-8 0 16,-5 8 0-16,7-4 0 0,-7 4 0 0,0 0 0 15,0 0 0-15,0 0 0 0,7-6 0 0,-7 6 0 16,0 0 0-16,0 0 0 0,0 0 0 0,7-5 0 16,-7 5 0-16,0 0 0 0,0 0 0 0,0 0 0 15,6-6 0-15,-6 6 0 0,0 0 0 0,9-4 0 16,-9 4 0-16,0 0 0 0,0 0 0 0,0 0 0 15,0 0 0-15,12-2 0 0,-12 2 0 0,0 0 0 16,0 0 0-16,0 0 0 0,0 0 0 0,0 0 0 16,0 0 0-16,9-3 0 0,-9 3 0 0,0 0 0 15,0 0 0-15,0 0 0 0,0 0 0 0,0 0 0 16,0 0 0-16,0 0 0 0,0 0 0 0,0 0 0 16,0 0 0-16,0 0 0 0,0 0 0 0,0 0 0 15,6-10 0-15,2 2-52 0,4-4-1305 0,5-9-1470 16,0 0 651-16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8-10T11:54:54.965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6672 513 50 0,'0'0'381'0,"0"0"8"16,0 0 7-16,9-21 21 0,-9 21 6 0,0 0 3 16,1-18-5-16,-1 18-5 0,0 0-15 0,5-18 9 15,-5 18-11-15,0 0-7 0,7-17-14 0,-7 17-8 16,0 0-17-16,1-16-20 0,-1 16-10 0,0 0-24 16,0 0-23-16,0-21-28 0,0 21-24 0,0 0-25 15,-18-15-22-15,18 15-87 0,-19-7-90 0,19 7 0 16,-37-3 0-16,37 3 0 0,-41 6 0 15,15 2 0-15,1 3 0 0,-3 2 0 0,1 6 0 0,0 3 0 16,-2 1 0-16,-8 16 0 0,0-5 0 0,5 5 0 16,1-3 0-16,3 4 0 0,6-10 0 0,4 2 0 15,0-4 0-15,5 0 0 0,3-3 0 16,4-1 0-16,5-3 0 0,-1-5 0 0,5 1 0 16,1 1 0-16,5-4 0 0,2 0 0 0,2-1 0 15,6-3 0-15,-4-2 0 0,2 0 0 0,2-3 0 16,-1-2 0-16,0 1 0 0,0 0 0 0,-4-3 0 15,3 0 0-15,0-1 0 0,-4 0 0 0,3-2 0 0,-1-2 0 16,-1 2 0-16,0-1 0 0,0-1 0 16,3-5 0-16,-1 2 0 0,-3 1 0 0,5 0 0 15,-1 0 0-15,0 1-350 0,-6 2-199 0,1-3-85 16,0 2-476-16,-2 0-1202 0,0 1 532 0</inkml:trace>
  <inkml:trace contextRef="#ctx0" brushRef="#br0" timeOffset="482.2244">6763 795 157 0,'0'0'490'0,"0"0"10"15,0 0 9-15,0 0-6 0,1-24-19 0,-1 24-20 16,0 0-20-16,0 0-10 0,0 0-11 0,0 0-15 16,0-20-13-16,0 20-21 0,0 0-33 0,0 0-23 15,0 0-31-15,6-13-28 0,-6 13-26 0,0 0-34 16,0 0-17-16,0 0-21 0,20-7-17 0,-20 7-18 16,0 0-18-16,30 0-10 0,-30 0-12 0,0 0-22 15,0 0-64-15,50 10 0 0,-40-4 0 0,-10-6 0 16,22 11 0-16,-22-11 0 0,15 13 0 0,-15-13 0 15,13 18 0-15,-13-18 0 0,3 20 0 0,-6-7 0 16,2 3 0-16,-7-2 0 0,-3 0 0 0,-1 1 0 16,-2-1 0-16,0 1 0 0,1-2 0 0,-2-3 0 15,3-4 0-15,-2 0 0 0,5 0 0 0,2-4 0 16,0 2 0-16,-3-3 0 0,2-1 0 0,1-1 0 16,-2-3 0-16,4 0 0 0,-3-4 0 0,8 8 0 15,-6-24 0-15,3 8 0 0,3 16 0 0,0-30 0 16,4 15 0-16,1-1 0 0,2 2 0 0,-1-3 0 15,1 4 0-15,-7 13 0 0,12-22 0 0,-5 14 0 16,-7 8 0-16,20-15 0 0,-11 8 0 0,-9 7 0 16,22-7 0-16,-22 7-201 0,0 0-468 0,0 0-552 15,38 7-1321-15,-38-7 584 0</inkml:trace>
  <inkml:trace contextRef="#ctx0" brushRef="#br0" timeOffset="1134.313">7100 767 205 0,'0'0'583'0,"0"0"-6"0,0 0-1 16,0 0-3-16,0 0-13 0,0 0-28 0,0 0-35 15,0 0-35-15,-13-33-57 0,13 33-34 0,0 0-34 16,0 0-40-16,0 0-30 0,0 0-28 0,0 0-33 15,0 0-26-15,0 0-21 0,0 0-12 0,0 0-23 16,31 0-13-16,-31 0-13 0,0 0-11 0,0 0-6 16,37 18-19-16,-37-18 7 0,20 11-2 0,-20-11-6 15,17 14-20-15,-17-14-1 0,13 15-11 0,-13-15-12 16,11 16-9-16,-11-16-14 0,7 15-9 0,-7-9-3 16,1 5 8-16,-5-5-10 0,3 3 3 0,-3-4-1 15,2-1 7-15,-1 3 3 0,0-2-4 16,1-2 10-16,2-3 8 0,-5 5 3 0,5-5 19 15,0 0-5-15,0 0 21 0,0 0 16 0,0 0 7 16,0 0-44-16,0 0-23 0,-10-35 0 0,10 35 0 0,0 0 0 16,8-27 0-16,-8 27 0 0,8-19 0 15,-1 8 0-15,-7 11 0 0,16-16 0 0,-9 8 0 16,-7 8 0-16,19-12 0 0,-19 12 0 0,14-9 0 16,-14 9 0-16,0 0 0 0,0 0 0 0,30 0 0 15,-30 0 0-15,0 0 0 0,0 0 0 0,27 15 0 16,-27-15 0-16,0 0 0 0,13 14 0 0,-13-14 0 15,9 14 0-15,-9-14 0 0,0 0 0 0,5 18 0 16,-5-18 0-16,0 0 0 0,8 14 0 0,-8-14 0 16,0 0 0-16,0 0 0 0,0 0 0 0,0 0 0 15,0 0 0-15,0 0 0 0,0 0 0 0,0 0 0 16,0 0 0-16,0 0 0 0,0 0 0 0,40-33 0 16,-33 22 0-16,-7 11 0 0,15-12 0 0,-15 12 0 15,12-13 0-15,-12 13 0 0,13-8 0 0,-13 8 0 16,0 0 0-16,18-7 0 0,-18 7 0 0,0 0 0 15,0 0 0-15,0 0 0 0,32 0 0 0,-32 0 0 16,0 0 0-16,0 0 0 0,23 15 0 0,-23-15 0 16,7 12 0-16,-7-12 0 0,10 15 0 15,-10-15-4-15,8 12-51 0,-8-12-40 0,5 15-50 0,-5-15-52 16,0 0-62-16,5 16-59 0,-5-16-67 0,8 11-64 16,-8-11-74-16,0 0-438 0,0 0-1039 0,22 10 460 15</inkml:trace>
  <inkml:trace contextRef="#ctx0" brushRef="#br0" timeOffset="1465.6978">7771 744 404 0,'0'0'488'0,"0"0"24"16,0 0 33-16,0 0 13 0,1-23 28 0,-1 23 6 16,0 0-3-16,0 0-4 0,0 0-4 0,0 0-29 15,0 0-34-15,0 0-31 0,0 0-43 0,0 0-35 16,0 0-68-16,0 0-341 0,0 0 0 0,0 0 0 15,0 0 0-15,0 0 0 0,0 0 0 0,0 0 0 16,0 0 0-16,0 0 0 0,-6 71 0 0,3-41 0 16,2-3 0-16,-1 5 0 0,0-1 0 0,-2-1 0 15,0 2 0-15,2 4 0 0,-7-2 0 0,4-4 0 16,-1 4 0-16,-1-5 0 0,0-1 0 0,2-1 0 16,-2-4 0-16,4-4 0 0,0-2 0 0,1-2 0 15,1-4 0-15,0 0 0 0,-1-2 0 0,1-3 0 16,1 1 0-16,0-7 0 0,0 6 0 0,0-6 0 15,1 7 0-15,2-4 0 0,-3-3 0 0,0 0 0 16,0 0-69-16,19-11-409 0,-10 4-49 0,-5-5-69 16,5-2-492-16,-4-5-1176 0,0 1 520 0</inkml:trace>
  <inkml:trace contextRef="#ctx0" brushRef="#br0" timeOffset="1768.8081">7721 785 288 0,'5'-28'488'0,"-3"16"22"16,-2 12 20-16,3-24 13 0,0 13-30 16,-3 11-12-16,6-23-28 0,-6 23-14 0,9-21-35 15,-9 21-32-15,5-15-40 0,-5 15-40 0,9-11-32 16,-9 11-25-16,18-7-27 0,-18 7-21 0,32-9-36 16,-32 9-9-16,35 4-10 0,-35-4-19 0,36 12-10 15,-19-7 0-15,-17-5-19 0,23 14-16 0,-12-7-4 16,0 5-8-16,-11-12-19 0,13 23 7 0,-9-11-1 15,-4 3-27-15,0-15-36 0,-12 30 0 0,3-14 0 16,-2 1 0-16,-10 1 0 0,2-1 0 0,-5-1 0 16,1-3 0-16,4-5 0 0,0-1 0 0,2-1 0 15,-1-1-5-15,7-3-114 0,0-1-25 0,1-1-28 16,10 0-42-16,0 0-41 0,0 0-39 16,-29-15-45-16,29 15-68 0,0-20-69 0,0 20-64 15,18-23-331-15,-2 10-945 0,11 2 418 0</inkml:trace>
  <inkml:trace contextRef="#ctx0" brushRef="#br0" timeOffset="2886.9171">8225 728 399 0,'0'0'476'0,"0"0"4"0,5-27-8 15,-5 27-16-15,1-14-30 0,-1 14-32 0,0 0-41 16,4-16-33-16,-4 16-31 0,0 0-32 0,0 0-33 16,0 0-20-16,6-14-27 0,-6 14-19 0,0 0-17 15,0 0-14-15,0 0-15 0,0 0-19 0,0 0-6 16,0 0-9-16,0 0-7 0,45 21-7 16,-45-21-7-16,0 0-6 0,12 17-2 0,-12-17-7 15,1 14-3-15,-1-14-7 0,0 17 0 0,0-17-1 0,-9 18-9 16,9-18-1-16,-12 18-5 0,12-18-1 0,-20 12-7 15,20-12-1-15,-17 13 1 0,17-13 2 0,-16 8 1 16,16-8 0-16,0 0 1 0,0 0 5 0,-23 3 7 16,23-3 4-16,0 0 11 0,0 0 16 15,0 0 1-15,-21-24 0 0,21 24-1 0,-2-17 4 16,2 17-10-16,0-18 5 0,0 18-9 0,0 0-2 16,0 0 4-16,7-27-10 0,-7 27 1 0,8-10-16 15,-8 10 3-15,0 0-4 0,10-11-10 0,-10 11 0 16,0 0 2-16,0 0-3 0,0 0-6 0,0 0-4 15,0 0 3-15,0 0 10 0,49 25-4 0,-49-25-4 16,14 18 1-16,-8-8 6 0,-6-10-6 0,11 19 1 16,-6-9-5-16,-5-10 6 0,10 18-1 0,-10-18-3 15,11 18-3-15,-11-18 7 0,8 12 2 0,-8-12-4 16,0 0 5-16,18 9 9 0,-18-9-5 0,0 0 6 16,0 0-8-16,42-7 6 0,-42 7-5 0,28-16-3 15,-15 3 1-15,2-1 2 0,-2 0 2 0,4-8 10 16,-4 6 1-16,-2 1-1 0,-3 1 6 0,-1 0 9 15,-7 14 12-15,13-20-4 0,-13 20 1 0,6-13-15 16,-6 13-4-16,0 0-6 0,8-15-2 0,-8 15-10 16,0 0 0-16,0 0-7 0,0 0-2 0,0 0 4 15,0 0-1-15,0 0 0 0,0 0-4 0,0 0-6 16,0 0-2-16,-61 20 2 0,61-20-8 0,0 0-7 16,0 0-2-16,0 0 9 0,-9 15-10 0,9-15 5 15,0 0 0-15,0 0 7 0,0 0 7 0,0 0-4 16,0 0 3-16,51 8 12 0,-51-8-11 0,38-3-1 15,-38 3 4-15,37 0-6 0,-37 0 5 0,36-3-1 16,-36 3-6-16,27-3 4 0,-27 3 2 16,0 0-3-16,27-5-7 0,-27 5 3 0,0 0-4 15,0 0-4-15,0 0 5 0,29 8 7 0,-29-8-3 0,0 0 4 16,12 14-2-16,-12-14 1 0,0 0-1 0,2 18 4 16,-2-18 2-16,0 0 5 0,-4 20-4 15,4-20 3-15,-6 18 5 0,6-18-4 0,0 0-4 16,-3 19-1-16,3-19-10 0,0 0 5 0,-2 18 1 15,2-18 5-15,0 0-3 0,4 20-1 0,-4-20 4 16,7 11 1-16,-7-11 0 0,18 14 3 0,-18-14-1 16,23 11 2-16,-6-7 3 0,-17-4-1 0,37 7 2 15,-17-6 1-15,-20-1-1 0,44-3 15 0,-44 3-18 16,50-7 3-16,-25-3 17 0,1 3 9 0,-6-2-5 16,5-5 23-16,-2 1 10 0,-7 1-8 0,1 0 0 15,-3 0-1-15,0 0-48 0,-14 12-8 0,18-18 0 16,-13 11 0-16,-5 7 0 0,10-17 0 0,-10 17 0 15,4-15 0-15,-4 15 0 0,0 0 0 0,-3-18 0 16,3 18 0-16,0 0 0 0,0 0 0 0,-24-8 0 16,24 8 0-16,0 0 0 0,0 0 0 0,0 0 0 15,-60 19 0-15,47-8 0 0,-1 1 0 0,3 4 0 16,-2-5 0-16,3 2 0 0,2 1 0 0,2 1 0 16,6-15 0-16,-12 25 0 0,10-14 0 15,2-11 0-15,4 21 0 0,-2-13 0 0,7 3 0 0,3 0 0 16,5-1 0-16,1-2 0 0,10-1 0 0,3-3 0 15,-3-2 0-15,5 1 0 0,-1-6 0 0,-3 3 0 16,2-3 0-16,0-2 0 0,-4-1 0 0,-4 0 0 16,-23 6 0-16,36-7 0 0,-36 7 0 15,25-5 0-15,-25 5 0 0,17-6 0 0,-17 6 0 16,0 0 0-16,18-6 0 0,-18 6-79 0,0 0-316 16,0 0-106-16,0 0-90 0,0 0-514 0,0 0-1195 15,0 0 529-15</inkml:trace>
  <inkml:trace contextRef="#ctx0" brushRef="#br0" timeOffset="3658.2858">10368 394 402 0,'0'0'525'15,"0"0"17"-15,0 0 7 0,0 0-1 0,0 0-14 16,0 0-19-16,0 0-31 0,0 0-35 0,0 0-13 16,0 0-26-16,0 0-38 0,0 0-27 0,0 0-30 15,0 0-33-15,0 0-29 0,0 0-26 16,0 0-22-16,0 0-23 0,0 0-3 0,0 0 9 0,0 0 13 16,0 0-153-16,14 34-48 0,-14-34 0 0,4 27 0 15,-4-11 0-15,1 0 0 0,-1-16 0 0,3 28 0 16,-2-9 0-16,-1-2 0 0,-1 6 0 15,1-3 0-15,-3 5 0 0,6-8 0 0,-3 7 0 0,0-6 0 16,-3 0 0-16,3-1 0 0,0-17 0 16,0 31 0-16,0-20 0 0,0-11 0 0,4 22 0 15,-4-22 0-15,0 21 0 0,0-21 0 0,1 14 0 16,-1-14 0-16,0 0 0 0,5 14 0 0,-5-14 0 16,0 0 0-16,0 0 0 0,0 0 0 0,8 14 0 15,-8-14 0-15,0 0 0 0,0 0 0 0,32-1 0 16,-32 1 0-16,0 0 0 0,51-15 0 0,-32 8 0 15,0 0 0-15,-2 1 0 0,11-4 0 0,-13 5 0 16,-15 5 0-16,35-13 0 0,-35 13 0 0,23-9 0 16,-23 9 0-16,21-5 0 0,-21 5 0 0,0 0 0 15,19-5 0-15,-19 5 0 0,0 0 0 0,0 0 0 16,0 0 0-16,0 0 0 0,20-7 0 0,-20 7 0 16,0 0 0-16,0 0 0 0,0 0 0 0,0 0 0 15,0 0 0-15,0 0-138 0,0 0-502 0,0 0-596 16,0 0-1338-16,0 0 591 0</inkml:trace>
  <inkml:trace contextRef="#ctx0" brushRef="#br0" timeOffset="3940.8715">10429 484 114 0,'0'0'518'0,"-2"-28"28"0,2 28 11 16,0-15-6-16,0 15 2 0,0 0-5 15,1-22-30-15,-1 22-11 0,0 0-30 0,2-17-30 16,-2 17-41-16,0 0-39 0,11-16-40 0,-11 16-34 16,13-14-31-16,-13 14-26 0,26-14-24 0,-8 7-22 15,0 0-18-15,1 0-22 0,0 1-12 0,-19 6-36 16,39-7-102-16,-20 2 0 0,-19 5 0 0,27-3 0 16,-27 3 0-16,22-4 0 0,-22 4 0 0,0 0 0 15,0 0 0-15,24-6 0 0,-24 6-205 0,0 0-58 16,0 0-43-16,0 0-30 0,0 0-15 0,0 0-22 15,0 0-29-15,0 0-25 0,0 0-44 0,0 0-373 16,0 0-912-16,0 0 404 0</inkml:trace>
  <inkml:trace contextRef="#ctx0" brushRef="#br0" timeOffset="4174.3955">10382 590 450 0,'0'0'495'0,"0"0"15"15,0 0 0-15,0 0-13 0,0 0-27 16,0 0-31-16,0 0-28 0,0 0-29 0,0 0-31 16,0 0-28-16,0 0-31 0,0 0-36 0,61-13-22 15,-61 13-25-15,23-7-24 0,-23 7-13 0,26-7-10 16,-26 7-23-16,23-8-18 0,-23 8-14 0,24-4-26 16,-24 4-28-16,23-7-44 0,-23 7-42 0,0 0-46 15,27-5-45-15,-27 5-43 0,0 0-45 0,28-6-55 16,-28 6-53-16,18-5-60 0,-18 5-57 0,0 0-370 15,33-2-873-15,-33 2 386 0</inkml:trace>
  <inkml:trace contextRef="#ctx0" brushRef="#br0" timeOffset="4919.9473">10787 606 161 0,'0'0'446'0,"0"0"21"0,0 0 25 16,0 0 16-16,0 0-1 0,0 0-5 0,0 0-1 15,0 0 0-15,0 0-22 0,0 0-13 0,0 0-32 16,0 0-39-16,0 0-27 0,0 0-26 0,0 0-27 16,0 0-22-16,0 0-26 0,0 0-30 0,0 0-21 15,0 0-24-15,0 0-90 0,0 0-102 0,0 0 0 16,0 0 0-16,0 0 0 0,0 0 0 0,51-14 0 16,-51 14 0-16,0 0 0 0,0 0 0 0,30 7 0 15,-30-7 0-15,0 0 0 0,24 9 0 0,-24-9 0 16,11 10 0-16,-11-10 0 0,0 0 0 0,11 15 0 15,-11-15 0-15,5 12 0 0,-5-12 0 0,0 0 0 16,-4 25 0-16,4-25 0 0,-12 19 0 0,12-19 0 16,-17 14 0-16,8-5 0 0,9-9 0 0,-22 9 0 15,22-9 0-15,-17 6 0 0,17-6 0 0,0 0 0 16,0 0 0-16,-28 2 0 0,28-2 0 0,0 0 0 16,0 0 0-16,-19-20 0 0,19 20 0 15,-4-19 0-15,4 19 0 0,0-18 0 0,0 18 0 16,4-21 0-16,-4 21 0 0,8-20 0 0,-8 20 0 15,7-12 0-15,-7 12 0 0,0 0 0 0,12-14 0 0,-12 14 0 16,0 0 0-16,0 0 0 0,18-9 0 0,-18 9 0 16,0 0 0-16,0 0 0 0,0 0 0 15,0 0 0-15,41 23 0 0,-41-23 0 0,14 17 0 16,-11-8 0-16,-3-9 0 0,12 21 0 0,-6-7 0 16,-2 3 0-16,1-4 0 0,-5-13 0 0,2 25 0 15,-1-9 0-15,1 0 0 0,1 1 0 0,-3-17 0 16,1 28 0-16,-1-14 0 0,3 2 0 0,-4 1 0 15,3 0 0-15,-2-5 0 0,-1 5 0 0,2-5 0 16,0 1 0-16,1-1 0 0,-1 4 0 0,0-5 0 16,1 0 0-16,-2-1 0 0,0-2 0 0,1 1 0 15,0-3 0-15,0 1 0 0,-1-1 0 0,0-6 0 16,2 9 0-16,-2-9 0 0,0 9 0 0,0-9 0 16,3 5 0-16,-3-5 0 0,0 0 0 0,0 7 0 15,0-7 0-15,0 0 0 0,0 0 0 0,4 6 0 16,-4-6 0-16,0 0 0 0,0 0 0 0,0 0 0 15,5 3 0-15,-5-3 0 0,0 0 0 0,0 0 0 16,0 0 0-16,0 0 0 0,27-7 0 0,-18 4 0 16,0 1 0-16,1-1 0 0,-2-1 0 0,1 0 0 15,-1 2 0-15,-1-1 0 0,-7 3 0 0,13-6 0 16,-8 3 0-16,3-1 0 0,-8 4 0 0,6-8 0 16,-2 5 0-16,1 2 0 0,-5 1 0 0,4-9 0 15,2 4-93-15,-6 5-501 0,8-8-74 0,-7 1-472 16,3 0-1234-16,-1-2 546 0</inkml:trace>
  <inkml:trace contextRef="#ctx0" brushRef="#br0" timeOffset="5372.6332">11136 710 13 0,'0'0'497'0,"4"-26"24"0,-4 26 24 16,0 0 5-16,6-13 6 0,-6 13-16 0,0 0-7 15,0 0-42-15,0 0-32 0,8-14-50 0,-8 14-38 16,0 0-38-16,0 0-33 0,0 0-38 0,0 0-40 16,0 0-20-16,0 0-26 0,0 0-15 0,0 0-16 15,0 0-18-15,0 0-16 0,0 0-2 0,0 0-10 16,0 0-7-16,0 0-12 0,14 40-7 0,-14-40-3 16,1 16-9-16,-1-16-8 0,0 0-23 0,1 20-30 15,-1-20 0-15,0 0 0 0,-1 17 0 0,1-17 0 16,0 0 0-16,0 0 0 0,0 0 0 0,0 0 0 15,0 0 0-15,0 0 0 0,0 0 0 0,0 0 0 16,0 0 0-16,0 0 0 0,0 0 0 0,0 0 0 16,0 0 0-16,45-37 0 0,-36 28 0 15,-9 9 0-15,15-19 0 0,-7 11 0 0,-8 8 0 16,18-15 0-16,-18 15 0 0,15-13 0 0,-15 13 0 16,18-8 0-16,-18 8 0 0,0 0 0 0,0 0 0 15,40 6 0-15,-40-6 0 0,0 0 0 0,28 12 0 16,-28-12 0-16,19 14 0 0,-11-7 0 0,-8-7 0 15,15 16 0-15,-15-16 0 0,11 13 0 0,-11-13 0 16,8 11 0-16,-8-11 0 0,0 0 0 0,0 0-54 16,13 12-25-16,-13-12-22 0,0 0-12 0,0 0-58 15,0 0-63-15,0 0-54 0,0 0-49 0,0 0-63 16,0 0-75-16,10-37-75 0,-10 37-349 0,8-28-973 16,-6 13 431-16</inkml:trace>
  <inkml:trace contextRef="#ctx0" brushRef="#br0" timeOffset="5936.7692">12494 463 290 0,'0'0'487'0,"0"0"19"0,0 0 16 0,0 0 6 15,0 0 5-15,2-26 0 0,-2 26-5 0,0 0-9 16,0 0-24-16,0 0-27 0,0 0-35 0,0 0-39 16,0 0-40-16,0-17-35 0,0 17-34 0,0 0-36 15,0 0-28-15,0 0-31 0,0 0-19 0,0 0-18 16,0 0-140-16,0 0-13 0,0 0 0 0,17 58 0 15,-15-40 0-15,3 9 0 0,0-9 0 0,-5 0 0 16,4 7 0-16,-4 0 0 0,1-6 0 0,-1-1 0 16,0 2 0-16,4 1 0 0,-5-5 0 0,1-16 0 15,-3 23 0-15,3-23 0 0,0 18 0 0,0-18 0 16,0 0 0-16,-1 19 0 0,1-19 0 0,0 0 0 16,0 0 0-16,0 0 0 0,0 0 0 0,0 14 0 15,0-14 0-15,0 0 0 0,0 0 0 0,0 0 0 16,0 0 0-16,0 0 0 0,0 0 0 15,0 0-485-15,0 0-106 0,33-36-94 0,-21 23-387 16,-1 0-1161-16,2-1 514 0</inkml:trace>
  <inkml:trace contextRef="#ctx0" brushRef="#br0" timeOffset="6521.7267">12742 522 277 0,'0'0'499'0,"0"0"11"0,0 0 5 16,0 0-16-16,0 0-20 0,0 0-31 0,4-25-29 15,-4 25-25-15,0 0-39 0,0 0-31 0,0 0-31 16,4-18-30-16,-4 18-22 0,0 0-29 0,0 0-22 16,18-11-26-16,-18 11-16 0,0 0-20 0,18-10-11 15,-18 10-23-15,19-6-5 0,-19 6-14 0,0 0-9 16,0 0-11-16,31-2-2 0,-31 2-8 0,0 0-6 15,0 0-5-15,0 0 0 0,39 10-9 0,-39-10-1 16,0 0-2-16,21 9 1 0,-21-9-9 0,9 9 7 16,-9-9-3-16,0 0 1 0,9 17-1 0,-9-17 2 15,0 17 1-15,0-17 13 0,0 0 0 0,-7 28 6 16,7-28 3-16,-13 23-1 0,3-13 0 16,-1 4 9-16,2 0-9 0,-5-3 8 0,1 1-6 15,2 0-2-15,11-12 6 0,-17 16 2 0,8-9-7 16,9-7 1-16,-14 15 0 0,14-15-3 0,0 0-1 15,-14 14 5-15,14-14-8 0,0 0 3 0,0 0-29 16,-12 7-11-16,12-7 0 0,0 0 0 0,0 0 0 0,0 0 0 16,0 0 0-16,0 0 0 0,0 0 0 15,0 0 0-15,0 0 0 0,0 0 0 0,0 0 0 16,22 21 0-16,-22-21 0 0,27 8 0 0,-27-8 0 16,37 5 0-16,-9-5 0 0,-28 0 0 0,40 2 0 15,-20-1 0-15,-20-1 0 0,41 0 0 0,-41 0 0 16,28 1 0-16,-28-1 0 0,0 0 0 0,36-1 0 15,-36 1 0-15,0 0 0 0,0 0 0 0,0 0 0 16,28-4 0-16,-28 4 0 0,0 0 0 0,0 0 0 0,0 0 0 16,0 0 0-16,0 0 0 0,0 0 0 15,0 0 0-15,0 0 0 0,0 0 0 0,18-7 0 16,-18 7 0-16,0 0 0 0,0 0 0 0,0 0-99 16,0 0-335-16,0 0-70 0,0 0-68 0,0 0-75 15,0 0-343-15,0 0-1071 0,-59-13 474 0</inkml:trace>
  <inkml:trace contextRef="#ctx0" brushRef="#br0" timeOffset="7939.4065">13119 883 264 0,'0'0'403'0,"0"0"-7"0,8 4-17 0,-8-4-32 16,0 0-14-16,0 0-28 0,0 0-25 0,0 0-23 15,0 0-15-15,0 0-28 0,0 5-21 0,0-5-12 16,0 3-14-16,0-3-1 0,0 4-10 0,0-4 16 16,-4 7 1-16,4-3-10 0,-2-1-10 0,0 1-5 15,-1 0 5-15,-1 1-1 0,0-1-5 0,-2 1-3 16,1 0 0-16,-1-1-7 0,1 3-3 0,-3-1 2 15,0-1-10-15,1-1 7 0,-3 1-6 0,1 0-6 16,-2-1-1-16,-1 1-3 0,1 0 9 0,-1-1-8 16,-1-1 2-16,-1-1-6 0,1 4 0 15,-4-4 3-15,1 1-11 0,2 0-1 0,0-2-5 0,-4 4-3 16,2-3-6-16,2 1-91 0,-3-3 0 0,-2 2 0 16,6 0 0-16,-5-2 0 0,5 2 0 0,-2-1 0 15,2-1 0-15,-1 0 0 0,0 0 0 0,1 0 0 16,-1 0 0-16,-4 0 0 0,6-1 0 0,-6 2 0 15,5 1 0-15,0-2 0 0,-1 1 0 0,1-1 0 16,-1 0 0-16,5-1 0 0,-1 1 0 16,1-2 0-16,-1 2 0 0,2-1 0 0,8 1 0 15,-16-3 0-15,9 2 0 0,-1-1 0 0,-2-2 0 16,0-1 0-16,4 3 0 0,-6 2 0 0,2-5 0 16,0 2 0-16,0-3 0 0,1 3 0 0,-2 1 0 15,4-1 0-15,-3-3 0 0,2 1 0 0,-1 1 0 16,-1-2 0-16,1 1 0 0,1-1 0 0,0 0 0 15,-2 0 0-15,2 0 0 0,2 0 0 0,-2-1 0 16,8 7 0-16,0 0 0 0,-19-21 0 0,19 21 0 16,-15-12 0-16,15 12 0 0,-13-13 0 0,13 13 0 15,-11-12 0-15,11 12 0 0,-12-12 0 0,12 12 0 16,-8-16 0-16,8 16 0 0,-6-16 0 0,6 16 0 16,-4-16 0-16,4 16 0 0,-5-18 0 0,5 18 0 15,-5-21 0-15,5 21 0 0,-4-21 0 0,4 21 0 16,-5-21 0-16,4 9 0 0,1 12 0 0,-3-27 0 15,1 14 0-15,2 13 0 0,0-25 0 0,0 25 0 16,0-19 0-16,0 19 0 0,1-23 0 0,-1 23 0 16,1-19 0-16,-1 19 0 0,0-19 0 0,0 19 0 15,1-17 0-15,-1 17 0 0,4-20 0 0,-4 20 0 16,3-20 0-16,-3 20 0 0,4-19 0 16,-4 19 0-16,2-20 0 0,-2 20 0 0,7-20 0 0,-2 11 0 15,-5 9 0-15,10-16 0 0,-10 16 0 0,13-19 0 16,-8 10 0-16,-5 9 0 0,14-19 0 0,-14 19 0 15,16-16 0-15,-8 7 0 0,-8 9 0 0,14-17 0 16,-4 7 0-16,-10 10 0 0,21-18 0 16,-12 10 0-16,-9 8 0 0,18-14 0 0,-18 14 0 15,20-15 0-15,-12 9 0 0,-8 6 0 0,24-12 0 16,-24 12 0-16,23-12 0 0,-23 12 0 0,21-11 0 16,-10 5 0-16,-11 6 0 0,22-8 0 0,-22 8 0 0,20-6 0 15,-20 6 0-15,22-8 0 0,-22 8 0 0,19-7 0 16,-19 7 0-16,23-6 0 0,-23 6 0 15,25-3 0-15,-25 3 0 0,25-5 0 0,-25 5 0 0,32-1 0 16,-32 1 0-16,27-5 0 0,-27 5 0 16,0 0 0-16,34-3 0 0,-34 3 0 0,0 0 0 15,31 0 0-15,-31 0 0 0,0 0 0 0,29 0 0 16,-29 0 0-16,0 0 0 0,0 0 0 0,35 3 0 16,-35-3 0-16,0 0 0 0,28 3 0 0,-28-3 0 15,0 0 0-15,29 3 0 0,-29-3 0 0,0 0 0 0,30 7 0 16,-30-7 0-16,19 5 0 0,-19-5 0 15,19 7 0-15,-19-7 0 0,21 10 0 0,-21-10 0 16,19 8 0-16,-19-8 0 0,19 9 0 0,-19-9 0 16,14 8 0-16,-14-8 0 0,19 11 0 0,-19-11 0 15,13 8 0-15,-13-8 0 0,0 0 0 0,22 11 0 16,-22-11 0-16,14 11 0 0,-14-11 0 0,15 12 0 16,-15-12 0-16,18 11 0 0,-18-11 0 0,14 13 0 15,-14-13 0-15,12 10 0 0,-12-10 0 0,12 14 0 16,-12-14 0-16,13 13 0 0,-13-13 0 0,14 13 0 15,-14-13 0-15,10 16 0 0,-2-6 0 0,-8-10 0 16,14 16 0-16,-14-16 0 0,12 13 0 0,-12-13 0 16,9 17 0-16,-9-17 0 0,10 12 0 0,-10-12 0 15,6 11 0-15,-6-11 0 0,9 11 0 0,-9-11 0 16,10 13 0-16,-10-13 0 0,8 18 0 0,-8-18 0 16,8 17 0-16,-8-17 0 0,5 19 0 0,-5-19 0 15,5 18 0-15,-5-18 0 0,5 19 0 16,-5-19 0-16,2 18 0 0,-2-18 0 0,2 27 0 0,-2-16 0 15,0-11 0-15,-2 25 0 0,2-25 0 0,-6 29 0 16,5-18 0-16,1-11 0 0,-6 25 0 0,3-15 0 16,3-10 0-16,-9 22 0 0,5-11 0 0,4-11 0 15,-10 24 0-15,7-13 0 0,0-1 0 0,-1 2 0 16,-1-3 0-16,-2 2 0 0,2 0 0 16,0-3 0-16,1 3 0 0,-5-2 0 0,4 0 0 15,1 1 0-15,-6 0 0 0,1-4 0 0,0 0 0 16,-1 1 0-16,1-1 0 0,-4-1 0 0,-5 2 0 15,0-2 0-15,1 0 0 0,-1-2-1 0,5-3-722 16,-5 0-522-16,5-2-1348 0,4 1 596 0</inkml:trace>
  <inkml:trace contextRef="#ctx0" brushRef="#br0" timeOffset="9090.5986">14023 621 233 0,'0'0'526'0,"0"0"10"0,0 0 5 0,6-24 3 16,-6 24 4-16,0 0-13 0,4-14-6 15,-4 14-24-15,0 0-21 0,0 0-32 0,0 0-33 16,0 0-41-16,0 0-38 0,0 0-35 0,4-17-38 15,-4 17-29-15,0 0-34 0,0 0-28 0,0 0-15 16,0 0-16-16,0 0-20 0,0 0-125 0,0 0 0 16,0 0 0-16,18 43 0 0,-13-29 0 0,-1 0 0 15,1 3 0-15,-1-1 0 0,0-1 0 0,-3 1 0 16,-1-16 0-16,4 26 0 0,-3-14 0 0,-1-12 0 16,4 23 0-16,-4-23 0 0,0 12 0 0,0-12 0 15,0 0 0-15,0 0 0 0,6 17 0 0,-6-17 0 16,0 0 0-16,0 0 0 0,0 0 0 0,0 0 0 15,0 0 0-15,0 0 0 0,0 0 0 0,0 0 0 16,0 0 0-16,0 0 0 0,16-41 0 16,-16 41 0-16,6-19 0 0,-6 19 0 0,4-18 0 0,-4 18 0 15,7-11 0-15,-7 11 0 0,0 0 0 0,9-14 0 16,-9 14 0-16,0 0 0 0,10-12 0 0,-10 12 0 16,0 0 0-16,0 0 0 0,0 0 0 0,0 0 0 15,34-3 0-15,-34 3 0 0,0 0 0 0,0 0 0 16,38 16 0-16,-38-16 0 0,20 8 0 15,-8-1 0-15,-12-7 0 0,27 12 0 0,-27-12 0 16,18 8 0-16,-18-8 0 0,19 9 0 0,-19-9 0 0,17 5-5 16,-17-5-35-16,0 0 4 0,0 0 10 0,0 0 9 15,23 6 5-15,-23-6 24 0,0 0-3 0,0 0 13 16,0 0 14-16,0 0 14 0,0 0-43 16,0 0-7-16,5-34 0 0,-5 34 0 0,-4-19 0 15,4 19 0-15,-6-21 0 0,6 21 0 0,-7-24 0 16,7 24 0-16,-1-20 0 0,1 20 0 0,-5-14 0 15,5 14 0-15,0 0 0 0,0-17 0 0,0 17 0 16,0 0 0-16,10-13 0 0,-10 13 0 0,18-9 0 0,-18 9 0 16,23-7 0-16,-23 7 0 0,0 0 0 15,32-4 0-15,-32 4 0 0,20-4 0 0,-20 4 0 16,0 0 0-16,27-3 0 0,-27 3 0 0,0 0 0 16,23-3 0-16,-23 3 0 0,0 0 0 0,0 0 0 15,0 0 0-15,0 0 0 0,31-1 0 0,-31 1 0 16,0 0 0-16,0 0 0 0,0 0 0 0,0 0 0 15,0 0 0-15,0 0 0 0,0 0 0 0,0 0 0 16,0 0 0-16,15 13 0 0,-15-13 0 0,0 0 0 16,4 17 0-16,-4-17 0 0,0 0 0 0,5 18 0 15,-5-18 0-15,4 21 0 0,-4-21 0 0,0 20 0 16,0-20 0-16,3 18 0 0,-3-18 0 0,1 20 0 16,-1-20 0-16,0 23 0 0,0-23 0 0,4 18 0 15,-4-18 0-15,1 13 0 0,-1-13 0 0,0 0 0 16,1 19 0-16,-1-19 0 0,0 0 0 0,0 0 0 15,0 16 0-15,0-16 0 0,0 0 0 0,0 0 0 16,0 0 0-16,0 0 0 0,0 0-226 0,0 0-235 16,0 0-69-16,0 0-96 0,18-47-432 0,-9 22-1147 15,0 3 508-15</inkml:trace>
  <inkml:trace contextRef="#ctx0" brushRef="#br0" timeOffset="9266.6687">14642 450 100 0,'0'0'475'0,"0"0"3"0,11-21 25 0,-11 21 24 0,0 0 14 16,0 0-3-16,0 0-22 0,0 0-36 16,0 0-40-16,3-17-54 0,-3 17-32 0,0 0-40 0,0 0-29 15,0 0-67-15,0 0-87 0,0 0-80 0,0 0-93 16,0 0-83-16,0 0-83 0,0 0-72 0,0 0-66 16,0 0-58-16,32 0-73 0,-32 0-266 15,0 0-804-15,0 0 356 0</inkml:trace>
  <inkml:trace contextRef="#ctx0" brushRef="#br0" timeOffset="9592.4972">14877 432 213 0,'0'0'419'0,"0"0"26"15,25-13 26-15,-25 13 22 0,0 0 18 0,0 0 27 16,8-16 15-16,-8 16 13 0,0 0-1 0,0 0-3 16,0 0-18-16,5-14-18 0,-5 14-22 0,0 0-55 15,0 0-41-15,0 0-41 0,0 0-310 0,0 0-57 16,0 0 0-16,0 0 0 0,0 0 0 0,0 0 0 15,0 0 0-15,0 0 0 0,0 0 0 0,-2 53 0 16,2-33 0-16,-2-3 0 0,1 4 0 0,-2 5 0 16,2 0 0-16,-1-7 0 0,0 9 0 0,-2-8 0 15,3-3 0-15,-1 2 0 0,0-1 0 0,0-2 0 16,2-16 0-16,-3 24 0 0,3-24 0 16,3 20 0-16,-3-20 0 0,-3 13 0 0,3-13 0 15,0 0 0-15,0 0 0 0,5 17 0 0,-5-17 0 16,0 0 0-16,0 0 0 0,0 0 0 0,0 0 0 0,0 0 0 15,0 0-282-15,0 0-117 0,0 0-12 0,0 0-20 16,0 0-32-16,0 0-21 0,4-50-1 0,-4 50-1 16,-10-25-306-16,4 14-858 0,6 11 380 15</inkml:trace>
  <inkml:trace contextRef="#ctx0" brushRef="#br0" timeOffset="10176.104">14832 618 1491 0,'0'0'-10'0,"-22"-15"49"16,22 15 51-16,0 0 45 0,-18-12 36 0,18 12 30 15,0 0 45-15,-15-9 45 0,15 9 25 0,0 0 38 16,0 0 21-16,-16-8 5 0,16 8 10 0,0 0 7 15,0 0-1-15,0 0-6 0,0 0-10 0,0 0-19 16,0 0-18-16,0 0-23 0,0 0-34 0,0 0-22 16,-11-11-29-16,11 11-27 0,0 0-66 0,0 0-142 15,0 0 0-15,49-16 0 0,-24 9 0 0,4 0 0 16,-8 3 0-16,7-2 0 0,-1-2 0 0,-6 2 0 16,-1 2 0-16,-20 4 0 0,38-9 0 0,-21 5 0 15,-17 4 0-15,22-5 0 0,-22 5 0 0,20-9 0 16,-20 9 0-16,0 0 0 0,19-5 0 0,-19 5 0 15,0 0 0-15,0 0 0 0,0 0 0 0,0 0 0 16,21-7 0-16,-21 7 0 0,0 0 0 0,0 0 0 16,0 0 0-16,0 0 0 0,0 0 0 15,9-13 0-15,-9 13 0 0,0 0 0 0,0 0 0 0,0 0 0 16,0 0 0-16,0 0 0 0,0 0 0 0,0 0 0 16,0 0 0-16,0 0 0 0,0 0 0 0,0 0 0 15,0 0 0-15,0 0 0 0,0 0 0 0,0 0 0 16,0 42 0-16,0-42 0 0,0 25 0 15,0-25 0-15,-5 20 0 0,5-20 0 0,-2 19 0 16,2-19 0-16,-5 14 0 0,5-14 0 0,0 0 0 16,-1 17 0-16,1-17 0 0,0 0 0 0,0 0 0 15,0 0 0-15,-3 18 0 0,3-18 0 0,0 0 0 0,0 0 0 16,0 0 0-16,0 0 0 0,0 0 0 16,0 0 0-16,0 0 0 0,63-26 0 0,-50 18 0 15,-13 8 0-15,15-15 0 0,-15 15 0 0,21-11 0 16,-21 11 0-16,12-8 0 0,-12 8 0 0,0 0 0 15,13-11 0-15,-13 11 0 0,0 0 0 0,0 0 0 16,0 0 0-16,0 0 0 0,0 0 0 0,0 0 0 16,0 0 0-16,0 0 0 0,0 0 0 0,35 18 0 15,-35-18 0-15,0 0 0 0,9 15 0 0,-9-15 0 16,0 0 0-16,9 20 0 0,-9-20 0 0,8 18 0 16,-8-18 0-16,4 10 0 0,-4-10 0 0,0 0 0 15,13 11 0-15,-13-11 0 0,0 0 0 0,0 0-318 16,23 7-142-16,-23-7-69 0,0 0-83 0,0 0-434 15,0 0-1132-15,23-31 501 0</inkml:trace>
  <inkml:trace contextRef="#ctx0" brushRef="#br0" timeOffset="10842.2068">16285 539 104 0,'0'0'450'0,"0"0"18"16,-5-29 6-16,5 29 4 0,-1-16 7 0,1 16-7 15,0 0-4-15,-4-18-2 0,4 18-1 0,0 0-13 16,0-17-10-16,0 17-7 0,0 0-12 0,0 0-16 16,0 0-25-16,0-19-24 0,0 19-29 0,0 0-31 15,0 0-47-15,0 0-257 0,0 0 0 0,0 0 0 16,0 0 0-16,0 0 0 0,0 0 0 0,0 0 0 15,0 0 0-15,0 0 0 0,0 0 0 0,0 0 0 16,0 0 0-16,0 0 0 0,10 57 0 0,-7-39 0 16,-3 1 0-16,2 0 0 0,-1 0 0 0,-1-2 0 15,2 10 0-15,-2-8 0 0,0 1 0 0,0-2 0 16,0 0 0-16,0-1 0 0,-2-1 0 0,2-16 0 16,2 21 0-16,-2-21 0 0,0 17 0 0,0-17 0 15,0 0 0-15,0 0 0 0,1 18 0 16,-1-18 0-16,0 0 0 0,0 0 0 0,0 0 0 0,0 0 0 15,0 0 0-15,0 0-263 0,0 0-125 0,0 0-51 16,0 0-37-16,0 0-43 0,0 0-64 0,32-36-338 16,-26 19-997-16,2 0 441 0</inkml:trace>
  <inkml:trace contextRef="#ctx0" brushRef="#br0" timeOffset="11184.8774">16451 520 285 0,'0'0'387'0,"14"-23"27"0,-14 23 25 15,5-10 22-15,-5 10 11 0,0 0 2 0,8-18-2 16,-8 18 11-16,0 0 1 0,5-13-1 0,-5 13-12 16,0 0-17-16,0 0-30 0,0 0-27 0,8-14-37 15,-8 14-28-15,0 0-42 0,0 0-26 0,0 0-31 16,0 0-121-16,0 0-112 0,0 0 0 0,0 0 0 16,0 0 0-16,0 0 0 0,0 0 0 0,0 0 0 15,10 47 0-15,-7-33 0 0,-3-14 0 0,5 26 0 16,-4-11 0-16,-1-15 0 0,0 23 0 0,0-11 0 15,0-12 0-15,0 27 0 0,0-27 0 0,0 25 0 16,0-10 0-16,0-15 0 0,3 19 0 0,-3-19 0 16,0 16 0-16,0-16 0 0,0 0 0 0,0 21 0 15,0-21 0-15,0 0 0 0,0 0 0 0,0 0 0 16,0 15 0-16,0-15 0 0,0 0 0 16,0 0 0-16,0 0 0 0,0 0 0 0,0 0 0 15,0 0 0-15,0 0 0 0,0 0 0 0,0 0 0 0,0 0 0 16,0 0 0-16,0 0 0 0,0 0 0 0,0 0-453 15,0 0-106-15,0 0-92 0,0 0-437 16,0 0-1179-16,0 0 521 0</inkml:trace>
  <inkml:trace contextRef="#ctx0" brushRef="#br0" timeOffset="12481.1267">16759 840 28 0,'0'0'426'0,"0"0"-2"0,0 0 7 16,0 0-9-16,0 0-8 0,0 0-25 0,0 0-25 15,0 0-24-15,18 15-21 0,-18-15-14 16,0 0-28-16,0 0-18 0,0 0-23 0,0 0-4 0,0 0-2 16,-1 9-10-16,-1-6-12 0,2-3-10 15,-2 9-8-15,2-9-1 0,-5 8-14 0,1-4-1 16,4-4-13-16,-9 8 3 0,3-3-14 0,-2 2-9 0,-2-2-10 15,2 1-3-15,-1-1-9 0,-2 1-6 16,-1-2-12-16,2 2-6 0,-3-2-4 0,3 1-6 16,-4-1-8-16,2 1-10 0,0-1-2 0,-5 0-12 15,5 1-53-15,0 0 0 0,-4-4 0 0,2 2 0 16,2-2 0-16,-2 1 0 0,-4 2 0 0,1-2 0 16,3-1 0-16,-5-1 0 0,2 4 0 0,-2-4 0 15,6 0 0-15,-5 0 0 0,2 0 0 0,2 0 0 16,1 0 0-16,-5-2 0 0,4 1 0 0,0 0 0 15,1 1 0-15,-1-1 0 0,1-1 0 0,-2 0 0 16,3 1 0-16,0 1 0 0,0-1 0 0,12 1 0 16,-20-3 0-16,8 0 0 0,3 2 0 0,-1-2 0 15,0 0 0-15,2-1 0 0,-2 0 0 0,0 1 0 16,-3-2 0-16,1 2 0 0,2-3 0 0,-1 2 0 16,2-1 0-16,1 0 0 0,-2-2 0 0,2 2 0 15,-2 1 0-15,10 4 0 0,-13-10 0 0,13 10 0 16,0 0 0-16,-25-13 0 0,25 13 0 15,-12-11 0-15,12 11 0 0,-14-15 0 0,14 15 0 0,-13-14 0 16,13 14 0-16,-9-13 0 0,9 13 0 16,0 0 0-16,-11-17 0 0,11 17 0 0,-8-14 0 15,8 14 0-15,-8-18 0 0,8 18 0 0,-8-20 0 0,8 20 0 16,-7-18 0-16,7 18 0 0,-6-21 0 16,3 10 0-16,-1-5 0 0,4 16 0 0,-6-23 0 15,6 23 0-15,-5-23 0 0,4 11 0 0,1 12 0 16,-3-23 0-16,3 23 0 0,-1-23 0 0,1 23 0 15,0-22 0-15,0 22 0 0,1-22 0 0,-1 22 0 16,3-21 0-16,3 10 0 0,-6 11 0 0,2-19 0 16,-2 19 0-16,6-21 0 0,-6 21 0 0,7-19 0 15,-7 19 0-15,9-20 0 0,-1 12 0 0,-8 8 0 16,11-21 0-16,-4 11 0 0,-7 10 0 0,15-19 0 16,-6 10 0-16,-9 9 0 0,19-18 0 0,-12 9 0 15,-7 9 0-15,20-19 0 0,-11 11 0 0,-9 8 0 16,18-18 0-16,-8 11 0 0,-10 7 0 0,18-12 0 15,-18 12 0-15,19-13 0 0,-19 13 0 0,17-9 0 16,-17 9 0-16,18-9 0 0,-18 9 0 0,15-8 0 16,-15 8 0-16,0 0 0 0,21-11 0 0,-21 11 0 15,0 0 0-15,21-8 0 0,-21 8 0 0,16-6 0 16,-16 6 0-16,21-6 0 0,-21 6 0 16,22-7 0-16,-22 7 0 0,0 0 0 0,32-6 0 15,-32 6 0-15,23-4 0 0,-23 4 0 0,19-6 0 16,-19 6 0-16,0 0 0 0,24-3 0 0,-24 3 0 0,0 0 0 15,0 0 0-15,30-2 0 0,-30 2 0 0,0 0 0 16,0 0 0-16,32-2 0 0,-32 2 0 0,0 0 0 16,0 0 0-16,30 2 0 0,-30-2 0 15,0 0 0-15,0 0 0 0,40 2 0 0,-40-2 0 16,0 0 0-16,28 1 0 0,-28-1 0 0,0 0 0 16,0 0 0-16,31 3 0 0,-31-3 0 0,0 0 0 15,25 6 0-15,-25-6 0 0,0 0 0 0,21 5 0 16,-21-5 0-16,0 0 0 0,0 0 0 0,23 7 0 15,-23-7 0-15,0 0 0 0,18 10 0 0,-18-10 0 16,0 0 0-16,21 10 0 0,-21-10 0 0,15 9 0 16,-15-9 0-16,17 10 0 0,-17-10 0 0,13 11 0 15,-13-11 0-15,14 11 0 0,-14-11 0 0,16 13 0 16,-16-13 0-16,15 12 0 0,-15-12 0 0,13 13 0 16,-13-13 0-16,10 12 0 0,-10-12 0 0,13 15 0 15,-13-15 0-15,14 17 0 0,-8-7 0 0,-6-10 0 16,13 17 0-16,-13-17 0 0,10 15 0 0,-10-15 0 15,13 17 0-15,-13-17 0 0,11 19 0 0,-7-9 0 16,2 4 0-16,-6-14 0 0,10 19 0 0,-10-19 0 16,7 20 0-16,-7-20 0 0,5 24 0 15,-2-15 0-15,-3-9 0 0,3 23 0 0,-3-23 0 0,2 24 0 16,-2-13 0-16,0-11 0 0,0 21 0 0,0-21 0 16,-2 26 0-16,-1-16 0 0,3-10 0 0,-3 26 0 15,2-10 0-15,1-16 0 0,-4 23 0 0,-1-12 0 16,5-11 0-16,-9 20 0 0,9-20 0 0,-9 21 0 15,3-10 0-15,6-11 0 0,-8 18 0 16,8-18 0-16,-14 18 0 0,5-11 0 0,9-7 0 16,-15 15 0-16,9-5 0 0,-3-4 0 0,2 3 0 15,-3-3-31-15,4 1-614 0,-2-2-608 0,0-1-1357 16,1 0 601-16</inkml:trace>
  <inkml:trace contextRef="#ctx0" brushRef="#br0" timeOffset="19166.7707">3081 1877 353 0,'-2'-5'377'0,"0"2"4"16,2 3 11-16,0-6-8 0,0 6 1 16,0-4-6-16,0 4-3 0,0 0-4 0,2-3-5 15,-2 3-8-15,0 0-12 0,0 0-9 0,3-4-4 16,-3 4-9-16,0 0-10 0,0 0-1 0,0 0-13 16,0 0-10-16,0 0-11 0,0 0-10 0,0 0-15 15,0 0-13-15,0 0-21 0,0 0-18 0,0 0-173 16,0 0-30-16,0 0 0 0,0 0 0 0,0 0 0 15,0 0 0-15,0 0 0 0,0 0 0 0,3 14 0 16,-2-8 0-16,0 5 0 0,-1 1 0 0,3 1 0 16,1 4 0-16,-2 0 0 0,1 3 0 15,-2 6 0-15,1-7 0 0,-2 7 0 0,2 1 0 0,-4-1 0 16,1-6 0-16,0 1 0 0,1 5 0 0,-3-6 0 16,5 3 0-16,-4-5 0 0,2-2 0 0,-3 2 0 15,3-9 0-15,-2 4 0 0,2-3 0 0,0-2 0 16,0-1 0-16,0 3 0 0,0-6 0 0,0 1 0 15,0 1 0-15,-1-2 0 0,1-4 0 0,0 0 0 16,1 7 0-16,-1-7 0 0,0 0 0 0,-1 4 0 16,1-4 0-16,0 0 0 0,0 0 0 15,0 0 0-15,0 0 0 0,0 0 0 0,0 0 0 16,0 0 0-16,0 0 0 0,0 0 0 0,-1-18 0 0,1 11 0 16,0 7 0-16,0-19 0 0,1 8-114 0,0 0-363 15,3-3-39-15,-3-2-51 0,3 0-35 0,-3-1-385 16,1 2-1067-16,0-2 472 0</inkml:trace>
  <inkml:trace contextRef="#ctx0" brushRef="#br0" timeOffset="19567.1811">3122 1963 32 0,'-3'-6'252'0,"3"4"16"0,0 2 7 0,-5-6 19 15,2 2 6-15,3 4 21 0,-3-8 5 0,1 4 10 16,2 2 13-16,0-3 8 0,0 5 0 15,-1-7 2-15,1 7-2 0,-3-5-4 0,3 5-4 16,0 0-4-16,2-7-5 0,-2 7-9 0,0 0-16 16,0 0-12-16,0 0-33 0,0 0-23 0,0 0-23 15,0 0-26-15,0 0-20 0,0 0-23 0,0 0-17 0,0 0-20 16,0 0 3-16,0 0-98 0,0 0-23 16,18 14 0-16,-8-4 0 0,-2-3 0 0,3 6 0 15,3-1 0-15,-1 1 0 0,2-1 0 0,-2 5 0 16,1-2 0-16,0-1 0 0,5 4 0 0,-2 1 0 15,3-1 0-15,-5-5 0 0,4 5 0 0,-3 0 0 16,-3-7 0-16,-1 2 0 0,-2-4 0 0,-1 0 0 16,0-2 0-16,2 1 0 0,-6-2 0 0,4 3 0 15,-5-4 0-15,0-1 0 0,1 1 0 0,0-2 0 16,-1 0 0-16,-4-3 0 0,5 2 0 0,-5-2 0 16,4 4 0-16,-4-4 0 0,0 0 0 0,0 0 0 15,0 0 0-15,0 0 0 0,0 0 0 0,0 0 0 16,5-13 0-16,-5 3-259 0,0 0-131 0,0 1-54 15,0-1-41-15,0-1-47 0,-1-5-27 0,1 4-362 16,-3-1-997-16,2 1 441 0</inkml:trace>
  <inkml:trace contextRef="#ctx0" brushRef="#br0" timeOffset="19951.7331">3445 1957 2 0,'0'-6'223'0,"0"1"24"0,0-3 27 15,0 2 24-15,-3 0 19 0,3 0 22 0,0 1 23 16,-1-1 15-16,1 2 11 0,0-1 9 0,0 1-7 15,0 4 16-15,-1-7-2 0,1 3 11 0,0 4-8 16,0-5-1-16,0 5-12 0,0-4-16 0,0 4-18 16,0 0-21-16,0 0-29 0,0 0-23 0,0 0-29 15,0 0-45-15,0 0-213 0,0 0 0 0,0 0 0 16,0 0 0-16,0 0 0 0,0 0 0 0,5 14 0 16,-5-3 0-16,0 1 0 0,1 2 0 0,2 4 0 15,-2 0 0-15,-1-1 0 0,3 1 0 0,-3-1 0 16,0 1 0-16,0 0 0 0,0 0 0 0,-3 0 0 15,3-1 0-15,-1-1 0 0,1 2 0 0,1 0 0 16,-1-1 0-16,0-2 0 0,0-3 0 0,3-2 0 16,-3 1 0-16,1 0 0 0,-1-5 0 0,0 5 0 15,0-6 0-15,0-2 0 0,0-3 0 16,0 8 0-16,1-4 0 0,-1-4 0 0,0 4 0 0,0-4 0 16,0 0 0-16,0 0 0 0,0 7 0 0,0-7 0 15,0 0 0-15,0 0 0 0,0 0 0 0,0 0 0 16,0 0 0-16,0 0 0 0,-5-20 0 15,5 13 0-15,-1-3 0 0,2-2 0 0,-2 0-327 0,1 0-331 16,1 0-543-16,2-3-1302 0,3-1 576 16</inkml:trace>
  <inkml:trace contextRef="#ctx0" brushRef="#br0" timeOffset="22403.3361">18294 172 106 0,'0'0'260'0,"0"0"-1"16,0 0 2-16,0 0 3 0,0 0 2 0,0 0 15 16,0 0 4-16,0 0 12 0,0 0 9 0,0 0 14 15,0 0 4-15,0 0 7 0,0 0 4 0,0 0-1 16,0 0 9-16,0 0 3 0,0 0 0 0,0 0-4 15,0 0-8-15,0 0-15 0,0 0-9 0,0 0-23 16,0 0-17-16,0 0-22 0,0 0-4 0,0 0-17 16,-23 15-19-16,23-15-70 0,-38 4-138 0,10-3 0 15,-3 2 0-15,-1 1 0 0,-1-2 0 16,0 2 0-16,1-3 0 0,2 2 0 0,1 0 0 16,2 0 0-16,27-3 0 0,-44 3 0 0,44-3 0 0,-35 5 0 15,35-5 0-15,-25 3 0 0,25-3 0 0,0 0 0 16,-23 3 0-16,23-3 0 0,0 0 0 15,0 0 0-15,0 0 0 0,-24 2 0 0,24-2 0 16,0 0 0-16,0 0 0 0,0 0 0 0,0 0 0 16,0 0 0-16,0 0 0 0,0 0 0 0,0 0 0 15,0 0 0-15,0 0 0 0,0 0 0 0,0 0 0 16,0 0 0-16,0 0 0 0,0 0 0 0,0 0 0 16,0 0 0-16,0 0 0 0,0 0 0 0,0 0 0 15,0 0 0-15,0 0 0 0,-18 10 0 0,18-10 0 16,0 0 0-16,0 28 0 0,3-9 0 0,-2-1 0 15,-1 9 0-15,3 0 0 0,-3 3 0 0,0 1 0 16,0-1 0-16,1 3 0 0,-5 0 0 0,0-1 0 16,2 3 0-16,-3 1 0 0,1-1 0 0,-5 11 0 15,1-12 0-15,-2-1 0 0,1 3 0 0,0 0 0 16,1-2 0-16,-2-1 0 0,3 2 0 0,3-3 0 16,-2 0 0-16,0-4 0 0,5 1 0 0,-3-2 0 15,2-7 0-15,2 0 0 0,0-2 0 0,1-1 0 16,-1-4 0-16,1-2 0 0,-1 0 0 0,1 1 0 15,2-7 0-15,-2 5 0 0,4-6 0 0,-5-4 0 16,3 10 0-16,-1-5 0 0,-2-5 0 0,4 11 0 16,-4-11 0-16,2 7 0 0,-2-7 0 0,3 7 0 15,-3-7 0-15,6 6 0 0,-6-6 0 0,8 4 0 16,-8-4 0-16,12 4 0 0,-12-4 0 0,14 3 0 16,-3-2 0-16,2 0 0 0,8 3 0 0,-3-4 0 15,2-2 0-15,3 2 0 0,5-3 0 16,0 3 0-16,-6-1 0 0,6-4 0 0,-10 3 0 15,0-1 0-15,-4 2 0 0,-1 0 0 0,1 1 0 16,-3-2 0-16,0 1 0 0,-11 1 0 0,0 0 0 16,19-2 0-16,-14 1 0 0,-5 1 0 0,0 0 0 0,11-1 0 15,-11 1 0-15,0 0 0 0,0 0 0 16,7-4 0-16,-7 4 0 0,0 0 0 0,0 0 0 16,0 0 0-16,0 0 0 0,0 0 0 0,-13-17 0 15,8 8-1366-15,2 0-1478 0,1-8 654 0</inkml:trace>
  <inkml:trace contextRef="#ctx0" brushRef="#br0" timeOffset="22771.2511">18542 558 174 0,'0'0'509'0,"7"-24"35"15,-7 24 31-15,0 0 10 0,8-17 18 0,-8 17 3 16,0 0-19-16,0 0-19 0,4-14-24 0,-4 14-28 16,0 0-25-16,0 0-35 0,0 0-34 0,0 0-39 0,0 0-43 15,0 0-52-15,0 0-288 0,0 0 0 16,0 0 0-16,0 0 0 0,0 0 0 0,0 0 0 16,0 0 0-16,0 0 0 0,3 46 0 0,-3-46 0 15,-2 33 0-15,2-9 0 0,-2 3 0 0,1-1 0 16,1 0 0-16,-2 1 0 0,-1-2 0 0,-1-6 0 15,1 6 0-15,3-5 0 0,-4 0 0 0,0-2 0 16,3-2 0-16,-1 0 0 0,-1-4 0 0,2-3 0 16,-1 2 0-16,2-4 0 0,-1-2 0 0,1-5 0 15,-4 8 0-15,4-8 0 0,-2 7 0 0,2-7 0 16,0 0 0-16,0 0 0 0,0 0 0 0,0 0 0 16,0 0-536-16,0 0-114 0,0 0-518 0,0 0-1265 15,7-53 560-15</inkml:trace>
  <inkml:trace contextRef="#ctx0" brushRef="#br0" timeOffset="23340.4389">18474 524 427 0,'0'0'476'0,"0"0"25"16,0 0 20-16,-2-24 14 0,2 24 6 0,0 0 2 15,0 0-14-15,0 0-18 0,6-19-26 0,-6 19-28 16,0 0-28-16,0 0-25 0,4-15-37 0,-4 15-29 15,0 0-30-15,0 0-23 0,5-17-27 0,-5 17-24 16,0 0-192-16,0 0-42 0,0 0 0 0,0 0 0 16,0 0 0-16,13-9 0 0,-13 9 0 0,0 0 0 15,0 0 0-15,52 5 0 0,-52-5 0 0,39 8 0 16,-20-5 0-16,-19-3 0 0,24 9 0 0,-24-9 0 16,23 8 0-16,-23-8 0 0,14 8 0 0,-14-8 0 15,13 13 0-15,-13-13 0 0,0 0 0 0,8 19 0 16,-8-19 0-16,-3 23 0 0,3-23 0 0,-16 23 0 15,4-10 0-15,-2 0 0 0,1-1 0 0,0-1 0 16,13-11 0-16,-19 15 0 0,10-9 0 0,9-6 0 16,-10 13 0-16,10-13 0 0,0 0 0 15,0 0 0-15,-13 12 0 0,13-12 0 0,0 0 0 16,0 0 0-16,0 0 0 0,0 0 0 0,0 0 0 0,0 0 0 16,0 0 0-16,0 0 0 0,0 0 0 0,0 0 0 15,0 0 0-15,0 0 0 0,0 0 0 0,0 0 0 16,0 0 0-16,0 0 0 0,0 0 0 0,72-10 0 15,-72 10 0-15,24 11 0 0,-10-3 0 16,-2 3 0-16,-1 2 0 0,-11-13 0 0,18 19 0 16,-10-10 0-16,-8-9 0 0,10 22 0 0,-5-10 0 15,-5-12 0-15,2 25 0 0,-5-9 0 0,-4-2 0 16,-2 5 0-16,-2-5 0 0,-3-2 0 0,0 2 0 16,-1-4 0-16,4-4 0 0,-8 2 0 0,5-3 0 15,0-1 0-15,6 1 0 0,-1-3 0 0,9-2 0 16,-14 4 0-16,14-4 0 0,-10 0 0 0,10 0 0 15,0 0 0-15,0 0 0 0,0 0 0 0,-20-23 0 16,20 23 0-16,0 0 0 0,10-21-17 0,-10 21-458 16,19-16-70-16,-2 8-69 0,-17 8-476 0,30-12-1182 15,-8 4 523-15</inkml:trace>
  <inkml:trace contextRef="#ctx0" brushRef="#br0" timeOffset="23740.4313">18940 799 338 0,'0'0'459'0,"0"0"-1"0,0 0 3 16,12-21-11-16,-12 21-23 0,0 0-26 0,0 0-33 16,13-11-30-16,-13 11-29 0,0 0-22 0,10-10-25 15,-10 10-20-15,0 0-30 0,0 0-18 0,23-8-24 16,-23 8-18-16,0 0-10 0,32 0-19 0,-32 0-13 15,0 0-13-15,32 9-7 0,-32-9-10 0,22 10-3 16,-22-10-6-16,14 10-9 0,-14-10-4 0,9 11-9 16,-9-11-3-16,0 0-3 0,9 19 3 0,-9-19-5 15,-4 16 2-15,-2-7-3 0,-2 0-1 0,-1 1-2 16,-6 0 1-16,-2-2-6 0,-1 1-7 0,0-1 7 16,2-3 4-16,0 2 17 0,0-5 21 0,4 0 41 15,0-2 9-15,12 0 31 0,-16-2 4 0,16 2-2 16,0 0-11-16,0 0-8 0,-28-18-53 15,28 18-85-15,-10-19 0 0,10 19 0 0,1-23 0 16,-1 23 0-16,10-28 0 0,1 13 0 0,1 2 0 0,1-1-200 16,4 5-65-16,8-7-63 0,2 3-68 0,-3 4-48 15,3 2-63-15,3 5-70 0,-2-6-336 0,-3 0-988 16,-5 3 438-16</inkml:trace>
  <inkml:trace contextRef="#ctx0" brushRef="#br0" timeOffset="24029.2064">19329 563 484 0,'0'0'533'0,"-6"-22"30"15,6 22 21-15,0 0 30 0,0 0-2 0,0-21-10 16,0 21-22-16,0 0-36 0,0 0-39 0,0 0-43 16,0 0-38-16,0 0-41 0,0 0-42 0,0 0-35 15,0 0-33-15,0 0-31 0,0 0-103 0,0 0-139 16,0 0 0-16,0 0 0 0,0 0 0 0,0 0 0 15,0 0 0-15,-4 67 0 0,4-49 0 16,-2 1 0-16,2-1 0 0,-2 2 0 0,0-2 0 0,-1-2 0 16,2 3 0-16,1-19 0 0,-3 25 0 0,2-8 0 15,1-17 0-15,-1 24 0 0,1-24 0 0,-3 15 0 16,3-15 0-16,0 0 0 0,-4 16 0 0,4-16 0 16,0 0 0-16,0 0 0 0,-7 14-188 15,7-14-281-15,0 0-60 0,0 0-58 0,0 0-483 16,0 0-1159-16,0 0 512 0</inkml:trace>
  <inkml:trace contextRef="#ctx0" brushRef="#br0" timeOffset="24618.9985">19212 678 447 0,'0'0'460'0,"0"0"6"0,0 0 20 0,-22-15 10 15,22 15 6-15,0 0-12 0,0 0-16 0,0 0-27 16,0 0-22-16,0 0-29 0,0 0-29 0,0 0-20 15,0 0-33-15,0 0-23 0,0 0-27 0,0 0-30 16,0 0-18-16,0 0-28 0,0 0-18 0,0 0-8 16,28-19-22-16,-28 19-15 0,39-5-13 0,-18 1-8 15,-21 4-36-15,52-4-68 0,-31 0 0 0,-21 4 0 16,40-7 0-16,-20 5 0 0,-1-4 0 0,-19 6 0 16,27-9 0-16,-27 9 0 0,27-8 0 15,-27 8 0-15,18-7 0 0,-18 7 0 0,0 0 0 16,19-9 0-16,-19 9 0 0,0 0 0 0,0 0 0 15,14-8 0-15,-14 8 0 0,0 0 0 0,0 0 0 16,0 0 0-16,0 0 0 0,0 0 0 0,0 0 0 0,0 0 0 16,14-9 0-16,-14 9 0 0,0 0 0 15,0 0 0-15,0 0 0 0,0 0 0 0,0 0 0 16,0 0 0-16,0 0 0 0,0 0 0 0,0 0 0 16,0 0 0-16,0 0 0 0,0 0 0 0,-14 44 0 15,14-44 0-15,-9 25 0 0,5-10 0 0,4-15 0 16,-5 21 0-16,1-10 0 0,4-11 0 0,-5 16 0 15,5-16 0-15,0 0 0 0,-2 19 0 0,2-19 0 16,0 0-21-16,0 0-82 0,0 0 8 0,0 0 15 16,0 0 15-16,0 0-4 0,0 0 11 0,0 0 2 15,0 0 4-15,0 0 8 0,57-24 11 0,-57 24 10 16,23-15 12-16,-14 8 12 0,-9 7 18 0,0 0 20 16,26-13-8-16,-26 13-4 0,10-8 8 0,-10 8-5 15,0 0-3-15,0 0-8 0,24-5 12 0,-24 5 20 16,0 0 12-16,0 0 9 0,32 16-15 0,-32-16 8 15,14 14-13-15,-14-14 1 0,13 16-15 0,-13-16-38 16,9 14 0-16,-9-14 0 0,10 12 0 0,-10-12 0 16,0 0 0-16,9 15-13 0,-9-15-133 0,0 0-52 15,0 0-40-15,0 0-38 0,8 11-50 16,-8-11-90-16,0 0-109 0,0 0-485 0,0 0-1092 16,0 0 484-16</inkml:trace>
  <inkml:trace contextRef="#ctx0" brushRef="#br0" timeOffset="25111.0518">20457 697 114 0,'0'0'485'0,"0"0"28"0,0 0 17 0,-2-26 15 16,2 26-4-16,0 0 0 0,0 0 8 16,0 0-13-16,2-17-13 0,-2 17-28 0,0 0-26 0,0 0-35 15,0 0-36-15,0 0-38 0,0 0-37 0,0 0-32 16,0 0-33-16,0 0-29 0,0 0-172 0,0 0-57 16,0 0 0-16,0 0 0 0,0 0 0 15,0 0 0-15,0 0 0 0,-3 53 0 0,3-36 0 0,1 3 0 16,-2-2 0-16,1 1 0 0,-1 1 0 15,-2 5 0-15,1-7 0 0,0 1 0 0,-3-1 0 16,1 0 0-16,-2-1 0 0,2-5 0 0,3-1 0 16,-3-1 0-16,3 1 0 0,-1-1 0 0,1-4-384 15,1-2-83-15,-2 1-29 0,2-5-54 0,0 0-47 16,0 0-353-16,0 0-1029 0,0 0 456 0</inkml:trace>
  <inkml:trace contextRef="#ctx0" brushRef="#br0" timeOffset="25623.2143">20330 600 78 0,'0'0'541'0,"-3"-26"12"0,3 26-3 0,0-21-16 0,0 21-16 16,4-23 2-16,0 13-25 0,-4 10-41 0,4-26-37 15,6 10-43-15,0 3-29 0,4-1-44 0,-2 1-29 16,2 2-30-16,4 0-26 0,6-1-26 0,-5 5-14 15,8-3-27-15,0 4-14 0,1-1-31 0,0 6-9 16,0-1-17-16,-28 2-7 0,48 5-12 0,-28-1 0 16,0 0-11-16,1 4-3 0,-2 1-11 0,0 2 4 15,-5-2-6-15,-1 3-7 0,1 0-5 16,-6 2 6-16,-3 3-7 0,-4-2 2 0,-1-15-3 16,-2 35 8-16,-6-17-8 0,-6 7 12 0,-8-3-11 0,-5 2 4 15,-2-3-12-15,-3-2 3 0,-9 6 14 0,8-9-27 16,2 0 18-16,1-6-10 0,9-3 10 15,0-1-3-15,5 0 23 0,16-6 28 0,-24 5-67 16,24-5 0-16,0 0 0 0,0 0 0 0,0 0 0 16,0 0 0-16,-40-9 0 0,40 9 0 0,0 0 0 15,-4-15 0-15,4 15 0 0,0 0 0 0,0 0 0 16,0 0 0-16,12-25 0 0,-12 25 0 0,0 0 0 16,0 0 0-16,27-3 0 0,-27 3 0 0,0 0 0 0,0 0 0 15,39 16 0-15,-23-6 0 0,-16-10 0 0,21 21 0 16,-8-6 0-16,-3 0 0 0,-2 1 0 15,3 0 0-15,-3-2 0 0,1 0 0 0,-1 2 0 16,-2 0 0-16,-1-5 0 0,2-1 0 0,-1 0 0 16,4-1 0-16,-2 0 0 0,0-1 0 0,-3-2-193 15,4-1-132-15,-2 1-48 0,-1-3-65 0,0-2-66 16,2-2-48-16,-1 0-416 0,3-4-1049 0,0-1 465 16</inkml:trace>
  <inkml:trace contextRef="#ctx0" brushRef="#br0" timeOffset="26057.6564">20867 773 95 0,'0'0'451'0,"0"0"10"16,0 0-10-16,0 0-17 0,0 0-15 0,0 0-30 15,0 0-43-15,0 0-36 0,0 0-30 16,0 0-25-16,0 0-29 0,0 0-18 0,0 0-23 15,0 0-22-15,0 0-18 0,0 0-11 0,0 0-13 16,0 0-6-16,0 0-10 0,0 0-10 0,0 0-10 16,0 0 0-16,57 7 11 0,-57-7 13 0,0 0 12 0,35-9 16 15,-35 9 6-15,20-8 0 0,-20 8 16 16,18-8 13-16,-18 8 6 0,0 0-6 0,14-11-6 0,-14 11-8 16,0 0-14-16,9-17-15 0,-9 17-14 15,0 0-10-15,0 0-15 0,0 0-11 0,0 0-11 16,-19-20-7-16,19 20-9 0,0 0-19 0,0 0-30 15,-36 2-3-15,36-2 0 0,0 0 0 0,-36 15 0 16,36-15 0-16,-23 20 0 0,16-11 0 0,-3 1-8 16,10-10-51-16,-12 20-7 0,7-11-6 0,5-9 2 15,-5 17-6-15,5-7-6 0,1-2 3 0,3 2 1 16,1-3-8-16,0 1-10 0,5-1-11 0,2-2-14 16,3 1-18-16,0-2-22 0,3-4-21 0,2 3-13 15,-20-3-19-15,49-3-35 0,-19-1-25 0,-5-3-39 16,2-1-40-16,4-3-52 0,-6 0-53 0,-3 4-250 15,0-7-767-15,-6 3 339 0</inkml:trace>
  <inkml:trace contextRef="#ctx0" brushRef="#br0" timeOffset="26324.1796">21305 681 337 0,'0'0'488'0,"0"0"30"15,0 0 31-15,0 0 16 0,0 0 7 0,0 0 5 0,0 0-8 16,0 0-22-16,0 0-21 0,0 0-29 0,0 0-37 15,0 0-34-15,0 0-43 0,0 0-37 16,0 0-35-16,0 0-31 0,0 0-40 0,0 0-240 16,0 0 0-16,0 0 0 0,0 0 0 0,-16 45 0 15,12-21 0-15,0 0 0 0,1 4 0 0,1 0 0 16,-1 1 0-16,3 0 0 0,-4 1 0 0,3-3 0 16,-4 4 0-16,1-6 0 0,0 4 0 0,3-3 0 15,-4-2 0-15,1-6 0 0,0 1 0 0,3-3 0 16,-2-4 0-16,2 0 0 0,-3-3 0 0,4 1 0 15,-1-5 0-15,1-1-308 0,0-4-221 0,0 0-54 16,9 7-84-16,-9-7-351 0,0 0-1102 0,15-12 488 16</inkml:trace>
  <inkml:trace contextRef="#ctx0" brushRef="#br0" timeOffset="26628.0466">21200 860 37 0,'0'0'472'0,"-1"-26"1"0,1 26 0 16,-2-18-8-16,2 18-29 0,3-22-29 16,-3 22-26-16,9-20-39 0,-9 20-36 0,10-17-28 0,-10 17-29 15,18-17-29-15,-5 8-21 0,-13 9-16 0,30-12-22 16,-19 8-17-16,-11 4-12 0,32-2-11 0,-32 2-6 16,28-1-3-16,-28 1-10 0,32 5-10 15,-32-5-4-15,30 7-10 0,-30-7-6 0,21 10-2 16,-21-10-9-16,13 15-4 0,-13-15-5 0,10 17 1 15,-10-17 0-15,-1 19 4 0,1-19-3 0,-13 24-2 16,0-10-6-16,-2 0-10 0,-12-2 9 0,3 5-11 16,-4-4-34-16,2-3-36 0,-2 1-36 0,1-3-42 15,13-3-30-15,0-2-34 0,4-1-12 0,-2-1-39 0,2-3-47 16,10 2-62-16,-11-5-59 0,11 5-81 16,0 0-248-16,0 0-787 0,0 0 348 0</inkml:trace>
  <inkml:trace contextRef="#ctx0" brushRef="#br0" timeOffset="27044.5755">21506 750 489 0,'0'0'493'0,"0"0"-4"0,0 0-15 16,0 0-15-16,11-26-22 0,-11 26-32 0,0 0-45 15,9-15-32-15,-9 15-32 0,12-8-31 0,-12 8-28 0,16-10-24 16,-16 10-23-16,0 0-21 0,32-2-11 0,-32 2-20 16,0 0-16-16,45 10-12 0,-45-10-8 0,28 14-15 15,-14-3-9-15,-2-3-8 0,-12-8-4 16,20 21-7-16,-12-9-7 0,-8-12-10 0,10 21-18 0,-4-9-18 16,-6-12-7-16,3 23-18 0,-4-15-10 15,-2 3-12-15,-2-4-3 0,3 3-4 0,-5-3 1 16,5-1 14-16,-2-2 2 0,-3 1 4 0,6-2 16 15,-5-1 22-15,3-1 32 0,3-1 14 0,0 0 20 16,0 0 6-16,0 0 17 0,0 0 2 0,0 0 3 0,-10-38 6 16,10 38 9-16,5-23-11 0,0 7-4 15,5-1-9-15,-3 2-10 0,-7 15-13 0,15-24-5 16,-5 10-21-16,-3 4 2 0,-7 10-13 0,15-16-7 16,-15 16-48-16,19-11-39 0,-19 11-48 0,0 0-58 15,26-5-52-15,-26 5-54 0,0 0-56 0,0 0-55 16,0 0-47-16,0 0-63 0,39 13-366 0,-39-13-926 15,0 0 410-15</inkml:trace>
  <inkml:trace contextRef="#ctx0" brushRef="#br0" timeOffset="27782.0977">21957 784 295 0,'0'0'464'0,"0"0"-3"0,0 0 4 0,0 0-13 15,0 0-22-15,0 0-25 0,0 0-34 0,0 0-17 16,0 0-30-16,0 0-27 0,0 0-29 16,0 0-29-16,0 0-24 0,0 0-24 0,0 0-17 15,0 0-16-15,0 0-20 0,0 0-14 0,0 0-10 16,0 0-10-16,0 0-15 0,0 0-7 0,0 0-7 16,0 0-12-16,0 0-6 0,0 0 1 0,0 0-4 15,0 0-7-15,37-11-5 0,-37 11 3 0,0 0 1 16,0 0-3-16,29-5-2 0,-29 5 5 0,0 0 8 15,25-9 8-15,-25 9 1 0,11-7 5 0,-11 7-6 16,0 0 4-16,10-14-2 0,-10 14-2 0,0 0-4 16,11-14-11-16,-11 14 3 0,0 0-4 0,0 0-5 15,6-12-12-15,-6 12-4 0,0 0 0 0,0 0 3 16,0 0-11-16,0 0-12 0,0 0 9 0,0 0-13 16,0 0 1-16,0 0-3 0,0 0-3 0,0 0-1 15,0 0-3-15,0 0-8 0,-61 32-17 0,52-24-13 16,-7 3-12-16,16-11-7 0,-16 18-13 0,9-8-4 15,7-10-2-15,-16 18 7 0,16-18-6 0,-12 14 8 16,12-14 8-16,-5 14 5 0,5-14 9 0,3 9 10 16,0-3 2-16,5-2 9 0,-8-4 18 0,21 4 25 15,-21-4 24-15,0 0 14 0,60-3 11 0,-35-2 12 16,6-3 21-16,-3 2 26 0,0-5 16 0,-1-4 23 16,-1 4-6-16,-2-4 1 0,-2 0 3 15,-6 6 7-15,1-1-21 0,-4-4-142 0,-2 0 0 16,3-1 0-16,-5 0 0 0,-1 2 0 0,-8 13 0 0,10-19 0 15,-10 19 0-15,5-18 0 0,-5 18 0 0,1-13 0 16,-1 13 0-16,0 0 0 0,0 0 0 0,0 0 0 16,-19-13 0-16,19 13 0 0,0 0 0 0,0 0 0 15,0 0 0-15,0 0 0 0,-32 33 0 16,32-33 0-16,-5 22 0 0,5-22 0 0,4 21 0 16,-3-5 0-16,-1-16 0 0,13 27 0 0,-7-14 0 15,1-1 0-15,-7-12 0 0,15 19 0 0,-7-9 0 16,-8-10 0-16,14 16 0 0,-14-16 0 0,13 12 0 15,-13-12-5-15,0 0-8 0,7 9 0 0,-7-9 15 16,0 0-16-16,0 0 5 0,0 0-3 0,0 0 2 16,7 16 6-16,-7-16-4 0,0 0 11 0,0 0-5 15,-28 12-2-15,28-12-9 0,-35 4-15 0,22-1-30 16,-2-2-20-16,2 4-31 0,-1-4-27 0,1 0-35 16,-1 1-26-16,14-2-18 0,0 0-30 0,0 0-41 15,0 0-59-15,0 0-73 0,0 0-80 0,0 0-387 16,0 0-957-16,0 0 423 0</inkml:trace>
  <inkml:trace contextRef="#ctx0" brushRef="#br0" timeOffset="28578.3249">22624 762 311 0,'0'0'423'0,"0"0"9"0,0 0 12 0,0 0-2 16,0 0 4-16,0 0-13 0,0 0-11 0,0 0-24 15,0 0-18-15,0 0-25 0,0 0-19 0,0 0-20 16,0 0-31-16,0 0-26 0,0 0-28 16,0 0-16-16,0 0-21 0,0 0-18 0,0 0-2 15,0 0-16-15,0 0-19 0,0 0 4 0,0 0-19 16,0 0-9-16,0 0-14 0,0 0-5 0,0 0-5 0,0 0-23 16,24-15 0-16,-24 15-7 0,0 0-6 15,18-8-6-15,-18 8 2 0,0 0-9 0,17-8 6 16,-17 8-12-16,0 0-2 0,15-10 3 0,-15 10-34 15,0 0-3-15,0 0 0 0,0 0 0 0,9-14 0 16,-9 14 0-16,0 0 0 0,0 0 0 0,0 0 0 16,0 0 0-16,0 0 0 0,0 0 0 0,0 0 0 15,0 0 0-15,-34-13 0 0,34 13 0 0,0 0 0 16,0 0 0-16,0 0 0 0,-40 19 0 0,40-19 0 16,-17 11 0-16,17-11 0 0,-10 13 0 0,10-13 0 15,-8 14-12-15,8-14-33 0,-5 18 2 0,5-18 1 16,-2 21-2-16,2-21 10 0,2 18 3 0,-2-18-3 15,11 13 2-15,-11-13 11 0,15 13 21 0,-15-13-19 16,19 11 5-16,-7-8 13 0,-12-3-5 0,30 5 9 16,-30-5 10-16,38-4 9 0,-38 4 10 0,39-4 2 15,-19-2-1-15,-4-2-5 0,-16 8-1 0,33-14 5 16,-17 5 3-16,0-4-2 0,-2 2 6 16,-1-2 0-16,-2 1-31 0,-1 3-8 0,-10 9 0 0,15-17 0 15,-15 17 0-15,13-14 0 0,-13 14 0 0,9-10 0 16,-9 10 0-16,0 0 0 0,0 0 0 0,12-13 0 15,-12 13 0-15,0 0 0 0,0 0 0 0,0 0 0 16,0 0 0-16,0 0 0 0,0 0 0 0,0 0 0 16,0 0 0-16,0 0 0 0,0 0 0 15,9 37 0-15,-9-37 0 0,0 0 0 0,1 20 0 16,-1-20 0-16,0 0 0 0,1 16 0 0,-1-16 0 0,0 0 0 16,0 0 0-16,0 0 0 0,3 16-3 0,-3-16-38 15,0 0 17-15,0 0 5 0,0 0 1 0,0 0 4 16,0 0 4-16,0 0 8 0,60-23-10 15,-50 16 1-15,6-3 9 0,-16 10-5 0,22-16 20 16,-12 8 6-16,-10 8 2 0,18-14-2 0,-18 14 12 16,12-8 7-16,-12 8-16 0,0 0-22 0,0 0 0 15,14-8 0-15,-14 8 0 0,0 0 0 0,0 0 0 16,0 0 0-16,0 0 0 0,0 0 0 0,0 0 0 16,0 0 0-16,0 0 0 0,23 26 0 0,-23-26 0 15,4 15-33-15,-4-15-67 0,5 15-34 0,-5-15-27 16,8 15-31-16,-8-15-44 0,10 12-55 0,-10-12-41 15,18 11-48-15,-18-11-46 0,0 0-47 0,32 1-69 16,-32-1-274-16,0 0-883 0,41-15 392 0</inkml:trace>
  <inkml:trace contextRef="#ctx0" brushRef="#br0" timeOffset="28862.4489">23438 540 343 0,'8'-22'403'0,"-4"10"19"0,-4 12 15 0,6-16 24 16,-6 16 14-16,0 0 5 0,2-19 9 0,-2 19 13 15,0 0-18-15,0 0-20 0,0 0-23 16,2-15-30-16,-2 15-29 0,0 0-31 0,0 0-37 0,0 0-35 16,0 0-28-16,0 0-29 0,0 0-7 0,0 0-8 15,0 0-49-15,0 0-158 0,0 0 0 0,0 0 0 16,-23 52 0-16,18-36 0 0,1 2 0 0,0-1 0 16,0 2 0-16,2 6 0 0,-1-7 0 15,3 1 0-15,0 4 0 0,-1-2 0 0,1 3 0 16,1-6 0-16,-2 0 0 0,1-18 0 0,1 23 0 15,-1-23 0-15,4 20 0 0,-4-20 0 0,0 15 0 16,0-15 0-16,0 0 0 0,6 15 0 0,-6-15 0 16,0 0 0-16,0 0-136 0,0 0-213 0,0 0-68 15,0 0-42-15,0 0-42 0,0 0-15 0,0 0-21 0,0 0-343 16,0 0-952-16,0 0 421 0</inkml:trace>
  <inkml:trace contextRef="#ctx0" brushRef="#br0" timeOffset="29345.6381">23303 674 132 0,'-20'-12'257'15,"20"12"25"-15,0 0 19 0,-19-10 25 0,19 10 8 16,0 0 26-16,0 0 1 0,-13-11 3 0,13 11-26 16,0 0-26-16,0 0-33 0,0 0-30 0,0 0-24 15,0 0-23-15,0 0-19 0,0 0-14 0,0 0 0 16,40-17 0-16,-21 12-1 0,-19 5 0 0,36-6-4 16,-13 2-4-16,4-2-8 0,-8 0-7 15,9 0-10-15,-1 2-8 0,-5-2 0 0,-3-1-9 16,1 3-10-16,3-2-5 0,-6-2-4 0,2 1-12 15,-19 7-8-15,32-12 7 0,-18 8 0 0,-14 4-3 0,21-7-19 16,-21 7-2-16,0 0 1 0,16-8-10 0,-16 8-7 16,0 0-12-16,0 0-9 0,0 0-6 15,0 0 3-15,0 0-4 0,0 0-6 0,0 0 4 16,0 0-7-16,0 0 0 0,0 0-4 0,-28 44-4 16,28-44 12-16,-18 17-2 0,13-9-3 0,5-8-7 15,-13 14 9-15,13-14-8 0,-5 14 2 0,5-14-3 16,0 0 1-16,0 21 1 0,0-21 0 0,0 0 0 15,10 19 1-15,-10-19 6 0,12 17-7 0,-12-17 5 16,14 13-3-16,-14-13-4 0,14 11 5 0,-14-11 0 16,18 12-4-16,-18-12-2 0,0 0-1 0,9 11 2 15,-9-11 10-15,0 0-14 0,0 0 1 0,0 0 2 16,11 9 1-16,-11-9-3 0,0 0-5 0,0 0 3 16,0 0 4-16,0 0 5 0,0 0-7 0,0 0-8 15,0 0-21-15,-19 25-11 0,19-25-20 0,-19 6-24 16,19-6-17-16,-23 4-24 0,23-4-25 0,0 0-20 15,-28 5-20-15,28-5-19 0,0 0-25 0,0 0-21 16,0 0-37-16,0 0-51 0,-36-10-58 0,36 10-78 16,0 0-280-16,0 0-825 0,-4-17 366 15</inkml:trace>
  <inkml:trace contextRef="#ctx0" brushRef="#br0" timeOffset="34532.0789">24595 524 354 0,'0'0'389'0,"0"0"7"0,0 0 4 15,0 0-3-15,0 0-11 0,0 0-2 0,0 0-4 16,0 0-3-16,0 0-7 0,0 0-1 15,0 0 0-15,0 0-5 0,0 0-1 0,0 0-4 0,0 0-9 16,0 0-11-16,0 0-23 0,0 0-16 0,0 0-29 16,0 0-23-16,0 0-26 0,0 0-25 0,0 0-24 15,0 0-55-15,0 0-118 0,0 0 0 16,0 0 0-16,0 0 0 0,14 20 0 0,-14-20 0 0,-3 26 0 16,1-6 0-16,0-1 0 0,0 7 0 15,-2-1 0-15,3 3 0 0,-4-3 0 0,5 0 0 16,-3-5 0-16,-1-1 0 0,-1 0 0 0,1 1 0 15,-1-2 0-15,2 3 0 0,1-5 0 0,-3 0 0 0,1-2 0 16,2-2 0-16,2-2 0 0,0-2 0 16,-3-2 0-16,3-1 0 0,0 1 0 0,0-1 0 15,-1 0 0-15,1-5 0 0,0 0 0 0,-3 5 0 16,3-5 0-16,0 0 0 0,0 0 0 0,0 0 0 16,0 0-124-16,4-16-359 0,-4 16-71 0,6-26-87 15,-3 10-425-15,1-1-1153 0,-4-9 511 0</inkml:trace>
  <inkml:trace contextRef="#ctx0" brushRef="#br0" timeOffset="34900.6257">24413 458 440 0,'0'0'472'0,"0"0"8"0,-9-25 9 16,9 25-2-16,-5-13 1 0,5 13-19 0,-2-19-16 15,2 19-2-15,2-21-37 0,-2 21-29 0,10-26-29 16,-3 9-36-16,4 2-29 0,10-4-33 16,0 0-16-16,5 2-21 0,7 2-15 0,2 0-12 15,13 0-12-15,-12 6-2 0,2 1-19 0,1 4-19 16,-1 3-14-16,1 0-17 0,-1 6-11 0,-4-3-29 16,-2 5-71-16,-4 1 0 0,-2 1 0 0,-3 3 0 15,-8 2 0-15,-3 0 0 0,-7 1 0 0,-1 2 0 16,-8 3 0-16,-6 3 0 0,-8 4 0 0,-17 7 0 15,-2 0 0-15,-11-1 0 0,0-2 0 0,-4-1 0 16,3-5 0-16,2-2 0 0,13-9 0 0,3-1 0 16,3-3 0-16,7-3 0 0,6 2 0 0,15-9 0 15,-20 9 0-15,20-9 0 0,0 0 0 0,-16 7 0 16,16-7 0-16,0 0 0 0,0 0 0 0,0 0 0 16,0 0 0-16,0 0-176 0,0 0-247 0,0 0-88 15,65-17-94-15,-65 17-475 0,46-3-1169 0,-24 0 517 16</inkml:trace>
  <inkml:trace contextRef="#ctx0" brushRef="#br0" timeOffset="35468.6108">24811 771 8 0,'0'0'353'0,"0"0"7"0,0 0 3 15,0 0 3-15,0 0-6 0,0 0-4 16,0 0 2-16,0 0-5 0,0 0-8 0,-5-27-12 16,5 27-17-16,0 0-20 0,0 0-15 0,0 0-30 15,0 0-20-15,0 0-23 0,0 0-19 0,12-22-31 0,-12 22-12 16,0 0-22-16,0 0-11 0,0 0-15 0,0 0-10 15,0 0-10-15,0 0-10 0,0 0-8 16,48 25-3-16,-48-25-6 0,14 18-3 0,-14-18-4 16,11 19-9-16,-9-11-4 0,-2-8-3 0,2 20 4 15,-4-10-6-15,0-1 0 0,-3 2-5 0,1-1-2 16,-5 0 7-16,-1-2-6 0,1-1-4 0,-1 0 6 16,-2-2-6-16,3-2 5 0,2 1-1 0,-1-1-2 15,8-3 18-15,0 0 17 0,-22-2 30 0,22 2 24 16,0 0 13-16,0 0 10 0,-17-19 5 0,17 19 7 15,-3-19 0-15,3 19-9 0,3-22-10 0,-3 22-13 16,11-33-70-16,-6 21-40 0,-5 12 0 16,13-19 0-16,-8 11 0 0,-5 8 0 0,19-16 0 0,-19 16 0 15,17-9 0-15,-17 9 0 0,20-3 0 0,-20 3 0 16,0 0 0-16,0 0 0 0,0 0 0 0,44 16 0 16,-44-16 0-16,16 14 0 0,-9-7 0 0,-7-7 0 15,14 18 0-15,-14-18 0 0,10 18 0 0,-6-6 0 16,0-5 0-16,-2 2 0 0,3-3 0 15,-2-2 0-15,-2 3 0 0,-1-7-150 0,4 8-84 16,-1-2-30-16,-3-6-37 0,12 4-45 0,-3-3-50 16,3-1-48-16,-12 0-46 0,0 0-44 0,52-7-305 15,-34 3-909-15,5-2 403 0</inkml:trace>
  <inkml:trace contextRef="#ctx0" brushRef="#br0" timeOffset="35883.9419">25194 762 387 0,'0'0'498'0,"0"0"0"0,0 0-4 0,0 0-19 16,0 0-23-16,0 0-21 0,8-25-31 0,-8 25-32 15,0 0-31-15,0 0-34 0,0 0-20 0,15-10-43 0,-15 10-22 16,0 0-31-16,0 0-20 0,0 0-12 0,0 0-14 15,0 0-14-15,46 17-14 0,-46-17-14 16,19 14-6-16,-19-14-10 0,14 16-10 0,-5-6-8 16,-9-10-8-16,10 19-2 0,-10-19-6 0,6 20-8 15,-4-13-2-15,-2 2-1 0,0-2 2 0,-2 2-9 16,0-2-4-16,1-2-2 0,-3 1 0 0,4-6-4 16,-4 8 7-16,4-8-5 0,-7 7 4 0,5-3 17 15,2-4 28-15,0 0 14 0,0 0 19 0,0 0 7 16,0 0 4-16,0 0-4 0,0 0-10 0,-19-30 11 15,19 30-9-15,0-24-92 0,0 24-12 0,4-26 0 16,-3 12 0-16,3-4 0 0,0 0 0 0,2 1 0 16,1 0 0-16,0 2 0 0,5 1 0 0,2 3 0 15,0-1-54-15,5 2-237 0,7 1-53 0,2-4-57 16,0 8-45-16,-7-1-46 0,0 2-54 0,-21 4-391 16,36-6-1013-16,-17 2 448 0</inkml:trace>
  <inkml:trace contextRef="#ctx0" brushRef="#br0" timeOffset="36162.3384">25648 545 169 0,'-4'-25'423'0,"4"25"43"15,-4-21 30-15,4 21 36 0,-5-20 27 0,5 20 14 16,0-19 5-16,0 19-3 0,-1-14-9 0,1 14-13 16,0 0-21-16,0 0-37 0,-4-17-36 0,4 17-55 15,0 0-35-15,0 0-38 0,0 0-220 0,0 0-111 16,0 0 0-16,0 0 0 0,0 0 0 0,0 0 0 15,0 0 0-15,0 0 0 0,-1 58 0 0,1-33 0 16,-2 2 0-16,0 1 0 0,2 1 0 0,-3-1 0 16,1-1 0-16,3 2 0 0,-2-1 0 15,-2-1 0-15,-1 1 0 0,3-4 0 0,-2-3 0 0,0-5 0 16,0 1 0-16,2-5 0 0,-3 1 0 0,0-3 0 16,4-2 0-16,0-3 0 0,-1 1 0 0,-2 0 0 15,3-6 0-15,0 7 0 0,0-7-514 0,0 0-192 16,0 0-457-16,0 0-1257 0,0 0 556 0</inkml:trace>
  <inkml:trace contextRef="#ctx0" brushRef="#br0" timeOffset="36484.1842">25602 766 215 0,'0'0'425'0,"0"0"28"0,0 0 28 16,0 0 25-16,0 0 18 0,0 0 14 0,0 0-3 15,0 0-19-15,0 0-21 0,0 0-25 0,-3-22-39 16,3 22-22-16,0 0-39 0,0 0-30 0,0 0-42 15,0 0-31-15,0 0-31 0,0 0-26 0,12-16-25 16,-12 16-17-16,0 0-49 0,12-9-119 0,-12 9 0 16,0 0 0-16,23-9 0 0,-23 9 0 0,0 0 0 15,32 0 0-15,-32 0 0 0,0 0 0 0,35 9 0 16,-35-9 0-16,20 9 0 0,-20-9 0 0,18 16 0 16,-5-10 0-16,-13-6 0 0,10 15 0 0,-10-15 0 15,9 16 0-15,-9-16 0 0,8 17 0 0,-8-17 0 16,1 18 0-16,-1-18 0 0,4 13 0 15,-3-5 0-15,-1-3 0 0,0 0 0 0,0-5 0 0,-1 10 0 16,1-10 0-16,0 6-163 0,0-6-97 16,-4 6-18-16,4-6-39 0,0 0-85 0,0 0-62 15,0 0-58-15,0 0-53 0,0 0-294 0,26-41-940 16,-20 30 416-16</inkml:trace>
  <inkml:trace contextRef="#ctx0" brushRef="#br0" timeOffset="36602.9103">25892 658 135 0,'0'0'315'0,"0"0"-9"0,0 0-7 0,0 0-18 16,0 0-30-16,0 0-26 0,0 0-29 0,0 0-39 16,0 0-50-16,13-14-56 0,-13 14-64 0,0 0-86 15,0 0-93-15,0 0-145 0,0 0-365 0,0 0 163 16</inkml:trace>
  <inkml:trace contextRef="#ctx0" brushRef="#br0" timeOffset="36867.7655">26053 715 461 0,'0'0'486'0,"0"0"18"0,0 0 26 0,0 0-3 16,0 0-5-16,22-23 19 0,-22 23-6 0,0 0-15 15,0 0-30-15,0 0-27 0,0 0-45 0,0 0-33 16,0 0-41-16,0 0-31 0,0 0-40 0,0 0-33 16,0 0-27-16,0 0-18 0,0 0-25 0,0 0-109 15,0 0-61-15,0 0 0 0,0 0 0 0,0 0 0 16,-44 30 0-16,44-30 0 0,-13 22 0 0,8-11 0 15,5-11 0-15,-10 21 0 0,10-21 0 0,0 19 0 16,0-19 0-16,4 24 0 0,2-16 0 16,2 3-153-16,1-4-87 0,2 0-29 0,5-1-30 0,3-1-47 15,0-1-36-15,-19-4-47 0,0 0-38 0,65-8-46 16,-44 2-337-16,4-7-919 0,1 0 407 0</inkml:trace>
  <inkml:trace contextRef="#ctx0" brushRef="#br0" timeOffset="37153.4076">26386 497 85 0,'0'0'373'0,"0"-20"29"0,0 20 33 0,2-21 19 0,-2 21 28 16,-2-16 15-16,2 16 9 0,0 0 10 15,-1-21-2-15,1 21-14 0,0 0-16 0,0 0-32 16,0 0-35-16,0 0-38 0,-1-16-38 0,1 16-35 16,0 0-31-16,0 0-31 0,0 0-16 0,0 0 7 15,0 0-169-15,0 0-66 0,0 0 0 0,0 0 0 16,-3 57 0-16,-2-38 0 0,1-2 0 0,3 0 0 15,-1 5 0-15,0-3 0 0,2 0 0 0,-2 5 0 16,2-3 0-16,-3 5 0 0,1-8 0 0,0-1 0 16,2 1 0-16,-2 0 0 0,2-18 0 0,5 29 0 15,-6-17 0-15,1-12 0 0,0 20 0 0,0-20 0 16,3 16 0-16,-3-16 0 0,0 0 0 0,2 18 0 16,-2-18 0-16,0 0-442 0,0 0-94 0,11 11-81 15,-11-11-483-15,0 0-1190 0,0 0 526 0</inkml:trace>
  <inkml:trace contextRef="#ctx0" brushRef="#br0" timeOffset="37852.047">26477 721 87 0,'0'0'374'0,"0"0"-5"0,0 0 6 0,0 0-1 15,0 0-13-15,0 0-15 0,0 0-17 0,0 0-28 16,0 0-24-16,0 0-22 0,0 0-19 0,0 0-18 15,0 0-17-15,0 0-29 0,0 0-7 0,0 0-19 16,0 0-8-16,0 0-16 0,0 0-4 0,0 0-10 16,0 0-8-16,0 0-9 0,0 0 8 0,0 0 6 15,51-4-2-15,-51 4-2 0,22-4-10 0,-22 4-9 16,26-5-2-16,-26 5 13 0,30-11 8 0,-30 11-2 16,23-8-4-16,-23 8 0 0,18-10 6 0,-18 10-1 15,19-12 7-15,-19 12-4 0,9-8-16 0,-9 8 3 16,0 0-9-16,12-13-4 0,-12 13-7 15,0 0-14-15,0 0-8 0,0-18-7 0,0 18-16 16,0 0-1-16,0 0 3 0,0 0-3 0,-18-16-9 16,18 16-10-16,0 0 8 0,0 0-8 0,0 0 5 15,-26-4-10-15,26 4-2 0,0 0 5 0,0 0-2 16,-37 19 1-16,37-19-1 0,-21 15 4 0,21-15-7 16,-15 16 4-16,10-7-10 0,5-9 5 0,-12 17-4 15,12-17-1-15,-6 22-6 0,6-22 7 0,2 16-4 16,-2-16 9-16,10 18-5 0,-10-18 5 0,22 15 5 15,-5-5-9-15,2-6 7 0,-19-4 3 0,49 5-2 16,-18-5 15-16,-31 0 3 0,60-11 29 0,-29 3-20 16,-5-2 5-16,1-1-1 0,-1 1-3 0,-3-6 17 15,-5 3 7-15,1-4 7 0,-5 5-4 0,0-2-9 16,-2-1 5-16,-3 2-9 0,-2 4-2 0,-7 9-8 16,9-23 1-16,-9 23-10 0,7-16-7 0,-7 16-18 15,0 0 0-15,-3-17 0 0,3 17 0 0,0 0 0 16,0 0-8-16,0 0-15 0,0 0-7 15,0 0 1-15,0 0 6 0,0 0-6 0,0 0 10 0,-52 24-9 16,52-24 5-16,-2 17 3 0,2-17 7 16,0 20-1-16,0-20 6 0,7 24-8 0,1-10 6 15,-8-14 1-15,10 18 4 0,-3-9-1 0,-7-9 0 16,9 12 1-16,-9-12 4 0,9 16-2 0,-9-16-2 16,0 0 0-16,12 11-5 0,-12-11 7 0,0 0-1 15,0 0-4-15,7 14 13 0,-7-14-19 0,0 0 6 16,0 0 8-16,0 0-9 0,0 0-11 0,0 0-24 15,0 0-21-15,-16 24-27 0,16-24-36 0,-22 7-45 16,22-7-54-16,-27 7-40 0,27-7-53 0,-33 8-48 16,33-8-52-16,-24 3-61 0,24-3-386 0,0 0-938 15,0 0 416-15</inkml:trace>
  <inkml:trace contextRef="#ctx0" brushRef="#br0" timeOffset="40606.2925">28217 476 349 0,'0'0'369'0,"0"0"8"16,0 0 6-16,-20-18 3 0,20 18 20 0,0 0 24 16,0 0 17-16,-10-12 15 0,10 12 28 0,0 0 11 15,0 0 11-15,0 0-10 0,0 0-9 0,0 0-21 16,0 0-9-16,0 0-38 0,-6-14-22 0,6 14-82 16,0 0-321-16,0 0 0 0,0 0 0 0,0 0 0 15,0 0 0-15,0 0 0 0,0 0 0 0,0 0 0 16,0 0 0-16,0 0 0 0,0 0 0 0,0 0 0 15,0 0 0-15,6 52 0 0,-2-36 0 16,-3 4 0-16,3 4 0 0,-6 4 0 0,4 0 0 0,-2-2 0 16,-2 5 0-16,2-4 0 0,-3-1 0 0,3 3 0 15,-4-1 0-15,3-3 0 0,-2-1 0 0,3-3 0 16,-1-1 0-16,-3-1 0 0,4-1 0 16,-1 0 0-16,1-6 0 0,0-1 0 0,0-2 0 15,0 1 0-15,-3-4 0 0,3 0 0 0,0-1 0 16,3 0 0-16,-3-5 0 0,-3 7 0 0,3-7 0 15,0 0 0-15,0 0 0 0,0 0 0 0,0 0 0 16,0 0 0-16,8-16 0 0,-7 7 0 0,-1 9 0 16,4-32-119-16,0 16-465 0,1-2-60 0,-5-3-497 15,0-6-1236-15,-4-1 547 0</inkml:trace>
  <inkml:trace contextRef="#ctx0" brushRef="#br0" timeOffset="40942.2">27980 428 350 0,'0'0'439'0,"0"0"-4"0,0 0 13 15,1-27-8-15,-1 27-19 0,0 0-24 0,9-20-11 16,-9 20-29-16,8-12-27 0,-8 12-27 0,17-15-23 16,-2 5-24-16,4 3-14 0,-1 1-4 0,10-1-8 15,0 4-19-15,3 0-19 0,-2 4-23 16,5 1-6-16,-2 1-12 0,0-1-20 0,-2 3-8 15,-2 1-10-15,-5-1-15 0,-4 0-16 0,-1 3-6 16,-18-8-9-16,27 14 0 0,-15-7-12 0,-12-7-8 16,16 20 2-16,-8-12-1 0,-8-8 0 0,3 19 19 15,-3-19 11-15,-8 26 5 0,-3-9 6 0,-9 4-7 16,-3-2 0-16,-1-3-13 0,-2-2-3 0,-3 2-6 16,2-2-8-16,3-4-31 0,3-2-21 0,3-2 0 15,18-6 0-15,-28 10 0 0,28-10 0 0,-16 8 0 16,16-8-106-16,0 0-87 0,-16 8-58 0,16-8-65 15,0 0-61-15,0 0-47 0,0 0-58 0,0 0-79 16,0 0-353-16,0 0-990 0,36 21 438 0</inkml:trace>
  <inkml:trace contextRef="#ctx0" brushRef="#br0" timeOffset="41755.9098">28354 767 399 0,'0'0'479'0,"0"0"13"16,0 0 7-16,0 0 0 0,0 0-16 0,0 0-26 16,0 0-25-16,0 0-24 0,0 0-25 0,0 0-27 15,0 0-17-15,0 0-37 0,0 0-27 0,0 0-24 16,0 0-24-16,0 0-25 0,0 0-22 0,0 0-20 16,0 0-12-16,0 0-24 0,0 0-6 0,0 0-19 15,0 0-12-15,0 0-5 0,0 0-15 0,0 0 0 16,0 0-12-16,36-27-5 0,-36 27 1 0,23-7-9 15,-23 7 9-15,22-6-17 0,-22 6 8 0,26-11-10 16,-26 11-4-16,20-14 4 0,-11 7 1 0,-9 7 12 16,15-10 0-16,-15 10-9 0,0 0-36 0,14-13 0 15,-14 13 0-15,0 0 0 0,11-12 0 0,-11 12 0 16,0 0 0-16,0 0 0 0,0 0 0 16,7-14 0-16,-7 14 0 0,0 0 0 0,0 0 0 15,0 0 0-15,0 0 0 0,0 0 0 0,0 0 0 0,-47-2 0 16,47 2 0-16,0 0 0 0,0 0 0 0,-41 14 0 15,41-14 0-15,-23 13 0 0,23-13 0 0,-18 16 0 16,13-9 0-16,5-7 0 0,-13 21 0 0,13-21 0 16,-4 23 0-16,7-11 0 0,-3-12 0 0,8 20-16 15,-8-20-20-15,20 22 0 0,-8-12 6 16,7-2 13-16,-2-1 0 0,3-1-1 0,-20-6 6 16,38 6-4-16,-38-6 12 0,37-1-7 0,-37 1 9 15,40-7 30-15,-22-2 4 0,-3 1 10 0,1-1 8 16,-3-1 9-16,-2-2-55 0,-1 1-4 0,1-4 0 15,-11 15 0-15,11-20 0 0,-11 20 0 0,7-20 0 0,-7 20 0 16,3-18 0-16,-3 18 0 0,0 0 0 0,-1-19 0 16,1 19 0-16,0 0 0 0,0 0 0 15,-8-18 0-15,8 18 0 0,0 0 0 0,0 0 0 16,0 0 0-16,0 0 0 0,0 0 0 0,0 0 0 16,0 0 0-16,0 0 0 0,0 0 0 0,0 0 0 15,0 0 0-15,0 0 0 0,0 0 0 0,0 0 0 16,15-12 0-16,-15 12 0 0,0 0 0 0,0 0 0 15,0 0 0-15,0 0 0 0,39 4 0 0,-39-4 0 16,0 0 0-16,0 0 0 0,0 0 0 0,0 0 0 16,0 0 0-16,38 3 0 0,-38-3 0 0,0 0 0 15,15 13 0-15,-15-13 0 0,0 0 0 0,12 20 0 16,-10-9 0-16,-2-11 0 0,7 19 0 0,-7-19 0 16,1 23 0-16,-1-11 0 0,0-12 0 0,-5 25 0 15,1-9 0-15,4-16 0 0,-5 23 0 0,1-11 0 16,0-4 0-16,4 3 0 0,-1-5 0 0,-3 3 0 15,8-4 0-15,-3 2 0 0,1-1 0 0,1-2 0 16,5 0 0-16,1-2 0 0,4-2 0 16,-13 0 0-16,0 0 0 0,49-9-4 0,-49 9-176 15,33-10-49-15,-15 5-48 0,2-2-51 0,-3 0-88 16,4-1-86-16,-3-3-123 0,5-3-314 0,0-3-1017 0,-4 8 451 16</inkml:trace>
  <inkml:trace contextRef="#ctx0" brushRef="#br0" timeOffset="42907.0447">29593 702 168 0,'0'0'603'0,"0"0"7"0,0 0 5 0,0 0 23 15,0 0 0-15,-19-31-18 0,19 31-24 16,0 0-36-16,-8-16-25 0,8 16-28 0,0 0-37 16,0 0-31-16,-9-16-34 0,9 16-38 0,0 0-35 0,0 0-244 15,0 0-88-15,0 0 0 0,0 0 0 0,0 0 0 16,0 0 0-16,0 0 0 0,0 0 0 0,0 0 0 16,0 0 0-16,0 0 0 0,0 0 0 0,0 0 0 15,0 0 0-15,-6 45 0 0,6-45 0 0,1 24 0 16,-1-24 0-16,3 29 0 0,-2-14 0 15,-1-15 0-15,0 22 0 0,1-6 0 0,-1-16 0 16,3 20 0-16,-3-20 0 0,2 16 0 0,-2-16 0 16,0 0 0-16,5 14 0 0,-5-14 0 0,0 0 0 0,0 0 0 15,11 12 0-15,-11-12 0 0,0 0 0 16,0 0 0-16,0 0 0 0,0 0 0 0,49-23 0 16,-49 23 0-16,23-20 0 0,-10 7 0 0,0 2 0 15,-13 11 0-15,15-18 0 0,-7 9 0 0,-8 9 0 16,15-14 0-16,-15 14 0 0,11-12 0 0,-11 12 0 15,9-11 0-15,-9 11 0 0,0 0 0 0,0 0 0 16,10-13 0-16,-10 13 0 0,0 0 0 0,0 0 0 16,0 0 0-16,0 0 0 0,0 0 0 0,0 0 0 15,0 0 0-15,0 0 0 0,0 0 0 0,0 0 0 16,0 0 0-16,0 0 0 0,0 0 0 0,0 0 0 16,0 0 0-16,20 38 0 0,-20-38 0 0,5 13 0 15,-5-13 0-15,7 15 0 0,-7-15 0 0,0 0 0 16,6 17 0-16,-6-17 0 0,0 0 0 0,8 12 0 15,-8-12 0-15,0 0 0 0,0 0 0 0,12 10 0 16,-12-10 0-16,0 0 0 0,0 0 0 0,0 0 0 16,0 0 0-16,0 0 0 0,54-19 0 15,-54 19 0-15,19-17 0 0,-7 11 0 0,-12 6 0 0,20-15 0 16,-12 5 0-16,-8 10 0 0,18-14 0 0,-18 14 0 16,14-13 0-16,-14 13 0 0,11-7 0 0,-11 7 0 15,0 0 0-15,11-13 0 0,-11 13 0 0,0 0 0 16,0 0 0-16,0 0 0 0,0 0 0 0,0 0 0 15,0 0 0-15,0 0 0 0,0 0 0 16,0 0 0-16,0 0 0 0,0 0 0 0,0 0 0 16,36 23 0-16,-36-23 0 0,10 13 0 0,-10-13 0 15,6 16 0-15,-6-16 0 0,6 14 0 0,-6-14 0 16,0 0 0-16,10 13 0 0,-10-13 0 0,0 0 0 0,7 13 0 16,-7-13 0-16,0 0 0 0,0 0 0 0,0 0 0 15,0 0 0-15,10 11 0 0,-10-11 0 16,0 0 0-16,0 0 0 0,0 0 0 0,0 0 0 15,37-32 0-15,-29 24 0 0,-8 8 0 0,23-21 0 16,-15 14 0-16,-8 7 0 0,15-17 0 0,-15 17 0 16,14-11 0-16,-14 11 0 0,10-12 0 0,-10 12 0 15,0 0 0-15,13-10 0 0,-13 10 0 0,0 0 0 16,0 0 0-16,0 0 0 0,0 0 0 0,0 0 0 16,14-8 0-16,-14 8 0 0,0 0 0 0,0 0 0 15,0 0 0-15,0 0 0 0,0 0 0 0,0 0 0 16,19 26 0-16,-19-26 0 0,0 0 0 0,9 17 0 15,-9-17 0-15,0 0 0 0,10 14 0 0,-10-14 0 16,0 0 0-16,0 0 0 0,12 12 0 0,-12-12 0 16,0 0 0-16,0 0 0 0,0 0 0 0,0 0-15 15,0 0-10-15,0 0-1 0,0 0 13 0,0 0 3 16,0 0-3-16,52-19 2 0,-52 19 2 0,13-10 15 16,-13 10 17-16,12-10 10 0,-12 10 3 0,0 0-12 15,12-14-24-15,-12 14 0 0,0 0 0 0,0 0 0 16,13-12 0-16,-13 12 0 0,0 0 0 0,0 0 0 15,0 0 0-15,0 0 0 0,0 0 0 0,0 0 0 16,0 0 0-16,0 0 0 0,0 0 0 0,0 0 0 16,0 0 0-16,35 24 0 0,-35-24 0 15,7 12 0-15,-7-12 0 0,0 0 0 0,12 18 0 16,-12-18 0-16,6 12-103 0,-6-12-104 0,0 0-37 16,10 13-38-16,-10-13-26 0,0 0-35 0,0 0-22 15,11 11-41-15,-11-11-58 0,0 0-68 0,0 0-292 16,0 0-890-16,0 0 393 0</inkml:trace>
  <inkml:trace contextRef="#ctx0" brushRef="#br0" timeOffset="43080.9763">30495 500 421 0,'0'0'468'0,"0"0"22"0,7-21 7 16,-7 21-6-16,0 0-24 0,0 0-41 0,0 0-40 15,7-13-42-15,-7 13-43 0,0 0-31 0,0 0-47 16,0 0-57-16,0 0-74 0,0 0-47 0,0 0-55 15,0 0-76-15,0 0-56 0,0 0-61 0,0 0-65 16,0 0-59-16,0 0-70 0,0 0-212 0,0 0-660 16,0 0 292-16</inkml:trace>
  <inkml:trace contextRef="#ctx0" brushRef="#br0" timeOffset="43363.1656">30609 479 225 0,'0'0'418'0,"0"0"20"16,0 0 6-16,14-17 39 0,-14 17 32 0,0 0 31 15,6-15 20-15,-6 15 0 0,0 0-7 0,0 0-20 16,0 0-22-16,4-16-32 0,-4 16-29 0,0 0-42 16,0 0-44-16,0 0-33 0,0 0-30 0,0 0-301 15,0 0-6-15,0 0 0 0,0 0 0 0,0 0 0 16,0 0 0-16,0 0 0 0,0 0 0 0,-9 54 0 16,8-33 0-16,1-1 0 0,1 5 0 0,1 0 0 15,-1-6 0-15,-1 7 0 0,2-6 0 0,2 5 0 16,0 0 0-16,0-8 0 0,0 1 0 0,-2 0 0 15,1-4 0-15,0 2 0 0,-3-16 0 0,1 20 0 16,-1-20 0-16,4 14 0 0,-4-14 0 0,0 0 0 16,3 16 0-16,-3-16 0 0,0 0-289 0,0 0-106 15,0 0-52-15,0 0-70 0,0 0-34 0,0 0-41 16,0 0-308-16,0 0-975 0,0 0 431 0</inkml:trace>
  <inkml:trace contextRef="#ctx0" brushRef="#br0" timeOffset="43557.7943">30617 662 214 0,'0'0'391'0,"0"0"17"0,0 0 37 0,-23-16 37 16,23 16 33-16,0 0 16 0,0 0-1 0,0 0-7 15,0 0-29-15,0 0-27 0,0 0-31 0,0 0-28 16,-13-7-35-16,13 7-36 0,0 0-43 0,0 0-30 16,0 0-32-16,0 0-53 0,46-10-68 0,-15 8-48 15,2-1-65-15,1-3-63 0,3 0-59 0,16-1-62 16,-15 2-73-16,2-1-57 0,13 2-58 0,-13-2-72 15,14 1-56-15,-2 0-403 0,-19 0-978 0,6 2 433 16</inkml:trace>
  <inkml:trace contextRef="#ctx0" brushRef="#br0" timeOffset="44292.2898">31483 672 274 0,'15'-15'535'0,"-15"15"26"0,0 0 8 0,11-17 11 16,-11 17 3-16,7-12-17 0,-7 12-17 0,0 0-20 15,0 0-23-15,12-13-21 0,-12 13-28 0,0 0-31 16,0 0-38-16,0 0-35 0,6-13-35 0,-6 13-35 15,0 0-54-15,0 0-229 0,0 0 0 0,0 0 0 16,0 0 0-16,0 0 0 0,0 0 0 0,0 0 0 16,0 0 0-16,0 0 0 0,0 0 0 0,0 0 0 15,0 0 0-15,5 44 0 0,-5-44 0 0,2 24 0 16,-2-9 0-16,0-15 0 0,-2 25 0 0,2-25 0 16,-1 22 0-16,1-22 0 0,-4 19 0 0,4-19 0 15,-2 17 0-15,2-17 0 0,0 0 0 0,-2 15 0 16,2-15 0-16,0 0 0 0,0 0 0 15,0 0 0-15,0 0 0 0,0 0 0 0,0 0 0 16,0 0 0-16,0 0 0 0,0 0 0 0,0 0 0 16,47-38 0-16,-36 25 0 0,-1-2 0 0,-1 1 0 15,2 2 0-15,-3 0 0 0,-8 12 0 0,17-17 0 16,-17 17 0-16,14-15 0 0,-14 15 0 0,10-8 0 0,-10 8 0 16,0 0 0-16,15-11 0 0,-15 11 0 15,0 0 0-15,0 0 0 0,0 0 0 0,0 0 0 16,0 0 0-16,0 0 0 0,0 0 0 0,0 0 0 15,27 26 0-15,-27-26 0 0,8 20 0 0,-8-20 0 16,4 20 0-16,-4-20 0 0,2 18 0 0,-2-18 0 16,3 16 0-16,-3-16 0 0,1 16 0 0,-1-16 0 15,0 0 0-15,0 0 0 0,4 18 0 0,-4-18 0 16,0 0 0-16,0 0 0 0,0 0 0 0,0 0 0 16,0 0 0-16,0 0 0 0,0 0 0 0,65-28 0 15,-51 18 0-15,-1-4 0 0,2-1 0 0,-3 4 0 16,-1-2 0-16,-2 2 0 0,-9 11 0 0,18-16 0 15,-18 16 0-15,12-11 0 0,-12 11 0 0,0 0 0 16,11-12 0-16,-11 12 0 0,0 0 0 0,0 0 0 16,0 0 0-16,0 0 0 0,0 0 0 0,0 0 0 15,0 0 0-15,0 0 0 0,28 30 0 0,-28-30 0 16,8 15 0-16,-8-15 0 0,8 18 0 0,-8-18 0 16,7 17 0-16,-7-17 0 0,7 14 0 15,-7-14-130-15,6 18-151 0,-6-18-55 0,15 16-56 16,-15-16-73-16,20 8-77 0,-20-8-466 0,25 2-1091 15,-25-2 482-15</inkml:trace>
  <inkml:trace contextRef="#ctx0" brushRef="#br0" timeOffset="45394.2869">32187 704 315 0,'0'0'412'0,"0"0"-8"0,-5-28 9 16,5 28 8-16,0 0-2 0,3-19-27 0,-3 19-16 15,0 0-23-15,8-15-17 0,-8 15-19 0,0 0-15 16,7-16-17-16,-7 16-22 0,0 0-22 0,0 0-25 16,0 0-25-16,6-13-21 0,-6 13-19 0,0 0-16 15,0 0-21-15,0 0-10 0,0 0-12 0,0 0-14 16,0 0-7-16,0 0-7 0,0 0-4 0,0 0-8 16,0 0-6-16,0 0-10 0,34 33-4 0,-34-33 0 15,2 17-4-15,-2-17 1 0,2 21-7 16,-2-21 0-16,0 0-2 0,-6 20-4 0,6-20-1 0,-14 15 0 15,14-15-4-15,-14 12-6 0,14-12-5 16,-20 9-4-16,20-9 3 0,-23 4 4 0,23-4-1 16,0 0-1-16,0 0 3 0,0 0-3 0,-36-3 18 15,36 3-8-15,0 0-1 0,-15-19-3 0,15 19-5 16,-7-18 2-16,7 18-3 0,3-20 2 0,-3 20-2 16,0 0-3-16,10-24 7 0,-10 24-2 0,9-16-3 15,-9 16-1-15,14-11 2 0,-14 11-3 0,0 0-2 16,12-12-2-16,-12 12-4 0,0 0 2 0,0 0-1 15,0 0 1-15,0 0-1 0,0 0 6 0,0 0 1 16,46 18 1-16,-46-18-7 0,11 12 5 0,-11-12-4 16,12 11 3-16,-12-11 8 0,12 14-8 0,-12-14 2 15,11 14-1-15,-11-14 5 0,14 11 3 0,-14-11-1 16,0 0 3-16,12 14-1 0,-12-14 5 16,0 0 4-16,18 9-7 0,-18-9-1 0,0 0 3 0,0 0-1 15,45-8 3-15,-45 8 2 0,29-13-1 0,-17 6 12 16,3-2 6-16,1-5-5 0,3-5 4 15,-4 2 1-15,1-3-8 0,-5 4 2 0,0 4 2 0,1-1 7 16,-12 13-8-16,10-18-1 0,-10 18-3 0,10-14-4 16,-10 14-5-16,0 0-3 0,4-15-6 0,-4 15-4 15,0 0-1-15,0 0-3 0,0 0 6 16,0 0-9-16,0 0-1 0,0 0 4 0,0 0 1 16,0 0 0-16,0 0-6 0,0 0 3 0,-23 45 2 15,23-45 1-15,0 20-4 0,0-20 5 0,3 22-2 16,-3-22 7-16,1 23-7 0,-1-23 0 0,5 21 4 15,0-9 3-15,-5-12-1 0,8 20 3 0,-8-20-5 16,4 17 0-16,-4-17-3 0,2 17 2 0,-2-17 2 16,0 0-3-16,7 19 2 0,-7-19-2 0,0 0-5 15,5 12 7-15,-5-12-3 0,0 0 2 0,0 0 9 16,-8 17-17-16,8-17 2 0,0 0-15 0,-18 10-4 16,18-10-10-16,0 0-1 0,-28 2 0 0,28-2 4 15,0 0 2-15,0 0 10 0,0 0 0 0,-44-9 6 16,44 9 0-16,0 0 4 0,-13-11 18 0,13 11 22 15,0 0 5-15,-8-16-1 0,8 16-10 0,0 0 6 16,12-28-8-16,-12 28-6 0,16-18-1 0,0 5-3 16,1-1 3-16,6 0-3 0,4 5-3 0,-6 0-2 15,5-3 8-15,4-1 3 0,-1-1-9 0,2 2 12 16,-2 0 10-16,-3 1 2 0,-2-2-6 16,-6 3 9-16,-2 2-6 0,-4 2-10 0,4-2 0 15,-5 3 5-15,-2-1-8 0,-3 1 2 0,-2 1-7 16,-4 4-2-16,0 0-5 0,9-9-3 0,-9 9 0 15,0 0-16-15,5-3-2 0,-5 3-2 0,0 0 3 16,0 0 0-16,0 0-4 0,0 0-4 0,0 0 0 16,0 0 6-16,0 0-1 0,0 0-13 0,0 0 33 15,-42 19 6-15,42-19 7 0,0 0-14 0,-6 16 3 16,6-16-2-16,0 0 5 0,0 22-4 0,0-22 0 16,6 11 7-16,-1-2 25 0,3 2-9 0,-2-3 8 15,1 1-1-15,-2-2-8 0,1 3 0 0,2-2-2 16,-2-1 8-16,1 3-15 0,-2-4 5 0,-1 2 8 15,1-4-17-15,-5-4 6 0,3 13-2 0,-1-8 3 16,-2-5-6-16,-2 12 30 0,2-12-33 16,-2 10-1-16,-4-5-1 0,6-5-6 0,0 0-40 15,-30 13-33-15,30-13-44 0,-36 10-42 0,17-8-45 16,19-2-47-16,-39 4-38 0,39-4-47 0,-30-1-35 16,30 1-58-16,0 0-49 0,-30-8-401 0,30 8-951 15,-13-17 421-15</inkml:trace>
  <inkml:trace contextRef="#ctx0" brushRef="#br0" timeOffset="46127.0346">32869 277 42 0,'0'0'370'0,"0"0"4"0,0 0 0 0,0 0 3 0,0 0-23 16,-26-13-27-16,26 13-17 0,0 0-27 16,0 0-13-16,-8-4-18 0,8 4-6 0,0 0-19 15,0 0-18-15,0 0-29 0,0 0-17 0,0 0-13 0,22-7 6 16,-10 5 14-16,-12 2 8 0,26-2 23 0,-12 0 7 16,4 0 2-16,-4-1-4 0,-1 3 10 15,-1-2 8-15,-1-2-8 0,-1 1-21 0,1 0-5 16,0-1-24-16,-1 2-11 0,-10 2-13 0,18-5-13 15,-9 3-16-15,-9 2-7 0,17-4-19 0,-10 3-2 16,-7 1-12-16,15-2-16 0,-15 2 9 0,0 0-12 16,17-1-5-16,-17 1-18 0,0 0-31 0,13-1 0 15,-13 1 0-15,0 0 0 0,0 0 0 0,15 4 0 16,-15-4 0-16,0 0 0 0,8 7 0 0,-4 0 0 16,-3 1 0-16,-1 3 0 0,2 6 0 0,0 0 0 15,-2 9 0-15,0 0 0 0,0 3 0 16,-2 3 0-16,2-2 0 0,0 3 0 0,0 1 0 15,0 1 0-15,0 0 0 0,2 14 0 0,-1-13 0 16,2-1 0-16,-2 1 0 0,-1-1 0 0,0-1 0 16,0 1 0-16,0-6 0 0,0 2 0 0,0-4 0 0,0-2 0 15,-4-5 0-15,4-1 0 0,-1 0 0 0,1-2 0 16,0-17 0-16,0 20 0 0,0-20 0 16,-4 16 0-16,4-16 0 0,0 0 0 0,-4 16 0 15,4-16 0-15,0 0 0 0,0 0 0 0,0 0 0 16,0 0 0-16,-1 16 0 0,1-16 0 0,0 0 0 0,0 0 0 15,0 0 0-15,0 0 0 0,0 0 0 16,0 0 0-16,0 0 0 0,0 0 0 0,0 0 0 16,0 0 0-16,-45 0 0 0,12 0 0 0,-3-3 0 15,-3 3 0-15,-15 0 0 0,2 0 0 0,-1 0 0 16,15 2 0-16,-3-1 0 0,-8-1 0 0,12 3-1366 16,3-3-1478-16,2-6 654 0</inkml:trace>
  <inkml:trace contextRef="#ctx0" brushRef="#br0" timeOffset="49363.4806">3702 2210 76 0,'0'0'416'0,"4"-3"25"0,-4 3 10 0,0 0 0 0,0 0-7 16,0 0-6-16,0 0-8 0,0-6-8 0,0 6 7 15,0 0-5-15,-1-3-14 0,1 3-5 16,0 0-11-16,0 0-15 0,0 0-18 0,0 0-25 0,0 0-26 16,0 0-36-16,0 0-31 0,0 0-23 0,0 0-28 15,0 0-24-15,0 0-91 0,0 0-77 0,-4 14 0 16,5-7 0-16,2 5 0 0,-2-1 0 16,1 1 0-16,0 1 0 0,-2 0 0 0,2 2 0 15,-2-3 0-15,3-2 0 0,-3 4 0 0,1-3 0 0,0 2 0 16,-1-3 0-16,0 1 0 0,1-2 0 0,-1-2 0 15,0-1 0-15,-1 1 0 0,1-2 0 0,0 2 0 16,-1-4 0-16,1-3 0 0,1 6 0 0,-1-4 0 16,0 3 0-16,0-5-20 0,0 0-305 15,3 2-54-15,-3-2-67 0,0 0-52 0,13-7-40 16,-8 2-26-16,2 2-340 0,-3-1-979 0,4-5 433 0</inkml:trace>
  <inkml:trace contextRef="#ctx0" brushRef="#br0" timeOffset="49848.9438">3799 2321 264 0,'0'-8'363'0,"0"5"20"0,1 0 18 0,-1 3 11 16,2-6 11-16,-2 6 1 0,0 0-6 0,0-3-1 15,0 3-17-15,2-4-14 0,-2 4-13 0,0 0-11 0,0 0-11 16,1-5-17-16,-1 5-19 0,0 0-27 0,0 0-25 16,0 0-26-16,0 0-23 0,0 0-29 0,0 0-16 15,0 0-19-15,0 0-15 0,0 0-11 0,-6 13-13 16,4-8-7-16,0 2-14 0,-2 0-7 15,1 2-71-15,-1 0-12 0,0 1 0 0,-1 1 0 16,-3-3 0-16,2 2 0 0,2-1 0 0,-3 0 0 0,4-1 0 16,-4-2 0-16,3 1 0 0,2-3 0 0,-2 1 0 15,1-3-68-15,1 3-73 0,1-1-22 16,-2-2-13-16,3-2-21 0,0 0-12 0,-4 2-14 16,4-2-36-16,0 0-23 0,0 0-33 0,13-8-4 15,-9 3 14-15,2-1-3 0,1 4 6 0,-4-5 11 16,4 1 11-16,-3 1 28 0,0 1 29 0,-1-5 36 0,0 3 27 15,2 1 36-15,-1 0 40 0,-2-1 35 16,0 1 38-16,-1 0 31 0,-1-1 24 0,0 6 17 16,3-5 53-16,-2 1 22 0,-1 0 24 0,0 4 16 15,0 0 12-15,1-5 11 0,-1 5-2 0,3-3-5 16,-3 3-9-16,0 0-10 0,1-4-23 0,-1 4-11 16,0 0-13-16,0 0-18 0,0 0-12 0,0 0-6 15,0 0-13-15,11 6-3 0,-7-1-11 0,0-3-8 16,1 2-5-16,2-1-1 0,-1 4-1 0,4-4-10 15,-3 4-29-15,0-2-31 0,1-2-40 0,1 4-41 16,0-2-36-16,1-1-47 0,-2-2-53 0,-2 1-47 16,7 0-44-16,-5-3-57 0,3-1-57 0,-11 1-236 15,14-2-737-15,-6-1 325 0</inkml:trace>
  <inkml:trace contextRef="#ctx0" brushRef="#br0" timeOffset="50131.0276">3949 2243 78 0,'-2'-6'450'0,"2"0"18"0,2-4 14 0,-4 4 3 16,2 1 4-16,2 0-1 0,-2 0-13 0,0 5-15 15,1-8-18-15,0 5-6 0,-1-1-19 0,0 4-19 16,3-3-23-16,-3 3-23 0,0 0-27 0,5-4-34 16,-5 4-30-16,0 0-29 0,0 0-26 0,0 0-20 15,0 0-24-15,0 0-14 0,0 0-63 0,0 0-85 16,1 16 0-16,0-10 0 0,-2 4 0 0,2 0 0 15,-1 1 0-15,0 1 0 0,-1 4 0 0,-3 1 0 16,3 1 0-16,0-2 0 0,-1 0 0 0,1 0 0 16,-1-3 0-16,-1-1 0 0,-1-1 0 0,2 0 0 15,-1 1 0-15,0-8 0 0,2 3 0 0,1 1-25 16,0-6-419-16,0 2-92 0,3 1-122 0,-3-5-430 16,0 0-1179-16,0 0 521 0</inkml:trace>
  <inkml:trace contextRef="#ctx0" brushRef="#br0" timeOffset="50562.518">4432 2188 181 0,'0'0'500'0,"0"0"1"0,0 0 3 16,-9-3-5-16,9 3-9 0,-7-1-14 0,7 1-14 15,0 0-14-15,0 0-10 0,0 0-7 0,0 0-19 16,0 0-10-16,0 0-14 0,-5-2-20 16,5 2-18-16,0 0-30 0,0 0-26 0,0 0-26 0,0 0-32 15,0 0-29-15,15-5-191 0,-6 1-16 0,2 0 0 16,0 1 0-16,-1 0 0 0,2-2 0 0,-1 2 0 16,2 0 0-16,0 0 0 0,-3 2 0 0,-5-1 0 15,3 1 0-15,1-2 0 0,-4 1 0 16,0 1 0-16,-5 1 0 0,8 0 0 0,-3-1-353 15,-5 1-97-15,0 0-79 0,10 2-76 0,-7 2-438 0,-3-4-1129 16,1 4 499-16</inkml:trace>
  <inkml:trace contextRef="#ctx0" brushRef="#br0" timeOffset="50787.7405">4413 2316 295 0,'-2'3'496'0,"2"-3"14"0,-4 2 10 0,4-2 2 15,0 0-6-15,0 0-19 0,0 0-27 0,0 0-39 16,0 0-34-16,0 0-42 0,19-6-29 0,-11 5-30 16,2 0-26-16,4-3-32 0,-1 2-18 0,5 0-30 15,-5-1-14-15,2 0-18 0,-2 2-19 0,1-1-18 16,3-3-33-16,-3 4-33 0,-4-1-40 0,-1-2-26 16,4 0-37-16,-4 0-42 0,-3 0-37 0,-1 2-48 15,0-2-51-15,3 2-69 0,-2-2-71 0,-2 1-69 16,0 1-72-16,-4 2-331 0,0 0-906 0,4-4 401 15</inkml:trace>
  <inkml:trace contextRef="#ctx0" brushRef="#br0" timeOffset="51417.737">6216 1563 193 0,'-3'-4'454'0,"1"0"15"0,-1 0 9 0,2 0-4 16,-2 1-9-16,2-3-10 0,-2 1-9 16,3 5-13-16,-3-8-1 0,5 3-5 0,-2 5-19 15,-2-3-30-15,2 3-31 0,-2-4-32 0,2 4-33 0,0 0-29 16,0 0-16-16,0 0-48 0,0 0-23 0,0 0-15 16,0 0-13-16,0 0-3 0,-4 17 6 0,3-7-2 15,1 2 12-15,0 5-116 0,-4 2-35 16,2 0 0-16,-1 5 0 0,1-5 0 0,-1 6 0 15,-3-2 0-15,3-4 0 0,2 1 0 0,-3-2 0 16,1 1 0-16,2-2 0 0,-1 0 0 0,-1-5 0 16,0-2 0-16,2-1 0 0,-3 1 0 0,2-2 0 15,1-2 0-15,-1-2 0 0,1 0 0 0,1 2 0 16,0-2 0-16,-1 0 0 0,1-4 0 0,0 0 0 16,0 0 0-16,-1 7 0 0,1-7 0 0,-2 3 0 15,2-3 0-15,0 0-189 0,0 0-372 0,0 0-131 16,0 0-434-16,3-17-1218 0,-2 13 539 0</inkml:trace>
  <inkml:trace contextRef="#ctx0" brushRef="#br0" timeOffset="52034.1255">5574 2160 61 0,'0'0'255'0,"-11"2"-3"0,11-2 0 15,0 0-1-15,-14 1 1 0,14-1-4 0,-11 0 7 16,6 0 0-16,-2 0 3 0,7 0 0 0,-14-1-3 16,6 2-2-16,-1-1 0 0,3-1-4 0,6 1-10 15,-13-2-7-15,8 1-16 0,5 1-16 0,-13 1-17 16,8-1-12-16,5 0-15 0,-9 3-16 0,5-2-14 15,4-1-12-15,-10 0-13 0,6 3-11 0,4-3-9 16,-9 2-8-16,9-2-7 0,-5 2-7 0,2 0-3 16,3-2 4-16,-6 2 10 0,6-2 8 0,0 0 9 15,0 0 5-15,0 0-3 0,0 0-5 0,0 0 18 16,14 7 13-16,-1-8 20 0,8 1 3 0,10-3-3 16,6 2 3-16,18-5-11 0,4-1-7 0,5 2-9 15,30-6-6-15,1-2-10 0,6-1-11 0,4-1-11 16,2-3 0-16,2 3-13 0,6 4 0 0,4-3-10 15,0-8-50-15,-1 6 0 0,-4 2 0 0,-5 3 0 16,-10-1 0-16,-32 8 0 0,-8-3 0 0,-4 2 0 16,-16 3 0-16,1-1 0 0,-7 2 0 0,-6-2 0 15,-8 1 0-15,-9 2 0 0,3 0 0 0,-5 0 0 16,-1-2 0-16,-2 2 0 0,2-2 0 0,-7 2-14 16,8 2-180-16,-8-2-47 0,0 0-57 0,7-2-31 15,-7 2-40-15,0 0-57 0,0 0-82 0,-18 9-461 16,9-7-1050-16,-2 0 465 0</inkml:trace>
  <inkml:trace contextRef="#ctx0" brushRef="#br0" timeOffset="53036.2163">5521 2681 96 0,'0'0'367'0,"0"0"14"0,0 0 7 0,-8-3 22 16,8 3 11-16,0 0 7 0,-4-3 6 0,4 3-5 15,0 0-5-15,-7-2 1 0,7 2 0 0,-1-4-5 16,1 4-2-16,-2-2-5 0,2 2-16 0,-4-7-12 15,4 7-22-15,0-6-20 0,0 2-18 0,0 4-24 16,-1-9-103-16,6 5-198 0,-5 0 0 0,0-2 0 16,3 2 0-16,-1-1 0 0,0 0 0 0,1-1 0 15,0 5 0-15,-1-3 0 0,1 0 0 0,2 0 0 16,-1-1 0-16,2 3 0 0,0-1 0 0,1 2 0 16,-1-1 0-16,-6 2 0 0,14 2 0 0,-5-1 0 15,-4 2 0-15,3-2 0 0,1 1 0 0,-4 2 0 16,4 3 0-16,-4-2 0 0,1-1 0 0,-2 3 0 15,4 2 0-15,-4-2 0 0,-4 3 0 0,1 1 0 16,-1-2 0-16,0 3 0 0,-4-1 0 0,3-1 0 16,-3 0 0-16,-4 0 0 0,2 1 0 0,-3 0 0 15,0-3 0-15,-1 2 0 0,2-4 0 0,-1 3 0 16,2-4 0-16,-1 0 0 0,3-1 0 0,-2-1 0 16,4 0 0-16,-3-1 0 0,1-1 0 0,5-1 0 15,-11-1 0-15,6-1 0 0,0-3 0 0,1 0 0 16,0-1 0-16,-2-1 0 0,2-4 0 0,1 0 0 15,2 3 0-15,-2-3 0 0,1 4 0 0,2-4 0 16,-3 1 0-16,3 4 0 0,-1-2 0 0,0 1 0 16,1 1 0-16,0 1 0 0,-2-2 0 0,2 4 0 15,0 3 0-15,0-6 0 0,-1 4 0 0,1 2 0 16,0 0 0-16,0 0 0 0,0-5 0 0,0 5 0 16,0 0 0-16,0 0 0 0,0 0 0 0,0 0 0 15,0 0 0-15,0 0 0 0,4 16 0 0,-3-12 0 16,2 4 0-16,-2 0 0 0,0-2 0 0,1 3 0 15,-2-1 0-15,1-1 0 0,0 0 0 0,-1 1 0 16,2-1 0-16,0-1 0 0,1 0 0 0,-3 0 0 16,2 0 0-16,1-5 0 0,-2 2 0 0,1 3 0 15,-2-6 0-15,7 2 0 0,-2-1 0 0,0-1 0 16,-5 0 0-16,17-7 0 0,-8 3 0 0,1 1 0 16,0-2 0-16,0-1 0 0,2 0 0 0,-2-2 0 15,-5 1 0-15,3 1 0 0,0 3 0 0,-1-5 0 16,-3 5 0-16,0-1 0 0,1 1 0 0,-2 0 0 15,1 0 0-15,-4 3 0 0,7-3 0 0,-7 3 0 16,5-2 0-16,-5 2 0 0,0 0 0 0,0 0 0 16,7 0 0-16,-7 0 0 0,3 3 0 0,-3-3 0 15,3 7 0-15,1-4 0 0,1 2 0 0,3 1 0 16,-3 1 0-16,0-3 0 0,1 3 0 0,3 1 0 16,-1-4 0-16,0 2 0 0,1 0-33 0,2 0-208 15,0-1-76-15,1 1-84 0,2-3-101 0,4-1-104 16,-7-2-410-16,2 0-1100 0,8-4 487 0</inkml:trace>
  <inkml:trace contextRef="#ctx0" brushRef="#br0" timeOffset="53584.4421">6356 2845 95 0,'2'3'403'0,"-2"-3"14"0,6 3 10 15,-5-1 5-15,0 2-5 0,-1-4-6 0,0 0-7 16,0 0-6-16,0 0-10 0,0 0-15 0,0 0-9 16,0 0-7-16,0 0-9 0,0 0-3 0,0 0-5 15,0 0-7-15,0 0-25 0,0 0-20 16,0 0-16-16,0 0-15 0,-15-13-16 0,8 6-20 15,0 0-59-15,-3-1-172 0,1-2 0 0,-4-3 0 0,2-3 0 16,-2-7 0-16,4 6 0 0,-5-6 0 0,1-3 0 16,3-1 0-16,1 1 0 0,3-1 0 0,0 1 0 15,5-2 0-15,1 3 0 0,-2-1 0 16,4 0 0-16,-1 9 0 0,3 0 0 0,0 0 0 16,1 1 0-16,3 1 0 0,-1 0 0 0,1 5 0 0,4-4 0 15,-5 5 0-15,2 2 0 0,2 0 0 0,0 3 0 16,-2 1 0-16,3-1 0 0,-1 2 0 15,-2 2 0-15,3 0 0 0,0 1 0 0,-2 3 0 0,1 0 0 16,-1 3 0-16,-2 0 0 0,1 3 0 16,-4-2 0-16,2 2 0 0,-3 0 0 0,-3 4 0 0,-1-2 0 15,-1 3 0-15,-5 5 0 0,-2-5 0 0,-3 0 0 16,-6 7 0-16,-2-2 0 0,-3-3 0 16,-1 0 0-16,0-2 0 0,5-7 0 0,4 0 0 15,-5 0 0-15,7-2 0 0,1-3 0 0,-1 1 0 16,5-3 0-16,-1-1 0 0,2-1 0 0,6 1 0 15,-12-5 0-15,7 2-40 0,1-4-284 0,3 4-75 0,1-2-82 16,5-1-69-16,1 2-72 0,3-2-341 0,3 2-1042 16,1-2 460-16</inkml:trace>
  <inkml:trace contextRef="#ctx0" brushRef="#br0" timeOffset="53909.2933">6525 2687 397 0,'0'0'571'0,"6"-6"9"0,-6 6 7 15,0 0 2-15,-1-4 0 0,1 4-15 0,0 0-26 16,1-4-34-16,-1 4-35 0,0 0-39 0,0 0-43 16,0 0-38-16,0 0-43 0,0 0-32 0,0 0-37 15,0 0-35-15,0 0-20 0,0 0-23 0,0 0-22 16,6 15-147-16,-5-5 0 0,0 4 0 0,0-3 0 15,2 6 0-15,-3 0 0 0,5-1 0 0,-3 2 0 16,1 0 0-16,-3 0 0 0,1 3 0 0,2-3 0 16,-3-1 0-16,2 1 0 0,0-1 0 0,0 1 0 15,-2 0 0-15,-1-6 0 0,1 0 0 0,1-2 0 0,1 0 0 16,-2-2 0-16,1-2 0 0,-2 1 0 16,1-2-74-16,0-5-222 0,0 9-27 0,0-4-33 15,0-5-29-15,0 0-51 0,0 0-69 0,0 0-68 16,0 0-302-16,0 0-945 0,0 0 418 0</inkml:trace>
  <inkml:trace contextRef="#ctx0" brushRef="#br0" timeOffset="54268.9609">6543 2699 314 0,'4'-4'508'0,"-2"-4"4"0,-1 2 11 16,2 0-4-16,-2 0-17 0,2 1-19 0,-3 0-24 15,4 1-36-15,-2-1-42 0,0 1-26 0,0 2-47 16,2-1-23-16,-3 0-25 0,4 0-30 0,0 0-26 16,3 2-22-16,2-2-19 0,-2 3-11 0,0 2-14 15,2-1-17-15,0 1-14 0,0 1-7 0,2 0-11 16,-3 1-16-16,1 2-4 0,-1 0-9 0,0 1 0 16,1-2-12-16,-2 3-8 0,-3-2-5 0,0 0 7 15,-1 3-8-15,1-2-1 0,-3 0-4 0,-2 0 5 16,-2 1-11-16,-7 5-2 0,4-5 3 0,-5 3-19 15,-7 0-8-15,4-3-26 0,-2 1-18 0,0-1-17 16,-2-2-14-16,3-2-11 0,1 0-10 0,3-1-12 16,2-1-8-16,2 2 0 0,-3-3-1 0,1 0-11 15,8-1-17-15,-13 0-15 0,13 0-26 0,-11-5-33 16,9 4-48-16,-1-2-32 0,3 3-45 0,0 0-58 16,0 0-44-16,3-13-292 0,-1 9-803 0,6-1 355 15</inkml:trace>
  <inkml:trace contextRef="#ctx0" brushRef="#br0" timeOffset="56772.2768">8677 1673 315 0,'4'-1'368'0,"0"-1"1"0,-4 2-14 0,8-5 3 0,-5 3-3 16,0-1-6-16,1 2-5 0,-4 1-7 0,5-1-10 15,-5 1-12-15,5-4-11 0,-5 4-10 16,4-2-10-16,-4 2-17 0,0 0-17 0,0 0-27 15,0 0-15-15,1-3-17 0,-1 3-17 0,0 0-17 16,0 0 2-16,0 0-4 0,0 0-8 0,0 0 8 0,-38 4-15 16,8 1 3-16,-3-1-13 0,-3-1 0 15,-1 2-7-15,-1 1 8 0,0-2 3 0,-1 2 7 0,-2-2-5 16,3 1-1-16,3-2-47 0,1-2-88 16,2 1 0-16,5-1 0 0,7 0 0 0,0 0 0 15,7 0 0-15,2 1 0 0,6-2 0 0,-5 1 0 16,6 0 0-16,-2 0 0 0,6-1 0 0,-9 2 0 15,5-1 0-15,4-1 0 0,0 0 0 0,-8 1 0 16,8-1 0-16,-3 2 0 0,3-2 0 0,0 0 0 16,0 0 0-16,-4 3 0 0,4-3 0 0,0 0 0 15,0 0 0-15,0 0 0 0,0 0 0 0,0 0 0 16,-3 3 0-16,3-3 0 0,8 8 0 0,1-1 0 16,0 0 0-16,2 0 0 0,3 5 0 0,0-4 0 15,4 4 0-15,9 6 0 0,-4-2 0 0,4 0 0 16,1 0 0-16,-3 0 0 0,0-1 0 0,-2-1 0 15,-8-3 0-15,4-3 0 0,-2 3 0 0,-2-3 0 16,-1 4 0-16,-1-5 0 0,-4-1 0 0,3 0 0 16,-2 0 0-16,-3-2 0 0,-1 3 0 0,0-5 0 15,-1 3 0-15,0-2 0 0,-5-3 0 0,9 4 0 16,-6-2 0-16,-3-2 0 0,0 0 0 0,5 3 0 16,-5-3 0-16,4 3 0 0,-4-3 0 0,1 4 0 15,-1-4 0-15,0 0 0 0,0 0 0 0,0 0 0 16,0 0 0-16,0 0 0 0,0 0 0 0,4 4 0 15,-4-4 0-15,0 0 0 0,0 0 0 0,0 0 0 16,0 0 0-16,0 0 0 0,-9 9 0 0,4-4 0 16,-4 3 0-16,-5 2 0 0,1 0 0 0,-5 1 0 15,-5 8 0-15,1 1 0 0,-1-1 0 0,-2 2 0 16,-1-1 0-16,-3-1 0 0,2 1 0 0,1 0 0 16,-2 2 0-16,1 1 0 0,3-4 0 0,1-3 0 15,5-5 0-15,4 0 0 0,4-4 0 0,1 1 0 16,3-3 0-16,-1-2 0 0,2 1 0 0,1-2 0 15,4-2 0-15,-4 5 0 0,4-5 0 0,-5 3 0 16,5-3 0-16,-2 5 0 0,2-5 0 0,0 0 0 16,11 4 0-16,1-4 0 0,0 0 0 0,5 1 0 15,6-1 0-15,-4 0 0 0,13-1 0 0,3 0 0 16,-2-3 0-16,5 0 0 0,15-1 0 0,3-4 0 16,-1 1 0-16,5-3 0 0,4-1 0 0,0 4 0 15,-2-1 0-15,-4-4 0 0,-2 5 0 0,-20 2 0 16,-4 1 0-16,1-1 0 0,-14 2 0 15,-1 4 0-15,-5-1 0 0,0 0 0 0,-2 1 0 16,-11 0 0-16,13-2 0 0,-13 2 0 0,0 0 0 16,15 0 0-16,-15 0 0 0,8-1 0 0,-8 1 0 0,0 0 0 15,0 0 0-15,0 0 0 0,0 0 0 0,0 0 0 16,0 0 0-16,6 1 0 0,-6-1 0 16,0 0 0-16,-12 8 0 0,1-8-153 0,-1 6-596 15,-1-5-467-15,-6 3-1315 0,-3 1 582 0</inkml:trace>
  <inkml:trace contextRef="#ctx0" brushRef="#br0" timeOffset="57259.9558">8304 2844 136 0,'-3'-7'471'0,"5"3"18"16,-2 4 13-16,-5-5 7 0,1 4-3 15,1-3-3-15,1 2-15 0,2 2-7 0,-4-4-12 0,4 4-10 16,-4-5-26-16,4 5-24 0,-1-3-25 0,1 3-26 16,0 0-29-16,0 0-27 0,-4-3-24 0,4 3-26 15,0 0-20-15,0 0-31 0,0 0-201 16,0 0 0-16,0 0 0 0,0 0 0 0,0 0 0 0,1 12 0 16,-2-7 0-16,1 2 0 0,-2 0 0 0,0 4 0 15,1-1 0-15,1 2 0 0,-4 1 0 0,1 3 0 16,3-1 0-16,-1-3 0 0,-1 1 0 0,-1 2 0 15,3-3 0-15,0-3 0 0,-1 3 0 0,1-3 0 16,-3-1 0-16,3 0 0 0,0-1 0 0,-1-2 0 16,0-2 0-16,-2 2 0 0,3-2 0 0,0 1 0 15,0-4 0-15,0 0 0 0,0 0 0 0,3 2 0 16,-3-2 0-16,2-10-147 0,2 1-381 0,0-1-73 16,0-6-75-16,1-3-365 0,0-7-1126 0,-3 1 499 15</inkml:trace>
  <inkml:trace contextRef="#ctx0" brushRef="#br0" timeOffset="57479.9425">8274 2675 70 0,'2'-3'492'0,"-2"3"17"16,-2-5 31-16,2 5 17 0,0 0 17 0,-1-4 17 16,1 4-22-16,0 0-36 0,-1-4-39 0,1 4-42 15,0 0-42-15,0 0-41 0,0 0-40 0,0 0-33 16,0 0-29-16,-5-3-30 0,5 3-27 0,0 0-28 15,0 0-50-15,0 0-58 0,0 0-67 0,0 0-68 16,0 0-65-16,0 0-61 0,0 0-63 0,0 0-38 16,0 0-42-16,11 7-43 0,-8-3-50 0,-3-4-65 15,6 5-43-15,-4-2-276 0,-2-3-873 0,7 3 387 16</inkml:trace>
  <inkml:trace contextRef="#ctx0" brushRef="#br0" timeOffset="57740.1983">8455 2855 332 0,'1'4'479'0,"-1"-4"27"0,0 0 24 0,0 0 2 16,0 0-12-16,0 0-13 0,0 0-22 0,0 0-15 0,0 0-25 16,0 0-20-16,4 4-27 0,-4-4-29 0,0 0-27 15,0 0-32-15,0 0-29 0,0 0-33 0,0 0-22 16,0 0-31-16,0 0-18 0,9-6-27 0,-9 6-22 15,8-4-34-15,-3 2-52 0,2 1-42 16,0-1-27-16,0 2-37 0,0-3-26 0,0 2-36 0,0 0-50 16,-2-1-62-16,1 1-69 0,-6 1-68 0,9 1-56 15,-9-1-46-15,9 4-45 0,-6-1-371 0,-3-3-968 16,0 6 428-16</inkml:trace>
  <inkml:trace contextRef="#ctx0" brushRef="#br0" timeOffset="57933.1149">8441 2971 256 0,'-3'4'417'0,"3"-4"0"0,0 5 10 0,0-5 4 16,0 0 0-16,0 0-22 0,4 2-30 0,-4-2-30 15,5 0-39-15,-5 0-28 0,14-5-29 16,-7 2-25-16,-1 1-23 0,3-3-21 0,4 2-17 16,-3 0-19-16,3 2-18 0,-3-4-15 0,0 4-29 0,2-2-40 15,-2 1-48-15,-1 2-55 0,0-3-42 0,1 1-51 16,2 0-40-16,0-1-46 0,-3 1-52 0,4-3-61 15,1-1-41-15,-5 3-262 0,5-7-706 0,-5 4 312 16</inkml:trace>
  <inkml:trace contextRef="#ctx0" brushRef="#br0" timeOffset="58145.6491">8777 2803 312 0,'0'0'485'0,"2"-3"25"15,-2 3 24-15,0 0 18 0,3-2 14 16,-3 2 3-16,0 0-4 0,0 0-20 0,0 0-29 15,0 0-27-15,0 0-31 0,0 0-32 0,0 0-30 0,0 0-39 16,0 0-32-16,0 0-14 0,0 9-36 0,-1-3-275 16,-1 1 0-16,0 1 0 0,-1 3 0 0,1-1 0 15,-1 3 0-15,1-2 0 0,-1 6 0 16,-1-5 0-16,2-1 0 0,-1 0 0 0,2 4 0 16,1-4 0-16,-1 1 0 0,2-4 0 0,0 2-87 0,0-1-582 15,1-2-571-15,5-4-1342 0,-2-2 594 0</inkml:trace>
  <inkml:trace contextRef="#ctx0" brushRef="#br0" timeOffset="59206.6841">8370 1339 274 0,'0'0'441'0,"0"0"-14"0,0 0-6 0,0 0-12 0,0 0-11 15,-5-9-18-15,5 9-19 0,-5-4-15 0,5 4-18 16,0 0-5-16,0 0-13 0,0 0-13 0,0 0-10 16,0 0-24-16,3-6-16 0,-3 6-16 0,0 0-26 15,0 0-10-15,0 0-16 0,0 0-18 0,0 0-20 16,0 0-18-16,0 0-11 0,0 0-15 0,0 0-14 15,0 0-4-15,0 0-12 0,0 0-8 0,10 10-8 16,-5-8-3-16,0 5 3 0,0-2-11 0,2 1-10 16,-1 2-1-16,-1-2-4 0,0 3 2 0,3 1-4 15,-3-2-9-15,-1 2 8 0,0-1-10 16,-2 1 2-16,2 0 6 0,-1-1-3 0,-2-2-5 0,-1 3 4 16,0-3-1-16,0-3-4 0,1 0 4 0,-1 0-5 15,3 1-2-15,-3-5 0 0,0 5-4 0,1-3 1 16,-1-2 2-16,0 0 6 0,0 5-4 15,0-5 7-15,0 0 4 0,0 0-10 0,0 0-1 0,0 0 7 16,8-11-1-16,-6 4-7 0,-2-2 1 16,4 1-1-16,0-3-2 0,1 0-1 0,-1-1-4 15,5-1 3-15,1-1 6 0,-5 3-1 0,3 0-3 0,-2 1 5 16,1 1 0-16,-2 1 9 0,0 3 8 0,-3 0 0 16,1-1-3-16,1 1-2 0,0 2 0 15,-2-2-4-15,1 2-5 0,-3 3-4 0,4-2-2 16,-4 2-9-16,0 0 4 0,0 0-6 0,12 3 11 15,-6 1-13-15,-3 2 16 0,4-1-8 0,-1 6-4 16,1-4-1-16,-1 4 5 0,-1-2-2 0,-1 2 1 0,2-2-2 16,-2 3 0-16,0-3 0 0,-3 3 0 0,3-2 0 15,0-2 0-15,-4-1 0 0,1-1 0 16,2 1 0-16,-2-4 0 0,-1-3 0 0,5 11 0 16,-5-9 0-16,0-2 0 0,4 4 0 0,-4-4 0 15,1 3 0-15,-1-3 0 0,0 0-9 0,0 0-35 16,4 4-21-16,-4-4-17 0,0 0-26 0,0 0-28 15,-3 5-32-15,3-5-47 0,0 0-73 0,0 0-70 16,0 0-62-16,8-11-61 0,-8 1-77 0,0 2-319 16,3-2-950-16,-2 1 421 0</inkml:trace>
  <inkml:trace contextRef="#ctx0" brushRef="#br0" timeOffset="61566.6029">9825 1650 142 0,'0'0'380'0,"-8"0"4"0,8 0-1 16,0 0-6-16,-11-1-3 0,11 1-1 15,-5-2 2-15,5 2-11 0,-7-3-2 0,5 1-9 16,2 2-8-16,0 0-1 0,-7-6-10 0,7 6-8 16,0-3-6-16,0 3-3 0,0 0-10 0,0 0-14 15,0 0-20-15,0 0-2 0,0 0-17 0,-1-5-18 16,1 5-28-16,0 0-21 0,0 0-22 0,0 0-21 15,0 0-144-15,9-2 0 0,-4 2 0 0,8 1 0 16,-2 0 0-16,2 1 0 0,6-1 0 0,-1 5 0 16,1-1 0-16,3 2 0 0,-7 1 0 0,6 2 0 15,-6 0 0-15,-1 0 0 0,-1 4 0 0,1-1 0 16,-5-1 0-16,0 1 0 0,-4-2 0 0,0 4 0 16,-2 3 0-16,-5-2 0 0,-2-5 0 0,-3 5 0 15,2 0 0-15,-8-1 0 0,7-2 0 0,-11 2 0 16,4 1 0-16,-1-3 0 0,0 0 0 0,4-3 0 15,1-2 0-15,0-2 0 0,1-2 0 0,2 4 0 16,-2-2 0-16,6-5 0 0,2-1 0 0,-7 3 0 16,5 1 0-16,2-4 0 0,0 0 0 0,0 0 0 15,0 0 0-15,-4-11 0 0,8 2 0 0,2-2 0 16,1 1 0-16,3-9 0 0,5-6 0 0,-2 3 0 16,7-3 0-16,-2 1 0 0,0 1 0 0,3-1 0 15,-2-1 0-15,-3 2 0 0,2 0 0 0,-1 3 0 16,2-1 0-16,-9 6 0 0,2 2 0 0,-6 3 0 15,3-1 0-15,-5 3 0 0,-1 2 0 0,0 1 0 16,2 2 0-16,-5 3 0 0,4-4 0 16,0 0 0-16,-4 4 0 0,4-5 0 0,-4 5 0 15,0 0 0-15,4-3 0 0,-4 3 0 0,0 0 0 0,0 0 0 16,0 0 0-16,0 0 0 0,-8 20 0 0,0-10 0 16,2 0 0-16,-3 6 0 0,5-1 0 0,-5 2 0 15,-5 4 0-15,3 0 0 0,2-3 0 0,-1-1 0 16,-2 6 0-16,4-8 0 0,-2 1 0 0,2 0 0 15,2 0 0-15,-2-1 0 0,-3-2 0 16,8-2 0-16,0 0 0 0,0 0 0 0,-1-3 0 0,4 2 0 16,0-5 0-16,0 5 0 0,4-4 0 0,-4 0 0 15,9 0 0-15,4 1 0 0,2-1 0 0,4-2 0 16,2 1 0-16,8-2 0 0,-10 0 0 0,0 0 0 16,3-5 0-16,1 1 0 0,-3-2 0 15,0 0 0-15,-2 3 0 0,-5-3 0 0,-1 1 0 16,-2 0 0-16,1 1 0 0,-2 0 0 0,-3 1 0 0,0 0 0 15,-6 0 0-15,8-2-426 0,-8 2-170 0,10-3-94 16,-10 3-391-16,0-5-1169 0,0 5 518 0</inkml:trace>
  <inkml:trace contextRef="#ctx0" brushRef="#br0" timeOffset="61877.9354">10378 1920 237 0,'9'-6'496'0,"-6"4"21"0,-2-1 17 0,-1 3 10 16,6-7 3-16,-2 4-14 0,0-1-11 0,-4 4 2 16,4-3-31-16,-4 3-27 0,1-4-36 0,-1 4-37 15,3-3-41-15,-3 3-36 0,0 0-36 0,0 0-36 16,0 0-28-16,0 0-27 0,0 0-21 0,4 9-20 16,-3-4-106-16,0 2-42 0,-1 0 0 0,0 0 0 15,3 3 0-15,-3-1 0 0,1 3 0 0,-1-3 0 16,4 0 0-16,-4 2 0 0,0-3 0 0,1 2 0 15,-2-1 0-15,1-2 0 0,0 0 0 0,0 0 0 16,0 0 0-16,-4 0 0 0,4-3 0 0,0-4 0 16,-1 6 0-16,1-6 0 0,0 8 0 0,0-8 0 15,0 0-275-15,-3 2-123 0,3-2-107 0,0 0-79 16,3-13-488-16,-2 2-1161 0,4-6 514 0</inkml:trace>
  <inkml:trace contextRef="#ctx0" brushRef="#br0" timeOffset="62062.6854">10414 1751 98 0,'0'0'515'16,"0"0"0"-16,3-5 17 0,-3 5 18 0,0 0 10 15,0-5 6-15,0 5-25 0,0-3-40 0,0 3-41 16,0 0-46-16,0 0-41 0,0 0-44 0,0 0-34 16,0 0-26-16,0 0-29 0,0 0-36 0,0 0-68 15,0 0-61-15,0 0-63 0,0 0-57 0,0 0-50 16,0 0-54-16,0 0-60 0,-7 10-70 0,7-10-73 15,-5 5-59-15,5-1-84 0,-1-1-364 0,1-3-930 16,-7 5 412-16</inkml:trace>
  <inkml:trace contextRef="#ctx0" brushRef="#br0" timeOffset="62610.0852">9700 2285 303 0,'0'0'329'16,"0"0"10"-16,0 0 6 0,0 0-9 0,0 0-15 16,0 0 6-16,0 0-5 0,0 0-1 0,-9 0-9 15,9 0-8-15,-4 2-8 0,4-2-12 0,0 0-13 16,-4 1-13-16,4-1-17 0,0 0-11 0,0 0-11 15,0 0-14-15,0 0-4 0,0 0-9 0,0 0-5 16,0 0-4-16,0 0-10 0,0 0-31 0,0 0 15 16,24 2 0-16,-1-1 10 0,13-2 2 0,18-1 1 15,3 3-3-15,7-2-29 0,37-5 0 0,0-4-9 16,9 5-18-16,6-2-64 0,7 2-47 0,2-4 0 16,2-2 0-16,-1 6 0 0,-2 3 0 0,-8-6 0 15,-7 5 0-15,-17 1 0 0,-33 0 0 0,-21-1 0 16,-6 3 0-16,-4 2 0 0,-10-4 0 0,-5 2 0 15,-3-1 0-15,-2 1 0 0,-3-3 0 0,-5 3 0 16,0 0 0-16,14 3 0 0,-14-3 0 0,0 0 0 16,0 0 0-16,0 0 0 0,-27-6-119 0,13 5-237 15,-1-2-93-15,-6 0-103 0,2 1-568 0,1-1-1212 16,-3-1 536-16</inkml:trace>
  <inkml:trace contextRef="#ctx0" brushRef="#br0" timeOffset="63127.1572">10064 2600 374 0,'-4'-2'406'0,"4"2"32"16,0 0 4-16,-1-8 15 0,1 8 9 0,0 0 0 15,0-2 7-15,0 2-13 0,0 0-4 0,0 0-12 16,0 0-16-16,0-5-28 0,0 5-22 0,0 0-24 16,0 0-27-16,0 0-30 0,0 0-27 0,0 0-28 15,0 0-27-15,0 0-22 0,0 0-11 0,0 0-159 16,-2 18-23-16,1-10 0 0,2 4 0 0,-1 5 0 16,-1 0 0-16,-1 0 0 0,2 2 0 0,-3-1 0 15,3 0 0-15,0 1 0 0,0 2 0 0,0-1 0 16,-1-3 0-16,0 0 0 0,-3 1 0 0,0-2 0 15,0 2 0-15,1-1 0 0,1-4 0 0,0 3 0 16,1-7 0-16,0 6 0 0,1-5 0 0,-1-2 0 16,-1 0 0-16,2-3 0 0,0-1 0 0,-2 0 0 15,1-1 0-15,1-3 0 0,1 5 0 0,-1-5-259 0,4 3-264 16,-4-3-86-16,0 0-59 0,3-21-354 16,-1 10-1108-16,-4-1 491 0</inkml:trace>
  <inkml:trace contextRef="#ctx0" brushRef="#br0" timeOffset="63511.6952">9863 2630 16 0,'-1'-6'447'0,"1"0"22"16,-1-2 20-16,-1 5 15 0,2-1-8 0,2 0-18 16,-2-1-33-16,1 1-33 0,-1 4-25 0,1-6-44 15,1 0-32-15,1 3-35 0,4-1-25 0,4 2-25 16,-2-3-18-16,5 3-8 0,4-3-16 0,4 3-8 15,-2 1-13-15,2 2-13 0,7 4-15 0,0 4-8 16,0 0 5-16,-1 2 1 0,4 2-5 0,-4 2-11 16,0-1-8-16,-1 1 1 0,-3-1-6 0,-7 1-8 15,-2-3-8-15,-2 2-7 0,0 2 2 0,-6-1-2 16,1 1-45-16,-5 2-36 0,-1-2 0 0,-6 2 0 16,-1 0 0-16,-9 4 0 0,0 0 0 0,-4 0 0 15,-1 1 0-15,-8-4 0 0,3 3 0 0,0-4 0 16,-3-3 0-16,5 2 0 0,6-8 0 0,0 0 0 15,0 0 0-15,5-3 0 0,2-2 0 0,2 0 0 16,-1-2 0-16,3 1 0 0,5-3 0 0,-9 2 0 16,9-2 0-16,-8 4 0 0,8-4 0 0,-6 1 0 15,6-1 0-15,0 0 0 0,0 0 0 0,0 0 0 16,0 0 0-16,0 0 0 0,0 0-229 0,28-5-304 16,-10 3-54-16,1-2-61 0,4 2-385 0,-3-3-1118 15,1 2 495-15</inkml:trace>
  <inkml:trace contextRef="#ctx0" brushRef="#br0" timeOffset="63844.7369">10442 2961 139 0,'1'-8'480'0,"2"4"27"16,-3-1 35-16,0 5 23 0,3-7 17 0,-2 3 12 15,-1 1-8-15,0 3-23 0,0 0-29 0,0-4-34 16,0 4-37-16,0 0-33 0,1-5-37 0,-1 5-41 15,0 0-35-15,0 0-35 0,0 0-28 0,0 0-146 16,0 0-108-16,0 0 0 0,-2 18 0 0,3-7 0 16,-2 0 0-16,1 1 0 0,1 6 0 0,-2-6 0 15,-2 6 0-15,6-1 0 0,-3 2 0 0,-3-3 0 16,3 2 0-16,0-3 0 0,0 3 0 0,0-5 0 16,0 3 0-16,-1-2 0 0,1-1 0 0,-3-2 0 15,2-1 0-15,1-3 0 0,-1 2 0 0,1-2 0 16,0-3 0-16,-2 2 0 0,2-2 0 0,0-4 0 15,0 0 0-15,0 7 0 0,0-7 0 0,0 3 0 16,0-3 0-16,0 0 0 0,0 0-168 0,0 0-312 16,0 0-50-16,0 0-52 0,5-23-42 0,-6 11-345 15,2 0-1048-15,-1-4 465 0</inkml:trace>
  <inkml:trace contextRef="#ctx0" brushRef="#br0" timeOffset="64161.173">10451 2899 267 0,'1'-5'425'0,"1"-1"26"0,-1 2 20 16,3 1 12-16,-3-5-3 0,0 5-22 0,2-1-18 15,-2 1-24-15,2 0-37 0,-1 0-22 0,1 0-43 16,1 0-34-16,-2 1-28 0,-2 2-25 0,14-1-7 16,-4 1-25-16,-10 0-7 0,21 1-14 0,-12 1-9 15,1 1-10-15,0 2-4 0,-1 2-1 0,0-1-4 16,-4-1-19-16,4 1-6 0,-4 1-10 0,3 1-12 15,-3-1-6-15,-2-3-6 0,-2 5-15 0,0-3 0 16,4-2-6-16,-6 7-4 0,1-1-25 0,-5-2-37 16,1 4 0-16,-4-3 0 0,3 1 0 15,-4 0 0-15,1-4 0 0,-2 3 0 0,0-1 0 0,0 1 0 16,0-1 0-16,1-5 0 0,0 5 0 0,0-1 0 16,3-6-27-16,2 0-160 0,-1 3-50 0,-2 0-61 15,7-4-57-15,-5 4-68 0,5-4-56 0,0 0-48 16,4 7-416-16,-4-7-1023 0,0 0 453 15</inkml:trace>
  <inkml:trace contextRef="#ctx0" brushRef="#br0" timeOffset="64478.5647">10710 3167 259 0,'0'0'552'0,"0"0"11"0,0 0 3 0,8-5 21 15,-8 5 0-15,0 0-10 0,0 0-25 0,3-5-28 0,-3 5-35 16,0 0-32-16,2-2-37 0,-2 2-35 0,0 0-40 16,0 0-34-16,0 0-34 0,0 0-33 0,0 0-29 15,0 0-28-15,0 0-93 0,-1 11-94 0,2-8 0 16,1 2 0-16,-2 2 0 0,2-1 0 16,-1 1 0-16,-1 0 0 0,2 3 0 0,-1-1 0 0,-1 1 0 15,1 2 0-15,2-3 0 0,-3 0 0 0,0-2 0 16,0 0 0-16,0-1 0 0,0 1 0 15,-3-3 0-15,6 1 0 0,-3-5 0 0,-3 9 0 16,3-9 0-16,3 4 0 0,-3-4 0 0,0 0 0 16,1 5 0-16,-1-5-259 0,0 0-114 0,0 0-71 15,0 0-66-15,0 0-73 0,1-18-421 0,-1 9-1088 0,3-5 482 16</inkml:trace>
  <inkml:trace contextRef="#ctx0" brushRef="#br0" timeOffset="64719.5759">10759 2982 368 0,'8'-4'518'0,"-8"4"26"15,0 0 31-15,0 0 19 0,0 0 11 0,0 0-25 16,0 0-32-16,0 0-46 0,3-3-43 16,-3 3-39-16,0 0-40 0,0 0-34 0,0 0-38 15,0 0-30-15,0 0-25 0,0 0-28 0,0 0-25 16,0 0-42-16,0 0-48 0,0 0-54 0,0 0-66 0,0 0-59 15,0 0-50-15,0 0-49 0,0 0-43 0,0 0-48 16,0 0-40-16,0 0-44 0,0 0-57 16,0 0-59-16,-1-8-62 0,2 3-341 0,-1 5-934 15,3-13 414-15</inkml:trace>
  <inkml:trace contextRef="#ctx0" brushRef="#br0" timeOffset="66580.6604">11090 2776 2 0,'0'0'215'0,"0"0"4"0,0 0-7 16,0 0-8-16,0 0-6 0,0 0-10 0,0 0-5 15,0 0-6-15,0 0-3 0,0 0-9 0,0 0-12 16,0 0-2-16,0 0-12 0,4 6-5 0,-4-6-2 16,0 0-2-16,0 0-10 0,0 0-6 0,0 0-4 15,0 0-1-15,0 0-5 0,0 0 0 0,0 0 7 16,0 0-18-16,0 0 5 0,0 0-4 0,0 0-1 16,0 0-4-16,0 0-5 0,0 0-3 0,0 0 3 15,0 0-1-15,0 0-6 0,0 0 3 0,0 0-4 16,0 0-8-16,0 0 2 0,0 0 2 0,0 0-1 15,0 0-4-15,0 0 5 0,0 0-1 0,0 0-5 16,0 0 5-16,0 0-6 0,0 0 4 0,0 0-7 16,0 0-4-16,0 0-2 0,0 0 1 0,0 0-7 15,0 0 1-15,0 0-2 0,0 0-1 0,0 0-6 16,0 0 2-16,0 0 0 0,0 0-5 0,0 0-1 16,0 0 2-16,0 0 2 0,0 0 4 0,0 0-2 15,0 0-5-15,0 0 2 0,0 0 1 0,0 0-1 16,0 0 1-16,0 0 2 0,0 0 0 0,0 0 1 15,0 0-2-15,0 0 3 0,0 0 3 0,0 0 7 16,0 0-11-16,0 0 9 0,0 0 5 0,0 0 4 16,0 0 3-16,0 0-1 0,0 0 5 0,0 0-1 15,0 0-5-15,0 0-7 0,0 0 1 0,0 0-14 16,6-8 2-16,-6 8-6 0,0 0-9 0,7-3 0 16,-5 1-8-16,-2 2 0 0,7-2-10 0,-4 1-2 15,1-5 5-15,0 4-2 0,1 0-5 0,1-1-5 16,0 1 2-16,-2-1-1 0,2 1-1 0,0 0 0 15,2-1-1-15,-3 1-2 0,1 1-2 0,0-2-5 16,0 3 3-16,-6 0 0 0,10-1 3 0,-10 1-2 16,10 1-6-16,-4 2-5 0,0-3 2 0,-5 2-3 15,6 1 9-15,-5-1-2 0,2 3-2 0,0-2 3 16,-2 1 2-16,1 1-1 0,-3 0 2 0,1 1 0 16,2-2-2-16,-6 4 10 0,3-1-7 0,-1-1 2 15,-2 0 5-15,2 0-6 0,-3 1-4 0,3-2-4 16,-3 0 0-16,0-1 5 0,4 1-4 0,-5-1-1 15,1 1 4-15,3-2 1 0,-1-1 1 0,2-2-2 16,0 0 1-16,-6 3-1 0,6-3 3 0,0 5 2 16,0-5 0-16,0 0 0 0,-1 4-3 0,1-4 3 15,0 0-11-15,0 0 8 0,0 0-2 0,0 0-1 16,4 4 0-16,-4-4 6 0,0 0-7 0,3 3-1 16,-1-2 7-16,3 2-10 0,0-2 7 0,-1 2-4 15,-4-3 3-15,9 3-1 0,-5-2 5 0,0 1-3 16,0 3 2-16,-1-3 1 0,1 2-2 0,-4-4-1 15,4 9-1-15,-4-4 3 0,0-5 3 0,0 9-3 16,0-9 0-16,-4 7 4 0,3-5 1 0,-4 4-2 16,0-1-1-16,-3 0 6 0,0-3 11 0,-2 2-13 15,0 2-5-15,-3-4 6 0,1-1 5 0,1 2 7 16,1-1 5-16,1-1 14 0,1 2 2 0,1-2 6 16,7-1 2-16,-12 2 2 0,12-2-11 0,0 0 13 15,-10 0-19-15,10 0-8 0,0 0 8 0,0 0-12 16,0 0-29-16,-10-2-37 0,10 2-37 0,0 0-42 15,0 0-58-15,0 0-73 0,0 0-60 0,0 0-63 16,0 0-59-16,0 0-72 0,0 0-412 0,0 0-999 16,11-16 442-16</inkml:trace>
  <inkml:trace contextRef="#ctx0" brushRef="#br0" timeOffset="67275.9197">10278 2471 75 0,'0'0'256'0,"0"0"-3"0,0 0-1 0,0 0-8 16,-5-7-8-16,5 7-5 0,0 0-3 0,0 0-2 16,0 0-10-16,0 0-5 0,0 0 1 0,0 0-5 15,0 0-8-15,0 0 2 0,0 0-4 0,0 0-5 16,-11 2-5-16,11-2-1 0,0 0 1 0,0 0-8 15,0 0-5-15,0 0 2 0,0 0 3 0,0 0 2 16,0 0-4-16,0 0 1 0,0 0 7 0,0 0 1 16,0 0-8-16,0 0 8 0,0 0-10 0,0 0-4 15,0 0-14-15,0 0-1 0,20 2-4 0,-9-2-6 0,6 0 3 16,6 1-8-16,8 1-9 0,2 0-12 16,3-1-8-16,2-2-12 0,-2 1-3 0,3-2-9 15,-5 2-11-15,-1 2-50 0,-7-2-28 0,-3 0 0 16,-5 1 0-16,-4-2 0 0,-3-1 0 0,0 2 0 15,-4 0 0-15,0 0 0 0,0 2 0 0,-7-2 0 16,11-2 0-16,-11 2 0 0,6 0 0 0,-6 0 0 0,5-2 0 16,-5 2 0-16,0 0 0 0,6-1 0 15,-6 1 0-15,0 0 0 0,0 0 0 0,0 0-16 16,5-2-143-16,-5 2-32 0,0 0-35 0,0 0-39 16,0 0-44-16,0 0-47 0,0 0-15 0,0 0-29 15,0 0-61-15,-1 9-46 0,1-9-315 0,0 0-890 0,0 0 394 16</inkml:trace>
  <inkml:trace contextRef="#ctx0" brushRef="#br0" timeOffset="69436.7742">12293 2199 351 0,'-3'-3'406'0,"3"3"1"15,0 0-3-15,0 0 2 0,0 0-5 0,0 0-11 16,0 0-3-16,0 0-6 0,0 0-1 0,0 0-7 16,0 0-22-16,0 0-18 0,0 0-5 0,0 0-24 0,0 0-27 15,0 0-17-15,0 0-25 0,0 0-27 16,9-5-24-16,-9 5-16 0,10-4-18 0,-2 2-12 16,-2 0-26-16,3 0-9 0,5-2-30 0,-2 1-49 15,-2-1-40-15,-1 4-48 0,-1 0-50 0,-2 0-58 0,-2-1-67 16,3-2-59-16,0 2-69 0,-3 0-53 15,-4 1-43-15,0 0-26 0,0 0-327 0,5 3-883 16,-5-3 391-16</inkml:trace>
  <inkml:trace contextRef="#ctx0" brushRef="#br0" timeOffset="69682.2441">12247 2352 56 0,'-3'3'342'0,"-2"1"26"0,5-3 44 16,0-1 34-16,0 0 29 0,-4 4 15 0,4-4 12 15,-2 3 4-15,2-3 3 0,0 0-5 0,0 0-18 16,0 0-28-16,0 0-38 0,0 0-42 0,17-5-33 16,-5 0-28-16,7-3-23 0,-1 1-23 0,1 2-26 0,0-2-26 15,2 1-71-15,-6-1-148 0,3 2 0 0,-5 0 0 16,-3 4 0-16,0-2 0 0,-3 2 0 16,0 0 0-16,-2-1 0 0,1 1 0 0,-6 1 0 15,7-2 0-15,-3-4 0 0,0 6 0 0,-4 0 0 16,0 0-57-16,6-2-294 0,-6 2-61 0,0 0-58 0,0 0-68 15,0 0-67-15,0 0-355 0,0 0-1040 16,0 0 460-16</inkml:trace>
  <inkml:trace contextRef="#ctx0" brushRef="#br0" timeOffset="70136.6265">13591 1799 411 0,'-2'-10'560'0,"-1"4"0"16,2 0 3-16,-1-2-10 0,4 3 5 16,-5 0-18-16,4-1-20 0,-2 3-20 0,1 3-31 0,0-6-33 15,0 6-36-15,0-5-34 0,0 5-35 0,-4-2-37 16,4 2-33-16,-4-3-35 0,4 3-20 0,0 0-26 16,0 0-22-16,0 0-59 0,-3 11-99 0,3-6 0 15,0 8 0-15,-2-1 0 0,2 2 0 16,-5 7 0-16,1-3 0 0,3 2 0 0,-3-3 0 15,3 2 0-15,0-1 0 0,-2 1 0 0,1 1 0 0,-1-1 0 16,2 1 0-16,-2-2 0 0,-1-2 0 0,3 1 0 16,-1-2 0-16,0-4 0 0,2 0 0 0,-1-1 0 15,2-3 0-15,-2-1 0 0,0 1-6 16,1-7-307-16,0 6-9 0,1-3-35 0,-1-3-70 16,0 0-60-16,0 0-61 0,14-8-408 0,-10 1-1035 15,0-3 459-15</inkml:trace>
  <inkml:trace contextRef="#ctx0" brushRef="#br0" timeOffset="70403.3396">13550 1860 20 0,'0'-6'353'0,"-1"0"15"0,2 0 27 15,-2 1 17-15,0-2 20 0,1 3 23 0,0 4 1 16,2-9 1-16,-2 5-23 0,0 4-12 0,0-8-19 16,0 8-23-16,0 0-29 0,0 0-44 0,1-4-20 15,-1 4-27-15,0 0-21 0,0 0-31 0,0 0-17 16,0 0-18-16,0 0 9 0,20 9-4 0,-11-2-12 15,3 4-17-15,6-2-10 0,-4 0-11 0,4 2-15 16,1 1-14-16,-2 4-65 0,7-2-34 0,-5-3 0 16,-2 0 0-16,1 0 0 0,-1 1 0 0,-1-1 0 15,2-2 0-15,-3 0 0 0,2-1 0 0,-7-1 0 16,2-4 0-16,-3 4-138 0,-2-2-40 0,0-1-31 16,-2-2-28-16,0 1-34 0,0-3-45 0,4 0-76 15,-9 0-63-15,13-6-60 0,-9 2-399 0,0-3-989 16,1-1 437-16</inkml:trace>
  <inkml:trace contextRef="#ctx0" brushRef="#br0" timeOffset="70735.2959">13910 1699 2 0,'0'-4'414'0,"0"-1"14"0,0 0 23 0,0 1 18 16,-1 0 32-16,1 4 7 0,0-7-2 0,0 7-21 15,0 0-37-15,1-6-24 0,-1 6-28 0,0 0-38 16,2-4-25-16,-2 4-32 0,0 0-32 0,0 0-28 15,0 0-28-15,0 0-13 0,0 0 21 0,4 20 7 16,-3-9-7-16,-1 1-19 0,1 4-14 0,1-1-14 16,-1 4-164-16,1-2-10 0,-2 1 0 0,2 3 0 15,-2-2 0-15,-2 1 0 0,2-3 0 16,-1 2 0-16,1-1 0 0,0 0 0 0,0-1 0 0,-1-3 0 16,0 1 0-16,-1-3 0 0,2 4 0 0,-1-4 0 15,1-3 0-15,-4 2 0 0,4-2 0 0,0-2 0 16,0 0 0-16,0-1 0 0,0-1 0 0,0 0 0 15,0-5 0-15,-1 8 0 0,1-8 0 16,0 0 0-16,1 8 0 0,-1-8 0 0,-1 4 0 16,1-4 0-16,0 0-333 0,0 0-86 0,0 0-81 0,15-11-63 15,-7 5-54-15,1-2-344 0,-2-2-1039 0,6-1 460 16</inkml:trace>
  <inkml:trace contextRef="#ctx0" brushRef="#br0" timeOffset="71020.4151">14146 1935 192 0,'0'0'441'0,"10"2"9"0,-10-2 17 16,0 0 21-16,0 0 9 0,0 0 0 0,0 0-15 15,0 0-9-15,0 0-36 0,0 0-18 0,0 0-26 16,0 0-30-16,0 0-30 0,5 2-35 0,-5-2-32 16,0 0-24-16,0 6-5 0,0-6-7 0,-1 10-11 15,1-1-10-15,-3 0-15 0,1 0-17 0,0 3-23 16,1-1-121-16,-1 0-33 0,-1 1 0 0,3-1 0 15,-2-1 0-15,0-1 0 0,1 2 0 0,0 0 0 16,1-6 0-16,0 2 0 0,-2-1 0 0,1-1 0 16,1-1 0-16,0-4 0 0,0 0 0 0,-1 10 0 15,1-10 0-15,-2 3 0 0,2-3 0 0,0 0 0 16,0 0-257-16,0 0-102 0,0 0-64 0,0 0-64 16,7-29-82-16,-4 18-447 0,-2-9-1101 0,-1-7 486 15</inkml:trace>
  <inkml:trace contextRef="#ctx0" brushRef="#br0" timeOffset="71201.1725">14165 1795 287 0,'0'0'428'0,"1"-4"-3"0,-1 4 6 15,0 0 28-15,3-5 13 0,-3 5 11 0,0 0-5 16,0-6-25-16,0 6-25 0,0 0-34 0,0 0-39 16,0 0-40-16,0 0-37 0,0 0-26 0,0 0-21 15,0 0-25-15,0 0-26 0,0 0-48 0,0 0-49 16,0 0-53-16,0 0-40 0,0 0-44 0,0 0-58 15,5 12-53-15,-4-9-58 0,0 1-54 16,-1-4-54-16,4 4-60 0,0-2-77 0,-3 2-328 0,-1-4-860 16,0 0 381-16</inkml:trace>
  <inkml:trace contextRef="#ctx0" brushRef="#br0" timeOffset="71788.4663">13286 2365 111 0,'0'0'474'0,"0"0"-4"0,-12-1-3 0,12 1-7 16,0 0-20-16,0 0-20 0,0 0-19 0,0 0-29 15,0 0-20-15,0 0-20 0,0 0-19 0,0 0-20 16,0 0-13-16,0 0-17 0,0 0-12 0,0 0-17 16,0 0-3-16,0 0-7 0,0 0-7 15,0 0-13-15,0 0-3 0,0 0-6 0,0 0-5 16,0 0-10-16,0 0-4 0,0 0-18 0,0 0-18 0,0 0-10 16,36-2-118-16,-7 0-12 0,21-1 0 0,5-1 0 15,5-3 0-15,31-1 0 0,6 0 0 0,5-1 0 16,11 4 0-16,-3-4 0 0,5-2 0 0,2 3 0 15,-5-3 0-15,-1 1 0 0,-10-2 0 16,-35 8 0-16,-5-2 0 0,-8 2 0 0,-20 2 0 16,-5 4 0-16,-9-5 0 0,-7 2 0 0,-2 1 0 0,-2 0 0 15,-1-1 0-15,-3 0 0 0,-4 1 0 0,9-3 0 16,-9 3 0-16,0 0 0 0,0 0 0 16,0 0 0-16,0 0 0 0,-34-1 0 0,22 1 0 15,1 1 0-15,0-1 0 0,0-1-459 0,-3 1-139 16,4 2-103-16,1 0-372 0,-3-1-1161 0,12-1 514 15</inkml:trace>
  <inkml:trace contextRef="#ctx0" brushRef="#br0" timeOffset="72636.8099">13500 2776 135 0,'0'0'450'0,"0"0"-8"15,0 0-11-15,0 0-6 0,0 0 0 0,0 0-14 16,0 0-15-16,0 0-13 0,0 0-10 0,0 0-21 15,0 0-19-15,0 0-22 0,-2-3-23 0,2 3-25 16,0 0-15-16,0 0-30 0,0 0-11 0,9-7-22 16,-9 7-25-16,6-4-9 0,0 2-21 0,1 1-15 15,4 0-15-15,0 1-10 0,0 2-11 0,2 2-10 16,0 0-3-16,4 1-1 0,0-1-6 0,-2 5-11 16,1-1 0-16,-1 1-20 0,-2 0 4 0,-4 0-3 15,6 3 4-15,-7-2-11 0,3-2 4 0,-6 3-2 16,-1 0 1-16,1-1-8 0,-5 1 4 0,2 1-1 15,-4 0 5-15,0-3-15 0,-1 5-4 0,-1-4-3 16,-3 0 8-16,2 0 0 0,-2 0-2 0,1-3 2 16,1-2 6-16,0 0-13 0,1-3 10 0,-1 1 6 15,1 1 10-15,4-2 33 0,0-2 23 0,0 0 14 16,0 0-62-16,-9-8-38 0,8 3 0 0,-2-4 0 16,3-3 0-16,3-3 0 0,-2-1 0 0,4 0 0 15,-1 0 0-15,4 0 0 0,0 0 0 0,3 0 0 16,0 0 0-16,3 1 0 0,1 4 0 0,0-2 0 15,-1 3 0-15,4 0 0 0,-3 4 0 0,3-1 0 16,-3 4 0-16,3 1 0 0,-1 2 0 0,-4 2 0 16,2 1 0-16,3 3 0 0,-7 0 0 0,1 0 0 15,-1 3 0-15,-2-2 0 0,0 4 0 0,-1-4 0 16,-3 4 0-16,-1-1 0 0,0 1 0 0,-2 0 0 16,1 0 0-16,-1-2 0 0,-2 2 0 0,-2-3 0 15,-1 2 0-15,3-4 0 0,0 0 0 16,-1-2 0-16,1 1 0 0,-1-2 0 0,1-3 0 0,0 4 0 0,0-4 0 15,0 0 0-15,0 0 0 0,0 0 0 16,0 0 0-16,0 0 0 0,12-13 0 0,-6 4 0 16,-1-3 0-16,1 4 0 0,4-4 0 0,-1-1 0 15,0-1 0-15,1 5 0 0,-5-1 0 0,3-1 0 16,1 2 0-16,-1 3 0 0,-3 1 0 0,0 0 0 0,0 0 0 16,2 3 0-16,-2 1 0 0,5 1 0 15,-3 0 0-15,0 1 0 0,3 3 0 0,-1 1 0 16,-4 1 0-16,4-1 0 0,-1 3 0 0,-1 3 0 15,-1-1 0-15,-1-1 0 0,0 2 0 0,0 3 0 16,-4-4 0-16,4 0 0 0,-4 3 0 0,1-4 0 0,-2 3 0 16,1-3 0-16,0 2 0 0,-1-2 0 0,0-3 0 15,4-2 0-15,-4 3 0 0,-2-1 0 16,2-6 0-16,0 5-270 0,2-3-83 0,-2-2-42 0,4 5-61 16,-4-5-82-16,0 0-493 0,0 0-1114 15,23-8 492-15</inkml:trace>
  <inkml:trace contextRef="#ctx0" brushRef="#br0" timeOffset="72976.0711">14417 2944 492 0,'0'0'613'0,"0"0"19"15,0 0 5-15,0 0 15 0,0 0-8 0,0 0-34 16,4 0-39-16,-4 0-44 0,0 0-44 0,0 0-40 15,0 5-45-15,0-5-37 0,0 0-38 0,0 5-30 16,1-2-24-16,-1 2-26 0,1 5-243 0,2-1 0 16,-2 1 0-16,1 6 0 0,0-3 0 0,-2-2 0 15,2 6 0-15,-2-6 0 0,0 3 0 0,-2-4 0 0,4 1 0 16,-2 1 0-16,0-2 0 0,-2-1 0 16,2-2 0-16,0 1 0 0,0-2 0 0,2-2 0 15,-2 2 0-15,0-3 0 0,0 1 0 0,0-1 0 16,0-3 0-16,3 5 0 0,-3-5 0 0,0 3 0 15,0-3 0-15,0 0 0 0,0 0 0 0,0 0 0 0,0 0 0 16,0 0 0-16,0 0 0 0,0 0 0 16,1-16-164-16,0 7-318 0,3 0-70 0,-1-3-84 15,-1 0-424-15,2-5-1148 0,-2-1 508 0</inkml:trace>
  <inkml:trace contextRef="#ctx0" brushRef="#br0" timeOffset="73221.7861">14449 2748 526 0,'0'0'582'0,"0"0"13"16,0 0 21-16,0 0 11 0,0 0 2 0,0 0-15 16,0 0-25-16,0 0-32 0,0 0-39 0,0 0-46 15,0 0-39-15,0 0-32 0,0 0-50 0,0 0-32 16,0 0-30-16,0 0-216 0,0 0-73 0,0 0 0 15,0 0 0-15,0 0 0 0,0 0 0 0,0 0 0 16,0 0 0-16,0 0 0 0,0 0-68 0,0 0-290 16,0 0-87-16,0 0-84 0,0 0-101 0,0 0-398 15,0 0-1111-15,0 0 491 0</inkml:trace>
  <inkml:trace contextRef="#ctx0" brushRef="#br0" timeOffset="75331.3863">15411 2243 78 0,'0'0'348'0,"0"0"-2"0,0 0 1 15,0 9-11-15,0-9 0 0,0 0-3 0,0 0-11 16,0 0-6-16,0 0 2 0,0 0 0 0,0 0-3 16,0 0-4-16,0 0-6 0,0 0-8 0,9 2-10 15,-9-2-16-15,0 0-17 0,0 0-13 0,0 0-33 16,9-5-19-16,-5 4-19 0,3-5-15 0,5 1-10 16,-2 3-18-16,2-1-18 0,0 1-8 0,0-1-13 15,-1 0-12-15,0 0-5 0,0 2-13 0,-1 0-19 16,-3-1-35-16,-1 2-41 0,-6 0-52 0,9-2-50 15,-8 1-63-15,4-1-65 0,-5 2-47 0,5-2-43 16,-5 2-30-16,0 0-36 0,8 5-23 0,-8-2-314 16,0 0-823-16,0-3 364 0</inkml:trace>
  <inkml:trace contextRef="#ctx0" brushRef="#br0" timeOffset="75624.1821">15415 2381 264 0,'-4'2'392'0,"4"-2"36"0,0 0 2 16,0 0 17-16,0 5 1 0,0-5-3 0,0 0-9 16,0 0-12-16,0 0-16 0,0 0-17 0,0 0-23 15,8 3-10-15,-8-3-21 0,0 0-15 0,9-2-14 16,-9 2-20-16,10-1-17 0,-1 0-23 0,-2-1-19 16,2 0-25-16,3 0-20 0,-3 1-16 0,0-2-15 15,-2 2-20-15,5-2-26 0,-4 0-107 0,1 2 0 16,-2 1 0-16,-1-1 0 0,0-2 0 0,0 2 0 15,-1-1 0-15,0 0 0 0,-5 2 0 0,9-1 0 16,-4-2 0-16,-1 2 0 0,1-2 0 0,-5 3 0 16,8-1-130-16,-2 0-110 0,-2 0-42 0,5-2-58 15,0-1-63-15,1 4-66 0,2-4-72 0,-1 0-424 16,7 0-1044-16,1-1 462 0</inkml:trace>
  <inkml:trace contextRef="#ctx0" brushRef="#br0" timeOffset="76090.2748">17189 1810 199 0,'1'-8'446'0,"0"2"-9"0,1 1 9 0,-2 0-1 15,0 0-3-15,0-1-7 0,0 2-12 16,0 4-11-16,0-8-13 0,0 8-18 0,1-7-21 16,-1 7-19-16,-1-3-15 0,1 3-21 0,0 0-28 15,0 0-26-15,0 0-24 0,0 0-25 0,0 0-18 16,0 0-34-16,0 0-13 0,0 0-17 0,0 0-8 15,2 18 15-15,-1-8-5 0,-1 1-4 0,0 6-9 0,0 0-3 16,3 2 0-16,-1 0-60 0,-2-1-46 16,-2 1 0-16,2 0 0 0,2 2 0 0,-2-5 0 15,-2 3 0-15,1-1 0 0,1-2 0 0,0-3 0 16,1-2 0-16,1 0 0 0,0 0 0 0,-2-3 0 16,0-1 0-16,0 2 0 0,0-6 0 0,1 2 0 15,-2 1 0-15,1-6 0 0,1 7 0 0,-1-7 0 16,0 5 0-16,0-5 0 0,0 6 0 0,0-6 0 15,0 0 0-15,0 0 0 0,0 0 0 0,0 0 0 16,0 0-316-16,0 0-171 0,0 0-102 0,-15-14-545 16,10 2-1227-16,-5 6 543 0</inkml:trace>
  <inkml:trace contextRef="#ctx0" brushRef="#br0" timeOffset="76576.3372">16380 2437 270 0,'-6'1'332'0,"6"-1"-3"0,-6 0-11 0,6 0-23 15,0 0-14-15,-4 2-15 0,4-2-21 16,0 0-16-16,0 0-18 0,0 0-3 0,-5 1-16 0,5-1-14 15,0 0-11-15,0 0-15 0,0 0 0 0,0 0-2 16,0 0 2-16,0 0-2 0,-4 3 3 0,4-3 0 16,0 0 4-16,0 0 0 0,0 0 0 0,0 0 0 15,0 0-2-15,0 0-2 0,0 0 0 16,0 0-2-16,0 0 0 0,0 0-6 0,0 0-4 0,0 0-2 16,-5 2-3-16,5-2-4 0,0 0 4 0,0 0-10 15,0 0-16-15,0 0-5 0,0 0-14 0,30-8-12 16,-1 7-4-16,8-3-7 0,18-4-10 15,9-1-4-15,1-1-4 0,40-2 2 0,-3-2-15 16,3 2 15-16,9-3 10 0,10-1 3 0,4-1 16 16,3-4 2-16,7 4 14 0,-5-1-54 0,1-5-43 0,3 2 0 15,-8 1 0-15,-6 4 0 0,-8 2 0 0,-10 0 0 16,-11 6 0-16,-35 2 0 0,-5-1 0 0,-16 4 0 16,-6 1 0-16,-10 2 0 0,-6-5 0 15,-2 5 0-15,-3-2 0 0,-4 1 0 0,0 0 0 0,-1 2 0 16,-6-1 0-16,5-1 0 0,-5 1 0 0,0 0 0 15,0 0 0-15,-15 13 0 0,1-9-150 0,-2 3-421 16,1-3-116-16,-2 4-444 0,-2-3-1224 0,1-2 541 16</inkml:trace>
  <inkml:trace contextRef="#ctx0" brushRef="#br0" timeOffset="77592.9755">16596 2888 315 0,'-6'-5'378'0,"5"3"8"16,1 2 10-16,-1-7-9 0,0 3-5 0,-1 0-7 15,2 4 0-15,0-8-2 0,0 4-5 0,0 4-12 0,2-8-8 16,-2 3-19-16,1 0-2 0,-1 0-25 0,1 1-14 16,-1-2-23-16,1-1-17 0,2 3-22 0,-2-1-16 15,2-1-17-15,1 1-26 0,0 0-6 0,0 2-22 16,1-3-19-16,2 1-15 0,2-1-11 15,0 3-9-15,3-1 0 0,-1 0-12 0,-1 3-14 0,-1-1-3 16,3 0-14-16,-2 2-3 0,3 3-9 0,-3-1 0 16,4 2-7-16,-4 2 2 0,2 1-4 15,-1 0-11-15,-3 2-10 0,1 0 0 0,0 5 0 0,-3-1 0 16,-2-3 0-16,-1 3 0 0,-1 3 0 16,-2 0 0-16,-4 3 0 0,-1-2 0 0,-2 0 0 0,-2-1 0 15,-4 2 0-15,0-5 0 0,0 3 0 0,-2-5 0 16,3 1 0-16,2-6 0 0,-1 1 0 0,-1 2 0 15,3-3 0-15,3-2 0 0,-2-1 0 16,3-2 0-16,1 0 0 0,-1 0 0 0,5-1 0 0,-10-3 0 16,6-3 0-16,2 0 0 0,-1 0 0 0,-1-1 0 15,4-3 0-15,-2-3 0 0,2 3 0 0,-2-5 0 16,4 4 0-16,-2-1 0 0,2 0 0 0,2 1 0 16,-3 0 0-16,3 2 0 0,-4-1 0 15,4 1 0-15,-3 1 0 0,3 2 0 0,-4 2 0 16,1-2 0-16,-1 3 0 0,0-1 0 0,2 1 0 0,-2 3 0 15,2-6 0-15,-2 3 0 0,0 3 0 0,0 0 0 16,5-1 0-16,-5 1 0 0,0 0 0 0,0 0 0 16,0 0 0-16,0 0 0 0,0 0 0 0,0 12 0 15,0-9 0-15,3 4 0 0,-6-1 0 16,6 3 0-16,-6 3 0 0,3-5 0 0,3 4 0 0,-3-4 0 16,0 6 0-16,1-4 0 0,-1 0 0 0,1 1 0 15,2-5 0-15,-2 1 0 0,-1 1 0 0,0-3 0 16,4 0 0-16,-4-1 0 0,0-3 0 15,1 5 0-15,-1-5 0 0,3 4 0 0,3-4 0 0,-6 0 0 16,0 0 0-16,17-4 0 0,-6 0 0 0,-3 1 0 16,4 0 0-16,-6-2 0 0,8-1 0 0,-8 2 0 15,3 1 0-15,-2 2 0 0,-1-1 0 0,1 0 0 16,0-2 0-16,-2 2 0 0,3 0 0 0,0 1 0 16,-2 1 0-16,-6 0 0 0,22 1 0 0,-12 0 0 15,0-1 0-15,4 6 0 0,-2-2 0 0,-1 0 0 16,6 2 0-16,-4 0 0 0,-2 1 0 0,1-4 0 15,0 4 0-15,0-2 0 0,-2-2 0 0,2 2-172 16,-1-4-244-16,-1 0-102 0,2-2-109 0,-6-2-450 16,6 0-1166-16,-1 0 516 0</inkml:trace>
  <inkml:trace contextRef="#ctx0" brushRef="#br0" timeOffset="78110.1931">17488 3109 331 0,'6'0'447'0,"-5"2"22"0,-1-2 18 16,6 1-5-16,-4 1-11 0,-2-2-22 0,0 0-25 15,0 0-29-15,0 0-11 0,0 0-12 0,0 0-13 16,0 0-36-16,0 0-18 0,0 0-17 0,0 0-11 15,-11-10-24-15,5 6-14 0,2-2-7 0,-4 0-11 16,0-2-4-16,0 2-15 0,-2-4-6 0,0 3-11 16,1-9-5-16,-1 1-177 0,-3 1-3 0,3-2 0 15,-4-7 0-15,2 1 0 0,-1-4 0 0,2 0 0 16,2-3 0-16,1-1 0 0,-2 0 0 0,5-3 0 16,1 1 0-16,4 1 0 0,0 3 0 0,4-1 0 15,1 3 0-15,1 2 0 0,1 0 0 0,-1 7 0 16,3 0 0-16,1 3 0 0,3 0 0 0,-1 3 0 15,0 0 0-15,-1 4 0 0,-1-1 0 16,1 4 0-16,1 0 0 0,1 2 0 0,-1 2 0 0,4 2 0 16,-3 0 0-16,-1 2 0 0,2 1 0 0,2 3 0 15,-6 0 0-15,-1 2 0 0,0 0 0 0,-4 5 0 16,4 0 0-16,-8 2 0 0,3 1 0 0,-5-3 0 16,-2 1 0-16,-3 1 0 0,-8 4 0 0,-2 0 0 15,-4-1 0-15,-4-1 0 0,2-1 0 0,0-2 0 16,-1-3 0-16,3-4 0 0,6 0 0 0,1-3 0 15,0-2 0-15,4 0 0 0,3-1 0 0,-2-1 0 16,3 0 0-16,0-1 0 0,1 1 0 0,4-2 0 16,0 0 0-16,0 0 0 0,0 0 0 0,0 0-108 15,0 0-427-15,18-12-55 0,1 10-64 0,1-3-397 16,1 3-1138-16,1 0 503 0</inkml:trace>
  <inkml:trace contextRef="#ctx0" brushRef="#br0" timeOffset="78478.5067">17733 2977 192 0,'0'0'461'0,"0"0"26"0,9-8 30 0,-9 8 20 0,1-7 4 16,-1 7-7-16,0-6-2 0,0 6-18 0,3-3-14 15,-3 3-21-15,0-4-21 0,0 4-37 16,0 0-34-16,0 0-31 0,1-5-41 0,-1 5-29 0,0 0-30 15,0 0-28-15,0 0-38 0,0 0-190 0,0 0 0 16,0 0 0-16,0 17 0 0,0-6 0 0,0 2 0 16,0 3 0-16,0-1 0 0,0 1 0 0,-4 1 0 15,4 3 0-15,-1-2 0 0,-2 0 0 0,2 1 0 16,-3 0 0-16,3 1 0 0,-2-1 0 0,-2 6 0 16,5-8 0-16,0 1 0 0,0 0 0 0,2-1 0 15,-4 0 0-15,2-5 0 0,0 1 0 0,0-2 0 16,0 1 0-16,2-2 0 0,-4-1 0 15,4-3 0-15,-2 0 0 0,2-2 0 0,-2-1 0 16,0 1 0-16,4 0 0 0,-4-4 0 0,0 0-157 0,6 0-291 16,-6 0-41-16,0 0-39 0,17-11-43 0,-12 2-429 15,-5-2-1083-15,5 0 479 0</inkml:trace>
  <inkml:trace contextRef="#ctx0" brushRef="#br0" timeOffset="78826.7476">17738 2935 28 0,'4'-7'408'0,"-4"3"26"0,4-1 19 15,-3-1 15-15,3 1 4 0,-3 2-15 0,4-3-15 16,-2 1-28-16,-1 1-27 0,2 2-23 16,-4 2-17-16,3-6-40 0,-3 6-33 0,6-2-30 0,1 0-23 15,0 2-21-15,4 2-12 0,0 0-2 0,2 3 1 16,0-3-10-16,3 4-16 0,-4 0-3 0,2 2-15 15,0 2-20-15,-4-3-8 0,-2 3-13 16,1-2-7-16,-3 4-2 0,-1-2-15 0,-1 1-1 16,2-1-9-16,-6 1-3 0,0-1-14 0,-1-1 5 0,-4 4 0 15,-3-4-10-15,-3 5 0 0,-4-4-46 0,-1 1 0 16,-2-5 0-16,0 3 0 0,-9-3 0 16,10 0 0-16,1-2 0 0,1 0 0 0,2-4 0 15,3 0 0-15,-2 1 0 0,3-1 0 0,9 0-65 16,-11-3-19-16,3 2-32 0,3 0-25 0,0-1-32 0,5 2-37 15,-6-7-40-15,3 4-60 0,3 3-51 0,0 0-55 16,8-15-41-16,-2 13-56 0,1-1-337 0,3-1-919 16,0-2 407-16</inkml:trace>
  <inkml:trace contextRef="#ctx0" brushRef="#br0" timeOffset="80661.4295">18423 2694 92 0,'0'0'349'0,"0"-7"1"0,0 2 0 0,0 1 13 0,3-1 11 16,-2 2 21-16,-1-1 0 0,3 0 5 0,-3 4 3 15,1-5 4-15,-1 2-2 0,0 3 0 0,0 0-4 16,2-6-6-16,-2 6-11 0,0-5-12 16,0 5-17-16,3-2-25 0,-3 2-24 0,0 0-25 0,0 0-29 15,0 0-23-15,0 0-31 0,0 0-198 0,0 0 0 16,5-2 0-16,-5 2 0 0,0 0 0 0,0 0 0 16,0 9 0-16,4-3 0 0,-4 0 0 15,1 2 0-15,2 4 0 0,-2-1 0 0,-1 1 0 16,5 5 0-16,-2-3 0 0,-2 3 0 0,-1-1 0 0,5 0 0 15,-5-4 0-15,1 3 0 0,1 3 0 0,1-2 0 16,-4-3 0-16,2-3 0 0,-2 1 0 0,1 0 0 16,0-4 0-16,0 4 0 0,-1-6 0 0,1 2 0 15,1-2 0-15,-1-2 0 0,0-3 0 0,0 6 0 16,1-1 0-16,-1-5 0 0,0 0 0 0,0 0 0 16,0 0 0-16,0 0-84 0,0 0-328 0,0 0-66 15,0 0-52-15,0 0-69 0,-2-19-416 0,1 7-1099 16,-7 0 485-16</inkml:trace>
  <inkml:trace contextRef="#ctx0" brushRef="#br0" timeOffset="81061.2053">18283 2533 367 0,'2'-3'435'0,"-1"0"18"0,3-1 12 0,-1 0 0 15,-1 1-17-15,4-1-25 0,-1-1-30 0,0 1-38 16,1 1-25-16,1-1-14 0,2 1-16 0,3-1-24 0,0 2-17 16,-1-2-18-16,8 4-21 0,3-1-16 0,-1 1-15 15,7 4-9-15,-7-2-20 0,9 4-17 16,-3 1-13-16,1 2-16 0,1 2-6 0,-11 0-11 16,6 3-14-16,1-1-9 0,-2 0 8 0,-9 2-10 15,2-2-7-15,-3 1-12 0,0 3 3 0,-2 0 4 16,-3-1 9-16,-1 2-14 0,-5 1 7 0,-3 0 3 0,-3-1 1 15,-4 10 5-15,-3-5-9 0,-3-2 7 0,-2 4-13 16,-4-2-56-16,0 0 0 0,-4-3 0 16,1-2 0-16,0 1 0 0,3-2 0 0,5-6 0 15,1-2 0-15,3-3 0 0,1 1 0 0,0-2 0 16,5-2 0-16,-3 1 0 0,3 0 0 0,0 0 0 0,0-1 0 16,1 0 0-16,4-3 0 0,0 0 0 0,-6 3 0 15,6-3 0-15,0 0 0 0,0 0 0 0,0 0-187 16,0 0-234-16,0 0-75 0,0 0-59 15,29-10-59-15,-18 7-373 0,1-2-1069 0,5 1 474 16</inkml:trace>
  <inkml:trace contextRef="#ctx0" brushRef="#br0" timeOffset="81383.4696">18890 2944 408 0,'5'-3'505'15,"-4"0"38"-15,-1 3 28 0,0 0 24 0,0 0 1 16,3-3-17-16,-3 3-29 0,0 0-28 0,0 0-34 16,0 0-29-16,0 0-35 0,0 0-36 0,0 0-32 15,0 0-39-15,0 0-33 0,0 0-31 0,0 0-24 16,0 0-105-16,2 13-124 0,-3-6 0 0,-2 1 0 16,1 3 0-16,-2 2 0 0,3 1 0 0,-2-1 0 15,1 0 0-15,2-1 0 0,-3 6 0 0,2-6 0 16,-2 5 0-16,2-7 0 0,1 7 0 0,-1 0 0 15,-1-4 0-15,0-1 0 0,2-1 0 0,-3-1 0 16,2-1 0-16,-2-1 0 0,3 0 0 0,0-2 0 16,0-1 0-16,0-5 0 0,0 9 0 0,-1-6 0 15,1 1 0-15,0-4 0 0,0 0 0 0,0 0-401 16,0 4-55-16,0-4-28 0,0 0-36 0,0 0-30 16,-5-18-22-16,5 10-296 0,0-6-941 0,-1-2 416 15</inkml:trace>
  <inkml:trace contextRef="#ctx0" brushRef="#br0" timeOffset="81683.9283">18885 2893 316 0,'3'-6'372'0,"0"-1"30"0,2 0 24 0,-2 1 14 16,-1 2 0-16,2-1-12 0,1 0-19 0,-2 0-21 16,1 1-29-16,-1 0-26 0,5 0-31 0,-3-1-32 15,3 2-27-15,1 0-16 0,2 2-14 0,2 1-20 16,0 3-22-16,-2-2-9 0,2 1-11 0,-2 0-13 15,1 3-12-15,-3 2-10 0,1-1-1 0,-1 2-10 16,0 0-10-16,1 0-2 0,-3 2-11 0,-3 1-10 16,-2-1-14-16,1 2 1 0,-2-3-6 0,-2 2-2 15,-3 0 5-15,-1 1-10 0,-3 2-1 0,-5 0-3 16,3-3-13-16,-8 2 11 0,4-1-8 0,-4-3-9 16,2 1 2-16,-1-3-11 0,5-1-27 0,0-3-17 15,3 1-24-15,-2 2-30 0,4-4-33 0,3 1-36 16,-1-1-45-16,5-2-62 0,0 0-56 0,-9 0-80 15,9 0-71-15,0 0-58 0,0 0-334 0,0 0-928 16,0 0 411-16</inkml:trace>
  <inkml:trace contextRef="#ctx0" brushRef="#br0" timeOffset="82012.8802">19251 3113 445 0,'4'-2'562'0,"-4"2"38"0,0 0 20 16,4-4 19-16,-4 4-5 0,4-1-20 0,-4 1-35 16,0 0-38-16,0 0-41 0,0 0-37 0,0 0-41 15,0 0-37-15,0 0-40 0,0 0-38 0,0 0-29 16,0 0-33-16,0 0-233 0,0 0-12 0,2 10 0 16,-2-6 0-16,0 0 0 0,-2 2 0 0,-1 2 0 15,2 0 0-15,-1 3 0 0,0-2 0 0,1 1 0 16,-3-2 0-16,4 2 0 0,-4-2 0 15,4 2 0-15,-2 1 0 0,-1-4 0 0,3 1 0 0,-3-2 0 16,2 1 0-16,-1-3 0 0,2 1 0 0,-3 1 0 16,3-6 0-16,-1 6 0 0,1-6 0 0,-1 3 0 15,1-3 0-15,-2 3 0 0,2-3 0 0,0 0-157 16,0 0-300-16,0 0-47 0,0 0-43 0,7-22-54 16,-5 11-387-16,2-4-1070 0,1-2 473 15</inkml:trace>
  <inkml:trace contextRef="#ctx0" brushRef="#br0" timeOffset="82217.5195">19278 2948 340 0,'3'-4'448'0,"-3"4"30"0,0 0 36 0,0 0 16 16,0 0-2-16,0 0-4 0,2-2-35 0,-2 2-31 0,0 0-42 15,0 0-45-15,0 0-46 0,0 0-25 0,0 0-33 16,0 0-26-16,0 0-25 0,0 0-56 0,0 0-60 15,0 0-53-15,0 0-53 0,0 0-64 0,0 0-60 16,0 0-64-16,0 0-58 0,0 0-45 16,0 0-33-16,0 0-45 0,0 0-54 0,0 0-350 15,0 0-843-15,0 0 374 0</inkml:trace>
  <inkml:trace contextRef="#ctx0" brushRef="#br0" timeOffset="83019.117">18611 2416 26 0,'0'0'318'0,"0"0"2"0,-9 3-7 0,9-3-5 16,-2 1-6-16,2-1-4 0,0 0-13 0,0 0-8 15,0 0-4-15,-2 3-4 0,2-3-9 0,-4 3-2 16,4-3-12-16,0 0-6 0,0 0-3 0,0 0-3 16,0 0-2-16,0 0-1 0,0 0-8 0,0 0-5 15,0 0-2-15,0 0-3 0,0 0 1 0,0 0-6 16,0 0-8-16,0 0-13 0,0 0-8 0,0 0-17 16,0 0-11-16,27-4-25 0,-9 3 1 0,14 0 1 15,0-3 3-15,6 0-4 0,1-2-8 0,-1 4-12 16,3 0-5-16,-4 1-13 0,-5-4-52 0,-1 1-37 15,-12 3 0-15,1-1 0 0,-9 0 0 0,1 2 0 16,-3-2 0-16,0 2 0 0,-5 0 0 0,2-2 0 16,-6 2 0-16,8-1 0 0,-8 1 0 0,0 0 0 15,8 0 0-15,-8 0 0 0,0 0 0 0,0 0-61 16,0 0-144-16,5 3-25 0,-5-3-49 0,0 0-46 16,0 0-45-16,0 0-53 0,0 0-65 0,0 0-53 15,0 0-338-15,0 0-951 0,0 0 422 0</inkml:trace>
  <inkml:trace contextRef="#ctx0" brushRef="#br0" timeOffset="83718.3833">19443 2348 250 0,'0'0'327'0,"0"0"8"0,0 0 14 0,-11-7 9 16,11 7 2-16,0 0 6 0,2-6-1 0,-2 6 0 16,0 0-4-16,-4-2-2 0,4 2-15 0,0 0-9 15,0 0-4-15,0 0-23 0,0 0-12 16,-4-3-25-16,4 3-19 0,0 0-18 0,0 0-17 15,0 0-26-15,0 0-26 0,0 0-18 0,0 0-14 0,0 0-7 16,15-4-21-16,-10 2-13 0,2 1-13 0,-7 1-15 16,10-2-6-16,-3 2-12 0,-1 0-6 0,3 0-3 15,-4 2 3-15,3-1-18 0,-3 1-4 16,-5-2 1-16,10 4 1 0,-6-2-10 0,1 1-2 16,-1 3-6-16,-1-3 3 0,-3 3 1 0,2-1-3 0,0 0 5 15,-4 4-2-15,1-1-3 0,-3-2 5 0,0 2-5 16,-1 2-9-16,-5-5 1 0,5 5-2 0,-3-4 2 15,3 0-3-15,0 0 8 0,-3-2-6 16,5-1 6-16,0 0-3 0,-1 1-1 0,1-2 0 16,3-2-1-16,-1 3 2 0,1-3 4 0,-2 4 17 15,2-4-18-15,0 0 10 0,0 0 1 0,0 0-8 0,0 0 2 16,0 3 0-16,0-3-6 0,10 3-1 0,-5-2-3 16,4 1 7-16,0 2-6 0,-3-1-3 15,3 0 7-15,3 3-10 0,-6-2 6 0,-1 1-4 16,2-1 3-16,-2 2 1 0,-2 0 4 0,3 1-4 15,-2 4 4-15,-4-3-2 0,0 3 0 0,-2-2 1 16,0 1 7-16,-4 0 2 0,-1 2-1 0,-2 2-2 0,0-6 5 16,-4 2-4-16,3-2 0 0,-2-2 4 15,1 0-6-15,2 0 0 0,0-3 4 0,-2 0 4 16,4-1-3-16,2 1 12 0,1-1 4 0,-1-1 21 16,5-1-4-16,-9 0 5 0,9 0-7 0,0 0-7 15,-9-3-3-15,9 3-5 0,-5-4-25 0,3 2 0 0,2 2-3 16,-4-6-48-16,4 2-24 0,0 4-27 0,-2-5-17 15,2 5-26-15,-1-5-36 0,1 5-56 16,0 0-58-16,4-5-46 0,-4 5-35 0,9 0-28 16,-9 0-38-16,0 0-24 0,17-2-26 0,-10 5-252 15,-7-3-806-15,13 1 357 0</inkml:trace>
  <inkml:trace contextRef="#ctx0" brushRef="#br0" timeOffset="96628.0691">3959 4316 403 0,'0'0'497'0,"0"-5"22"0,0 5 13 0,0-5-2 0,0 1-10 15,0 4-17-15,-3-7-9 0,3 3-20 16,-1-1-5-16,1 5-15 0,-3-5-17 0,3 5-27 0,-1-4-24 16,1 4-26-16,-2-4-24 0,2 4-28 0,0 0-25 15,0 0-27-15,-2-5-236 0,2 5-20 0,0 0 0 16,0 0 0-16,-1-2 0 0,1 2 0 0,0 0 0 15,0 0 0-15,0 0 0 0,0 0 0 0,0 16 0 16,-1-5 0-16,1 1 0 0,0 2 0 0,-2 4 0 16,4 8 0-16,-2-5 0 0,-2-2 0 0,4 7 0 15,-1 0 0-15,-2 0 0 0,-1-5 0 0,2 1 0 16,0 4 0-16,-1-7 0 0,1 7 0 0,-2-8 0 16,-1 0 0-16,3 0 0 0,-1-1 0 0,-1-3 0 15,2 2 0-15,0-3 0 0,-1-4 0 0,1 1 0 16,1-1 0-16,1 0 0 0,-2-2 0 0,0-1 0 15,0-1 0-15,0 1 0 0,1-1 0 0,-1 0 0 16,0-3 0-16,0-2 0 0,0 6 0 0,0-6 0 16,0 4 0-16,0-4 0 0,0 0 0 0,0 0 0 15,0 0 0-15,0 0 0 0,-3-17-240 0,2 6-278 16,-4 2-54-16,0-4-50 0,0 2-419 0,0-6-1126 16,0 2 499-16</inkml:trace>
  <inkml:trace contextRef="#ctx0" brushRef="#br0" timeOffset="96977.8035">3917 4352 67 0,'4'-8'373'0,"1"-2"11"0,2-1 23 15,-7 2 15-15,4 2 11 0,-4-1 9 16,4 2-7-16,-2 3-20 0,0-3 2 0,-2 1 0 16,0 1-8-16,0 4-13 0,1-6-13 0,-1 3-17 0,0 3-18 15,0 0-24-15,0 0-19 0,-1-5-26 16,1 5-26-16,0 0-16 0,0 0-20 0,0 0-20 15,0 0-20-15,0 0-89 0,0 0-88 0,0 0 0 16,0 0 0-16,0 0 0 0,16 11 0 0,-2-2 0 0,0 2 0 16,-1 3 0-16,3-3 0 0,7 6 0 0,-3 1 0 15,3-6 0-15,0 5 0 0,0 0 0 0,0-2 0 16,-8-1 0-16,7 2 0 0,-7-1 0 16,6 2 0-16,-6-5 0 0,-1 3 0 0,4-3 0 0,-9-5 0 15,4 7 0-15,-3-6 0 0,-5 2 0 0,3-3 0 16,0 1 0-16,-5-2 0 0,5-1 0 0,-3 0 0 15,-1-3 0-15,0 2 0 0,1-2 0 16,-1-1 0-16,-4-1 0 0,4 5 0 0,-4-5-223 0,0 0-182 16,0 0-72-16,6-11-69 0,-2 3-58 0,-4 0-386 15,2-9-1072-15,-2 1 475 0</inkml:trace>
  <inkml:trace contextRef="#ctx0" brushRef="#br0" timeOffset="97311.3824">4379 4202 242 0,'3'-7'443'0,"-3"-1"20"0,0 5 38 0,-1-2 21 16,-1-2 15-16,2 2 15 0,0 5-5 0,0-5-20 15,0 1-29-15,0 4-29 0,-1-5-36 0,1 5-35 16,0 0-36-16,0 0-32 0,-1-4-40 0,1 4-31 16,0 0-27-16,0 0-21 0,0 0-11 0,2 17-25 15,0-6-175-15,-2-1 0 0,1 8 0 0,0 1 0 16,2 5 0-16,-3-6 0 0,1 2 0 0,0 0 0 15,2-1 0-15,-2 1 0 0,0 1 0 0,0-2 0 16,1-1 0-16,-2 1 0 0,1-1 0 0,-1 1 0 16,0-2 0-16,3-1 0 0,-5-5 0 0,4 2 0 15,-2-1 0-15,1-2 0 0,0 4 0 0,-1-7 0 16,2 1 0-16,-1-2 0 0,-1 1 0 0,1-2 0 16,-1 0 0-16,-1-2 0 0,1-3 0 0,1 6 0 15,-2-2 0-15,1-4 0 0,0 0 0 0,0 0 0 16,0 6 0-16,0-6 0 0,0 0-91 0,0 0-452 15,11-11-74-15,-4 6-52 0,-4 1-377 0,4-3-1132 16,1-2 501-16</inkml:trace>
  <inkml:trace contextRef="#ctx0" brushRef="#br0" timeOffset="97982.9497">4662 4548 80 0,'0'0'582'0,"0"0"6"16,0 0 13-16,0 0 6 0,1-11 15 0,-1 11-17 16,-1-5-19-16,1 5-40 0,0 0-36 0,-3-4-46 15,3 4-41-15,0 0-40 0,-1-5-40 0,1 5-35 16,0 0-33-16,0 0-33 0,0 0-27 0,0 0-18 16,0 0-183-16,0 18-14 0,1-12 0 0,-1 3 0 15,0 2 0-15,1 0 0 0,1 0 0 0,-2 2 0 16,1-1 0-16,0 0 0 0,2 0 0 0,-2 2 0 15,-1-3 0-15,1-1 0 0,-1 2 0 0,0-1 0 16,2-4 0-16,-2 0 0 0,1 0 0 0,-1 0 0 16,0-2 0-16,1-2 0 0,-1 1 0 0,-1 0 0 15,1-4 0-15,0 5 0 0,0-5 0 0,0 0 0 16,2 2 0-16,-2-2 0 0,0 0 0 0,6-8 0 16,-4 1 0-16,2-1 0 0,2-2 0 0,-2 2 0 15,2 0 0-15,-2 1 0 0,-1 1 0 0,6-5 0 16,-5 6 0-16,2-4 0 0,-2 4 0 0,-2 0 0 15,5 0 0-15,-3 1 0 0,1 1 0 0,4 0 0 16,-3 2 0-16,2 1 0 0,-8 0 0 0,13 1 0 0,-5 2 0 16,2 0 0-16,-1 1 0 0,2 3 0 15,-2-3 0-15,0 3 0 0,1-1 0 0,-1-1 0 16,1 3 0-16,-3-2 0 0,0 3 0 0,1-2 0 16,-3 0 0-16,2 0 0 0,-1 0 0 0,0-1 0 0,-2-2 0 15,1 0 0-15,-1-1 0 0,0 1 0 16,-4-1 0-16,0-3 0 0,5 3 0 0,0 0 0 15,-5-3 0-15,0 0 0 0,0 0 0 0,6-12 0 16,-6 6 0-16,3 0 0 0,-3-4 0 0,1-2 0 0,2-1 0 16,-2-3 0-16,-1-3 0 0,0 2 0 15,3-8 0-15,-3 4 0 0,0 3 0 0,0 2 0 16,1 1 0-16,-1 1 0 0,0 0 0 0,0 7 0 16,0-4 0-16,0 2 0 0,0 1 0 0,0 4 0 15,0-2 0-15,0 6 0 0,0-9 0 0,0 9 0 0,0-7 0 16,0 7 0-16,0-4 0 0,0 4 0 0,0 0 0 15,0 0 0-15,0-8 0 0,0 8 0 16,0 0 0-16,0 0 0 0,1-1 0 0,-1 1 0 16,0 0 0-16,0 0 0 0,0 0 0 0,0 0 0 0,0 0 0 15,0 0 0-15,4 13-451 0,-1-7-839 0,-3-6-1398 16,6 3 618-16</inkml:trace>
  <inkml:trace contextRef="#ctx0" brushRef="#br0" timeOffset="98344.9859">5689 4503 213 0,'0'0'477'0,"0"0"18"0,0 0 9 15,0 0 9-15,0 0-7 0,0 0-14 0,0 0-24 16,0 0-15-16,0 0-17 0,0 0-21 0,0 0-3 16,0 0-21-16,-9-9-13 0,9 9-26 0,0 0-27 15,0 0-29-15,0 0-32 0,0 0-27 0,10-3-20 16,-3-1-25-16,1 2-37 0,3 1-155 0,1-6 0 16,-2 3 0-16,0 0 0 0,0-1 0 0,1 4 0 15,1-3 0-15,-7 2 0 0,4-2 0 0,-1 3 0 16,-2-2 0-16,-1 0 0 0,-1 2 0 0,1-2 0 15,-5 3 0-15,8-2 0 0,-8 2 0 0,0 0-301 16,6 0-98-16,-6 0-24 0,0 0-7 0,4 6 1 16,-4-3-21-16,-1 3-8 0,-5-1-15 0,-2 2-332 0,-1 3-872 15,-8 2 386-15</inkml:trace>
  <inkml:trace contextRef="#ctx0" brushRef="#br0" timeOffset="98581.1993">5669 4602 495 0,'-8'7'78'0,"-1"1"52"15,4-2 45-15,0-2 37 0,1 1 47 0,0 2 22 16,3-3 36-16,-3 1 48 0,3-3 40 0,-2 0 31 0,3-2 22 15,0 5 5-15,0-5 6 0,0 0-3 0,0 0-13 16,7 4-11-16,-7-4-18 0,0 0-19 0,18-5-22 16,-4 1-24-16,-2 2-18 0,8-3-31 0,0 1-245 15,-2-1-65-15,1 1 0 0,0 1 0 0,-1-1 0 16,1 2 0-16,-2-2 0 0,-2 1 0 0,2-3 0 16,-2 4 0-16,-2 0 0 0,0-2 0 0,-3 1 0 15,-4 0 0-15,2 2 0 0,-2-1 0 0,-1 0 0 16,-5 2 0-16,9-2 0 0,-5-1 0 0,0 2 0 15,-4 1 0-15,3-3 0 0,-2-1 0 0,-1 4-334 16,-2-7-335-16,-1 2-529 0,-4-2-1299 0,0-2 575 16</inkml:trace>
  <inkml:trace contextRef="#ctx0" brushRef="#br0" timeOffset="99483.0159">7896 4062 180 0,'0'0'481'0,"0"-9"18"0,-1 6 31 15,0-1-13-15,1-1-7 0,-3-2-16 0,2 4-17 16,0-1-21-16,1-1-3 0,0 5-24 0,-3-8-22 16,3 8-22-16,-1-2-20 0,1 2-26 0,0-5-23 15,0 5-35-15,0 0-22 0,0 0-28 0,-3-4-30 16,3 4-23-16,0 0-21 0,0 0-111 0,0 0-46 15,0 15 0-15,0-4 0 0,2-2 0 0,-2 6 0 16,0 3 0-16,1-1 0 0,-1 1 0 0,-3 0 0 16,2 7 0-16,-3-6 0 0,1 2 0 0,0 6 0 15,0-9 0-15,1 0 0 0,-2-1 0 0,1 0 0 16,1 2 0-16,0-7 0 0,2 1 0 0,-1-2 0 16,1 0 0-16,0-1 0 0,1-3 0 0,-1 0 0 15,0 1 0-15,0-3 0 0,-1 1 0 0,1-1 0 0,1-1 0 16,-1-4 0-16,0 5 0 0,0-5 0 0,0 4 0 15,0-4 0-15,0 0 0 0,0 0 0 16,-2 4 0-16,2-4 0 0,0 0 0 0,0 0 0 16,0 0 0-16,0 0-148 0,0-17-422 0,0 10-97 15,-4 2-468-15,0-1-1229 0,-1 2 544 0</inkml:trace>
  <inkml:trace contextRef="#ctx0" brushRef="#br0" timeOffset="100082.2818">7049 4759 164 0,'0'0'228'0,"-19"1"-5"0,15 0-6 16,-2 1 1-16,-1-1 0 0,1-1 23 0,-3 4-5 16,1-2 0-16,-1-2-3 0,-1 4 3 0,4-4 3 0,-2 1-6 15,-2 1-5-15,1 0-7 0,1-1-2 16,3-1-3-16,-4 1 0 0,3 0-1 0,6-1 4 0,-16-1-1 15,11 2 1-15,0-1-2 0,-4 2-2 16,4 0-7-16,5-2-6 0,-8 0-10 0,8 0 2 0,-4 2-9 16,4-2-5-16,0 0-5 0,0 0-16 15,0 0-11-15,0 0-7 0,0 0-8 0,35-1 2 16,-8-2 10-16,6 1-6 0,4-1 1 0,15-3-2 16,6 3-7-16,5-7-12 0,3 2-117 0,35-5-2 0,-4 1 0 15,13 1 0-15,1-7 0 0,11 0 0 0,1-1 0 16,3 3 0-16,6-2 0 0,-3 4 0 0,-3-4 0 15,-1 7 0-15,-3-2 0 0,-12 2 0 0,-8 8 0 16,-4-4 0-16,-32 4 0 0,0-1 0 0,-1-2 0 16,-7 1 0-16,2 5 0 0,-8-1 0 0,-13 0 0 15,-4 0 0-15,-4 0 0 0,1 1 0 0,-12 0 0 16,1-1 0-16,-7-2 0 0,-5 2 0 0,4-2 0 16,-4 3 0-16,-3 0 0 0,3-1 0 0,-4 1 0 15,-5 0 0-15,9 1 0 0,-3-1 0 0,-6 0 0 16,8-2 0-16,-8 2 0 0,5-2 0 0,-5 2 0 15,0 0 0-15,0 0 0 0,1-5-386 0,-1 5-90 16,0 0-47-16,-15-2-45 0,9-1-47 0,-7 2-323 16,-2-1-1015-16,-7 2 450 0</inkml:trace>
  <inkml:trace contextRef="#ctx0" brushRef="#br0" timeOffset="101169.204">6957 5241 47 0,'0'0'296'0,"-8"1"5"0,8-1 9 0,0 0 1 15,0 0 10-15,-6-3 7 0,6 3 9 0,0 0-9 16,0 0-4-16,0 0-3 0,-5-2 0 0,5 2-3 16,0 0-11-16,-4-2 2 0,4 2-13 0,-4-4-6 15,4-1-6-15,0 2-5 0,0 3-11 0,0 0-14 16,0-7-13-16,3 2-8 0,-2 1-12 0,2 0-19 16,-2 0-13-16,0 0-9 0,3-2-11 0,2 1-14 15,-2 0-13-15,0 0-12 0,1 1-15 0,-1 0-51 16,4-2-64-16,-1 3 0 0,0-1 0 0,-1 1 0 15,0-1 0-15,3 0 0 0,2 2 0 0,-1 1 0 16,0 1 0-16,2 1 0 0,-1 0 0 0,0 1 0 16,1 2 0-16,-2 2 0 0,3-1 0 0,-7-2 0 0,5 6 0 15,-4-3 0-15,1 2 0 0,-3 0 0 16,0 3 0-16,-1-1 0 0,0-2 0 0,0 2 0 16,-4 0 0-16,0-1 0 0,-4 2 0 0,3 0 0 0,-6 2 0 15,2-3 0-15,-1-1 0 0,-6 5 0 0,2 0 0 16,-2-3 0-16,1-4 0 0,2 2 0 15,0-1 0-15,-4-2 0 0,7-2 0 0,0-1 0 16,-1-1 0-16,1 0 0 0,-2-2 0 0,8 0 0 0,-10-3 0 16,5-1 0-16,1 1 0 0,-1-1 0 0,0-3 0 15,1-3 0-15,1 5 0 0,2-3 0 0,0-1 0 16,-1 0 0-16,1-2 0 0,0 5 0 16,0-4 0-16,1 4 0 0,0-3 0 0,1 3 0 0,0 0 0 15,-2 1 0-15,2 1 0 0,-1 0 0 0,0 4 0 16,0-6 0-16,1 4 0 0,-1 2 0 0,2-4 0 15,-2 4 0-15,0 0 0 0,0 0 0 0,0 0 0 16,0 0 0-16,0 0 0 0,0 0 0 0,0 0 0 16,0 0 0-16,0 0 0 0,0 0 0 0,-3 14 0 15,4-8 0-15,-1-1 0 0,0 6 0 0,0-4 0 16,0-1 0-16,2 0 0 0,-2 4 0 0,0-4 0 16,0 4 0-16,0-3 0 0,0-2 0 0,1 3 0 15,-1-2 0-15,0-2 0 0,0 1 0 0,1 1 0 16,-1-1 0-16,2-1 0 0,-2-2 0 0,0-2 0 0,1 5 0 15,0-2 0-15,3-1 0 0,-4-2 0 16,0 0 0-16,13-1 0 0,-7-3 0 0,1 1 0 16,4-2 0-16,-1-1 0 0,-1-2 0 0,3-1 0 15,3-1 0-15,-6 2 0 0,1 0 0 0,0-2 0 0,-2 4 0 16,2-4 0-16,-1 4 0 0,-1 1 0 16,-4 0 0-16,1 2 0 0,1-1 0 0,-2 2 0 15,-1 0 0-15,0-2 0 0,-3 4 0 0,3-2 0 16,-3 2 0-16,0 0 0 0,0 0 0 0,9 6 0 0,-8-5 0 15,1 2 0-15,0 2 0 0,-2 2 0 0,0-2 0 16,0 6 0-16,0-5 0 0,3 2 0 0,-3-1 0 16,0 0 0-16,0-2 0 0,1 3 0 0,0-3 0 15,-1 1 0-15,3 0 0 0,-1-1 0 0,3-1 0 16,1 0 0-16,0-1 0 0,5 0 0 0,9-3 0 16,-6 1 0-16,2-2 0 0,3-1 0 0,-6 0 0 15,9-3-211-15,-3-1-192 0,-2 0-48 0,-3 1-42 16,-4 1-55-16,4 1-44 0,-4-3-324 0,1 0-992 15,-1 2 439-15</inkml:trace>
  <inkml:trace contextRef="#ctx0" brushRef="#br0" timeOffset="102985.4831">8048 5494 147 0,'3'4'228'0,"-3"-4"-1"16,4 2-4-16,-4-2-7 0,1 3-4 0,-1-3-6 15,4 2-1-15,-4-2 2 0,0 0-4 0,2 3 10 16,-2-3-3-16,0 0 9 0,0 0-8 0,3 3 12 0,-3-3 7 16,0 0 8-16,0 0 0 0,0 0 5 0,0 0 1 15,0 0 2-15,0 0 5 0,0 0 1 16,0 0-2-16,0 0 8 0,0 0 4 0,0 0 0 16,0 0 8-16,0 0-2 0,0 0-4 0,-15 1-9 0,7-1-16 15,-1-2-11-15,-2 2-9 0,-1-5-10 0,-1 3-94 16,-2 1-115-16,-2-2 0 0,-2-2 0 0,0-1 0 15,2-1 0-15,-3 3 0 0,4-6 0 0,0 0 0 16,1-4 0-16,-2 1 0 0,2 0 0 0,-6-7 0 16,6-3 0-16,6 6 0 0,0-1 0 0,1-8 0 15,2 2 0-15,2 2 0 0,2-2 0 0,4 6 0 16,-1-2 0-16,7 2 0 0,-2-5 0 0,6-1 0 16,-3 6 0-16,1 1 0 0,3 1 0 0,2 2 0 15,1-1 0-15,0 4 0 0,-2-1 0 0,4 2 0 16,-4 1 0-16,-2 1 0 0,-1 2 0 0,-2 2 0 15,1 2 0-15,1-3 0 0,-5 4 0 0,3 1 0 16,-2 0 0-16,0 1 0 0,2 5 0 0,-4-1 0 16,5 0 0-16,-5 4 0 0,3 0 0 0,-4 0 0 15,0 2 0-15,-3-1 0 0,-1 1 0 0,-1 0 0 16,-3 3 0-16,-1-1 0 0,-3 2 0 0,-5-1 0 16,3-2 0-16,-3 0 0 0,-2 0 0 0,2-2 0 15,-1-4 0-15,4 2 0 0,0-1 0 0,-2-5 0 16,2 2 0-16,3-2 0 0,1 1 0 0,0 0 0 0,2-2 0 15,0 2 0-15,4-3 0 0,-6 1 0 16,6-1 0-16,0 0 0 0,-8 2 0 0,8-2 0 16,0 0 0-16,0 0 0 0,0 0 0 0,0 0-513 15,23-5-78-15,-10 5-61 0,-2 0-421 0,5 2-1162 0,2-2 514 16</inkml:trace>
  <inkml:trace contextRef="#ctx0" brushRef="#br0" timeOffset="103351.7557">8258 5371 23 0,'0'0'496'0,"4"-6"18"0,-2 2 22 16,-2 0 14-16,0 4 17 0,2-10-1 0,-2 4-5 0,1 0-3 16,-2-1-18-16,1 3-17 0,-2-3-15 0,1 0-26 15,1 4-22-15,0-2-30 0,0 5-35 0,0-6-40 16,0 6-228-16,-1-5-127 0,1 5 0 0,-1-2 0 15,1 2 0-15,0 0 0 0,0 0 0 0,0 0 0 16,-3 13 0-16,3-2 0 0,-4 2 0 0,4 4 0 16,0 1 0-16,-5 7 0 0,5-5 0 0,0 4 0 15,0 4 0-15,-1-2 0 0,-2-2 0 0,3 2 0 16,-1-1 0-16,-2 0 0 0,2-5 0 0,1-1 0 16,-1 1 0-16,-3-2 0 0,4 0 0 0,-4-6 0 15,3 1 0-15,0-2 0 0,1-2 0 0,-3 1 0 16,3-1 0-16,0-3 0 0,-1-1 0 0,1 1 0 15,0-2 0-15,1 2 0 0,-1-6 0 0,0 3 0 16,0-3 0-16,0 4 0 0,0-4 0 0,0 0 0 16,0 0-68-16,0 0-447 0,0 0-56 0,8-18-61 15,-8 12-436-15,-3-1-1156 0,1-4 511 0</inkml:trace>
  <inkml:trace contextRef="#ctx0" brushRef="#br0" timeOffset="103702.2524">8160 5376 171 0,'3'-10'444'0,"1"-1"8"0,0 3 19 0,0 2 7 15,2-3-5-15,-2 2-14 0,1-4-20 0,0 6-22 16,2 1-26-16,-1-3-25 0,2 0-21 0,-2 5-37 16,3-5-21-16,5 6-23 0,-1-1-9 0,7-2-20 15,-7 4-17-15,6 0-22 0,-2 3-9 0,1 0-16 16,-3 3-14-16,3-3-14 0,-5 0-3 0,1 4-17 15,-4-2-9-15,3 1-15 0,-3 1-4 0,-2 0-8 16,1 0-5-16,-4 0-9 0,0 2-22 0,-1-4-51 0,-3 5 0 16,2 0 0-16,-6 1 0 0,2-1 0 0,-7 0 0 15,-2 2 0-15,1-3 0 0,-4 3 0 16,-2-3 0-16,-2 2 0 0,-1-4 0 0,2 3 0 0,-1-6 0 16,6 3 0-16,-2-2 0 0,3-1 0 0,3-3 0 15,0 2 0-15,2-2 0 0,-2 0 0 0,2-1 0 16,5 0 0-16,0 0 0 0,-5 2 0 0,5-2-152 15,0 0-165-15,0 0-73 0,13-9-54 0,-7 5-60 16,11-6-49-16,-2 7-420 0,2-3-1052 0,2-1 466 16</inkml:trace>
  <inkml:trace contextRef="#ctx0" brushRef="#br0" timeOffset="104085.8986">8941 5024 447 0,'-3'-10'572'16,"3"-1"2"-16,-1-1 8 0,-1 3 3 0,1 1-7 16,1 4-17-16,-1-3-30 0,1 3-37 0,-2-1-44 15,2 5-44-15,0-6-39 0,0 6-35 0,0 0-35 16,-1-5-36-16,1 5-22 0,0 0-22 0,0 0-3 15,0 0-5-15,4 16-11 0,-4-5-121 0,3 4-77 16,-2-3 0-16,3 5 0 0,-2 0 0 0,3 1 0 16,-2 0 0-16,1 0 0 0,1 1 0 0,-1 1 0 15,1 3 0-15,-1-3 0 0,1-1 0 0,-3 5 0 16,2 2 0-16,-1-9 0 0,-1 1 0 0,0 0 0 16,-1-2 0-16,0 3 0 0,0-4 0 0,1-5 0 15,-2 0 0-15,2-1 0 0,-2-2 0 0,2 0 0 16,-2-1 0-16,1-2 0 0,0-1 0 0,-1 1 0 15,0-4 0-15,0 5 0 0,0-5 0 0,0 0-133 16,0 0-303-16,3-16-42 0,-2 9-34 0,1-4-43 16,-2-6-29-16,-5 0-332 0,3-3-992 0,-2-5 439 15</inkml:trace>
  <inkml:trace contextRef="#ctx0" brushRef="#br0" timeOffset="104518.6345">8870 4998 314 0,'3'-5'438'0,"-2"2"18"15,-1 0 7-15,0 3 8 0,4-8-11 0,-3 6-8 0,-1 2-12 16,0-7-15-16,3 5-25 0,-2-3-19 0,3 3-27 16,-4 2-20-16,6-5-25 0,-2 2-26 0,1-1-26 15,-1 2-9-15,1-1-20 0,5 2-19 16,0-1-17-16,1 2-19 0,3 1 4 0,5 2-5 0,1 1-7 15,1 1-16-15,4 5 5 0,2 0-67 0,3 2-87 16,-6-1 0-16,1-1 0 0,-7 4 0 0,-1-3 0 16,-1 0 0-16,-3 3 0 0,-1-1 0 0,-1 3 0 15,-2-3 0-15,-1 2 0 0,-2 5 0 0,-2-9 0 16,-4 8 0-16,-4-1 0 0,4 2 0 0,-8-2 0 16,-3 7 0-16,-4-2 0 0,-2 0 0 0,-3 2 0 15,-1-4 0-15,-3-3 0 0,1 0 0 0,0-2 0 16,1 0 0-16,-2-3 0 0,6-4 0 0,4 1 0 15,0-6 0-15,4 0 0 0,-1 0 0 0,4 0 0 16,1 0 0-16,0-3 0 0,3 0 0 0,-1 1 0 16,4-2 0-16,-7 3 0 0,7-3 0 0,-6 1 0 15,6-1 0-15,0 0 0 0,0 0 0 0,0 0 0 16,0 0 0-16,0 0 0 0,0 0 0 0,19-6-29 16,-9 7-508-16,4-1-68 0,-1-1-63 0,2 1-391 15,4-1-1147-15,0 0 507 0</inkml:trace>
  <inkml:trace contextRef="#ctx0" brushRef="#br0" timeOffset="105007.8262">9310 5375 446 0,'0'-5'521'0,"0"0"18"15,1 1 25-15,-2-3 4 0,1 7 1 0,0-5-21 16,1 1-26-16,-1 0-32 0,0 4-35 0,0 0-42 15,-1-5-37-15,1 5-38 0,0 0-37 0,0 0-35 0,0 0-25 16,0 0-20-16,0 0-15 0,7 14-14 16,-3-5-17-16,-1 2-17 0,2 0-76 0,0 0-82 15,-1 2 0-15,1 2 0 0,0 0 0 0,1-1 0 0,0 2 0 16,-3-4 0-16,1 1 0 0,0-3 0 0,0 1 0 16,-3-2 0-16,3-3 0 0,-3 2 0 15,2-3 0-15,-2 3 0 0,2-5 0 0,-2 1 0 0,-1-4 0 16,1 6 0-16,1-5 0 0,-2-1 0 0,1 5 0 15,-1-5 0-15,0 0 0 0,0 0 0 0,0 0 0 16,8-9 0-16,-6 4 0 0,1-3 0 0,2-2 0 16,1-6 0-16,-1 1 0 0,0-4 0 15,2 0 0-15,-1 1 0 0,2-6 0 0,-1 0 0 0,-1 6 0 16,0 4 0-16,-1-3 0 0,0 6 0 0,-1 0 0 16,-4 1 0-16,5 3 0 0,-5 3 0 0,4-3 0 15,-4 0 0-15,0 4 0 0,4-1 0 0,-3-1 0 16,-1 5 0-16,1-3 0 0,-1 3 0 0,0 0 0 15,0 0 0-15,0 0 0 0,3-4 0 0,-3 4 0 16,0 0 0-16,0 0 0 0,0 0 0 0,0 0 0 16,-3 16 0-16,3-16 0 0,-1 5 0 0,1-3 0 15,0-2 0-15,-1 6 0 0,1-1 0 0,0-5 0 16,0 3 0-16,0-3-399 0,-3 5-113 0,3-5-26 16,0 0-33-16,5 2-458 0,-5-2-1114 0,0 0 492 15</inkml:trace>
  <inkml:trace contextRef="#ctx0" brushRef="#br0" timeOffset="107190.1108">8963 4841 283 0,'0'0'284'0,"-9"-4"-10"0,9 4-11 0,-5-2-3 16,5 2-14-16,0 0-9 0,-8 0 2 0,8 0-4 15,-4-3-13-15,4 3 7 0,0 0-11 0,-8-2-1 0,8 2-2 16,-7-2-4-16,7 2-4 0,-3-1-5 0,3 1-7 15,0 0-1-15,-8-2-6 0,8 2-3 16,0 0-5-16,0 0 23 0,-6-1-1 0,6 1-12 16,0 0 6-16,0 0-8 0,0 0-3 0,0 0-7 0,0 0 3 15,0 0-18-15,0 0 6 0,0 0 5 0,0 0-11 16,0 0 2-16,0 0-14 0,0 0-20 0,0 0 3 16,0 0-15-16,28-4-7 0,-15 4-5 0,7 0-11 15,7-3-96-15,3 0 0 0,1-1 0 0,1 0 0 16,4 1 0-16,1 2 0 0,0-3 0 0,-4 0 0 15,-3 1 0-15,0-1 0 0,-9 1 0 0,-2 1 0 16,0 0 0-16,-10 1 0 0,3-1 0 0,-1 1 0 16,-3 1 0-16,-2-2 0 0,-1 2 0 0,2-1 0 15,-2-2 0-15,-5 3 0 0,7 0 0 0,-7 0 0 16,0 0 0-16,8 0 0 0,-8 0 0 0,4-2 0 16,-4 2 0-16,0 0 0 0,0 0 0 0,0 0 0 15,0 0 0-15,0 0 0 0,3-4 0 0,-3 4 0 16,0 0-54-16,0 0-287 0,0 0-75 0,0 0-94 15,-2-6-106-15,2 6-427 0,5-2-1129 0,2-1 499 16</inkml:trace>
  <inkml:trace contextRef="#ctx0" brushRef="#br0" timeOffset="107923.3475">9652 4873 145 0,'0'0'306'0,"-7"-2"2"0,3-1 3 16,0 1-3-16,4 2 3 0,-1-5-2 0,1 5-4 16,-4-5-4-16,2 2-5 0,2 3-7 15,-1-6-8-15,2 1-11 0,-1 5-9 0,2-5-8 0,0 2-15 16,2-1-16-16,-1-2-18 0,1 2-6 0,1 4-15 16,1-4-12-16,0 0-15 0,2 2-10 15,1-1-14-15,1 1-10 0,3-1-16 0,-3 3-3 16,3 0-12-16,0-2-9 0,-2 4-7 0,2-2-7 0,-1 3-18 15,-1-1 1-15,-1 2-2 0,1 1-10 0,-3-1-2 16,0 0-4-16,-3 3-4 0,-1-1-3 0,-1-1 1 16,-1 2-6-16,0 0 3 0,1 1-5 15,-5-1 4-15,-1 0-4 0,-2 1 0 0,-2 1-13 0,-4 1 13 16,0-4 1-16,-2 4-5 0,-1-4-1 0,5-1-4 16,0 1 3-16,0-2-2 0,4-1 3 0,0 0-2 15,1 1 6-15,-1-3 12 0,2 1 9 16,3-2 10-16,-5 4 13 0,5-4 3 0,-4 1-2 0,4-1-4 15,0 0-14-15,0 0 3 0,0 0-7 0,17-4-8 16,-9 4-3-16,-8 0-7 0,15 0-5 0,-3 0 7 16,-2 1-19-16,0 2 19 0,4-1-12 0,-1 4-3 15,-3-4-10-15,0 2 3 0,0 1 3 0,-1 2 4 16,-2-3-2-16,-1 4-1 0,2-1-3 0,-4-3-2 16,-2 3 5-16,0-1-6 0,0 1 6 0,-4 0-5 15,-1-1 5-15,-3 4 5 0,-2-3-4 0,-2 2 4 16,-3 1-2-16,2-2 6 0,-5-1-3 0,0 3-3 15,0-4 12-15,2-2-4 0,3 1 12 0,-1-2 5 16,-1-3 7-16,4 1 4 0,4-1-46 0,-5 0 0 16,10 0 0-16,-9-1 0 0,4 0 0 0,5 1 0 15,-4-4 0-15,4 4 0 0,-4-3 0 0,4 3 0 16,-5-3 0-16,5 3 0 0,0 0 0 0,-1-7 0 16,1 7 0-16,6-3 0 0,-6 3-129 0,4-2-82 15,-4 2-35-15,9 0-37 0,-5-1-46 0,-4 1-39 16,9 1-29-16,-3 0-28 0,-2 2-36 0,-4-3-33 0,9 1-314 15,-5 1-876-15,-4-2 388 0</inkml:trace>
  <inkml:trace contextRef="#ctx0" brushRef="#br0" timeOffset="112811.6544">10849 4538 237 0,'0'0'413'0,"0"0"6"0,0 0 12 15,0 0-9-15,0 0-8 0,0 0-15 0,6 7-21 16,-6-7-25-16,0 0-17 0,0 0-20 0,0 0-19 16,0 0-11-16,0 0-21 0,0 0-14 0,0 0-27 15,0 0-20-15,0 0-18 0,0 0-22 0,0 0-19 16,10-2-11-16,-10 2-17 0,16-5-9 0,-9 5-12 16,6-1-24-16,-2 0-40 0,3 0-41 0,4-4-68 15,0-1-49-15,1 2-45 0,1 2-66 0,1-3-47 16,-3 3-32-16,4-2-39 0,0 3-29 15,-1-2-17-15,-1 2-16 0,-1-2-237 0,-6 2-708 0,2 0 313 16</inkml:trace>
  <inkml:trace contextRef="#ctx0" brushRef="#br0" timeOffset="112967.6811">11354 4494 73 0,'11'-1'169'0,"-1"2"28"0,3 2 22 0,-7-3 21 0,3 0 24 16,1 1 17-16,-1-1 14 0,4 1 28 15,-4 0 0-15,-3-1 7 0,2 2 5 0,-3-2-10 16,3 0-16-16,-8 0-26 0,11-3-26 0,-3 4-29 15,0-2-22-15,1 0-27 0,0-3-44 0,1 3-75 16,4-1-74-16,3-2-100 0,2 2-84 0,-1 1-71 16,8-4-64-16,-4 0-52 0,-2 2-235 0,0 0-672 15,-1-1 298-15</inkml:trace>
  <inkml:trace contextRef="#ctx0" brushRef="#br0" timeOffset="113121.4572">11941 4469 25 0,'9'2'351'0,"1"0"14"0,2-2 27 15,-3-2 16-15,-1 0 4 0,-1 2-19 16,1-1-29-16,-2 0-31 0,-1 0-31 0,-5 1-30 0,14 0-29 16,-7-2-25-16,-1 2-40 0,-6 0-55 0,14 0-82 15,-2 0-69-15,-2-3-75 0,1 5-73 0,2-4-76 16,-1 0-67-16,-2 1-272 0,0-1-640 0,3 1 285 16</inkml:trace>
  <inkml:trace contextRef="#ctx0" brushRef="#br0" timeOffset="113611.1404">12670 4180 102 0,'-3'-5'474'0,"2"1"33"0,1 4 21 16,-3-7 12-16,1 6-2 0,-1-5-11 0,2-1-9 15,1 7-12-15,-1-7-13 0,-2 4-19 0,2-2-20 16,-1 1-20-16,1 1-23 0,1 3-25 0,-1-4-22 16,1 4-21-16,0 0-25 0,-3-5-44 0,3 5-274 15,0 0 0-15,0 0 0 0,0 0 0 0,-1-3 0 16,1 3 0-16,0 0 0 0,0 0 0 0,0 0 0 15,0 0 0-15,1 16 0 0,1-6 0 0,-2 1 0 16,1 0 0-16,1 9 0 0,0-2 0 0,-1-2 0 16,-1 1 0-16,0 1 0 0,4 1 0 0,-4-1 0 15,1 1 0-15,2 3 0 0,-3 2 0 0,2-5 0 16,-2-2 0-16,0-1 0 0,-1 0 0 0,0-2 0 16,-1 4 0-16,1-9 0 0,1 4 0 0,-1-3 0 15,1 3 0-15,1-4 0 0,-1-2 0 0,0-2 0 16,0 3 0-16,1-2 0 0,1 0 0 0,-1-1 0 15,-1-2 0-15,0 1 0 0,1-1 0 0,2 0 0 16,-3-3 0-16,2 3 0 0,-2-3 0 0,0 0 0 16,16-6 0-16,-10 2 0 0,3-2 0 0,1-3 0 0,-1 1-483 15,0-8-155-15,5 1-61 0,-9-6-364 16,3 4-1149-16,1 0 509 0</inkml:trace>
  <inkml:trace contextRef="#ctx0" brushRef="#br0" timeOffset="114262.0403">12997 4148 421 0,'4'-3'440'0,"-4"3"8"0,0 0-1 0,0 0-6 0,0 0-13 16,0 0-16-16,0 0-13 0,0 0-11 0,0 0-12 15,0 0-21-15,0 0-8 0,0 0-15 0,0 0-25 16,0 0-10-16,0-5-20 0,0 5-13 0,0 0-12 16,0 0-13-16,0 0-20 0,0 0-7 0,0 0-14 15,0 0-12-15,0 0-7 0,-3-5-10 0,3 5-11 16,0 0-158-16,0 0 0 0,0 0 0 0,3-5 0 16,-3 5 0-16,5-3 0 0,-1 3 0 0,-4 0 0 15,11-2 0-15,1 2 0 0,-3 0 0 0,2 2 0 16,-1-1 0-16,2 1 0 0,-6 2 0 0,3-1 0 15,0 2 0-15,-3-1 0 0,2 3 0 0,-3-2 0 16,-1 1 0-16,1-1 0 0,-5 5 0 0,2-5 0 16,-4 7 0-16,2-3 0 0,-4 3 0 0,-1-3 0 15,-1 2 0-15,-3-2 0 0,1 1 0 0,-1-2 0 16,-1 0 0-16,1 0 0 0,1-1 0 0,1-1 0 16,3-3 0-16,-2 1 0 0,2 1 0 0,0-3 0 15,4-2 0-15,-4 4 0 0,4-4 0 0,-1 3 0 16,1-3 0-16,0 0 0 0,0 0 0 0,0 0 0 15,0 0 0-15,15 0 0 0,-6-3 0 0,3 6 0 16,0-3 0-16,1 2 0 0,2-1 0 0,2 3 0 16,2 2 0-16,-9 1 0 0,2-5 0 0,-1 6 0 0,-2 0 0 15,3-4 0-15,-6 3 0 0,-1-1 0 16,3 3 0-16,-4-3 0 0,-3 2 0 0,3-1 0 16,-5 3 0-16,-2 0 0 0,-3-1 0 0,-2-1 0 15,-5 4 0-15,3-3 0 0,-3 0 0 0,-6 0 0 0,5 0 0 16,-3-4 0-16,5 3 0 0,-2-5 0 0,3 0 0 15,0 0 0-15,1 0 0 0,2-3 0 0,2 2 0 16,6-2 0-16,-10 0 0 0,3 1 0 16,7-1 0-16,-5-3 0 0,5 3 0 0,0 0 0 0,0 0 0 15,-8-7 0-15,8 7 0 0,0 0 0 0,0 0 0 16,12-8 0-16,-2 8-273 0,3-1-264 0,-2 1-78 16,3 0-513-16,-1-1-1222 0,0 2 541 0</inkml:trace>
  <inkml:trace contextRef="#ctx0" brushRef="#br0" timeOffset="115697.5116">13350 4693 12 0,'0'0'469'0,"11"2"-4"16,-11-2-2-16,5 0-17 0,-5 0-23 0,0 0-26 15,4 1-37-15,-4-1-31 0,0 0-26 16,0 0-23-16,1 3-29 0,-1-3-20 0,0 0-25 16,0 0-14-16,0 0-5 0,-2 6-8 0,2-6-6 0,-3 6-4 15,1-3 3-15,2-3 2 0,-4 7 4 0,1-4-9 16,1 1-3-16,-3 0 3 0,1 0 3 0,-1 2-3 16,1-2-8-16,-1 2-3 0,-3-1-13 0,-2 1 8 15,0-1-9-15,-2 0-7 0,-3 1 2 0,-1 1-5 16,-3 0-18-16,5 0-116 0,-4-2 0 15,-2 0 0-15,-1 1 0 0,0-2 0 0,0-1 0 0,2 1 0 16,-1 0 0-16,-2-1 0 0,3-1 0 0,-2 0 0 16,1 1 0-16,-1 1 0 0,2-2 0 0,0-2 0 15,2 0 0-15,-2 1 0 0,1-1 0 0,0 0 0 16,4 1 0-16,-4-1 0 0,6 0 0 0,-5-1 0 16,4 1 0-16,-2-1 0 0,1 0 0 0,-3 0 0 15,7-3 0-15,-3 4 0 0,3-2 0 0,-3 2 0 16,2-2 0-16,-1 0 0 0,-2-1 0 0,1-1 0 15,1 0 0-15,-2 0 0 0,1 1 0 0,0-2 0 16,0 0 0-16,3 0 0 0,-3 1 0 0,3-2 0 16,-3 2 0-16,3-3 0 0,-2 1 0 0,1 1 0 15,2-4 0-15,-1 4 0 0,-2-1 0 0,3-1 0 16,0 1 0-16,-1 1 0 0,3-3 0 0,-2 0 0 16,0-3 0-16,-1 4 0 0,0-3 0 0,3 4 0 15,-2-5 0-15,0 3 0 0,3-2 0 0,-2 1 0 16,-1 0 0-16,4 0 0 0,-3 0 0 0,2 2 0 15,-1-1 0-15,0-2 0 0,0 0 0 0,2 1 0 16,0-2 0-16,-1 2 0 0,3-1 0 0,-6-1 0 16,5-1 0-16,-1 3 0 0,0-8 0 0,1 7 0 15,2-10 0-15,-2 5 0 0,1-2 0 0,2 6 0 16,-1-1 0-16,-1-2 0 0,2 3 0 0,-1-5 0 16,1 1 0-16,0 4 0 0,0-5 0 0,1 4 0 15,1 0 0-15,-1 0 0 0,0 0 0 0,1-2 0 16,0 4 0-16,2-7 0 0,0 5 0 0,0-4 0 0,0 5 0 15,3-5 0-15,-3 2 0 0,1-1 0 16,2 1 0-16,1-3 0 0,0 2 0 0,-2 3 0 16,0 1 0-16,3-5 0 0,-3 5 0 0,5-4 0 15,-1 3 0-15,0-4 0 0,-1 2 0 0,5 1 0 0,-3 1 0 16,-1-1 0-16,2 3 0 0,-3 0 0 0,4 0 0 16,-2 2 0-16,-1-2 0 0,0 4 0 0,1-1 0 15,0-1 0-15,-1-1 0 0,1 4 0 16,0-5 0-16,0 5 0 0,0-2 0 0,1 0 0 0,-2 2 0 15,1 0 0-15,2 0 0 0,-3 0 0 0,2-2 0 16,0 2 0-16,0 0 0 0,0 2 0 16,1-3 0-16,-2 2 0 0,2-2 0 0,-2 4 0 15,0-1 0-15,2 1 0 0,-2 0 0 0,1-2 0 0,0 3 0 16,0 0 0-16,1-2 0 0,-1 1 0 0,2 2 0 16,-2-3 0-16,1 2 0 0,-3-2 0 0,6 2 0 15,-2-1 0-15,1 0 0 0,-2 1 0 0,2-1 0 16,0 4 0-16,-3-2 0 0,3 0 0 0,0 0 0 15,0 0 0-15,-1 0 0 0,1-3 0 0,3 8 0 16,-6-4 0-16,2 2 0 0,-1-3 0 0,-1 1 0 16,-2-1 0-16,5 2 0 0,-5-1 0 0,4 3 0 15,-2-2 0-15,1 2 0 0,-2-1 0 0,0 1 0 16,-1 1 0-16,2 1 0 0,-1 1 0 0,-1-3 0 16,0 0 0-16,3 1 0 0,-3 1 0 0,-1 0 0 15,1-1 0-15,1 4 0 0,-2-5 0 0,-2 1 0 16,3 4 0-16,-1-8 0 0,-2 6 0 0,3 2 0 15,0-5 0-15,-4 4 0 0,3-1 0 0,-2 0 0 16,2 0 0-16,-1 0 0 0,0 0 0 0,-2 1 0 16,3 0 0-16,-3-2 0 0,1 2 0 0,1 1 0 15,-2-1 0-15,-1-2 0 0,1 1 0 0,-1 2 0 16,3-2 0-16,-3 3 0 0,1-6 0 0,-1 6 0 16,1-2 0-16,-1 1 0 0,-3-1 0 0,8-2 0 15,-8 4 0-15,5-3 0 0,-4 3 0 0,-1-2 0 16,2 2 0-16,2-1 0 0,-1 0 0 0,-2-1 0 15,2 2 0-15,-1-3 0 0,-2 3 0 0,3-2 0 16,-3 3 0-16,3-2 0 0,-4 1 0 0,4-2 0 16,-3 1 0-16,2-1 0 0,-2 0 0 0,4 0 0 15,-4-2 0-15,-1 3 0 0,3 1 0 0,-2-1 0 16,-1-1 0-16,0-1 0 0,4 2 0 0,-4-3 0 0,3 2 0 16,-3-4 0-16,0 8 0 0,1-5 0 15,0 0 0-15,3 0 0 0,-1 1 0 0,-2-4 0 16,0 3 0-16,-1 0 0 0,3 3 0 0,-2 1 0 15,-1-3 0-15,4-2 0 0,-4 0 0 0,0 5 0 0,-4-3 0 16,3 1 0-16,-2 1 0 0,1 1 0 0,-1-3 0 16,-1 3 0-16,4-4 0 0,-5 7 0 15,1-7 0-15,0 4 0 0,3-2 0 0,-5 1 0 16,2-1 0-16,0 1 0 0,0-2 0 0,-1 0 0 0,5-1 0 16,-4 1 0-16,-2-2 0 0,2 0 0 0,0 1 0 15,-1 0 0-15,1 3 0 0,-1-2 0 0,1-1 0 16,-1-1 0-16,0 3 0 0,0-2 0 0,1 1 0 15,-2-3 0-15,3 1 0 0,-7-1 0 0,2-1-738 16,-1-3-505-16,0 5-1345 0,-2-4 595 0</inkml:trace>
  <inkml:trace contextRef="#ctx0" brushRef="#br0" timeOffset="129661.9027">17526 4450 222 0,'1'-2'369'0,"3"-3"15"16,-4 1 3-16,3-1 6 0,-3-1-12 15,1 2 2-15,-1-2-11 0,1 1-14 0,-1-1-2 16,-1 2-3-16,1 0 6 0,0-1-5 0,0 0-13 0,0 0-1 16,0 0-10-16,-1 0 0 0,1 0-14 0,0 5-5 15,0-6-1-15,-3 3-11 0,3-2-12 16,0 5-13-16,0-6-19 0,-1 2-128 0,1 4-127 0,-3-4 0 16,3 4 0-16,0 0 0 0,0 0 0 0,-1-5 0 15,1 5 0-15,0 0 0 0,0 0 0 0,0 0 0 16,0 0 0-16,0 0 0 0,0 0 0 0,0 0 0 15,0 0 0-15,0 0 0 0,0 16 0 0,0-2 0 16,4 1 0-16,-3 2 0 0,2 7 0 0,-2-4 0 16,4 6 0-16,-4 0 0 0,3 1 0 0,-3 5 0 15,3-7 0-15,-4 2 0 0,0-2 0 0,3-5 0 16,-2 4 0-16,2 2 0 0,-2-5 0 0,3 3 0 16,-3-8 0-16,-1 3 0 0,0 1 0 0,3-3 0 15,-2-2 0-15,-1-1 0 0,5 1 0 0,-4-3 0 16,2-3 0-16,-2 2 0 0,-1-2 0 0,0-2 0 15,0 0 0-15,0-3 0 0,0 2 0 0,3-2 0 16,-3 1 0-16,1-3 0 0,-1-2 0 0,1 5 0 16,-1-5 0-16,0 0 0 0,-1 5 0 0,1-5 0 15,0 0 0-15,0 5 0 0,0-5 0 0,0 0 0 16,0 0 0-16,-4-15 0 0,3 9 0 0,1-4 0 0,-4-1 0 16,-1 0 0-16,1-6 0 0,4 2 0 15,-5-3-215-15,1 1-439 0,4-1-57 0,-4-1-392 16,3 3-1192-16,-2-2 527 0</inkml:trace>
  <inkml:trace contextRef="#ctx0" brushRef="#br0" timeOffset="130144.2771">17485 4384 230 0,'3'-5'447'0,"-5"0"13"15,4 1 14-15,-2 0 2 0,2-1-5 0,-2-1-12 16,0 3-23-16,0-1-21 0,0 4-18 0,2-7-28 16,0 2-21-16,1 3-25 0,-1-1-18 0,2-3-32 0,-3 2-13 15,6-1-23-15,-4 3-28 0,1-1-15 0,5-1-23 16,-1 2-16-16,2 0-25 0,3 1-1 16,2-1-9-16,2 2-1 0,2 3-17 0,12 1 11 15,-3 0-9-15,-1 6-4 0,-2 3-3 0,2-2-29 0,0 1-68 16,-1 2 0-16,-2 2 0 0,-2 0 0 0,1 0 0 15,-3 4 0-15,-2-1 0 0,1 0 0 0,-5-4 0 16,-4 2 0-16,-1 2 0 0,0-4 0 16,0 2 0-16,-4 2 0 0,-1-1 0 0,-4 1 0 0,0 0 0 15,-4 1 0-15,-6 7 0 0,-4-3 0 0,-3 2 0 16,-2-3 0-16,-4 1 0 0,-2-1 0 0,-3-4 0 16,3 1 0-16,0-4 0 0,-1 1 0 0,7-6 0 15,2 0 0-15,0-2 0 0,1-1 0 0,1-1 0 16,3-2 0-16,2-1 0 0,-1-1 0 0,2 2 0 15,2-1 0-15,0-1 0 0,2 0 0 0,1-2 0 16,-1 0 0-16,-2 2 0 0,7-3 0 0,0 0 0 16,-3 3 0-16,3-3 0 0,0 0 0 0,0 0 0 15,-3 1 0-15,3-1 0 0,0 0 0 0,0 0 0 16,0 0 0-16,0 0 0 0,9 5 0 0,-3-4-289 16,1 1-368-16,1 1-551 0,0-6-1308 0,5 6 579 15</inkml:trace>
  <inkml:trace contextRef="#ctx0" brushRef="#br0" timeOffset="130711.6835">18035 4884 47 0,'2'-4'499'0,"1"-1"14"16,-2 2 21-16,2-1 20 0,-2 0-11 0,-1 4 6 15,1-7-13-15,-1 5-20 0,1-1-18 0,-1 3-14 16,2-5-25-16,-2 5-24 0,0 0-28 0,0-5-37 16,0 5-33-16,0 0-35 0,1-3-31 0,-1 3-29 15,0 0-147-15,0 0-95 0,0 0 0 0,0 0 0 16,0 0 0-16,5 10 0 0,-3-4 0 0,1 2 0 16,2 0 0-16,-2 3 0 0,2-2 0 0,3 5 0 15,-4-1 0-15,1 1 0 0,1-1 0 0,-4-1 0 16,5 4 0-16,-3 1 0 0,-2-5 0 0,2 4 0 0,-1-5 0 15,1 1 0-15,1-1 0 0,-3-4 0 0,2 4 0 16,-3-5 0-16,1-1 0 0,0 1 0 16,-1 0 0-16,2-1 0 0,-3-1 0 0,1-2 0 15,-1-2 0-15,2 3 0 0,-2-3 0 0,2 3 0 0,-2-3 0 16,0 0 0-16,0 0 0 0,10-11 0 0,-5 4 0 16,1-6 0-16,4 0 0 0,0-5 0 0,0-8 0 15,2 2 0-15,-1-2 0 0,2-1 0 16,-4 2 0-16,2 3 0 0,-3 5 0 0,-1 0 0 0,-1 1 0 15,0 2 0-15,-2 1 0 0,1 4 0 16,0-1 0-16,-2 6 0 0,0-3 0 0,-1 2 0 0,1-1 0 16,-3 1 0-16,1 1 0 0,0 1 0 15,-1 3 0-15,5-5 0 0,-5 5 0 0,0 0 0 0,0-4 0 16,0 4 0-16,0 0 0 0,0 0 0 0,0 0 0 16,4-3 0-16,-4 3 0 0,0 0 0 0,0 0 0 15,0 0 0-15,0 0 0 0,0 0 0 0,0 0 0 16,0 12 0-16,0-12 0 0,0 7 0 0,0-3 0 15,1-1 0-15,2 2 0 0,-2-1 0 0,1-1 0 16,0 1-182-16,-1 0-290 0,3 0-26 0,-2 0-35 16,0 0-38-16,-1 0-419 0,1-2-1071 0,3 1 474 15</inkml:trace>
  <inkml:trace contextRef="#ctx0" brushRef="#br0" timeOffset="132998.9903">18630 4319 11 0,'0'0'225'0,"-4"5"7"0,4-5 3 16,0 0 2-16,0 0 5 0,0 0-2 16,0 0 9-16,0 0 5 0,0 0 6 0,0 0 3 0,0 0 8 15,0 0 0-15,0 0 2 0,0 0 0 0,0 0-3 16,0 0 2-16,0 0-6 0,0 0-3 0,0 0-14 16,0 0-6-16,0 0-9 0,0 0-4 15,0 0-14-15,0 0-9 0,0 0-14 0,0 0-1 0,0 0-19 16,0 0-8-16,0 0-15 0,0 0-16 0,0 0-4 15,0 0-22-15,0 0-2 0,0 0-8 0,0 0-13 16,0 0-10-16,7-10-8 0,-7 10-3 0,0 0-19 16,5-3-4-16,-5 3-6 0,5 0-1 0,-5 0-9 15,13 0-4-15,-8 3-4 0,0-3-6 0,2 2-1 16,0 0-2-16,-2-1-1 0,0 4 1 0,0-2-4 16,-1 1-7-16,0-1 5 0,0-1-2 0,2 4 3 15,-2 0 5-15,-1-2-9 0,-3 0 2 0,1 2-1 16,0 0-2-16,-1 0-5 0,0 0 8 0,-4 0-6 15,3 0-2-15,-3 0-2 0,2-1 3 0,-2 1-1 16,1-3-6-16,1 2 2 0,-1-3 8 0,2 2-1 16,-2 0 3-16,3-4-1 0,-1 3 1 0,1-3 1 15,-2 4 4-15,2-4 1 0,0 0-2 0,1 5-6 16,-1-5 4-16,0 0-5 0,0 0 9 0,0 0 0 16,0 0-12-16,1 3 3 0,-1-3-5 0,0 0 4 0,8 1-2 15,-2 2 3-15,4 0-6 0,-1 1 7 16,0 0-2-16,1-1-1 0,-1 1 7 0,2 0-9 15,-2 2 1-15,-2 1 6 0,-2-4-4 0,1 2-3 16,0-1 1-16,0 3-1 0,-2-5 1 0,0 5 3 16,-3 1 3-16,1-1-1 0,-2 1 5 0,0-2-5 15,-6 3 1-15,1-1-1 0,-4 1 3 0,0-1 9 16,-3 2-2-16,-5-1 1 0,0-1-7 0,1-1 32 16,3-4 15-16,-6 2 15 0,1 0 10 0,5-1 10 0,3-3-50 15,0 1-34-15,-2-1 0 0,7-1 0 0,0 2 0 16,5-2 0-16,-13 1 0 0,9 0 0 15,4-1 0-15,0 0 0 0,-9-4 0 0,9 4 0 16,-3-1 0-16,3 1 0 0,-2-3 0 0,2 3 0 0,0 0 0 16,0 0 0-16,0 0 0 0,0-6 0 0,0 6 0 15,0 0 0-15,4-4 0 0,-4 4-37 0,5-3-455 16,-5 3-72-16,4-2-86 0,-4 2-425 16,5-6-1164-16,-5 6 514 0</inkml:trace>
  <inkml:trace contextRef="#ctx0" brushRef="#br0" timeOffset="133665.4768">17558 4052 14 0,'0'0'359'0,"0"0"-3"16,0 0-2-16,0 0-10 0,0 0-15 0,0 0-16 15,0 0-18-15,0 0-14 0,0 0-24 16,0 0-9-16,0 0-22 0,0 0-15 0,0 0-11 0,0 0-9 16,0 0-12-16,0 0 0 0,0 0-5 0,0 0-3 15,0 0-6-15,0 0 1 0,0 0-9 0,0 0-1 16,0 0 7-16,0 0-2 0,0 0-3 0,0 0 3 15,0 0 7-15,0 0 5 0,0 0-3 16,0 0-4-16,0 0-8 0,0 0-22 0,24 0-1 0,-3 0 0 16,9-2 4-16,6 1 5 0,15-3-11 0,11 1 10 15,4 1-11-15,26-1-8 0,5 0-8 0,0-1-65 16,6 0-51-16,1-1 0 0,-5-2 0 0,-3-2 0 16,-3 0 0-16,-2 4 0 0,-29 0 0 0,1 1 0 15,-7 1 0-15,-2-1 0 0,-20 3 0 0,-8 0 0 16,-7 1 0-16,-4 0 0 0,-3 0 0 0,-3 0 0 15,-4 0 0-15,5 1 0 0,-5-1 0 0,-5 0 0 16,8-1 0-16,-8 1 0 0,8-2 0 0,-8 2 0 16,0 0 0-16,9 0 0 0,-9 0 0 0,0 0 0 15,0 0 0-15,5-2 0 0,-5 2 0 0,0 0 0 16,0 0 0-16,1-3 0 0,-1 3 0 0,0 0 0 16,0 0 0-16,0 0 0 0,0 0 0 0,0 0-263 15,0 0-63-15,8 0-51 0,-8 0-60 0,0 0-56 16,0 0-84-16,2-4-376 0,-2 4-1033 0,8-2 456 15</inkml:trace>
  <inkml:trace contextRef="#ctx0" brushRef="#br0" timeOffset="135418.6168">19441 4697 106 0,'-6'1'372'0,"6"-1"5"0,0 0 18 15,0 0-1-15,0 0 0 0,0 0-3 0,0 0-12 16,0 0-11-16,0 0-7 0,-7 0-16 0,7 0-10 0,0 0-5 16,0 0-26-16,0 0-10 0,0 0-10 0,0 0-14 15,0 0-9-15,0 0-10 0,0 0-26 16,0 0-19-16,0 0-20 0,0 0-17 0,16-3-14 0,-3-1-20 15,1 1-17-15,4 3-14 0,0-3-3 0,1 0-13 16,0 2-8-16,-1-1-10 0,-4 2-4 0,-1 0-7 16,0-4-12-16,-3 3-4 0,-2-2-1 0,-2 3-4 15,2 0-7-15,-3-1-14 0,-5 1-32 0,8 0-30 16,-8 0-31-16,7 0-28 0,-7 0-23 0,0 0-26 16,0 0-29-16,0 0-38 0,5-1-28 0,-5 1-29 15,0 0-27-15,0 0-25 0,0 0-35 16,-14 9-42-16,6-7-33 0,1 2-34 0,-1 0-266 0,-3 1-799 15,-1-1 354-15</inkml:trace>
  <inkml:trace contextRef="#ctx0" brushRef="#br0" timeOffset="135934.0311">19403 4864 20 0,'0'0'266'0,"-1"4"-1"16,1-4-3-16,0 0-2 0,0 0-7 0,0 0-10 16,0 0-4-16,0 0-4 0,1 5 2 0,-1-5-14 15,0 0-1-15,0 0 0 0,0 0-10 0,0 0 0 16,0 0-5-16,0 0-1 0,0 0 0 0,0 0-2 16,0 0-1-16,0 0 0 0,0 0-1 0,0 0-9 15,0 0-4-15,0 0 2 0,0 0-7 0,2 4-2 16,-2-4-6-16,0 0 17 0,0 0-14 0,0 0-11 15,0 0 3-15,0 0-2 0,0 0-1 0,0 0-3 0,0 0-2 16,0 0-6-16,0 0-9 0,0 0-13 16,10-2-13-16,-10 2-11 0,9 0-7 0,-1 0-9 15,3-2-69-15,8 1-26 0,-1 0 0 0,0-3 0 16,1 3 0-16,3-1 0 0,5-2 0 0,-6 1 0 0,1 1 0 16,-3 1 0-16,-1-1 0 0,-5 0 0 0,1 1 0 15,-4 0 0-15,-2 1 0 0,-2-1 0 0,3 1 0 16,-9 0 0-16,9-1 0 0,-9 1 0 15,8 0 0-15,-8 0 0 0,0 0 0 0,9 0 0 0,-9 0 0 16,0 0 0-16,0 0 0 0,0 0 0 16,5-1 0-16,-5 1 0 0,0 0 0 0,0 0 0 15,1-4 0-15,-1 4 0 0,0 0 0 0,0 0 0 0,0 0 0 16,0 0 0-16,0 0 0 0,0 0 0 0,0 0 0 16,0 0 0-16,0 0-75 0,0 0-191 0,0 0-34 15,0 0-29-15,0 0-28 0,0 0-14 0,0 0-28 16,0 0-23-16,0 0-20 0,0 0-9 0,0 0-26 15,0 0-240-15,-14-2-777 0,14 2 343 0</inkml:trace>
  <inkml:trace contextRef="#ctx0" brushRef="#br0" timeOffset="148681.7744">22204 4180 13 0,'0'0'218'15,"0"-5"-7"-15,0 5-15 0,0 0-19 0,0 0-13 16,0 0-12-16,0 0-10 0,-4-6-6 0,4 6-8 15,0 0-6-15,0 0-5 0,0 0-7 0,0 0-4 16,0 0-3-16,0 0 2 0,0 0-2 0,0 0 7 16,0 0 7-16,0 0 2 0,0 0 8 0,0 0 11 15,0 0 6-15,0 0 5 0,0 0 9 0,0 0 8 16,2-5-2-16,-2 5-3 0,0 0 3 0,0 0-7 16,0 0 9-16,0 0-1 0,0 0-5 0,2-1 3 15,-2 1-5-15,0 0-6 0,0 0-3 0,0 0-6 0,0 0-1 16,0 0-15-16,-2-6 2 0,2 6-17 15,0 0 11-15,0 0 0 0,-2-4-2 0,2 4-8 16,0 0-4-16,0 0 4 0,-4-7-2 0,4 7-6 16,0 0 2-16,0-1-2 0,0 1-10 0,0 0 4 0,0-5-14 15,0 5 7-15,-3-3-11 0,3 3-2 16,0 0 0-16,0-7 5 0,0 7-7 0,0-3-3 16,0 3-8-16,0 0 4 0,0 0 2 0,-2-4-12 15,2 4-55-15,0 0-5 0,0 0 0 0,-3-5 0 0,3 5 0 16,0 0 0-16,-2-2 0 0,2 2 0 15,0 0 0-15,0 0 0 0,0 0 0 0,0 0 0 16,0 0 0-16,-2-4 0 0,2 4 0 0,0 0 0 16,0 0 0-16,0 0 0 0,0 0 0 0,0 0 0 0,0 0 0 15,0 0 0-15,0 0 0 0,0 0 0 0,0 0 0 16,0 0 0-16,0 0 0 0,0 0 0 0,0 0 0 16,0 0 0-16,0 0 0 0,0 0 0 15,0 0 0-15,0 0 0 0,0 0 0 0,0 0 0 0,0 0 0 16,0 0 0-16,0 0 0 0,0 0 0 0,0 0 0 15,0 0 0-15,0 0 0 0,0 0 0 0,0 0 0 16,0 0 0-16,0 0 0 0,0 0 0 0,0 0 0 16,0 0 0-16,0 0 0 0,0 0 0 0,0 0 0 15,0 0 0-15,0 0 0 0,0 0 0 0,0 0 0 16,0 0 0-16,0 0 0 0,0 0 0 0,0 0 0 16,0 0 0-16,0 0 0 0,0 0 0 0,0 0 0 15,0 0 0-15,0 0 0 0,0 0 0 0,2 15 0 16,-2-11 0-16,1 4 0 0,-1 1 0 0,4 1 0 15,-4 0 0-15,1 4 0 0,1 2 0 0,0-5 0 16,0 6 0-16,1 0 0 0,-2 0 0 0,1 1 0 16,-1 0 0-16,0 2 0 0,2 6 0 0,-3-1 0 15,1 0 0-15,0-6 0 0,-1 7 0 0,0 4 0 16,0-4 0-16,2 1 0 0,-2 0 0 0,1-8 0 16,0 1 0-16,-1-1 0 0,3-3 0 0,-5-1 0 15,4 1 0-15,-2-5 0 0,0-3 0 0,1 5 0 16,3-6 0-16,-4 1 0 0,0-2 0 0,1-1 0 15,-2-1 0-15,1-4 0 0,0 7 0 0,0-5 0 16,0-2 0-16,1 4 0 0,-1-4 0 0,0 0 0 16,0 0 0-16,0 0 0 0,0 0 0 0,0 0 0 15,0 5 0-15,0-5 0 0,0 0 0 0,0 0 0 16,0 0 0-16,0 0 0 0,0 0 0 0,0 0 0 16,0 0 0-16,0 0 0 0,-6-11 0 0,6 11 0 15,0 0 0-15,-3-7 0 0,2 6 0 0,1 1 0 0,-4-7 0 16,1 4-78-16,1 0-465 0,-5 1-76 0,1 0-73 15,-2-1-352-15,8 3-1130 0,-16-4 501 16</inkml:trace>
  <inkml:trace contextRef="#ctx0" brushRef="#br0" timeOffset="149697.1803">21448 5177 213 0,'0'0'251'15,"-5"-4"-4"-15,0 3-10 0,1-1-9 0,4 2-5 16,-8-3 2-16,8 3-14 0,-6-3-10 0,6 3-6 16,-11-3-4-16,8 2-5 0,3 1-7 0,-10-2-2 15,2 2 3-15,8 0-8 0,-7-1 5 0,1-1-10 16,6 2-12-16,-7 0 4 0,7 0-5 0,-8-1 0 16,8 1-2-16,0 0-4 0,0 0-5 0,-9-1-5 15,9 1 1-15,0 0-6 0,-6 0-3 0,6 0-6 16,0 0-6-16,0 0 2 0,0 0-6 0,0 0 2 15,0 0 4-15,0 0-1 0,0 0-8 0,0 0 3 16,0 0 28-16,0 0 3 0,25 2 17 0,3 0 33 16,8-2 11-16,1 1 4 0,26-1 4 0,3 0-10 15,34-4-5-15,-2 0-6 0,5 1-193 0,0-2 0 16,6 0 0-16,8-5 0 0,5-3 0 0,4 6 0 16,0-2 0-16,1-4 0 0,0 3 0 0,-2 1 0 15,-1 1 0-15,-1-2 0 0,-4 2 0 0,-7 3 0 16,-6-1 0-16,-1 0 0 0,-7 3 0 0,-8-1 0 15,-26 2 0-15,26-3 0 0,-28 3 0 0,-2 1 0 16,-3-1 0-16,-3 3 0 0,0 0 0 0,-16-1 0 0,13 1 0 16,-14-1 0-16,-3 2 0 0,0-2 0 15,-6 1 0-15,2-1 0 0,-11 3 0 0,-1-3 0 16,-7 0 0-16,-3 0 0 0,-1 1 0 0,2-2 0 16,-4-2 0-16,-5 3 0 0,8 3 0 0,-8-3 0 0,7 0 0 15,-7 0 0-15,0 0 0 0,0 0 0 0,5-4 0 16,-5 4 0-16,-9-5 0 0,-2 1 0 15,-3-1 0-15,-2 1-509 0,-1-2-162 0,-3 0-498 16,1 1-1266-16,-2 1 560 0</inkml:trace>
  <inkml:trace contextRef="#ctx0" brushRef="#br0" timeOffset="151148.3754">21965 5645 168 0,'0'0'164'0,"0"0"-2"0,7 2 0 16,-7-2-2-16,0 0 2 0,0 0 3 0,9-2 5 16,-9 2 7-16,5 0 2 0,-5 0 7 0,0 0 1 15,8 0 4-15,-8 0 6 0,8 2 7 0,-8-2 14 16,11 0-1-16,-6 0 5 0,2 0 3 0,-1-2 1 16,-6 2 1-16,15 0 2 0,-10 0-4 0,3-1-4 15,-8 1 2-15,10 0-15 0,-10 0-6 0,9 1-4 16,-9-1-4-16,5-1-10 0,-5 1-12 0,0 0-7 15,0 0-17-15,0 0-2 0,8 1-24 0,-8-1 1 16,0 0 9-16,0 0 3 0,-34 5 2 0,7-2-12 16,-6 4-12-16,-3-1-9 0,-4-1-19 0,-10 4-3 15,0-1-7-15,12-3-13 0,1 1 9 0,0-2-9 16,1 2-6-16,2-3 3 0,2 2-3 0,2 0 1 16,1-2-6-16,2 1-51 0,4-4 0 0,5 3 0 0,0 1 0 15,3-2 0-15,3-1 0 0,2 0 0 16,0-1 0-16,2 2 0 0,3-1 0 0,-1-1 0 15,6 0 0-15,-10 3 0 0,10-3 0 0,0 0 0 16,-7 0 0-16,7 0 0 0,-5 1 0 0,5-1 0 0,0 0 0 16,-4 2 0-16,4-2 0 0,0 0 0 15,0 0 0-15,3 8 0 0,3-5 0 0,-1 1 0 16,4 5 0-16,5-1 0 0,4 4 0 0,-4-2 0 0,4 2 0 16,9 4 0-16,-3 0 0 0,2 0 0 0,-1-1 0 15,0 2 0-15,0-3 0 0,-3-2 0 0,-3-1 0 16,4 3 0-16,-5-1 0 0,5-1 0 0,-8-2 0 15,-2 0 0-15,-3-2 0 0,3-3 0 0,-3 5 0 16,-1-4 0-16,0-1 0 0,-1-1 0 0,-4 0 0 16,2 1 0-16,-3-4 0 0,-1 1 0 0,3 0 0 15,-1 1 0-15,-3 0 0 0,-1-3 0 0,4 1 0 16,-4-1 0-16,4 3 0 0,-4-3 0 0,0 0 0 16,4 1 0-16,-4-1 0 0,0 0 0 0,0 4 0 15,0-4 0-15,0 0 0 0,0 0 0 0,0 0 0 16,-4 10 0-16,-2-6 0 0,-6 2 0 0,-2 4 0 15,-2 1 0-15,-9 7 0 0,-2-1 0 0,-2 3 0 16,1 0 0-16,-3 2 0 0,-1 0 0 0,-6 6 0 16,9-6 0-16,-2 5 0 0,0-5 0 0,-8 8 0 15,13-7 0-15,-1-2 0 0,2 0 0 0,-1-2 0 16,3 0 0-16,4-3 0 0,1-4 0 0,4 1 0 16,-1-1 0-16,-1 2 0 0,2-4 0 0,5-1 0 15,0-2 0-15,-1 0 0 0,1 0 0 0,4-1 0 16,1-2 0-16,-5 0 0 0,8 2 0 0,-3-2 0 15,0-1 0-15,3 1 0 0,1-4 0 0,-2 5 0 16,2-5 0-16,-2 3 0 0,2-3 0 0,0 0 0 16,5 3 0-16,3-2 0 0,6 1 0 0,4-4 0 15,10 4 0-15,4-5 0 0,4 2 0 0,3 0 0 0,0-3 0 16,13-1 0-16,-11 1 0 0,11 0 0 16,-2 1 0-16,-9-1 0 0,-4 2 0 0,-1-1 0 0,-4 2 0 15,-1-1 0-15,-2 0 0 0,-7 1 0 0,-4 2 0 16,0-2 0-16,-5 1 0 0,-1-1 0 0,-2 1 0 15,-2 0 0-15,-3 0 0 0,4 0 0 0,-9 0 0 16,9 1 0-16,-9-1 0 0,5-3 0 0,-5 3 0 16,0 0 0-16,7-2 0 0,-7 2 0 0,0 0 0 15,0 0 0-15,5-1 0 0,-5 1 0 0,0 0 0 16,0 0 0-16,0 0 0 0,2-2 0 0,-2 2 0 16,0 0 0-16,0-9 0 0,-1 3-182 0,5-3-557 15,-4-4-473-15,5-4-1313 0,7-4 581 0</inkml:trace>
  <inkml:trace contextRef="#ctx0" brushRef="#br0" timeOffset="152199.9859">22786 5865 349 0,'0'0'408'0,"-5"-5"18"0,1 4 7 15,4 1-10-15,-10-5-7 0,6 3-13 0,2 0-14 16,-5 0-13-16,7 2-7 0,-5-3-11 0,5 3-9 15,-4-3-12-15,-1 0-15 0,5 3-16 0,0 0-18 16,-1-3-32-16,1 3 1 0,0 0-20 0,0 0-23 16,0-5-25-16,0 5-17 0,0 0-24 0,6-2-17 15,-6 2-19-15,5-2-12 0,3 0-8 0,0 2-12 16,3 0-14-16,2 2-4 0,6 2-13 0,-7 0 0 16,8 2-24-16,-3-1-25 0,-1 1 0 0,1 2 0 15,-5-1 0-15,0 1 0 0,2-1 0 0,-6 0 0 16,1 3 0-16,-4-1 0 0,4-3 0 0,-5 5 0 15,-2-4 0-15,1 6 0 0,-2-2 0 0,-2 1 0 16,-3-1 0-16,0 1 0 0,-6 1 0 0,5-2 0 16,-8 2 0-16,3-1 0 0,1-3 0 0,-1-1 0 15,2-4 0-15,3 3 0 0,-3 0 0 0,3-4 0 16,1 0 0-16,2 1 0 0,-2-1 0 0,0 0 0 16,1-2 0-16,3-1 0 0,0 0 0 0,0 0 0 15,0 0 0-15,0 0 0 0,5-14 0 0,3 6 0 16,5-4 0-16,4 1 0 0,-2-2 0 0,4-6 0 15,4-1 0-15,-5 3 0 0,3-2 0 0,-3-2 0 16,0 1 0-16,-1 2 0 0,-3 4 0 0,-2 1 0 16,1-1 0-16,-6 4 0 0,4-3 0 0,0 0 0 15,-2 7 0-15,-4-1 0 0,0-1 0 0,0 3 0 0,-1 2 0 16,1 0 0-16,-3 1 0 0,0-1 0 16,-2 3 0-16,4-5 0 0,-4 5 0 0,4-3 0 15,-4 3 0-15,0 0 0 0,1-1 0 0,-1 1 0 0,0 0 0 16,0 0 0-16,0 0 0 0,-4 16 0 0,3-9 0 15,-5 4 0-15,3-1 0 0,-5 5 0 0,2-1 0 16,-3 3 0-16,3-2 0 0,-1 3 0 0,-5-3 0 16,4 2 0-16,1 1 0 0,1-2 0 0,-3-3 0 15,3 3 0-15,1-1 0 0,-1-3 0 0,3-1 0 16,-2-1 0-16,2 0 0 0,2 0 0 0,0-1 0 16,-1 0 0-16,2-2 0 0,0 0 0 0,2-2 0 15,1 4 0-15,2-3 0 0,3-1 0 0,1-1 0 16,1 0 0-16,3-3 0 0,0 1 0 0,5-3 0 15,3-1 0-15,0-3 0 0,-1 0 0 0,1 0 0 16,-2-1 0-16,1-5 0 0,-4 6 0 0,3-7 0 0,-5 4 0 16,3 1 0-16,-5-4 0 0,-2 5 0 15,0-2 0-15,-3 2 0 0,3 0 0 0,-5-1 0 16,-1 2 0-16,0 1 0 0,1-1 0 0,-1 3 0 0,-4-2 0 16,0 4 0-16,4-3 0 0,1 2 0 15,-5 1 0-15,0 0 0 0,4-4 0 0,-4 4 0 16,0 0 0-16,0 0 0 0,0 0 0 0,0 0 0 15,1 8 0-15,-1-1 0 0,-1 0 0 0,-2 3 0 0,2 0 0 16,-3-1 0-16,3 2 0 0,1 0 0 0,0 1 0 16,-2-1 0-16,0-4 0 0,2 5 0 15,0-3 0-15,0 0 0 0,0 0 0 0,0 3 0 0,0-5 0 16,0 0 0-16,0 0 0 0,0-1 0 0,0-1 0 16,0 0 0-16,2 0 0 0,0-2 0 0,-2-3 0 15,0 5 0-15,0-5 0 0,0 3 0 0,0-3 0 16,0 0 0-16,0 0 0 0,0 0 0 0,14-17-46 15,-9 7-410-15,0 1-52 0,-1-4-57 0,1-6-62 16,0-6-372-16,-1 5-1081 0,1-7 479 0</inkml:trace>
  <inkml:trace contextRef="#ctx0" brushRef="#br0" timeOffset="152372.8239">23466 5772 84 0,'3'-5'379'0,"-1"2"5"0,2-1 13 0,-2 2 6 15,0-2 8-15,-2 4-16 0,5-2-27 0,-5 2-34 16,0 0-32-16,4-4-32 0,-4 4-27 0,0-3-29 16,0 3-32-16,0 0-43 0,0 0-59 0,0 0-56 15,0 0-66-15,0 0-65 0,0 0-29 0,0 0-44 16,0 0-68-16,0 0-72 0,4 9-276 0,-4-9-646 16,1 5 285-16</inkml:trace>
  <inkml:trace contextRef="#ctx0" brushRef="#br0" timeOffset="153017.8112">22586 6388 68 0,'-5'0'321'0,"5"0"-6"0,0 0 1 0,0 0-5 16,-13 0-1-16,13 0-9 0,-7-2-3 0,7 2-7 15,-10-2-4-15,5 1-19 0,5 1-9 0,-8 0-9 16,8 0-13-16,-6 0-15 0,6 0-9 0,-9-2-15 16,9 2-11-16,0 0-15 0,-8 0-13 0,8 0-13 15,0 0-13-15,0 0-3 0,0 0-16 0,-5 2-12 16,5-2 0-16,0 0-8 0,0 0 2 0,0 0-1 15,0 0 5-15,0 0 1 0,0 0 3 0,0 0 16 16,13 3 16-16,1-3 10 0,4 0 5 0,14 2 12 16,5-4 2-16,14 0-5 0,9-4-3 0,2 1-6 15,28-2-4-15,1-5-18 0,1 3-10 0,5-1-9 16,7 1-73-16,0-6-37 0,5 3 0 0,-5 1 0 16,4-2 0-16,-2 3 0 0,-14 1 0 0,-28 0 0 15,1 5 0-15,-3-1 0 0,-5 3 0 0,-6-5 0 16,-15 5 0-16,-8 2 0 0,0 0 0 0,-10-4 0 0,0 3 0 15,-6 1 0-15,-1-1 0 0,-1 1 0 16,-2-1 0-16,-3 1 0 0,-5 0 0 0,10 0 0 0,-10 0 0 16,7-2 0-16,-7 2 0 0,0 0 0 15,5 3 0-15,-5-3-260 0,0 0-69 0,4 4-38 0,-4-4-30 16,0 4-25-16,-2 1-36 0,2-5-41 16,-3 4-40-16,-1 0-281 0,-3-1-889 0,0-1 393 15</inkml:trace>
  <inkml:trace contextRef="#ctx0" brushRef="#br0" timeOffset="153551.2825">22977 6617 182 0,'2'-4'471'0,"-2"0"19"0,0 4 7 0,4-5 5 0,-4 5-3 15,3-2-18-15,-3 2-16 0,0 0-29 0,1-3-24 16,-1 3-35-16,0 0-14 0,0 0-26 0,0 0-44 16,0 0-21-16,0 0-27 0,0 0-25 0,0 0-22 15,0 0-20-15,0 0-8 0,0 0 3 0,-8 12 4 16,8-6-4-16,-1 2-7 0,-3 1-3 0,3 2-1 15,-2 0-73-15,3 0-89 0,-1 0 0 0,-3-1 0 16,0 2 0-16,-1-1 0 0,4 1 0 0,-1 3 0 16,-1-4 0-16,-1 1 0 0,0-2 0 0,0 7 0 15,-1-2 0-15,1 0 0 0,-2-2 0 0,2-4 0 16,4-1 0-16,-5 0 0 0,1 1 0 0,4-2 0 0,-4-2 0 16,3 2 0-16,1-6 0 0,-4 3 0 15,4-4 0-15,-2 2-253 0,2-2-131 0,-5 4-60 16,5-4-77-16,0 0-79 0,0 0-399 0,7-15-1081 15,-4 8 479-15</inkml:trace>
  <inkml:trace contextRef="#ctx0" brushRef="#br0" timeOffset="153970.9398">22749 6636 388 0,'-1'-3'434'0,"1"3"5"0,-5-6 14 0,5 2-1 0,-3-1-11 16,3 2-24-16,0 3-30 0,3-7-24 0,-3 2-21 16,2 2-34-16,2 0-27 0,-3-2-22 0,6 1-20 15,2 0-17-15,2-1-7 0,0 0-7 0,0 2-5 16,8-1 0-16,-6 2-15 0,6 2-14 0,8 0-3 16,1 0-6-16,-6 0-2 0,4 7-4 0,-5-2-1 15,1 2-2-15,6 2-1 0,-4 2-5 0,-5 0-2 16,1-1-12-16,-4 1-122 0,1 3-14 0,-4-1 0 15,-1 2 0-15,-1-4 0 0,-5 0 0 0,3 6 0 16,-8-3 0-16,4 3 0 0,-5 2 0 0,-5 5 0 16,-1-1 0-16,-2-3 0 0,-8 0 0 0,0 1 0 15,-2 1 0-15,-2-5 0 0,-2 0 0 0,-1-2 0 16,6-4 0-16,-7 3 0 0,-1-2 0 0,4-5 0 16,3 0 0-16,1-1 0 0,4-2 0 0,0 0 0 0,5 0 0 15,2-1 0-15,-2-1 0 0,3 0 0 0,-2 0 0 16,3-1 0-16,4-1 0 0,-6 2 0 0,6-2 0 15,0 0 0-15,0 0 0 0,0 0 0 16,0 0 0-16,0 0 0 0,26-7-115 0,-13 4-379 0,5 2-38 16,-2-4-51-16,6 4-32 0,-3-3-361 0,-1 1-1056 15,5-2 467-15</inkml:trace>
  <inkml:trace contextRef="#ctx0" brushRef="#br0" timeOffset="154285.7652">23291 6954 47 0,'8'-1'330'0,"-2"-1"5"15,1 1 23-15,-2-3 33 0,0 1 23 0,1 1 28 16,-1-1 8-16,-2-2 5 0,1 3 5 0,-4 2 9 16,6-4-7-16,-5-1 8 0,1 4-8 0,-2 1-9 15,2-4-20-15,-2 4-19 0,4-2-29 0,-4 2-30 16,0 0-30-16,1-4-44 0,-1 4-281 0,0 0 0 16,0 0 0-16,0 0 0 0,0 0 0 0,0 0 0 15,0 10 0-15,-1-4 0 0,1 3 0 0,0 4 0 16,-2 0 0-16,0 4 0 0,4 1 0 0,-4-1 0 15,2 3 0-15,-2-2 0 0,2 7 0 0,-2-6 0 16,1-1 0-16,1 2 0 0,-1-1 0 0,0 0 0 16,-1 0 0-16,0-2 0 0,2-1 0 0,-2-4 0 15,1-1 0-15,0 0 0 0,1-2 0 0,-2-2 0 0,2-1 0 16,0 0 0-16,0-1 0 0,2-1 0 0,-2-1-53 16,0-3-369-16,1 4-19 0,-1-4-37 15,0 0-39-15,0 0-33 0,0 0-405 0,5-11-1036 16,-5 3 459-16</inkml:trace>
  <inkml:trace contextRef="#ctx0" brushRef="#br0" timeOffset="154603.4671">23319 7065 220 0,'0'-12'329'0,"2"1"4"0,-2-2 11 16,1 1 32-16,1 1 22 0,-2 1 17 0,2-3 11 16,0 0-7-16,1 2-8 0,-1-1-3 0,-2 4-17 15,3-3-18-15,-1 4-16 0,0-1-16 0,2-3-24 16,-2 6-29-16,1-3-29 0,1 3-25 0,1-4-29 15,2 5-21-15,-2-1-21 0,0 0-15 0,3 3-13 16,5-1-10-16,-7 3-7 0,6-2-11 0,-2 1-10 16,0 1-8-16,1 1-3 0,0 1-8 0,-2 2-61 0,1 1-17 15,-1 0 0-15,-4-2 0 0,2 2 0 16,-2 1 0-16,-1-1 0 0,-1 2 0 0,1-1 0 16,0-1 0-16,-1 3 0 0,-3-2 0 0,-2 4 0 15,-3-1 0-15,1 2 0 0,-2-1 0 0,-3 1 0 0,-5 2 0 16,1-2 0-16,0-1 0 0,-3 0 0 15,-1-1 0-15,3 0 0 0,1-4 0 0,3-1 0 16,1 3 0-16,1-5 0 0,3 0 0 0,-1 1-104 0,2-2-176 16,4-1-58-16,-6 1-56 0,6-1-52 0,0 0-58 15,0 0-55-15,13 6-369 0,-5-6-1005 16,5 0 445-16</inkml:trace>
  <inkml:trace contextRef="#ctx0" brushRef="#br0" timeOffset="154936.0043">23621 7112 225 0,'0'0'487'0,"0"0"23"0,0 0 36 0,0 0 16 0,0 0 25 16,0 0-17-16,5-6-16 0,-5 6-28 0,0 0-33 16,0 0-34-16,0 0-34 0,0-5-37 0,0 5-39 15,0 0-33-15,0 0-35 0,0 0-30 0,0 0-29 16,0 0-24-16,0 0-27 0,0 0-100 0,0 0-71 15,-8 14 0-15,8-4 0 0,0 0 0 0,-1 0 0 16,1 1 0-16,-3-1 0 0,6 1 0 0,-6 2 0 16,3-1 0-16,0 0 0 0,-1-2 0 0,1 2 0 15,-1-3 0-15,1-2 0 0,-3 2 0 0,3-2 0 16,0 0 0-16,0-1 0 0,0-1 0 0,3 0 0 16,-6-1 0-16,6-1 0 0,-3-3 0 0,0 5 0 15,0-5 0-15,0 3 0 0,0-3-253 0,0 0-44 16,0 0-26-16,0 0-54 0,0 0-54 0,0 0-71 15,5-14-49-15,-4 8-359 0,2-5-986 0,2 0 437 16</inkml:trace>
  <inkml:trace contextRef="#ctx0" brushRef="#br0" timeOffset="155140.4294">23677 6971 358 0,'0'-3'507'0,"0"3"29"0,3-5 10 0,-3 5-5 16,0-3-28-16,0 3-48 0,0 0-36 0,0 0-42 16,-2-7-46-16,2 7-37 0,0 0-42 0,2-3-51 15,-2 3-59-15,0 0-65 0,0 0-72 0,0 0-77 16,0-5-71-16,0 5-62 0,0 0-49 0,0 0-60 16,0 0-48-16,5-2-55 0,-5 2-253 0,2-4-714 15,-2 4 315-15</inkml:trace>
  <inkml:trace contextRef="#ctx0" brushRef="#br0" timeOffset="155856.6017">23892 6667 62 0,'0'0'364'0,"-3"-4"19"0,3 4 15 0,0 0 9 0,0 0 0 15,-1-5 0-15,1 5-8 0,0 0-9 0,0 0-15 16,0 0-14-16,-1-5-20 0,1 5-13 16,0 0-31-16,2-4-24 0,-2 4-18 0,0-4-24 0,0 4-25 15,3-5-23-15,-3 5-18 0,5-2-20 0,-4-1-18 16,-1 3-14-16,10-1-6 0,-3 0-20 0,-7 1-8 16,13 1-11-16,-7-1-2 0,-1 1-12 0,-5-1-6 15,14 3 1-15,-7-2-13 0,-2 1 0 0,0 2-8 16,-1-2 2-16,2 1-12 0,-4 1 8 0,4 2-10 15,-4-4 5-15,-1 1-13 0,1 4 1 0,-2-1 2 16,0 0 4-16,-3-2-7 0,1 2-3 0,-2 0-5 16,0 0-6-16,-4-1-1 0,5 0 0 0,-3-1 8 15,1 0-12-15,1 1 3 0,2-1 0 0,-1-3 3 16,-2 1-2-16,3 1 7 0,2-3-4 0,-4 4 0 16,4-4 2-16,0 0-1 0,0 0 5 0,-3 4-1 15,3-4-3-15,0 0-2 0,5 4 1 0,2-3-4 16,-2 1 5-16,0 2-3 0,3-2 4 0,-2 1-2 15,2 0 0-15,1 2 1 0,0 0-4 0,-2 3 0 0,2-3 2 16,0 1-1-16,-4-1 4 0,-1 1-7 16,1 1 5-16,0 0 2 0,-4 2 3 0,2-2-5 15,-3-2 6-15,-3 7-1 0,1-4 8 0,-6 1-1 0,3-2 0 16,-4-1 0-16,-5 0-5 0,1-3 5 16,-1 2 1-16,-6-1 8 0,6-3-1 0,2 3 6 0,0-4 17 15,0 1-2-15,2 0 7 0,2-1 14 16,1 0 4-16,-1-2-1 0,3 0-3 0,0 0-9 0,1-1-3 15,-3 2-5-15,5-2-8 0,-2-2-29 0,4 5-38 16,0-8-34-16,0-3-39 0,3 5-52 0,0 0-45 16,1 1-57-16,1-1-51 0,3-2-55 0,-3 6-48 15,4-5-50-15,-1 1-37 0,-3 2-348 0,-1-2-919 16,1 2 406-16</inkml:trace>
  <inkml:trace contextRef="#ctx0" brushRef="#br0" timeOffset="156414.0758">23255 6488 249 0,'0'0'252'0,"0"0"-5"0,-1 8-5 16,1-8-5-16,-1 4-3 0,1-4-1 0,0 0 1 16,0 0 3-16,-4 2 3 0,4-2 12 0,0 0-2 15,0 0 4-15,-4 2 0 0,4-2 10 0,0 0-4 0,-4 3 6 16,4-3-9-16,0 0-8 0,0 0-4 0,0 0-12 15,0 0-13-15,0 0-15 0,0 0-6 0,0 0-16 16,0 0-3-16,-10 1-15 0,10-1-13 16,0 0 5-16,0 0-13 0,0 0 3 0,0 0-1 0,0 0-14 15,0 0 17-15,0 0-4 0,0 0-10 0,0 0-4 16,0 0-18-16,17 1-9 0,-7-1-7 0,8-1-7 16,2 1-82-16,12-2-8 0,1-2 0 0,3 2 0 15,1-1 0-15,0-1 0 0,-1 0 0 0,2 1 0 16,-1 0 0-16,-2-1 0 0,-7 3 0 0,-10-1 0 15,2 1 0-15,-4-2 0 0,-6 3 0 0,-2-1 0 16,-2 1 0-16,-1-3 0 0,1 2 0 0,-6 1 0 16,0 0 0-16,11 0 0 0,-11 0 0 0,0 0 0 15,6-1 0-15,-6 1 0 0,0 0 0 0,0 0 0 16,0 0 0-16,5 2 0 0,-5-2 0 0,0 0 0 16,0 0 0-16,0 0 0 0,0 0 0 0,0 0-231 15,0 0-94-15,2 3-36 0,-2-3-64 0,0 0-54 16,0 0-53-16,-9 7-441 0,9-7-1055 0,-5 4 467 15</inkml:trace>
  <inkml:trace contextRef="#ctx0" brushRef="#br0" timeOffset="157621.6769">19305 8861 306 0,'0'0'360'0,"0"0"6"0,0 0 18 0,0 0-4 16,0 0 6-16,5 2-6 0,-5-2-3 0,0 0 1 16,0 0 4-16,0 0 0 0,0 4 5 15,0-4-14-15,0 0 0 0,0 0-7 0,8 0-9 0,-8 0-10 16,0 0-12-16,0 0-19 0,0 0-33 0,9-4-28 16,-9 4-25-16,13-3-21 0,-3 0-25 15,8-3-89-15,0 3-95 0,8-2 0 0,3 2 0 0,1-1 0 16,-3 3 0-16,-5-1 0 0,-7 0 0 0,-1 2 0 15,0 0 0-15,-1-1 0 0,-3 1 0 0,-3 0 0 16,-2 0 0-16,-5 0 0 0,11 0 0 0,-11 0 0 16,5 2 0-16,-5-2 0 0,5 3 0 0,-5-3 0 15,-1 3-23-15,1-3-298 0,-6 7-70 0,-2-3-56 16,-5 1-67-16,-3-1-60 0,-3 2-414 0,-2-1-1068 16,-7 2 473-16</inkml:trace>
  <inkml:trace contextRef="#ctx0" brushRef="#br0" timeOffset="157940.5613">19212 9074 229 0,'-2'2'406'0,"0"1"18"15,1 0 26-15,1-3 21 0,0 5 14 16,0-5 6-16,0 0-18 0,0 0-21 0,0 0-25 0,0 0-8 16,0 5-23-16,2-3-3 0,-2-2-10 0,0 0-15 15,10 0-14-15,-2 0-12 0,2 0-12 16,3 0-17-16,2-1-16 0,3 0-23 0,5-2-260 0,0 1-14 15,7-1 0-15,2 1 0 0,-2-1 0 0,0-1 0 16,0 1 0-16,-4 0 0 0,-4 2 0 0,-3 1 0 16,-6 0 0-16,1-1 0 0,-2 0 0 0,-1 1 0 15,-1-2 0-15,-2 2 0 0,-3 0 0 0,-5 0 0 16,10 0 0-16,-10 0 0 0,9 0 0 0,-9 0 0 16,6-1 0-16,-6 1 0 0,0 0 0 0,4-2 0 15,-4 2 0-15,0 0 0 0,0 0 0 0,0 0 0 16,0 0 0-16,0 0 0 0,0 0 0 0,0 0 0 15,0 0-48-15,0 0-470 0,0 0-69 0,-13 7-62 16,13-7-417-16,-10 1-1153 0,6 1 511 0</inkml:trace>
  <inkml:trace contextRef="#ctx0" brushRef="#br0" timeOffset="159040.6232">17633 8477 311 0,'0'-8'446'0,"-1"2"18"0,1-1 20 0,0 1 14 15,0 1-1-15,0 2-5 0,0-4 9 16,0 1-2-16,-2-1-1 0,4 4-11 0,-4-2-10 0,0 2-19 15,2-2-4-15,0 5-26 0,-1-5-37 0,1 5-32 16,0 0-29-16,-1-5-213 0,1 5-117 0,0 0 0 16,0 0 0-16,0 0 0 0,0 0 0 0,0 0 0 15,0 0 0-15,0 19 0 0,-1-8 0 0,1 1 0 16,0 6 0-16,0 1 0 0,0 5 0 0,0 5 0 16,-3-10 0-16,4 10 0 0,-2-1 0 0,1 1 0 15,1 2 0-15,-2-2 0 0,0-1 0 0,1-2 0 16,1-2 0-16,0 2 0 0,-1-2 0 0,-1-3 0 15,1-2 0-15,-1-1 0 0,1-2 0 0,1 2 0 16,0-3 0-16,-2-3 0 0,1-1 0 0,0 2 0 16,-1-5 0-16,-1 1 0 0,4-4 0 0,-2 1 0 15,1 0 0-15,0-3 0 0,1 0 0 0,-2-3 0 0,0 7 0 16,0-7 0-16,0 3 0 0,0-3 0 0,0 0 0 16,0 0 0-16,0 0 0 0,0 0 0 15,0 0 0-15,-3-16 0 0,0 5 0 0,2 0 0 0,-5-3 0 16,2-14-422-16,-5 5-874 0,3-1-1402 0,-1-3 621 15</inkml:trace>
  <inkml:trace contextRef="#ctx0" brushRef="#br0" timeOffset="159426.3272">17460 8495 87 0,'-2'-3'437'0,"-2"-5"13"0,3 3 23 16,-1 1 22-16,2-2 7 0,-3 1-4 0,3 5-10 15,0-5-23-15,0 0-15 0,-2-1-26 0,2 1-38 16,2 1-40-16,1 0-32 0,4-5-35 0,-2 1-27 16,8 3-27-16,5-2-14 0,1 1-22 0,9 0-10 15,-2-1-9-15,6 5-13 0,5 0-5 0,-3 1-3 16,2 5-11-16,0-2-7 0,-4 5-8 0,3 2-102 16,-6 2-21-16,3 4 0 0,-5-2 0 0,-1 4 0 15,-3 0 0-15,-2 3 0 0,-7-6 0 0,-4 3 0 16,4 8 0-16,-6-2 0 0,-3 4 0 0,-6-2 0 15,-2 5 0-15,-6 0 0 0,-6 1 0 0,-11 10 0 0,7-12 0 16,-18 8 0-16,1-1 0 0,-1-4 0 0,-1-2 0 16,7-8 0-16,3-3 0 0,0-1 0 0,1-3 0 15,11-3 0-15,0-4 0 0,5-2 0 0,1 0 0 16,3-2 0-16,2 0 0 0,1-3 0 0,-1 2 0 16,1-1 0-16,4-2 0 0,-2 3 0 0,2-3 0 15,0 0 0-15,0 0 0 0,0 0 0 0,0 0 0 16,25-5 0-16,-8 2 0 0,-4-1-390 0,8 0-323 15,-3-1-469-15,0 1-1280 0,5 1 567 0</inkml:trace>
  <inkml:trace contextRef="#ctx0" brushRef="#br0" timeOffset="159887.6586">18036 8968 134 0,'2'-3'540'15,"1"1"20"-15,2 0 13 0,-4-3 13 0,3 2 3 16,-1 0-17-16,0 0-25 0,-3 3-39 0,3-2-42 16,-1-1-42-16,-2 3-44 0,0 0-42 0,0 0-37 0,0 0-29 15,0 0-19-15,11 8-18 0,-7-4-23 16,0 3-23-16,1-3-16 0,-1 6-17 0,2 0-17 16,-1 0-95-16,0 2-44 0,-1-1 0 0,1 1 0 15,-1 6 0-15,2-6 0 0,-2 3 0 0,0-2 0 0,1 1 0 16,-1-1 0-16,-3-1 0 0,3-3 0 0,-2 0 0 15,0-1 0-15,-2-3 0 0,3 1 0 16,0-3 0-16,-1 1 0 0,0-1 0 0,-2-3 0 0,1 2 0 16,-1-2 0-16,0 0 0 0,8-15 0 0,-3 5 0 15,3-6 0-15,2-2 0 0,2-5 0 0,-6 6 0 16,8-7 0-16,-5 6 0 0,-2 0 0 0,4-5 0 16,-2 6 0-16,-3 2 0 0,2-2 0 0,0 1 0 15,-3 1 0-15,0 2 0 0,-1 4 0 0,0-1 0 16,-2 2 0-16,1-2 0 0,-2 4 0 0,3-1 0 15,-3 2 0-15,0 1 0 0,0-2 0 0,1 3 0 16,-2 3 0-16,1-6 0 0,-1 6 0 0,1-3 0 16,-1 3 0-16,2-5 0 0,-2 5 0 0,0 0 0 15,0 0 0-15,0 0 0 0,0 0 0 0,0 0 0 16,1-4 0-16,-1 4 0 0,0 0 0 0,0 0 0 16,0 0 0-16,4 11 0 0,-4-6-409 0,0-5-888 15,0 0-1406-15,0 0 622 0</inkml:trace>
  <inkml:trace contextRef="#ctx0" brushRef="#br0" timeOffset="160450.0602">17442 8204 180 0,'-9'-1'391'0,"6"-1"22"0,3 2 6 0,-5-4 8 0,5 4 1 16,-5-1-11-16,5 1-4 0,-6-3-13 0,6 3-7 15,-5-1 2-15,5 1 8 0,0 0-5 0,-2-3-13 16,2 3-22-16,0 0-18 0,0 0-15 0,0 0-14 16,0 0-15-16,-6-1-12 0,6 1-14 0,0 0-15 15,0 0-10-15,0 0-250 0,0 0 0 0,0 0 0 16,0 0 0-16,0 0 0 0,0 0 0 0,0 0 0 16,0 0 0-16,0 0 0 0,0 0 0 0,0 0 0 15,0 0 0-15,0 0 0 0,19-3 0 0,-2 0 0 16,13 0 0-16,6 0 0 0,19-2 0 0,4-3 0 15,3 2 0-15,32-4 0 0,-29 3 0 0,28-4 0 16,-26-1 0-16,26-3 0 0,-32 7 0 0,1-1 0 16,-7 1 0-16,-18 3 0 0,-2 0 0 0,-8 1 0 15,-5 1 0-15,-4 1 0 0,-8 1 0 0,2 0 0 16,-5 1 0-16,0-3 0 0,-2 3 0 0,1-1 0 16,-6 1 0-16,9-1 0 0,-5-1 0 0,-4 2 0 15,0 0 0-15,0 0 0 0,8-1 0 0,-8 1 0 0,0 0 0 16,0 0 0-16,0 0 0 0,0 0 0 15,0 0 0-15,0 0 0 0,5 3 0 0,-5-3 0 16,0 0-172-16,0 0-483 0,-13 5-78 0,13-5-373 16,-6 1-1197-16,6-1 530 0</inkml:trace>
  <inkml:trace contextRef="#ctx0" brushRef="#br0" timeOffset="162727.8329">21110 7006 19 0,'3'-11'214'0,"1"1"3"15,-1 3-4-15,-2 0-6 0,2 1 7 16,-2 1-1-16,1-2 2 0,0 4-5 0,-1-1 0 16,0 2 4-16,-1 2 5 0,4-8 0 0,-4 6 21 0,0 2 13 15,1-3 8-15,-1 3 9 0,3-4 16 0,-3 4 9 16,0-5 8-16,0 5 11 0,1-4 16 0,-1 4 22 16,0 0-3-16,0 0 5 0,5-1 1 0,-5 1-6 15,0 0-7-15,0 0-12 0,0 0-16 0,0 0-16 16,0 0-286-16,0 0-12 0,0 0 0 0,0 0 0 15,0 0 0-15,0 0 0 0,0 0 0 0,0 0 0 16,0 0 0-16,0 0 0 0,2 10 0 0,-4-2 0 16,2 1 0-16,2 3 0 0,-5 0 0 0,3 1 0 15,-1 4 0-15,1 2 0 0,-3 0 0 0,2-1 0 16,1 2 0-16,-1-1 0 0,2-1 0 0,-1 0 0 0,-1-2 0 16,-1-1 0-16,1-3 0 0,1 0 0 15,-1-3 0-15,1 1 0 0,-1-3 0 0,1 1 0 0,0-4 0 16,0 3 0-16,0-4 0 0,0-3 0 0,0 7 0 15,0-7 0-15,0 5 0 0,0-5 0 16,1 3 0-16,-1-3 0 0,0 0 0 0,0 0 0 0,0-12 0 16,6 1 0-16,-6 1-374 0,3-2-182 0,-1-6-72 15,0 0-478-15,-2-1-1198 0,0-1 530 0</inkml:trace>
  <inkml:trace contextRef="#ctx0" brushRef="#br0" timeOffset="162910.6434">21125 6856 357 0,'2'-4'439'0,"1"0"20"0,-2 0 35 0,1-1 29 16,0 4 12-16,1-3 1 0,-3 0-22 0,0 4-22 15,1-3-45-15,-1 3-40 0,0 0-45 0,0-6-35 16,0 6-39-16,1-3-28 0,-1 3-55 0,0 0-48 16,0 0-73-16,0 0-90 0,0 0-77 0,0 0-87 15,0 0-79-15,0 0-64 0,9 7-70 0,-4-3-76 16,2-2-412-16,2 3-943 0,-1 0 417 0</inkml:trace>
  <inkml:trace contextRef="#ctx0" brushRef="#br0" timeOffset="163143.8279">21304 7054 264 0,'1'3'515'0,"-1"-3"27"0,0 0 31 0,0 0 30 0,1 4 5 16,-1-4-8-16,0 0-40 0,0 0-33 0,0 0-44 15,0 0-46-15,0 0-43 0,0 0-40 0,0 0-40 16,11-9-32-16,-7 7-39 0,-1-3-27 0,4 1-49 16,0 1-48-16,0-1-52 0,0 2-29 0,4-1-52 15,-4 1-37-15,0 0-50 0,-1 2-35 0,4-1-46 16,-5 2-46-16,3 1-53 0,-3-2-45 0,0 2-30 16,2 3-21-16,-4-1-24 0,1 1-22 0,-1 2-6 15,-3-3-339-15,-3 5-830 0,-1-1 368 0</inkml:trace>
  <inkml:trace contextRef="#ctx0" brushRef="#br0" timeOffset="163285.6961">21351 7157 315 0,'-6'6'176'0,"2"-1"62"0,0-1 43 0,1-1 39 0,0 0 44 16,0 0 43-16,-1 0 27 0,4-3 15 15,-3 1-8-15,3-1-34 0,0 0-47 0,0 0-35 16,0 0-37-16,10-8-28 0,-1 5-29 0,2-4-58 0,8 3-57 16,-3-3-74-16,2 0-82 0,8-3-100 15,-4 6-76-15,1-2-73 0,-2 2-68 0,-4-3-61 16,0 3-277-16,0-1-752 0,-2-1 333 0</inkml:trace>
  <inkml:trace contextRef="#ctx0" brushRef="#br0" timeOffset="163486.6114">21631 7057 152 0,'0'0'495'0,"0"-5"23"0,0 5 36 16,0 0 44-16,0-5 42 0,0 5 7 0,0 0 0 16,0-5-13-16,0 5-27 0,0 0-32 0,0 0-34 15,0 0-51-15,0 0-39 0,0 0-43 0,0 0-174 16,0 0-234-16,0 0 0 0,-4 12 0 0,4-5 0 15,0 4 0-15,0 3 0 0,2 1 0 0,-2-2 0 16,-2 4 0-16,2 0 0 0,0 0 0 0,-2 2 0 16,0-2 0-16,1-3 0 0,-2 2 0 0,3-7 0 15,-1 2 0-15,1 0 0 0,0-5 0 0,0 1-137 16,0-3-1206-16,0-4-1454 0,0 4 643 0</inkml:trace>
  <inkml:trace contextRef="#ctx0" brushRef="#br0" timeOffset="164499.9593">21588 5528 41 0,'0'0'302'0,"1"-5"2"0,-1 2-4 16,0 3 3-16,1-5 5 0,0 2-1 0,-1 3 30 15,2-5-1-15,0 2 6 0,-2 3-1 0,0-4 3 16,0 4-7-16,-2-5-1 0,2 5-10 0,0 0 6 15,2-5-24-15,-2 5-5 0,2-4-3 0,-2 4-25 16,0 0-21-16,0 0-10 0,1-4-27 0,-1 4-12 0,0 0-23 16,0 0-15-16,0 0-21 0,0 0-11 15,0 0-16-15,0 0-18 0,0 0-2 0,0 0-26 16,0 0-5-16,0 0-9 0,0 0-19 0,0 0-40 16,0 0 0-16,0 13 0 0,1-9 0 0,-1 0 0 0,1 3 0 15,1-2 0-15,1 1 0 0,-3 4 0 0,0-3 0 16,-3 2 0-16,1-2 0 0,2 2 0 0,-1 0 0 15,0-2 0-15,1 0 0 0,-1-1 0 16,-1-1 0-16,2-2 0 0,0 4 0 0,0-5 0 0,0-2 0 16,0 0 0-16,0 5 0 0,0-5 0 0,0 0 0 15,0 0 0-15,0 0 0 0,0 0 0 0,0 0 0 16,0 0 0-16,17-15 0 0,-11 8 0 0,7-1 0 16,-5-1 0-16,-1 0 0 0,2-1 0 0,-1 1 0 15,2 0 0-15,-2-1 0 0,-2 0 0 0,2 0 0 16,1 2 0-16,-3 1 0 0,1-1 0 0,-2 2 0 15,-1 3 0-15,1-3 0 0,-3 1 0 0,1 3 0 16,1-2 0-16,-2 3 0 0,1-2 0 0,-3 3 0 16,2-5 0-16,-2 5 0 0,0 0 0 0,0 0 0 15,0 0 0-15,0 0 0 0,13 7 0 0,-10-6 0 16,-3-1 0-16,7 7 0 0,-4-2 0 0,1 0 0 16,1-1 0-16,-3 3 0 0,2-1 0 0,2 1 0 15,-2-1 0-15,0 1 0 0,1 1 0 0,1 1 0 16,-3-2 0-16,6 0 0 0,-4 2 0 0,-3-4 0 15,4 4 0-15,-3-3 0 0,1 1 0 0,-1-2 0 16,2 1 0-16,-3-1 0 0,1-2 0 0,1 3 0 16,-2-2 0-16,0-3 0 0,-1 3 0 0,-1-4 0 15,4 3 0-15,-4-3 0 0,4 4-88 0,-4-4-240 16,0 0-90-16,0 0-81 0,0 0-94 0,-5-13-452 16,1 2-1130-16,0 3 500 0</inkml:trace>
  <inkml:trace contextRef="#ctx0" brushRef="#br0" timeOffset="166666.9739">22275 8256 214 0,'1'-5'253'0,"-1"5"-11"16,0 0-5-16,0 0-2 0,0-6-3 0,0 6-4 15,3-2-3-15,-3 2-4 0,0-5-5 0,0 5-4 16,1-4 0-16,-1 4 8 0,0-5 9 0,0 5 0 15,0 0 1-15,0-5-1 0,0 5 1 0,0-5-2 16,0 5-4-16,3-6-6 0,-3 6-4 0,2-3-6 16,-2 3-2-16,0-4-9 0,0 4-9 0,2-5-2 0,-2 5 0 15,-2-4-7-15,2 4-8 0,4-2-11 0,-4 2-4 16,0 0-9-16,0 0-13 0,1-5-15 16,-1 5-5-16,0 0-21 0,0 0-8 0,0 0 0 15,0 0-19-15,0 0-14 0,0 0-15 0,0 0 4 0,0 0-10 16,0 0 4-16,6 13-10 0,-4-6 6 0,2 3 3 15,-3 1 1-15,3 1 14 0,-3 4-4 16,3 0 5-16,-4-3 0 0,4 3-32 0,-4 4-18 16,1-2 0-16,-1 0 0 0,0-1 0 0,0 0 0 0,0 2 0 15,0-1 0-15,0 0 0 0,0-1 0 0,0 0 0 16,0 0 0-16,-1-2 0 0,-3 2 0 16,4-5 0-16,0-2 0 0,4 0 0 0,-8 0 0 0,4-3 0 15,0 2 0-15,0-3 0 0,0-1 0 0,0 2 0 16,4-1 0-16,-4-3 0 0,1 1 0 0,-1-4 0 15,-5 3 0-15,5-3 0 0,0 4 0 0,0-4 0 16,0 0 0-16,4 5 0 0,-4-5 0 0,0 0 0 16,0 0 0-16,0 0 0 0,0 0 0 0,0 0 0 15,0 0 0-15,0 0 0 0,0 0 0 0,0 0 0 16,0 0 0-16,0 0 0 0,0 0 0 0,0 0 0 16,0 0 0-16,0 0 0 0,-4-16-60 0,4 12-372 15,0-1-66-15,-1 0-75 0,1-1-67 0,-3 1-358 16,3-1-1082-16,0-5 479 0</inkml:trace>
  <inkml:trace contextRef="#ctx0" brushRef="#br0" timeOffset="168493.0282">21006 9270 159 0,'0'0'170'16,"0"0"4"-16,0 0-10 0,0 0-1 0,0 0-2 15,0 0-1-15,0 0-2 0,0 0 1 0,0 0-2 16,-9-8 0-16,9 8-1 0,0 0-3 0,-6-5-3 15,6 5-2-15,0 0 0 0,-8 0-5 0,8 0 6 16,0 0-3-16,-8 0 3 0,8 0-4 0,0 0 7 16,-9 0-6-16,9 0 3 0,0 0-10 0,-10 1 8 0,5 1-5 15,5-2-4-15,-11-2-3 0,5 1-5 0,6 1-3 16,-11 1-3-16,7 1 7 0,4-2-1 16,-8 1 5-16,8-1-2 0,-5 3 5 0,5-3 3 15,-5 1-3-15,5-1 1 0,-2 2-3 0,2-2 5 0,0 0-2 16,0 0-10-16,0 0-2 0,0 0-9 0,0 0 0 15,0 0-13-15,0 0-7 0,0 0-1 16,0 0-23-16,16-5-6 0,-2 5-6 0,6-4-2 0,10 3-7 16,6-4 11-16,2 3 7 0,21-4 5 0,1 4 7 15,9-7 2-15,28 0 0 0,3 0-3 0,6-1 9 16,-4 2 12-16,2 0-60 0,3-5-43 0,4 2 0 16,7-1 0-16,1 6 0 0,5-5 0 0,0 5 0 15,2-3 0-15,-2 3 0 0,3 1 0 0,-6 2 0 16,2-1 0-16,-2-4 0 0,1 3 0 0,-5 4 0 15,-4-3 0-15,1 1 0 0,-1-3 0 0,-5 2 0 16,-4 0 0-16,-5 0 0 0,-10 0 0 0,2 2 0 16,-27-1 0-16,-4-4 0 0,5 1 0 0,-5 4 0 15,-1-3 0-15,-5 0 0 0,-15 2 0 0,-3 0 0 16,-3 0 0-16,1 0 0 0,-8-2 0 0,-5 2 0 16,-5 1 0-16,-2 0 0 0,-3 0 0 0,-4 2 0 15,2-1 0-15,-4 1 0 0,-1-2 0 0,-4 2 0 0,9 0 0 16,-9 0 0-16,5-2 0 0,-5 2 0 0,0 0 0 15,0 0 0-15,9 0 0 0,-9 0 0 0,0 0 0 16,5-1 0-16,-5 1 0 0,0 0 0 16,0 0 0-16,0 0 0 0,0 0 0 0,0 0 0 0,0 0 0 15,0 0 0-15,0 0 0 0,4 3 0 0,-4-3-183 16,0 0-451-16,-11 9-595 0,8-8-1332 0,3-1 589 16</inkml:trace>
  <inkml:trace contextRef="#ctx0" brushRef="#br0" timeOffset="170768.1675">21857 9667 152 0,'10'0'377'0,"-2"-2"1"0,1 1 4 0,-3-1 1 15,2 2-10-15,-3-1-3 0,-5 1-15 0,12-1-12 16,-12 1-15-16,5 0-15 0,-5 0-20 0,6 0-23 16,-6 0-21-16,0 0-16 0,7 0-12 0,-7 0-4 15,0 0-4-15,0 0 2 0,0 0-3 0,-16-4-1 16,16 4-11-16,-23-1-4 0,3 1-4 0,-1 0-13 16,-7 1 0-16,-3 1 12 0,-2 0 0 0,1 0-5 15,-2-2-8-15,-3 5-10 0,1-2-6 0,0-1-81 16,3 2-81-16,-2-2 0 0,2 1 0 0,5 1 0 15,0-3 0-15,1 2 0 0,4 0 0 0,3-1 0 16,6-1 0-16,0 1 0 0,0 0 0 0,3-1 0 16,0 0 0-16,3 1 0 0,2-2 0 0,1 1 0 0,-2-1 0 15,7 0 0-15,0 0 0 0,-10 1 0 16,10-1 0-16,0 0 0 0,-9 1 0 0,9-1 0 16,0 0 0-16,0 0 0 0,0 0 0 0,0 0 0 0,-4 1 0 15,4-1 0-15,0 0 0 0,0 0 0 0,0 0 0 16,0 5 0-16,0-5 0 0,0 0 0 15,8 9 0-15,-4-8 0 0,-3 5 0 0,7-3 0 0,-2 6 0 16,3-2 0-16,0 0 0 0,0 4 0 0,4 0 0 16,0 2 0-16,2 3 0 0,-2-4 0 0,3-1 0 15,-3 4 0-15,4 4 0 0,-4-7 0 0,-1 0 0 16,-3-3 0-16,0 6 0 0,4-3 0 0,-7 0 0 16,2-6 0-16,-3 4 0 0,3-5 0 0,-3-2 0 15,-1 3 0-15,0-2 0 0,-2 1 0 0,1-2 0 16,1 1 0-16,-3-1 0 0,-1-3 0 0,2 4 0 15,0-2 0-15,-2-2 0 0,3 3 0 0,-3-3 0 16,0 0 0-16,0 0 0 0,0 0 0 0,4 2 0 16,-4-2 0-16,0 0 0 0,0 0 0 0,0 0 0 0,0 0 0 15,0 0 0-15,0 0 0 0,0 0 0 16,0 0 0-16,0 0 0 0,3 2 0 0,-3-2 0 16,0 0 0-16,0 0 0 0,0 0 0 0,0 0 0 0,-5 9 0 15,-2-4 0-15,4-1 0 0,-5 6 0 0,-1 3 0 16,-4 5 0-16,-5 1 0 0,-1 1 0 15,-3 5 0-15,2-1 0 0,-6 0 0 0,2 2 0 0,-1 4 0 16,-7 4 0-16,-2 1 0 0,9-10 0 0,-2 1 0 16,1-1 0-16,3 0 0 0,-1 0 0 0,1-3 0 15,5-2 0-15,0-1 0 0,4-8 0 0,4 2 0 16,0-1 0-16,2-3 0 0,0-3 0 0,2-1 0 16,2 2 0-16,0-3 0 0,0-1 0 0,3-1 0 15,-3 3 0-15,3-3 0 0,1-2 0 0,0 0 0 16,-4 3 0-16,4-3 0 0,-2 2 0 0,2-2 0 15,0 0 0-15,0 0 0 0,7 4 0 0,-3-2 0 16,1-1 0-16,2-1 0 0,0 0 0 0,6 1 0 16,-1 1 0-16,7-4 0 0,9 0 0 0,1-2 0 0,8 0 0 15,1-1 0-15,18-5 0 0,1 1 0 16,6-4 0-16,29-4 0 0,-1-1 0 0,2-3 0 16,-4 3 0-16,-2-3 0 0,-23 10 0 0,26-7 0 0,-32 10 0 15,-3-5 0-15,-15 8 0 0,-3-1 0 0,-4 3 0 16,-5-2 0-16,-8 3 0 0,-8 1 0 15,2-1 0-15,-1 0 0 0,-6 1 0 0,0 0 0 0,-2-1 0 16,-1 1 0-16,-4 1 0 0,9 0 0 0,-9 0 0 16,8 0 0-16,-8 0 0 0,0 0 0 0,5 3 0 15,-5-3 0-15,0 0 0 0,0 0 0 0,0 4 0 16,0-4 0-16,-3 5 0 0,3-5 0 0,-6 5 0 16,2-4 0-16,-5 1 0 0,-1 3-377 0,-3-4-926 15,-1-1-1411-15,-8 0 625 0</inkml:trace>
  <inkml:trace contextRef="#ctx0" brushRef="#br0" timeOffset="171218.8431">21280 10958 151 0,'0'0'423'16,"0"0"39"-16,0 0 18 0,0 0 25 0,0 0 13 0,0 0 6 15,-11-6-5-15,11 6-6 0,0 0-19 0,0 0-16 16,0 0-27-16,0 0-15 0,0 0-29 15,0 0-32-15,0 0-31 0,0 0-34 0,0 0-30 0,0 0-29 16,0 0-22-16,0 0-188 0,-1 9-41 0,1-3 0 16,0 0 0-16,0 3 0 0,1 2 0 0,-2 1 0 15,1 0 0-15,1 3 0 0,-1 0 0 0,3 2 0 16,-3-1 0-16,0 2 0 0,1-2 0 0,2 1 0 16,-3-1 0-16,-3 1 0 0,3-6 0 0,0 0 0 15,0 0 0-15,-4-3 0 0,4 1 0 0,0-5 0 16,0 4 0-16,0-4 0 0,0 0 0 0,0 1 0 15,0-5 0-15,0 5 0 0,0-5 0 0,0 0 0 16,0 0 0-16,0 0 0 0,7-11 0 0,-2 0-46 16,0 1-484-16,6-5-65 0,0-8-54 0,-4 5-414 15,6-6-1149-15,-5-1 509 0</inkml:trace>
  <inkml:trace contextRef="#ctx0" brushRef="#br0" timeOffset="171413.0809">21323 10864 125 0,'1'-6'519'0,"1"-1"-17"0,1 2 2 16,1 1 24-16,-3-1 23 0,2-1 23 0,0 1 10 16,-2 3-9-16,0-3-28 0,2 1-35 0,-3-1-47 15,0 5-44-15,2-6-43 0,-2 6-38 0,0-3-38 16,0 3-30-16,0-5-56 0,0 5-64 0,0 0-65 16,0 0-84-16,-1-4-90 0,1 4-88 0,0 0-75 15,0 0-72-15,0 0-66 0,5 11-73 0,-1-6-79 16,1 2-449-16,-1-1-1072 0,2-1 474 0</inkml:trace>
  <inkml:trace contextRef="#ctx0" brushRef="#br0" timeOffset="171636.1906">21497 10974 398 0,'4'1'491'16,"-4"-1"8"-16,5 1 19 0,-5-1 33 0,0 0 24 15,5 0 8-15,-5 0 3 0,0 0-16 16,0 0-37-16,7 0-22 0,-7 0-40 0,0 0-45 0,0 0-41 15,7-5-42-15,-5 4-37 0,4-2-33 0,-1 0-101 16,4-1-172-16,0 2 0 0,1-2 0 0,2 1 0 16,-1 1 0-16,2-1 0 0,-3 0 0 0,0 0 0 15,-1 0 0-15,-3 3 0 0,3-1-239 0,-4 0-126 16,3 1-54-16,-4 2-45 0,2 0-40 0,2-1-31 16,-3 2-27-16,-2 1-289 0,-1 1-921 0,-2-2 408 15</inkml:trace>
  <inkml:trace contextRef="#ctx0" brushRef="#br0" timeOffset="172002.7866">21602 11080 254 0,'-4'5'348'0,"-1"-1"24"0,1 0 39 16,-1-3 35-16,1 2 37 0,0-2 27 0,0 2 21 0,4-3 13 15,-2 2-7-15,2-2-23 0,0 0-44 16,0 0-50-16,0 0-42 0,0 0-38 0,11-12-39 0,-4 8-31 16,3-2-42-16,2 1-54 0,3-4-55 0,1 3-57 15,1-4-47-15,-2 6-63 0,-3-2-54 16,-1-2-54-16,1 4-60 0,-1-2-67 0,2 1-53 0,-3 1-39 15,-1-3-29-15,1 3-6 0,-2 0-4 0,1-1 12 16,1-1 32-16,2 1 33 0,-5-2 43 0,4 5 58 16,-1-2 68-16,-4 1 67 0,1-6 69 15,-1 8 60-15,0-3 49 0,-1 2 55 0,-1-3 57 0,1 0 53 16,-1 3 43-16,0-1 31 0,5 1 37 0,-5-1 23 16,-4 3 12-16,2-2 17 0,-2 2 4 0,0 0 1 15,7-3-5-15,-7 3-12 0,0 0-22 0,0 0-19 16,0 0-335-16,0 0-17 0,0 0 0 0,0 11 0 15,-3-5 0-15,2 4 0 0,-3 2 0 0,0 3 0 16,-1 2 0-16,0 1 0 0,1 2 0 0,-1 0 0 16,1 0 0-16,-1-4 0 0,6 0 0 0,-4 0 0 15,1 0 0-15,-4-5 0 0,6-1 0 0,-2-1 0 16,0 1 0-16,4-6 0 0,0-1-1366 0,-2-3-1478 0,0 0 654 16</inkml:trace>
  <inkml:trace contextRef="#ctx0" brushRef="#br0" timeOffset="173204.951">21416 9332 20 0,'-3'-3'303'16,"3"3"8"-16,-6-5 1 0,5 3 1 0,-3-2 4 0,2 2 5 15,2 2 4-15,-4-6 2 0,4 2 7 16,-3 1 1-16,3 3 1 0,0 0 2 0,-5-4-2 16,5 4-14-16,0-5 10 0,0 5-1 0,0-6 4 15,0 6-18-15,0-3-6 0,0 3-17 0,0 0-12 0,0-5-22 16,0 5-21-16,0 0-28 0,0 0-12 15,0 0-22-15,0 0-22 0,0 0-15 0,0 0-106 0,0 0-35 16,0 0 0-16,0 0 0 0,0 0 0 0,5 9 0 16,-2-3 0-16,-1 0 0 0,2 1 0 15,-2 2 0-15,0 2 0 0,1 0 0 0,-1 0 0 0,2 0 0 16,-3 2 0-16,3-2 0 0,-3 3 0 0,-1 2 0 16,2-5 0-16,-2 2 0 0,0 1 0 0,2-4 0 15,-2-1 0-15,0 2 0 0,0-4 0 0,0 0 0 16,0-1 0-16,0 1 0 0,0-4 0 0,0 1 0 15,0-1 0-15,0 2 0 0,0-5 0 0,1 3 0 16,-1-3 0-16,0 0 0 0,0 0 0 0,0 0 0 16,0 0 0-16,8-10 0 0,-4 2 0 0,0-1 0 15,1-2 0-15,1 0 0 0,2-3 0 0,-3 2 0 16,3 1 0-16,1 1 0 0,-3-4 0 0,1 4 0 16,-1 1 0-16,0-1 0 0,1 2 0 0,-4 2 0 15,3 1 0-15,-1-1 0 0,-1 2 0 0,-2 1 0 16,1-2 0-16,1 4 0 0,-2-3 0 0,1 1 0 15,-3 3 0-15,3-2 0 0,-3 2 0 0,0 0 0 0,0 0 0 16,0 0 0-16,12 6 0 0,-9-1 0 0,0 0 0 16,4 0 0-16,-1 2 0 0,1 1 0 0,-2-1 0 15,0 2 0-15,2-2 0 0,-3 2 0 0,-1-4 0 16,3 4 0-16,-1-1 0 0,-1-3 0 0,1 3 0 16,2-2 0-16,-4-1 0 0,5 4 0 0,-3-5 0 15,3-1 0-15,-2 4 0 0,-2-2 0 0,1-1 0 16,2-2 0-16,-2 1 0 0,-1-1 0 0,1 2 0 15,1-4-130-15,-6 0-371 0,8-5-97 0,-7 1-93 16,2-2-355-16,-6-4-1132 0,2 1 501 0</inkml:trace>
  <inkml:trace contextRef="#ctx0" brushRef="#br0" timeOffset="174455.2601">23167 9422 47 0,'0'0'339'16,"0"-3"6"-16,0 3 5 0,-5-4 15 0,5 4 3 16,-3-4-4-16,3 4 2 0,-1-3-5 0,1 3-3 15,0 0-5-15,-2-5-8 0,2 5-12 0,0 0-12 16,0 0 7-16,-2-3-27 0,2 3-11 0,0 0-13 16,0 0-12-16,0 0-16 0,-1-6-13 0,1 6-13 0,0 0-19 15,0 0-17-15,0 0-14 0,0 0-15 16,0 0-14-16,0 0-20 0,5-2-18 0,-5 2-9 15,9 1-7-15,-9-1-14 0,14 3-28 0,-5 1-48 0,3 1 0 16,-1 1 0-16,1 0 0 0,3 2 0 0,-1 2 0 16,-4-3 0-16,3 4 0 0,-3-1 0 0,2 1 0 15,-3 4 0-15,-3-4 0 0,-1 0 0 16,0 2 0-16,-1 2 0 0,1 1 0 0,-5-3 0 0,0 4 0 16,-2-1 0-16,-3-4 0 0,-2 4 0 0,1-1 0 15,-4 1 0-15,-2-4 0 0,6-1 0 0,-3-1 0 16,1-3 0-16,-1 1 0 0,1-1 0 0,3-1 0 15,1-1 0-15,1-1 0 0,-1 1 0 0,0-5 0 16,4 0 0-16,-2 4 0 0,2-4 0 0,0 0 0 16,0 0 0-16,1-13 0 0,3 5 0 0,3-2 0 15,3-3 0-15,0-1 0 0,2-2 0 0,4-5 0 16,-2 8 0-16,4-12 0 0,-2 5 0 0,2-2 0 16,-3 1 0-16,-3 6 0 0,-1 0 0 0,-2 2 0 15,3 0 0-15,-6 0 0 0,2 6 0 0,-2-3 0 16,3 3 0-16,-5 0 0 0,0 2 0 0,1 0 0 15,-4 1 0-15,2 0 0 0,1 1 0 0,-4 3 0 16,3-3 0-16,-3 3 0 0,3-2 0 0,-3 2 0 0,0 0 0 16,0 0 0-16,0 0 0 0,-4 11 0 15,2-4 0-15,-2 1 0 0,-1 3 0 0,-3 1 0 16,4 0 0-16,-1 0 0 0,0 0 0 0,0 3 0 0,1 0 0 16,-1-3 0-16,1 0 0 0,0 0 0 0,2-2 0 15,-1 1 0-15,2 1 0 0,-2-3 0 16,2 2 0-16,1-1 0 0,0-4 0 0,0 1 0 0,1 0 0 15,-1-1 0-15,4 1 0 0,1-1 0 0,2 2 0 16,-5-4 0-16,10 2 0 0,-3-1 0 0,1-3 0 16,5 0 0-16,-1 1 0 0,0-3 0 0,4-1 0 15,0-3 0-15,0-1 0 0,1 2 0 0,0-2 0 16,-5-1 0-16,4-1 0 0,-2-1 0 0,-5 3 0 16,-2-2 0-16,3-2 0 0,-2 6 0 0,-1-5 0 15,-4 3 0-15,0 3 0 0,1-3 0 0,-1 3 0 16,1-2 0-16,-4 3 0 0,-2 1 0 0,5-5 0 15,-1 4 0-15,-4 1 0 0,3-3 0 0,-3 3 0 16,2-2 0-16,-2 2 0 0,0 0 0 0,0 0 0 0,0 0 0 16,0 0 0-16,0 0 0 0,0 11 0 15,0-4 0-15,-1-2 0 0,-2 7 0 0,2-3 0 16,0 1 0-16,1 1 0 0,-1 0 0 0,1 0 0 16,-3-1 0-16,2 1 0 0,1-1 0 0,0-1 0 0,-2 1 0 15,1-4 0-15,1 2 0 0,-1-3 0 0,2 0 0 16,0 0 0-16,-1-3 0 0,0-2 0 0,0 5 0 15,0-5 0-15,0 0 0 0,0 0 0 0,0 0 0 16,11-11 0-16,-6 6-480 0,6-9-209 0,-3 1-482 16,0-5-1268-16,0 0 562 0</inkml:trace>
  <inkml:trace contextRef="#ctx0" brushRef="#br0" timeOffset="174605.0969">23850 9487 121 0,'0'0'461'0,"0"0"-17"0,3-5-2 15,-3 5 4-15,0 0 2 0,4-1-14 0,-4 1-35 16,0 0-37-16,0 0-40 0,0 0-39 0,0 0-60 16,0 0-75-16,0 0-92 0,0 0-107 0,0 0-123 15,0 0-125-15,0 0-105 0,0 0-207 0,0 0-661 16,0 0 293-16</inkml:trace>
  <inkml:trace contextRef="#ctx0" brushRef="#br0" timeOffset="175105.8811">22956 10026 253 0,'0'0'281'0,"0"0"1"0,0 0-9 0,0 0-6 15,0 0-7-15,0 0-5 0,-1 4 14 0,1-4 12 16,0 0 3-16,-2 6 1 0,0-5-2 0,1 2 2 16,1-3-4-16,-4 4-4 0,0-1-3 0,0-1-10 15,3 4-16-15,1-6-17 0,-6 1-19 0,2 1-18 16,4-2-15-16,-3 4-10 0,3-4-13 0,-1 4-8 15,1-4-2-15,0 0 2 0,-2 3 7 0,2-3 10 16,0 0-23-16,0 0 23 0,0 0 1 0,6 4 6 16,1-3 8-16,6 0 6 0,17 2 14 0,4-2-25 15,5-1-175-15,19 0 0 0,10-1 0 0,28-1 0 16,2-1 0-16,5-5 0 0,5 5 0 0,2-2 0 16,9-5 0-16,4-1 0 0,-3 1 0 0,-5-3 0 0,-8-3 0 15,-3 7 0-15,-38-1 0 0,-3 2 0 16,-8-4 0-16,-18 9 0 0,-8-3 0 0,-11 0 0 15,-4 3 0-15,-1 0 0 0,-7 2 0 0,3 0 0 0,-4 1 0 16,-5 0 0-16,0 0 0 0,0 0 0 16,0 0 0-16,0 0 0 0,-32 5 0 0,13-1 0 15,-1 3-307-15,-8 4-347 0,2-3-551 0,-1 0-1306 0,6-4 577 16</inkml:trace>
  <inkml:trace contextRef="#ctx0" brushRef="#br0" timeOffset="175539.4821">23222 10426 77 0,'4'-5'414'0,"1"-3"7"0,-1 5 21 0,1-2 9 16,-3 2-1-16,1 0 0 0,0 0-3 0,-3 3-7 15,2-4-14-15,1 2-19 0,-3 2-20 0,2-2-23 16,-2 2-26-16,0 0-27 0,0 0-16 0,0 0-35 16,0 0-8-16,0 0-6 0,0 0 7 0,3 9 14 15,-3-1-8-15,0 2-9 0,-1 4 0 0,-1 3-216 16,1-1-34-16,-2 2 0 0,2 2 0 0,-1 5 0 15,-1-1 0-15,0 2 0 0,0-5 0 0,1 2 0 16,-4-5 0-16,5 2 0 0,1-2 0 0,-3 0 0 0,1-1 0 16,-2 1 0-16,1-7 0 0,2 6 0 15,-3-6 0-15,4-3 0 0,0 2 0 0,0-4 0 16,0 3 0-16,-1-5 0 0,-2 0 0 0,3 0 0 0,0-4 0 16,0 6 0-16,0-6 0 0,0 0 0 0,0 0 0 15,0 0-155-15,0 0-347 0,3-13-35 16,-3 7-34-16,0-7-21 0,-3-4-381 0,3-3-1053 0,-6 2 466 15</inkml:trace>
  <inkml:trace contextRef="#ctx0" brushRef="#br0" timeOffset="175924.4025">23080 10419 204 0,'0'-7'437'0,"0"0"10"15,3 2 29-15,-3 1 16 0,0 0 9 0,1 1 12 16,0-3-8-16,2 1-19 0,-2 2-20 0,0 1-26 15,3-5-24-15,0 3-23 0,1 0-23 0,2 1-16 16,3 0-19-16,0 2-20 0,2-1-12 0,4 2-10 16,2 0-12-16,4 3-117 0,7 3-164 0,1-1 0 15,3 6 0-15,0-4 0 0,0 6 0 0,-1 0 0 16,0 0 0-16,-5 2 0 0,1-2 0 0,-4 2 0 16,-7-2 0-16,-3 0 0 0,-2 1 0 0,0 2 0 0,-3-2 0 15,-1 0 0-15,-2 2 0 0,-6 2 0 16,0-1 0-16,-6 2 0 0,-3 6 0 0,-6 1 0 15,-4-1 0-15,-7-1 0 0,-3 0 0 0,-3-3 0 0,-11 6 0 16,0-5 0-16,10-7 0 0,0 3 0 0,2-4 0 16,0-3 0-16,3 1 0 0,5-2 0 0,6-4 0 15,5-3 0-15,0 3 0 0,1-2 0 16,4-3 0-16,0 2 0 0,3-2 0 0,1 0 0 0,3-1 0 16,-9 2 0-16,9-2 0 0,0 0 0 0,0 0 0 15,0 0 0-15,23-12 0 0,-9 6 0 0,5 0 0 16,0 2 0-16,7-4-496 0,5 0-787 0,0-1-1389 15,3 2 615-15</inkml:trace>
  <inkml:trace contextRef="#ctx0" brushRef="#br0" timeOffset="176258.5537">23754 10774 177 0,'4'-2'515'16,"1"-2"4"-16,-4 2 18 0,-1 2 30 0,0 0 18 0,-1-6 25 15,1 6 0-15,-2-6-10 0,2 6-30 16,0-6-35-16,0 6-35 0,0 0-34 0,0 0-38 16,0-5-32-16,0 5-39 0,0 0-138 0,0 0-219 0,0 0 0 15,0 0 0-15,0 0 0 0,0 14 0 16,0-4 0-16,-3 1 0 0,1 1 0 0,0 3 0 16,-1 4 0-16,2-2 0 0,1 2 0 0,0 4 0 15,-3-1 0-15,3 2 0 0,-1-4 0 0,1-1 0 0,1 6 0 16,-1-6 0-16,-1-1 0 0,1 0 0 0,-2 0 0 15,2 0 0-15,-4-3 0 0,2 0 0 16,2-6 0-16,0 1 0 0,0-2 0 0,0 1 0 0,-1-2 0 16,2-2 0-16,-1 0 0 0,2-1 0 0,-2-4 0 15,0 7 0-15,2-6 0 0,-2-1 0 0,0 0 0 16,0 0 0-16,3-11-361 0,-2 5-241 0,0-2-31 16,2-3-467-16,-3-2-1191 0,1-3 528 0</inkml:trace>
  <inkml:trace contextRef="#ctx0" brushRef="#br0" timeOffset="176608.4136">23736 10766 402 0,'2'-12'434'0,"1"2"14"0,-2-1 22 16,1 2 13-16,0-1 11 0,1 2-4 0,-1-2-4 0,3 1-21 16,2 1-19-16,0 2-18 0,-3 0-26 0,1-3-23 15,1 4-27-15,2 1-24 0,-3-2-26 16,1 2-25-16,0 1-25 0,-1 0-22 0,0 1-12 15,4 1-12-15,-1 0-12 0,-8 1-189 0,16 2-5 0,-7 2 0 16,2 2 0-16,-5 0 0 0,4 0 0 16,-2-1 0-16,0 6 0 0,-2-2 0 0,3 6 0 15,-5-2 0-15,0-4 0 0,-2 5 0 0,-2-2 0 0,0-2 0 16,0 2 0-16,-4-1 0 0,-1 1 0 16,-5 2 0-16,0-2 0 0,-2 1 0 0,-3 0 0 15,1-4 0-15,-4 2 0 0,0-4 0 0,0 3 0 0,9-6 0 16,-5 0 0-16,3-1 0 0,0 3 0 0,3-4 0 15,2 1 0-15,0-1 0 0,2-2 0 0,4 0 0 16,-6 0 0-16,6 0 0 0,0 0 0 0,0 0 0 16,0 0 0-16,15-9-91 0,-7 8-433 0,4-3-40 15,5 1-40-15,2 2-464 0,-6-1-1157 0,6 2 511 16</inkml:trace>
  <inkml:trace contextRef="#ctx0" brushRef="#br0" timeOffset="176909.8252">24091 10928 202 0,'4'1'369'0,"-1"1"11"16,-3-2 26-16,0 0 31 0,7 2 32 0,-7-2 27 0,0 0 30 16,3 2 7-16,-3-2-12 0,0 0-9 15,0 0-16-15,0 0-17 0,0 0-16 0,0 0-20 16,0 0-29-16,0 0-26 0,0 0-27 0,0 0-65 0,0 0-296 16,0 0 0-16,0 0 0 0,0 0 0 0,0 0 0 15,-3 7 0-15,2 2 0 0,1-2 0 16,1 5 0-16,-3 0 0 0,2-1 0 0,-2 4 0 15,1-4 0-15,1 2 0 0,-2 1 0 0,-1-2 0 0,3-3 0 16,0 3 0-16,-1-1 0 0,-2 0 0 0,3-2 0 16,0-1 0-16,-1-3 0 0,1 2 0 0,-1-2 0 15,1-2 0-15,-2 1 0 0,2-4 0 0,0 5 0 16,0 1 0-16,0-6 0 0,0 0 0 0,0 0 0 16,0 0 0-16,0 0 0 0,0 0 0 0,4-17 0 15,0 7-368-15,-4-1-216 0,9-5-51 0,-4 1-466 16,0-3-1193-16,-1 0 528 0</inkml:trace>
  <inkml:trace contextRef="#ctx0" brushRef="#br0" timeOffset="177114.6026">24135 10808 300 0,'2'-5'448'0,"1"1"14"0,-1 2 28 16,-2 2 34-16,0 0 31 0,3-3 16 0,-3 3-3 15,0 0-11-15,0 0-29 0,1-3-32 0,-1 3-50 16,0 0-29-16,0 0-38 0,0 0-41 0,0 0-35 15,0 0-30-15,0 0-33 0,0 0-32 0,0 0-120 16,0 0-88-16,-4-6 0 0,4 6 0 0,0 0 0 0,0 0 0 16,3-4-161-16,-3 4-106 0,0 0-67 0,2-3-62 15,-2 3-56-15,4-3-60 0,3 1-57 0,-1 0-348 16,3-3-994-16,1 0 441 0</inkml:trace>
  <inkml:trace contextRef="#ctx0" brushRef="#br0" timeOffset="177976.7843">24381 10378 260 0,'0'0'301'0,"0"-4"-7"0,0 0-6 0,0 4-11 16,1-5-8-16,-1 5-5 0,0-5-4 0,0 5-2 15,-1-5-9-15,1 5-2 0,-1-4-10 0,1 4-20 16,0 0-3-16,0 0-18 0,0-5-11 0,0 5-9 15,0 0-5-15,0 0-7 0,0 0-2 0,0 0-6 16,0 0 0-16,0 0-3 0,0 0 2 0,0 0 0 16,0 0-2-16,0 0 7 0,0 0 3 0,0 0 0 15,0 0 7-15,0 0-6 0,-5-3-4 0,5 3 11 16,0 0-26-16,0 0-18 0,0 0 15 0,0 0 1 0,0 0-14 16,0 0-6-16,0 0-12 0,0 0 0 0,0 0-18 15,0 0-4-15,0 0-5 0,0 0-6 16,0 0-30-16,0 0-48 0,0 0 0 0,0 0 0 15,0 0 0-15,0 0 0 0,0 0 0 0,0 0 0 0,0 0 0 16,0 0 0-16,0 0 0 0,0 0 0 0,0 0 0 16,9-3 0-16,-9 3 0 0,5-1 0 0,1-2 0 15,0 1 0-15,2-1 0 0,-1 2 0 0,4-1 0 16,1 0 0-16,-1 1 0 0,-2 1 0 0,1-1 0 16,-5 1 0-16,7 0 0 0,-4 1 0 0,-2 0 0 15,-1-1 0-15,0 2 0 0,-1 1 0 0,3 0 0 16,-2 2 0-16,0-1 0 0,-1 1 0 0,-3 2 0 15,-1 0 0-15,0 1 0 0,0 0 0 0,-4 2 0 16,-1-2 0-16,-3 0 0 0,-1 0 0 0,3 1 0 16,-4-1 0-16,1 0 0 0,-2-2 0 0,1 0 0 15,5-1 0-15,0-1 0 0,1-1 0 0,-1 1 0 16,1-2 0-16,4 0 0 0,0-2 0 0,0 0 0 16,-7 4 0-16,7-4 0 0,0 0 0 0,5 5 0 15,-5-5 0-15,9 2 0 0,-3 1 0 0,3 0 0 16,2 1 0-16,1-4 0 0,-3 4 0 0,1 3 0 15,-2-4 0-15,2 1 0 0,0 1 0 0,-1 1 0 0,-1 1 0 16,0-2 0-16,-1 5 0 0,-3-5 0 0,0 4 0 16,-3-1 0-16,-1-1 0 0,0 2 0 0,-2-1 0 15,-2-1 0-15,-1-1 0 0,-3 1 0 16,-1-1 0-16,-1 0 0 0,-4-1 0 0,2 1 0 0,-4-1 0 16,0 1 0-16,1-3 0 0,4 2 0 0,0-4 0 15,2 0 0-15,2 0 0 0,2 1 0 0,5-2 0 16,-9 0 0-16,9 0 0 0,0 0 0 0,-10-2 0 15,10 2 0-15,0 0 0 0,-3-6 0 0,4 2 0 16,-1 4 0-16,5-6 0 0,0 3 0 0,-1 0 0 16,3-1-232-16,-4 1-203 0,3-1-48 0,-3 2-60 15,1-2-51-15,1 2-390 0,-3-1-1066 0,-2 3 471 16</inkml:trace>
  <inkml:trace contextRef="#ctx0" brushRef="#br0" timeOffset="178799.4583">23539 10228 79 0,'0'0'268'0,"0"0"7"16,0 0-2-16,-2 3-3 0,2-3-14 0,0 0 1 15,0 0-16-15,0 0-20 0,-2 4-10 0,2-4-14 16,0 0-18-16,0 0-20 0,0 0-13 0,-4 4-18 16,4-4-8-16,-3 1-9 0,3-1-10 0,-6 4-6 0,4-2 2 15,-2 1 6-15,4-3-2 0,-8 4 0 0,6-1 0 16,-2-1-2-16,0 0-2 0,4-2 6 16,-5 5-19-16,5-5-10 0,-4 2-7 0,4-2-9 0,-2 3 2 15,2-3-8-15,0 0-7 0,-5 1-8 0,5-1-14 16,0 0-24-16,0 0-18 0,-3 4-13 15,3-4-27-15,0 0-10 0,0 0-9 0,0 0 6 16,0 0-1-16,0 0 6 0,0 0 6 0,0 0 5 0,0 0 2 16,0 0 4-16,-2 4 6 0,2-4 6 0,0 0 6 15,0 0 8-15,0 0 6 0,0 0 18 0,0 0 17 16,0 0 18-16,0 0 18 0,0 0 14 0,0 0 16 16,0 0 13-16,0 0 13 0,0 0 12 0,0 0 13 15,0 0 8-15,0 0 10 0,0 0 6 0,0 0-5 16,0 0-2-16,0 0-2 0,0 0-6 0,0 0-2 15,0 0 0-15,0 0 3 0,0 0-6 0,0 0-6 16,0 0 0-16,0 0-9 0,0 0-4 0,0 0-6 16,0 0 11-16,0 0-7 0,0 0 3 0,0 0-2 0,0 0-3 15,0 0 6-15,0 0-4 0,0 0 0 16,0 0-5-16,0 0-3 0,16-3-76 0,-10 2-33 16,1-1 0-16,6-1 0 0,3-2 0 0,3 0 0 15,4 0 0-15,3-3 0 0,6 3 0 0,0-2 0 16,5 0 0-16,0 2 0 0,0-5 0 0,0 5 0 15,1-2 0-15,-2 3 0 0,-5-3 0 0,-3 4 0 16,-10 1 0-16,0-2 0 0,-5 3 0 0,-1 0 0 0,-7 0 0 16,3-1 0-16,-3 1 0 0,0 0 0 0,-5 1 0 15,9-1 0-15,-5 0 0 0,-4 1 0 0,0 0 0 16,0 0 0-16,9-1 0 0,-9 1 0 0,0 0 0 16,0 0 0-16,5 0 0 0,-5 0 0 0,0 0 0 15,0 0 0-15,0 0 0 0,0 0 0 0,4-3 0 16,-4 3-79-16,0 0-384 0,0-5-72 0,3 3-80 15,-2-2-469-15,1 0-1173 0,1-3 519 0</inkml:trace>
  <inkml:trace contextRef="#ctx0" brushRef="#br0" timeOffset="179877.0559">24601 8642 97 0,'-10'-7'281'15,"0"3"-7"-15,2-3-10 0,1 4-7 0,-3-1-14 16,4 2-7-16,0-2-2 0,-1 1-6 0,3-1-2 16,-2 1 1-16,2 1 9 0,0 0-12 0,-1 0 9 15,5 2-2-15,-4-3 0 0,4 3-2 0,0 0 5 16,-5-5-2-16,5 5 2 0,0 0 4 0,-4-1 5 15,4 1-9-15,0 0 13 0,0 0-12 0,0 0 23 16,0 0-1-16,0 0 5 0,0 0-2 0,0 0-8 16,0-5 2-16,0 5-4 0,0 0-2 0,0 0-7 15,0 0-180-15,-1-4-61 0,1 4 0 0,0 0 0 16,1-5 0-16,-1 5 0 0,4-3 0 0,1-2 0 0,4-1 0 16,5 1 0-16,6-2 0 0,10-3 0 0,5-1 0 15,4 1 0-15,1 5 0 0,-3-5 0 16,13 0 0-16,-14 2 0 0,-4 4 0 0,-2-3 0 0,2 3 0 15,-5 0 0-15,-5 0 0 0,-3-1 0 0,-1 4 0 16,-7-1 0-16,0 1 0 0,0 0 0 0,-3 0 0 16,-2 0 0-16,2 0 0 0,-8 1 0 0,11 1 0 15,-11-1 0-15,5-1 0 0,-5 1 0 0,8-1 0 16,-8 1 0-16,6-2 0 0,-6 2 0 0,0 0 0 16,0 0 0-16,0 0 0 0,0 0 0 0,0 0 0 15,0 0 0-15,0 0 0 0,8 0 0 0,-8 0 0 16,0 0 0-16,0 0 0 0,0 0 0 0,0 0 0 15,1 5 0-15,3 0 0 0,-4 2 0 0,4 5 0 16,1 8 0-16,-1 6 0 0,6 7 0 0,-1 12 0 16,-1 6 0-16,2 6 0 0,-2 4 0 0,1 25 0 15,1-5 0-15,-1 5 0 0,-1 3 0 0,1 1 0 16,-2-2 0-16,-3 3 0 0,-4 0 0 0,1-4 0 0,-1-1 0 16,0-26 0-16,-2 0 0 0,-5 29 0 0,4-3 0 15,-1-28 0-15,1 0 0 0,1 24 0 0,-1-28 0 16,4 1 0-16,2-1 0 0,-2-6 0 0,-1 2 0 15,0-2 0-15,5-3 0 0,-1-9 0 0,1-1 0 16,-1-1 0-16,2 0 0 0,2 0 0 16,-2-1 0-16,2 0 0 0,-3-4 0 0,2-1 0 0,-2-3 0 15,1 0 0-15,-1-7 0 0,3-1 0 0,-2-2 0 16,1 0 0-16,-5-3 0 0,0-1 0 0,0-1 0 16,1-1 0-16,0-2 0 0,-3-1 0 0,2-1 0 15,0 2 0-15,-2-3 0 0,0-2 0 0,0 3 0 16,0-5 0-16,0 6 0 0,0-6 0 0,-4 6 0 15,1-5 0-15,0 3 0 0,-5-3 0 0,3 1 0 16,-9-2 0-16,0 1 0 0,-5-1 0 0,0 0 0 16,-3-1 0-16,-6 1 0 0,0 0 0 0,-1 0 0 15,0-2 0-15,1 0 0 0,1-1 0 0,-1 3 0 0,1-2 0 16,6 1 0-16,-1 0 0 0,1-1 0 0,1 1 0 16,7 1 0-16,-3-2 0 0,-1 1 0 15,4 1 0-15,6 0 0 0,0 0 0 0,0-1 0 16,7 1 0-16,-9 0 0 0,9 0 0 0,-8 1 0 0,8-1 0 15,0 0 0-15,-7-1 0 0,7 1 0 0,0 0 0 16,0 0 0-16,0 0 0 0,-5-2 0 0,5 2 0 16,0 0 0-16,0 0 0 0,0 0 0 0,0 0 0 15,0 0 0-15,0 0 0 0,0 0 0 0,0 0 0 16,4-8-136-16,-3 4-646 0,-2-7-431 0,0-1-1312 16,-2-5 580-16</inkml:trace>
  <inkml:trace contextRef="#ctx0" brushRef="#br0" timeOffset="181229.3823">21051 8406 374 0,'0'0'381'0,"-8"-2"2"0,6-1 17 0,2 3 6 15,-4-4 2-15,4 4-4 0,-4-3 10 0,1 1-13 0,3 2-24 16,-5-5-20-16,1 3-19 0,-2-1-27 0,-2-1-23 16,-2 1-18-16,-8 2-22 0,0-3-8 0,-5 2-16 15,-6-1-8-15,-4 3-11 0,-2 0-14 0,-1 0-13 16,-2 4-12-16,6-3-4 0,-5 1 0 0,6 0-2 16,2-2-4-16,1 3-3 0,7-1 0 0,2 0-88 15,5-1-65-15,0-1 0 0,3 0 0 0,-1 1 0 16,1 1 0-16,2-2 0 0,-1 0 0 0,3-2 0 15,7 2 0-15,-13-1 0 0,8 1 0 0,5 0 0 16,-7 0 0-16,7 0 0 0,0 0 0 0,-9 0 0 16,9 0 0-16,0 0 0 0,-4 1 0 0,4-1 0 15,0 0 0-15,0 0 0 0,-5 2 0 0,5-2 0 16,0 0 0-16,0 0 0 0,-2 4 0 0,2-4 0 16,-1 8 0-16,1 2 0 0,0 0 0 0,0 3 0 15,1 4 0-15,-1 2 0 0,4 7 0 0,0 0 0 16,1 3 0-16,-1 3 0 0,4 13 0 0,-1 2 0 15,2 1 0-15,-2 2 0 0,0-1 0 0,0 2 0 0,0 4 0 16,-3 0 0-16,-3 3 0 0,-1 26 0 0,-1-22 0 16,-3 20 0-16,2-22 0 0,-5 25 0 15,-3-5 0-15,0-21 0 0,2 23 0 0,-1-24 0 0,2 1 0 16,-2 25 0-16,4-24 0 0,-2-1 0 0,2-3 0 16,4 0 0-16,0 1 0 0,-2-6 0 0,7 1 0 15,2-6 0-15,-2-10 0 0,4-2 0 0,-6 1 0 16,3-2 0-16,2 0 0 0,-1-2 0 0,2-1 0 15,-2-3 0-15,-1 0 0 0,2-3 0 0,0 1 0 16,-5-5 0-16,5 3 0 0,-4-3 0 0,1-1 0 0,2-3 0 16,-2 4 0-16,2-4 0 0,-2 0 0 15,1-1 0-15,-3-3 0 0,1 1 0 0,-3 0 0 16,3-1 0-16,-2-2 0 0,-1 0 0 0,2 1 0 0,0-1 0 16,-2-2 0-16,0 0 0 0,1-2 0 15,-1 3 0-15,3-2 0 0,-3-1 0 0,0-2 0 16,0 2 0-16,0-4 0 0,0 3 0 0,0-2 0 15,1 1 0-15,-1-4 0 0,4 6 0 0,-4-6 0 0,0 0 0 16,0 3 0-16,0-3 0 0,0 4 0 16,0-4 0-16,0 0 0 0,0 0 0 0,0 0 0 0,1 5 0 15,-1-5 0-15,0 0 0 0,0 0 0 0,0 0 0 16,0 0 0-16,0 0 0 0,0 0 0 0,17-10 0 16,-6 5 0-16,9-4 0 0,8-2 0 0,2-1 0 15,1 3 0-15,-2-2 0 0,0 1 0 0,-8 5 0 16,7 1 0-16,-8-3 0 0,1 3 0 0,-8 1 0 15,-2 0 0-15,1 1 0 0,-5 2 0 0,-1-2 0 16,0 2 0-16,-6 0 0 0,8-2 0 0,-8 2 0 16,6-1 0-16,-6 1 0 0,0 0 0 0,3-3 0 15,-3 3-241-15,0 0-527 0,0 0-429 0,-17-7-1297 16,7 1 573-16</inkml:trace>
  <inkml:trace contextRef="#ctx0" brushRef="#br0" timeOffset="182217.7369">26041 7913 12 0,'0'-5'402'0,"-1"-1"14"0,1 0 21 16,-2-1-4-16,-1 0 3 0,3 2 10 0,-1-2 1 0,-2 0 3 16,1 2-4-16,2 0-3 0,0-1-9 0,-2-1-8 15,2 3-13-15,-1-1-14 0,0 1-15 16,1 4-15-16,-3-5-19 0,3 5-16 0,0-4-31 15,0 4-31-15,3-4-133 0,-3 4-139 0,0 0 0 0,0 0 0 16,0 0 0-16,0 0 0 0,0 0 0 16,0 0 0-16,0 0 0 0,-3 18 0 0,3-8 0 15,3 2 0-15,-3 1 0 0,-3-3 0 0,3 9 0 0,3-2 0 16,-6-2 0-16,3 1 0 0,-1-1 0 0,-2-2 0 16,3 1 0-16,-1-2 0 0,0-2 0 0,-2 3 0 15,2-4 0-15,-2 3 0 0,3-6 0 0,-2 0 0 16,2 0 0-16,0-1 0 0,-3 0 0 0,3 0 0 15,0-5 0-15,0 4 0 0,0-4 0 0,0 4 0 16,0-4 0-16,-1 5 0 0,1-5-62 0,0 0-366 16,0 0-65-16,0 0-49 0,6-12-49 0,-2 8-422 15,0-1-1097-15,0 1 486 0</inkml:trace>
  <inkml:trace contextRef="#ctx0" brushRef="#br0" timeOffset="182566.1195">26225 7993 258 0,'8'-3'357'0,"-3"2"22"16,3-3 49-16,-4 1 32 0,0 2 24 0,-1-1 13 16,-3 2 8-16,9-4 2 0,-6 3-7 0,-3 1-9 15,0 0-28-15,0 0-23 0,5-2-23 0,-5 2-26 16,0 0-25-16,0 0-30 0,0 0-27 0,0 0-28 0,0 0-27 16,0 0-186-16,0 0-68 0,-4 10 0 15,-1-2 0-15,-3 3 0 0,-2 3 0 0,-5 7 0 0,-7 1 0 16,-5 1 0-16,-9 11 0 0,-7-3 0 15,1-1 0-15,-7 2 0 0,-2 0 0 0,-1-1 0 16,1 2 0-16,-3 5 0 0,4-8 0 0,1 4 0 16,-4-2 0-16,9-1 0 0,-2-7 0 0,17-4 0 0,2-4 0 15,2 0 0-15,9-4 0 0,2-2 0 0,5-3 0 16,2-2 0-16,1-1 0 0,1-1 0 16,2 1 0-16,0-1 0 0,3 1 0 0,0-4 0 15,1 6 0-15,-1-6 0 0,9 3 0 0,-4-3 0 0,3 0 0 16,2 0 0-16,2-2 0 0,-2 1 0 0,4-4 0 15,3 3 0-15,-3-2-494 0,2-3-130 0,0 2-61 16,3-3-380-16,-3-1-1154 0,0 0 511 0</inkml:trace>
  <inkml:trace contextRef="#ctx0" brushRef="#br0" timeOffset="183260.2403">26022 8395 295 0,'0'0'356'16,"4"-5"3"-16,-4 5 10 0,1-4-5 0,1 0 8 16,-2 4-14-16,1-6-17 0,-1 6-13 0,1-4-13 15,-1 4-11-15,0-7-15 0,0 6-17 0,0 1-14 16,4-6-17-16,-4 4-29 0,0 2-21 0,5-6-15 15,-4 3-20-15,3 2-16 0,0-2-15 0,-4 3-13 16,9-1-9-16,-5-2-12 0,-2 2-8 0,5-3-14 0,-3 3-7 16,-4 1-6-16,9 0-5 0,-9 0-5 0,10-1-6 15,-5 3-2-15,-1 2-3 0,1-3-4 0,-5-1-7 16,8 3 1-16,-5 0-2 0,1-1 2 16,-1 2-2-16,-1 2-4 0,2-3 0 0,-3 1-4 0,1 1 2 15,-2 1-2-15,0 0-1 0,-2-1 5 0,1 2-3 16,-3 0-4-16,1 1 2 0,0-2 4 0,0-1 1 15,0 1 7-15,0-2 1 0,0 0 10 16,1 0-1-16,-1 1 9 0,1-1 2 0,-1-1 11 0,3-3 4 16,-2 2 3-16,2-2 4 0,-3 5 5 0,3-5 5 15,0 0-1-15,0 0 16 0,0 0-7 0,3 4-6 16,-3-4-10-16,0 0-5 0,0 0-6 0,0 0-10 16,7 3-26-16,-2-3-24 0,2 3 0 0,-1 0 0 15,4 2 0-15,1-1 0 0,-2 1 0 0,3 2 0 16,-3-2 0-16,0 1 0 0,0 3 0 0,1-2 0 15,-4 1 0-15,1-1 0 0,1 1 0 0,-2-1 0 16,-2 2 0-16,0 0 0 0,-3 0 0 0,-1-2 0 16,0 4 0-16,-1-4 0 0,-4 4 0 0,-2-4 0 15,-3 4 0-15,1-5 0 0,-9 5 0 0,4-5 0 16,-4 3 0-16,2-4 0 0,-2-1 0 0,1 1 0 16,5-2 0-16,0-1 0 0,2 1 0 0,1-2 0 15,1-1 0-15,3 2 0 0,0-2 0 0,5 0 0 16,-13 0 0-16,13 0 0 0,-4 0 0 0,4 0 0 15,0 0 0-15,-9 0 0 0,9 0 0 0,0 0 0 16,0 0 0-16,0 0 0 0,0 0 0 0,0 0 0 16,0 0 0-16,0 0 0 0,0 0 0 0,0 0 0 15,0 0 0-15,0 0 0 0,0 0 0 0,0 0-190 0,0 0-226 16,0 0-18-16,9 9-19 0,-6-7-31 0,1 1-39 16,-3 1-27-16,2-3-308 0,-3-1-928 15,6 3 412-15</inkml:trace>
  <inkml:trace contextRef="#ctx0" brushRef="#br0" timeOffset="188120.3063">26774 9618 112 0,'0'0'388'0,"0"0"7"0,0 0 5 15,0 0 8-15,-13-3-3 0,13 3-5 0,-4-2-5 16,4 2-13-16,0 0-16 0,0 0 1 0,-8-2-10 15,8 2-15-15,0 0 12 0,0 0-21 0,0 0 20 16,0 0 1-16,0 0-3 0,0 0-3 0,0 0-1 16,0 0-7-16,0 0-7 0,0 0-5 0,0 0-295 15,-3-1-33-15,3 1 0 0,0 0 0 0,8-6 0 16,0 3 0-16,2-3 0 0,8 0 0 0,0 0 0 16,3-2 0-16,8 0 0 0,-9 2 0 0,7-1 0 15,-5 0 0-15,-3 3 0 0,-6 0 0 0,0 1 0 16,-2 2 0-16,-4-2 0 0,4 0 0 0,-6 2 0 15,0 1 0-15,-1-3 0 0,-4 3 0 0,5-1 0 16,-5 1 0-16,9-2 0 0,-9 2 0 0,3-2 0 16,-3 2 0-16,0 0 0 0,0 0 0 0,0 0-347 15,-13 9-167-15,4-1-50 0,-1-2-36 0,-7 2-428 16,6-2-1114-16,-4 4 494 0</inkml:trace>
  <inkml:trace contextRef="#ctx0" brushRef="#br0" timeOffset="188438.4939">26738 9760 6 0,'-5'6'272'0,"2"-3"14"0,-1 0 17 0,2 1 31 16,0-2 35-16,2-2 29 0,-3 5 33 15,0-3 18-15,3-2 19 0,-2 5 5 0,2-5 1 16,0 0 1-16,0 0 1 0,0 0-17 0,0 0-22 0,0 0-32 16,0 0-26-16,0 0-23 0,0 0-24 0,27-8-24 15,-10 0-19-15,1 6-277 0,3-4-12 16,8-2 0-16,-1 1 0 0,3-2 0 0,-3 2 0 0,1 0 0 15,1 1 0-15,-11 1 0 0,8-1 0 0,-7 1 0 16,-1 3 0-16,-6-2 0 0,-3 1 0 0,3 1 0 16,-8 0 0-16,7 1 0 0,-6-1 0 0,2 1 0 15,-4 0 0-15,-4 1 0 0,6-2 0 0,-6 2 0 16,3-3 0-16,-3 3 0 0,0 0 0 0,6-2 0 16,-6 2 0-16,0 0 0 0,4-3 0 0,-4 3 0 15,0 0 0-15,0 0 0 0,0 0 0 0,-1-4-268 16,1 4-236-16,-8-3-34 0,4 1-42 0,-1 0-34 15,1-3-335-15,0 3-1026 0,2-2 454 0</inkml:trace>
  <inkml:trace contextRef="#ctx0" brushRef="#br0" timeOffset="195126.945">29911 8645 255 0,'-1'-6'325'0,"2"2"17"0,-1 0-3 15,0 0 4-15,3-2-4 0,-3 6-11 0,0-6-1 0,1 2-11 16,0 3-5-16,-1 1-8 0,0-7-2 0,4 3-8 16,-4 4-11-16,1-7-9 0,-1 5-4 0,3-2-2 15,-3 4-7-15,1-5-5 0,-1 5-16 16,3-5-3-16,-3 5-17 0,0-4-7 0,0 4-24 0,0 0-15 15,1-3-5-15,-1 3-10 0,0 0-12 0,0 0-13 16,0 0-18-16,0 0-12 0,0 0-9 0,0 0-18 16,0 0-6-16,0 0-2 0,4 10-3 0,-4-4-65 15,1 2 0-15,2 5 0 0,-1 3 0 0,1 1 0 16,-2 4 0-16,2-2 0 0,-1 6 0 0,2 1 0 16,-3 1 0-16,-1-1 0 0,0 3 0 0,3-5 0 15,-7 3 0-15,0-8 0 0,4 9 0 0,-1-5 0 16,-3 6 0-16,2-10 0 0,3 1 0 0,-4-2 0 15,-2 0 0-15,1 0 0 0,2-1 0 0,-1-4 0 16,-1 3 0-16,3-2 0 0,-3-4 0 0,4 2 0 16,-1-4 0-16,1 0 0 0,0-1 0 0,0 0 0 15,-1-2 0-15,1-1 0 0,0 0 0 0,-3-1 0 16,3-3 0-16,0 6 0 0,-4-5 0 0,4-1 0 16,3 7 0-16,-3-7 0 0,0 4 0 0,0-4 0 15,0 0 0-15,0 0 0 0,0 0 0 0,0 0 0 16,0 0 0-16,1 2 0 0,-1-2 0 0,0 0 0 15,0 0 0-15,0 0 0 0,0 0 0 0,0 0 0 16,0 0 0-16,0 0 0 0,0 0 0 0,0 0 0 16,0 0 0-16,0 0 0 0,0 0 0 0,0 0 0 15,0 0 0-15,0 0-29 0,0-13-472 0,0 13-46 0,4-5-54 16,2 0-485-16,-2 1-1176 0,1 2 521 16</inkml:trace>
  <inkml:trace contextRef="#ctx0" brushRef="#br0" timeOffset="202384.1599">28968 9815 16 0,'0'0'252'16,"-8"-2"-2"-16,8 2 2 0,0 0-6 0,0 0-4 15,0 0-6-15,-5-3-9 0,5 3-8 0,0 0-11 16,0 0-11-16,-4-2 1 0,4 2-16 0,0 0 1 16,0 0 3-16,-7 0-6 0,7 0-2 0,0 0-1 15,0 0-1-15,0 0 0 0,-8 0-1 0,8 0-1 16,0 0-6-16,0 0-2 0,-9 2-2 0,9-2-11 16,-4 0-4-16,4 0-6 0,0 0-6 0,-4 3-1 15,4-3-6-15,0 0-1 0,0 0-7 0,0 0-5 16,0 0 7-16,0 0 4 0,0 0 10 0,0 0 14 0,0 0 16 15,0 0 2-15,0 0 9 0,0 0 0 0,0 0-7 16,0 0-10-16,25-7-15 0,5 1-7 16,6-2-5-16,24 0 7 0,30-4-131 0,13 0-11 0,11-8 0 15,18 8 0-15,2-3 0 0,5-1 0 0,17 1 0 16,9 2 0-16,7 1 0 0,16 4 0 16,-2-2 0-16,4 3 0 0,-2 3 0 0,-3 4 0 0,-10-3 0 15,-14 7 0-15,-16-1 0 0,-15-1 0 0,-19-1 0 16,-17 3 0-16,-41-3 0 0,-17-1 0 0,-4 3 0 15,-14 0 0-15,0-2 0 0,-4-1 0 0,-7 2 0 16,2-1 0-16,-2-1 0 0,-3 1 0 0,3 0 0 16,-7-1 0-16,1 3 0 0,-1-3 0 0,0 0 0 15,-11 6 0-15,0-2 0 0,-6 2 0 0,-4-1-24 16,-5 4-386-16,-4-4-77 0,-2 2-67 0,5 1-71 16,-4-3-391-16,1-1-1100 0,1-3 487 0</inkml:trace>
  <inkml:trace contextRef="#ctx0" brushRef="#br0" timeOffset="203004.6368">29174 10215 121 0,'-1'-5'473'0,"1"5"14"0,0-4 24 16,-2-1 12-16,2 5 3 0,-1-5-6 0,1 5 2 15,0-6-4-15,1 5-10 0,-1 1-14 0,-1-5-21 16,1 5-17-16,0 0-31 0,1-5-30 0,-1 5-30 15,0 0-32-15,0 0-29 0,0 0-67 0,0 0-237 16,0 0 0-16,0 0 0 0,0 0 0 0,0 0 0 0,-1 18 0 16,1-7 0-16,0 7 0 0,1 0 0 15,-1 8 0-15,0 0 0 0,2-1 0 0,-4 0 0 16,2 2 0-16,0-8 0 0,-1 0 0 0,0-1 0 16,1 3 0-16,-3-2 0 0,2 1 0 0,-2-2 0 0,2 0 0 15,0-6 0-15,-1 1 0 0,1 1 0 0,0 1 0 16,-3-3 0-16,3-3 0 0,-2 1 0 15,2-4 0-15,0 0 0 0,1-2 0 0,-2 4 0 0,1-3 0 16,1-2 0-16,1-1 0 0,-1-2 0 0,0 6 0 16,0-6 0-16,0 4 0 0,0-4 0 0,0 0 0 15,3 3 0-15,-3-3 0 0,0 0 0 0,4-10 0 16,-3 5-412-16,-2-1-94 0,1-1-44 0,1-4-36 16,-2 0-438-16,-3-2-1107 0,4-2 490 0</inkml:trace>
  <inkml:trace contextRef="#ctx0" brushRef="#br0" timeOffset="203351.6858">29157 10271 300 0,'1'-4'358'0,"2"-2"5"16,-2 3 27-16,1 0 24 0,-2 3 18 0,0-8 13 16,0 8 1-16,1-3-9 0,-1 3-12 0,0 0-23 15,1-2-10-15,-1 2-10 0,0 0-21 0,0 0-18 16,0 0-20-16,0 0-28 0,0 0-21 0,0 0-19 0,0 0-17 15,0 0-21-15,0 0-9 0,5 11-3 0,-1-4-4 16,2 2-116-16,3 1-85 0,0 0 0 16,2 5 0-16,3-1 0 0,7 5 0 0,-3 1 0 15,-1-7 0-15,-2 1 0 0,-1-1 0 0,8 4 0 0,-7-3 0 16,-1-2 0-16,2-1 0 0,-6 0 0 0,4-1 0 16,-4-1 0-16,-1 0 0 0,1-2 0 15,-5 1 0-15,3-2 0 0,-3-2 0 0,-1 0 0 0,1 1 0 16,0-1 0-16,-1-2 0 0,0 1 0 0,-3-1 0 15,-1-2 0-15,8 4 0 0,-8-4 0 0,0 0 0 16,4 2 0-16,-4-2-366 0,7-7-77 0,-7 2-47 16,0 2-47-16,4-4-33 0,-1-1-395 0,-1 0-1044 15,1-3 462-15</inkml:trace>
  <inkml:trace contextRef="#ctx0" brushRef="#br0" timeOffset="203719.0663">29530 10237 6 0,'2'-9'334'0,"0"-2"2"16,-2 1 16-16,1 0 27 0,1 0 32 0,-1 3 20 16,-1-2 9-16,0 2 3 0,-1 1 0 0,-1 1 5 15,4-1 0-15,-1 2-6 0,0-1-8 0,-1 5-11 16,-1-7-19-16,0 5-22 0,1 2-25 0,0 0-29 16,0 0-29-16,-2-4-27 0,2 4-26 0,0 0-113 15,0 0-133-15,0 0 0 0,0 0 0 0,-1 13 0 16,1-3 0-16,0 2 0 0,-1 4 0 0,0 2 0 15,-1 1 0-15,1 1 0 0,-3 5 0 0,3-5 0 16,-2-1 0-16,2 5 0 0,-3 1 0 0,3-8 0 0,-3 3 0 16,4 0 0-16,-1-3 0 0,-2 1 0 0,1-2 0 15,-1 1 0-15,-1-4 0 0,4-1 0 0,-5 0 0 16,5 1 0-16,-1 3 0 0,-2-7 0 16,1 2 0-16,2-6 0 0,-3 3 0 0,3 0 0 0,0-6 0 15,-1 3 0-15,1-2 0 0,0-3 0 0,0 8 0 16,0-8 0-16,0 2 0 0,0-2 0 0,1 5 0 15,-1-5 0-15,5 2 0 0,-5-2 0 16,0 0 0-16,17-5 0 0,-12 3 0 0,7-3 0 0,-3 1-196 16,-3 2-380-16,0-3-54 0,2 3-502 0,1-2-1226 15,0-2 542-15</inkml:trace>
  <inkml:trace contextRef="#ctx0" brushRef="#br0" timeOffset="204420.0857">29785 10511 60 0,'4'-3'501'15,"-2"2"7"-15,-2 1 29 0,3-4 22 0,-3 4 11 16,5-2 13-16,-5 2-9 0,3-5-13 0,-3 5-25 16,2-3-24-16,-2 3-31 0,0 0-31 0,0 0-29 15,0 0-36-15,0 0-28 0,0 0-39 0,0 0-40 16,0 0-278-16,2-3 0 0,-2 3 0 0,0 0 0 15,0 0 0-15,0 0 0 0,0 0 0 0,2 11 0 16,-4-5 0-16,4-1 0 0,-5 6 0 0,3-6 0 16,1 6 0-16,-2-3 0 0,1 3 0 0,0 1 0 15,1-3 0-15,-1-1 0 0,2 3 0 0,-2 1 0 16,0-1 0-16,1-1 0 0,0 0 0 0,-1 0 0 16,0-3 0-16,1 2 0 0,-1-2 0 0,0-2 0 0,4 2 0 15,-4-1 0-15,-2-2 0 0,4-1 0 16,-2 2 0-16,2-2 0 0,-2-3 0 0,1 4 0 15,-1-4 0-15,0 0 0 0,3 3 0 0,-3-3 0 0,0 0 0 16,0 0 0-16,12-7 0 0,-7 0 0 0,-2 3 0 16,3-5 0-16,-1 3 0 0,4-2 0 15,-2-2 0-15,-1 2 0 0,-1 4 0 0,-1-3 0 16,4 0 0-16,-6 3 0 0,3 0 0 0,-1-1 0 0,0 2 0 16,1 0 0-16,-2 1 0 0,-1-1 0 0,-2 3 0 15,9 0 0-15,-5-2 0 0,-4 2 0 0,12 1 0 16,-5 0 0-16,1 2 0 0,1 0 0 0,0 2 0 15,2 0 0-15,-2 0 0 0,2 1 0 0,0 0 0 16,-2 0 0-16,0 2 0 0,2-6 0 0,-2 5 0 16,0-1 0-16,0-2 0 0,0 0 0 0,-4 0 0 15,0-2 0-15,-1 2 0 0,0-1 0 0,2-3 0 16,-6 0 0-16,5 1 0 0,-5-1 0 0,0 0 0 16,12-1 0-16,-11-2 0 0,3-2 0 0,1-2 0 15,-1 2 0-15,0-6 0 0,-3-1 0 0,2 0 0 16,-2-4 0-16,3 1 0 0,-4-1 0 0,-3 0 0 15,3-2 0-15,0 5 0 0,-2-3 0 0,-1 5 0 16,3-1 0-16,-1 2 0 0,1 2 0 0,-3 2 0 16,3-2 0-16,-1 4 0 0,-3-2 0 0,4 1 0 15,0 0 0-15,0 5 0 0,0-7 0 0,-1 5 0 16,1 2 0-16,-1-7 0 0,1 7 0 0,-3-4 0 16,3 4 0-16,0 0 0 0,0-4 0 0,0 4 0 15,0 0 0-15,0 0 0 0,0 0 0 0,0 0 0 0,10 0-101 16,-10 0-510-16,18 6-66 0,-9-4-457 15,9 1-1228-15,1-2 543 0</inkml:trace>
  <inkml:trace contextRef="#ctx0" brushRef="#br0" timeOffset="205372.1393">30723 10374 39 0,'-8'-1'340'0,"6"-2"17"15,2 3 8-15,-6-3 11 0,0-1 6 0,6 4-3 16,-5-2 7-16,5 2-6 0,-4-3 3 0,4 3 9 15,-4-3-15-15,4 3 1 0,0 0-17 0,-4-3-9 16,4 3-9-16,-2-3-11 0,2 3-18 0,0 0-17 16,-3-6-19-16,3 6-18 0,0 0-14 0,2-3-23 15,-2 3-15-15,1-6-16 0,0 3-17 0,-1 3-99 16,0 0-76-16,5-3 0 0,-5 0 0 0,0 3 0 16,5-4 0-16,-2 1 0 0,-1 1 0 0,-2 2 0 15,6-3 0-15,-1 1 0 0,1 1 0 0,-6 1 0 0,10-2 0 16,-1 2 0-16,-9 0 0 0,13 3 0 15,-5-2 0-15,1 2 0 0,1 1 0 0,0 1 0 16,-1 1 0-16,-4-2 0 0,3 4 0 0,-2 1 0 16,-1-2 0-16,2 0 0 0,-2 3 0 0,-1-1 0 0,0 0 0 15,-3 2 0-15,0-2 0 0,-2 3 0 16,0-2 0-16,-2-1 0 0,-1 2 0 0,2-1 0 16,-6-1 0-16,-1 1 0 0,-4 2 0 0,0 0 0 0,-2-2 0 15,2-4 0-15,1 0 0 0,1-1 0 0,2 2 0 16,-2-3 0-16,2 0 0 0,2-2 0 15,0-2 0-15,0 5 0 0,2-4 0 0,5-1 0 0,-9 0 0 16,4-2 0-16,-2 1 0 0,2-3 0 0,2 0 0 16,-1-1 0-16,1 0 0 0,2-1 0 0,-1 0 0 15,-1-1 0-15,3-3 0 0,-1 0 0 0,2 4 0 16,-1-1 0-16,0-2 0 0,1 4 0 16,1-1 0-16,0-1 0 0,-1 3 0 0,1 0 0 0,-1 0 0 15,0 0 0-15,-1 4 0 0,-1-5 0 0,1 5 0 16,1-5 0-16,-1 5 0 0,0 0 0 0,0-3 0 15,0 3 0-15,0 0 0 0,4-3 0 0,-4 3 0 16,0 0 0-16,0 0 0 0,0 0 0 0,0 0 0 16,0 0 0-16,-2 13 0 0,2-9 0 0,0 1 0 15,0 1 0-15,0-2 0 0,-2 0 0 0,2 1 0 16,0-1 0-16,0-4 0 0,0 5 0 0,-1 0 0 16,1-1 0-16,0-4 0 0,-1 5 0 0,1-1 0 15,0-4 0-15,0 0 0 0,-2 6 0 0,2-6 0 16,0 0 0-16,0 0 0 0,3 3 0 0,-3-3 0 15,0 0 0-15,7 1 0 0,-7-1 0 0,0 0 0 16,13-4 0-16,-9 1 0 0,3-2 0 0,-2 3 0 16,1-1 0-16,0 1 0 0,0-2 0 0,-1 3 0 15,1-1 0-15,-2-1 0 0,2 1 0 0,-2 1 0 16,1-2 0-16,-1 1 0 0,1 1 0 0,-5 1 0 0,8-3 0 16,-8 3 0-16,8-1 0 0,-8 1 0 15,7 0 0-15,-7 0 0 0,9 1 0 0,-5 2 0 16,1 0 0-16,-1 0 0 0,2 0 0 0,-2 1 0 15,3 1 0-15,-2-2 0 0,1 2 0 0,-1-1 0 0,3 1 0 16,-2-1 0-16,2 1 0 0,1 0 0 0,-1 0 0 16,2 0 0-16,1-2 0 0,0-1 0 0,-1 2 0 15,2 1 0-15,-1-3 0 0,0-1-369 16,3-1-141-16,-1 2-53 0,1-2-47 0,-5-1-414 0,5 0-1108 16,-4 1 490-16</inkml:trace>
  <inkml:trace contextRef="#ctx0" brushRef="#br0" timeOffset="205987.709">31472 10626 14 0,'2'3'352'15,"-2"-3"14"-15,3 2 22 0,-3-2 7 0,0 0-1 16,0 0-5-16,0 0-11 0,0 0-1 0,0 0-10 16,0 0-10-16,0 0-12 0,-12-7-5 0,7 6-10 15,-1-3-6-15,-1 1-6 0,2-3-4 0,0 1-5 16,-3-3-11-16,1 0-8 0,-3 0-11 0,1 1-14 15,-2-4-11-15,1-1-11 0,-3 0-16 0,3-2-6 16,-1 0-164-16,0-1-57 0,-1-3 0 0,0-5 0 16,1 1 0-16,2-3 0 0,1-4 0 0,2 1 0 15,-1-4 0-15,2 2 0 0,3-3 0 0,2 1 0 16,1 0 0-16,4 3 0 0,1-1 0 0,2 2 0 16,2 1 0-16,-1 4 0 0,5-1 0 0,-3 11 0 15,6-9 0-15,-4 8 0 0,1 1 0 0,-4 6 0 16,6-3 0-16,-5 2 0 0,2 4 0 0,0-1 0 15,-2 2 0-15,3 3 0 0,-2 1 0 0,-1 1 0 16,1 0 0-16,-1 1 0 0,0 7 0 0,0-2 0 0,-4 3 0 16,2 3 0-16,-4 2 0 0,1-1 0 15,0 2 0-15,-6-1 0 0,2 0 0 0,-6 3 0 16,0-2 0-16,-4 1 0 0,-7 2 0 0,2-3 0 16,-3 2 0-16,-5-2 0 0,-1-1 0 0,-2-1 0 0,-1-3 0 15,0 1 0-15,7-3 0 0,-1-5 0 0,3 3 0 16,4-3 0-16,0-1 0 0,2-3 0 15,3 3 0-15,2-1 0 0,-1-2 0 0,0 1 0 16,1-1 0-16,1 2 0 0,4-3 0 0,-6 3 0 0,6-3 0 16,0 0 0-16,-3 2 0 0,3-2 0 0,0 0-93 15,21 1-438-15,-11 3-52 0,9-1-48 0,-4 4-429 16,4-3-1146-16,1 2 507 0</inkml:trace>
  <inkml:trace contextRef="#ctx0" brushRef="#br0" timeOffset="206370.459">31742 10493 89 0,'3'-3'458'0,"-2"-1"13"0,1 1 24 0,-1-2 20 16,-1 0 9-16,1 1 10 0,-1 0-3 0,1-1-12 15,-1 0-19-15,2 0-12 0,-1 2-17 0,-1 3-25 16,0-7-33-16,0 7-28 0,1-4-33 0,-1 4-34 15,0 0-31-15,0 0-29 0,0-4-121 0,0 4-137 16,0 0 0-16,0 0 0 0,0 0 0 0,-2 21 0 16,2-13 0-16,-3 3 0 0,2 4 0 0,-2 1 0 15,2 2 0-15,0 3 0 0,-1-3 0 0,0 0 0 16,-1 1 0-16,0-1 0 0,0 1 0 0,1 0 0 16,0 1 0-16,-2-1 0 0,3-1 0 0,-1 1 0 15,-2-1 0-15,4-2 0 0,-4-4 0 0,1 4 0 16,-2 0 0-16,5-3 0 0,-1-3 0 0,0 2 0 15,-1-3 0-15,1 0 0 0,-1 0 0 0,-1 0 0 16,2-4 0-16,1 2 0 0,-3-3 0 0,6 0 0 16,-6-2 0-16,3-2 0 0,0 6 0 0,0-6 0 15,0 0-59-15,0 0-524 0,0 0-76 0,0-15-490 16,4 6-1244-16,-4 1 551 0</inkml:trace>
  <inkml:trace contextRef="#ctx0" brushRef="#br0" timeOffset="206738.3509">31712 10529 3032 0,'2'-9'359'15,"2"0"-113"-15,3 1-45 0,-3-2 21 0,-1 2-14 16,4-1 13-16,-2 0-13 0,0 0 8 0,0-1-13 16,2 1 8-16,1 0 11 0,0 2-3 0,-2-2-6 15,3 2-15-15,2 0-5 0,-2 0-26 0,0 2-3 16,3 0-7-16,-3 0-12 0,2 5-12 0,1-3-7 15,0 2-13-15,-1 2-2 0,2 0-8 0,-1 1-8 16,-1 0 1-16,2 2-13 0,-3 2-4 0,-1 0-5 16,-1-2-12-16,-3 1 1 0,3 2-15 0,-5-1-48 15,2 2 0-15,0-2 0 0,-3 1 0 0,0 1 0 16,-2 1 0-16,-1 2 0 0,-2-2 0 0,-2 2 0 16,-2-1 0-16,-4 3 0 0,-1-2 0 0,-4-2 0 15,1 2 0-15,-3-5 0 0,-2 3 0 0,-1-4 0 16,3-1 0-16,4 1 0 0,-2-1 0 0,3-2 0 0,3 1 0 15,1-1 0-15,2-1 0 0,0 2 0 16,2-2 0-16,0 0 0 0,5-1 0 0,-6 1 0 16,6-1 0-16,0 0 0 0,0 0 0 0,0 0-110 15,14-9-251-15,-5 6-76 0,3 1-65 0,6-7-81 0,-2 4-450 16,10-9-1120-16,-11 3 496 0</inkml:trace>
  <inkml:trace contextRef="#ctx0" brushRef="#br0" timeOffset="207371.9563">32471 9011 266 0,'0'-4'408'0,"-2"0"33"15,2 0-2-15,0 4 12 0,2-6 3 16,-2 6-2-16,-2-5-17 0,2 5-17 0,0 0-15 15,0-3-23-15,0 3-24 0,0 0-30 0,0 0-23 16,3-4-39-16,-3 4-22 0,0 0-30 0,0 0-15 0,0 0-26 16,9 7 16-16,-4 3 5 0,4 3 2 0,4 2-5 15,1 11 5-15,0 0 5 0,0 8-4 0,2-3-8 16,5 10-151-16,-2 3-36 0,-1 3 0 16,2 0 0-16,-6 3 0 0,0-1 0 0,1 2 0 15,-5 2 0-15,0-2 0 0,2 2 0 0,-11 0 0 0,4 1 0 16,-6 0 0-16,-4 3 0 0,0 25 0 0,-7-25 0 15,-2-1 0-15,-2 3 0 0,-16 22 0 16,10-24 0-16,-2-2 0 0,-1-1 0 0,-4-2 0 16,-2-1 0-16,-1 0 0 0,-1-3 0 0,-5 0 0 0,1 3 0 15,0-4 0-15,1-5 0 0,1-1 0 0,7 0 0 16,-5-3 0-16,9-11 0 0,1 2 0 0,0-3 0 16,1 1 0-16,0-1 0 0,2-4 0 15,-1-1 0-15,4 0 0 0,-1-2 0 0,-2-1 0 16,5-5 0-16,0-3 0 0,0-1 0 0,2 2 0 0,1-5 0 15,3-2 0-15,0 3 0 0,3-4 0 0,-2 1 0 16,3-1 0-16,1-2 0 0,-1 3 0 0,1-1 0 16,4-3 0-16,-5 2 0 0,5-2 0 15,-6 1 0-15,6-1 0 0,0 0 0 0,0 0 0 16,0 0 0-16,14-7 0 0,-5 0-1366 0,1-1-1478 0,3-7 654 16</inkml:trace>
  <inkml:trace contextRef="#ctx0" brushRef="#br0" timeOffset="208155.5047">28375 8956 224 0,'0'0'285'0,"1"-3"8"0,-1 3 5 0,0 0 7 15,0 0 13-15,0 0 14 0,0 0 10 16,-3-6 10-16,3 6 10 0,0 0 2 0,0 0 0 16,0 0-2-16,-2-5-6 0,2 5-7 0,0 0-7 15,0 0-24-15,0 0-32 0,-1-4-15 0,1 4-23 0,0 0-25 16,0 0-30-16,0 0-22 0,0 0-9 15,0 0-1-15,-4 16 24 0,-2 1 8 0,-1 10 6 16,-2 2-6-16,-5 16-53 0,0 3-140 0,-1 4 0 16,-3 0 0-16,3 3 0 0,1 1 0 0,0 2 0 0,-8 21 0 15,10-22 0-15,-4 0 0 0,0 0 0 0,-7 22 0 16,13-27 0-16,-6 7 0 0,9-2 0 0,-6 4 0 16,3-2 0-16,2 0 0 0,6 2 0 15,3-2 0-15,4-2 0 0,7 3 0 0,10 17 0 0,1-22 0 16,7-3 0-16,25 19 0 0,-14-22 0 0,20 15 0 15,7-7 0-15,-21-19 0 0,0 0 0 0,-2-6 0 16,0 0 0-16,-4-4 0 0,-13-8 0 0,-1 0 0 16,-3-2 0-16,1-1 0 0,-1-3 0 0,-9-5 0 15,0 1 0-15,-3-2 0 0,-3-1 0 0,1 0 0 16,-5-5 0-16,3 2 0 0,-3-2 0 0,0 0 0 16,0 1 0-16,-1-1 0 0,-4-2 0 0,0 0-86 15,0 0-560-15,0 0-598 0,-1-14-1347 0,-2 9 597 16</inkml:trace>
  <inkml:trace contextRef="#ctx0" brushRef="#br0" timeOffset="209039.7072">32877 7972 147 0,'0'0'406'0,"0"0"3"15,0 0 2-15,0-26-7 0,0 26-3 0,0 0-6 16,0 0-7-16,-5-17-6 0,5 17-3 0,0 0-9 15,0 0-4-15,0 0-15 0,0 0-12 0,-5-15-14 16,5 15-18-16,0 0-24 0,0 0-15 0,0 0-40 16,0 0-11-16,0 0-25 0,0 0-17 0,0 0-24 15,0 0-3-15,0 0 3 0,0 0-1 0,0 0 0 16,0 0-7-16,2 51-7 0,-2-51-117 0,0 33-19 16,0-15 0-16,1 2 0 0,-2-2 0 0,4 0 0 15,-3-1 0-15,0-2 0 0,0-15 0 0,0 32 0 16,2-18 0-16,-2-14 0 0,-2 24 0 0,2-24 0 15,2 21 0-15,-2-21 0 0,0 19 0 0,0-19 0 16,0 0 0-16,3 18 0 0,-3-18 0 0,0 0 0 16,0 0 0-16,2 17 0 0,-2-17 0 0,0 0 0 15,0 0 0-15,0 0 0 0,0 0 0 0,0 0 0 16,0 15 0-16,0-15 0 0,0 0 0 0,0 0 0 16,0 0 0-16,0 0-6 0,0 0-366 0,0 0-39 15,0 0-48-15,0 0-39 0,0 0-41 0,0 0-32 16,0 0-319-16,52-26-963 0,-52 26 427 0</inkml:trace>
  <inkml:trace contextRef="#ctx0" brushRef="#br0" timeOffset="209441.2993">33100 8222 102 0,'0'0'424'15,"0"0"20"-15,0 0 7 0,0 0 16 0,0 0 4 16,0 0-6-16,23-14 2 0,-23 14-16 0,0 0-12 15,0 0-8-15,0 0-19 0,0 0-11 0,11-11-16 16,-11 11-12-16,0 0-30 0,0 0-12 16,0 0-18-16,0 0-24 0,0 0-20 0,0 0-18 0,0 0-39 15,0 0-212-15,0 0 0 0,0 0 0 0,0 0 0 16,0 0 0-16,0 0 0 0,0 0 0 0,-58 39 0 16,35-24 0-16,1 2 0 0,-4 2 0 15,1 2 0-15,-5 2 0 0,2 0 0 0,-1 0 0 16,-7 8 0-16,-1 0 0 0,0 7 0 0,10-15 0 0,-13 10 0 15,7-2 0-15,-3 3 0 0,8-11 0 0,2 2 0 16,2 1 0-16,1-3 0 0,-1-1 0 0,5 0 0 16,1-4 0-16,5-6 0 0,2 0 0 0,2-3 0 15,1 0 0-15,1-2 0 0,1 1 0 16,0-4 0-16,3-1 0 0,3-3 0 0,-6 6 0 16,6-6 0-16,0 0 0 0,-5 6 0 0,5-6 0 0,0 0 0 15,0 0 0-15,0 0 0 0,0 0 0 16,0 0 0-16,0 0 0 0,0 0 0 0,0 0 0 15,14-19 0-15,-6 8 0 0,-1 4-443 0,5-8-238 16,-1 4-498-16,7-3-1275 0,5-2 564 0</inkml:trace>
  <inkml:trace contextRef="#ctx0" brushRef="#br0" timeOffset="210190.2353">32985 8599 197 0,'0'0'338'0,"0"0"-12"0,0 0 20 15,0 0-8-15,0 0-9 0,0 0-2 0,0 0-7 16,0 0-1-16,0 0-10 0,0 0-4 0,0 0-6 15,0 0-8-15,6-22-4 0,-6 22-6 0,0 0-17 16,0 0-4-16,0 0-5 0,0 0-11 0,0 0-7 16,0 0-7-16,0 0-18 0,0 0-2 0,0-16-18 15,0 16-18-15,0 0-8 0,0 0-27 0,0 0-13 16,0 0-16-16,0 0 0 0,0 0-18 0,18-11-11 16,-18 11-10-16,0 0-14 0,0 0 7 0,0 0-22 15,0 0-9-15,32-1 5 0,-32 1-6 0,0 0-10 16,0 0-9-16,33 13 2 0,-33-13-5 0,14 10 3 15,-14-10-6-15,12 11 2 0,-12-11 6 0,7 13-27 16,-7-13 23-16,4 19 1 0,-4-19-5 16,-2 18 1-16,2-18-1 0,-12 20-4 0,3-9-3 0,0 1 0 15,-4-1 0-15,13-11 0 0,-24 14 0 0,14-8 0 16,10-6 0-16,-23 8 0 0,23-8 0 0,-15 9 0 16,15-9 0-16,0 0-8 0,-17 8 6 0,17-8 2 15,0 0 0-15,0 0 2 0,0 0-3 0,0 0-1 16,0 0-1-16,0 0 2 0,0 0-4 0,0 0-1 15,0 0 1-15,0 0-1 0,0 0 2 0,0 0-1 16,72-2 11-16,-72 2-9 0,30 3-2 0,-30-3 2 16,27 9-3-16,-8-4 3 0,-19-5-5 0,22 13-11 15,-22-13 15-15,19 12 4 0,-10-2 0 0,-9-10 6 16,13 19-11-16,-9-7 2 0,-4-12 5 0,5 20 1 16,-5-20-2-16,-3 23-4 0,3-23 9 0,-14 21 1 15,3-8 0-15,-2-3 7 0,-1 1 2 0,-3-3-7 16,-4 1 3-16,0-4-13 0,-4 5 13 0,8-6-4 15,17-4-8-15,-36 5 0 0,36-5 0 0,-24 4 0 16,24-4 0-16,0 0 0 0,-26 2 0 0,26-2 0 16,0 0 0-16,0 0 0 0,0 0 0 15,0 0 0-15,0 0 0 0,0 0 0 0,0 0 0 16,0 0 0-16,-33-6 0 0,33 6 0 0,0 0 0 0,0 0 0 16,0 0 0-16,0 0 0 0,0 0 0 0,0 0 0 15,0 0 0-15,0 0 0 0,0 0-68 16,0 0-197-16,0 0-50 0,0 0-12 0,0 0-37 15,0 0-38-15,0 0-39 0,0 0-45 0,0 0-47 16,0 0-299-16,0 0-901 0,0 0 399 0</inkml:trace>
  <inkml:trace contextRef="#ctx0" brushRef="#br0" timeOffset="215496.2164">16914 8797 212 0,'0'0'352'0,"0"0"-2"0,0 0 17 0,0 0 2 16,0 0-1-16,10-10-7 0,-10 10-9 0,0 0-9 16,3-3-2-16,-3 3-5 0,0 0-6 0,0 0-9 15,0 0-14-15,0 0-10 0,0 0-11 0,0 0 0 16,0 0-19-16,0 0-3 0,0 0-7 0,0 0-2 16,0 0-15-16,10 6-18 0,-10-6-28 0,0 0 16 15,0 0 12-15,0 0-4 0,-31 0-20 0,8-1-132 16,-13 1-66-16,-15 0 0 0,-4-1 0 0,-5 2 0 15,0 2 0-15,-32 0 0 0,27-1 0 0,-26 2 0 16,29-2 0-16,-1 3 0 0,0 1 0 0,-2-1 0 0,8 0 0 16,-1-2 0-16,19 2 0 0,2-2 0 0,1 0 0 15,5-2 0-15,8 0 0 0,5 1 0 0,7 0 0 16,-1-2 0-16,3 1 0 0,0-1 0 0,4-1 0 16,5 1 0-16,-9-1 0 0,9 1 0 0,-9 0 0 15,9 0 0-15,-7-1 0 0,7 1 0 0,0 0 0 16,0 0 0-16,-8 1 0 0,8-1 0 0,0 0 0 15,0 0 0-15,0 0 0 0,0 0 0 0,0 0 0 16,0 0 0-16,0 0 0 0,0 0 0 0,-6 1 0 16,6-1 0-16,0 0 0 0,0 0 0 0,0 0 0 15,0 0 0-15,0 0 0 0,0 0 0 0,19-5 0 16,-12 4-544-16,5-4-731 0,3-2-1380 0,2-4 610 16</inkml:trace>
  <inkml:trace contextRef="#ctx0" brushRef="#br0" timeOffset="216110.0791">15825 8647 422 0,'5'-5'498'0,"-1"1"10"0,-1-1 6 15,-1 1 7-15,2 2-11 0,0-3-23 0,-2 4-22 16,1-3-32-16,-3 4-27 0,4-6-26 0,-4 6-23 0,1-1-24 15,-1 1-23-15,1-6-19 0,-1 6-19 0,0 0-14 16,0 0-18-16,0 0-12 0,3-1-6 16,-3 1-13-16,0 0-11 0,0 0-69 0,0 0-129 0,0 0 0 15,0 0 0-15,0 0 0 0,0 0 0 0,-18 3 0 16,12 1 0-16,-5-1 0 0,1 3 0 0,-8 2 0 16,0-2 0-16,-5 3 0 0,-5 1 0 15,1 2 0-15,0 0 0 0,1-1 0 0,-1-2 0 0,0 3 0 16,5-1 0-16,-5 0 0 0,7-1 0 0,3-1 0 15,-3 2 0-15,3-5 0 0,2 3 0 0,1-3 0 16,4-2 0-16,2 1 0 0,2-1 0 0,-2-1 0 16,4-1 0-16,-1 0 0 0,1 0 0 0,-1-1 0 15,5-1 0-15,-4 6 0 0,4-6 0 0,-1 2 0 16,1-2 0-16,-3 3 0 0,3-3 0 0,0 0 0 16,3 5 0-16,-6-1 0 0,3-4 0 0,3 4 0 15,-3-4 0-15,4 5 0 0,-3 0 0 0,4 0 0 16,-1 1 0-16,1 1 0 0,7 1 0 0,-2 0 0 15,4 7 0-15,1-3 0 0,8 5 0 0,5 0 0 16,-2 1 0-16,6 1 0 0,5-1 0 0,9 7 0 16,-11-8 0-16,-5 0 0 0,2-1 0 0,-4-1 0 15,-4-1 0-15,2-1 0 0,-12-3 0 0,5-1 0 0,-3 2 0 16,-1-1 0-16,-6-2 0 0,1-3 0 0,-4 2 0 16,0-3 0-16,0-1 0 0,-2 0 0 15,0 1 0-15,1-2 0 0,-4 1 0 0,-1-3 0 0,0 0 0 16,6 4 0-16,-6-4 0 0,2 2 0 0,-2-2 0 15,0 0 0-15,0 0 0 0,0 0 0 0,0 0 0 16,6 0 0-16,-6 0 0 0,0 0 0 0,0 0 0 16,0 0 0-16,0 0 0 0,0 0 0 0,0 0 0 15,0 0 0-15,0 0 0 0,0 0-610 0,0 0-654 16,0 0-1369-16,0 0 606 0</inkml:trace>
  <inkml:trace contextRef="#ctx0" brushRef="#br0" timeOffset="217265.5343">9559 8283 203 0,'-2'-4'388'0,"-1"0"20"0,-1 0 6 0,3 0 9 0,-2 0 6 16,2-1 0-16,-3 0-9 0,4 2 2 16,-1-2-11-16,-2 0-5 0,3-1-8 0,-1 3-10 15,1-2-17-15,-3 0-24 0,3 2-4 0,-2-2-14 0,2 5-11 16,0-6-13-16,0 6-19 0,-4-5-19 16,4 5-27-16,0-4-25 0,0 4-184 0,0 0-31 15,0 0 0-15,0 0 0 0,0 0 0 0,0 0 0 16,0 0 0-16,10 13 0 0,-3-3 0 0,-1 0 0 15,3 6 0-15,1 0 0 0,2 1 0 0,-1 6 0 16,2 1 0-16,0 5 0 0,1-2 0 0,-3 3 0 16,0-1 0-16,-3 0 0 0,3 0 0 0,-5 2 0 0,2-2 0 15,-2 0 0-15,1-2 0 0,-1-1 0 0,-2-1 0 16,1-5 0-16,0-1 0 0,0-3 0 16,0 1 0-16,0-3 0 0,-1-2 0 0,0-2 0 0,2-1 0 15,1-1 0-15,-2 0 0 0,-1-4 0 0,0 2 0 16,-1-2 0-16,0-1 0 0,5-1 0 0,-3-2 0 15,-5 0 0-15,9-1 0 0,-4-2 0 0,0 1 0 16,2-1 0-16,0-7 0 0,1-1 0 0,1-3 0 16,-1-3 0-16,1-2 0 0,2-7 0 0,0-2 0 15,-1-4 0-15,2 0 0 0,2-14 0 0,0-1 0 16,-3-3 0-16,1 1 0 0,2 3 0 0,-1 1 0 16,-4 10 0-16,6-9 0 0,3 14 0 0,-5-2 0 15,4 1 0-15,-4 1 0 0,-2 3 0 0,-2 4 0 16,0 7 0-16,-3-1 0 0,-1 3 0 0,-1 2 0 0,1 5 0 15,-5-1 0-15,4 3 0 0,-4 0 0 0,1 1 0 16,4 2 0-16,-4-2 0 0,-1 4 0 16,6-3 0-16,-6 3 0 0,0 0 0 0,0 0 0 0,0 0 0 15,0 0 0-15,2 10 0 0,-2-3 0 0,0-2 0 16,0 4 0-16,0-2 0 0,0 4 0 0,-2-1 0 16,0 0 0-16,2 2 0 0,-1-1-617 15,1-2-646-15,1 0-1368 0,3 0 607 0</inkml:trace>
  <inkml:trace contextRef="#ctx0" brushRef="#br0" timeOffset="217715.1135">10096 8492 239 0,'0'0'421'0,"0"0"17"0,0 0 6 0,0 0 2 0,0 0-10 15,0 0-11-15,0 0-7 0,0 0-20 0,0 0 8 16,0 0-10-16,-12-8-14 0,12 8-16 0,0 0-15 16,3-5-24-16,-3 5-21 0,0 0-16 0,0 0-20 15,4-5-26-15,-4 5-22 0,3-4-21 0,0 1-24 16,2 1-20-16,-5 2-16 0,10 1-14 0,-10-1-15 16,14 1-61-16,-6 2-51 0,1-1 0 0,1 4 0 0,-1-2 0 15,0 1 0-15,0 1 0 0,0 1 0 16,-4 3 0-16,3-2 0 0,-4 1 0 0,-3 0 0 15,3 1 0-15,-3 0 0 0,-2-2 0 0,-3 2 0 0,-1-1 0 16,0 0 0-16,-3-2 0 0,-1 2 0 0,-1-2 0 16,-3 0 0-16,-1-1 0 0,5 0 0 15,-4-1 0-15,1-2 0 0,1 0 0 0,0-2 0 0,2-1 0 16,0-4 0-16,-1-1 0 0,3 1 0 0,2-1 0 16,0-2 0-16,1-4 0 0,0 1 0 0,0 0 0 15,3-1 0-15,1-5 0 0,1 6 0 0,5-6 0 16,-4 5 0-16,5-1 0 0,-2 2 0 0,6-2 0 15,-3 1 0-15,3-1 0 0,3 2 0 0,-2-3 0 16,-2 4 0-16,8 1-62 0,-3 1-445 0,-2 2-50 16,-1 2-46-16,2 1-474 0,-4-1-1167 0,4 1 516 15</inkml:trace>
  <inkml:trace contextRef="#ctx0" brushRef="#br0" timeOffset="218049.1486">10397 8274 391 0,'0'-13'552'0,"0"1"25"0,3-1-13 15,-2 3-1-15,-1-2 3 0,0 1 0 0,-1 1-13 16,1 0-20-16,-3 4-19 0,3 0-33 16,-1-1-28-16,-3 2-31 0,4 0-36 0,-1 1-37 0,1 4-35 15,-1-4-37-15,1 4-147 0,-3-3-130 0,3 3 0 16,0 0 0-16,0 0 0 0,0 11 0 0,-1-2 0 15,-2 2 0-15,6 1 0 0,-3 6 0 16,1 0 0-16,-1 3 0 0,0-3 0 0,3 7 0 0,-3 0 0 16,1 4 0-16,-1-4 0 0,5 0 0 0,-5 0 0 15,1 2 0-15,-1-9 0 0,0 3 0 0,0-3 0 16,0 0 0-16,0 0 0 0,0-2 0 0,3-5 0 16,-3-1 0-16,0 0 0 0,0 0 0 0,1-4 0 15,-1 0 0-15,0 0 0 0,3-3 0 0,-2-2 0 16,-1-1-399-16,0 0-163 0,14-4-60 0,-5-2-480 15,-1-2-1193-15,1-2 528 0</inkml:trace>
  <inkml:trace contextRef="#ctx0" brushRef="#br0" timeOffset="219116.514">10589 8432 239 0,'0'0'424'0,"0"0"33"15,0 0 41-15,0 0 29 0,0 0 19 16,4-3 1-16,-4-1-9 0,0 4-20 0,1-3-31 15,-1 3-31-15,0 0-34 0,0 0-39 0,0 0-37 16,0 0-41-16,0 0-33 0,0 0-31 0,0 0-22 16,0 0-22-16,0 11-20 0,1-6-19 0,-1 0-17 15,3 2-48-15,-3-1-93 0,0 2 0 0,4-1 0 0,-3 1 0 16,-1 5 0-16,0-8 0 0,3 6 0 0,-2-2 0 16,-1-1 0-16,1 0 0 0,4-1 0 15,-5-2 0-15,0 0 0 0,3-1 0 0,-2 0 0 16,-1 1 0-16,0-5 0 0,3 6 0 0,-2-3 0 0,-1-3 0 15,1 2 0-15,-1-2 0 0,0 0 0 0,0 0 0 16,13-2 0-16,-5-1 0 0,-2-1 0 0,0 1 0 16,4-5 0-16,0 4 0 0,-3-2 0 15,1-1 0-15,0-1 0 0,2 1 0 0,-2 0 0 0,-2 2 0 16,-1-1 0-16,-1-1 0 0,2 3 0 0,-2-2 0 16,1 2 0-16,-3-1 0 0,1 2 0 0,0-1 0 15,-2 2 0-15,3-1 0 0,-4 3 0 0,0 0 0 16,0 0 0-16,6-2 0 0,-6 2 0 0,0 0 0 15,4-3 0-15,-4 3 0 0,0 0 0 0,0 0 0 16,4 6 0-16,-4-6 0 0,1 8 0 0,1-4 0 16,0 1 0-16,-1 3 0 0,2-4 0 0,1 1 0 15,-3 2 0-15,3-1 0 0,1 0 0 0,0 0 0 16,-1 0 0-16,1-1 0 0,-1-2 0 0,1 3 0 16,-1-2 0-16,2-1 0 0,-2 0 0 0,1-2 0 0,3-1 0 15,0 0 0-15,-8 0 0 0,17-4 0 0,-7 0 0 16,1-1 0-16,-2 0 0 0,0-1 0 15,2 0 0-15,-2-3 0 0,-1 2 0 0,0 2 0 0,0-5 0 16,-2 6 0-16,0-1 0 0,-1-1 0 0,-1 0 0 16,1 2 0-16,0-1 0 0,-1 4 0 0,-1-3 0 15,-1 2 0-15,2-1 0 0,-4 3 0 16,0 0 0-16,3-2 0 0,-3 2 0 0,0 0 0 0,6-3 0 16,-6 3 0-16,6 5 0 0,-6-5 0 0,8 7 0 15,-7-1 0-15,3 0 0 0,0-2 0 16,1 5 0-16,-2 2 0 0,-1-4 0 0,6 1 0 0,-7-1 0 15,2 0 0-15,-2 0 0 0,0-3 0 0,3 3 0 16,-4-2 0-16,4 0 0 0,-3 0 0 0,3-1 0 16,-1-1 0-16,-2 0 0 0,-1-3 0 0,5 3 0 15,-5-3 0-15,0 0 0 0,0 0 0 0,14-5 0 16,-9 0 0-16,0-1 0 0,4 1 0 0,-2-4 0 16,2 1 0-16,-2 0 0 0,2-2 0 0,0 2 0 15,-1-1 0-15,-1 3 0 0,4-8 0 0,-2 7 0 16,-3 0 0-16,4 1 0 0,-3-1 0 0,-1 3 0 15,-1 0 0-15,0 1 0 0,0-1 0 0,0 2 0 16,-1 0 0-16,-4 2 0 0,8 1 0 0,-8-1 0 16,8 1 0-16,-5 1 0 0,1 2 0 0,0 0 0 15,-3 0 0-15,3 1 0 0,0 2 0 0,-1-1 0 16,-1 3 0-16,1-4 0 0,-2 4 0 0,2-4 0 16,-3 2 0-16,2 0 0 0,-2-1 0 0,3 2 0 0,-2-4 0 15,0 2 0-15,-1-3 0 0,3 1 0 0,-3-4 0 16,1 4 0-16,2-1 0 0,-3-3 0 15,5 1 0-15,-5-1 0 0,10-5 0 0,-2 2 0 16,-3-2 0-16,4-3 0 0,-2 1 0 0,2 0 0 0,-1 2 0 16,0-4 0-16,-1 1 0 0,2 0 0 0,-4 2 0 15,-1 2 0-15,3-1 0 0,-2 0 0 16,-3 0 0-16,3-1 0 0,-3 6 0 0,1-4 0 0,-3 4 0 16,4-3 0-16,-4 3 0 0,4-4 0 0,-4 4 0 15,0 0 0-15,0 0 0 0,0 0 0 0,7 6 0 16,-5-4 0-16,2 1 0 0,-4 3 0 0,5-1 0 15,-4 1 0-15,3 4 0 0,1-3 0 0,-1 1 0 16,0-3 0-16,1 2 0 0,-1-1 0 0,1 0 0 16,0-1 0-16,-1-1 0 0,1 0 0 0,0 0-362 15,2-2-169-15,0-2-65 0,2-1-64 0,1-4-347 16,-1 0-1092-16,2-1 484 0</inkml:trace>
  <inkml:trace contextRef="#ctx0" brushRef="#br0" timeOffset="219600.3043">11629 8442 142 0,'0'0'334'0,"0"0"0"16,0 0 22-16,4-3 23 0,-4 3 20 0,0 0 19 16,0 0-1-16,0 0-13 0,0 0-13 0,0 0-23 15,0 0-20-15,0 0-16 0,0 0-27 0,0 0-18 16,0 0-31-16,0 0-19 0,0 0-26 0,0 0-20 16,0 0-24-16,0 0-11 0,0 0-21 0,-6 10-8 15,6-10-15-15,0 0-9 0,0 0-6 0,6 2-7 16,-6-2-11-16,7 3-5 0,-1 2-3 0,-1-5-12 15,6 2 0-15,1 0-2 0,-2-1 17 0,4-2 12 16,-1-1 13-16,0 2-5 0,-2-1 4 0,-3 0 0 16,1-4-3-16,-3 2-43 0,1 2-52 0,1-4 0 15,-3 2 0-15,0-3 0 0,0 1 0 0,-1 0 0 16,-2-1 0-16,-1 0 0 0,1 3 0 0,-2-2 0 16,0 1 0-16,0 4 0 0,-5-6 0 0,2 4 0 15,-3 0 0-15,1 0 0 0,5 2 0 0,-14 2 0 16,6-2 0-16,-1 1 0 0,0 3 0 0,0 3 0 15,-1 1 0-15,1 2 0 0,0 1 0 0,0 3 0 16,0-2 0-16,4-4 0 0,-1 4 0 0,-1-1 0 0,3-1 0 16,-1 3 0-16,4-4 0 0,-2 1 0 15,2-2 0-15,5 1 0 0,2 0 0 0,-1 1 0 16,7-1 0-16,-3-1 0 0,10-1 0 0,0-1 0 16,2-1 0-16,0-2 0 0,0 2 0 0,1-3 0 15,-2-2 0-15,-1 0 0 0,-1-3 0 0,-4 1 0 0,-1 0 0 16,-3 0 0-16,3-2 0 0,-4 2 0 15,0 0 0-15,-3-1 0 0,-2 2 0 0,0-2 0 0,-3-1-40 16,3 1-324-16,-4 3-66 0,0 0-44 0,-9-5-65 16,9 5-59-16,-9 0-360 0,0 0-1037 15,-4 3 458-15</inkml:trace>
  <inkml:trace contextRef="#ctx0" brushRef="#br0" timeOffset="220851.5522">12579 8409 237 0,'0'0'463'0,"0"-5"25"0,0 5 16 0,0-4 7 16,0 4 5-16,0 0-8 0,0-6 4 0,0 6-12 15,0 0-6-15,0-5-19 0,0 5-18 16,0 0-23-16,0-3-25 0,0 3-30 0,0 0-36 0,0 0-30 15,0 0-29-15,0 0-38 0,0 0-128 0,0 0-118 16,0 0 0-16,0 0 0 0,0 0 0 0,0 0 0 16,-1 16 0-16,1-9 0 0,-3 1 0 0,6 4 0 15,-6-2 0-15,3 2 0 0,0 1 0 0,0 1 0 16,0-2 0-16,0 0 0 0,-1 1 0 0,-2-3 0 16,3 1 0-16,0-2 0 0,0 0 0 0,-1-2 0 15,1-1 0-15,0-1 0 0,0-1 0 0,0 0 0 16,0-4 0-16,0 6 0 0,1-3 0 0,-1-3 0 15,0 0 0-15,-1 4 0 0,1-4 0 0,0 0 0 16,0 0 0-16,0 0 0 0,9-16 0 0,-4 7 0 16,-1-3 0-16,0 2 0 0,1 0 0 0,4-4 0 15,0 2 0-15,-3-1 0 0,0-1 0 0,2 0 0 0,0 4 0 16,-1-1 0-16,-1 2 0 0,-1 3 0 16,-1 2 0-16,1-3 0 0,1 3 0 0,-4-1 0 0,2 1 0 15,0 3 0-15,-1-3 0 0,2 4 0 0,0-4 0 16,1 3 0-16,-6 1 0 0,9 1 0 0,-9-1 0 15,13 4 0-15,-9 0 0 0,2 2 0 0,-2 2 0 16,1 0 0-16,-1-1 0 0,0 2 0 0,0-1 0 16,-2 2 0-16,1-4 0 0,-2 5 0 0,3-4 0 15,-3 0 0-15,2 2 0 0,-2-3 0 0,0 1 0 16,2-2 0-16,-3-1 0 0,1-1 0 0,-1 1 0 16,0-4 0-16,3 5 0 0,-3-5 0 0,0 0 0 15,4 1 0-15,-4-1 0 0,0 0 0 0,9-7 0 16,-4 1 0-16,0-2 0 0,1 0 0 0,1-2 0 0,-1 2 0 15,2-3 0-15,-2-1 0 0,0 2 0 0,1 0 0 16,-1-1 0-16,3 3 0 0,-4 0 0 16,0 4 0-16,-1-2 0 0,3-2 0 0,-2 4 0 0,-3-1 0 15,2 3 0-15,-1-1 0 0,-3 3 0 0,5-2 0 16,-5 2 0-16,0 0 0 0,11 4 0 0,-4-1 0 16,-2 1 0-16,-1-1 0 0,2 4 0 0,-1 3 0 15,4-3 0-15,-4 2 0 0,-1 1 0 0,1-1 0 16,0 1 0-16,-1-2 0 0,0 3 0 0,2-1 0 15,-2-2 0-15,-3-1 0 0,3-1 0 0,-1 0 0 16,-2 0 0-16,2-1 0 0,-1-3-153 0,1 3-357 16,1-3-62-16,-4-2-62 0,10 0-420 0,-10 0-1141 15,14-4 504-15</inkml:trace>
  <inkml:trace contextRef="#ctx0" brushRef="#br0" timeOffset="221269.9367">13187 8419 19 0,'0'0'368'0,"3"-4"5"0,-3 4 23 0,0-6 25 16,0 6 15-16,-4-5 3 0,4 5-3 0,0 0-16 16,0-5-14-16,0 5-15 0,-3-3-5 15,3 3-32-15,0 0-9 0,0 0-32 0,0 0-22 0,-1-3-31 16,1 3-24-16,0 0-22 0,0 0-25 0,0 0-18 16,0 0-16-16,0 0-4 0,0 0-26 0,0 0-16 15,0 0-2-15,0 0-15 0,0 0-8 0,0 0-3 16,0 0-5-16,0 0-10 0,13 6-3 0,-8-4-6 15,-4 1 6-15,3-1-8 0,-4-2-12 0,9 3-43 16,-4-3 0-16,-5 0 0 0,9-1 0 0,-9 1 0 16,9-2 0-16,-9 2 0 0,5-2 0 0,-5 2 0 15,4-2 0-15,-4 2 0 0,0 0 0 0,0 0 0 16,0 0 0-16,0 0 0 0,0 0 0 0,0 0 0 16,0 0 0-16,0 0 0 0,0 0 0 0,5 5 0 15,-5-5 0-15,-9 6 0 0,4-2 0 0,1 1 0 16,-1 3 0-16,-4 0 0 0,0 2 0 0,3 1 0 0,-3-5 0 15,1 1 0-15,3 2 0 0,1-2 0 16,-1 1 0-16,5-4 0 0,-2 2 0 0,0-2 0 16,2 1 0-16,2-2 0 0,0 1 0 0,5-1 0 0,0-1 0 15,7-1 0-15,3 0 0 0,1 1-48 0,0-5-161 16,1 2-39-16,1 0-50 0,1-1-51 0,6-5-49 16,1 1-35-16,1 1-24 0,-7-1-38 15,-3 1-381-15,-1-2-949 0,0 0 419 0</inkml:trace>
  <inkml:trace contextRef="#ctx0" brushRef="#br0" timeOffset="222135.9926">13546 8417 240 0,'0'0'365'0,"7"-3"15"0,-5 1-9 16,2-1-4-16,-1 1-15 0,-1-1-18 0,-2 3-12 15,10-3-23-15,-6 3-11 0,-4 0-16 0,8-4-22 16,-3 3-23-16,-1 0-26 0,-4 1-18 0,10 0-17 0,-10 0-18 16,9 0-14-16,-4 1-14 0,0 0-11 15,0 2-11-15,0 1-12 0,2-2-7 0,-2 3-8 16,0-2-4-16,-1 1-11 0,2 2-4 0,-6-1-2 0,4 2-9 16,-1-1 0-16,-2-1-5 0,-1-1-2 0,0 4-2 15,-4-2-4-15,3 1 0 0,-5-1 0 0,-1 3-9 16,2-3 4-16,-4 1-4 0,-4 0 0 0,4-1-3 15,-1-2 1-15,-3-1-3 0,4 1 5 0,4-2-2 16,-4-1 6-16,2 0 2 0,7-1 21 0,-11-3 10 16,6 0 22-16,1-1 14 0,1 0 8 0,0-2 6 15,1-2-4-15,2 3-2 0,2-6 0 0,1 2-12 16,-1-1-1-16,2-1-9 0,2 4 1 0,0-2-6 16,-1 1-2-16,2 0 1 0,0 0-4 0,-1 3-5 15,-3 0-4-15,3 2-17 0,-2 1 6 0,2-2-3 16,-2 2-7-16,0 1-6 0,-4 1-9 0,5-2 1 15,-5 2-3-15,9 4-12 0,-3-1 10 0,-2 2 4 16,0 0-9-16,0 0 3 0,0 1-20 0,-3 5 23 16,4-2-12-16,-1 1 6 0,-4-2-3 0,0 2-5 15,3 1 2-15,-6-4-2 0,3 1-1 0,0-3-14 0,3 2-15 16,-3-1 4-16,2-2-2 0,-1-1 2 0,-1-3 3 16,0 7 6-16,0-5 6 0,0-2 3 15,0 0 8-15,0 0 0 0,0 0 5 0,0 0 5 0,12-9 5 16,-11 6 13-16,6-1-6 0,-4-5 10 0,4 5 1 15,-1-5-31-15,3 0-8 0,-2 1 0 0,-1-2 0 16,1 3 0-16,2 0 0 0,-1-1 0 0,1 2 0 16,-4 2 0-16,3-3 0 0,-3 4 0 0,0 1 0 15,-1-1 0-15,2 2 0 0,1 0 0 0,-1 1 0 16,-1 2 0-16,0 1 0 0,4 0 0 0,-1 3 0 0,-3-2 0 16,0 3 0-16,4 2 0 0,-5-4 0 15,-2 4 0-15,5 0 0 0,-2 0 0 0,-4-2 0 16,3 3 0-16,0-3 0 0,0 1 0 0,-2 0 0 0,1-1 0 15,-2-5 0-15,2 4 0 0,-2-1 0 16,2-3 0-16,-2 2 0 0,-1-4 0 0,1 5 0 16,-1-5 0-16,4 1 0 0,-4-1 0 0,0 0 0 15,9-12 0-15,-2 5 0 0,0-2 0 0,-1-2 0 0,1 1 0 16,4-3 0-16,-4 3 0 0,2 1 0 16,1-6 0-16,-4 9 0 0,2-3 0 0,-3 3 0 15,0 2 0-15,5-3 0 0,-7 7 0 0,1-4 0 0,0 1 0 16,-1 1 0-16,-3 2 0 0,9 1 0 0,0 0 0 15,-5 3 0-15,1 1 0 0,3 1 0 0,-5 1 0 16,0-2 0-16,2 3 0 0,-1 3 0 0,-3-1 0 16,2-2 0-16,-3 5 0 0,4-8 0 0,-3 6 0 15,2-4 0-15,-2-1 0 0,-1 0 0 0,1-1 0 16,3 0 0-16,-1-3 0 0,-2 2 0 0,-1-4-189 16,6 2-276-16,-6-2-135 0,0 0-557 0,9-7-1252 15,-5 1 554-15</inkml:trace>
  <inkml:trace contextRef="#ctx0" brushRef="#br0" timeOffset="223038.1417">9895 9511 84 0,'-9'-4'465'0,"7"2"16"16,2 2 10-16,-2-5 3 0,2 5-7 0,-4-5-10 15,4 5-8-15,0-5-19 0,2 0-18 0,-2 5-21 16,0-7-16-16,0 1-26 0,1 3-24 0,2 1-33 15,-1-2-27-15,1-2-26 0,1 2-25 0,2 1-36 16,0 0-8-16,-2-2-20 0,5 0-17 0,0 3-19 16,2-1-9-16,5 0-14 0,-2 2-16 0,-1 2-20 15,7 1-75-15,-2 0 0 0,0 0 0 0,-5 2 0 16,-1 2 0-16,4 2 0 0,-3 0 0 0,-4-1 0 16,0 3 0-16,-2 0 0 0,-2 2 0 0,-1 3 0 15,-3 1 0-15,-2 3 0 0,-9-4 0 0,-3 8 0 0,-5 0 0 16,-5-3 0-16,-1-2 0 0,-3-5 0 0,-5 3 0 15,4-2 0-15,1-3 0 0,3-4 0 0,2-2 0 16,2-2 0-16,4 0 0 0,1-5 0 0,3 0 0 16,0-4 0-16,2-2 0 0,2-2 0 0,3-1 0 15,-2-4 0-15,7-3 0 0,3-2 0 0,5-5 0 16,-2 6 0-16,7-5 0 0,-1 8 0 0,4-5 0 16,4 0 0-16,2 6 0 0,-1-1 0 0,2 0 0 15,-1 2 0-15,-1 7-392 0,-3-2-184 0,2 2-40 16,0 3-486-16,-4-4-1192 0,-6 4 527 0</inkml:trace>
  <inkml:trace contextRef="#ctx0" brushRef="#br0" timeOffset="223370.7732">10135 9250 112 0,'4'-16'456'0,"0"-1"29"0,-3 1 16 0,-1-1 21 0,3 0 19 15,-6 5-2-15,6-4 18 0,-3 7-10 16,0-2-3-16,-3 5-11 0,3-5-14 0,-1 6-22 0,1-2-23 15,0 1-20-15,-2 1-26 0,2 1-34 0,0 0-306 16,0 4-88-16,-2-6 0 0,2 6 0 16,0 0 0-16,0-4 0 0,0 4 0 0,0 0 0 15,0 0 0-15,-1 14 0 0,1-1 0 0,-3 0 0 0,6 5 0 16,-3 8 0-16,3-2 0 0,-1 5 0 16,-2-1 0-16,4 1 0 0,-4 1 0 0,0-2 0 15,6 1 0-15,-7 1 0 0,-2 0 0 0,1 1 0 0,2-3 0 16,-3 0 0-16,2-2 0 0,-1-2 0 0,0-5 0 15,1-2 0-15,1 0 0 0,0-4 0 0,0-1 0 16,0 0 0-16,0-2 0 0,0-3 0 0,5 2 0 16,-5-4 0-16,0 0 0 0,1-1 0 0,4-2 0 15,-5-2 0-15,9-1 0 0,-1-1-555 0,1-2-55 16,1-3-16-16,6-3-441 0,-4 0-1156 0,0-5 512 16</inkml:trace>
  <inkml:trace contextRef="#ctx0" brushRef="#br0" timeOffset="223606.0682">10316 9515 188 0,'3'-5'134'0,"3"0"74"15,-4 1 41-15,2-2 33 0,2 4 20 0,-5-1 45 0,2 0 29 16,0 0 32-16,-1 1 27 0,-2 2 17 16,4-4 5-16,-4 4-7 0,4-4-24 0,-4 4-16 0,3-2-21 15,-3 2-26-15,0 0-29 0,0 0-34 16,0 0-19-16,0 0-10 0,7 9-10 0,-7-5-13 0,0 1-19 16,4 0-19-16,-4 2-29 0,1 1-181 0,-1 1 0 15,0-2 0-15,1 4 0 0,2-3 0 16,-3 3 0-16,0-3 0 0,0 2 0 0,0 1 0 0,1-6 0 15,2 3 0-15,-2-2 0 0,-1-3 0 0,0 1 0 16,0 1 0-16,3-3 0 0,-3-2 0 16,1 4 0-16,-1-4-269 0,0 0-146 0,0 0-55 15,9-16-47-15,-3 9-47 0,1-4-429 0,-1-5-1076 0,-2-1 476 16</inkml:trace>
  <inkml:trace contextRef="#ctx0" brushRef="#br0" timeOffset="223754.5118">10440 9356 73 0,'-2'-6'326'0,"4"-1"9"0,-2 2 20 15,0-1 25-15,1 0 34 0,-1 2 20 0,0 0 8 16,0 0-10-16,0 4-21 0,0-6-40 0,0 6-42 16,-1-4-33-16,1 4-35 0,0 0-41 0,0 0-66 15,0 0-59-15,0 0-70 0,0 0-93 0,0 0-96 16,5 12-111-16,-1-7-106 0,-2-1-364 0,2 2-805 16,3 0 356-16</inkml:trace>
  <inkml:trace contextRef="#ctx0" brushRef="#br0" timeOffset="224806.2232">10538 9511 458 0,'0'0'517'0,"0"0"11"0,0 0-2 0,5-11-10 0,-5 5-16 16,0 2-28-16,0 1-35 0,0-2-30 15,1-3-30-15,1 6-44 0,-1-3-31 0,-1 5-27 0,2-6-25 16,-2 2-30-16,0 4-21 0,4-4-19 0,0 1-24 15,-4 3-21-15,6-2-15 0,-6 2-11 0,12 0-12 16,-12 0-14-16,14 5-9 0,-5-3 7 0,0 1-19 16,1 4-10-16,-2 0-4 0,-3-3-6 0,3 4-1 15,-1 0-8-15,-3 1 13 0,1 0-20 0,-1-1-8 16,-4 2-1-16,3-2-1 0,-3-1 0 0,0 2-1 16,-3-1-14-16,-2 0-1 0,0-1-13 0,-4 3-5 15,0-5-4-15,0 0-10 0,0 3 2 0,-1-5-3 16,2 1 8-16,-1-1 4 0,4-1 2 0,-2-2 4 15,7 0 12-15,-11-4-7 0,7 3-3 0,3-5-3 16,-3 1 13-16,4-2 9 0,0 0-1 0,-2-3-2 16,4 0 4-16,-2 0 1 0,4-1-3 0,1 2-1 15,-1-1 3-15,1-2 1 0,0 4 15 0,4 0-13 16,-4 1 0-16,0 2-4 0,2-1-3 0,-2-1 2 0,1 6-2 16,2-2-9-16,-3 1 11 0,2 1 0 15,-7 1 5-15,12 2 0 0,-8 0 2 0,2 1 0 16,1 3 7-16,-2-1-6 0,0 0-3 0,0 0-2 15,-2 2 1-15,2 1 1 0,-1 2-3 0,-2 0-1 0,1-2-2 16,-1-1 6-16,1 0 0 0,1 0-3 16,-3-2-7-16,0 1 5 0,1-2 3 0,0 2 6 0,1-2-16 15,-2-1 0-15,2-2 0 0,-1 1 1 0,3-1-1 16,-5-1 7-16,13-2-4 0,-5 0 0 0,-2-1 0 16,3-3 5-16,2 0 1 0,-2-2-5 15,0 1 1-15,4-2-3 0,-3-1 1 0,-2 2 7 0,6-5 5 16,-1 3 7-16,-4 2 8 0,1 1-5 0,-2-1 5 15,1-2-2-15,1 7 9 0,-4-1 9 0,1 0-10 16,-2-1-10-16,0 3-5 0,-1 1 2 0,1 1-1 16,-5 0-4-16,9 1-15 0,-4 1-1 0,0 3 0 15,-1 0 0-15,1 1 0 0,0 1 0 0,0 2 0 16,-1 0 0-16,1 1 0 0,-3-2 0 0,0-1 0 16,3 2 0-16,-2-2 0 0,-1 0 0 0,-1-1 0 15,2-1 0-15,-2 1 0 0,3-1 0 0,-4-2 0 16,0-1 0-16,1 2 0 0,2 0 0 0,-3-4 0 15,1 3 0-15,-1-3 0 0,8 0 0 0,-8 0 0 16,8-7 0-16,-5 3 0 0,5-3 0 0,-4 3 0 0,5-2 0 16,-3-3 0-16,3 2 0 0,-2-3 0 15,-1 3 0-15,3-2 0 0,-1 3 0 0,-2 0 0 0,0-2 0 16,1 3 0-16,-2 0 0 0,-1 1 0 0,-2-1 0 16,2 3 0-16,-1-1 0 0,-3 3 0 0,5-3 0 15,-5 3 0-15,0 0 0 0,9 1 0 0,-9-1 0 16,6 5 0-16,-2 1 0 0,0-2 0 0,-2 1 0 15,1 1 0-15,-2 2 0 0,3 1 0 0,0 0 0 16,-2-2 0-16,1 0 0 0,-2 0 0 0,-1 0 0 16,3 0 0-16,-2-1 0 0,0-1 0 0,3 0 0 15,-4 1 0-15,1-2 0 0,1 1 0 0,-1-3 0 16,-1-2 0-16,1 3 0 0,-1-3 0 0,0 0 0 16,0 0 0-16,11-5 0 0,-4 0 0 0,-3-1 0 15,2-1 0-15,2 0 0 0,-3-2 0 0,4 1 0 16,-1 1 0-16,-2-1 0 0,2 0 0 0,1-1 0 15,-3 3 0-15,-2 0 0 0,1 0 0 0,2 3 0 16,-2 0 0-16,-3-1 0 0,1 0 0 0,-3 4 0 16,6-1 0-16,-6 1 0 0,0 0 0 0,12 3 0 15,-7-1 0-15,-1 2 0 0,-1-1 0 0,3 1 0 0,-3 3 0 16,3 2 0-16,-3-4 0 0,1 4 0 0,1-1 0 16,0 0 0-16,-2-1 0 0,1 0 0 15,-3-3 0-15,3 1 0 0,0 0 0 0,-2-1 0 0,0 0-138 16,3 0-157-16,0-1-69 0,-1-1-70 0,1-1-76 15,-5-1-71-15,14-3-398 0,-8-1-1059 0,-1-3 469 16</inkml:trace>
  <inkml:trace contextRef="#ctx0" brushRef="#br0" timeOffset="226058.3017">11509 9510 256 0,'8'-2'355'15,"-8"2"22"-15,0 0 14 0,4-2 22 0,-4 2 1 16,0 0 9-16,0 0-6 0,0 0-11 0,0 0-21 15,0 0-17-15,0 0-20 0,0 0-23 0,0 0-25 16,0 0-15-16,0 0-31 0,0 0-44 0,0 0-2 16,0 0-25-16,0 0-17 0,0 0-3 0,0 0-25 15,0 0-17-15,0 0-20 0,0 0-4 0,0 0-7 16,6 0-7-16,-6 0-9 0,12 4-1 0,-6-4 3 16,4 0-16-16,2 0-9 0,-1 0 10 0,2-2-9 15,0 0 6-15,-4 1 1 0,2-3-3 0,-1 2 1 0,-1-3 6 16,-1 1 14-16,-3 2 0 0,4-2-57 15,-4-1-20-15,-1-2 0 0,1 3 0 0,-2 1 0 0,-2-4 0 16,3 4 0-16,-4 1 0 0,0-3 0 0,0 0 0 16,-3 0 0-16,2 2 0 0,-3 0 0 0,-1 0 0 15,1 2 0-15,-4-1 0 0,1 1 0 0,-2 0 0 16,9 1 0-16,-13 0 0 0,7 0 0 0,-2 2 0 16,-2 3 0-16,3-1 0 0,2-2 0 0,-3 4 0 15,1 2 0-15,1-2 0 0,-1 5 0 0,1-3 0 16,1 4 0-16,1-1 0 0,0 0 0 0,0-1 0 15,2 1 0-15,0-2 0 0,2 2 0 0,0 0 0 16,3-1 0-16,0 0 0 0,-1-3 0 0,2 2 0 16,4-3 0-16,-1 0 0 0,2 0 0 0,2-1 0 15,1-4 0-15,4 5 0 0,0-6 0 0,-3-3 0 16,6 0 0-16,8 0 0 0,-8-6 0 0,7-2 0 16,-1-3 0-16,-1-2 0 0,2-3 0 0,-3 0 0 0,4-2 0 15,-7-1 0-15,3-3 0 0,-1 0 0 0,1 2 0 16,-5-3 0-16,0-2 0 0,-2-1 0 15,0 0 0-15,-3-2 0 0,-3 3 0 0,0 0 0 16,-6 10 0-16,2 0 0 0,-2 2 0 0,-3 3 0 0,1 0 0 16,0 5 0-16,-2-1 0 0,0 5 0 0,-2-1 0 15,2 0 0-15,-3 1 0 0,3 4 0 16,-6 0 0-16,6 0 0 0,-13 7 0 0,9-4 0 0,-2 2 0 16,-1 4 0-16,1 0 0 0,0 4 0 0,0 2 0 15,1 0 0-15,0 1 0 0,1 2 0 0,-2-2 0 16,4 2 0-16,-1 0 0 0,0 2 0 0,1 6 0 15,2-8 0-15,0-2 0 0,0 2 0 0,1 0 0 16,2 0 0-16,-1-2 0 0,2 1 0 0,1 0 0 16,0-1 0-16,2-2 0 0,-2-3 0 0,-1 2 0 15,2-3 0-15,3 1 0 0,-1-2 0 0,1 0 0 16,-3-1 0-16,4-2 0 0,-1 0 0 0,0-1 0 16,2-4 0-16,2 0 0 0,0-1 0 0,1-4 0 15,4 0 0-15,-1-2 0 0,-1-2 0 0,0 0 0 16,-1-3 0-16,-1 1 0 0,-1-3 0 0,-2 0 0 15,0-1 0-15,-1 1 0 0,-4-2 0 0,3 1 0 16,-4 2 0-16,-1 1 0 0,1 1 0 0,-2 1 0 0,-1 0 0 16,-1 3 0-16,2-1 0 0,-2 3 0 0,2-1 0 15,-3 2 0-15,0 3 0 0,0-5 0 16,1 1 0-16,-1 4 0 0,0 0 0 0,0 0 0 0,0 0 0 16,-11 7 0-16,8-1 0 0,-4 0 0 0,3 2 0 15,-3 2 0-15,2 2 0 0,1 0 0 0,-2 0 0 16,2-1 0-16,0 3 0 0,0-2 0 15,2-1 0-15,-1 2 0 0,3-1 0 0,0 1 0 0,0-4 0 16,2 0 0-16,0-1 0 0,3-1 0 0,2 0 0 16,1-1 0-16,4-2 0 0,-2 0 0 0,3-1 0 15,1-1 0-15,0-1 0 0,3-3 0 0,1-2 0 16,0-2 0-16,-2 2 0 0,0-4 0 0,0-1 0 16,-2 0 0-16,-4 1 0 0,1-1 0 0,-2 1 0 15,1-1 0-15,-4 2 0 0,-1-2 0 0,-1 3 0 16,0 2 0-16,1-1 0 0,-2-2 0 0,-1 4 0 15,-2-2 0-15,1-1 0 0,-1 2 0 0,0 4 0 16,-1-3 0-16,1 3 0 0,-2-4 0 0,2 4 0 16,0 0 0-16,0 0 0 0,0 0 0 0,-10 0 0 15,10 0 0-15,0 0 0 0,0 0 0 0,0 0 0 0,0 0 0 16,0 0 0-16,0 0 0 0,0 0 0 16,0 0 0-16,0 0 0 0,0 0 0 0,0 0 0 0,20 4 0 15,-15-4 0-15,0 2 0 0,-1-1 0 0,6 1 0 16,-5 1 0-16,3 1 0 0,1-1 0 15,-3 0 0-15,2 1 0 0,-3 2 0 0,0-2 0 0,0 1 0 16,2 4 0-16,-4-3 0 0,0-1 0 0,1 5 0 16,-2-2 0-16,1 1 0 0,-2-2 0 0,-1 0 0 15,3 0 0-15,-2-1 0 0,-1 2 0 0,1-4 0 16,-1 1 0-16,0 1 0 0,0-3 0 0,2 3 0 16,0-4 0-16,-2 3 0 0,0-5 0 0,5 3 0 15,-1-2 0-15,-4-1 0 0,10-1 0 0,-2 0 0 16,0-1 0-16,3-4 0 0,2-3-290 0,1-1-174 15,0-1-72-15,-2-3-68 0,-1-1-446 0,2-5-1137 16,1-4 504-16</inkml:trace>
  <inkml:trace contextRef="#ctx0" brushRef="#br0" timeOffset="226267.3183">12589 9285 386 0,'-18'-3'497'0,"3"1"39"16,-6-2 37-16,1 2 39 0,7 0-5 0,4 0-1 0,-3 0-18 15,5 1-20-15,-1-1-35 0,3 1-16 0,0-1-30 16,5 2-23-16,-6-4-35 0,6 4-44 16,0 0-39-16,9-6-289 0,4 4-57 0,15-1 0 0,5-4 0 15,5 1 0-15,1 0 0 0,0 0 0 0,1-1 0 16,-4 0 0-16,2 2 0 0,-2-4 0 0,-7 3 0 16,-3-2 0-16,-6 2-203 0,-8 4-403 0,-2 2-625 15,-2 0-1333-15,-8 0 590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8-10T11:58:52.468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5763 378 94 0,'0'0'542'0,"0"0"19"16,0 0 4-16,0 0-10 0,0 0-12 0,0 0 4 16,6-31-15-16,-6 31-9 0,0 0-16 0,0 0-20 15,0 0-18-15,0 0-26 0,0 0-23 0,0 0-31 16,0 0-29-16,0 0-25 0,-2-16-30 0,2 16-291 15,0 0-14-15,0 0 0 0,0 0 0 0,0 0 0 16,0 0 0-16,0 0 0 0,0 0 0 0,0 0 0 16,0 0 0-16,-19 46 0 0,10-27 0 0,-1 6 0 15,-1 1 0-15,1 0 0 0,-1 0 0 0,1-1 0 16,-3 4 0-16,6 1 0 0,-2 3 0 16,-2-4 0-16,2 0 0 0,0 1 0 0,-1 0 0 0,1-1 0 15,5-2 0-15,-4-1 0 0,2 2 0 0,-3-5 0 16,4-3 0-16,-1-5 0 0,0 1 0 0,5-4 0 15,-1-5 0-15,0 0 0 0,1 0 0 16,2-3 0-16,-1 1 0 0,0-5 0 0,-1 6 0 16,2-3 0-16,-1-3 0 0,0 4 0 0,0-4 0 15,0 0 0-15,0 0 0 0,0 0 0 0,0 0 0 16,4-22 0-16,-3 13-72 0,-1 9-606 0,8-27-563 16,0 9-1343-16,2-6 595 0</inkml:trace>
  <inkml:trace contextRef="#ctx0" brushRef="#br0" timeOffset="355.9742">5854 408 81 0,'9'-27'484'16,"-4"17"22"-16,-5 10 19 0,4-24 7 0,-4 24 9 16,1-20 18-16,-1 20 1 0,0-14-7 0,0 14-12 15,0 0-26-15,0-18-25 0,0 18-49 0,0 0-37 16,0 0-42-16,0 0-39 0,0 0-38 0,0 0-34 15,0 0-24-15,0 0-216 0,0 0-11 16,0 0 0-16,0 0 0 0,0 0 0 0,13 58 0 16,-13-39 0-16,3 7 0 0,-2 0 0 0,0 1 0 15,3-2 0-15,0 3 0 0,-3-3 0 0,-1 1 0 16,0 2 0-16,0-2 0 0,0-1 0 0,3-4 0 0,-6 2 0 16,3-2 0-16,3 4 0 0,-2-5 0 15,0 4 0-15,3-5 0 0,-1-2 0 0,2 1 0 16,-3-7 0-16,1 0 0 0,-1 1 0 0,1-4 0 15,-1-1 0-15,0-1 0 0,-1-1 0 0,0 0 0 16,-1-5 0-16,4 5 0 0,-4-5 0 0,4 5 0 16,-4-5 0-16,0 0 0 0,2 4 0 0,-2-4-281 15,0 0-269-15,0 0-61 0,0 0-58 0,0 0-345 16,-2-39-1098-16,2 39 486 0</inkml:trace>
  <inkml:trace contextRef="#ctx0" brushRef="#br0" timeOffset="631.9254">5693 710 388 0,'0'0'484'0,"-27"-8"24"0,27 8 22 0,0 0 13 15,0 0 0-15,0 0 8 0,0 0-6 0,-24-8-20 16,24 8-14-16,0 0-22 0,0 0-19 0,0 0-31 16,0 0-23-16,0 0-29 0,0 0-21 0,0 0-31 15,0 0-174-15,-13-10-161 0,13 10 0 16,0 0 0-16,0 0 0 0,0 0 0 0,67-18 0 15,-37 12 0-15,2 1 0 0,-2-3 0 0,-1 2 0 16,-1 0 0-16,-5 5 0 0,-2-5 0 0,-21 6 0 16,42-7 0-16,-26 6 0 0,-16 1 0 0,27-4 0 15,-27 4 0-15,24-3 0 0,-24 3 0 0,0 0 0 16,0 0 0-16,27-4 0 0,-27 4-93 0,0 0-476 16,0 0-91-16,0 0-486 0,22-4-1240 0,-22 4 550 15</inkml:trace>
  <inkml:trace contextRef="#ctx0" brushRef="#br0" timeOffset="1072.0076">6134 629 283 0,'0'0'582'0,"0"0"24"0,0 0 19 16,0 0 25-16,0 0-4 0,0 0-9 0,0 0-27 15,15-28-37-15,-15 28-44 0,0 0-47 0,0 0-46 16,0 0-43-16,0 0-46 0,0 0-34 15,0 0-42-15,0 0-63 0,0 0-208 0,0 0 0 16,0 0 0-16,0 0 0 0,0 0 0 0,25 33 0 16,-15-16 0-16,-3-2 0 0,1 3 0 0,-3-3 0 15,4 1 0-15,-4 1 0 0,3-4 0 0,-3 1 0 16,-5-14 0-16,9 24 0 0,-7-15 0 0,-2-9 0 0,7 18 0 16,-7-18 0-16,0 0 0 0,6 16 0 15,-6-16 0-15,0 0 0 0,0 0 0 0,0 0 0 16,0 0 0-16,0 0 0 0,0 0 0 0,0 0 0 15,0 0 0-15,0 0 0 0,40-37 0 0,-31 22 0 16,-1-2 0-16,2-5 0 0,-4 7 0 0,2-4 0 16,-3 3 0-16,4-2 0 0,-4 3 0 0,-5 15 0 15,8-23 0-15,-3 12 0 0,-5 11 0 0,5-21 0 16,-5 21 0-16,4-14 0 0,-4 14 0 0,0 0 0 16,4-14 0-16,-4 14 0 0,0 0 0 0,0 0 0 15,0 0 0-15,2-17 0 0,-2 17 0 0,0 0 0 16,0 0 0-16,0 0 0 0,0 0 0 0,0 0 0 15,0 0 0-15,0 0 0 0,0 0 0 0,0 0 0 16,0 0-120-16,0 0-586 0,0 0-522 0,0 0-1330 16,0 0 588-16</inkml:trace>
  <inkml:trace contextRef="#ctx0" brushRef="#br0" timeOffset="1918.7855">6580 647 3031 0,'0'0'457'0,"0"0"-203"0,0 0-32 16,0 0-8-16,0 0 11 0,0 0-12 0,0 0-12 15,0 0-14-15,0 0-22 0,14-30-5 0,-14 30-16 16,0 0-5-16,0 0-17 0,5-14-10 0,-5 14-17 16,0 0-7-16,0 0-11 0,0 0-12 0,0 0-8 15,18-9-8-15,-18 9-6 0,0 0-6 0,0 0-6 16,0 0-3-16,0 0-1 0,0 0-6 0,0 0-1 15,52 15-3-15,-52-15-4 0,13 11-5 0,-13-11 2 16,9 11-3-16,-9-11 0 0,5 20-2 0,-5-20 3 16,4 16-5-16,-4-16 6 0,-5 21 0 0,5-21 1 15,-13 19-1-15,4-11 3 0,9-8-7 16,-25 17 2-16,13-10 2 0,12-7-1 0,-23 8 0 16,23-8 1-16,0 0 2 0,-24 5 2 0,24-5 2 15,0 0 1-15,0 0 12 0,0 0-2 0,-32-23 12 16,29 13 2-16,3 10-3 0,2-20 0 0,-2 20-1 15,1-22 5-15,-1 22-6 0,12-20 6 0,-7 7 8 16,-5 13-2-16,14-18-4 0,-14 18-1 0,11-13 0 16,-11 13-5-16,12-8-8 0,-12 8 4 0,0 0-10 15,16-11 0-15,-16 11-4 0,0 0 7 0,0 0 7 16,0 0 13-16,0 0 4 0,42 24 14 0,-34-15-1 16,1 8-1-16,-4-1 8 0,-1 1 5 0,5 9 8 15,-5-1 0-15,-3 2-5 0,3 3-78 0,-4 0 0 16,0-1 0-16,0 1 0 0,-4 1 0 0,4 1 0 15,-1-2 0-15,-2-2 0 0,-1 1 0 0,3-3 0 16,-3-2 0-16,3 1 0 0,1-5 0 0,0 1 0 16,-1-2 0-16,1-1 0 0,-4 0 0 15,4 0 0-15,0-1 0 0,0-6 0 0,0-1 0 0,-3 1 0 16,3-3 0-16,0-1 0 0,3-1 0 0,-3-6 0 16,0 9 0-16,0-9 0 0,0 5 0 0,0-5 0 15,0 0 0-15,0 0 0 0,1 10 0 0,-1-10 0 16,0 0 0-16,0 0 0 0,0 0 0 0,0 0 0 15,0 0 0-15,-4 6 0 0,4-6 0 16,0 0 0-16,0 0 0 0,0 0 0 0,-24-18 0 16,15 12 0-16,-6-1 0 0,-2-3 0 0,-2 1 0 15,2-2 0-15,-3 3 0 0,-3-5 0 0,5 2 0 16,-1 3 0-16,2-2 0 0,-1 0 0 0,4 3 0 16,-1-1 0-16,3 1 0 0,1 0 0 0,3 1 0 15,1-2 0-15,-1 3 0 0,3-1 0 0,0 0 0 16,2 1 0-16,2-1 0 0,1-3 0 0,2-1 0 15,9-3 0-15,0-2 0 0,9-3 0 0,7 0 0 16,0-1 0-16,9-2 0 0,1 6 0 0,10-5 0 16,-11 5 0-16,1 1 0 0,-2-2 0 0,-3 1 0 15,-2 3 0-15,-4 2 0 0,-8 2 0 0,0 2 0 16,-18 6 0-16,25-9 0 0,-25 9 0 0,17-6 0 16,-17 6 0-16,0 0 0 0,15-8 0 0,-15 8 0 15,0 0 0-15,0 0 0 0,0 0 0 0,0 0 0 16,0 0 0-16,0 0 0 0,0 0-547 0,0 0-727 15,0 0-1381-15,0 0 611 0</inkml:trace>
  <inkml:trace contextRef="#ctx0" brushRef="#br0" timeOffset="2468.7133">7633 512 142 0,'0'0'475'0,"5"-25"7"16,-5 25 4-16,-2-18 8 0,2 18 0 0,0 0-4 15,-3-19 11-15,3 19 3 0,0 0-8 16,-1-16-13-16,1 16-14 0,0 0-22 0,0 0-26 15,0 0-34-15,0 0-35 0,0 0-37 0,0 0-32 16,0 0-29-16,0 0-38 0,0 0-216 0,0 0 0 0,0 0 0 16,0 0 0-16,0 0 0 0,0 0 0 15,11 49 0-15,-9-29 0 0,-1 0 0 0,-1 9 0 16,1 4 0-16,-1 0 0 0,0-2 0 0,-1-1 0 16,1 1 0-16,-1-1 0 0,-2-2 0 0,0-4 0 15,0 3 0-15,0-2 0 0,0-6 0 0,2-3 0 16,0 0 0-16,0-5 0 0,1 0 0 0,0-5 0 15,1-1 0-15,0-2 0 0,-1 2 0 0,0-5 0 16,-1 6 0-16,1-6 0 0,0 0-448 0,0 0-98 16,0 0-57-16,0 0-496 0,0 0-1192 0,2-45 528 15</inkml:trace>
  <inkml:trace contextRef="#ctx0" brushRef="#br0" timeOffset="2810.9531">7432 479 33 0,'0'0'513'0,"-6"-23"27"0,6 23 13 0,-3-18 2 15,3 18-15-15,-3-24-10 0,3 8-33 16,0 16-32-16,7-30-33 0,0 12-30 0,1-1-34 16,5-2-26-16,6 2-30 0,-2 0-22 0,6 2-29 15,4 4-27-15,1 1-26 0,0-1-21 0,3 2-19 16,2 4-14-16,2-2-15 0,0 5-15 0,1-1-11 15,-1 3-12-15,-2 4-13 0,-1 1-46 0,-3 0-42 16,-1 2 0-16,-6 0 0 0,-3 4 0 0,-2-2 0 16,-17-7 0-16,19 18 0 0,-11-4 0 0,-4 1 0 15,-3 3 0-15,-9 6 0 0,-5-2 0 0,-4 7 0 16,-8-5 0-16,-9 12 0 0,-9-2 0 0,1-2 0 16,-1-1 0-16,2-2 0 0,7-10 0 0,3 0 0 15,4-1 0-15,4-4 0 0,6-2 0 0,5-7 0 16,12-5-21-16,-22 9-208 0,22-9-39 0,0 0-47 15,-9 10-83-15,9-10-83 0,0 0-67 0,0 0-441 16,0 0-1071-16,0 0 474 0</inkml:trace>
  <inkml:trace contextRef="#ctx0" brushRef="#br0" timeOffset="3923.6749">7877 738 233 0,'0'0'453'0,"0"0"-15"0,0 0-2 0,0 0-17 15,0 0-25-15,0 0-22 0,0 0-22 0,0 0-33 16,21-30-21-16,-21 30-31 0,0 0-25 0,12-11-26 16,-12 11-25-16,0 0-17 0,0 0-20 0,0 0-13 15,27-3-21-15,-27 3-8 0,0 0-7 0,0 0-14 16,0 0-11-16,37 14-4 0,-37-14-7 0,13 12-3 15,-13-12-4-15,13 17-8 0,-8-7-5 0,-5-10-4 16,4 20-6-16,-4-20 2 0,1 22-3 0,-1-22-3 16,-4 21-2-16,-1-10-2 0,-3-3-3 15,1 3-2-15,-3-5-1 0,0 4-2 0,-1-4-6 16,2-2 4-16,0 1 5 0,-1-2-5 0,10-3 4 0,0 0-1 16,0 0 4-16,0 0 17 0,0 0 21 0,0 0 19 15,-40-22-12-15,40 22 5 0,-1-25-7 0,1 13 10 16,0 12 7-16,10-32 3 0,-2 18-9 0,0-2 5 15,-1 7-5-15,-7 9-11 0,14-20-3 16,-14 20-8-16,17-15-6 0,-8 8-8 0,-9 7-4 0,14-11-2 16,-14 11-5-16,0 0-7 0,23-4-3 15,-23 4-3-15,0 0-7 0,0 0 1 0,0 0 12 16,37 16-19-16,-37-16 0 0,17 14 5 0,-9-4-2 16,-8-10-3-16,13 18-7 0,-6-8 4 0,-7-10 7 15,12 19-8-15,-6-7 4 0,-6-12-2 0,10 18 1 16,-10-18 3-16,8 18-10 0,-8-18-4 0,6 11-16 15,-6-11-3-15,0 0 2 0,0 0-3 0,9 12 10 16,-9-12-2-16,0 0 9 0,0 0 8 0,0 0-3 16,0 0 4-16,0 0 3 0,0 0 6 0,0 0-12 15,0 0 2-15,0 0-6 0,0 0 2 0,0 0-2 16,0 0 9-16,0 0 7 0,4-46 3 0,-4 46-1 16,-2-15 26-16,2 15-16 0,0 0-2 0,4-17-1 15,-4 17 2-15,0 0-4 0,5-14 11 0,-5 14-25 16,0 0 2-16,0 0-2 0,14-14 2 0,-14 14-1 15,17-6 1-15,-17 6-10 0,21-6 6 16,-21 6-3-16,0 0-4 0,37 0 4 0,-37 0 1 16,0 0-5-16,38 11 4 0,-38-11-2 0,26 12 1 15,-14-5-4-15,-12-7 2 0,20 14-1 0,-10-7-5 0,-10-7 4 16,14 17 5-16,-14-17-2 0,10 18 7 16,-10-18 5-16,6 17-7 0,-5-8 3 0,-4-2-13 15,-1 2 14-15,1-4-4 0,0 1 8 0,-3 1-10 16,6-7 9-16,-7 8-2 0,2-5 6 0,-3 0 2 15,8-3 3-15,-12 1 16 0,12-1 15 0,0 0 16 16,0 0-54-16,0 0-10 0,0 0 0 0,-30-24 0 16,30 24 0-16,-4-22 0 0,7 4 0 0,2 1 0 15,5-9 0-15,5 2 0 0,3-1 0 0,3 2 0 16,-1-2 0-16,5-1 0 0,5 3 0 0,-2 0 0 16,4 3 0-16,-3 0 0 0,2 0 0 0,2 2 0 15,-1 1 0-15,0-4 0 0,0 3 0 0,-5 2 0 16,-3 0 0-16,-5 8 0 0,-3-2 0 0,-6 2 0 15,-10 8 0-15,17-10 0 0,-17 10 0 0,14-8 0 16,-14 8 0-16,0 0 0 0,10-11 0 0,-10 11 0 16,0 0 0-16,0 0 0 0,0 0 0 0,0 0 0 15,-31-25 0-15,31 25 0 0,-24-7 0 0,24 7 0 16,-26-6 0-16,26 6 0 0,-25-6 0 0,25 6 0 16,0 0 0-16,-27-6 0 0,27 6 0 15,0 0 0-15,0 0 0 0,-23-2 0 0,23 2 0 16,0 0 0-16,0 0 0 0,-9 20 0 0,9-20 0 0,-3 30 0 15,6-13 0-15,-3 10 0 0,5-1 0 0,-2 2 0 16,-1 2 0-16,2 1 0 0,-4 0 0 16,3 0 0-16,-2 3 0 0,-1-2 0 0,0 1 0 0,-1-2 0 15,-2-1 0-15,-2 1 0 0,1-3 0 16,0-1 0-16,0-9 0 0,3-1 0 0,0-2 0 16,-3-5 0-16,0-2 0 0,3 1 0 0,1-3 0 15,0-6 0-15,-4 5 0 0,4-5 0 0,0 0 0 16,0 0-65-16,0 0-513 0,0 0-48 0,0 0-62 15,0 0-351-15,18-45-1127 0,-9 29 499 0</inkml:trace>
  <inkml:trace contextRef="#ctx0" brushRef="#br0" timeOffset="4286.6436">8635 770 105 0,'0'0'380'0,"0"0"15"0,0 0 22 0,0 0 23 15,-24-11 11-15,24 11 4 0,0 0-12 16,0 0-16-16,0 0-15 0,0 0-15 0,0 0-23 15,0 0-10-15,0 0-18 0,0 0-13 0,0 0-36 0,0 0-18 16,0 0-28-16,0 0-28 0,0 0-20 0,0 0-25 16,0 0-15-16,0 0-19 0,20-25-19 15,-20 25-11-15,22-8-14 0,-22 8-6 0,23-10-11 16,-23 10-9-16,20-6-1 0,-20 6-22 0,19-6-51 16,-19 6 0-16,0 0 0 0,26-3 0 0,-26 3 0 15,0 0 0-15,0 0 0 0,0 0 0 0,0 0 0 16,0 0 0-16,0 0 0 0,40 7 0 0,-40-7 0 15,0 0 0-15,16 13 0 0,-16-13 0 0,9 12 0 16,-9-12 0-16,7 14 0 0,-7-14 0 0,7 19 0 16,-7-19 0-16,5 18 0 0,-5-18 0 0,4 15 0 15,-4-15 0-15,0 0 0 0,0 22 0 0,0-22 0 16,0 0 0-16,4 13 0 0,-4-13 0 0,0 0-103 16,0 0-114-16,0 0-45 0,0 0-76 0,0 0-84 15,0 0-75-15,0 0-69 0,0 0-399 0,0 0-1044 16,32-48 462-16</inkml:trace>
  <inkml:trace contextRef="#ctx0" brushRef="#br0" timeOffset="4425.2328">8902 621 129 0,'0'0'373'0,"0"0"0"15,0 0 14-15,-5-25 14 0,5 25 12 16,0 0 9-16,0 0-14 0,0 0-32 0,0 0-39 16,0 0-34-16,0 0-33 0,0 0-31 0,0 0-41 15,0 0-72-15,0 0-74 0,0 0-42 0,0 0-66 16,0 0-76-16,0 0-77 0,0 0-69 0,0 0-77 15,0 0-277-15,0 0-684 0,0 0 303 0</inkml:trace>
  <inkml:trace contextRef="#ctx0" brushRef="#br0" timeOffset="4687.818">9017 674 163 0,'0'0'398'0,"0"0"13"16,0 0 5-16,0 0 17 0,0 0 15 15,0 0 8-15,0 0-3 0,0 0-8 0,0 0-15 0,0 0-4 16,0 0-28-16,0 0-21 0,0 0-31 0,0 0-21 15,0 0-34-15,0 0-29 0,0 0-3 0,0 0-13 16,0 0-14-16,0 0-30 0,0 0-22 16,0 0-14-16,-18 32-14 0,12-25-17 0,6-7-14 15,-13 21-101-15,13-21-20 0,-9 19 0 0,4-7 0 16,5-12 0-16,-3 15 0 0,3-15 0 0,2 19 0 16,-2-19 0-16,7 18 0 0,-7-18 0 0,14 12-36 15,-14-12-168-15,25 11-39 0,-25-11-44 0,35 1-34 16,-35-1-30-16,40-10-30 0,-9 3-33 0,-7-2-28 15,4-2-25-15,-1-4-375 0,-5-3-910 0,-1-1 403 16</inkml:trace>
  <inkml:trace contextRef="#ctx0" brushRef="#br0" timeOffset="4938.9806">9351 522 176 0,'0'0'355'0,"-9"-17"3"0,9 17 44 0,0 0 20 15,-8-18 27-15,8 18 19 0,0 0 17 0,-9-13 6 16,9 13 8-16,0 0 4 0,0 0-15 0,0 0-12 15,-4-15-24-15,4 15-28 0,0 0-35 0,0 0-30 16,0 0-35-16,0 0-36 0,0 0-28 0,0 0-137 16,0 0-123-16,0 0 0 0,0 0 0 0,0 0 0 15,0 0 0-15,-4 50 0 0,8-31 0 16,-4 1 0-16,3 5 0 0,-3 3 0 0,1-5 0 0,-1 4 0 16,0-7 0-16,0 3 0 0,0 3 0 15,3-9 0-15,-3 1 0 0,1 0 0 0,-2-2 0 16,1-16 0-16,1 23 0 0,0-11 0 0,-1-3 0 15,3-2 0-15,-2-1-146 0,-1 0-422 0,0-6-101 16,0 0-466-16,0 0-1229 0,0 0 543 0</inkml:trace>
  <inkml:trace contextRef="#ctx0" brushRef="#br0" timeOffset="5386.6843">9452 721 10 0,'0'0'407'0,"0"0"12"16,0 0 7-16,0 0 11 0,0 0-1 0,0 0-8 15,12-19-21-15,-12 19-29 0,0 0-24 0,0 0-26 16,0 0-25-16,0 0-29 0,0 0-27 0,0 0-28 16,0 0-22-16,0 0-22 0,0 0-14 0,0 0-15 15,0 0-14-15,0 0-19 0,0 0-9 16,17-8-4-16,-17 8-11 0,0 0-12 0,0 0-12 16,29 0-2-16,-29 0-6 0,26-4 1 0,-26 4-11 15,23-5-2-15,-23 5-2 0,23-7-1 0,-23 7 16 16,23-7 22-16,-23 7 0 0,18-11-6 0,-18 11 6 15,14-8-5-15,-14 8-8 0,0 0 10 0,12-15-11 16,-12 15-4-16,0 0-17 0,7-13 3 0,-7 13-5 16,0 0-5-16,0 0-11 0,0 0 3 0,0 0-13 15,0 0 7-15,-20-18-8 0,20 18-5 0,0 0 0 16,0 0-5-16,0 0 6 0,0 0-4 0,-57 21-6 16,47-9 2-16,-2 0-2 0,12-12 2 0,-20 22-6 15,13-8 1-15,-1-6 3 0,4 9-4 0,-4-5 6 16,8-12-4-16,-2 23 5 0,2-23 1 0,1 20-7 15,-1-20 12-15,9 17-6 0,-9-17 25 0,18 14-16 16,0-5-11-16,10-4 3 0,0-1-2 0,4-4 8 16,-32 0-5-16,61-4-6 0,-30 0-37 0,-3 0-30 15,-1 2-27-15,-27 2-31 0,41-7-34 16,-26 4-44-16,-15 3-53 0,23-8-72 0,-23 8-97 16,18-13-110-16,-18 13-423 0,3-15-1036 0,-3 15 458 15</inkml:trace>
  <inkml:trace contextRef="#ctx0" brushRef="#br0" timeOffset="6232.4371">10815 347 195 0,'4'-25'520'0,"-4"11"5"0,0 14 2 0,0-21 6 16,0 21-13-16,0-16-13 0,0 16-21 0,0 0-21 15,0 0-31-15,0-19-37 0,0 19-44 0,0 0-37 16,0 0-41-16,0 0-22 0,0 0-23 15,0 0-30-15,0 0-13 0,0 0-20 0,-73 26-11 16,45-8-14-16,1 0-14 0,-2 5-16 0,1 2 0 0,-3-1-17 16,4-2-7-16,4 1-18 0,2-2 3 0,0-2-2 15,8-3-17-15,4-4-54 0,2-1 0 16,7-11 0-16,-5 20 0 0,5-20 0 0,2 18 0 16,-2-18 0-16,15 17 0 0,-3-10 0 0,6 3 0 15,1-1 0-15,8 0 0 0,-3-1 0 0,-2 0 0 16,7 0 0-16,-4 2 0 0,-5-3 0 0,-2 1 0 15,0 0 0-15,-18-8 0 0,29 10 0 0,-17-3 0 16,-12-7 0-16,19 13 0 0,-19-13 0 0,11 7 0 16,-11-7 0-16,0 0 0 0,12 14 0 0,-12-14 0 15,0 0 0-15,0 0 0 0,-12 25 0 0,12-25 0 16,-21 17 0-16,5-5 0 0,2-6 0 0,14-6 0 16,-33 13 0-16,19-9 0 0,14-4 0 0,-19 7 0 15,19-7 0-15,0 0 0 0,-18 7 0 0,18-7 0 16,0 0 0-16,0 0 0 0,0 0 0 0,0 0 0 15,0 0 0-15,0 0 0 0,0 0 0 0,18-42 0 16,-7 30 0-16,2 1 0 0,1-2 0 0,3 2 0 16,-2 0 0-16,4 4 0 0,-1-4 0 0,1 6 0 15,-2-4 0-15,-17 9 0 0,38-5 0 0,-38 5 0 16,32-4 0-16,-32 4 0 0,23-1 0 0,-23 1 0 16,0 0 0-16,31 9 0 0,-31-9 0 0,16 11 0 15,-16-11 0-15,15 15 0 0,-15-15 0 0,11 15 0 16,-11-15 0-16,5 19 0 0,-5-19 0 15,4 18 0-15,-4-18 0 0,-3 18 0 0,3-18 0 16,0 0 0-16,-1 16 0 0,1-16 0 0,0 0 0 16,0 0 0-16,0 0 0 0,1 16 0 0,-1-16-260 0,0 0-106 15,0 0-85-15,0 0-68 0,0 0-61 0,0 0-423 16,0 0-1086-16,0 0 480 0</inkml:trace>
  <inkml:trace contextRef="#ctx0" brushRef="#br0" timeOffset="6393.3886">11081 544 194 0,'0'0'364'0,"0"0"5"16,0 0 7-16,0 0 7 0,0 0-8 0,0 0-8 15,0 0-44-15,0 0-35 0,0 0-26 0,0 0-27 16,0 0-36-16,0 0-62 0,0 0-73 0,0 0-78 16,0 0-79-16,0 0-91 0,0 0-94 0,0 0-284 15,0 0-607-15,0 0 269 0</inkml:trace>
  <inkml:trace contextRef="#ctx0" brushRef="#br0" timeOffset="6814.2867">11174 642 226 0,'0'0'531'0,"0"0"28"16,0 0 5-16,0 0-8 0,0 0-24 0,0 0-20 16,0 0-23-16,0 0-32 0,0 0-32 0,31-24-39 15,-31 24-33-15,0 0-30 0,14-10-30 16,-14 10-29-16,0 0-27 0,14-12-25 0,-14 12-20 15,0 0-21-15,0 0-18 0,21-5-24 0,-21 5-15 16,0 0-8-16,0 0-15 0,0 0-9 0,0 0-6 16,0 0-12-16,0 0-8 0,0 0-18 0,42 11-38 15,-42-11 0-15,0 0 0 0,10 17 0 0,-10-17 0 16,5 15 0-16,-5-15 0 0,-1 21 0 0,1-21 0 16,-8 29 0-16,-1-14 0 0,-1 1 0 0,0 0 0 15,-2 0 0-15,-3 0 0 0,3-2 0 0,1 0 0 16,-2-2 0-16,13-12 0 0,-18 16 0 0,18-16 0 15,-10 9 0-15,10-9 0 0,0 0 0 0,-8 16 0 16,8-16 0-16,0 0 0 0,0 0 0 0,0 0 0 16,0 0 0-16,0 0 0 0,0 0 0 0,36 8 0 15,-36-8 0-15,54-8 0 0,-25 3 0 0,4-4 0 16,-3 3 0-16,4 1 0 0,-3-4 0 0,2 2 0 16,-5-1 0-16,-1 2 0 0,-6 0 0 0,-2 0 0 15,-19 6 0-15,27-10 0 0,-27 10 0 0,21-5 0 16,-21 5 0-16,0 0 0 0,18-6 0 0,-18 6-158 15,0 0-328-15,0 0-60 0,0 0-31 0,0 0-47 16,0 0-343-16,0 0-1047 0,0 0 462 0</inkml:trace>
  <inkml:trace contextRef="#ctx0" brushRef="#br0" timeOffset="7280.4621">11591 727 153 0,'0'0'233'0,"0"0"19"0,0 0 15 15,0 0 28-15,17-20 13 0,-17 20 9 0,0 0 15 16,0 0 2-16,0 0 6 0,0 0-5 0,0 0-8 15,0 0-11-15,0 0-12 0,0 0-11 0,0 0-15 0,9-13-24 16,-9 13-12-16,0 0-21 0,0 0-19 16,0 0-9-16,0 0-31 0,0 0-15 0,0 0-7 15,0 0-16-15,0 0-11 0,0 0 0 0,26-5 0 16,-26 5-5-16,31-8 14 0,-13 4-4 0,1-2-12 16,2-2 3-16,4 0 7 0,-1-5 3 0,-6 4-6 15,0-3-12-15,0 3 5 0,-3-1-11 0,-2 0 0 16,-13 10-5-16,22-14-5 0,-22 14-85 0,14-14 0 15,-14 14 0-15,6-10 0 0,-6 10 0 0,0 0 0 16,0-18 0-16,0 18 0 0,0 0 0 0,0 0 0 16,-15-15 0-16,15 15 0 0,0 0 0 0,-28-4 0 15,28 4 0-15,0 0 0 0,0 0 0 0,-59 18 0 16,41-8 0-16,-6 5 0 0,1 3 0 0,10-4 0 16,-10 3 0-16,5 2 0 0,8-5 0 0,-3 2 0 15,3-1 0-15,1 1 0 0,3-2 0 0,3-1 0 16,3-13 0-16,-2 23 0 0,2-23 0 15,9 19 0-15,-2-9 0 0,11-1 0 0,0 0 0 16,4-3 0-16,8 3 0 0,0-3 0 0,3-4 0 16,2-2 0-16,0-1 0 0,1-3 0 0,0 1 0 0,-4 1 0 15,-2-5 0-15,-1-1 0 0,-1 1 0 0,-9 3 0 16,0-3 0-16,-19 7 0 0,23-8 0 0,-23 8 0 16,0 0 0-16,21-8 0 0,-21 8 0 15,0 0 0-15,0 0 0 0,0 0-139 0,0 0-491 16,0 0-607-16,0 0-1341 0,0 0 593 0</inkml:trace>
  <inkml:trace contextRef="#ctx0" brushRef="#br0" timeOffset="8126.5562">5317 1312 109 0,'0'0'370'15,"0"0"-8"-15,0 0-10 0,0 0-16 0,0 0-3 16,0 0-16-16,-2-5-4 0,2 5-7 0,0 0-3 16,0 0-12-16,0 0-3 0,0 0-6 0,10-4-1 15,-10 4-4-15,15 0 3 0,-2-1-4 0,0 1-2 16,6 0-9-16,-1-2-9 0,4 1-5 0,8-1-28 16,1 1-9-16,1-1-22 0,5-2-2 0,0 1-19 15,3-1-16-15,-2 4-15 0,0-2-6 0,1 1-11 16,-5-3-13-16,-5 2-12 0,-9 0-9 0,-1 2-15 15,-10-1-1-15,5 1-13 0,-4 0-37 0,-10 0-23 16,12-1 0-16,-12 1 0 0,9 0 0 0,-9 0 0 16,6 2 0-16,-6-2 0 0,0 0 0 0,0 0 0 15,9-1 0-15,-9 1-80 0,0 0-108 0,0 0-67 16,0 0-76-16,4-1-89 0,-4 1-89 0,0 0-113 16,0 0-343-16,0 0-1044 0,0 0 462 0</inkml:trace>
  <inkml:trace contextRef="#ctx0" brushRef="#br0" timeOffset="9251.9133">7334 1377 257 0,'0'0'385'0,"0"0"17"0,-9 0-8 0,9 0-11 15,-9-1-9-15,9 1-10 0,0 0-12 0,-9-2-9 16,9 2-12-16,0 0-19 0,-5-1-22 0,5 1-34 16,0 0-15-16,0 0-12 0,0 0-18 0,0 0-4 15,0 0-11-15,0 0-11 0,-4 4-24 0,4-4-2 16,0 0-5-16,0 0-6 0,0 0-5 0,0 0-10 15,0 0-14-15,0 0-9 0,0 0-12 0,0 0-10 16,0 0-12-16,0 0-4 0,21 0-1 0,-14 0 2 16,5 1 9-16,2-1-5 0,-1-1-4 0,7 0-12 15,1 1 4-15,0-2 14 0,7 4-24 0,-6-5-6 16,9 1 6-16,-2 2 0 0,-1-2-29 0,2 1 20 16,-1 0 0-16,2 1 5 0,-4-3 3 0,2 3-54 15,3 0 0-15,-3-1 0 0,2-3 0 0,5 3 0 16,-4-2 0-16,-2 0 0 0,6 1 0 0,-4 1 0 15,4 1 0-15,0-5 0 0,-2 3 0 0,1-2 0 16,-1 0 0-16,3 3 0 0,-1-1 0 0,-1-1 0 16,-6 2 0-16,3 1 0 0,-4-1 0 0,1-1 0 15,-2 2 0-15,1 0 0 0,-6-1 0 0,5-2 0 16,-4 2 0-16,-1-2 0 0,6 1 0 0,-3 1 0 16,2 1 0-16,-4 0 0 0,4 0 0 0,1-4 0 15,-6 2 0-15,0 2 0 0,7-4 0 0,-1 2 0 16,-5 1 0-16,5 1 0 0,-1-1 0 0,0 1 0 15,-4-3 0-15,6 1 0 0,-1 0 0 0,-1-1 0 16,5 3 0-16,-2-4 0 0,3 2 0 0,4-1 0 16,1-1 0-16,0 1 0 0,0 0 0 15,0 0 0-15,-1-2 0 0,4 1 0 0,-3 4 0 0,-2 0 0 16,2-1 0-16,-2-3 0 0,4 2 0 0,-3 2 0 16,-3 0 0-16,2-2 0 0,-4 2 0 0,0-2 0 15,3 2 0-15,-1-1 0 0,-2 0 0 0,1 0 0 16,0 1 0-16,3-2 0 0,0 1 0 0,0 2 0 15,-2-2 0-15,2 2 0 0,-3-2 0 16,-1 2 0-16,0-1 0 0,0-3 0 0,0 5 0 16,1-1 0-16,1-4 0 0,0 3 0 0,-2 0 0 0,5 2 0 15,-5-6 0-15,4 4 0 0,1 2 0 0,1-4 0 16,-1 2 0-16,-1-2 0 0,5 1 0 0,9 0 0 16,-12-2 0-16,16-1 0 0,-17 4 0 15,4-2 0-15,9 1 0 0,1-2 0 0,-13 2 0 16,13-1 0-16,3-1 0 0,-16 1 0 0,15 0 0 15,2 0 0-15,-3-1 0 0,2-1 0 0,-3-1 0 0,1 5 0 16,3 0 0-16,-3-4 0 0,-2 3 0 16,-9-1 0-16,13-2 0 0,-2 0 0 0,-1 1 0 15,-1 3 0-15,3-1 0 0,-14 1 0 0,15 0 0 16,-3 0 0-16,-10-3 0 0,10 3 0 0,-14 0 0 16,-1 0 0-16,-1-1 0 0,-1 1 0 0,-3 0 0 15,-6 1 0-15,0-1 0 0,-4-1 0 0,-8 1 0 0,1 1 0 16,-4-1 0-16,1 0 0 0,-6 0 0 15,2-1 0-15,-7 1 0 0,11 0 0 0,-8 1 0 16,-3-1 0-16,0 0 0 0,8-1 0 0,-8 1 0 16,0 0 0-16,0 0 0 0,0 0 0 0,10 1 0 15,-10-1 0-15,0 0 0 0,0 0 0 0,0 0-9 16,0 0-289-16,0 0-57 0,0 0-62 0,0 0-72 0,0 0-97 16,0 0-421-16,0 0-1090 0,0 0 483 15</inkml:trace>
  <inkml:trace contextRef="#ctx0" brushRef="#br0" timeOffset="12944.2605">1717 1463 205 0,'0'0'375'0,"-1"-3"5"0,1 3-1 0,0-8 8 15,0 8-6-15,-3-6-2 0,3 6-4 0,-5-7-10 16,5 7-1-16,0 0-12 0,0-5-13 0,0 5-5 15,0 0-6-15,-1-7-9 0,1 7-9 0,0 0-17 16,0 0-11-16,0 0-20 0,0 0-21 0,0 0-25 16,0 0-23-16,0 0-22 0,1-6-21 0,-1 6-24 15,0 0-15-15,0 0-13 0,0 0 6 0,12 16-25 16,-7-6-3-16,4 6-5 0,1-1-8 0,1 1-2 16,2 7-39-16,3 2-22 0,-2 3 0 0,1-1 0 15,-1 6 0-15,1-3 0 0,2 2 0 0,-3 1 0 16,-1 0 0-16,2-2 0 0,-2 5 0 15,-3-4 0-15,3-1 0 0,0 0 0 0,-2-1 0 16,-3-2 0-16,5 0 0 0,-4-2 0 0,-3-8 0 0,0 1 0 16,1-1 0-16,-3-5 0 0,2-3 0 0,-2 0 0 15,-2-1 0-15,2-2 0 0,-1-3 0 0,-1 2 0 16,1-2 0-16,0 0 0 0,-3-4 0 0,0 0 0 16,3 5 0-16,-3-5 0 0,0 0 0 15,0 0 0-15,12-13 0 0,-7 2 0 0,3-4 0 16,-2-3 0-16,4-9 0 0,0-1 0 0,2-3 0 15,3-14 0-15,4-4 0 0,-2-1 0 0,2-1 0 16,0-4 0-16,3 0 0 0,-3 5 0 0,1 2 0 16,-3 0 0-16,0-4 0 0,-3 18 0 0,-1 5 0 15,-1 2 0-15,-1 4 0 0,-6 8 0 0,3 0 0 16,-5 6 0-16,1 1 0 0,0 3 0 0,-3 0 0 16,2 2 0-16,-3 3 0 0,0-8 0 0,1 4 0 15,-1 4 0-15,0 0 0 0,0 0 0 0,0 0 0 16,0 0 0-16,0 0 0 0,-5 19 0 0,5-15 0 15,-4 8 0-15,-2-1 0 0,5 4 0 0,-3 1 0 16,-3 0-639-16,5 2-620 0,-1-1-1364 0,-1-5 604 16</inkml:trace>
  <inkml:trace contextRef="#ctx0" brushRef="#br0" timeOffset="13411.2564">2388 1944 47 0,'0'0'411'0,"0"0"-1"16,0 0 3-16,0 0-5 0,8-12-11 15,-8 12-13-15,1-2-16 0,-1 2-14 0,0-6-10 16,0 2-28-16,0 4-14 0,0-5-16 0,0 5-18 0,3-3-18 15,-3 3-13-15,0-5-31 0,0 5-22 16,0 0-25-16,0 0-16 0,0 0-15 0,3-2-16 0,-3 2-17 16,0 0-11-16,9 1-5 0,-9-1-11 15,8 3-7-15,-2 1-6 0,0-2-5 0,-3 2-7 16,3 0 3-16,-3 0-12 0,4 1-4 0,-5 0-2 16,1 0-3-16,1 1-2 0,-3-2-4 0,0 1 1 15,-1 0 0-15,0 2-4 0,-2-3 4 0,-1 3-4 16,-1-5-1-16,-2 4-1 0,1-3 3 0,0 1-2 15,-3 0 2-15,3-1 3 0,-4-2 5 0,0 1 21 16,0-1 27-16,9-1 41 0,-14-1 4 0,9-2 12 16,-3 0 7-16,3 0-7 0,0-3 6 0,-4-1 2 15,4 0-51-15,1 1-87 0,4-4 0 0,0 1 0 16,4-1 0-16,-3 0 0 0,7-2 0 0,2 0 0 16,3 1 0-16,5 0 0 0,-4 2-119 0,2-1-168 15,4 2-80-15,0 2-74 0,0 0-87 0,1 1-90 16,-2 2-355-16,-1-4-1052 0,0 2 466 0</inkml:trace>
  <inkml:trace contextRef="#ctx0" brushRef="#br0" timeOffset="13799.1259">2709 1644 3261 0,'-3'-11'300'0,"3"-2"10"0,-1 3 60 0,0-3-7 16,-1 1-12-16,1 2-2 0,0-2-8 0,0 2 3 16,-2-1-26-16,1 5 16 0,0 0 1 0,1 2-10 15,0 0-25-15,1 4-22 0,-1-7-34 0,1 7-176 16,0-3-68-16,0 3 0 0,0 0 0 0,0 0 0 16,0 0 0-16,0 0 0 0,-3 13 0 0,3-3 0 15,-1 2 0-15,-1 1 0 0,1 5 0 0,1 1 0 16,-3 1 0-16,3 7 0 0,-2 1 0 0,3-2 0 15,-2-1 0-15,1 0 0 0,-1 0 0 0,1 0 0 16,-2 0 0-16,1-4 0 0,1 4 0 0,0-6 0 16,-1 0 0-16,1-2 0 0,-2-2 0 0,2-1 0 15,2-1 0-15,-2-3 0 0,0-1 0 0,0 1 0 16,0-4 0-16,1 0 0 0,-1-1 0 0,0 0 0 16,0-1 0-16,0-4 0 0,0 7 0 0,0-7 0 15,0 0 0-15,1 3 0 0,-1-3 0 0,0 0 0 16,0 0 0-16,0 0-201 0,0 0-393 0,11-10-92 15,-10 3-433-15,4-2-1212 0,-2-1 538 0</inkml:trace>
  <inkml:trace contextRef="#ctx0" brushRef="#br0" timeOffset="14930.0686">2857 1927 225 0,'0'0'380'0,"0"0"12"0,3-6 2 0,-2 4 1 16,-1 2-2-16,0 0 4 0,3-4-8 0,-3 4-5 15,0 0-5-15,1-3-16 0,-1 3-15 0,0 0-21 16,0 0-30-16,0 0-27 0,0 0-31 0,0 0-17 15,0 0-27-15,0 0-27 0,0 0-22 0,0 0-10 16,0 0-19-16,0 0-9 0,5 9-12 0,-4-6-3 16,1 3-15-16,-2-6-7 0,1 11-10 0,1-4-3 15,-2-2-4-15,2 2 3 0,-2 2-13 0,3-5-5 16,-1 4-4-16,-1-2-4 0,0-1-15 0,0 1-19 16,1-1-9-16,-1-1-18 0,-1 1-4 0,1-2-11 15,1-1 7-15,-2-2 5 0,2 4 7 0,-1-1 4 16,-1-3 4-16,0 0 2 0,0 0 2 0,20-5 6 15,-11 0-1-15,-2-1-2 0,5 0 3 0,-2-1-1 16,0 0 6-16,4-3 0 0,-1 2-1 0,-4 1 0 16,1-2 4-16,-1 3 7 0,-1-1 13 0,-3 2 2 15,4 0 8-15,-4 1-2 0,-1 0-2 16,-4 4 2-16,5-5-1 0,-1 2-6 0,-4 3-2 16,0 0-3-16,5-3-1 0,-5 3-6 0,0 0-5 15,0 0 8-15,0 0-13 0,0 0 2 0,0 0 7 16,9 8-6-16,-9-8 11 0,-2 10-10 0,4-8-1 15,-2 4 1-15,1 0 6 0,0 1-3 0,2-3-5 0,-3 1-12 16,4 2 1-16,0-2-4 0,0 3 3 16,1-3-3-16,2-2-12 0,1 3-7 0,1-2-7 15,0-3-5-15,1 3 5 0,-4-2 12 0,3-2-4 16,-9 0 3-16,20-2 6 0,-13 1 1 0,3-3 3 16,2 0 0-16,-3-2 6 0,1 0 0 0,-1 0 2 15,-4-3 4-15,4 2 8 0,-1-1 9 0,-2 0 14 16,1-1 7-16,-1 4 7 0,-2-4 11 0,0 5-2 15,1-3 4-15,-3 4-3 0,2-2 2 0,-4 5-6 16,4-3-4-16,-4 3-9 0,5-4-9 0,-5 4-3 16,4-3-2-16,-4 3-9 0,0 0-1 0,0 0-4 15,0 0 0-15,0 0 2 0,0 0 1 0,0 0-2 16,6 10-1-16,-2-6 0 0,-3 2 0 0,1-1 3 16,0 1-2-16,1 1 5 0,-1-1-5 0,1 2-3 15,1 0 5-15,-2 0 0 0,1-2-1 0,-1-1-6 16,1 4 1-16,1-4-8 0,-2 1-11 0,1-1-8 15,-2-2-5-15,-1-3 1 0,4 8 0 0,-1-6 3 16,-3-2 8-16,2 4-2 0,-2-4 9 0,0 0 5 16,0 0 0-16,0 0 0 0,19-5 8 0,-14 0-9 15,3 1 1-15,-4 0 2 0,6-3-2 0,-4 0 17 16,2-2-18-16,0 0 6 0,-2 0-3 0,3 3 6 16,-4-3-4-16,2 3 6 0,-1 0-5 0,2 0 6 15,-3 3-1-15,0-1-2 0,-1-1-1 0,0 3-2 16,-3 0 0-16,5 0-3 0,-6 2-1 0,9 0-3 15,-9 0 7-15,10 5-7 0,-4-3 3 0,-1 3-5 16,1 1 9-16,0 4-2 0,0-6 1 0,-3 2-1 16,1 1 3-16,0-2-1 0,1 4 0 0,0-2-2 15,-1-3 2-15,-1 3-3 0,-1-4-16 16,0 2-3-16,-1 1-7 0,-1-4 0 0,2 0-1 0,0 2 6 16,-2-4 6-16,4 4 5 0,-4-4 4 0,2 1 8 15,-2-1-3-15,0 0 0 0,6-9 2 16,-2 3 2-16,-1 1 0 0,2-5 4 0,0 2 8 15,0-1 1-15,0 0 13 0,4-3 2 0,-5 4 3 16,1 0 1-16,0 0 0 0,3 2-4 0,-3 0 0 16,0 2-1-16,-1 0-8 0,-3 1-3 0,3 1-4 15,-4 2-2-15,9 0 1 0,-9 0-6 0,10 2 2 16,-3 1 0-16,-4 2 0 0,0-2-2 0,4 2 1 16,-2 0 0-16,0 0-1 0,-2 2 3 0,0-1-1 15,2 0-21-15,0 3-34 0,-2-3-42 0,1-1-50 16,-2 4-65-16,2-5-71 0,0 2-57 0,0-2-52 15,1-2-74-15,0 1-408 0,-5-3-942 0,10 3 417 16</inkml:trace>
  <inkml:trace contextRef="#ctx0" brushRef="#br0" timeOffset="15363.3672">3895 1921 116 0,'0'0'357'0,"0"0"4"15,0 0-2-15,0 0-9 0,0 0-14 0,0 0-22 16,0 0-27-16,0 0-28 0,0 0-22 0,0 0-16 16,0 0-31-16,0 0-18 0,0 0-13 0,0 0-9 15,4 9-6-15,-4-9-8 0,0 0 10 16,5 2-3-16,0 1-6 0,-5-3-6 0,9 4-6 0,-1-4-14 16,0 0-9-16,-8 0-4 0,21-3-8 0,-8 0 4 15,3-3 5-15,1 0 0 0,-5 3 1 0,0-3-3 16,-3 0 6-16,0 0 0 0,3 1-1 0,-5-1-2 15,-2 1 2-15,-1 2-11 0,0-2-2 16,0 0-11-16,-4 5-11 0,1-8-1 0,-1 3-10 16,0 5-8-16,-4-7-7 0,-1 4-5 0,5 3-7 15,-14-3-1-15,4 4-6 0,-3 2-2 0,0 2-2 16,-2 4-2-16,0 0 1 0,-7 7-1 0,3 2-3 16,1 0 0-16,3-5-2 0,-1 2-3 0,6-1 1 15,0 0-6-15,3-3 0 0,6 0 7 0,0-1-4 0,2-1 3 16,4 0-1-16,3-1 1 0,5-2 2 15,5-1 0-15,8-1-2 0,5 0 5 0,1-1-4 16,4-6-2-16,-2 1 2 0,2-2-18 0,1-1-35 16,-5 0-37-16,0-1-39 0,-4-2-49 0,0 1-73 15,-7 0-72-15,-5 2-75 0,1-4-91 0,-7 5-405 16,-1-3-958-16,-5 2 423 0</inkml:trace>
  <inkml:trace contextRef="#ctx0" brushRef="#br0" timeOffset="16130.6542">5416 1667 394 0,'0'-9'386'0,"-3"0"25"0,3-2 12 0,0 1-6 15,-1-1-4-15,-2 1-11 0,3 0-9 0,0-2-6 16,-5 3-9-16,4-1-5 0,1 3-8 0,-1 0-8 16,-2 1-20-16,3 1-25 0,-1-1-36 0,-3 2-10 0,-1 1-44 15,-3 1-27-15,8 2-18 0,-19 4-17 16,4 1 3-16,-6 2-41 0,-4 9-3 0,-2-1-14 16,-2 4-11-16,-2 3-6 0,-9 11-11 0,0 3-9 15,14-10-5-15,-9 7-4 0,11-6-12 0,1 0 3 16,5-3-4-16,4-9-9 0,4 1-28 0,1-1-9 15,4-4 0-15,2 0 0 0,3-3 0 0,4 2 0 16,2-3 0-16,7-1 0 0,6 0 0 0,8 0 0 16,4-5 0-16,1 2 0 0,3-1 0 0,0 2 0 15,1 0 0-15,-6 0 0 0,4-4 0 0,-7 3 0 16,-6-1 0-16,-1 1 0 0,-3 0 0 0,-5 3 0 16,-1-3 0-16,1 0 0 0,-7 1 0 0,3 0 0 15,-6 3 0-15,6 1 0 0,-7-1 0 0,-5 1 0 16,-2 2 0-16,-4 3 0 0,-11 4 0 0,2-3 0 15,-9 3 0-15,0 0 0 0,0-3 0 0,-2-1 0 16,1 0 0-16,5-3 0 0,3-3 0 0,6-3 0 16,3 0 0-16,3 0 0 0,1 0 0 0,4-1 0 15,4-3 0-15,0 0 0 0,0 0-222 0,0 0-54 16,0 0-50-16,16-17-59 0,-2 8-54 0,5 0-74 16,11-2-76-16,-7-1-319 0,5-2-981 0,0 3 434 15</inkml:trace>
  <inkml:trace contextRef="#ctx0" brushRef="#br0" timeOffset="17170.1184">5583 1976 153 0,'0'-6'534'0,"0"3"12"16,1-1 20-16,-1 4 8 0,3-10-22 0,-2 6-17 15,-1 4-18-15,0 0-27 0,4-10-40 16,-4 10-46-16,0-3-38 0,0 0-39 0,0 3-43 15,0 0-29-15,0 0-37 0,0 0-23 0,0 0-17 16,0 0-17-16,0 0-17 0,5 18-16 0,-1-14-6 0,-4 4-16 16,4 1-11-16,-2 0-12 0,2 1-22 0,0 0-36 15,0-1-15-15,1 2-20 0,-4-1-21 16,3 0-14-16,0-2-8 0,-3-2-12 0,3-1-11 16,-1 2-8-16,-2-4-2 0,-1-3 0 0,3 6 5 15,-3-6 16-15,1 5 8 0,-1-5 12 0,0 0 3 16,0 0 5-16,0 0 1 0,15-8 6 0,-10 0 4 15,3-1 1-15,-2-1 1 0,3 1 4 0,0-4 4 0,4-1 3 16,-3 5 16-16,2-4 5 0,0 1 9 16,-4 2 9-16,-2 1 4 0,1 3 7 0,-1-3-5 15,1 5-6-15,-1-1-3 0,-1 3-3 0,-4-2-7 16,6 2-4-16,-7 2 1 0,6-2-5 0,-6 2 1 16,0 0-5-16,14 7 7 0,-10-6-1 0,0 3-3 15,1 2-2-15,-1 1 1 0,2-2 0 0,-3 2-3 16,1 0 8-16,-2 2-5 0,2-3-1 0,-1 0 3 15,-2 4-4-15,-1-5-16 0,3 2-19 0,-2-2-12 16,-1 0-9-16,1 0-9 0,2-2 8 0,-1 1 5 16,-2-4 12-16,0 0 7 0,4 3 7 0,-4-3 5 15,0 0 0-15,0 0 0 0,0 0 4 0,0 0 4 16,5-12-1-16,-1 6 4 0,-2 1 8 0,1 0 11 16,1-3 5-16,0 3-5 0,2-2 6 0,-1 1-6 15,0 2 5-15,0-1-6 0,3 0 0 0,0 1-3 16,-1 1-1-16,0 0-2 0,1 1 0 0,0 1 4 15,0 1-3-15,-2 1-2 0,1 1-1 0,-1 1 4 16,3 1 0-16,-4 1-1 0,0-4-3 0,-1 5 6 16,0-2-4-16,0 3 0 0,-3-2 2 0,4 1 1 15,-5 1-4-15,0-2 2 0,0 2 1 0,-1 0 1 16,-4-1 0-16,2 2-1 0,-2-2-2 0,0 2 6 16,-4 0-4-16,3-4 6 0,2-1 0 0,-2-1 4 15,0 0 3-15,6-2 0 0,0 0-4 0,0 0 2 16,-12-6-1-16,12 1-3 0,0-5 0 0,1-1-5 15,5-3 4-15,8-8-2 0,3-1-4 0,-2-3 1 16,7 3-4-16,1-2-1 0,3-1-2 0,-1 0 7 16,2 0-2-16,1-1-4 0,-2 1 0 0,-1 3-1 15,-1 3 3-15,-3 0 0 0,1 0 23 0,-2 3 23 16,-7 2-3-16,2 2 3 0,-3 1 19 16,-4 3 3-16,-2 1 5 0,-1 3-5 0,-1 0-6 15,-3 0-10-15,2 1-7 0,-2-1-10 0,-1 5-3 0,-3-9-3 16,3 4-6-16,-2-5-3 0,-2 5-5 0,-2 0-3 15,-2-1 9-15,2 3 0 0,-2 0-6 16,-2-1-1-16,1-2 27 0,1 2 10 0,-1 1-44 16,4 2-9-16,0-2 0 0,5 3 0 0,-9-2 0 15,5 2 0-15,4 0 0 0,-8 5 0 0,5 1 0 16,-1 5 0-16,-3 4 0 0,6 4 0 0,-4 5 0 16,5 2 0-16,-3 2 0 0,2 4 0 0,1 2 0 0,1 12 0 15,3 2 0-15,-5-13 0 0,1-1 0 16,4 11 0-16,-4-8 0 0,0 9 0 0,0 1 0 15,1-12 0-15,-1-2 0 0,0 14 0 0,-1-11 0 16,1 1 0-16,-4-3 0 0,4 2 0 0,-4-5 0 16,1 0 0-16,6-1 0 0,-3-3 0 0,0-1 0 15,0-8 0-15,0-1 0 0,0-5 0 0,0 0 0 16,0-4 0-16,0 3 0 0,0-6 0 0,0 0 0 16,0 0 0-16,0-5 0 0,0 7 0 0,0-7 0 15,0 0 0-15,0 0 0 0,0 0 0 0,0 0-100 16,13-18-425-16,-8 8-52 0,4-8-60 0,-5 0-422 15,-3-1-1147-15,4-7 507 0</inkml:trace>
  <inkml:trace contextRef="#ctx0" brushRef="#br0" timeOffset="17383.3476">6188 2166 323 0,'-6'-6'424'0,"5"2"35"0,-3-1 36 15,1 0 26-15,0-1 22 0,1 1-5 0,0 0-13 16,1-2-12-16,1 7-26 0,-1-7-33 0,1 7-50 15,1-11-37-15,0 8-45 0,1-1-34 0,1-2-28 16,5 0-31-16,0 0-26 0,1-3-31 0,3 5-61 16,8-6-64-16,-3 2-67 0,3 1-55 15,5 0-51-15,-7 0-44 0,4 2-46 0,2-5-51 16,-4 5-46-16,1-1-36 0,-2 0-24 0,-1-2-36 0,0 2-12 16,0 2-29-16,-7-1-300 0,2 2-812 0,-4-3 360 15</inkml:trace>
  <inkml:trace contextRef="#ctx0" brushRef="#br0" timeOffset="17782.3019">6572 1949 140 0,'-1'4'262'0,"1"-4"31"0,0 0 26 0,0 0 21 15,0 0 31-15,0 0 12 0,0 0 2 0,0 0 2 16,0 0-7-16,0 0-13 0,0 0-19 0,0 0-20 16,0 0-22-16,0 0-29 0,0 0-28 0,0 0-25 15,0 0-24-15,0 0-32 0,0 0-21 0,0 0-16 16,0 0-13-16,5 7-7 0,-4-1-16 0,2-2-12 15,-1 3-7-15,0-2-9 0,-1 1-5 0,2 4-3 16,-1-3-6-16,1 2-8 0,-3-2 0 0,1 3-2 16,-4 0-6-16,0-1-1 0,-1 1-4 0,-3-1-5 15,0 0-3-15,0-2-2 0,1 0-3 16,1 3-4-16,1-6-4 0,-4 2 3 0,2-3 5 0,3 1 0 16,-3-3 1-16,6-1 1 0,0 0 3 0,-15-5-5 15,11-1 2-15,-1 1 4 0,2-1 8 0,2-5-1 16,-2 4-1-16,2-4 5 0,1 2-8 0,1 0 0 15,-2 0-5-15,2 2 1 0,2 2-8 0,-2-2 0 16,2-1-2-16,-2 5-5 0,-1 3-3 0,4-7-3 16,-4 7-1-16,1-6-5 0,-1 6 1 0,8-1-3 15,-8 1 2-15,0 0 5 0,14 5-4 0,-9-2-7 16,3 0 2-16,-2 1 0 0,-1 0-27 0,1 0-37 16,4 2-33-16,1-1-34 0,6 4-48 0,-6-5-47 15,-1 1-50-15,1-2-59 0,1 1-55 0,1-1-81 16,0-3-400-16,-2-2-951 0,1 0 420 0</inkml:trace>
  <inkml:trace contextRef="#ctx0" brushRef="#br0" timeOffset="18266.4167">6858 1960 65 0,'3'-3'320'0,"0"-1"23"0,-3 4 26 0,3-7 28 16,0 3 14-16,-3 1 9 0,0 3-10 0,4-4-6 0,-4 1-18 15,0 3-15-15,0 0-21 0,1-5-18 0,-1 5-30 16,0 0-24-16,0 0-27 0,0 0-25 0,0 0-28 15,0 0-15-15,0 0-17 0,0 0-16 16,0 0-15-16,-14 10-20 0,10-3-10 0,-5 0-12 0,2 2 0 16,0 0-12-16,0 0-4 0,-1 1-13 0,2 1-5 15,0-1-4-15,0 0-11 0,1 1-3 16,-1-2-8-16,3 1-3 0,1-3-19 0,-1 1-14 16,3-1-5-16,1 2 0 0,2-4-1 0,1 1 9 0,3 1-7 15,5-4-6-15,4 1-6 0,2-2-1 16,5 1-1-16,4-4 5 0,1-1-2 0,0-1 4 15,2-2 0-15,0-5 1 0,-3 1 4 0,1-3-1 16,-1-1 2-16,0-1 2 0,-3-1 11 0,2 1-14 16,-12 1 4-16,4 2 0 0,-4-4 7 0,-1 4 13 15,-6 0 17-15,2 2 8 0,-2-1 6 0,-2 3-2 16,0 2-7-16,-3-1-4 0,1 1-8 0,-3 1 2 0,0-2-12 16,0 6-1-16,-5-8 7 0,1 6-18 15,-2 1-1-15,6 1-1 0,-14 1 2 0,3 4-8 16,1 0 9-16,1 1-6 0,0 1 1 0,0 1 2 15,2 3-2-15,0-3-5 0,2 4 8 0,1-1-9 16,3-1 8-16,2 0-1 0,3 2 3 0,1-3-3 16,3 0 2-16,5-2 1 0,5 0-1 0,8 0-15 15,4-5-23-15,-3 1-15 0,3-3-34 0,-7-1-43 16,3-2-58-16,7-3-59 0,-5-1-72 0,-1-1-55 16,-8 1-83-16,2-1-98 0,0-3-290 0,-7 0-912 15,-1-1 404-15</inkml:trace>
  <inkml:trace contextRef="#ctx0" brushRef="#br0" timeOffset="19300.5646">8424 1898 117 0,'1'-7'485'0,"2"3"11"0,-2 0 4 15,-1-1-1-15,0 1-3 0,0-1-9 0,4 1-20 16,-4 1-6-16,0 3-29 0,0-5-38 0,0 5-22 16,1-4-44-16,-1 4-33 0,3-4-40 0,-3 4-30 15,0 0-30-15,0 0-23 0,0 0-17 0,6 10-14 16,-2-4-10-16,-1 4-12 0,-2 0-15 0,4 3-2 16,-4 3-19-16,3 2-7 0,0 1-4 0,-4 0-2 15,5 6-11-15,-5-6 2 0,0-1-12 0,0 7 4 16,0-7-4-16,0-1-10 0,-1-2-3 0,0-2-11 15,-3 1-13-15,4-4-10 0,1-2-10 0,-1-2 1 16,0-1 6-16,-1-3-2 0,1-2-5 0,1 8 24 16,-1-6 8-16,0-2 8 0,0 0-6 0,0 0-20 15,0-12-6-15,0 4 0 0,3-3 0 0,-3-5 0 16,2-3 0-16,-2-1 0 0,3-6 0 0,-2-4 0 16,2 2 0-16,-6-1 0 0,3 1 0 0,4-3 0 15,-4 3 0-15,0 2 0 0,2 2 0 0,0-1 0 16,-1 12 0-16,-1 0 0 0,5 3 0 0,-4 0 0 15,0 5 0-15,1-2 0 0,-2 2 0 0,1 2 0 16,0-1 0-16,1 0 0 0,-2 4 0 0,0 0 0 16,2-3 0-16,-2 3 0 0,11 11 0 0,-4-6 0 15,-1 5 0-15,2 1 0 0,1 2 0 0,1 3 0 16,-1 1 0-16,-1 2 0 0,0-2 0 0,0 5 0 16,-1-6 0-16,-1 0 0 0,0 1 0 0,0 0 0 15,-2-6 0-15,2 3 0 0,-5-3 0 0,3-1 0 16,-3-2 0-16,3-1 0 0,0-2 0 0,-1 0 0 15,-2 0 0-15,-1-1 0 0,0-4 0 0,5 7 0 16,-5-7 0-16,0 0 0 0,0 0 0 0,19-14 0 16,-7 5 0-16,1-5 0 0,-1-2 0 0,6-5 0 0,-2-1 0 15,0-3 0-15,1 2 0 0,-3-2 0 16,-1 1 0-16,-1 0 0 0,-1 2 0 0,0 8 0 16,-6 3 0-16,0-1 0 0,0 3 0 0,2 3 0 15,-5 0 0-15,1 2 0 0,2 0 0 0,-4 0 0 16,2 2 0-16,-3 2 0 0,0 0 0 0,6 6 0 0,-2 1 0 15,0 2 0-15,0 2 0 0,1 5 0 16,-1 1 0-16,-2 0 0 0,2 0 0 0,-1 4 0 16,-2-3 0-16,2 6 0 0,-2-5 0 0,-1 0 0 15,1 1 0-15,-1-1 0 0,0 1 0 0,3-2 0 16,-3-1 0-16,0 2 0 0,1-7 0 0,-1 4 0 16,3-4 0-16,-3-3 0 0,2-1 0 0,1-1 0 15,-2-1 0-15,-1 2 0 0,6-1-115 0,-2-6-285 16,2 4-87-16,-6-5-93 0,15-2-522 0,-4 0-1194 15,-3-2 529-15</inkml:trace>
  <inkml:trace contextRef="#ctx0" brushRef="#br0" timeOffset="19718.6252">9109 1995 381 0,'0'0'430'0,"0"0"16"16,0 0 5-16,0 0-6 0,0 0-14 0,0 0-28 15,0 0-28-15,0 0-37 0,0 0-29 0,0 0-27 16,0 0-23-16,0 0-23 0,0 0-26 0,0 0-19 16,0 0-21-16,0 0-13 0,0 0-20 0,0 0-13 15,0 0-15-15,0 0 0 0,0 0-13 0,0 0-8 16,0 0-7-16,13 1-1 0,-13-1-4 0,10-2-6 16,3-4 9-16,-2 6 7 0,2-6-3 0,-1 2 10 15,-1-2 7-15,-1 3 6 0,-1-6-3 0,2 4 5 0,-4 2 14 16,0-1-3-16,-1 0 3 0,-3-2-7 15,-1 3-19-15,2-1-9 0,-4 4-10 0,3-6-7 16,-3 6-12-16,0 0-10 0,0 0-13 0,-3-7-35 16,3 7 0-16,0 0 0 0,-15 1 0 0,15-1 0 15,-17 8 0-15,6-2 0 0,0 2 0 0,-3 2 0 16,5-1 0-16,-2 3 0 0,1 3 0 0,3-7 0 16,-1 6 0-16,2-3 0 0,6 1 0 0,-5-2 0 15,8 0 0-15,3 0 0 0,-1 1-43 0,3-2-17 16,1 0-13-16,3-2-15 0,3 0-19 0,1 0-28 15,1-3-16-15,3-1-14 0,3-5-21 0,5 1-23 16,-2-5-28-16,2-1-36 0,1 2-30 0,-2-7-55 16,-3 1-59-16,3 0-66 0,-9 0-335 0,1 2-885 15,-1-3 392-15</inkml:trace>
  <inkml:trace contextRef="#ctx0" brushRef="#br0" timeOffset="20553.1774">9564 1957 284 0,'0'0'406'0,"0"0"-1"16,0 0-11-16,0 0-8 0,0 0-10 0,0 0-23 15,0 0-15-15,0 0-28 0,0 0-23 0,0 0-31 16,0 0-25-16,0 0-18 0,0 0-26 0,0 0-18 16,0 0-20-16,0 0-19 0,0 0-14 0,0 0-12 15,12 3-13-15,-12-3-11 0,5 2-5 0,-1 0-9 16,-2 3-11-16,2-2-5 0,1 2-3 0,0-1-7 15,-2 3-3-15,1-3-8 0,-2 3-3 0,-1 1-3 16,1-2-4-16,-4 1 0 0,1-1-7 0,0 1-12 16,-2 1-10-16,-1-3 0 0,-2 4-3 0,-4-4 4 15,5 0-5-15,-3-1 3 0,3 0 1 0,-1-1 5 16,-1 1 2-16,2-3 4 0,5-1-6 0,0 0 10 16,0 0 11-16,-19-7 7 0,14 2 7 0,1-2 11 15,1 0-6-15,3-2-2 0,0-2 0 0,3 1-2 16,1-1 6-16,1 2 8 0,1-1 7 0,-2-2-3 15,1 5-4-15,3-2-3 0,-3 4-5 0,3 0-6 16,-2 1-1-16,3 0-7 0,-1 1-4 0,-1 2 5 16,1 1-4-16,-2 1-2 0,2 1-1 0,1 1-8 15,-1-1 2-15,-3 2 2 0,3 3-1 0,-3 0 0 16,1 2-3-16,-2-2-1 0,0 1 4 0,-2 3 2 16,1-2-6-16,-2 1 3 0,-1 2-4 0,0-5 3 15,-1-1 0-15,2 0-4 0,-2 1 1 0,2-1-5 16,-1-6 6-16,0 7-1 0,0-2 1 0,0-5 4 15,1 4 7-15,-1-4-2 0,0 0 1 0,0 0-2 16,0 0 1-16,0 0-5 0,18-11-2 0,-9 4-2 16,0 0 4-16,1-1 0 0,-2 1 2 0,1 0-2 15,-1-1 3-15,2 1-4 0,-4 1-1 0,4 1 5 16,1-2 0-16,-5 4 1 0,-1-1-4 0,-1 1 3 16,2 0-5-16,1 1-9 0,-4 0 3 0,-3 2 3 15,0 0-3-15,15 3 0 0,-9 0-7 0,2 1 5 16,-3 1-3-16,-1 1 4 0,1 1-2 0,1 0 1 15,-3-2 2-15,3 4-1 0,-3-4-3 0,-1 5-1 16,-1-5 6-16,1 2-4 0,0-1-2 0,0-1 2 16,0 1 1-16,-2-2-3 0,0-4 2 0,3 4-2 15,-3-4 1-15,4 5 1 0,-4-5 5 0,0 0 2 16,0 0 0-16,0 0-3 0,17-9 2 0,-9 2-1 16,1-2 1-16,5-2-2 0,-5 2 1 0,0-1 0 15,1-2 2-15,-1 2 12 0,-1 1 5 0,2 2 9 16,-1 0 1-16,0 0-1 0,-4 1 3 0,1 3-7 15,-3-2-2-15,2 2-7 0,-5 3-14 0,9-3 13 16,-9 3-9-16,8 0 3 0,-8 0-1 0,9 4 5 16,-6 2 3-16,0-3-3 0,2 0-3 0,-4 4 1 15,3-1-2-15,1-1-3 0,-2 1-8 0,1-1 11 16,-2-1-1-16,1 3-7 0,-1-3 9 0,1 0-7 16,-2 0 1-16,-1-4-12 0,4 7-8 0,-1-3-13 15,1-1-10-15,-1 0-25 0,1 1-41 0,-4-4-44 16,18 4-57-16,-11-4-52 0,-1 2-90 0,4-2-93 15,-10 0-115-15,13-4-342 0,-8-1-966 0,-5 5 428 16</inkml:trace>
  <inkml:trace contextRef="#ctx0" brushRef="#br0" timeOffset="21519.1073">10947 1692 105 0,'2'-7'570'0,"-2"2"-9"16,3-3-8-16,-3 1-20 0,2-1 2 0,0 1-2 16,-1 2-4-16,-1-2-11 0,3 3-21 0,-1 0-29 15,-2 0-35-15,0 4-43 0,0-6-36 0,0 6-36 16,0 0-34-16,0-3-33 0,0 3-29 0,0 0-23 16,0 0-14-16,5 14-32 0,-5-3-153 0,4 0 0 15,0 6 0-15,1 3 0 0,0 4 0 0,-1 1 0 16,-3-1 0-16,3 4 0 0,-3 1 0 0,2-3 0 15,-6 0 0-15,3-2 0 0,-3 3 0 0,3-8 0 16,-2 1 0-16,1-2 0 0,-3 0 0 0,0-4 0 16,1-2 0-16,0-1 0 0,3 0 0 0,-4-2 0 15,4-2 0-15,-2-1 0 0,0 0 0 0,1 0 0 16,1-6 0-16,0 5-212 0,0-5-107 0,0 0-49 16,0 0-63-16,0 0-33 0,0 0-35 0,14-15-36 15,-11 8-360-15,-1-4-967 0,-1-2 428 0</inkml:trace>
  <inkml:trace contextRef="#ctx0" brushRef="#br0" timeOffset="21903.2137">10635 1662 416 0,'-9'-10'502'0,"4"0"18"0,-3 2 2 15,1-2-11-15,-1 1-3 0,4 0-22 0,-1-1-21 16,1 1-12-16,3 3-33 0,-2 0-34 0,3-2-37 15,3-1-36-15,-1-2-33 0,6 2-36 0,5-3-22 16,5-1-27-16,9 1-13 0,2-2-10 0,7 7-14 16,16-5-13-16,2 6-5 0,1 3-4 0,0 6-6 15,1 3-14-15,-6 6-7 0,4 0-15 0,-6 4-77 16,-2 6-17-16,-10-8 0 0,-5 5 0 0,-6 2 0 16,2 3 0-16,-4 1 0 0,-4 2 0 0,-3 3 0 15,-9-1 0-15,-3 2 0 0,-5 0 0 0,-8 3 0 16,-9 9 0-16,-3-12 0 0,-12 11 0 0,-6-3 0 15,-1-3 0-15,-4-3 0 0,0-1 0 0,-1 0 0 16,2-3 0-16,8-8 0 0,3-5 0 0,0-1 0 16,4-4 0-16,9-4 0 0,1 1 0 0,9-1 0 15,-2-4 0-15,3 0 0 0,3-1 0 0,5-2 0 16,0 0 0-16,0 0 0 0,-8-11 0 0,8 11 0 16,21-13-236-16,-4 4-149 0,9-6-79 0,0 2-73 15,2 2-100-15,-3 0-352 0,6-1-1072 0,1 4 475 16</inkml:trace>
  <inkml:trace contextRef="#ctx0" brushRef="#br0" timeOffset="22203.3391">11495 2028 3083 0,'3'-5'403'0,"-2"1"-108"15,2-2-25-15,-3 0 9 0,2-2 18 16,-2 3 2-16,0-2-12 0,0 0-9 0,0-3-19 0,0 4 13 15,0 2 1-15,0-3 6 0,3 3-1 0,-3-1-9 16,0 0-13-16,0 5-25 0,-3-6-20 0,3 6-25 16,0 0-24-16,0-3-138 0,0 3-24 15,0 0 0-15,0 0 0 0,0 0 0 0,0 0 0 16,0 0 0-16,4 16 0 0,-5-9 0 0,1 0 0 0,0 3 0 16,0 0 0-16,0 0 0 0,-3 1 0 0,3-3 0 15,0-1 0-15,0 3 0 0,0-1 0 16,-2-2 0-16,-1 0 0 0,6-1 0 0,-6-1 0 0,6-1 0 15,-3-4 0-15,-3 10-90 0,3-10-211 0,0 0-36 16,0 6-46-16,0-6-71 0,0 0-60 0,0 0-46 16,9-15-366-16,-8 8-1002 0,6-5 443 0</inkml:trace>
  <inkml:trace contextRef="#ctx0" brushRef="#br0" timeOffset="22345.4727">11539 1849 152 0,'0'-5'264'0,"-2"-1"8"0,1 1 14 16,0 0 18-16,2 2 3 0,-1-2 13 0,0 5-21 15,0-6-17-15,0 2-30 0,0 4-27 0,0 0-26 0,-4-5-30 16,4 5-49-16,0 0-37 0,0 0-49 0,0 0-72 16,18 8-84-16,-9-4-91 0,2-1-88 0,-3 3-182 15,3-1-523-15,-3 3 233 0</inkml:trace>
  <inkml:trace contextRef="#ctx0" brushRef="#br0" timeOffset="23407.1308">11733 1990 132 0,'0'0'464'0,"0"0"11"0,0 0-1 15,0 0-12-15,0-17-23 0,0 17-14 0,2-7-26 16,1 1-28-16,0 1-34 0,-2 1-30 0,-1 4-35 16,2-6-23-16,-2 6-28 0,2-6-22 0,-2 6-23 0,5-4-19 15,-5 4-20-15,7-2-19 0,-7 2-9 0,0 0-8 16,12 2-13-16,-12-2-12 0,9 4-10 15,-4-1-3-15,0 3-8 0,0-2-8 0,-2 1-2 16,1 1-2-16,0 1-12 0,-2-1 3 0,1 3-1 16,-1 1-3-16,-2-2-3 0,0 1 0 0,-2 2-5 15,-2-2 2-15,0 1-5 0,-4-2 1 0,0 0-2 0,0 1 1 16,1-3-3-16,2 1-4 0,-1-5 4 16,-1 3-1-16,1-3-1 0,6-2 6 0,-9 5 2 15,4-5-2-15,5 0-8 0,0 0 7 0,-12-9-8 16,6 5 2-16,6-4-2 0,-1 0 1 0,1-1-3 15,1-1 1-15,3-1-1 0,-2 2 9 0,2-2 10 16,0 1 3-16,1 0-6 0,3 0 2 0,-3 2-1 16,2 1 18-16,0-3-6 0,-3 4 3 0,1 3-11 15,0-2-5-15,-1 1-1 0,0 0-6 0,-4 4-3 16,9-5 0-16,-7 3-2 0,-2 2-8 0,0 0 7 16,9-1-5-16,-9 1-2 0,0 0 0 0,13 3-6 15,-8 2 5-15,-1-1 4 0,1 0-14 0,-2 1 10 16,2 1 1-16,0-1-3 0,-3 2 1 0,2 0-3 15,-1-1 0-15,-1 0-3 0,0 1-12 0,0-3-7 16,-1 3-16-16,2-3-4 0,-3 1-11 0,1 0-5 16,3-1 2-16,-4-4-7 0,0 4 12 0,0-4 6 15,4 4 10-15,-4-4 6 0,0 0 4 0,0 0 5 16,0 0-3-16,0 0 4 0,15-8 3 0,-6 1-1 16,-4 0 1-16,4 0 3 0,-4 0 1 0,3 1-2 15,1-3 6-15,1 1 0 0,-1 2-1 0,1-1 12 16,-1-1 3-16,0 4 0 0,0-3 3 0,0 2-9 15,-1 2 4-15,-2 1-3 0,-1 1-1 0,3 1-4 16,1-3 2-16,-3 7 1 0,2-3 3 0,-3 2-7 16,5 1 6-16,-5 1-1 0,1 0-3 0,-1-1 6 15,-1 3-2-15,-1-1 3 0,2-1-3 0,-1 4-1 16,0-1-4-16,1-2 7 0,-5 1-2 0,4 0 1 16,-4-1-4-16,1-1-9 0,2 0-3 0,-2-2 0 0,-1 1-1 15,0-4 4-15,3 4 3 0,-3-4 5 16,1 4 1-16,-1-4 6 0,0 0 4 0,0 0 1 15,5 2-5-15,-5-2 1 0,4-8 1 0,1 3-3 16,-1 0 8-16,1-3 1 0,0-1-5 0,4-1 5 16,0 2 11-16,-4 0 5 0,4-2 12 0,-1 3 2 15,-2 1 2-15,-2 1-2 0,1 1 3 0,0-2-2 16,-1 2-1-16,1 1-5 0,-5 3-3 0,6-4-7 16,-2 3-2-16,-4 1-4 0,0 0-3 0,12 0-8 15,-12 0 2-15,10 2-2 0,-5 1-1 0,-5-3 3 16,8 6-2-16,-3-1-3 0,0 0 0 0,-1-1 6 15,2 3-6-15,-5-2 4 0,3 1-5 0,0 1 3 16,1 1-3-16,-1-2 0 0,0-2-5 0,-3 3-17 16,4-4-2-16,-3 2-11 0,0-2 0 0,-2-3-3 15,4 5 6-15,-4-5 7 0,4 5 5 0,-4-5 3 16,0 0 5-16,0 0 1 0,0 0-3 0,0 0 5 16,13-9 10-16,-11 2 8 0,3 2 8 0,-1-4 2 15,1 1 3-15,2 0 10 0,-2-1 0 0,0 1 14 16,4 0 12-16,-8 4 0 0,3-1 4 0,-1 0 3 15,-1 1-3-15,-2 4 2 0,4-6-6 0,-4 6-8 16,3-5-8-16,-3 5-14 0,0 0 0 0,3-3-10 16,-3 3-3-16,0 0-15 0,0 0-6 0,0 0 0 15,0 0 0-15,12 9 0 0,-12-9 0 0,5 7 0 16,0-2 0-16,-2 0-91 0,2-1-33 0,-1 3-39 16,1-1-39-16,0-2-51 0,0 3-66 0,4-4-100 15,0 0-91-15,2 2-90 0,0-5-319 0,1 0-995 16,-12 0 441-16</inkml:trace>
  <inkml:trace contextRef="#ctx0" brushRef="#br0" timeOffset="24591.2368">12615 1926 225 0,'0'0'434'16,"0"0"-6"-16,0 0 25 0,0 0 3 0,0 0-8 15,0 0-17-15,-12-6-23 0,12 6-25 0,0 0-31 16,0 0-29-16,0 0-27 0,0 0-22 0,0 0-30 15,0 0-25-15,0 0-22 0,0 0-19 0,0 0-20 16,0 0-14-16,0 0-15 0,0 0-14 0,0 0-9 16,0 0-13-16,0 0-13 0,0 0-5 0,0 0-9 15,0 0-4-15,0 0-4 0,0 0-6 0,15-2-7 16,-8-1-3-16,2 0-5 0,1-1 3 0,-1 1-3 16,-1-1 4-16,-2-1-8 0,3 0-5 0,-4 1 4 15,0 0-1-15,0 1-6 0,-2-2 9 0,0 1-3 16,-1 0 3-16,-2 4-7 0,3-7 3 0,-3 7-8 15,1-6 5-15,-1 6-5 0,0-6-7 0,0 6-2 16,0 0-3-16,-6-4-2 0,6 4 2 0,-8-2-6 16,8 2 5-16,-17 3-10 0,7 0 10 0,0 1-11 15,1 1-2-15,-5 0-4 0,3 0 5 0,0 3 4 16,1 0 0-16,-4 1-1 0,2 1 2 0,3 0-6 16,-1 2 0-16,1-3-4 0,0-1 3 0,4 2-17 15,1-1-14-15,0-2 4 0,-1 2 7 0,5-2 6 16,4 0 5-16,-1 1-5 0,3-1 3 0,4-2 8 15,4 0-4-15,7-3 6 0,-2 1 0 0,12-2 7 16,-2-2 0-16,0-3-1 0,1-2 24 0,-1-1 12 16,-1-2 8-16,-2-3 18 0,2 0 2 0,0-1 15 15,-1 1 3-15,-1-3 8 0,-4-2 10 0,0 2 3 16,0-5 5-16,-7 6-44 0,3-8-64 0,-1-3 0 16,1 0 0-16,-3-2 0 0,-1 2 0 0,-1 1 0 15,-4-2 0-15,-1-4 0 0,-3 6 0 0,-2 5 0 16,-1-2 0-16,0 5 0 0,-2 3 0 0,-1 4 0 15,2-1 0-15,-1 3 0 0,1 2 0 0,-1 2 0 16,-1 0 0-16,1 3 0 0,0 0 0 0,1-7 0 16,-1 7 0-16,0-4 0 0,0 4 0 0,0 0 0 15,0 0 0-15,0 0 0 0,0 0 0 0,-3 18 0 16,-1-8 0-16,0 1 0 0,0 6 0 0,0-1 0 16,2 1 0-16,-1 1 0 0,1-2 0 0,-2 10 0 15,1-7 0-15,2 2 0 0,1 4 0 0,-1-1 0 16,-2-6 0-16,3 3 0 0,0-2 0 0,0-1 0 15,0 1 0-15,5-2 0 0,-1-1 0 0,1 0 0 16,2-2 0-16,2 1 0 0,1-8 0 0,0 2 0 16,5-2 0-16,3 2 0 0,0-2 0 0,-1-5 0 15,3 0 0-15,-2 1 0 0,-1-6 0 0,-3 2 0 16,4-1 0-16,1-4 0 0,-4-1 0 0,-2 3 0 16,2-5 0-16,-6 0 0 0,4 1 0 0,-4 1 0 15,0-1 0-15,-3-2 0 0,-1-1 0 0,-1 2 0 16,1-1 0-16,-5 0 0 0,3 0 0 0,-3 3 0 15,-3-1 0-15,2 1 0 0,1-2 0 0,0 5 0 16,-4-3 0-16,4 5 0 0,0-3 0 0,0 5 0 16,-4-5 0-16,4 5 0 0,0 0 0 0,0 0 0 15,0 0 0-15,-15 7 0 0,11 0 0 0,2 0 0 16,-1 1 0-16,-1 0 0 0,3-1 0 0,-2 3 0 16,2-2 0-16,1 3 0 0,0-2 0 0,0 0 0 15,1-2 0-15,2 0 0 0,0 2 0 0,0-2 0 16,1-2 0-16,4 2 0 0,-1-1 0 0,5-2 0 15,1 1 0-15,-2 0 0 0,2-5 0 0,1 1 0 16,-1-1 0-16,2-1 0 0,-4-1 0 0,3-1 0 16,-2-1 0-16,0 0 0 0,-1-2 0 0,0-1 0 15,-2 1 0-15,3-1 0 0,-7 0 0 0,4 0 0 16,-1 0 0-16,-3-1 0 0,0 2 0 0,-1 1 0 16,1-2 0-16,0 1 0 0,-1 3 0 0,0-2 0 15,0 2 0-15,-2 1 0 0,-2 2 0 0,4-6 0 16,-3 4 0-16,-1 2 0 0,3-3 0 0,-3 3 0 15,0 0 0-15,0 0 0 0,0 0 0 0,0 0 0 16,0 0 0-16,0 0 0 0,8 10 0 0,-8-10 0 16,1 4 0-16,-1 1 0 0,0-5 0 0,1 9 0 15,-1-5 0-15,3 1 0 0,-3 0 0 0,1 1 0 16,2-1 0-16,-2-1 0 0,-1 3 0 0,3-3 0 16,-3-4 0-16,3 10 0 0,-3-5 0 0,4 0 0 15,-4-1 0-15,4 2 0 0,-1-1 0 0,-1 2 0 16,2-3 0-16,0 0 0 0,0-2 0 0,-4-2 0 15,11 5 0-15,-7-3 0 0,1-1-93 0,-5-1-127 16,0 0-39-16,18-3-56 0,-14 0-51 0,1-2-58 16,0-2-56-16,-1-3-67 0,-5 0-368 0,2-3-990 15,-5-1 437-15</inkml:trace>
  <inkml:trace contextRef="#ctx0" brushRef="#br0" timeOffset="24783.6447">13560 1687 71 0,'-5'-4'525'0,"-4"-3"2"0,2-1 16 15,-2 0 15-15,5 5 17 0,0-4 30 0,-1 3 5 16,2 0-22-16,1-1-24 0,2 5-36 0,-5-6-39 16,5 6-29-16,-4-4-47 0,4 4-39 0,0 0-44 15,0 0-34-15,6-10-161 0,4 6-135 0,2-2 0 16,8-1 0-16,7-3 0 0,-4 4 0 0,-5 3 0 16,4-2 0-16,-2 0 0 0,-3 0 0 0,1 2 0 15,-7-1-92-15,1-1-284 0,-2 4-93 0,-4-3-102 16,0 2-544-16,-1-1-1205 0,-4-3 533 0</inkml:trace>
  <inkml:trace contextRef="#ctx0" brushRef="#br0" timeOffset="25473.4496">14404 1350 488 0,'1'-11'543'0,"2"0"-5"15,-3 1-18-15,1 0-5 0,0-3-20 0,-1 2 8 16,2 0 4-16,-1 4 1 0,-1 0-12 0,0 1-32 16,0 1-42-16,0 1-46 0,-1-1-34 0,1 5-43 0,0 0-41 15,1-4-29-15,-1 4-28 0,-5 11-6 16,3 2 5-16,0 6-108 0,-6 27-92 0,-3-2 0 16,-1 11 0-16,-2 3 0 0,-14 21 0 0,10 3 0 15,-1 1 0-15,10-25 0 0,-14 21 0 0,1 0 0 16,8-24 0-16,-11 27 0 0,12-23 0 0,-8 22 0 0,10-29 0 15,-6 4 0-15,4-4 0 0,5 4 0 16,3-4 0-16,2-5 0 0,3-10 0 0,5-1 0 16,3-5 0-16,-2 2-441 0,7-3-208 0,-2-3-535 15,1-3-1282-15,-1-7 567 0</inkml:trace>
  <inkml:trace contextRef="#ctx0" brushRef="#br0" timeOffset="26742.745">15067 1281 118 0,'-1'-9'471'0,"1"0"-9"15,-3-1 9-15,1-1-11 0,-1 2-8 0,1-1-10 16,0 1-30-16,1 4-28 0,1-2-33 0,-1 2-32 15,-1 2-38-15,2 3-33 0,-1-5-29 16,1 5-22-16,0 0-20 0,0 0-17 0,-28 16-19 16,12-3-10-16,-5 4-16 0,-6 6-9 0,4 1-10 15,-9 12-8-15,7-7-14 0,-8 13-3 0,2-4-9 0,7-10-2 16,1-1-3-16,1 3-12 0,0-2-7 0,3-5 0 16,6-3-4-16,4-7 0 0,-1-2-6 0,6-1-6 15,-1-1 3-15,2-2-3 0,3 2 0 16,4-4 1-16,4 1-3 0,6-1-2 0,4-4 0 15,9 0 0-15,4 1-5 0,-1-4 0 0,0 4-7 16,2-4 10-16,-2 2 0 0,0 2-1 0,-1 0 2 0,-7 1 5 16,1-2 1-16,-4 3 2 0,-1 0-8 15,1 0 9-15,-3 1-7 0,2 2-2 0,-7 0-1 0,-2 2 4 16,-2-3-5-16,0 2 3 0,-4 3-2 16,1-2 0-16,-4 4 2 0,0-1 11 0,-5-1 0 15,-5 6 0-15,-3-2 9 0,-7 5-9 0,-2-2-1 16,-5-2 1-16,-1 0-7 0,-1-2-5 0,-1-1 2 15,0 0-1-15,0-3-1 0,3-2-3 0,8-4 2 16,8-1 7-16,0 3-7 0,0-4 2 0,2-1 0 16,5-1-10-16,-1 0-42 0,5 0-55 0,-6-3-47 15,6 3-62-15,0 0-60 0,11-15-67 0,-1 6-76 16,8-1-73-16,8-5-83 0,-4 2-334 0,7 1-963 16,-5 0 426-16</inkml:trace>
  <inkml:trace contextRef="#ctx0" brushRef="#br0" timeOffset="31113.521">15370 1715 286 0,'-9'1'345'0,"9"-1"2"0,-8 1 14 15,8-1 3-15,0 0-6 0,-6-2 2 0,6 2-1 16,-5-2-6-16,5 2-11 0,-4-4-12 0,4 4-8 16,0 0-10-16,1-10-18 0,-1 10-5 0,0-5-21 15,0 5-12-15,0 0-15 0,-1-8-11 0,1 8-13 16,1-5-7-16,-1 5-12 0,0 0-13 0,0 0-10 16,0 0-18-16,3-5-14 0,-3 5-6 0,0 0-25 15,0 0-7-15,3-6-12 0,-3 6-13 0,0 0-17 16,6 0-4-16,-6 0-13 0,0 0-5 0,11 0 17 15,-11 0-37-15,13 3 5 0,-9 0-13 0,5 1 7 16,-4-1-11-16,0 0-6 0,2 2-9 0,-1-1 5 16,0 3-5-16,-2-2-1 0,-4 2-7 0,4 1 4 15,-3 3-3-15,-2-2-4 0,-4 2-4 0,0 1-5 16,-4-2-3-16,-4 3 1 0,0 1-7 0,2-2 7 16,-7-3-2-16,6-1-3 0,2 0 6 0,-3-2 7 15,4-2-2-15,-1 0 6 0,6 0 2 16,-3-3 8-16,7-1 4 0,-11 0 7 0,11 0 0 15,-10-7 5-15,8 1 1 0,-2-4 0 0,3 0 1 0,1-3-4 16,5-3 3-16,0 0-1 0,2-1-17 16,1-1 14-16,-1 3 3 0,4 1-16 0,-1 1 10 0,-1 1-7 15,0 4 1-15,-2 1 2 0,-1-1-2 0,-1 4-6 16,4 0 2-16,-4 4-6 0,3-1 6 0,-8 1-3 16,16 1 6-16,-8 1-8 0,1 4 0 0,0 1 3 15,-1-2 5-15,-3 2-3 0,0 4-2 16,0-1 9-16,1 2-1 0,-2-1-3 0,0 2 3 15,-2-1-3-15,4 2-1 0,-4-1 0 0,1-2 4 16,-1-1-1-16,2 1-4 0,-2 0-31 0,1-2-29 0,2 0-25 16,-2 0-29-16,1-3-36 0,2 0-51 15,4-2-69-15,3-3-77 0,5 0-72 0,1-2-64 0,-2-3-61 16,-3 1-283-16,5-4-902 0,-9 0 399 16</inkml:trace>
  <inkml:trace contextRef="#ctx0" brushRef="#br0" timeOffset="31633.4344">15687 1740 436 0,'-2'-6'469'16,"2"3"1"-16,0 3 1 0,0-5-6 0,0 5-8 15,-2-5-13-15,2 5-19 0,0 0-13 0,3-7-15 16,-3 7-20-16,0 0-27 0,1-2-31 0,-1 2-30 16,0 0-28-16,0 0-28 0,0 0-31 0,0 0-29 15,0 0-16-15,0 0-21 0,0 0-20 16,0 0-15-16,0 0-3 0,0 0-15 0,0 0-2 0,1 16-8 16,1-9-7-16,-2 2-9 0,-2 2-4 0,2-1-5 15,-1 2-3-15,0-2-12 0,-2 4 11 0,1-3-3 16,2-2-22-16,0 3-32 0,-2-4-16 15,0-1-9-15,-1-2-19 0,3 1-14 0,-1-1-7 16,1 0 3-16,0-5 1 0,0 6 6 0,0-6 13 16,1 3 6-16,-1-3 10 0,0 0-1 0,0 0 6 15,14-8 1-15,-5 2 8 0,0-2-2 0,0 0 5 0,4-3 4 16,-5 2 4-16,3-4 0 0,-1 2 2 0,-1 3 13 16,-4-2 15-16,3 4 10 0,0-3 1 0,-2 5 2 15,-2 0 1-15,-3 0-4 0,3 1 1 16,-3 0-12-16,-1 3-2 0,4-2-5 0,-4 2-3 15,0 0-5-15,4-2 0 0,-4 2 4 0,0 0 3 16,1 9-5-16,-1-4 1 0,0-1-2 0,4 0 7 16,-4 5 5-16,1-4-10 0,-1 2-2 0,3 2-9 0,-2-1-35 15,2-3-24-15,-1 2-29 0,5 2-37 16,-3-4-66-16,8 2-69 0,5-1-45 0,-1-1-47 16,1-1-65-16,2-7-51 0,-1 3-340 0,1-2-883 15,3-4 390-15</inkml:trace>
  <inkml:trace contextRef="#ctx0" brushRef="#br0" timeOffset="31963.5832">16175 1444 183 0,'2'-11'504'0,"0"0"23"0,-1 2 18 15,-1-3 4-15,2 3 0 0,-1 2 1 0,1 0-4 16,-2-1-10-16,2 2-22 0,-2 2-34 0,0-1-38 15,2 0-43-15,-2 5-42 0,0 0-38 0,0 0-40 16,0-3-34-16,0 3-21 0,0 0-12 0,0 13-11 16,0-2-171-16,0 7-30 0,0 2 0 0,0 5 0 15,-7 3 0-15,4-1 0 0,3-2 0 16,-2 5 0-16,0-3 0 0,2 2 0 0,-2-1 0 0,-1 2 0 16,1-4 0-16,2-1 0 0,-2-7 0 0,2 3 0 15,0-2 0-15,-2 1 0 0,-1-3 0 0,4 2 0 16,1-7 0-16,-4 1 0 0,6-3 0 0,-2 1 0 15,-1-4 0-15,0 0 0 0,2-1 0 0,3-3-213 16,0 0-261-16,1-4-58 0,-7 1-66 16,15-9-465-16,-6 2-1151 0,0-2 510 0</inkml:trace>
  <inkml:trace contextRef="#ctx0" brushRef="#br0" timeOffset="32196.7627">16064 1672 228 0,'-9'-2'496'0,"0"2"30"0,0-3 23 0,9 3 9 16,-10-4-3-16,6 1 7 0,4 3-26 0,-5-2-23 15,5 2-32-15,0 0-32 0,-4-5-20 0,4 5-40 16,0 0-39-16,0 0-37 0,0-6-28 0,0 6-37 16,13-9-26-16,0 5-25 0,5-2-22 0,1-1-45 15,2 1-130-15,6-2 0 0,-1-2 0 0,-4 4 0 16,4-1-70-16,-4 1-87 0,6 1-42 0,-11 1-46 15,1 0-36-15,-1-1-54 0,-4 3-57 0,0-1-53 16,1 2-50-16,0-1-41 0,-3 3-304 0,1-2-909 16,-1 0 402-16</inkml:trace>
  <inkml:trace contextRef="#ctx0" brushRef="#br0" timeOffset="33015.0559">16394 1769 321 0,'0'0'479'0,"-1"2"14"0,1-2 0 0,0 0-9 15,0 0-24-15,0 0-31 0,0 0-26 16,0 0-35-16,0 0-26 0,0 0-22 0,0 0-32 16,0 0-22-16,0 0-26 0,0 0-25 0,0 0-25 15,0 0-19-15,0 0-18 0,0 0-16 0,0 0-16 16,0 0-7-16,0 0-15 0,0 0-8 0,0 0-11 0,8 2-7 15,-8-2-8-15,0 0-7 0,13-2-6 16,-8 2-6-16,9-2 1 0,-1-2-8 0,-1 2-1 16,7-2 0-16,-5-2-9 0,1 3 5 0,-2-2-1 15,0-1-2-15,-2 0-6 0,1 0 7 0,-3 0-9 16,0-1-2-16,-4 2-1 0,2-1-2 0,-3 1-3 16,0 2-8-16,-4 3 0 0,3-8-4 0,-1 6 2 15,-2 2-6-15,1-4-3 0,-1 4-4 0,0 0 1 16,-10-1-4-16,10 1 1 0,-14 1 1 0,5 3 1 15,-2 0 0-15,-2 1 5 0,-1 3 1 0,-1 3-7 16,-1-2 4-16,0 0-1 0,0 1-3 0,2 0-13 16,1 2-9-16,7-5-4 0,-5 4-11 0,4-4-4 15,2 3 1-15,2-3 1 0,2 3 1 0,-1 1 3 16,4-4-1-16,1 4 10 0,3-3 3 0,4 0 6 16,4 1 3-16,-2-3 0 0,6-3 5 0,0 1 3 15,3-1 6-15,6-1 2 0,1-5 17 0,-7 2 27 16,1-4 9-16,7-2 13 0,-5-4 20 0,2 0 14 15,-11 3 0-15,3-3 6 0,0 1 7 0,-4 0 4 16,-1 1 8-16,-2-6 2 0,0 0-6 0,-2 2-16 16,-4 3-7-16,2-6-14 0,-4 4-47 0,-1-4-30 15,0 8 0-15,-4-2 0 0,1 4 0 0,-2-1 0 16,1-1 0-16,-3 3 0 0,0-2 0 0,1 4 0 16,0-1 0-16,0 0 0 0,4 4 0 0,-8-1 0 15,8 1 0-15,0 0 0 0,-8-3 0 0,8 3 0 16,0 0 0-16,0 0 0 0,-7-2 0 0,7 2 0 15,0 0 0-15,0 0 0 0,0 0 0 0,0 0 0 16,0 0 0-16,0 0 0 0,0 0 0 0,28 2 0 16,-28-2 0-16,19 3 0 0,-7-3 0 15,0 0 0-15,-2-3 0 0,0 6 0 0,4-3 0 16,-4 1 0-16,-5 1 0 0,-5-2 0 0,12 2-10 0,-2 1-5 16,-5 0 6-16,4-2-4 0,-5 5 6 0,5 0-1 15,-5 1 2-15,2 1-3 0,-2 1-5 0,0 1 6 16,-2 1 1-16,0 2 4 0,-2-1-2 0,1-1 7 15,-1 6-1-15,-1-5-1 0,-2 0 7 16,3 0-5-16,-1-2-3 0,2 0 4 0,-2-2 4 16,2 2-6-16,0-5-5 0,2 2 21 0,3 1-9 15,2-3-2-15,4-1-9 0,5-1-15 0,3-5-16 0,0 1-32 16,8-5-42-16,0-1-52 0,4 0-56 16,-6-1-63-16,2-3-87 0,-3-1-78 0,0 1-95 15,-7 2-444-15,1-1-1064 0,-4-1 471 0</inkml:trace>
  <inkml:trace contextRef="#ctx0" brushRef="#br0" timeOffset="37085.0355">18122 1331 34 0,'3'-4'346'0,"-3"4"11"0,0 0 15 15,-3-4 22-15,3 4 6 0,-2-7 15 16,2 7 1-16,-1-3 6 0,1 3 11 0,0 0 16 16,1-6 7-16,-1 2-2 0,0 4-9 0,0 0-9 0,0 0-15 15,5-4-22-15,-5 4-26 0,0 0-29 0,0 0-31 16,0-4-28-16,0 4-58 0,0 0-227 0,0 0 0 15,0 0 0-15,0 0 0 0,0 0 0 0,4 19 0 16,-3-7 0-16,2 7 0 0,-3 1 0 0,3 9 0 16,-3 3 0-16,-2 1 0 0,1-1 0 15,-2 2 0-15,2-1 0 0,-3 3 0 0,-3-2 0 0,4 0 0 16,-3-1 0-16,3-3 0 0,-3 1 0 16,2-4 0-16,0-7 0 0,2-2 0 0,-1 0 0 0,2-6 0 15,0-3 0-15,1 1 0 0,-2 0 0 16,1-5 0-16,0 2 0 0,1-3 0 0,0-4 0 15,-2 7 0-15,2-4 0 0,0-3 0 0,0 0 0 16,0 0-420-16,8-10-90 0,-5 2-27 0,2-2-42 16,-2-4-446-16,-3 1-1109 0,0-11 491 0</inkml:trace>
  <inkml:trace contextRef="#ctx0" brushRef="#br0" timeOffset="37455.007">17830 1412 152 0,'-6'-8'409'0,"-1"-2"9"0,1 0 21 0,2 2 30 16,-1-1 9-16,1 1-3 0,3-1 0 0,0 1-2 15,1 0-28-15,1 2-34 0,3-4-45 0,1 2-32 16,4-2-10-16,9 0-3 0,9 1-9 0,5 0-4 16,3 3-9-16,5 0-6 0,11 5-22 0,3 5-14 15,-1 0-21-15,-13 1-20 0,10 7-206 0,-2 5-10 16,-3 6 0-16,-12-5 0 0,-1 2 0 0,-1 3 0 15,-8 2 0-15,-1 0 0 0,-7 3 0 0,-3 0 0 16,-6-1 0-16,-3 4 0 0,-9 2 0 0,-1-1 0 16,-10-1 0-16,-11 8 0 0,-4-3 0 15,-6 2 0-15,-3-2 0 0,-3-5 0 0,1-4 0 0,-3 2 0 16,14-10 0-16,0-1 0 0,0-1 0 0,4-3 0 16,10-8 0-16,3 2 0 0,3-1 0 0,3-5 0 15,3 2 0-15,2-2 0 0,-1 1 0 0,5-3 0 16,0 0 0-16,0 0 0 0,0 0 0 0,19-9 0 15,-2 4-259-15,3-5-223 0,2 5-76 16,6-2-76-16,1-2-409 0,3 4-1131 0,0-5 501 0</inkml:trace>
  <inkml:trace contextRef="#ctx0" brushRef="#br0" timeOffset="37723.7909">18547 1830 413 0,'4'-4'434'15,"-1"-2"28"-15,0-4 27 0,0 1 18 0,-2 0 10 16,4 0 8-16,-3 0 2 0,0 2-18 0,-2-3-17 16,3 4-4-16,-2 1-14 0,2 0-20 0,-3 5-34 15,2-8-35-15,-2 5-36 0,0 3-35 0,0 0-34 0,0 0-128 16,0-7-152-16,0 7 0 0,0 0 0 16,0 0 0-16,0 0 0 0,0 0 0 0,4 16 0 15,-7-9 0-15,3 3 0 0,3-1 0 0,-3 7 0 16,0 2 0-16,-3-7 0 0,2 2 0 0,-3 3 0 15,2-4 0-15,-1 1 0 0,3-1 0 0,-6-1 0 16,1-2 0-16,3-2 0 0,2 0 0 0,-5-2 0 16,0 0 0-16,5-5 0 0,-2 4-329 0,2-4-277 15,0 0-111-15,0 0-374 0,5-26-1179 0,2 9 521 16</inkml:trace>
  <inkml:trace contextRef="#ctx0" brushRef="#br0" timeOffset="37878.6876">18692 1595 50 0,'1'-6'398'0,"-1"6"-11"0,0 0 7 0,0 0 20 0,1-7-18 16,-1 7-22-16,0 0-42 0,0 0-36 0,3-4-33 15,-3 4-42-15,0 0-53 0,0 0-61 16,0 0-71-16,0 0-77 0,0 0-90 0,0 0-87 0,2 19-76 16,0-11-232-16,1-1-569 0,1-2 252 0</inkml:trace>
  <inkml:trace contextRef="#ctx0" brushRef="#br0" timeOffset="38889.0798">18795 1752 10 0,'0'0'430'0,"0"0"16"15,0 0 33-15,0 0 14 0,0 0 6 16,0 0-4-16,4-15-16 0,-4 10-26 0,0 5-14 16,1-9-18-16,4 6-23 0,-5 3-25 0,0-6-33 15,0 6-19-15,4-5-46 0,-4 5-30 0,0-5-27 16,0 5-26-16,0 0-30 0,0 0-12 0,0 0-19 15,0 0-13-15,0 0-20 0,22 8-16 0,-16-5-10 16,-1 3-4-16,2 0-14 0,-2 1-17 0,-1 0 1 16,0 2-10-16,-1-1-8 0,1 2-14 0,-4-1-9 15,0 1-23-15,-1 1-20 0,-2-1-15 0,-3 1-3 16,1-3-7-16,-3 2-11 0,-1-1-7 0,-1-1-3 0,1 1-1 16,-2-2 3-16,-1-1 2 0,3-1 13 15,1-3 11-15,3 0 10 0,5-2 7 0,-11-1 5 16,11 1 7-16,-8-6 17 0,4 0 9 0,3-1 16 15,0-2 8-15,1-1-1 0,0-1 4 0,5 1 12 16,-1-2-3-16,1 0 0 0,1 0 4 0,2 4 3 16,-2-2 1-16,-1 2-1 0,1 3-7 0,-3 0 3 15,4 1-5-15,-1 1-8 0,-2 1 5 0,-4 2-13 16,6-5 3-16,-6 5-4 0,8 1 5 0,-8-1-4 16,10 5 0-16,-5-1-3 0,2 0-4 0,-1 2-1 15,-2 3 2-15,2 0 2 0,-2 0 3 0,1 1 0 16,-1-1 2-16,0 1-2 0,-1 0-3 0,0-2-1 15,0-1-2-15,1 1 0 0,-3-4 2 0,2 2-6 16,-2-2 2-16,-1-4-4 0,5 7 3 0,-2-5 1 16,-3-2 9-16,0 0-1 0,3 4-1 0,-3-4-2 15,0 0-1-15,17-9 0 0,-9 2 0 0,1 1 3 16,-2-2-3-16,5 1 5 0,-1-4-2 0,3-3 2 16,-5 5 6-16,0 1 21 0,0-1-2 0,1 3-3 15,-1-2 1-15,0 0 4 0,0 1 7 0,-1 4 5 16,-3-2-15-16,0 3-4 0,-1-1-6 0,-4 3-3 15,9-5-9-15,-9 5-2 0,9-1 0 0,-9 1 0 16,9 5 0-16,-4-1-4 0,1-1 2 16,-2 3-4-16,3 0 1 0,-2 2-2 0,-1 2 3 15,1-3 4-15,-2 6-7 0,1-5 4 0,-1 2-7 0,-2-2-14 16,0-2-11-16,-1 3-8 0,3-2-20 0,-3 0-8 16,0-1-15-16,1-1-6 0,0-1 7 0,-1 1 5 15,0-1 11-15,0-4 14 0,2 3 7 16,-2-3 4-16,4 1 5 0,-4-1 4 0,0 0-2 15,7-9 9-15,1 1-1 0,0 0-4 0,-2-2 3 16,3 1 2-16,6-4 7 0,-6 3 8 0,0-3 6 16,3 3 2-16,-1 1 4 0,-1 1 6 0,-1-1 7 0,-1 1 4 15,1 3 12-15,-3 1-15 0,-2 1-3 16,1-3-3-16,-1 4 1 0,-4 2-5 0,9-3-1 16,-6-1-6-16,-3 4 0 0,0 0 2 0,0 0-3 15,14 6-2-15,-14-6-1 0,6 9 2 0,-5-4 1 16,3 1-6-16,-1 0 10 0,-1 3-7 0,3 0-3 15,-2 2 5-15,-1-4-1 0,0 1-8 0,-1-2-14 16,0 0-11-16,1 3-11 0,-2-4-10 0,1 1-1 16,0-1 1-16,-1-5 3 0,1 7 10 0,2-3 8 15,-3-4 5-15,0 0 2 0,5 3 7 0,-5-3-1 16,0 0 2-16,15-7 1 0,-8 2 5 0,1-2 13 16,-1-1 5-16,1 3 3 0,-2-3 10 0,3 0 6 15,-2 0 14-15,1 3-5 0,0-3 12 0,-3 4 7 16,1 0 4-16,1 2-9 0,-2-1-3 0,-1 0-10 15,-4 3-2-15,5-4-7 0,-5 4 5 0,4-3-9 16,-4 3-6-16,0 0-5 0,0 0-1 0,10 6 4 16,-5-2-3-16,-1-1-5 0,1 1 1 0,-1-1 0 15,1 3-3-15,-1-2-37 0,0 1-33 0,1 2-44 16,-1-2-50-16,0 3-50 0,0-3-57 0,1 0-73 16,1-1-72-16,2-3-68 0,-2 1-432 0,-6-2-984 15,17-2 435-15</inkml:trace>
  <inkml:trace contextRef="#ctx0" brushRef="#br0" timeOffset="40038.9175">19706 1757 344 0,'0'0'363'0,"0"0"14"16,0 0 3-16,0 0 7 0,0 0-6 0,0 0-17 16,0 0-18-16,0 0-28 0,0 0-22 0,0 0-31 15,0 0-23-15,0 0-23 0,0 0-21 16,0 0-24-16,0 0-19 0,8 6-17 0,-8-6-14 15,0 0-12-15,0 0-13 0,0 0-11 0,0 0-6 16,0 0-9-16,1 2-6 0,-1-2 1 0,4 3-5 16,-4-3-3-16,5 1-2 0,3 0-3 0,-8-1-5 0,13-1-3 15,-4-1-3-15,1-2-3 0,-3 1 2 16,3-1-9-16,1 0-3 0,-3-2 1 0,-1 0 4 16,1 0 5-16,-3 2 2 0,0 0 2 0,-1 0-9 15,-1-1 1-15,-1 2 2 0,-1-1-2 0,1-1-4 16,-2 2-1-16,0 3-3 0,-4-7-4 0,0 6-3 15,4 1-3-15,-8-3-2 0,1 2-2 0,7 1 0 16,-17 2-2-16,8 2-4 0,-2 1-1 0,-1-1 3 16,-3 4-3-16,2-2-2 0,-1 3 1 0,0 3 0 15,1-2-4-15,-4-1 2 0,5 3-5 0,-2-2 9 16,5-2-6-16,1 2-2 0,0-1 0 0,3-2 1 16,0 1-1-16,1-1-1 0,3 0 2 0,1 0-1 15,3-2 8-15,2 4-4 0,6-2 1 0,5-1-1 16,5-2 2-16,7-1 6 0,4-1 16 0,4-4 15 15,1-1 17-15,-1-5 20 0,2-1 27 0,1 0 4 16,-2-3 22-16,6-12 3 0,-10 6-5 0,4 0 19 16,-8-3 13-16,1 2-7 0,-3-4-157 0,-4 0 0 15,3 2 0-15,-6-3 0 0,-1 2 0 0,-5 1 0 16,-1-2 0-16,-5-3 0 0,-4 7 0 0,3-4 0 16,-6 6 0-16,-1 2 0 0,-1-2 0 0,0 5 0 15,-2 0 0-15,0 4 0 0,0-2 0 0,1 4 0 16,0 0 0-16,1 0 0 0,1 6 0 15,-4-7 0-15,4 7 0 0,-1-4 0 0,1 1 0 0,0 3 0 16,0 0 0-16,0 0 0 0,0 0 0 0,-12 13 0 16,10-5 0-16,-1 1 0 0,-1 2 0 0,2 5 0 15,1 1 0-15,-2 0 0 0,2 0 0 0,-2 3 0 16,2 5 0-16,0 0 0 0,2-4 0 0,-2 4 0 16,1 0 0-16,2 1 0 0,1 1 0 15,-3 1 0-15,2-2 0 0,1-2 0 0,-1-5 0 16,5 2 0-16,-2-4 0 0,-1-2 0 0,0-3 0 0,3-1 0 15,0-1 0-15,3-1 0 0,-3-2 0 0,8 1 0 16,1 1 0-16,-3-7 0 0,6-3 0 0,0-2 0 16,2-2 0-16,-1-4 0 0,-1 0 0 15,6-4 0-15,-2-2 0 0,0-2 0 0,-2-3 0 16,-3 1 0-16,-4 2 0 0,-5-1 0 0,0-5 0 16,1 8 0-16,-6-2 0 0,1 5 0 0,-2 0 0 0,-2 1 0 15,-1 1 0-15,0 0 0 0,0 4 0 0,0 1 0 16,-1-2 0-16,1 3 0 0,-3 1 0 15,3 3 0-15,-6-1 0 0,6 1 0 0,-13 6 0 16,8 3 0-16,0-1 0 0,-3 4 0 0,2-1 0 16,2 1 0-16,-1-1 0 0,-1 5 0 0,2-6 0 15,1 7 0-15,1-1 0 0,0-6 0 0,4 2 0 16,-2-2 0-16,0 2 0 0,3-1 0 0,-1-1 0 0,4-3 0 16,1 1 0-16,5-1 0 0,0 0 0 15,4 2 0-15,6-4 0 0,0-2 0 0,7 0 0 16,2-3 0-16,-4 0 0 0,0 0 0 0,-7-4 0 15,-1 1 0-15,0-2 0 0,-3 0 0 0,0-2 0 16,0-1 0-16,-6 1 0 0,3-4 0 0,-6 1 0 16,0 0 0-16,0 0 0 0,-3 2 0 0,0-4 0 15,0 6 0-15,-2-5 0 0,1 5 0 0,-2-1 0 16,-1 1 0-16,2 1 0 0,-1 0 0 0,-2 1 0 0,1 4 0 16,1-6 0-16,-1 6 0 0,0-5 0 15,0 5 0-15,0 0 0 0,1-3 0 0,-1 3 0 16,0 0 0-16,0 0 0 0,3 11 0 0,-2-6 0 15,0 1 0-15,-1 0 0 0,4 1 0 0,-3 4 0 16,2-3 0-16,-2 2 0 0,2-4 0 0,-1 2 0 16,0 1 0-16,0 1 0 0,3-2 0 0,-1 1 0 15,0-1 0-15,0-2 0 0,-1 0 0 0,3 0 0 16,0 0 0-16,1 0 0 0,1-1 0 0,0-2 0 16,-2 1-7-16,2-1-276 0,1-3-52 0,-4 2-60 15,3-2-48-15,-3-4-49 0,0-1-53 0,-1-1-404 16,-4-4-1028-16,4 0 456 0</inkml:trace>
  <inkml:trace contextRef="#ctx0" brushRef="#br0" timeOffset="40224.5156">20849 1587 366 0,'-10'-12'506'0,"-2"2"24"0,3-2 30 0,0 3 48 16,-1 0 41-16,6 1 6 0,-1 1-12 0,3 2-25 15,0 2-34-15,1-2-43 0,-2-2-28 0,7 2-68 16,0-1-53-16,11-5-42 0,16 1-119 0,3 1-231 15,22-1 0-15,5 2 0 0,-5 1 0 16,2-2 0-16,-1 5 0 0,-6-2 0 0,-14 3 0 0,-2-2 0 16,-3 0 0-16,-9 1 0 0,-3 2-431 0,-6 1-231 15,0-3-521-15,-2 0-1283 0,-4-2 568 0</inkml:trace>
  <inkml:trace contextRef="#ctx0" brushRef="#br0" timeOffset="42223.5245">7352 3195 264 0,'-4'-4'391'0,"-1"0"5"0,4-2 11 15,-2 0 11-15,3 0 8 0,-4 0 1 0,3-1-13 16,1-3-1-16,-3 3 6 0,2 0 2 0,1 0-8 16,-1-2-11-16,1 3-14 0,0 0-22 0,1 1-3 15,-1 0-5-15,0 0-22 0,0 5-22 0,0-6-24 16,0 6-29-16,0-7-25 0,0 7-168 0,-1-2-68 16,1 2 0-16,0 0 0 0,0 0 0 0,0 0 0 15,-4-3 0-15,4 3 0 0,0 0 0 0,0 0 0 16,4 12 0-16,-3-2 0 0,-2 1 0 0,2 5 0 15,-1 2 0-15,4 8 0 0,-3 1 0 0,3 2 0 16,-4-1 0-16,0 2 0 0,4-1 0 0,1 1 0 16,-4 0 0-16,2-1 0 0,-2 0 0 0,0-1 0 15,2 1 0-15,-3 0 0 0,0-1 0 0,-3-1 0 16,3-6 0-16,0-2 0 0,-1 1 0 0,1-1 0 16,1 0 0-16,-1-3 0 0,0-1 0 0,0-4 0 15,0-1 0-15,-1 1 0 0,2-4 0 0,-1-1 0 16,3 0 0-16,-3-1 0 0,4-1 0 0,-4 0 0 15,0-4 0-15,0 0 0 0,1 7 0 0,-1-7 0 16,0 0 0-16,0 0 0 0,0 0 0 0,13-14 0 16,-7 5-402-16,2 0-101 0,-4-2-65 0,0-5-69 15,-3-3-377-15,2 1-1098 0,-6-9 486 0</inkml:trace>
  <inkml:trace contextRef="#ctx0" brushRef="#br0" timeOffset="42641.539">7141 3231 301 0,'-8'-6'357'15,"2"-3"29"-15,2 3 4 0,3-2 7 0,-3 1 7 16,0 1-5-16,0 1 1 0,3-2-8 0,-3 1-11 16,4 1-13-16,-2 0-14 0,2 1-23 0,-2-2-5 15,2 1-19-15,2 3-23 0,0-3-33 0,-2-1-27 16,4 1-21-16,1 2-31 0,7-2-2 0,3-2-31 15,7 4 0-15,3 0-6 0,5 1-4 0,-2 2-5 16,5 1-13-16,4 3-8 0,0 2-4 0,14 3-3 16,0 5-8-16,3 2-6 0,-3 2-6 0,-1 1-9 15,-5 3-59-15,-15-5-8 0,-1 5 0 0,-4-3 0 16,-2 3 0-16,-5 0 0 0,-5 3 0 0,-9-2 0 16,-3 8 0-16,-5-2 0 0,-6 0 0 0,-16 12 0 15,-4-1 0-15,-5-1 0 0,-8 0 0 0,-1-1 0 16,-2-3 0-16,4-3 0 0,1 1 0 0,10-13 0 15,2 2 0-15,5-4 0 0,-2-1 0 0,12-4 0 16,-1-5 0-16,3-5 0 0,5 5 0 16,-1-3 0-16,2-5 0 0,3 4 0 0,-1-1 0 0,4-3 0 15,-8 4 0-15,8-4 0 0,0 0 0 0,0 0 0 16,0 0-133-16,0 0-210 0,26-16-64 0,-16 8-71 16,3 3-89-16,5-3-478 0,0 1-1130 0,9-5 500 15</inkml:trace>
  <inkml:trace contextRef="#ctx0" brushRef="#br0" timeOffset="43127.4522">8002 3624 48 0,'4'-6'498'0,"0"1"-15"0,-4 0-9 0,0 0-4 0,0 1-10 15,0-2-15-15,0 2-29 0,3 0-31 0,-3 0-35 16,0 4-37-16,-3-6-30 0,3 6-31 0,0-3-32 16,0 3-27-16,0 0-24 0,0 0-18 15,0 0-16-15,0 0-13 0,0 0-11 0,-13 6-16 0,7 3-8 16,1-3-8-16,-2 3-3 0,2-2-11 0,0 3-7 16,-4-1-5-16,0 0-9 0,4 2-1 0,-3-3-5 15,3 2-3-15,-1-2-5 0,3-1-3 0,2-2-3 16,-1 1-2-16,0-2-4 0,1-1-1 0,1-3-2 15,1 8 1-15,1-3 2 0,1-3-2 0,10 1-4 16,-4 2 3-16,0-2-4 0,5 2 1 0,3-1-4 16,-1 3-2-16,-4 0-3 0,2-3-1 0,-4 2 1 15,0 2-2-15,2-1-2 0,-2-1-2 0,-2 0 4 16,-1-2-5-16,-3 2 5 0,1 0-1 16,0 3 1-16,-3-1 4 0,-1-1-2 0,-2 3 7 0,-3 0 6 15,-1 2 5-15,-5 0 7 0,-3 3-5 0,0-3 4 16,-5 0-3-16,-6 4-1 0,-2-5 4 0,7-3-2 15,0 1-4-15,0-1-2 0,1-4 2 16,5 1 13-16,2-1 7 0,2-2 14 0,1 0 6 0,2 0 19 16,2-2-19-16,4 0 0 0,0 0-2 0,-13-5-42 15,13 2-60-15,0-4-55 0,5 0-59 0,2 0-64 16,6-5-82-16,2 1-85 0,0 1-83 0,7-6-101 16,-1-1-334-16,2-1-980 0,-2-2 433 0</inkml:trace>
  <inkml:trace contextRef="#ctx0" brushRef="#br0" timeOffset="43596.2478">7496 2995 88 0,'-5'1'512'0,"5"-1"8"0,0 0 4 15,-6 0 3-15,6 0-15 0,0 0-13 0,0 0-18 16,0 0-20-16,0 0-27 0,0 0-31 0,0 0-17 15,-9 0-20-15,9 0-25 0,0 0-21 0,0 0-19 16,0 0-18-16,0 0-21 0,0 0-14 0,0 0-20 16,0 0-24-16,0 0-24 0,20-6-69 0,2 1-111 15,7-2 0-15,6 0 0 0,2 0 0 0,14-1 0 16,3 0 0-16,-3 1 0 0,0-1 0 0,1 1 0 16,-13 1 0-16,-1 0 0 0,-5 2 0 0,1 1 0 15,-14 3 0-15,0-1 0 0,-7 0 0 0,1 1 0 16,-4-3 0-16,-2 3 0 0,-3-1 0 0,3 2 0 15,-8-1 0-15,8-1 0 0,-5-1 0 0,-3 2 0 16,8-1 0-16,-8 1 0 0,1 4-80 0,-1-4-241 16,2 4-61-16,-2-4-74 0,-7 3-93 0,2 1-89 15,0-3-324-15,0 2-1040 0,5-3 461 0</inkml:trace>
  <inkml:trace contextRef="#ctx0" brushRef="#br0" timeOffset="44377.2975">8952 3618 38 0,'-6'2'276'0,"6"-2"-2"0,0 0 6 0,-4 3 12 16,4-3 5-16,0 0-8 0,-4 2 6 0,4-2 3 15,0 0 0-15,0 0 0 0,-4 2 1 0,4-2 2 16,0 0-2-16,0 0-1 0,0 0 0 0,-5 1-3 16,5-1 0-16,0 0-5 0,0 0-3 15,0 0-10-15,0 0-19 0,0 0-32 0,0 0-17 0,14-8-29 16,-5 6-14-16,2-3-19 0,2 1-8 0,15-2-15 15,-6-1-11-15,6 2-12 0,-9-1-11 0,3 2-10 16,-3-2-5-16,2 2-7 0,-5 0-12 0,-4 3-13 16,-2-1-2-16,-2 1-44 0,-3 1-38 0,0-1-52 15,1-1-47-15,-6 2-61 0,5-1-61 0,-5 1-70 16,0 0-46-16,0 0-30 0,2 5-54 0,-2-5-54 16,-9 5-343-16,1-2-932 0,-1 3 413 0</inkml:trace>
  <inkml:trace contextRef="#ctx0" brushRef="#br0" timeOffset="44660.7143">8961 3792 50 0,'-1'4'330'16,"1"-4"19"-16,-3 7 20 0,3-5 21 0,0-2-9 16,0 0-6-16,0 0-9 0,-3 5-6 0,3-5-12 15,-1 2-7-15,1-2-2 0,0 0-8 0,7 1-1 16,-7-1-3-16,12 0-7 0,1 1-6 0,0-2-9 15,5-1-29-15,-1-2-14 0,2 1-24 0,7-1-22 16,5-1-17-16,0 1-17 0,-3 0-17 0,1-3-10 16,-4-2-17-16,-4 7-11 0,-3-3-14 0,-5 2-14 15,1-1-12-15,-5 3-78 0,0 0-9 0,-1-1 0 16,-1 0 0-16,0 0 0 0,-5 1 0 0,5-2 0 16,-2 1 0-16,-5 2-31 0,6-2-152 0,-6 2-69 15,5-4-125-15,-1 1-112 0,-1-3-122 0,-2 0-431 16,1-2-1128-16,2 1 500 0</inkml:trace>
  <inkml:trace contextRef="#ctx0" brushRef="#br0" timeOffset="45111.642">10836 3241 307 0,'5'-10'514'0,"-1"4"9"0,-3-6 8 16,3 5 3-16,-3-4-4 0,-2 4-28 0,2-4-10 16,-1 4-24-16,0 0-15 0,-2 1-10 0,2-2-23 15,-3 4-21-15,3-2-22 0,0 0-18 0,0 3-22 16,0 3-25-16,0-7-28 0,0 7-29 0,0-3-104 15,0 3-151-15,0 0 0 0,-1-4 0 0,1 4 0 16,0 0 0-16,0 0 0 0,0 0 0 0,0 0 0 16,1 12 0-16,-1-3 0 0,-1 3 0 0,-2 5 0 15,2 2 0-15,1 2 0 0,-3 4 0 0,2 4 0 16,1-1 0-16,0 0 0 0,-1-2 0 0,-2-1 0 0,3 1 0 16,-1-2 0-16,-2-4 0 0,6-2 0 15,-6-2 0-15,2 1 0 0,1-5 0 0,0 0 0 16,-5 0 0-16,5-4 0 0,0 2 0 0,0-6 0 15,0 4 0-15,0-2 0 0,-1-2 0 0,2-1 0 16,-2 3 0-16,1-6 0 0,-3 4 0 0,3-4 0 0,0 4 0 16,0-4 0-16,0 0 0 0,0 0 0 15,0 0 0-15,0 0-160 0,0 0-371 0,-1-15-100 16,-6 8-515-16,2-3-1240 0,0 3 550 0</inkml:trace>
  <inkml:trace contextRef="#ctx0" brushRef="#br0" timeOffset="45678.5603">10158 3803 202 0,'0'0'212'0,"-9"-4"2"0,9 4-1 0,-8 1 7 0,8-1-1 16,-11-1-2-16,6 2-5 0,-4-1-5 0,9 0-7 15,-11 0-3-15,3 0 1 0,2 3 5 0,-3-2 0 16,1 0 3-16,-4 0 3 0,1 2 4 0,5-3-7 16,-2 1-7-16,0-1-7 0,2 1-10 0,0 0-1 15,6-1 1-15,-7 0-8 0,7 0-2 0,-6 1-7 16,6-1-6-16,0 0-11 0,-3 4-9 0,3-4-7 16,0 0 10-16,24 1 4 0,7-5 17 0,5 4 13 15,25-2 1-15,6-4-1 0,35-7-13 0,6 0-4 16,5 1-12-16,11-4-16 0,8 1-3 0,8-5-9 15,16-2-13-15,10 0 9 0,6 0-9 0,1 1 6 16,4-3 6-16,-7 5-87 0,-3-2-31 0,-16 9 0 16,-9 0 0-16,-8-2 0 0,-13 6 0 0,-12 2 0 15,-43 5 0-15,0-1 0 0,-5-2 0 0,-24 4 0 16,0-2 0-16,-6 3 0 0,-11 0 0 0,-1-1 0 16,-6 2 0-16,-1-2 0 0,-6 1 0 0,3-1 0 15,-4 3 0-15,-1 0-159 0,0 1-224 0,-7 1-70 16,-1-2-84-16,-2 4-105 0,-12-5-362 0,-9 3-1085 15,-4-6 480-15</inkml:trace>
  <inkml:trace contextRef="#ctx0" brushRef="#br0" timeOffset="46730.5709">10607 4238 90 0,'6'-2'394'0,"-2"0"25"15,0-2-5-15,0 1-7 0,0-1-5 0,-3 1-8 16,4 2 1-16,-5 1-6 0,4-2-3 0,-4 2-10 16,0 0-11-16,6-3-5 0,-6 3-16 0,3-2-20 15,-3 2-21-15,0 0-16 0,0 0-26 0,0 0-11 16,0 0-27-16,0 0-15 0,0 0-14 0,0 0-13 16,0 0-10-16,0 0-8 0,0 0-18 0,-26 0-2 15,16 1-16-15,-12 0-51 0,-6 4-76 0,0-1 0 16,-6 0 0-16,-4 1 0 0,-1 2 0 0,3-1 0 15,-4 2 0-15,3-4 0 0,0 3 0 0,2 2 0 16,-1-4 0-16,5-1 0 0,9 0 0 0,3 0 0 16,1 1 0-16,9-4 0 0,2 1 0 0,0-1 0 15,-2 2 0-15,4-2 0 0,1 1 0 0,4-2 0 16,-6 2 0-16,6-2 0 0,0 7 0 0,0-7 0 16,4 4 0-16,0 1 0 0,1-2 0 0,6 3 0 15,-3-3 0-15,0 4 0 0,2 0 0 0,3-1 0 16,2 5 0-16,3-3 0 0,-4 2 0 0,5-1 0 15,1 1 0-15,5 3 0 0,1 1 0 0,-1-1 0 16,3 0 0-16,-4-2 0 0,2 4 0 0,-8-10 0 16,0 7 0-16,-3-6 0 0,3 3 0 0,-9-3 0 15,5-2 0-15,-6 3 0 0,-2-4 0 0,-1 0 0 16,-1-2 0-16,2 3 0 0,-2-3 0 0,-3 3 0 16,-1-4 0-16,7 2 0 0,-3-1 0 0,-3 2 0 15,-1-3 0-15,0 0 0 0,1 3 0 0,-1 1 0 16,0-4 0-16,-2 4 0 0,-2 0 0 0,-3-1 0 15,1 0 0-15,-3 5 0 0,-2-3 0 0,-5 4 0 16,1 0 0-16,0-1 0 0,-3 3 0 0,-5 1 0 16,-4 4 0-16,0 2 0 0,-2 1 0 0,3 5 0 0,-5-2 0 15,-8 7 0-15,-1 2 0 0,-1-1 0 0,-1 0 0 16,4-1 0-16,-3 0 0 0,10-10 0 0,3 3 0 16,0-3 0-16,2-1 0 0,1-2 0 15,9-1 0-15,1-5 0 0,5-3 0 0,5-3 0 0,0 1 0 16,0-1 0-16,2 1 0 0,3-3 0 0,0-2 0 15,10 4 0-15,3-3 0 0,4-2 0 0,5-2 0 16,8 0 0-16,6-2 0 0,2-2 0 0,20-4 0 16,-2 1 0-16,4-1 0 0,4-2 0 0,25-2 0 15,-26 4 0-15,-3 1 0 0,1 2 0 0,2 1 0 16,-4 1 0-16,-8 1 0 0,-14 2 0 0,-2 0 0 16,-5 2 0-16,-2 0 0 0,-6 1 0 0,-9 0 0 15,5 0 0-15,-8 0 0 0,3 1 0 0,-7-1 0 16,0 1 0-16,1-1 0 0,-3 3 0 0,0-2 0 15,2 0 0-15,-2 1 0 0,-2 1 0 0,2-1 0 16,-4-2 0-16,3 4 0 0,-2 0 0 0,-1-1 0 16,0-3-4-16,-6 7-489 0,-1 1-96 0,0-4-101 15,-5 1-380-15,-1 2-1158 0,2-2 513 0</inkml:trace>
  <inkml:trace contextRef="#ctx0" brushRef="#br0" timeOffset="47113.2748">10258 5385 71 0,'3'-5'459'0,"-3"0"10"0,1 0 11 0,-1 1 9 15,0 0 0-15,1-1 0 0,-1 0-9 0,0 2 5 16,0 3-38-16,2-5 9 0,-2 5-20 0,1-5-27 16,-1 5-30-16,0 0-30 0,0 0-27 0,0 0-30 15,0 0-31-15,0 0-20 0,0 0 0 0,0 0-6 16,0 0-23-16,-1 16-212 0,1-5 0 0,0-1 0 16,0 0 0-16,0 6 0 0,-2-3 0 0,1 3 0 15,1 0 0-15,-1 1 0 0,1 1 0 0,-2 0 0 16,2-2 0-16,-1-3 0 0,-2-1 0 0,2-1 0 0,0-4 0 15,-2 2 0-15,1 1 0 0,0-6 0 0,1 2 0 16,1-3 0-16,0 2 0 0,0-5 0 16,0 3 0-16,0-3 0 0,0 0 0 0,0 0 0 15,0 0 0-15,1-17-433 0,1 12-79 0,-1-2-57 16,2-6-67-16,-3 1-372 0,1-7-1090 0,0 3 483 16</inkml:trace>
  <inkml:trace contextRef="#ctx0" brushRef="#br0" timeOffset="47311.6696">10250 5231 309 0,'3'-5'448'0,"-1"2"25"0,0 0 19 15,-1-1 13-15,-1 4-29 0,1-8-11 0,2 5-26 16,-3 3-37-16,1-3-39 0,-1 3-33 0,0 0-37 16,0 0-39-16,5-2-20 0,-5 2-33 0,2-3-60 15,-2 3-59-15,0 0-68 0,0 0-70 0,0 0-79 16,15 2-68-16,-10-1-58 0,0 1-61 0,5 0-76 15,-2-1-53-15,0 1-232 0,2 0-739 0,1-1 327 16</inkml:trace>
  <inkml:trace contextRef="#ctx0" brushRef="#br0" timeOffset="47530.7198">10510 5314 199 0,'0'0'442'16,"2"4"18"-16,-2-4 24 0,0 0 11 0,0 0-5 15,3 2-6-15,-3-2-35 0,0 0-28 0,6 1-52 16,-6-1-34-16,0 0-38 0,11-10-29 0,-6 7-29 16,1-2-20-16,2 2-28 0,-2 0-23 0,0-1-23 15,2 2-25-15,1 1-48 0,-3 0-53 0,2-2-50 16,-3 3-51-16,2-1-51 0,-7 1-46 0,11 0-31 16,-11 0-42-16,8 5-31 0,-7-5-37 0,2 5-33 0,-3-2-26 15,-3 3-26-15,2-2-219 0,-3-1-675 16,-1 4 300-16</inkml:trace>
  <inkml:trace contextRef="#ctx0" brushRef="#br0" timeOffset="47694.4309">10473 5416 21 0,'-4'2'373'0,"3"1"7"15,-2-1 18-15,3-2 5 0,0 0 11 0,0 0-1 16,0 0-14-16,8 4-22 0,-8-4-26 16,14 0-26-16,-8-2-24 0,6-1-36 0,-3 2-26 0,2-3-23 15,-1 3-23-15,-2 0-21 0,3-3-40 0,1-1-60 16,-2 1-71-16,3-1-77 0,4-1-65 0,-6 2-58 15,1 1-46-15,-6-3-41 0,5 1-25 0,0 0-37 16,-3 0 0-16,3-1-235 0,-3-1-629 0,-3 4 279 16</inkml:trace>
  <inkml:trace contextRef="#ctx0" brushRef="#br0" timeOffset="47879.1553">10705 5335 1931 0,'4'-3'-134'0,"1"-2"75"15,0-1 61-15,-1 2 45 0,1 0 53 0,-2 2 42 16,2 0 46-16,0 0 41 0,0 0 50 0,-2-1 39 16,-3 3 32-16,5-4 29 0,-5 4 8 0,0 0 10 15,0 0 6-15,6-1 7 0,-6 1-6 0,0 0-14 16,0 0-25-16,0 0-27 0,0 0-24 0,3 10-4 15,-4-4 4-15,1 3-11 0,0 3-219 0,-3 1-84 16,3 2 0-16,-4 3 0 0,3-3 0 0,0 2 0 16,-2 1 0-16,2 0 0 0,0-1 0 0,-3 0 0 15,2-4 0-15,1 3 0 0,1-6 0 0,-3 1 0 16,2-4 0-16,-1-2 0 0,-2 0-434 0,1-4-860 16,3-1-1400-16,0 0 620 0</inkml:trace>
  <inkml:trace contextRef="#ctx0" brushRef="#br0" timeOffset="48732.2645">10433 3882 59 0,'0'0'318'0,"0"-3"-2"16,0 3-4-16,0 0-2 0,0 0 8 0,0 0 3 15,0 0 8-15,0 0 8 0,0 0-7 16,0 0 6-16,0 0 2 0,0 0-4 0,0 0 2 0,0 0-2 16,0 0-15-16,0 0-10 0,0 0-13 0,0 0-13 15,0 0-20-15,0 0-18 0,0 0-25 0,0 0-20 16,0 0-22-16,9 5-18 0,-6-4-14 0,-2 4 10 15,-1-2 1-15,0 3-16 0,0-2-12 0,4 2-9 16,-4 1-22-16,1-2-2 0,0 3-49 0,1-1-47 16,-2 3 0-16,-2-1 0 0,4 0 0 0,-2 1 0 15,0-2 0-15,0 2 0 0,0-2 0 0,0 0 0 16,0-2 0-16,0-1 0 0,1 3 0 0,-2-3 0 16,1-2 0-16,1 3 0 0,-1-3 0 0,0-3 0 15,0 6 0-15,0-6 0 0,0 2 0 0,0-2 0 16,0 0 0-16,0 0 0 0,0 0 0 0,0 0 0 15,0 0 0-15,11-10 0 0,-7 2 0 0,3-2 0 16,-1 0 0-16,2 0 0 0,-1 1 0 0,1-1 0 16,-2 0 0-16,3-1 0 0,-2 3 0 0,-1 0 0 15,-1 3 0-15,-1-1 0 0,0 3 0 0,2-1 0 16,-2 0 0-16,-1 2 0 0,-1-1 0 0,2 1 0 16,-4 2 0-16,5-1 0 0,-5 1 0 0,10 2 0 15,-5 1 0-15,2-1 0 0,-2 3 0 0,-1 0 0 16,0 1 0-16,3 1 0 0,-3 0 0 0,4 2 0 15,-3-1 0-15,-2-2 0 0,2 2 0 0,0 1 0 0,-3-5 0 16,2 2 0-16,0 1 0 0,0-3 0 16,0 1 0-16,1 1 0 0,-1-2 0 0,1-1-158 15,-2-2-129-15,3 1-82 0,-6-2-101 0,12-3-109 0,-4 1-476 16,0-6-1143-16,-1-2 506 0</inkml:trace>
  <inkml:trace contextRef="#ctx0" brushRef="#br0" timeOffset="49847.3345">11274 4302 221 0,'-1'-6'368'0,"1"6"17"0,0 0-7 16,0-4 15-16,0 4 4 0,0-6-5 0,0 6 1 15,-3-6 0-15,6 3-17 0,-3-1-1 0,0 4-14 16,0-9-16-16,1 6-28 0,-1-3-19 0,3 1-20 16,-1 0-19-16,5 1-26 0,-1-2-14 0,-1 1-12 15,3-1-15-15,-4 1-15 0,2 2-21 0,3 0-15 16,1 1-15-16,2-1-10 0,-1 2-10 0,1 2-11 16,2-1-10-16,-3 3-8 0,1 0-10 0,2 2-5 15,-3 1-8-15,3 1-11 0,-1 3 0 0,-4-2-3 16,1 2-17-16,-2 1-23 0,-3-2 0 0,3 6 0 15,-4-3 0-15,1-1 0 0,-3 5 0 0,-3-2 0 16,-3 2 0-16,2-4 0 0,-5 5 0 0,1-1 0 0,-2-2 0 16,-2-1 0-16,1 0 0 0,1-3 0 0,0 0 0 15,1-3 0-15,-1 1 0 0,4-3 0 16,3-2 0-16,-3 2 0 0,-1-4 0 0,5-1 0 16,0 4 0-16,0-4 0 0,0 0 0 0,0 0 0 0,-4-11 0 15,6 4 0-15,3-3 0 0,-1 0 0 0,5-5 0 16,2 0 0-16,-1-1 0 0,-1 2 0 15,4-3 0-15,-3 0 0 0,3 0 0 0,-3 3 0 0,0 0 0 16,-1 0 0-16,4 1 0 0,-8 2 0 0,3 4 0 16,-2-1 0-16,1 3 0 0,-5-1 0 0,2 1 0 15,-1 2 0-15,-1-1 0 0,1 0 0 0,-3 4 0 16,2-2 0-16,-2 2 0 0,3-4 0 0,-3 4 0 16,0 0 0-16,0 0 0 0,0 0 0 0,0 11 0 15,-3-5 0-15,1 4 0 0,-1-2 0 0,1 3 0 16,-2-1 0-16,2 0 0 0,0 1 0 0,-4 7 0 15,-1-4 0-15,3-5 0 0,1 3 0 0,0 0 0 16,-2 0 0-16,2-1 0 0,2-2 0 0,-3 1 0 16,3-1 0-16,1 2 0 0,1-4 0 0,2 1 0 15,1 0 0-15,-1-1 0 0,3-1 0 0,1-1 0 16,3-2 0-16,-3 2 0 0,3-4 0 0,2 3 0 16,-1-3 0-16,3-2 0 0,0-5 0 0,-1 1 0 15,6 3 0-15,-5-7 0 0,4 1 0 0,-6 2 0 16,3-3 0-16,-5 2 0 0,0-1 0 0,2 0 0 15,-3 1 0-15,0 1 0 0,0-1 0 0,-2 1 0 0,-2 1 0 16,1 1 0-16,-1 2 0 0,-3-2 0 16,2 2 0-16,1 1 0 0,-5 1 0 0,0 0 0 15,5-4 0-15,-5 4 0 0,0 0 0 0,0 0 0 16,0 0 0-16,0 0 0 0,8 7 0 0,-5-2 0 0,-3 1 0 16,2 0 0-16,-2 1 0 0,3 3 0 15,-1-2 0-15,-2 1 0 0,5-1 0 0,-4 3 0 16,2-5 0-16,-3 4 0 0,1-3 0 0,1-2 0 0,-2 3 0 15,2 0 0-15,-2-7 0 0,0 5 0 0,2-2 0 16,0-1 0-16,-2-3 0 0,1 4 0 0,-1-4 0 16,0 0-70-16,0 0-393 0,12-4-66 15,-5-1-67-15,1-4-43 0,-4-2-344 0,1 1-1064 0,4-7 471 16</inkml:trace>
  <inkml:trace contextRef="#ctx0" brushRef="#br0" timeOffset="50028.4108">11941 4244 195 0,'0'-3'455'0,"3"-1"13"16,-3 1 23-16,0 3 24 0,0 0 4 0,4-5 16 16,-4 5 4-16,1-3-25 0,-1 3-35 0,0 0-32 15,0 0-49-15,0 0-39 0,0-6-35 0,0 6-40 16,0 0-35-16,0 0-79 0,0 0-67 0,0 0-101 16,0 0-72-16,0 0-80 0,0 0-90 0,-4 14-104 15,3-9-89-15,-2 1-91 0,1 1-358 0,-1-2-954 16,-2 0 423-16</inkml:trace>
  <inkml:trace contextRef="#ctx0" brushRef="#br0" timeOffset="50482.7429">11144 4779 302 0,'0'0'300'0,"0"0"-13"16,0 0-8-16,0 0-20 0,0 0-17 0,0 0 6 16,0 0 8-16,0 0-19 0,0 0 6 0,0 0 5 15,-14-6 3-15,14 6 9 0,-8 0 3 0,8 0 13 16,-9 0 4-16,9 0 8 0,-8 0-4 0,8 0 1 15,-7 1-5-15,7-1 0 0,0 0-8 0,0 0-3 16,-8 0-1-16,8 0-10 0,-5 2-16 0,5-2-5 16,0 0-12-16,0 0-24 0,0 0-2 0,0 0-25 15,0 0-9-15,0 0-132 0,36-2-33 0,-8-1 0 16,8 2 0-16,21-5 0 0,7 1 0 0,36-4 0 16,2-4 0-16,9 0 0 0,4-5 0 0,5 0 0 15,7 0 0-15,-5 7 0 0,-1-5 0 0,-9 2 0 16,-16 5 0-16,-35 3 0 0,-7-1 0 0,-18 6 0 15,-7 1 0-15,-8-3 0 0,-2 5 0 0,-8-2 0 16,1 0 0-16,-6 0 0 0,2 0 0 0,-8 0 0 16,8 2 0-16,-8-2 0 0,0 0 0 0,0 0 0 15,0 0 0-15,-20 7-5 0,1-2-521 0,1 0-100 16,-1-2-547-16,-1 0-1270 0,-2-1 562 0</inkml:trace>
  <inkml:trace contextRef="#ctx0" brushRef="#br0" timeOffset="50882.0922">11570 5058 81 0,'-1'-13'428'0,"1"13"28"0,3-6 9 16,-2 1 13-16,0 0 7 0,-2 0-4 0,1 5-10 15,1-7-18-15,-1 4-20 0,0 3-18 0,0-7-24 16,0 7-28-16,0-3-33 0,0 3-37 0,0 0-30 16,0 0-30-16,0 0-21 0,0 0-30 0,0 0-21 15,0 0-4-15,0 0 3 0,4 13 2 0,-1-3-1 16,-2 2-3-16,2 1-1 0,-2 3-10 0,-1 1-132 15,0 1-15-15,0 1 0 0,0-1 0 0,1 8 0 16,-2-8 0-16,-2 1 0 0,3 1 0 0,-1-5 0 16,-3 3 0-16,0 0 0 0,0-2 0 0,4-4 0 15,-2-4 0-15,1 0 0 0,-1-1-19 0,2-1-317 16,-2-2-44-16,2 0-39 0,-1 0-32 0,1-4-42 0,0 0-54 16,0 5-378-16,0-5-1001 0,0 0 443 15</inkml:trace>
  <inkml:trace contextRef="#ctx0" brushRef="#br0" timeOffset="51233.8086">11366 5040 270 0,'-1'-5'468'16,"1"2"23"-16,-1-2 26 0,1 5 16 0,-2-6 15 0,2 2-19 15,0 4-17-15,0-8-13 0,2 6-43 16,-1-1-23-16,-1 3-32 0,5-5-31 0,1 3-23 15,6-3-21-15,6 3-7 0,0 2-15 0,3-2-17 16,5 1-15-16,2 2-22 0,4 1-191 0,-3 3-59 0,0 3 0 16,-4-1 0-16,3 5 0 0,-4-2 0 15,2 3 0-15,-9-4 0 0,-1 3 0 0,1-2 0 16,-3 1 0-16,-4 2 0 0,0 1 0 0,-1 1 0 16,-4-1 0-16,-2 1 0 0,-2-3 0 0,-1 0 0 0,-2 4 0 15,-4-1 0-15,-4 0 0 0,0 2 0 0,-4-3 0 16,-3 0 0-16,-4 4 0 0,4-4 0 15,-1-3 0-15,0 0 0 0,3-3 0 0,0 2 0 0,3-5 0 16,2-1 0-16,2-1 0 0,1 1 0 0,2-2 0 16,1 0 0-16,1 0 0 0,3-2 0 0,0 0 0 15,0 0-157-15,0 0-393 0,0 0-87 0,0 0-34 16,22 3-359-16,-22-3-1115 0,19 0 494 0</inkml:trace>
  <inkml:trace contextRef="#ctx0" brushRef="#br0" timeOffset="51530.98">11913 5314 104 0,'5'-5'420'0,"-1"1"22"0,1 1 28 0,-1-3 35 15,0 2 20-15,-2 1 13 0,1-1 20 0,-2 0 5 16,-1 4-14-16,3-6-14 0,-2 3-28 0,-1 3-26 16,4-1-36-16,-4 1-34 0,0 0-43 0,0 0-32 15,0 0-37-15,0 0-164 0,0 0-135 0,0 0 0 16,0 0 0-16,1 14 0 0,-1-4 0 0,0 5 0 15,0 2 0-15,-1 0 0 0,1 2 0 0,-1 0 0 16,1-1 0-16,0 7 0 0,0-7 0 0,-3 2 0 16,2-2 0-16,1 0 0 0,-3-1 0 0,3-7 0 15,0 3 0-15,-1-3 0 0,1 0 0 0,-1-3 0 16,-1 0 0-16,2-3 0 0,-1 1 0 0,1 1 0 0,0-2 0 16,-1 1 0-16,1-5 0 0,0 5-414 15,0-5-23-15,0 0-36 0,0 0-45 0,0 0-29 16,0 0-420-16,0 0-1049 0,0 0 464 0</inkml:trace>
  <inkml:trace contextRef="#ctx0" brushRef="#br0" timeOffset="51816.387">11904 5307 123 0,'1'-14'385'0,"3"2"14"16,-1 2 24-16,-2-4 37 0,4 2 11 0,-2 2 4 15,1-1-13-15,-2 2-8 0,2-1-26 0,2 3-11 16,-2-2-17-16,3 2-28 0,-1 2-27 0,2-1-23 15,0-1-29-15,4 3-25 0,-2 2-23 16,2 1-21-16,1 1-19 0,-1 0-24 0,1 1-17 0,0 1-13 16,0 4-14-16,-2 0-12 0,1-1-7 0,-2 2-17 15,-1 4-58-15,-3-4-43 0,2 4 0 0,-4-1 0 16,1 1 0-16,-5-1 0 0,0 1 0 0,-4 1 0 16,0 2 0-16,-5-3 0 0,4 2 0 0,-4-4 0 15,-2 4 0-15,-1-5 0 0,3-2 0 0,0 2 0 16,-3-3-84-16,3 2-150 0,1-2-42 0,-4 0-43 15,6-2-28-15,-2-1-36 0,3 0-35 0,5-2-45 16,-4 6-55-16,4-6-341 0,0 0-929 0,0 0 411 16</inkml:trace>
  <inkml:trace contextRef="#ctx0" brushRef="#br0" timeOffset="52079.4335">12261 5400 11 0,'0'0'444'15,"7"-2"25"-15,-4 1 35 0,-3 1 34 0,6-3 24 16,-6 3 7-16,3-5 5 0,-3 5-22 0,4-1-27 16,-4 1-33-16,0 0-35 0,0 0-36 0,0 0-34 15,0 0-43-15,0 0-36 0,0 0-35 0,0 0-29 16,6 6-26-16,-6-2-16 0,0 1-105 0,0-1-97 16,0 2 0-16,0 2 0 0,-2 1 0 0,4 0 0 15,-4-3 0-15,0 3 0 0,2-2 0 0,0 0 0 16,-2 1 0-16,0-3 0 0,1 0 0 0,1 1 0 15,0-3 0-15,0 1 0 0,0-4-112 0,-1 4-246 16,1-4-51-16,0 0-60 0,0 0-70 0,0 0-54 0,0 0-360 16,6-17-1030-16,-2 8 456 0</inkml:trace>
  <inkml:trace contextRef="#ctx0" brushRef="#br0" timeOffset="52261.6135">12368 5238 126 0,'1'-3'417'0,"2"-1"6"0,-3 4 13 0,1-4 25 15,-1 4 27-15,3-4 14 0,-3 4 7 0,1-3-14 16,-1 3-14-16,0 0-42 0,0 0-41 16,0 0-41-16,0 0-36 0,0 0-34 0,0 0-30 0,0 0-36 15,0 0-42-15,0 0-66 0,0 0-71 0,0 0-59 16,0 0-62-16,0 0-73 0,0 0-61 16,0 0-75-16,0 0-61 0,0 0-59 0,0 0-59 15,0 0-364-15,0 0-898 0,0 0 397 0</inkml:trace>
  <inkml:trace contextRef="#ctx0" brushRef="#br0" timeOffset="54708.725">11820 4830 28 0,'0'4'57'0,"0"-4"-11"16,0 5-20-16,0-5-9 0,0 0-4 0,-2 6-13 16,2-6-13-16,2 3-16 0,-2-3-32 0,0 4 14 15</inkml:trace>
  <inkml:trace contextRef="#ctx0" brushRef="#br0" timeOffset="55344.7493">11784 4857 30 0,'0'0'140'0,"-6"-1"-2"0,6 1-2 0,0 0 0 0,0 0-1 15,0 0 3-15,0 0 2 0,0 0 3 0,0 0 8 16,0 0 2-16,0 0-2 0,0 0 1 0,0 0 1 16,0 0-5-16,0 0 4 0,0 0-11 0,0 0 4 15,0 0-6-15,0 0-2 0,0 0-9 0,0 0-7 16,0 0 3-16,0 0-7 0,0 0-6 0,0 0 0 16,0 0-5-16,0 0-6 0,0 0-9 0,0 0-2 15,0 0-8-15,0 0 3 0,0 0 2 0,0 0 5 16,0 0 1-16,0 0 7 0,0 0-3 0,0 0 0 15,0 0 2-15,0 0 2 0,0 0-3 0,0 0 0 16,0 0 1-16,0 0-2 0,0 0-4 0,0 0-4 16,0 0 1-16,0 0-3 0,0 0 3 0,0 0 2 15,0 0-2-15,0 0 3 0,0 0 8 0,0 0 3 16,0 0 11-16,0 0 10 0,0 0 8 0,0 0 4 16,0 0 8-16,0 0 18 0,0 0 1 0,23 1 6 15,-11 2 8-15,1-2 9 0,7-1 0 0,1 0-6 0,11 0-7 16,0-1-114-16,5-2-59 0,1 3 0 15,2-2 0-15,1 1 0 0,10-3 0 0,-16 3 0 16,0 0 0-16,-3 2 0 0,-5-2 0 0,-8 0 0 16,-6 0 0-16,1 1 0 0,-5 0 0 0,-1 0 0 0,-1 1 0 15,0-2 0-15,-7 1 0 0,9 0 0 0,-9 0 0 16,6 0 0-16,-6 0 0 0,0 0 0 16,8 0 0-16,-8 0 0 0,0 0 0 0,0 0 0 15,0 0 0-15,0 0 0 0,1 3 0 0,-1-3 0 0,0 0 0 16,0 0 0-16,-9 7 0 0,9-7 0 0,-4 4 0 15,4-4 0-15,0 0 0 0,0 0 0 0,-1 3 0 16,1-3 0-16,0 0 0 0,0 0-363 0,-4 1-53 16,4-1-35-16,0 0-43 0,-1 4-52 0,1-4-45 15,0 0-298-15,0 0-962 0,0 0 426 0</inkml:trace>
  <inkml:trace contextRef="#ctx0" brushRef="#br0" timeOffset="56749.6539">14322 4111 281 0,'-6'0'299'16,"6"0"-4"-16,0 0-1 0,0 0 1 0,0 0-3 15,-7 1-4-15,7-1 5 0,0 0-11 0,0 0 5 16,0 0-3-16,0 0-2 0,0 0-1 0,0 0-6 16,0 0-4-16,0 0-3 0,0 0-16 0,0 0-7 0,0 0-10 15,0 0-18-15,0 0-3 0,0 0-6 16,25-2-23-16,-14-2-6 0,2 1-5 0,7-1-8 15,-3 0-17-15,0 1-17 0,0 0-12 0,-4 1-10 16,0 0-13-16,-2-1-5 0,-3 1-9 0,1-1-20 0,-4 2-31 16,3 0-56-16,-8 1-30 0,6-1-61 15,-6 1-70-15,8 0-77 0,-8 0-76 0,0 0-39 16,0 5-34-16,0-5-53 0,-8 6-40 0,-1 1-294 16,-2-1-864-16,-2 0 382 0</inkml:trace>
  <inkml:trace contextRef="#ctx0" brushRef="#br0" timeOffset="56940.9475">14299 4241 291 0,'0'0'389'0,"0"4"14"16,0-4 17-16,0 0 33 0,4 4 20 0,-4-4 5 15,6 1 7-15,-2 1-23 0,5-2-3 0,-9 0-17 16,13 0-20-16,-3-2-28 0,2 0-29 0,0 2-30 16,1-3-35-16,0 1-29 0,2-2-29 0,1 2-30 15,4 0-16-15,-1-1-20 0,-1 2-36 0,4-3-58 16,6-3-57-16,0 4-84 0,1-2-66 0,1 0-83 15,0-2-80-15,1 1-107 0,-1-1-88 0,4 1-108 16,-6-1-370-16,-2 1-1042 0,-6 2 461 0</inkml:trace>
  <inkml:trace contextRef="#ctx0" brushRef="#br0" timeOffset="57572.4107">17274 3331 109 0,'9'-15'333'0,"-5"-1"9"16,0 1 24-16,2 0-1 0,-5 1-15 0,2 2 9 16,-3-1 6-16,0 3 14 0,-3-1 2 0,3 0 0 15,-1 0-14-15,1 0 5 0,-2 0 2 16,-1 0 3-16,-1 2-1 0,3 0-9 0,-1 0-13 15,0 3-14-15,-2 0-14 0,3 0-18 0,-1 3-25 16,0 0-25-16,-2 0-29 0,4 3-99 0,-3-5-130 0,3 5 0 16,0 0 0-16,-12 5 0 0,3 1 0 15,-7 6 0-15,0-1 0 0,-4 8 0 0,-1 2 0 0,0 4 0 16,-1 4 0-16,-1 1 0 0,-3 9 0 16,3-8 0-16,-4 7 0 0,7-7 0 0,6-1 0 15,-1 2 0-15,3-3 0 0,3-2 0 0,4-2 0 0,-1-4 0 16,6-1 0-16,1 4 0 0,5-5 0 0,1-2 0 15,3-2 0-15,4-1 0 0,0-2 0 16,4-2 0-16,2-3 0 0,0-3 0 0,1 1 0 16,-3-5 0-16,1-1 0 0,-2-3 0 0,-2 1 0 15,-2 0 0-15,1-3 0 0,-4-1 0 0,1 0 0 0,-3 0 0 16,0 1 0-16,-3-1 0 0,-2 0 0 16,0 0 0-16,-5 0 0 0,1 1 0 0,-4-2 0 15,-3 2 0-15,-5 0 0 0,-3 0 0 0,-6 2 0 16,2 1 0-16,-9 2 0 0,1 4 0 0,-2-3 0 15,1 4 0-15,3 2 0 0,-4 1 0 0,5 1 0 0,-1 6-401 16,8-5-281-16,-10 5-503 0,1-2-1284 0,-2 0 568 16</inkml:trace>
  <inkml:trace contextRef="#ctx0" brushRef="#br0" timeOffset="58089.3192">16128 4135 101 0,'-5'2'338'0,"5"-2"-2"0,-14 0-6 0,7 2-10 15,1-1-14-15,-3 0 3 0,0-1-11 0,-1 0 6 16,1 1-7-16,0-1-10 0,1 1-12 0,-2 1-6 16,-3-2-7-16,3 0-12 0,2 1 21 0,-2-1-12 15,-4 2-9-15,3-1-13 0,0 0-20 0,0 2-3 16,-1 0-15-16,6-2-13 0,-4 1-11 0,2 1-14 16,-1-3-4-16,3 1-8 0,1 0-3 0,5-1-7 15,-9 0-15-15,9 0 1 0,-9 0-7 0,9 0 2 16,0 0-8-16,0 0 4 0,-4 2-14 0,4-2-1 15,0 0-14-15,18 2 0 0,1-2-30 0,19 1-57 16,21-2 0-16,32-1 0 0,10-1 0 0,11-6 0 16,16 0 0-16,4 1 0 0,17-6 0 0,7-3 0 15,8 0 0-15,6 1 0 0,6-4 0 0,-1 1 0 16,0-2 0-16,3 6 0 0,-7-3 0 0,-8 5 0 16,-14 2 0-16,-11 4 0 0,-19 0 0 0,-13-1 0 15,-41 4 0-15,-6 0 0 0,-6 2 0 0,-15-3 0 16,-8 6 0-16,-7-2 0 0,-10-1 0 0,-3 1 0 15,-1 1 0-15,0 0 0 0,-4 0 0 0,-1 1 0 16,-4-1 0-16,10 0 0 0,-10 0 0 0,-1 3 0 16,1-3 0-16,-9 6-328 0,3-2-324 0,-6 0-551 15,2-3-1301-15,-3 1 576 0</inkml:trace>
  <inkml:trace contextRef="#ctx0" brushRef="#br0" timeOffset="59974.5451">15880 4619 169 0,'0'0'318'0,"0"0"3"0,0 0 1 0,0 0 0 15,0 0-1-15,0 0-2 0,0 0-12 0,0 0-12 16,0 0-3-16,0 0-5 0,-1-13-10 0,1 13-4 16,0 0-10-16,0-4-9 0,0 4-8 0,0 0-9 15,-4-6-9-15,4 6-8 0,4-6-12 0,-4 2-17 16,-4 0-13-16,8 0 1 0,-4 4-17 0,1-9-8 15,0 4-2-15,-2 1-14 0,3-1-5 0,2-2-13 16,0-3-7-16,4 3-9 0,0-3-18 0,3 5-5 16,4-4-5-16,5 2-2 0,1 0-11 0,-1 3 3 15,1 0-10-15,1 5-8 0,5-2-3 0,-8 3-3 16,3 4-4-16,-2 0-2 0,-2-2 8 0,0 9-18 16,-1-5 3-16,-1 5-11 0,-2 0 7 0,-2 1-7 15,-2 4-4-15,-5-2 3 0,0 2 1 0,-2 0-5 0,-6 1 9 16,-2 7-11-16,-3-3 3 0,-7 2-5 15,-3-2 2-15,-6 0 6 0,-6-3-3 0,-2 1 8 16,-1-1-10-16,-1-4-12 0,-1-2 10 0,1-1 3 0,-1-1-13 16,7-2 0-16,8-4 0 0,-1-3 0 15,4-1 0-15,4-3 0 0,2-3 0 0,-3-1 0 16,4-4 0-16,1-4 0 0,1-2 0 0,0-3 0 16,5-3 0-16,-1-5 0 0,2-1 0 0,4 8 0 0,3-6 0 15,-1 1 0-15,4-1 0 0,-2-1 0 0,0 9 0 16,6-5 0-16,-2 6 0 0,-5 1 0 15,3-1 0-15,0 5-91 0,0 1-176 0,0 0-41 16,0 2-40-16,-3-1-39 0,-1 0-32 0,3 5-21 0,-3 1-19 16,3-2-10-16,-3 0-2 0,1-1-285 0,-1 4-818 15,1 0 362-15</inkml:trace>
  <inkml:trace contextRef="#ctx0" brushRef="#br0" timeOffset="60277.6884">15954 4447 815 0,'5'-5'88'0,"0"0"33"0,2-1 42 0,-1-2 21 15,-1-1 33-15,2 2 22 0,-1-2 23 0,8-2 53 16,-10 0 22-16,1 1 25 0,-1 0 25 0,1 0 13 15,-5-1 13-15,6 2 6 0,-2 0 3 0,-4 0 0 16,4 3 1-16,-3-1 4 0,2 1-9 0,-2 1-16 16,2 1-15-16,-2-1-22 0,-1 2-162 0,3 0-203 15,-3 3 0-15,1-3 0 0,-1 3 0 0,0 0 0 16,0 0 0-16,0 0 0 0,0 0 0 0,4 16 0 16,-3 4 0-16,-1 4 0 0,5 5 0 0,-4 4 0 15,-2 2 0-15,1 10 0 0,0 4 0 0,-5-2 0 16,5 0 0-16,-5 2 0 0,1-2 0 0,0 3 0 15,-5-5 0-15,5-9 0 0,3 0 0 0,-5 10 0 16,2-10 0-16,-4-2 0 0,3-2 0 0,-3-2 0 16,2-3 0-16,2 0 0 0,2 2 0 0,-1-11 0 15,-1-1 0-15,2-5 0 0,2 0 0 0,2-1 0 16,-2 4 0-16,4-8 0 0,1 2 0 0,-1-2 0 0,6-1 0 16,-2-1 0-16,-2-2 0 0,8-1-234 0,-5-1-278 15,3-1-43-15,-1-3-38 0,1 1-457 16,-1-1-1137-16,1-2 504 0</inkml:trace>
  <inkml:trace contextRef="#ctx0" brushRef="#br0" timeOffset="60793.3018">16490 4892 125 0,'0'-5'430'0,"-3"0"20"0,3 5 14 16,0-8 9-16,-1 4-2 0,1 0-18 0,0 4-25 16,-3-5-28-16,3 5-34 0,-2-5-38 0,2 5-28 15,-3-2-27-15,3 2-31 0,0 0-23 0,0 0-23 16,-13 10-8-16,7-4-19 0,-3 2-13 0,1 3-14 15,1-1-10-15,-4 2-21 0,5 2-9 0,-2-2-6 16,1 3-8-16,0-5-10 0,2 1-9 0,-1 0-7 16,3-2-3-16,-1 1-4 0,3-6-4 0,0 3-7 15,1 0 3-15,0-3-2 0,2 3 3 0,2-3-3 16,0 1 1-16,3-1 14 0,5 0-20 0,-3-1 2 16,4 2 7-16,-2-3 2 0,1 2-4 0,3 1-9 15,-6-3 0-15,0-1 1 0,3 3-5 0,-6-2-11 16,0 0 1-16,1 0 0 0,-3 1-11 0,2-2 3 15,-3 1 2-15,-3-2-8 0,3 4 2 0,-1-2 9 16,-2-2-10-16,-2 7 5 0,-1-3 2 0,-4-1-3 16,1 2 6-16,-3 3-1 0,-1-5-3 0,-3 1-9 15,0 0 1-15,-1 2-3 0,4-2-6 0,-3-2 0 16,-1 2 0-16,2-1 0 0,1-3 0 0,3 2 0 16,3-1 0-16,-1-1 0 0,1 1-43 0,5-1-42 0,-8 1-44 15,8-1-76-15,0 0-74 0,0 0-77 0,0 0-65 16,11-12-58-16,2 8-67 0,1-1-396 15,4-4-1020-15,4 2 452 0</inkml:trace>
  <inkml:trace contextRef="#ctx0" brushRef="#br0" timeOffset="61309.0644">17148 5060 52 0,'5'1'502'0,"-5"-1"-12"0,8 2 5 0,-5-1 15 16,-3-1 6-16,0 0-2 0,0 0-25 0,0 0-29 0,0 0-37 15,0 0-34-15,0 0-33 0,-14-11-17 0,4 8-16 16,-4 0-13-16,1-1-17 0,-5 0-9 0,-1-3-13 16,3 4-9-16,-5-5-8 0,3 1-7 15,-7-3-5-15,-3-2-72 0,2 1-170 0,6 0 0 0,3 0 0 16,-6-7 0-16,1-3 0 0,4 0 0 0,1-5 0 15,2-1 0-15,3-5 0 0,1 0 0 0,6 3 0 16,1 0 0-16,3-6 0 0,4 7 0 0,1-3 0 16,3 0 0-16,5 4 0 0,2 0 0 0,4 1 0 15,2 4 0-15,-1 0 0 0,3 3 0 0,0 2 0 16,-3 6 0-16,-1 0 0 0,0 1 0 0,2 3 0 16,-3 0 0-16,-3 2 0 0,-3 2 0 0,3 2 0 15,-1 1 0-15,-4 1 0 0,2 1 0 0,1 5 0 16,-3 1 0-16,0 0 0 0,-3 3 0 0,1 0 0 15,-3 6 0-15,-3 1 0 0,-1 1 0 0,-4 1 0 16,-1 5 0-16,-4-8 0 0,-5 8 0 0,-2-1 0 16,0-1 0-16,-6-2 0 0,2-3 0 0,-4 1 0 15,-1 0 0-15,1-5 0 0,6-3 0 0,0-1 0 16,3-2 0-16,-2-1 0 0,8-2 0 0,0-2 0 16,0-1 0-16,4 0 0 0,0-1 0 0,1 0 0 15,4-1 0-15,0 0 0 0,0 0 0 0,0 0 0 16,0 0-422-16,22-5-93 0,-12 2-46 0,9 0-59 15,1 2-393-15,1-1-1096 0,1 0 485 0</inkml:trace>
  <inkml:trace contextRef="#ctx0" brushRef="#br0" timeOffset="61660.3665">17361 4902 218 0,'7'-2'516'0,"-7"2"8"0,0 0 24 0,2-7 17 16,-2 4 27-16,3 0 6 0,-3 3-8 0,-3-7-14 16,2 2-27-16,1 5-25 0,-1-3-28 0,1 3-35 0,-3-4-33 15,3 4-42-15,0 0-40 0,0 0-72 0,-4-2-274 16,4 2 0-16,0 0 0 0,0 0 0 0,-4 9 0 16,2 1 0-16,-3 1 0 0,2 1 0 15,-1 4 0-15,2 2 0 0,-2 0 0 0,0 1 0 0,0 1 0 16,-1 5 0-16,0-6 0 0,1-2 0 0,-1 8 0 15,1-6 0-15,0-1 0 0,-1 0 0 0,-1 0 0 16,2-2 0-16,0-4 0 0,-1 1 0 0,1-2 0 16,-1 0 0-16,1-1 0 0,2 1 0 0,-2-5 0 15,3 3 0-15,-2-3 0 0,3-2 0 0,0 0 0 16,-4 0 0-16,3 0 0 0,1-1 0 0,0-3 0 16,0 7 0-16,0-7 0 0,0 0 0 0,0 0 0 15,0 0 0-15,0 0-558 0,0 0-49 0,0 0-37 16,6-16-420-16,-3 10-1153 0,-2-6 511 0</inkml:trace>
  <inkml:trace contextRef="#ctx0" brushRef="#br0" timeOffset="61977.8782">17258 4945 136 0,'5'-8'435'0,"1"-2"12"15,-3 3 26-15,3-3 18 0,-3 5-3 0,1-4 6 16,3 0-20-16,2 2-33 0,0-1-20 0,0 0-16 15,4 0-21-15,-3 2-27 0,4 2-32 0,-4-1-25 0,2 2-33 16,-1 1-11-16,2 1-34 0,-1 1-22 16,0 1-18-16,1 0-13 0,1 1-12 0,-1 5-7 15,3 0-19-15,-4-3-10 0,-3 5-22 0,1-1 3 16,-2 2-38-16,1-1-64 0,-5 3 0 0,-2-3 0 16,2 1 0-16,-4 1 0 0,-5 1 0 0,1-3 0 0,-1 5 0 15,-8 1 0-15,-1-5 0 0,-3 1 0 0,0 0 0 16,0-3 0-16,-1 1 0 0,2-2 0 0,4 0 0 15,2-5 0-15,1 2-16 0,3-1-152 16,-1-2-23-16,5 0-26 0,-2 0-42 0,4-1-53 0,0 0-53 16,-3-7-42-16,3 7-55 0,9-5-40 0,0-2-380 15,2 0-956-15,4-3 423 0</inkml:trace>
  <inkml:trace contextRef="#ctx0" brushRef="#br0" timeOffset="62577.1179">18118 4582 304 0,'1'-4'399'0,"-1"-1"21"15,0 5 14-15,0-7 5 0,0 3 2 0,0 4-4 16,0-5-5-16,0 2-6 0,0 3-1 0,0 0-5 16,0-5-14-16,0 5-7 0,0 0-28 0,-1-4-28 15,1 4-23-15,0 0-25 0,0 0-28 0,0 0-29 16,0 0-19-16,0 0-27 0,0 0-17 0,0 0 5 15,0 0 16-15,0 23-183 0,-1-11-13 0,1 6 0 16,-2 1 0-16,2 7 0 0,-2 1 0 0,-2-2 0 16,0 0 0-16,0 0 0 0,-1 0 0 0,-1 2 0 15,-1-3 0-15,-2 3 0 0,4-8 0 0,-4 5 0 16,-1 1 0-16,1-9 0 0,4 4 0 0,-4-8 0 0,3-1 0 16,-1 1 0-16,1-4 0 0,1 2 0 15,1-5 0-15,0 2 0 0,0-2 0 0,3-2 0 16,0 1 0-16,-2-1 0 0,3-3-35 0,0 0-367 15,0 0-46-15,0 0-19 0,4-12-15 0,-4 6-13 0,5-3-6 16,-1-4-13-16,2-1-295 0,-2-3-874 0,-1 0 387 16</inkml:trace>
  <inkml:trace contextRef="#ctx0" brushRef="#br0" timeOffset="62878.5287">18026 4807 610 0,'1'-19'65'0,"7"1"59"0,-6 0 39 0,2 0 30 0,0 0 34 16,0 2 22-16,1-2 36 0,0 2 43 0,1-1 21 15,1 0 22-15,-3 6 17 0,1-4 7 0,0 4 4 16,0 2 1-16,1 1 0 0,-3 2 1 0,-1 0-1 15,2 2-22-15,-1-1-32 0,-2 4-24 0,-1 1-29 16,5-4-35-16,-5 4-27 0,2-2-22 0,-2 2-2 16,8 6-7-16,-3 2-200 0,3 2 0 0,-1 3 0 15,-1-1 0-15,4 6 0 0,-1 0 0 0,-4 2 0 16,3 5 0-16,2-2 0 0,-5-3 0 0,2 4 0 16,-5-5 0-16,2 6 0 0,0-5 0 0,-3-1 0 15,-2-1 0-15,6-2 0 0,-4 2 0 0,-1-5 0 16,0-1 0-16,0-1 0 0,0-3 0 0,0-2 0 15,3 3 0-15,-3-3 0 0,0 0 0 0,0-2 0 16,0 1 0-16,0 0 0 0,0-2 0 0,0-3 0 16,1 3 0-16,-1-3 0 0,0 0 0 0,0 0 0 15,0 0-157-15,3-11-309 0,-2 6-7 0,-1 0-22 16,0-2-10-16,1 1-8 0,2-3-13 0,-3 3-317 16,-3-1-913-16,2-1 404 0</inkml:trace>
  <inkml:trace contextRef="#ctx0" brushRef="#br0" timeOffset="63121.6087">18091 4850 146 0,'-6'0'294'0,"6"0"17"0,-13-1 31 16,5 0 27-16,1 1 38 0,0-1 16 15,2 0 13-15,5 1 5 0,-8 1 8 0,8-1-10 16,0 0 1-16,-10-2-8 0,10 2-17 0,0 0-14 0,0 0-13 16,0 0-14-16,0 0-28 0,0 0-33 0,0 0-32 15,0 0-27-15,19-7-25 0,-1 5-25 16,3-3-147-16,7 2-57 0,-2-4 0 0,3 4 0 15,-8 1 0-15,1-3 0 0,-3 3 0 0,0-1 0 0,-7 0 0 16,1 3 0-16,-1-1 0 0,-1-1 0 0,-4 2 0 16,3-3 0-16,-3 1 0 0,-2 0 0 15,2 1 0-15,-4 0 0 0,-3 1 0 0,7-2-242 16,-7 2-182-16,0 0-54 0,0 0-68 0,0 0-59 0,0 0-378 16,0 0-1065-16,0 0 472 0</inkml:trace>
  <inkml:trace contextRef="#ctx0" brushRef="#br0" timeOffset="63444.707">18547 4812 379 0,'0'0'476'0,"5"-2"21"0,-5 2 28 15,5-4 19-15,-3 1 5 0,-2 3 6 0,2-1-12 16,-2 1-16-16,1-4-22 0,-1 4-20 0,2-4-25 15,-2 4-34-15,0 0-29 0,0 0-35 0,0 0-36 16,0 0-33-16,0 0-33 0,0 0-178 0,0 0-82 16,0 0 0-16,6 8 0 0,-6-4 0 0,0 4 0 15,0 2 0-15,0 4 0 0,1 1 0 0,1 0 0 16,0 3 0-16,-3-1 0 0,2 0 0 0,-1-1 0 16,2 0 0-16,-2 0 0 0,2 1 0 0,-2-7 0 15,0 1 0-15,0 0 0 0,4 1 0 0,-4-4 0 16,0 0 0-16,0-1 0 0,4-1 0 0,-2 0 0 15,-7 0 0-15,10-3-167 0,-1 0-320 0,-4-3-70 0,7 1-68 16,-7-1-435-16,11-6-1147 0,-6 3 508 16</inkml:trace>
  <inkml:trace contextRef="#ctx0" brushRef="#br0" timeOffset="63981.6646">18697 4931 267 0,'0'0'391'0,"2"-4"23"0,-2 4 22 0,3-3 32 16,-3 3 14-16,0-4 6 0,0 4-16 0,0 0-12 0,4-2-21 16,-4 2-26-16,0 0-24 0,0 0-21 0,0 0-24 15,0 0-32-15,0 0-22 0,0 0-30 16,0 0-28-16,0 0-20 0,0 0-26 0,0 0-15 16,0 0-20-16,0 0-13 0,0 0-5 0,-4 11-8 0,4-5-11 15,-1 0-78-15,-2 0-36 0,0 2 0 0,0 1 0 16,0 1 0-16,-1 1 0 0,0-1 0 0,-2 1 0 15,1-1 0-15,1-1 0 0,0 1 0 16,2 0 0-16,-1-3 0 0,-1 0 0 0,0 0 0 0,4-2 0 16,-3 0 0-16,0-2 0 0,2 2 0 0,-2-3 0 15,3-2 0-15,-4 3 0 0,4-3 0 0,-1 4 0 16,1-4 0-16,0 0 0 0,0 0 0 0,0 0 0 16,0 0-136-16,0 0-173 0,0 0-26 0,9-14-18 15,-5 9-4-15,1-3 2 0,0-1 3 0,0 0 4 16,2-2 13-16,-2 1 26 0,0 0 29 0,-1 0 34 15,-3 3 31-15,3-3 36 0,-2 2 48 0,1 0 43 16,-2 4 41-16,0-3 33 0,1 1 42 0,0 2 35 16,2-1 39-16,-3 0 39 0,1 0 34 0,-1 3 25 15,-1 2 24-15,1-5 5 0,-1 5 4 0,0 0-6 16,4-5-5-16,-4 5-6 0,0 0 0 0,0 0-13 16,0-3-12-16,0 3-10 0,0 0-11 0,0 0-17 15,0 0-13-15,0 0-2 0,12 9-15 0,-5-4-11 16,1 2-7-16,1 1-13 0,-4-5-12 0,4 4 1 15,2 1-15-15,-2-4-5 0,2 4-14 0,-1-2-41 16,-3-1-46-16,5 1-47 0,-7-2-39 0,1-1-45 16,-1 0-51-16,3 1-67 0,-3-4-57 0,-5 0-67 15,14-3-62-15,-5-1-43 0,-5 0-372 0,3-3-965 16,-4 2 427-16</inkml:trace>
  <inkml:trace contextRef="#ctx0" brushRef="#br0" timeOffset="64246.6508">18919 4795 53 0,'4'-9'337'0,"0"-2"1"0,-1 2 9 16,1 0 30-16,-1 1 39 0,0 1 32 0,-1 1 14 0,-1 1 4 16,2-1 3-16,-2 2-2 0,2 0-13 0,-2 1-8 15,0 0-26-15,-1 3-31 0,0 0-24 16,0 0-28-16,3-4-32 0,-3 4-28 0,0 0-26 16,0 0-14-16,0 0 14 0,0 0-4 0,-1 20-215 0,-2-8-32 15,2 2 0-15,-3 4 0 0,0 0 0 0,3 7 0 16,-4 0 0-16,1-7 0 0,-1 7 0 15,0-5 0-15,2-2 0 0,1-2 0 0,-2 2 0 0,2-2 0 16,0 0 0-16,-1-5 0 0,2-1 0 0,-3 0 0 16,4 0 0-16,0-5 0 0,-1 2 0 0,0-3 0 15,1 1 0-15,1-1-347 0,-1-2-245 0,0-2-100 16,0 0-402-16,0 0-1184 0,19-6 524 0</inkml:trace>
  <inkml:trace contextRef="#ctx0" brushRef="#br0" timeOffset="70553.716">692 1607 123 0,'0'0'406'0,"0"0"11"0,0 0-3 0,0 0-2 16,0 0-8-16,0 0-11 0,0 0-11 0,0 0-17 15,0 0-18-15,0 0-15 0,0 0-19 0,0 0-17 16,0 0-15-16,0 0-6 0,0 0-22 0,0 0-18 15,0 0-10-15,0 0-23 0,0 0-17 0,0 0-25 16,0 0-10-16,0 0-16 0,0 0-18 0,0 0-6 16,0 0-10-16,0 0-4 0,0 0 2 0,0 0-3 15,0 0 8-15,0 0-1 0,0 0 7 0,0 0-4 16,0 0-12-16,9 50 2 0,-8-37-3 0,-1 3-4 16,0 1-9-16,0-17-73 0,2 31-6 0,-2-19 0 15,1 5 0-15,-1 1 0 0,1-3 0 16,-1-15 0-16,2 31 0 0,-2-17 0 0,0-14 0 0,0 26 0 15,0-26 0-15,0 22 0 0,0-22 0 16,-2 18 0-16,2-18 0 0,-1 13 0 0,1-13 0 16,0 0 0-16,0 0 0 0,0 0 0 0,1 22 0 15,-1-22 0-15,0 0 0 0,0 0 0 0,0 0 0 0,0 0 0 16,0 0 0-16,0 0 0 0,0 0 0 16,0 0 0-16,0 0 0 0,0 0 0 0,0 0 0 15,0 0 0-15,0 0 0 0,0 0 0 0,0 0 0 16,0 0 0-16,0 0-29 0,0 0-422 0,0 0-80 15,-6-54-74-15,6 54-492 0,6-28-1186 0,-1 10 525 16</inkml:trace>
  <inkml:trace contextRef="#ctx0" brushRef="#br0" timeOffset="72154.8696">465 1553 175 0,'0'0'375'0,"0"0"-23"0,0 0-6 0,0 0-11 16,0 0-21-16,0 0-22 0,0 0-4 15,0 0-17-15,0 0-16 0,0 0-5 0,0 0-12 16,0 0-5-16,0 0-7 0,0 0-9 0,0 0-2 0,0 0-9 16,0 0-11-16,0 0-6 0,0 0-5 0,0 0-3 15,-17-23 2-15,17 23-8 0,0 0-8 0,0 0-4 16,0 0 10-16,0 0-15 0,0 0-5 0,3-18-10 16,-3 18-12-16,0 0-10 0,0 0 3 0,0 0-17 15,5-21-6-15,-5 21-13 0,0 0-8 0,10-16-6 16,-10 16-7-16,13-19-13 0,-6 9 0 0,-7 10-2 15,17-14 1-15,-17 14 12 0,18-15-23 16,-9 8 4-16,-9 7 11 0,19-11-11 0,-19 11-2 16,23-11-2-16,-23 11 4 0,22-10-13 0,-22 10-21 15,20-10-12-15,-20 10 0 0,22-9 0 0,-22 9 0 16,20-9 0-16,-20 9 0 0,21-6 0 0,-16 6 0 16,4 0 0-16,-9 0 0 0,13-3 0 0,-7 3 0 15,2 0 0-15,-1-2 0 0,1 1 0 0,4 0 0 16,-1 1 0-16,-2 2 0 0,1 0 0 0,-2-1 0 15,3 1 0-15,-3 0 0 0,-1 1 0 0,1-2 0 16,4 1 0-16,-3 3 0 0,1-2 0 0,-1 0 0 16,0 3 0-16,0-1 0 0,1 1 0 0,-2-3 0 15,1 2 0-15,1 1 0 0,0 1 0 0,1 1 0 16,-1-1 0-16,-1 3 0 0,-2-5 0 0,1 3 0 16,1-2 0-16,-1 1 0 0,-2 1 0 0,3-3 0 15,-4 4 0-15,3-2 0 0,-2-1 0 0,-1 1 0 16,3-1 0-16,-2 4 0 0,2-2 0 0,-3 2 0 15,3-2 0-15,-2 2 0 0,-1 1 0 0,2 1 0 16,-2-1 0-16,0 0 0 0,0 0 0 16,0-1 0-16,-1-1 0 0,0 4 0 0,1-2 0 0,-3 2 0 15,1-3 0-15,2 2 0 0,-2 0 0 0,0-1 0 16,-3 0 0-16,2 1 0 0,-1 1 0 0,1-1 0 16,-2 0 0-16,2-2 0 0,-1 2 0 0,0 5 0 15,-1-5 0-15,2 1 0 0,-2-1 0 0,0 1 0 16,0 2 0-16,0-2 0 0,-3-2 0 0,2 1 0 15,-1 0 0-15,-1 0 0 0,1 0 0 16,-3 0 0-16,3-1 0 0,-2 0 0 0,3 3 0 16,-3-5 0-16,-1 2 0 0,1-3 0 0,0 2 0 15,-2-1 0-15,2-1 0 0,-1-1 0 0,1 1 0 16,0 0 0-16,0 0 0 0,-1-1 0 0,-1-4 0 16,-2 3 0-16,3 3 0 0,1-6 0 0,-4 5 0 15,2-2 0-15,1-1 0 0,-1-2 0 0,0 4 0 16,-1-2 0-16,-1-2 0 0,0 4 0 0,1-3 0 15,-1 0 0-15,-1 1 0 0,3 0 0 0,-3-2 0 16,-1 2 0-16,2 2 0 0,-2-1 0 0,-2-2 0 16,2 0 0-16,1-1 0 0,-1 1 0 0,1-1 0 15,1 1 0-15,3-3 0 0,-3 2 0 0,1-3 0 16,-1 4 0-16,8-4 0 0,-12 4 0 0,12-4 0 16,-15 3 0-16,8-1 0 0,0-2 0 0,7 0 0 15,0 0 0-15,0 0 0 0,0 0 0 0,-42 8 0 16,42-8 0-16,0 0 0 0,-28 5 0 15,28-5 0-15,0 0 0 0,-22 2 0 0,22-2 0 0,0 0 0 16,0 0 0-16,0 0 0 0,-37 0 0 0,37 0 0 16,0 0 0-16,0 0 0 0,0 0 0 0,-34-5 0 15,34 5 0-15,0 0 0 0,-25-3 0 0,25 3 0 16,0 0 0-16,-21-6 0 0,21 6 0 16,0 0 0-16,-20-10 0 0,20 10 0 0,0 0 0 15,-18-7 0-15,18 7 0 0,0 0 0 0,0 0 0 16,-21-8 0-16,21 8 0 0,0 0 0 0,0 0 0 15,-21-11 0-15,21 11 0 0,0 0 0 0,-12-8 0 16,12 8 0-16,0 0 0 0,-16-10 0 0,16 10 0 16,0 0 0-16,0 0 0 0,-19-12 0 0,19 12 0 0,0 0 0 15,-14-10 0-15,14 10 0 0,0 0 0 16,0 0 0-16,-13-11 0 0,13 11 0 0,0 0 0 16,0 0 0-16,-13-14 0 0,13 14 0 0,0 0 0 15,-10-11 0-15,10 11 0 0,0 0 0 0,0 0 0 16,-13-14 0-16,13 14 0 0,0 0 0 0,-11-16 0 15,11 16 0-15,0 0 0 0,-9-15 0 0,9 15 0 16,0 0 0-16,-9-15 0 0,9 15 0 0,-9-10 0 16,9 10 0-16,0 0 0 0,-10-16 0 0,10 16 0 15,0 0 0-15,-7-18 0 0,7 18 0 0,0 0 0 16,-3-16 0-16,3 16 0 0,0 0 0 0,-7-19 0 16,7 19 0-16,-4-13 0 0,4 13 0 0,-5-15 0 15,5 15 0-15,-3-18 0 0,3 18 0 0,0 0 0 16,-6-20 0-16,6 20 0 0,0-17 0 0,0 17 0 15,0-18 0-15,0 18 0 0,0-23 0 0,0 23 0 16,3-21 0-16,0 6 0 0,-3 15 0 0,7-30 0 16,-2 12 0-16,-1 2 0 0,2-2 0 15,2 2 0-15,4-7 0 0,-3 6 0 0,3-8 0 16,5 2 0-16,7-2 0 0,-2 1 0 0,5 1 0 16,2 3 0-16,18-5 0 0,-12 10 0 0,2 2 0 0,-1 1 0 15,12-6 0-15,-16 3-1366 0,-2 4-1478 0,-1-3 654 16</inkml:trace>
  <inkml:trace contextRef="#ctx0" brushRef="#br0" timeOffset="73657.361">955 7014 192 0,'-2'-1'342'0,"2"1"1"0,-4-4 0 16,4 4-8-16,0 0-1 0,-5-5-5 0,5 5-13 15,-3-3 3-15,0 1-5 0,3 2-2 0,-3-4-7 16,3 4-16-16,-5-5-5 0,4 1-18 0,-2 1-7 15,2-1-7-15,1 4-8 0,-2-7-11 0,1 3-9 16,1 4-15-16,1-8-20 0,1 2-11 0,0 2-18 16,0-3-16-16,-1 2-14 0,2 0-7 0,-1 0-18 15,1-2-21-15,2 3-6 0,1 0-1 0,2-3-12 16,-1 3-6-16,4 0-10 0,0-2-2 0,-2 3-8 16,2-1-2-16,1 3-12 0,1 0-6 0,-2 2 10 15,2-1-7-15,0 4-7 0,-3-1-1 0,2 2-1 16,-2 0-6-16,0-2-1 0,-2 6 7 0,1-2-7 15,-3 0-4-15,0 1-1 0,0 2 2 0,-2-2-5 16,-2 2 5-16,-1 2-1 0,1-1 0 0,-4 1 1 16,1 1-2-16,0 0 0 0,-4-1 8 0,-1 4-7 15,0 0 2-15,-4-3-10 0,4 2 15 0,-3 0-11 16,-3-1 8-16,2-1-11 0,0 1 3 0,-2-1 2 16,-1-1 0-16,4-3-1 0,3 1 2 0,-5-2 10 15,0 2-11-15,2-3 0 0,-1 3 5 0,1-2 8 16,-1 0 7-16,0 1-2 0,1-1-7 0,-2 2 4 15,3-4 1-15,-3 0-4 0,2 4-5 0,-1-3 5 16,4-1-1-16,-2 1-3 0,2-2 8 0,1-1-6 16,-3 0 4-16,3 0-3 0,1-1 8 0,3 1-6 15,-3-2 11-15,4-2-3 0,-4 5 15 0,4-5 7 16,-4 2-26-16,4-2-17 0,-1 3 0 0,1-3 0 16,0 0 0-16,0 0 0 0,14 0 0 0,-6-1 0 15,3-3 0-15,2 3 0 0,7-2 0 0,2 0 0 16,4-3 0-16,1 1 0 0,2 1 0 0,-9 1 0 15,7-2 0-15,-6 3 0 0,-2-2 0 0,-5 2 0 16,0-1 0-16,-1 1 0 0,-1 0 0 0,-3 1 0 16,-1 1 0-16,-3-3 0 0,2 3 0 0,-7 0 0 15,7-1 0-15,-3 0 0 0,-4 1 0 0,0 0 0 16,9-1 0-16,-9 1 0 0,0 0 0 0,0 0 0 16,0 0 0-16,3 3 0 0,-3-3 0 0,0 0 0 15,-3 6 0-15,3-6-314 0,0 0-214 0,-4 3-109 16,4-3-482-16,0 0-1212 0,0 0 536 0</inkml:trace>
  <inkml:trace contextRef="#ctx0" brushRef="#br0" timeOffset="74755.9521">1450 7500 242 0,'0'0'431'0,"10"0"6"16,-5 0-8-16,-1 2-4 0,-4-2-21 0,0 0-30 16,9 0-29-16,-9 0-40 0,4 1-23 0,-4-1-34 15,0 0-22-15,1 4-13 0,-1-4-7 0,0 6-9 16,0-6-16-16,-2 8-7 0,-1-7-12 0,-1 3-2 16,3-1 0-16,-3 1 0 0,0 1-2 0,-1 0-6 15,2-1-1-15,0 1-3 0,-6 1 2 0,5 0-7 16,-7 1-6-16,0-3-5 0,1 2 6 0,-3-1-17 15,-1 5 3-15,-2-4-11 0,-1 1-4 0,-2 1-16 16,1-3-3-16,-1 2 1 0,-4-1-7 0,2 0 3 16,-6 3 13-16,-1-2-6 0,0 0-79 0,3 0-15 15,-5-2 0-15,1 0 0 0,1 2 0 0,-1-5 0 16,7 1 0-16,-5 2 0 0,4-2 0 0,1-1 0 16,3-1 0-16,-1-1 0 0,-3 0 0 0,3 0 0 15,1 0 0-15,19 0 0 0,0 0 0 0,-46-6 0 16,46 6 0-16,-27-5 0 0,27 5 0 0,-28-7 0 15,14-1 0-15,14 8 0 0,-27-14 0 0,12 6 0 16,1-3 0-16,0-1 0 0,1 0 0 0,0-1 0 16,-1 3 0-16,3-3 0 0,-2 2 0 0,0-4 0 15,2 5 0-15,-1-3 0 0,0 1 0 0,1-2 0 16,0 0 0-16,-1 2 0 0,2 0 0 0,0 0 0 16,-2-1 0-16,12 13 0 0,-15-23 0 0,6 11 0 15,4-3 0-15,-4 1 0 0,5-2 0 0,-1 0 0 16,0-1 0-16,1-1 0 0,0 0 0 0,3-1 0 15,-3-6 0-15,3 0 0 0,1-2 0 0,0 9 0 16,0-10 0-16,1 3 0 0,-1 0 0 0,4 5 0 16,0-5 0-16,-3 6 0 0,3 1 0 0,-2 0 0 15,2-2 0-15,3 2 0 0,-5 2 0 0,2-1 0 16,4 0 0-16,1 1 0 0,-3 0 0 0,0 2 0 16,-6 14 0-16,16-26 0 0,-7 13 0 0,-3 2 0 15,4-1 0-15,4 1 0 0,-3 0 0 0,-11 11 0 16,23-20 0-16,-8 11 0 0,-1-1 0 0,0-1 0 15,-14 11 0-15,27-16 0 0,-12 7 0 0,1-1 0 16,-16 10 0-16,25-15 0 0,-7 7 0 0,-3 0 0 16,2 1 0-16,-6 2 0 0,1-2 0 0,2 4 0 15,-2-3 0-15,0 3 0 0,1 0 0 0,-3-1 0 16,3 1 0-16,-3 0 0 0,1 0 0 0,0 0 0 16,2 1 0-16,1-1 0 0,-1 2 0 0,-2-1 0 15,3 1 0-15,-1-1 0 0,1 1 0 0,-1 0 0 16,2-1 0-16,-2-1 0 0,3 2 0 0,0 0 0 15,0 1 0-15,1 0 0 0,1 0 0 0,-4 0 0 16,0 1 0-16,5-1 0 0,-5 1 0 0,1-1 0 16,-2 0 0-16,4 0 0 0,-4 3 0 0,4-2 0 15,-4 0 0-15,0-1 0 0,1 2 0 0,3-2 0 16,-3 3 0-16,-1-2 0 0,0 1 0 0,1 2 0 16,-1 0 0-16,-1 0 0 0,0 0 0 0,6 3 0 0,-2 0 0 15,1-1 0-15,-2 2 0 0,0-1 0 16,1 1 0-16,-6 0 0 0,-1-2 0 0,1 4 0 15,-1-3 0-15,3 3 0 0,-6 1 0 0,3-3 0 16,2 3 0-16,-2-2 0 0,1 3 0 0,1 3 0 16,-5-4 0-16,5 2 0 0,-4 1 0 0,5 3 0 0,-6 1 0 15,2-2 0-15,1 2 0 0,-3 0 0 16,2 0 0-16,-3 0 0 0,0 0 0 0,-1 1 0 16,2-1 0-16,-1 1 0 0,-2 1 0 0,-1-1 0 15,2 7 0-15,-1-6 0 0,-1 6 0 0,-2-7 0 16,3 7 0-16,-3 1 0 0,-5-4 0 0,1 4 0 0,-4 1 0 15,-3-3 0-15,-2 3 0 0,-5-1 0 16,-1 0 0-16,-3-1 0 0,-2-2 0 0,0 1 0 16,-6-3 0-16,6-3 0 0,1 0 0 0,-4-1 0 15,4-1 0-15,8-9 0 0,3 0 0 0,1-1 0 16,2-1 0-16,4 1 0 0,1-2-65 0,-1 1-1290 0,5-6-1467 16,0 6 649-16</inkml:trace>
  <inkml:trace contextRef="#ctx0" brushRef="#br0" timeOffset="77140.959">2778 6823 364 0,'-4'-2'387'0,"-1"-1"21"0,-2 0 5 0,2-1 7 15,-1-1 1-15,1 1-3 0,-5-2-9 0,5 1-5 16,-2 0-9-16,1 2 1 0,1-3-2 0,1 0-12 16,0 2-15-16,0 1-15 0,0 2-16 0,4 1-20 15,-6-5-27-15,4 3-31 0,2 2-24 0,-3-4-26 16,3 4-28-16,0 0-26 0,0 0-18 0,0 0-11 15,0 0-100-15,8 11-25 0,-1-3 0 0,1 3 0 16,3 6 0-16,2-1 0 0,3 7 0 0,0-1 0 16,-3 3 0-16,2 1 0 0,-2 1 0 0,0 0 0 15,-3-1 0-15,3 3 0 0,-4 2 0 0,0-4 0 16,-3 2 0-16,-2-1 0 0,1-2 0 0,1 2 0 16,-3 0 0-16,1-4 0 0,-3-3 0 0,2-2 0 15,-1-1 0-15,1-2 0 0,-1 0 0 0,0-5 0 16,0-1 0-16,1-2 0 0,2 2 0 0,-1-5 0 15,-2-2 0-15,1 2 0 0,1-2 0 0,1-1 0 0,1 0 0 16,2-3 0-16,-1-2 0 0,1 2 0 0,1-6 0 16,-1 1 0-16,-2 2 0 0,3-7 0 15,-1-3 0-15,-1 2 0 0,2-6 0 0,-1-2 0 16,0-5 0-16,-1-3 0 0,1-5 0 0,-3-11 0 0,2 8 0 16,-2-10 0-16,0-3 0 0,0-4 0 0,-1 6 0 15,2-2 0-15,2-1 0 0,1 2 0 0,0 2 0 16,-3 13 0-16,0 5 0 0,3 0 0 0,-5 11 0 15,3 1 0-15,-2 6 0 0,-1-1 0 0,-2 1 0 16,1 5 0-16,-1-2 0 0,1 3 0 0,-2-1 0 16,0 3 0-16,-1 2 0 0,4-6 0 0,-4 6 0 15,1-1 0-15,-1 1 0 0,0 0 0 0,2 9 0 16,-2-2 0-16,1 4 0 0,0 1 0 0,-2 6 0 16,-2 0 0-16,-1 1 0 0,-2 4-311 0,-3 2-1003 15,2-1-1423-15,4-5 630 0</inkml:trace>
  <inkml:trace contextRef="#ctx0" brushRef="#br0" timeOffset="77591.7861">3293 7143 199 0,'0'0'404'16,"0"0"3"-16,0 0 13 0,0 0-14 0,0 0-9 16,0 0-23-16,0 0-18 0,0 0-22 0,0-10-20 15,0 10-24-15,0 0-22 0,5-4-20 0,-5 4-22 16,4-4-24-16,-1 3-20 0,-3 1-17 0,8-3-19 16,-1 3-14-16,-7 0-13 0,13 3-12 0,-6-2-12 15,6 2-3-15,-4-1-14 0,0 3-7 0,2-1-1 16,-2 3-10-16,-1 0-8 0,2 0 1 0,-2 1-5 15,-2-1-5-15,1 3-3 0,-5 1 7 0,2 0-13 16,-4 2 0-16,0-2-4 0,-4-2-5 0,3 3 4 0,-8-1-1 16,4 0 4-16,-8 0 1 0,-1 0 19 0,-1-3 14 15,2-2 21-15,-1 1 36 0,1-4 30 16,0-1 21-16,1-2 15 0,1-1 19 0,1-3 8 0,-1 1 0 16,3-5-199-16,-1-2-17 0,0-3 0 0,4-3 0 15,1-1 0-15,4-9 0 0,3 5 0 0,-2 3 0 16,5 0 0-16,2 0 0 0,4-4 0 15,-1 6 0-15,2 0 0 0,2 2 0 0,6-2 0 0,-5 4 0 16,2 2 0-16,0 2-164 0,1 2-354 0,0 4-59 16,3-3-61-16,-5 5-411 0,2-2-1137 0,-1 0 502 15</inkml:trace>
  <inkml:trace contextRef="#ctx0" brushRef="#br0" timeOffset="77975.728">3752 6818 218 0,'1'-9'549'0,"-1"-3"35"0,-1 1 14 0,-1 2 18 16,4-1 11-16,-5 2-7 0,2 1-18 0,0 0-21 16,-1-2-29-16,1 6-31 0,0-1-38 0,1-1-41 15,0 5-39-15,-3-4-42 0,3 4-36 0,0 0-216 16,0 0-109-16,0 0 0 0,0 0 0 0,0 0 0 15,0 0 0-15,-2 14 0 0,2-2 0 0,1 5 0 16,0-2 0-16,-2 4 0 0,5 6 0 0,-4 2 0 16,0 1 0-16,1 1 0 0,2 0 0 0,-3 0 0 15,2 0 0-15,1 0 0 0,-2-1 0 0,2 0 0 16,-2 0 0-16,-1-1 0 0,1 0 0 0,0-2 0 16,1 0 0-16,-1-4 0 0,0-3 0 0,-1-2 0 15,2-3 0-15,-2 0 0 0,1-1 0 0,0-2 0 16,-1-1 0-16,0-3 0 0,0 0 0 0,1-1 0 0,1 1 0 15,-2-4 0-15,0 3 0 0,0-5 0 0,0 4 0 16,0-4 0-16,0 0 0 0,0 0 0 16,0 0 0-16,7-10 0 0,-4 4-79 0,1-1-579 15,2-4-66-15,-2 2-398 0,2-3-1215 0,4-3 537 0</inkml:trace>
  <inkml:trace contextRef="#ctx0" brushRef="#br0" timeOffset="79129.2515">4006 7202 334 0,'0'0'437'0,"0"0"12"15,0 0 19-15,9-3 9 0,-9 3-4 0,0 0 6 16,0 0-35-16,0 0-9 0,0 0-20 0,0 0 1 16,0 0-20-16,0 0-2 0,-6-10-26 0,6 10-15 15,-6-4-21-15,6 4-12 0,0 0-18 0,0 0-13 16,-3-1-16-16,3 1-21 0,0 0-167 0,0 0-85 15,0 0 0-15,0 0 0 0,0 0 0 0,0 0 0 16,0 0 0-16,0 0 0 0,0 0 0 0,0 0 0 16,0 0 0-16,0 0 0 0,0 0 0 0,0 0 0 15,0 0 0-15,1 12 0 0,-1-7 0 0,0-5 0 16,0 7 0-16,1 0 0 0,-1-1 0 0,0-2 0 16,0 2 0-16,1-1 0 0,2 3 0 0,1-2 0 15,-1 0 0-15,-1-3 0 0,1 2 0 0,0-1 0 16,1 2 0-16,-1-2 0 0,-1 1 0 0,2-2 0 15,0 1 0-15,-3-2 0 0,2 1 0 0,2-1 0 16,0-1 0-16,-5-1 0 0,9 1 0 0,-9-1 0 16,13-2 0-16,-8 0 0 0,1-3 0 0,2 1 0 15,0-3 0-15,-2 0 0 0,4-2 0 0,-2 2 0 16,-3-4 0-16,3 2 0 0,-2-2 0 0,0 4 0 16,0-3 0-16,0 2 0 0,-2-2 0 0,-2 4 0 15,1-1 0-15,1 2 0 0,-2 0 0 0,2 1 0 0,-3 1 0 16,3-1 0-16,-2 1 0 0,-2 3 0 15,1-4 0-15,-1 4 0 0,0 0 0 0,2-3 0 16,-2 3 0-16,0 0 0 0,0 0 0 0,0 0 0 16,3-3 0-16,-3 3 0 0,0 0 0 0,0 0 0 0,0 0 0 15,3 10 0-15,-3-7 0 0,1 4 0 0,-1-2 0 16,1 1 0-16,0 4 0 0,1-4 0 0,1-1 0 16,-1 2 0-16,0-2 0 0,1 3 0 15,-1-2 0-15,1-1 0 0,2 1 0 0,0-2 0 0,-2 0 0 16,3 0 0-16,0-1 0 0,0-1 0 0,0 0 0 15,0-2 0-15,2-1 0 0,1 0 0 0,0-2 0 16,0-3 0-16,1 4 0 0,-1-3 0 0,0-2 0 16,1 2 0-16,-2-2 0 0,0 0 0 0,-2 1 0 15,4-2 0-15,-6 4 0 0,2-1 0 0,0 0 0 16,-3 1 0-16,1 1 0 0,1-2 0 0,-2 3 0 16,-1-2 0-16,1 0 0 0,-3 4 0 0,4-3 0 15,-3 1 0-15,-1 2 0 0,0 0 0 0,0 0 0 16,0 0 0-16,7-1 0 0,-7 1 0 0,0 0 0 15,7 5 0-15,-4 0 0 0,-1-1 0 0,1 1 0 16,1-1 0-16,-2 3 0 0,1-4 0 0,-2 3 0 16,2-1 0-16,-1 1 0 0,-2-3 0 0,3 3 0 15,-1 1 0-15,-2-6 0 0,0 2 0 0,4 1 0 16,-4 0 0-16,1 0 0 0,-1-4 0 0,2 3 0 0,-2-3-55 16,0 0 8-16,3 3 3 0,-3-3 4 15,0 0 2-15,11-1 14 0,-5-2 0 0,-1-1-3 16,1-1 9-16,2-1-1 0,0 1 5 0,1-2-1 15,0 1 4-15,-3-1 4 0,2 2 6 0,0 1-3 0,-2 0 4 16,-1-1 5-16,0 2 3 0,-1-1 0 0,1 1 1 16,-1 1-3-16,3 0-3 0,-1-1-8 15,-2 2 4-15,-4 1-8 0,9 1 8 0,-9-1 6 16,8 1-6-16,-8-1 1 0,8 4-3 0,-3-1-5 0,-1 0 5 16,-3 0 2-16,3 2-1 0,-1 0-1 0,-1-3 1 15,2 5 1-15,-1-1 7 0,-1-3-3 0,1 2 1 16,-2-1 0-16,3 3-5 0,-3-4 4 0,2 0-4 15,-3-3-6-15,2 7-2 0,0-3 0 0,-2-4 2 16,0 0 3-16,1 3 1 0,-1-3 8 0,5 1-6 16,-5-1 2-16,0 0 4 0,11-4 2 0,-5-2-8 15,-1 2 1-15,1-1 3 0,-1-1 0 0,4-2-2 16,-3 3 4-16,1-3 3 0,-2 4 6 0,0-1 2 16,0-1 2-16,0 2 15 0,2 0 1 0,-2 0 14 15,0 1-10-15,0-1-9 0,-4 1-3 0,3 1 1 16,-4 2-1-16,7-2-10 0,-7 2-7 0,0 0-3 15,0 0-6-15,0 0 5 0,10 4 0 0,-8-1-4 16,1 2 3-16,4-2 1 0,-4 4-3 0,1-2 1 16,2 4-2-16,-3-4-7 0,2 3-18 0,1-1-34 15,-1 0-38-15,-2-1-44 0,3 2-49 0,-2-2-58 16,2-2-63-16,1 1-43 0,-3 0-39 0,0-2-68 16,2-3-70-16,-6 0-368 0,12-3-971 0,-2-1 430 15</inkml:trace>
  <inkml:trace contextRef="#ctx0" brushRef="#br0" timeOffset="79577.4311">4998 7149 273 0,'0'0'331'0,"4"-1"3"0,-4 1 4 15,5-2 12-15,-5 2 14 0,0 0-1 0,0 0-6 16,0 0-14-16,0 0-13 0,0 0-15 0,0 0-16 16,0 0-21-16,0 0-15 0,0 0-15 0,0 0-30 15,0 0-18-15,0 0-18 0,0 0-18 16,0 0-11-16,0 0-8 0,0 0-2 0,0 0 2 0,0 0-14 15,0 0-1-15,10 6-15 0,-6-4-8 0,1-2-5 16,1 2-4-16,6-2-10 0,-1-2-1 0,3 1 1 16,0-1 0-16,-2-3 3 0,2 1-3 15,0-2-1-15,0 3-3 0,-4-2 11 0,3-2-15 0,-4 3-10 16,0-2 6-16,-4 1-1 0,3 0-1 0,-7 1 5 16,4 0-10-16,-2 1-16 0,-2-1-53 0,0-1 0 15,-1 5 0-15,-1-9 0 0,0 7 0 0,1 2 0 16,-9-4 0-16,1 2 0 0,2 2 0 0,-2 0 0 15,0 2 0-15,-3 2 0 0,-2 3 0 0,-5 2 0 16,4 1 0-16,0 5 0 0,0 1 0 0,-3 3 0 16,3 1 0-16,4-4 0 0,-1-2 0 0,5-2 0 15,0 2 0-15,3 0 0 0,2-1 0 0,1-3 0 16,3 1 0-16,2 0 0 0,3-4 0 0,3 2 0 16,6-2 0-16,2-1 0 0,1-3 0 0,11 1 0 15,-1-4 0-15,0-2 0 0,2-2 0 0,-1-1 0 16,-4-2 0-16,-6 3 0 0,0-3 0 0,-3 0 0 15,-1 1 0-15,-1-1-54 0,-2 1-205 0,-4 0-81 16,2 0-90-16,-5 2-102 0,-3-2-97 0,-1 2-363 16,-2-1-1074-16,-2-4 476 0</inkml:trace>
  <inkml:trace contextRef="#ctx0" brushRef="#br0" timeOffset="80678.515">6285 7051 247 0,'0'-8'528'0,"-3"3"5"0,3 5 10 16,0-6-1-16,-1-1-5 0,-2 2-13 15,2-1-4-15,1 1-12 0,0 2-18 0,0-2-20 16,0 5-28-16,0-8-36 0,-1 5-40 0,1 3-40 0,-3-4-38 16,3 4-37-16,0 0-26 0,0 0-23 0,0 0-21 15,0 0-119-15,3 23-62 0,-2-12 0 16,-2 4 0-16,2 3 0 0,0 1 0 0,-1 2 0 16,4 4 0-16,-4 2 0 0,3-4 0 0,-2 4 0 0,-1-1 0 15,-1-7 0-15,1 0 0 0,-3 1 0 0,6-3 0 16,-6-2 0-16,3-2 0 0,0-2 0 0,0-1 0 15,0-3 0-15,-1 0 0 0,-2-1 0 0,6-1 0 16,-3-3 0-16,0-2 0 0,0 0 0 0,0 0 0 16,0 0 0-16,0 0 0 0,1-13 0 0,3 3 0 15,-4-3 0-15,0-6 0 0,3 1 0 0,-3-7 0 16,0-2 0-16,0 1 0 0,-3-3 0 0,-1 3 0 16,3-4 0-16,-4 6 0 0,2 6 0 0,2-2 0 15,-3 3 0-15,4 0 0 0,-5 1 0 0,5 7 0 16,-1 0 0-16,1-1 0 0,-4 4 0 0,4 1 0 15,0-2 0-15,0 2 0 0,0 2 0 0,0 3 0 16,0-5 0-16,0 5 0 0,0-3 0 0,0 3 0 16,0 0 0-16,0 0 0 0,8 9 0 0,-1 0 0 15,-3 0 0-15,4 3 0 0,1 1 0 0,0 1 0 16,-3 0 0-16,2 2 0 0,-2 1 0 0,2 1 0 16,-2 0 0-16,1-2 0 0,-2 0 0 0,0 0 0 0,-1 0 0 15,-1-5 0-15,0 3 0 0,-1-6 0 0,2 2 0 16,-2-6 0-16,-1 2 0 0,1 1 0 15,1-3 0-15,-2-3 0 0,4 0 0 0,-5-1 0 0,0 0 0 16,18-8 0-16,-7-1 0 0,5-5 0 0,2-7 0 16,1-3 0-16,-1-3 0 0,-1 1 0 0,-2 0 0 15,-1-3 0-15,4 0 0 0,-1 4 0 0,-2 1 0 16,-6 6 0-16,1 0 0 0,-1 2 0 0,-1 0 0 16,-3 7 0-16,0-2 0 0,-2 5 0 0,-1 1 0 15,1-1 0-15,-1 3 0 0,1 0 0 0,-3 3 0 16,0 0 0-16,11 10 0 0,-6-3 0 0,-1 6 0 15,1 2 0-15,0 3 0 0,-1 1 0 0,0 6 0 16,1 1 0-16,-4 1 0 0,3-1 0 0,-1 3 0 16,1 0 0-16,-3-3 0 0,-1 1 0 0,5-2 0 15,-4 3 0-15,3-8 0 0,-1 0 0 0,-2-1 0 16,4-1 0-16,-2-2 0 0,2 1 0 0,-1-3 0 16,2-2 0-16,-1 2 0 0,-1-6 0 0,4 2 0 15,-2-2 0-15,4 0 0 0,-1-3 0 0,-2-1 0 0,4-2 0 16,-1-1-320-16,-2-1-224 0,0-1-73 0,-1-4-502 15,2 1-1212-15,-2-3 538 0</inkml:trace>
  <inkml:trace contextRef="#ctx0" brushRef="#br0" timeOffset="81114.9504">6933 7252 199 0,'0'0'453'0,"0"0"10"0,0 0 15 16,0 0 14-16,0 0 14 0,0 0-1 0,1-3-15 15,-1 3-16-15,0 0-34 0,0 0-19 0,0 0-22 16,0 0-26-16,0 0-30 0,0 0-27 0,0 0-30 16,0 0-29-16,0 0-24 0,0 0-29 0,0 0-16 15,0 0-22-15,0 0-13 0,0 0-18 0,0 0-11 16,0 0-31-16,0 0-93 0,0 0 0 0,0 0 0 16,15 3 0-16,-7-4 0 0,1 0 0 0,6-2 0 15,-3 1 0-15,3-3 0 0,0 0 0 0,-2-1 0 16,4-1 0-16,-7 3 0 0,0-5 0 0,-1 2 0 15,-1 0 0-15,2 1 0 0,-5 2 0 0,-4-2 0 16,3 1 0-16,0 2 0 0,-3-1 0 0,-2 0 0 16,2-3 0-16,-1 7 0 0,-2-7 0 0,-5 4 0 15,2-1 0-15,-3 2 0 0,-2 1 0 0,0 1 0 16,-2 4 0-16,0 1 0 0,-5 3 0 0,3 2 0 0,-2-1 0 16,3 5 0-16,-2-1 0 0,2 0 0 0,0 1 0 15,-1 1 0-15,5-2 0 0,5-2 0 16,-1 1 0-16,1-1 0 0,3-1 0 0,6 0 0 15,-4 0 0-15,7-2 0 0,1 1 0 0,6-4 0 0,2 4 0 16,5-7 0-16,7 2 0 0,0-4 0 0,-1-1 0 16,1-2 0-16,-4 0 0 0,-3-5 0 0,6-1-313 15,-2-1-90-15,-2 0-37 0,-7 2-35 0,3-2-33 16,4-6-37-16,-8 4-374 0,0 0-993 0,-2-4 440 16</inkml:trace>
  <inkml:trace contextRef="#ctx0" brushRef="#br0" timeOffset="81980.1863">7414 7174 106 0,'0'0'398'0,"0"0"10"16,4 3 30-16,-4-3 12 0,0 0-1 0,0 0-12 16,0 0-19-16,0 0-19 0,0 0-22 0,0 0-10 15,0 0-38-15,0 0-20 0,0 0-32 0,0 0-26 16,5-6-26-16,-5 6-29 0,0 0-19 0,6-3-22 15,-6 3-16-15,0 0-17 0,0 0-14 0,15 4-11 16,-9-2-3-16,2 2-18 0,0 0 0 0,-1-1-16 16,0 3-5-16,-1-1-7 0,2 1-2 0,-2 1-9 15,0 2 0-15,2-1-4 0,-7 2-2 0,2-1-6 0,0 0-5 16,-3 0-1-16,0 2 9 0,0-4-14 16,-3-2-8-16,-1 6 0 0,-1-2-5 0,1-1-13 15,-5-1-5-15,0-1 0 0,0 0 0 0,0-1 1 0,-2-2 4 16,3-2 3-16,0 0 5 0,1 1 0 15,2-6 0-15,-2 3 4 0,1-3 6 0,1 0 9 16,-1-4 9-16,2 0 1 0,0-2-4 0,4 1-2 0,0-2 0 16,0 0 5-16,6 0-1 0,-2 1-4 0,2-3-1 15,0 5 1-15,0-1-9 0,0 2-3 16,2-3 7-16,0 5-3 0,-2-1-5 0,-1 1-4 16,3 4 5-16,-1-3-5 0,1 3-5 0,-1 1 5 0,-1 0 2 15,4 1-7-15,-1 3 1 0,-4-2 4 0,3 6 1 16,2-4-9-16,-6 6 2 0,2-6 0 0,2 7-2 15,-4-1 10-15,2 2-5 0,-2-1 4 0,0 1-6 16,0-3 0-16,-3 3 1 0,2-1 4 0,-2-1 2 16,-1-1 2-16,4 0 4 0,-3 0-24 0,2-3 3 15,-1-2-1-15,-2 0-6 0,0-1 5 0,3 0 6 16,-3-3-1-16,0 0 9 0,1 5-3 0,-1-5-1 16,0 0 4-16,9-9-2 0,-4 6-2 0,1-4 9 15,2-3-1-15,0 2 11 0,-1-1 5 0,1-2 3 16,1 3-3-16,-3 0-1 0,1-1 8 0,-1 2 0 15,1 2-6-15,-1-2 3 0,-1 2 8 0,0 1-4 16,2 0-9-16,-5 1 0 0,1 1-1 0,1 0-5 16,3 1-6-16,-7 1-1 0,9 3-2 0,-2-1 4 15,-1 3-12-15,0-2 6 0,-1 1 4 0,1 1-3 16,0 4 2-16,-1-1-3 0,-1-2-3 0,1 0 2 16,-1 3-13-16,-3-1 9 0,0-1-10 0,3-1-12 15,-1 1-11-15,-2-1-3 0,-1-3-6 0,3 6-6 16,-2-7 7-16,-1 1 4 0,0 0 3 0,0-3 8 15,4 5 12-15,-4-5-2 0,0 0-2 0,0 0 6 0,0 0 0 16,0 0 7-16,6-11 3 0,-2 6 1 0,-3-2 5 16,3-1 5-16,0-1 7 0,0 1 1 15,1-2 8-15,0 2 0 0,0 2 3 0,-2 1 6 16,2 0 0-16,0 1 1 0,-1 0-5 0,1 1-5 0,0 1-9 16,1 0 0-16,1 2-2 0,-7 0 5 0,11 0-4 15,-6 4 4-15,3-2-10 0,-2 1 4 0,-1-1-3 16,1 2-6-16,-1-1 8 0,0 1 3 0,1 2-4 15,-2-3-3-15,1 2 2 0,-1 0-6 0,1 0-24 16,-1-2-14-16,2 1-34 0,-2-1-27 0,0-2-29 16,1 1-40-16,-4 0-45 0,-1-2-68 0,0 0-90 15,0 0-103-15,8-8-78 0,-8 1-351 0,0-1-976 16,0 0 433-16</inkml:trace>
  <inkml:trace contextRef="#ctx0" brushRef="#br0" timeOffset="82616.5263">8870 7399 34 0,'0'-5'368'0,"3"1"4"16,-3 4 5-16,-3-4 22 0,3 4 10 0,0-9 7 0,-1 4 3 15,1 5 5-15,-3-4 1 0,3-1 1 0,-1 1-4 16,1-1-16-16,1 2-17 0,-2-3-17 16,1 1-16-16,0-1-13 0,-3 1-24 0,6 0-32 0,-3-1-22 15,0 1-32-15,4-2-19 0,1 2-26 0,-1-1-19 16,1 1-19-16,8-2-141 0,-3 3-9 0,4 0 0 15,-1 1 0-15,5-1 0 0,-2 4 0 16,-2 2 0-16,3 0 0 0,-2 0 0 0,-2 2 0 0,-3 1 0 16,3 0 0-16,-4 3 0 0,0-2 0 0,0 2 0 15,-4 2 0-15,0 1 0 0,-1-2 0 0,-8 3 0 16,3-1 0-16,-7 4 0 0,-6-2 0 0,-4 4 0 16,-7 2 0-16,-2-5 0 0,-3 1 0 0,0-4 0 15,-1-1 0-15,-1-2 0 0,4 1 0 0,5-4 0 16,5-2 0-16,-1-3 0 0,4-2 0 0,1 1 0 15,3-3 0-15,1-2 0 0,-1-1 0 0,4-1 0 16,2-3 0-16,1-1 0 0,5-7 0 0,6 0 0 16,2-6 0-16,6 0 0 0,2 3 0 0,2-3 0 15,3 2 0-15,2 4 0 0,-1-3-369 0,5 5-131 16,-2 0-68-16,2 2-54 0,-11 5-400 0,7-4-1108 16,-4 5 491-16</inkml:trace>
  <inkml:trace contextRef="#ctx0" brushRef="#br0" timeOffset="82948.5875">9103 6977 318 0,'0'-16'478'15,"0"0"17"-15,-4 4 14 0,4 1 20 0,-4-1 24 0,3-6 14 16,-3 3 0-16,3-1-11 0,-3 4-7 0,0 2-8 16,0 4-21-16,3 0-29 0,-2-1-27 0,2 2-46 15,-3 1-42-15,3 0-116 0,1 4-260 0,-4-5 0 16,4 5 0-16,0 0 0 0,0 0 0 0,-4 10 0 15,4 0 0-15,0 8 0 0,0 1 0 0,0 8 0 16,-1 2 0-16,1 1 0 0,-3 3 0 0,2 0 0 16,-1 1 0-16,0 2 0 0,2-3 0 0,-1 1 0 15,-3-1 0-15,4 0 0 0,0-2 0 0,0-1 0 16,0-2 0-16,0-2 0 0,1-1 0 0,-1-7 0 16,0 0 0-16,3 0 0 0,-3-1 0 0,0-6 0 15,0 0 0-15,3-2 0 0,0 0 0 0,1-3 0 16,0 0 0-16,5 1 0 0,-4-3 0 0,7-2 0 15,-2 0-468-15,3-2-62 0,-3-2-15 0,0-2-8 16,4 0-6-16,0-7-364 0,2 0-1000 0,-5 0 443 16</inkml:trace>
  <inkml:trace contextRef="#ctx0" brushRef="#br0" timeOffset="83164.5344">9271 7351 473 0,'4'-8'107'0,"1"0"48"0,-2 2 41 16,3 1 24-16,-2-1 22 0,-3 3 31 0,2-1 28 0,1 0 29 15,-3 1 19-15,2 1 15 0,-3 2 2 0,0 0-2 16,2-3-10-16,-2 3-14 0,0 0-13 0,4-2-31 15,-4 2-16-15,0 0-9 0,0 0-13 0,0 0-3 16,0 0 6-16,6 10-12 0,-2-4-19 0,-4-1-15 16,3 2-18-16,-2 2-17 0,-1-1-19 0,4 2-12 15,-4-3-13-15,1 2-19 0,-1-3-4 0,4 6-51 16,-4-4-62-16,0 1 0 0,3-1 0 0,-3-2 0 16,1 1 0-16,2-2 0 0,-3-1-28 0,1-1-181 15,-1-3-54-15,1 5-57 0,-1-5-46 0,0 0-68 16,0 0-98-16,0 0-475 0,17-10-1090 0,-11 3 482 15</inkml:trace>
  <inkml:trace contextRef="#ctx0" brushRef="#br0" timeOffset="83326.6811">9431 7153 1 0,'0'0'406'0,"-1"-6"-10"15,0 4 13-15,1 2-5 0,0 0-13 0,-2-6-30 16,2 6-36-16,0 0-42 0,-1-3-48 0,1 3-60 15,0 0-42-15,0 0-46 0,0 0-66 0,-3 12-59 16,5-4-73-16,0 2-71 0,2-1-73 0,-1 1-253 16,1 0-548-16,3-2 243 0</inkml:trace>
  <inkml:trace contextRef="#ctx0" brushRef="#br0" timeOffset="84351.0123">9592 7335 143 0,'6'-4'406'0,"-4"0"19"0,-2 4 14 16,2-3 6-16,-2-1-12 0,2 0-19 0,-2 4-22 15,2-6-26-15,-2 2-27 0,0 4-31 0,4-7-18 0,-4 5-38 16,3 0-25-16,-3 2-27 0,2-5-16 0,-2 5-24 16,4-2-18-16,-4 2-14 0,9-2-16 0,-9 2-13 15,10 5-4-15,-5-3-13 0,2 3-10 0,2 0-8 16,-2 2-6-16,0-2-8 0,-1 4-3 0,2-2-7 15,-4 2-3-15,2 2-2 0,-5-3-5 0,3 1-2 16,-4-2-3-16,1 3-3 0,-1-5 1 0,-1 5-3 16,-3-3-5-16,0 3 2 0,-1-2 0 0,-4-1-6 15,0 0-2-15,0-1-5 0,-2-2 0 0,1 0 1 16,3-1 1-16,0-1-1 0,-1-2 2 0,0 0-2 16,8 0 3-16,-13-2 5 0,6-1 7 0,3-1 4 15,-2-4 6-15,2 3 5 0,0-2-3 0,3-4-4 16,1 1-1-16,0 2-4 0,1-2-1 0,-1 2-4 15,5-3-10-15,-1 1 9 0,2 3-9 0,1-1 2 16,0 1-3-16,-1 2-4 0,3-1 0 0,1 2-3 16,-4 1-1-16,2 0-2 0,-2 3 6 0,3 0-4 15,-3 0-2-15,2 0 3 0,2 2 3 0,-1 0-9 16,-1 1 3-16,-3 1-3 0,0 1 4 0,0 1 1 0,3 0-5 16,-3 1 4-16,0 3 0 0,-1-2 1 15,-3-1 5-15,2 3-5 0,-2-1-2 0,-1-2-11 16,3-3-6-16,-3 5-11 0,0-4-11 0,0 0-6 15,0-1 6-15,0 1 5 0,0-1 1 0,0-1 8 0,0-3 3 16,1 5 7-16,-1-5 9 0,0 0 3 0,0 0-1 16,0 0 3-16,10-7 8 0,-6 2 15 0,4 0 6 15,-2-2 6-15,2 1-2 0,1-4 0 0,0 2-4 16,0-2 6-16,2 5 2 0,-1-5 1 0,-2 3 1 16,2-1-1-16,-1 2 0 0,-1 3-6 0,2-3-1 15,-4 3-4-15,3 1-3 0,-1 0-12 0,-3 2 9 16,4 0-4-16,-9 0-1 0,13 1 1 0,-8 1-5 15,5 0-2-15,-1 6-3 0,-5-6 4 0,4 3 2 16,-2-3-3-16,-2 5 4 0,0-3-7 0,-3 1 7 16,4 2-9-16,-5-4-5 0,4 2-12 0,-4 1-10 15,3-1-8-15,-3-1-8 0,1-2 0 0,-1 3-3 16,0-5 6-16,1 5 3 0,-1-5 7 0,3 4 9 16,-3-4 0-16,1 2 4 0,-1-2 5 0,0 0 1 15,0 0-1-15,0 0 1 0,10-9 3 0,-6 5-2 16,1-3 3-16,3 0-1 0,-1 0 3 0,1 2 0 15,1-4 5-15,-1 4 5 0,3-1 1 0,-2-1 6 16,0 2 0-16,1-1 0 0,-3 2 1 0,-1 2-3 0,3 1 1 16,-4-1-2-16,4 2-1 0,-4-2-10 0,-5 2 7 15,11 2 1-15,-5-1-3 0,0 2 0 0,-1 1-1 16,-1 1 4-16,1-2-6 0,2 2 3 16,-6-1-1-16,4 3-2 0,-1-2 3 0,0 1 4 0,-3-1-8 15,0 2-3-15,2-1-14 0,-2 1-8 0,-1-1-1 16,3-1-6-16,-2-1-2 0,-1-1-4 0,0-3-1 15,0 5 5-15,4-3 6 0,-4-2 3 0,0 0 9 16,1 4 3-16,-1-4-3 0,0 0 4 0,0 0 3 16,11-7 4-16,-8 3 0 0,2-2 8 0,-1 0 5 15,0 0 1-15,1 0 11 0,1-3 7 0,-1 4 10 16,2 0 1-16,-2-1-1 0,0 2 1 0,-1 1-3 16,1-4-2-16,-1 5-3 0,0-1-2 0,0 0-5 15,1 2-2-15,0 1-8 0,-5 0 3 0,11 1-5 16,-7 0 1-16,1 3 4 0,0 1-7 0,1 0 3 15,0-3 1-15,0 3-7 0,-2 3 0 0,1-3 0 16,-1 0-30-16,0 2-34 0,-1-1-43 0,-1-4-54 16,3 3-68-16,0 0-64 0,-4 1-55 0,3-2-65 15,3-1-59-15,-2-2-375 0,0-1-909 0,-5 0 402 16</inkml:trace>
  <inkml:trace contextRef="#ctx0" brushRef="#br0" timeOffset="85518.6535">10589 7351 282 0,'5'-4'357'15,"-5"4"3"-15,0 0 5 0,0 0 2 0,0 0-20 0,0 0-21 16,1-5-25-16,-1 5-30 0,0 0-25 0,0 0-24 16,0 0-21-16,0 0-20 0,0 0-18 0,0 0-19 15,0 0-14-15,0 0-13 0,0 0-15 0,0 0-6 16,0 0-13-16,0 0-11 0,0 0-4 0,0 0-10 15,0 0-5-15,0 0 1 0,0 0 4 0,0 0 0 16,0 0-2-16,12 4-3 0,-12-4-3 0,14-1 2 16,-9 1-3-16,4-2 2 0,-1 1 2 0,-2-1 14 15,0-2 6-15,1 2 6 0,-1-1 4 0,2-1 1 16,-3-1 9-16,0 4 4 0,-1-3 0 0,-1 1-6 16,-1-2-14-16,-1 2-4 0,-1 3-8 0,-1-7-11 15,0 4-4-15,1 3-5 0,-7-5-4 0,2 2 0 16,0 1-2-16,5 2 0 0,-14 0-4 0,8 0-4 15,-5 0-1-15,-1 5 0 0,-1 0-3 0,-2 1-7 16,3-1 3-16,-6 4-6 0,4 0 2 0,-2 1-5 0,3 0 1 16,2-2-2-16,0 6-5 0,3-7 2 0,2 2-2 15,0-1-3-15,-1 3 2 0,3-5-1 16,2 3 0-16,1-2-3 0,-1-1 3 0,5 3-2 0,-1-2 1 16,5 1-2-16,-1-1 4 0,2 0-1 15,1-3 0-15,2 1-1 0,2-1 2 0,6 0 9 16,-1-3-10-16,0 1 2 0,5-4 1 0,-1 0 5 0,5-3 6 15,-1 0 25-15,-5-3 8 0,2-5 12 0,-5 3 9 16,6-4 6-16,-5-2-6 0,-1 5 8 0,4-8-6 16,-4 1 7-16,-3-2-3 0,3-1-2 0,-3 0 3 15,-1-2 17-15,-2 6-59 0,1-6-39 0,-3 1 0 16,-3 4 0-16,-3 0 0 0,0 0 0 0,-4 2 0 16,1-1 0-16,-1 4 0 0,0 2 0 0,-1 0 0 15,1 1 0-15,0-1 0 0,-2 6 0 0,2-1 0 16,2 0 0-16,-4 1 0 0,2 5 0 0,-2-3 0 15,2 3 0-15,2-7 0 0,-2 7 0 0,0-3 0 16,0 3 0-16,0 0 0 0,0 0 0 0,0 0 0 16,-4 14 0-16,0-3 0 0,1-1 0 0,1 3 0 15,-2 2 0-15,2 3 0 0,-2 3 0 0,1-2 0 16,2 1 0-16,-2 5 0 0,2-6 0 0,1 8 0 0,-1-7 0 16,1 5 0-16,1-6 0 0,0 0 0 0,3-1 0 15,0 0 0-15,2 1 0 0,2 4 0 16,-2-7 0-16,-1-5 0 0,1-2 0 0,1 1 0 15,3 1 0-15,-2-3 0 0,1 0 0 0,3 0 0 0,-1-2 0 16,1-2 0-16,2 0 0 0,-3-2 0 0,3 2 0 16,-1-5 0-16,2 1 0 0,2-7 0 0,-1 3 0 15,0-4 0-15,-3 0 0 0,2-1 0 0,-1-2 0 16,-6 1 0-16,2 1 0 0,-5-2 0 0,7-3 0 16,-6-1 0-16,-2 2 0 0,-2 4 0 0,1-4 0 15,-2 1 0-15,2 4 0 0,-3-2 0 0,0 4 0 16,0 2 0-16,0-3 0 0,-3 2 0 0,3 2 0 15,0 3 0-15,-1-6 0 0,1 6 0 0,0 0 0 16,0 0 0-16,0 0 0 0,0 0 0 0,-9 11 0 16,6-8 0-16,2 4 0 0,-1 0 0 0,0-1 0 15,1 1 0-15,-3 2 0 0,4 0 0 0,0 2 0 16,0-4 0-16,5 2 0 0,-5 0 0 0,2-3 0 16,0 3 0-16,2 0 0 0,0 0 0 0,1-2 0 0,3-2 0 15,-1-3 0-15,1 3 0 0,1 0 0 16,-4-2 0-16,8-2 0 0,-3-1 0 0,0 0 0 15,2-2 0-15,-1 0 0 0,1-3 0 0,-2 3 0 0,2-5 0 16,-2 1 0-16,-1 2 0 0,-3-3 0 0,3 0 0 16,-1 0 0-16,-2 0 0 0,0-1 0 0,2-4 0 15,-4 9 0-15,2-7 0 0,-2 4 0 0,1 2 0 16,-1-1 0-16,-3 0 0 0,2 3 0 0,-2-1 0 16,3 2 0-16,-4 1 0 0,0 0 0 0,0 0 0 15,10-1 0-15,-10 1 0 0,8 7 0 0,-4 2 0 16,1-2 0-16,0 2 0 0,0-1 0 0,3 4 0 15,-4-3 0-15,1 3 0 0,0-4 0 0,-3 2 0 16,5 0 0-16,-2-1 0 0,-1 0 0 0,1-1 0 16,-3-1 0-16,1-1 0 0,0 0 0 0,-1-1 0 15,1-1 0-15,-2-2 0 0,3 0 0 0,-4-2 0 16,0 0-9-16,0 0-286 0,0 0-90 0,9-8-62 16,-8 0-59-16,4-4-46 0,-1-3-448 0,-1-3-1083 15,-2-1 479-15</inkml:trace>
  <inkml:trace contextRef="#ctx0" brushRef="#br0" timeOffset="85700.7274">11526 7189 256 0,'-5'-5'406'0,"1"-2"48"0,0 2 39 0,0 1 53 15,-1-1 42-15,0-1 25 0,1 3 2 0,2 0-12 16,-1-2-25-16,-1 1-43 0,4 0-25 0,0 4-48 16,3-8-53-16,2 3-40 0,5-2-38 0,2 1-35 15,7 0-169-15,6-4-127 0,2 2 0 0,3-1 0 16,4 1 0-16,2 1 0 0,0-1 0 0,-5 3 0 15,-4-4 0-15,-9 6 0 0,0-2 0 0,-5 0 0 16,-3 3-326-16,-1-1-318 0,-4 1-560 0,3 1-1304 16,-8 1 577-16</inkml:trace>
  <inkml:trace contextRef="#ctx0" brushRef="#br0" timeOffset="93226.886">7976 8447 188 0,'0'-5'393'0,"-2"-6"21"0,2 4 11 0,-1-2 11 16,1 0 4-16,0 0 1 0,-3 4-3 0,3-2-1 15,0 0-10-15,0 1 3 0,0-1-22 0,0 2-13 16,0-1-9-16,3-1-16 0,-3 2-21 0,0-2-5 16,0 3-16-16,0 0-20 0,0 4-20 0,0-5-27 15,0 5-24-15,-3-6-189 0,3 6-48 0,0 0 0 16,0 0 0-16,0 0 0 0,-1-3 0 0,1 3 0 16,0 0 0-16,0 0 0 0,1 14 0 0,2-7 0 15,-2 5 0-15,3 5 0 0,0 1 0 0,1 7 0 0,-1-1 0 16,2 0 0-16,-2 5 0 0,1-1 0 15,-2 0 0-15,-2 0 0 0,3 3 0 0,0-1 0 16,0 0 0-16,-2 0 0 0,2-1 0 0,-4-1 0 16,1 2 0-16,2-4 0 0,-3 1 0 0,1-1 0 15,2-6 0-15,-3 0 0 0,1-3 0 0,0 1 0 16,-1 0 0-16,3-2 0 0,-3-4 0 0,1-2 0 16,-1 2 0-16,0-6 0 0,0 2 0 0,3-2 0 0,-2-1 0 15,-1 0 0-15,1-1 0 0,-1 2 0 16,0-3 0-16,1-1 0 0,-1-2 0 0,0 5 0 15,0-5 0-15,0 0 0 0,2 3 0 0,-2-3 0 16,0 0 0-16,0 0 0 0,0 0 0 0,0 0 0 0,0 0 0 16,-2-12 0-16,2 6 0 0,-2-4 0 0,1 0 0 15,-6-2 0-15,5-3-699 0,-7-9-550 0,1 6-1353 16,-1-7 599-16</inkml:trace>
  <inkml:trace contextRef="#ctx0" brushRef="#br0" timeOffset="93695.4135">7719 8459 233 0,'-2'-5'438'0,"-1"0"18"0,0-2 13 15,1 1 9-15,-1 0-4 0,2-2-7 0,-3 0-12 16,1 3-13-16,2 0-11 0,1 2-23 0,0-2-15 15,-1 1-39-15,2-2-21 0,0 1-23 0,2-1-37 0,2 1-24 16,1-1-23-16,4 0-24 0,7-2-14 16,1 3-14-16,9-1-8 0,1-1-12 0,4 2-9 15,2 2-8-15,2 3-13 0,0 0-112 0,2 3-12 16,3 1 0-16,-5 4 0 0,0 0 0 0,14 5 0 0,-16 2 0 16,2 3 0-16,-3 0 0 0,0 1 0 15,-3-1 0-15,-3 3 0 0,-5 0 0 0,-1 2 0 16,-3 0 0-16,-8-1 0 0,0 3 0 0,-2 2 0 0,-8 1 0 15,0 1 0-15,-4 3 0 0,-6-1 0 0,-2 2 0 16,-2 1 0-16,-6-3 0 0,-11 10 0 0,1-3 0 16,-4-5 0-16,8-8 0 0,-1 2 0 0,1-7 0 15,2-1 0-15,0 0 0 0,3-2 0 0,5-5 0 16,1-1 0-16,4-4 0 0,1-2 0 0,2 0 0 16,2 1 0-16,0-4 0 0,-1 0 0 0,4 0 0 15,0 1 0-15,-1 0 0 0,4-3 0 0,-4 2 0 16,4-2 0-16,0 0 0 0,0 0 0 0,0 0 0 15,0 0 0-15,0 0 0 0,0 0 0 0,0 0 0 16,18-5-405-16,-8 7-351 0,3-6-416 0,-2-1-1270 16,2 2 563-16</inkml:trace>
  <inkml:trace contextRef="#ctx0" brushRef="#br0" timeOffset="94427.3921">8553 8931 303 0,'-2'-5'423'16,"2"1"15"-16,-2-1 21 0,2 5 8 0,-2-7 2 15,-2 5-2-15,3-3-4 0,1 5-8 0,-2-8-13 16,2 5-13-16,-1 0-14 0,-1-1-8 0,2 4-16 16,-2-5-23-16,2 5-29 0,-1-4-30 0,1 4-26 15,0 0-31-15,0 0-26 0,0 0-30 0,0 0-16 16,0 0-170-16,0 0-10 0,0 0 0 0,0 0 0 16,6 13 0-16,-2-4 0 0,0 1 0 0,0 0 0 15,0 1 0-15,0 3 0 0,1 1 0 0,-3 3 0 0,2 1 0 16,0 0 0-16,2-1 0 0,-2 2 0 15,1-1 0-15,-1 7 0 0,3-1 0 0,-1 1 0 16,-4 0 0-16,2-7 0 0,0 6 0 0,0-4 0 0,-3-3 0 16,3-1 0-16,0-1 0 0,-3-3 0 0,2-1 0 15,-2-3 0-15,0 0 0 0,3-2 0 16,0-3 0-16,-3 2 0 0,0-1 0 0,3-2 0 16,0-1 0-16,0 1 0 0,1-2 0 0,-5-1 0 0,14-3 0 15,-5-2 0-15,0-1 0 0,2-1 0 0,0 1 0 16,-1-5 0-16,3 1 0 0,-3-3 0 0,3-2 0 15,-4 1 0-15,2 0 0 0,-2-3 0 0,5-5 0 16,-6-2 0-16,-2 6 0 0,3-8 0 0,-1 3 0 16,-7 3 0-16,3-7 0 0,1 2 0 0,-4-1 0 15,-1-2 0-15,-1 9 0 0,-3-1 0 0,0-5 0 16,3 6 0-16,-3 1 0 0,3 0 0 0,-5 4 0 16,3 1 0-16,-2 3 0 0,3-2 0 0,-1 6 0 15,0 0 0-15,2-1 0 0,-3 3 0 0,-1-1 0 16,1 0 0-16,-2 2 0 0,0 2 0 0,-1 1 0 15,-1 2 0-15,-2 0 0 0,-1 5 0 0,0-2 0 16,0 4 0-16,1-2 0 0,-1 1 0 0,1 1 0 16,3-1 0-16,-1 3 0 0,4-3 0 0,0 0 0 0,3 1 0 15,2-3 0-15,2 4 0 0,2-3 0 16,4-1 0-16,4 1 0 0,3-2 0 0,5 0 0 16,-2-3 0-16,1 1 0 0,2-4 0 0,-3 4 0 0,3-3 0 15,-3 1 0-15,-1-2 0 0,3-1-138 0,-10 1-149 16,3-2-58-16,-2-1-63 0,0 1-62 15,0-3-76-15,-3 1-454 0,0-3-1083 0,-4 2 479 16</inkml:trace>
  <inkml:trace contextRef="#ctx0" brushRef="#br0" timeOffset="95009.5967">8106 8148 275 0,'0'0'277'0,"0"0"-9"0,-1 3-14 16,1-3-12-16,0 0-13 0,-4 3-10 0,4-3-5 15,-4 3-8-15,4-3-1 0,-5 1-7 0,5-1-6 16,0 0-2-16,-7 0-4 0,7 0 1 0,0 0-1 15,0 0-5-15,0 0 6 0,-7 0-5 0,7 0 5 16,0 0 0-16,0 0-1 0,0 0 2 0,0 0 0 16,0 0-5-16,0 0 1 0,0 0-4 0,0 0-14 0,0 0-6 15,0 0-8-15,25 0 14 0,-11 0 6 0,12-5 8 16,3-1-10-16,3 2 5 0,5-3-16 0,15 2-21 16,-1-2-11-16,6 0-9 0,2 1-7 15,5-1-15-15,1-2 4 0,0 0-19 0,-5 1-15 0,-6 1 12 16,-16 2-1-16,-5 0-4 0,-11 4-10 0,-4-1-61 15,-5 1-2-15,-3 1 0 0,-1 0 0 16,1-1 0-16,-6 1 0 0,4 0 0 0,-3 2 0 0,-1-1 0 16,-2 1 0-16,-2-2 0 0,5 3 0 0,-5-3-29 15,0 0-132-15,2 5-39 0,-2-5-38 0,0 0-34 16,0 0-40-16,0 0-48 0,0 0-38 0,0 0-54 16,-8 3-57-16,8-3-368 0,-8 2-950 0,8-2 421 15</inkml:trace>
  <inkml:trace contextRef="#ctx0" brushRef="#br0" timeOffset="95427.3597">9458 8876 68 0,'-9'-2'488'16,"9"2"21"-16,-8-2 19 0,8 2 17 0,-10-1 3 15,10 1-4-15,-4-2-10 0,4 2-23 0,-4-2-27 16,4 2-19-16,0 0-21 0,0 0-28 0,-1-5-36 16,1 5-35-16,0 0-41 0,0 0-32 0,11-6-30 15,-4 4-23-15,2-1-22 0,3 1-49 0,0 1-148 16,1-2 0-16,0 2 0 0,-2 0 0 0,2 1 0 16,0-1 0-16,-3 1 0 0,-3 0 0 0,-1 0 0 15,-6 0 0-15,11 0 0 0,-8-2-242 0,-3 2-91 16,8-1-73-16,-8 1-41 0,0 0-40 0,0 0-28 0,0 0-37 15,0 0-317-15,-9 9-940 0,1-4 416 0</inkml:trace>
  <inkml:trace contextRef="#ctx0" brushRef="#br0" timeOffset="95610.0397">9443 8971 228 0,'-3'5'329'0,"-1"-1"35"16,4-4 51-16,-2 5 41 0,2-5 42 0,-3 1 24 15,3-1 15-15,0 0-2 0,0 0-6 0,0 0-14 16,0 0-25-16,0 6-31 0,0-6-38 0,0 0-38 15,12-2-37-15,-12 2-32 0,12-3-33 0,0 1-28 16,-2-1-25-16,0 3-140 0,2-1-88 0,-2-1 0 16,-1 0 0-16,-1 0 0 0,-1-2 0 0,1 3 0 15,1-1-175-15,0-1-261 0,1 0-130 0,0-2-127 16,2 0-361-16,1-1-1142 0,2-2 506 0</inkml:trace>
  <inkml:trace contextRef="#ctx0" brushRef="#br0" timeOffset="98020.5977">11018 8297 171 0,'3'-4'384'0,"1"-2"-5"0,-3 1 1 15,-1-1-10-15,0 0 1 0,4 1-3 0,-4 2-10 16,0-1-29-16,0 4-27 0,-4-7-23 0,3 5-17 15,-6-2-17-15,4 3-11 0,-5 0-10 0,-1-3-10 16,-4 4-8-16,-5 3-7 0,0-1-1 0,-10 3-3 16,0-2-5-16,-4 1-2 0,0 1-12 0,2 2 2 15,-6 1-18-15,3-3 5 0,-2 2-9 0,2 0-24 16,-3-2 22-16,4 3-9 0,-4-2 2 0,4-4-4 16,3 4-2-16,1-3 0 0,5-1-5 0,7 0 4 15,-4-2-109-15,10 0-31 0,-3 2 0 0,3-2 0 16,2 1 0-16,3 0 0 0,0 0 0 0,5-1 0 15,-8 1 0-15,8-1 0 0,-7 0 0 0,7 0 0 0,0 0 0 16,0 0 0-16,-7-1 0 0,7 1 0 16,0 0 0-16,-7-1 0 0,7 1 0 0,0 0 0 15,0 0 0-15,0 0 0 0,0 0 0 0,0 0 0 0,0 0 0 16,-5 5 0-16,5-5 0 0,0 0 0 0,0 0 0 16,0 0 0-16,0 0 0 0,0 0 0 15,0 0 0-15,0 0 0 0,0 0 0 0,0 0 0 16,-2 4 0-16,0-3 0 0,2-1 0 0,1 7 0 0,-1 0 0 15,0 1 0-15,0 4 0 0,0 5 0 0,0 3 0 16,0 8 0-16,3 0 0 0,-3 4 0 0,2 4 0 16,-2 13 0-16,4 1 0 0,-2 5 0 0,2-2 0 15,-4 3 0-15,4-1 0 0,-3 3 0 0,-1-1 0 16,4 2 0-16,-4 25 0 0,0-31 0 0,1 4 0 16,2-2 0-16,-6 0 0 0,2-1 0 0,-1 1 0 15,-1 1 0-15,-1-5 0 0,-3 2 0 0,2-5 0 16,1 0 0-16,1-12 0 0,-3 14 0 0,2-16 0 15,1 14 0-15,-6-16 0 0,7 3 0 0,-1-2 0 16,2-5 0-16,0 1 0 0,1 2 0 0,1-8 0 16,-2 2 0-16,2 1 0 0,-1-8 0 0,0-2 0 15,0 1 0-15,1-5 0 0,-2 2 0 0,2-2 0 0,-2-1 0 16,2 2 0-16,-1-3 0 0,0-2 0 16,0 0 0-16,0-2 0 0,2 1 0 0,-1-1 0 15,0-1 0-15,-1 0 0 0,0-2 0 0,0 1 0 16,1 2 0-16,-1-3 0 0,3 1 0 0,-3 0 0 0,0-4 0 15,0 5 0-15,0-5 0 0,1 5 0 0,-1-5 0 16,0 5 0-16,0-5 0 0,5 3 0 0,-5-3 0 16,0 1 0-16,0-1 0 0,0 0 0 0,4 4 0 15,0-2 0-15,-4-2 0 0,14 1 0 0,0-1 0 16,5-1 0-16,12-3 0 0,7-1 0 0,1 1 0 16,17-7 0-16,0 1 0 0,-1-1 0 0,1 3 0 15,-3 0 0-15,-1 1 0 0,-15 0 0 0,-1 4 0 16,-5-3 0-16,-2 4 0 0,-6-1 0 0,-4 2 0 15,-1-2 0-15,-8 2 0 0,4 0 0 0,-9 1 0 16,3-2 0-16,0 2 0 0,-8 0 0 0,10-2 0 16,-10 2 0-16,8 0 0 0,-8 0 0 0,0 0 0 15,6-1 0-15,-6 1 0 0,4 0 0 0,-4 0 0 0,0 0 0 16,0 0 0-16,0 0 0 0,0 0 0 0,0 0 0 16,0 0 0-16,0 0 0 0,0 0 0 0,0 0-599 15,0-4-93-15,0 4-458 0,0 0-1247 16,-8-11 552-16</inkml:trace>
  <inkml:trace contextRef="#ctx0" brushRef="#br0" timeOffset="98706.4931">12620 8243 111 0,'0'-5'365'0,"0"-1"1"0,0-1-7 16,0 0 0-16,-2 0 8 0,0 2 1 0,-2-4 6 0,2 4-6 15,-1 1-10-15,-1-2-9 0,3 1-8 16,-3 2-9-16,4-5-10 0,-2 5 0 0,0-2-3 16,0-2-18-16,-1 4 0 0,3 3-18 0,-1-6-16 15,1 6-12-15,-3-4-28 0,3 4-29 0,-2-2-16 0,2 2-19 16,0 0-16-16,0 0-18 0,0 0-14 16,0 0-16-16,0 0-9 0,0 0-36 0,-4 11-54 15,4-2 0-15,-4 1 0 0,0 3 0 0,2 3 0 0,-2 2 0 16,-3 0 0-16,2 7 0 0,-2-1 0 0,0 3 0 15,2 0 0-15,-3 2 0 0,3-4 0 0,-1 1 0 16,-3-1 0-16,3 0 0 0,0-6 0 0,1-1 0 16,-1 1 0-16,4-2 0 0,-1-1 0 0,0-1 0 15,1-4 0-15,2 0 0 0,-3-2 0 0,3-2 0 16,-2 0 0-16,0-1 0 0,2-3 0 0,-1 3 0 16,1-2 0-16,-1-1 0 0,-1 1 0 0,2-4 0 15,0 0 0-15,-1 6 0 0,1-6 0 0,0 0 0 16,0 4 0-16,0-4 0 0,0 0 0 0,0 0 0 0,0 0 0 15,0 0 0-15,0 0 0 0,0 0 0 16,0 0 0-16,0 0 0 0,0 0-83 0,-6-11-476 16,6 11-94-16,-1-6-497 0,-3 5-1245 0,0-2 551 15</inkml:trace>
  <inkml:trace contextRef="#ctx0" brushRef="#br0" timeOffset="99380.5147">11178 9190 65 0,'-6'0'261'0,"6"0"-4"15,-14 0-9-15,9 2-8 0,5-2-9 16,-12-2-10-16,3 4-10 0,3-4-11 0,6 2-8 0,-9 0-10 16,9 0-10-16,-9 0 0 0,9 0 9 0,-8 2-22 15,8-2 5-15,0 0-6 0,-6 0-2 16,6 0 6-16,0 0 2 0,0 0 4 0,0 0-5 0,0 0-2 16,0 0 0-16,0 0 4 0,0 0 2 0,0 0 4 15,29-2 10-15,-10 0 6 0,17-1 6 0,1-1 9 16,18-6 1-16,8 0-11 0,28-6-20 0,3-2-12 15,3 5-13-15,9-6 0 0,6 2-5 0,5-3-23 16,11-1-4-16,10 0-14 0,1 4-9 0,6-3-5 16,8-1-13-16,4 5 0 0,0-1 4 0,-5 3 0 15,-2 0 6-15,-8-1 16 0,-3 5 22 0,-6 0-2 16,-9-2-51-16,-8 2-69 0,-6 2 0 0,-6 0 0 16,-13-1 0-16,-30 2 0 0,0 0 0 0,-1 1 0 0,-4-1 0 15,-2 2 0-15,-14 0 0 0,-3-1 0 16,1 3 0-16,-6-1 0 0,0 2 0 0,-5-3 0 15,-8 3 0-15,2-1 0 0,-4 0 0 0,-5 2 0 16,-1-1 0-16,-3 0 0 0,-1 2 0 0,-2-3 0 0,1 3 0 16,-6 0 0-16,8-2 0 0,-8 2 0 15,0 0-32-15,6-1-227 0,-6 1-26 0,0 0-25 16,0 0-13-16,0 0-17 0,0 0-23 0,0 0-28 0,0 0-30 16,-14 6-41-16,8-3-373 0,-1-2-903 0,1 1 400 15</inkml:trace>
  <inkml:trace contextRef="#ctx0" brushRef="#br0" timeOffset="101682.7964">11894 9594 2 0,'0'0'329'16,"1"-5"18"-16,-1 5 2 0,4-3 8 0,-3 2 11 15,3-4 1-15,-4 5 3 0,5-5-6 0,-5 2-1 16,0 3-5-16,4-5-5 0,-4 2-11 0,0 3-8 16,5-3-1-16,-1 2-12 0,-4 1-19 0,4-5-10 15,-4 5-18-15,1-3-17 0,-1 3-16 0,0 0-15 16,0 0-17-16,0 0-19 0,0 0-10 0,0 0-17 0,4-2-17 16,-4 2-15-16,0 0-10 0,0 0-8 0,-14 0-74 15,1 1-41-15,-5 0 0 0,-12 2 0 0,-1-1 0 16,-8 3 0-16,0 1 0 0,-11 2 0 0,9-1 0 15,-7 2 0-15,9-1 0 0,0-2 0 0,-1 4 0 16,4-4 0-16,0 4 0 0,6-5 0 16,3 1 0-16,7 0 0 0,3-3 0 0,4 1 0 0,5-2 0 15,1 0 0-15,-6 0 0 0,9-2 0 0,-1 3 0 16,5-3 0-16,-8 2 0 0,8-2 0 0,-5 1 0 16,5-1 0-16,-4 2 0 0,4-2 0 0,0 0 0 15,0 0 0-15,-6 4 0 0,6-4 0 0,0 0 0 16,0 0 0-16,0 0 0 0,0 4 0 0,0-4 0 15,6 5 0-15,1-2 0 0,-2 1 0 0,3 3 0 16,7 4 0-16,2 0 0 0,6 1 0 0,2 2 0 16,2 1 0-16,4-2 0 0,0 4 0 0,3-2 0 15,-1-1 0-15,2 2 0 0,-6-2 0 0,-1-3 0 16,0 0 0-16,-1-1 0 0,-4 1 0 0,-5-4 0 0,-5-2 0 16,-2-1 0-16,1 0 0 0,-2 3 0 15,1-3 0-15,-4 5 0 0,-1-6 0 0,1-1 0 16,-1 1 0-16,-4-3 0 0,4 4 0 0,-4-3 0 0,-2-1 0 15,0 0 0-15,0 0 0 0,7 2 0 0,-7-2 0 16,0 0 0-16,0 0 0 0,0 0 0 0,0 0 0 16,0 0 0-16,0 0 0 0,0 0 0 0,0 0 0 15,9-2 0-15,-9 2 0 0,0 0 0 0,0 0 0 16,0 0 0-16,0 0 0 0,-11 11 0 0,4-9 0 16,-9 10 0-16,-4 4 0 0,-3 2 0 0,-4 1 0 15,-4 4 0-15,2 2 0 0,-12 6 0 0,1 0 0 16,11-6 0-16,-13 9 0 0,2-1 0 0,3 2 0 15,3-1 0-15,-5-3 0 0,11-5 0 0,-9 4 0 16,9-3 0-16,0-2 0 0,1-2 0 0,1-1 0 16,4 0 0-16,2-6 0 0,6-2 0 0,5-3 0 15,-1-5 0-15,4 3 0 0,1-5 0 0,-2 1 0 0,6 0 0 16,-4-1 0-16,5 0 0 0,0-4 0 16,5 3 0-16,0-3 0 0,7 1 0 0,7 2 0 15,1-6 0-15,10 0 0 0,4 3 0 0,3-4 0 16,13-4 0-16,4 2 0 0,3 1 0 0,-2-4 0 0,5 4 0 15,1-4 0-15,2 2 0 0,-3 1 0 0,1-2 0 16,-5 3 0-16,-1 2 0 0,-16 2 0 0,-2 0 0 16,-1 1 0-16,-7-1 0 0,-6 1 0 0,-3 0 0 15,-4 0 0-15,-4 1 0 0,0 0 0 0,-4 0 0 16,1 0 0-16,-4 1 0 0,4-1 0 0,-4 1 0 16,-1-1 0-16,0 1 0 0,0 1 0 0,-3 0 0 15,3-1 0-15,-4-2 0 0,1 4 0 0,2-1 0 16,-3-3 0-16,0 0 0 0,-5 7 0 0,1-7 0 15,-4 6-133-15,0-5-527 0,1 1-63 0,-5-2-390 16,-3 2-1205-16,2-2 533 0</inkml:trace>
  <inkml:trace contextRef="#ctx0" brushRef="#br0" timeOffset="102153.2273">11366 10976 25 0,'4'-3'395'0,"-1"-1"5"0,-1 0 13 16,2 0 9-16,-2 1 8 0,0 0 8 16,-2 3-9-16,3-6-9 0,-3 6-11 0,3-3-14 0,-3 3-7 15,5-3-14-15,-5 3-5 0,0 0-28 0,0 0-15 16,0 0-26-16,0 0-15 0,0 0-16 0,0 0 0 16,0 0-3-16,0 0 21 0,-5 17-11 15,2-7-23-15,1 0-241 0,1 3-12 0,-3 2 0 0,3 3 0 16,-1-1 0-16,1 1 0 0,0-1 0 0,1 1 0 15,0 0 0-15,-3-1 0 0,3 1 0 0,2 0 0 16,-2-3 0-16,-2-1 0 0,4-5 0 0,-4 3 0 16,2-1 0-16,2-4 0 0,-2 4 0 0,0-4 0 15,1 0 0-15,0-2 0 0,0 0 0 0,-1 0 0 16,0-4 0-16,0-1 0 0,2 7 0 0,-2-7 0 16,1 3 0-16,-1-3 0 0,0 0 0 0,0 0 0 15,0 0-13-15,6-15-567 0,-2 6-76 0,-4 1-501 16,-1-7-1254-16,2-2 554 0</inkml:trace>
  <inkml:trace contextRef="#ctx0" brushRef="#br0" timeOffset="102384.2771">11379 10880 22 0,'4'-2'523'0,"-1"-4"-4"16,0 3 11-16,-2-1 10 0,3 3 1 0,-3-3-13 15,2 0-18-15,0 1-45 0,-3 3-35 0,2-4-38 16,-2 4-37-16,3-3-42 0,-3 3-34 0,5-2-25 16,-5 2-29-16,0 0-46 0,0 0-49 0,0 0-57 15,0 0-59-15,0-3-59 0,0 3-45 0,0 0-50 16,0 0-50-16,0 0-53 0,0 0-49 0,0 0-43 16,-10 9-56-16,10-9-47 0,0 5-339 0,0-5-841 15,0 0 372-15</inkml:trace>
  <inkml:trace contextRef="#ctx0" brushRef="#br0" timeOffset="102702.0174">11599 11023 386 0,'0'0'405'0,"-3"3"19"0,3-3 5 0,0 0 2 15,-6 2-5-15,6-2-8 0,0 0-15 0,-5 1-17 0,5-1-23 16,0 0-20-16,0 0-27 0,0 0-30 0,0 0-23 16,0 0-26-16,0 0-20 0,9-14-25 15,-4 13-16-15,0-2-14 0,1-1-25 0,-1 2-11 0,4-2-12 16,1 0-13-16,2 3-13 0,-3-3-10 0,1 1-11 16,-1 1-16-16,0 0-31 0,0-1-31 0,-4 0-27 15,0 2-32-15,3-1-33 0,1 2-35 0,-3 0-40 16,1 0-37-16,-7 0-35 0,9 0-26 0,-6 3-29 15,0 0-26-15,-3 1-28 0,0-4-29 0,5 6-19 16,-10-2-256-16,2 3-718 0,-3-3 318 0</inkml:trace>
  <inkml:trace contextRef="#ctx0" brushRef="#br0" timeOffset="102854.9213">11643 11108 188 0,'-1'6'290'0,"-1"-5"20"0,2-1 13 0,0 0 17 15,-4 3 21-15,4-3 11 0,0 0-3 0,0 0-5 0,0 0-8 16,0 0-14-16,0 0-8 0,0 0-18 0,15-1-23 15,-15 1-31-15,0 0-23 0,10-3-28 16,-10 3-19-16,11 0-23 0,-4-2-39 0,3 2-60 0,-1-2-60 16,3 0-64-16,3-1-72 0,2 1-90 0,-3 0-74 15,-1-1-85-15,4-1-69 0,-5-1-279 0,7-3-783 16,-3 0 346-16</inkml:trace>
  <inkml:trace contextRef="#ctx0" brushRef="#br0" timeOffset="103084.4154">12015 10975 271 0,'4'-4'452'0,"0"0"1"0,0 1 23 16,-2-1 27-16,-2 4 33 0,3-5 16 0,-3 5 14 16,0 0 0-16,0-4-3 0,0 4-8 0,0 0-11 15,0 0-19-15,0 0-15 0,-18 10-29 0,13-6-38 16,1 1-248-16,-1 1-195 0,-1 5 0 0,2-2 0 16,1 2 0-16,1-1 0 0,0 2 0 0,0 5 0 15,2-2 0-15,0 0 0 0,0-2 0 0,1 3 0 16,2 0 0-16,-1-4 0 0,1 1 0 0,-1-1 0 15,3 3 0-15,-2-5 0 0,1 4 0 0,-2-6 0 16,3 1 0-16,-3-1 0 0,0-4-604 0,2 0-661 16,-3-3-1370-16,-1-1 606 0</inkml:trace>
  <inkml:trace contextRef="#ctx0" brushRef="#br0" timeOffset="104102.6155">11499 9311 83 0,'0'0'302'0,"3"-5"0"15,-1 2 2-15,1 1 8 0,-3 2-4 16,2-3 10-16,-2 3 0 0,4-6 11 0,-4 2 4 0,4 2 7 16,-4 2 3-16,2-4 1 0,-2 4-3 0,3-3-4 15,-3 3-16-15,0-4-5 0,0 4-9 0,0 0-15 16,3-5-21-16,-3 5-15 0,0 0-19 0,0 0-18 15,0 0-19-15,0 0-22 0,0 0-21 0,0 0-15 16,0 0-19-16,0 0-16 0,0 0-4 0,0 0-12 16,6 10-13-16,-5-5-7 0,2-2-8 0,-1 4-18 15,1 1-45-15,-2-1 0 0,0 2 0 0,1 1 0 16,0 0 0-16,2-1 0 0,-4 1 0 0,3 0 0 16,-3 0 0-16,1-4 0 0,-2 2 0 0,2-3 0 15,0 1 0-15,-2-2 0 0,1 0 0 0,1 0 0 16,-2 0 0-16,1-4 0 0,3 6 0 0,-3-3 0 15,0-3 0-15,0 4 0 0,0-4 0 0,0 0 0 0,0 0 0 16,0 4 0-16,0-4 0 0,0 0 0 16,0 0 0-16,0 0 0 0,3-15 0 0,-1 9 0 15,1-1 0-15,1-1 0 0,0 0 0 0,0-3 0 16,-2 1 0-16,4 0 0 0,-1 1 0 0,1-1 0 0,-1 2 0 16,0-2 0-16,0 4 0 0,1-2 0 0,-3 1 0 15,1 2 0-15,1-3 0 0,-1 5 0 16,-1 1 0-16,-1-3 0 0,2 0 0 0,-4 2 0 0,0 3 0 15,5-3 0-15,-5 3 0 0,2-4 0 0,-2 4 0 16,0 0 0-16,0 0 0 0,0 0 0 0,0 0 0 16,11 6 0-16,-6-2 0 0,-1 2 0 0,-1-2 0 15,0 0 0-15,4 2 0 0,-5 0 0 0,6 1 0 16,-7 1 0-16,3-2 0 0,1 3 0 0,-1-3 0 16,1 0 0-16,-2 1 0 0,2-2 0 0,-4 0 0 15,2-1 0-15,-1 1 0 0,2 0 0 0,0-1 0 16,-2-1 0-16,-2 0 0 0,2 2 0 0,-1-2 0 15,2-1 0-15,-3-2 0 0,1 6 0 0,-1-6 0 0,2 3 0 16,-2-3 0-16,0 0 0 0,3 3 0 16,-3-3 0-16,0 0-169 0,0 0-289 0,0 0-94 15,-6-13-79-15,2 8-433 0,2-1-1152 0,1-6 510 0</inkml:trace>
  <inkml:trace contextRef="#ctx0" brushRef="#br0" timeOffset="106471.0599">13123 9555 62 0,'-2'-5'355'15,"2"5"3"-15,-2-5 6 0,2 5 3 0,-3-5 5 16,3 5 8-16,-3-3-11 0,3 3-10 0,-1-2-6 0,1 2 1 15,0 0 6-15,-3-4 6 0,3 4-19 16,0 0 11-16,-1-3-14 0,1 3-3 0,0 0-21 16,0 0-15-16,4-7-27 0,-4 7-30 0,5-6-25 0,-3 2-19 15,4 1-23-15,0 1-17 0,4-3-23 0,3 1-16 16,-3-1-18-16,8 2-21 0,1 1-86 0,-2-2 0 16,2 4 0-16,-1 0 0 0,0 2 0 15,-3 0 0-15,3 1 0 0,-1 2 0 0,-7 2 0 0,4 2 0 16,1 1 0-16,-2 2 0 0,1 0 0 0,-5 0 0 15,-1 3 0-15,2-2 0 0,-5 5 0 0,-1-2 0 16,1 2 0-16,-9 1 0 0,0 0 0 0,-1 3 0 16,-5 2 0-16,-3-2 0 0,2 2 0 0,3-7 0 15,-5 0 0-15,-1-1 0 0,4-1 0 0,0-3 0 16,0-5 0-16,3 2 0 0,2-5 0 0,0 1 0 16,1-1 0-16,0 1 0 0,2-3 0 0,-2-1 0 15,1 3 0-15,3-4 0 0,0 0 0 0,0 0 0 16,0 0 0-16,7-11 0 0,0 2 0 0,1 0 0 15,4-4 0-15,3-2 0 0,5-3 0 0,-2-2 0 16,5-1 0-16,-6 2 0 0,3-2 0 0,2 0 0 16,-5 0 0-16,3-1 0 0,-3 1 0 0,-2-1 0 0,-3 6 0 15,-1 0 0-15,-2 1 0 0,1 1 0 0,-2 2 0 16,0 2 0-16,-2 2 0 0,-1 1 0 0,-1 0 0 16,0 1 0-16,-1 3 0 0,0-2 0 15,-2 2 0-15,3-2 0 0,-4 5 0 0,0-5 0 0,0 5 0 16,4-1 0-16,-4 1 0 0,0 0 0 0,0 0 0 15,0 0 0-15,0 0 0 0,-4 17 0 0,-1-10 0 16,-1 2 0-16,2 4 0 0,-2-3 0 0,-1 5 0 16,-1-1 0-16,3 1 0 0,-7 1 0 0,4 0 0 15,0 0 0-15,-2-1 0 0,2 0 0 0,1-1 0 16,1 0 0-16,-1 1 0 0,1-3 0 0,2-2 0 16,-1 1 0-16,-1 0 0 0,4 1 0 0,1-4 0 15,1 3 0-15,0-1 0 0,1-2 0 0,3 0 0 16,0 1 0-16,1-1 0 0,2-1 0 0,2-2 0 15,3 0 0-15,1 0 0 0,1-2 0 0,2-2 0 16,5-1 0-16,-1 0 0 0,-2-1 0 0,1-2 0 16,-3 0 0-16,-2 0 0 0,1-3 0 0,3-3 0 0,0 4 0 15,-4-4 0-15,-3 4 0 0,1-4 0 0,-2 0 0 16,0 2 0-16,-1 0 0 0,0 0 0 16,0 1 0-16,-4-3 0 0,1 4 0 0,2-3 0 0,-4 4 0 15,-3 0 0-15,3-2 0 0,-2 3 0 0,0 1 0 16,3 0 0-16,-5 2 0 0,4-5 0 0,-4 5 0 15,1-3 0-15,-1 3 0 0,0 0 0 0,0 0 0 16,0 0 0-16,0 0 0 0,0 0 0 0,0 0 0 16,5 10 0-16,-2-3 0 0,-2 2 0 0,-1-2 0 15,0 2 0-15,3 2 0 0,-3 0 0 0,0 1 0 16,0-1 0-16,0 1 0 0,0 0 0 0,0-1 0 16,1-2 0-16,-1 1 0 0,-1-1 0 0,1-1 0 15,0-1 0-15,0-1 0 0,-3-1 0 0,6 2 0 16,-3-3 0-16,0-1 0 0,0 1 0 0,0-4 0 15,0 0 0-15,0 7 0 0,0-7 0 0,1 3 0 16,-1-3 0-16,0 0 0 0,0 0 0 0,5-15 0 16,-1 2-64-16,0 2-551 0,-2-1-78 0,1-6-444 0,-2-2-1231 15,2 2 544-15</inkml:trace>
  <inkml:trace contextRef="#ctx0" brushRef="#br0" timeOffset="106650.6051">13863 9545 3744 0,'7'-7'412'0,"-1"0"-108"0,-1-2-58 16,2 2 17-16,-5 2 15 0,2 0-2 0,0 0 1 16,-3 2-32-16,3-2-23 0,0 3-7 0,-2 0-19 15,-1-2-32-15,-1 4-13 0,3-5-20 0,-3 5-13 16,5-3-28-16,-5 3-62 0,2-4-59 0,-2 4-73 16,0 0-78-16,0 0-73 0,0 0-50 0,0 0-52 0,0 0-65 15,0 0-84-15,-4 16-361 0,1-14-939 16,3-2 417-16</inkml:trace>
  <inkml:trace contextRef="#ctx0" brushRef="#br0" timeOffset="107256.1498">12997 10197 274 0,'-4'2'330'0,"0"0"-5"0,4-2-11 0,-9 5 1 0,5-4-12 16,4-1-12-16,-10 1-1 0,5-1 3 0,1 3-4 15,-5-3-4-15,2 2-10 0,1 0-8 0,0-1-4 16,0 0 10-16,-1 3-6 0,2-2-11 0,5-2-18 15,-9 1 3-15,5-1-12 0,4 0-1 0,-6 1-7 16,6-1-7-16,-5 3 5 0,5-3-2 0,0 0-2 16,0 0 0-16,0 0-11 0,0 0-18 0,0 0-12 15,0 0-21-15,19-4-10 0,3 3-3 0,11-4-96 16,4 2-44-16,21-2 0 0,3 1 0 0,31-4 0 0,3-4 0 16,4 2 0-16,11 0 0 0,10-1 0 15,9-1 0-15,8-1 0 0,2-5 0 0,6 5 0 16,-7-4 0-16,-12 3 0 0,-3 1 0 0,-14 4 0 15,-43 2 0-15,-6-1 0 0,-23 6 0 0,-4-2 0 0,-4 4 0 16,-9-1 0-16,-7 0 0 0,0 0 0 16,-2 1 0-16,-3-1 0 0,-3 1 0 0,0-2 0 0,1 1 0 15,-6 1 0-15,4-3 0 0,0 1 0 0,-4 2 0 16,0 0 0-16,0 0 0 0,0 0-113 0,-23-3-459 16,14 0-92-16,-9 0-477 0,0-1-1235 15,0-1 547-15</inkml:trace>
  <inkml:trace contextRef="#ctx0" brushRef="#br0" timeOffset="107772.1999">13393 10494 329 0,'0'0'419'0,"-4"-4"24"15,4 4 19-15,0-4 14 0,0 4 4 0,0 0-4 0,-4-5-6 16,4 5-22-16,0 0-14 0,0 0-9 0,0-3-22 16,0 3-17-16,0 0-23 0,0 0-28 0,0 0-26 15,0 0-25-15,0 0-29 0,0 0-27 0,0 0-20 16,0 0-22-16,0 0-17 0,0 0-12 0,0 0-111 16,0 12-46-16,0-2 0 0,0-2 0 0,0 3 0 15,0-1 0-15,0 3 0 0,1 2 0 0,-1-3 0 16,3 4 0-16,-3 0 0 0,1 0 0 0,-1 2 0 15,3 5 0-15,-2-5 0 0,3-2 0 0,-3-4 0 16,2 2 0-16,-2-3 0 0,4 4 0 0,-5-3 0 0,3-1 0 16,2 1 0-16,-4-2 0 0,2-2 0 15,-2-1 0-15,-1 0 0 0,1 0 0 0,-1-1 0 16,4-4 0-16,-4 1 0 0,0 3 0 0,0-3 0 0,0-3-2 16,0 0-429-16,0 0-62 0,0 0-65 0,0 0-65 15,0 0-391-15,0 0-1099 0,-9-13 486 16</inkml:trace>
  <inkml:trace contextRef="#ctx0" brushRef="#br0" timeOffset="108190.6571">13121 10516 152 0,'0'-5'431'0,"-2"1"-8"0,2 4 12 0,-1-6 3 15,1 2-6-15,0-1-12 0,3 0-22 0,-2 1-30 16,2 1 1-16,-1-2-32 0,1 2-27 0,1-1-26 16,3 1-13-16,2-1-10 0,4-1-7 0,2 3-11 15,2-2-12-15,2 3-4 0,3 0-10 0,-4 2-6 16,10 1-15-16,1 2-6 0,1-1-10 0,-4 5-7 16,1-2-16-16,0 3-8 0,1 0-6 0,-2 1-9 0,-10 1-8 15,3 1-95-15,-3-2-31 0,2 3 0 16,-3-1 0-16,-1 0 0 0,-4 3 0 0,-2-4 0 15,2 3 0-15,-5 2 0 0,-1 0 0 0,-2 2 0 0,-2-2 0 16,-2 4 0-16,-2-2 0 0,-1 0 0 16,-10 5 0-16,3-6 0 0,-3 2 0 0,-8-2 0 15,1 0 0-15,-1-3 0 0,2 1 0 0,0-7 0 0,3 2 0 16,0-3 0-16,3-3 0 0,-3 4 0 0,8-2 0 16,0-5 0-16,-2 2 0 0,7 0 0 0,-4-1 0 15,5 0 0-15,-1-2 0 0,5 0 0 0,-7 0 0 16,7 0 0-16,0 0 0 0,-3-7 0 0,3 7 0 15,9-3 0-15,1-3 0 0,2 0-240 0,2 3-315 16,2 1-68-16,6-1-507 0,9-1-1222 0,-3-3 541 16</inkml:trace>
  <inkml:trace contextRef="#ctx0" brushRef="#br0" timeOffset="108523.0991">13835 10826 231 0,'2'-2'484'15,"0"-3"16"-15,-2 5 30 0,0-7 31 16,0 3 3-16,0 4 28 0,1-3 0 0,-1 3-15 0,0 0-22 16,0 0-30-16,-1-6-31 0,1 6-29 0,0 0-26 15,0 0-35-15,0 0-39 0,0 0-52 16,0 0-313-16,0 0 0 0,0 0 0 0,-8 12 0 0,7-5 0 16,1 3 0-16,0 0 0 0,-3 1 0 0,2 0 0 15,1 1 0-15,-1 5 0 0,1-5 0 0,-3 6 0 16,3-2 0-16,-1-2 0 0,1 1 0 0,-3 0 0 15,2-2 0-15,1 0 0 0,-5-3 0 0,4 4 0 16,1-2 0-16,0-4 0 0,0 4 0 0,0-2 0 16,-3-5 0-16,6 2 0 0,-3-3 0 0,-3 2 0 15,2-1 0-15,1-1 0 0,-2-1 0 0,2-3 0 16,0 5 0-16,0-5 0 0,-2 4 0 0,2-4 0 16,0 0 0-16,0 0-37 0,0 0-518 0,0 0-50 0,-2-16-29 15,0 12-426-15,1-5-1149 0,-1-1 508 16</inkml:trace>
  <inkml:trace contextRef="#ctx0" brushRef="#br0" timeOffset="108856.8109">13741 10814 110 0,'2'-11'377'0,"3"0"6"0,0 2 17 16,3 0 21-16,-3-2 22 0,3 3 8 0,-2 0-4 15,3-1-14-15,0 0-19 0,0 3-14 0,-1-4-17 16,2 5-29-16,-1-2-16 0,1 2-22 0,0 1-21 15,2-1-18-15,2 4-18 0,-4-2-16 0,3 0-13 16,0 4-21-16,0 1-13 0,0 2-15 0,0 1-5 16,-1 0-20-16,2 5 2 0,-4-3-17 0,5 5-141 0,-4 1 0 15,-5-1 0-15,0-1 0 0,-1 1 0 16,-1 0 0-16,0 1 0 0,-4-4 0 0,1 3 0 16,-1-3 0-16,-1 1 0 0,-3 1 0 0,0-1 0 0,-3 1 0 15,-1-2 0-15,-1 1 0 0,-5-1 0 16,-1 0 0-16,-2-1 0 0,4 2 0 0,1-3 0 15,-1-3 0-15,-4 1 0 0,7 0 0 0,1-3 0 0,4 0 0 16,0 0 0-16,1-1 0 0,-2 0 0 0,3 2 0 16,3-3-184-16,0 0-207 0,0 0-54 15,0 0-56-15,13 2-53 0,-3-2-35 0,2 1-333 16,-1-2-997-16,3 2 441 0</inkml:trace>
  <inkml:trace contextRef="#ctx0" brushRef="#br0" timeOffset="109157.5578">14161 11017 472 0,'0'0'486'16,"0"0"23"-16,6 0 22 0,-6 0 27 0,0 0 9 15,0 0-5-15,7-3-10 0,-7 3-20 0,0 0-25 16,0 0-28-16,0 0-23 0,2 4-36 0,-2-4-25 16,0 0-30-16,0 0-30 0,2 4-25 0,-2 0-155 15,0-4-155-15,-4 7 0 0,3 1 0 0,-1-2 0 16,0 4 0-16,-1-2 0 0,1 2 0 0,-1-1 0 15,-1 3 0-15,0-4 0 0,1 2 0 0,0-1 0 16,2 0 0-16,-3 1 0 0,3-2 0 0,-2-1 0 0,2 0 0 16,-1-2 0-16,2 1 0 0,-2-1 0 15,2 0 0-15,-1 0 0 0,1-1 0 0,-3 0 0 16,3-4 0-16,-1 2 0 0,1-2 0 0,0 0 0 0,0 0 0 16,0 0 0-16,0 0-97 0,0 0-384 0,0 0-28 15,0 0-21-15,14-13-34 0,-10 7-35 0,-2-1-304 16,3-3-976-16,-1 0 432 0</inkml:trace>
  <inkml:trace contextRef="#ctx0" brushRef="#br0" timeOffset="109378.4331">14233 10836 234 0,'2'-3'502'15,"2"0"17"-15,-4 3 21 0,0 0 21 0,1-4 3 16,-1 4-9-16,5-2-35 0,-5 2-34 0,0 0-52 15,0 0-36-15,0 0-43 0,0 0-33 0,0 0-32 16,-8-4-37-16,8 4-20 0,0 0-28 0,-7 0-36 16,7 0-42-16,0 0-45 0,0 0-62 0,-10 1-60 0,10-1-56 15,0 0-58-15,0 0-56 0,-5-2-62 16,5 2-44-16,0 0-41 0,0 0-37 0,0 0-37 16,0 0-41-16,0 0-300 0,0 0-835 0,0 0 370 0</inkml:trace>
  <inkml:trace contextRef="#ctx0" brushRef="#br0" timeOffset="111565.9526">13661 10378 107 0,'0'0'239'0,"0"0"2"0,0 0-1 16,-7 0-6-16,7 0-2 0,0 0-11 0,0 0-4 15,0 0-11-15,0 0-10 0,0 0-3 16,0 0-13-16,0 0-3 0,0 0-7 0,-3-3-7 0,3 3-14 15,0 0 8-15,0 0-3 0,0 0-9 0,0 0 8 16,0 0-3-16,0 0 2 0,0 0 4 0,0 0 3 16,0 0 7-16,0 0 4 0,0 0 10 0,0 0 1 15,0 0 7-15,0 0 37 0,0 0 1 0,0 0 16 16,0 0-13-16,0 0-23 0,0 0 8 0,0 0-11 16,0 0-10-16,0 0-10 0,22 1-14 0,-17-2-3 15,9 0-3-15,0 0-5 0,4-2-10 0,0 0-6 16,2 1-94-16,3-3-48 0,3 0 0 0,2 2 0 0,-6-1 0 15,5-1 0-15,-6 2 0 0,0-1 0 16,2 1 0-16,-9 3 0 0,2-4 0 0,-3 4 0 16,-1-3 0-16,-1 0 0 0,-3 1 0 0,-1 2 0 15,1-2 0-15,-4 2 0 0,-4 0 0 0,9-1 0 0,-9 1 0 16,9 0 0-16,-9 0 0 0,0 0 0 0,5-2 0 16,-5 2 0-16,0 0 0 0,0 0 0 15,0 0 0-15,0 0 0 0,0 0 0 0,4-1 0 0,-4 1 0 16,0 0 0-16,0 0 0 0,0 0 0 0,0 0-25 15,0 0-314-15,0 0-59 0,0 0-63 16,0 0-68-16,0 0-75 0,-9 8-369 0,9-8-1054 0,0 0 467 16</inkml:trace>
  <inkml:trace contextRef="#ctx0" brushRef="#br0" timeOffset="112393.6462">14525 10237 310 0,'0'0'338'0,"-10"-2"13"0,10 2-16 15,-4-4 5-15,4 4-3 0,-1-3-11 0,1 3-8 16,0 0-9-16,-4-3-6 0,4 3-11 0,0 0-9 16,0 0-5-16,-5-2-16 0,5 2-16 0,0 0-12 15,0 0 17-15,-4-2-13 0,4 2-14 0,0 0-8 16,0 0-9-16,0 0-11 0,0 0-7 0,0 0-6 0,0 0-13 15,0 0 1-15,0 0-5 0,0 0-11 16,0 0-16-16,0 0-14 0,0 0-17 0,9-6-11 16,-9 6-11-16,8-2-11 0,-3 2-16 0,4-1 3 0,-3-1-9 15,5 2-10-15,-5 0 0 0,4 0-6 0,-2 2-11 16,-2 1-16-16,3-1-10 0,-1 4 0 16,1-3 0-16,-3 0 0 0,-2 3 0 0,3-1 0 0,-4-2 0 15,1 5 0-15,-1-2 0 0,-2-2 0 0,0 3 0 16,-2 0 0-16,0 1 0 0,-2 1 0 0,-1-2 0 15,-1 1 0-15,-3 0 0 0,1 1 0 0,-1-2 0 16,-1-1 0-16,2 0 0 0,0-1 0 0,2 0 0 16,0-1 0-16,0-3 0 0,1 3 0 0,0 0 0 15,4-4 0-15,-2 2 0 0,2-2 0 0,-4 5 0 16,4-5 0-16,0 0 0 0,0 0 0 0,0 0 0 16,0 0 0-16,0 0 0 0,0 0 0 0,10 1 0 15,-10-1 0-15,18 0 0 0,-10-1 0 0,3 3 0 0,0 1 0 16,1-2 0-16,2 1 0 0,-2 2 0 0,0 3 0 15,-2-5 0-15,0 1 0 0,0 3 0 16,-3-1 0-16,1-2 0 0,-3 0 0 0,-1 3 0 0,1-1 0 16,-4 0 0-16,-1 3 0 0,0-2 0 0,-6 0 0 15,2 2 0-15,-4 1 0 0,-1-1 0 0,-2 3 0 16,-6-1 0-16,5-4 0 0,-5 2 0 0,4-2 0 16,2-1 0-16,-2 0 0 0,0-2 0 0,3 1 0 15,1 0 0-15,0 0 0 0,4-3 0 0,1 0 0 16,4-1 0-16,-9 1 0 0,5 1 0 0,4-2 0 15,-7 0 0-15,7 0 0 0,0 0 0 0,-7 1 0 16,7-1 0-16,0 0 0 0,0 0 0 0,-5 2 0 16,5-2 0-16,0 0 0 0,0 0 0 0,0 0 0 0,0 0 0 15,0 0 0-15,0 0 0 0,-4-6 0 16,4 6-246-16,0 0-66 0,0 0-43 0,0 0-46 16,0 0-43-16,0 0-50 0,16-4-40 0,-16 4-368 0,7 2-975 15,1-4 432-15</inkml:trace>
  <inkml:trace contextRef="#ctx0" brushRef="#br0" timeOffset="118449.5417">14870 8238 43 0,'-7'-3'339'0,"0"2"10"0,7 1 15 16,-9-2 10-16,6-1 13 0,3 3-7 0,-8-2 0 15,8 2-3-15,-8 0-1 0,8 0-4 0,0 0-3 16,-5-1-9-16,5 1-16 0,0 0 0 0,0 0-18 15,0 0-19-15,0 0 5 0,0 0-4 0,0 0-7 16,0 0-16-16,0 0-19 0,0 0-21 0,0 0-19 0,19-8-17 16,-2 5-10-16,5-1-150 0,7-1-49 0,7-4 0 15,16 2 0-15,3 0 0 0,5-2 0 0,0 0 0 16,-2 2 0-16,-6-3 0 0,1 2 0 0,-14 4 0 16,-4 3 0-16,-5-2 0 0,-3 0 0 0,-8 0 0 15,-6 2 0-15,1 0 0 0,-4-2 0 0,-2 3 0 16,0 0 0-16,-2 0 0 0,-6 0 0 15,9-1 0-15,-9 1 0 0,7 0 0 0,-7 0 0 0,6 1 0 16,-6-1 0-16,5 4 0 0,-5-4 0 0,1 6 0 16,0-4 0-16,2 1 0 0,-3 1 0 0,0 1 0 15,0-1 0-15,1 3 0 0,2-2 0 0,-3 3 0 16,0 0 0-16,1 3 0 0,-1-1 0 0,1 7 0 16,-1 2 0-16,3 1 0 0,-2 9 0 0,3 3 0 15,0 18 0-15,1 0 0 0,-1 4 0 0,1 3 0 16,-1 0 0-16,-3 25 0 0,3-21 0 0,4 23 0 15,-2-2 0-15,-3-27 0 0,2 32 0 0,2-4 0 16,-4-24 0-16,2 27 0 0,-1-26 0 0,1 23 0 16,-3-23 0-16,2 20 0 0,-1-24 0 0,-1 3 0 15,-2 21 0-15,3-23 0 0,1 0 0 0,4 0 0 16,-2 0 0-16,-1-3 0 0,3 0 0 0,-2-1 0 16,2-3 0-16,-1-1 0 0,-3-3 0 0,0-13 0 0,1 0 0 15,2 0 0-15,0-6 0 0,-2 2 0 0,1-3 0 16,0-2 0-16,-3-5 0 0,0-2 0 0,2-2 0 15,-1 1 0-15,1-1 0 0,-1-3 0 16,-3-4 0-16,-1 4 0 0,4-1 0 0,0-3 0 0,-1 3 0 16,-2-5 0-16,0 0 0 0,3 0 0 0,-4 0 0 15,1-1 0-15,-1 1 0 0,3-2 0 0,-3 3 0 16,0-1 0-16,0-5 0 0,0 4 0 0,0 1 0 16,0-6 0-16,-3 5 0 0,3-1 0 0,-1-1 0 15,-4 0 0-15,1 2 0 0,-1-2 0 0,-4-1 0 16,-7 1 0-16,1 1 0 0,-4 0 0 0,-1-2 0 15,-8 1 0-15,-2-1 0 0,-2 0 0 0,0 4 0 16,-2-1 0-16,1-1 0 0,-1 2 0 0,5-2 0 16,-2 2 0-16,2 0 0 0,7-3 0 0,3 1 0 15,2 0 0-15,2 0 0 0,4-3 0 0,0 1 0 16,4 1 0-16,0-2 0 0,2 0 0 0,-2 0 0 16,7-1 0-16,0 0 0 0,-11 3 0 0,11-3 0 15,-5 1 0-15,5-1 0 0,0 0 0 0,0 0 0 0,0 0 0 16,0 0 0-16,0 0 0 0,0 0 0 0,19-7 0 15,-10 3 0-15,2-1 0 0,5-3 0 0,2-2 0 16,-3 0-213-16,11-6-515 0,-4-2-481 16,1-5-1309-16,2-3 579 0</inkml:trace>
  <inkml:trace contextRef="#ctx0" brushRef="#br0" timeOffset="119103.2566">16115 7788 129 0,'1'-5'462'0,"1"-1"3"0,-2 1 6 0,1-1-6 15,-1 1-8-15,1 1-3 0,-1 0-5 0,0-1-11 16,0 5 0-16,3-6-16 0,-3 3-14 0,0 3-13 16,0-7-12-16,0 7-19 0,-5-4-19 0,5 4-22 15,0-4-18-15,0 4-19 0,0 0-30 0,0 0-12 16,0 0-25-16,0 0-206 0,0 0-13 0,0 0 0 16,0 0 0-16,0 0 0 0,0 0 0 0,0 0 0 15,0 0 0-15,0 0 0 0,0 0 0 0,0 0 0 16,5 14 0-16,-4-7 0 0,-1-1 0 0,1 1 0 15,-1 2 0-15,0 2 0 0,2-1 0 0,-1 1 0 0,0 2 0 16,-1-1 0-16,0-1 0 0,0 1 0 0,-1 0 0 16,1 3 0-16,0-5 0 0,0 2 0 0,0-1 0 15,-1 1 0-15,1-3 0 0,-2-2 0 0,2 1 0 16,-1-2 0-16,1-1 0 0,0 2 0 0,-1-3 0 16,-2 0 0-16,3 1 0 0,0-5 0 0,0 5 0 15,0-5 0-15,-1 2 0 0,1-2 0 0,0 0 0 16,0 5 0-16,0-5 0 0,0 0 0 0,0 0 0 15,0 0 0-15,0 0 0 0,0 0 0 0,0 0 0 16,0 0 0-16,-4-16 0 0,4 11 0 16,-1 1 0-16,1-3 0 0,0 4-400 0,1-2-238 0,3 1-73 15,0-2-363-15,1 2-1163 0,1 0 514 0</inkml:trace>
  <inkml:trace contextRef="#ctx0" brushRef="#br0" timeOffset="119505.734">16372 7920 419 0,'5'-3'431'0,"0"0"12"0,-1-1 12 16,1 1 7-16,-2-1-7 0,1 2-1 0,-1-2-26 16,1 3-19-16,-4 1-21 0,1-4-25 0,2 2-18 15,-3 2-30-15,0 0-22 0,5-2-17 0,-5 2-23 16,0 0-23-16,0 0-27 0,0 0-17 0,0 0-14 15,0 0 11-15,0 0 4 0,-11 8-16 0,2-3 3 16,-1 2 2-16,-7 2-4 0,-5 5-24 0,-1 0-148 0,-1 0 0 16,-3 4 0-16,5-3 0 0,-6 1 0 15,1 2 0-15,-1-2 0 0,3 1 0 0,-9 2 0 16,3-2 0-16,-3 0 0 0,2 0 0 0,2 0 0 16,0 0 0-16,1-3 0 0,2 1 0 0,2 0 0 0,6-7 0 15,3 2 0-15,2-2 0 0,1-2 0 0,3 0 0 16,0-1 0-16,2-2 0 0,3 1 0 15,-3 0 0-15,4-3 0 0,0 1 0 0,1-1 0 16,3-1 0-16,-7 3 0 0,7-3 0 0,-1 6 0 0,1-6 0 16,0 0 0-16,-4 1 0 0,4-1 0 0,0 0 0 15,0 0 0-15,0 0 0 0,0 0 0 0,0 0 0 16,0 0-214-16,0 0-298 0,23-8-39 0,-10 4-31 16,1 2-33-16,-1-2-339 0,7-2-1032 0,-3 0 458 15</inkml:trace>
  <inkml:trace contextRef="#ctx0" brushRef="#br0" timeOffset="120151.3763">16104 8228 73 0,'0'0'341'0,"0"0"5"0,0 0 20 0,0 0 3 15,0 0 11-15,0 0-9 0,0 0-19 0,1-10-16 16,-1 10-21-16,-4-5-11 0,4 5-8 0,-1-6-12 15,1 6-10-15,-2-4-9 0,2-1-19 0,0 5-15 16,-1-2-10-16,1 2-19 0,0 0-17 0,0 0-22 16,4-4-17-16,-4 4-14 0,3-4-18 0,-3 4-13 15,5-3-8-15,-1 1-11 0,-4 2-12 0,10 0-9 16,-4-1-9-16,-6 1-4 0,14 3-5 0,-9-2 4 16,3-1-14-16,-2 2-7 0,0 0 0 0,-1 1-1 0,1 1-7 15,0 0 6-15,-2-1-10 0,0 3-3 16,1-2-2-16,-4 2 4 0,2 0-5 0,-2 0-2 15,1 0 7-15,-4 3-2 0,1 0 1 0,-2-2-3 16,2-1 3-16,-1 1-8 0,-2-2 2 0,1 1 3 0,1 0-7 16,-5-2 6-16,4-1 3 0,1 1-7 0,0-1 3 15,2-3-3-15,-4 4 7 0,4-4-5 0,-3 3-1 16,3-3 9-16,-2 2-6 0,2-2-2 0,0 0 15 16,0 0 0-16,-2 6 8 0,2-6-1 0,0 0-7 15,0 0 0-15,8 2-4 0,-8-2-3 0,9-2 2 16,1 4-8-16,-1-1-1 0,4 0 9 15,1 2-12-15,-1 1-5 0,1 2 4 0,1 0 0 0,2-1 4 16,-4 1-6-16,1 3-1 0,-4 1 4 0,-1-3-2 16,1 3 3-16,-2-1-3 0,-2 1-1 0,-2 1 5 15,0-1-3-15,-4 0-1 0,0 2 8 0,-4 0 6 16,0 0 5-16,-4 2 8 0,-3 0 5 0,2-6 7 16,-4 3-2-16,-3-3 0 0,0-1 19 0,5-1-4 15,-1-1 17-15,-2-2 8 0,4-1 19 0,-2-1-41 16,1 0-57-16,2-1 0 0,3 0 0 0,-1-1 0 15,0-2 0-15,2 0 0 0,1-3 0 0,0 3 0 16,1 0 0-16,-2-1 0 0,2 1 0 0,1 0 0 16,2 3 0-16,-5-4 0 0,5 4 0 0,-1-4 0 15,1 4 0-15,0 0 0 0,-2-4 0 0,2 4 0 16,0 0 0-16,0 0 0 0,0 0 0 0,0 0-180 16,0 0-167-16,14 9-41 0,-8-4-38 0,-3 1-46 15,5 0-51-15,2 1-55 0,-1 0-302 0,0 0-953 16,3 1 422-16</inkml:trace>
  <inkml:trace contextRef="#ctx0" brushRef="#br0" timeOffset="120623.1202">16937 9235 66 0,'0'0'368'0,"-8"-2"2"0,8 2 14 15,-5-4 13-15,5 4-8 0,-5-1 2 0,5 1-13 16,-4-3-12-16,4 3-10 0,0 0-6 0,0 0-4 16,0-4-14-16,0 4-8 0,0 0-8 0,0 0-16 15,0 0-13-15,0 0-23 0,4-5-24 0,2 3-20 16,-2-2-18-16,4 1-15 0,2-1-20 0,2 0-16 16,2 0-3-16,6-1 6 0,-1 0-13 0,3-1-11 0,-2 1-4 15,1 0-6-15,2 3-15 0,-4-3-6 16,-1 4-82-16,0-2-17 0,-7 2 0 0,2-2 0 15,-4 3 0-15,-2 0 0 0,-1 0 0 0,1 0 0 0,-1-1 0 16,-6 1 0-16,9 0 0 0,-9 0 0 16,7 4-59-16,-3-1-130 0,-3-1-34 0,1 2-39 0,-2 1-33 15,-2-2-23-15,-1 3-27 0,-1-1-27 0,-4 3-23 16,0 0-27-16,-1-1-22 0,1-2-25 0,-3 0-264 16,1 2-795-16,-4 1 352 0</inkml:trace>
  <inkml:trace contextRef="#ctx0" brushRef="#br0" timeOffset="120964.4855">16942 9405 214 0,'-4'5'290'15,"-1"-3"16"-15,1 1 27 0,2 1 2 0,-1-2 25 16,-2 1 12-16,5-3 20 0,-4 2 12 0,4-2 3 16,-2 5 0-16,2-5 13 0,0 0 1 0,-3 2-3 0,3-2 0 15,0 0-5-15,0 0-12 0,0 0-12 16,-4 3-12-16,4-3-13 0,0 0-12 0,0 0-20 15,0 0-266-15,0 0-66 0,0 0 0 0,19-1 0 0,-11-1 0 16,1 1 0-16,5-2 0 0,0 0 0 0,5-1 0 16,3 1 0-16,-2 1 0 0,2-3 0 15,0 3 0-15,-3-1 0 0,0 1 0 0,-2-2 0 0,-3 3 0 16,-4-2 0-16,2 2 0 0,-2-1 0 0,-2 1 0 16,-2 0 0-16,0 1 0 0,2-3 0 15,-4 2 0-15,1 0 0 0,-5 1 0 0,8 0 0 0,-8 0 0 16,5-2 0-16,-5 2 0 0,0 0 0 0,0 0 0 15,7-1 0-15,-7 1 0 0,0 0 0 0,0 0 0 0,0 0 0 16,4-1 0-16,-4 1 0 0,0 0 0 16,0 0 0-16,0 0-422 0,-4-8-315 0,3 4-435 15,-1-1-1270-15,0 0 561 0</inkml:trace>
  <inkml:trace contextRef="#ctx0" brushRef="#br0" timeOffset="123437.843">19733 8358 116 0,'0'-2'305'0,"0"-3"-2"0,0 1-2 0,0 4-1 16,0-7 6-16,0 0 6 0,3 3 3 0,-2 0 5 16,-1 1-10-16,1-3-3 0,-1 6-3 0,0-6 0 0,3 3 3 15,-2 0 2-15,-1 3-2 0,0-5-10 16,3 2-2-16,-3 3-13 0,0 0-16 0,0 0-21 15,0 0-27-15,0-7 5 0,0 7-20 0,0 0-23 0,0 0-14 16,0 0-20-16,0 0-17 0,0 0-14 16,0 0-10-16,0 0-1 0,0 0 4 0,1 15 12 15,-1-5 10-15,-1 2 3 0,-2 8-133 0,3 4 0 0,0 2 0 16,0 0 0-16,-4 2 0 0,4 0 0 0,-1 1 0 16,-3-1 0-16,4 1 0 0,-4 2 0 0,4-4 0 15,-5 3 0-15,3 0 0 0,2-4 0 16,-3-1 0-16,2 2 0 0,-2-2 0 0,3-6 0 0,-4 1 0 15,4-4 0-15,-1 0 0 0,2 0 0 0,-1 2 0 16,0-7 0-16,0 1 0 0,0-3 0 0,0 0 0 16,0 0 0-16,-1-2 0 0,1-2 0 0,0-1 0 15,0 2 0-15,0-3 0 0,1 0 0 0,-1-3 0 16,0 8 0-16,0-8 0 0,-1 4 0 0,1-4 0 16,0 0 0-16,0 3 0 0,0-3 0 0,0 0 0 15,0 0 0-15,0 0 0 0,0 0 0 0,0 0 0 16,0 0 0-16,0 0 0 0,0 0 0 0,0 0 0 15,0 0 0-15,0 0-56 0,0 0-699 0,0 0-475 16,-1-14-1333-16,-2 9 589 0</inkml:trace>
  <inkml:trace contextRef="#ctx0" brushRef="#br0" timeOffset="124130.681">18653 9567 50 0,'-6'2'272'0,"6"-2"-7"0,0 0-5 0,-13-4-16 0,13 4-10 16,-9-1-3-16,9 1-16 0,-10 0-12 0,2 0-9 16,1 0-17-16,0 1-11 0,-2-1-11 0,4 3-14 15,-4-3-12-15,3 2-6 0,-1-2-8 0,1 2-4 16,2 0-8-16,4-2-3 0,-9 1-14 0,9-1-3 16,-6 1 10-16,2 1 6 0,4-2 4 0,0 0 4 15,-8 2 12-15,8-2 13 0,0 0 18 0,0 0 7 16,0 0 9-16,10 6 9 0,-3-4 5 0,5 0 5 15,7 2-1-15,10 0 10 0,4-3-2 0,18-1-3 16,2-1-1-16,40-5-7 0,4 1-12 0,13-3-3 16,9-3-26-16,9-1 0 0,10-4 2 0,16 4-17 15,11-3 7-15,9-1 1 0,6 2-7 0,9 0-3 16,-1-1 1-16,7 0 0 0,-6 7-28 0,-4-4-96 0,-6 3 0 16,-8 4 0-16,-6-1 0 0,-13 1 0 15,-16 3 0-15,-6-3 0 0,-11 0 0 0,-15 2 0 16,-13-1 0-16,-34 0 0 0,-5 2 0 0,0-1 0 0,-15 1 0 15,-1-1 0-15,-5 2 0 0,-3-1 0 0,-9 1 0 16,-2 1 0-16,-3 0 0 0,-4-1 0 0,-2 1 0 16,-1-1 0-16,0-1 0 0,-1 2 0 15,-6 0 0-15,9 2 0 0,-9-2 0 0,8-2 0 0,-8 2 0 16,5-1-29-16,-5 1-396 0,6 3-44 0,-6-3-56 16,2 3-65-16,-2-3-436 0,0 0-1111 0,0 0 492 15</inkml:trace>
  <inkml:trace contextRef="#ctx0" brushRef="#br0" timeOffset="126126.0317">18767 10526 132 0,'-2'-2'342'0,"2"2"4"0,0 0 5 0,0 0 2 16,0 0 10-16,0 0-6 0,0 0-7 0,-3-3-3 16,3 3-7-16,0 0-6 0,0 0 21 0,0 0-12 15,0 0-16-15,0 0-4 0,0 0 1 0,0-5-18 16,0 5-7-16,0 0-13 0,1-6-3 0,-1 6-21 15,2-3-9-15,-1-1-18 0,0-1-21 0,0 1-15 16,4 0-8-16,-5-1-21 0,3 1-13 0,1-2-108 16,0 3-49-16,-1-1 0 0,1-1 0 0,0 0 0 15,4 2 0-15,-2-1 0 0,-1 0 0 0,-1 0 0 16,5 0 0-16,1 3 0 0,-1-1 0 0,3 1 0 16,-5 1 0-16,5 2 0 0,-1 0 0 0,1 2 0 0,-2 0 0 15,-2 0 0-15,3 1 0 0,-2 1 0 0,-1 1 0 16,-3 0 0-16,3 2 0 0,-3 2 0 0,-1-2 0 15,-3 1 0-15,0 0 0 0,-1 0 0 0,-2 1 0 16,-1 0 0-16,-2 1 0 0,-3-2 0 0,-2 3 0 16,0 0 0-16,-4-1 0 0,-3 0 0 0,3-2 0 15,-1 0 0-15,-2-2 0 0,3 2 0 0,0-1 0 16,1-2 0-16,4-4 0 0,-3 0 0 0,5 0 0 16,-2-3 0-16,2 0 0 0,0 0 0 0,2-3 0 15,-1 1 0-15,0-4 0 0,3 1 0 0,-5-1 0 16,6-1 0-16,0-1 0 0,2 2 0 0,-2-6 0 15,2 3 0-15,0-1 0 0,1 4 0 0,0-3 0 16,-1 3 0-16,0-2 0 0,2 1 0 0,-1 3 0 16,0 0 0-16,-1 0 0 0,0 4 0 0,3-6 0 15,-3 6 0-15,0-4 0 0,1 1 0 0,-1 3 0 0,0 0 0 16,0 0 0-16,0 0 0 0,0 0 0 16,0 0 0-16,0 0 0 0,0 0 0 0,-1 13 0 0,2-7 0 15,-2-2 0-15,-1 3 0 0,2 0 0 0,-5 3 0 16,4-4 0-16,1 1 0 0,-3-2 0 0,3 1 0 15,2 0 0-15,-2-1 0 0,0-3 0 0,0-2 0 16,-2 8 0-16,1-6 0 0,1-2 0 0,3 3 0 16,-3-3 0-16,1 4 0 0,-1-4 0 0,4 3 0 15,-2-2 0-15,-2-1 0 0,0 0 0 0,16-4 0 16,-10 4 0-16,-2-3 0 0,4 0 0 0,-1 1 0 16,0-1 0-16,0 2 0 0,1-2 0 0,0 2 0 15,-1 0 0-15,-3-1 0 0,5 0 0 0,-9 2 0 16,10 0 0-16,-5 0 0 0,-5 0 0 0,13 0 0 15,-6 3 0-15,0-1 0 0,1-1 0 0,0 3 0 16,-2 0 0-16,7 2 0 0,-4-1 0 0,0 1 0 0,1 0 0 16,0-2 0-16,0 1 0 0,2 1 0 15,-1-1 0-15,3 1 0 0,4-4-164 0,0 2-307 16,-2-3-99-16,5-1-97 0,1-6-387 0,5-1-1140 16,-2 0 504-16</inkml:trace>
  <inkml:trace contextRef="#ctx0" brushRef="#br0" timeOffset="126642.5063">19558 10733 457 0,'0'0'477'0,"1"4"7"15,-1-4 17-15,0 0 4 0,0 0-8 0,0 0-30 16,0 0-37-16,0 0-30 0,0 0-29 0,0 0-16 16,0 0-5-16,-15-8-15 0,10 7-4 0,1-3-15 0,0-1-12 15,-1 0-8-15,-4-1-4 0,-1-2-4 0,2 1-2 16,2 1-6-16,-2-2-111 0,-2 0-169 16,1-2 0-16,-3-2 0 0,1-2 0 0,2 0 0 0,0-4 0 15,-4-6 0-15,3 2 0 0,1-6 0 0,2 1 0 16,0-2 0-16,3-4 0 0,2 1 0 0,2-1 0 15,2 0 0-15,1 1 0 0,0 1 0 0,4 1 0 16,-4 5 0-16,6-1 0 0,-3 7 0 0,2 1 0 16,4 3 0-16,1 0 0 0,1 1 0 0,0 0 0 15,3 3 0-15,-3 4 0 0,5 0 0 0,-1 2 0 16,0 0 0-16,-3 2 0 0,3 0 0 0,-5 4 0 16,1 2 0-16,-1 2 0 0,-2-2 0 0,1 2 0 15,-2 5 0-15,0-3 0 0,-3 4 0 0,-1 0 0 16,1 1 0-16,-5-2 0 0,4 6 0 0,-7 0 0 15,-4 1 0-15,-3 1 0 0,-1-2 0 0,-6 5 0 16,-2-2 0-16,3-3 0 0,-5 3 0 0,-5-2 0 0,2-2 0 16,-2-1 0-16,1 0 0 0,5-5 0 15,1-2 0-15,2-1 0 0,3-1 0 0,7 0 0 16,-3-3 0-16,1 2 0 0,3-3 0 0,-2 2 0 0,1-1 0 16,5-2 0-16,0 0-251 0,0 0-348 0,0 0-64 15,0 0-450-15,22 0-1206 0,-9 0 533 0</inkml:trace>
  <inkml:trace contextRef="#ctx0" brushRef="#br0" timeOffset="126980.081">19857 10579 32 0,'0'0'554'0,"0"0"17"0,0 0 24 16,7-8 28-16,-7 8 17 0,0-7-6 0,0 4-12 15,0 3-28-15,0-4-33 0,0 4-35 0,0-5-41 16,0 5-38-16,0 0-36 0,-2-5-44 0,2 5-38 16,0 0-129-16,0 0-200 0,0 0 0 0,0 0 0 0,0 0 0 15,0 14 0-15,2-2 0 0,-1 4 0 0,1 2 0 16,2 6 0-16,0 2 0 0,-1-2 0 16,2 3 0-16,-2-3 0 0,1 6 0 0,0-5 0 15,0 0 0-15,-3 2 0 0,3-2 0 0,-3-7 0 0,2 1 0 16,2 1 0-16,-4-4 0 0,3 1 0 15,-4-4 0-15,4-2 0 0,-3-1 0 0,2-1 0 16,-3-1 0-16,0-1 0 0,0-2 0 0,1-1 0 0,-1 0 0 16,0-4 0-16,0 0 0 0,0 0 0 0,0 0-384 15,0 0-210-15,-9-17-60 0,5 8-440 0,-1-3-1184 16,0-4 524-16</inkml:trace>
  <inkml:trace contextRef="#ctx0" brushRef="#br0" timeOffset="127292.8075">19834 10605 298 0,'0'-9'431'15,"1"1"25"-15,-1 2 14 0,3 0 11 0,1-6-4 16,-3 6 1-16,3-3-24 0,3 2 6 0,-1-4-42 16,-1 5-18-16,1-3-29 0,1 1-29 0,4 1-22 15,-2-1-18-15,0 2-19 0,5 0-19 0,-4 1-20 16,4 1-18-16,3-1-14 0,-3 3-20 0,0 2-18 15,3 1-10-15,-3 0-14 0,2 1-26 0,-3 1-124 0,-1 0 0 16,0 2 0-16,1 0 0 0,-3 0 0 16,-1 1 0-16,-1-1 0 0,-3-1 0 0,-1 2 0 0,2 1 0 15,-2 0 0-15,-4-1 0 0,-2 4 0 0,-5-4 0 16,0 7 0-16,-6-3 0 0,-4-1 0 16,-8 3 0-16,7-5 0 0,-9 1 0 0,5-1 0 15,3-1-65-15,1 0-340 0,0 0-63 0,5-4-64 0,3 0-71 16,0-2-417-16,2-1-1105 0,8 1 489 0</inkml:trace>
  <inkml:trace contextRef="#ctx0" brushRef="#br0" timeOffset="128810.3781">20520 10030 267 0,'2'-4'420'0,"-1"0"22"16,0 0 19-16,-1 4 7 0,3-6 6 0,-1 4-5 15,-2 2 4-15,-2-5-26 0,2 5-15 0,2-5-15 16,-2 5-18-16,0 0-27 0,0 0-25 0,2-4-35 16,-2 4-26-16,0 0-32 0,0 0-20 0,0 0-26 15,0 0-25-15,0 0-14 0,0 0-5 0,5 18 5 16,-3-6 2-16,3 5-18 0,1 2-153 0,0 5 0 15,0 4 0-15,-2 1 0 0,0 1 0 0,0-2 0 16,-3 2 0-16,-1-1 0 0,4-2 0 0,-3-1 0 16,-1 0 0-16,0-3 0 0,0-2 0 0,0-4 0 15,0 2 0-15,0-3 0 0,0-4 0 0,-1 1 0 16,1-4 0-16,1 2 0 0,-2-1 0 0,1-3 0 0,0-1 0 16,0-1 0-16,-3-1 0 0,6-1 0 15,-3-3 0-15,0 5 0 0,0-5 0 0,1 4 0 16,-1-4 0-16,0 0-122 0,0 0-268 0,0 0-38 0,-5-12-31 15,1 5-24-15,4-2-41 0,-4-2-27 0,0-2-322 16,-2-3-945-16,1 0 418 0</inkml:trace>
  <inkml:trace contextRef="#ctx0" brushRef="#br0" timeOffset="129076.9311">20500 10172 310 0,'1'-8'340'0,"2"1"13"0,-1 0 17 0,-2 1 26 16,3 0 22-16,-2 1 3 0,0 2-2 0,1 1-8 15,-2 2-15-15,2-4-25 0,2 1-15 0,-4 3-18 16,0 0-19-16,0-3-30 0,0 3-23 0,0 0-10 16,0 0-14-16,12 6 6 0,-9-1-3 0,5-1-12 15,-1 3-15-15,5 3-18 0,-3-2-19 0,4 7-17 16,2-3-13-16,1 2-17 0,4 5-11 0,0 2-100 16,0-3-23-16,-4-5 0 0,4 4 0 0,-4-4 0 15,7 3 0-15,-9-6 0 0,4 3 0 0,0-4 0 16,0 1 0-16,-4-3 0 0,3 1 0 0,-6-3 0 15,0 0-141-15,-1 0-100 0,0-3-49 0,1 0-61 0,-2-2-54 16,-1 0-56-16,3-2-62 0,-2-3-441 0,0 1-1043 16,-5 1 462-16</inkml:trace>
  <inkml:trace contextRef="#ctx0" brushRef="#br0" timeOffset="129362.4719">20959 10078 239 0,'2'-9'457'15,"-1"0"30"-15,-1 4 27 0,3-2 21 0,-2 2 12 16,3-1-4-16,-4 1 0 0,2-1-21 0,0 3-17 16,-2 1-22-16,0 2-26 0,0-6-27 0,0 6-36 15,1-3-32-15,-1 3-39 0,0 0-28 0,3-4-33 16,-3 4-27-16,0 0-177 0,0 0-58 0,0 0 0 16,0 0 0-16,1 20 0 0,-2-8 0 0,2 4 0 15,-1 1 0-15,0 2 0 0,2 1 0 0,-2 5 0 16,2 0 0-16,-2 2 0 0,0-3 0 0,0 2 0 15,0-8 0-15,0 0 0 0,0 3 0 0,0-5 0 16,1 3 0-16,-1-7 0 0,0 3 0 0,0 0 0 16,3-5 0-16,-3 0 0 0,0-1 0 0,0-1 0 0,2-4 0 15,-2 2-556-15,2-2-114 0,0-2-492 16,-2-2-1257-16,8 2 557 0</inkml:trace>
  <inkml:trace contextRef="#ctx0" brushRef="#br0" timeOffset="130012.8474">21195 10297 311 0,'4'-1'505'0,"-4"1"8"0,6-3 21 16,-6 3 14-16,0 0 11 0,5-3-18 0,-5 3-19 16,0 0-29-16,0 0-22 0,4-2-34 0,-4 2-34 15,0 0-32-15,0 0-30 0,0 0-31 0,0 0-34 16,0 0-26-16,0 0-27 0,0 0-23 0,0 0-28 15,3 8-15-15,-2-5-103 0,-1 1-54 0,1 1 0 16,2 2 0-16,-3 2 0 0,1 2 0 0,3 0 0 16,-4 1 0-16,3 3 0 0,-2-5 0 0,-1 3 0 15,1-1 0-15,4 1 0 0,-5-1 0 0,4-1 0 16,-4 0 0-16,-1-1 0 0,2-1 0 0,-1-2 0 16,3-1 0-16,-2 0 0 0,0-1 0 0,-1-1 0 15,0-1 0-15,3 0 0 0,-2 0 0 0,-1-3 0 0,3 2 0 16,-3-2 0-16,0 0 0 0,0 0 0 0,14-5 0 15,-9 0 0-15,3-2 0 0,-1-3 0 16,3 3 0-16,1-5 0 0,-4 2 0 0,0 2 0 0,0-2 0 16,0 1 0-16,-1 3 0 0,-1 1 0 0,-1-2 0 15,1 2 0-15,0 0 0 0,-1 0 0 0,-1 1 0 16,-1 3 0-16,1-2 0 0,-3 3 0 0,6-4 0 16,-6 4 0-16,5 0 0 0,-5 0 0 0,13 4 0 15,-6-1 0-15,0 1 0 0,3 2 0 0,-1 0 0 16,-1-1 0-16,0 2 0 0,2-2 0 0,-4 0 0 15,3 3 0-15,-1-4 0 0,-2 1 0 0,1-2 0 16,-2 2 0-16,-1-3 0 0,0-1 0 0,-1 1 0 16,2 0 0-16,-1-1 0 0,-4-1 0 0,0 0 0 15,0 0 0-15,8-6 0 0,-6 2 0 0,1-3 0 16,0-3 0-16,-2-1 0 0,-1-1 0 0,0-1 0 16,0 1 0-16,-1-6 0 0,-1 1 0 0,1 0 0 0,-3 2 0 15,0 0 0-15,2 2 0 0,0 2 0 0,-1 0 0 16,1 1 0-16,-1 0 0 0,1 3 0 0,0 0 0 15,1 1 0-15,-1 0 0 0,1 4 0 16,0-4 0-16,-2 2 0 0,3 4 0 0,0-5 0 0,0 5 0 16,0 0 0-16,0-3 0 0,0 3 0 0,0 0 0 15,0 0 0-15,0 0 0 0,0 0 0 0,0 0 0 16,0 0 0-16,0 0 0 0,0 0-41 0,0 0-508 16,3 16-49-16,1-13-34 0,-4 1-431 0,0-4-1149 15,0 0 509-15</inkml:trace>
  <inkml:trace contextRef="#ctx0" brushRef="#br0" timeOffset="131529.2195">22721 8724 73 0,'0'-5'321'0,"0"1"0"15,0 4-1-15,0-8 3 0,1 4-9 0,-1 0 7 16,3 1-7-16,-3 3-6 0,0-6-15 0,0 6-18 15,0 0-28-15,1-3-25 0,-1 3-27 0,0 0-18 16,0 0-14-16,0-4-16 0,0 4-7 0,0 0 3 16,0 0 8-16,9 16 8 0,-5-7 7 0,6 8 2 15,3 5-1-15,2 2 7 0,-2 4 7 0,6 1 9 16,-1 1-6-16,5 12 13 0,1 3-3 0,-2-2-4 16,11 7 3-16,-11 4 5 0,0-1-9 0,9 26-6 15,-12-24-1-15,-1 0-1 0,1 24-7 0,-9-21-21 16,0 0-153-16,-2-1 0 0,-4 1 0 0,-4-1 0 15,-4 25 0-15,-6-27 0 0,-4 4 0 0,-11 26 0 16,1-30 0-16,-18 26 0 0,-14-5 0 0,0-3 0 16,-12-5 0-16,-8 0 0 0,-4 0 0 0,-11-11 0 15,4 6 0-15,-5 0 0 0,-4-7 0 0,4 2 0 16,-5-8 0-16,6 0 0 0,7 3 0 0,30-22 0 0,-2 0 0 16,4 3 0-16,7-3 0 0,14-8 0 15,8 2-533-15,6-7-159 0,7-1-469 0,9-5-1258 0,2-1 556 16</inkml:trace>
  <inkml:trace contextRef="#ctx0" brushRef="#br0" timeOffset="132396.9411">18390 8679 22 0,'-3'-14'394'0,"2"3"-2"0,-3-4 6 0,4 4 6 0,-4-1 15 15,4 0 2-15,-1 7-4 0,-1-1-7 16,0-1-9-16,2 0-14 0,-2 0-8 0,-1 3-15 16,2-1-28-16,1 0-28 0,-2 1-18 0,2 4-31 0,-2-4-26 15,2 4-27-15,0 0-35 0,0 0 1 0,0 0 12 16,-8 13 15-16,5-1 12 0,-4 5 3 0,-4 10 0 16,-3 4-6-16,-7 13-30 0,3 4-178 0,-5-2 0 15,-1 4 0-15,1 1 0 0,-13 27 0 0,15-26 0 16,-8 32 0-16,-4-3 0 0,5 2 0 0,-1 6 0 15,-1-3 0-15,2-3 0 0,3-2 0 0,9-23 0 16,-4 28 0-16,3-5 0 0,6 1 0 0,2 2 0 16,5-23 0-16,3 25 0 0,6-25 0 0,0-4 0 15,5 3 0-15,9-3 0 0,3 0 0 0,6-3 0 16,17 17 0-16,-9-24 0 0,22 16 0 0,-13-24 0 16,6-1 0-16,3-2 0 0,0-2 0 0,1-3 0 15,-2-5-17-15,-5-8-1346 0,4-3-1476 0,-14-8 654 16</inkml:trace>
  <inkml:trace contextRef="#ctx0" brushRef="#br0" timeOffset="133314.4791">23309 7881 255 0,'1'-6'424'0,"1"-4"15"0,-2 3 0 0,2 2-1 15,-1-3 5-15,3 2 6 0,-4-1-5 0,3 0-25 16,-2 1-10-16,2 1-20 0,-1-2-9 0,-2 2-15 16,3 0-16-16,-1 2-11 0,-1-1-22 0,-1 4-19 15,2-5-20-15,-2 5-28 0,1-3-28 0,-1 3-32 16,0 0-14-16,1-4-23 0,-1 4-12 0,0 0-29 15,0 0-27-15,0 0-84 0,2 11 0 0,-2-4 0 16,0 1 0-16,0 5 0 0,0-1 0 0,0-1 0 16,0 6 0-16,2 0 0 0,-2 2 0 0,0-2 0 15,0 0 0-15,0 1 0 0,3-1 0 0,-1-2 0 16,0-2 0-16,0-4 0 0,-2 4 0 0,4-1 0 16,2-5 0-16,-2 4 0 0,1-4 0 0,0 1 0 15,3-2 0-15,2 0 0 0,2-1 0 0,1-3 0 16,1 0 0-16,0-2 0 0,4 0 0 0,0-1 0 15,1 0 0-15,-1-4 0 0,-7 1 0 0,1 1 0 16,0-1 0-16,-3 1 0 0,-1 0 0 0,-2 0 0 16,-1 3 0-16,-1-3 0 0,0 2 0 0,-4 1 0 15,5-1 0-15,-5 1 0 0,0 0 0 0,0 0 0 0,0 0 0 16,-5 11 0-16,-3-3 0 0,-2 1 0 16,-4 1 0-16,-7 7 0 0,0-1 0 0,-1 0 0 15,1 2 0-15,-2 0 0 0,2-2 0 0,-2 3 0 16,2-3 0-16,1-1 0 0,1-1 0 0,-3 4 0 0,2 0 0 15,-1-2 0-15,0 3-595 0,1-1-671 0,9-7-1372 16,2 4 607-16</inkml:trace>
  <inkml:trace contextRef="#ctx0" brushRef="#br0" timeOffset="133948.454">23489 8389 182 0,'0'0'400'0,"0"0"18"15,-1-6 11-15,1 6 9 0,-1-4 6 0,1 4-4 16,-3-5-3-16,3 5-16 0,0-4-11 0,-2-1-1 15,2 5-7-15,0 0-12 0,2-5-6 0,-2 5-14 16,0-6-20-16,0 6-17 0,4-4-22 0,-4 4-21 16,1-4-22-16,0 0-21 0,2 1-26 0,-3 3-24 0,5-6-197 15,-1 2 0-15,0 1 0 0,2 1 0 16,3-2 0-16,0 3 0 0,1 1 0 0,4 0 0 16,3 1 0-16,2 1 0 0,-1 2 0 0,-3-1 0 15,-3 1 0-15,-2 3 0 0,-1-2 0 0,0 0 0 0,2 3 0 16,-5-2 0-16,-3 5 0 0,0-1 0 0,-2 1 0 15,-2 0 0-15,-2 0 0 0,0 1 0 0,-5 0 0 16,-5-1 0-16,-1 1 0 0,4-2 0 0,-3-1 0 16,0 0 0-16,3-5 0 0,2 3 0 0,3-1 0 15,-2-5 0-15,5 2 0 0,-4 0 0 0,4 0 0 16,2-3 0-16,-4 1 0 0,4-1 0 0,0 0 0 16,0 0 0-16,14-6 0 0,-7 5 0 0,5 0 0 15,-1-1 0-15,2 2 0 0,0-1 0 0,0 1 0 16,2 3 0-16,0-1 0 0,-3 0 0 0,2 3 0 15,0-1 0-15,1 3 0 0,-6 0 0 0,0 2 0 16,1 0 0-16,-1 1 0 0,-5 1 0 0,-1 0 0 16,-5 0 0-16,1 3 0 0,-8 0 0 0,-2 3 0 15,1-3 0-15,-11 3 0 0,-1-2 0 0,-2-3 0 16,-3-1 0-16,-1-1 0 0,6-6 0 0,4 0 0 16,1 1 0-16,6-3 0 0,-3-2 0 0,7 0 0 15,0 0 0-15,1-2 0 0,2-3 0 0,0 2 0 16,2-1 0-16,2-1 0 0,2-1 0 0,6-2-308 0,1 2-94 15,0 0-70-15,3 0-83 0,5 0-85 0,1-1-329 16,0-1-1050-16,1 1 464 0</inkml:trace>
  <inkml:trace contextRef="#ctx0" brushRef="#br0" timeOffset="151482.6685">853 11703 347 0,'0'0'350'15,"0"-4"-12"-15,0 4-1 0,0-5-14 0,0 5-8 0,0-5-18 16,0 5 3-16,-4-4-7 0,4 4-1 16,-1-3-15-16,1 3-5 0,0 0-12 0,-2-6 7 15,2 6-2-15,-3-3 3 0,3 3-3 0,-4-3-4 16,4 3 1-16,0 0-7 0,-1-4-10 0,1 0-16 15,1 0-21-15,3-1-25 0,-1 0-25 0,0-1-17 16,5 3-10-16,0-6-20 0,1 4-9 0,2 1-8 16,2-1-6-16,5-1-5 0,-1 0-14 0,2 2 2 15,0 2-22-15,-1 1-2 0,2 0-10 0,-2 2-1 16,-3 1 3-16,-2 3-8 0,0-2 1 0,-3 4-12 16,-1 0-1-16,0 1-8 0,0 0 9 0,-4 3-16 15,-1-2 16-15,-1 3-8 0,-3 1 0 0,-3 3 2 16,-2 0-8-16,-3 2-3 0,-2-2-2 0,0 1 8 15,-7 2-6-15,-2-1 3 0,1-3-3 0,4-6-3 0,4 1 0 16,-2-2 0-16,5-1 0 0,-1-2 0 16,4 1 0-16,-1-3 0 0,1-1 0 0,-1 1 0 15,5-3 0-15,-5 0 0 0,5 0 0 0,0 0 0 16,0 0 0-16,0 0 0 0,0 0 0 0,0 0 0 16,9-8 0-16,-3 7 0 0,4-3 0 0,2 2 0 15,1 2 0-15,-2 0 0 0,2 0 0 0,2 0 0 16,2 4 0-16,2 2 0 0,-6-2 0 0,1 0 0 0,-5 2 0 15,9 2 0-15,-8-1 0 0,-2 0 0 16,2 2 0-16,-2 2 0 0,-3-2 0 0,-1 3 0 0,-2-1 0 16,-3 1 0-16,-2-1 0 0,-1 2 0 15,-6 3 0-15,-1 0 0 0,0-2 0 0,-6-1 0 16,0 0 0-16,-1-2 0 0,4-1 0 0,-4-3 0 16,4 0 0-16,0-1 0 0,3-3 0 0,-1 0 0 0,1-1 0 15,0-2 0-15,1 0 0 0,2-1 0 0,2 0 0 16,0-2 0-16,-1 1 0 0,2-2 0 0,-1 2 0 15,1-2 0-15,-1 1 0 0,3 0 0 16,-1 1 0-16,4 2 0 0,-4-5 0 0,0 2 0 16,4-1 0-16,0 4 0 0,-2-5 0 0,2 5-314 0,5-4-260 15,0 1-96-15,-5 3-436 0,0 0-1198 0,13 0 530 16</inkml:trace>
  <inkml:trace contextRef="#ctx0" brushRef="#br0" timeOffset="152751.6185">1486 12305 169 0,'4'1'383'0,"-4"-1"-3"15,0 0-3-15,11 3-3 0,-11-3-25 0,0 2-24 16,0-2-22-16,0 4-4 0,3-1-7 16,-3-3-8-16,0 0-4 0,0 5-14 0,0-5-4 0,0 5-12 15,0 0-5-15,0-5-7 0,-3 7-3 0,-1-4-6 16,-2 4-7-16,2-3 5 0,0 1 1 0,-1-2-12 16,-3 3-4-16,3-1-24 0,-1 1-13 15,-3 1-4-15,0-2-10 0,-1 0-3 0,0 0-6 0,-1 1-8 16,-1-1-3-16,0 2-6 0,1-3-14 0,-2 0-121 15,0 1 0-15,0-2 0 0,-2 1 0 0,-4-2 0 16,6 0 0-16,-5 2 0 0,4-1 0 0,0 0 0 16,-4-2 0-16,-2-1 0 0,4 0 0 0,1-1 0 15,0 1 0-15,-3 0 0 0,5 0 0 0,-1-3 0 16,1 1 0-16,2 2 0 0,-2-4 0 0,0 3 0 16,-1-2 0-16,1 1 0 0,-5-3 0 0,5 4 0 15,-3-5 0-15,-1 2 0 0,-2-1 0 16,1 0 0-16,0-2 0 0,-2 3 0 0,2-3 0 0,-1 0 0 15,4 0 0-15,-2-1 0 0,17 8 0 0,-31-12 0 16,17 7 0-16,14 5 0 0,-33-13 0 0,16 8 0 16,17 5 0-16,-34-9 0 0,34 9 0 0,-27-6 0 15,27 6 0-15,-20-10 0 0,20 10 0 0,-21-9 0 16,8 0 0-16,13 9 0 0,-20-12 0 0,20 12 0 16,-18-15 0-16,8 6 0 0,10 9 0 0,-16-19 0 15,5 6 0-15,1-1 0 0,10 14 0 0,-17-21 0 16,11 10 0-16,-1-2 0 0,7 13 0 0,-11-27 0 15,6 16 0-15,-1-4 0 0,0 0 0 0,6 15 0 16,-6-26 0-16,2 11 0 0,4 15 0 0,-6-25 0 16,2 14 0-16,0-6 0 0,4 0 0 0,0 17 0 15,-4-24 0-15,2 8 0 0,2 1 0 0,0 15 0 16,-3-32 0-16,2 20 0 0,-3-4 0 0,4 16 0 16,0-26 0-16,0 9 0 0,3 2 0 0,-3 15 0 15,1-36 0-15,0 19 0 0,-1-2 0 0,5 1 0 16,-2 2 0-16,0-2 0 0,0 0 0 0,3 0 0 0,-2 0 0 15,1 2 0-15,3 1 0 0,1 0 0 16,-3-4 0-16,1 1 0 0,2 3 0 0,0 2 0 16,1-2 0-16,3 1 0 0,-6 3 0 0,5-3 0 15,1 2 0-15,-2 1 0 0,-11 11 0 0,23-18 0 0,-14 10 0 16,-9 8 0-16,19-12 0 0,-19 12 0 0,19-14 0 16,-19 14 0-16,21-12 0 0,-12 7 0 15,3 1 0-15,0-3 0 0,0 4 0 0,-1-2 0 16,5-3 0-16,0 3 0 0,-3 1 0 0,3-4 0 0,1 3 0 15,-2-1 0-15,-2 2 0 0,1-1 0 0,-2 3 0 16,-2-3 0-16,3 1 0 0,-3 3 0 0,3-2 0 16,-2 1 0-16,1 1 0 0,-1-1 0 0,1 0 0 15,-1 0 0-15,2-1 0 0,-1 2 0 0,0 1 0 16,1-1 0-16,-4 1 0 0,5 0 0 0,4-1 0 16,-5 1 0-16,0 0 0 0,-2 0 0 0,7 1 0 15,-4-1 0-15,-1 1 0 0,6 0 0 0,-2 1 0 16,-3-1 0-16,2 0 0 0,-1 0 0 15,-2 1 0-15,1 0 0 0,-1 0 0 0,0 1 0 0,2-1 0 16,2 0 0-16,-3 2 0 0,-1-1 0 0,-2 0 0 16,6 1 0-16,-1 4 0 0,-4-5 0 0,4 4 0 15,-4-2 0-15,0 1 0 0,0 1 0 0,0 1 0 16,3 2 0-16,-2 0 0 0,2 1 0 0,-3-3 0 16,1 3 0-16,-2 3 0 0,-1-5 0 0,3 7 0 15,-1-3 0-15,0 0 0 0,1-1 0 0,-4 3 0 16,0-1 0-16,1 0 0 0,-2 0 0 0,-3 2 0 15,4 1 0-15,-5 0 0 0,2 1 0 0,-1 0 0 16,-1 1 0-16,0-1 0 0,0 4 0 0,-2-2 0 16,1 3 0-16,-2 4 0 0,-1-7 0 0,0 5 0 15,-1-6 0-15,2 8 0 0,-1-7 0 0,0-2 0 16,-4 1 0-16,4 2 0 0,0 3 0 0,-1-5 0 16,0-1 0-16,-2 2 0 0,-1-2 0 0,-1 0 0 15,1-1 0-15,-3 2 0 0,3-2 0 0,-2 0 0 16,-1 0 0-16,-1 1 0 0,-2 4 0 0,-5 0 0 15,2-6 0-15,2-1 0 0,-6 4 0 0,2-3 0 16,-3 5 0-16,-4-2 0 0,3 0 0 0,5-4 0 16,-4-4 0-16,4 0 0 0,1 0 0 0,2-4 0 15,-1 0 0-15,-2 1 0 0,6-2 0 0,-2-2 0 16,4 0 0-16,2 0 0 0,-2 0 0 0,2 0-358 16,4-4-948-16,0 0-1415 0,-5 5 627 0</inkml:trace>
  <inkml:trace contextRef="#ctx0" brushRef="#br0" timeOffset="154471.1238">2466 11692 264 0,'1'-5'484'0,"1"-2"15"0,-1-1 7 0,0 2-1 0,1-1 0 16,-1 0-6-16,0-1-6 0,0 1 2 0,1 0-15 16,1 0-7-16,-1 1-9 0,-1 1-18 0,-1 0-7 15,0 1-7-15,1 1-20 0,-1 3-43 0,3-3-38 16,-3 3-236-16,1-4-95 0,-1 4 0 0,0 0 0 15,0 0 0-15,0 0 0 0,0 0 0 0,0 0 0 16,3 16 0-16,-3-4 0 0,0 0 0 0,0 6 0 0,-2-1 0 16,2 9 0-16,0 1 0 0,-1 0 0 15,-2 1 0-15,0 1 0 0,-4 2 0 0,1-1 0 16,-1 1 0-16,0-2 0 0,2 0 0 0,-7 3 0 16,6-5 0-16,-3-1 0 0,-1-2 0 0,2-8 0 0,2 2 0 15,-1-1 0-15,2-5 0 0,-1 2 0 0,2-2 0 16,3-6 0-16,-2 1 0 0,3-1 0 0,-1-3 0 15,1 4 0-15,0-7 0 0,0 4 0 0,0-4 0 16,1 3 0-16,-1-3 0 0,0 0 0 0,0 0 0 16,14-10-118-16,-9 4-424 0,-1 0-45 0,1-1-50 15,-1-2-415-15,-4-3-1139 0,4 1 505 0</inkml:trace>
  <inkml:trace contextRef="#ctx0" brushRef="#br0" timeOffset="154852.8351">2447 11653 420 0,'9'-14'438'0,"-2"-2"26"16,-1 4 17-16,-1 1 5 0,-1-1 5 0,2 3-2 15,-1-2 3-15,0 2-17 0,-2-1 0 0,-3 5-13 16,2 3-27-16,0-4-31 0,-2 6-31 0,2-3-37 16,-1-1-32-16,-1 4-34 0,0 0-30 0,0 0-19 15,0 0 2-15,9 6-11 0,-5 2-212 0,1 2 0 16,3 1 0-16,-3 5 0 0,4 1 0 0,0 2 0 15,-3 4 0-15,3 3 0 0,3-3 0 0,-6 4 0 16,2 0 0-16,5-2 0 0,-7 2 0 0,2 1 0 16,-1-1 0-16,1 0 0 0,-2-2 0 0,0 0 0 15,-3-5 0-15,3 4 0 0,-3-5 0 0,0-1 0 0,2 3 0 16,-1-2 0-16,-2-2 0 0,0-4 0 0,0 2 0 16,1-4 0-16,-2 1 0 0,2-1 0 15,-2-1 0-15,2-3 0 0,-2 0 0 0,0-3 0 16,0 1 0-16,1-2 0 0,-2-3 0 0,2 5 0 0,-1 0 0 15,-1-5 0-15,2 3 0 0,-2-3 0 0,0 0 0 16,0 0 0-16,0 0 0 0,10-6 0 0,-8 2 0 16,1-1-88-16,-3 1-457 0,0 1-56 0,0-6-41 15,-4 4-411-15,2 1-1140 0,-2-5 504 0</inkml:trace>
  <inkml:trace contextRef="#ctx0" brushRef="#br0" timeOffset="155070.7229">2550 12086 282 0,'-4'-1'365'0,"-2"-1"31"0,6 2 30 0,-9-4 36 16,4 3 37-16,0-3 19 0,1 3 17 0,0-1 3 16,-2-1-7-16,3 1-15 0,0 0-15 0,-1-1-28 15,4 3-25-15,-5-2-26 0,3-2-36 0,1-1-40 16,1 5-36-16,0-6-73 0,0 2-237 0,5-1 0 16,-1 0 0-16,6-1 0 0,2 1 0 0,3-2 0 15,3 0 0-15,0 0 0 0,1 0 0 0,0 2 0 16,0 4 0-16,-2-2-119 0,3-3-264 0,-3 5-50 15,-3-1-46-15,-1 1-41 0,1-1-54 0,-3-1-374 16,1 2-1026-16,-1 0 455 0</inkml:trace>
  <inkml:trace contextRef="#ctx0" brushRef="#br0" timeOffset="155603.6243">2834 12064 232 0,'0'-4'462'0,"3"0"6"16,1 1 6-16,-3-1-6 0,0-1-22 0,0 2-26 16,2-1-31-16,-3-1-28 0,4 2-35 15,-3-1-31-15,4 2-30 0,-2-2-28 0,1 1-26 0,-4 3-19 16,10-2-18-16,0 2-24 0,-1-2-13 0,2 2-14 16,0 0-9-16,0 2-11 0,-1 0-12 0,4 3-6 15,-1-3-11-15,1 3-7 0,-4-1-6 16,2 3-5-16,-2-2-7 0,3 2-2 0,-4 0-6 0,0-1-6 15,-4-1-4-15,0 2 0 0,-1-3-4 0,0 2 0 16,-2 0-2-16,0 1-3 0,-1-1-3 0,-1 0 1 16,0 2-1-16,-4-2 2 0,2 1-6 0,-2-2 3 15,-1-1-4-15,-2 1 2 0,2 0-4 0,-1-1 5 16,2-2 4-16,-1 0 10 0,5-2 22 0,-8 1 14 16,8-1 12-16,-9-5 13 0,9 3 7 0,-5-7 4 15,5 4-5-15,0-2-1 0,0-3-8 0,1-1-3 16,3 1-5-16,1-2-1 0,-1 1-9 0,5-5-14 15,-5 7-57-15,6-4 0 0,-1 3 0 0,0 1 0 16,-3 2 0-16,6-1 0 0,-5 5 0 0,4-3 0 16,0 3 0-16,1 0 0 0,-3 2 0 0,2 1 0 15,-1 1 0-15,-2 2 0 0,1 2 0 0,-3 0 0 16,2 0 0-16,-1 0 0 0,-1 4 0 0,1-2 0 16,-3 2 0-16,-1-4 0 0,2 5 0 0,-1-2 0 15,-4-1 0-15,0 2 0 0,0-1 0 0,0-2 0 16,0 1 0-16,-3 1 0 0,2-1 0 0,1-4 0 15,-4 2 0-15,3 0 0 0,1-5 0 0,0 3 0 16,0-3 0-16,-3 6 0 0,3-6-179 0,0 0-43 16,0 0-48-16,0 0-53 0,0 0-37 0,8-16-40 15,-7 11-53-15,6-6-52 0,-1 1-409 0,-1 1-989 16,-1-3 438-16</inkml:trace>
  <inkml:trace contextRef="#ctx0" brushRef="#br0" timeOffset="155771.7807">3264 11796 86 0,'1'-7'372'0,"0"1"11"16,-1-4 12-16,4 2-1 0,-4 0-9 0,4 1-19 15,-4 0-23-15,1 1-34 0,0 1-30 0,-1 1-31 16,3-3-24-16,-3 5-33 0,5-2-49 0,-3 1-70 16,2 0-77-16,3 0-78 0,-7 3-76 15,11 3-85-15,-2-6-76 0,-2 6-243 0,0-2-611 0,0-1 271 16</inkml:trace>
  <inkml:trace contextRef="#ctx0" brushRef="#br0" timeOffset="156088.6591">3473 11697 96 0,'0'-6'469'16,"0"0"29"-16,0 1 32 0,0 0 22 0,-4 0 11 15,4-1 9-15,0-1-4 0,-1 3-7 0,1-1-12 16,0 5-22-16,0-7-26 0,-1 5-39 0,1 2-44 15,0-5-42-15,0 5-34 0,0 0-30 0,0 0-41 16,0 0-247-16,0 0-24 0,0 15 0 0,0-4 0 16,1 5 0-16,-1 0 0 0,0 3 0 0,1 0 0 15,-1 7 0-15,3 1 0 0,-6 0 0 0,2 0 0 16,1 0 0-16,-1-2 0 0,-3 3 0 0,4-4 0 16,-1-4 0-16,-2 1 0 0,-1-2 0 0,3-1 0 15,1-1 0-15,-1-2 0 0,-2-1 0 0,3-2 0 16,0-3 0-16,0-2 0 0,0 1 0 0,0-4 0 15,0 1 0-15,3-1 0 0,-3 1 0 0,0-5 0 16,0 3 0-16,0-3-484 0,0 0-58 0,0 0-59 16,0 0-34-16,0 0-354 0,-3-17-1070 0,3 9 474 15</inkml:trace>
  <inkml:trace contextRef="#ctx0" brushRef="#br0" timeOffset="156695.34">3303 11986 309 0,'-6'0'415'0,"6"0"36"0,-9 0 34 16,0-1 23-16,9 1 8 0,-5-2-5 0,5 2-9 16,-8-4-12-16,8 4-20 0,-1-3-21 0,1 3-39 15,-4-3-43-15,4 3-34 0,0 0-30 0,9-7-39 16,-4 3-29-16,5-1-22 0,2 1-22 0,7-3-19 16,1 0-15-16,9 0-32 0,-1-2-44 0,2 0-30 15,2 0-58-15,3 0-32 0,-3-4-33 0,1 3-28 16,-1 1-34-16,-3-3-31 0,2 1-39 0,-7 2-44 15,3-2-37-15,-8 2-32 0,-3 2-17 0,0 0-30 16,-2 0-12-16,-1 1-8 0,-7 3 2 0,2-4 13 16,-1 4 19-16,-2 0 34 0,0 0 22 0,0-1 26 15,-4 1 31-15,2-1 29 0,-3 0 49 0,0 4 34 16,2-3 52-16,-2 3 64 0,0-5 49 0,0 5 35 16,-4-5 42-16,3 2 33 0,1 3 27 0,-3-5 47 15,3 5 24-15,-3-5 29 0,0 1 16 0,1 0 22 16,2 4 8-16,-4-3 3 0,4 3 3 0,-3-2 0 15,3 2-15-15,0 0-10 0,0 0-22 0,0 0-28 16,0 0-16-16,0 0-2 0,0 0 13 0,-4 12 1 16,4-4-13-16,-1 2-8 0,0 3-43 0,2 3-186 15,-1 0 0-15,0 2 0 0,0-1 0 0,0 0 0 16,-1 5 0-16,1-5 0 0,-1 1 0 0,1 0 0 16,-2-2 0-16,2 1 0 0,-1-2 0 0,1-2 0 0,0-2 0 15,-1-3 0-15,1 1 0 0,0-5 0 16,1 3 0-16,-1-4 0 0,0 3 0 0,0-4 0 15,1 2 0-15,-1-4 0 0,5 3 0 0,-5-3 0 16,9-8 0-16,0 6 0 0,0-5 0 0,-1 1 0 0,3 0 0 16,0-3 0-16,-1 2 0 0,0-1 0 15,0 2 0-15,-1 0 0 0,3 1 0 0,-3 2 0 0,-3-1 0 16,3 2 0-16,-1 1 0 0,-2 1 0 16,3 0 0-16,-1 1 0 0,-1 0 0 0,1 3 0 0,-2-2 0 15,2 2 0-15,0-1 0 0,2 3 0 0,-1 0 0 16,-3 1 0-16,3-3 0 0,0 0 0 0,-4 3 0 15,0-3 0-15,-2-2 0 0,1 5 0 0,-2-6-243 16,2 0-255-16,-4-1-119 0,0 0-523 0,0 0-1233 16,0 0 547-16</inkml:trace>
  <inkml:trace contextRef="#ctx0" brushRef="#br0" timeOffset="157772.2915">4480 12060 127 0,'0'0'297'0,"0"0"-6"0,-1-5-4 0,1 5-6 0,0 0 8 16,0 0-14-16,0-6-2 0,0 6 10 0,-3-3 0 15,2-1-2-15,1 4 10 0,-2-3-2 0,2 3-1 16,-6-4 10-16,6 4-9 0,-3-3-1 0,3 3-1 16,-7-3-2-16,7 3 3 0,-2-5 4 0,-1 4-2 15,3 1 2-15,0 0 2 0,-5-4-9 0,5 4-10 16,-3-3-13-16,3 3-14 0,0 0-15 0,-3-2-83 16,3 2-150-16,0 0 0 0,0 0 0 0,0 0 0 15,-2-5 0-15,2 5 0 0,0 0 0 0,7-4 0 16,-7 4 0-16,12 0 0 0,-4 0 0 0,1 1 0 15,5 2 0-15,-5 2 0 0,4-4 0 0,-3 6 0 16,0 0 0-16,3 0 0 0,-1-1 0 0,-3 1 0 16,-3 2 0-16,3-2 0 0,-4 1 0 0,-1 1 0 15,0-1 0-15,0 1 0 0,-2 1 0 0,-1-2 0 16,1 0 0-16,-4 3 0 0,1-7 0 0,0 2 0 16,-3 2 0-16,1-3 0 0,1 1 0 0,-2-4 0 15,3 2 0-15,1-4 0 0,-6 2 0 0,6-2 0 16,0 0 0-16,-8-8 0 0,6 4 0 0,1-2 0 15,1-3 0-15,1 0 0 0,1-5 0 0,-1 2 0 16,6-3 0-16,-1 1 0 0,1-1 0 0,1 2 0 16,1 2 0-16,-1 3 0 0,1-3 0 0,2 3 0 15,-3 2 0-15,1 1 0 0,1 1 0 0,0 1 0 16,-1-1 0-16,4 7 0 0,-3-3 0 0,-4 1 0 0,1 2 0 16,3 0 0-16,-5 0 0 0,3 4 0 15,-3-2 0-15,0 0 0 0,-1 6 0 0,1-3 0 16,-1 2 0-16,-3-3 0 0,-1 2 0 0,0 2 0 0,0-5 0 15,-1 0 0-15,-2-2 0 0,2 2 0 0,-4-1 0 16,5-2 0-16,0-3-11 0,-1 4-1 0,1-4-6 16,0 0 4-16,0 0-2 0,0 0 8 0,0 0 9 15,0-17 4-15,-3 10 0 0,7-4 5 0,1 3 5 16,4-3 0-16,-4-1 3 0,7-3-8 0,-1 3-10 16,-4 0 0-16,2 2 0 0,1 1 0 0,-1 1 0 15,-2-1 0-15,4 3 0 0,0 1 0 16,-2 1 0-16,1 1 0 0,3 1 0 0,-3 3 0 0,0 0 0 15,-2 2 0-15,1 1 0 0,-4 1 0 0,4 1 0 16,0 4 0-16,-1-3 0 0,-6 2 0 0,5 1 0 16,-2 0 0-16,-4 3 0 0,4-4 0 0,-5 0 0 15,0 1 0-15,3-1 0 0,-2-1 0 0,-1-2 0 16,0-2-15-16,0 1-205 0,3 0-32 0,-2-1-30 16,0-2-43-16,3-1-58 0,-4-1-58 0,9-1-56 15,-2-3-30-15,0 1-349 0,1-2-947 0,-1-1 420 16</inkml:trace>
  <inkml:trace contextRef="#ctx0" brushRef="#br0" timeOffset="158206.6494">5126 11993 33 0,'0'0'354'0,"0"0"12"0,0 0 14 0,0 0 34 16,0 0 18-16,0 0 6 0,0 0 2 15,0 0-17-15,3-3-8 0,-3 3-27 0,0 0-16 16,0 0-32-16,0 0-25 0,0 0-28 0,0 0-23 0,0 0-31 15,0 0-23-15,0 0-20 0,0 0-22 0,0 0-18 16,0 0-7-16,0 0-17 0,4 13-11 0,-4-13-2 16,5 2-17-16,3-1-2 0,-3 0-11 15,8-1 8-15,-3-1-24 0,7 0 0 0,-2-5-8 0,3 1 1 16,-1-1 13-16,-3 3 10 0,1-6 7 0,-2 2 5 16,-2 0 6-16,0 0-78 0,-4 0-23 0,1 0 0 15,-3 1 0-15,-1 1 0 0,0 3 0 0,-2-3 0 16,2 3 0-16,-4 2 0 0,0-4 0 0,0 4 0 15,0 0 0-15,0 0 0 0,-21 5 0 0,10-1 0 16,0 4 0-16,-6 1 0 0,3 2 0 0,-3 1 0 16,2-2 0-16,1 4 0 0,1 1 0 0,4-6 0 15,3 0 0-15,-6 0 0 0,7-1 0 0,4-2 0 16,-3 1 0-16,4-1 0 0,1 0 0 0,6 1 0 16,-1 3 0-16,3-5 0 0,4 0 0 0,6 1 0 15,-1-1 0-15,5-1 0 0,5 0 0 0,-1-1 0 16,0-6 0-16,-6 2 0 0,1 0 0 0,5-5 0 15,-4 2 0-15,-2 1-226 0,-1-4-125 0,-1-3-50 16,-2 2-43-16,0-2-61 0,-1-1-63 0,-1 0-382 16,-1-4-1028-16,0 3 455 0</inkml:trace>
  <inkml:trace contextRef="#ctx0" brushRef="#br0" timeOffset="158491.6913">5711 11710 425 0,'0'-12'607'16,"0"-1"33"-16,-1 4 31 0,-1-2 26 0,1-1 2 16,-1 1-7-16,0 3-21 0,0 0-33 0,0 3-31 0,1-1-47 15,-1 1-39-15,-1 0-44 0,2 3-191 16,1 2-286-16,-3-6 0 0,3 6 0 0,0 0 0 0,0 0 0 16,0 0 0-16,-2 17 0 0,-1-2 0 0,3 4 0 15,3 5 0-15,-3 3 0 0,-3 3 0 0,3-2 0 16,3 2 0-16,-3 2 0 0,-3 0 0 0,3-1 0 15,0-2 0-15,0 0 0 0,-4 0 0 16,4-1 0-16,0-2 0 0,-1-6 0 0,0-1 0 0,-1-2 0 16,4 0 0-16,-4-6 0 0,4-4 0 0,-4 2 0 15,2-2 0-15,2 0 0 0,-2-4 0 0,-2 1-284 16,2-4-426-16,0 0-490 0,0 0-1299 0,0 0 574 16</inkml:trace>
  <inkml:trace contextRef="#ctx0" brushRef="#br0" timeOffset="158841.9879">5579 12014 417 0,'-5'-4'475'0,"5"4"38"15,-4-3 32-15,4 3 16 0,-4-2 2 0,4 2-2 16,0 0-26-16,-1-2-31 0,1 2-40 0,0 0-46 16,4-9-45-16,-3 6-32 0,4 0-40 0,3 1-30 15,2-5-24-15,2 4-27 0,-2-2-21 0,8-1-21 16,-6 2-17-16,4 0-16 0,-3 0-14 0,3 2-63 15,1 0-68-15,-3-1 0 0,3 1 0 0,-3 0 0 16,-1 1 0-16,-1 0 0 0,1 1 0 0,-3 0 0 16,3 1 0-16,-4 1 0 0,3 2 0 0,-2 0 0 15,-1 3 0-15,-1-1 0 0,-1 0 0 0,2 2 0 16,-4 0 0-16,2 0 0 0,-4 1 0 0,1 0 0 16,0 0 0-16,-4 0 0 0,3 1 0 0,-1-1 0 0,-2-2 0 15,1 3 0-15,-1-3 0 0,2 0 0 16,-2 0 0-16,0-1 0 0,0 0 0 0,-2 0 0 15,2-1 0-15,0-1 0 0,0-4 0 0,0 5 0 0,0-5 0 16,0 0 0-16,0 0-100 0,0 0-251 0,0 0-57 16,15-10-37-16,-7 4-51 0,0-5-54 0,0 2-424 15,0-6-1055-15,-3 1 467 0</inkml:trace>
  <inkml:trace contextRef="#ctx0" brushRef="#br0" timeOffset="158992.8675">5987 11891 140 0,'0'0'338'0,"-3"-6"13"0,2 3 13 15,1 3 25-15,0-9 30 0,-1 6 12 0,1 3-2 16,0 0-28-16,-1-5-40 0,1 5-37 0,-2-3-39 16,2 3-31-16,-1-5-51 0,1 5-66 0,0 0-63 15,0 0-78-15,0 0-87 0,6 12-81 0,-2-6-75 16,5 1-67-16,0-2-55 0,-2 1-249 0,5 0-668 16,-3 0 295-16</inkml:trace>
  <inkml:trace contextRef="#ctx0" brushRef="#br0" timeOffset="159290.4529">6211 11957 42 0,'5'-3'318'16,"-1"2"16"-16,-4 1 24 0,9-2 31 0,-7-2 21 16,2-1 14-16,-2 3 12 0,-2 2 1 0,3-6 1 15,-6 2-7-15,3 4-2 0,0-6-14 0,0 6-19 16,-5-3-19-16,4 0-29 0,1 3-29 0,-9-2-21 16,9 2-26-16,-11 5-22 0,3-2-28 0,-1 3-14 15,-1 1-15-15,0 2-21 0,-2 4-18 0,0-1-33 16,1 3-121-16,1-2 0 0,-1 2 0 0,3-4 0 15,0 1 0-15,4-2 0 0,-1 2 0 0,0-4 0 16,1 2 0-16,4-3 0 0,0 0 0 0,0-1 0 16,4 0 0-16,1 0 0 0,1-1 0 0,5-3 0 15,0 2 0-15,6-2 0 0,2-3 0 0,3 0 0 16,-2-3 0-16,7 2 0 0,-4-4 0 0,0 0 0 0,-4 0 0 16,2 0 0-16,-1-1 0 0,-3 1 0 0,0 1-246 15,-5-1-98-15,1 1-57 0,-4 2-59 16,1-1-67-16,-1 0-55 0,-3 2-357 0,-1 0-1016 15,-5 2 449-15</inkml:trace>
  <inkml:trace contextRef="#ctx0" brushRef="#br0" timeOffset="161609.4743">7293 11841 31 0,'1'-5'393'0,"1"-5"2"0,-2 4 8 0,0-4 0 15,0 4-10-15,0 0-14 0,2 0 3 0,-2 0-2 16,0 2-9-16,0 0-13 0,1 0-11 0,-1 4-13 15,-1-6-12-15,1 6-8 0,0-4-26 0,0 4-18 16,1-5-15-16,-1 5-21 0,0 0-6 0,0 0-18 16,0-4-17-16,0 4-21 0,0 0-11 0,0 0-19 15,0 0-8-15,0 0 16 0,3 12-4 0,-2-5-14 16,3 2 3-16,-4 2-11 0,4 5-112 0,1-3-12 0,-4 5 0 16,3 2 0-16,-3-1 0 0,-1 0 0 15,3 0 0-15,-2 7 0 0,-1-6 0 0,-1 1 0 16,1-1 0-16,0-1 0 0,0 0 0 0,-3 0 0 0,2-3 0 15,-3-4 0-15,3 0 0 0,-3 0 0 0,3-3 0 16,1-2 0-16,0-1 0 0,-3-1 0 0,2-2 0 16,1 3 0-16,0-2 0 0,0-4 0 0,0 0 0 15,0 0 0-15,0 0 0 0,0 0 0 0,0 0 0 16,-4-17 0-16,4 6 0 0,-1 0 0 0,1-2 0 16,-3-4 0-16,2-2 0 0,-1-10 0 0,0 4 0 15,1-1 0-15,-2-2 0 0,2-1 0 0,1 3 0 16,-4-1 0-16,1 3 0 0,1 7 0 0,1-3 0 15,2 1 0-15,-2 2 0 0,1 0 0 0,0 5 0 0,0 0 0 16,-2 0 0-16,2 1 0 0,2 1 0 16,-2 4 0-16,0-4 0 0,1 5 0 0,-1-1 0 15,2 0 0-15,-1 3 0 0,3-1 0 0,-2 1 0 0,-2 3 0 16,10 0 0-16,-2 2 0 0,4 0 0 0,-1 4 0 16,2 6 0-16,1-2 0 0,-1 5 0 15,1 0 0-15,-1 5 0 0,2 4 0 0,-1-2 0 0,-1 0 0 16,-7-2 0-16,1-1 0 0,-1 0 0 0,2 7 0 15,-3-7 0-15,-3 0 0 0,1-4 0 0,-2 1 0 16,0-3 0-16,1-3 0 0,-2 0 0 0,2-3 0 16,-2 0 0-16,1-2 0 0,1 1 0 0,-2-5 0 15,1 4 0-15,0-2 0 0,-1-3 0 0,0 0 0 16,0 0 0-16,0 0 0 0,8-15 0 0,-3 4 0 16,0-5 0-16,2-1 0 0,0-1 0 0,2-5 0 15,1-2 0-15,-2 6 0 0,1-5 0 0,-4 7 0 16,3 0 0-16,-3-2 0 0,0 5 0 0,0 0 0 0,-1 3 0 15,1 3 0-15,-1-2 0 0,-3 4 0 16,3 0 0-16,-1 2 0 0,-1-1 0 0,-1 4 0 16,2-2 0-16,-3 3 0 0,0 0 0 0,6 0 0 0,-6 0 0 15,8 7 0-15,-4-1 0 0,1 3 0 0,0 1 0 16,0 2 0-16,2 5 0 0,-1 0 0 0,-1-1 0 16,-1 4 0-16,1-1 0 0,0-2 0 0,2 7 0 15,-4-4 0-15,1-1 0 0,-1-1 0 0,1 1 0 16,-1 0 0-16,-1-1 0 0,0-2 0 0,2 0 0 15,-2-3 0-15,-1-2 0 0,1 1 0 0,3-3 0 16,-1 0 0-16,-3-1 0 0,5 2 0 0,0-7 0 16,-1 2 0-16,-1 2 0 0,6-6 0 0,-1-1 0 15,0 1-209-15,4-2-475 0,-4 0-533 0,1-7-1317 16,3 2 582-16</inkml:trace>
  <inkml:trace contextRef="#ctx0" brushRef="#br0" timeOffset="162028.4999">7955 12039 212 0,'4'-3'434'0,"-4"3"22"15,4-4 17-15,-4 4 11 0,6-3 8 0,-6 3-14 16,0 0-21-16,0 0-32 0,0-4-28 0,0 4-43 16,0 0-26-16,0 0-25 0,0 0-29 0,0 0-26 15,0 0-29-15,0 0-17 0,0 0-24 0,0 0-12 16,0 0 0-16,5-1-25 0,-5 1-6 0,0 0-3 15,0 0-9-15,0 0-4 0,8-1-3 0,-8 1-14 16,14-1-4-16,-8-2-8 0,5-1-1 0,0 1-3 16,3-3-5-16,-4 1 0 0,2-2-29 0,-3 3-52 15,1-1 0-15,-1-2 0 0,-1 1 0 0,-2 1 0 16,-1 0 0-16,-1 2 0 0,1-1 0 0,-2 1 0 16,-1-1 0-16,-1 2 0 0,-1 2 0 0,-1-5 0 15,1 5 0-15,0 0 0 0,-11-1 0 0,11 1 0 16,-13 4 0-16,4 1 0 0,-4 3 0 0,0 0 0 15,-3 3 0-15,2 1 0 0,1 4 0 0,0-5 0 16,0 6 0-16,2-3 0 0,2 0 0 0,1 0 0 16,2 1 0-16,3-2 0 0,2-1 0 0,2-4 0 0,2-1 0 15,4 3 0-15,3-3 0 0,1 2 0 0,3-8 0 16,4 2 0-16,0 0 0 0,-5-1 0 0,7-4 0 16,-2 1-231-16,-1-4-62 0,3-3-56 0,-1-1-35 15,-1 0-47-15,-1 0-44 0,-2-2-59 0,0-1-382 16,1 0-992-16,-2-1 439 0</inkml:trace>
  <inkml:trace contextRef="#ctx0" brushRef="#br0" timeOffset="162946.3853">8366 11982 37 0,'0'0'416'0,"6"-6"27"0,-5 2-2 0,0 2 6 15,-1 2-7-15,4-8-21 0,-3 6-21 0,-1-1-30 0,3-1-26 16,-3 0-21-16,3 1-29 0,-3 3-32 16,2-6-25-16,-2 6-21 0,4-4-22 0,2 2-24 15,-2 1-15-15,0-2-17 0,-4 3-14 0,9 0-14 0,-9 0-12 16,11 0-7-16,-3 3-9 0,-3-1-11 0,-1 2-6 16,1 0-8-16,-1 1-6 0,2 1-4 0,-2 0-2 15,0 0-5-15,-4 1 0 0,4 5-5 16,-4-6-2-16,-1 6-5 0,-2-3-1 0,-1 0-2 0,-1 0-7 15,0 2 4-15,-3-2-2 0,-2 1-2 0,-3 1 0 16,3-4-1-16,-5 1-4 0,3-2 1 0,1-1 2 16,4-3-3-16,-3 3 3 0,5-5 0 0,-3-1 2 15,8 1 2-15,-9-5 12 0,6 3 12 0,-2-3 14 16,1-4 1-16,1 1 8 0,3 1-12 0,0-4 1 16,-1 2 1-16,3-2-4 0,4 0 1 0,-3 1 2 15,2 1 3-15,2-3-2 0,-1 5 6 0,1-2-6 16,-2 0-4-16,3 4 0 0,-4-1-10 0,2 1-5 15,-1 1-11-15,-1 1 3 0,2 1-1 0,1 1-2 16,0 1-4-16,-7 0-3 0,13 3 3 0,-7 0 1 16,-1 1 1-16,-1 1-8 0,1 1-2 0,4 0-2 15,-5 0-11-15,1 4 0 0,0-3 0 0,-1 1 0 16,1 0 0-16,-1 0 0 0,0 0 0 0,0 0 0 16,-3-1 0-16,3 0 0 0,-2-1 0 0,-2-1 0 15,1 1 0-15,2-3 0 0,-2 1 0 0,1-2 0 0,-2-2 0 16,2 4 0-16,-2-4 0 0,2 2 0 0,-2-2 0 15,0 0 0-15,0 0 0 0,0 0 0 0,11-8 0 16,-6 2 0-16,0-1 0 0,2-1 0 0,-1-1 0 16,0 1 0-16,5-1 0 0,-5 1 0 0,3 1 0 15,-1 1 0-15,-1 0 0 0,-3-2 0 0,3 5 0 16,0-5 0-16,1 5 0 0,-2-1 0 0,-1 2 0 16,0-1 0-16,3 2 0 0,-8 1 0 0,13 2 0 15,-8 1 0-15,3 2 0 0,-3-1 0 0,0 3 0 16,0-3 0-16,0 4 0 0,3-1 0 0,-7 2 0 0,6 0 0 15,-6 0 0-15,1 0 0 0,0-3 0 16,-1 1 0-16,-1 0 0 0,0 0 0 0,0-1 0 16,0-1 0-16,0 1 0 0,0-2 0 0,0-4 0 0,0 4 0 15,4-1 0-15,-4-3 0 0,0 0 0 0,0 0 0 16,0 0 0-16,0 0 0 0,6-12 0 0,-2 6 0 16,1-1 0-16,-1-3 0 0,6 2 0 0,-4-2 0 15,5-3 0-15,-4 4 0 0,4-2 0 0,-2 4 0 16,0-3 0-16,-3 3 0 0,4 0 0 0,-1 1 0 15,-4 3 0-15,4 0 0 0,-4 1 0 0,-1 1 0 16,-4 1 0-16,10 1 0 0,-5 1 0 0,3 2 0 16,-3 0 0-16,-1 0 0 0,1 2 0 0,-1-2 0 15,-3 1 0-15,7 2 0 0,-4-2 0 0,-2 3 0 0,-2-1 0 16,3-4 0-16,-2 5 0 0,2-1 0 16,-2-2 0-16,2 1 0 0,-1-1 0 0,1 0 0 15,1 0 0-15,-2-1 0 0,2 1 0 0,1-2 0 0,0 2 0 16,-1-2 0-16,-2-1-6 0,-2-2-333 0,6 2-77 15,-6-2-88-15,0 0-90 0,1-9-462 0,-1 9-1143 16,-7-9 506-16</inkml:trace>
  <inkml:trace contextRef="#ctx0" brushRef="#br0" timeOffset="163580.838">9760 12023 153 0,'0'0'417'16,"0"0"10"-16,2-7-1 0,-2 7 6 0,0-6-5 15,3 3-6-15,-2 1-8 0,-1-2-15 0,3 0-12 16,-2 0-7-16,-1 4-21 0,5-6-11 0,-1 4-13 16,-3-4-18-16,4 3-20 0,-2 0-9 0,-2 0-14 0,4-2-20 15,-1 1-22-15,1 2-8 0,0-3-20 16,1 3-16-16,5-2-20 0,-3 4-15 0,3-2-9 16,2 2-13-16,1 2-118 0,-1-1-12 0,3 3 0 0,2 2 0 15,0 1 0-15,-4-1 0 0,1 5 0 0,1-4 0 16,-6 2 0-16,-1 1 0 0,0 0 0 0,-4 3 0 15,0-3 0-15,-5 2 0 0,-2-1 0 0,-2 4 0 16,-8-1 0-16,1 0 0 0,-10 3 0 0,2-6 0 16,-4 4 0-16,-4-2 0 0,2-2 0 0,-1-1 0 15,6-4 0-15,2-1 0 0,-1-1 0 0,2-4 0 16,4 1 0-16,3-2 0 0,-3 0 0 0,4-2 0 16,0-2 0-16,0 1 0 0,4-4 0 0,1 0 0 15,3-6 0-15,2 1 0 0,2-3 0 0,2-3 0 16,4 2 0-16,1 1 0 0,3-6 0 0,1 7 0 15,8-5 0-15,-9 6 0 0,-1-1 0 0,11 1 0 16,-7 2-450-16,-2 3-117 0,2 0-44 0,0 0-40 0,-6 2-335 16,0 0-1067-16,-3 1 472 0</inkml:trace>
  <inkml:trace contextRef="#ctx0" brushRef="#br0" timeOffset="163861.6408">9955 11702 212 0,'0'-24'450'0,"0"4"22"15,-1 3 38-15,-3 0 25 0,3 0 17 0,-2 1 1 16,-1-2-4-16,3 7 12 0,-3-2-11 0,3 2-9 16,-4 2-16-16,2 1-17 0,2 2-22 0,1 0-30 15,-4 1-48-15,3 0-85 0,1 3-323 0,0 2 0 16,0 0 0-16,0 0 0 0,0 0 0 0,3 12 0 16,-1 0 0-16,-1 5 0 0,2 9 0 0,3 2 0 15,-2 2 0-15,1 2 0 0,-1 2 0 0,0 3 0 16,1 11 0-16,0-14 0 0,-1 0 0 0,-3 0 0 15,-1-2 0-15,4 2 0 0,-4-3 0 0,3 1 0 16,-2-8 0-16,0 2 0 0,2-7 0 0,-2-3 0 0,-2 0 0 16,2-4 0-16,-1-1 0 0,3 0 0 0,-1-2 0 15,7-1 0-15,-1 0 0 0,-1 0-195 0,4-7-529 16,-3 1-488-16,3-2-1313 0,-1 0 580 0</inkml:trace>
  <inkml:trace contextRef="#ctx0" brushRef="#br0" timeOffset="164133.9593">10277 12023 260 0,'1'-2'473'0,"2"-3"27"0,-3 5 27 16,3-2 19-16,-3 2 3 0,3-5-10 0,-3 5-14 16,0 0-38-16,4-3-28 0,-4 3-36 0,0 0-26 15,0 0-21-15,0 0-15 0,4 8-20 0,-4-3-23 16,0 0-29-16,0 3-28 0,1-3-28 0,1 6-19 15,-4-1-101-15,2-2-113 0,2 3 0 0,-2-3 0 16,0 3 0-16,0 0 0 0,0-2 0 0,1-2 0 0,-1 0 0 16,-1 0 0-16,2-1 0 0,-1-1 0 15,1-2 0-15,-1 1 0 0,3-2 0 0,-3-2 0 16,0 5-260-16,0-5-78 0,0 0-62 0,0 0-45 0,13-8-47 16,-7-2-44-16,-1 2-418 0,-1-3-1033 0,2 0 457 15</inkml:trace>
  <inkml:trace contextRef="#ctx0" brushRef="#br0" timeOffset="164279.8193">10341 11864 197 0,'1'-7'329'0,"-1"7"-5"0,0-5 16 16,0 5-13-16,0 0-16 0,0 0-26 0,0 0-39 16,0 0-15-16,0 0-27 0,0 0-50 0,0 0-76 15,0 0-87-15,4 17-116 0,0-11-105 0,-4 4-214 16,4-3-481-16,1 2 213 0</inkml:trace>
  <inkml:trace contextRef="#ctx0" brushRef="#br0" timeOffset="165313.185">10514 12039 101 0,'2'-4'502'15,"-2"4"17"-15,5-10 14 0,-5 7 11 0,0-3-12 16,1 2-17-16,1-2-33 0,-1 1-20 0,0-2-40 15,-1 4-27-15,0 3-36 0,2-5-21 0,0 2-35 16,-2-2-18-16,0 5-40 0,0 0-27 0,2-6-36 16,0 5-10-16,-2 1-20 0,0 0-15 0,9-1-6 15,-9 1-22-15,10 3-12 0,-6 0-13 0,1 0-5 16,0 3-10-16,1-2-6 0,-3 1-3 0,5 4-10 16,-3-2-5-16,0 2-39 0,-4 0-6 0,2 0 0 15,-2-2 0-15,2-1 0 0,-3 3 0 0,-4 0 0 16,1 0 0-16,-2-2 0 0,1 0 0 0,-2-4 0 15,-1 5 0-15,-3-1-22 0,0-1-30 0,0 0 0 16,0-1 6-16,2-3 4 0,-1 0-1 0,2 3 18 16,1-5-3-16,0 1 8 0,-2-5 2 0,8 4 7 15,-10-4 18-15,6-1 18 0,2 1 15 0,-1-1 2 16,2-2 7-16,1 1 10 0,1-2 1 0,2-1 3 0,1-1-49 16,-1 1-14-16,5-1 0 0,0 1 0 0,-1 2 0 15,1 0 0-15,3-2 0 0,1 3 0 0,0 3 0 16,0-2 0-16,1 2 0 0,0 2 0 0,-3 1 0 15,-1 0 0-15,4 2 0 0,-4 1 0 0,-1 1 0 16,-2-1 0-16,3 1 0 0,-4-2 0 0,0 4 0 16,-1-2 0-16,0 3 0 0,-2-1 0 0,2-2 0 15,-4 6 0-15,0-4 0 0,0 0 0 0,3 2 0 16,-6-2 0-16,1 0 0 0,0 0 0 0,1-1 0 16,-1-1 0-16,0-1 0 0,1 1 0 0,1-4 0 15,0 5 0-15,0-5 0 0,0 0 0 0,0 0 0 16,3 2 0-16,-3-2 0 0,0 0 0 0,10-12 0 15,-5 7 0-15,2-1 0 0,2-2 0 0,2 1 0 0,-1-2 0 16,0 1 0-16,1 1 0 0,0-2 0 16,-1 3 0-16,0 1 0 0,0-1 0 0,-1 2 0 15,-1 0 0-15,-2 2 0 0,2 0 0 0,-3 0 0 0,3 2 0 16,-8 0 0-16,13 2 0 0,-8-1 0 0,0 1 0 16,0 4 0-16,-1-1 0 0,1 1 0 0,-1-1 0 15,-3 2 0-15,2-1 0 0,-1 1 0 0,1 4 0 16,-5-5 0-16,4 1 0 0,-1 0 0 0,-1-1 0 15,0 0 0-15,0-1 0 0,0-3 0 0,0-2 0 0,0 6 0 16,0-6 0-16,4 5 0 0,-4-5 0 16,1 2 0-16,-1-2 0 0,0 0 0 0,9-8 0 15,-4 2 0-15,3-1 0 0,-3-3 0 0,4 2 0 0,5-4 0 16,-2 0 0-16,0 1 0 0,0 0 0 16,-2 3 0-16,0 0 0 0,-1 1 0 0,0 0 0 15,1-2 0-15,-2 7 0 0,-3-4 0 0,3 3 0 0,-3 0 0 16,1 3 0-16,2 0 0 0,-8 0 0 0,10 3 0 15,-3 1 0-15,-1 2 0 0,-1-4 0 0,0 6 0 16,-2-3 0-16,2 6 0 0,-3-1 0 0,1-3 0 16,-3 2 0-16,1 2 0 0,-1-2 0 0,3-1 0 15,-3-1 0-15,0-1 0 0,1 1 0 0,-1-1 0 16,0-2 0-16,0 1 0 0,1-3 0 0,-1-2 0 16,2 5 0-16,-2-5 0 0,5 0 0 0,-5 0 0 15,10-6 0-15,-2 2 0 0,0-2 0 0,2 0 0 16,-3-1 0-16,3 0 0 0,-1-1 0 0,0-1 0 0,0 1 0 15,1 1 0-15,-2-1 0 0,-3 4 0 0,3-2 0 16,0 1 0-16,-2 2 0 0,-2 0 0 16,-3-1 0-16,3 2 0 0,-4 2 0 0,8 0 0 0,-8 0 0 15,0 0 0-15,10 2 0 0,-9 2 0 0,4-1 0 16,-2 0 0-16,-2 2 0 0,3-2 0 0,-3 2 0 16,-1 0 0-16,4 0 0 0,-1-2 0 0,-1 3 0 15,2-1 0-15,0 0 0 0,-3 0 0 0,2-2 0 16,0 1 0-16,0-2-340 0,5 0-105 0,-3 1-46 15,1-1-49-15,2-2-35 0,-2-1-392 0,2-2-1047 16,1 3 462-16</inkml:trace>
  <inkml:trace contextRef="#ctx0" brushRef="#br0" timeOffset="166449.4193">11502 12054 48 0,'0'0'326'0,"6"-1"9"0,-6 1 4 0,0 0 18 16,0 0 14-16,0 0 11 0,5-3 3 0,-5 3-4 0,0 0-8 15,0 0-11-15,3-2-9 0,-3 2-13 0,0 0-17 16,0 0-7-16,0 0-22 0,0 0-20 16,0 0-19-16,0 0-19 0,0 0-18 0,0 0-21 0,0 0-20 15,0 0-14-15,0 0-15 0,0 0-11 0,0 0-9 16,0 0-2-16,0 0 0 0,6 6-8 0,0-5-4 16,-6-1-17-16,11 4 2 0,-5-3-14 0,2 0-7 15,-1-1-3-15,3-1-20 0,1-1-55 0,-3 0 0 16,0-1 0-16,-1 0 0 0,-1 0 0 0,3-1 0 15,-6 1 0-15,4-1 0 0,-5 0 0 0,1 0 0 16,0-2 0-16,-3 1 0 0,0 2 0 0,0-2 0 16,-1 1 0-16,1 4 0 0,-7-7 0 0,2 3 0 15,0 0 0-15,0 3 0 0,-1 0 0 0,6 1 0 16,-16-1 0-16,9 1 0 0,-4 2 0 0,4 2 0 16,-3 0 0-16,1 2 0 0,0-2 0 0,-2 4 0 15,2 0 0-15,-1 1 0 0,3 0 0 0,0 0 0 0,1 1 0 16,-2-2 0-16,4 3 0 0,0-3 0 0,2-1 0 15,2 1 0-15,0 1 0 0,0 1 0 0,0-3 0 16,6 2 0-16,-1-2 0 0,3 2 0 0,1-5 0 16,1 1 0-16,3-1 0 0,2 2 0 0,2-5 0 15,2-1 0-15,0 0 0 0,2-4 0 0,-1-3 0 16,8-1 0-16,3-3 0 0,-8-4 0 0,8 2 0 16,-2-5 0-16,-1 0 0 0,-1-2 0 0,1 1 0 15,-1-4 0-15,-3-3 0 0,-2 2 0 0,-3-1 0 16,4-1 0-16,-4-2 0 0,0 1 0 0,-1-1 0 15,-2-1 0-15,-6 3 0 0,0 2 0 0,-5 6 0 16,0 1 0-16,-2 1 0 0,-2 5 0 0,-1 1 0 16,2-2 0-16,-2 7 0 0,0-6 0 0,-2 5 0 0,2 2 0 15,0 1 0-15,-1-1 0 0,-3 2 0 16,4 2 0-16,0 0 0 0,0 0 0 0,-13 8 0 16,6 1 0-16,2-1 0 0,-1 3 0 0,0 1 0 0,-2 3 0 15,1 1 0-15,0 2 0 0,2-1 0 0,0 7 0 16,1-5 0-16,-1-1 0 0,3 4 0 0,-1-3 0 15,2 5 0-15,2-5 0 0,-1 1 0 0,3-1 0 16,0 0 0-16,2 5 0 0,-1-6 0 0,1 2 0 16,1-2 0-16,0-2 0 0,2-2 0 0,-1 1 0 15,0-5 0-15,0 0 0 0,2-2 0 0,0 2 0 16,0-4 0-16,1 1 0 0,3 0 0 0,0-5 0 16,1-2 0-16,-2 1 0 0,7-3 0 0,-4-5 0 0,3 1 0 15,-3-3 0-15,2-1 0 0,-3-1 0 16,1-2 0-16,-2-1 0 0,-2-1 0 0,1-1 0 15,-3-2 0-15,1 2 0 0,-5 0 0 0,-1-2 0 0,0 8 0 16,0-1 0-16,-3 1 0 0,2 0 0 16,-3 6 0-16,0-2 0 0,0 1 0 0,0 0 0 0,0 5 0 15,-3-5 0-15,3 5 0 0,0 0 0 0,0 0 0 16,0 0 0-16,-9 9 0 0,5-2 0 0,3 1 0 16,-3 1 0-16,-1 0 0 0,1 3 0 0,3-1 0 15,-1 1 0-15,0 1 0 0,2 0 0 0,0-3 0 16,0 1 0-16,0 1 0 0,2-2 0 0,1 1 0 15,1-3 0-15,2 0 0 0,2 1 0 0,0-2 0 16,2 0 0-16,-1-1 0 0,0-1 0 0,0-2 0 16,4 0 0-16,0-3 0 0,2-3 0 0,-2 1 0 15,4-2 0-15,-1-3 0 0,0-1 0 0,-1-2 0 16,-2-2 0-16,4-1 0 0,-5 0 0 0,0-1 0 16,1 0 0-16,1-3 0 0,-1 3 0 0,-3-2 0 15,-3 6 0-15,-3 0 0 0,1 2 0 0,-1 2 0 16,-3-1 0-16,1 3 0 0,2-1 0 0,-1 2 0 0,-2-1 0 15,-1 4 0-15,0 0 0 0,5-1 0 0,-5 1 0 16,0 0 0-16,0 12 0 0,0-7 0 0,0 2 0 16,0 2 0-16,3 1 0 0,-2-2 0 0,1 2 0 15,0-1 0-15,0 0 0 0,2 1 0 0,-1-1 0 16,2 0 0-16,0-1 0 0,-1 0 0 0,-2-1 0 16,3 1 0-16,-1-4 0 0,1 3 0 0,2-1 0 15,-2-2 0-15,-1 0 0 0,0-2 0 0,-2 2 0 16,3-2 0-16,-1-2 0 0,-4 0 0 0,0 0 0 15,11-4 0-15,-7 1 0 0,-2-3 0 0,0 0-23 16,-2 0-520-16,-2-5-73 0,2 0-56 0,-6-1-385 16,1-4-1143-16,-5-2 506 0</inkml:trace>
  <inkml:trace contextRef="#ctx0" brushRef="#br0" timeOffset="166630.8613">12547 11825 315 0,'-4'-8'415'0,"-1"1"29"0,1-2 26 0,-1 1 40 0,1 2 33 16,0 1 37-16,3-2 16 0,-4 4 7 0,3-2-13 15,0-1-23-15,2 2-34 0,-2 1-40 0,4-2-43 16,0 0-57-16,1 2-29 0,7-3-39 0,7-1-325 16,10-2 0-16,-1-1 0 0,3 0 0 0,-2 0 0 15,-7 5 0-15,1 0 0 0,-5-2 0 0,-3 4 0 16,-8 0 0-16,5 1 0 0,-6 2-432 0,1-2-240 16,-5 2-510-16,0 0-1279 0,0 0 566 0</inkml:trace>
  <inkml:trace contextRef="#ctx0" brushRef="#br0" timeOffset="168583.3573">5725 13118 39 0,'0'-11'324'0,"3"-7"-10"0,-3 7 0 0,1 1-5 16,-1-1 0-16,1 1-6 0,0-2-3 0,2 4 3 15,-2 1 5-15,-1-1 2 0,2 4 7 0,-1 0 4 16,1-2 0-16,0 2 23 0,-1 1-20 0,-1 3 7 16,2-4-14-16,-2 4-6 0,0 0-17 0,-2-7-11 15,2 7-11-15,4-1-24 0,-4 1-15 0,0 0-14 16,0 0-11-16,2-2-8 0,-2 2 0 0,0 0 1 16,3 8-87-16,-3-2-114 0,1 0 0 0,0 4 0 15,-2-1 0-15,0 3 0 0,1-1 0 0,0 6 0 0,1 2 0 16,-1 7 0-16,0-6 0 0,1 5 0 0,3 2 0 15,-4-2 0-15,-2 1 0 0,4 1 0 16,-2-1 0-16,-4 0 0 0,4 1 0 0,-1 0 0 0,2-4 0 16,1-3 0-16,0-2 0 0,-2 3 0 0,1-3 0 15,-1-1 0-15,0-2 0 0,-1-3 0 0,1-1 0 16,0 0 0-16,0-1 0 0,0 0 0 0,0-5 0 16,0 1 0-16,-2-1 0 0,2 0 0 0,-2-3 0 15,2-2 0-15,2 6 0 0,0-2 0 0,-2-4 0 16,0 0 0-16,0 0 0 0,0 0 0 0,0 0 0 15,-2-14 0-15,0 4 0 0,2-1 0 0,2 0 0 16,-2-1-317-16,-3 1-316 0,0-9-59 0,0 2-400 16,-4-1-1182-16,-3-4 522 0</inkml:trace>
  <inkml:trace contextRef="#ctx0" brushRef="#br0" timeOffset="169018.6454">5381 13084 96 0,'-5'-9'362'0,"-4"1"5"16,4-2 21-16,-4 3 1 0,5-1 10 15,-3 0-9-15,4 3-16 0,-2-4-17 0,2 3-13 0,1 0-8 16,-1 2-21-16,2-3-11 0,0 3-7 0,1-1-16 16,0-1-23-16,1 2-19 0,1 1-18 0,4-2-24 15,3-3-1-15,2 5-2 0,2-2-5 0,7-2 4 16,7 2-16-16,2 3-18 0,6-2 9 0,0 3-12 15,4 1-5-15,16 5-11 0,4-3-11 0,2 3-9 16,3 5-10-16,0-1-9 0,-4 7-8 0,4 2-92 16,-5 4-1-16,-9 3 0 0,-7 1 0 0,-17-7 0 15,-3 4 0-15,-5 5 0 0,-6 1 0 0,-7-1 0 16,-5 5 0-16,-6 0 0 0,-12 13 0 0,-6 1 0 16,-7-4 0-16,-5 1 0 0,-2 1 0 0,-4-6 0 15,0 0 0-15,-3-1 0 0,2-8 0 0,4 2 0 16,7-11 0-16,2 2 0 0,4-4 0 0,-1-3 0 15,3 1 0-15,10-6 0 0,1-4 0 0,3 0 0 16,2-1 0-16,3-1 0 0,-1-3 0 0,1 0 0 16,1 1 0-16,4-3 0 0,-8 2 0 0,8-2 0 15,-4 1 0-15,4-1 0 0,0 0 0 0,0 0 0 16,0 0 0-16,8-10 0 0,0 7 0 0,-1 1 0 0,5-4 0 16,6 1 0-16,-3 0-492 0,5 0-216 15,-2 1-458-15,9-2-1262 0,-6 2 559 0</inkml:trace>
  <inkml:trace contextRef="#ctx0" brushRef="#br0" timeOffset="169386.2283">6273 13666 190 0,'0'0'493'15,"0"-9"8"-15,-4 5 11 0,3 1 7 0,1-2-6 16,-5 1-9-16,5-1-20 0,0 5-26 0,-4-6-18 16,3 3-26-16,1 3-21 0,-3-3-23 0,3 3-37 15,0 0-35-15,-1-5-26 0,1 5-29 0,0 0-21 16,0 0-8-16,0 0-8 0,-5 11-11 0,5-6-10 16,0 2-12-16,0 2-114 0,0 0-59 0,0 3 0 15,0-2 0-15,0 3 0 0,0-3 0 0,0 6 0 16,1-3 0-16,-2 1 0 0,1 2 0 0,0-1 0 15,0 1 0-15,0-6 0 0,0 3 0 0,-4-3 0 16,4 0 0-16,-3-1 0 0,2-1 0 0,1-1 0 16,0-1 0-16,-1-3 0 0,1 1 0 0,0 1 0 15,0-5 0-15,0 3 0 0,0-3-60 0,0 0-310 16,0 0-37-16,0 0-17 0,0 0-11 0,1-13-15 16,-1 8-16-16,0-2-12 0,0-3 4 0,0-2-298 15,0 1-835-15,0-3 370 0</inkml:trace>
  <inkml:trace contextRef="#ctx0" brushRef="#br0" timeOffset="169618.7411">6232 13732 951 0,'0'-10'-3'0,"-1"1"40"0,1-1 45 0,-2 3 29 16,0 2 22-16,2-1 28 0,-1 0 19 0,1 3 23 16,0-2 38-16,-3 0 8 0,2 2 24 0,1 3 19 15,0-9 20-15,0 9 11 0,0-4 0 0,0 4-1 0,-2-4-7 16,2 4-7-16,-2-4-11 0,2 4-9 0,0 0-13 16,0 0 5-16,0 0-23 0,17 3-6 0,-11-1-16 15,2-1-20-15,-2 1-17 0,7 3-16 0,-3-1-16 16,3 1-13-16,0-1-19 0,-2 3-12 0,1-2-9 15,2 4-13-15,1-1-7 0,-2-2-74 0,-3 2-19 16,3-1 0-16,-4-3 0 0,0 4 0 0,0-6-61 16,1 1-78-16,-3 2-46 0,2 1-45 0,-3-4-53 15,0-2-43-15,-1 2-34 0,2 0-44 0,-2-2-64 16,5-1-37-16,-6-2-367 0,1 3-945 0,3-4 419 16</inkml:trace>
  <inkml:trace contextRef="#ctx0" brushRef="#br0" timeOffset="169917.7171">6502 13584 101 0,'0'-4'329'0,"-1"-4"12"0,-2 2 13 16,2-1 27-16,-2 2 29 0,2-1 26 0,0 3 10 15,-2-1-3-15,2 0-10 0,-2 1-19 0,3 3-25 16,0 0-16-16,-1-5-28 0,1 5-18 0,0 0 1 16,0 0-11-16,0 0 0 0,0 0-20 0,0 0-18 0,-5 16-11 15,5-11-17-15,0 2-20 0,0 2-17 16,-1 4-47-16,1-5-167 0,0 3 0 0,1-2 0 15,-1 2 0-15,-1 1 0 0,1 5 0 0,-4-5 0 16,4 0 0-16,0-1 0 0,1 0 0 0,2 0 0 0,-2 1 0 16,-1 1 0-16,0-5 0 0,0 3 0 0,0-1 0 15,1-2 0-15,-1 0 0 0,4-2 0 16,-3-1 0-16,2 1 0 0,-2-2 0 0,2-2 0 0,-2 2 0 16,0-2 0-16,2 2 0 0,-3-4-245 0,0 0-37 15,5 1-50-15,-5-1-38 0,0 0-30 0,5-11-37 16,-5 6-51-16,0-3-34 0,-1-4-331 0,-3-5-924 15,0 0 410-15</inkml:trace>
  <inkml:trace contextRef="#ctx0" brushRef="#br0" timeOffset="170452.5704">5584 12811 259 0,'-5'0'296'0,"5"0"-4"0,-9 3-13 16,9-3-10-16,-9 1-12 0,9-1-24 15,-11 0-15-15,7 0-10 0,4 0 2 0,-8 2-5 16,8-2-3-16,-7 2 5 0,7-2 0 0,0 0-2 0,0 0 0 16,-10-2 1-16,10 2 0 0,0 0 5 0,0 0 0 15,-4 3 6-15,4-3 0 0,0 0 1 16,0 0 6-16,0 0 6 0,0 0-13 0,25-5 6 15,-9 1-5-15,4 2-13 0,8-5 9 0,4-2 0 0,4 3-12 16,18-4-13-16,0-2-14 0,1 1-7 0,7 0-10 16,-3 0-17-16,2-4-9 0,-1 3-89 0,-6 1-43 15,-3-1 0-15,-15 5 0 0,-2-1 0 0,-3 2 0 16,-11 3 0-16,-1 0 0 0,-3 1 0 0,-5 0 0 16,1 1 0-16,-5-2 0 0,-2 3 0 0,2-1 0 15,-1 1 0-15,-6 0 0 0,9 1 0 16,-9-1 0-16,4 3 0 0,-4-3 0 0,3 5 0 0,-3-5 0 15,0 4 0-15,0-4-224 0,-2 6-65 0,0-4-53 16,-2 1-54-16,1 0-49 0,-2 1-65 0,0-3-68 16,0 1-324-16,-1 0-976 0,6-2 432 0</inkml:trace>
  <inkml:trace contextRef="#ctx0" brushRef="#br0" timeOffset="171102.6941">7331 13461 206 0,'-9'-2'400'0,"9"2"19"0,-6-3 11 0,2 2 8 15,4 1-9-15,0 0-6 0,0 0-17 0,-7-3-15 16,7 3-14-16,0 0-14 0,0 0-16 0,0 0-4 16,0 0-10-16,0 0-10 0,0 0-23 0,0 0-6 15,0 0-9-15,0 0-9 0,0 0-20 0,0 0-17 16,0 0-27-16,11-5-19 0,-2 3-19 0,1 0-15 16,3-2-21-16,4-2-101 0,-3 3-37 0,1 1 0 0,3-1 0 15,-3-2 0-15,-2 1 0 0,4 0 0 16,-7 4 0-16,1 0 0 0,-4 0 0 0,1-2 0 15,0 1 0-15,-1 1 0 0,-7 0 0 0,10 1 0 0,-10-1-258 16,5 2-59-16,-1-2-35 0,-4 0-33 0,0 8-30 16,-3-2-32-16,0-2-34 0,-3 1-13 15,-1 4-347-15,-7-1-910 0,3 2 403 0</inkml:trace>
  <inkml:trace contextRef="#ctx0" brushRef="#br0" timeOffset="171355.6236">7307 13632 155 0,'-4'5'261'0,"0"1"23"0,3-1 20 15,-4-2 27-15,4 1 36 0,-1 0 29 0,1 0 24 16,-1-1 17-16,-2-1 9 0,4-2-4 0,0 0 2 16,0 0-9-16,-1 4-7 0,1-4-20 0,0 0-17 15,0 0-19-15,20-4-21 0,-6 1-20 0,-5-1-20 16,8 0-16-16,-1-3-36 0,1 2-19 0,5 0-157 16,4-1-83-16,-4 2 0 0,-3-1 0 0,0-1 0 15,3 5 0-15,-4-3 0 0,-4 2 0 0,4-2 0 16,-4 2 0-16,-1-2 0 0,-3 3 0 0,2 0 0 15,-3-2 0-15,-2 1 0 0,2 1 0 0,-5 0 0 16,4-1 0-16,-3-1 0 0,0 2 0 0,0-2 0 16,-5 3 0-16,8-4-259 0,-4 3-182 0,-2-2-53 0,1-1-62 15,-1 2-53-15,-2 2-363 0,0-8-1053 16,0 5 465-16</inkml:trace>
  <inkml:trace contextRef="#ctx0" brushRef="#br0" timeOffset="173187.6223">9091 12778 3 0,'0'0'213'0,"7"-3"10"0,-7 3 1 15,6-2 5-15,-5-2 4 0,-1 4 1 0,8-2 9 0,-4 1 3 16,0-1 1-16,-4 2 2 0,6-3 8 0,-6 3 4 16,5-3-1-16,-5 3-1 0,4-2-7 0,-4 2-8 15,0 0-7-15,4-2-10 0,-4 2-5 0,0 0-9 16,0 0-8-16,0 0-14 0,-18-3-8 0,5 5-6 15,-6-1-17-15,-3 0-3 0,0 2-5 0,-10 1-4 16,-1 1-17-16,-4 1 13 0,2-1-8 0,-4 1 2 16,3 1-5-16,0-1-12 0,1 2-3 0,-1-2 6 15,3 3 0-15,2-3-13 0,3 0 11 0,2-3 2 16,7 0-12-16,-1 2-1 0,7-2-2 0,-5 1-2 16,8-2-30-16,0 1-77 0,1-2 0 0,2 0 0 15,2 0 0-15,0 0 0 0,0 1 0 0,0-1 0 16,5-1 0-16,-6 0 0 0,3 3 0 0,-1-1 0 0,4-2 0 15,0 0 0-15,0 0 0 0,3 7 0 16,-2-3 0-16,4 0 0 0,-1-1 0 0,5 2 0 16,0 2 0-16,2-1 0 0,6 2 0 0,1 0 0 0,6 5 0 15,3-3 0-15,1 3 0 0,0-4 0 0,2 3 0 16,-1-3 0-16,-2 1 0 0,0 1 0 0,-2 0 0 16,-2 2 0-16,-5-4 0 0,0-2 0 0,-3 0 0 15,-2-1 0-15,-3 0 0 0,2-2 0 0,-3 1 0 16,-4-1 0-16,5 1 0 0,-4-3 0 0,0 0 0 15,-1 3 0-15,-1-5 0 0,-4 0 0 0,6 4 0 16,-5-2 0-16,-1-2 0 0,5 2 0 0,-5-2 0 16,0 0 0-16,4 1 0 0,-4-1 0 0,0 0 0 15,0 0 0-15,-1 6 0 0,1-6 0 0,0 0 0 16,-7 4 0-16,5-1 0 0,-2-1 0 0,-2 3 0 16,1-3 0-16,-3 4 0 0,0 4 0 0,-3-2 0 15,-2 3 0-15,3 4 0 0,-7-1 0 0,-1 7 0 16,-1-2 0-16,-1 1 0 0,4-1 0 0,-3 3 0 0,-1-1 0 15,2-2 0-15,0 1 0 0,5-6 0 16,-1 0 0-16,3-1 0 0,0-1 0 0,1-1 0 16,1-3 0-16,0 2 0 0,0-1 0 0,3-2 0 0,-1-1 0 15,5-1 0-15,-2 0 0 0,0-2 0 0,0 1 0 16,2 0 0-16,-2-2 0 0,4-2 0 0,-4 2 0 16,4-2 0-16,0 0 0 0,0 0 0 0,-2 3 0 15,2-3 0-15,0 0 0 0,0 0 0 0,16-1 0 16,-3-3 0-16,6 0 0 0,-1-3 0 0,17 0 0 15,-1 0 0-15,1-4 0 0,4 2 0 0,-3 0 0 16,1 0 0-16,3 2 0 0,-3 0 0 0,-3 0 0 16,-2-1 0-16,0 3 0 0,-5 0 0 0,4 0 0 15,-11 2 0-15,-2 0 0 0,1 0 0 0,-7 2 0 16,-2-2 0-16,1 3 0 0,-3-2 0 0,-4 0 0 16,-4 2 0-16,11-1 0 0,-7 1 0 0,-4 0 0 15,7 0 0-15,-7 0 0 0,0 0 0 0,6-2 0 0,-6 2 0 16,0 0 0-16,0 0 0 0,0-3 0 15,0 3 0-15,-4-10 0 0,2 7 0 0,-2-5-665 16,1-2-590-16,3 1-1359 0,-2-2 602 0</inkml:trace>
  <inkml:trace contextRef="#ctx0" brushRef="#br0" timeOffset="173572.0259">9481 12932 73 0,'3'-9'409'0,"3"-2"4"16,-2 2 27-16,-2 1 10 0,1-2 11 0,-2 4 8 16,3-1-2-16,-3 0-16 0,-1 1-8 0,0 0-20 15,0 1-5-15,0 1-19 0,0 0-11 0,0 4-29 16,0-6-17-16,0 6-28 0,0 0-34 0,-1-5-21 16,1 5-24-16,0 0 1 0,0 0-3 0,0 0-4 15,-4 15-229-15,3-7 0 0,1 2 0 0,0 3 0 16,1 4 0-16,-1 0 0 0,0 2 0 0,4 7 0 15,-3-2 0-15,-1 0 0 0,0-4 0 0,0-1 0 16,0-1 0-16,-1 0 0 0,2 0 0 0,-2-1 0 16,-3 3 0-16,4-1 0 0,0-2 0 0,-1-2 0 15,1 2 0-15,-3-3 0 0,2-2 0 0,-3-1 0 16,3-1 0-16,1-2 0 0,-3-1 0 0,3 1 0 16,-1-1 0-16,1-4 0 0,0 5 0 0,-2-5 0 15,2 1 0-15,-2-1 0 0,2-3 0 0,0 0 0 16,0 0 0-16,0 0 0 0,0 0 0 0,0 0 0 15,5-10 0-15,-2 0-300 0,-2 1-173 0,2 0-24 0,-2-4-32 16,3-4-30-16,1 2-19 0,-5 0-299 0,0-3-948 16,0 7 420-16</inkml:trace>
  <inkml:trace contextRef="#ctx0" brushRef="#br0" timeOffset="173872.5913">9475 13047 155 0,'-4'-10'148'16,"0"2"33"-16,1-4 21 0,2 1 21 0,-3 2 22 15,2 0 24-15,-1 1 17 0,3 0 29 0,-2 0 21 16,0 2 9-16,1-2 16 0,0 3 12 0,-1 0 0 15,2 0 6-15,0 0-21 0,0 0 16 0,0 5-23 16,2-4-18-16,-2 4-13 0,1-5-22 0,-1 5-19 16,5-1-4-16,-5 1-16 0,9 1-2 0,-4 1-9 15,4 3-20-15,-2 0-13 0,4 2-10 0,-1 0-205 16,-1 1 0-16,4 3 0 0,1 1 0 0,-2 0 0 16,2 0 0-16,-4 3 0 0,3 1 0 0,-1-1 0 15,-1-1 0-15,-1 2 0 0,1-2 0 0,0 1 0 16,0-3 0-16,-1 2 0 0,1-2 0 0,-4-1 0 15,2-1 0-15,-2 1 0 0,0-4 0 0,1-2 0 16,2 3 0-16,-5-2 0 0,0-1 0 0,3-2 0 0,-3 2 0 16,0-2 0-16,-1-2 0 0,4 0-141 0,-8-1-261 15,10-1-48-15,-2-2-63 0,-3 0-59 16,1 0-448-16,-3-3-1103 0,2-2 489 0</inkml:trace>
  <inkml:trace contextRef="#ctx0" brushRef="#br0" timeOffset="174206.413">9798 12927 411 0,'0'-9'419'0,"0"-1"23"0,-3 3 16 0,2 1 15 16,0-1 2-16,0-2 0 0,1 2-7 0,-3 2-30 16,3 2-13-16,0-2-27 0,-1 1-35 0,-2 0-8 15,3 4-26-15,0-4-29 0,0 4-31 0,0 0-27 16,-1-3-33-16,1 3-9 0,0 0-10 0,0 0-4 15,0 0-8-15,-5 9-11 0,1-1 0 0,4 2-13 16,-3 1-154-16,3 0 0 0,0 4 0 0,0 2 0 16,0 0 0-16,3 7 0 0,-3 1 0 0,0-5 0 15,4-1 0-15,-3-1 0 0,-1 1 0 0,3 1 0 16,-3-2 0-16,1 2 0 0,-1-5 0 0,1 2 0 0,-1-5 0 16,3 4 0-16,-3-3 0 0,0-2 0 15,1 1 0-15,-1-3 0 0,0 1 0 0,0 0 0 16,3-5 0-16,-2 1 0 0,0-1 0 0,2-2 0 0,-2 1 0 15,4-2 0-15,0-1-386 0,3 0-64 16,-2-1-51-16,5-1-42 0,-1-5-46 0,0 4-365 16,2-4-1033-16,-1 3 457 0</inkml:trace>
  <inkml:trace contextRef="#ctx0" brushRef="#br0" timeOffset="174480.467">10066 13211 371 0,'3'-2'384'15,"-3"2"25"-15,0 0 15 0,2-6 21 0,-2 6 13 16,0 0-7-16,0 0-9 0,0 0-23 0,0 0-16 16,-7-3-21-16,7 3-15 0,0 0-15 0,0 0-18 15,0 0-26-15,-12 1-26 0,12-1-20 0,-5 7-12 16,3-4-21-16,-1 2-12 0,0 1-21 0,-2 2-15 16,3-2-16-16,0 4-13 0,0-4-18 0,1 2-11 15,-4 1-72-15,2 1-51 0,2-1 0 0,1-3 0 16,0 0 0-16,0 2 0 0,-1-2 0 0,1 1 0 15,-3-3 0-15,3 1 0 0,0-1 0 0,0-4 0 16,0 6 0-16,0-6 0 0,-1 3 0 0,1-3-70 0,0 0-202 16,0 0-72-16,0 0-53 0,0 0-32 15,7-13-39-15,-7 4-39 0,3-4-48 0,-3 2-304 16,4-7-929-16,-1 0 411 0</inkml:trace>
  <inkml:trace contextRef="#ctx0" brushRef="#br0" timeOffset="174655.7195">10001 13056 92 0,'-1'-5'380'0,"1"0"9"16,-1-2 27-16,-1 2 22 0,2 0 15 0,-1 0 8 16,0 1-4-16,-3 0-19 0,4 0-29 0,-1 0-36 15,-2 1-36-15,3 3-35 0,0-5-28 0,0 5-28 16,0-5-27-16,0 5-45 0,-1-4-58 0,1 4-68 16,0 0-78-16,0 0-72 0,0 0-65 0,0 0-56 15,0 0-49-15,0 0-56 0,11-1-57 0,-4 0-65 16,0 2-228-16,4-3-734 0,3-2 325 0</inkml:trace>
  <inkml:trace contextRef="#ctx0" brushRef="#br0" timeOffset="175024.6553">10437 12848 244 0,'3'-3'474'0,"-3"-1"18"0,1 0 29 0,-1 4 9 15,1-8 5-15,-1 5-6 0,0 3-8 16,-1-6-23-16,1 6-20 0,0-8-17 0,0 8-31 16,0-2-34-16,0 2-35 0,0 0-41 0,0 0-26 0,-1-3-31 15,1 3-25-15,0 0-13 0,0 0-11 0,0 0-47 16,1 15-167-16,-2-8 0 0,2 3 0 16,-1 1 0-16,0 0 0 0,1 5 0 0,-2-1 0 15,2 4 0-15,-1-1 0 0,0 0 0 0,1 0 0 0,2 7 0 16,-3-1 0-16,0-5 0 0,0 5 0 0,0-4 0 15,0-2 0-15,0-1 0 0,-3 0 0 16,2 1 0-16,-1-3 0 0,0 2 0 0,1-6 0 0,-3-1 0 16,4-1 0-16,-1-2 0 0,1 0 0 0,-2-1 0 15,2-2 0-15,0 0 0 0,0 1 0 0,0-5 0 16,0 4 0-16,0-4 0 0,0 0 0 0,0 0-401 16,10-10-79-16,-8 1-33 0,2 0-39 0,0-3-48 15,0-2-342-15,1-5-1019 0,-3 1 452 0</inkml:trace>
  <inkml:trace contextRef="#ctx0" brushRef="#br0" timeOffset="175409.097">10359 12883 54 0,'-4'-3'372'0,"0"0"9"0,3-3 16 15,-3 2 10-15,2-1 6 0,-1 1-9 0,3-1-10 16,-3 2-15-16,3-2-23 0,3-1-31 0,-3 1-23 0,5 0-22 15,-1 2-13-15,5-1-17 0,1-1-11 0,3 0-2 16,5 3-8-16,1 0-17 0,3 2-6 16,-1 0-5-16,11 1-8 0,-1 2-11 0,1 5-12 15,-3-1-20-15,2 3-11 0,0-1 3 0,-4 2-13 0,-3 2-17 16,-2 1-10-16,-6-1-25 0,-3-1 7 0,-1 2-5 16,0 3-1-16,-3 1 0 0,-1-1-4 15,-3 2-3-15,-5 4-45 0,-4 3-26 0,0-1 0 0,-2-1 0 16,-7 0 0-16,-3 1 0 0,-1-5 0 0,-3 1 0 15,-5-2 0-15,0 2 0 0,-3-1 0 0,-3-3 0 16,4-4 0-16,1-1 0 0,2 0 0 0,5-5 0 16,4-1 0-16,2-3 0 0,5 0 0 0,2 0 0 15,-1-2 0-15,0 1 0 0,3-1 0 0,-1 0 0 16,5-1 0-16,0 0 0 0,0 0 0 0,0-9 0 16,8 6 0-16,3-2 0 0,1-1-186 0,7 3-199 15,-1-1-64-15,2 1-58 0,9-7-61 0,2 9-448 16,-4 0-1101-16,1-1 486 0</inkml:trace>
  <inkml:trace contextRef="#ctx0" brushRef="#br0" timeOffset="175686.4349">10967 13269 323 0,'4'-7'434'0,"-4"6"14"0,0 1 13 15,0-6 25-15,0 6 17 0,0 0 2 0,2-4-2 16,-2 4-36-16,0 0-26 0,-2-5-44 0,2 5-27 15,0 0-30-15,0 0-32 0,0 0-11 0,0 0-3 16,0 0-10-16,0 0-15 0,0 19-15 0,-4-8-21 16,3-2-17-16,1 4-21 0,-1 0-32 0,1 0-163 15,-2 3 0-15,1-1 0 0,1 2 0 0,-4-3 0 16,2 3 0-16,0-1 0 0,4-1 0 0,-2-2 0 16,0-1 0-16,0 1 0 0,-2-5 0 0,4 3 0 15,-2-2 0-15,1 0 0 0,-1-3 0 0,-1 1 0 16,1-1 0-16,1-2-148 0,-1-1-211 0,0-3-40 15,3 6-19-15,-1-3-27 0,-2-3-56 0,0 0-49 16,0 0-346-16,0 0-970 0,0 0 430 0</inkml:trace>
  <inkml:trace contextRef="#ctx0" brushRef="#br0" timeOffset="176025.7124">10954 13239 354 0,'2'-11'426'0,"0"-2"17"15,2 1 17-15,-3 2 5 0,2-1-8 0,0 0-7 16,1-2-23-16,-2 2-13 0,3 2-33 0,-2 1-20 0,0 0-35 16,1 1-30-16,0 2-29 0,0 0-22 0,1 1-21 15,-1-1-26-15,6 1-22 0,-6 3-16 0,5-1-14 16,-1 0-14-16,-2 2-12 0,-1 4-15 0,4-3-3 16,-4 2-4-16,3 0-16 0,-2 2-4 0,3 2 1 15,-2-1-4-15,-2 3-14 0,1-4-5 0,-3 8-8 16,0-2 0-16,-1 0-12 0,-2 1 2 0,-2 0 3 15,0-1-1-15,-2 3-3 0,-2-2-12 0,-2 2-3 16,-1-1 3-16,3-4-3 0,-6 2 0 0,6-2-4 16,-6 0 2-16,2-2-2 0,0 0-28 0,2-3-23 15,-2 2-25-15,4-2-26 0,3 0-28 0,-3-2-28 16,3 2-41-16,-1-3-41 0,4-1-56 0,0 0-45 16,0 3-28-16,0-3-34 0,0 0-31 0,14 4-24 15,-5-2-23-15,4-1-309 0,-4-1-835 0,5 1 369 16</inkml:trace>
  <inkml:trace contextRef="#ctx0" brushRef="#br0" timeOffset="176273.0193">11270 13410 266 0,'0'0'331'0,"7"-3"10"0,-7 3 20 0,0 0 20 0,2-5 22 16,-2 5 12-16,0 0 3 0,0 0-8 0,-1-5-3 15,1 5-24-15,0 0-29 0,-1-4-32 0,1 4-23 16,0 0-32-16,0 0-32 0,0 0-17 0,0 0-27 15,0 0-6-15,-7 9-15 0,7-4-17 0,-5 0-8 16,5 3-21-16,-4 2-5 0,0-1-12 0,2-1-11 16,-2 2-6-16,3-2-12 0,-3 2-8 0,0-1-9 15,4 0-5-15,-4-2-13 0,3-3-39 0,1 1-32 16,0 0-31-16,0-1-38 0,0-1-40 0,0-3-43 16,-4 4-54-16,4-4-64 0,0 0-76 0,0 0-60 15,0 0-53-15,17-11-376 0,-12 4-934 0,1-3 413 16</inkml:trace>
  <inkml:trace contextRef="#ctx0" brushRef="#br0" timeOffset="176467.3653">11325 13210 51 0,'1'-5'376'0,"-2"0"16"0,2 0 19 16,-1 0 14-16,0 0 9 0,0 5-4 15,-1-5-24-15,1 2-23 0,0 3-45 0,0 0-34 16,0-6-36-16,0 6-29 0,0 0-23 0,0 0-26 15,-1-5-43-15,1 5-50 0,0 0-51 0,0 0-48 16,0 0-50-16,0 0-56 0,0 0-47 0,0 0-36 16,0 0-46-16,0 0-41 0,0 0-40 0,0 0-63 15,0 0-192-15,0 0-619 0,5-4 275 0</inkml:trace>
  <inkml:trace contextRef="#ctx0" brushRef="#br0" timeOffset="177025.8417">10629 12603 245 0,'-4'2'317'16,"4"-2"-1"-16,0 0-12 0,-4 1-19 0,4-1-29 15,-8 1-22-15,8-1-15 0,-10 2-16 0,5 0-9 16,1-1-8-16,-1 2 3 0,-3-3-4 0,2 2-5 15,6-2 9-15,-12 2-9 0,7 0-1 0,1 0 0 16,4-2 1-16,-11 0 2 0,7 0 2 0,4 0 3 16,-7 1 2-16,7-1-1 0,-6 1 8 0,6-1 5 15,0 0-4-15,0 0 1 0,-5 3 6 0,5-3 4 16,0 0-14-16,0 0 5 0,0 0-4 0,0 0-25 16,0 0-10-16,0 0-11 0,33-5-2 0,-3 4-9 15,2-4-1-15,4 0-4 0,19-1-1 0,0 0-49 0,7-3-83 16,33-7 0-16,-33 8 0 0,2 0 0 0,3-1 0 15,-1-1 0-15,-6 0 0 0,-1 2 0 16,-3 1 0-16,-19 1 0 0,-1 0 0 0,-5 3 0 16,-2-3 0-16,-11 4 0 0,-5 2 0 0,-2-1 0 0,1 0 0 15,-4 1 0-15,-2-1 0 0,-6 1 0 0,9-2 0 16,-9 2 0-16,7 0 0 0,-7 0 0 0,3 4 0 16,-3-4-131-16,0 0-290 0,-11 9-61 0,2-2-76 15,0-2-100-15,0 0-333 0,-4 0-1072 0,4-1 474 16</inkml:trace>
  <inkml:trace contextRef="#ctx0" brushRef="#br0" timeOffset="178578.4378">8461 13739 157 0,'0'0'158'0,"0"0"-3"0,-5-2-8 0,5 2-6 16,0 0-7-16,0 0-4 0,-9 0 2 0,9 0-7 16,0 0-2-16,0 0-3 0,0 0-1 0,-14 2-3 15,14-2-6-15,-4 1-1 0,4-1-5 0,0 0-4 16,0 0 0-16,0 0 1 0,0 0 12 0,-5 4 5 15,5-4 10-15,0 4 0 0,0-4-3 0,0 0 4 16,0 0 4-16,0 3 3 0,0-3 10 0,0 0-8 16,0 0 5-16,0 0 4 0,4 5-1 0,-4-5 10 15,0 0-8-15,0 0-1 0,1 3-3 0,-1-3 0 16,0 0-5-16,0 0 2 0,0 0-5 0,9 0-8 16,-5 2-6-16,-4-2-3 0,9 0-5 0,-9 0-10 15,10 1-5-15,-3-1-6 0,-1 3-8 0,7-3-4 16,-7 0-4-16,2-1-1 0,2 1 2 0,1 0-2 0,0 0-2 15,-1-2 2-15,4 1-5 0,1-4 1 0,3 4-5 16,-1-1 3-16,2 0 1 0,0 2 3 16,-1-1-1-16,3-1-3 0,0 1 3 0,0 0 6 0,0-1-1 15,-1 1-6-15,-2-4-4 0,3 4-13 0,-2-3 4 16,-2 4-18-16,2-1 13 0,-2-1-1 0,-2 2-9 16,-2 0 0-16,2-1 4 0,3-2-15 0,-5 3 8 15,0-3 1-15,1 3-8 0,-1-3 1 0,-1 3-33 16,2 0-2-16,3 0 0 0,-3-1 0 0,4 0 0 15,1 1 0-15,-1-2 0 0,0 1 0 0,1-1 0 16,0 2 0-16,2 0 0 0,-2-1 0 0,0 0 0 16,0 1 0-16,0 0 0 0,-1-3 0 0,4 3 0 15,-4 0 0-15,1-3 0 0,-1 2 0 0,0 1 0 16,1-3 0-16,-1 3 0 0,1-1 0 0,0-1 0 16,-1 1 0-16,0 1 0 0,1-1 0 0,-1-1 0 15,1 2 0-15,3-1 0 0,-2-1 0 0,-1 1 0 0,1-2 0 16,0 2 0-16,1-1 0 0,-1-2 0 0,3 2 0 15,-3 2 0-15,0-1 0 0,0 0 0 16,1-2 0-16,-3 2 0 0,-3 1 0 0,4-3 0 0,0 2 0 16,2-1 0-16,-1 0 0 0,-1 1 0 0,0-2 0 15,-2 1 0-15,6 2 0 0,0 1 0 0,-2-3 0 16,7 2 0-16,-8-2 0 0,2 1 0 0,-2 0 0 16,3-2 0-16,5 1 0 0,-7 2 0 0,-2-1 0 15,8-1 0-15,2 2 0 0,-2-3 0 0,-3 1 0 16,2-2 0-16,-3 2 0 0,-3 2 0 0,10-4 0 15,-11 3 0-15,12-1 0 0,-10-1 0 0,9 3 0 16,-2-6 0-16,-8 6 0 0,11-2 0 0,-7 0 0 16,7 1 0-16,-4-1 0 0,2-6 0 0,2 5 0 15,-2 1 0-15,3 1 0 0,3-3 0 0,-2-1 0 16,0 1 0-16,2 0 0 0,0 1 0 0,2-3 0 16,3 0 0-16,0 3 0 0,-1-1 0 0,-2-1 0 15,14-1 0-15,-11 4 0 0,-3-2 0 0,3 2 0 0,-3-2 0 16,1 1 0-16,13-1 0 0,-11 3 0 0,-3-1 0 15,3-2 0-15,12 1 0 0,0-1 0 16,-12 1 0-16,-2 2 0 0,1-4 0 0,-4 2 0 0,-3-1 0 16,0 2 0-16,-1-2 0 0,-9 2 0 0,-3-1 0 15,0-1 0-15,-1 1 0 0,0 0 0 0,-7 2 0 16,1-2 0-16,-2 2 0 0,-1 0 0 0,-4-1 0 16,4 1 0-16,-4-2 0 0,-1 2 0 0,1-1 0 15,-5 2 0-15,5 0 0 0,-5 0 0 0,7-1 0 16,-7 1 0-16,6-2 0 0,-6 2 0 0,0 0 0 15,0 0 0-15,0 0-358 0,0 0-104 0,-8 12-44 16,-2-8-55-16,-1 3-64 0,-6 2-322 0,-10-2-1025 16,-3 2 454-16</inkml:trace>
  <inkml:trace contextRef="#ctx0" brushRef="#br0" timeOffset="179745.7645">9333 14207 285 0,'0'0'300'0,"5"-4"-5"16,-1 3-10-16,-4 1 8 0,6-4-18 0,-6 4 5 15,6-3 4-15,-3 3-8 0,-3 0-3 0,4-3-10 16,-4 3 0-16,0 0-2 0,0 0-7 0,4-3-8 15,-4 3-7-15,0 0-12 0,0 0-18 0,0 0-12 16,0 0-10-16,0 0-13 0,0 0-13 0,0 0-6 16,0 0-4-16,0 0-3 0,0 0-11 0,-24 0-8 15,11 2-6-15,-8-1-9 0,3 0-11 0,-3 3-6 16,-9-1 5-16,2 2-11 0,1 0 0 0,-1 1-1 16,0-3-3-16,0 2 7 0,2 3-9 0,7-6 10 15,0 0-13-15,0 2-11 0,1 0 15 0,4-1-7 16,0 0-3-16,4-2-7 0,-1 1 3 0,4-1-10 15,-1 0-17-15,3-1 2 0,1 2-10 0,0 1 9 0,4-3-46 16,-10 1 0-16,10-1 0 0,0 0 0 16,-5 2 0-16,5-2 0 0,-4 1 0 0,4-1 0 15,0 0 0-15,-1 4 0 0,1-4 0 0,0 0 0 16,1 5 0-16,2-2 0 0,-3-3 0 0,5 6 0 0,-4-4 0 16,3 2 0-16,1-1 0 0,0 2 0 0,0 0 0 15,2-1 0-15,-1-1 0 0,4 1 0 16,-3-1 0-16,3 0 0 0,1 0 0 0,0 2 0 0,0-4 0 15,2 2 0-15,-2 1 0 0,3 1 0 0,-3-3 0 16,1 0 0-16,0 2 0 0,-3-1 0 16,1-1 0-16,0 1 0 0,-3 0 0 0,-1-1 0 0,2 1 0 15,-2 0 0-15,-1-1 0 0,-1-2 0 0,2 1 0 16,-2 0 0-16,-4-1 0 0,8 6 0 0,-3-5 0 16,-2 1 0-16,-2 3 0 0,-1-3 0 0,0-2 0 15,0 7 0-15,-3 0 0 0,2-2 0 0,-3 1 0 16,-1 3 0-16,-3 0 0 0,2 1 0 0,-8 3 0 15,4 1 0-15,-2 1 0 0,-3 1 0 0,2 0 0 16,-5 4 0-16,4-7 0 0,-5 10 0 0,0-1 0 16,0 0 0-16,-2-1 0 0,3 3 0 0,-1-3 0 15,-2 1 0-15,1-2 0 0,-3 0 0 0,0-2 0 16,4-1 0-16,1-2 0 0,3-2 0 0,1-1 0 16,1-2 0-16,2-3 0 0,2 0 0 0,1-1 0 0,2-2 0 15,2 0 0-15,-1-3 0 0,1 2 0 16,4-3 0-16,-4 4 0 0,0-2 0 0,4-2 0 15,0 5 0-15,0-5 0 0,0 0 0 0,0 0 0 0,0 0 0 16,0 0 0-16,13 0 0 0,1-3 0 16,1 0 0-16,4-1 0 0,9 0 0 0,1 1 0 15,1-4 0-15,6 1 0 0,0-2 0 0,4-1 0 16,17-4 0-16,-2-1 0 0,2 1 0 0,2 0 0 0,-2-1 0 16,0 0 0-16,-3-1 0 0,-3 7 0 0,-15-2 0 15,-2 4 0-15,-3-3 0 0,-11 3 0 0,0 5 0 16,-7-4 0-16,-1 3 0 0,-2 0 0 15,-2 0 0-15,-2 0 0 0,-1 4 0 0,1-7 0 0,-6 5 0 16,8-1 0-16,-8 1 0 0,4-1 0 0,-1-1 0 16,-3 2 0-16,0 0 0 0,0 0 0 0,0 0 0 15,0 0 0-15,0 0 0 0,0 0 0 0,7 0 0 16,-7 0-20-16,0 0-554 0,0 0-60 0,0 0-527 16,0 0-1257-16,8-5 556 0</inkml:trace>
  <inkml:trace contextRef="#ctx0" brushRef="#br0" timeOffset="180111.283">10001 14348 19 0,'12'-14'371'0,"-3"0"4"16,-4 3 12-16,0-1 9 0,0 2 6 15,-1 0 1-15,0 1-3 0,-2 0-18 0,0 2-13 16,-1 2-20-16,0-2-15 0,-1 4-22 0,1 2-19 15,1-3-21-15,-2 4-24 0,2-6-25 0,-2 6-23 16,0 0-11-16,0 0 12 0,0 0 10 0,0 0 7 16,-2 14-3-16,0-3-2 0,1-1-7 0,0 2 1 15,0 5-1-15,2 1-11 0,-4-1-10 0,2 2-11 16,2 1-138-16,-1 0-36 0,3-2 0 0,-2 7 0 16,0-9 0-16,-2 0 0 0,0-4 0 0,1 6 0 15,1-2 0-15,-1-3 0 0,-1 0 0 0,0-1 0 16,2 0 0-16,-2-1 0 0,2-2 0 0,-1 0 0 0,-1-2 0 15,2-1 0-15,0-2 0 0,0 0 0 0,-1 0 0 16,2 0 0-16,-2-4-71 0,0 0-230 0,3 5-57 16,-3-5-49-16,0 0-36 0,0 0-45 15,7-12-31-15,-3 4-31 0,-2 0-293 0,1-2-913 0,-2-1 405 16</inkml:trace>
  <inkml:trace contextRef="#ctx0" brushRef="#br0" timeOffset="180378.3538">10023 14368 162 0,'0'-5'311'0,"-3"-2"10"0,2 1 24 16,-1-1 18-16,-1 1 27 0,3 1 21 0,-3 0 10 16,3 2-2-16,-1-2-3 0,1 5-10 0,-1-6-21 15,1 6-34-15,0-4-32 0,0 4-21 0,0 0-32 16,0 0-22-16,0 0-3 0,0 0-20 0,0 0-3 16,23 11-12-16,-13-2-10 0,7 2-8 0,-2-3-15 15,3 4-8-15,2 1-16 0,3 3-13 0,0 0-8 16,-6-3-17-16,6 2-10 0,-7-4-11 0,5 4-50 15,-4-4-40-15,-2 0 0 0,2 0 0 0,-3-3 0 16,0 1 0-16,-4-2 0 0,-1 0 0 0,2-1-40 16,-3-1-118-16,-1-3-27 0,0 2-28 0,-2 0-27 15,-4-3-40-15,6 2-57 0,-7-3-46 0,0 0-44 0,0 0-39 16,13-11-28-16,-12 7-334 0,0-8-897 16,-1 2 396-16</inkml:trace>
  <inkml:trace contextRef="#ctx0" brushRef="#br0" timeOffset="180662.8383">10342 14266 25 0,'-1'-11'284'0,"1"2"15"0,0-1 13 0,0-1 12 16,0 4 29-16,0-2 30 0,0 2 21 0,0 2 16 15,0-1-3-15,0 1 3 0,0-1 1 0,0 3-14 0,0 3-18 16,1-4-30-16,-1 4-24 0,0-5-22 0,0 5-24 16,0 0-9-16,0 0 6 0,0 0-12 0,4 11-9 15,-4-6-15-15,0 6-17 0,1-3-12 0,2 5-13 16,-3-3-188-16,4 6-20 0,-4 1 0 0,1 0 0 15,1 1 0-15,0-3 0 0,-1 1 0 0,-1 1 0 16,4-6 0-16,-4 5 0 0,0 1 0 0,1 0 0 16,2-1 0-16,-6-4 0 0,6-2 0 15,-2 2 0-15,-1-2 0 0,0-2 0 0,1 2 0 0,2-4 0 16,-3 0 0-16,1-1 0 0,2 0 0 0,-2 2 0 16,2-3 0-16,-2 0-230 0,4-2-165 0,5 1-54 15,-2 0-37-15,1-1-24 0,4-1-23 0,0-1-10 16,-2 2-299-16,2-2-910 0,0 0 403 0</inkml:trace>
  <inkml:trace contextRef="#ctx0" brushRef="#br0" timeOffset="180946.7559">10589 14531 348 0,'6'0'126'0,"1"-2"46"0,-7 2 23 0,6-2 14 15,-6 2 19-15,9-1 10 0,-9 1 12 0,4-3 18 16,-4 3 22-16,1-5 18 0,-1 5 16 0,-1-5 19 16,1 5 9-16,1-5-2 0,-1 5 13 0,-1-6-4 15,1 6 3-15,-4-4 2 0,0 0-2 0,4 4-6 16,0 0-19-16,0-4-25 0,0 4-26 0,0 0-28 0,0 0-24 15,-5-4-28-15,5 4-22 0,0 0-18 16,0 0-125-16,0 0-41 0,0 0 0 0,0 15 0 16,0-7 0-16,4 1 0 0,-4 0 0 0,1 1 0 0,-1 3 0 15,0-4 0-15,0 4 0 0,0-1 0 16,0-2 0-16,0 0 0 0,0 0 0 0,3-3 0 16,-3-1 0-16,1 1 0 0,-1 0 0 0,0-1 0 15,0-1 0-15,0 0 0 0,0 1 0 0,0-4 0 0,0-2 0 16,3 5 0-16,-3-5-148 0,0 3-157 15,0-3-73-15,0 0-72 0,0 0-55 0,6-14-63 16,-6 6-406-16,4-1-1053 0,-1-7 467 0</inkml:trace>
  <inkml:trace contextRef="#ctx0" brushRef="#br0" timeOffset="181135.1142">10585 14275 230 0,'4'-3'479'15,"-4"3"-4"-15,1-4 11 0,-1 4 12 0,0 0 8 16,4-3-13-16,-4 3-30 0,0 0-43 0,0-4-44 16,0 4-44-16,0 0-24 0,0 0-33 0,0 0-31 15,0 0-52-15,0 0-56 0,0 0-62 0,-18 5-70 16,13-3-74-16,5-2-86 0,-5 1-70 0,5-1-63 16,-8 2-68-16,8-2-76 0,0 0-311 0,0 0-805 15,0 0 356-15</inkml:trace>
  <inkml:trace contextRef="#ctx0" brushRef="#br0" timeOffset="183871.7423">12985 13600 102 0,'0'0'382'0,"-5"0"0"0,5 0 9 0,0 0-1 16,-1-5 5-16,1 5-14 0,0 0-10 0,0 0-19 16,0 0-24-16,0 0-14 0,9-4-15 0,-9 4-8 15,0 0-7-15,10 0-8 0,-5 0-11 0,3-2-11 16,2 1-18-16,-1 1-14 0,5-1-24 0,-2-1-14 15,0 2-11-15,6 0-32 0,1-2-6 0,-5 1-15 16,-1 1-13-16,1-2-14 0,-1 2-5 0,-3 0-16 16,1 0-22-16,-1 0-42 0,-4 0-48 0,3 0-53 15,-4 0-60-15,3 2-66 0,-3 0-50 0,0 1-46 16,-4 1-46-16,2 2-48 0,-3-3-56 0,-3 3-362 0,0-1-896 16,-4 2 397-16</inkml:trace>
  <inkml:trace contextRef="#ctx0" brushRef="#br0" timeOffset="184093.6426">12964 13854 40 0,'-6'4'356'0,"5"1"11"0,-3-2 21 0,3 0 34 15,-4 0 27-15,5-3 15 0,-3 5 3 0,2-2-11 16,1-3-11-16,0 3-8 0,0-3-23 0,0 0-3 16,0 0-20-16,0 0-26 0,0 0-25 0,10 0-27 15,-10 0-31-15,9-3-27 0,-1 3-25 0,1-3-24 16,1 2-18-16,2-2-19 0,-2 1-17 0,0 0-14 15,2-2-92-15,-1 3-46 0,-2-2 0 0,1 1 0 16,2 0-106-16,-2-2-82 0,-4 3-68 0,5-5-74 16,-3 1-73-16,1 2-69 0,2 1-73 0,-4 2-438 15,0 0-1062-15,-1-3 469 0</inkml:trace>
  <inkml:trace contextRef="#ctx0" brushRef="#br0" timeOffset="184832.8553">13955 13983 233 0,'0'0'254'0,"-10"0"-4"0,10 0-2 0,-8 1-12 16,2 1-3-16,6-2-5 0,-10 1 0 0,5 0-7 15,-1 0-4-15,-1 1 2 0,7-2-5 0,-9 0-6 16,9 0-11-16,-8 0-2 0,8 0-4 0,-9 0 3 15,9 0 4-15,0 0-1 0,-6 3 0 0,6-3-8 16,0 0-8-16,0 0-7 0,0 0-11 0,0 0-12 16,0 0-7-16,0 0-12 0,0 0-4 0,31-6-2 15,-3 5-1-15,1-3 2 0,11 0-4 0,16-2-4 16,8 1-7-16,35-2-3 0,10-2-2 0,7 0-6 16,11-4 4-16,6 1-4 0,8 0-7 0,11 3 3 15,7-8 3-15,13-1-8 0,10-3 0 0,6 1 11 16,0-3-5-16,9 5-3 0,1 0 3 0,-4-4 1 0,3 5-10 15,1-1-3-15,-1 2-9 0,0 0 2 16,-2 2-62-16,-8-2-17 0,-1 2 0 0,-4-1 0 16,-11 4 0-16,2 1 0 0,-12 1 0 0,-6 2 0 0,-10-2 0 15,-8 3 0-15,-11 3 0 0,-12 1 0 0,-9-2 0 16,-14 2 0-16,-29 3 0 0,-8 0 0 16,-2 0 0-16,-17 2 0 0,-3-2 0 0,-9 0 0 15,-3 2 0-15,-7-3 0 0,-4 0 0 0,1 0 0 0,-5 2 0 16,3-2 0-16,-8 0 0 0,8 1 0 0,-7 2 0 15,-1-3 0-15,0 0 0 0,-4 8 0 0,0-5-231 16,-2-2-106-16,-2 2-64 0,3 1-58 0,-9 0-74 16,6-2-62-16,-1 2-345 0,-3-1-1017 0,1-3 450 15</inkml:trace>
  <inkml:trace contextRef="#ctx0" brushRef="#br0" timeOffset="186167.5661">15670 14393 154 0,'-2'-1'372'0,"2"1"6"0,-4-5 4 0,4 5 13 0,-5-5 6 16,2 0 6-16,2 1-1 0,0 0-7 0,-2 1 3 15,2-2-14-15,1 0-16 0,0 0-4 0,0 5-13 16,-3-6-2-16,3 2-23 0,0 4-14 0,0 0-15 15,-1-7-19-15,1 5-27 0,0 2-22 0,0 0-24 16,-4-3-22-16,4 3-24 0,0 0-16 0,0 0-16 16,0 0-26-16,0 0-105 0,0 0 0 0,4 14 0 15,-4-5 0-15,1 3 0 0,2-2 0 0,-2 7 0 16,2 1 0-16,-2 1 0 0,2-1 0 0,-2 9 0 16,3-3 0-16,-3 2 0 0,0-1 0 0,0 0 0 15,1-5 0-15,-4 5 0 0,1-6 0 0,1 7 0 16,-2-7 0-16,-2 0 0 0,1 5 0 0,3-6 0 15,-2 0 0-15,-2 0 0 0,1-2 0 0,0-3 0 16,0-2 0-16,2 1 0 0,-2-3 0 0,2-3 0 16,0 2 0-16,1-3 0 0,0 0 0 0,-2 1 0 15,1-3 0-15,1-3 0 0,-1 6 0 0,1-2 0 0,0-4 0 16,-4 4 0-16,4-4 0 0,0 0 0 16,0 0 0-16,0 0 0 0,0 0 0 0,0-14-137 15,4 10-288-15,-4-4-28 0,-5-1-31 0,1-2-42 16,3-2-34-16,-2 1-375 0,-2-4-1012 0,1 2 448 15</inkml:trace>
  <inkml:trace contextRef="#ctx0" brushRef="#br0" timeOffset="186534.2347">15645 14440 161 0,'1'-3'313'0,"-1"-2"10"0,1 0 7 16,1 1-2-16,-2 1 16 0,0 3 5 0,2-6-4 15,-2 6 10-15,0-7-8 0,0 7 1 0,2-2-3 16,-2 2-13-16,1-3-3 0,-1 3-16 0,0 0-6 16,0 0-17-16,0 0-21 0,1-4-11 0,-1 4-23 15,0 0-16-15,0 0-15 0,0 0-8 0,13 7-3 16,-7-4-4-16,3 4-15 0,6 1-5 0,1 3-8 16,0 0-13-16,1 1-12 0,6 2-6 0,0 5-79 15,1-4-51-15,1 7 0 0,0-5 0 0,-1 4 0 16,-1-3 0-16,3 3 0 0,-3-1 0 0,3-1 0 15,-1 1 0-15,-2-2 0 0,-2-2 0 0,-1 2 0 16,-7-7 0-16,1 2 0 0,-4-4 0 0,3 1 0 16,-4-2 0-16,-3 1 0 0,-1-2 0 0,3-2 0 15,-4 0 0-15,-2-2 0 0,2 0 0 0,0 0 0 16,-1 0 0-16,-1-2 0 0,-2-1 0 0,4 3 0 16,-4-3-155-16,0 0-179 0,10-4-35 0,-9-2-41 15,2 2-31-15,-2-1-47 0,3-5-53 0,-4 0-369 16,1-2-984-16,2-2 436 0</inkml:trace>
  <inkml:trace contextRef="#ctx0" brushRef="#br0" timeOffset="186953.5815">16262 14382 104 0,'0'-8'395'0,"0"2"6"0,0-1 14 0,0-1 13 16,0 3 8-16,0 0 1 0,0 1-8 0,0-1-15 0,0 1-14 15,0 4-23-15,0-5-13 0,0 5-6 0,0 0-31 16,0-5-14-16,0 5-23 0,0 0-24 0,3-2-27 16,-3 2-16-16,0 0-29 0,0 0-21 15,0 0-9-15,0 0-22 0,0 0-27 0,0 0 21 0,2 9 4 16,-2-3 5-16,3 3-8 0,-2 4-9 0,2 0-27 16,2 3-101-16,-4 1 0 0,3 1 0 0,-3 6 0 15,4-1 0-15,-2 3 0 0,-2-9 0 16,2 2 0-16,-2 1 0 0,2 5 0 0,-2 0 0 0,0-5 0 15,-1-1 0-15,1-1 0 0,1 2 0 0,-4-4 0 16,4 2 0-16,-4-1 0 0,2-3 0 16,0-2 0-16,0-1 0 0,0-1 0 0,0-3 0 15,0 0 0-15,-1 0 0 0,2-3 0 0,-2 2 0 0,1-2 0 16,0 1 0-16,-1-2 0 0,1-3 0 0,0 0 0 16,0 6 0-16,0-6 0 0,0 0 0 0,0 4 0 15,0-4 0-15,0 0 0 0,0 0 0 0,0 0 0 16,0 0 0-16,0 0 0 0,-4-11 0 0,3 6 0 15,1 0 0-15,-3-2-63 0,2 3-325 0,-1-1-48 16,0-4-54-16,1 3-56 0,-2-2-70 0,2-1-326 16,-2-1-1021-16,3 3 451 0</inkml:trace>
  <inkml:trace contextRef="#ctx0" brushRef="#br0" timeOffset="190138.4443">14607 12653 219 0,'0'0'364'16,"9"-2"14"-16,-5-2 3 0,0 1 0 0,1 1 0 15,-1 1 8-15,-4 1-22 0,6-1-9 0,-6 1-15 16,6-1-19-16,-6 1-15 0,0 0-5 0,4-3-16 16,-4 3-4-16,0 0-6 0,0 0-8 0,0 0-6 15,0 0-16-15,0 0 5 0,0 0-9 0,0 0-7 0,-9-6-12 16,4 5-9-16,-6 1-12 0,-1-1-11 0,1 2-9 16,-2-2-6-16,-8 2-51 0,0-2-127 15,-6 1 0-15,-9 1 0 0,4 3 0 0,0 2 0 0,-1-3 0 16,1-1 0-16,-1 5 0 0,-2-3 0 0,7 1 0 15,-4 1 0-15,4-2 0 0,8 1 0 0,-1 0 0 16,1 0 0-16,2-1 0 0,1 0 0 0,8-3 0 16,-2 3 0-16,3-1 0 0,0-1 0 0,3-1 0 15,-1 0 0-15,2 2 0 0,4-3 0 0,-5 4 0 16,5-4 0-16,-4 0 0 0,2 3 0 0,2-3 0 16,0 0 0-16,6 8 0 0,-5-3 0 0,5-1 0 15,2 2 0-15,0 2 0 0,1-3 0 0,0 3 0 16,6 2 0-16,-3-2 0 0,6 4 0 0,-3-4 0 15,2 4 0-15,-1-4 0 0,1 2 0 0,3 0 0 16,-6-1 0-16,2-2 0 0,0 2 0 0,2-2 0 16,-5-2 0-16,2 3 0 0,-2-3 0 0,-1 1 0 15,-1 1 0-15,-1-2 0 0,-1-1 0 0,-1 1 0 16,-3-2 0-16,0-1 0 0,0 2 0 0,-1-3 0 0,0 3 0 16,-4-4 0-16,6 1 0 0,-2 2 0 0,-4-3 0 15,0 0 0-15,3 3 0 0,-3-3 0 16,0 0 0-16,4 1 0 0,-4-1 0 0,0 0 0 0,0 0 0 15,2 6 0-15,-2-6 0 0,-5 5 0 0,2-1 0 16,0 3 0-16,-4-4 0 0,1 5 0 0,-2-1 0 16,-6 2 0-16,-3 2 0 0,1 1 0 0,-2 5 0 15,0-4 0-15,4-1 0 0,-4 0 0 0,4 1 0 16,0-2 0-16,1 1 0 0,-2 0 0 0,6-4 0 16,0 0 0-16,1-2 0 0,-1 3 0 0,4-5 0 15,0-1 0-15,0 2 0 0,1-2 0 0,0-1 0 16,1 1 0-16,3-3 0 0,-4 4 0 0,1-3 0 15,3-1 0-15,0 0 0 0,0 6 0 0,0-6 0 16,0 0 0-16,0 0 0 0,10 1 0 0,-2-2 0 16,2 2 0-16,8-1 0 0,1-1 0 0,3-2 0 15,10 2 0-15,4 1 0 0,1-4 0 0,1 2 0 16,1-1 0-16,0 2 0 0,-2-2 0 0,4 1 0 0,-9-3 0 16,3 2 0-16,-6 1 0 0,-1-1 0 0,-9 2 0 15,0 1 0-15,-6-2 0 0,1 2 0 16,-5-2 0-16,4 2 0 0,-5-3 0 0,-3 3 0 0,-5 0 0 15,9 0 0-15,-5-2 0 0,-4 2 0 0,6-1 0 16,-6 1 0-16,0 0 0 0,0 0 0 0,8 1 0 16,-8-1 0-16,0 0 0 0,3 3 0 0,-3-3 0 15,0 0 0-15,0 0 0 0,0 0 0 0,0 0 0 16,-11 5 0-16,2-4-217 0,0 3-386 0,0-3-73 16,-2 1-441-16,-1 0-1208 0,-1-2 535 0</inkml:trace>
  <inkml:trace contextRef="#ctx0" brushRef="#br0" timeOffset="190955.4769">14158 13491 180 0,'0'0'360'0,"0"0"6"0,0 0 7 0,-1-8 0 16,1 8-3-16,0 0-4 0,0 0-6 0,0 0-6 16,0 0 2-16,0 0-2 0,0 0 8 0,0 0-15 15,0 0 3-15,0 0-12 0,0 0-12 0,0 0-13 16,0 0-23-16,0 0-13 0,0 0-16 0,0 0-13 15,0 0 7-15,0 0-4 0,0 17-5 0,-1-12-12 16,1 4-12-16,-3 2-163 0,3-1-59 0,0 3 0 16,-1 1 0-16,1 1 0 0,1-4 0 0,-1 2 0 15,0 0 0-15,0-1 0 0,0-1 0 0,0 2 0 16,0-2 0-16,2-1 0 0,-2-2 0 0,0-1 0 16,-2 0 0-16,2-2 0 0,0-1 0 0,0 1 0 15,0-1 0-15,0-1 0 0,0-3 0 0,-1 4 0 16,1-4 0-16,0 0 0 0,0 4 0 0,0-4 0 0,0 0 0 15,0 0 0-15,0 0 0 0,0 0 0 16,4-13-46-16,-4 8-507 0,0-1-71 0,1-1-538 16,-1-2-1258-16,1-1 557 0</inkml:trace>
  <inkml:trace contextRef="#ctx0" brushRef="#br0" timeOffset="191165.1923">14173 13403 146 0,'0'-3'437'0,"1"-3"20"0,-1 2 12 16,1 0 8-16,-1 1-8 0,0 3-18 0,0-6-30 15,0 1-37-15,0 5-36 0,-1-4-35 0,1 4-33 16,0-7-27-16,0 4-30 0,0 3-20 0,0 0-44 16,0-6-52-16,0 6-58 0,0 0-53 0,0 0-61 15,0 0-46-15,0 0-58 0,0 0-44 0,18 7-51 16,-14-4-57-16,7 1-44 0,-1-1-324 0,-3 1-747 15,4 0 330-15</inkml:trace>
  <inkml:trace contextRef="#ctx0" brushRef="#br0" timeOffset="191441.665">14392 13533 394 0,'0'0'502'0,"0"4"4"0,0-4 7 0,0 0-7 16,0 0-18-16,0 0-47 0,0 0-28 0,0 0-42 15,0 0-33-15,0 0-32 0,0 0-33 16,0 0-25-16,0 0-33 0,8-9-25 0,-4 7-24 16,-4 2-39-16,9-4-37 0,-4 1-36 0,1 2-29 0,3-1-39 15,-4 0-31-15,2 0-36 0,-1 2-46 0,1-1-30 16,0 0-37-16,-7 1-27 0,9 0-25 0,-9 0-27 15,5 4-18-15,-2-2-23 0,-2 1 0 0,-1-3-22 16,0 7 0-16,-1-3-201 0,-3 1-580 0,1-1 256 16</inkml:trace>
  <inkml:trace contextRef="#ctx0" brushRef="#br0" timeOffset="191589.1612">14413 13591 246 0,'-7'4'83'0,"1"1"52"0,1-5 32 0,0 3 36 16,1 1 29-16,-1-2 33 0,5-2 34 0,-5 2 17 15,5-2 30-15,0 0 0 0,-5 1-2 0,5-1-21 16,0 0-30-16,0 0-27 0,0 0-31 0,0 0-26 0,11-9-24 15,-3 7-16-15,3 1-22 0,0-1-40 16,-1 1-51-16,4-2-64 0,-1 0-63 0,1 0-62 16,-3 2-55-16,2-3-68 0,1 1-74 0,-1 2-335 15,5-6-719-15,-8 4 318 0</inkml:trace>
  <inkml:trace contextRef="#ctx0" brushRef="#br0" timeOffset="191825.0483">14672 13518 409 0,'5'-4'473'0,"-5"4"17"16,2-3 38-16,-2 3 27 0,0 0 3 0,0 0 1 16,6-2-18-16,-6 2-28 0,0 0-34 15,0 0-31-15,0 0-29 0,0 0-31 0,0 0-35 0,0 0-23 16,0 0-19-16,0 0-25 0,-4 9-26 0,4-2-23 16,-2 0-183-16,2 0-54 0,-2 2 0 15,2 1 0-15,-3 1 0 0,6 0 0 0,-3-2 0 0,0 2 0 16,0-2 0-16,4 1 0 0,-4 1 0 0,1-1 0 15,2-4-119-15,-2 1-363 0,-1-1-101 0,4 0-98 16,-4-3-374-16,0 0-1142 0,4-1 505 16</inkml:trace>
  <inkml:trace contextRef="#ctx0" brushRef="#br0" timeOffset="192623.7105">14316 12258 67 0,'-3'-3'270'0,"3"3"4"0,-4-2-10 0,4 2-1 16,-5-4-4-16,5 4-4 0,-1-3 7 0,1 3 12 15,-4-3 4-15,4 3-3 0,0-6 3 16,0 6 0-16,-1-3-2 0,1 3-5 0,0 0-7 0,-3-5-5 15,3 5-10-15,3-6-10 0,-3 6-11 0,0 0-14 16,1-4-9-16,-1 4-11 0,4-3-21 0,1 1-17 16,-5 2-8-16,5-3-25 0,-1 2-11 0,-4 1-9 15,12 4-12-15,-6-2-3 0,4 4-13 0,-2-1-4 16,0 1-8-16,2 2-1 0,-4 0-10 0,2 3-4 16,-1-1-5-16,1 0-2 0,-4 0-1 0,1 1-3 15,0-1-6-15,-1 2-8 0,-3-2 2 0,2-1-5 16,-3 2-1-16,-1-4 2 0,1 1 0 0,-3 2-8 15,2-4 3-15,-1 0-1 0,2-2-2 0,-2-2 2 0,2-2 1 16,-1 7 1-16,-2-6 0 0,3-1-1 0,0 0 0 16,0 0 2-16,0 0 5 0,0 0-13 15,0 0 6-15,-1-14-3 0,1 8 0 0,1-3-5 0,2-1 1 16,-1 0-3-16,5 1-3 0,-1-5 2 0,1 5 3 16,1 3 2-16,-3-5-10 0,3 4 0 15,2-1 2-15,-3 6-5 0,3-1 5 0,0 0 3 0,-4 2-10 16,6 1 13-16,-3 1-9 0,5 2 5 0,-4 0 2 15,2 2-8-15,-2 4 0 0,-1-3 1 0,1 3 6 16,-1-3 15-16,-1 3 14 0,1 0-1 0,-2-1-4 16,0 0-5-16,-1 1-5 0,-1 0-8 0,-2-1-53 15,1 2-50-15,-1-4-71 0,-1 1-84 0,1-2-98 16,-3-1-117-16,3 1-115 0,-3-5-413 0,0 0-1072 16,0 1 474-16</inkml:trace>
  <inkml:trace contextRef="#ctx0" brushRef="#br0" timeOffset="193642.4786">8139 13576 76 0,'-6'1'194'16,"6"-1"7"-16,0 0 6 0,0 0 1 0,0 0 7 15,-9-1 5-15,9 1 4 0,0 0 5 0,0 0 8 0,0 0 1 16,-4-4 21-16,4 4 3 0,0 0 12 0,0 0 8 15,-3-3 4-15,3 3 4 0,0 0-4 16,0 0-5-16,0-5-3 0,0 5-9 0,0 0-8 0,0 0-6 16,0 0-11-16,0 0-19 0,0 0-19 0,0 0-25 15,0 0-11-15,0 0-14 0,0 0-21 0,0 0-17 16,0 0-2-16,0 0-18 0,0 0 1 0,7 9-9 16,-5-2 3-16,-2-3 8 0,0 7 8 0,0-5-21 15,3 5 6-15,-2 0-14 0,-1 0-3 0,1-2-17 16,-1 2-7-16,-1 0-4 0,2 0-32 0,-1-2-17 15,0 1 0-15,0-1 0 0,0 1 0 0,0-1 0 16,-1-2 0-16,1 0 0 0,0 2 0 0,0-7 0 16,1 3 0-16,-1 0 0 0,0-1 0 0,2 0-46 15,-2-4-89-15,0 0-22 0,0 0-18 0,-4 5-39 16,4-5-60-16,0 0-48 0,0 0-45 0,-1-16-38 16,-1 9-40-16,4-2-31 0,-2 0-387 0,-2-9-934 15,1 1 413-15</inkml:trace>
  <inkml:trace contextRef="#ctx0" brushRef="#br0" timeOffset="193832.7529">8097 13421 342 0,'2'-5'358'0,"1"1"19"0,0-1 32 16,-2-1 1-16,0 2 8 0,1 0-6 0,-1-2-16 16,0 2-20-16,0 1-30 0,-1 0-34 0,0 3-28 15,2-5-33-15,-2 5-25 0,0 0-24 0,2-4-22 16,-2 4-31-16,0 0-49 0,0 0-50 0,0 0-51 15,0 0-58-15,0 0-55 0,0 0-46 0,1 11-39 16,-1-6-35-16,2 1-40 0,-1-1-36 0,3 1-36 16,1-2-44-16,0 3-196 0,0-4-633 0,3 4 280 15</inkml:trace>
  <inkml:trace contextRef="#ctx0" brushRef="#br0" timeOffset="194058.2421">8245 13569 49 0,'4'1'401'0,"-4"-1"3"0,0 0 31 0,0 0 9 16,0 0-1-16,0 0-14 0,0 0-16 0,5-8-28 15,-5 8-31-15,3-3-34 0,-2 1-31 0,-1 2-26 16,0 0-23-16,5-4-36 0,-5 4-19 0,8-1-29 16,-5-1-41-16,-3 2-49 0,10-2-44 0,-5 1-52 15,-5 1-57-15,9-1-38 0,-9 1-41 0,10 0-32 16,-10 0-48-16,7 1-39 0,-7-1-23 0,6 3-15 15,-6-3 2-15,4 1 5 0,-4-1 3 0,0 0-171 16,0 0-523-16,0 0 232 0</inkml:trace>
  <inkml:trace contextRef="#ctx0" brushRef="#br0" timeOffset="194208.0613">8295 13585 465 0,'-1'4'-13'0,"-2"0"19"0,2 0 8 0,-2-1 9 16,1 0 16-16,-2 2 14 0,1 0 21 16,-1 0 7-16,2-5 15 0,1 5 4 0,-3-3 4 0,4-2-5 15,-4 5-5-15,4-5-12 0,-1 2-4 0,1-2-11 16,-1 4-2-16,1-4-9 0,2 5-29 0,-2-5-26 15,4 2-28-15,1 0-48 0,-5-2-46 0,9 0-111 16,-9 0-250-16,9 1 110 0</inkml:trace>
  <inkml:trace contextRef="#ctx0" brushRef="#br0" timeOffset="194444.7915">8429 13594 148 0,'4'-7'395'0,"-3"3"8"0,3 1 16 0,-1 2 12 16,-3 1 3-16,1-8-1 0,-1 6-4 0,1-2-7 16,-1 4-10-16,4-3-3 0,-4 3-27 0,3-5-19 15,-3 5-34-15,0 0-33 0,0-5-27 0,0 5-25 16,0 0-33-16,0 0-6 0,0 0-23 0,5 10-1 16,-4-6-24-16,-1 2-1 0,0 2-22 0,4 0-11 15,-3 2-20-15,-1 1-5 0,0 2-11 0,0-1 0 16,0-1-13-16,0 1-51 0,0-1-60 0,0-1-56 0,0 2-58 15,-1-2-71-15,-2-2-84 0,3 3-82 16,-1 0-94-16,1-8-91 0,-1 1-392 0,2-1-1045 16,-1 1 463-16</inkml:trace>
  <inkml:trace contextRef="#ctx0" brushRef="#br0" timeOffset="195560.701">8376 12453 416 0,'0'0'415'0,"0"0"8"0,0 0 1 15,0 0-14-15,0 0-14 0,0 0-11 0,0 0-26 16,0 0 7-16,0 0-20 0,0 0-22 0,0 0-21 16,0 0-19-16,0 0-23 0,0 0-32 0,0 0-19 15,0 0-20-15,0 0-21 0,0 0-16 0,0 0-16 16,0 0-19-16,0 0-11 0,0 0-9 0,0 0-13 15,0 0-4-15,15 2-10 0,-9 2-6 0,-2-1-4 0,1 3-9 16,0-1 1-16,-1 0-16 0,1 3-1 16,3-2-3-16,-3 3-5 0,-1 0 9 0,0-1-11 15,-2 3-4-15,2-3-3 0,0 2-2 0,0 0 0 16,-8-2-5-16,8-1-10 0,-8 1-6 0,4-3-4 16,4 1-1-16,-4 0 0 0,0-2 1 0,0 0 6 0,0-4 1 15,0 4 7-15,0-4 1 0,0 0 1 0,0 0 1 16,0 0 9-16,0 0 9 0,5-12 8 0,-1 3 5 15,0-1 1-15,2-1 0 0,0 1-13 0,3-4 16 16,-1 0 0-16,-2 4-1 0,5-2 3 0,-4-1 7 16,2 4-12-16,-1-1-9 0,2 3 11 0,-1-1-14 15,-1 3 0-15,-1 3-3 0,2-3-4 0,-4 1 2 16,6 3-7-16,-5 1 5 0,4 1-5 0,0-1 8 16,-2 6-20-16,-3-2 0 0,3-1 7 0,-3 4-1 15,-1 1-6-15,0-2 3 0,-3 5 10 0,0-2-15 16,-2 1-18-16,2-1-46 0,-1 0-49 0,0-2-61 15,-1-1-81-15,1-1-84 0,0-1-80 0,0-1-91 16,0-3-535-16,0 0-1130 0,0 0 500 0</inkml:trace>
  <inkml:trace contextRef="#ctx0" brushRef="#br0" timeOffset="197913.2825">15482 12761 92 0,'0'0'114'0,"0"0"3"16,0 0-10-16,0 0 3 0,0 0-6 16,0 0-1-16,0 0 3 0,0 0 8 0,0 0-1 0,-7-11 4 15,7 11-2-15,0 0 0 0,0 0 4 0,0-3 1 16,0 3-1-16,0 0 2 0,0 0 0 0,2-6-4 16,-2 6 6-16,0 0-2 0,0 0-1 15,0 0 2-15,0-3-6 0,0 3 11 0,0 0-10 0,0 0 4 16,0 0 0-16,0 0 0 0,0 0 6 0,0 0 6 15,-2-6-2-15,2 6 1 0,2-3 1 0,-2 3-6 16,0 0 10-16,0 0 5 0,-2-7 1 0,2 7 6 16,0 0-7-16,0-5 3 0,0 5-1 0,0 0-2 15,0-5-1-15,0 5 3 0,0-3-8 0,0 3 6 16,-3-6-6-16,2 4-3 0,1 2 2 0,-1-7-1 16,1 7 2-16,-1-4-1 0,1 4-3 0,-3-5 9 15,3 5-3-15,1-6-23 0,-1 6 22 0,-1-3-7 16,1 3-6-16,-1-4-1 0,1 4-12 0,0 0-8 0,0 0-7 15,0-5-6-15,0 5-26 0,0 0-29 0,0 0-35 16,0 0 0-16,0 0 0 0,0 0 0 16,0 0 0-16,2 19 0 0,1-8 0 0,-1-1 0 15,1 5 0-15,-1 1 0 0,1 2 0 0,1 1 0 0,-2 0 0 16,2 8 0-16,-1-3 0 0,-1-5 0 16,0 0 0-16,0-1 0 0,1-1 0 0,-1 4 0 15,1-3 0-15,-1 1 0 0,0 0 0 0,-1 0 0 0,1-1 0 16,0 0 0-16,0-3 0 0,-2-3 0 0,0-2 0 15,2 0 0-15,-1-2 0 0,-1-2 0 0,1-1 0 16,0 1 0-16,-1-1 0 0,0-2 0 0,0 4 0 16,2-4 0-16,-2-3 0 0,0 4 0 0,0-4 0 15,0 0 0-15,1 3 0 0,-1-3 0 0,0 0 0 16,0 0 0-16,0 0 0 0,0 0 0 0,0 0 0 16,10-9 0-16,-5 1 0 0,-1 1-372 0,-3 0-86 15,3 1-42-15,-2-3-36 0,0 0-17 0,-2-1-19 16,1 1-295-16,2-4-939 0,-3 1 415 0</inkml:trace>
  <inkml:trace contextRef="#ctx0" brushRef="#br0" timeOffset="198182.622">15548 12879 121 0,'0'-9'248'0,"-2"0"12"0,1 1 17 0,1 2 12 16,0 2 19-16,-3-2 24 0,3-2 25 0,0 5 15 0,-1-2 9 16,1 5 1-16,0-9-7 0,0 9-8 0,-2-3-16 15,2 3-24-15,-4-4-21 0,4 4-34 0,0 0-24 16,0 0-26-16,0 0-8 0,0 0 6 0,0 0-4 15,7 12-2-15,-1-4-14 0,0 0-9 0,1 2-7 16,-1-1-7-16,5 3-3 0,1 1-11 0,-6-3-19 16,7 3-12-16,-5-4-13 0,2 3-71 0,5 0-48 15,-4 0 0-15,2 2 0 0,-2-7 0 0,0 6 0 16,2-2 0-16,-3-4 0 0,-1 2 0 0,5 2 0 16,-3-4 0-16,-1 2 0 0,1-1 0 0,-2-1 0 15,1-1-27-15,-2-3-181 0,-2 1-36 0,2-1-41 16,2-3-43-16,-3 1-27 0,-1 0-25 0,-2-1-25 15,1 1-32-15,-5-1-18 0,11-5-26 0,-8 0-284 16,0 1-828-16,-2-1 367 0</inkml:trace>
  <inkml:trace contextRef="#ctx0" brushRef="#br0" timeOffset="198580.6657">15775 12815 19 0,'0'-7'371'15,"0"-4"5"-15,0 3 21 0,-1-1 18 0,1 2 21 16,-3-1 1-16,2 0-3 0,-3 2-11 0,4-1-10 0,-2 2-6 16,0-1-11-16,1 2-6 0,1-2-14 0,-4 3-12 15,4-1-16-15,-2 0-15 0,-1 1-15 0,3 3-15 16,-2-6-16-16,0 4-12 0,2 2-16 0,0 0-20 16,0 0-64-16,-3-5-175 0,3 5 0 0,0 0 0 15,0 0 0-15,0 0 0 0,0 0 0 0,0 0 0 16,0 0 0-16,0 0 0 0,2 19 0 0,2-11 0 15,0 3 0-15,-1-1 0 0,1 1 0 0,0 1 0 16,0 3 0-16,0-4 0 0,-1 6 0 0,-1-5 0 16,-1 4 0-16,2-4 0 0,-1 0 0 0,2 0 0 15,-4 4 0-15,0-3 0 0,1 2 0 0,-1-3 0 16,3 0 0-16,-3 1 0 0,0-3 0 0,0 2 0 16,0-4 0-16,1 0 0 0,-1 0 0 0,0 2 0 15,3-4 0-15,-3 1 0 0,0-1 0 0,1-2 0 0,-1 1 0 16,0 1 0-16,0-4 0 0,0 2 0 15,0-4 0-15,4 2 0 0,-4-2-81 0,0 0-390 16,8 2-51-16,-6 0-55 0,-2-2-51 0,13-2-358 0,-13 2-1067 16,12-1 472-16</inkml:trace>
  <inkml:trace contextRef="#ctx0" brushRef="#br0" timeOffset="198876.5968">16085 13046 33 0,'2'-4'482'16,"1"1"2"-16,-3 3 19 0,0 0 9 0,1-6 6 15,-1 6-12-15,0 0-27 0,4-3-32 0,-4 3-42 16,0 0-53-16,0 0-18 0,0 0-32 0,0 0-30 16,0 0-22-16,0 0-10 0,0 0-21 0,1 13-5 15,-2-5-31-15,2 0-14 0,-2-1-5 0,1 2-15 16,1 1-7-16,-1 0-14 0,0-3-16 0,0 2-6 15,1-1-12-15,-1 2-9 0,1 0-10 0,-1-4-6 16,0 2-5-16,0-3-15 0,0-1 1 0,-1 2-50 16,1-1 0-16,0-1 0 0,0-4-18 0,0 0-91 15,-1 3-38-15,1-3-35 0,0 0-35 0,0 0-48 16,0 0-73-16,0 0-70 0,0 0-71 0,0 0-64 16,0-16-372-16,-1 7-990 0,-1 1 439 0</inkml:trace>
  <inkml:trace contextRef="#ctx0" brushRef="#br0" timeOffset="199098.6005">16059 12865 197 0,'0'-4'453'0,"5"1"19"16,-4 1 33-16,-1 2 22 0,0-5 18 0,0 5-3 16,3-4-9-16,-3 4-23 0,0 0-40 0,1-3-29 15,-1 3-43-15,0 0-42 0,0 0-32 0,0-4-39 16,0 4-28-16,0 0-26 0,0 0-47 0,0 0-60 15,0 0-51-15,0 0-67 0,0 0-80 0,0 0-73 16,0 0-70-16,0 0-63 0,0 0-70 16,0 0-48-16,0 0-44 0,0 0-55 0,9 0-341 0,-2-2-909 15,-2-1 402-15</inkml:trace>
  <inkml:trace contextRef="#ctx0" brushRef="#br0" timeOffset="199554.3081">16573 12717 192 0,'0'0'435'0,"0"-6"27"0,0 0 21 0,0 2 0 15,0 4 8-15,-3-8 2 0,3 3-4 16,0 0-3-16,1 0-19 0,-1 0-9 0,0 5-11 16,-1-7-19-16,1 2-24 0,0 5-30 0,-1-2-31 0,1 2-33 15,0 0-29-15,-1-4-32 0,1 4-26 0,0 0-30 16,0 0-193-16,0 0 0 0,1 12 0 15,0-2 0-15,-1 1 0 0,1 1 0 0,1 0 0 0,-2 5 0 16,2 0 0-16,0-1 0 0,1 1 0 0,-1 2 0 16,1 2 0-16,0-2 0 0,-2-1 0 0,0 1 0 15,-1 2 0-15,0-3 0 0,-1 1 0 0,1-1 0 16,3 0 0-16,-3-3 0 0,0 2 0 0,0-6 0 16,0 1 0-16,-3-2 0 0,3 1 0 0,0-5 0 15,1 0 0-15,-1-1 0 0,0-1 0 0,2-1 0 16,-1 0 0-16,-1-3-177 0,0 0-286 0,0 0-63 15,0 0-62-15,0 0-43 0,0 0-337 0,3-12-1049 16,-5 3 465-16</inkml:trace>
  <inkml:trace contextRef="#ctx0" brushRef="#br0" timeOffset="199981.9363">16477 12691 394 0,'-3'-5'470'0,"3"-1"6"0,0 2 11 0,0-2 3 16,-1 1-9-16,1-1-19 0,0 1-28 0,0 1-21 15,0-4-27-15,0 6-34 0,1-5-37 0,3 1-27 16,0 2-23-16,1-2-16 0,5 1-20 0,0-1-3 16,2 1-8-16,2 2-16 0,5 2-9 0,0 0-16 15,3 2-3-15,2 2-9 0,2-2-4 0,2 7-6 16,-6 2-6-16,5-1-6 0,1 5-106 0,-3-1-37 15,0 2 0-15,0-1 0 0,-4 3 0 0,-6-3 0 16,0 3 0-16,-3-1 0 0,2 5 0 0,-5-3 0 16,-3 0 0-16,-2-1 0 0,2 2 0 0,-4 1 0 15,-2-3 0-15,0 6 0 0,-8 1 0 0,-5 1 0 16,4-9 0-16,-6 8 0 0,-1-2 0 0,-4-2 0 16,0-1 0-16,-2-1 0 0,5-5 0 0,3 1 0 15,0-2 0-15,4-5 0 0,-4 0 0 0,8-1 0 16,-1-4 0-16,1 3 0 0,1-1 0 0,0-2 0 0,1 2 0 15,0-2 0-15,0-1 0 0,4-1 0 16,0 0 0-16,-1 5 0 0,1-5 0 0,0 0 0 16,0 0 0-16,6-10 0 0,3 5-340 0,-4 0-145 0,3 1-58 15,5 1-61-15,-1-1-433 0,0-3-1123 0,6 2 497 16</inkml:trace>
  <inkml:trace contextRef="#ctx0" brushRef="#br0" timeOffset="200298.0966">17126 13020 61 0,'4'-4'411'0,"-3"-1"16"16,3 0 19-16,-4-1 22 0,0 2 20 0,0 1 21 15,0-3 3-15,0-1-11 0,0 7-8 0,-4-7-22 16,3 3-13-16,0-4-21 0,-2 7-22 0,3 1-28 16,-4-5-31-16,0 2-33 0,4 3-33 0,-1-4-30 15,1 4-29-15,0 0-22 0,0 0-171 0,0 0-38 16,-5 9 0-16,2-4 0 0,1 3 0 0,-1 1 0 15,2 2 0-15,0 3 0 0,-2 4 0 0,3 1 0 16,0-1 0-16,0 0 0 0,0 1 0 0,0 0 0 16,0-1 0-16,0 3 0 0,0-4 0 0,0 1 0 15,0-2 0-15,0-2 0 0,0-1 0 0,-1-2 0 0,-2-1 0 16,3 2 0-16,3-1 0 0,-3-5 0 0,0 2 0 16,0-2 0-16,0 1 0 0,0-3 0 15,0 0 0-15,0-4-307 0,1 4-107 0,-1-4-16 16,0 6-31-16,0-6-53 0,0 0-49 0,0 0-354 0,0 0-994 15,0-14 439-15</inkml:trace>
  <inkml:trace contextRef="#ctx0" brushRef="#br0" timeOffset="200614.8643">17081 12995 13 0,'1'-10'400'16,"3"2"15"-16,2-3 25 0,0 3 19 0,-1-4 12 15,1 5-3-15,2-3-13 0,-3 2-21 0,3-1-22 16,-3 4-26-16,4-1-24 0,-3 2-32 0,2-1-21 16,-2 1-48-16,3 1-9 0,0 0-22 0,0 3-15 15,4 0-12-15,-4 0-6 0,3 1-17 0,-1 3-11 16,-1 1-11-16,0 0-9 0,-1 2-12 0,2-2-9 16,-4 4-13-16,1 0-8 0,-2-2-19 0,-2 1-1 0,-3 0-8 15,3 3-11-15,-2-1-54 0,-2-2-14 16,-2 4 0-16,-2 2 0 0,-3 0 0 0,-1 2 0 15,-3-1 0-15,0-1 0 0,1-1 0 0,-1-5 0 0,0 0 0 16,1 0 0-16,0-1 0 0,2-3 0 0,1 2 0 16,2-2-65-16,-2-1-133 0,3-1-34 0,2-1-48 15,2-1-50-15,-4 4-51 0,4-4-48 16,0 0-47-16,0 0-39 0,13 5-367 0,-7-4-954 0,5 0 423 16</inkml:trace>
  <inkml:trace contextRef="#ctx0" brushRef="#br0" timeOffset="200900.6102">17417 13187 199 0,'0'0'373'0,"0"0"26"0,0 0 36 15,5-7 20-15,-5 7 26 0,0 0 15 0,-5-6 3 16,5 6-10-16,-2-6 9 0,-1 3-12 0,3 3-10 16,-3-3-17-16,3 3-25 0,-4-4-32 0,4 4-34 15,-4-2-36-15,4 2-39 0,0 0-24 0,0 0-40 16,-3-5-110-16,3 5-119 0,0 0 0 0,0 0 0 15,-1 14 0-15,0-6 0 0,1-1 0 0,0 3 0 16,0 0 0-16,-2 0 0 0,5 2 0 0,-4-2 0 16,-1 0 0-16,1 1 0 0,2-2 0 0,-2 2 0 15,1-5 0-15,0 3 0 0,0-3 0 0,1-2 0 0,-1 3 0 16,2-3 0-16,-2-1 0 0,0-3 0 16,1 4-309-16,-1-4-116 0,0 0-61 0,0 0-75 0,0 0-62 15,9-9-342-15,-6-1-1045 0,0-2 463 0</inkml:trace>
  <inkml:trace contextRef="#ctx0" brushRef="#br0" timeOffset="201101.7666">17485 13012 394 0,'0'0'422'16,"3"-4"32"-16,-3 4 24 0,2-3 14 0,-2 3 9 15,0-4-17-15,0 4-26 0,0 0-36 0,0-5-37 16,0 5-39-16,0 0-40 0,0 0-25 0,0 0-28 15,0-5-33-15,0 5-32 0,0 0-55 0,0 0-60 16,0 0-61-16,0 0-74 0,0 0-67 0,0 0-73 16,0 0-63-16,0 0-56 0,0 0-54 0,0 0-59 15,0 0-319-15,0 0-815 0,-2-4 361 0</inkml:trace>
  <inkml:trace contextRef="#ctx0" brushRef="#br0" timeOffset="201632.7885">16628 12438 288 0,'0'0'386'0,"-7"-3"21"0,7 3 4 0,0 0-9 16,-9 0 1-16,9 0-19 0,0 0-18 0,-9-2-9 15,9 2-9-15,0 0-5 0,-6 0-5 0,6 0-4 16,0 0-28-16,0 0 13 0,0 0-14 0,0 0-5 0,0 0-7 16,0 0-8-16,0 0-15 0,0 0-25 0,0 0-22 15,12-7-18-15,1 6-13 0,4-4-1 16,11 0-6-16,7 0-80 0,18-4-105 0,2 2 0 0,4-2 0 16,34-3 0-16,-31 3 0 0,31-5 0 15,-33 6 0-15,3-1 0 0,-2-1 0 0,-5 2 0 16,-4-2 0-16,-15 2 0 0,-2 4 0 0,-3-2 0 0,-4 1 0 15,-10-1 0-15,0 2 0 0,-1 2 0 0,-8-3 0 16,-3 2 0-16,2 1 0 0,-3 1 0 0,0 0 0 16,-5 1 0-16,6-3 0 0,-6 3 0 0,0 0 0 15,0 0 0-15,0 0 0 0,3 9 0 0,-3-9 0 16,-8 8-183-16,1 0-272 0,-1-2-48 0,-1 2-60 16,0-1-64-16,-1-2-350 0,-2 0-1059 0,2 1 469 15</inkml:trace>
  <inkml:trace contextRef="#ctx0" brushRef="#br0" timeOffset="563193.9449">1336 15763 88 0,'0'-4'405'0,"0"0"14"15,0 4 4-15,0-10 4 0,-1 5 4 0,1 1-15 0,0 0-16 16,-1-2-16-16,0 2-4 0,-2 0-13 0,6 0-23 16,-3 4-18-16,-3-7-30 0,3 7-13 0,-1-3-7 15,-1-1-34-15,2 4-3 0,0 0-19 0,-1-3-19 16,1 3-16-16,0 0-20 0,0 0-18 16,0 0-9-16,0 0-22 0,0 0-8 0,-2-3-10 15,2 3-15-15,0 0-9 0,0 0 2 0,-7 12-9 0,7-4-5 16,-5 1 2-16,-1 1-3 0,-2 4-2 15,0 2-2-15,-1 0-6 0,-5 5-38 0,0-1-13 16,-1 5 0-16,-1-1 0 0,-1 0 0 0,-1 1 0 0,-4-1 0 16,3-1 0-16,1-2 0 0,-1 2 0 15,1-3 0-15,5-6 0 0,4 0 0 0,-2-1 0 16,3-2 0-16,3-3 0 0,1 2 0 0,0-4 0 16,0 1 0-16,2-4 0 0,-1 2 0 0,2-3 0 15,1-2 0-15,0 0 0 0,4 8 0 0,2-8 0 16,-6 0 0-16,18-1 0 0,-4 0 0 0,7-4 0 15,6-3 0-15,-1 0 0 0,2 0 0 0,1-2 0 16,0 2 0-16,3 1 0 0,-4-1 0 0,0 0 0 16,-1-2 0-16,-8 9 0 0,3-6 0 0,-1 1 0 15,-4 1 0-15,-3 1 0 0,-4 1 0 0,2 0 0 16,-2 2 0-16,-5-2 0 0,-5 3 0 0,9-1 0 16,-9 1 0-16,8-2 0 0,-8 2 0 0,0 0 0 15,10 0 0-15,-10 0 0 0,0 0 0 0,0 0 0 16,4 7 0-16,-4-7 0 0,0 0 0 0,-4 7 0 15,4-7 0-15,0 0-383 0,-10 7-69 0,5-6-61 16,5-1-54-16,-8 2-58 0,8-2-318 0,-10-5-1019 16,10 5 451-16</inkml:trace>
  <inkml:trace contextRef="#ctx0" brushRef="#br0" timeOffset="563577.6004">1365 15804 36 0,'-2'-9'414'0,"2"0"18"0,-1 0 7 0,1 0 6 16,-3 0 13-16,3 2 1 0,0 0-6 0,0 1-3 16,0 6-16-16,2-11-21 0,-2 8-9 0,0 3-19 15,-2-7-27-15,2 7-16 0,3-5-30 0,-3 5-31 16,0 0-27-16,-1-7-27 0,1 7-23 0,0 0-19 16,0 0-3-16,0 0-2 0,0 0 2 0,5 25-4 15,0-10-94-15,-4 1-84 0,2-1 0 0,-2 3 0 16,1 2 0-16,1 8 0 0,1-3 0 15,-3 1 0-15,2-1 0 0,-5 1 0 0,6 6 0 0,0-8 0 16,-5 5 0-16,2 0 0 0,0-1 0 0,-2-2 0 16,1 1 0-16,-1 2 0 0,5-3 0 0,-6-6 0 15,0-2 0-15,1 1 0 0,-1-2 0 0,2-2 0 16,0 0 0-16,0-3 0 0,-1-4 0 0,1 3 0 16,1-5 0-16,-2 0 0 0,2-1 0 0,-1-1 0 15,0 0 0-15,2-2 0 0,-2-2 0 16,0 0 0-16,-2 5 0 0,2-5 0 0,0 0 0 0,0 0 0 15,0 0 0-15,0 0 0 0,15-12 0 0,-9 7-54 16,0-3-518-16,3 0-75 0,-1-1-506 0,-1 2-1250 16,-2-1 553-16</inkml:trace>
  <inkml:trace contextRef="#ctx0" brushRef="#br0" timeOffset="564929.0586">1749 16354 301 0,'4'2'326'0,"-2"0"15"0,1 1 0 16,0-1-4-16,-3-2-17 0,1 5 8 15,3-1-7-15,-4-4-3 0,0 5-8 0,0-1-3 16,-1 1-9-16,-2-1-13 0,3-1-6 0,0-3-17 16,0 8-9-16,-1-4-11 0,-2 0-3 0,3-4-8 15,-1 9-8-15,-3-4-16 0,0 0 2 0,1 1-5 16,1 0-8-16,-4 0-6 0,1 3-19 0,-2 0-5 15,1-1-8-15,-2-1-8 0,-1 0-2 0,0 1-5 16,0 2-8-16,-1-1-10 0,-4 0-13 0,2 3-97 16,-3-3-15-16,1 2 0 0,-1-3 0 0,-2 0 0 15,2 1 0-15,-2 2 0 0,0-3 0 0,1-1 0 16,-2 2 0-16,-4-1 0 0,4 0 0 0,-6 0 0 16,2 1 0-16,-4 0 0 0,0-2 0 0,5-2 0 15,0 1 0-15,2-1 0 0,-2 0 0 0,-3-2 0 16,-3 2 0-16,0 0 0 0,0-4 0 0,-1 0 0 15,6 1 0-15,1-1 0 0,-7-1 0 0,6 0 0 16,-6-3 0-16,7 1 0 0,2 0 0 0,1-3 0 16,-1 1 0-16,1-2 0 0,2 0 0 0,-1-2 0 15,3 2 0-15,-3-3 0 0,6 2 0 0,-1 0 0 16,-3-4 0-16,3-1 0 0,-1-1 0 0,1 2 0 16,12 11 0-16,-20-23 0 0,9 8 0 0,1 1 0 15,-1 0 0-15,3 1 0 0,-1 0 0 0,0-2 0 16,3 2 0-16,-1-2 0 0,1 0 0 0,-4-2 0 15,10 17 0-15,-13-28 0 0,5 12 0 0,3 0 0 16,-3 1 0-16,2-1 0 0,1 2 0 16,1-4 0-16,4 18 0 0,-9-28 0 0,3 13 0 0,-1 0 0 15,5-2 0-15,-2 1 0 0,-3 1 0 16,5-3 0-16,-6 3 0 0,6-1 0 0,-2 0 0 0,4 16 0 16,-6-29 0-16,3 12 0 0,0-1 0 0,2-2 0 15,1 2 0-15,0 0 0 0,0 18 0 0,-4-33 0 16,8 12 0-16,-3 2 0 0,2 1 0 0,-3-1 0 15,1 1 0-15,3-1 0 0,-3-2 0 16,3 0 0-16,0 3 0 0,0 2 0 0,2-1 0 16,-1 0 0-16,2-1 0 0,-2 2 0 0,0-2 0 15,1-1 0-15,1 4 0 0,-1-2 0 0,2 1 0 0,1 2 0 16,-2-3 0-16,2 1 0 0,2 0 0 0,-1 3 0 16,0-3 0-16,-2 6 0 0,1 1 0 0,1-4 0 15,-2 2 0-15,1 2 0 0,3-4 0 16,0 2 0-16,0 0 0 0,0-2 0 0,1 1 0 15,2-1 0-15,-2 5 0 0,4-4 0 0,-2 3 0 16,-1 0 0-16,1 0 0 0,2 0 0 0,-5 3 0 16,0-1 0-16,2 1 0 0,-2-2 0 0,3-1 0 0,-5 5 0 15,0 0 0-15,2 0 0 0,-2 0 0 16,0-2 0-16,2 4 0 0,-3-1 0 0,1 0 0 16,2 0 0-16,-2 1 0 0,0 0 0 0,2 1 0 15,-3-2 0-15,2 1 0 0,1 0 0 0,-1 1 0 16,-1-1 0-16,-10 2 0 0,23 0 0 0,-10 0 0 15,-4 0 0-15,5 0 0 0,-14 0 0 0,23 1 0 16,-13 0 0-16,2 2 0 0,-1-3 0 0,2 2 0 16,0-1 0-16,0 2 0 0,0-2 0 0,0 0 0 15,0 0 0-15,0 4 0 0,2 0 0 0,3-3 0 16,-5 2 0-16,-1-2 0 0,2 1 0 0,-3 1 0 16,3 1 0-16,-1-1 0 0,1 1 0 0,-4-2 0 15,3 4 0-15,1-3 0 0,-4 0 0 0,7 4 0 16,-6-3 0-16,1 0 0 0,-1 2 0 0,1-3 0 15,-2 3 0-15,3-2 0 0,-3 1 0 0,2 2 0 16,-2 0 0-16,0 1 0 0,3-2 0 0,-4 0 0 16,0 1 0-16,1 0 0 0,-1-1 0 0,0 0 0 15,0 2 0-15,0-1 0 0,-2 1 0 0,0 0 0 16,3 0 0-16,-5-1 0 0,2 3 0 0,0-5 0 16,-2 5 0-16,3 0 0 0,-2-2 0 0,0 1 0 15,-3 0 0-15,3 2 0 0,-1-1 0 0,0 1 0 16,-2-1 0-16,0 2 0 0,1-3 0 0,0 6 0 15,-2-3 0-15,1-2 0 0,0 1 0 0,-1 0 0 16,-1 0 0-16,3 1 0 0,-3 0 0 0,1-2 0 16,0 0 0-16,-1 1 0 0,-1-1 0 0,3 2 0 15,-3-5 0-15,0 3 0 0,1 2 0 0,-1-3 0 16,2 0 0-16,-2 1 0 0,1-2 0 0,-1 1 0 16,0 0 0-16,0 2 0 0,0-3 0 15,0 2 0-15,0 0 0 0,1-1 0 0,-1 2 0 0,1-1 0 16,2 2 0-16,-3-4 0 0,0 2 0 0,0 1 0 15,0-1 0-15,-3 1 0 0,6-2 0 0,-3 7 0 16,-3-8 0-16,2 4 0 0,0-1 0 0,-2 1 0 16,2-1 0-16,-2 6 0 0,-2-1 0 15,-1 2 0-15,0-2 0 0,-5 7 0 0,4-6 0 16,-7 7 0-16,-2-1 0 0,-3-2 0 0,1 0 0 16,-1 3 0-16,-4-3 0 0,5 2 0 0,5-8 0 0,2-2 0 15,-2 0 0-15,3 0 0 0,3-3 0 0,2-4 0 16,-1 3 0-16,6-5 0 0,0 3 0 15,1-1-49-15,4-2-1308 0,4 1-1471 0,4-4 651 16</inkml:trace>
  <inkml:trace contextRef="#ctx0" brushRef="#br0" timeOffset="567965.3262">2963 15855 100 0,'-1'-5'376'0,"-2"2"7"0,2-1 13 16,-1-1-2-16,-1-2 2 0,0 4 2 0,-1 0 2 15,2-6-5-15,-2 6-7 0,2 0-6 0,-1-1-13 16,1 0-2-16,2 4-23 0,-3-4-10 0,3 4-21 15,-4-4-24-15,4 4-18 0,0 0-29 0,0 0-30 16,0 0-18-16,0 0-14 0,0 0 2 0,-2 10 3 16,3-3 3-16,-1 2-8 0,1 2-5 0,3 7-17 15,-3-2-158-15,3 2 0 0,-3 6 0 0,1 0 0 16,-1 1 0-16,0-3 0 0,2 2 0 0,-2 3 0 16,-2-9 0-16,-2 11 0 0,1-3 0 0,2 1 0 15,-2-7 0-15,1 3 0 0,1-4 0 0,-2-3 0 16,0-3 0-16,2 0 0 0,-2-2 0 0,0 0 0 15,2-1 0-15,0-3 0 0,0-2 0 0,-1-1 0 16,1-1 0-16,0 3 0 0,0-6-152 0,0 0-284 16,0 0-79-16,0 0-80 0,0 0-488 0,-2-20-1172 15,0 10 519-15</inkml:trace>
  <inkml:trace contextRef="#ctx0" brushRef="#br0" timeOffset="568282.3428">2854 15861 218 0,'0'-7'373'0,"0"0"18"0,-2-1 26 15,2 2 2-15,0 1 0 0,2-3 0 0,-4 4-10 16,4 0-14-16,0 1-9 0,-2 3-17 0,1-8-20 16,0 6-17-16,-1 2-25 0,2-5-31 0,-2 5-25 15,0 0-24-15,0 0-15 0,1-3-15 0,-1 3-14 16,0 0 8-16,14 9-21 0,-6-4-16 0,-2 2-6 15,2 0-14-15,2 3-5 0,3 4-11 0,-3-2-3 16,0 3-11-16,3-1-10 0,-1 2-12 0,0 1-9 16,-3-3-4-16,4 2-8 0,-3 0-61 0,-1 1 0 15,-1 0 0-15,2-2 0 0,-1-1 0 0,0-1 0 16,-1-2 0-16,-1-2 0 0,1 1 0 0,-2-2 0 16,1 1-127-16,0-3-71 0,-2-3-48 0,-1 0-45 15,4-1-60-15,-2 0-75 0,-6-2-80 0,18-2-81 16,-7-4-324-16,-1 0-984 0,-1-2 435 0</inkml:trace>
  <inkml:trace contextRef="#ctx0" brushRef="#br0" timeOffset="568634.9303">3325 15816 82 0,'2'-5'363'0,"0"-2"16"0,0 1 23 15,1 1 11-15,-3-1 12 0,1 0 2 0,0 1-13 16,1 1-8-16,-2 4-13 0,1-7-14 0,0 5-6 15,-1 2-15-15,0-5-11 0,0 5-18 0,0 0-24 16,3-4-28-16,-3 4-15 0,0 0-22 0,0 0-26 16,0 0-18-16,0 0-19 0,0 0-18 0,0 0-14 15,0 0-16-15,0 0-7 0,0 0 0 0,0 0 1 16,-4 14-4-16,3-5-8 0,-2-2-111 0,1 4 0 16,-2 0 0-16,-3 3 0 0,1 0 0 15,-4 2 0-15,2 1 0 0,-4-2 0 0,1 1 0 16,2 0 0-16,-1 1 0 0,-3-3 0 0,3 3 0 0,-3-3 0 15,0-4 0-15,7 1 0 0,-2 0 0 0,-1-4 0 16,4 0 0-16,0 0 0 0,1-2 0 0,2-1 0 16,-1-1 0-16,3-3 0 0,-4 7 0 0,4-7 0 15,0 0 0-15,0 0 0 0,0 0-22 16,0 0-321-16,0 0-40 0,16-10-46 0,-10 4-39 0,0 3-36 16,2-4-37-16,2 0-377 0,-2-2-993 0,-2 3 441 15</inkml:trace>
  <inkml:trace contextRef="#ctx0" brushRef="#br0" timeOffset="569000.8251">3315 15851 6 0,'2'-5'295'0,"-1"-2"16"0,3 2 6 0,-2-1 23 16,0-2 22-16,1 1 15 0,-1 0 10 0,2 1-9 16,-3 0 2-16,1 1 1 0,-1-1 4 0,0 0-12 15,2 2 2-15,-2-1-5 0,1 2-24 0,-2 0-22 16,0 3-21-16,0-4-26 0,0 4-29 0,4-2-19 15,-4 2-24-15,0 0-31 0,0 0-18 16,0 0-15-16,0 0-6 0,8 9 5 0,-5 0-1 0,1 1-7 16,-1 3-4-16,2 0-51 0,-1 3-77 0,-1 2 0 15,-1 0 0-15,0 2 0 0,1-2 0 16,0 1 0-16,-2 0 0 0,-1 6 0 0,0-4 0 16,0 7 0-16,2-3 0 0,-5-8 0 0,3 9 0 15,0-1 0-15,0-7 0 0,-4 3 0 0,3-4 0 0,0-2 0 16,-1-1 0-16,1-2 0 0,1 1 0 15,1-3 0-15,1-1 0 0,-2-2 0 0,0 3 0 16,1-5 0-16,0 0 0 0,0-1 0 0,-1 1 0 16,3-2 0-16,-3 1 0 0,0-4 0 0,5 3 0 15,-5-3 0-15,9-1 0 0,-9 1-295 0,5-7-122 0,0 4-63 16,-1-1-57-16,0-4-69 0,0 2-370 16,0-4-1058-16,-2 2 468 0</inkml:trace>
  <inkml:trace contextRef="#ctx0" brushRef="#br0" timeOffset="570221.144">3642 16100 239 0,'5'-2'352'0,"-5"2"7"0,0 0 5 15,5-6-3-15,-5 6-9 0,1-4-3 0,-1 4-8 16,-1-4-4-16,1 4-7 0,0 0-3 0,-4-5-7 15,4 5-11-15,0-7-15 0,0 7-19 0,0-6-9 0,4 3-16 16,-4 3-16-16,0-6-23 0,4 4-19 16,-3-2-18-16,0 2-5 0,3-2-31 0,0 2-11 15,1 0-13-15,3 1-15 0,1 0-9 0,-4 1-5 16,7 0-12-16,-5 1-10 0,2 2-4 0,3 1-8 16,-1 0-6-16,-2 1 0 0,-3 0-9 0,3 1 0 15,-1 1-6-15,-2 2 5 0,0 0-4 0,-4 1 1 16,2 0-15-16,-3 1-3 0,-2 0 8 0,-2 1-5 15,0 1 7-15,-4 0-12 0,-4 1-2 0,2-5 0 16,-2 4 7-16,-5-2-8 0,3-1 2 0,-2-2-3 16,2-3-2-16,3-2 5 0,-3 2-5 0,1-4 5 15,2-2 0-15,1-1-1 0,3-3 3 0,-4-2 2 16,2 0-8-16,2-4-2 0,3-5-1 0,-1 1 9 16,4 3 12-16,1-5-1 0,2 2 8 0,2-1 3 15,0-1 1-15,2 2 2 0,-1 4-3 0,-1 1 1 16,0 2-9-16,0-1-1 0,3 2-26 0,-3 1 0 15,-1 1 0-15,4 3 0 0,-2-1 0 0,3 2 0 16,-4 1 0-16,4 3 0 0,0 0 0 0,1 2 0 16,-2 1 0-16,0 2 0 0,-1 2 0 0,1 1 0 15,-3-1 0-15,3 5 0 0,-6-2 0 0,3 1 0 16,-2 1 0-16,-2-3 0 0,4 3 0 0,-5-1 0 16,3-3 0-16,-2-1 0 0,0 2 0 0,-1-2 0 15,2-3 0-15,0-1 0 0,0 2 0 0,0-4 0 16,1 1 0-16,2-5 0 0,1 1 0 0,3-1 0 15,3-2 0-15,4-5 0 0,1-3 0 0,7-5 0 16,-5 0 0-16,3-7 0 0,0 4 0 0,-3-3 0 16,-2 0 0-16,2 3 0 0,-5-6 0 0,-3 8 0 0,-2 0 0 15,1-1 0-15,1 0 0 0,-5 3 0 16,-1 2 0-16,-4-1 0 0,2 3 0 0,-3 3 0 16,4 2 0-16,-3-2 0 0,-1 1 0 0,0 2 0 15,0 4 0-15,-5-3 0 0,5 3 0 0,0 0 0 16,-13 6 0-16,7-2 0 0,-2 5 0 0,4-1 0 15,0 3 0-15,-2 0 0 0,6-1 0 0,-3 3 0 16,3 1 0-16,3-2 0 0,-2 3 0 0,3-3 0 16,0-3 0-16,1 3 0 0,4 3 0 0,-3-4 0 15,2 1 0-15,-3-3 0 0,3 1 0 0,1-2 0 16,-4 2 0-16,3-2 0 0,-3 2 0 0,1-4 0 16,-2-2 0-16,1 1 0 0,-1 1 0 0,1 0 0 15,-5-1 0-15,3 0 0 0,-2 1 0 0,1 0 0 16,-4-1 0-16,-2 2 0 0,0 2 0 0,-2-3 0 15,-2 1 0-15,-2 2 0 0,1-2 0 0,-9-2 0 16,7 2 0-16,-1-1 0 0,1-2 0 0,0 0 0 16,6-2 0-16,-2 0 0 0,2 1 0 0,-1-3 0 15,6 0 0-15,0 0 0 0,-9-7 0 0,9 2 0 16,-1 1 0-16,4-2 0 0,3-4 0 0,4-3 0 16,2 1 0-16,2-1 0 0,5 0 0 0,4-4 0 15,0-1 0-15,0 1 0 0,3-1 0 0,2 2 0 16,-4-2 0-16,0-1 0 0,3 2 0 0,-6 2 0 0,4-1 0 15,-11 3 0-15,4 1 0 0,-1-2 0 16,-2 3 0-16,-5 3 0 0,-1-1 0 0,3-1 0 16,-6 6 0-16,1-5 0 0,-4 4 0 0,4 4 0 15,-4-1 0-15,-1-2 0 0,0 2 0 0,-2 2 0 16,0 0 0-16,0 0 0 0,0 0 0 0,0 0 0 0,-17 6 0 16,13-3 0-16,0 2 0 0,-1 0 0 0,-1 2 0 15,3-1 0-15,-1 4 0 0,3-4 0 16,-1 5 0-16,2-2 0 0,3 1 0 0,1-1 0 15,1 2 0-15,0-1 0 0,1-3 0 0,1 3 0 16,0-2 0-16,1 2 0 0,0-3 0 0,-1 1 0 0,2-2 0 16,0 3 0-16,-1-5 0 0,-3 1 0 0,0-1 0 15,1 2 0-15,1-2 0 0,-2-2 0 16,-4 1 0-16,2 3 0 0,-3-2 0 0,0 0 0 16,0 0 0-16,-4 3 0 0,-5-1 0 0,-1-1 0 15,-5 5 0-15,-5-3 0 0,-4 3 0 0,-4-2 0 0,5-1 0 16,3-2 0-16,-1 0 0 0,2-1 0 0,5-1 0 15,5-1 0-15,-4 0 0 0,4-2 0 16,2-2 0-16,1 2-191 0,6 0-90 0,-9-4-57 16,8 1-59-16,1 3-59 0,0 0-70 0,0 0-475 15,9-11-1083-15,0 7 479 0</inkml:trace>
  <inkml:trace contextRef="#ctx0" brushRef="#br0" timeOffset="571521.2139">5402 16062 299 0,'0'-7'423'0,"0"-1"18"0,1 0 12 16,-2 1 9-16,2 0 5 0,-1-3-6 0,0 0-21 16,0 2-4-16,0-2 4 0,0 3-11 0,1-1-12 15,4 2-10-15,-5 0-12 0,0 0-16 0,0 1-20 16,3 0-24-16,-3 5-30 0,0-5-26 0,0 5-29 16,1-5-27-16,-1 5-132 0,0 0-91 0,0 0 0 15,0 0 0-15,0 0 0 0,0 0 0 0,4 20 0 16,-4-12 0-16,1 6 0 0,3 1 0 0,-5 2 0 15,2 1 0-15,-1 3 0 0,0-3 0 0,0 6 0 0,0 2 0 16,-1-7 0-16,-2-1 0 0,2 9 0 16,1-9 0-16,-4 0 0 0,3-3 0 0,-2 0 0 15,3-3 0-15,0 0 0 0,0-1 0 0,0-4 0 16,0 1 0-16,0-3 0 0,0 0 0 0,0-1 0 16,0 0 0-16,0-4 0 0,0 5 0 0,0-5 0 15,0 0 0-15,0 0 0 0,0 0 0 0,0-19 0 16,3 4 0-16,-2 0 0 0,-1-4 0 0,4-9 0 15,-5 1 0-15,2 0 0 0,-1-3 0 0,1 1 0 16,-1 3 0-16,0-1 0 0,0 2 0 0,3-1 0 0,-2 1 0 16,-1 7 0-16,3 1 0 0,-3 1 0 15,1-1 0-15,2 6 0 0,-2 1 0 0,0 0 0 0,-1 1 0 16,0 4 0-16,3-1 0 0,-3 0 0 16,1 2 0-16,-1 2 0 0,0 2 0 0,5-4 0 15,-5 4 0-15,0 0 0 0,8 6 0 0,-2 2 0 0,-2 1 0 16,6-1 0-16,-1 6 0 0,-3 2 0 0,5 1 0 15,0-2 0-15,-2 2 0 0,3 8 0 0,-2-9 0 16,-3 2 0-16,0-1 0 0,-1 1 0 16,3-2 0-16,-2 2 0 0,-1-2 0 0,-1 0 0 15,-1-4 0-15,1-1 0 0,0 0 0 0,-4-8 0 0,3 8 0 16,-1-5 0-16,-3-2 0 0,1 2 0 0,0-3 0 16,-1-3 0-16,3 2 0 0,-3-2 0 15,0 0 0-15,9-12 0 0,-3 4 0 0,2-4 0 16,0-2 0-16,1-11 0 0,2 3 0 0,1-1 0 15,-1-1 0-15,2-2 0 0,-2 1 0 0,2-2 0 0,-1 2 0 16,0 0 0-16,-3-1 0 0,3 4 0 0,-3 4 0 16,-2 2 0-16,1 1 0 0,-4 8 0 15,1-3 0-15,-1 5 0 0,1 1 0 0,-4-2 0 16,3 3 0-16,0 2 0 0,-4 1 0 0,5 8 0 0,0-1 0 16,2 5 0-16,0 3 0 0,0 1 0 0,-1 10 0 15,-2-3 0-15,1 1 0 0,0 1 0 16,-1 2 0-16,0 0 0 0,-4-1 0 0,1-1 0 15,2-4 0-15,-2 3 0 0,0-3 0 0,-1-1 0 16,1-3 0-16,2 3 0 0,-3-3 0 0,3-1 0 0,-2 0 0 16,0-5 0-16,3 0 0 0,-3-1 0 0,3 1 0 15,-1-3 0-15,-1 0 0 0,2-2 0 0,2 1 0 16,0-4 0-16,-1 1 0 0,1-2 0 0,3-3 0 16,-3 0-290-16,5-3-272 0,0-3-67 15,-3 3-490-15,-1-3-1212 0,2 0 538 0</inkml:trace>
  <inkml:trace contextRef="#ctx0" brushRef="#br0" timeOffset="571970.9759">6135 16164 118 0,'10'0'315'0,"-10"0"16"0,0 0 14 0,4-5 19 0,-4 5 8 16,0 0 7-16,0 0 5 0,0 0-8 0,0 0-9 15,5 0-8-15,-5 0-10 0,0 0-16 0,0 0-20 16,0 0-26-16,0 0-18 0,0 0-23 0,0 0-21 15,0 0-11-15,0 0 0 0,0 0-7 0,0 0-20 16,9 2-6-16,-9-2-12 0,11-2-5 16,-3-2-8-16,4 0 7 0,1-1-9 0,2-3-6 0,-2 1-5 15,-2 3-5-15,1-1-5 0,2-2-45 0,-4-2-88 16,-1 2 0-16,0 2 0 0,-4 0 0 0,-1 0 0 16,1 0 0-16,-2 0 0 0,-2 1 0 0,3 0 0 15,-8-1 0-15,3 1 0 0,-3 1 0 16,-4 0 0-16,-2 2 0 0,1 0 0 0,-4 0 0 0,2 3 0 15,-2 0 0-15,-5 3 0 0,4 3 0 0,-4 1 0 16,3 1 0-16,-3 1 0 0,4 4 0 0,-7 4 0 16,10-5 0-16,-1-2 0 0,5 0 0 0,2-2 0 15,-2 1 0-15,5 0 0 0,-1-2 0 0,3 2 0 16,4-1 0-16,-3-2 0 0,6 3 0 0,-1-3 0 16,7-1 0-16,2 2 0 0,-3-4 0 0,7-2 0 15,1 1 0-15,-1-1 0 0,3-2 0 0,-3-1 0 16,2-4 0-16,-2 4 0 0,-5-3 0 15,5 1 0-15,-1-4 0 0,-3 0 0 0,-1 1 0 0,2-3 0 16,-5 4 0-16,2-3-229 0,1-7-134 0,-4 5-60 16,-1 1-39-16,-1 1-38 0,1-1-38 0,1-1-28 15,-5 1-286-15,0-2-923 0,2 7 408 0</inkml:trace>
  <inkml:trace contextRef="#ctx0" brushRef="#br0" timeOffset="572853.9898">6597 16136 192 0,'3'-2'355'0,"-3"2"18"0,4-4 22 16,-1 3 5-16,-2-3 7 0,-1 4-3 0,3-7-2 15,-3 4-8-15,1-2-12 0,0 0-14 0,-1 5-13 16,3-7-21-16,-2 4-19 0,-1 3-15 0,1-7-32 16,-1 7-21-16,4-4-26 0,-4 4-31 0,4-4-11 15,-1 3-20-15,-3 1-22 0,10 0-12 0,-10 0-10 16,10 4-20-16,-5-3-1 0,-1 3-6 15,1 0-13-15,1 1-5 0,-2 0-6 0,1 0-9 16,-1 1-1-16,0 3-22 0,-3 0 5 0,2 3-7 0,-6-4 2 16,3 3 4-16,-1-1-6 0,-4 1-2 0,-3 0-4 15,-2-1-5-15,1-1 6 0,0 1-15 0,-4-3-1 16,1 4-13-16,1-2 1 0,0-4 0 16,2 0-2-16,2-2 7 0,1 0 3 0,-1-2-4 15,0-1 2-15,7 0-3 0,-10-4 8 0,7 0-5 0,1-3 0 16,-2-1-2-16,3 1 1 0,1-4 8 0,0 0 3 15,1-3-5-15,5 3 5 0,-1 0 3 0,0-1 1 16,2-1 7-16,-1 5-10 0,2 0 1 0,-3-1 4 16,1 3-7-16,1 1-1 0,-2 2 6 0,3-2-3 15,-1 2-3-15,-2 2-3 0,3 0-9 0,3 2 4 16,-4 2 1-16,-1-2-3 0,2 1 1 0,1 3-3 16,-4 1-1-16,4 1 7 0,-5 3 2 0,1-1-4 15,1-3-5-15,1 3-2 0,-6 0 6 0,4 0-2 16,-1 0 0-16,0 1 2 0,-3 0 2 15,3-3 0-15,0-1-1 0,-3 1-1 0,1-1-2 0,1 0 0 16,-3 1 0-16,4-5 0 0,-1 3 0 0,-3-2 0 16,0-3 0-16,2 2 0 0,2-1 0 0,-4-1 0 15,9-3 0-15,-2-1 0 0,1-1 0 0,-1-2 0 16,2 0 0-16,-1-4 0 0,1 5 0 0,-1-3 0 16,5-4 0-16,-5 3 0 0,-1-1 0 0,3 3 0 15,-2 2 0-15,-3-2 0 0,0 4 0 0,1 0 0 16,-3 1 0-16,2 2 0 0,0-2 0 0,-1 1 0 15,-4 2 0-15,9 2 0 0,-5 3-15 0,0-1 13 16,1-1-7-16,0 6 6 0,-1-1 4 0,0-1-6 16,-3 0 1-16,3 1 1 0,1 1-1 0,-5-2 0 15,4 3-2-15,0-4 5 0,-3 1-6 0,0-1 6 16,-1-2-4-16,0 0 4 0,3 0-5 0,-3 0 4 16,0-4 0-16,1 4 5 0,-1-4-1 0,4 1 1 15,-4-1-3-15,0 0 0 0,9-5-4 16,-3 0 2-16,2-2 0 0,-2-2 7 0,2 0 3 0,-2-1-5 15,6 2-8-15,-4-2 9 0,2-1-18 0,-1 1 12 16,-3 5 5-16,-1 0 0 0,2-3 3 0,-3 5 2 16,-1 1-6-16,4-1-7 0,-4 1 6 0,1 1-1 15,-4 1-2-15,8 0 9 0,-4 3-3 0,1-1-2 16,0-1 3-16,0 1-11 0,-1 5 8 0,-3 1 0 16,3-3-5-16,0 4 8 0,1-3-14 0,-1 2 10 15,-3 2-4-15,4-4 5 0,-1 3-2 0,-1-2 8 16,-2 0-4-16,3 1-6 0,-3-2 6 0,3 0-27 15,-3-1-26-15,3-1-25 0,-4 2-36 0,3-3-27 16,-3-3-35-16,1 3-31 0,-1-3-51 0,6 4-63 16,-6-4-78-16,0 0-83 0,9-7-93 0,-6 0-324 15,-2-4-969-15,2 0 429 0</inkml:trace>
  <inkml:trace contextRef="#ctx0" brushRef="#br0" timeOffset="573804.6134">8038 16204 167 0,'0'-5'384'0,"0"5"3"15,0-6-6-15,3 0-9 0,-3 6-28 0,1-6-1 16,-1 4-20-16,4-2-19 0,-4 4-17 0,4-6-14 15,-3 2-29-15,4 0-12 0,-3-5-18 0,2 7-12 16,3-1-16-16,-1-1-10 0,-1 1-12 0,4-3-12 16,-2 5-16-16,0-1-6 0,4 1-15 0,0 1-9 15,-1 0-8-15,4 3-9 0,-5 2-10 0,4 2-9 16,-2-2-5-16,-1 3-4 0,1 1-7 0,-2-1-3 16,-4 0-8-16,0 2-1 0,2-1-5 0,-6 4 0 15,0-3-5-15,-2 2-2 0,-4 1-3 0,-3-1-1 16,-1 1-2-16,-5 2 1 0,1-4-4 0,-6 1 1 15,1-5-4-15,2 2 2 0,-3-2 0 0,2-3 23 16,-2 0 27-16,2-3 33 0,2-1 31 0,2-1 18 16,-1 0 19-16,1-5 22 0,0 2 14 0,3-2 5 15,2-2-12-15,-3-5-107 0,3 3-93 0,3-2 0 16,-1-5 0-16,3 2 0 0,-1-1 0 0,6-1 0 16,1-2 0-16,5 2 0 0,-1 2 0 0,3-2 0 15,1 0 0-15,2 5 0 0,1-1-8 0,0 2-336 16,0 1-50-16,3 1-46 0,-1 2-38 0,-4 1-32 15,7-2-44-15,-6 4-357 0,0-2-986 0,-1-3 436 16</inkml:trace>
  <inkml:trace contextRef="#ctx0" brushRef="#br0" timeOffset="574141.379">8254 15879 196 0,'0'-17'297'0,"0"1"18"0,-1-2 37 0,0-1 39 0,-3-2 28 15,0 5 29-15,-5-2 12 0,5 0 13 16,-1 0 12-16,-3 0 0 0,3 2-3 0,0 0-1 15,-1 2-2-15,2 4-10 0,-2 2-17 0,4 2-30 16,-3 1-30-16,5 0-46 0,-4 3-28 0,2-1-289 16,2 3-29-16,0 0 0 0,0 0 0 0,-4 17 0 15,4-5 0-15,0 6 0 0,1 7 0 0,2 3 0 16,-1 0 0-16,-1 3 0 0,2 0 0 0,-2-2 0 16,3 6 0-16,-2-4 0 0,0-1 0 0,-2 2 0 15,0-1 0-15,1-2 0 0,-2 1 0 0,1-1 0 16,0 0 0-16,0-1 0 0,0-1 0 0,0-8 0 15,0 1 0-15,0-4 0 0,0 1 0 0,0-4 0 16,1-2 0-16,2 1 0 0,-3-4 0 0,1-1 0 16,-1 1 0-16,3-3 0 0,-2 0 0 0,5-2 0 15,1 0 0-15,2 0 0 0,-3-1 0 0,-6-2 0 16,18-2 0-16,-9-1-88 0,4-2-413 0,-3-1-30 16,0 2-45-16,3-3-21 0,-2 0-386 0,1-1-1066 15,-1 2 472-15</inkml:trace>
  <inkml:trace contextRef="#ctx0" brushRef="#br0" timeOffset="574389.1699">8460 16182 129 0,'5'-3'203'0,"0"-4"33"0,-1 3 15 16,1-1 33-16,-1 1 32 0,1-1 39 0,0 1 29 15,-4 1 27-15,2 0 11 0,-3 3 5 0,5-6-1 16,-5 6-6-16,3-4-16 0,-3 4-16 0,0 0-21 16,0 0-29-16,0 0-20 0,0 0-45 0,0 0-17 15,0 0-11-15,0 0-9 0,5 10-16 0,-5-4-16 16,1-1-18-16,-1 7-13 0,3-3-21 0,-1 1-11 15,-2-2-115-15,1 2-26 0,-1 1 0 0,2-2 0 16,-2 1 0-16,0-2 0 0,0 2 0 0,0-2 0 16,0-1 0-16,0-1 0 0,0 0 0 0,0-2 0 15,0 0 0-15,1-1 0 0,-1 2-240 0,0-5-55 16,2 4-42-16,-2-4-63 0,0 0-51 0,0 0-44 16,0 0-39-16,9-15-373 0,-7 10-982 0,2-8 434 15</inkml:trace>
  <inkml:trace contextRef="#ctx0" brushRef="#br0" timeOffset="574552.2439">8566 16057 281 0,'1'-3'300'0,"-1"3"9"15,0-9 8-15,0 9-7 0,0-6-17 0,0 6-27 16,0-5-17-16,0 5-46 0,0 0-26 0,0 0-46 16,2-4-42-16,-2 4-44 0,0 0-47 0,0 0-65 15,6 11-70-15,0-7-85 0,-3 1-202 0,-1 1-459 16,4-1 203-16</inkml:trace>
  <inkml:trace contextRef="#ctx0" brushRef="#br0" timeOffset="575707.2069">8759 16181 203 0,'1'-6'375'0,"-1"6"12"16,5-6-3-16,-3 2 2 0,-1 0-10 0,1-5-24 15,-2 7-7-15,2-2-20 0,-1 1-20 0,0 0-22 16,-1 3-24-16,4-9-23 0,-1 7-24 0,-1 0-21 16,1-2-21-16,-3 4-18 0,5-1-14 0,-5 1-16 15,10 0-10-15,-10 0-16 0,10 1-6 0,-4 3-11 16,1-2-8-16,-2 0-10 0,0 1-2 0,4 6-7 16,-5-3-5-16,5-1-4 0,-8 4-5 0,3-2-7 15,0 3-1-15,-3 0-2 0,-1-1-4 0,3 0-2 16,-3 0 5-16,-3 0-5 0,2 1-3 15,-2-4-1-15,1 4-2 0,-6-5-3 0,3 3-8 16,0-1-10-16,0-4-1 0,-3 2 2 0,3-1-2 0,-2 2 1 16,0-5 4-16,3 1-2 0,-2 0 5 0,1-2-2 15,5 0 1-15,-10-4-1 0,4 3-3 16,3-5 6-16,-1 2 2 0,1-1 10 0,1-1 4 16,3-6 0-16,-1 5 11 0,0-3 3 0,1 0 4 15,2 0-1-15,2 1 1 0,-3-1 5 0,5 3 12 16,-1-1-3-16,0 1-6 0,2-2 2 0,-3 6-4 15,1-3-5-15,1 0-6 0,-2 3-2 0,0 1-3 16,3 1-5-16,-2-1 2 0,2 2-4 0,-8 0 2 16,13 3-6-16,-8-1-4 0,3 4 5 0,-2-3-4 15,-1 1-3-15,2 0-1 0,-2 4-1 0,-1-2-1 16,-2 1-2-16,2-2 4 0,0 6-7 0,-1-2 6 16,0-4-4-16,0 1-1 0,-2 1 1 0,0-2-2 15,0 0 2-15,2 0 1 0,-3-2 1 0,1 0-3 16,1 0 3-16,-2-3-5 0,2 4 5 0,-2-4 1 15,3 4-1-15,-3-4 2 0,4 1-2 0,-4-1-2 16,0 0-2-16,6-7 6 0,-4 3-3 0,1-1 2 0,2-5 1 16,-1 4 0-16,0-1 5 0,2 0 7 0,2 0 12 15,-3 0 7-15,4 1 15 0,-4 1 11 16,-1 0 1-16,3-1 3 0,-1 3-4 0,-3 1-8 16,3-2 5-16,-2-2-2 0,-1 5-12 0,-3 1-5 15,9-4-12-15,-9 4-5 0,0 0 2 0,10 0-6 16,-10 0 0-16,9 5-1 0,-5-1-7 0,1 2 1 15,-1-2 1-15,0 3 0 0,0-2 7 0,0 1-14 16,-3 1 2-16,3 0 4 0,-3 0-23 0,2 0 20 16,-2-2-7-16,-1 2-3 0,4-3-3 0,-2 2-3 15,1-2-2-15,-3-4-18 0,1 7 10 0,-1-3 3 16,0-4 0-16,4 6-2 0,-4-6 0 0,1 3 10 0,-1-3-2 16,0 0 4-16,8 2 0 0,-8-2 3 15,0 0-5-15,8-7 1 0,-3 3-1 0,0-1 5 16,0 0 2-16,0 0-4 0,1-2 7 0,2-1-4 15,-4 3-8-15,-2-1 8 0,6-2 4 0,0 2 7 16,1-1 10-16,-3-2 8 0,3 1 8 0,-2 1-1 16,1 0-12-16,-3 3-27 0,1-1 0 0,0 2 0 15,-1-4 0-15,-1 5 0 0,-4 2 0 0,6-3 0 16,-1-1 0-16,-5 4 0 0,4-2 0 0,-4 2 0 16,0 0 0-16,5-3 0 0,-5 3 0 0,0 0 0 15,0 0 0-15,12 7 0 0,-7-3 0 0,-1 3 0 16,-2-1 0-16,2 0 0 0,3 4 0 0,-5 0 0 15,5-2 0-15,-6 1 0 0,5 1 0 0,-2-2 0 16,-1 0 0-16,-1-1 0 0,1-2 0 0,-2 2 0 16,2-3 0-16,-2 2 0 0,-1-2 0 0,3 0 0 15,-3-4 0-15,2 5 0 0,-2-5 0 0,0 4 0 16,0-4 0-16,0 0 0 0,0 0 0 0,0 0 0 0,0 0 0 16,9-12 0-16,-5 6 0 0,1-3 0 15,-3 2 0-15,2-4 0 0,3 0 0 0,-1 1 0 0,2-4 0 16,-2 3 0-16,1 0 0 0,0 1 0 15,3 2 0-15,-3 0 0 0,-1 0 0 0,1-1 0 16,0 5 0-16,-4 1 0 0,3-2 0 0,-2 5 0 0,1-2 0 16,-5 2 0-16,9 0 0 0,-4 2 0 0,-1 1 0 15,1 0 0-15,-1 0 0 0,0 2 0 16,-2 3 0-16,6 0 0 0,-4-1 0 0,-2 2 0 0,2-1 0 16,0 0 0-16,0-2 0 0,0 2 0 15,-3-4 0-15,2 1 0 0,-2 1 0 0,-1-1 0 0,5 0 0 16,-4-2 0-16,-1 1 0 0,4 0 0 0,-4-1 0 15,0-3-180-15,0 0-126 0,9 5-50 16,-9-5-58-16,0 0-51 0,18-4-42 0,-9 0-45 16,-4 3-351-16,5-3-976 0,-1-1 432 0</inkml:trace>
  <inkml:trace contextRef="#ctx0" brushRef="#br0" timeOffset="576841.7026">9725 16175 140 0,'0'0'313'0,"1"-6"7"15,-1 6 19-15,0 0 5 0,7-1 2 16,-7 1-2-16,0 0-8 0,0 0-19 0,0 0-10 16,0 0-20-16,0 0-12 0,0 0-18 0,0 0-20 15,0 0-15-15,0 0-17 0,0 0-13 0,0 0-15 0,0 0-12 16,0 0-7-16,5 4-5 0,-5-4-9 0,0 0-9 16,0 0-6-16,10-2-7 0,-10 2-5 15,13-1-6-15,-13 1 0 0,18 0 5 0,-9-1-4 16,1-2-7-16,0 0 0 0,-1-4 1 0,1 4 0 15,-3 1 2-15,0 1-1 0,-2-3-6 0,2-1 1 16,-2 3 2-16,-2-2-3 0,1 0-19 0,-4 4-4 16,3-8-10-16,-3 8-5 0,0-7-8 0,0 7-3 15,-3-6-10-15,0 1-8 0,3 5-15 0,-8-4 18 16,3 1-12-16,5 3 4 0,-13-2-9 0,7 1-11 16,6 1-7-16,-13 4-2 0,2 0 0 0,2 0 0 15,-3 2 0-15,1-1 0 0,2 6 0 0,1-5 0 16,-1 3 0-16,-1-2 0 0,2 2 0 0,3 0 0 15,1-2 0-15,0-2 0 0,2 2 0 0,2-1 0 16,-3 2 0-16,6-2 0 0,2 0 0 0,0 0 0 16,4 0 0-16,5 0 0 0,0 0 0 0,4-1 0 15,3-2 0-15,0 3 0 0,-2-3 0 0,1-2 0 16,1-1 0-16,0-1 0 0,-2-2 0 0,1 0 0 16,0-4 0-16,0 0 0 0,6-5 0 0,0-3 0 15,1-2 0-15,-4-3 0 0,2 2 0 0,-2-1 0 16,-3 1 0-16,-2-3 0 0,0 2 0 0,-4-2 0 15,-2 4 0-15,4-5 0 0,0 1 0 0,-7 4 0 16,1-3 0-16,0 5 0 0,-3-1 0 0,-2 6 0 16,1 0 0-16,-3 0 0 0,4 2 0 0,-5 3 0 15,1 1 0-15,-2 0 0 0,2 1 0 0,-2 0 0 16,-1 3 0-16,0 0 0 0,0 0 0 0,0 0 0 16,0 0 0-16,0 0 0 0,-4 13 0 0,2-8 0 0,0 2 0 15,-3 3 0-15,3-1 0 0,-2 2 0 0,1-1 0 16,-1 3 0-16,3-3 0 0,-4 2 0 15,2 0 0-15,1 6 0 0,-1-3 0 0,2 1 0 16,1-2 0-16,0-1 0 0,-4-1 0 0,3 3 0 16,1 3 0-16,1-2 0 0,3-1 0 0,-1 2 0 15,0-6 0-15,0 0 0 0,1 1 0 0,-2-1 0 0,2 0 0 16,0-1 0-16,1-1 0 0,2 0 0 16,-2-1 0-16,2-2 0 0,1-2 0 0,2 1 0 15,3-1 0-15,-3-4 0 0,3-2 0 0,1 0 0 16,4-1 0-16,-1-4 0 0,2-2 0 0,-5 2 0 0,5-2 0 15,-4-1 0-15,-1 0 0 0,-2-2 0 16,-1-1 0-16,-3 4 0 0,1-1 0 0,-5-1 0 16,2 2 0-16,-2 0 0 0,-1 2 0 0,-1 0 0 15,-1 2 0-15,2-1 0 0,-3 1 0 0,0 1 0 16,1 0 0-16,-1 4 0 0,0-5 0 0,3 3 0 0,-3 2 0 16,0 0 0-16,0 0 0 0,0 0 0 15,0 0 0-15,0 0 0 0,0 0 0 0,-4 13 0 16,4-10 0-16,-3 3 0 0,3 0 0 0,-3 4 0 15,1-2 0-15,2 2 0 0,0-3 0 0,-1-2 0 16,1 5 0-16,1-3 0 0,-2 1 0 0,1-2 0 0,1 1 0 16,1 0 0-16,0-3 0 0,-1 2 0 0,3-1 0 15,0 1 0-15,1-4 0 0,3 3 0 16,-2-3 0-16,2 1 0 0,2-2 0 0,3-1 0 16,0-5 0-16,1 3 0 0,-1-3 0 0,2-3 0 15,-4 3 0-15,0-1 0 0,3-4 0 0,-4 2 0 0,5-5 0 16,-3 2 0-16,-2 3 0 0,-2-2 0 0,1 3 0 15,-3 1 0-15,-1 1 0 0,-1-1 0 16,1 2 0-16,0 1 0 0,-1-1 0 0,-4 4 0 16,1-3 0-16,3 0 0 0,-4 3 0 0,4-1 0 15,-4 1 0-15,0 0 0 0,0 0 0 0,14 14 0 0,-13-9 0 16,3 0 0-16,0 3 0 0,-3-2 0 0,3 3 0 16,0-3 0-16,1 2 0 0,-1-2 0 0,2 1 0 15,-3 0 0-15,-2 0 0 0,3-3 0 0,1 1 0 16,-2 0 0-16,2-1 0 0,-1 0 0 15,-4-4 0-15,6 7 0 0,-2-6 0 0,-4-1-138 16,0 0-217-16,11-1-76 0,-11 1-51 0,0 0-44 0,5-16-52 16,-3 10-370-16,-4-4-1025 0,-1-1 455 0</inkml:trace>
  <inkml:trace contextRef="#ctx0" brushRef="#br0" timeOffset="577076.5376">10757 16006 137 0,'-7'-6'314'16,"-1"0"26"-16,-2-4 21 0,3 4 37 0,-2 0 34 0,2-1 30 15,1 3 18-15,1-2 5 0,1 1 11 0,0 2-9 16,3-3-10-16,-1 1-14 0,4-2-41 0,2-2-37 16,11-2-33-16,7-2-28 0,7 3-16 15,9-3-9-15,20-3-7 0,-2 4-16 0,2-3-75 16,0 3-201-16,2 0 0 0,-3 1 0 0,0 3 0 16,-7-2 0-16,-13 5 0 0,-2-2 0 0,-5 5 0 0,-9-3 0 15,-1 3 0-15,-10 0 0 0,3 0 0 0,-6 1 0 16,-1 0 0-16,-1-2 0 0,-5 3 0 15,0 0 0-15,4 5 0 0,-8 1 0 0,-4 0 0 16,-2 2-110-16,-1 0-631 0,-6 3-483 0,-1-3-1325 16,3-2 586-16</inkml:trace>
  <inkml:trace contextRef="#ctx0" brushRef="#br0" timeOffset="578275.6363">5444 17217 186 0,'0'0'283'0,"-2"-5"-2"15,2 5-10-15,0-6 8 0,0 6-16 0,-1-6 7 16,0 3-3-16,1 3 8 0,0-7 2 0,0 7 4 16,0-5 2-16,0 5-5 0,-1-6 1 0,1 6-4 0,0-5-6 15,0 5-4-15,0 0-11 0,2-4-12 16,-2 4-16-16,0 0-20 0,1-3-15 0,-1 3-18 15,0 0-16-15,0 0-19 0,0 0 1 0,0 0-5 16,0 0-3-16,6 8 18 0,-4 0-5 0,1 2 5 16,-2 3 2-16,3 3-2 0,0 2-1 0,-2 1-12 15,5 5-4-15,-2 2-5 0,0 0-1 0,-1-2-8 16,1 4-29-16,1-3-89 0,-1-4 0 0,2 8 0 16,-3-1 0-16,-1 1 0 0,3-1 0 0,-1 0 0 15,0-1 0-15,-4 1 0 0,3 0 0 0,-3-5 0 16,2 4 0-16,-2-9 0 0,0-1 0 0,0-1 0 15,1-2 0-15,0-2 0 0,0 0 0 0,0-3 0 16,0 1 0-16,0 1 0 0,-1-4 0 0,-1-3 0 16,2 3 0-16,-2-4 0 0,2 2 0 0,-2-3 0 15,0 2 0-15,0-4 0 0,1 6 0 0,-1-6 0 16,0 0 0-16,0 0 0 0,0 0 0 0,0 0-158 16,0 0-215-16,-6-12-60 0,6 4-52 0,-6-2-69 15,2-2-54-15,-3-6-322 0,2 4-1008 0,1-4 446 16</inkml:trace>
  <inkml:trace contextRef="#ctx0" brushRef="#br0" timeOffset="578729.4981">5169 17420 294 0,'-9'-4'325'0,"-1"-1"7"15,0 0 3-15,3 2-1 0,-2-2 12 0,3 1-2 16,0 0-6-16,0-1-6 0,1 0-3 16,0 1 2-16,0 0-5 0,3-1-4 0,0-3-19 15,0 4-7-15,2 4-21 0,1-11-20 0,3 5-14 16,2-1-14-16,4-1-13 0,5 0-9 0,6 1-16 16,-2 0 0-16,13-1-13 0,3 1-12 0,1 0-2 15,17 1-2-15,-4 3-6 0,2 3-10 0,4-3-8 16,-17 6 3-16,15 4-12 0,-19 1-6 0,-2 0-95 15,5 1-26-15,-5 4 0 0,-2 2 0 0,-2 0 0 16,-2 2 0-16,-5-2 0 0,-2 7 0 0,-4-1 0 16,-7-4 0-16,-3 2 0 0,-1 5 0 0,-4 4 0 15,-6 1 0-15,-8 1 0 0,-3 2 0 0,-15 11 0 16,-5-1 0-16,-3-2 0 0,1-1 0 0,-5-2 0 16,2-7 0-16,2 0 0 0,1 0 0 0,11-9 0 15,-3-5 0-15,3 4 0 0,4-6 0 0,-1 3 0 16,4-5 0-16,5-4 0 0,6-1 0 0,0-2 0 15,4-1 0-15,0-1 0 0,1 0 0 0,1-3 0 16,-2 2 0-16,6-2 0 0,0 0 0 0,0 0 0 16,0 0 0-16,8-12 0 0,-2 5-226 0,4 1-198 15,2-1-87-15,5-3-93 0,-1 2-467 0,2 1-1161 16,9-3 513-16</inkml:trace>
  <inkml:trace contextRef="#ctx0" brushRef="#br0" timeOffset="579560.6834">6024 17819 365 0,'0'-6'365'0,"0"6"-1"0,0 0-11 0,-5-13-4 16,5 10-9-16,0 3-11 0,-4-6-2 0,4 2-5 15,0 4-3-15,-4-7-6 0,4 7-4 0,-1-4-9 16,1 4-4-16,0 0-18 0,0 0-15 15,0 0-22-15,0 0-16 0,0 0-25 0,0 0-27 16,0 0-16-16,0 0-12 0,0 0-17 0,0 0-1 16,0 0 3-16,0 0-15 0,14 12-14 0,-12-6-7 15,2 4-11-15,-4-1-6 0,4 1-9 0,0 0 0 16,0 0-20-16,-3 1 0 0,2 0-9 0,-2 1 8 16,-1 1-3-16,0-3-4 0,-1 3-3 0,1-2-5 15,0 0-2-15,0-1-10 0,1-1 4 0,-1-2 2 16,0-1-8-16,3-1 4 0,-2-1-4 0,-1-4 3 15,0 5 8-15,0-5-7 0,0 0-2 0,0 0-11 16,0 0 6-16,0 0-2 0,14-11 0 0,-9 3-1 16,0-1-5-16,-1-1 3 0,6 0-2 0,-3 0 9 15,-1 0-18-15,4 2 5 0,0-2 5 0,-2 0 7 16,1 2 11-16,0 1 15 0,-1 1-1 16,-3 1-1-16,0 0-40 0,-1 0 0 0,2 1 0 15,-2 1 0-15,-4 3 0 0,6-2 0 0,-6 2 0 0,0 0 0 16,13 1 0-16,-13-1 0 0,9 5 0 0,-4-2 0 15,0 3 0-15,3 0 0 0,-3 2 0 0,1 0 0 16,2 0 0-16,-3 0 0 0,0 0 0 16,3 0 0-16,1-1 0 0,-3 3 0 0,1-5 0 15,-3 1 0-15,1-2 0 0,1 0 0 0,-2-1 0 16,-4-3 0-16,5 5 0 0,0-4 0 0,-5-1 0 16,0 0 0-16,12-7 0 0,-7 1 0 0,1-4 0 15,-2-1 0-15,1-4 0 0,-1-3 0 0,-1-2 0 16,2-5 0-16,0 1 0 0,-3 4 0 0,-1 1 0 15,3-6 0-15,-4 6 0 0,0-1 0 0,2 3 0 16,-4 5 0-16,2 0 0 0,0 0 0 0,2 1 0 16,-4 3 0-16,2 1 0 0,2 1 0 0,-4 1 0 15,1 0 0-15,1 5 0 0,-1-7 0 0,1 7 0 16,0 0 0-16,0-5 0 0,0 5 0 0,0 0 0 16,0 0 0-16,0 0 0 0,0 0 0 0,0 0 0 15,0 0 0-15,0 0 0 0,0 0 0 0,5 23 0 16,-5-16 0-16,2 4-136 0,-2-5-374 0,2 1-75 15,-1-1-575-15,-1-6-1257 0,0 0 555 0</inkml:trace>
  <inkml:trace contextRef="#ctx0" brushRef="#br0" timeOffset="580131.4804">5572 17138 127 0,'0'0'223'0,"-3"-3"3"15,-1-2-4-15,0 2-4 0,-1 1 2 0,2 0-6 16,3 2 11-16,-10-4 3 0,7 1 6 0,3 3-1 16,-8-1 1-16,2-2 11 0,1 0-4 0,-1 2-6 15,6 1 13-15,-9-3 0 0,5 2 0 0,4 1-2 16,-10-3-8-16,8 2-7 0,2 1-13 0,-8-3-17 15,8 3-12-15,-5-3-12 0,5 3-8 16,0 0-14-16,0 0-6 0,-5-1-10 0,5 1-9 0,0 0-4 16,0 0 0-16,0 0 21 0,0 0 16 0,0 0 1 15,28 0-10-15,-9 0 0 0,9 0-8 0,4-1-4 16,7-1-12-16,17-1-8 0,3-1-11 0,2-4-4 16,2 2-19-16,-2-4-88 0,2 3 0 0,-2 0 0 15,-1 2 0-15,-6-3 0 0,-16 1 0 16,-3 2 0-16,-6 3 0 0,-6-1 0 0,-4 1 0 15,-7 0 0-15,-1 2 0 0,-2-2 0 0,-3 1 0 0,-6 1 0 16,13-2 0-16,-9 4 0 0,-4-2 0 0,0 0 0 16,0 0 0-16,10 3 0 0,-10-3 0 15,0 0 0-15,0 6 0 0,0-4 0 0,0-2 0 16,0 0-23-16,-9 5-252 0,9-5-41 0,-6 1-60 16,6-1-68-16,0 0-82 0,-13-1-513 0,13 1-1125 15,0 0 498-15</inkml:trace>
  <inkml:trace contextRef="#ctx0" brushRef="#br0" timeOffset="580765.1845">7074 17643 187 0,'0'0'289'0,"-10"1"3"0,7 0 9 15,3-1 3-15,-8 3 6 0,8-3 11 0,-8 2 12 16,8-2-3-16,-6 0 10 0,6 0-2 0,-5 3-1 16,5-3-5-16,0 0-9 0,0 0 0 0,0 0-2 15,0 0 0-15,0 0 0 0,0 0-11 0,0 0-9 16,0 0-27-16,0 0-16 0,0 0-30 0,0 0-11 15,10-10-32-15,-2 5-20 0,3 0-15 16,3 1-17-16,4-2-14 0,1 0-11 0,-1 2-11 16,4-1-74-16,-4 2-23 0,-2-3 0 0,-3 4 0 0,-1 0 0 15,-2 0 0-15,-3 1-116 0,1 1-75 0,-3 0-45 16,-5 0-51-16,9 0-34 0,-9 0-32 0,0 0-27 16,3 7-34-16,-3-7-39 0,-9 7-49 15,2-2-321-15,0-1-893 0,-2 1 395 0</inkml:trace>
  <inkml:trace contextRef="#ctx0" brushRef="#br0" timeOffset="581097.6279">7027 17813 19 0,'0'0'361'0,"0"0"21"16,0 0 20-16,0 0 10 0,-2 3 6 15,2-3 3-15,0 0-7 0,0 0-6 0,0 0-11 16,0 0-8-16,0 0-17 0,0 0-6 0,0 0-8 15,0 0-7-15,0 0-24 0,0 0-17 0,16-8-12 16,-9 5-17-16,-7 3-14 0,16-4-18 0,-3 2-22 16,0-3-23-16,2 3-2 0,-1-2-14 0,4 1-20 15,-1-3-168-15,-3 3 0 0,-1-1 0 0,4 1 0 16,-5 1 0-16,-3-1 0 0,0 2 0 0,-3-1 0 16,1-1 0-16,-7 3 0 0,14-2 0 0,-8 1 0 15,-6 1 0-15,5-2 0 0,-5 2 0 0,0 0 0 16,0 0 0-16,0 0 0 0,13 0 0 0,-13 0 0 15,0 0 0-15,0 0 0 0,0 0 0 0,0 0-57 16,0 0-224-16,0 0-18 0,0 8-36 0,-2-6-40 16,2-2-32-16,-6 4-30 0,6-4-38 0,-3 3-47 15,3-3-313-15,-8 3-902 0,8-3 399 16</inkml:trace>
  <inkml:trace contextRef="#ctx0" brushRef="#br0" timeOffset="583397.5395">8962 17333 200 0,'0'0'304'0,"0"0"-6"0,10 0-2 16,-6-1 3-16,-4 1-4 0,0 0 6 0,9-1-5 15,-9 1 0-15,7-1-7 0,-5-2-4 0,-2 3 2 16,4-2-14-16,-4 2-13 0,1-5-10 0,-1 5-16 15,0 0-15-15,0 0-8 0,0 0-8 0,0 0-5 16,2-3-11-16,-2 3-8 0,0 0-8 0,-19-2-14 16,-1 0-4-16,0 2 1 0,-11 0-7 0,-6-1-4 15,1 3-9-15,-1-1-6 0,-14 1-19 0,0 1 10 16,1 2-10-16,14-3-13 0,-16 4 2 0,13-2-9 16,0 1-11-16,3 1 0 0,3-3-9 0,0 4 5 15,5-3-18-15,8 0-6 0,2-3 7 0,6 1-14 16,0-1-7-16,2 1 0 0,2 0 4 0,2-2-12 15,6 0 0-15,-6 2-8 0,2-1 5 0,4-1-19 16,0 0-6-16,-8 2 0 0,8-2 0 0,-1 2 0 16,1-2 0-16,0 0 0 0,0 0 0 0,0 0 0 15,10 6 0-15,-10-6 0 0,9 1 0 0,-3 2 0 16,2-1 0-16,2 0 0 0,-3 2 0 0,4 2 0 16,1-5 0-16,2 4 0 0,6 0 0 0,-2 2 0 15,10-1 0-15,-4 5 0 0,-2-8 0 0,5 7 0 16,2-1 0-16,-3-2 0 0,-6-2 0 0,-2 2 0 15,0-2 0-15,-6 1 0 0,2-1 0 0,-3-1 0 16,1-1 0-16,-6 1 0 0,3-1 0 0,-1 1 0 16,-6-1 0-16,6-2 0 0,-3 2 0 0,-4-1 0 15,3 1 0-15,0 0 0 0,-4-3 0 0,3 3 0 16,-2 0 0-16,-1-3 0 0,0 7 0 0,-4-2 0 16,0-1 0-16,-6 3 0 0,2 1 0 0,-2 0 0 15,-8 5 0-15,-4 1 0 0,-1 0 0 0,-2 2 0 16,-1 2 0-16,-3-2 0 0,0 1 0 0,-2-1 0 15,-1 4 0-15,-12 4 0 0,12-6 0 0,-1 2 0 16,1 2 0-16,-1-1 0 0,-9 3 0 0,13-3 0 16,0 1 0-16,3-2 0 0,2-2 0 0,2-3 0 15,0 1 0-15,5-6 0 0,3 1 0 16,5-4 0-16,0 1 0 0,-1-2 0 0,5 0 0 16,-3-3 0-16,4 1 0 0,0 0 0 0,3-3 0 0,-4 2 0 15,5-3 0-15,-1 3 0 0,1-3 0 0,-3 3 0 16,3-3 0-16,0 0 0 0,0 0 0 15,9 4 0-15,-9-4 0 0,11 0 0 0,-4-1 0 16,3 1 0-16,3-3 0 0,5 1 0 0,0-2 0 16,4 3 0-16,-1-4 0 0,8 2 0 0,5-3 0 15,3-1 0-15,13-3 0 0,0-1 0 0,5 0 0 16,0 1 0-16,1-2 0 0,4 6 0 0,-4-6 0 16,-1-2 0-16,0 10 0 0,-17-6 0 0,0 4 0 15,-3 1 0-15,-4-2 0 0,-3 2 0 0,-1 3 0 16,-8 2 0-16,-6-2 0 0,0 2 0 0,-4-1 0 15,-3-2 0-15,-6 3 0 0,12 0 0 0,-12 0 0 16,12-1 0-16,-7-1 0 0,-5 2 0 0,0 0 0 16,11-1 0-16,-11 1 0 0,7-2 0 0,-7 2 0 15,0 0 0-15,0 0 0 0,0 0 0 0,0 0 0 16,0 0 0-16,0 0 0 0,0 0-122 0,0 0-262 16,-14 12-40-16,5-10-64 0,-3 2-66 0,-1 0-483 15,-5 0-1123-15,3 1 497 0</inkml:trace>
  <inkml:trace contextRef="#ctx0" brushRef="#br0" timeOffset="583845.3548">8147 18387 307 0,'0'0'460'0,"0"0"13"0,0 0 6 0,0 0-1 15,0 0-9-15,0 0-16 0,0 0-13 0,0 0-19 16,0 0-13-16,0 0-20 0,0 0-35 16,0 0-28-16,0 0-30 0,0 0-33 0,0 0-26 15,0 0-30-15,0 0-13 0,0 0-15 0,0 0-11 16,0 0-9-16,0 0-11 0,0 0-11 0,0 0-13 16,0 0-14-16,0 0-17 0,4 36-4 0,-4-36-8 15,-3 19-2-15,3-19-8 0,-5 22-11 0,4-10-2 16,1-12-54-16,-3 19-3 0,3-19 0 0,-5 17 0 15,5-17 0-15,-3 14 0 0,3-14 0 0,0 0-26 16,0 0-134-16,-1 19-52 0,1-19-46 0,0 0-63 16,0 0-45-16,0 0-57 0,0 0-66 0,0 0-61 15,0 0-348-15,0 0-972 0,0 0 429 0</inkml:trace>
  <inkml:trace contextRef="#ctx0" brushRef="#br0" timeOffset="584077.1544">8165 18292 341 0,'0'0'447'0,"0"0"21"16,0 0 10-16,10-18-5 0,-10 18-17 0,0 0-22 16,0 0-37-16,0 0-36 0,0 0-33 0,0 0-33 15,7-13-31-15,-7 13-30 0,0 0-27 0,0 0-34 16,0 0-56-16,0 0-63 0,0 0-57 0,0 0-55 15,0 0-44-15,0 0-49 0,0 0-43 0,0 0-40 16,0 0-43-16,0 0-57 0,0 0-36 0,0 0-264 16,0 0-688-16,0 0 305 0</inkml:trace>
  <inkml:trace contextRef="#ctx0" brushRef="#br0" timeOffset="584336.8726">8313 18385 305 0,'0'0'495'0,"0"0"20"0,0 0 3 15,0 0-12-15,0 0-13 0,0 0-34 0,0 0-20 16,0 0-37-16,0 0-34 0,0 0-34 0,0 0-37 16,0 0-30-16,0 0-26 0,0 0-21 0,0 0-27 15,0 0-17-15,0 0-36 0,63-18-32 16,-63 18-35-16,17-4-40 0,-17 4-27 0,0 0-36 15,0 0-37-15,0 0-46 0,26-4-40 0,-26 4-58 16,0 0-38-16,0 0-40 0,0 0-44 0,0 0-41 16,0 0-42-16,0 0-310 0,0 0-786 0,0 0 348 15</inkml:trace>
  <inkml:trace contextRef="#ctx0" brushRef="#br0" timeOffset="584532.021">8378 18454 344 0,'0'0'368'0,"0"0"23"16,0 0 13-16,0 0-9 0,0 0-18 0,0 0-25 16,0 0-30-16,0 0-32 0,0 0-32 0,0 0-23 15,0 0-24-15,0 0-20 0,0 0-29 0,0 0-44 16,0 0-52-16,0 0-48 0,55-18-49 0,-55 18-51 16,23-7-47-16,-23 7-46 0,27-5-57 0,-27 5-51 15,31-4-52-15,-14-1-205 0,-17 5-584 16,26-5 259-16</inkml:trace>
  <inkml:trace contextRef="#ctx0" brushRef="#br0" timeOffset="584748.8644">8686 18363 157 0,'0'0'376'0,"0"0"25"16,0 0 40-16,13-18 25 0,-13 18 16 0,0 0 16 16,0 0 8-16,0 0 0 0,0 0-6 0,0 0-14 15,0 0-27-15,14-11-21 0,-14 11-29 0,0 0-32 16,0 0-35-16,0 0-31 0,0 0-16 0,0 0-27 15,0 0-18-15,0 0-27 0,0 0-223 0,0 0 0 16,0 0 0-16,0 0 0 0,-4 46 0 0,4-46 0 16,-4 20 0-16,4-20 0 0,-2 23 0 15,2-23 0-15,0 19 0 0,0-19 0 0,-5 17 0 0,5-17-110 16,-2 17-461-16,2-17-118 0,0 0-449 0,8 15-1231 16,-8-15 545-16</inkml:trace>
  <inkml:trace contextRef="#ctx0" brushRef="#br0" timeOffset="586700.8037">8333 16996 39 0,'0'0'210'0,"0"0"-6"15,0 0-13-15,-5-8-10 0,5 8-17 0,0 0-5 16,0 0-19-16,0 0-4 0,0 0-8 0,0 0-10 16,0 0-6-16,0 0-5 0,0 0 3 0,-3-3-2 15,3 3 3-15,0 0-2 0,0 0 1 0,0 0-2 16,-7 0 3-16,7 0 0 0,0 0 3 0,0 0 0 15,0 0-7-15,0 0 2 0,0 0-3 0,0 0 6 0,-8-2-13 16,8 2 8-16,0 0-2 0,0 0 3 16,-1-3-4-16,1 3 2 0,0 0 5 0,0 0-1 15,0 0 3-15,0 0-5 0,0 0 4 0,0 0-2 16,0 0 1-16,0 0-9 0,-1-5 0 0,1 5-9 16,0 0-2-16,0 0 0 0,0 0-3 0,-3-3-6 15,3 3 0-15,-1-5-6 0,1 5 2 0,1-5-7 16,-1 5-1-16,0 0-2 0,0-6-4 0,0 6-4 15,3-1-7-15,-3 1-5 0,5-1-4 0,-5 1-6 16,6 0-5-16,-6 0-3 0,11 2-3 0,-4 0 1 16,1 2-2-16,2 0-3 0,0 2 0 0,-3 1 12 15,-1-1-12-15,3 2 8 0,-5-2-3 0,2 3-3 0,-2 2-5 16,1-1 0-16,-4 1-6 0,3-1 3 16,-1-1-4-16,2 4-1 0,-9-2 0 0,7-1-4 15,-3 1 6-15,0-3-2 0,-3 0-5 0,2-1 1 16,-2 1-4-16,2-2 2 0,1-1 5 0,0 0-6 15,0-1 1-15,-3 0 0 0,3 0 1 0,0-4 5 16,-1 4 8-16,1-4 14 0,0 3 16 0,0-3 1 16,0 0 0-16,0 0-4 0,0 0 1 0,0 0-11 15,-1-14 7-15,1 14-3 0,1-13-8 0,-1 7 3 16,1-2 2-16,2 1-6 0,1-5 11 0,1 2-3 16,0 0 3-16,3 0-8 0,-2 2 9 0,2-2-4 15,1 0 3-15,-3 1 5 0,3 4 3 0,3-1-5 16,-2 1-3-16,-1 0 4 0,-1 0-3 0,2 1-2 15,-4 0-5-15,2 1-3 0,-2 3-1 0,-6 0 4 16,13-1-12-16,-13 1-7 0,11 6-2 0,-4-4 3 16,-2 0 1-16,1 3-19 0,1 4-1 0,0 0 0 15,-3 1 0-15,1 0 0 0,0 1 0 0,-1 0 0 16,0 1 0-16,0 1 0 0,-3-1 0 0,0 0 0 16,-2-1 0-16,1 0 0 0,0 0 0 0,0-3 0 15,1-3 0-15,2 2 0 0,-3-2-54 0,0-1-30 16,1 0-30-16,2-1-32 0,-3-3-52 0,0 0-64 15,0 0-51-15,10-8-66 0,-5 0-66 0,3-4-95 16,-3 1-403-16,4-5-1021 0,1 0 451 0</inkml:trace>
  <inkml:trace contextRef="#ctx0" brushRef="#br0" timeOffset="587818.5069">9459 17373 98 0,'0'0'301'0,"-5"0"5"16,5 0 2-16,-9-4 4 0,9 4-6 0,-7-1 9 16,4-2 12-16,3 3 0 0,-5-3-5 0,2 0 0 15,3 3-9-15,-5-4-6 0,4 1-3 0,1 3-8 16,-3-3-9-16,3 3-11 0,-2-5-21 15,2 5-10-15,-2-4-11 0,2 4-18 0,0-7-16 16,4 4-14-16,-1 0-14 0,6-4-16 0,-1 6-17 16,2-4-15-16,3 2-6 0,1 1-10 0,5 1-9 0,-4 1-7 15,2 0-10-15,1 3-8 0,0-2-12 16,-1 3 9-16,1 0-19 0,-5 2-5 0,2 1 4 16,-4 0-13-16,3 3 0 0,0 1-7 0,-7-2 0 15,5 5-9-15,-6-1-1 0,-1-1-3 0,-1 4 8 16,0 1-1-16,-4 0-1 0,0-1 5 0,-4 2-12 15,-1 1 2-15,-4 5-1 0,4-5 6 0,-9 3-24 16,3-6 0-16,-4 7 0 0,4-7 0 0,-2-1 0 16,0-1 0-16,-1-1 0 0,3-2 0 0,2-4 0 15,0 0 0-15,5-2 0 0,-1-1 0 0,1-1 0 16,3 1 0-16,-3-2 0 0,3 3 0 0,1-5 0 16,0 0 0-16,0 0 0 0,0 0 0 0,0 0 0 15,0 0 0-15,9-19 0 0,0 9 0 0,1-3 0 16,1-1 0-16,2-2 0 0,3-5 0 0,3 0 0 15,-3-4 0-15,3 2 0 0,-1-1 0 0,0 0 0 16,-1 0 0-16,1 1 0 0,-2 1 0 0,0 2 0 16,-2 0 0-16,-4 1 0 0,-1 3 0 0,1 2 0 15,-4 2 0-15,4 0 0 0,-4 2 0 0,-3 4 0 16,-1 0 0-16,1 0 0 0,-2 2 0 0,4-1 0 16,-5 5 0-16,2-3 0 0,-2 3 0 0,0 0 0 15,0 0 0-15,0 0 0 0,0 0 0 0,-11 21 0 16,1-9 0-16,2 3 0 0,-2 2 0 0,-4 3 0 15,0 0 0-15,1-3 0 0,0 9 0 0,-1-3 0 16,4 1 0-16,2-6 0 0,-3 8 0 0,1-10 0 16,3 0 0-16,-2 1 0 0,5-2 0 0,-1 4 0 15,3-4 0-15,0 2 0 0,2-5 0 0,2 0 0 16,4 0 0-16,-2-2 0 0,2 1 0 0,-1-1 0 16,7-1 0-16,-1 1 0 0,5 2 0 0,-1-1 0 15,-1-3 0-15,4 0 0 0,0-1 0 0,2-3 0 16,-3 1 0-16,1-2 0 0,-5-1 0 15,-1-1 0-15,1 1 0 0,-1-4 0 0,4-2-242 0,-4-1-371 16,-1 0-76-16,-2-2-420 0,-1-2-1199 0,2 3 531 16</inkml:trace>
  <inkml:trace contextRef="#ctx0" brushRef="#br0" timeOffset="588153.9765">10100 17692 343 0,'0'0'467'0,"0"0"12"0,0 0 11 0,0 0 3 15,0-13-9-15,0 13-21 0,0 0-19 0,0 0-15 16,-3-10-16-16,3 10-14 0,0 0-30 0,0 0-29 16,0 0-30-16,0 0-40 0,0 0-9 0,0 0-42 15,0 0-11-15,0 0 3 0,0 0-5 0,0 0-12 16,0 0-12-16,0 24-9 0,1-14-10 0,-2-3-9 15,2 5-127-15,-2-4-27 0,2 4 0 0,-1 1 0 16,0-4 0-16,0 3 0 0,2 0 0 0,0-1 0 16,-2-1 0-16,0-1 0 0,0 0 0 0,-2-2 0 15,-1-3 0-15,3 4 0 0,0-3 0 16,-3-2 0-16,3-3 0 0,0 10 0 0,-1-7 0 0,1-3 0 16,0 0-305-16,0 3-74 0,0-3-57 0,0 0-53 15,0 0-53-15,4-15-50 0,-4 6-316 0,1-1-984 16,3 0 435-16</inkml:trace>
  <inkml:trace contextRef="#ctx0" brushRef="#br0" timeOffset="588352.3874">10147 17511 75 0,'5'-3'405'0,"-4"-2"21"0,0-1 28 15,2 1 16-15,-2 0-8 0,-1 5-23 0,0-7-26 16,3 3-33-16,-3 4-37 0,0 0-39 0,1-6-29 15,-1 6-30-15,0 0-26 0,0 0-45 0,0 0-63 16,4-4-68-16,-4 4-63 0,0 0-61 0,0 0-61 16,0 0-65-16,0 0-62 0,0 0-76 0,0 0-351 15,0 0-754-15,0 0 334 0</inkml:trace>
  <inkml:trace contextRef="#ctx0" brushRef="#br0" timeOffset="588903.0072">10709 17326 199 0,'3'-9'445'0,"1"5"13"16,-4-1 3-16,0-1 2 0,3 2-9 16,-3-1-12-16,0 2-17 0,0 3-25 0,-1-6-26 15,1 6-33-15,0 0-34 0,3-6-33 0,-3 6-30 0,0 0-15 16,0 0 0-16,0 0 21 0,0 0-9 0,-2 24-8 16,1-12 5-16,0 0-21 0,-2 4-7 15,2 3-12-15,-2-1-14 0,5 0-16 0,-5 1-8 16,1 8-10-16,-2-1-7 0,-1-7-89 0,0 8-54 15,-2-5 0-15,2 3 0 0,0 1 0 0,-3-2 0 16,2-6 0-16,-1 8 0 0,1-8 0 0,2-1 0 16,-2 0 0-16,2-1 0 0,2-3 0 0,-2-3 0 0,1 2 0 15,-1-1 0-15,4-1 0 0,-1-3 0 16,1 0 0-16,-1-1 0 0,-2 2-57 0,2-5-195 16,-2 2-39-16,3-5-60 0,0 0-56 0,0 0-45 15,0 0-35-15,4-18-52 0,0 8-354 0,0-5-967 16,-3 0 428-16</inkml:trace>
  <inkml:trace contextRef="#ctx0" brushRef="#br0" timeOffset="589320.7058">10562 17316 198 0,'0'0'351'0,"0"-8"-4"0,0 8-8 0,0-6-11 15,0 6-10-15,0 0-17 0,0-9-3 0,0 9-14 16,0 0-5-16,0-5-9 0,0 5-14 0,0 0-16 16,1-5-15-16,-1 5-16 0,7-5-8 0,-2 2-8 15,5 3-1-15,0-1-5 0,11 0-3 16,-3 2 0-16,1 0 0 0,9-1-6 0,-1 4-1 16,3 1-5-16,-1 2-2 0,1 0-10 0,-4 3 10 15,5-1-16-15,-3 5-1 0,-3-1-18 0,0 2-3 16,-3 1-10-16,-3 2-11 0,-6-1 1 0,-1 0-10 0,2 5-3 15,-8-4-6-15,-2 7 4 0,0-1-16 16,-5 2-2-16,-2-1-7 0,-2 1-18 0,-9 4-54 16,-4-4 0-16,-2 1 0 0,-4-1 0 0,-3-2 0 15,-3-2 0-15,1 0 0 0,3-2 0 0,-1-4 0 16,3 1 0-16,0-3 0 0,7-3 0 0,-1-3 0 16,4 1 0-16,3-4 0 0,1-1 0 0,3-1 0 15,0 0 0-15,0 0 0 0,7-3 0 0,-5 4 0 16,2-3 0-16,2 2 0 0,1-3-169 0,0 0-68 15,0 0-29-15,11 2-45 0,-4 0-45 0,5-4-57 16,0 1-63-16,8 0-84 0,-8 0-341 0,10 1-976 16,-3 0 433-16</inkml:trace>
  <inkml:trace contextRef="#ctx0" brushRef="#br0" timeOffset="589688.6392">11154 17829 35 0,'1'-7'468'0,"-1"-4"20"0,0 4 9 0,2-3 15 0,-1 1-6 15,-1 0-9-15,1-4-10 0,0 6 1 16,1-2-15-16,-1 2-19 0,-1 2-22 0,2-2-24 0,-4 2-29 16,2 5-36-16,0 0-28 0,-1-8-37 15,1 8-34-15,0-5-24 0,0 5-18 0,0 0-11 16,0 0-2-16,3 19-104 0,-3-3-85 0,-2 0 0 15,4 0 0-15,-2 1 0 0,2 1 0 0,-2 1 0 16,1 1 0-16,-1 6 0 0,-3-7 0 0,-2 8 0 16,3-9 0-16,1 1 0 0,-1 1 0 0,0-2 0 15,-3-1 0-15,-1-1 0 0,4-1 0 0,-1-3 0 16,-2-2 0-16,1 1 0 0,4-11 0 0,0 0 0 16,-3 24 0-16,3-24 0 0,0 0 0 0,-2 16 0 15,2-16 0-15,0 0 0 0,0 0 0 0,0 0 0 16,0 0-137-16,-2 15-202 0,2-15-39 0,0 0-37 15,0 0-30-15,0 0-35 0,0 0-34 0,0 0-401 16,1-25-989-16,-1 15 438 0</inkml:trace>
  <inkml:trace contextRef="#ctx0" brushRef="#br0" timeOffset="590022.6889">11123 17758 329 0,'2'-13'360'0,"-1"5"9"0,0-3-2 0,3 0 17 0,-3 2-1 16,4 0-7-16,0 0-13 0,1 1-13 16,-1-2-13-16,1 2-7 0,3 2-11 0,-1-1-17 15,1 0-12-15,-2 1-16 0,3 0-13 0,2 2-5 16,-2 3-8-16,3-1-15 0,1 2-17 0,0 0-4 16,-1 1-16-16,0 2-19 0,-2 2-11 0,-1 0-9 15,2 1-18-15,-1 6-7 0,-2-5-19 0,0 3-10 16,-4-1-13-16,1 1-2 0,-5 2-9 0,-1-3-12 15,-1 5-7-15,-1 0 4 0,-4 2-63 0,-4-3-1 16,-1 3 0-16,-1-3 0 0,-5-1 0 0,3 1 0 16,-4-2 0-16,4-2 0 0,-4 0 0 0,5-1-62 15,1-2-65-15,1 1-32 0,2-3-32 0,3-1-42 16,0 0-48-16,2 1-39 0,1 0-34 16,3-4-23-16,0 0-28 0,0 0-43 0,9 7-30 15,-4-4-315-15,7 1-859 0,-2-1 380 0</inkml:trace>
  <inkml:trace contextRef="#ctx0" brushRef="#br0" timeOffset="590321.1028">11458 17956 76 0,'0'0'371'0,"4"-6"24"0,1 1 32 16,-5 5 19-16,1-5 19 0,-1 5 8 0,3-9 2 15,-1 7 7-15,-2 2-10 0,4-7-7 0,-4 7-29 16,0 0-13-16,-1-8-28 0,1 8-38 0,0 0-29 15,0 0-36-15,0 0-29 0,0 0-26 0,0 0-27 16,0 0-22-16,0 0-20 0,0 0-10 0,0 0-23 16,0 0-81-16,-9 21-54 0,9-14 0 0,-4 2 0 15,3 0 0-15,1 0 0 0,-3 2 0 0,2-1 0 16,0 1 0-16,-2-3 0 0,3 3 0 0,-1-3 0 16,-3 1 0-16,4-3 0 0,0 1 0 15,-3-3 0-15,3 2 0 0,3-3 0 0,-6 2-40 16,3-5-239-16,0 8-39 0,0-8-34 0,0 0-42 15,0 0-61-15,0 0-56 0,0 0-44 0,0 0-327 16,0 0-954-16,17-18 422 0</inkml:trace>
  <inkml:trace contextRef="#ctx0" brushRef="#br0" timeOffset="590510.6279">11521 17742 114 0,'0'0'357'0,"4"-11"2"15,-2 8 3-15,-2 3-11 0,3-5-7 0,-3 5-28 16,0 0-30-16,0 0-33 0,5-7-26 16,-5 7-20-16,0 0-19 0,0 0-22 0,0 0-14 15,0 0-13-15,0 0-10 0,0 0-45 0,0 0-35 16,0 0-38-16,-3 21-61 0,3-21-57 0,-4 6-57 16,4-6-71-16,0 0-69 0,-1 6-235 0,1-6-585 0,0 0 259 15</inkml:trace>
  <inkml:trace contextRef="#ctx0" brushRef="#br0" timeOffset="591122.9414">10759 17116 73 0,'0'0'327'0,"0"0"-6"0,0 0-6 0,0 0-14 16,-11 0 0-16,11 0-12 0,0 0-7 0,-11 1-9 15,11-1-8-15,0 0-5 0,-12 0-9 0,12 0-10 16,0 0-4-16,-11 0-8 0,11 0-7 0,-6 0-9 15,6 0 2-15,0 0-1 0,0 0 4 16,0 0-3-16,0 0 4 0,0 0-1 0,-9-5-6 16,9 5-19-16,0 0-10 0,18-6-14 0,-5 2 0 15,16 1-2-15,0-4 2 0,7 0 5 0,19-5-10 0,-1 1-7 16,-1-2-3-16,1 2-16 0,6-2-8 0,-1 5-5 16,2-3-10-16,-2-1-42 0,-1-2-73 0,-6 2 0 15,-2 0 0-15,-12 7 0 0,-6-2 0 16,1 1 0-16,-2 3 0 0,-13-2 0 0,-1 1 0 15,-5 1 0-15,-3 2 0 0,-2-1 0 0,-7 2 0 16,10-1 0-16,-10 1 0 0,0 0 0 0,0 0 0 16,15 4 0-16,-15-4-5 0,0 0-214 0,1 7-29 15,-1-7-24-15,3 6-37 0,-3-6-35 0,0 0-42 16,-10 7-48-16,7-2-65 0,3-5-414 0,-10 4-989 16,10-4 439-16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143F6E76-D32A-4F60-9992-87F5028D701A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5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5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74B2998F-6834-4E04-A5E3-C7F868389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9620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 anchorCtr="0"/>
          <a:lstStyle/>
          <a:p>
            <a:pPr algn="l"/>
            <a:endParaRPr lang="en-US" sz="1600" b="1" dirty="0">
              <a:latin typeface="+mn-lt"/>
              <a:cs typeface="Arial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sp>
        <p:nvSpPr>
          <p:cNvPr id="23" name="Rectangle 22"/>
          <p:cNvSpPr/>
          <p:nvPr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sp>
        <p:nvSpPr>
          <p:cNvPr id="24" name="Rectangle 23"/>
          <p:cNvSpPr/>
          <p:nvPr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pic>
        <p:nvPicPr>
          <p:cNvPr id="26" name="Picture 25" descr="BITS_university_logo_whitevert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101600" y="3352800"/>
            <a:ext cx="2743200" cy="19800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-101600" y="5257802"/>
            <a:ext cx="2946400" cy="46166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sz="2400" b="0" spc="-113" dirty="0">
                <a:solidFill>
                  <a:schemeClr val="bg1"/>
                </a:solidFill>
                <a:latin typeface="+mn-lt"/>
                <a:cs typeface="Arial"/>
              </a:rPr>
              <a:t>BITS Pilani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0" y="5666603"/>
            <a:ext cx="2743200" cy="307777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sz="1400" spc="0" dirty="0">
                <a:solidFill>
                  <a:srgbClr val="FFFFFF"/>
                </a:solidFill>
                <a:latin typeface="+mn-lt"/>
                <a:cs typeface="Arial"/>
              </a:rPr>
              <a:t>Pilani</a:t>
            </a:r>
            <a:r>
              <a:rPr lang="en-US" sz="1400" spc="0" baseline="0" dirty="0">
                <a:solidFill>
                  <a:srgbClr val="FFFFFF"/>
                </a:solidFill>
                <a:latin typeface="+mn-lt"/>
                <a:cs typeface="Arial"/>
              </a:rPr>
              <a:t> Campus</a:t>
            </a:r>
            <a:endParaRPr lang="en-US" sz="1400" spc="0" dirty="0">
              <a:solidFill>
                <a:srgbClr val="FFFFFF"/>
              </a:solidFill>
              <a:latin typeface="+mn-lt"/>
              <a:cs typeface="Arial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3352800" y="3810000"/>
            <a:ext cx="8026400" cy="1524000"/>
          </a:xfrm>
        </p:spPr>
        <p:txBody>
          <a:bodyPr numCol="1" anchor="ctr" anchorCtr="0">
            <a:noAutofit/>
          </a:bodyPr>
          <a:lstStyle>
            <a:lvl1pPr algn="l">
              <a:lnSpc>
                <a:spcPts val="3000"/>
              </a:lnSpc>
              <a:defRPr sz="3600" baseline="0">
                <a:solidFill>
                  <a:schemeClr val="bg1"/>
                </a:solidFill>
              </a:defRPr>
            </a:lvl1pPr>
          </a:lstStyle>
          <a:p>
            <a:r>
              <a:rPr lang="en-GB" altLang="en-GB" dirty="0"/>
              <a:t>Presentation Title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5921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sp>
        <p:nvSpPr>
          <p:cNvPr id="8" name="Rectangle 7"/>
          <p:cNvSpPr/>
          <p:nvPr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3354745" y="5206978"/>
            <a:ext cx="8026400" cy="700756"/>
          </a:xfrm>
        </p:spPr>
        <p:txBody>
          <a:bodyPr numCol="1" anchor="b" anchorCtr="0">
            <a:noAutofit/>
          </a:bodyPr>
          <a:lstStyle>
            <a:lvl1pPr marL="0" indent="0" algn="r">
              <a:lnSpc>
                <a:spcPts val="1350"/>
              </a:lnSpc>
              <a:spcBef>
                <a:spcPts val="0"/>
              </a:spcBef>
              <a:buNone/>
              <a:defRPr sz="20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altLang="en-GB" dirty="0"/>
              <a:t>Presenter Name</a:t>
            </a:r>
          </a:p>
          <a:p>
            <a:pPr lvl="0"/>
            <a:endParaRPr lang="en-GB" altLang="en-GB" dirty="0"/>
          </a:p>
          <a:p>
            <a:pPr lvl="0"/>
            <a:r>
              <a:rPr lang="en-GB" altLang="en-GB" dirty="0"/>
              <a:t>Date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354745" y="3429000"/>
            <a:ext cx="8026400" cy="1524000"/>
          </a:xfrm>
        </p:spPr>
        <p:txBody>
          <a:bodyPr numCol="1" anchor="ctr" anchorCtr="0">
            <a:noAutofit/>
          </a:bodyPr>
          <a:lstStyle>
            <a:lvl1pPr algn="l">
              <a:lnSpc>
                <a:spcPts val="3000"/>
              </a:lnSpc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altLang="en-GB" dirty="0"/>
              <a:t>Presentation title</a:t>
            </a:r>
            <a:endParaRPr lang="en-US" dirty="0"/>
          </a:p>
        </p:txBody>
      </p:sp>
      <p:pic>
        <p:nvPicPr>
          <p:cNvPr id="13" name="Picture 12" descr="BITS_university_logo_whitevert.png"/>
          <p:cNvPicPr preferRelativeResize="0"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191344" y="3225301"/>
            <a:ext cx="2160000" cy="2160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728" y="5293668"/>
            <a:ext cx="2456855" cy="46166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sz="2400" b="1" spc="-113" dirty="0">
                <a:solidFill>
                  <a:schemeClr val="bg1"/>
                </a:solidFill>
                <a:latin typeface="+mn-lt"/>
                <a:cs typeface="Arial"/>
              </a:rPr>
              <a:t>BITS</a:t>
            </a:r>
            <a:r>
              <a:rPr lang="en-US" sz="2400" spc="-113" dirty="0">
                <a:solidFill>
                  <a:schemeClr val="bg1"/>
                </a:solidFill>
                <a:latin typeface="+mn-lt"/>
                <a:cs typeface="Arial"/>
              </a:rPr>
              <a:t> Pilani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200" y="5684844"/>
            <a:ext cx="2160000" cy="338554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sz="1600" spc="0" dirty="0">
                <a:solidFill>
                  <a:srgbClr val="FFFFFF"/>
                </a:solidFill>
                <a:latin typeface="+mn-lt"/>
                <a:cs typeface="Arial"/>
              </a:rPr>
              <a:t>Pilani</a:t>
            </a:r>
            <a:r>
              <a:rPr lang="en-US" sz="1600" spc="0" baseline="0" dirty="0">
                <a:solidFill>
                  <a:srgbClr val="FFFFFF"/>
                </a:solidFill>
                <a:latin typeface="+mn-lt"/>
                <a:cs typeface="Arial"/>
              </a:rPr>
              <a:t> Campus</a:t>
            </a:r>
            <a:endParaRPr lang="en-US" sz="1600" spc="0" dirty="0">
              <a:solidFill>
                <a:srgbClr val="FFFFFF"/>
              </a:solidFill>
              <a:latin typeface="+mn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64995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Server\D\jyoti\FI023_BITS_v1\styleguide img\IMG_5627_b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/>
        </p:nvSpPr>
        <p:spPr>
          <a:xfrm>
            <a:off x="0" y="4282182"/>
            <a:ext cx="12192000" cy="25758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pic>
        <p:nvPicPr>
          <p:cNvPr id="15" name="Picture 14" descr="Picture 7.png"/>
          <p:cNvPicPr>
            <a:picLocks noChangeAspect="1"/>
          </p:cNvPicPr>
          <p:nvPr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843867" y="677545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sp>
        <p:nvSpPr>
          <p:cNvPr id="16" name="Rectangle 15"/>
          <p:cNvSpPr/>
          <p:nvPr/>
        </p:nvSpPr>
        <p:spPr>
          <a:xfrm>
            <a:off x="-16933" y="677545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sp>
        <p:nvSpPr>
          <p:cNvPr id="18" name="Rectangle 17"/>
          <p:cNvSpPr/>
          <p:nvPr/>
        </p:nvSpPr>
        <p:spPr>
          <a:xfrm>
            <a:off x="7704667" y="677545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sp>
        <p:nvSpPr>
          <p:cNvPr id="12" name="TextBox 11"/>
          <p:cNvSpPr txBox="1"/>
          <p:nvPr/>
        </p:nvSpPr>
        <p:spPr>
          <a:xfrm>
            <a:off x="9144000" y="762002"/>
            <a:ext cx="2946400" cy="46166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sz="2400" b="0" spc="-113" dirty="0">
                <a:solidFill>
                  <a:schemeClr val="bg1"/>
                </a:solidFill>
                <a:latin typeface="+mn-lt"/>
                <a:cs typeface="Arial"/>
              </a:rPr>
              <a:t>BITS Pilani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800" y="1170804"/>
            <a:ext cx="2540000" cy="276999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sz="1200" spc="0" dirty="0">
                <a:solidFill>
                  <a:srgbClr val="FFFFFF"/>
                </a:solidFill>
                <a:latin typeface="+mn-lt"/>
                <a:cs typeface="Arial"/>
              </a:rPr>
              <a:t>Pilani</a:t>
            </a:r>
            <a:r>
              <a:rPr lang="en-US" sz="1200" spc="0" baseline="0" dirty="0">
                <a:solidFill>
                  <a:srgbClr val="FFFFFF"/>
                </a:solidFill>
                <a:latin typeface="+mn-lt"/>
                <a:cs typeface="Arial"/>
              </a:rPr>
              <a:t> Campus</a:t>
            </a:r>
            <a:endParaRPr lang="en-US" sz="1200" spc="0" dirty="0">
              <a:solidFill>
                <a:srgbClr val="FFFFFF"/>
              </a:solidFill>
              <a:latin typeface="+mn-lt"/>
              <a:cs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2667" y="4586984"/>
            <a:ext cx="109728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0298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2540000" y="6324600"/>
            <a:ext cx="9600000" cy="54000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9456434" y="0"/>
            <a:ext cx="2735567" cy="648000"/>
          </a:xfrm>
          <a:prstGeom prst="rect">
            <a:avLst/>
          </a:prstGeom>
        </p:spPr>
      </p:pic>
      <p:grpSp>
        <p:nvGrpSpPr>
          <p:cNvPr id="23" name="Group 22"/>
          <p:cNvGrpSpPr/>
          <p:nvPr/>
        </p:nvGrpSpPr>
        <p:grpSpPr>
          <a:xfrm>
            <a:off x="0" y="860400"/>
            <a:ext cx="8880000" cy="54000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6" name="Date Placeholder 5"/>
          <p:cNvSpPr>
            <a:spLocks noGrp="1"/>
          </p:cNvSpPr>
          <p:nvPr>
            <p:ph type="dt" sz="half" idx="11"/>
          </p:nvPr>
        </p:nvSpPr>
        <p:spPr>
          <a:xfrm>
            <a:off x="609600" y="6416680"/>
            <a:ext cx="2844800" cy="365125"/>
          </a:xfrm>
        </p:spPr>
        <p:txBody>
          <a:bodyPr/>
          <a:lstStyle>
            <a:lvl1pPr>
              <a:defRPr sz="1400" b="1">
                <a:latin typeface="+mn-lt"/>
              </a:defRPr>
            </a:lvl1pPr>
          </a:lstStyle>
          <a:p>
            <a:fld id="{793CAAB6-CD82-467D-B8E9-9E98DCC1E140}" type="datetime1">
              <a:rPr lang="en-IN" smtClean="0"/>
              <a:t>27-08-2026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>
          <a:xfrm>
            <a:off x="4165600" y="6416680"/>
            <a:ext cx="3860800" cy="365125"/>
          </a:xfrm>
        </p:spPr>
        <p:txBody>
          <a:bodyPr/>
          <a:lstStyle>
            <a:lvl1pPr>
              <a:defRPr sz="1400" b="1">
                <a:solidFill>
                  <a:srgbClr val="002060"/>
                </a:solidFill>
                <a:latin typeface="+mn-lt"/>
              </a:defRPr>
            </a:lvl1pPr>
          </a:lstStyle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3"/>
          </p:nvPr>
        </p:nvSpPr>
        <p:spPr>
          <a:xfrm>
            <a:off x="8737600" y="6416679"/>
            <a:ext cx="2844800" cy="365125"/>
          </a:xfrm>
        </p:spPr>
        <p:txBody>
          <a:bodyPr/>
          <a:lstStyle>
            <a:lvl1pPr>
              <a:defRPr sz="1400" b="1">
                <a:latin typeface="+mn-lt"/>
              </a:defRPr>
            </a:lvl1pPr>
          </a:lstStyle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43999" y="-4794"/>
            <a:ext cx="9012435" cy="864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ABC1C0-E399-4727-BAFC-A3C9C317453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4513" y="1141413"/>
            <a:ext cx="10914062" cy="4722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0779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2540000" y="6324600"/>
            <a:ext cx="9600000" cy="54000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0" y="860400"/>
            <a:ext cx="8880000" cy="54000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6" name="Date Placeholder 5"/>
          <p:cNvSpPr>
            <a:spLocks noGrp="1"/>
          </p:cNvSpPr>
          <p:nvPr>
            <p:ph type="dt" sz="half" idx="11"/>
          </p:nvPr>
        </p:nvSpPr>
        <p:spPr>
          <a:xfrm>
            <a:off x="609600" y="6416680"/>
            <a:ext cx="2844800" cy="365125"/>
          </a:xfrm>
        </p:spPr>
        <p:txBody>
          <a:bodyPr/>
          <a:lstStyle>
            <a:lvl1pPr>
              <a:defRPr sz="1400" b="1">
                <a:latin typeface="+mn-lt"/>
              </a:defRPr>
            </a:lvl1pPr>
          </a:lstStyle>
          <a:p>
            <a:fld id="{F62F1373-6317-4369-96B3-E1706F11E666}" type="datetime1">
              <a:rPr lang="en-IN" smtClean="0"/>
              <a:t>27-08-2026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>
          <a:xfrm>
            <a:off x="4165600" y="6416680"/>
            <a:ext cx="3860800" cy="365125"/>
          </a:xfrm>
        </p:spPr>
        <p:txBody>
          <a:bodyPr/>
          <a:lstStyle>
            <a:lvl1pPr>
              <a:defRPr sz="1400" b="1">
                <a:solidFill>
                  <a:srgbClr val="002060"/>
                </a:solidFill>
                <a:latin typeface="+mn-lt"/>
              </a:defRPr>
            </a:lvl1pPr>
          </a:lstStyle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3"/>
          </p:nvPr>
        </p:nvSpPr>
        <p:spPr>
          <a:xfrm>
            <a:off x="8737600" y="6416679"/>
            <a:ext cx="2844800" cy="365125"/>
          </a:xfrm>
        </p:spPr>
        <p:txBody>
          <a:bodyPr/>
          <a:lstStyle>
            <a:lvl1pPr>
              <a:defRPr sz="1400" b="1">
                <a:latin typeface="+mn-lt"/>
              </a:defRPr>
            </a:lvl1pPr>
          </a:lstStyle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>
          <a:xfrm>
            <a:off x="562684" y="1147673"/>
            <a:ext cx="109728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43999" y="-4794"/>
            <a:ext cx="8892361" cy="864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BED1AA-28D0-45FC-8FFA-4C86EED69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2835" y="0"/>
            <a:ext cx="1209675" cy="112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44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2540000" y="6324600"/>
            <a:ext cx="9600000" cy="54000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0" y="860400"/>
            <a:ext cx="8880000" cy="54000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6" name="Date Placeholder 5"/>
          <p:cNvSpPr>
            <a:spLocks noGrp="1"/>
          </p:cNvSpPr>
          <p:nvPr>
            <p:ph type="dt" sz="half" idx="11"/>
          </p:nvPr>
        </p:nvSpPr>
        <p:spPr>
          <a:xfrm>
            <a:off x="609600" y="6416680"/>
            <a:ext cx="2844800" cy="365125"/>
          </a:xfrm>
        </p:spPr>
        <p:txBody>
          <a:bodyPr/>
          <a:lstStyle>
            <a:lvl1pPr>
              <a:defRPr sz="1400" b="1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fld id="{C8031A8B-4C8E-4A91-8AF7-6F818B3845F3}" type="datetime1">
              <a:rPr lang="en-IN" smtClean="0"/>
              <a:t>27-08-2026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>
          <a:xfrm>
            <a:off x="4165600" y="6416680"/>
            <a:ext cx="3860800" cy="365125"/>
          </a:xfrm>
        </p:spPr>
        <p:txBody>
          <a:bodyPr/>
          <a:lstStyle>
            <a:lvl1pPr>
              <a:defRPr sz="1400" b="1">
                <a:solidFill>
                  <a:srgbClr val="00B0F0"/>
                </a:solidFill>
                <a:latin typeface="+mn-lt"/>
              </a:defRPr>
            </a:lvl1pPr>
          </a:lstStyle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3"/>
          </p:nvPr>
        </p:nvSpPr>
        <p:spPr>
          <a:xfrm>
            <a:off x="8737600" y="6416679"/>
            <a:ext cx="2844800" cy="365125"/>
          </a:xfrm>
        </p:spPr>
        <p:txBody>
          <a:bodyPr/>
          <a:lstStyle>
            <a:lvl1pPr>
              <a:defRPr sz="1400" b="1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>
          <a:xfrm>
            <a:off x="562684" y="1147673"/>
            <a:ext cx="109728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43999" y="-4794"/>
            <a:ext cx="8892361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16" name="Picture 15" descr="BITS_university_logo_whitevert.png">
            <a:extLst>
              <a:ext uri="{FF2B5EF4-FFF2-40B4-BE49-F238E27FC236}">
                <a16:creationId xmlns:a16="http://schemas.microsoft.com/office/drawing/2014/main" id="{ECEC327C-BD81-4173-A209-BC6699A024A0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10992544" y="-28261"/>
            <a:ext cx="1199456" cy="113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680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1"/>
          </p:nvPr>
        </p:nvSpPr>
        <p:spPr>
          <a:xfrm>
            <a:off x="609600" y="6416680"/>
            <a:ext cx="2844800" cy="365125"/>
          </a:xfrm>
        </p:spPr>
        <p:txBody>
          <a:bodyPr/>
          <a:lstStyle>
            <a:lvl1pPr>
              <a:defRPr sz="1400" b="1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fld id="{775C6030-3177-42D1-A166-8780658CEE63}" type="datetime1">
              <a:rPr lang="en-IN" smtClean="0"/>
              <a:t>27-08-2026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>
          <a:xfrm>
            <a:off x="4165600" y="6416680"/>
            <a:ext cx="3860800" cy="365125"/>
          </a:xfrm>
        </p:spPr>
        <p:txBody>
          <a:bodyPr/>
          <a:lstStyle>
            <a:lvl1pPr>
              <a:defRPr sz="1400" b="1">
                <a:solidFill>
                  <a:srgbClr val="00B0F0"/>
                </a:solidFill>
                <a:latin typeface="+mn-lt"/>
              </a:defRPr>
            </a:lvl1pPr>
          </a:lstStyle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3"/>
          </p:nvPr>
        </p:nvSpPr>
        <p:spPr>
          <a:xfrm>
            <a:off x="8737600" y="6416679"/>
            <a:ext cx="2844800" cy="365125"/>
          </a:xfrm>
        </p:spPr>
        <p:txBody>
          <a:bodyPr/>
          <a:lstStyle>
            <a:lvl1pPr>
              <a:defRPr sz="1400" b="1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>
          <a:xfrm>
            <a:off x="562684" y="1147673"/>
            <a:ext cx="109728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43999" y="-4794"/>
            <a:ext cx="8892361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16" name="Picture 15" descr="BITS_university_logo_whitevert.png">
            <a:extLst>
              <a:ext uri="{FF2B5EF4-FFF2-40B4-BE49-F238E27FC236}">
                <a16:creationId xmlns:a16="http://schemas.microsoft.com/office/drawing/2014/main" id="{ECEC327C-BD81-4173-A209-BC6699A024A0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10992544" y="-28261"/>
            <a:ext cx="1199456" cy="113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550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and Content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1"/>
          </p:nvPr>
        </p:nvSpPr>
        <p:spPr>
          <a:xfrm>
            <a:off x="609600" y="6416680"/>
            <a:ext cx="2844800" cy="365125"/>
          </a:xfrm>
        </p:spPr>
        <p:txBody>
          <a:bodyPr/>
          <a:lstStyle>
            <a:lvl1pPr>
              <a:defRPr sz="1400" b="1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fld id="{6AA7CA08-ABC1-4731-A517-5CF7A5A99B80}" type="datetime1">
              <a:rPr lang="en-IN" smtClean="0"/>
              <a:t>27-08-2026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>
          <a:xfrm>
            <a:off x="4165600" y="6416680"/>
            <a:ext cx="3860800" cy="365125"/>
          </a:xfrm>
        </p:spPr>
        <p:txBody>
          <a:bodyPr/>
          <a:lstStyle>
            <a:lvl1pPr>
              <a:defRPr sz="1400" b="1">
                <a:solidFill>
                  <a:srgbClr val="00B0F0"/>
                </a:solidFill>
                <a:latin typeface="+mn-lt"/>
              </a:defRPr>
            </a:lvl1pPr>
          </a:lstStyle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3"/>
          </p:nvPr>
        </p:nvSpPr>
        <p:spPr>
          <a:xfrm>
            <a:off x="8737600" y="6416679"/>
            <a:ext cx="2844800" cy="365125"/>
          </a:xfrm>
        </p:spPr>
        <p:txBody>
          <a:bodyPr/>
          <a:lstStyle>
            <a:lvl1pPr>
              <a:defRPr sz="1400" b="1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>
          <a:xfrm>
            <a:off x="562684" y="1147673"/>
            <a:ext cx="109728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43999" y="-4794"/>
            <a:ext cx="8892361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16" name="Picture 15" descr="BITS_university_logo_whitevert.png">
            <a:extLst>
              <a:ext uri="{FF2B5EF4-FFF2-40B4-BE49-F238E27FC236}">
                <a16:creationId xmlns:a16="http://schemas.microsoft.com/office/drawing/2014/main" id="{ECEC327C-BD81-4173-A209-BC6699A024A0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10992544" y="-28261"/>
            <a:ext cx="1199456" cy="113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444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9456434" y="0"/>
            <a:ext cx="2735567" cy="648000"/>
          </a:xfrm>
          <a:prstGeom prst="rect">
            <a:avLst/>
          </a:prstGeom>
        </p:spPr>
      </p:pic>
      <p:grpSp>
        <p:nvGrpSpPr>
          <p:cNvPr id="20" name="Group 19"/>
          <p:cNvGrpSpPr/>
          <p:nvPr/>
        </p:nvGrpSpPr>
        <p:grpSpPr>
          <a:xfrm>
            <a:off x="0" y="868682"/>
            <a:ext cx="93472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2844800" y="6287776"/>
            <a:ext cx="9347200" cy="45719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743A4FEC-5CA3-4A6C-9A16-46ABA3497544}" type="datetime1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406400" y="1125898"/>
            <a:ext cx="5520000" cy="46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5"/>
          </p:nvPr>
        </p:nvSpPr>
        <p:spPr>
          <a:xfrm>
            <a:off x="6367200" y="1137930"/>
            <a:ext cx="5520000" cy="46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406400" y="1"/>
            <a:ext cx="10972800" cy="8458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2047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2"/>
            <a:ext cx="5386917" cy="827087"/>
          </a:xfrm>
        </p:spPr>
        <p:txBody>
          <a:bodyPr numCol="1"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362204"/>
            <a:ext cx="5386917" cy="3763963"/>
          </a:xfrm>
        </p:spPr>
        <p:txBody>
          <a:bodyPr numCol="1"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2"/>
            <a:ext cx="5389033" cy="827087"/>
          </a:xfrm>
        </p:spPr>
        <p:txBody>
          <a:bodyPr numCol="1"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362204"/>
            <a:ext cx="5389033" cy="3763963"/>
          </a:xfrm>
        </p:spPr>
        <p:txBody>
          <a:bodyPr numCol="1"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0" y="868682"/>
            <a:ext cx="93472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2844800" y="6338420"/>
            <a:ext cx="9347200" cy="45719"/>
            <a:chOff x="1905000" y="6553200"/>
            <a:chExt cx="7010400" cy="45719"/>
          </a:xfrm>
        </p:grpSpPr>
        <p:sp>
          <p:nvSpPr>
            <p:cNvPr id="17" name="Rectangle 1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20" name="Picture 19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80F4A18-4DB3-44A7-9B1E-93E7313DB5C0}" type="datetime1">
              <a:rPr lang="en-IN" smtClean="0"/>
              <a:t>27-08-2026</a:t>
            </a:fld>
            <a:endParaRPr lang="en-I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304800" y="9943"/>
            <a:ext cx="10972800" cy="8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631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868682"/>
            <a:ext cx="9347200" cy="45719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844800" y="6172201"/>
            <a:ext cx="93472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5B495A5-7228-4970-8717-F77030465104}" type="datetime1">
              <a:rPr lang="en-IN" smtClean="0"/>
              <a:t>27-08-2026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609600" y="-1"/>
            <a:ext cx="10972800" cy="8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8970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600205"/>
            <a:ext cx="6815667" cy="4525963"/>
          </a:xfrm>
        </p:spPr>
        <p:txBody>
          <a:bodyPr numCol="1"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600205"/>
            <a:ext cx="4011084" cy="4525963"/>
          </a:xfrm>
        </p:spPr>
        <p:txBody>
          <a:bodyPr numCol="1"/>
          <a:lstStyle>
            <a:lvl1pPr marL="0" indent="0">
              <a:buNone/>
              <a:defRPr sz="1050"/>
            </a:lvl1pPr>
            <a:lvl2pPr marL="342892" indent="0">
              <a:buNone/>
              <a:defRPr sz="900"/>
            </a:lvl2pPr>
            <a:lvl3pPr marL="685783" indent="0">
              <a:buNone/>
              <a:defRPr sz="750"/>
            </a:lvl3pPr>
            <a:lvl4pPr marL="1028675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8" indent="0">
              <a:buNone/>
              <a:defRPr sz="675"/>
            </a:lvl7pPr>
            <a:lvl8pPr marL="2400240" indent="0">
              <a:buNone/>
              <a:defRPr sz="675"/>
            </a:lvl8pPr>
            <a:lvl9pPr marL="2743132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0" y="838201"/>
            <a:ext cx="9347200" cy="45719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2844800" y="6248401"/>
            <a:ext cx="9347200" cy="45719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18" name="Picture 17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04C4D53-4B0F-43A3-8AF7-A28CF93D388C}" type="datetime1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8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13746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828800"/>
            <a:ext cx="73152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numCol="1"/>
          <a:lstStyle>
            <a:lvl1pPr marL="0" indent="0">
              <a:buNone/>
              <a:defRPr sz="24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711825"/>
            <a:ext cx="7315200" cy="304800"/>
          </a:xfrm>
        </p:spPr>
        <p:txBody>
          <a:bodyPr numCol="1">
            <a:normAutofit/>
          </a:bodyPr>
          <a:lstStyle>
            <a:lvl1pPr marL="0" indent="0">
              <a:buNone/>
              <a:defRPr sz="1200"/>
            </a:lvl1pPr>
            <a:lvl2pPr marL="342892" indent="0">
              <a:buNone/>
              <a:defRPr sz="900"/>
            </a:lvl2pPr>
            <a:lvl3pPr marL="685783" indent="0">
              <a:buNone/>
              <a:defRPr sz="750"/>
            </a:lvl3pPr>
            <a:lvl4pPr marL="1028675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8" indent="0">
              <a:buNone/>
              <a:defRPr sz="675"/>
            </a:lvl7pPr>
            <a:lvl8pPr marL="2400240" indent="0">
              <a:buNone/>
              <a:defRPr sz="675"/>
            </a:lvl8pPr>
            <a:lvl9pPr marL="2743132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0" y="913669"/>
            <a:ext cx="9347200" cy="45719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844800" y="6188080"/>
            <a:ext cx="93472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sp>
        <p:nvSpPr>
          <p:cNvPr id="10" name="Date Placeholder 9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316624A-ABAD-442D-8B9B-17BF9D9B5EF7}" type="datetime1">
              <a:rPr lang="en-IN" smtClean="0"/>
              <a:t>27-08-2026</a:t>
            </a:fld>
            <a:endParaRPr lang="en-IN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  <p:sp>
        <p:nvSpPr>
          <p:cNvPr id="19" name="Title 18"/>
          <p:cNvSpPr>
            <a:spLocks noGrp="1"/>
          </p:cNvSpPr>
          <p:nvPr>
            <p:ph type="title"/>
          </p:nvPr>
        </p:nvSpPr>
        <p:spPr>
          <a:xfrm>
            <a:off x="203200" y="86276"/>
            <a:ext cx="8636003" cy="7048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76350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95401"/>
            <a:ext cx="10972800" cy="4639857"/>
          </a:xfrm>
        </p:spPr>
        <p:txBody>
          <a:bodyPr vert="eaVert" numCol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0" y="1077226"/>
            <a:ext cx="93472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2839452" y="6242465"/>
            <a:ext cx="9347200" cy="45719"/>
            <a:chOff x="1905000" y="6553200"/>
            <a:chExt cx="7010400" cy="45719"/>
          </a:xfrm>
        </p:grpSpPr>
        <p:sp>
          <p:nvSpPr>
            <p:cNvPr id="26" name="Rectangle 2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8" name="Rectangle 27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29" name="Picture 28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27513"/>
            <a:ext cx="10972800" cy="9723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97C08-31AC-4FBB-9371-F95B30FA76E5}" type="datetime1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71645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25600" y="381005"/>
            <a:ext cx="8026400" cy="5851525"/>
          </a:xfrm>
        </p:spPr>
        <p:txBody>
          <a:bodyPr vert="eaVert" numCol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 hasCustomPrompt="1"/>
          </p:nvPr>
        </p:nvSpPr>
        <p:spPr>
          <a:xfrm rot="5400000">
            <a:off x="8191500" y="2552700"/>
            <a:ext cx="5867400" cy="1524000"/>
          </a:xfrm>
        </p:spPr>
        <p:txBody>
          <a:bodyPr numCol="1" anchor="ctr" anchorCtr="0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8" name="Group 7"/>
          <p:cNvGrpSpPr/>
          <p:nvPr/>
        </p:nvGrpSpPr>
        <p:grpSpPr>
          <a:xfrm rot="5400000">
            <a:off x="7538720" y="2560325"/>
            <a:ext cx="5181600" cy="60959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17" name="Picture 16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 rot="5400000">
            <a:off x="-646085" y="1015801"/>
            <a:ext cx="2193193" cy="9235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 rot="5400000">
            <a:off x="-2748004" y="3826195"/>
            <a:ext cx="5867400" cy="196208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r"/>
            <a:r>
              <a:rPr lang="en-US" sz="67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675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</p:spTree>
    <p:extLst>
      <p:ext uri="{BB962C8B-B14F-4D97-AF65-F5344CB8AC3E}">
        <p14:creationId xmlns:p14="http://schemas.microsoft.com/office/powerpoint/2010/main" val="20974131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3"/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r>
              <a:rPr lang="en-US" noProof="1"/>
              <a:t>Click to edit Master title style</a:t>
            </a:r>
            <a:endParaRPr lang="en-US" dirty="0"/>
          </a:p>
        </p:txBody>
      </p:sp>
      <p:sp>
        <p:nvSpPr>
          <p:cNvPr id="14" name="Rectangle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US" dirty="0"/>
          </a:p>
        </p:txBody>
      </p:sp>
      <p:sp>
        <p:nvSpPr>
          <p:cNvPr id="27" name="Rectangle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24" name="Rectangl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42750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2" y="-1"/>
            <a:ext cx="2924257" cy="69269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 userDrawn="1">
            <p:ph sz="half" idx="1" hasCustomPrompt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 marL="342891" marR="0" indent="-342891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32" marR="0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891" marR="0" lvl="0" indent="-342891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32" marR="0" lvl="1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32" marR="0" lvl="1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32" marR="0" lvl="1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32" marR="0" lvl="1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891" marR="0" lvl="0" indent="-342891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891" marR="0" lvl="0" indent="-342891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32" marR="0" lvl="1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/>
          </a:p>
          <a:p>
            <a:pPr marL="742932" marR="0" lvl="1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 hasCustomPrompt="1"/>
          </p:nvPr>
        </p:nvSpPr>
        <p:spPr>
          <a:xfrm>
            <a:off x="6604000" y="1600203"/>
            <a:ext cx="5384800" cy="4525963"/>
          </a:xfrm>
        </p:spPr>
        <p:txBody>
          <a:bodyPr/>
          <a:lstStyle>
            <a:lvl1pPr marL="342891" marR="0" indent="-342891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32" marR="0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891" marR="0" lvl="0" indent="-342891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r>
              <a:rPr lang="en-US" dirty="0"/>
              <a:t>Second level</a:t>
            </a:r>
          </a:p>
          <a:p>
            <a:pPr marL="742932" marR="0" lvl="1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32" marR="0" lvl="1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32" marR="0" lvl="1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891" marR="0" lvl="0" indent="-342891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891" marR="0" lvl="0" indent="-342891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 userDrawn="1">
            <p:ph sz="quarter" idx="10" hasCustomPrompt="1"/>
          </p:nvPr>
        </p:nvSpPr>
        <p:spPr>
          <a:xfrm>
            <a:off x="406400" y="152400"/>
            <a:ext cx="84328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1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0" y="1295403"/>
            <a:ext cx="93472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9" name="Group 28"/>
          <p:cNvGrpSpPr/>
          <p:nvPr userDrawn="1"/>
        </p:nvGrpSpPr>
        <p:grpSpPr>
          <a:xfrm>
            <a:off x="2844800" y="6553203"/>
            <a:ext cx="9347200" cy="45719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4" name="TextBox 33"/>
          <p:cNvSpPr txBox="1"/>
          <p:nvPr userDrawn="1"/>
        </p:nvSpPr>
        <p:spPr>
          <a:xfrm>
            <a:off x="4368800" y="6596391"/>
            <a:ext cx="7823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</p:spTree>
    <p:extLst>
      <p:ext uri="{BB962C8B-B14F-4D97-AF65-F5344CB8AC3E}">
        <p14:creationId xmlns:p14="http://schemas.microsoft.com/office/powerpoint/2010/main" val="666861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0"/>
            <a:ext cx="10560000" cy="864000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47801"/>
            <a:ext cx="10972800" cy="4525963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numCol="1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fld id="{73BF427A-98DC-4449-9996-04B152966DD1}" type="datetime1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numCol="1" rtlCol="0" anchor="ctr"/>
          <a:lstStyle>
            <a:lvl1pPr algn="ctr">
              <a:defRPr sz="1400" b="1">
                <a:solidFill>
                  <a:srgbClr val="002060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numCol="1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3184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700" r:id="rId15"/>
    <p:sldLayoutId id="2147483701" r:id="rId16"/>
    <p:sldLayoutId id="2147483702" r:id="rId17"/>
  </p:sldLayoutIdLst>
  <p:hf hdr="0"/>
  <p:txStyles>
    <p:titleStyle>
      <a:lvl1pPr algn="l" defTabSz="685783" rtl="0" eaLnBrk="1" latinLnBrk="0" hangingPunct="1">
        <a:spcBef>
          <a:spcPct val="0"/>
        </a:spcBef>
        <a:buNone/>
        <a:defRPr sz="3600" b="1" kern="1200" spc="-113">
          <a:solidFill>
            <a:srgbClr val="002060"/>
          </a:solidFill>
          <a:latin typeface="+mj-lt"/>
          <a:ea typeface="+mj-ea"/>
          <a:cs typeface="Arial" pitchFamily="34" charset="0"/>
        </a:defRPr>
      </a:lvl1pPr>
    </p:titleStyle>
    <p:bodyStyle>
      <a:lvl1pPr marL="257168" indent="-257168" algn="l" defTabSz="685783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Arial" pitchFamily="34" charset="0"/>
        </a:defRPr>
      </a:lvl1pPr>
      <a:lvl2pPr marL="557199" indent="-214308" algn="l" defTabSz="685783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Arial" pitchFamily="34" charset="0"/>
        </a:defRPr>
      </a:lvl2pPr>
      <a:lvl3pPr marL="857228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Arial" pitchFamily="34" charset="0"/>
        </a:defRPr>
      </a:lvl3pPr>
      <a:lvl4pPr marL="1200120" indent="-171446" algn="l" defTabSz="685783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emf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emf"/><Relationship Id="rId4" Type="http://schemas.openxmlformats.org/officeDocument/2006/relationships/customXml" Target="../ink/ink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emf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emf"/><Relationship Id="rId4" Type="http://schemas.openxmlformats.org/officeDocument/2006/relationships/customXml" Target="../ink/ink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emf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emf"/><Relationship Id="rId4" Type="http://schemas.openxmlformats.org/officeDocument/2006/relationships/customXml" Target="../ink/ink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3"/>
          </p:nvPr>
        </p:nvSpPr>
        <p:spPr>
          <a:xfrm>
            <a:off x="8432800" y="5271633"/>
            <a:ext cx="3077654" cy="7007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Somak Chatterjee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2142837" y="3509818"/>
            <a:ext cx="9301018" cy="1946974"/>
          </a:xfrm>
        </p:spPr>
        <p:txBody>
          <a:bodyPr anchor="t">
            <a:normAutofit fontScale="90000"/>
          </a:bodyPr>
          <a:lstStyle/>
          <a:p>
            <a:pPr algn="ctr">
              <a:lnSpc>
                <a:spcPct val="100000"/>
              </a:lnSpc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 Properties and Handling of Particulate Solids (Chapter 28)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3</a:t>
            </a:r>
            <a:r>
              <a:rPr lang="en-US" sz="4000" dirty="0"/>
              <a:t/>
            </a:r>
            <a:br>
              <a:rPr lang="en-US" sz="4000" dirty="0"/>
            </a:br>
            <a:endParaRPr lang="en-IN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347200" y="6356350"/>
            <a:ext cx="2844800" cy="365125"/>
          </a:xfrm>
        </p:spPr>
        <p:txBody>
          <a:bodyPr/>
          <a:lstStyle/>
          <a:p>
            <a:fld id="{957D5EAD-A97B-4969-AF6A-47A86C2666C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7445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BB9BD2E-E18C-432B-9688-5665753E29BB}" type="datetime1">
              <a:rPr lang="en-IN" smtClean="0"/>
              <a:t>27-08-2026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2</a:t>
            </a:fld>
            <a:endParaRPr lang="en-IN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55275" y="2289832"/>
            <a:ext cx="11938959" cy="1738703"/>
          </a:xfrm>
        </p:spPr>
        <p:txBody>
          <a:bodyPr>
            <a:noAutofit/>
          </a:bodyPr>
          <a:lstStyle/>
          <a:p>
            <a:pPr algn="ctr"/>
            <a:r>
              <a:rPr lang="en-US" sz="4800" dirty="0">
                <a:solidFill>
                  <a:schemeClr val="tx1"/>
                </a:solidFill>
              </a:rPr>
              <a:t>Mixed Particle Sizes And Size Analysis (Derivation)</a:t>
            </a:r>
            <a:endParaRPr lang="en-IN" sz="4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9061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3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3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/>
              <p14:cNvContentPartPr/>
              <p14:nvPr/>
            </p14:nvContentPartPr>
            <p14:xfrm>
              <a:off x="236880" y="62640"/>
              <a:ext cx="11190600" cy="555048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0320" y="46440"/>
                <a:ext cx="11223720" cy="55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/>
              <p14:cNvContentPartPr/>
              <p14:nvPr/>
            </p14:nvContentPartPr>
            <p14:xfrm>
              <a:off x="444240" y="5347800"/>
              <a:ext cx="10970640" cy="1428840"/>
            </p14:xfrm>
          </p:contentPart>
        </mc:Choice>
        <mc:Fallback xmlns="">
          <p:pic>
            <p:nvPicPr>
              <p:cNvPr id="8" name="Ink 7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7680" y="5334840"/>
                <a:ext cx="11003760" cy="1458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95184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3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4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465480" y="97200"/>
              <a:ext cx="10024920" cy="676332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8920" y="80640"/>
                <a:ext cx="10057680" cy="679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/>
              <p14:cNvContentPartPr/>
              <p14:nvPr/>
            </p14:nvContentPartPr>
            <p14:xfrm>
              <a:off x="3075480" y="1098000"/>
              <a:ext cx="6493320" cy="576252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62160" y="1084320"/>
                <a:ext cx="6516000" cy="5788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56228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3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5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505800" y="235800"/>
              <a:ext cx="10676160" cy="525240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8880" y="221760"/>
                <a:ext cx="10709640" cy="528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/>
              <p14:cNvContentPartPr/>
              <p14:nvPr/>
            </p14:nvContentPartPr>
            <p14:xfrm>
              <a:off x="2368800" y="789480"/>
              <a:ext cx="4135680" cy="437616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59440" y="780480"/>
                <a:ext cx="4155480" cy="4399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40065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3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6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551880" y="91080"/>
              <a:ext cx="11300400" cy="672264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7480" y="74520"/>
                <a:ext cx="11331360" cy="675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/>
              <p14:cNvContentPartPr/>
              <p14:nvPr/>
            </p14:nvContentPartPr>
            <p14:xfrm>
              <a:off x="8868240" y="1540080"/>
              <a:ext cx="3129840" cy="109980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851680" y="1525680"/>
                <a:ext cx="3161880" cy="1130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88139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3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7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1107720" y="61920"/>
              <a:ext cx="10843560" cy="398628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92960" y="45720"/>
                <a:ext cx="10874880" cy="4019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29509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3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8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111960" y="64440"/>
              <a:ext cx="8448120" cy="661212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400" y="47880"/>
                <a:ext cx="8481240" cy="6644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32449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EA07DA-BAC0-4606-A9ED-D6B66141483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793CAAB6-CD82-467D-B8E9-9E98DCC1E140}" type="datetime1">
              <a:rPr lang="en-IN" smtClean="0"/>
              <a:t>27-08-2026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59152F-984D-43DC-B44E-F87CEC83CA3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70FE1B-5385-46F5-947A-9946A49D41F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9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49B832D-B798-4225-83D3-9E60C42FE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Average Particle Sizes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7406067-E717-4ED1-B46C-2B5A701EC50C}"/>
                  </a:ext>
                </a:extLst>
              </p:cNvPr>
              <p:cNvSpPr>
                <a:spLocks noGrp="1"/>
              </p:cNvSpPr>
              <p:nvPr>
                <p:ph sz="quarter" idx="14"/>
              </p:nvPr>
            </p:nvSpPr>
            <p:spPr>
              <a:xfrm>
                <a:off x="544513" y="1141413"/>
                <a:ext cx="10914062" cy="5083218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sz="2600" dirty="0">
                    <a:solidFill>
                      <a:srgbClr val="0070C0"/>
                    </a:solidFill>
                  </a:rPr>
                  <a:t>Volume-Surface mean diameter or Sauter diameter: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18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acc>
                        </m:e>
                        <m:sub>
                          <m:r>
                            <a:rPr lang="en-IN" sz="18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IN" sz="1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800" i="1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sSub>
                            <m:sSubPr>
                              <m:ctrlPr>
                                <a:rPr lang="en-I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1800">
                                  <a:latin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IN" sz="1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8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IN" sz="1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80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IN" sz="1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den>
                      </m:f>
                      <m:r>
                        <a:rPr lang="en-IN" sz="1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IN" sz="1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IN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sz="18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IN" sz="1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IN" sz="18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en-IN" sz="1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IN" sz="1800" i="1">
                                              <a:latin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en-IN" sz="18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IN" sz="18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IN" sz="2400" dirty="0"/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IN" sz="2600" dirty="0">
                    <a:solidFill>
                      <a:srgbClr val="0070C0"/>
                    </a:solidFill>
                  </a:rPr>
                  <a:t>Volume-mean diameter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IN" sz="2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acc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nary>
                                <m:naryPr>
                                  <m:chr m:val="∑"/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f>
                                    <m:f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Sup>
                                        <m:sSubSupPr>
                                          <m:ctrlP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</a:rPr>
                                                <m:t>𝐷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𝑝𝑖</m:t>
                                          </m:r>
                                        </m:sub>
                                        <m:sup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p>
                                      </m:sSubSup>
                                    </m:den>
                                  </m:f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den>
                          </m:f>
                        </m:e>
                      </m:d>
                    </m:oMath>
                  </m:oMathPara>
                </a14:m>
                <a:endParaRPr lang="en-IN" sz="2400" dirty="0"/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IN" sz="2600" dirty="0">
                    <a:solidFill>
                      <a:srgbClr val="0070C0"/>
                    </a:solidFill>
                  </a:rPr>
                  <a:t>Arithmetic mean diameter</a:t>
                </a:r>
              </a:p>
              <a:p>
                <a:pPr marL="0" indent="0">
                  <a:buNone/>
                </a:pPr>
                <a:endParaRPr lang="en-IN" sz="22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𝑝𝑖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𝑝𝑖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num>
                      <m:den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den>
                    </m:f>
                  </m:oMath>
                </a14:m>
                <a:endParaRPr lang="en-IN" sz="2200" dirty="0"/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IN" sz="2600" dirty="0">
                    <a:solidFill>
                      <a:srgbClr val="0070C0"/>
                    </a:solidFill>
                  </a:rPr>
                  <a:t>Mass mean diameter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IN" sz="2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acc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𝑝𝑖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IN" sz="2400" dirty="0"/>
              </a:p>
              <a:p>
                <a:pPr marL="0" indent="0">
                  <a:buNone/>
                </a:pPr>
                <a:endParaRPr lang="en-IN" sz="2400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7406067-E717-4ED1-B46C-2B5A701EC5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4"/>
              </p:nvPr>
            </p:nvSpPr>
            <p:spPr>
              <a:xfrm>
                <a:off x="544513" y="1141413"/>
                <a:ext cx="10914062" cy="5083218"/>
              </a:xfrm>
              <a:blipFill>
                <a:blip r:embed="rId2"/>
                <a:stretch>
                  <a:fillRect l="-726" t="-22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7602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48F66C-730A-4797-B090-D5580B04A51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793CAAB6-CD82-467D-B8E9-9E98DCC1E140}" type="datetime1">
              <a:rPr lang="en-IN" smtClean="0"/>
              <a:t>27-08-2026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3E72F3-2710-4529-AD1F-654CA67A8FD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681AD2-4163-410D-A5EA-E152ACB789A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10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3718987-F4FB-4A98-8D81-FA956C511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1: Screen Analysis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2B5F1E-CFD2-4CA2-AC4F-CDCD57F3A6E9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002060"/>
                </a:solidFill>
              </a:rPr>
              <a:t>Finely divided clay is used as a catalyst in the petroleum industry. It has density of 1.2 g/cc and a sphericity of 0.5. The size analysis is as follows: </a:t>
            </a:r>
          </a:p>
          <a:p>
            <a:endParaRPr lang="en-US" sz="2400" dirty="0">
              <a:solidFill>
                <a:srgbClr val="002060"/>
              </a:solidFill>
            </a:endParaRPr>
          </a:p>
          <a:p>
            <a:endParaRPr lang="en-US" sz="2400" dirty="0">
              <a:solidFill>
                <a:srgbClr val="002060"/>
              </a:solidFill>
            </a:endParaRPr>
          </a:p>
          <a:p>
            <a:endParaRPr lang="en-US" sz="2400" dirty="0">
              <a:solidFill>
                <a:srgbClr val="002060"/>
              </a:solidFill>
            </a:endParaRPr>
          </a:p>
          <a:p>
            <a:endParaRPr lang="en-US" sz="2400" dirty="0">
              <a:solidFill>
                <a:srgbClr val="002060"/>
              </a:solidFill>
            </a:endParaRPr>
          </a:p>
          <a:p>
            <a:endParaRPr lang="en-US" sz="2400" dirty="0">
              <a:solidFill>
                <a:srgbClr val="002060"/>
              </a:solidFill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002060"/>
                </a:solidFill>
              </a:rPr>
              <a:t>Show the differential &amp; cumulative screen analysis of the mixture.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002060"/>
                </a:solidFill>
              </a:rPr>
              <a:t>Find the specific surface area and the Sauter mean diameter of the clay material.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rgbClr val="002060"/>
                </a:solidFill>
              </a:rPr>
              <a:t>Find the number of particles in 1 g sample</a:t>
            </a:r>
          </a:p>
          <a:p>
            <a:endParaRPr lang="en-IN" sz="24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7">
                <a:extLst>
                  <a:ext uri="{FF2B5EF4-FFF2-40B4-BE49-F238E27FC236}">
                    <a16:creationId xmlns:a16="http://schemas.microsoft.com/office/drawing/2014/main" id="{7AABA444-6BB7-436C-BCD9-BF05BB818C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28010336"/>
                  </p:ext>
                </p:extLst>
              </p:nvPr>
            </p:nvGraphicFramePr>
            <p:xfrm>
              <a:off x="841869" y="2383261"/>
              <a:ext cx="10382601" cy="143129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505338">
                      <a:extLst>
                        <a:ext uri="{9D8B030D-6E8A-4147-A177-3AD203B41FA5}">
                          <a16:colId xmlns:a16="http://schemas.microsoft.com/office/drawing/2014/main" val="2552658732"/>
                        </a:ext>
                      </a:extLst>
                    </a:gridCol>
                    <a:gridCol w="1439383">
                      <a:extLst>
                        <a:ext uri="{9D8B030D-6E8A-4147-A177-3AD203B41FA5}">
                          <a16:colId xmlns:a16="http://schemas.microsoft.com/office/drawing/2014/main" val="27470158"/>
                        </a:ext>
                      </a:extLst>
                    </a:gridCol>
                    <a:gridCol w="1605022">
                      <a:extLst>
                        <a:ext uri="{9D8B030D-6E8A-4147-A177-3AD203B41FA5}">
                          <a16:colId xmlns:a16="http://schemas.microsoft.com/office/drawing/2014/main" val="4218496656"/>
                        </a:ext>
                      </a:extLst>
                    </a:gridCol>
                    <a:gridCol w="1522005">
                      <a:extLst>
                        <a:ext uri="{9D8B030D-6E8A-4147-A177-3AD203B41FA5}">
                          <a16:colId xmlns:a16="http://schemas.microsoft.com/office/drawing/2014/main" val="2161336491"/>
                        </a:ext>
                      </a:extLst>
                    </a:gridCol>
                    <a:gridCol w="1572622">
                      <a:extLst>
                        <a:ext uri="{9D8B030D-6E8A-4147-A177-3AD203B41FA5}">
                          <a16:colId xmlns:a16="http://schemas.microsoft.com/office/drawing/2014/main" val="1427100866"/>
                        </a:ext>
                      </a:extLst>
                    </a:gridCol>
                    <a:gridCol w="1738231">
                      <a:extLst>
                        <a:ext uri="{9D8B030D-6E8A-4147-A177-3AD203B41FA5}">
                          <a16:colId xmlns:a16="http://schemas.microsoft.com/office/drawing/2014/main" val="1884401126"/>
                        </a:ext>
                      </a:extLst>
                    </a:gridCol>
                  </a:tblGrid>
                  <a:tr h="628772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rgbClr val="002060"/>
                              </a:solidFill>
                            </a:rPr>
                            <a:t>Average Diameter</a:t>
                          </a:r>
                        </a:p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sz="20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rgbClr val="00206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𝑝𝑖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sz="2000" dirty="0">
                              <a:solidFill>
                                <a:srgbClr val="002060"/>
                              </a:solidFill>
                            </a:rPr>
                            <a:t>, mm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rgbClr val="002060"/>
                              </a:solidFill>
                            </a:rPr>
                            <a:t>0.0252</a:t>
                          </a:r>
                          <a:endParaRPr lang="en-IN" sz="20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rgbClr val="002060"/>
                              </a:solidFill>
                            </a:rPr>
                            <a:t>0.0178</a:t>
                          </a:r>
                          <a:endParaRPr lang="en-IN" sz="20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rgbClr val="002060"/>
                              </a:solidFill>
                            </a:rPr>
                            <a:t>0.0126</a:t>
                          </a:r>
                          <a:endParaRPr lang="en-IN" sz="20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rgbClr val="002060"/>
                              </a:solidFill>
                            </a:rPr>
                            <a:t>0.0089</a:t>
                          </a:r>
                          <a:endParaRPr lang="en-IN" sz="20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rgbClr val="002060"/>
                              </a:solidFill>
                            </a:rPr>
                            <a:t>0.0038</a:t>
                          </a:r>
                          <a:endParaRPr lang="en-IN" sz="20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86198968"/>
                      </a:ext>
                    </a:extLst>
                  </a:tr>
                  <a:tr h="603622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rgbClr val="002060"/>
                              </a:solidFill>
                            </a:rPr>
                            <a:t>Mass Fraction, </a:t>
                          </a:r>
                        </a:p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sz="2000" dirty="0">
                              <a:solidFill>
                                <a:srgbClr val="002060"/>
                              </a:solidFill>
                            </a:rPr>
                            <a:t> (g/g)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rgbClr val="002060"/>
                              </a:solidFill>
                            </a:rPr>
                            <a:t>0.088</a:t>
                          </a:r>
                          <a:endParaRPr lang="en-IN" sz="20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rgbClr val="002060"/>
                              </a:solidFill>
                            </a:rPr>
                            <a:t>0.178</a:t>
                          </a:r>
                          <a:endParaRPr lang="en-IN" sz="20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rgbClr val="002060"/>
                              </a:solidFill>
                            </a:rPr>
                            <a:t>0.293</a:t>
                          </a:r>
                          <a:endParaRPr lang="en-IN" sz="20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rgbClr val="002060"/>
                              </a:solidFill>
                            </a:rPr>
                            <a:t>0.194</a:t>
                          </a:r>
                          <a:endParaRPr lang="en-IN" sz="20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rgbClr val="002060"/>
                              </a:solidFill>
                            </a:rPr>
                            <a:t>0.247</a:t>
                          </a:r>
                          <a:endParaRPr lang="en-IN" sz="20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282221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7">
                <a:extLst>
                  <a:ext uri="{FF2B5EF4-FFF2-40B4-BE49-F238E27FC236}">
                    <a16:creationId xmlns:a16="http://schemas.microsoft.com/office/drawing/2014/main" id="{7AABA444-6BB7-436C-BCD9-BF05BB818C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28010336"/>
                  </p:ext>
                </p:extLst>
              </p:nvPr>
            </p:nvGraphicFramePr>
            <p:xfrm>
              <a:off x="841869" y="2383261"/>
              <a:ext cx="10382601" cy="143129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505338">
                      <a:extLst>
                        <a:ext uri="{9D8B030D-6E8A-4147-A177-3AD203B41FA5}">
                          <a16:colId xmlns:a16="http://schemas.microsoft.com/office/drawing/2014/main" val="2552658732"/>
                        </a:ext>
                      </a:extLst>
                    </a:gridCol>
                    <a:gridCol w="1439383">
                      <a:extLst>
                        <a:ext uri="{9D8B030D-6E8A-4147-A177-3AD203B41FA5}">
                          <a16:colId xmlns:a16="http://schemas.microsoft.com/office/drawing/2014/main" val="27470158"/>
                        </a:ext>
                      </a:extLst>
                    </a:gridCol>
                    <a:gridCol w="1605022">
                      <a:extLst>
                        <a:ext uri="{9D8B030D-6E8A-4147-A177-3AD203B41FA5}">
                          <a16:colId xmlns:a16="http://schemas.microsoft.com/office/drawing/2014/main" val="4218496656"/>
                        </a:ext>
                      </a:extLst>
                    </a:gridCol>
                    <a:gridCol w="1522005">
                      <a:extLst>
                        <a:ext uri="{9D8B030D-6E8A-4147-A177-3AD203B41FA5}">
                          <a16:colId xmlns:a16="http://schemas.microsoft.com/office/drawing/2014/main" val="2161336491"/>
                        </a:ext>
                      </a:extLst>
                    </a:gridCol>
                    <a:gridCol w="1572622">
                      <a:extLst>
                        <a:ext uri="{9D8B030D-6E8A-4147-A177-3AD203B41FA5}">
                          <a16:colId xmlns:a16="http://schemas.microsoft.com/office/drawing/2014/main" val="1427100866"/>
                        </a:ext>
                      </a:extLst>
                    </a:gridCol>
                    <a:gridCol w="1738231">
                      <a:extLst>
                        <a:ext uri="{9D8B030D-6E8A-4147-A177-3AD203B41FA5}">
                          <a16:colId xmlns:a16="http://schemas.microsoft.com/office/drawing/2014/main" val="1884401126"/>
                        </a:ext>
                      </a:extLst>
                    </a:gridCol>
                  </a:tblGrid>
                  <a:tr h="7302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43" t="-4167" r="-315085" b="-11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rgbClr val="002060"/>
                              </a:solidFill>
                            </a:rPr>
                            <a:t>0.0252</a:t>
                          </a:r>
                          <a:endParaRPr lang="en-IN" sz="20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rgbClr val="002060"/>
                              </a:solidFill>
                            </a:rPr>
                            <a:t>0.0178</a:t>
                          </a:r>
                          <a:endParaRPr lang="en-IN" sz="20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rgbClr val="002060"/>
                              </a:solidFill>
                            </a:rPr>
                            <a:t>0.0126</a:t>
                          </a:r>
                          <a:endParaRPr lang="en-IN" sz="20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rgbClr val="002060"/>
                              </a:solidFill>
                            </a:rPr>
                            <a:t>0.0089</a:t>
                          </a:r>
                          <a:endParaRPr lang="en-IN" sz="20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rgbClr val="002060"/>
                              </a:solidFill>
                            </a:rPr>
                            <a:t>0.0038</a:t>
                          </a:r>
                          <a:endParaRPr lang="en-IN" sz="20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86198968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43" t="-107759" r="-315085" b="-155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rgbClr val="002060"/>
                              </a:solidFill>
                            </a:rPr>
                            <a:t>0.088</a:t>
                          </a:r>
                          <a:endParaRPr lang="en-IN" sz="20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rgbClr val="002060"/>
                              </a:solidFill>
                            </a:rPr>
                            <a:t>0.178</a:t>
                          </a:r>
                          <a:endParaRPr lang="en-IN" sz="20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rgbClr val="002060"/>
                              </a:solidFill>
                            </a:rPr>
                            <a:t>0.293</a:t>
                          </a:r>
                          <a:endParaRPr lang="en-IN" sz="20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rgbClr val="002060"/>
                              </a:solidFill>
                            </a:rPr>
                            <a:t>0.194</a:t>
                          </a:r>
                          <a:endParaRPr lang="en-IN" sz="20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solidFill>
                                <a:srgbClr val="002060"/>
                              </a:solidFill>
                            </a:rPr>
                            <a:t>0.247</a:t>
                          </a:r>
                          <a:endParaRPr lang="en-IN" sz="2000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6282221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29563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5CA38E3-87C5-4DDF-8217-F22FE47E33B5}" type="datetime1">
              <a:rPr lang="en-IN" smtClean="0"/>
              <a:t>27-08-2026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11</a:t>
            </a:fld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/>
              <p:cNvSpPr>
                <a:spLocks noGrp="1"/>
              </p:cNvSpPr>
              <p:nvPr>
                <p:ph sz="quarter" idx="4294967295"/>
              </p:nvPr>
            </p:nvSpPr>
            <p:spPr>
              <a:xfrm>
                <a:off x="562684" y="1147673"/>
                <a:ext cx="10972800" cy="4876800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sz="2800" dirty="0"/>
                  <a:t>The screen analysis shown in Table </a:t>
                </a:r>
                <a:r>
                  <a:rPr lang="en-US" sz="2800" dirty="0" smtClean="0"/>
                  <a:t>applies </a:t>
                </a:r>
                <a:r>
                  <a:rPr lang="en-US" sz="2800" dirty="0"/>
                  <a:t>to a sample of crushed quartz. The density of the particles is 2650 kg/m</a:t>
                </a:r>
                <a:r>
                  <a:rPr lang="en-US" sz="2800" baseline="30000" dirty="0"/>
                  <a:t>3</a:t>
                </a:r>
                <a:r>
                  <a:rPr lang="en-US" sz="2800" dirty="0"/>
                  <a:t> (0.00265 g/mm</a:t>
                </a:r>
                <a:r>
                  <a:rPr lang="en-US" sz="2800" baseline="30000" dirty="0"/>
                  <a:t>3</a:t>
                </a:r>
                <a:r>
                  <a:rPr lang="en-US" sz="2800" dirty="0"/>
                  <a:t>), and the shape factors are </a:t>
                </a:r>
                <a:r>
                  <a:rPr lang="en-US" sz="2800" i="1" dirty="0"/>
                  <a:t>a </a:t>
                </a:r>
                <a:r>
                  <a:rPr lang="en-US" sz="2800"/>
                  <a:t>= </a:t>
                </a:r>
                <a:r>
                  <a:rPr lang="en-US" sz="2800" smtClean="0"/>
                  <a:t>0.8 </a:t>
                </a:r>
                <a:r>
                  <a:rPr lang="en-US" sz="2800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i="0" dirty="0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800" b="0" i="0" dirty="0" smtClean="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0.571</m:t>
                    </m:r>
                  </m:oMath>
                </a14:m>
                <a:r>
                  <a:rPr lang="en-US" sz="2800" dirty="0"/>
                  <a:t>. For the material between 4-mesh and 200-mesh in </a:t>
                </a:r>
                <a:r>
                  <a:rPr lang="en-IN" sz="2800" dirty="0"/>
                  <a:t>particle size, calculate </a:t>
                </a:r>
              </a:p>
              <a:p>
                <a:pPr marL="0" indent="0">
                  <a:buNone/>
                </a:pPr>
                <a:r>
                  <a:rPr lang="en-IN" sz="2800" i="1" dirty="0"/>
                  <a:t>(a) A</a:t>
                </a:r>
                <a:r>
                  <a:rPr lang="en-IN" sz="2800" i="1" baseline="-25000" dirty="0"/>
                  <a:t>w</a:t>
                </a:r>
                <a:r>
                  <a:rPr lang="en-IN" sz="2800" i="1" dirty="0"/>
                  <a:t> </a:t>
                </a:r>
                <a:r>
                  <a:rPr lang="en-IN" sz="2800" dirty="0"/>
                  <a:t>in square </a:t>
                </a:r>
                <a:r>
                  <a:rPr lang="en-IN" sz="2800" dirty="0" err="1"/>
                  <a:t>millimeters</a:t>
                </a:r>
                <a:r>
                  <a:rPr lang="en-IN" sz="2800" dirty="0"/>
                  <a:t> per gram and </a:t>
                </a:r>
                <a:r>
                  <a:rPr lang="en-IN" sz="2800" i="1" dirty="0" err="1"/>
                  <a:t>N</a:t>
                </a:r>
                <a:r>
                  <a:rPr lang="en-IN" sz="2800" i="1" baseline="-25000" dirty="0" err="1"/>
                  <a:t>w</a:t>
                </a:r>
                <a:r>
                  <a:rPr lang="en-IN" sz="2800" i="1" dirty="0"/>
                  <a:t> </a:t>
                </a:r>
                <a:r>
                  <a:rPr lang="en-IN" sz="2800" dirty="0"/>
                  <a:t>in particles per </a:t>
                </a:r>
                <a:r>
                  <a:rPr lang="en-US" sz="2800" dirty="0"/>
                  <a:t>gram, </a:t>
                </a:r>
              </a:p>
              <a:p>
                <a:pPr marL="0" indent="0">
                  <a:buNone/>
                </a:pPr>
                <a:endParaRPr lang="en-US" sz="2800" dirty="0"/>
              </a:p>
              <a:p>
                <a:pPr marL="0" indent="0">
                  <a:buNone/>
                </a:pPr>
                <a:r>
                  <a:rPr lang="en-US" sz="2800" dirty="0"/>
                  <a:t>(b) </a:t>
                </a:r>
                <a:r>
                  <a:rPr lang="en-US" sz="2800" i="1" dirty="0" err="1">
                    <a:solidFill>
                      <a:srgbClr val="002060"/>
                    </a:solidFill>
                  </a:rPr>
                  <a:t>D</a:t>
                </a:r>
                <a:r>
                  <a:rPr lang="en-US" sz="2800" i="1" baseline="-25000" dirty="0" err="1">
                    <a:solidFill>
                      <a:srgbClr val="002060"/>
                    </a:solidFill>
                  </a:rPr>
                  <a:t>v</a:t>
                </a:r>
                <a:r>
                  <a:rPr lang="en-US" sz="2800" i="1" dirty="0"/>
                  <a:t> </a:t>
                </a:r>
                <a:r>
                  <a:rPr lang="en-US" sz="2800" dirty="0"/>
                  <a:t>(c) </a:t>
                </a:r>
                <a:r>
                  <a:rPr lang="en-US" sz="2800" i="1" dirty="0">
                    <a:solidFill>
                      <a:srgbClr val="002060"/>
                    </a:solidFill>
                  </a:rPr>
                  <a:t>D</a:t>
                </a:r>
                <a:r>
                  <a:rPr lang="en-US" sz="2800" i="1" baseline="-25000" dirty="0">
                    <a:solidFill>
                      <a:srgbClr val="002060"/>
                    </a:solidFill>
                  </a:rPr>
                  <a:t>s</a:t>
                </a:r>
                <a:r>
                  <a:rPr lang="en-US" sz="2800" i="1" dirty="0"/>
                  <a:t>  </a:t>
                </a:r>
                <a:r>
                  <a:rPr lang="en-US" sz="2800" dirty="0"/>
                  <a:t>(d) </a:t>
                </a:r>
                <a:r>
                  <a:rPr lang="en-US" sz="2800" i="1" dirty="0" err="1">
                    <a:solidFill>
                      <a:srgbClr val="002060"/>
                    </a:solidFill>
                  </a:rPr>
                  <a:t>D</a:t>
                </a:r>
                <a:r>
                  <a:rPr lang="en-US" sz="2800" i="1" baseline="-25000" dirty="0" err="1">
                    <a:solidFill>
                      <a:srgbClr val="002060"/>
                    </a:solidFill>
                  </a:rPr>
                  <a:t>w</a:t>
                </a:r>
                <a:r>
                  <a:rPr lang="en-US" sz="2800" i="1" dirty="0"/>
                  <a:t> </a:t>
                </a:r>
                <a:r>
                  <a:rPr lang="en-US" sz="2800" dirty="0"/>
                  <a:t>and </a:t>
                </a:r>
              </a:p>
              <a:p>
                <a:pPr marL="0" indent="0">
                  <a:buNone/>
                </a:pPr>
                <a:endParaRPr lang="en-US" sz="2800" dirty="0"/>
              </a:p>
              <a:p>
                <a:pPr marL="0" indent="0">
                  <a:buNone/>
                </a:pPr>
                <a:r>
                  <a:rPr lang="en-US" sz="2800" dirty="0"/>
                  <a:t>(e) </a:t>
                </a:r>
                <a:r>
                  <a:rPr lang="en-US" sz="2800" i="1" dirty="0">
                    <a:solidFill>
                      <a:srgbClr val="002060"/>
                    </a:solidFill>
                  </a:rPr>
                  <a:t>N</a:t>
                </a:r>
                <a:r>
                  <a:rPr lang="en-US" sz="2800" i="1" baseline="-25000" dirty="0">
                    <a:solidFill>
                      <a:srgbClr val="002060"/>
                    </a:solidFill>
                  </a:rPr>
                  <a:t>i</a:t>
                </a:r>
                <a:r>
                  <a:rPr lang="en-US" sz="2800" i="1" dirty="0">
                    <a:solidFill>
                      <a:srgbClr val="002060"/>
                    </a:solidFill>
                  </a:rPr>
                  <a:t> </a:t>
                </a:r>
                <a:r>
                  <a:rPr lang="en-US" sz="2800" i="1" dirty="0"/>
                  <a:t> </a:t>
                </a:r>
                <a:r>
                  <a:rPr lang="en-US" sz="2800" dirty="0"/>
                  <a:t>for the 150/200-mesh increment. </a:t>
                </a:r>
              </a:p>
              <a:p>
                <a:pPr marL="0" indent="0">
                  <a:buNone/>
                </a:pPr>
                <a:endParaRPr lang="en-US" sz="2800" dirty="0"/>
              </a:p>
              <a:p>
                <a:pPr marL="0" indent="0">
                  <a:buNone/>
                </a:pPr>
                <a:r>
                  <a:rPr lang="en-US" sz="2800" dirty="0"/>
                  <a:t>(f) What fraction of the total number of particles is in the 150/200-mesh increment?</a:t>
                </a:r>
                <a:endParaRPr lang="en-IN" sz="2800" dirty="0"/>
              </a:p>
            </p:txBody>
          </p:sp>
        </mc:Choice>
        <mc:Fallback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294967295"/>
              </p:nvPr>
            </p:nvSpPr>
            <p:spPr>
              <a:xfrm>
                <a:off x="562684" y="1147673"/>
                <a:ext cx="10972800" cy="4876800"/>
              </a:xfrm>
              <a:blipFill>
                <a:blip r:embed="rId2"/>
                <a:stretch>
                  <a:fillRect l="-1000" t="-2500" r="-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2: Screen Analysis</a:t>
            </a:r>
          </a:p>
        </p:txBody>
      </p:sp>
    </p:spTree>
    <p:extLst>
      <p:ext uri="{BB962C8B-B14F-4D97-AF65-F5344CB8AC3E}">
        <p14:creationId xmlns:p14="http://schemas.microsoft.com/office/powerpoint/2010/main" val="876660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F3229AB-16CD-4590-949D-42DAA965FD07}" type="datetime1">
              <a:rPr lang="en-IN" smtClean="0"/>
              <a:t>27-08-2026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12</a:t>
            </a:fld>
            <a:endParaRPr lang="en-IN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quarter" idx="4294967295"/>
          </p:nvPr>
        </p:nvPicPr>
        <p:blipFill>
          <a:blip r:embed="rId2">
            <a:lum contrast="20000"/>
          </a:blip>
          <a:stretch>
            <a:fillRect/>
          </a:stretch>
        </p:blipFill>
        <p:spPr>
          <a:xfrm>
            <a:off x="1330151" y="1025354"/>
            <a:ext cx="8653434" cy="5050517"/>
          </a:xfrm>
          <a:prstGeom prst="rect">
            <a:avLst/>
          </a:prstGeom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Numerical Problem</a:t>
            </a:r>
          </a:p>
        </p:txBody>
      </p:sp>
    </p:spTree>
    <p:extLst>
      <p:ext uri="{BB962C8B-B14F-4D97-AF65-F5344CB8AC3E}">
        <p14:creationId xmlns:p14="http://schemas.microsoft.com/office/powerpoint/2010/main" val="642216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DB60DBF-2453-4592-B561-2F3748042A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11179946" cy="4525963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Arial" panose="020B0604020202020204" pitchFamily="34" charset="0"/>
              </a:rPr>
              <a:t>Smith, J., 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 pitchFamily="34" charset="0"/>
              </a:rPr>
              <a:t>Harriott</a:t>
            </a:r>
            <a:r>
              <a:rPr lang="en-US" sz="3200" dirty="0">
                <a:solidFill>
                  <a:srgbClr val="000000"/>
                </a:solidFill>
                <a:latin typeface="Arial" panose="020B0604020202020204" pitchFamily="34" charset="0"/>
              </a:rPr>
              <a:t>, P., McCabe, W. (2005). Unit Operations of Chemical Engineering. Colombia: McGraw-Hill Education.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Arial" panose="020B0604020202020204" pitchFamily="34" charset="0"/>
              </a:rPr>
              <a:t>Swain, A. K., Patra, H., &amp; Roy, G. K. (2011). Mechanical operations. Tata McGraw Hill.</a:t>
            </a:r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34EFE7-AC8A-4AAC-998D-7C6A10089D7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683512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ITS-Onlin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709D214E-960E-4D68-B7CB-6AB012D71534}" vid="{1D5525B8-28E5-4723-AE4D-CCF0534A721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2376</TotalTime>
  <Words>195</Words>
  <Application>Microsoft Office PowerPoint</Application>
  <PresentationFormat>Widescreen</PresentationFormat>
  <Paragraphs>72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Times New Roman</vt:lpstr>
      <vt:lpstr>Wingdings</vt:lpstr>
      <vt:lpstr>BITS-Online</vt:lpstr>
      <vt:lpstr>Module 1:  Properties and Handling of Particulate Solids (Chapter 28) Lecture 3 </vt:lpstr>
      <vt:lpstr>Mixed Particle Sizes And Size Analysis (Derivation)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Summary of Average Particle Sizes</vt:lpstr>
      <vt:lpstr>Problem 1: Screen Analysis</vt:lpstr>
      <vt:lpstr>Problem 2: Screen Analysis</vt:lpstr>
      <vt:lpstr>Numerical Problem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28   Properties and Handling of Particulate Solids</dc:title>
  <dc:creator>Bhanu Vardhan Reddy  K</dc:creator>
  <cp:lastModifiedBy>Somak Chatterjee</cp:lastModifiedBy>
  <cp:revision>81</cp:revision>
  <cp:lastPrinted>2021-08-28T04:09:20Z</cp:lastPrinted>
  <dcterms:created xsi:type="dcterms:W3CDTF">2020-08-19T16:41:20Z</dcterms:created>
  <dcterms:modified xsi:type="dcterms:W3CDTF">2026-08-27T05:26:20Z</dcterms:modified>
</cp:coreProperties>
</file>