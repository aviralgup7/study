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ppt/charts/chart10.xml" ContentType="application/vnd.openxmlformats-officedocument.drawingml.chart+xml"/>
  <Override PartName="/ppt/charts/chart20.xml" ContentType="application/vnd.openxmlformats-officedocument.drawingml.chart+xml"/>
  <Override PartName="/ppt/changesInfos/changesInfo1.xml" ContentType="application/vnd.ms-powerpoint.changesinfo+xml"/>
  <Override PartName="/ppt/charts/colors10.xml" ContentType="application/vnd.ms-office.chartcolorstyle+xml"/>
  <Override PartName="/ppt/charts/style10.xml" ContentType="application/vnd.ms-office.chartstyle+xml"/>
  <Override PartName="/ppt/charts/colors20.xml" ContentType="application/vnd.ms-office.chartcolorstyle+xml"/>
  <Override PartName="/ppt/charts/style20.xml" ContentType="application/vnd.ms-office.chartstyl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5" r:id="rId1"/>
  </p:sldMasterIdLst>
  <p:notesMasterIdLst>
    <p:notesMasterId r:id="rId22"/>
  </p:notesMasterIdLst>
  <p:handoutMasterIdLst>
    <p:handoutMasterId r:id="rId23"/>
  </p:handoutMasterIdLst>
  <p:sldIdLst>
    <p:sldId id="257" r:id="rId2"/>
    <p:sldId id="399" r:id="rId3"/>
    <p:sldId id="400" r:id="rId4"/>
    <p:sldId id="342" r:id="rId5"/>
    <p:sldId id="402" r:id="rId6"/>
    <p:sldId id="403" r:id="rId7"/>
    <p:sldId id="343" r:id="rId8"/>
    <p:sldId id="344" r:id="rId9"/>
    <p:sldId id="401" r:id="rId10"/>
    <p:sldId id="345" r:id="rId11"/>
    <p:sldId id="346" r:id="rId12"/>
    <p:sldId id="347" r:id="rId13"/>
    <p:sldId id="348" r:id="rId14"/>
    <p:sldId id="349" r:id="rId15"/>
    <p:sldId id="350" r:id="rId16"/>
    <p:sldId id="351" r:id="rId17"/>
    <p:sldId id="353" r:id="rId18"/>
    <p:sldId id="354" r:id="rId19"/>
    <p:sldId id="352" r:id="rId20"/>
    <p:sldId id="300" r:id="rId2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hanu Vardhan Reddy  K" initials="BVRK" lastIdx="1" clrIdx="0">
    <p:extLst>
      <p:ext uri="{19B8F6BF-5375-455C-9EA6-DF929625EA0E}">
        <p15:presenceInfo xmlns:p15="http://schemas.microsoft.com/office/powerpoint/2012/main" userId="S::bhanu.vardhan@pilani.bits-pilani.ac.in::483e4f9e-8dd7-40f0-a51f-cc6aa4d414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35" autoAdjust="0"/>
    <p:restoredTop sz="94660"/>
  </p:normalViewPr>
  <p:slideViewPr>
    <p:cSldViewPr snapToGrid="0">
      <p:cViewPr varScale="1">
        <p:scale>
          <a:sx n="88" d="100"/>
          <a:sy n="88" d="100"/>
        </p:scale>
        <p:origin x="44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mak Chatterjee" userId="e6d5a15b-8109-4a04-ba46-d7e9f6fc31a9" providerId="ADAL" clId="{0A13B949-921A-4398-B556-20DA1909FBA8}"/>
    <pc:docChg chg="custSel modSld">
      <pc:chgData name="Somak Chatterjee" userId="e6d5a15b-8109-4a04-ba46-d7e9f6fc31a9" providerId="ADAL" clId="{0A13B949-921A-4398-B556-20DA1909FBA8}" dt="2022-09-06T07:58:10.284" v="0" actId="478"/>
      <pc:docMkLst>
        <pc:docMk/>
      </pc:docMkLst>
      <pc:sldChg chg="delSp mod">
        <pc:chgData name="Somak Chatterjee" userId="e6d5a15b-8109-4a04-ba46-d7e9f6fc31a9" providerId="ADAL" clId="{0A13B949-921A-4398-B556-20DA1909FBA8}" dt="2022-09-06T07:58:10.284" v="0" actId="478"/>
        <pc:sldMkLst>
          <pc:docMk/>
          <pc:sldMk cId="1607602923" sldId="399"/>
        </pc:sldMkLst>
        <pc:inkChg chg="del">
          <ac:chgData name="Somak Chatterjee" userId="e6d5a15b-8109-4a04-ba46-d7e9f6fc31a9" providerId="ADAL" clId="{0A13B949-921A-4398-B556-20DA1909FBA8}" dt="2022-09-06T07:58:10.284" v="0" actId="478"/>
          <ac:inkMkLst>
            <pc:docMk/>
            <pc:sldMk cId="1607602923" sldId="399"/>
            <ac:inkMk id="7" creationId="{02E235BE-49F1-461C-BE6F-63F3DD9858C1}"/>
          </ac:inkMkLst>
        </pc:inkChg>
      </pc:sldChg>
    </pc:docChg>
  </pc:docChgLst>
  <pc:docChgLst>
    <pc:chgData name="Somak Chatterjee" userId="e6d5a15b-8109-4a04-ba46-d7e9f6fc31a9" providerId="ADAL" clId="{C2181D38-3C66-4B4E-9385-9459B6795703}"/>
    <pc:docChg chg="custSel addSld delSld modSld">
      <pc:chgData name="Somak Chatterjee" userId="e6d5a15b-8109-4a04-ba46-d7e9f6fc31a9" providerId="ADAL" clId="{C2181D38-3C66-4B4E-9385-9459B6795703}" dt="2022-09-11T17:25:45.776" v="43" actId="20577"/>
      <pc:docMkLst>
        <pc:docMk/>
      </pc:docMkLst>
      <pc:sldChg chg="modSp add del mod">
        <pc:chgData name="Somak Chatterjee" userId="e6d5a15b-8109-4a04-ba46-d7e9f6fc31a9" providerId="ADAL" clId="{C2181D38-3C66-4B4E-9385-9459B6795703}" dt="2022-09-04T18:44:00.828" v="6" actId="20577"/>
        <pc:sldMkLst>
          <pc:docMk/>
          <pc:sldMk cId="3817445897" sldId="257"/>
        </pc:sldMkLst>
        <pc:spChg chg="mod">
          <ac:chgData name="Somak Chatterjee" userId="e6d5a15b-8109-4a04-ba46-d7e9f6fc31a9" providerId="ADAL" clId="{C2181D38-3C66-4B4E-9385-9459B6795703}" dt="2022-09-04T18:44:00.828" v="6" actId="20577"/>
          <ac:spMkLst>
            <pc:docMk/>
            <pc:sldMk cId="3817445897" sldId="257"/>
            <ac:spMk id="7" creationId="{00000000-0000-0000-0000-000000000000}"/>
          </ac:spMkLst>
        </pc:spChg>
      </pc:sldChg>
      <pc:sldChg chg="add">
        <pc:chgData name="Somak Chatterjee" userId="e6d5a15b-8109-4a04-ba46-d7e9f6fc31a9" providerId="ADAL" clId="{C2181D38-3C66-4B4E-9385-9459B6795703}" dt="2022-09-04T19:00:54.947" v="22"/>
        <pc:sldMkLst>
          <pc:docMk/>
          <pc:sldMk cId="683512075" sldId="300"/>
        </pc:sldMkLst>
      </pc:sldChg>
      <pc:sldChg chg="delSp mod">
        <pc:chgData name="Somak Chatterjee" userId="e6d5a15b-8109-4a04-ba46-d7e9f6fc31a9" providerId="ADAL" clId="{C2181D38-3C66-4B4E-9385-9459B6795703}" dt="2022-09-11T15:53:32.837" v="35" actId="478"/>
        <pc:sldMkLst>
          <pc:docMk/>
          <pc:sldMk cId="1968742673" sldId="342"/>
        </pc:sldMkLst>
        <pc:inkChg chg="del">
          <ac:chgData name="Somak Chatterjee" userId="e6d5a15b-8109-4a04-ba46-d7e9f6fc31a9" providerId="ADAL" clId="{C2181D38-3C66-4B4E-9385-9459B6795703}" dt="2022-09-11T15:53:32.837" v="35" actId="478"/>
          <ac:inkMkLst>
            <pc:docMk/>
            <pc:sldMk cId="1968742673" sldId="342"/>
            <ac:inkMk id="7" creationId="{5C684391-61DA-4DA0-921B-2D92E680880B}"/>
          </ac:inkMkLst>
        </pc:inkChg>
      </pc:sldChg>
      <pc:sldChg chg="delSp mod">
        <pc:chgData name="Somak Chatterjee" userId="e6d5a15b-8109-4a04-ba46-d7e9f6fc31a9" providerId="ADAL" clId="{C2181D38-3C66-4B4E-9385-9459B6795703}" dt="2022-09-11T15:53:24.085" v="34" actId="478"/>
        <pc:sldMkLst>
          <pc:docMk/>
          <pc:sldMk cId="2764394357" sldId="343"/>
        </pc:sldMkLst>
        <pc:inkChg chg="del">
          <ac:chgData name="Somak Chatterjee" userId="e6d5a15b-8109-4a04-ba46-d7e9f6fc31a9" providerId="ADAL" clId="{C2181D38-3C66-4B4E-9385-9459B6795703}" dt="2022-09-11T15:53:24.085" v="34" actId="478"/>
          <ac:inkMkLst>
            <pc:docMk/>
            <pc:sldMk cId="2764394357" sldId="343"/>
            <ac:inkMk id="7" creationId="{E07CC907-3ACD-4FD6-A978-A9582A3DD1EA}"/>
          </ac:inkMkLst>
        </pc:inkChg>
      </pc:sldChg>
      <pc:sldChg chg="delSp mod">
        <pc:chgData name="Somak Chatterjee" userId="e6d5a15b-8109-4a04-ba46-d7e9f6fc31a9" providerId="ADAL" clId="{C2181D38-3C66-4B4E-9385-9459B6795703}" dt="2022-09-11T15:53:51.226" v="36" actId="478"/>
        <pc:sldMkLst>
          <pc:docMk/>
          <pc:sldMk cId="2257274480" sldId="344"/>
        </pc:sldMkLst>
        <pc:inkChg chg="del">
          <ac:chgData name="Somak Chatterjee" userId="e6d5a15b-8109-4a04-ba46-d7e9f6fc31a9" providerId="ADAL" clId="{C2181D38-3C66-4B4E-9385-9459B6795703}" dt="2022-09-11T15:53:51.226" v="36" actId="478"/>
          <ac:inkMkLst>
            <pc:docMk/>
            <pc:sldMk cId="2257274480" sldId="344"/>
            <ac:inkMk id="7" creationId="{3AC3840D-4A09-420D-9C90-4E44EF6F4BF6}"/>
          </ac:inkMkLst>
        </pc:inkChg>
      </pc:sldChg>
      <pc:sldChg chg="mod modShow">
        <pc:chgData name="Somak Chatterjee" userId="e6d5a15b-8109-4a04-ba46-d7e9f6fc31a9" providerId="ADAL" clId="{C2181D38-3C66-4B4E-9385-9459B6795703}" dt="2022-09-11T15:54:30.038" v="37" actId="729"/>
        <pc:sldMkLst>
          <pc:docMk/>
          <pc:sldMk cId="2029049631" sldId="345"/>
        </pc:sldMkLst>
      </pc:sldChg>
      <pc:sldChg chg="delSp mod">
        <pc:chgData name="Somak Chatterjee" userId="e6d5a15b-8109-4a04-ba46-d7e9f6fc31a9" providerId="ADAL" clId="{C2181D38-3C66-4B4E-9385-9459B6795703}" dt="2022-09-11T15:54:35.113" v="38" actId="478"/>
        <pc:sldMkLst>
          <pc:docMk/>
          <pc:sldMk cId="3215155620" sldId="346"/>
        </pc:sldMkLst>
        <pc:inkChg chg="del">
          <ac:chgData name="Somak Chatterjee" userId="e6d5a15b-8109-4a04-ba46-d7e9f6fc31a9" providerId="ADAL" clId="{C2181D38-3C66-4B4E-9385-9459B6795703}" dt="2022-09-11T15:54:35.113" v="38" actId="478"/>
          <ac:inkMkLst>
            <pc:docMk/>
            <pc:sldMk cId="3215155620" sldId="346"/>
            <ac:inkMk id="7" creationId="{002BD4FA-72AA-4E9B-85E1-4443D8C1FEAA}"/>
          </ac:inkMkLst>
        </pc:inkChg>
      </pc:sldChg>
      <pc:sldChg chg="delSp mod">
        <pc:chgData name="Somak Chatterjee" userId="e6d5a15b-8109-4a04-ba46-d7e9f6fc31a9" providerId="ADAL" clId="{C2181D38-3C66-4B4E-9385-9459B6795703}" dt="2022-09-04T18:44:50.302" v="10" actId="478"/>
        <pc:sldMkLst>
          <pc:docMk/>
          <pc:sldMk cId="3081930813" sldId="347"/>
        </pc:sldMkLst>
        <pc:inkChg chg="del">
          <ac:chgData name="Somak Chatterjee" userId="e6d5a15b-8109-4a04-ba46-d7e9f6fc31a9" providerId="ADAL" clId="{C2181D38-3C66-4B4E-9385-9459B6795703}" dt="2022-09-04T18:44:50.302" v="10" actId="478"/>
          <ac:inkMkLst>
            <pc:docMk/>
            <pc:sldMk cId="3081930813" sldId="347"/>
            <ac:inkMk id="8" creationId="{A23BD04C-66A7-42A6-80C5-E0C7D540526E}"/>
          </ac:inkMkLst>
        </pc:inkChg>
      </pc:sldChg>
      <pc:sldChg chg="delSp mod">
        <pc:chgData name="Somak Chatterjee" userId="e6d5a15b-8109-4a04-ba46-d7e9f6fc31a9" providerId="ADAL" clId="{C2181D38-3C66-4B4E-9385-9459B6795703}" dt="2022-09-04T18:44:56.419" v="11" actId="478"/>
        <pc:sldMkLst>
          <pc:docMk/>
          <pc:sldMk cId="2776056354" sldId="348"/>
        </pc:sldMkLst>
        <pc:inkChg chg="del">
          <ac:chgData name="Somak Chatterjee" userId="e6d5a15b-8109-4a04-ba46-d7e9f6fc31a9" providerId="ADAL" clId="{C2181D38-3C66-4B4E-9385-9459B6795703}" dt="2022-09-04T18:44:56.419" v="11" actId="478"/>
          <ac:inkMkLst>
            <pc:docMk/>
            <pc:sldMk cId="2776056354" sldId="348"/>
            <ac:inkMk id="7" creationId="{AD19996D-977E-4448-8068-D05E678E3B7C}"/>
          </ac:inkMkLst>
        </pc:inkChg>
      </pc:sldChg>
      <pc:sldChg chg="delSp mod">
        <pc:chgData name="Somak Chatterjee" userId="e6d5a15b-8109-4a04-ba46-d7e9f6fc31a9" providerId="ADAL" clId="{C2181D38-3C66-4B4E-9385-9459B6795703}" dt="2022-09-04T18:45:01.566" v="12" actId="478"/>
        <pc:sldMkLst>
          <pc:docMk/>
          <pc:sldMk cId="1217877105" sldId="349"/>
        </pc:sldMkLst>
        <pc:inkChg chg="del">
          <ac:chgData name="Somak Chatterjee" userId="e6d5a15b-8109-4a04-ba46-d7e9f6fc31a9" providerId="ADAL" clId="{C2181D38-3C66-4B4E-9385-9459B6795703}" dt="2022-09-04T18:45:01.566" v="12" actId="478"/>
          <ac:inkMkLst>
            <pc:docMk/>
            <pc:sldMk cId="1217877105" sldId="349"/>
            <ac:inkMk id="7" creationId="{3F646E7B-81A3-402D-B36D-57822F728E3C}"/>
          </ac:inkMkLst>
        </pc:inkChg>
      </pc:sldChg>
      <pc:sldChg chg="delSp mod">
        <pc:chgData name="Somak Chatterjee" userId="e6d5a15b-8109-4a04-ba46-d7e9f6fc31a9" providerId="ADAL" clId="{C2181D38-3C66-4B4E-9385-9459B6795703}" dt="2022-09-04T18:45:05.930" v="13" actId="478"/>
        <pc:sldMkLst>
          <pc:docMk/>
          <pc:sldMk cId="444111218" sldId="350"/>
        </pc:sldMkLst>
        <pc:inkChg chg="del">
          <ac:chgData name="Somak Chatterjee" userId="e6d5a15b-8109-4a04-ba46-d7e9f6fc31a9" providerId="ADAL" clId="{C2181D38-3C66-4B4E-9385-9459B6795703}" dt="2022-09-04T18:45:05.930" v="13" actId="478"/>
          <ac:inkMkLst>
            <pc:docMk/>
            <pc:sldMk cId="444111218" sldId="350"/>
            <ac:inkMk id="7" creationId="{DCEFEE4B-BFB3-41E8-9BA1-402BB31A8DC9}"/>
          </ac:inkMkLst>
        </pc:inkChg>
      </pc:sldChg>
      <pc:sldChg chg="delSp modSp mod">
        <pc:chgData name="Somak Chatterjee" userId="e6d5a15b-8109-4a04-ba46-d7e9f6fc31a9" providerId="ADAL" clId="{C2181D38-3C66-4B4E-9385-9459B6795703}" dt="2022-09-04T18:45:17.918" v="15" actId="20577"/>
        <pc:sldMkLst>
          <pc:docMk/>
          <pc:sldMk cId="3304792696" sldId="351"/>
        </pc:sldMkLst>
        <pc:spChg chg="mod">
          <ac:chgData name="Somak Chatterjee" userId="e6d5a15b-8109-4a04-ba46-d7e9f6fc31a9" providerId="ADAL" clId="{C2181D38-3C66-4B4E-9385-9459B6795703}" dt="2022-09-04T18:45:17.918" v="15" actId="20577"/>
          <ac:spMkLst>
            <pc:docMk/>
            <pc:sldMk cId="3304792696" sldId="351"/>
            <ac:spMk id="5" creationId="{00000000-0000-0000-0000-000000000000}"/>
          </ac:spMkLst>
        </pc:spChg>
        <pc:inkChg chg="del">
          <ac:chgData name="Somak Chatterjee" userId="e6d5a15b-8109-4a04-ba46-d7e9f6fc31a9" providerId="ADAL" clId="{C2181D38-3C66-4B4E-9385-9459B6795703}" dt="2022-09-04T18:45:11.475" v="14" actId="478"/>
          <ac:inkMkLst>
            <pc:docMk/>
            <pc:sldMk cId="3304792696" sldId="351"/>
            <ac:inkMk id="9" creationId="{16624118-7472-429D-92FF-0E7C515B07D5}"/>
          </ac:inkMkLst>
        </pc:inkChg>
      </pc:sldChg>
      <pc:sldChg chg="modSp add mod modShow">
        <pc:chgData name="Somak Chatterjee" userId="e6d5a15b-8109-4a04-ba46-d7e9f6fc31a9" providerId="ADAL" clId="{C2181D38-3C66-4B4E-9385-9459B6795703}" dt="2022-09-11T17:25:45.776" v="43" actId="20577"/>
        <pc:sldMkLst>
          <pc:docMk/>
          <pc:sldMk cId="2538566975" sldId="352"/>
        </pc:sldMkLst>
        <pc:spChg chg="mod">
          <ac:chgData name="Somak Chatterjee" userId="e6d5a15b-8109-4a04-ba46-d7e9f6fc31a9" providerId="ADAL" clId="{C2181D38-3C66-4B4E-9385-9459B6795703}" dt="2022-09-11T17:25:42.469" v="41" actId="207"/>
          <ac:spMkLst>
            <pc:docMk/>
            <pc:sldMk cId="2538566975" sldId="352"/>
            <ac:spMk id="5" creationId="{00000000-0000-0000-0000-000000000000}"/>
          </ac:spMkLst>
        </pc:spChg>
        <pc:spChg chg="mod">
          <ac:chgData name="Somak Chatterjee" userId="e6d5a15b-8109-4a04-ba46-d7e9f6fc31a9" providerId="ADAL" clId="{C2181D38-3C66-4B4E-9385-9459B6795703}" dt="2022-09-11T17:25:45.776" v="43" actId="20577"/>
          <ac:spMkLst>
            <pc:docMk/>
            <pc:sldMk cId="2538566975" sldId="352"/>
            <ac:spMk id="6" creationId="{00000000-0000-0000-0000-000000000000}"/>
          </ac:spMkLst>
        </pc:spChg>
      </pc:sldChg>
      <pc:sldChg chg="delSp mod">
        <pc:chgData name="Somak Chatterjee" userId="e6d5a15b-8109-4a04-ba46-d7e9f6fc31a9" providerId="ADAL" clId="{C2181D38-3C66-4B4E-9385-9459B6795703}" dt="2022-09-04T18:45:24.960" v="16" actId="478"/>
        <pc:sldMkLst>
          <pc:docMk/>
          <pc:sldMk cId="2604335556" sldId="353"/>
        </pc:sldMkLst>
        <pc:inkChg chg="del">
          <ac:chgData name="Somak Chatterjee" userId="e6d5a15b-8109-4a04-ba46-d7e9f6fc31a9" providerId="ADAL" clId="{C2181D38-3C66-4B4E-9385-9459B6795703}" dt="2022-09-04T18:45:24.960" v="16" actId="478"/>
          <ac:inkMkLst>
            <pc:docMk/>
            <pc:sldMk cId="2604335556" sldId="353"/>
            <ac:inkMk id="7" creationId="{85AD0E8B-F46E-49B2-AEBD-9342BD734967}"/>
          </ac:inkMkLst>
        </pc:inkChg>
      </pc:sldChg>
      <pc:sldChg chg="delSp mod">
        <pc:chgData name="Somak Chatterjee" userId="e6d5a15b-8109-4a04-ba46-d7e9f6fc31a9" providerId="ADAL" clId="{C2181D38-3C66-4B4E-9385-9459B6795703}" dt="2022-09-04T18:45:32.784" v="17" actId="478"/>
        <pc:sldMkLst>
          <pc:docMk/>
          <pc:sldMk cId="2288391494" sldId="354"/>
        </pc:sldMkLst>
        <pc:inkChg chg="del">
          <ac:chgData name="Somak Chatterjee" userId="e6d5a15b-8109-4a04-ba46-d7e9f6fc31a9" providerId="ADAL" clId="{C2181D38-3C66-4B4E-9385-9459B6795703}" dt="2022-09-04T18:45:32.784" v="17" actId="478"/>
          <ac:inkMkLst>
            <pc:docMk/>
            <pc:sldMk cId="2288391494" sldId="354"/>
            <ac:inkMk id="9" creationId="{29A5E636-52EE-4F3E-A215-5B6A2FC62849}"/>
          </ac:inkMkLst>
        </pc:inkChg>
      </pc:sldChg>
      <pc:sldChg chg="del">
        <pc:chgData name="Somak Chatterjee" userId="e6d5a15b-8109-4a04-ba46-d7e9f6fc31a9" providerId="ADAL" clId="{C2181D38-3C66-4B4E-9385-9459B6795703}" dt="2022-09-04T18:44:04.741" v="7" actId="47"/>
        <pc:sldMkLst>
          <pc:docMk/>
          <pc:sldMk cId="1407205546" sldId="394"/>
        </pc:sldMkLst>
      </pc:sldChg>
      <pc:sldChg chg="del">
        <pc:chgData name="Somak Chatterjee" userId="e6d5a15b-8109-4a04-ba46-d7e9f6fc31a9" providerId="ADAL" clId="{C2181D38-3C66-4B4E-9385-9459B6795703}" dt="2022-09-04T18:44:14.668" v="8" actId="47"/>
        <pc:sldMkLst>
          <pc:docMk/>
          <pc:sldMk cId="3529563121" sldId="396"/>
        </pc:sldMkLst>
      </pc:sldChg>
      <pc:sldChg chg="del">
        <pc:chgData name="Somak Chatterjee" userId="e6d5a15b-8109-4a04-ba46-d7e9f6fc31a9" providerId="ADAL" clId="{C2181D38-3C66-4B4E-9385-9459B6795703}" dt="2022-09-04T18:44:14.668" v="8" actId="47"/>
        <pc:sldMkLst>
          <pc:docMk/>
          <pc:sldMk cId="3162871891" sldId="397"/>
        </pc:sldMkLst>
      </pc:sldChg>
      <pc:sldChg chg="delSp mod">
        <pc:chgData name="Somak Chatterjee" userId="e6d5a15b-8109-4a04-ba46-d7e9f6fc31a9" providerId="ADAL" clId="{C2181D38-3C66-4B4E-9385-9459B6795703}" dt="2022-09-04T18:44:32.998" v="9" actId="478"/>
        <pc:sldMkLst>
          <pc:docMk/>
          <pc:sldMk cId="276492096" sldId="401"/>
        </pc:sldMkLst>
        <pc:inkChg chg="del">
          <ac:chgData name="Somak Chatterjee" userId="e6d5a15b-8109-4a04-ba46-d7e9f6fc31a9" providerId="ADAL" clId="{C2181D38-3C66-4B4E-9385-9459B6795703}" dt="2022-09-04T18:44:32.998" v="9" actId="478"/>
          <ac:inkMkLst>
            <pc:docMk/>
            <pc:sldMk cId="276492096" sldId="401"/>
            <ac:inkMk id="14" creationId="{26CAD803-49EF-4E58-806A-B380ABC3ADDE}"/>
          </ac:inkMkLst>
        </pc:inkChg>
      </pc:sldChg>
      <pc:sldChg chg="addSp delSp modSp add mod delAnim">
        <pc:chgData name="Somak Chatterjee" userId="e6d5a15b-8109-4a04-ba46-d7e9f6fc31a9" providerId="ADAL" clId="{C2181D38-3C66-4B4E-9385-9459B6795703}" dt="2022-09-11T15:49:02.855" v="33" actId="1076"/>
        <pc:sldMkLst>
          <pc:docMk/>
          <pc:sldMk cId="625285945" sldId="402"/>
        </pc:sldMkLst>
        <pc:spChg chg="del">
          <ac:chgData name="Somak Chatterjee" userId="e6d5a15b-8109-4a04-ba46-d7e9f6fc31a9" providerId="ADAL" clId="{C2181D38-3C66-4B4E-9385-9459B6795703}" dt="2022-09-11T15:48:49.247" v="26" actId="478"/>
          <ac:spMkLst>
            <pc:docMk/>
            <pc:sldMk cId="625285945" sldId="402"/>
            <ac:spMk id="5" creationId="{00000000-0000-0000-0000-000000000000}"/>
          </ac:spMkLst>
        </pc:spChg>
        <pc:picChg chg="add mod">
          <ac:chgData name="Somak Chatterjee" userId="e6d5a15b-8109-4a04-ba46-d7e9f6fc31a9" providerId="ADAL" clId="{C2181D38-3C66-4B4E-9385-9459B6795703}" dt="2022-09-11T15:49:02.855" v="33" actId="1076"/>
          <ac:picMkLst>
            <pc:docMk/>
            <pc:sldMk cId="625285945" sldId="402"/>
            <ac:picMk id="9" creationId="{6394585F-8962-170D-BBEE-4B5356949EDA}"/>
          </ac:picMkLst>
        </pc:picChg>
        <pc:inkChg chg="del">
          <ac:chgData name="Somak Chatterjee" userId="e6d5a15b-8109-4a04-ba46-d7e9f6fc31a9" providerId="ADAL" clId="{C2181D38-3C66-4B4E-9385-9459B6795703}" dt="2022-09-11T15:48:51.887" v="27" actId="478"/>
          <ac:inkMkLst>
            <pc:docMk/>
            <pc:sldMk cId="625285945" sldId="402"/>
            <ac:inkMk id="7" creationId="{5C684391-61DA-4DA0-921B-2D92E680880B}"/>
          </ac:inkMkLst>
        </pc:inkChg>
      </pc:sldChg>
      <pc:sldChg chg="add del">
        <pc:chgData name="Somak Chatterjee" userId="e6d5a15b-8109-4a04-ba46-d7e9f6fc31a9" providerId="ADAL" clId="{C2181D38-3C66-4B4E-9385-9459B6795703}" dt="2022-09-04T19:00:41.247" v="21"/>
        <pc:sldMkLst>
          <pc:docMk/>
          <pc:sldMk cId="959013956" sldId="402"/>
        </pc:sldMkLst>
      </pc:sldChg>
      <pc:sldChg chg="add del">
        <pc:chgData name="Somak Chatterjee" userId="e6d5a15b-8109-4a04-ba46-d7e9f6fc31a9" providerId="ADAL" clId="{C2181D38-3C66-4B4E-9385-9459B6795703}" dt="2022-09-04T19:01:18.094" v="24"/>
        <pc:sldMkLst>
          <pc:docMk/>
          <pc:sldMk cId="2208238397" sldId="40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0.xlsx"/><Relationship Id="rId2" Type="http://schemas.microsoft.com/office/2011/relationships/chartColorStyle" Target="colors10.xml"/><Relationship Id="rId1" Type="http://schemas.microsoft.com/office/2011/relationships/chartStyle" Target="style10.xml"/></Relationships>
</file>

<file path=ppt/charts/_rels/chart20.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0.xml"/><Relationship Id="rId1" Type="http://schemas.microsoft.com/office/2011/relationships/chartStyle" Target="style2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Sheet1!$B$11</c:f>
              <c:strCache>
                <c:ptCount val="1"/>
                <c:pt idx="0">
                  <c:v>Xi</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Sheet1!$A$12:$A$17</c:f>
              <c:numCache>
                <c:formatCode>General</c:formatCode>
                <c:ptCount val="6"/>
                <c:pt idx="0">
                  <c:v>3.7999999999999999E-2</c:v>
                </c:pt>
                <c:pt idx="1">
                  <c:v>8.8999999999999996E-2</c:v>
                </c:pt>
                <c:pt idx="2">
                  <c:v>0.126</c:v>
                </c:pt>
                <c:pt idx="3">
                  <c:v>0.17799999999999999</c:v>
                </c:pt>
                <c:pt idx="4">
                  <c:v>0.252</c:v>
                </c:pt>
                <c:pt idx="5">
                  <c:v>0.317</c:v>
                </c:pt>
              </c:numCache>
            </c:numRef>
          </c:xVal>
          <c:yVal>
            <c:numRef>
              <c:f>Sheet1!$B$12:$B$17</c:f>
              <c:numCache>
                <c:formatCode>General</c:formatCode>
                <c:ptCount val="6"/>
                <c:pt idx="0">
                  <c:v>0.247</c:v>
                </c:pt>
                <c:pt idx="1">
                  <c:v>0.19400000000000001</c:v>
                </c:pt>
                <c:pt idx="2">
                  <c:v>0.29299999999999998</c:v>
                </c:pt>
                <c:pt idx="3">
                  <c:v>0.17799999999999999</c:v>
                </c:pt>
                <c:pt idx="4">
                  <c:v>8.7999999999999995E-2</c:v>
                </c:pt>
                <c:pt idx="5">
                  <c:v>0</c:v>
                </c:pt>
              </c:numCache>
            </c:numRef>
          </c:yVal>
          <c:smooth val="0"/>
          <c:extLst>
            <c:ext xmlns:c16="http://schemas.microsoft.com/office/drawing/2014/chart" uri="{C3380CC4-5D6E-409C-BE32-E72D297353CC}">
              <c16:uniqueId val="{00000000-9B20-411F-A9AF-E528964C16B8}"/>
            </c:ext>
          </c:extLst>
        </c:ser>
        <c:dLbls>
          <c:showLegendKey val="0"/>
          <c:showVal val="0"/>
          <c:showCatName val="0"/>
          <c:showSerName val="0"/>
          <c:showPercent val="0"/>
          <c:showBubbleSize val="0"/>
        </c:dLbls>
        <c:axId val="71828896"/>
        <c:axId val="60990464"/>
      </c:scatterChart>
      <c:valAx>
        <c:axId val="7182889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2400" b="0" i="0" u="none" strike="noStrike" kern="1200" baseline="0">
                    <a:solidFill>
                      <a:srgbClr val="002060"/>
                    </a:solidFill>
                    <a:latin typeface="+mn-lt"/>
                    <a:ea typeface="+mn-ea"/>
                    <a:cs typeface="+mn-cs"/>
                  </a:defRPr>
                </a:pPr>
                <a:r>
                  <a:rPr lang="en-IN" dirty="0"/>
                  <a:t>Dpi, mm</a:t>
                </a:r>
              </a:p>
            </c:rich>
          </c:tx>
          <c:layout/>
          <c:overlay val="0"/>
          <c:spPr>
            <a:noFill/>
            <a:ln>
              <a:noFill/>
            </a:ln>
            <a:effectLst/>
          </c:spPr>
          <c:txPr>
            <a:bodyPr rot="0" spcFirstLastPara="1" vertOverflow="ellipsis" vert="horz" wrap="square" anchor="ctr" anchorCtr="1"/>
            <a:lstStyle/>
            <a:p>
              <a:pPr>
                <a:defRPr sz="2400" b="0" i="0" u="none" strike="noStrike" kern="1200" baseline="0">
                  <a:solidFill>
                    <a:srgbClr val="002060"/>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rgbClr val="002060"/>
                </a:solidFill>
                <a:latin typeface="+mn-lt"/>
                <a:ea typeface="+mn-ea"/>
                <a:cs typeface="+mn-cs"/>
              </a:defRPr>
            </a:pPr>
            <a:endParaRPr lang="en-US"/>
          </a:p>
        </c:txPr>
        <c:crossAx val="60990464"/>
        <c:crosses val="autoZero"/>
        <c:crossBetween val="midCat"/>
      </c:valAx>
      <c:valAx>
        <c:axId val="609904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2400" b="0" i="0" u="none" strike="noStrike" kern="1200" baseline="0">
                    <a:solidFill>
                      <a:srgbClr val="002060"/>
                    </a:solidFill>
                    <a:latin typeface="+mn-lt"/>
                    <a:ea typeface="+mn-ea"/>
                    <a:cs typeface="+mn-cs"/>
                  </a:defRPr>
                </a:pPr>
                <a:r>
                  <a:rPr lang="en-IN"/>
                  <a:t>xi</a:t>
                </a:r>
              </a:p>
            </c:rich>
          </c:tx>
          <c:layout/>
          <c:overlay val="0"/>
          <c:spPr>
            <a:noFill/>
            <a:ln>
              <a:noFill/>
            </a:ln>
            <a:effectLst/>
          </c:spPr>
          <c:txPr>
            <a:bodyPr rot="-5400000" spcFirstLastPara="1" vertOverflow="ellipsis" vert="horz" wrap="square" anchor="ctr" anchorCtr="1"/>
            <a:lstStyle/>
            <a:p>
              <a:pPr>
                <a:defRPr sz="2400" b="0" i="0" u="none" strike="noStrike" kern="1200" baseline="0">
                  <a:solidFill>
                    <a:srgbClr val="002060"/>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rgbClr val="002060"/>
                </a:solidFill>
                <a:latin typeface="+mn-lt"/>
                <a:ea typeface="+mn-ea"/>
                <a:cs typeface="+mn-cs"/>
              </a:defRPr>
            </a:pPr>
            <a:endParaRPr lang="en-US"/>
          </a:p>
        </c:txPr>
        <c:crossAx val="7182889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a:solidFill>
            <a:srgbClr val="00206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Sheet1!$C$1</c:f>
              <c:strCache>
                <c:ptCount val="1"/>
                <c:pt idx="0">
                  <c:v>Cumulative &lt; Dpi</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3.7999999999999999E-2</c:v>
                </c:pt>
                <c:pt idx="1">
                  <c:v>8.8999999999999996E-2</c:v>
                </c:pt>
                <c:pt idx="2">
                  <c:v>0.126</c:v>
                </c:pt>
                <c:pt idx="3">
                  <c:v>0.17799999999999999</c:v>
                </c:pt>
                <c:pt idx="4">
                  <c:v>0.252</c:v>
                </c:pt>
                <c:pt idx="5">
                  <c:v>0.317</c:v>
                </c:pt>
              </c:numCache>
            </c:numRef>
          </c:xVal>
          <c:yVal>
            <c:numRef>
              <c:f>Sheet1!$C$2:$C$7</c:f>
              <c:numCache>
                <c:formatCode>General</c:formatCode>
                <c:ptCount val="6"/>
                <c:pt idx="0">
                  <c:v>0</c:v>
                </c:pt>
                <c:pt idx="1">
                  <c:v>0.247</c:v>
                </c:pt>
                <c:pt idx="2">
                  <c:v>0.441</c:v>
                </c:pt>
                <c:pt idx="3">
                  <c:v>0.73399999999999999</c:v>
                </c:pt>
                <c:pt idx="4">
                  <c:v>0.91199999999999992</c:v>
                </c:pt>
                <c:pt idx="5">
                  <c:v>0.99999999999999989</c:v>
                </c:pt>
              </c:numCache>
            </c:numRef>
          </c:yVal>
          <c:smooth val="0"/>
          <c:extLst>
            <c:ext xmlns:c16="http://schemas.microsoft.com/office/drawing/2014/chart" uri="{C3380CC4-5D6E-409C-BE32-E72D297353CC}">
              <c16:uniqueId val="{00000000-71AF-408C-9DBB-BE5D055E7BE6}"/>
            </c:ext>
          </c:extLst>
        </c:ser>
        <c:dLbls>
          <c:showLegendKey val="0"/>
          <c:showVal val="0"/>
          <c:showCatName val="0"/>
          <c:showSerName val="0"/>
          <c:showPercent val="0"/>
          <c:showBubbleSize val="0"/>
        </c:dLbls>
        <c:axId val="115016688"/>
        <c:axId val="60991296"/>
      </c:scatterChart>
      <c:valAx>
        <c:axId val="11501668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2000" b="1" i="0" u="none" strike="noStrike" kern="1200" baseline="0">
                    <a:solidFill>
                      <a:srgbClr val="002060"/>
                    </a:solidFill>
                    <a:latin typeface="+mn-lt"/>
                    <a:ea typeface="+mn-ea"/>
                    <a:cs typeface="+mn-cs"/>
                  </a:defRPr>
                </a:pPr>
                <a:r>
                  <a:rPr lang="en-IN" dirty="0"/>
                  <a:t>Dpi, mm</a:t>
                </a:r>
              </a:p>
            </c:rich>
          </c:tx>
          <c:layout/>
          <c:overlay val="0"/>
          <c:spPr>
            <a:noFill/>
            <a:ln>
              <a:noFill/>
            </a:ln>
            <a:effectLst/>
          </c:spPr>
          <c:txPr>
            <a:bodyPr rot="0" spcFirstLastPara="1" vertOverflow="ellipsis" vert="horz" wrap="square" anchor="ctr" anchorCtr="1"/>
            <a:lstStyle/>
            <a:p>
              <a:pPr>
                <a:defRPr sz="2000" b="1" i="0" u="none" strike="noStrike" kern="1200" baseline="0">
                  <a:solidFill>
                    <a:srgbClr val="002060"/>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rgbClr val="002060"/>
                </a:solidFill>
                <a:latin typeface="+mn-lt"/>
                <a:ea typeface="+mn-ea"/>
                <a:cs typeface="+mn-cs"/>
              </a:defRPr>
            </a:pPr>
            <a:endParaRPr lang="en-US"/>
          </a:p>
        </c:txPr>
        <c:crossAx val="60991296"/>
        <c:crosses val="autoZero"/>
        <c:crossBetween val="midCat"/>
      </c:valAx>
      <c:valAx>
        <c:axId val="60991296"/>
        <c:scaling>
          <c:orientation val="minMax"/>
          <c:max val="1"/>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2000" b="1" i="0" u="none" strike="noStrike" kern="1200" baseline="0">
                    <a:solidFill>
                      <a:srgbClr val="002060"/>
                    </a:solidFill>
                    <a:latin typeface="+mn-lt"/>
                    <a:ea typeface="+mn-ea"/>
                    <a:cs typeface="+mn-cs"/>
                  </a:defRPr>
                </a:pPr>
                <a:r>
                  <a:rPr lang="en-IN"/>
                  <a:t>xi</a:t>
                </a:r>
              </a:p>
            </c:rich>
          </c:tx>
          <c:layout/>
          <c:overlay val="0"/>
          <c:spPr>
            <a:noFill/>
            <a:ln>
              <a:noFill/>
            </a:ln>
            <a:effectLst/>
          </c:spPr>
          <c:txPr>
            <a:bodyPr rot="-5400000" spcFirstLastPara="1" vertOverflow="ellipsis" vert="horz" wrap="square" anchor="ctr" anchorCtr="1"/>
            <a:lstStyle/>
            <a:p>
              <a:pPr>
                <a:defRPr sz="2000" b="1" i="0" u="none" strike="noStrike" kern="1200" baseline="0">
                  <a:solidFill>
                    <a:srgbClr val="002060"/>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rgbClr val="002060"/>
                </a:solidFill>
                <a:latin typeface="+mn-lt"/>
                <a:ea typeface="+mn-ea"/>
                <a:cs typeface="+mn-cs"/>
              </a:defRPr>
            </a:pPr>
            <a:endParaRPr lang="en-US"/>
          </a:p>
        </c:txPr>
        <c:crossAx val="11501668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b="1">
          <a:solidFill>
            <a:srgbClr val="00206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Sheet1!$B$11</c:f>
              <c:strCache>
                <c:ptCount val="1"/>
                <c:pt idx="0">
                  <c:v>Xi</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Sheet1!$A$12:$A$17</c:f>
              <c:numCache>
                <c:formatCode>General</c:formatCode>
                <c:ptCount val="6"/>
                <c:pt idx="0">
                  <c:v>3.7999999999999999E-2</c:v>
                </c:pt>
                <c:pt idx="1">
                  <c:v>8.8999999999999996E-2</c:v>
                </c:pt>
                <c:pt idx="2">
                  <c:v>0.126</c:v>
                </c:pt>
                <c:pt idx="3">
                  <c:v>0.17799999999999999</c:v>
                </c:pt>
                <c:pt idx="4">
                  <c:v>0.252</c:v>
                </c:pt>
                <c:pt idx="5">
                  <c:v>0.317</c:v>
                </c:pt>
              </c:numCache>
            </c:numRef>
          </c:xVal>
          <c:yVal>
            <c:numRef>
              <c:f>Sheet1!$B$12:$B$17</c:f>
              <c:numCache>
                <c:formatCode>General</c:formatCode>
                <c:ptCount val="6"/>
                <c:pt idx="0">
                  <c:v>0.247</c:v>
                </c:pt>
                <c:pt idx="1">
                  <c:v>0.19400000000000001</c:v>
                </c:pt>
                <c:pt idx="2">
                  <c:v>0.29299999999999998</c:v>
                </c:pt>
                <c:pt idx="3">
                  <c:v>0.17799999999999999</c:v>
                </c:pt>
                <c:pt idx="4">
                  <c:v>8.7999999999999995E-2</c:v>
                </c:pt>
                <c:pt idx="5">
                  <c:v>0</c:v>
                </c:pt>
              </c:numCache>
            </c:numRef>
          </c:yVal>
          <c:smooth val="0"/>
          <c:extLst>
            <c:ext xmlns:c16="http://schemas.microsoft.com/office/drawing/2014/chart" uri="{C3380CC4-5D6E-409C-BE32-E72D297353CC}">
              <c16:uniqueId val="{00000000-9B20-411F-A9AF-E528964C16B8}"/>
            </c:ext>
          </c:extLst>
        </c:ser>
        <c:dLbls>
          <c:showLegendKey val="0"/>
          <c:showVal val="0"/>
          <c:showCatName val="0"/>
          <c:showSerName val="0"/>
          <c:showPercent val="0"/>
          <c:showBubbleSize val="0"/>
        </c:dLbls>
        <c:axId val="71828896"/>
        <c:axId val="60990464"/>
      </c:scatterChart>
      <c:valAx>
        <c:axId val="7182889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2400" b="0" i="0" u="none" strike="noStrike" kern="1200" baseline="0">
                    <a:solidFill>
                      <a:srgbClr val="002060"/>
                    </a:solidFill>
                    <a:latin typeface="+mn-lt"/>
                    <a:ea typeface="+mn-ea"/>
                    <a:cs typeface="+mn-cs"/>
                  </a:defRPr>
                </a:pPr>
                <a:r>
                  <a:rPr lang="en-IN" dirty="0"/>
                  <a:t>Dpi, mm</a:t>
                </a:r>
              </a:p>
            </c:rich>
          </c:tx>
          <c:overlay val="0"/>
          <c:spPr>
            <a:noFill/>
            <a:ln>
              <a:noFill/>
            </a:ln>
            <a:effectLst/>
          </c:spPr>
          <c:txPr>
            <a:bodyPr rot="0" spcFirstLastPara="1" vertOverflow="ellipsis" vert="horz" wrap="square" anchor="ctr" anchorCtr="1"/>
            <a:lstStyle/>
            <a:p>
              <a:pPr>
                <a:defRPr sz="2400" b="0" i="0" u="none" strike="noStrike" kern="1200" baseline="0">
                  <a:solidFill>
                    <a:srgbClr val="002060"/>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rgbClr val="002060"/>
                </a:solidFill>
                <a:latin typeface="+mn-lt"/>
                <a:ea typeface="+mn-ea"/>
                <a:cs typeface="+mn-cs"/>
              </a:defRPr>
            </a:pPr>
            <a:endParaRPr lang="en-US"/>
          </a:p>
        </c:txPr>
        <c:crossAx val="60990464"/>
        <c:crosses val="autoZero"/>
        <c:crossBetween val="midCat"/>
      </c:valAx>
      <c:valAx>
        <c:axId val="609904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2400" b="0" i="0" u="none" strike="noStrike" kern="1200" baseline="0">
                    <a:solidFill>
                      <a:srgbClr val="002060"/>
                    </a:solidFill>
                    <a:latin typeface="+mn-lt"/>
                    <a:ea typeface="+mn-ea"/>
                    <a:cs typeface="+mn-cs"/>
                  </a:defRPr>
                </a:pPr>
                <a:r>
                  <a:rPr lang="en-IN"/>
                  <a:t>xi</a:t>
                </a:r>
              </a:p>
            </c:rich>
          </c:tx>
          <c:overlay val="0"/>
          <c:spPr>
            <a:noFill/>
            <a:ln>
              <a:noFill/>
            </a:ln>
            <a:effectLst/>
          </c:spPr>
          <c:txPr>
            <a:bodyPr rot="-5400000" spcFirstLastPara="1" vertOverflow="ellipsis" vert="horz" wrap="square" anchor="ctr" anchorCtr="1"/>
            <a:lstStyle/>
            <a:p>
              <a:pPr>
                <a:defRPr sz="2400" b="0" i="0" u="none" strike="noStrike" kern="1200" baseline="0">
                  <a:solidFill>
                    <a:srgbClr val="002060"/>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400" b="0" i="0" u="none" strike="noStrike" kern="1200" baseline="0">
                <a:solidFill>
                  <a:srgbClr val="002060"/>
                </a:solidFill>
                <a:latin typeface="+mn-lt"/>
                <a:ea typeface="+mn-ea"/>
                <a:cs typeface="+mn-cs"/>
              </a:defRPr>
            </a:pPr>
            <a:endParaRPr lang="en-US"/>
          </a:p>
        </c:txPr>
        <c:crossAx val="71828896"/>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400">
          <a:solidFill>
            <a:srgbClr val="002060"/>
          </a:solidFill>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Sheet1!$C$1</c:f>
              <c:strCache>
                <c:ptCount val="1"/>
                <c:pt idx="0">
                  <c:v>Cumulative &lt; Dpi</c:v>
                </c:pt>
              </c:strCache>
            </c:strRef>
          </c:tx>
          <c:spPr>
            <a:ln w="1905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3.7999999999999999E-2</c:v>
                </c:pt>
                <c:pt idx="1">
                  <c:v>8.8999999999999996E-2</c:v>
                </c:pt>
                <c:pt idx="2">
                  <c:v>0.126</c:v>
                </c:pt>
                <c:pt idx="3">
                  <c:v>0.17799999999999999</c:v>
                </c:pt>
                <c:pt idx="4">
                  <c:v>0.252</c:v>
                </c:pt>
                <c:pt idx="5">
                  <c:v>0.317</c:v>
                </c:pt>
              </c:numCache>
            </c:numRef>
          </c:xVal>
          <c:yVal>
            <c:numRef>
              <c:f>Sheet1!$C$2:$C$7</c:f>
              <c:numCache>
                <c:formatCode>General</c:formatCode>
                <c:ptCount val="6"/>
                <c:pt idx="0">
                  <c:v>0</c:v>
                </c:pt>
                <c:pt idx="1">
                  <c:v>0.247</c:v>
                </c:pt>
                <c:pt idx="2">
                  <c:v>0.441</c:v>
                </c:pt>
                <c:pt idx="3">
                  <c:v>0.73399999999999999</c:v>
                </c:pt>
                <c:pt idx="4">
                  <c:v>0.91199999999999992</c:v>
                </c:pt>
                <c:pt idx="5">
                  <c:v>0.99999999999999989</c:v>
                </c:pt>
              </c:numCache>
            </c:numRef>
          </c:yVal>
          <c:smooth val="0"/>
          <c:extLst>
            <c:ext xmlns:c16="http://schemas.microsoft.com/office/drawing/2014/chart" uri="{C3380CC4-5D6E-409C-BE32-E72D297353CC}">
              <c16:uniqueId val="{00000000-71AF-408C-9DBB-BE5D055E7BE6}"/>
            </c:ext>
          </c:extLst>
        </c:ser>
        <c:dLbls>
          <c:showLegendKey val="0"/>
          <c:showVal val="0"/>
          <c:showCatName val="0"/>
          <c:showSerName val="0"/>
          <c:showPercent val="0"/>
          <c:showBubbleSize val="0"/>
        </c:dLbls>
        <c:axId val="115016688"/>
        <c:axId val="60991296"/>
      </c:scatterChart>
      <c:valAx>
        <c:axId val="11501668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2000" b="1" i="0" u="none" strike="noStrike" kern="1200" baseline="0">
                    <a:solidFill>
                      <a:srgbClr val="002060"/>
                    </a:solidFill>
                    <a:latin typeface="+mn-lt"/>
                    <a:ea typeface="+mn-ea"/>
                    <a:cs typeface="+mn-cs"/>
                  </a:defRPr>
                </a:pPr>
                <a:r>
                  <a:rPr lang="en-IN" dirty="0"/>
                  <a:t>Dpi, mm</a:t>
                </a:r>
              </a:p>
            </c:rich>
          </c:tx>
          <c:overlay val="0"/>
          <c:spPr>
            <a:noFill/>
            <a:ln>
              <a:noFill/>
            </a:ln>
            <a:effectLst/>
          </c:spPr>
          <c:txPr>
            <a:bodyPr rot="0" spcFirstLastPara="1" vertOverflow="ellipsis" vert="horz" wrap="square" anchor="ctr" anchorCtr="1"/>
            <a:lstStyle/>
            <a:p>
              <a:pPr>
                <a:defRPr sz="2000" b="1" i="0" u="none" strike="noStrike" kern="1200" baseline="0">
                  <a:solidFill>
                    <a:srgbClr val="002060"/>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rgbClr val="002060"/>
                </a:solidFill>
                <a:latin typeface="+mn-lt"/>
                <a:ea typeface="+mn-ea"/>
                <a:cs typeface="+mn-cs"/>
              </a:defRPr>
            </a:pPr>
            <a:endParaRPr lang="en-US"/>
          </a:p>
        </c:txPr>
        <c:crossAx val="60991296"/>
        <c:crosses val="autoZero"/>
        <c:crossBetween val="midCat"/>
      </c:valAx>
      <c:valAx>
        <c:axId val="60991296"/>
        <c:scaling>
          <c:orientation val="minMax"/>
          <c:max val="1"/>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2000" b="1" i="0" u="none" strike="noStrike" kern="1200" baseline="0">
                    <a:solidFill>
                      <a:srgbClr val="002060"/>
                    </a:solidFill>
                    <a:latin typeface="+mn-lt"/>
                    <a:ea typeface="+mn-ea"/>
                    <a:cs typeface="+mn-cs"/>
                  </a:defRPr>
                </a:pPr>
                <a:r>
                  <a:rPr lang="en-IN"/>
                  <a:t>xi</a:t>
                </a:r>
              </a:p>
            </c:rich>
          </c:tx>
          <c:overlay val="0"/>
          <c:spPr>
            <a:noFill/>
            <a:ln>
              <a:noFill/>
            </a:ln>
            <a:effectLst/>
          </c:spPr>
          <c:txPr>
            <a:bodyPr rot="-5400000" spcFirstLastPara="1" vertOverflow="ellipsis" vert="horz" wrap="square" anchor="ctr" anchorCtr="1"/>
            <a:lstStyle/>
            <a:p>
              <a:pPr>
                <a:defRPr sz="2000" b="1" i="0" u="none" strike="noStrike" kern="1200" baseline="0">
                  <a:solidFill>
                    <a:srgbClr val="002060"/>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000" b="1" i="0" u="none" strike="noStrike" kern="1200" baseline="0">
                <a:solidFill>
                  <a:srgbClr val="002060"/>
                </a:solidFill>
                <a:latin typeface="+mn-lt"/>
                <a:ea typeface="+mn-ea"/>
                <a:cs typeface="+mn-cs"/>
              </a:defRPr>
            </a:pPr>
            <a:endParaRPr lang="en-US"/>
          </a:p>
        </c:txPr>
        <c:crossAx val="11501668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b="1">
          <a:solidFill>
            <a:srgbClr val="002060"/>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CC00E1C0-348C-40D3-BEEA-3D2CC97E46E5}" type="datetimeFigureOut">
              <a:rPr lang="en-IN" smtClean="0"/>
              <a:t>14-08-2025</a:t>
            </a:fld>
            <a:endParaRPr lang="en-IN"/>
          </a:p>
        </p:txBody>
      </p:sp>
      <p:sp>
        <p:nvSpPr>
          <p:cNvPr id="4" name="Footer Placeholder 3"/>
          <p:cNvSpPr>
            <a:spLocks noGrp="1"/>
          </p:cNvSpPr>
          <p:nvPr>
            <p:ph type="ftr" sz="quarter" idx="2"/>
          </p:nvPr>
        </p:nvSpPr>
        <p:spPr>
          <a:xfrm>
            <a:off x="0" y="9120189"/>
            <a:ext cx="3170238" cy="481012"/>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4143375" y="9120189"/>
            <a:ext cx="3170238" cy="481012"/>
          </a:xfrm>
          <a:prstGeom prst="rect">
            <a:avLst/>
          </a:prstGeom>
        </p:spPr>
        <p:txBody>
          <a:bodyPr vert="horz" lIns="91440" tIns="45720" rIns="91440" bIns="45720" rtlCol="0" anchor="b"/>
          <a:lstStyle>
            <a:lvl1pPr algn="r">
              <a:defRPr sz="1200"/>
            </a:lvl1pPr>
          </a:lstStyle>
          <a:p>
            <a:fld id="{5EBB26E0-1484-46A8-B7A9-B238AB04DEAD}" type="slidenum">
              <a:rPr lang="en-IN" smtClean="0"/>
              <a:t>‹#›</a:t>
            </a:fld>
            <a:endParaRPr lang="en-IN"/>
          </a:p>
        </p:txBody>
      </p:sp>
    </p:spTree>
    <p:extLst>
      <p:ext uri="{BB962C8B-B14F-4D97-AF65-F5344CB8AC3E}">
        <p14:creationId xmlns:p14="http://schemas.microsoft.com/office/powerpoint/2010/main" val="39539293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0-08-27T06:49:34.966"/>
    </inkml:context>
    <inkml:brush xml:id="br0">
      <inkml:brushProperty name="width" value="0.05292" units="cm"/>
      <inkml:brushProperty name="height" value="0.05292" units="cm"/>
      <inkml:brushProperty name="color" value="#FF0000"/>
    </inkml:brush>
  </inkml:definitions>
  <inkml:trace contextRef="#ctx0" brushRef="#br0">5043 6673 96 0,'0'0'502'16,"0"0"17"-16,0 0-62 0,0 0-69 16,13 5-56-16,-10-2-55 0,1 0-39 15,1 1-32-15,1 1-31 0,0 0-18 0,1 3-17 16,0-4-12-16,0 2-13 0,2 5-11 0,0-2-6 16,3 2-13-16,-3-2-4 0,3 0-7 15,1 2-9-15,-2-1-6 0,-1 0-3 16,10 8-4-16,-5-5-3 0,2 4-3 15,-2-5-3-15,-3-1-2 0,-1 0-3 0,1-1-4 16,6 6 0-16,-4-2-1 0,-1-3-1 16,-4-1-1-16,2 0 2 0,-1 0 1 15,0-1-1-15,2 1 2 0,-1 1 0 16,0-2-1-16,-2 2 1 0,3-2-1 0,-1 2 0 16,-1 1 0-16,2 0-1 0,4 3 0 15,1 2 4-15,1 0 3 0,-4-5 4 16,-1 0 6-16,5 4 1 0,3-2 1 15,-4-2-4-15,-4-1-3 0,0 0-2 0,4 5-4 16,2-2-2-16,-2 2-2 0,-4-1-3 0,1-2-2 16,2 4-2-16,0 0-4 15,-2-4-2-15,-2 0-3 0,-1-1-1 0,-1-1-1 16,2 0-1-16,-1-1-2 0,0 1-1 16,-1 0-1-16,0 0-1 0,2-1-2 0,-1 3 0 15,1-4-1-15,-2 3-1 0,0-3 0 16,0 2 0-16,0 1 0 0,-1-3-1 0,-1 2-2 15,3 0 0-15,-3 0-1 0,2-1 1 16,-1 0-2-16,2 0 0 0,-2 0 1 16,1 1-1-16,-1-3 1 0,-1 2-1 0,3 1 0 15,-3-3-1-15,0 1-1 0,2 2 1 16,-2 0 0-16,4-3 1 0,-3 3-1 16,2 0 0-16,-3-2-1 0,3-2 1 15,0 4-1-15,-1 0 1 0,0 0 1 0,1-1 0 16,0 1-1-16,0-3 2 0,0 2-1 15,0 1 0-15,-1-3-2 0,2 2 1 0,-2 0 0 16,-1 1 0-16,0-4-1 16,-2 0 0-16,0-1 0 0,0 3 1 0,2-2 1 15,-2 0-1-15,0-2-1 0,-1 1 2 16,2 0-1-16,-2-1 1 0,0 3-1 0,0-3-1 16,1 1 1-16,0 0 0 0,0-1-1 15,-1 0 1-15,-1 1-1 0,5 0 1 16,-4 0 0-16,0-2 0 0,1 1 0 0,-1-2 0 15,1 4 1-15,-1-2 0 0,-1-2-1 16,1 2 2-16,0 0 0 0,0-1 0 16,0 0-1-16,-1 1 1 0,0-3-1 0,-1 1-1 15,0-1-1-15,3 2 1 0,-3-1-1 16,0 1 0-16,-1-2 0 0,2 1 0 16,-2 0-1-16,1-1 2 0,0 3 0 0,3-2 0 15,-4 0 1-15,0-1-1 0,1 1 0 16,-2 1 0-16,2-2 0 0,0 0 0 15,-2 1 0-15,1-3 0 0,-3 0 1 0,6 4 0 16,-3-1 0-16,-3-3 1 0,4 3 2 16,-4-3 1-16,3 3 2 0,-1-2 1 15,-2-1 1-15,0 0 0 0,5 2-7 16,-5-2-40-16,0 0-69 0,0 0-99 0,0 0-242 16,0 0 7-16,0 0 13 0</inkml:trace>
  <inkml:trace contextRef="#ctx0" brushRef="#br0" timeOffset="2452.84">6639 7945 250 0,'0'0'588'16,"-4"3"8"-16,4-3-68 0,0 0-65 0,-4 2-68 15,4-2-49-15,-3 2-49 16,3-2-42-16,0 0-36 0,0 0-28 0,0 0-28 0,0 0-21 15,0 0-19-15,-8-6-15 0,8 6-10 16,1-11 3-16,0 2-5 0,-1-2-7 16,4-3-6-16,-2-3-4 0,1 2-8 0,1-3-5 15,0 0-6-15,3-9-3 0,1 0-2 16,-3 0-3-16,3-1-4 0,0-1-4 0,1-1-5 16,1-1-3-16,1 0-4 0,0 0-3 15,0 0-3-15,1-1-2 0,0 0-3 16,2 0-1-16,-1 0-3 0,-1 0-2 0,3 0-2 15,-3 1 0-15,1-1-2 0,1 2 0 16,-2-1-1-16,0 4-1 0,-1-3 0 16,1 2-1-16,0 2-1 0,0-3 0 0,-3 2 1 15,2-1 0-15,0 0-1 0,-1 0-1 16,-1 0 0-16,1-1 0 0,2 0 1 16,-3 1-1-16,2 1-1 0,-2 1 0 15,1 0-1-15,-2 2 1 0,4 2-1 16,-5 2 0-16,-1 4 0 0,1 1-1 15,-2 1 1-15,2 0-2 0,-1-2 2 0,-1 2-2 16,2-1 0-16,1-1 0 0,-2 1 0 16,6-8 0-16,-1 0 0 0,0 1-1 0,1-1 0 15,1-1 0-15,0-2-1 0,0 3 1 16,-1 0 0-16,2 0-1 0,-1-1 0 0,-2 3 0 16,0 3 0-16,-2 3 1 0,-2 2 0 15,0-1 0-15,1 1 2 0,-2-1 2 16,0 1 1-16,0-1 0 0,0 0 1 0,0 0 0 15,1-1-1-15,-2-1-1 0,8-6-1 16,-4 1 0-16,1-2-1 0,0 0 1 16,1-1-1-16,-2 5 1 0,1-5-2 15,0 5 0-15,-4 2-1 0,1 3 0 0,-1 0 0 16,-1 2 1-16,3-2 2 0,-3 1-1 16,-1 2 1-16,0 2-1 0,-2 2 0 15,3-1 0-15,-2 0 1 0,0 1-1 16,1-1 0-16,-1 2 0 0,1-2-3 0,-2 0 1 15,2-2 0-15,3-1 0 0,0 0 0 16,-1-3-1-16,2 3 0 0,0-2 0 0,-1-1-1 16,1 5 1-16,0-3 0 0,-2 3 0 15,-1 1 0-15,2 1 1 0,-3 0 0 16,1 0 1-16,-1 0 0 0,2 1 0 0,-3-1-1 16,-1 3 1-16,5-3-1 0,-4 0-1 15,2 2 0-15,-1-2-1 0,1 0-1 0,-1 0 1 16,6-2-1-16,-4 1 1 0,-1 1-1 15,1 0 1-15,1 2-1 0,-1 0 1 16,0-1-3-16,-1 1 1 0,0 1 2 16,0-1-1-16,-1 2 1 0,1 0-2 0,-1 2 3 15,-1-2-1-15,0 2 1 0,-3 1-1 16,6-4 1-16,-3 4-1 0,2-1 1 0,-5 1-2 16,8 1 1-16,-4 0 1 15,2 3 0-15,2-1 0 0,-1 1 0 0,2 1 0 16,-3-2 0-16,2 2 1 0,2 5 0 15,1-3 0-15,-2 0 1 0,1 3 0 0,-1-1 1 16,-1 2 1-16,-2-2 1 0,5 1 1 16,-5 3-1-16,1-1-1 0,0 1 1 15,-2 0 0-15,5 1 0 0,-2 0-1 16,-1 1 0-16,5 9-1 0,-3 0 1 0,0-4 0 16,-4-5 0-16,3 2 0 0,-1-3-1 15,-1 2-1-15,0 0 2 0,5 9 1 16,-3-5 0-16,-3-1 1 0,1-3-1 0,0 1 1 15,0-1 1-15,-1 0-1 0,0 2-1 16,0-2 1-16,-1-1-2 0,2 1 1 0,0-1-1 16,-1 0-1-16,-1-1 0 0,2-2 0 15,-2 3-1-15,0-4 0 0,0-2 1 16,0 3 0-16,0 0 1 0,-1 1 1 0,0-1 0 16,2 2 2-16,-2-3-1 0,1 4 0 15,-1 0 2-15,2 0-2 0,0 1 1 16,-2-1-1-16,2 2 0 0,-1 1-1 15,2 0-1-15,3 8 0 0,-3-6 2 16,0-2-3-16,-1-2 0 0,2 0 0 0,4 7 0 16,-3-3 1-16,2 3 0 0,-1-3 0 15,3 3-2-15,-1 1 1 0,1 0 0 16,-2 0-1-16,3 0 1 0,-1 0 0 0,-1 1 0 16,0-4 0-16,2 2-1 0,0-1-1 15,-2 1 1-15,2-1 0 0,0 0-1 0,0-1 1 16,-1 2-1-16,0 0 0 0,0-2 2 15,2 3-2-15,-2-1 0 0,0 1 1 16,2 0 0-16,-3-2-1 0,2 2 0 16,-2-2-2-16,3 1 0 0,-3 2 1 0,1-3 0 15,1 1 1-15,-1 0 1 0,1-1 2 16,1 1 0-16,-3 0 2 0,3 0 2 0,-3 0 0 16,3-2 1-16,-5-1 0 0,2 2 1 15,2 1-2-15,-1 0 0 0,0-1 0 16,-1-1-2-16,1 0 0 0,1 2 0 15,-1-3-2-15,1 3 0 0,0-3 0 0,0 2-1 16,0-2 0-16,-2-2 0 0,-2-3 0 16,6 6 1-16,-2-1 1 0,1 1 3 15,-1-1-2-15,-2-2 1 0,2 2 0 0,0 2-1 16,-1-6 1-16,-2-1 0 16,-1-2 0-16,5 8 0 0,-2 0-1 0,-1-4-1 15,-3-2 0-15,2-2 1 0,2 8-2 0,-1-4 1 16,-2-3 0-16,-1 0-1 0,1 0 0 15,-2-3-1-15,0 2 1 0,2 0 0 16,0-1-1-16,0-1 1 0,0 1-1 16,0-1 1-16,0 0 0 0,-1-1-1 0,0-1 1 15,1-2 0-15,0 2-1 0,-2 0 0 16,0 0 1-16,1-1-1 0,-2 0 0 16,-1-2 0-16,1 1-1 0,0 0 1 15,0-1-1-15,-1 2 1 0,-1-1-1 0,2 0 0 16,-2 0 0-16,2 0-1 0,-1-1 1 15,0 0-1-15,-1 1 0 0,0 0-1 0,1 0 2 16,1 0 0-16,-1 2 0 0,-1-3 0 16,2 0-1-16,-3 3 1 0,2-3 0 15,-1 3-1-15,2-1 0 0,-1 0 0 16,0-1 1-16,-1 3-1 0,2-2 1 0,-2-1-1 16,3 3 1-16,0 0 0 0,-2 0 0 15,2-1 0-15,-2 1 0 0,2 1-1 0,1-1 1 16,-1-1 1-16,-2-1-2 0,1-1 2 15,3 4-1-15,-3-1 1 0,2 0 0 16,0-1 0-16,-3 2-1 0,5-2 1 16,-2 1 1-16,-1-1-1 0,-2-1 0 0,5 2 0 15,-3-2-1-15,0 3 0 0,-1-3 1 16,1-1-2-16,0 2 1 0,-1-1 1 0,2 0-1 16,0 2-1-16,-1-2 1 0,-2-1 0 15,1 0-1-15,-1 2 2 0,2-3-1 16,-1 1 1-16,-2 0 0 0,2 0 0 15,-2-1 0-15,0 0 0 0,0-1-7 0,1-1-21 16,-1 2-26-16,-2-3-42 0,0-1 10 16,0 1-357-16,-2-3-8 0,0 0 0 15</inkml:trace>
  <inkml:trace contextRef="#ctx0" brushRef="#br0" timeOffset="4601.39">9418 8589 371 0,'-3'-4'635'0,"2"1"-20"15,1 3-79-15,-2-7-84 0,0 4-69 0,2 3-62 16,-4-5-52-16,4 5-38 0,0 0-31 16,-2-4-26-16,2 4-19 0,0 0-14 0,0 0-17 15,0 0-9-15,0 0-7 0,7 13-7 16,-3-5-6-16,-1 0-7 0,4 3-9 16,0 1 1-16,2 2-7 0,3 9-7 0,-1-1-5 15,2-1-4-15,1 1-4 0,-1-1-4 16,0 2-4-16,1-1-2 0,0 2-3 0,1-3-3 15,0 2-1-15,1 3-2 0,0-3-2 16,2 2-3-16,-1-1-1 0,0 2-2 16,2-3-1-16,1 3 0 0,1-1 0 15,-1-2-1-15,2 4-1 0,0-2 0 0,2-1-1 16,0 2-1-16,19 18 0 0,-12-11 1 16,-6-9 2-16,-2-2 0 0,1-1 1 15,-1-1 0-15,-2 0-1 0,2-2-1 0,2 2-1 16,0-2-2-16,-1 0-2 0,1 0-1 15,1 1-2-15,0 0-1 0,-2-1-1 16,-1 0-2-16,0 0 1 0,0 1-2 0,-1-1-2 16,-1 1 1-16,0 1-1 0,-2-1-1 15,1-1 0-15,-1-1-1 0,1 1-1 16,-2 2-1-16,1-5 0 0,-2 2 1 16,0 1-2-16,2-3 1 0,-5-1-2 0,4 2 1 15,-4-3-1-15,0-1 0 0,3 4 0 16,2 0 0-16,-6-4 0 0,2-1 0 15,0 7 1-15,1-6-2 0,-4 1 1 0,-2-4-1 16,8 7 1-16,-4-4 0 0,-2-1-1 16,0 0 0-16,-2-2 2 0,2 3-1 15,-2-1-1-15,1 1 0 0,-1-1 1 16,0 1-1-16,7 7 0 0,-6-6 1 0,0 0-2 16,-1-2 1-16,-1 0 0 0,1-1 0 15,1 2 0-15,-1 0 0 0,-1-2 0 16,2 3 2-16,-3-2-1 0,4 0-2 15,-1 1 1-15,-1-1 0 0,1 0-1 0,-1-1 2 16,1 1-1-16,-3-1 0 0,4 0 1 0,-2 2 0 16,0-3 0-16,1 2 0 0,0-1 0 15,0 1 2-15,-1 1-1 16,1-2 0-16,0 2 1 0,0 0-1 0,-2-1 0 16,3 1 2-16,4 6-2 0,-4-3 0 0,0-3 0 15,-1-3 0-15,0 2-1 0,-1 1 2 16,0-2-1-16,9 7-1 0,-6-3 2 15,1-1 0-15,3 3 0 0,-3-3-1 16,-2-1 1-16,-2-1 0 0,8 6 0 0,-2-2 1 16,-5-2-2-16,3 4 1 0,4 2-1 15,-5-4 1-15,3 3-1 0,1-1 1 0,-3-2-2 16,1 3 1-16,-1-4-2 0,-2-1 1 16,6 5 0-16,-1-1 1 0,0 0-1 15,2 0 0-15,-3-2 1 0,3 3-1 16,-2 0-1-16,1-1 1 0,1 0 0 15,-2 2 0-15,3 2-1 0,-2 0 2 0,0 0-1 16,-1 2 0-16,2-1 1 0,0 1 0 16,0 0-1-16,-1 0 0 0,2-2 0 15,0 2 0-15,1 1 0 0,-1-1 0 16,2-1 1-16,3 1-2 0,-2 0 1 0,-2-1 0 16,5 0 0-16,-1 1 0 0,0-2 0 15,1 0 3-15,1 1-2 0,-1-2 0 0,23 20-1 16,-16-17 1-16,-6-1 0 0,-5-5 0 15,-2 0-2-15,1 2 2 0,1-1 0 16,-2 2 0-16,3-1-1 0,-1-1 0 0,-2 3 0 16,1-3-1-16,1 2 1 0,-1-2-1 15,-1 0 0-15,2-2 0 0,-4 2 0 16,5 0 0-16,-3 0 0 0,1-2 1 0,0-1-1 16,0 1 0-16,-1 0 1 0,-2-1-1 15,2 1 0-15,-2 0 0 0,0 0 0 16,3 0 1-16,-2-1-1 0,-2 1 0 15,2-1 0-15,-1 2 1 0,-5-5-1 16,4 5 0-16,-2-3 0 0,3 2 1 0,-4-1 0 16,-1-2-1-16,2 3 0 0,2 1 0 15,-4-4 0-15,1 0-1 0,-3-3 1 16,1 2 0-16,5 4 0 0,-1-2 0 0,-3-2 1 16,-2 0 0-16,1-1-1 0,5 4 1 15,-5-1-1-15,1-3 1 0,-1 0 0 16,5 5 0-16,-2-3-1 0,-2-1 0 0,-3-1 1 15,4-3-1-15,-3 2 1 0,8 7 0 16,-4-6 0-16,-3 1-1 0,7 2 0 16,0-3 1-16,-6-1 0 0,7 4 0 0,-3-4 0 15,-4 1 0-15,-1-2-1 0,3 1 0 16,-2-2 1-16,1 1-1 0,-1-1 0 0,1 0 1 16,-1 0 0-16,0 0-1 0,1-1 0 15,-1 1 1-15,1-2-1 16,1 1 0-16,-1-2 1 0,-1 2-1 15,4-1 1-15,-4 0-1 0,3 0 0 0,-1-1 1 0,1 1-1 16,-3 0 0-16,3 1 1 0,-2-1 0 16,2-1 0-16,-3 0-1 0,2 1 0 15,-1-3 0-15,-1 3 1 0,1-3-1 16,-1 2-1-16,1-1 1 0,-3-1 0 0,-2 1 2 16,2-2-2-16,-2 0 1 0,0 0-2 15,0 1 1-15,0-2 0 0,-2 1 0 0,2 1 0 16,-2-2 1-16,-1-1-1 0,-1 2 2 15,-1-2-1-15,1 1 1 0,-5-1 0 16,9 0 1-16,-5 0-2 0,-4 0-8 16,5 0-22-16,-5 0-28 0,6-1-37 0,-6 1-60 15,0 0 33-15,5-2-325 0,-5 2-3 16,-3-7 3-16</inkml:trace>
  <inkml:trace contextRef="#ctx0" brushRef="#br0" timeOffset="25176.46">21360 12772 211 0,'0'0'413'0,"-6"-2"22"0,6 2-24 16,0 0-36-16,0 0-42 16,-4-4-34-16,4 4-24 0,0 0-25 0,0-5-7 15,0 5-14-15,1-6-10 0,4 1-16 16,-1-4-17-16,0 1-17 0,5-3-18 0,-1-2-8 15,1 0-13-15,5-6-12 0,0-1-11 16,-2 4-13-16,-2 2-10 0,1-1-9 16,3-4-9-16,-1 0-4 0,0-2-7 0,-2 6-7 15,-2 0-3-15,1 1-1 0,4-4 1 16,-3-1 3-16,-2 3 0 0,4-5 2 16,0 1 0-16,0-2 0 0,0 0-3 15,1-1-3-15,-1 1-3 0,0-1-4 0,1 2-1 16,2-2-6-16,-3 0-1 0,3-2-2 15,-2 1-1-15,1-1-1 0,0-1-2 0,2 1 0 16,0 0 0-16,0-3-1 0,1 0-2 16,0-1 1-16,2 0-1 15,-1 0-1-15,14-24-1 0,-7 16 0 16,-6 7 0-16,-3 5-4 0,0 0 0 0,0 0-1 16,1 2-2-16,-1-1 0 0,0 1-2 0,1 2 0 15,-2 0 0-15,0-1-2 0,0 1 1 16,0 0-3-16,0-1 1 0,2-2 1 15,-2 3 0-15,2-3 0 0,1 0-1 0,-1 0 2 16,3 0-1-16,-1-1 1 0,-1 2-1 16,0-1-1-16,-1 2-1 0,0 0 1 0,-1 1-1 15,0 0-1-15,-2 3-1 0,-3 2 1 16,4-3-1-16,-5 3 0 0,-2 2-1 16,-1 1 0-16,2 1 0 0,3-6 0 15,2-2 0-15,-3 4 0 0,3-4-1 0,-4 3 1 16,3-4-1-16,1 0 1 0,0-2-1 15,1 3 0-15,-2-3-1 0,3 2 0 16,-2 0 0-16,2-1 1 0,-1 0-1 0,0 4 1 16,-2-2 0-16,0 0-1 0,-3 4 1 15,0 1 0-15,-3 4 2 0,1-3-2 16,0 0 0-16,5-8-1 0,1 1 1 16,0-2-1-16,0 1 0 0,2 0 0 15,-3-2 1-15,3 1-1 0,1-1 0 0,-1 1-1 16,2 0 1-16,-1-1 0 0,0 2-2 15,0 1 2-15,0-2 1 0,0 2-1 0,-2 0 1 16,0 0 0-16,-1 1-1 0,-1 0 0 16,0 0 1-16,-3 3 0 0,2-3 0 15,-2 2 1-15,-2 2 0 0,6-5 0 0,-2 1 0 16,3-2-1-16,-2-1 1 0,2-2 0 16,-1 3 0-16,2-1 0 0,0-3 0 15,0 4 0-15,-2-1 0 0,4 2-1 16,-2-3 0-16,0 3 0 0,-1 0-1 0,-1 1 1 15,-3 4 0-15,-2 2 1 0,-2-1 0 16,-1 4 1-16,3-2-1 0,-2-1 2 16,0 1-1-16,-2 2 0 0,3-4 0 15,-1 1 0-15,1 0 0 0,0-1 0 0,2-6-1 16,2 0-1-16,-1 0 1 0,1 1 0 16,1-2-1-16,-3 5 0 15,-2 1 1-15,5-4-1 0,-4 4 1 0,2 2 0 0,-4 3 1 16,1 0 1-16,-1-3 1 0,1 3 0 15,-1-2 1-15,1 1-1 0,-1-1 0 16,-1 0 0-16,1-1 0 0,1 2-1 16,6-9 0-16,0 0 0 0,1 0 0 0,-1 1 0 15,3-2 1-15,-1 0-1 0,1 1 0 16,0 1 0-16,-1 1 0 0,-4 4-1 0,-3 4 2 16,-1 1 0-16,-1 1 0 0,0 1-2 15,-4 2-8-15,1 1-15 0,-2 4-20 16,-1 0-32-16,-2 1-36 0,0 0-49 0,0 0 39 15,7 6-332-15,-5-4 3 0,-2-2 8 16</inkml:trace>
  <inkml:trace contextRef="#ctx0" brushRef="#br0" timeOffset="34373.28">24002 9106 235 0,'1'-5'514'0,"3"-2"-7"15,-2-1-56-15,3-2-63 0,0-2-55 16,3-2-43-16,-1-1-37 0,6-8-26 16,-2 0-28-16,4-2-16 0,0-1-17 15,1-1-16-15,-2 0-16 0,3-1-11 0,0 0-10 16,-1 1-7-16,1-2-9 0,-1 2-7 15,-2 0-10-15,2 1-12 0,0-3-6 16,1 1-8-16,-3-1-476 0,79-134-2313 16,-74 128 2788-1,-3 5-25-15,2-1 116 0,15-24 102 16,-9 13-274-16,-4 10 49 0,-6 6-74 16,6 0 113-16,-3-1-19 0,-2 1-246 15</inkml:trace>
  <inkml:trace contextRef="#ctx0" brushRef="#br0" timeOffset="34769.06">24784 7764 5150 0,'6'-10'312'16,"-3"2"-170"-16,2 0-84 0,1 0-39 16,1-1-21-16,-1 0-22 0,0 3 11 15,1-3-12-15,-4 1-6 0,4 0-9 0,-2 2-4 16,3-4-5-16,0-1-6 0,1 0-1 16,1 0-6-16,-2 0 3 15,1-2 2-15,-1 2-3 0,1-1 4 0,1-1 5 16,0 0 3-16,4-7 3 0,-2 3 5 0,0 2 0 15,-1-6 1-15,5 1 3 0,-5 3 5 16,3-4-1-16,-1-1 5 0,0 1 8 16,1 0-8-16,0 0 5 0,1-1-1 0,0 2 8 15,0-1 1-15,0-1-5 0,-1 3 2 16,1 0 13-16,-3 3-4 0,-4 2-3 16,0 2 5-16,0-1-1 0,0 2 1 0,0-2 5 15,-1 0-1-15,0 0-3 0,2 0 5 16,-1 0 0-16,1-2 0 0,-2 1 0 15,7-7 0-15,1-2 2 0,-1 3-1 0,-1-2-1 16,1-1 2-16,1 1-133 0,1 2 138 16,-2-3 3-16,4 1 1 0,-5 2 2 15,3 1 0-15,-7 4-6 0,-1 4-14 0,2 1-24 16,-6 2-13-16,1 3-8 0,-1-1-16 16,-2 2-22-16,0 1-26 0,1 1-30 15,-3 2-52-15,4-4-165 0,-2 3 25 16,-2 1-326-16</inkml:trace>
  <inkml:trace contextRef="#ctx0" brushRef="#br0" timeOffset="35679.67">25835 6366 407 0,'0'-18'500'0,"2"13"-51"0,-2 5-66 15,4-10-66-15,0 3-53 0,-2 1-43 16,3-3-27-16,1-3-28 0,2 1-24 16,-1-4-21-16,9-6-12 0,-1-1-12 0,1-3-10 15,4-1-11-15,2 1-8 0,21-25-14 16,0 6-22-16,-1-1-30 0,-8 11-59 0,-3 6-47 15,21-15-61-15,-5 4-180 0,-10 10-337 16,-8 7 121-16</inkml:trace>
  <inkml:trace contextRef="#ctx0" brushRef="#br0" timeOffset="36693.91">26812 5382 364 0,'19'-17'526'15,"4"-1"-46"-15,2-1-79 0,-2 0-67 0,3-3-55 16,-1 5-42-16,4-4-38 0,-2 1-32 16,2 0-19-16,0 1-21 0,-1-1-15 15,1 0-16-15,22-14-12 0,-12 9-12 0,-8 4-9 16,-3 3-6-16,-1 1-8 0,3 0-2 16,-1-2-5-16,3 2-4 0,1 1-4 15,0 0-2-15,-2 0-7 0,1 0-1 16,-1 1-2-16,0 1-3 0,-2 0-2 15,-2 0-3-15,2 0-2 0,-2 1-1 0,-4 0-3 16,1 2-2-16,0 1-1 0,-7 1 0 16,-1-1 0-16,-3 3-1 0,0-1-2 15,3 0 3-15,7-5-5 0,-2 0 2 0,2-1-1 16,2 0-1-16,-2-3 2 0,4 5-2 16,-3-3 2-16,3 0 1 0,-2 1-3 15,2 0 2-15,0-1 0 0,-2 3-1 0,-1-1 1 16,-2 0 0-16,-5 3-2 0,-2 1 0 15,1 0 2-15,-3 2-1 0,10-5 1 16,0-2 2-16,-3 2-1 0,0-1 0 0,3-1-1 16,-1 0 2-16,0 1-3 0,3 0 3 15,0-1-3-15,-1 2-1 0,1-1 2 16,-1 1 2-16,1 0-3 0,-1 1 1 16,-3-2 0-16,-1 5-2 0,-3 0 0 15,-2 1 0-15,2 1 1 0,-2 0-1 0,2-1 2 16,5-4-2-16,-1 3 3 0,-3 1-1 15,-2 0 0-15,9-2-2 0,-1-1 0 16,-2 1 3-16,3-1-1 0,-3 2 1 0,1-1-1 16,1 0 0-16,-5 0-1 0,0 2-1 15,-3 0 2-15,-1 1-2 0,0 1 3 16,1-1-1-16,0 0 1 0,1-1-1 16,-3 1-2-16,3 1-2 0,-2-3 1 0,3 2 1 15,-2-1 0-15,0 0-2 0,8-1 0 16,-4 1 1-16,-2 0-4 0,-3 3 5 15,1-1 1-15,-2 0-1 0,3 1 0 0,-4 1-1 16,3-1 1-16,-4 2 0 0,1 0 0 16,-3 0 0-16,1 1-2 0,0-1 2 15,1 1 0-15,-1 0 0 0,5-2 0 0,2 2 0 16,-4-1 0-16,3 1-2 0,-1-1 4 16,2 0 1-16,-1 1 1 0,2-1-1 15,-1-1-1-15,1 2 1 0,0-1 1 16,-1 1-1-16,-2-2-1 0,2 2-2 0,1-1 0 15,-1-1 1-15,-1 2 3 0,1-2-1 16,-1 2 2-16,1-1 3 0,-1 0 4 16,0 0-2-16,-2 1 1 0,3-2-1 0,-5 2 0 15,4-1 0-15,-4 1 0 0,0 0-2 16,-3-1 0-16,3 1-2 0,-3 0-1 16,-1 0 0-16,2 1 2 0,-3-1-1 15,0 0 0-15,-1 1 1 0,1-1-1 0,-3 1 0 16,0 0-2-16,-5 0-20 0,8-1-7 15,-4 1-11-15,-4 0-25 0,8 1-35 16,-5 0-48-16,0 0-244 0,-3-1 23 0,6 3 23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143F6E76-D32A-4F60-9992-87F5028D701A}" type="datetimeFigureOut">
              <a:rPr lang="en-IN" smtClean="0"/>
              <a:t>14-08-2025</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5"/>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61" tIns="48331" rIns="96661" bIns="48331" rtlCol="0" anchor="b"/>
          <a:lstStyle>
            <a:lvl1pPr algn="r">
              <a:defRPr sz="1300"/>
            </a:lvl1pPr>
          </a:lstStyle>
          <a:p>
            <a:fld id="{74B2998F-6834-4E04-A5E3-C7F868389BD2}" type="slidenum">
              <a:rPr lang="en-IN" smtClean="0"/>
              <a:t>‹#›</a:t>
            </a:fld>
            <a:endParaRPr lang="en-IN"/>
          </a:p>
        </p:txBody>
      </p:sp>
    </p:spTree>
    <p:extLst>
      <p:ext uri="{BB962C8B-B14F-4D97-AF65-F5344CB8AC3E}">
        <p14:creationId xmlns:p14="http://schemas.microsoft.com/office/powerpoint/2010/main" val="3329620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nchorCtr="0"/>
          <a:lstStyle/>
          <a:p>
            <a:pPr algn="l"/>
            <a:endParaRPr lang="en-US" sz="1600" b="1" dirty="0">
              <a:latin typeface="+mn-lt"/>
              <a:cs typeface="Arial" pitchFamily="34" charset="0"/>
            </a:endParaRPr>
          </a:p>
        </p:txBody>
      </p:sp>
      <p:sp>
        <p:nvSpPr>
          <p:cNvPr id="22" name="Rectangle 21"/>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4" name="Rectangle 23"/>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pic>
        <p:nvPicPr>
          <p:cNvPr id="26" name="Picture 25" descr="BITS_university_logo_whitevert.png"/>
          <p:cNvPicPr>
            <a:picLocks noChangeAspect="1"/>
          </p:cNvPicPr>
          <p:nvPr/>
        </p:nvPicPr>
        <p:blipFill rotWithShape="1">
          <a:blip r:embed="rId3">
            <a:extLst>
              <a:ext uri="{28A0092B-C50C-407E-A947-70E740481C1C}">
                <a14:useLocalDpi xmlns:a14="http://schemas.microsoft.com/office/drawing/2010/main" val="0"/>
              </a:ext>
            </a:extLst>
          </a:blip>
          <a:srcRect t="2" b="28592"/>
          <a:stretch/>
        </p:blipFill>
        <p:spPr>
          <a:xfrm>
            <a:off x="101600" y="3352800"/>
            <a:ext cx="2743200" cy="1980000"/>
          </a:xfrm>
          <a:prstGeom prst="rect">
            <a:avLst/>
          </a:prstGeom>
        </p:spPr>
      </p:pic>
      <p:sp>
        <p:nvSpPr>
          <p:cNvPr id="30" name="TextBox 29"/>
          <p:cNvSpPr txBox="1"/>
          <p:nvPr/>
        </p:nvSpPr>
        <p:spPr>
          <a:xfrm>
            <a:off x="-101600" y="5257802"/>
            <a:ext cx="2946400" cy="461665"/>
          </a:xfrm>
          <a:prstGeom prst="rect">
            <a:avLst/>
          </a:prstGeom>
          <a:noFill/>
        </p:spPr>
        <p:txBody>
          <a:bodyPr wrap="square" numCol="1" rtlCol="0">
            <a:spAutoFit/>
          </a:bodyPr>
          <a:lstStyle/>
          <a:p>
            <a:pPr algn="ctr"/>
            <a:r>
              <a:rPr lang="en-US" sz="2400" b="0" spc="-113" dirty="0">
                <a:solidFill>
                  <a:schemeClr val="bg1"/>
                </a:solidFill>
                <a:latin typeface="+mn-lt"/>
                <a:cs typeface="Arial"/>
              </a:rPr>
              <a:t>BITS Pilani</a:t>
            </a:r>
          </a:p>
        </p:txBody>
      </p:sp>
      <p:sp>
        <p:nvSpPr>
          <p:cNvPr id="31" name="TextBox 30"/>
          <p:cNvSpPr txBox="1"/>
          <p:nvPr/>
        </p:nvSpPr>
        <p:spPr>
          <a:xfrm>
            <a:off x="0" y="5666603"/>
            <a:ext cx="2743200" cy="307777"/>
          </a:xfrm>
          <a:prstGeom prst="rect">
            <a:avLst/>
          </a:prstGeom>
          <a:noFill/>
        </p:spPr>
        <p:txBody>
          <a:bodyPr wrap="square" numCol="1" rtlCol="0">
            <a:spAutoFit/>
          </a:bodyPr>
          <a:lstStyle/>
          <a:p>
            <a:pPr algn="ctr"/>
            <a:r>
              <a:rPr lang="en-US" sz="1400" spc="0" dirty="0">
                <a:solidFill>
                  <a:srgbClr val="FFFFFF"/>
                </a:solidFill>
                <a:latin typeface="+mn-lt"/>
                <a:cs typeface="Arial"/>
              </a:rPr>
              <a:t>Pilani</a:t>
            </a:r>
            <a:r>
              <a:rPr lang="en-US" sz="1400" spc="0" baseline="0" dirty="0">
                <a:solidFill>
                  <a:srgbClr val="FFFFFF"/>
                </a:solidFill>
                <a:latin typeface="+mn-lt"/>
                <a:cs typeface="Arial"/>
              </a:rPr>
              <a:t> Campus</a:t>
            </a:r>
            <a:endParaRPr lang="en-US" sz="1400" spc="0" dirty="0">
              <a:solidFill>
                <a:srgbClr val="FFFFFF"/>
              </a:solidFill>
              <a:latin typeface="+mn-lt"/>
              <a:cs typeface="Arial"/>
            </a:endParaRPr>
          </a:p>
        </p:txBody>
      </p:sp>
      <p:sp>
        <p:nvSpPr>
          <p:cNvPr id="11" name="Title 1"/>
          <p:cNvSpPr>
            <a:spLocks noGrp="1"/>
          </p:cNvSpPr>
          <p:nvPr>
            <p:ph type="title" hasCustomPrompt="1"/>
          </p:nvPr>
        </p:nvSpPr>
        <p:spPr>
          <a:xfrm>
            <a:off x="3352800" y="3810000"/>
            <a:ext cx="8026400" cy="1524000"/>
          </a:xfrm>
        </p:spPr>
        <p:txBody>
          <a:bodyPr numCol="1" anchor="ctr" anchorCtr="0">
            <a:noAutofit/>
          </a:bodyPr>
          <a:lstStyle>
            <a:lvl1pPr algn="l">
              <a:lnSpc>
                <a:spcPts val="3000"/>
              </a:lnSpc>
              <a:defRPr sz="3600" baseline="0">
                <a:solidFill>
                  <a:schemeClr val="bg1"/>
                </a:solidFill>
              </a:defRPr>
            </a:lvl1pPr>
          </a:lstStyle>
          <a:p>
            <a:r>
              <a:rPr lang="en-GB" altLang="en-GB" dirty="0"/>
              <a:t>Presentation Title </a:t>
            </a:r>
            <a:endParaRPr lang="en-US" dirty="0"/>
          </a:p>
        </p:txBody>
      </p:sp>
    </p:spTree>
    <p:extLst>
      <p:ext uri="{BB962C8B-B14F-4D97-AF65-F5344CB8AC3E}">
        <p14:creationId xmlns:p14="http://schemas.microsoft.com/office/powerpoint/2010/main" val="2855921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dirty="0">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7" name="Content Placeholder 6"/>
          <p:cNvSpPr>
            <a:spLocks noGrp="1"/>
          </p:cNvSpPr>
          <p:nvPr>
            <p:ph sz="quarter" idx="13" hasCustomPrompt="1"/>
          </p:nvPr>
        </p:nvSpPr>
        <p:spPr>
          <a:xfrm>
            <a:off x="3354745" y="5206978"/>
            <a:ext cx="8026400" cy="700756"/>
          </a:xfrm>
        </p:spPr>
        <p:txBody>
          <a:bodyPr numCol="1" anchor="b" anchorCtr="0">
            <a:noAutofit/>
          </a:bodyPr>
          <a:lstStyle>
            <a:lvl1pPr marL="0" indent="0" algn="r">
              <a:lnSpc>
                <a:spcPts val="1350"/>
              </a:lnSpc>
              <a:spcBef>
                <a:spcPts val="0"/>
              </a:spcBef>
              <a:buNone/>
              <a:defRPr sz="2000" baseline="0">
                <a:solidFill>
                  <a:schemeClr val="bg1"/>
                </a:solidFill>
                <a:latin typeface="+mj-lt"/>
              </a:defRPr>
            </a:lvl1pPr>
          </a:lstStyle>
          <a:p>
            <a:pPr lvl="0"/>
            <a:r>
              <a:rPr lang="en-GB" altLang="en-GB" dirty="0"/>
              <a:t>Presenter Name</a:t>
            </a:r>
          </a:p>
          <a:p>
            <a:pPr lvl="0"/>
            <a:endParaRPr lang="en-GB" altLang="en-GB" dirty="0"/>
          </a:p>
          <a:p>
            <a:pPr lvl="0"/>
            <a:r>
              <a:rPr lang="en-GB" altLang="en-GB" dirty="0"/>
              <a:t>Date </a:t>
            </a:r>
          </a:p>
        </p:txBody>
      </p:sp>
      <p:sp>
        <p:nvSpPr>
          <p:cNvPr id="2" name="Title 1"/>
          <p:cNvSpPr>
            <a:spLocks noGrp="1"/>
          </p:cNvSpPr>
          <p:nvPr>
            <p:ph type="title" hasCustomPrompt="1"/>
          </p:nvPr>
        </p:nvSpPr>
        <p:spPr>
          <a:xfrm>
            <a:off x="3354745" y="3429000"/>
            <a:ext cx="8026400" cy="1524000"/>
          </a:xfrm>
        </p:spPr>
        <p:txBody>
          <a:bodyPr numCol="1" anchor="ctr" anchorCtr="0">
            <a:noAutofit/>
          </a:bodyPr>
          <a:lstStyle>
            <a:lvl1pPr algn="l">
              <a:lnSpc>
                <a:spcPts val="3000"/>
              </a:lnSpc>
              <a:defRPr sz="3600" baseline="0">
                <a:solidFill>
                  <a:schemeClr val="bg1"/>
                </a:solidFill>
                <a:latin typeface="+mj-lt"/>
              </a:defRPr>
            </a:lvl1pPr>
          </a:lstStyle>
          <a:p>
            <a:r>
              <a:rPr lang="en-GB" altLang="en-GB" dirty="0"/>
              <a:t>Presentation title</a:t>
            </a:r>
            <a:endParaRPr lang="en-US" dirty="0"/>
          </a:p>
        </p:txBody>
      </p:sp>
      <p:pic>
        <p:nvPicPr>
          <p:cNvPr id="13" name="Picture 12" descr="BITS_university_logo_whitevert.png"/>
          <p:cNvPicPr preferRelativeResize="0">
            <a:picLocks/>
          </p:cNvPicPr>
          <p:nvPr/>
        </p:nvPicPr>
        <p:blipFill rotWithShape="1">
          <a:blip r:embed="rId3">
            <a:extLst>
              <a:ext uri="{28A0092B-C50C-407E-A947-70E740481C1C}">
                <a14:useLocalDpi xmlns:a14="http://schemas.microsoft.com/office/drawing/2010/main" val="0"/>
              </a:ext>
            </a:extLst>
          </a:blip>
          <a:srcRect t="2" b="28592"/>
          <a:stretch/>
        </p:blipFill>
        <p:spPr>
          <a:xfrm>
            <a:off x="191344" y="3225301"/>
            <a:ext cx="2160000" cy="2160000"/>
          </a:xfrm>
          <a:prstGeom prst="rect">
            <a:avLst/>
          </a:prstGeom>
        </p:spPr>
      </p:pic>
      <p:sp>
        <p:nvSpPr>
          <p:cNvPr id="14" name="TextBox 13"/>
          <p:cNvSpPr txBox="1"/>
          <p:nvPr/>
        </p:nvSpPr>
        <p:spPr>
          <a:xfrm>
            <a:off x="18728" y="5293668"/>
            <a:ext cx="2456855" cy="461665"/>
          </a:xfrm>
          <a:prstGeom prst="rect">
            <a:avLst/>
          </a:prstGeom>
          <a:noFill/>
        </p:spPr>
        <p:txBody>
          <a:bodyPr wrap="square" numCol="1" rtlCol="0">
            <a:spAutoFit/>
          </a:bodyPr>
          <a:lstStyle/>
          <a:p>
            <a:pPr algn="ctr"/>
            <a:r>
              <a:rPr lang="en-US" sz="2400" b="1" spc="-113" dirty="0">
                <a:solidFill>
                  <a:schemeClr val="bg1"/>
                </a:solidFill>
                <a:latin typeface="+mn-lt"/>
                <a:cs typeface="Arial"/>
              </a:rPr>
              <a:t>BITS</a:t>
            </a:r>
            <a:r>
              <a:rPr lang="en-US" sz="2400" spc="-113" dirty="0">
                <a:solidFill>
                  <a:schemeClr val="bg1"/>
                </a:solidFill>
                <a:latin typeface="+mn-lt"/>
                <a:cs typeface="Arial"/>
              </a:rPr>
              <a:t> Pilani</a:t>
            </a:r>
          </a:p>
        </p:txBody>
      </p:sp>
      <p:sp>
        <p:nvSpPr>
          <p:cNvPr id="15" name="TextBox 14"/>
          <p:cNvSpPr txBox="1"/>
          <p:nvPr/>
        </p:nvSpPr>
        <p:spPr>
          <a:xfrm>
            <a:off x="139200" y="5684844"/>
            <a:ext cx="2160000" cy="338554"/>
          </a:xfrm>
          <a:prstGeom prst="rect">
            <a:avLst/>
          </a:prstGeom>
          <a:noFill/>
        </p:spPr>
        <p:txBody>
          <a:bodyPr wrap="square" numCol="1" rtlCol="0">
            <a:spAutoFit/>
          </a:bodyPr>
          <a:lstStyle/>
          <a:p>
            <a:pPr algn="ctr"/>
            <a:r>
              <a:rPr lang="en-US" sz="1600" spc="0" dirty="0">
                <a:solidFill>
                  <a:srgbClr val="FFFFFF"/>
                </a:solidFill>
                <a:latin typeface="+mn-lt"/>
                <a:cs typeface="Arial"/>
              </a:rPr>
              <a:t>Pilani</a:t>
            </a:r>
            <a:r>
              <a:rPr lang="en-US" sz="1600" spc="0" baseline="0" dirty="0">
                <a:solidFill>
                  <a:srgbClr val="FFFFFF"/>
                </a:solidFill>
                <a:latin typeface="+mn-lt"/>
                <a:cs typeface="Arial"/>
              </a:rPr>
              <a:t> Campus</a:t>
            </a:r>
            <a:endParaRPr lang="en-US" sz="1600" spc="0" dirty="0">
              <a:solidFill>
                <a:srgbClr val="FFFFFF"/>
              </a:solidFill>
              <a:latin typeface="+mn-lt"/>
              <a:cs typeface="Arial"/>
            </a:endParaRPr>
          </a:p>
        </p:txBody>
      </p:sp>
    </p:spTree>
    <p:extLst>
      <p:ext uri="{BB962C8B-B14F-4D97-AF65-F5344CB8AC3E}">
        <p14:creationId xmlns:p14="http://schemas.microsoft.com/office/powerpoint/2010/main" val="464995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p:nvPicPr>
        <p:blipFill>
          <a:blip r:embed="rId2"/>
          <a:srcRect/>
          <a:stretch>
            <a:fillRect/>
          </a:stretch>
        </p:blipFill>
        <p:spPr>
          <a:xfrm>
            <a:off x="0" y="0"/>
            <a:ext cx="12192000" cy="6858000"/>
          </a:xfrm>
          <a:prstGeom prst="rect">
            <a:avLst/>
          </a:prstGeom>
          <a:noFill/>
        </p:spPr>
      </p:pic>
      <p:sp>
        <p:nvSpPr>
          <p:cNvPr id="8" name="Rectangle 7"/>
          <p:cNvSpPr/>
          <p:nvPr/>
        </p:nvSpPr>
        <p:spPr>
          <a:xfrm>
            <a:off x="0" y="4282182"/>
            <a:ext cx="12192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pic>
        <p:nvPicPr>
          <p:cNvPr id="15" name="Picture 14" descr="Picture 7.png"/>
          <p:cNvPicPr>
            <a:picLocks noChangeAspect="1"/>
          </p:cNvPicPr>
          <p:nvPr/>
        </p:nvPicPr>
        <p:blipFill>
          <a:blip r:embed="rId3" cstate="print"/>
          <a:srcRect l="1923" b="5336"/>
          <a:stretch>
            <a:fillRect/>
          </a:stretch>
        </p:blipFill>
        <p:spPr>
          <a:xfrm>
            <a:off x="8839204" y="-1"/>
            <a:ext cx="2924257" cy="692697"/>
          </a:xfrm>
          <a:prstGeom prst="rect">
            <a:avLst/>
          </a:prstGeom>
        </p:spPr>
      </p:pic>
      <p:sp>
        <p:nvSpPr>
          <p:cNvPr id="11" name="Rectangle 10"/>
          <p:cNvSpPr/>
          <p:nvPr/>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6" name="Rectangle 15"/>
          <p:cNvSpPr/>
          <p:nvPr/>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8" name="Rectangle 17"/>
          <p:cNvSpPr/>
          <p:nvPr/>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2" name="TextBox 11"/>
          <p:cNvSpPr txBox="1"/>
          <p:nvPr/>
        </p:nvSpPr>
        <p:spPr>
          <a:xfrm>
            <a:off x="9144000" y="762002"/>
            <a:ext cx="2946400" cy="461665"/>
          </a:xfrm>
          <a:prstGeom prst="rect">
            <a:avLst/>
          </a:prstGeom>
          <a:noFill/>
        </p:spPr>
        <p:txBody>
          <a:bodyPr wrap="square" numCol="1" rtlCol="0">
            <a:spAutoFit/>
          </a:bodyPr>
          <a:lstStyle/>
          <a:p>
            <a:pPr algn="ctr"/>
            <a:r>
              <a:rPr lang="en-US" sz="2400" b="0" spc="-113" dirty="0">
                <a:solidFill>
                  <a:schemeClr val="bg1"/>
                </a:solidFill>
                <a:latin typeface="+mn-lt"/>
                <a:cs typeface="Arial"/>
              </a:rPr>
              <a:t>BITS Pilani</a:t>
            </a:r>
          </a:p>
        </p:txBody>
      </p:sp>
      <p:sp>
        <p:nvSpPr>
          <p:cNvPr id="13" name="TextBox 12"/>
          <p:cNvSpPr txBox="1"/>
          <p:nvPr/>
        </p:nvSpPr>
        <p:spPr>
          <a:xfrm>
            <a:off x="9448800" y="1170804"/>
            <a:ext cx="2540000" cy="276999"/>
          </a:xfrm>
          <a:prstGeom prst="rect">
            <a:avLst/>
          </a:prstGeom>
          <a:noFill/>
        </p:spPr>
        <p:txBody>
          <a:bodyPr wrap="square" numCol="1" rtlCol="0">
            <a:spAutoFit/>
          </a:bodyPr>
          <a:lstStyle/>
          <a:p>
            <a:pPr algn="ctr"/>
            <a:r>
              <a:rPr lang="en-US" sz="1200" spc="0" dirty="0">
                <a:solidFill>
                  <a:srgbClr val="FFFFFF"/>
                </a:solidFill>
                <a:latin typeface="+mn-lt"/>
                <a:cs typeface="Arial"/>
              </a:rPr>
              <a:t>Pilani</a:t>
            </a:r>
            <a:r>
              <a:rPr lang="en-US" sz="1200" spc="0" baseline="0" dirty="0">
                <a:solidFill>
                  <a:srgbClr val="FFFFFF"/>
                </a:solidFill>
                <a:latin typeface="+mn-lt"/>
                <a:cs typeface="Arial"/>
              </a:rPr>
              <a:t> Campus</a:t>
            </a:r>
            <a:endParaRPr lang="en-US" sz="1200" spc="0" dirty="0">
              <a:solidFill>
                <a:srgbClr val="FFFFFF"/>
              </a:solidFill>
              <a:latin typeface="+mn-lt"/>
              <a:cs typeface="Arial"/>
            </a:endParaRPr>
          </a:p>
        </p:txBody>
      </p:sp>
      <p:sp>
        <p:nvSpPr>
          <p:cNvPr id="2" name="Title 1"/>
          <p:cNvSpPr>
            <a:spLocks noGrp="1"/>
          </p:cNvSpPr>
          <p:nvPr>
            <p:ph type="title"/>
          </p:nvPr>
        </p:nvSpPr>
        <p:spPr>
          <a:xfrm>
            <a:off x="592667" y="4586984"/>
            <a:ext cx="10972800" cy="1143000"/>
          </a:xfrm>
        </p:spPr>
        <p:txBody>
          <a:bodyPr/>
          <a:lstStyle>
            <a:lvl1pPr>
              <a:defRPr>
                <a:solidFill>
                  <a:srgbClr val="002060"/>
                </a:solidFill>
              </a:defRPr>
            </a:lvl1pPr>
          </a:lstStyle>
          <a:p>
            <a:r>
              <a:rPr lang="en-US"/>
              <a:t>Click to edit Master title style</a:t>
            </a:r>
            <a:endParaRPr lang="en-IN" dirty="0"/>
          </a:p>
        </p:txBody>
      </p:sp>
    </p:spTree>
    <p:extLst>
      <p:ext uri="{BB962C8B-B14F-4D97-AF65-F5344CB8AC3E}">
        <p14:creationId xmlns:p14="http://schemas.microsoft.com/office/powerpoint/2010/main" val="1830298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6" name="Picture 15" descr="Picture 7.png"/>
          <p:cNvPicPr>
            <a:picLocks noChangeAspect="1"/>
          </p:cNvPicPr>
          <p:nvPr/>
        </p:nvPicPr>
        <p:blipFill>
          <a:blip r:embed="rId2" cstate="print"/>
          <a:srcRect l="1923" b="5336"/>
          <a:stretch>
            <a:fillRect/>
          </a:stretch>
        </p:blipFill>
        <p:spPr>
          <a:xfrm>
            <a:off x="9456434" y="0"/>
            <a:ext cx="2735567" cy="648000"/>
          </a:xfrm>
          <a:prstGeom prst="rect">
            <a:avLst/>
          </a:prstGeom>
        </p:spPr>
      </p:pic>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latin typeface="+mn-lt"/>
              </a:defRPr>
            </a:lvl1pPr>
          </a:lstStyle>
          <a:p>
            <a:fld id="{793CAAB6-CD82-467D-B8E9-9E98DCC1E140}" type="datetime1">
              <a:rPr lang="en-IN" smtClean="0"/>
              <a:t>14-08-2025</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2060"/>
                </a:solidFill>
                <a:latin typeface="+mn-lt"/>
              </a:defRPr>
            </a:lvl1pPr>
          </a:lstStyle>
          <a:p>
            <a:r>
              <a:rPr lang="en-US"/>
              <a:t>SEPARATION PROCESSES-II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latin typeface="+mn-lt"/>
              </a:defRPr>
            </a:lvl1pPr>
          </a:lstStyle>
          <a:p>
            <a:fld id="{957D5EAD-A97B-4969-AF6A-47A86C2666CF}" type="slidenum">
              <a:rPr lang="en-IN" smtClean="0"/>
              <a:t>‹#›</a:t>
            </a:fld>
            <a:endParaRPr lang="en-IN"/>
          </a:p>
        </p:txBody>
      </p:sp>
      <p:sp>
        <p:nvSpPr>
          <p:cNvPr id="10" name="Title 9"/>
          <p:cNvSpPr>
            <a:spLocks noGrp="1"/>
          </p:cNvSpPr>
          <p:nvPr>
            <p:ph type="title"/>
          </p:nvPr>
        </p:nvSpPr>
        <p:spPr>
          <a:xfrm>
            <a:off x="443999" y="-4794"/>
            <a:ext cx="9012435" cy="864000"/>
          </a:xfrm>
        </p:spPr>
        <p:txBody>
          <a:bodyPr/>
          <a:lstStyle>
            <a:lvl1pPr>
              <a:defRPr>
                <a:solidFill>
                  <a:srgbClr val="002060"/>
                </a:solidFill>
              </a:defRPr>
            </a:lvl1pPr>
          </a:lstStyle>
          <a:p>
            <a:r>
              <a:rPr lang="en-US"/>
              <a:t>Click to edit Master title style</a:t>
            </a:r>
            <a:endParaRPr lang="en-IN"/>
          </a:p>
        </p:txBody>
      </p:sp>
      <p:sp>
        <p:nvSpPr>
          <p:cNvPr id="7" name="Content Placeholder 6">
            <a:extLst>
              <a:ext uri="{FF2B5EF4-FFF2-40B4-BE49-F238E27FC236}">
                <a16:creationId xmlns:a16="http://schemas.microsoft.com/office/drawing/2014/main" id="{2FABC1C0-E399-4727-BAFC-A3C9C317453B}"/>
              </a:ext>
            </a:extLst>
          </p:cNvPr>
          <p:cNvSpPr>
            <a:spLocks noGrp="1"/>
          </p:cNvSpPr>
          <p:nvPr>
            <p:ph sz="quarter" idx="14"/>
          </p:nvPr>
        </p:nvSpPr>
        <p:spPr>
          <a:xfrm>
            <a:off x="544513" y="1141413"/>
            <a:ext cx="10914062" cy="47228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500779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latin typeface="+mn-lt"/>
              </a:defRPr>
            </a:lvl1pPr>
          </a:lstStyle>
          <a:p>
            <a:fld id="{F62F1373-6317-4369-96B3-E1706F11E666}" type="datetime1">
              <a:rPr lang="en-IN" smtClean="0"/>
              <a:t>14-08-2025</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2060"/>
                </a:solidFill>
                <a:latin typeface="+mn-lt"/>
              </a:defRPr>
            </a:lvl1pPr>
          </a:lstStyle>
          <a:p>
            <a:r>
              <a:rPr lang="en-US"/>
              <a:t>SEPARATION PROCESSES-II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rgbClr val="002060"/>
                </a:solidFill>
              </a:defRPr>
            </a:lvl1pPr>
          </a:lstStyle>
          <a:p>
            <a:r>
              <a:rPr lang="en-US"/>
              <a:t>Click to edit Master title style</a:t>
            </a:r>
            <a:endParaRPr lang="en-IN"/>
          </a:p>
        </p:txBody>
      </p:sp>
      <p:pic>
        <p:nvPicPr>
          <p:cNvPr id="2" name="Picture 1">
            <a:extLst>
              <a:ext uri="{FF2B5EF4-FFF2-40B4-BE49-F238E27FC236}">
                <a16:creationId xmlns:a16="http://schemas.microsoft.com/office/drawing/2014/main" id="{6EBED1AA-28D0-45FC-8FFA-4C86EED6999E}"/>
              </a:ext>
            </a:extLst>
          </p:cNvPr>
          <p:cNvPicPr>
            <a:picLocks noChangeAspect="1"/>
          </p:cNvPicPr>
          <p:nvPr/>
        </p:nvPicPr>
        <p:blipFill>
          <a:blip r:embed="rId2"/>
          <a:stretch>
            <a:fillRect/>
          </a:stretch>
        </p:blipFill>
        <p:spPr>
          <a:xfrm>
            <a:off x="10992835" y="0"/>
            <a:ext cx="1209675" cy="1123950"/>
          </a:xfrm>
          <a:prstGeom prst="rect">
            <a:avLst/>
          </a:prstGeom>
        </p:spPr>
      </p:pic>
    </p:spTree>
    <p:extLst>
      <p:ext uri="{BB962C8B-B14F-4D97-AF65-F5344CB8AC3E}">
        <p14:creationId xmlns:p14="http://schemas.microsoft.com/office/powerpoint/2010/main" val="316244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and Content">
    <p:bg>
      <p:bgPr>
        <a:solidFill>
          <a:schemeClr val="tx1"/>
        </a:solidFill>
        <a:effectLst/>
      </p:bgPr>
    </p:bg>
    <p:spTree>
      <p:nvGrpSpPr>
        <p:cNvPr id="1" name=""/>
        <p:cNvGrpSpPr/>
        <p:nvPr/>
      </p:nvGrpSpPr>
      <p:grpSpPr>
        <a:xfrm>
          <a:off x="0" y="0"/>
          <a:ext cx="0" cy="0"/>
          <a:chOff x="0" y="0"/>
          <a:chExt cx="0" cy="0"/>
        </a:xfrm>
      </p:grpSpPr>
      <p:grpSp>
        <p:nvGrpSpPr>
          <p:cNvPr id="12" name="Group 11"/>
          <p:cNvGrpSpPr/>
          <p:nvPr/>
        </p:nvGrpSpPr>
        <p:grpSpPr>
          <a:xfrm>
            <a:off x="2540000" y="6324600"/>
            <a:ext cx="9600000" cy="54000"/>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3" name="Group 22"/>
          <p:cNvGrpSpPr/>
          <p:nvPr/>
        </p:nvGrpSpPr>
        <p:grpSpPr>
          <a:xfrm>
            <a:off x="0" y="860400"/>
            <a:ext cx="8880000" cy="54000"/>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C8031A8B-4C8E-4A91-8AF7-6F818B3845F3}" type="datetime1">
              <a:rPr lang="en-IN" smtClean="0"/>
              <a:t>14-08-2025</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PROCESSES-II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US"/>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1671680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Title and Conten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775C6030-3177-42D1-A166-8780658CEE63}" type="datetime1">
              <a:rPr lang="en-IN" smtClean="0"/>
              <a:t>14-08-2025</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PROCESSES-II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US"/>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1022550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1"/>
          </p:nvPr>
        </p:nvSpPr>
        <p:spPr>
          <a:xfrm>
            <a:off x="609600" y="6416680"/>
            <a:ext cx="2844800" cy="365125"/>
          </a:xfrm>
        </p:spPr>
        <p:txBody>
          <a:bodyPr/>
          <a:lstStyle>
            <a:lvl1pPr>
              <a:defRPr sz="1400" b="1">
                <a:solidFill>
                  <a:schemeClr val="bg1">
                    <a:lumMod val="85000"/>
                  </a:schemeClr>
                </a:solidFill>
                <a:latin typeface="+mn-lt"/>
              </a:defRPr>
            </a:lvl1pPr>
          </a:lstStyle>
          <a:p>
            <a:fld id="{6AA7CA08-ABC1-4731-A517-5CF7A5A99B80}" type="datetime1">
              <a:rPr lang="en-IN" smtClean="0"/>
              <a:t>14-08-2025</a:t>
            </a:fld>
            <a:endParaRPr lang="en-IN"/>
          </a:p>
        </p:txBody>
      </p:sp>
      <p:sp>
        <p:nvSpPr>
          <p:cNvPr id="8" name="Footer Placeholder 7"/>
          <p:cNvSpPr>
            <a:spLocks noGrp="1"/>
          </p:cNvSpPr>
          <p:nvPr>
            <p:ph type="ftr" sz="quarter" idx="12"/>
          </p:nvPr>
        </p:nvSpPr>
        <p:spPr>
          <a:xfrm>
            <a:off x="4165600" y="6416680"/>
            <a:ext cx="3860800" cy="365125"/>
          </a:xfrm>
        </p:spPr>
        <p:txBody>
          <a:bodyPr/>
          <a:lstStyle>
            <a:lvl1pPr>
              <a:defRPr sz="1400" b="1">
                <a:solidFill>
                  <a:srgbClr val="00B0F0"/>
                </a:solidFill>
                <a:latin typeface="+mn-lt"/>
              </a:defRPr>
            </a:lvl1pPr>
          </a:lstStyle>
          <a:p>
            <a:r>
              <a:rPr lang="en-US"/>
              <a:t>SEPARATION PROCESSES-II</a:t>
            </a:r>
            <a:endParaRPr lang="en-IN"/>
          </a:p>
        </p:txBody>
      </p:sp>
      <p:sp>
        <p:nvSpPr>
          <p:cNvPr id="9" name="Slide Number Placeholder 8"/>
          <p:cNvSpPr>
            <a:spLocks noGrp="1"/>
          </p:cNvSpPr>
          <p:nvPr>
            <p:ph type="sldNum" sz="quarter" idx="13"/>
          </p:nvPr>
        </p:nvSpPr>
        <p:spPr>
          <a:xfrm>
            <a:off x="8737600" y="6416679"/>
            <a:ext cx="2844800" cy="365125"/>
          </a:xfrm>
        </p:spPr>
        <p:txBody>
          <a:bodyPr/>
          <a:lstStyle>
            <a:lvl1pPr>
              <a:defRPr sz="1400" b="1">
                <a:solidFill>
                  <a:schemeClr val="bg1">
                    <a:lumMod val="85000"/>
                  </a:schemeClr>
                </a:solidFill>
                <a:latin typeface="+mn-lt"/>
              </a:defRPr>
            </a:lvl1pPr>
          </a:lstStyle>
          <a:p>
            <a:fld id="{957D5EAD-A97B-4969-AF6A-47A86C2666CF}" type="slidenum">
              <a:rPr lang="en-IN" smtClean="0"/>
              <a:t>‹#›</a:t>
            </a:fld>
            <a:endParaRPr lang="en-IN"/>
          </a:p>
        </p:txBody>
      </p:sp>
      <p:sp>
        <p:nvSpPr>
          <p:cNvPr id="4" name="Content Placeholder 3"/>
          <p:cNvSpPr>
            <a:spLocks noGrp="1"/>
          </p:cNvSpPr>
          <p:nvPr>
            <p:ph sz="quarter" idx="14"/>
          </p:nvPr>
        </p:nvSpPr>
        <p:spPr>
          <a:xfrm>
            <a:off x="562684" y="1147673"/>
            <a:ext cx="109728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itle 9"/>
          <p:cNvSpPr>
            <a:spLocks noGrp="1"/>
          </p:cNvSpPr>
          <p:nvPr>
            <p:ph type="title"/>
          </p:nvPr>
        </p:nvSpPr>
        <p:spPr>
          <a:xfrm>
            <a:off x="443999" y="-4794"/>
            <a:ext cx="8892361" cy="864000"/>
          </a:xfrm>
        </p:spPr>
        <p:txBody>
          <a:bodyPr/>
          <a:lstStyle>
            <a:lvl1pPr>
              <a:defRPr>
                <a:solidFill>
                  <a:schemeClr val="bg1"/>
                </a:solidFill>
              </a:defRPr>
            </a:lvl1pPr>
          </a:lstStyle>
          <a:p>
            <a:r>
              <a:rPr lang="en-US"/>
              <a:t>Click to edit Master title style</a:t>
            </a:r>
            <a:endParaRPr lang="en-IN"/>
          </a:p>
        </p:txBody>
      </p:sp>
      <p:pic>
        <p:nvPicPr>
          <p:cNvPr id="16" name="Picture 15" descr="BITS_university_logo_whitevert.png">
            <a:extLst>
              <a:ext uri="{FF2B5EF4-FFF2-40B4-BE49-F238E27FC236}">
                <a16:creationId xmlns:a16="http://schemas.microsoft.com/office/drawing/2014/main" id="{ECEC327C-BD81-4173-A209-BC6699A024A0}"/>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2" b="28592"/>
          <a:stretch/>
        </p:blipFill>
        <p:spPr>
          <a:xfrm>
            <a:off x="10992544" y="-28261"/>
            <a:ext cx="1199456" cy="1134586"/>
          </a:xfrm>
          <a:prstGeom prst="rect">
            <a:avLst/>
          </a:prstGeom>
        </p:spPr>
      </p:pic>
    </p:spTree>
    <p:extLst>
      <p:ext uri="{BB962C8B-B14F-4D97-AF65-F5344CB8AC3E}">
        <p14:creationId xmlns:p14="http://schemas.microsoft.com/office/powerpoint/2010/main" val="267944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p:nvPicPr>
        <p:blipFill>
          <a:blip r:embed="rId2" cstate="print"/>
          <a:srcRect l="1923" b="5336"/>
          <a:stretch>
            <a:fillRect/>
          </a:stretch>
        </p:blipFill>
        <p:spPr>
          <a:xfrm>
            <a:off x="9456434" y="0"/>
            <a:ext cx="2735567" cy="648000"/>
          </a:xfrm>
          <a:prstGeom prst="rect">
            <a:avLst/>
          </a:prstGeom>
        </p:spPr>
      </p:pic>
      <p:grpSp>
        <p:nvGrpSpPr>
          <p:cNvPr id="20" name="Group 19"/>
          <p:cNvGrpSpPr/>
          <p:nvPr/>
        </p:nvGrpSpPr>
        <p:grpSpPr>
          <a:xfrm>
            <a:off x="0" y="868682"/>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9" name="Group 28"/>
          <p:cNvGrpSpPr/>
          <p:nvPr/>
        </p:nvGrpSpPr>
        <p:grpSpPr>
          <a:xfrm>
            <a:off x="2844800" y="6287776"/>
            <a:ext cx="93472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sp>
        <p:nvSpPr>
          <p:cNvPr id="2" name="Date Placeholder 1"/>
          <p:cNvSpPr>
            <a:spLocks noGrp="1"/>
          </p:cNvSpPr>
          <p:nvPr>
            <p:ph type="dt" sz="half" idx="11"/>
          </p:nvPr>
        </p:nvSpPr>
        <p:spPr/>
        <p:txBody>
          <a:bodyPr/>
          <a:lstStyle/>
          <a:p>
            <a:fld id="{743A4FEC-5CA3-4A6C-9A16-46ABA3497544}" type="datetime1">
              <a:rPr lang="en-IN" smtClean="0"/>
              <a:t>14-08-2025</a:t>
            </a:fld>
            <a:endParaRPr lang="en-IN"/>
          </a:p>
        </p:txBody>
      </p:sp>
      <p:sp>
        <p:nvSpPr>
          <p:cNvPr id="5" name="Footer Placeholder 4"/>
          <p:cNvSpPr>
            <a:spLocks noGrp="1"/>
          </p:cNvSpPr>
          <p:nvPr>
            <p:ph type="ftr" sz="quarter" idx="12"/>
          </p:nvPr>
        </p:nvSpPr>
        <p:spPr/>
        <p:txBody>
          <a:bodyPr/>
          <a:lstStyle/>
          <a:p>
            <a:r>
              <a:rPr lang="en-US"/>
              <a:t>SEPARATION PROCESSES-II</a:t>
            </a:r>
            <a:endParaRPr lang="en-IN"/>
          </a:p>
        </p:txBody>
      </p:sp>
      <p:sp>
        <p:nvSpPr>
          <p:cNvPr id="6" name="Slide Number Placeholder 5"/>
          <p:cNvSpPr>
            <a:spLocks noGrp="1"/>
          </p:cNvSpPr>
          <p:nvPr>
            <p:ph type="sldNum" sz="quarter" idx="13"/>
          </p:nvPr>
        </p:nvSpPr>
        <p:spPr/>
        <p:txBody>
          <a:bodyPr/>
          <a:lstStyle/>
          <a:p>
            <a:fld id="{957D5EAD-A97B-4969-AF6A-47A86C2666CF}" type="slidenum">
              <a:rPr lang="en-IN" smtClean="0"/>
              <a:t>‹#›</a:t>
            </a:fld>
            <a:endParaRPr lang="en-IN"/>
          </a:p>
        </p:txBody>
      </p:sp>
      <p:sp>
        <p:nvSpPr>
          <p:cNvPr id="8" name="Content Placeholder 7"/>
          <p:cNvSpPr>
            <a:spLocks noGrp="1"/>
          </p:cNvSpPr>
          <p:nvPr>
            <p:ph sz="quarter" idx="14"/>
          </p:nvPr>
        </p:nvSpPr>
        <p:spPr>
          <a:xfrm>
            <a:off x="406400" y="1125898"/>
            <a:ext cx="552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Content Placeholder 9"/>
          <p:cNvSpPr>
            <a:spLocks noGrp="1"/>
          </p:cNvSpPr>
          <p:nvPr>
            <p:ph sz="quarter" idx="15"/>
          </p:nvPr>
        </p:nvSpPr>
        <p:spPr>
          <a:xfrm>
            <a:off x="6367200" y="1137930"/>
            <a:ext cx="552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Title 10"/>
          <p:cNvSpPr>
            <a:spLocks noGrp="1"/>
          </p:cNvSpPr>
          <p:nvPr>
            <p:ph type="title"/>
          </p:nvPr>
        </p:nvSpPr>
        <p:spPr>
          <a:xfrm>
            <a:off x="406400" y="1"/>
            <a:ext cx="10972800" cy="845821"/>
          </a:xfrm>
        </p:spPr>
        <p:txBody>
          <a:bodyPr/>
          <a:lstStyle/>
          <a:p>
            <a:r>
              <a:rPr lang="en-US"/>
              <a:t>Click to edit Master title style</a:t>
            </a:r>
            <a:endParaRPr lang="en-IN" dirty="0"/>
          </a:p>
        </p:txBody>
      </p:sp>
    </p:spTree>
    <p:extLst>
      <p:ext uri="{BB962C8B-B14F-4D97-AF65-F5344CB8AC3E}">
        <p14:creationId xmlns:p14="http://schemas.microsoft.com/office/powerpoint/2010/main" val="3892047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2"/>
            <a:ext cx="5386917" cy="827087"/>
          </a:xfrm>
        </p:spPr>
        <p:txBody>
          <a:bodyPr numCol="1"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362204"/>
            <a:ext cx="5386917" cy="3763963"/>
          </a:xfrm>
        </p:spPr>
        <p:txBody>
          <a:bodyPr numCol="1"/>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2"/>
            <a:ext cx="5389033" cy="827087"/>
          </a:xfrm>
        </p:spPr>
        <p:txBody>
          <a:bodyPr numCol="1"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70" y="2362204"/>
            <a:ext cx="5389033" cy="3763963"/>
          </a:xfrm>
        </p:spPr>
        <p:txBody>
          <a:bodyPr numCol="1"/>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oup 10"/>
          <p:cNvGrpSpPr/>
          <p:nvPr/>
        </p:nvGrpSpPr>
        <p:grpSpPr>
          <a:xfrm>
            <a:off x="0" y="868682"/>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6" name="Group 15"/>
          <p:cNvGrpSpPr/>
          <p:nvPr/>
        </p:nvGrpSpPr>
        <p:grpSpPr>
          <a:xfrm>
            <a:off x="2844800" y="6338420"/>
            <a:ext cx="93472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20" name="Picture 19"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1"/>
          </p:nvPr>
        </p:nvSpPr>
        <p:spPr/>
        <p:txBody>
          <a:bodyPr/>
          <a:lstStyle/>
          <a:p>
            <a:fld id="{680F4A18-4DB3-44A7-9B1E-93E7313DB5C0}" type="datetime1">
              <a:rPr lang="en-IN" smtClean="0"/>
              <a:t>14-08-2025</a:t>
            </a:fld>
            <a:endParaRPr lang="en-IN"/>
          </a:p>
        </p:txBody>
      </p:sp>
      <p:sp>
        <p:nvSpPr>
          <p:cNvPr id="7" name="Footer Placeholder 6"/>
          <p:cNvSpPr>
            <a:spLocks noGrp="1"/>
          </p:cNvSpPr>
          <p:nvPr>
            <p:ph type="ftr" sz="quarter" idx="12"/>
          </p:nvPr>
        </p:nvSpPr>
        <p:spPr/>
        <p:txBody>
          <a:bodyPr/>
          <a:lstStyle/>
          <a:p>
            <a:r>
              <a:rPr lang="en-US"/>
              <a:t>SEPARATION PROCESSES-II</a:t>
            </a:r>
            <a:endParaRPr lang="en-IN"/>
          </a:p>
        </p:txBody>
      </p:sp>
      <p:sp>
        <p:nvSpPr>
          <p:cNvPr id="8" name="Slide Number Placeholder 7"/>
          <p:cNvSpPr>
            <a:spLocks noGrp="1"/>
          </p:cNvSpPr>
          <p:nvPr>
            <p:ph type="sldNum" sz="quarter" idx="13"/>
          </p:nvPr>
        </p:nvSpPr>
        <p:spPr/>
        <p:txBody>
          <a:bodyPr/>
          <a:lstStyle/>
          <a:p>
            <a:fld id="{957D5EAD-A97B-4969-AF6A-47A86C2666CF}" type="slidenum">
              <a:rPr lang="en-IN" smtClean="0"/>
              <a:t>‹#›</a:t>
            </a:fld>
            <a:endParaRPr lang="en-IN"/>
          </a:p>
        </p:txBody>
      </p:sp>
      <p:sp>
        <p:nvSpPr>
          <p:cNvPr id="9" name="Title 8"/>
          <p:cNvSpPr>
            <a:spLocks noGrp="1"/>
          </p:cNvSpPr>
          <p:nvPr>
            <p:ph type="title"/>
          </p:nvPr>
        </p:nvSpPr>
        <p:spPr>
          <a:xfrm>
            <a:off x="304800" y="9943"/>
            <a:ext cx="10972800" cy="864000"/>
          </a:xfrm>
        </p:spPr>
        <p:txBody>
          <a:bodyPr/>
          <a:lstStyle/>
          <a:p>
            <a:r>
              <a:rPr lang="en-US"/>
              <a:t>Click to edit Master title style</a:t>
            </a:r>
            <a:endParaRPr lang="en-IN"/>
          </a:p>
        </p:txBody>
      </p:sp>
    </p:spTree>
    <p:extLst>
      <p:ext uri="{BB962C8B-B14F-4D97-AF65-F5344CB8AC3E}">
        <p14:creationId xmlns:p14="http://schemas.microsoft.com/office/powerpoint/2010/main" val="247631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6" name="Group 5"/>
          <p:cNvGrpSpPr/>
          <p:nvPr/>
        </p:nvGrpSpPr>
        <p:grpSpPr>
          <a:xfrm>
            <a:off x="0" y="868682"/>
            <a:ext cx="93472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1" name="Group 10"/>
          <p:cNvGrpSpPr/>
          <p:nvPr/>
        </p:nvGrpSpPr>
        <p:grpSpPr>
          <a:xfrm>
            <a:off x="2844800" y="6172201"/>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5" name="Picture 14"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1"/>
          </p:nvPr>
        </p:nvSpPr>
        <p:spPr/>
        <p:txBody>
          <a:bodyPr/>
          <a:lstStyle/>
          <a:p>
            <a:fld id="{45B495A5-7228-4970-8717-F77030465104}"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a:t>
            </a:fld>
            <a:endParaRPr lang="en-IN"/>
          </a:p>
        </p:txBody>
      </p:sp>
      <p:sp>
        <p:nvSpPr>
          <p:cNvPr id="10" name="Title 9"/>
          <p:cNvSpPr>
            <a:spLocks noGrp="1"/>
          </p:cNvSpPr>
          <p:nvPr>
            <p:ph type="title"/>
          </p:nvPr>
        </p:nvSpPr>
        <p:spPr>
          <a:xfrm>
            <a:off x="609600" y="-1"/>
            <a:ext cx="10972800" cy="864000"/>
          </a:xfrm>
        </p:spPr>
        <p:txBody>
          <a:bodyPr/>
          <a:lstStyle/>
          <a:p>
            <a:r>
              <a:rPr lang="en-US"/>
              <a:t>Click to edit Master title style</a:t>
            </a:r>
            <a:endParaRPr lang="en-IN"/>
          </a:p>
        </p:txBody>
      </p:sp>
    </p:spTree>
    <p:extLst>
      <p:ext uri="{BB962C8B-B14F-4D97-AF65-F5344CB8AC3E}">
        <p14:creationId xmlns:p14="http://schemas.microsoft.com/office/powerpoint/2010/main" val="259897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600205"/>
            <a:ext cx="6815667" cy="4525963"/>
          </a:xfrm>
        </p:spPr>
        <p:txBody>
          <a:bodyPr numCol="1"/>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600205"/>
            <a:ext cx="4011084" cy="4525963"/>
          </a:xfrm>
        </p:spPr>
        <p:txBody>
          <a:bodyPr numCol="1"/>
          <a:lstStyle>
            <a:lvl1pPr marL="0" indent="0">
              <a:buNone/>
              <a:defRPr sz="105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grpSp>
        <p:nvGrpSpPr>
          <p:cNvPr id="9" name="Group 8"/>
          <p:cNvGrpSpPr/>
          <p:nvPr/>
        </p:nvGrpSpPr>
        <p:grpSpPr>
          <a:xfrm>
            <a:off x="0" y="838201"/>
            <a:ext cx="93472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4" name="Group 13"/>
          <p:cNvGrpSpPr/>
          <p:nvPr/>
        </p:nvGrpSpPr>
        <p:grpSpPr>
          <a:xfrm>
            <a:off x="2844800" y="6248401"/>
            <a:ext cx="93472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8" name="Picture 17"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Date Placeholder 1"/>
          <p:cNvSpPr>
            <a:spLocks noGrp="1"/>
          </p:cNvSpPr>
          <p:nvPr>
            <p:ph type="dt" sz="half" idx="14"/>
          </p:nvPr>
        </p:nvSpPr>
        <p:spPr/>
        <p:txBody>
          <a:bodyPr/>
          <a:lstStyle/>
          <a:p>
            <a:fld id="{204C4D53-4B0F-43A3-8AF7-A28CF93D388C}" type="datetime1">
              <a:rPr lang="en-IN" smtClean="0"/>
              <a:t>14-08-2025</a:t>
            </a:fld>
            <a:endParaRPr lang="en-IN"/>
          </a:p>
        </p:txBody>
      </p:sp>
      <p:sp>
        <p:nvSpPr>
          <p:cNvPr id="5" name="Footer Placeholder 4"/>
          <p:cNvSpPr>
            <a:spLocks noGrp="1"/>
          </p:cNvSpPr>
          <p:nvPr>
            <p:ph type="ftr" sz="quarter" idx="15"/>
          </p:nvPr>
        </p:nvSpPr>
        <p:spPr/>
        <p:txBody>
          <a:bodyPr/>
          <a:lstStyle/>
          <a:p>
            <a:r>
              <a:rPr lang="en-US"/>
              <a:t>SEPARATION PROCESSES-II</a:t>
            </a:r>
            <a:endParaRPr lang="en-IN"/>
          </a:p>
        </p:txBody>
      </p:sp>
      <p:sp>
        <p:nvSpPr>
          <p:cNvPr id="6" name="Slide Number Placeholder 5"/>
          <p:cNvSpPr>
            <a:spLocks noGrp="1"/>
          </p:cNvSpPr>
          <p:nvPr>
            <p:ph type="sldNum" sz="quarter" idx="16"/>
          </p:nvPr>
        </p:nvSpPr>
        <p:spPr/>
        <p:txBody>
          <a:bodyPr/>
          <a:lstStyle/>
          <a:p>
            <a:fld id="{957D5EAD-A97B-4969-AF6A-47A86C2666CF}" type="slidenum">
              <a:rPr lang="en-IN" smtClean="0"/>
              <a:t>‹#›</a:t>
            </a:fld>
            <a:endParaRPr lang="en-IN"/>
          </a:p>
        </p:txBody>
      </p:sp>
      <p:sp>
        <p:nvSpPr>
          <p:cNvPr id="7" name="Title 6"/>
          <p:cNvSpPr>
            <a:spLocks noGrp="1"/>
          </p:cNvSpPr>
          <p:nvPr>
            <p:ph type="title"/>
          </p:nvPr>
        </p:nvSpPr>
        <p:spPr>
          <a:xfrm>
            <a:off x="609600" y="0"/>
            <a:ext cx="10972800" cy="864000"/>
          </a:xfrm>
        </p:spPr>
        <p:txBody>
          <a:bodyPr/>
          <a:lstStyle/>
          <a:p>
            <a:r>
              <a:rPr lang="en-US"/>
              <a:t>Click to edit Master title style</a:t>
            </a:r>
            <a:endParaRPr lang="en-IN" dirty="0"/>
          </a:p>
        </p:txBody>
      </p:sp>
    </p:spTree>
    <p:extLst>
      <p:ext uri="{BB962C8B-B14F-4D97-AF65-F5344CB8AC3E}">
        <p14:creationId xmlns:p14="http://schemas.microsoft.com/office/powerpoint/2010/main" val="891374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numCol="1"/>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4" name="Text Placeholder 3"/>
          <p:cNvSpPr>
            <a:spLocks noGrp="1"/>
          </p:cNvSpPr>
          <p:nvPr>
            <p:ph type="body" sz="half" idx="2"/>
          </p:nvPr>
        </p:nvSpPr>
        <p:spPr>
          <a:xfrm>
            <a:off x="2389717" y="5711825"/>
            <a:ext cx="7315200" cy="304800"/>
          </a:xfrm>
        </p:spPr>
        <p:txBody>
          <a:bodyPr numCol="1">
            <a:normAutofit/>
          </a:bodyPr>
          <a:lstStyle>
            <a:lvl1pPr marL="0" indent="0">
              <a:buNone/>
              <a:defRPr sz="1200"/>
            </a:lvl1pPr>
            <a:lvl2pPr marL="342892" indent="0">
              <a:buNone/>
              <a:defRPr sz="900"/>
            </a:lvl2pPr>
            <a:lvl3pPr marL="685783" indent="0">
              <a:buNone/>
              <a:defRPr sz="750"/>
            </a:lvl3pPr>
            <a:lvl4pPr marL="1028675" indent="0">
              <a:buNone/>
              <a:defRPr sz="675"/>
            </a:lvl4pPr>
            <a:lvl5pPr marL="1371566" indent="0">
              <a:buNone/>
              <a:defRPr sz="675"/>
            </a:lvl5pPr>
            <a:lvl6pPr marL="1714457" indent="0">
              <a:buNone/>
              <a:defRPr sz="675"/>
            </a:lvl6pPr>
            <a:lvl7pPr marL="2057348" indent="0">
              <a:buNone/>
              <a:defRPr sz="675"/>
            </a:lvl7pPr>
            <a:lvl8pPr marL="2400240" indent="0">
              <a:buNone/>
              <a:defRPr sz="675"/>
            </a:lvl8pPr>
            <a:lvl9pPr marL="2743132" indent="0">
              <a:buNone/>
              <a:defRPr sz="675"/>
            </a:lvl9pPr>
          </a:lstStyle>
          <a:p>
            <a:pPr lvl="0"/>
            <a:r>
              <a:rPr lang="en-US"/>
              <a:t>Click to edit Master text styles</a:t>
            </a:r>
          </a:p>
        </p:txBody>
      </p:sp>
      <p:grpSp>
        <p:nvGrpSpPr>
          <p:cNvPr id="6" name="Group 5"/>
          <p:cNvGrpSpPr/>
          <p:nvPr/>
        </p:nvGrpSpPr>
        <p:grpSpPr>
          <a:xfrm>
            <a:off x="0" y="913669"/>
            <a:ext cx="93472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11" name="Group 10"/>
          <p:cNvGrpSpPr/>
          <p:nvPr/>
        </p:nvGrpSpPr>
        <p:grpSpPr>
          <a:xfrm>
            <a:off x="2844800" y="6188080"/>
            <a:ext cx="93472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5" name="Picture 14"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10" name="Date Placeholder 9"/>
          <p:cNvSpPr>
            <a:spLocks noGrp="1"/>
          </p:cNvSpPr>
          <p:nvPr>
            <p:ph type="dt" sz="half" idx="11"/>
          </p:nvPr>
        </p:nvSpPr>
        <p:spPr/>
        <p:txBody>
          <a:bodyPr/>
          <a:lstStyle/>
          <a:p>
            <a:fld id="{0316624A-ABAD-442D-8B9B-17BF9D9B5EF7}" type="datetime1">
              <a:rPr lang="en-IN" smtClean="0"/>
              <a:t>14-08-2025</a:t>
            </a:fld>
            <a:endParaRPr lang="en-IN"/>
          </a:p>
        </p:txBody>
      </p:sp>
      <p:sp>
        <p:nvSpPr>
          <p:cNvPr id="16" name="Footer Placeholder 15"/>
          <p:cNvSpPr>
            <a:spLocks noGrp="1"/>
          </p:cNvSpPr>
          <p:nvPr>
            <p:ph type="ftr" sz="quarter" idx="12"/>
          </p:nvPr>
        </p:nvSpPr>
        <p:spPr/>
        <p:txBody>
          <a:bodyPr/>
          <a:lstStyle/>
          <a:p>
            <a:r>
              <a:rPr lang="en-US"/>
              <a:t>SEPARATION PROCESSES-II</a:t>
            </a:r>
            <a:endParaRPr lang="en-IN"/>
          </a:p>
        </p:txBody>
      </p:sp>
      <p:sp>
        <p:nvSpPr>
          <p:cNvPr id="18" name="Slide Number Placeholder 17"/>
          <p:cNvSpPr>
            <a:spLocks noGrp="1"/>
          </p:cNvSpPr>
          <p:nvPr>
            <p:ph type="sldNum" sz="quarter" idx="13"/>
          </p:nvPr>
        </p:nvSpPr>
        <p:spPr/>
        <p:txBody>
          <a:bodyPr/>
          <a:lstStyle/>
          <a:p>
            <a:fld id="{957D5EAD-A97B-4969-AF6A-47A86C2666CF}" type="slidenum">
              <a:rPr lang="en-IN" smtClean="0"/>
              <a:t>‹#›</a:t>
            </a:fld>
            <a:endParaRPr lang="en-IN"/>
          </a:p>
        </p:txBody>
      </p:sp>
      <p:sp>
        <p:nvSpPr>
          <p:cNvPr id="19" name="Title 18"/>
          <p:cNvSpPr>
            <a:spLocks noGrp="1"/>
          </p:cNvSpPr>
          <p:nvPr>
            <p:ph type="title"/>
          </p:nvPr>
        </p:nvSpPr>
        <p:spPr>
          <a:xfrm>
            <a:off x="203200" y="86276"/>
            <a:ext cx="8636003" cy="704837"/>
          </a:xfrm>
        </p:spPr>
        <p:txBody>
          <a:bodyPr/>
          <a:lstStyle/>
          <a:p>
            <a:r>
              <a:rPr lang="en-US"/>
              <a:t>Click to edit Master title style</a:t>
            </a:r>
            <a:endParaRPr lang="en-IN"/>
          </a:p>
        </p:txBody>
      </p:sp>
    </p:spTree>
    <p:extLst>
      <p:ext uri="{BB962C8B-B14F-4D97-AF65-F5344CB8AC3E}">
        <p14:creationId xmlns:p14="http://schemas.microsoft.com/office/powerpoint/2010/main" val="34976350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09600" y="1295401"/>
            <a:ext cx="10972800" cy="4639857"/>
          </a:xfrm>
        </p:spPr>
        <p:txBody>
          <a:bodyPr vert="eaVert"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oup 19"/>
          <p:cNvGrpSpPr/>
          <p:nvPr/>
        </p:nvGrpSpPr>
        <p:grpSpPr>
          <a:xfrm>
            <a:off x="0" y="1077226"/>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grpSp>
        <p:nvGrpSpPr>
          <p:cNvPr id="25" name="Group 24"/>
          <p:cNvGrpSpPr/>
          <p:nvPr/>
        </p:nvGrpSpPr>
        <p:grpSpPr>
          <a:xfrm>
            <a:off x="2839452" y="6242465"/>
            <a:ext cx="93472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29" name="Picture 28" descr="Picture 7.png"/>
          <p:cNvPicPr>
            <a:picLocks noChangeAspect="1"/>
          </p:cNvPicPr>
          <p:nvPr/>
        </p:nvPicPr>
        <p:blipFill>
          <a:blip r:embed="rId2" cstate="print"/>
          <a:srcRect l="1923" b="5336"/>
          <a:stretch>
            <a:fillRect/>
          </a:stretch>
        </p:blipFill>
        <p:spPr>
          <a:xfrm>
            <a:off x="8839204" y="-1"/>
            <a:ext cx="2924257" cy="692697"/>
          </a:xfrm>
          <a:prstGeom prst="rect">
            <a:avLst/>
          </a:prstGeom>
        </p:spPr>
      </p:pic>
      <p:sp>
        <p:nvSpPr>
          <p:cNvPr id="2" name="Title 1"/>
          <p:cNvSpPr>
            <a:spLocks noGrp="1"/>
          </p:cNvSpPr>
          <p:nvPr>
            <p:ph type="title"/>
          </p:nvPr>
        </p:nvSpPr>
        <p:spPr>
          <a:xfrm>
            <a:off x="508000" y="27513"/>
            <a:ext cx="10972800" cy="972390"/>
          </a:xfrm>
        </p:spPr>
        <p:txBody>
          <a:bodyPr/>
          <a:lstStyle/>
          <a:p>
            <a:r>
              <a:rPr lang="en-US"/>
              <a:t>Click to edit Master title style</a:t>
            </a:r>
            <a:endParaRPr lang="en-IN"/>
          </a:p>
        </p:txBody>
      </p:sp>
      <p:sp>
        <p:nvSpPr>
          <p:cNvPr id="4" name="Date Placeholder 3"/>
          <p:cNvSpPr>
            <a:spLocks noGrp="1"/>
          </p:cNvSpPr>
          <p:nvPr>
            <p:ph type="dt" sz="half" idx="10"/>
          </p:nvPr>
        </p:nvSpPr>
        <p:spPr/>
        <p:txBody>
          <a:bodyPr/>
          <a:lstStyle/>
          <a:p>
            <a:fld id="{82297C08-31AC-4FBB-9371-F95B30FA76E5}" type="datetime1">
              <a:rPr lang="en-IN" smtClean="0"/>
              <a:t>14-08-2025</a:t>
            </a:fld>
            <a:endParaRPr lang="en-IN"/>
          </a:p>
        </p:txBody>
      </p:sp>
      <p:sp>
        <p:nvSpPr>
          <p:cNvPr id="5" name="Footer Placeholder 4"/>
          <p:cNvSpPr>
            <a:spLocks noGrp="1"/>
          </p:cNvSpPr>
          <p:nvPr>
            <p:ph type="ftr" sz="quarter" idx="11"/>
          </p:nvPr>
        </p:nvSpPr>
        <p:spPr/>
        <p:txBody>
          <a:bodyPr/>
          <a:lstStyle/>
          <a:p>
            <a:r>
              <a:rPr lang="en-US"/>
              <a:t>SEPARATION PROCESSES-II</a:t>
            </a:r>
            <a:endParaRPr lang="en-IN"/>
          </a:p>
        </p:txBody>
      </p:sp>
      <p:sp>
        <p:nvSpPr>
          <p:cNvPr id="6" name="Slide Number Placeholder 5"/>
          <p:cNvSpPr>
            <a:spLocks noGrp="1"/>
          </p:cNvSpPr>
          <p:nvPr>
            <p:ph type="sldNum" sz="quarter" idx="12"/>
          </p:nvPr>
        </p:nvSpPr>
        <p:spPr/>
        <p:txBody>
          <a:bodyPr/>
          <a:lstStyle/>
          <a:p>
            <a:fld id="{957D5EAD-A97B-4969-AF6A-47A86C2666CF}" type="slidenum">
              <a:rPr lang="en-IN" smtClean="0"/>
              <a:t>‹#›</a:t>
            </a:fld>
            <a:endParaRPr lang="en-IN"/>
          </a:p>
        </p:txBody>
      </p:sp>
    </p:spTree>
    <p:extLst>
      <p:ext uri="{BB962C8B-B14F-4D97-AF65-F5344CB8AC3E}">
        <p14:creationId xmlns:p14="http://schemas.microsoft.com/office/powerpoint/2010/main" val="7571645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625600" y="381005"/>
            <a:ext cx="8026400" cy="5851525"/>
          </a:xfrm>
        </p:spPr>
        <p:txBody>
          <a:bodyPr vert="eaVert"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8191500" y="2552700"/>
            <a:ext cx="5867400" cy="1524000"/>
          </a:xfrm>
        </p:spPr>
        <p:txBody>
          <a:bodyPr numCol="1" anchor="ctr" anchorCtr="0">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p:nvGrpSpPr>
        <p:grpSpPr>
          <a:xfrm rot="5400000">
            <a:off x="7538720" y="2560325"/>
            <a:ext cx="5181600" cy="6095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numCol="1" rtlCol="0" anchor="ctr"/>
            <a:lstStyle/>
            <a:p>
              <a:pPr algn="ctr"/>
              <a:endParaRPr lang="en-US" sz="1350"/>
            </a:p>
          </p:txBody>
        </p:sp>
      </p:grpSp>
      <p:pic>
        <p:nvPicPr>
          <p:cNvPr id="17" name="Picture 16" descr="Picture 7.png"/>
          <p:cNvPicPr>
            <a:picLocks noChangeAspect="1"/>
          </p:cNvPicPr>
          <p:nvPr/>
        </p:nvPicPr>
        <p:blipFill>
          <a:blip r:embed="rId2" cstate="print"/>
          <a:srcRect l="1923" b="5336"/>
          <a:stretch>
            <a:fillRect/>
          </a:stretch>
        </p:blipFill>
        <p:spPr>
          <a:xfrm rot="5400000">
            <a:off x="-646085" y="1015801"/>
            <a:ext cx="2193193" cy="923596"/>
          </a:xfrm>
          <a:prstGeom prst="rect">
            <a:avLst/>
          </a:prstGeom>
        </p:spPr>
      </p:pic>
      <p:sp>
        <p:nvSpPr>
          <p:cNvPr id="18" name="TextBox 17"/>
          <p:cNvSpPr txBox="1"/>
          <p:nvPr/>
        </p:nvSpPr>
        <p:spPr>
          <a:xfrm rot="5400000">
            <a:off x="-2748004" y="3826195"/>
            <a:ext cx="5867400" cy="196208"/>
          </a:xfrm>
          <a:prstGeom prst="rect">
            <a:avLst/>
          </a:prstGeom>
          <a:noFill/>
        </p:spPr>
        <p:txBody>
          <a:bodyPr wrap="square" numCol="1" rtlCol="0">
            <a:spAutoFit/>
          </a:bodyPr>
          <a:lstStyle/>
          <a:p>
            <a:pPr algn="r"/>
            <a:r>
              <a:rPr lang="en-US" sz="675" b="1" dirty="0">
                <a:solidFill>
                  <a:srgbClr val="101141"/>
                </a:solidFill>
                <a:latin typeface="Arial"/>
                <a:cs typeface="Arial"/>
              </a:rPr>
              <a:t>BITS </a:t>
            </a:r>
            <a:r>
              <a:rPr lang="en-US" sz="675" dirty="0">
                <a:solidFill>
                  <a:srgbClr val="101141"/>
                </a:solidFill>
                <a:latin typeface="Arial"/>
                <a:cs typeface="Arial"/>
              </a:rPr>
              <a:t>Pilani, Pilani Campus</a:t>
            </a:r>
          </a:p>
        </p:txBody>
      </p:sp>
    </p:spTree>
    <p:extLst>
      <p:ext uri="{BB962C8B-B14F-4D97-AF65-F5344CB8AC3E}">
        <p14:creationId xmlns:p14="http://schemas.microsoft.com/office/powerpoint/2010/main" val="2097413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13" name="Rectangle 13"/>
          <p:cNvSpPr>
            <a:spLocks noGrp="1"/>
          </p:cNvSpPr>
          <p:nvPr>
            <p:ph type="title"/>
          </p:nvPr>
        </p:nvSpPr>
        <p:spPr/>
        <p:txBody>
          <a:bodyPr anchor="b" anchorCtr="0"/>
          <a:lstStyle/>
          <a:p>
            <a:r>
              <a:rPr lang="en-US" noProof="1"/>
              <a:t>Click to edit Master title style</a:t>
            </a:r>
            <a:endParaRPr lang="en-US" dirty="0"/>
          </a:p>
        </p:txBody>
      </p:sp>
      <p:sp>
        <p:nvSpPr>
          <p:cNvPr id="14" name="Rectangle 6"/>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US" dirty="0"/>
          </a:p>
        </p:txBody>
      </p:sp>
      <p:sp>
        <p:nvSpPr>
          <p:cNvPr id="27" name="Rectangle 19"/>
          <p:cNvSpPr>
            <a:spLocks noGrp="1"/>
          </p:cNvSpPr>
          <p:nvPr>
            <p:ph type="ftr" sz="quarter" idx="11"/>
          </p:nvPr>
        </p:nvSpPr>
        <p:spPr/>
        <p:txBody>
          <a:bodyPr/>
          <a:lstStyle/>
          <a:p>
            <a:r>
              <a:rPr lang="en-US"/>
              <a:t>SEPARATION PROCESSES-II</a:t>
            </a:r>
            <a:endParaRPr lang="en-IN"/>
          </a:p>
        </p:txBody>
      </p:sp>
      <p:sp>
        <p:nvSpPr>
          <p:cNvPr id="24" name="Rectangle 26"/>
          <p:cNvSpPr>
            <a:spLocks noGrp="1"/>
          </p:cNvSpPr>
          <p:nvPr>
            <p:ph type="sldNum" sz="quarter" idx="12"/>
          </p:nvPr>
        </p:nvSpPr>
        <p:spPr/>
        <p:txBody>
          <a:bodyPr/>
          <a:lstStyle/>
          <a:p>
            <a:fld id="{957D5EAD-A97B-4969-AF6A-47A86C2666CF}" type="slidenum">
              <a:rPr lang="en-IN" smtClean="0"/>
              <a:t>‹#›</a:t>
            </a:fld>
            <a:endParaRPr lang="en-IN"/>
          </a:p>
        </p:txBody>
      </p:sp>
    </p:spTree>
    <p:extLst>
      <p:ext uri="{BB962C8B-B14F-4D97-AF65-F5344CB8AC3E}">
        <p14:creationId xmlns:p14="http://schemas.microsoft.com/office/powerpoint/2010/main" val="1014275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8839202" y="-1"/>
            <a:ext cx="2924257" cy="692697"/>
          </a:xfrm>
          <a:prstGeom prst="rect">
            <a:avLst/>
          </a:prstGeom>
        </p:spPr>
      </p:pic>
      <p:sp>
        <p:nvSpPr>
          <p:cNvPr id="3" name="Content Placeholder 2"/>
          <p:cNvSpPr>
            <a:spLocks noGrp="1"/>
          </p:cNvSpPr>
          <p:nvPr userDrawn="1">
            <p:ph sz="half" idx="1" hasCustomPrompt="1"/>
          </p:nvPr>
        </p:nvSpPr>
        <p:spPr>
          <a:xfrm>
            <a:off x="609600" y="1600203"/>
            <a:ext cx="5384800" cy="4525963"/>
          </a:xfrm>
        </p:spPr>
        <p:txBody>
          <a:bodyPr/>
          <a:lstStyle>
            <a:lvl1pPr marL="342891" marR="0" indent="-342891" algn="l" defTabSz="914377"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32" marR="0" indent="-285744" algn="l" defTabSz="914377"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6604000" y="1600203"/>
            <a:ext cx="5384800" cy="4525963"/>
          </a:xfrm>
        </p:spPr>
        <p:txBody>
          <a:bodyPr/>
          <a:lstStyle>
            <a:lvl1pPr marL="342891" marR="0" indent="-342891" algn="l" defTabSz="914377"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32" marR="0" indent="-285744" algn="l" defTabSz="914377"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32" marR="0" lvl="1" indent="-285744" algn="l" defTabSz="914377"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891" marR="0" lvl="0" indent="-342891" algn="l" defTabSz="914377"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406400" y="152400"/>
            <a:ext cx="8432800" cy="1143000"/>
          </a:xfrm>
        </p:spPr>
        <p:txBody>
          <a:bodyPr anchor="ctr" anchorCtr="0">
            <a:normAutofit/>
          </a:bodyPr>
          <a:lstStyle>
            <a:lvl1pPr marL="0">
              <a:lnSpc>
                <a:spcPts val="3600"/>
              </a:lnSpc>
              <a:spcBef>
                <a:spcPts val="0"/>
              </a:spcBef>
              <a:buNone/>
              <a:defRPr sz="3600" b="1" spc="-151"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3"/>
            <a:ext cx="93472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9" name="Group 28"/>
          <p:cNvGrpSpPr/>
          <p:nvPr userDrawn="1"/>
        </p:nvGrpSpPr>
        <p:grpSpPr>
          <a:xfrm>
            <a:off x="2844800" y="6553203"/>
            <a:ext cx="93472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4" name="TextBox 33"/>
          <p:cNvSpPr txBox="1"/>
          <p:nvPr userDrawn="1"/>
        </p:nvSpPr>
        <p:spPr>
          <a:xfrm>
            <a:off x="4368800" y="6596391"/>
            <a:ext cx="7823200" cy="261610"/>
          </a:xfrm>
          <a:prstGeom prst="rect">
            <a:avLst/>
          </a:prstGeom>
          <a:noFill/>
        </p:spPr>
        <p:txBody>
          <a:bodyPr wrap="square" rtlCol="0">
            <a:sp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mn-ea"/>
                <a:cs typeface="Arial"/>
              </a:rPr>
              <a:t>BITS </a:t>
            </a:r>
            <a:r>
              <a:rPr kumimoji="0" lang="en-US" sz="1100" b="0" i="0" u="none" strike="noStrike" kern="1200" cap="none" spc="0" normalizeH="0" baseline="0" noProof="0" dirty="0">
                <a:ln>
                  <a:noFill/>
                </a:ln>
                <a:solidFill>
                  <a:srgbClr val="101141"/>
                </a:solidFill>
                <a:effectLst/>
                <a:uLnTx/>
                <a:uFillTx/>
                <a:latin typeface="Arial"/>
                <a:ea typeface="+mn-ea"/>
                <a:cs typeface="Arial"/>
              </a:rPr>
              <a:t>Pilani, Pilani Campus</a:t>
            </a:r>
          </a:p>
        </p:txBody>
      </p:sp>
    </p:spTree>
    <p:extLst>
      <p:ext uri="{BB962C8B-B14F-4D97-AF65-F5344CB8AC3E}">
        <p14:creationId xmlns:p14="http://schemas.microsoft.com/office/powerpoint/2010/main" val="652042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560000" cy="864000"/>
          </a:xfrm>
          <a:prstGeom prst="rect">
            <a:avLst/>
          </a:prstGeom>
        </p:spPr>
        <p:txBody>
          <a:bodyPr vert="horz" lIns="91440" tIns="45720" rIns="91440" bIns="45720" numCol="1"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447801"/>
            <a:ext cx="10972800" cy="4525963"/>
          </a:xfrm>
          <a:prstGeom prst="rect">
            <a:avLst/>
          </a:prstGeom>
        </p:spPr>
        <p:txBody>
          <a:bodyPr vert="horz" lIns="91440" tIns="45720" rIns="91440" bIns="45720" numCol="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numCol="1" rtlCol="0" anchor="ctr"/>
          <a:lstStyle>
            <a:lvl1pPr algn="l">
              <a:defRPr sz="1400">
                <a:solidFill>
                  <a:schemeClr val="tx1">
                    <a:tint val="75000"/>
                  </a:schemeClr>
                </a:solidFill>
                <a:latin typeface="+mn-lt"/>
                <a:cs typeface="Arial" pitchFamily="34" charset="0"/>
              </a:defRPr>
            </a:lvl1pPr>
          </a:lstStyle>
          <a:p>
            <a:fld id="{73BF427A-98DC-4449-9996-04B152966DD1}" type="datetime1">
              <a:rPr lang="en-IN" smtClean="0"/>
              <a:t>14-08-2025</a:t>
            </a:fld>
            <a:endParaRPr lang="en-IN"/>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numCol="1" rtlCol="0" anchor="ctr"/>
          <a:lstStyle>
            <a:lvl1pPr algn="ctr">
              <a:defRPr sz="1400" b="1">
                <a:solidFill>
                  <a:srgbClr val="002060"/>
                </a:solidFill>
                <a:latin typeface="+mn-lt"/>
                <a:cs typeface="Arial" pitchFamily="34" charset="0"/>
              </a:defRPr>
            </a:lvl1pPr>
          </a:lstStyle>
          <a:p>
            <a:r>
              <a:rPr lang="en-US"/>
              <a:t>SEPARATION PROCESSES-II</a:t>
            </a:r>
            <a:endParaRPr lang="en-IN"/>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numCol="1" rtlCol="0" anchor="ctr"/>
          <a:lstStyle>
            <a:lvl1pPr algn="r">
              <a:defRPr sz="1400">
                <a:solidFill>
                  <a:schemeClr val="tx1">
                    <a:tint val="75000"/>
                  </a:schemeClr>
                </a:solidFill>
                <a:latin typeface="+mn-lt"/>
                <a:cs typeface="Arial" pitchFamily="34" charset="0"/>
              </a:defRPr>
            </a:lvl1pPr>
          </a:lstStyle>
          <a:p>
            <a:fld id="{957D5EAD-A97B-4969-AF6A-47A86C2666CF}" type="slidenum">
              <a:rPr lang="en-IN" smtClean="0"/>
              <a:t>‹#›</a:t>
            </a:fld>
            <a:endParaRPr lang="en-IN"/>
          </a:p>
        </p:txBody>
      </p:sp>
    </p:spTree>
    <p:extLst>
      <p:ext uri="{BB962C8B-B14F-4D97-AF65-F5344CB8AC3E}">
        <p14:creationId xmlns:p14="http://schemas.microsoft.com/office/powerpoint/2010/main" val="369318447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Lst>
  <p:hf hdr="0"/>
  <p:txStyles>
    <p:titleStyle>
      <a:lvl1pPr algn="l" defTabSz="685783" rtl="0" eaLnBrk="1" latinLnBrk="0" hangingPunct="1">
        <a:spcBef>
          <a:spcPct val="0"/>
        </a:spcBef>
        <a:buNone/>
        <a:defRPr sz="3600" b="1" kern="1200" spc="-113">
          <a:solidFill>
            <a:srgbClr val="002060"/>
          </a:solidFill>
          <a:latin typeface="+mj-lt"/>
          <a:ea typeface="+mj-ea"/>
          <a:cs typeface="Arial" pitchFamily="34" charset="0"/>
        </a:defRPr>
      </a:lvl1pPr>
    </p:titleStyle>
    <p:bodyStyle>
      <a:lvl1pPr marL="257168" indent="-257168" algn="l" defTabSz="685783" rtl="0" eaLnBrk="1" latinLnBrk="0" hangingPunct="1">
        <a:spcBef>
          <a:spcPct val="20000"/>
        </a:spcBef>
        <a:buFont typeface="Arial" pitchFamily="34" charset="0"/>
        <a:buChar char="•"/>
        <a:defRPr sz="3200" kern="1200">
          <a:solidFill>
            <a:schemeClr val="tx1"/>
          </a:solidFill>
          <a:latin typeface="+mn-lt"/>
          <a:ea typeface="+mn-ea"/>
          <a:cs typeface="Arial" pitchFamily="34" charset="0"/>
        </a:defRPr>
      </a:lvl1pPr>
      <a:lvl2pPr marL="557199" indent="-214308" algn="l" defTabSz="685783" rtl="0" eaLnBrk="1" latinLnBrk="0" hangingPunct="1">
        <a:spcBef>
          <a:spcPct val="20000"/>
        </a:spcBef>
        <a:buFont typeface="Arial" pitchFamily="34" charset="0"/>
        <a:buChar char="–"/>
        <a:defRPr sz="2800" kern="1200">
          <a:solidFill>
            <a:schemeClr val="tx1"/>
          </a:solidFill>
          <a:latin typeface="+mn-lt"/>
          <a:ea typeface="+mn-ea"/>
          <a:cs typeface="Arial" pitchFamily="34" charset="0"/>
        </a:defRPr>
      </a:lvl2pPr>
      <a:lvl3pPr marL="857228" indent="-171446" algn="l" defTabSz="685783" rtl="0" eaLnBrk="1" latinLnBrk="0" hangingPunct="1">
        <a:spcBef>
          <a:spcPct val="20000"/>
        </a:spcBef>
        <a:buFont typeface="Arial" pitchFamily="34" charset="0"/>
        <a:buChar char="•"/>
        <a:defRPr sz="2400" kern="1200">
          <a:solidFill>
            <a:schemeClr val="tx1"/>
          </a:solidFill>
          <a:latin typeface="+mn-lt"/>
          <a:ea typeface="+mn-ea"/>
          <a:cs typeface="Arial" pitchFamily="34" charset="0"/>
        </a:defRPr>
      </a:lvl3pPr>
      <a:lvl4pPr marL="1200120" indent="-171446" algn="l" defTabSz="685783" rtl="0" eaLnBrk="1" latinLnBrk="0" hangingPunct="1">
        <a:spcBef>
          <a:spcPct val="20000"/>
        </a:spcBef>
        <a:buFont typeface="Arial" pitchFamily="34" charset="0"/>
        <a:buChar char="–"/>
        <a:defRPr sz="1800" kern="1200">
          <a:solidFill>
            <a:schemeClr val="tx1"/>
          </a:solidFill>
          <a:latin typeface="+mn-lt"/>
          <a:ea typeface="+mn-ea"/>
          <a:cs typeface="Arial" pitchFamily="34" charset="0"/>
        </a:defRPr>
      </a:lvl4pPr>
      <a:lvl5pPr marL="1543012" indent="-171446" algn="l" defTabSz="685783" rtl="0" eaLnBrk="1" latinLnBrk="0" hangingPunct="1">
        <a:spcBef>
          <a:spcPct val="20000"/>
        </a:spcBef>
        <a:buFont typeface="Arial" pitchFamily="34" charset="0"/>
        <a:buChar char="»"/>
        <a:defRPr sz="1800" kern="1200">
          <a:solidFill>
            <a:schemeClr val="tx1"/>
          </a:solidFill>
          <a:latin typeface="+mn-lt"/>
          <a:ea typeface="+mn-ea"/>
          <a:cs typeface="Arial" pitchFamily="34" charset="0"/>
        </a:defRPr>
      </a:lvl5pPr>
      <a:lvl6pPr marL="1885903"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95"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686"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577" indent="-171446" algn="l" defTabSz="685783"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chart" Target="../charts/chart10.xml"/><Relationship Id="rId7" Type="http://schemas.openxmlformats.org/officeDocument/2006/relationships/chart" Target="../charts/chart20.xml"/><Relationship Id="rId2" Type="http://schemas.openxmlformats.org/officeDocument/2006/relationships/chart" Target="../charts/chart1.xml"/><Relationship Id="rId1" Type="http://schemas.openxmlformats.org/officeDocument/2006/relationships/slideLayout" Target="../slideLayouts/slideLayout4.xml"/><Relationship Id="rId6" Type="http://schemas.openxmlformats.org/officeDocument/2006/relationships/chart" Target="../charts/chart2.xml"/><Relationship Id="rId11" Type="http://schemas.openxmlformats.org/officeDocument/2006/relationships/image" Target="../media/image16.png"/><Relationship Id="rId5" Type="http://schemas.openxmlformats.org/officeDocument/2006/relationships/image" Target="../media/image13.png"/><Relationship Id="rId10" Type="http://schemas.openxmlformats.org/officeDocument/2006/relationships/customXml" Target="../ink/ink1.xml"/><Relationship Id="rId4" Type="http://schemas.openxmlformats.org/officeDocument/2006/relationships/image" Target="../media/image12.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90.pn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8432800" y="5271633"/>
            <a:ext cx="3077654" cy="700756"/>
          </a:xfrm>
        </p:spPr>
        <p:txBody>
          <a:bodyPr>
            <a:normAutofit/>
          </a:bodyPr>
          <a:lstStyle/>
          <a:p>
            <a:pPr marL="0" indent="0">
              <a:buNone/>
            </a:pPr>
            <a:r>
              <a:rPr lang="en-IN" sz="2800" b="1" dirty="0">
                <a:latin typeface="Times New Roman" panose="02020603050405020304" pitchFamily="18" charset="0"/>
                <a:cs typeface="Times New Roman" panose="02020603050405020304" pitchFamily="18" charset="0"/>
              </a:rPr>
              <a:t>Somak Chatterjee</a:t>
            </a:r>
          </a:p>
        </p:txBody>
      </p:sp>
      <p:sp>
        <p:nvSpPr>
          <p:cNvPr id="7" name="Title 6"/>
          <p:cNvSpPr>
            <a:spLocks noGrp="1"/>
          </p:cNvSpPr>
          <p:nvPr>
            <p:ph type="title"/>
          </p:nvPr>
        </p:nvSpPr>
        <p:spPr>
          <a:xfrm>
            <a:off x="2142837" y="3509818"/>
            <a:ext cx="9301018" cy="1946974"/>
          </a:xfrm>
        </p:spPr>
        <p:txBody>
          <a:bodyPr anchor="t">
            <a:normAutofit fontScale="90000"/>
          </a:bodyPr>
          <a:lstStyle/>
          <a:p>
            <a:pPr algn="ctr">
              <a:lnSpc>
                <a:spcPct val="100000"/>
              </a:lnSpc>
            </a:pPr>
            <a:r>
              <a:rPr lang="en-US" sz="4000" dirty="0">
                <a:latin typeface="Times New Roman" panose="02020603050405020304" pitchFamily="18" charset="0"/>
                <a:cs typeface="Times New Roman" panose="02020603050405020304" pitchFamily="18" charset="0"/>
              </a:rPr>
              <a:t>Module 1:  Properties and Handling of Particulate Solids (Chapter 28)</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Lecture 4</a:t>
            </a:r>
            <a:r>
              <a:rPr lang="en-US" sz="4000" dirty="0"/>
              <a:t/>
            </a:r>
            <a:br>
              <a:rPr lang="en-US" sz="4000" dirty="0"/>
            </a:br>
            <a:endParaRPr lang="en-IN" sz="4000" dirty="0"/>
          </a:p>
        </p:txBody>
      </p:sp>
      <p:sp>
        <p:nvSpPr>
          <p:cNvPr id="4" name="Slide Number Placeholder 3"/>
          <p:cNvSpPr>
            <a:spLocks noGrp="1"/>
          </p:cNvSpPr>
          <p:nvPr>
            <p:ph type="sldNum" sz="quarter" idx="4294967295"/>
          </p:nvPr>
        </p:nvSpPr>
        <p:spPr>
          <a:xfrm>
            <a:off x="9347200" y="6356350"/>
            <a:ext cx="2844800" cy="365125"/>
          </a:xfrm>
        </p:spPr>
        <p:txBody>
          <a:bodyPr/>
          <a:lstStyle/>
          <a:p>
            <a:fld id="{957D5EAD-A97B-4969-AF6A-47A86C2666CF}" type="slidenum">
              <a:rPr lang="en-IN" smtClean="0"/>
              <a:t>1</a:t>
            </a:fld>
            <a:endParaRPr lang="en-IN"/>
          </a:p>
        </p:txBody>
      </p:sp>
    </p:spTree>
    <p:extLst>
      <p:ext uri="{BB962C8B-B14F-4D97-AF65-F5344CB8AC3E}">
        <p14:creationId xmlns:p14="http://schemas.microsoft.com/office/powerpoint/2010/main" val="3817445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EA07DA-BAC0-4606-A9ED-D6B661414834}"/>
              </a:ext>
            </a:extLst>
          </p:cNvPr>
          <p:cNvSpPr>
            <a:spLocks noGrp="1"/>
          </p:cNvSpPr>
          <p:nvPr>
            <p:ph type="dt" sz="half" idx="11"/>
          </p:nvPr>
        </p:nvSpPr>
        <p:spPr/>
        <p:txBody>
          <a:bodyPr/>
          <a:lstStyle/>
          <a:p>
            <a:fld id="{793CAAB6-CD82-467D-B8E9-9E98DCC1E140}" type="datetime1">
              <a:rPr lang="en-IN" smtClean="0"/>
              <a:t>14-08-2025</a:t>
            </a:fld>
            <a:endParaRPr lang="en-IN"/>
          </a:p>
        </p:txBody>
      </p:sp>
      <p:sp>
        <p:nvSpPr>
          <p:cNvPr id="3" name="Footer Placeholder 2">
            <a:extLst>
              <a:ext uri="{FF2B5EF4-FFF2-40B4-BE49-F238E27FC236}">
                <a16:creationId xmlns:a16="http://schemas.microsoft.com/office/drawing/2014/main" id="{B859152F-984D-43DC-B44E-F87CEC83CA3E}"/>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A670FE1B-5385-46F5-947A-9946A49D41F4}"/>
              </a:ext>
            </a:extLst>
          </p:cNvPr>
          <p:cNvSpPr>
            <a:spLocks noGrp="1"/>
          </p:cNvSpPr>
          <p:nvPr>
            <p:ph type="sldNum" sz="quarter" idx="13"/>
          </p:nvPr>
        </p:nvSpPr>
        <p:spPr/>
        <p:txBody>
          <a:bodyPr/>
          <a:lstStyle/>
          <a:p>
            <a:fld id="{957D5EAD-A97B-4969-AF6A-47A86C2666CF}" type="slidenum">
              <a:rPr lang="en-IN" smtClean="0"/>
              <a:t>2</a:t>
            </a:fld>
            <a:endParaRPr lang="en-IN"/>
          </a:p>
        </p:txBody>
      </p:sp>
      <p:sp>
        <p:nvSpPr>
          <p:cNvPr id="5" name="Title 4">
            <a:extLst>
              <a:ext uri="{FF2B5EF4-FFF2-40B4-BE49-F238E27FC236}">
                <a16:creationId xmlns:a16="http://schemas.microsoft.com/office/drawing/2014/main" id="{849B832D-B798-4225-83D3-9E60C42FEB60}"/>
              </a:ext>
            </a:extLst>
          </p:cNvPr>
          <p:cNvSpPr>
            <a:spLocks noGrp="1"/>
          </p:cNvSpPr>
          <p:nvPr>
            <p:ph type="title"/>
          </p:nvPr>
        </p:nvSpPr>
        <p:spPr/>
        <p:txBody>
          <a:bodyPr/>
          <a:lstStyle/>
          <a:p>
            <a:r>
              <a:rPr lang="en-US" dirty="0"/>
              <a:t>Summary of Average Particle Sizes</a:t>
            </a:r>
            <a:endParaRPr lang="en-IN"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17406067-E717-4ED1-B46C-2B5A701EC50C}"/>
                  </a:ext>
                </a:extLst>
              </p:cNvPr>
              <p:cNvSpPr>
                <a:spLocks noGrp="1"/>
              </p:cNvSpPr>
              <p:nvPr>
                <p:ph sz="quarter" idx="14"/>
              </p:nvPr>
            </p:nvSpPr>
            <p:spPr>
              <a:xfrm>
                <a:off x="544513" y="1141413"/>
                <a:ext cx="10914062" cy="5083218"/>
              </a:xfrm>
            </p:spPr>
            <p:txBody>
              <a:bodyPr>
                <a:normAutofit/>
              </a:bodyPr>
              <a:lstStyle/>
              <a:p>
                <a:pPr>
                  <a:buFont typeface="Wingdings" panose="05000000000000000000" pitchFamily="2" charset="2"/>
                  <a:buChar char="ü"/>
                </a:pPr>
                <a:r>
                  <a:rPr lang="en-US" sz="2600" dirty="0">
                    <a:solidFill>
                      <a:srgbClr val="0070C0"/>
                    </a:solidFill>
                  </a:rPr>
                  <a:t>Volume-Surface mean diameter or Sauter diameter  </a:t>
                </a:r>
                <a14:m>
                  <m:oMath xmlns:m="http://schemas.openxmlformats.org/officeDocument/2006/math">
                    <m:sSub>
                      <m:sSubPr>
                        <m:ctrlPr>
                          <a:rPr lang="en-IN" sz="1800" i="1">
                            <a:latin typeface="Cambria Math" panose="02040503050406030204" pitchFamily="18" charset="0"/>
                          </a:rPr>
                        </m:ctrlPr>
                      </m:sSubPr>
                      <m:e>
                        <m:acc>
                          <m:accPr>
                            <m:chr m:val="̅"/>
                            <m:ctrlPr>
                              <a:rPr lang="en-US" sz="1800" i="1">
                                <a:latin typeface="Cambria Math" panose="02040503050406030204" pitchFamily="18" charset="0"/>
                              </a:rPr>
                            </m:ctrlPr>
                          </m:accPr>
                          <m:e>
                            <m:r>
                              <a:rPr lang="en-IN" sz="1800" i="1">
                                <a:latin typeface="Cambria Math" panose="02040503050406030204" pitchFamily="18" charset="0"/>
                              </a:rPr>
                              <m:t>𝐷</m:t>
                            </m:r>
                          </m:e>
                        </m:acc>
                      </m:e>
                      <m:sub>
                        <m:r>
                          <a:rPr lang="en-IN" sz="1800" i="1">
                            <a:latin typeface="Cambria Math" panose="02040503050406030204" pitchFamily="18" charset="0"/>
                          </a:rPr>
                          <m:t>𝑠</m:t>
                        </m:r>
                      </m:sub>
                    </m:sSub>
                    <m:r>
                      <a:rPr lang="en-IN" sz="1800" i="1">
                        <a:latin typeface="Cambria Math" panose="02040503050406030204" pitchFamily="18" charset="0"/>
                      </a:rPr>
                      <m:t>=</m:t>
                    </m:r>
                    <m:f>
                      <m:fPr>
                        <m:ctrlPr>
                          <a:rPr lang="en-IN" sz="1800" i="1">
                            <a:latin typeface="Cambria Math" panose="02040503050406030204" pitchFamily="18" charset="0"/>
                          </a:rPr>
                        </m:ctrlPr>
                      </m:fPr>
                      <m:num>
                        <m:r>
                          <a:rPr lang="en-IN" sz="1800" i="1">
                            <a:latin typeface="Cambria Math" panose="02040503050406030204" pitchFamily="18" charset="0"/>
                          </a:rPr>
                          <m:t>6</m:t>
                        </m:r>
                      </m:num>
                      <m:den>
                        <m:sSub>
                          <m:sSubPr>
                            <m:ctrlPr>
                              <a:rPr lang="en-IN" sz="1800" i="1">
                                <a:latin typeface="Cambria Math" panose="02040503050406030204" pitchFamily="18" charset="0"/>
                              </a:rPr>
                            </m:ctrlPr>
                          </m:sSubPr>
                          <m:e>
                            <m:r>
                              <m:rPr>
                                <m:sty m:val="p"/>
                              </m:rPr>
                              <a:rPr lang="en-IN" sz="1800">
                                <a:latin typeface="Cambria Math" panose="02040503050406030204" pitchFamily="18" charset="0"/>
                              </a:rPr>
                              <m:t>Φ</m:t>
                            </m:r>
                          </m:e>
                          <m:sub>
                            <m:r>
                              <a:rPr lang="en-IN" sz="1800" i="1">
                                <a:latin typeface="Cambria Math" panose="02040503050406030204" pitchFamily="18" charset="0"/>
                              </a:rPr>
                              <m:t>𝑠</m:t>
                            </m:r>
                          </m:sub>
                        </m:sSub>
                        <m:sSub>
                          <m:sSubPr>
                            <m:ctrlPr>
                              <a:rPr lang="en-IN" sz="1800" i="1">
                                <a:latin typeface="Cambria Math" panose="02040503050406030204" pitchFamily="18" charset="0"/>
                              </a:rPr>
                            </m:ctrlPr>
                          </m:sSubPr>
                          <m:e>
                            <m:r>
                              <a:rPr lang="en-IN" sz="1800" i="1">
                                <a:latin typeface="Cambria Math" panose="02040503050406030204" pitchFamily="18" charset="0"/>
                              </a:rPr>
                              <m:t>𝐴</m:t>
                            </m:r>
                          </m:e>
                          <m:sub>
                            <m:r>
                              <a:rPr lang="en-IN" sz="1800" i="1">
                                <a:latin typeface="Cambria Math" panose="02040503050406030204" pitchFamily="18" charset="0"/>
                              </a:rPr>
                              <m:t>𝑤</m:t>
                            </m:r>
                          </m:sub>
                        </m:sSub>
                        <m:sSub>
                          <m:sSubPr>
                            <m:ctrlPr>
                              <a:rPr lang="en-IN" sz="1800" i="1">
                                <a:latin typeface="Cambria Math" panose="02040503050406030204" pitchFamily="18" charset="0"/>
                              </a:rPr>
                            </m:ctrlPr>
                          </m:sSubPr>
                          <m:e>
                            <m:r>
                              <a:rPr lang="en-IN" sz="1800" i="1">
                                <a:latin typeface="Cambria Math" panose="02040503050406030204" pitchFamily="18" charset="0"/>
                              </a:rPr>
                              <m:t>𝜌</m:t>
                            </m:r>
                          </m:e>
                          <m:sub>
                            <m:r>
                              <a:rPr lang="en-IN" sz="1800" i="1">
                                <a:latin typeface="Cambria Math" panose="02040503050406030204" pitchFamily="18" charset="0"/>
                              </a:rPr>
                              <m:t>𝑝</m:t>
                            </m:r>
                          </m:sub>
                        </m:sSub>
                      </m:den>
                    </m:f>
                    <m:r>
                      <a:rPr lang="en-IN" sz="1800" i="1">
                        <a:latin typeface="Cambria Math" panose="02040503050406030204" pitchFamily="18" charset="0"/>
                      </a:rPr>
                      <m:t>=</m:t>
                    </m:r>
                    <m:f>
                      <m:fPr>
                        <m:ctrlPr>
                          <a:rPr lang="en-IN" sz="1800" i="1">
                            <a:latin typeface="Cambria Math" panose="02040503050406030204" pitchFamily="18" charset="0"/>
                          </a:rPr>
                        </m:ctrlPr>
                      </m:fPr>
                      <m:num>
                        <m:r>
                          <a:rPr lang="en-IN" sz="1800" i="1">
                            <a:latin typeface="Cambria Math" panose="02040503050406030204" pitchFamily="18" charset="0"/>
                          </a:rPr>
                          <m:t>1</m:t>
                        </m:r>
                      </m:num>
                      <m:den>
                        <m:nary>
                          <m:naryPr>
                            <m:chr m:val="∑"/>
                            <m:ctrlPr>
                              <a:rPr lang="en-IN" sz="1800" i="1">
                                <a:latin typeface="Cambria Math" panose="02040503050406030204" pitchFamily="18" charset="0"/>
                              </a:rPr>
                            </m:ctrlPr>
                          </m:naryPr>
                          <m:sub>
                            <m:r>
                              <m:rPr>
                                <m:brk m:alnAt="23"/>
                              </m:rPr>
                              <a:rPr lang="en-IN" sz="1800" i="1">
                                <a:latin typeface="Cambria Math" panose="02040503050406030204" pitchFamily="18" charset="0"/>
                              </a:rPr>
                              <m:t>𝑖</m:t>
                            </m:r>
                            <m:r>
                              <a:rPr lang="en-IN" sz="1800" i="1">
                                <a:latin typeface="Cambria Math" panose="02040503050406030204" pitchFamily="18" charset="0"/>
                              </a:rPr>
                              <m:t>=1</m:t>
                            </m:r>
                          </m:sub>
                          <m:sup>
                            <m:r>
                              <a:rPr lang="en-IN" sz="1800" i="1">
                                <a:latin typeface="Cambria Math" panose="02040503050406030204" pitchFamily="18" charset="0"/>
                              </a:rPr>
                              <m:t>𝑛</m:t>
                            </m:r>
                          </m:sup>
                          <m:e>
                            <m:r>
                              <a:rPr lang="en-IN" sz="1800" i="1">
                                <a:latin typeface="Cambria Math" panose="02040503050406030204" pitchFamily="18" charset="0"/>
                              </a:rPr>
                              <m:t>(</m:t>
                            </m:r>
                            <m:f>
                              <m:fPr>
                                <m:ctrlPr>
                                  <a:rPr lang="en-IN" sz="1800" i="1">
                                    <a:latin typeface="Cambria Math" panose="02040503050406030204" pitchFamily="18" charset="0"/>
                                  </a:rPr>
                                </m:ctrlPr>
                              </m:fPr>
                              <m:num>
                                <m:sSub>
                                  <m:sSubPr>
                                    <m:ctrlPr>
                                      <a:rPr lang="en-IN" sz="1800" i="1">
                                        <a:latin typeface="Cambria Math" panose="02040503050406030204" pitchFamily="18" charset="0"/>
                                      </a:rPr>
                                    </m:ctrlPr>
                                  </m:sSubPr>
                                  <m:e>
                                    <m:r>
                                      <a:rPr lang="en-IN" sz="1800" i="1">
                                        <a:latin typeface="Cambria Math" panose="02040503050406030204" pitchFamily="18" charset="0"/>
                                      </a:rPr>
                                      <m:t>𝑥</m:t>
                                    </m:r>
                                  </m:e>
                                  <m:sub>
                                    <m:r>
                                      <a:rPr lang="en-IN" sz="1800" i="1">
                                        <a:latin typeface="Cambria Math" panose="02040503050406030204" pitchFamily="18" charset="0"/>
                                      </a:rPr>
                                      <m:t>𝑖</m:t>
                                    </m:r>
                                  </m:sub>
                                </m:sSub>
                              </m:num>
                              <m:den>
                                <m:sSub>
                                  <m:sSubPr>
                                    <m:ctrlPr>
                                      <a:rPr lang="en-IN" sz="1800" i="1">
                                        <a:latin typeface="Cambria Math" panose="02040503050406030204" pitchFamily="18" charset="0"/>
                                      </a:rPr>
                                    </m:ctrlPr>
                                  </m:sSubPr>
                                  <m:e>
                                    <m:acc>
                                      <m:accPr>
                                        <m:chr m:val="̅"/>
                                        <m:ctrlPr>
                                          <a:rPr lang="en-US" sz="1800" i="1">
                                            <a:latin typeface="Cambria Math" panose="02040503050406030204" pitchFamily="18" charset="0"/>
                                          </a:rPr>
                                        </m:ctrlPr>
                                      </m:accPr>
                                      <m:e>
                                        <m:r>
                                          <a:rPr lang="en-IN" sz="1800" i="1">
                                            <a:latin typeface="Cambria Math" panose="02040503050406030204" pitchFamily="18" charset="0"/>
                                          </a:rPr>
                                          <m:t>𝐷</m:t>
                                        </m:r>
                                      </m:e>
                                    </m:acc>
                                  </m:e>
                                  <m:sub>
                                    <m:r>
                                      <a:rPr lang="en-US" sz="1800" i="1">
                                        <a:latin typeface="Cambria Math" panose="02040503050406030204" pitchFamily="18" charset="0"/>
                                      </a:rPr>
                                      <m:t>𝑝</m:t>
                                    </m:r>
                                    <m:r>
                                      <a:rPr lang="en-IN" sz="1800" i="1">
                                        <a:latin typeface="Cambria Math" panose="02040503050406030204" pitchFamily="18" charset="0"/>
                                      </a:rPr>
                                      <m:t>𝑖</m:t>
                                    </m:r>
                                  </m:sub>
                                </m:sSub>
                              </m:den>
                            </m:f>
                            <m:r>
                              <a:rPr lang="en-IN" sz="1800" i="1">
                                <a:latin typeface="Cambria Math" panose="02040503050406030204" pitchFamily="18" charset="0"/>
                              </a:rPr>
                              <m:t>)</m:t>
                            </m:r>
                          </m:e>
                        </m:nary>
                      </m:den>
                    </m:f>
                  </m:oMath>
                </a14:m>
                <a:endParaRPr lang="en-IN" sz="2400" dirty="0"/>
              </a:p>
              <a:p>
                <a:pPr>
                  <a:buFont typeface="Wingdings" panose="05000000000000000000" pitchFamily="2" charset="2"/>
                  <a:buChar char="ü"/>
                </a:pPr>
                <a:r>
                  <a:rPr lang="en-IN" sz="2600" dirty="0">
                    <a:solidFill>
                      <a:srgbClr val="0070C0"/>
                    </a:solidFill>
                  </a:rPr>
                  <a:t>Volume-mean diameter    </a:t>
                </a:r>
                <a14:m>
                  <m:oMath xmlns:m="http://schemas.openxmlformats.org/officeDocument/2006/math">
                    <m:sSubSup>
                      <m:sSubSupPr>
                        <m:ctrlPr>
                          <a:rPr lang="en-US" sz="2200" b="0" i="1" smtClean="0">
                            <a:latin typeface="Cambria Math" panose="02040503050406030204" pitchFamily="18" charset="0"/>
                          </a:rPr>
                        </m:ctrlPr>
                      </m:sSubSupPr>
                      <m:e>
                        <m:acc>
                          <m:accPr>
                            <m:chr m:val="̅"/>
                            <m:ctrlPr>
                              <a:rPr lang="en-IN" sz="2200" i="1">
                                <a:latin typeface="Cambria Math" panose="02040503050406030204" pitchFamily="18" charset="0"/>
                              </a:rPr>
                            </m:ctrlPr>
                          </m:accPr>
                          <m:e>
                            <m:r>
                              <a:rPr lang="en-US" sz="2200" i="1">
                                <a:latin typeface="Cambria Math" panose="02040503050406030204" pitchFamily="18" charset="0"/>
                              </a:rPr>
                              <m:t>𝐷</m:t>
                            </m:r>
                          </m:e>
                        </m:acc>
                      </m:e>
                      <m:sub>
                        <m:r>
                          <a:rPr lang="en-US" sz="2200" i="1">
                            <a:latin typeface="Cambria Math" panose="02040503050406030204" pitchFamily="18" charset="0"/>
                          </a:rPr>
                          <m:t>𝑉</m:t>
                        </m:r>
                      </m:sub>
                      <m:sup>
                        <m:r>
                          <a:rPr lang="en-US" sz="2200" b="0" i="1" smtClean="0">
                            <a:latin typeface="Cambria Math" panose="02040503050406030204" pitchFamily="18" charset="0"/>
                          </a:rPr>
                          <m:t>3</m:t>
                        </m:r>
                      </m:sup>
                    </m:sSubSup>
                    <m:r>
                      <a:rPr lang="en-US" sz="2200" i="1">
                        <a:latin typeface="Cambria Math" panose="02040503050406030204" pitchFamily="18" charset="0"/>
                      </a:rPr>
                      <m:t>=</m:t>
                    </m:r>
                    <m:d>
                      <m:dPr>
                        <m:begChr m:val="["/>
                        <m:endChr m:val="]"/>
                        <m:ctrlPr>
                          <a:rPr lang="en-US" sz="2200" i="1">
                            <a:latin typeface="Cambria Math" panose="02040503050406030204" pitchFamily="18" charset="0"/>
                          </a:rPr>
                        </m:ctrlPr>
                      </m:dPr>
                      <m:e>
                        <m:f>
                          <m:fPr>
                            <m:ctrlPr>
                              <a:rPr lang="en-US" sz="2200" i="1">
                                <a:latin typeface="Cambria Math" panose="02040503050406030204" pitchFamily="18" charset="0"/>
                              </a:rPr>
                            </m:ctrlPr>
                          </m:fPr>
                          <m:num>
                            <m:r>
                              <a:rPr lang="en-US" sz="2200" i="1">
                                <a:latin typeface="Cambria Math" panose="02040503050406030204" pitchFamily="18" charset="0"/>
                              </a:rPr>
                              <m:t>1</m:t>
                            </m:r>
                          </m:num>
                          <m:den>
                            <m:nary>
                              <m:naryPr>
                                <m:chr m:val="∑"/>
                                <m:ctrlPr>
                                  <a:rPr lang="en-US" sz="2200" i="1">
                                    <a:latin typeface="Cambria Math" panose="02040503050406030204" pitchFamily="18" charset="0"/>
                                  </a:rPr>
                                </m:ctrlPr>
                              </m:naryPr>
                              <m:sub>
                                <m:r>
                                  <m:rPr>
                                    <m:brk m:alnAt="23"/>
                                  </m:rPr>
                                  <a:rPr lang="en-US" sz="2200" i="1">
                                    <a:latin typeface="Cambria Math" panose="02040503050406030204" pitchFamily="18" charset="0"/>
                                  </a:rPr>
                                  <m:t>𝑖</m:t>
                                </m:r>
                                <m:r>
                                  <a:rPr lang="en-US" sz="2200" i="1">
                                    <a:latin typeface="Cambria Math" panose="02040503050406030204" pitchFamily="18" charset="0"/>
                                  </a:rPr>
                                  <m:t>=1</m:t>
                                </m:r>
                              </m:sub>
                              <m:sup>
                                <m:r>
                                  <a:rPr lang="en-US" sz="2200" i="1">
                                    <a:latin typeface="Cambria Math" panose="02040503050406030204" pitchFamily="18" charset="0"/>
                                  </a:rPr>
                                  <m:t>𝑛</m:t>
                                </m:r>
                              </m:sup>
                              <m:e>
                                <m:r>
                                  <a:rPr lang="en-US" sz="2200" i="1">
                                    <a:latin typeface="Cambria Math" panose="02040503050406030204" pitchFamily="18" charset="0"/>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num>
                                  <m:den>
                                    <m:sSubSup>
                                      <m:sSubSupPr>
                                        <m:ctrlPr>
                                          <a:rPr lang="en-US" sz="2200" i="1">
                                            <a:latin typeface="Cambria Math" panose="02040503050406030204" pitchFamily="18" charset="0"/>
                                          </a:rPr>
                                        </m:ctrlPr>
                                      </m:sSubSupPr>
                                      <m:e>
                                        <m:acc>
                                          <m:accPr>
                                            <m:chr m:val="̅"/>
                                            <m:ctrlPr>
                                              <a:rPr lang="en-US" sz="2200" i="1">
                                                <a:latin typeface="Cambria Math" panose="02040503050406030204" pitchFamily="18" charset="0"/>
                                              </a:rPr>
                                            </m:ctrlPr>
                                          </m:accPr>
                                          <m:e>
                                            <m:r>
                                              <a:rPr lang="en-US" sz="2200" i="1">
                                                <a:latin typeface="Cambria Math" panose="02040503050406030204" pitchFamily="18" charset="0"/>
                                              </a:rPr>
                                              <m:t>𝐷</m:t>
                                            </m:r>
                                          </m:e>
                                        </m:acc>
                                      </m:e>
                                      <m:sub>
                                        <m:r>
                                          <a:rPr lang="en-US" sz="2200" i="1">
                                            <a:latin typeface="Cambria Math" panose="02040503050406030204" pitchFamily="18" charset="0"/>
                                          </a:rPr>
                                          <m:t>𝑝𝑖</m:t>
                                        </m:r>
                                      </m:sub>
                                      <m:sup>
                                        <m:r>
                                          <a:rPr lang="en-US" sz="2200" i="1">
                                            <a:latin typeface="Cambria Math" panose="02040503050406030204" pitchFamily="18" charset="0"/>
                                          </a:rPr>
                                          <m:t>3</m:t>
                                        </m:r>
                                      </m:sup>
                                    </m:sSubSup>
                                  </m:den>
                                </m:f>
                                <m:r>
                                  <a:rPr lang="en-US" sz="2200" i="1">
                                    <a:latin typeface="Cambria Math" panose="02040503050406030204" pitchFamily="18" charset="0"/>
                                  </a:rPr>
                                  <m:t>)</m:t>
                                </m:r>
                              </m:e>
                            </m:nary>
                          </m:den>
                        </m:f>
                      </m:e>
                    </m:d>
                  </m:oMath>
                </a14:m>
                <a:endParaRPr lang="en-IN" sz="2400" dirty="0"/>
              </a:p>
              <a:p>
                <a:pPr>
                  <a:buFont typeface="Wingdings" panose="05000000000000000000" pitchFamily="2" charset="2"/>
                  <a:buChar char="ü"/>
                </a:pPr>
                <a:r>
                  <a:rPr lang="en-IN" sz="2600" dirty="0">
                    <a:solidFill>
                      <a:srgbClr val="0070C0"/>
                    </a:solidFill>
                  </a:rPr>
                  <a:t>Arithmetic mean diameter    </a:t>
                </a:r>
                <a14:m>
                  <m:oMath xmlns:m="http://schemas.openxmlformats.org/officeDocument/2006/math">
                    <m:sSub>
                      <m:sSubPr>
                        <m:ctrlPr>
                          <a:rPr lang="en-US" sz="2400" i="1">
                            <a:latin typeface="Cambria Math" panose="02040503050406030204" pitchFamily="18" charset="0"/>
                          </a:rPr>
                        </m:ctrlPr>
                      </m:sSubPr>
                      <m:e>
                        <m:acc>
                          <m:accPr>
                            <m:chr m:val="̅"/>
                            <m:ctrlPr>
                              <a:rPr lang="en-IN" sz="2400" i="1">
                                <a:latin typeface="Cambria Math" panose="02040503050406030204" pitchFamily="18" charset="0"/>
                              </a:rPr>
                            </m:ctrlPr>
                          </m:accPr>
                          <m:e>
                            <m:r>
                              <a:rPr lang="en-US" sz="2400" i="1">
                                <a:latin typeface="Cambria Math" panose="02040503050406030204" pitchFamily="18" charset="0"/>
                              </a:rPr>
                              <m:t>𝐷</m:t>
                            </m:r>
                          </m:e>
                        </m:acc>
                      </m:e>
                      <m:sub>
                        <m:r>
                          <a:rPr lang="en-US" sz="2400" i="1">
                            <a:latin typeface="Cambria Math" panose="02040503050406030204" pitchFamily="18" charset="0"/>
                          </a:rPr>
                          <m:t>𝑁</m:t>
                        </m:r>
                      </m:sub>
                    </m:sSub>
                    <m:r>
                      <a:rPr lang="en-US" sz="2400" i="1">
                        <a:latin typeface="Cambria Math" panose="02040503050406030204" pitchFamily="18" charset="0"/>
                      </a:rPr>
                      <m:t>=</m:t>
                    </m:r>
                    <m:f>
                      <m:fPr>
                        <m:ctrlPr>
                          <a:rPr lang="en-US" sz="2400" i="1">
                            <a:latin typeface="Cambria Math" panose="02040503050406030204" pitchFamily="18" charset="0"/>
                          </a:rPr>
                        </m:ctrlPr>
                      </m:fPr>
                      <m:num>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𝑛</m:t>
                            </m:r>
                          </m:sup>
                          <m:e>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𝑖</m:t>
                                </m:r>
                              </m:sub>
                            </m:sSub>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𝐷</m:t>
                                    </m:r>
                                  </m:e>
                                </m:acc>
                              </m:e>
                              <m:sub>
                                <m:r>
                                  <a:rPr lang="en-US" sz="2400" i="1">
                                    <a:latin typeface="Cambria Math" panose="02040503050406030204" pitchFamily="18" charset="0"/>
                                  </a:rPr>
                                  <m:t>𝑝𝑖</m:t>
                                </m:r>
                              </m:sub>
                            </m:sSub>
                            <m:r>
                              <a:rPr lang="en-US" sz="2400" i="1">
                                <a:latin typeface="Cambria Math" panose="02040503050406030204" pitchFamily="18" charset="0"/>
                              </a:rPr>
                              <m:t>)</m:t>
                            </m:r>
                          </m:e>
                        </m:nary>
                      </m:num>
                      <m:den>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𝑛</m:t>
                            </m:r>
                          </m:sup>
                          <m:e>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𝑖</m:t>
                                </m:r>
                              </m:sub>
                            </m:sSub>
                            <m:r>
                              <a:rPr lang="en-US" sz="2400" i="1">
                                <a:latin typeface="Cambria Math" panose="02040503050406030204" pitchFamily="18" charset="0"/>
                              </a:rPr>
                              <m:t>)</m:t>
                            </m:r>
                          </m:e>
                        </m:nary>
                      </m:den>
                    </m:f>
                    <m:r>
                      <a:rPr lang="en-US" sz="2400" i="1">
                        <a:latin typeface="Cambria Math" panose="02040503050406030204" pitchFamily="18" charset="0"/>
                      </a:rPr>
                      <m:t>=</m:t>
                    </m:r>
                  </m:oMath>
                </a14:m>
                <a:r>
                  <a:rPr lang="en-US" sz="2400" dirty="0"/>
                  <a:t> </a:t>
                </a:r>
                <a14:m>
                  <m:oMath xmlns:m="http://schemas.openxmlformats.org/officeDocument/2006/math">
                    <m:f>
                      <m:fPr>
                        <m:ctrlPr>
                          <a:rPr lang="en-US" sz="2400" i="1">
                            <a:latin typeface="Cambria Math" panose="02040503050406030204" pitchFamily="18" charset="0"/>
                          </a:rPr>
                        </m:ctrlPr>
                      </m:fPr>
                      <m:num>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𝑛</m:t>
                            </m:r>
                          </m:sup>
                          <m:e>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𝑖</m:t>
                                </m:r>
                              </m:sub>
                            </m:sSub>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𝐷</m:t>
                                    </m:r>
                                  </m:e>
                                </m:acc>
                              </m:e>
                              <m:sub>
                                <m:r>
                                  <a:rPr lang="en-US" sz="2400" i="1">
                                    <a:latin typeface="Cambria Math" panose="02040503050406030204" pitchFamily="18" charset="0"/>
                                  </a:rPr>
                                  <m:t>𝑝𝑖</m:t>
                                </m:r>
                              </m:sub>
                            </m:sSub>
                            <m:r>
                              <a:rPr lang="en-US" sz="2400" i="1">
                                <a:latin typeface="Cambria Math" panose="02040503050406030204" pitchFamily="18" charset="0"/>
                              </a:rPr>
                              <m:t>)</m:t>
                            </m:r>
                          </m:e>
                        </m:nary>
                      </m:num>
                      <m:den>
                        <m:sSub>
                          <m:sSubPr>
                            <m:ctrlPr>
                              <a:rPr lang="en-US" sz="2400" i="1">
                                <a:latin typeface="Cambria Math" panose="02040503050406030204" pitchFamily="18" charset="0"/>
                              </a:rPr>
                            </m:ctrlPr>
                          </m:sSubPr>
                          <m:e>
                            <m:r>
                              <a:rPr lang="en-US" sz="2400" i="1">
                                <a:latin typeface="Cambria Math" panose="02040503050406030204" pitchFamily="18" charset="0"/>
                              </a:rPr>
                              <m:t>𝑁</m:t>
                            </m:r>
                          </m:e>
                          <m:sub>
                            <m:r>
                              <a:rPr lang="en-US" sz="2400" i="1">
                                <a:latin typeface="Cambria Math" panose="02040503050406030204" pitchFamily="18" charset="0"/>
                              </a:rPr>
                              <m:t>𝑇</m:t>
                            </m:r>
                          </m:sub>
                        </m:sSub>
                      </m:den>
                    </m:f>
                  </m:oMath>
                </a14:m>
                <a:endParaRPr lang="en-IN" sz="2200" dirty="0"/>
              </a:p>
              <a:p>
                <a:pPr>
                  <a:buFont typeface="Wingdings" panose="05000000000000000000" pitchFamily="2" charset="2"/>
                  <a:buChar char="ü"/>
                </a:pPr>
                <a:endParaRPr lang="en-IN" sz="2200" dirty="0"/>
              </a:p>
              <a:p>
                <a:pPr>
                  <a:buFont typeface="Wingdings" panose="05000000000000000000" pitchFamily="2" charset="2"/>
                  <a:buChar char="ü"/>
                </a:pPr>
                <a:r>
                  <a:rPr lang="en-IN" sz="2600" dirty="0">
                    <a:solidFill>
                      <a:srgbClr val="0070C0"/>
                    </a:solidFill>
                  </a:rPr>
                  <a:t>Mass mean diameter     </a:t>
                </a:r>
                <a14:m>
                  <m:oMath xmlns:m="http://schemas.openxmlformats.org/officeDocument/2006/math">
                    <m:sSub>
                      <m:sSubPr>
                        <m:ctrlPr>
                          <a:rPr lang="en-US" sz="2200" i="1">
                            <a:latin typeface="Cambria Math" panose="02040503050406030204" pitchFamily="18" charset="0"/>
                          </a:rPr>
                        </m:ctrlPr>
                      </m:sSubPr>
                      <m:e>
                        <m:acc>
                          <m:accPr>
                            <m:chr m:val="̅"/>
                            <m:ctrlPr>
                              <a:rPr lang="en-IN" sz="2200" i="1">
                                <a:latin typeface="Cambria Math" panose="02040503050406030204" pitchFamily="18" charset="0"/>
                              </a:rPr>
                            </m:ctrlPr>
                          </m:accPr>
                          <m:e>
                            <m:r>
                              <a:rPr lang="en-US" sz="2200" i="1">
                                <a:latin typeface="Cambria Math" panose="02040503050406030204" pitchFamily="18" charset="0"/>
                              </a:rPr>
                              <m:t>𝐷</m:t>
                            </m:r>
                          </m:e>
                        </m:acc>
                      </m:e>
                      <m:sub>
                        <m:r>
                          <a:rPr lang="en-US" sz="2200" i="1">
                            <a:latin typeface="Cambria Math" panose="02040503050406030204" pitchFamily="18" charset="0"/>
                          </a:rPr>
                          <m:t>𝑤</m:t>
                        </m:r>
                      </m:sub>
                    </m:sSub>
                    <m:r>
                      <a:rPr lang="en-US" sz="2200" i="1">
                        <a:latin typeface="Cambria Math" panose="02040503050406030204" pitchFamily="18" charset="0"/>
                      </a:rPr>
                      <m:t>=</m:t>
                    </m:r>
                    <m:nary>
                      <m:naryPr>
                        <m:chr m:val="∑"/>
                        <m:ctrlPr>
                          <a:rPr lang="en-US" sz="2200" i="1">
                            <a:latin typeface="Cambria Math" panose="02040503050406030204" pitchFamily="18" charset="0"/>
                          </a:rPr>
                        </m:ctrlPr>
                      </m:naryPr>
                      <m:sub>
                        <m:r>
                          <m:rPr>
                            <m:brk m:alnAt="23"/>
                          </m:rPr>
                          <a:rPr lang="en-US" sz="2200" i="1">
                            <a:latin typeface="Cambria Math" panose="02040503050406030204" pitchFamily="18" charset="0"/>
                          </a:rPr>
                          <m:t>𝑖</m:t>
                        </m:r>
                        <m:r>
                          <a:rPr lang="en-US" sz="2200" i="1">
                            <a:latin typeface="Cambria Math" panose="02040503050406030204" pitchFamily="18" charset="0"/>
                          </a:rPr>
                          <m:t>=1</m:t>
                        </m:r>
                      </m:sub>
                      <m:sup>
                        <m:r>
                          <a:rPr lang="en-US" sz="2200" i="1">
                            <a:latin typeface="Cambria Math" panose="02040503050406030204" pitchFamily="18" charset="0"/>
                          </a:rPr>
                          <m:t>𝑛</m:t>
                        </m:r>
                      </m:sup>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sSub>
                          <m:sSubPr>
                            <m:ctrlPr>
                              <a:rPr lang="en-US" sz="2200" i="1">
                                <a:latin typeface="Cambria Math" panose="02040503050406030204" pitchFamily="18" charset="0"/>
                              </a:rPr>
                            </m:ctrlPr>
                          </m:sSubPr>
                          <m:e>
                            <m:acc>
                              <m:accPr>
                                <m:chr m:val="̅"/>
                                <m:ctrlPr>
                                  <a:rPr lang="en-US" sz="2200" i="1">
                                    <a:latin typeface="Cambria Math" panose="02040503050406030204" pitchFamily="18" charset="0"/>
                                  </a:rPr>
                                </m:ctrlPr>
                              </m:accPr>
                              <m:e>
                                <m:r>
                                  <a:rPr lang="en-US" sz="2200" i="1">
                                    <a:latin typeface="Cambria Math" panose="02040503050406030204" pitchFamily="18" charset="0"/>
                                  </a:rPr>
                                  <m:t>𝐷</m:t>
                                </m:r>
                              </m:e>
                            </m:acc>
                          </m:e>
                          <m:sub>
                            <m:r>
                              <a:rPr lang="en-US" sz="2200" i="1">
                                <a:latin typeface="Cambria Math" panose="02040503050406030204" pitchFamily="18" charset="0"/>
                              </a:rPr>
                              <m:t>𝑝𝑖</m:t>
                            </m:r>
                          </m:sub>
                        </m:sSub>
                      </m:e>
                    </m:nary>
                  </m:oMath>
                </a14:m>
                <a:endParaRPr lang="en-IN" sz="2400" dirty="0"/>
              </a:p>
              <a:p>
                <a:pPr>
                  <a:buFont typeface="Wingdings" panose="05000000000000000000" pitchFamily="2" charset="2"/>
                  <a:buChar char="ü"/>
                </a:pPr>
                <a:endParaRPr lang="en-IN" sz="2400" dirty="0"/>
              </a:p>
              <a:p>
                <a:pPr>
                  <a:buFont typeface="Wingdings" panose="05000000000000000000" pitchFamily="2" charset="2"/>
                  <a:buChar char="ü"/>
                </a:pPr>
                <a:r>
                  <a:rPr lang="en-IN" sz="2400" dirty="0">
                    <a:solidFill>
                      <a:srgbClr val="0070C0"/>
                    </a:solidFill>
                  </a:rPr>
                  <a:t>Number of particles per unit mass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𝑁</m:t>
                        </m:r>
                      </m:e>
                      <m:sub>
                        <m:r>
                          <a:rPr lang="en-US" sz="2400" b="0" i="1" smtClean="0">
                            <a:latin typeface="Cambria Math" panose="02040503050406030204" pitchFamily="18" charset="0"/>
                          </a:rPr>
                          <m:t>𝑤</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𝑎</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𝜌</m:t>
                            </m:r>
                          </m:e>
                          <m:sub>
                            <m:r>
                              <a:rPr lang="en-US" sz="2400" b="0" i="1" smtClean="0">
                                <a:latin typeface="Cambria Math" panose="02040503050406030204" pitchFamily="18" charset="0"/>
                              </a:rPr>
                              <m:t>𝑝</m:t>
                            </m:r>
                          </m:sub>
                        </m:sSub>
                      </m:den>
                    </m:f>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sup>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num>
                          <m:den>
                            <m:sSubSup>
                              <m:sSubSupPr>
                                <m:ctrlPr>
                                  <a:rPr lang="en-US" sz="2400" b="0" i="1" smtClean="0">
                                    <a:latin typeface="Cambria Math" panose="02040503050406030204" pitchFamily="18" charset="0"/>
                                  </a:rPr>
                                </m:ctrlPr>
                              </m:sSubSupPr>
                              <m:e>
                                <m:acc>
                                  <m:accPr>
                                    <m:chr m:val="̅"/>
                                    <m:ctrlPr>
                                      <a:rPr lang="en-US" sz="2400" i="1">
                                        <a:latin typeface="Cambria Math" panose="02040503050406030204" pitchFamily="18" charset="0"/>
                                      </a:rPr>
                                    </m:ctrlPr>
                                  </m:accPr>
                                  <m:e>
                                    <m:r>
                                      <a:rPr lang="en-US" sz="2400" i="1">
                                        <a:latin typeface="Cambria Math" panose="02040503050406030204" pitchFamily="18" charset="0"/>
                                      </a:rPr>
                                      <m:t>𝐷</m:t>
                                    </m:r>
                                  </m:e>
                                </m:acc>
                              </m:e>
                              <m:sub>
                                <m:r>
                                  <a:rPr lang="en-US" sz="2400" i="1">
                                    <a:latin typeface="Cambria Math" panose="02040503050406030204" pitchFamily="18" charset="0"/>
                                  </a:rPr>
                                  <m:t>𝑝𝑖</m:t>
                                </m:r>
                              </m:sub>
                              <m:sup>
                                <m:r>
                                  <a:rPr lang="en-US" sz="2400" b="0" i="1" smtClean="0">
                                    <a:latin typeface="Cambria Math" panose="02040503050406030204" pitchFamily="18" charset="0"/>
                                  </a:rPr>
                                  <m:t>3</m:t>
                                </m:r>
                              </m:sup>
                            </m:sSubSup>
                            <m:r>
                              <a:rPr lang="en-US" sz="2400" b="0" i="1" smtClean="0">
                                <a:latin typeface="Cambria Math" panose="02040503050406030204" pitchFamily="18" charset="0"/>
                              </a:rPr>
                              <m:t> </m:t>
                            </m:r>
                          </m:den>
                        </m:f>
                      </m:e>
                    </m:nary>
                  </m:oMath>
                </a14:m>
                <a:endParaRPr lang="en-IN" sz="2400" dirty="0"/>
              </a:p>
              <a:p>
                <a:pPr marL="0" indent="0">
                  <a:buNone/>
                </a:pPr>
                <a:endParaRPr lang="en-IN" sz="2400" dirty="0"/>
              </a:p>
              <a:p>
                <a:pPr marL="0" indent="0">
                  <a:buNone/>
                </a:pPr>
                <a:endParaRPr lang="en-IN" sz="2400" dirty="0"/>
              </a:p>
            </p:txBody>
          </p:sp>
        </mc:Choice>
        <mc:Fallback xmlns="">
          <p:sp>
            <p:nvSpPr>
              <p:cNvPr id="6" name="Content Placeholder 5">
                <a:extLst>
                  <a:ext uri="{FF2B5EF4-FFF2-40B4-BE49-F238E27FC236}">
                    <a16:creationId xmlns:a16="http://schemas.microsoft.com/office/drawing/2014/main" id="{17406067-E717-4ED1-B46C-2B5A701EC50C}"/>
                  </a:ext>
                </a:extLst>
              </p:cNvPr>
              <p:cNvSpPr>
                <a:spLocks noGrp="1" noRot="1" noChangeAspect="1" noMove="1" noResize="1" noEditPoints="1" noAdjustHandles="1" noChangeArrowheads="1" noChangeShapeType="1" noTextEdit="1"/>
              </p:cNvSpPr>
              <p:nvPr>
                <p:ph sz="quarter" idx="14"/>
              </p:nvPr>
            </p:nvSpPr>
            <p:spPr>
              <a:xfrm>
                <a:off x="544513" y="1141413"/>
                <a:ext cx="10914062" cy="5083218"/>
              </a:xfrm>
              <a:blipFill>
                <a:blip r:embed="rId2"/>
                <a:stretch>
                  <a:fillRect l="-838" t="-1319"/>
                </a:stretch>
              </a:blipFill>
            </p:spPr>
            <p:txBody>
              <a:bodyPr/>
              <a:lstStyle/>
              <a:p>
                <a:r>
                  <a:rPr lang="en-IN">
                    <a:noFill/>
                  </a:rPr>
                  <a:t> </a:t>
                </a:r>
              </a:p>
            </p:txBody>
          </p:sp>
        </mc:Fallback>
      </mc:AlternateContent>
    </p:spTree>
    <p:extLst>
      <p:ext uri="{BB962C8B-B14F-4D97-AF65-F5344CB8AC3E}">
        <p14:creationId xmlns:p14="http://schemas.microsoft.com/office/powerpoint/2010/main" val="1607602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195681-6E87-48A7-9750-288F0555675D}"/>
              </a:ext>
            </a:extLst>
          </p:cNvPr>
          <p:cNvSpPr>
            <a:spLocks noGrp="1"/>
          </p:cNvSpPr>
          <p:nvPr>
            <p:ph type="dt" sz="half" idx="11"/>
          </p:nvPr>
        </p:nvSpPr>
        <p:spPr/>
        <p:txBody>
          <a:bodyPr/>
          <a:lstStyle/>
          <a:p>
            <a:fld id="{793CAAB6-CD82-467D-B8E9-9E98DCC1E140}" type="datetime1">
              <a:rPr lang="en-IN" smtClean="0"/>
              <a:t>14-08-2025</a:t>
            </a:fld>
            <a:endParaRPr lang="en-IN"/>
          </a:p>
        </p:txBody>
      </p:sp>
      <p:sp>
        <p:nvSpPr>
          <p:cNvPr id="3" name="Footer Placeholder 2">
            <a:extLst>
              <a:ext uri="{FF2B5EF4-FFF2-40B4-BE49-F238E27FC236}">
                <a16:creationId xmlns:a16="http://schemas.microsoft.com/office/drawing/2014/main" id="{5E26D958-F4A7-4A88-81E4-60BB9E8A97F9}"/>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43FDCCFE-AD92-4FB0-894B-509BE783A948}"/>
              </a:ext>
            </a:extLst>
          </p:cNvPr>
          <p:cNvSpPr>
            <a:spLocks noGrp="1"/>
          </p:cNvSpPr>
          <p:nvPr>
            <p:ph type="sldNum" sz="quarter" idx="13"/>
          </p:nvPr>
        </p:nvSpPr>
        <p:spPr/>
        <p:txBody>
          <a:bodyPr/>
          <a:lstStyle/>
          <a:p>
            <a:fld id="{957D5EAD-A97B-4969-AF6A-47A86C2666CF}" type="slidenum">
              <a:rPr lang="en-IN" smtClean="0"/>
              <a:t>3</a:t>
            </a:fld>
            <a:endParaRPr lang="en-IN"/>
          </a:p>
        </p:txBody>
      </p:sp>
      <p:sp>
        <p:nvSpPr>
          <p:cNvPr id="9" name="TextBox 8">
            <a:extLst>
              <a:ext uri="{FF2B5EF4-FFF2-40B4-BE49-F238E27FC236}">
                <a16:creationId xmlns:a16="http://schemas.microsoft.com/office/drawing/2014/main" id="{F14A18A4-F612-4B0D-9537-ACB91531B164}"/>
              </a:ext>
            </a:extLst>
          </p:cNvPr>
          <p:cNvSpPr txBox="1"/>
          <p:nvPr/>
        </p:nvSpPr>
        <p:spPr>
          <a:xfrm>
            <a:off x="1880315" y="546548"/>
            <a:ext cx="2747034" cy="461665"/>
          </a:xfrm>
          <a:prstGeom prst="rect">
            <a:avLst/>
          </a:prstGeom>
          <a:noFill/>
        </p:spPr>
        <p:txBody>
          <a:bodyPr wrap="none" rtlCol="0">
            <a:spAutoFit/>
          </a:bodyPr>
          <a:lstStyle/>
          <a:p>
            <a:r>
              <a:rPr lang="en-US" sz="2400" b="1" dirty="0">
                <a:solidFill>
                  <a:srgbClr val="C00000"/>
                </a:solidFill>
              </a:rPr>
              <a:t>Differential Analysis</a:t>
            </a:r>
            <a:endParaRPr lang="en-IN" sz="2400" b="1" dirty="0">
              <a:solidFill>
                <a:srgbClr val="C00000"/>
              </a:solidFill>
            </a:endParaRPr>
          </a:p>
        </p:txBody>
      </p:sp>
      <p:sp>
        <p:nvSpPr>
          <p:cNvPr id="10" name="TextBox 9">
            <a:extLst>
              <a:ext uri="{FF2B5EF4-FFF2-40B4-BE49-F238E27FC236}">
                <a16:creationId xmlns:a16="http://schemas.microsoft.com/office/drawing/2014/main" id="{DB6CE67A-341B-481E-8231-EFEB19F721BB}"/>
              </a:ext>
            </a:extLst>
          </p:cNvPr>
          <p:cNvSpPr txBox="1"/>
          <p:nvPr/>
        </p:nvSpPr>
        <p:spPr>
          <a:xfrm>
            <a:off x="8026400" y="546548"/>
            <a:ext cx="2748188" cy="461665"/>
          </a:xfrm>
          <a:prstGeom prst="rect">
            <a:avLst/>
          </a:prstGeom>
          <a:noFill/>
        </p:spPr>
        <p:txBody>
          <a:bodyPr wrap="none" rtlCol="0">
            <a:spAutoFit/>
          </a:bodyPr>
          <a:lstStyle/>
          <a:p>
            <a:r>
              <a:rPr lang="en-US" sz="2400" b="1" dirty="0">
                <a:solidFill>
                  <a:srgbClr val="C00000"/>
                </a:solidFill>
              </a:rPr>
              <a:t>Cumulative Analysis</a:t>
            </a:r>
            <a:endParaRPr lang="en-IN" sz="2400" b="1" dirty="0">
              <a:solidFill>
                <a:srgbClr val="C00000"/>
              </a:solidFill>
            </a:endParaRPr>
          </a:p>
        </p:txBody>
      </p:sp>
      <p:grpSp>
        <p:nvGrpSpPr>
          <p:cNvPr id="18" name="Group 17">
            <a:extLst>
              <a:ext uri="{FF2B5EF4-FFF2-40B4-BE49-F238E27FC236}">
                <a16:creationId xmlns:a16="http://schemas.microsoft.com/office/drawing/2014/main" id="{402C7E11-6B9C-43B0-827B-C38C992F579D}"/>
              </a:ext>
            </a:extLst>
          </p:cNvPr>
          <p:cNvGrpSpPr/>
          <p:nvPr/>
        </p:nvGrpSpPr>
        <p:grpSpPr>
          <a:xfrm>
            <a:off x="31068" y="1232010"/>
            <a:ext cx="5953316" cy="4517112"/>
            <a:chOff x="31068" y="1232010"/>
            <a:chExt cx="5953316" cy="4517112"/>
          </a:xfrm>
        </p:grpSpPr>
        <p:grpSp>
          <p:nvGrpSpPr>
            <p:cNvPr id="14" name="Group 13">
              <a:extLst>
                <a:ext uri="{FF2B5EF4-FFF2-40B4-BE49-F238E27FC236}">
                  <a16:creationId xmlns:a16="http://schemas.microsoft.com/office/drawing/2014/main" id="{31AAFA64-4DC8-43EA-AF20-3DBF3A7BAD9A}"/>
                </a:ext>
              </a:extLst>
            </p:cNvPr>
            <p:cNvGrpSpPr/>
            <p:nvPr/>
          </p:nvGrpSpPr>
          <p:grpSpPr>
            <a:xfrm>
              <a:off x="31068" y="1232010"/>
              <a:ext cx="5953316" cy="4517112"/>
              <a:chOff x="31068" y="1232010"/>
              <a:chExt cx="5953316" cy="4517112"/>
            </a:xfrm>
          </p:grpSpPr>
          <mc:AlternateContent xmlns:mc="http://schemas.openxmlformats.org/markup-compatibility/2006" xmlns:a14="http://schemas.microsoft.com/office/drawing/2010/main">
            <mc:Choice Requires="a14">
              <p:graphicFrame>
                <p:nvGraphicFramePr>
                  <p:cNvPr id="7" name="Chart 6">
                    <a:extLst>
                      <a:ext uri="{FF2B5EF4-FFF2-40B4-BE49-F238E27FC236}">
                        <a16:creationId xmlns:a16="http://schemas.microsoft.com/office/drawing/2014/main" id="{DAB6CB3B-705D-4A9B-8D5C-F53110AB6E26}"/>
                      </a:ext>
                    </a:extLst>
                  </p:cNvPr>
                  <p:cNvGraphicFramePr>
                    <a:graphicFrameLocks/>
                  </p:cNvGraphicFramePr>
                  <p:nvPr>
                    <p:extLst>
                      <p:ext uri="{D42A27DB-BD31-4B8C-83A1-F6EECF244321}">
                        <p14:modId xmlns:p14="http://schemas.microsoft.com/office/powerpoint/2010/main" val="2789032613"/>
                      </p:ext>
                    </p:extLst>
                  </p:nvPr>
                </p:nvGraphicFramePr>
                <p:xfrm>
                  <a:off x="31068" y="1232010"/>
                  <a:ext cx="5953316" cy="4517112"/>
                </p:xfrm>
                <a:graphic>
                  <a:graphicData uri="http://schemas.openxmlformats.org/drawingml/2006/chart">
                    <c:chart xmlns:c="http://schemas.openxmlformats.org/drawingml/2006/chart" xmlns:r="http://schemas.openxmlformats.org/officeDocument/2006/relationships" r:id="rId2"/>
                  </a:graphicData>
                </a:graphic>
              </p:graphicFrame>
            </mc:Choice>
            <mc:Fallback xmlns="">
              <p:graphicFrame>
                <p:nvGraphicFramePr>
                  <p:cNvPr id="7" name="Chart 6">
                    <a:extLst>
                      <a:ext uri="{FF2B5EF4-FFF2-40B4-BE49-F238E27FC236}">
                        <a16:creationId xmlns:a16="http://schemas.microsoft.com/office/drawing/2014/main" id="{DAB6CB3B-705D-4A9B-8D5C-F53110AB6E26}"/>
                      </a:ext>
                    </a:extLst>
                  </p:cNvPr>
                  <p:cNvGraphicFramePr>
                    <a:graphicFrameLocks/>
                  </p:cNvGraphicFramePr>
                  <p:nvPr>
                    <p:extLst>
                      <p:ext uri="{D42A27DB-BD31-4B8C-83A1-F6EECF244321}">
                        <p14:modId xmlns:p14="http://schemas.microsoft.com/office/powerpoint/2010/main" val="2789032613"/>
                      </p:ext>
                    </p:extLst>
                  </p:nvPr>
                </p:nvGraphicFramePr>
                <p:xfrm>
                  <a:off x="31068" y="1232010"/>
                  <a:ext cx="5953316" cy="4517112"/>
                </p:xfrm>
                <a:graphic>
                  <a:graphicData uri="http://schemas.openxmlformats.org/drawingml/2006/chart">
                    <c:chart xmlns:c="http://schemas.openxmlformats.org/drawingml/2006/chart" xmlns:r="http://schemas.openxmlformats.org/officeDocument/2006/relationships" r:id="rId3"/>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F1F73EB-5759-4DFD-AD43-91D871FB892C}"/>
                      </a:ext>
                    </a:extLst>
                  </p:cNvPr>
                  <p:cNvSpPr txBox="1"/>
                  <p:nvPr/>
                </p:nvSpPr>
                <p:spPr>
                  <a:xfrm>
                    <a:off x="3007726" y="5230176"/>
                    <a:ext cx="1256306" cy="497059"/>
                  </a:xfrm>
                  <a:prstGeom prst="rect">
                    <a:avLst/>
                  </a:prstGeom>
                  <a:solidFill>
                    <a:schemeClr val="bg1"/>
                  </a:solidFill>
                </p:spPr>
                <p:txBody>
                  <a:bodyPr wrap="none" rtlCol="0">
                    <a:spAutoFit/>
                  </a:bodyPr>
                  <a:lstStyle/>
                  <a:p>
                    <a14:m>
                      <m:oMath xmlns:m="http://schemas.openxmlformats.org/officeDocument/2006/math">
                        <m:sSub>
                          <m:sSubPr>
                            <m:ctrlPr>
                              <a:rPr lang="en-US" sz="2400" b="0" i="1" smtClean="0">
                                <a:solidFill>
                                  <a:srgbClr val="002060"/>
                                </a:solidFill>
                                <a:latin typeface="Cambria Math" panose="02040503050406030204" pitchFamily="18" charset="0"/>
                              </a:rPr>
                            </m:ctrlPr>
                          </m:sSubPr>
                          <m:e>
                            <m:acc>
                              <m:accPr>
                                <m:chr m:val="̅"/>
                                <m:ctrlPr>
                                  <a:rPr lang="en-IN" sz="2400" i="1" smtClean="0">
                                    <a:solidFill>
                                      <a:srgbClr val="002060"/>
                                    </a:solidFill>
                                    <a:latin typeface="Cambria Math" panose="02040503050406030204" pitchFamily="18" charset="0"/>
                                  </a:rPr>
                                </m:ctrlPr>
                              </m:accPr>
                              <m:e>
                                <m:r>
                                  <a:rPr lang="en-US" sz="2400" b="0" i="1" smtClean="0">
                                    <a:solidFill>
                                      <a:srgbClr val="002060"/>
                                    </a:solidFill>
                                    <a:latin typeface="Cambria Math" panose="02040503050406030204" pitchFamily="18" charset="0"/>
                                  </a:rPr>
                                  <m:t>𝐷</m:t>
                                </m:r>
                              </m:e>
                            </m:acc>
                          </m:e>
                          <m:sub>
                            <m:r>
                              <a:rPr lang="en-US" sz="2400" b="0" i="1" smtClean="0">
                                <a:solidFill>
                                  <a:srgbClr val="002060"/>
                                </a:solidFill>
                                <a:latin typeface="Cambria Math" panose="02040503050406030204" pitchFamily="18" charset="0"/>
                              </a:rPr>
                              <m:t>𝑝𝑖</m:t>
                            </m:r>
                          </m:sub>
                        </m:sSub>
                      </m:oMath>
                    </a14:m>
                    <a:r>
                      <a:rPr lang="en-IN" sz="2400" dirty="0">
                        <a:solidFill>
                          <a:srgbClr val="002060"/>
                        </a:solidFill>
                      </a:rPr>
                      <a:t>, mm</a:t>
                    </a:r>
                  </a:p>
                </p:txBody>
              </p:sp>
            </mc:Choice>
            <mc:Fallback xmlns="">
              <p:sp>
                <p:nvSpPr>
                  <p:cNvPr id="12" name="TextBox 11">
                    <a:extLst>
                      <a:ext uri="{FF2B5EF4-FFF2-40B4-BE49-F238E27FC236}">
                        <a16:creationId xmlns:a16="http://schemas.microsoft.com/office/drawing/2014/main" id="{0F1F73EB-5759-4DFD-AD43-91D871FB892C}"/>
                      </a:ext>
                    </a:extLst>
                  </p:cNvPr>
                  <p:cNvSpPr txBox="1">
                    <a:spLocks noRot="1" noChangeAspect="1" noMove="1" noResize="1" noEditPoints="1" noAdjustHandles="1" noChangeArrowheads="1" noChangeShapeType="1" noTextEdit="1"/>
                  </p:cNvSpPr>
                  <p:nvPr/>
                </p:nvSpPr>
                <p:spPr>
                  <a:xfrm>
                    <a:off x="3007726" y="5230176"/>
                    <a:ext cx="1256306" cy="497059"/>
                  </a:xfrm>
                  <a:prstGeom prst="rect">
                    <a:avLst/>
                  </a:prstGeom>
                  <a:blipFill>
                    <a:blip r:embed="rId4"/>
                    <a:stretch>
                      <a:fillRect l="-971" t="-7317" r="-7282" b="-21951"/>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F333857-6D5B-412E-9369-A6C5EA35C0CD}"/>
                    </a:ext>
                  </a:extLst>
                </p:cNvPr>
                <p:cNvSpPr txBox="1"/>
                <p:nvPr/>
              </p:nvSpPr>
              <p:spPr>
                <a:xfrm>
                  <a:off x="96511" y="2746343"/>
                  <a:ext cx="513089" cy="46166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rgbClr val="002060"/>
                                </a:solidFill>
                                <a:latin typeface="Cambria Math" panose="02040503050406030204" pitchFamily="18" charset="0"/>
                              </a:rPr>
                            </m:ctrlPr>
                          </m:sSubPr>
                          <m:e>
                            <m:r>
                              <a:rPr lang="en-US" sz="2400" b="0" i="1" smtClean="0">
                                <a:solidFill>
                                  <a:srgbClr val="002060"/>
                                </a:solidFill>
                                <a:latin typeface="Cambria Math" panose="02040503050406030204" pitchFamily="18" charset="0"/>
                              </a:rPr>
                              <m:t>𝑥</m:t>
                            </m:r>
                          </m:e>
                          <m:sub>
                            <m:r>
                              <a:rPr lang="en-US" sz="2400" b="0" i="1" smtClean="0">
                                <a:solidFill>
                                  <a:srgbClr val="002060"/>
                                </a:solidFill>
                                <a:latin typeface="Cambria Math" panose="02040503050406030204" pitchFamily="18" charset="0"/>
                              </a:rPr>
                              <m:t>𝑖</m:t>
                            </m:r>
                          </m:sub>
                        </m:sSub>
                      </m:oMath>
                    </m:oMathPara>
                  </a14:m>
                  <a:endParaRPr lang="en-IN" sz="2400" dirty="0">
                    <a:solidFill>
                      <a:srgbClr val="002060"/>
                    </a:solidFill>
                  </a:endParaRPr>
                </a:p>
              </p:txBody>
            </p:sp>
          </mc:Choice>
          <mc:Fallback xmlns="">
            <p:sp>
              <p:nvSpPr>
                <p:cNvPr id="16" name="TextBox 15">
                  <a:extLst>
                    <a:ext uri="{FF2B5EF4-FFF2-40B4-BE49-F238E27FC236}">
                      <a16:creationId xmlns:a16="http://schemas.microsoft.com/office/drawing/2014/main" id="{5F333857-6D5B-412E-9369-A6C5EA35C0CD}"/>
                    </a:ext>
                  </a:extLst>
                </p:cNvPr>
                <p:cNvSpPr txBox="1">
                  <a:spLocks noRot="1" noChangeAspect="1" noMove="1" noResize="1" noEditPoints="1" noAdjustHandles="1" noChangeArrowheads="1" noChangeShapeType="1" noTextEdit="1"/>
                </p:cNvSpPr>
                <p:nvPr/>
              </p:nvSpPr>
              <p:spPr>
                <a:xfrm>
                  <a:off x="96511" y="2746343"/>
                  <a:ext cx="513089" cy="461665"/>
                </a:xfrm>
                <a:prstGeom prst="rect">
                  <a:avLst/>
                </a:prstGeom>
                <a:blipFill>
                  <a:blip r:embed="rId5"/>
                  <a:stretch>
                    <a:fillRect b="-2667"/>
                  </a:stretch>
                </a:blipFill>
              </p:spPr>
              <p:txBody>
                <a:bodyPr/>
                <a:lstStyle/>
                <a:p>
                  <a:r>
                    <a:rPr lang="en-IN">
                      <a:noFill/>
                    </a:rPr>
                    <a:t> </a:t>
                  </a:r>
                </a:p>
              </p:txBody>
            </p:sp>
          </mc:Fallback>
        </mc:AlternateContent>
      </p:grpSp>
      <p:grpSp>
        <p:nvGrpSpPr>
          <p:cNvPr id="19" name="Group 18">
            <a:extLst>
              <a:ext uri="{FF2B5EF4-FFF2-40B4-BE49-F238E27FC236}">
                <a16:creationId xmlns:a16="http://schemas.microsoft.com/office/drawing/2014/main" id="{1DDE8B1C-63FA-4F45-912A-F582DFFF1D03}"/>
              </a:ext>
            </a:extLst>
          </p:cNvPr>
          <p:cNvGrpSpPr/>
          <p:nvPr/>
        </p:nvGrpSpPr>
        <p:grpSpPr>
          <a:xfrm>
            <a:off x="6207618" y="1232010"/>
            <a:ext cx="5821251" cy="4332446"/>
            <a:chOff x="6207618" y="1232010"/>
            <a:chExt cx="5821251" cy="4332446"/>
          </a:xfrm>
        </p:grpSpPr>
        <p:grpSp>
          <p:nvGrpSpPr>
            <p:cNvPr id="15" name="Group 14">
              <a:extLst>
                <a:ext uri="{FF2B5EF4-FFF2-40B4-BE49-F238E27FC236}">
                  <a16:creationId xmlns:a16="http://schemas.microsoft.com/office/drawing/2014/main" id="{A3C0D9E1-6615-458B-B423-F332D8586945}"/>
                </a:ext>
              </a:extLst>
            </p:cNvPr>
            <p:cNvGrpSpPr/>
            <p:nvPr/>
          </p:nvGrpSpPr>
          <p:grpSpPr>
            <a:xfrm>
              <a:off x="6207618" y="1232010"/>
              <a:ext cx="5821251" cy="4332446"/>
              <a:chOff x="6207618" y="1232010"/>
              <a:chExt cx="5821251" cy="4332446"/>
            </a:xfrm>
          </p:grpSpPr>
          <mc:AlternateContent xmlns:mc="http://schemas.openxmlformats.org/markup-compatibility/2006" xmlns:a14="http://schemas.microsoft.com/office/drawing/2010/main">
            <mc:Choice Requires="a14">
              <p:graphicFrame>
                <p:nvGraphicFramePr>
                  <p:cNvPr id="8" name="Chart 7">
                    <a:extLst>
                      <a:ext uri="{FF2B5EF4-FFF2-40B4-BE49-F238E27FC236}">
                        <a16:creationId xmlns:a16="http://schemas.microsoft.com/office/drawing/2014/main" id="{466A9283-2F7B-4F17-8283-DF02FB5F776C}"/>
                      </a:ext>
                    </a:extLst>
                  </p:cNvPr>
                  <p:cNvGraphicFramePr>
                    <a:graphicFrameLocks/>
                  </p:cNvGraphicFramePr>
                  <p:nvPr>
                    <p:extLst>
                      <p:ext uri="{D42A27DB-BD31-4B8C-83A1-F6EECF244321}">
                        <p14:modId xmlns:p14="http://schemas.microsoft.com/office/powerpoint/2010/main" val="3046972030"/>
                      </p:ext>
                    </p:extLst>
                  </p:nvPr>
                </p:nvGraphicFramePr>
                <p:xfrm>
                  <a:off x="6207618" y="1232010"/>
                  <a:ext cx="5821251" cy="4332446"/>
                </p:xfrm>
                <a:graphic>
                  <a:graphicData uri="http://schemas.openxmlformats.org/drawingml/2006/chart">
                    <c:chart xmlns:c="http://schemas.openxmlformats.org/drawingml/2006/chart" xmlns:r="http://schemas.openxmlformats.org/officeDocument/2006/relationships" r:id="rId6"/>
                  </a:graphicData>
                </a:graphic>
              </p:graphicFrame>
            </mc:Choice>
            <mc:Fallback xmlns="">
              <p:graphicFrame>
                <p:nvGraphicFramePr>
                  <p:cNvPr id="8" name="Chart 7">
                    <a:extLst>
                      <a:ext uri="{FF2B5EF4-FFF2-40B4-BE49-F238E27FC236}">
                        <a16:creationId xmlns:a16="http://schemas.microsoft.com/office/drawing/2014/main" id="{466A9283-2F7B-4F17-8283-DF02FB5F776C}"/>
                      </a:ext>
                    </a:extLst>
                  </p:cNvPr>
                  <p:cNvGraphicFramePr>
                    <a:graphicFrameLocks/>
                  </p:cNvGraphicFramePr>
                  <p:nvPr>
                    <p:extLst>
                      <p:ext uri="{D42A27DB-BD31-4B8C-83A1-F6EECF244321}">
                        <p14:modId xmlns:p14="http://schemas.microsoft.com/office/powerpoint/2010/main" val="3046972030"/>
                      </p:ext>
                    </p:extLst>
                  </p:nvPr>
                </p:nvGraphicFramePr>
                <p:xfrm>
                  <a:off x="6207618" y="1232010"/>
                  <a:ext cx="5821251" cy="4332446"/>
                </p:xfrm>
                <a:graphic>
                  <a:graphicData uri="http://schemas.openxmlformats.org/drawingml/2006/chart">
                    <c:chart xmlns:c="http://schemas.openxmlformats.org/drawingml/2006/chart" xmlns:r="http://schemas.openxmlformats.org/officeDocument/2006/relationships" r:id="rId7"/>
                  </a:graphicData>
                </a:graphic>
              </p:graphicFrame>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E1D6214-E376-4EC1-B835-BECBF708BC12}"/>
                      </a:ext>
                    </a:extLst>
                  </p:cNvPr>
                  <p:cNvSpPr txBox="1"/>
                  <p:nvPr/>
                </p:nvSpPr>
                <p:spPr>
                  <a:xfrm>
                    <a:off x="8961042" y="5064103"/>
                    <a:ext cx="1256306" cy="497059"/>
                  </a:xfrm>
                  <a:prstGeom prst="rect">
                    <a:avLst/>
                  </a:prstGeom>
                  <a:solidFill>
                    <a:schemeClr val="bg1"/>
                  </a:solidFill>
                </p:spPr>
                <p:txBody>
                  <a:bodyPr wrap="none" rtlCol="0">
                    <a:spAutoFit/>
                  </a:bodyPr>
                  <a:lstStyle/>
                  <a:p>
                    <a14:m>
                      <m:oMath xmlns:m="http://schemas.openxmlformats.org/officeDocument/2006/math">
                        <m:sSub>
                          <m:sSubPr>
                            <m:ctrlPr>
                              <a:rPr lang="en-US" sz="2400" b="0" i="1" smtClean="0">
                                <a:solidFill>
                                  <a:srgbClr val="002060"/>
                                </a:solidFill>
                                <a:latin typeface="Cambria Math" panose="02040503050406030204" pitchFamily="18" charset="0"/>
                              </a:rPr>
                            </m:ctrlPr>
                          </m:sSubPr>
                          <m:e>
                            <m:acc>
                              <m:accPr>
                                <m:chr m:val="̅"/>
                                <m:ctrlPr>
                                  <a:rPr lang="en-IN" sz="2400" i="1" smtClean="0">
                                    <a:solidFill>
                                      <a:srgbClr val="002060"/>
                                    </a:solidFill>
                                    <a:latin typeface="Cambria Math" panose="02040503050406030204" pitchFamily="18" charset="0"/>
                                  </a:rPr>
                                </m:ctrlPr>
                              </m:accPr>
                              <m:e>
                                <m:r>
                                  <a:rPr lang="en-US" sz="2400" b="0" i="1" smtClean="0">
                                    <a:solidFill>
                                      <a:srgbClr val="002060"/>
                                    </a:solidFill>
                                    <a:latin typeface="Cambria Math" panose="02040503050406030204" pitchFamily="18" charset="0"/>
                                  </a:rPr>
                                  <m:t>𝐷</m:t>
                                </m:r>
                              </m:e>
                            </m:acc>
                          </m:e>
                          <m:sub>
                            <m:r>
                              <a:rPr lang="en-US" sz="2400" b="0" i="1" smtClean="0">
                                <a:solidFill>
                                  <a:srgbClr val="002060"/>
                                </a:solidFill>
                                <a:latin typeface="Cambria Math" panose="02040503050406030204" pitchFamily="18" charset="0"/>
                              </a:rPr>
                              <m:t>𝑝𝑖</m:t>
                            </m:r>
                          </m:sub>
                        </m:sSub>
                      </m:oMath>
                    </a14:m>
                    <a:r>
                      <a:rPr lang="en-IN" sz="2400" dirty="0">
                        <a:solidFill>
                          <a:srgbClr val="002060"/>
                        </a:solidFill>
                      </a:rPr>
                      <a:t>, mm</a:t>
                    </a:r>
                  </a:p>
                </p:txBody>
              </p:sp>
            </mc:Choice>
            <mc:Fallback xmlns="">
              <p:sp>
                <p:nvSpPr>
                  <p:cNvPr id="13" name="TextBox 12">
                    <a:extLst>
                      <a:ext uri="{FF2B5EF4-FFF2-40B4-BE49-F238E27FC236}">
                        <a16:creationId xmlns:a16="http://schemas.microsoft.com/office/drawing/2014/main" id="{2E1D6214-E376-4EC1-B835-BECBF708BC12}"/>
                      </a:ext>
                    </a:extLst>
                  </p:cNvPr>
                  <p:cNvSpPr txBox="1">
                    <a:spLocks noRot="1" noChangeAspect="1" noMove="1" noResize="1" noEditPoints="1" noAdjustHandles="1" noChangeArrowheads="1" noChangeShapeType="1" noTextEdit="1"/>
                  </p:cNvSpPr>
                  <p:nvPr/>
                </p:nvSpPr>
                <p:spPr>
                  <a:xfrm>
                    <a:off x="8961042" y="5064103"/>
                    <a:ext cx="1256306" cy="497059"/>
                  </a:xfrm>
                  <a:prstGeom prst="rect">
                    <a:avLst/>
                  </a:prstGeom>
                  <a:blipFill>
                    <a:blip r:embed="rId8"/>
                    <a:stretch>
                      <a:fillRect l="-1456" t="-7407" r="-6796" b="-23457"/>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150D505-7DA1-48E3-896F-769B2F569FB8}"/>
                    </a:ext>
                  </a:extLst>
                </p:cNvPr>
                <p:cNvSpPr txBox="1"/>
                <p:nvPr/>
              </p:nvSpPr>
              <p:spPr>
                <a:xfrm rot="16200000">
                  <a:off x="4653569" y="3025435"/>
                  <a:ext cx="3681521" cy="395814"/>
                </a:xfrm>
                <a:prstGeom prst="rect">
                  <a:avLst/>
                </a:prstGeom>
                <a:solidFill>
                  <a:schemeClr val="bg1"/>
                </a:solidFill>
              </p:spPr>
              <p:txBody>
                <a:bodyPr wrap="none" rtlCol="0">
                  <a:spAutoFit/>
                </a:bodyPr>
                <a:lstStyle/>
                <a:p>
                  <a:r>
                    <a:rPr lang="en-US" dirty="0">
                      <a:solidFill>
                        <a:srgbClr val="002060"/>
                      </a:solidFill>
                    </a:rPr>
                    <a:t>Cumulative fraction smaller than </a:t>
                  </a:r>
                  <a14:m>
                    <m:oMath xmlns:m="http://schemas.openxmlformats.org/officeDocument/2006/math">
                      <m:sSub>
                        <m:sSubPr>
                          <m:ctrlPr>
                            <a:rPr lang="en-US" i="1">
                              <a:solidFill>
                                <a:srgbClr val="002060"/>
                              </a:solidFill>
                              <a:latin typeface="Cambria Math" panose="02040503050406030204" pitchFamily="18" charset="0"/>
                            </a:rPr>
                          </m:ctrlPr>
                        </m:sSubPr>
                        <m:e>
                          <m:acc>
                            <m:accPr>
                              <m:chr m:val="̅"/>
                              <m:ctrlPr>
                                <a:rPr lang="en-IN" i="1">
                                  <a:solidFill>
                                    <a:srgbClr val="002060"/>
                                  </a:solidFill>
                                  <a:latin typeface="Cambria Math" panose="02040503050406030204" pitchFamily="18" charset="0"/>
                                </a:rPr>
                              </m:ctrlPr>
                            </m:accPr>
                            <m:e>
                              <m:r>
                                <a:rPr lang="en-US" i="1">
                                  <a:solidFill>
                                    <a:srgbClr val="002060"/>
                                  </a:solidFill>
                                  <a:latin typeface="Cambria Math" panose="02040503050406030204" pitchFamily="18" charset="0"/>
                                </a:rPr>
                                <m:t>𝐷</m:t>
                              </m:r>
                            </m:e>
                          </m:acc>
                        </m:e>
                        <m:sub>
                          <m:r>
                            <a:rPr lang="en-US" i="1">
                              <a:solidFill>
                                <a:srgbClr val="002060"/>
                              </a:solidFill>
                              <a:latin typeface="Cambria Math" panose="02040503050406030204" pitchFamily="18" charset="0"/>
                            </a:rPr>
                            <m:t>𝑝𝑖</m:t>
                          </m:r>
                        </m:sub>
                      </m:sSub>
                    </m:oMath>
                  </a14:m>
                  <a:r>
                    <a:rPr lang="en-US" dirty="0">
                      <a:solidFill>
                        <a:srgbClr val="002060"/>
                      </a:solidFill>
                    </a:rPr>
                    <a:t> </a:t>
                  </a:r>
                  <a:endParaRPr lang="en-IN" dirty="0">
                    <a:solidFill>
                      <a:srgbClr val="002060"/>
                    </a:solidFill>
                  </a:endParaRPr>
                </a:p>
              </p:txBody>
            </p:sp>
          </mc:Choice>
          <mc:Fallback xmlns="">
            <p:sp>
              <p:nvSpPr>
                <p:cNvPr id="17" name="TextBox 16">
                  <a:extLst>
                    <a:ext uri="{FF2B5EF4-FFF2-40B4-BE49-F238E27FC236}">
                      <a16:creationId xmlns:a16="http://schemas.microsoft.com/office/drawing/2014/main" id="{4150D505-7DA1-48E3-896F-769B2F569FB8}"/>
                    </a:ext>
                  </a:extLst>
                </p:cNvPr>
                <p:cNvSpPr txBox="1">
                  <a:spLocks noRot="1" noChangeAspect="1" noMove="1" noResize="1" noEditPoints="1" noAdjustHandles="1" noChangeArrowheads="1" noChangeShapeType="1" noTextEdit="1"/>
                </p:cNvSpPr>
                <p:nvPr/>
              </p:nvSpPr>
              <p:spPr>
                <a:xfrm rot="16200000">
                  <a:off x="4653569" y="3025435"/>
                  <a:ext cx="3681521" cy="395814"/>
                </a:xfrm>
                <a:prstGeom prst="rect">
                  <a:avLst/>
                </a:prstGeom>
                <a:blipFill>
                  <a:blip r:embed="rId9"/>
                  <a:stretch>
                    <a:fillRect l="-7692" t="-2152" r="-18462" b="-1325"/>
                  </a:stretch>
                </a:blipFill>
              </p:spPr>
              <p:txBody>
                <a:bodyPr/>
                <a:lstStyle/>
                <a:p>
                  <a:r>
                    <a:rPr lang="en-IN">
                      <a:noFill/>
                    </a:rPr>
                    <a:t> </a:t>
                  </a:r>
                </a:p>
              </p:txBody>
            </p:sp>
          </mc:Fallback>
        </mc:AlternateContent>
      </p:grpSp>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C98C4220-94BB-40BC-81E3-DAC020067DE4}"/>
                  </a:ext>
                </a:extLst>
              </p14:cNvPr>
              <p14:cNvContentPartPr/>
              <p14:nvPr/>
            </p14:nvContentPartPr>
            <p14:xfrm>
              <a:off x="1815480" y="1436040"/>
              <a:ext cx="8982720" cy="3162240"/>
            </p14:xfrm>
          </p:contentPart>
        </mc:Choice>
        <mc:Fallback xmlns="">
          <p:pic>
            <p:nvPicPr>
              <p:cNvPr id="20" name="Ink 19">
                <a:extLst>
                  <a:ext uri="{FF2B5EF4-FFF2-40B4-BE49-F238E27FC236}">
                    <a16:creationId xmlns:a16="http://schemas.microsoft.com/office/drawing/2014/main" id="{C98C4220-94BB-40BC-81E3-DAC020067DE4}"/>
                  </a:ext>
                </a:extLst>
              </p:cNvPr>
              <p:cNvPicPr/>
              <p:nvPr/>
            </p:nvPicPr>
            <p:blipFill>
              <a:blip r:embed="rId11"/>
              <a:stretch>
                <a:fillRect/>
              </a:stretch>
            </p:blipFill>
            <p:spPr>
              <a:xfrm>
                <a:off x="1806120" y="1426680"/>
                <a:ext cx="9001440" cy="3180960"/>
              </a:xfrm>
              <a:prstGeom prst="rect">
                <a:avLst/>
              </a:prstGeom>
            </p:spPr>
          </p:pic>
        </mc:Fallback>
      </mc:AlternateContent>
    </p:spTree>
    <p:extLst>
      <p:ext uri="{BB962C8B-B14F-4D97-AF65-F5344CB8AC3E}">
        <p14:creationId xmlns:p14="http://schemas.microsoft.com/office/powerpoint/2010/main" val="994724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7E1231F2-1B1F-430E-86F8-6EF16720ADEE}"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4</a:t>
            </a:fld>
            <a:endParaRPr lang="en-IN"/>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US" sz="2400" dirty="0"/>
              <a:t>Masses of dry and not sticky solid particles have many of the properties of a fluid </a:t>
            </a:r>
          </a:p>
          <a:p>
            <a:r>
              <a:rPr lang="en-US" sz="2400" dirty="0"/>
              <a:t>Solid masses have the following distinctive properties:</a:t>
            </a:r>
          </a:p>
          <a:p>
            <a:pPr marL="514350" indent="-514350">
              <a:buFont typeface="+mj-lt"/>
              <a:buAutoNum type="arabicPeriod"/>
            </a:pPr>
            <a:r>
              <a:rPr lang="en-US" sz="2400" dirty="0"/>
              <a:t>The pressure is not the same in all directions. </a:t>
            </a:r>
          </a:p>
          <a:p>
            <a:pPr marL="514350" indent="-514350">
              <a:buFont typeface="+mj-lt"/>
              <a:buAutoNum type="arabicPeriod"/>
            </a:pPr>
            <a:r>
              <a:rPr lang="en-US" sz="2400" dirty="0"/>
              <a:t>A shear stress applied at the surface of a mass is transmitted throughout a static mass of particles unless failure occurs.</a:t>
            </a:r>
          </a:p>
          <a:p>
            <a:pPr marL="514350" indent="-514350">
              <a:buFont typeface="+mj-lt"/>
              <a:buAutoNum type="arabicPeriod"/>
            </a:pPr>
            <a:r>
              <a:rPr lang="en-US" sz="2400" dirty="0"/>
              <a:t>The density of the mass vary depending on the degree of packing of the grains. </a:t>
            </a:r>
          </a:p>
          <a:p>
            <a:pPr marL="514350" indent="-514350">
              <a:buFont typeface="+mj-lt"/>
              <a:buAutoNum type="arabicPeriod"/>
            </a:pPr>
            <a:r>
              <a:rPr lang="en-US" sz="2400" dirty="0"/>
              <a:t>Before a mass of tightly packed particles can flow, it must increase in volume to permit interlocking grains to move past one another.</a:t>
            </a:r>
          </a:p>
          <a:p>
            <a:pPr marL="514350" indent="-514350">
              <a:buFont typeface="+mj-lt"/>
              <a:buAutoNum type="arabicPeriod"/>
            </a:pPr>
            <a:r>
              <a:rPr lang="en-US" sz="2400" dirty="0"/>
              <a:t>When granular solids are piled up on a flat surface, the sides of the pile are at a definite reproducible angle with the horizontal.</a:t>
            </a:r>
            <a:endParaRPr lang="en-IN" sz="2400" dirty="0"/>
          </a:p>
        </p:txBody>
      </p:sp>
      <p:sp>
        <p:nvSpPr>
          <p:cNvPr id="6" name="Title 5"/>
          <p:cNvSpPr>
            <a:spLocks noGrp="1"/>
          </p:cNvSpPr>
          <p:nvPr>
            <p:ph type="title"/>
          </p:nvPr>
        </p:nvSpPr>
        <p:spPr/>
        <p:txBody>
          <a:bodyPr/>
          <a:lstStyle/>
          <a:p>
            <a:r>
              <a:rPr lang="en-IN" b="0" dirty="0"/>
              <a:t>PROPERTIES OF PARTICULATE MASSES</a:t>
            </a:r>
            <a:endParaRPr lang="en-IN" dirty="0"/>
          </a:p>
        </p:txBody>
      </p:sp>
    </p:spTree>
    <p:extLst>
      <p:ext uri="{BB962C8B-B14F-4D97-AF65-F5344CB8AC3E}">
        <p14:creationId xmlns:p14="http://schemas.microsoft.com/office/powerpoint/2010/main" val="196874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7E1231F2-1B1F-430E-86F8-6EF16720ADEE}"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5</a:t>
            </a:fld>
            <a:endParaRPr lang="en-IN"/>
          </a:p>
        </p:txBody>
      </p:sp>
      <p:sp>
        <p:nvSpPr>
          <p:cNvPr id="6" name="Title 5"/>
          <p:cNvSpPr>
            <a:spLocks noGrp="1"/>
          </p:cNvSpPr>
          <p:nvPr>
            <p:ph type="title"/>
          </p:nvPr>
        </p:nvSpPr>
        <p:spPr/>
        <p:txBody>
          <a:bodyPr/>
          <a:lstStyle/>
          <a:p>
            <a:r>
              <a:rPr lang="en-IN" b="0" dirty="0"/>
              <a:t>PROPERTIES OF PARTICULATE MASSES</a:t>
            </a:r>
            <a:endParaRPr lang="en-IN" dirty="0"/>
          </a:p>
        </p:txBody>
      </p:sp>
      <p:pic>
        <p:nvPicPr>
          <p:cNvPr id="9" name="Picture 8">
            <a:extLst>
              <a:ext uri="{FF2B5EF4-FFF2-40B4-BE49-F238E27FC236}">
                <a16:creationId xmlns:a16="http://schemas.microsoft.com/office/drawing/2014/main" id="{6394585F-8962-170D-BBEE-4B5356949EDA}"/>
              </a:ext>
            </a:extLst>
          </p:cNvPr>
          <p:cNvPicPr>
            <a:picLocks noChangeAspect="1"/>
          </p:cNvPicPr>
          <p:nvPr/>
        </p:nvPicPr>
        <p:blipFill>
          <a:blip r:embed="rId2"/>
          <a:stretch>
            <a:fillRect/>
          </a:stretch>
        </p:blipFill>
        <p:spPr>
          <a:xfrm>
            <a:off x="1811366" y="1318166"/>
            <a:ext cx="8477447" cy="2459506"/>
          </a:xfrm>
          <a:prstGeom prst="rect">
            <a:avLst/>
          </a:prstGeom>
        </p:spPr>
      </p:pic>
      <p:grpSp>
        <p:nvGrpSpPr>
          <p:cNvPr id="8" name="Group 7"/>
          <p:cNvGrpSpPr/>
          <p:nvPr/>
        </p:nvGrpSpPr>
        <p:grpSpPr>
          <a:xfrm>
            <a:off x="443999" y="3874225"/>
            <a:ext cx="3694459" cy="2445900"/>
            <a:chOff x="78509" y="3777672"/>
            <a:chExt cx="3694459" cy="2445900"/>
          </a:xfrm>
        </p:grpSpPr>
        <p:pic>
          <p:nvPicPr>
            <p:cNvPr id="5" name="Picture 4"/>
            <p:cNvPicPr>
              <a:picLocks noChangeAspect="1"/>
            </p:cNvPicPr>
            <p:nvPr/>
          </p:nvPicPr>
          <p:blipFill>
            <a:blip r:embed="rId3"/>
            <a:stretch>
              <a:fillRect/>
            </a:stretch>
          </p:blipFill>
          <p:spPr>
            <a:xfrm>
              <a:off x="291032" y="3777672"/>
              <a:ext cx="3481936" cy="2445900"/>
            </a:xfrm>
            <a:prstGeom prst="rect">
              <a:avLst/>
            </a:prstGeom>
          </p:spPr>
        </p:pic>
        <p:sp>
          <p:nvSpPr>
            <p:cNvPr id="7" name="TextBox 6"/>
            <p:cNvSpPr txBox="1"/>
            <p:nvPr/>
          </p:nvSpPr>
          <p:spPr>
            <a:xfrm>
              <a:off x="78509" y="4051966"/>
              <a:ext cx="1953491" cy="369332"/>
            </a:xfrm>
            <a:prstGeom prst="rect">
              <a:avLst/>
            </a:prstGeom>
            <a:noFill/>
          </p:spPr>
          <p:txBody>
            <a:bodyPr wrap="square" rtlCol="0">
              <a:spAutoFit/>
            </a:bodyPr>
            <a:lstStyle/>
            <a:p>
              <a:r>
                <a:rPr lang="en-US" b="1" dirty="0" smtClean="0"/>
                <a:t>Angle of repose</a:t>
              </a:r>
              <a:endParaRPr lang="en-US" b="1" dirty="0"/>
            </a:p>
          </p:txBody>
        </p:sp>
      </p:grpSp>
      <p:grpSp>
        <p:nvGrpSpPr>
          <p:cNvPr id="14" name="Group 13"/>
          <p:cNvGrpSpPr/>
          <p:nvPr/>
        </p:nvGrpSpPr>
        <p:grpSpPr>
          <a:xfrm>
            <a:off x="5112327" y="3692702"/>
            <a:ext cx="4522125" cy="2627423"/>
            <a:chOff x="5112327" y="3692702"/>
            <a:chExt cx="4522125" cy="2627423"/>
          </a:xfrm>
        </p:grpSpPr>
        <p:grpSp>
          <p:nvGrpSpPr>
            <p:cNvPr id="12" name="Group 11"/>
            <p:cNvGrpSpPr/>
            <p:nvPr/>
          </p:nvGrpSpPr>
          <p:grpSpPr>
            <a:xfrm>
              <a:off x="5202988" y="3692702"/>
              <a:ext cx="4431464" cy="2627423"/>
              <a:chOff x="5202988" y="3692702"/>
              <a:chExt cx="4431464" cy="2627423"/>
            </a:xfrm>
          </p:grpSpPr>
          <p:pic>
            <p:nvPicPr>
              <p:cNvPr id="10" name="Picture 9"/>
              <p:cNvPicPr>
                <a:picLocks noChangeAspect="1"/>
              </p:cNvPicPr>
              <p:nvPr/>
            </p:nvPicPr>
            <p:blipFill>
              <a:blip r:embed="rId4"/>
              <a:stretch>
                <a:fillRect/>
              </a:stretch>
            </p:blipFill>
            <p:spPr>
              <a:xfrm>
                <a:off x="5202988" y="3692702"/>
                <a:ext cx="4431464" cy="2627423"/>
              </a:xfrm>
              <a:prstGeom prst="rect">
                <a:avLst/>
              </a:prstGeom>
            </p:spPr>
          </p:pic>
          <p:sp>
            <p:nvSpPr>
              <p:cNvPr id="11" name="TextBox 10"/>
              <p:cNvSpPr txBox="1"/>
              <p:nvPr/>
            </p:nvSpPr>
            <p:spPr>
              <a:xfrm>
                <a:off x="5506312" y="4051966"/>
                <a:ext cx="1953491" cy="646331"/>
              </a:xfrm>
              <a:prstGeom prst="rect">
                <a:avLst/>
              </a:prstGeom>
              <a:noFill/>
            </p:spPr>
            <p:txBody>
              <a:bodyPr wrap="square" rtlCol="0">
                <a:spAutoFit/>
              </a:bodyPr>
              <a:lstStyle/>
              <a:p>
                <a:r>
                  <a:rPr lang="en-US" b="1" dirty="0" smtClean="0"/>
                  <a:t>Angle of internal friction</a:t>
                </a:r>
                <a:endParaRPr lang="en-US" b="1" dirty="0"/>
              </a:p>
            </p:txBody>
          </p:sp>
        </p:grpSp>
        <p:sp>
          <p:nvSpPr>
            <p:cNvPr id="13" name="Rectangle 12"/>
            <p:cNvSpPr/>
            <p:nvPr/>
          </p:nvSpPr>
          <p:spPr>
            <a:xfrm>
              <a:off x="5112327" y="6101542"/>
              <a:ext cx="357448" cy="2185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25285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7E1231F2-1B1F-430E-86F8-6EF16720ADEE}"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6</a:t>
            </a:fld>
            <a:endParaRPr lang="en-IN"/>
          </a:p>
        </p:txBody>
      </p:sp>
      <p:sp>
        <p:nvSpPr>
          <p:cNvPr id="6" name="Title 5"/>
          <p:cNvSpPr>
            <a:spLocks noGrp="1"/>
          </p:cNvSpPr>
          <p:nvPr>
            <p:ph type="title"/>
          </p:nvPr>
        </p:nvSpPr>
        <p:spPr/>
        <p:txBody>
          <a:bodyPr/>
          <a:lstStyle/>
          <a:p>
            <a:r>
              <a:rPr lang="en-IN" b="0" dirty="0"/>
              <a:t>PROPERTIES OF PARTICULATE MASSES</a:t>
            </a:r>
            <a:endParaRPr lang="en-IN" dirty="0"/>
          </a:p>
        </p:txBody>
      </p:sp>
      <p:pic>
        <p:nvPicPr>
          <p:cNvPr id="15" name="Part_II_Experimental_sand_angle_of_repos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9017" y="1010195"/>
            <a:ext cx="6020526" cy="3386546"/>
          </a:xfrm>
          <a:prstGeom prst="rect">
            <a:avLst/>
          </a:prstGeom>
        </p:spPr>
      </p:pic>
      <p:pic>
        <p:nvPicPr>
          <p:cNvPr id="1026" name="Picture 2" descr="Angle of repose - Wikipedi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6375" y="1010195"/>
            <a:ext cx="5456164" cy="2751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637001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5"/>
                                        </p:tgtEl>
                                      </p:cBhvr>
                                    </p:cmd>
                                  </p:childTnLst>
                                </p:cTn>
                              </p:par>
                            </p:childTnLst>
                          </p:cTn>
                        </p:par>
                      </p:childTnLst>
                    </p:cTn>
                  </p:par>
                </p:childTnLst>
              </p:cTn>
              <p:nextCondLst>
                <p:cond evt="onClick" delay="0">
                  <p:tgtEl>
                    <p:spTgt spid="15"/>
                  </p:tgtEl>
                </p:cond>
              </p:nextCondLst>
            </p:seq>
            <p:video>
              <p:cMediaNode vol="80000">
                <p:cTn id="7" fill="hold" display="0">
                  <p:stCondLst>
                    <p:cond delay="indefinite"/>
                  </p:stCondLst>
                </p:cTn>
                <p:tgtEl>
                  <p:spTgt spid="15"/>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75499F71-560F-4A55-B4D6-558C46372997}"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7</a:t>
            </a:fld>
            <a:endParaRPr lang="en-IN"/>
          </a:p>
        </p:txBody>
      </p:sp>
      <p:sp>
        <p:nvSpPr>
          <p:cNvPr id="5" name="Content Placeholder 4"/>
          <p:cNvSpPr>
            <a:spLocks noGrp="1"/>
          </p:cNvSpPr>
          <p:nvPr>
            <p:ph sz="quarter" idx="4294967295"/>
          </p:nvPr>
        </p:nvSpPr>
        <p:spPr>
          <a:xfrm>
            <a:off x="562684" y="1147673"/>
            <a:ext cx="10972800" cy="4876800"/>
          </a:xfrm>
        </p:spPr>
        <p:txBody>
          <a:bodyPr>
            <a:normAutofit fontScale="92500" lnSpcReduction="10000"/>
          </a:bodyPr>
          <a:lstStyle/>
          <a:p>
            <a:r>
              <a:rPr lang="en-US" dirty="0"/>
              <a:t>Depending on their flow properties, particulate solids are divided into two classes</a:t>
            </a:r>
          </a:p>
          <a:p>
            <a:endParaRPr lang="en-US" dirty="0">
              <a:solidFill>
                <a:srgbClr val="002060"/>
              </a:solidFill>
            </a:endParaRPr>
          </a:p>
          <a:p>
            <a:r>
              <a:rPr lang="en-US" dirty="0" err="1">
                <a:solidFill>
                  <a:srgbClr val="002060"/>
                </a:solidFill>
              </a:rPr>
              <a:t>Noncohesive</a:t>
            </a:r>
            <a:r>
              <a:rPr lang="en-US" dirty="0">
                <a:solidFill>
                  <a:srgbClr val="002060"/>
                </a:solidFill>
              </a:rPr>
              <a:t> </a:t>
            </a:r>
          </a:p>
          <a:p>
            <a:pPr lvl="1"/>
            <a:r>
              <a:rPr lang="en-US" dirty="0"/>
              <a:t>materials like grain, dry sand, and plastic chips readily flow out of a bin or silo. </a:t>
            </a:r>
          </a:p>
          <a:p>
            <a:endParaRPr lang="en-US" dirty="0"/>
          </a:p>
          <a:p>
            <a:r>
              <a:rPr lang="en-US" dirty="0">
                <a:solidFill>
                  <a:srgbClr val="002060"/>
                </a:solidFill>
              </a:rPr>
              <a:t>Cohesive</a:t>
            </a:r>
            <a:r>
              <a:rPr lang="en-US" dirty="0"/>
              <a:t> solids</a:t>
            </a:r>
          </a:p>
          <a:p>
            <a:pPr lvl="1"/>
            <a:r>
              <a:rPr lang="en-US" dirty="0"/>
              <a:t>such as wet clay, are characterized by their reluctance to flow through openings.</a:t>
            </a:r>
            <a:endParaRPr lang="en-IN" dirty="0"/>
          </a:p>
        </p:txBody>
      </p:sp>
      <p:sp>
        <p:nvSpPr>
          <p:cNvPr id="6" name="Title 5"/>
          <p:cNvSpPr>
            <a:spLocks noGrp="1"/>
          </p:cNvSpPr>
          <p:nvPr>
            <p:ph type="title"/>
          </p:nvPr>
        </p:nvSpPr>
        <p:spPr/>
        <p:txBody>
          <a:bodyPr/>
          <a:lstStyle/>
          <a:p>
            <a:r>
              <a:rPr lang="en-IN" b="0" dirty="0"/>
              <a:t>PROPERTIES OF PARTICULATE MASSES</a:t>
            </a:r>
            <a:endParaRPr lang="en-IN" dirty="0"/>
          </a:p>
        </p:txBody>
      </p:sp>
    </p:spTree>
    <p:extLst>
      <p:ext uri="{BB962C8B-B14F-4D97-AF65-F5344CB8AC3E}">
        <p14:creationId xmlns:p14="http://schemas.microsoft.com/office/powerpoint/2010/main" val="2764394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666ECFFE-9BD0-4E40-8AE7-A543EB384697}"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8</a:t>
            </a:fld>
            <a:endParaRPr lang="en-IN"/>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IN" dirty="0">
                <a:solidFill>
                  <a:srgbClr val="002060"/>
                </a:solidFill>
              </a:rPr>
              <a:t>Bulk Storage</a:t>
            </a:r>
          </a:p>
          <a:p>
            <a:pPr lvl="1"/>
            <a:r>
              <a:rPr lang="en-US" dirty="0"/>
              <a:t>Coarse solids like gravel and coal are stored outside in large piles, unprotected from the weather.</a:t>
            </a:r>
          </a:p>
          <a:p>
            <a:pPr lvl="1"/>
            <a:r>
              <a:rPr lang="en-US" dirty="0"/>
              <a:t>Outdoor storage can lead to environmental problems such as dusting or leaching of soluble material from the pile.</a:t>
            </a:r>
            <a:endParaRPr lang="en-IN" dirty="0"/>
          </a:p>
          <a:p>
            <a:endParaRPr lang="en-IN" dirty="0">
              <a:solidFill>
                <a:srgbClr val="002060"/>
              </a:solidFill>
            </a:endParaRPr>
          </a:p>
          <a:p>
            <a:r>
              <a:rPr lang="en-IN" dirty="0">
                <a:solidFill>
                  <a:srgbClr val="002060"/>
                </a:solidFill>
              </a:rPr>
              <a:t>Bin Storage</a:t>
            </a:r>
          </a:p>
          <a:p>
            <a:pPr lvl="1"/>
            <a:r>
              <a:rPr lang="en-US" dirty="0"/>
              <a:t>Solids that are too valuable or too soluble to expose in outdoor piles are stored in </a:t>
            </a:r>
            <a:r>
              <a:rPr lang="en-US" dirty="0">
                <a:solidFill>
                  <a:srgbClr val="00B0F0"/>
                </a:solidFill>
              </a:rPr>
              <a:t>bins, hoppers, or silos</a:t>
            </a:r>
            <a:r>
              <a:rPr lang="en-US" dirty="0"/>
              <a:t>.</a:t>
            </a:r>
          </a:p>
        </p:txBody>
      </p:sp>
      <p:sp>
        <p:nvSpPr>
          <p:cNvPr id="6" name="Title 5"/>
          <p:cNvSpPr>
            <a:spLocks noGrp="1"/>
          </p:cNvSpPr>
          <p:nvPr>
            <p:ph type="title"/>
          </p:nvPr>
        </p:nvSpPr>
        <p:spPr/>
        <p:txBody>
          <a:bodyPr/>
          <a:lstStyle/>
          <a:p>
            <a:r>
              <a:rPr lang="en-IN" dirty="0"/>
              <a:t>Storage and Conveying of Solids</a:t>
            </a:r>
          </a:p>
        </p:txBody>
      </p:sp>
    </p:spTree>
    <p:extLst>
      <p:ext uri="{BB962C8B-B14F-4D97-AF65-F5344CB8AC3E}">
        <p14:creationId xmlns:p14="http://schemas.microsoft.com/office/powerpoint/2010/main" val="225727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44DFA3-7EEF-4B9F-B9A2-D825B716AF21}"/>
              </a:ext>
            </a:extLst>
          </p:cNvPr>
          <p:cNvSpPr>
            <a:spLocks noGrp="1"/>
          </p:cNvSpPr>
          <p:nvPr>
            <p:ph type="dt" sz="half" idx="11"/>
          </p:nvPr>
        </p:nvSpPr>
        <p:spPr/>
        <p:txBody>
          <a:bodyPr/>
          <a:lstStyle/>
          <a:p>
            <a:fld id="{793CAAB6-CD82-467D-B8E9-9E98DCC1E140}" type="datetime1">
              <a:rPr lang="en-IN" smtClean="0"/>
              <a:t>14-08-2025</a:t>
            </a:fld>
            <a:endParaRPr lang="en-IN"/>
          </a:p>
        </p:txBody>
      </p:sp>
      <p:sp>
        <p:nvSpPr>
          <p:cNvPr id="3" name="Footer Placeholder 2">
            <a:extLst>
              <a:ext uri="{FF2B5EF4-FFF2-40B4-BE49-F238E27FC236}">
                <a16:creationId xmlns:a16="http://schemas.microsoft.com/office/drawing/2014/main" id="{E5FE97BE-186D-4ECE-8223-F049AA3AC1BC}"/>
              </a:ext>
            </a:extLst>
          </p:cNvPr>
          <p:cNvSpPr>
            <a:spLocks noGrp="1"/>
          </p:cNvSpPr>
          <p:nvPr>
            <p:ph type="ftr" sz="quarter" idx="12"/>
          </p:nvPr>
        </p:nvSpPr>
        <p:spPr/>
        <p:txBody>
          <a:bodyPr/>
          <a:lstStyle/>
          <a:p>
            <a:r>
              <a:rPr lang="en-US"/>
              <a:t>SEPARATION PROCESSES-II</a:t>
            </a:r>
            <a:endParaRPr lang="en-IN"/>
          </a:p>
        </p:txBody>
      </p:sp>
      <p:sp>
        <p:nvSpPr>
          <p:cNvPr id="4" name="Slide Number Placeholder 3">
            <a:extLst>
              <a:ext uri="{FF2B5EF4-FFF2-40B4-BE49-F238E27FC236}">
                <a16:creationId xmlns:a16="http://schemas.microsoft.com/office/drawing/2014/main" id="{3B607D1C-7079-4672-A9FA-20488CE77266}"/>
              </a:ext>
            </a:extLst>
          </p:cNvPr>
          <p:cNvSpPr>
            <a:spLocks noGrp="1"/>
          </p:cNvSpPr>
          <p:nvPr>
            <p:ph type="sldNum" sz="quarter" idx="13"/>
          </p:nvPr>
        </p:nvSpPr>
        <p:spPr/>
        <p:txBody>
          <a:bodyPr/>
          <a:lstStyle/>
          <a:p>
            <a:fld id="{957D5EAD-A97B-4969-AF6A-47A86C2666CF}" type="slidenum">
              <a:rPr lang="en-IN" smtClean="0"/>
              <a:t>9</a:t>
            </a:fld>
            <a:endParaRPr lang="en-IN"/>
          </a:p>
        </p:txBody>
      </p:sp>
      <p:sp>
        <p:nvSpPr>
          <p:cNvPr id="5" name="Title 4">
            <a:extLst>
              <a:ext uri="{FF2B5EF4-FFF2-40B4-BE49-F238E27FC236}">
                <a16:creationId xmlns:a16="http://schemas.microsoft.com/office/drawing/2014/main" id="{BEC9C1C3-9D79-4F4E-A583-E5CF46C0579F}"/>
              </a:ext>
            </a:extLst>
          </p:cNvPr>
          <p:cNvSpPr>
            <a:spLocks noGrp="1"/>
          </p:cNvSpPr>
          <p:nvPr>
            <p:ph type="title"/>
          </p:nvPr>
        </p:nvSpPr>
        <p:spPr/>
        <p:txBody>
          <a:bodyPr/>
          <a:lstStyle/>
          <a:p>
            <a:r>
              <a:rPr lang="en-IN" dirty="0"/>
              <a:t>Storage and Conveying of Solids</a:t>
            </a:r>
          </a:p>
        </p:txBody>
      </p:sp>
      <p:grpSp>
        <p:nvGrpSpPr>
          <p:cNvPr id="11" name="Group 10">
            <a:extLst>
              <a:ext uri="{FF2B5EF4-FFF2-40B4-BE49-F238E27FC236}">
                <a16:creationId xmlns:a16="http://schemas.microsoft.com/office/drawing/2014/main" id="{18805BFE-2029-42AF-BCD4-777C3AD4DAB5}"/>
              </a:ext>
            </a:extLst>
          </p:cNvPr>
          <p:cNvGrpSpPr/>
          <p:nvPr/>
        </p:nvGrpSpPr>
        <p:grpSpPr>
          <a:xfrm>
            <a:off x="287262" y="1535030"/>
            <a:ext cx="6937786" cy="4249604"/>
            <a:chOff x="287262" y="1535030"/>
            <a:chExt cx="6937786" cy="4249604"/>
          </a:xfrm>
        </p:grpSpPr>
        <p:pic>
          <p:nvPicPr>
            <p:cNvPr id="1026" name="Picture 2" descr="grain bin or silo">
              <a:extLst>
                <a:ext uri="{FF2B5EF4-FFF2-40B4-BE49-F238E27FC236}">
                  <a16:creationId xmlns:a16="http://schemas.microsoft.com/office/drawing/2014/main" id="{54E2F756-DE99-4D4F-A252-C9550183A40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287262" y="1535030"/>
              <a:ext cx="6937786" cy="378793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10BCA2C-F10A-4CE0-82B0-0E243E9C63CF}"/>
                </a:ext>
              </a:extLst>
            </p:cNvPr>
            <p:cNvSpPr/>
            <p:nvPr/>
          </p:nvSpPr>
          <p:spPr>
            <a:xfrm>
              <a:off x="5239661" y="5322969"/>
              <a:ext cx="646331" cy="461665"/>
            </a:xfrm>
            <a:prstGeom prst="rect">
              <a:avLst/>
            </a:prstGeom>
          </p:spPr>
          <p:txBody>
            <a:bodyPr wrap="none">
              <a:spAutoFit/>
            </a:bodyPr>
            <a:lstStyle/>
            <a:p>
              <a:r>
                <a:rPr lang="en-US" sz="2400" b="1" dirty="0">
                  <a:solidFill>
                    <a:srgbClr val="FF0000"/>
                  </a:solidFill>
                </a:rPr>
                <a:t>Silo</a:t>
              </a:r>
              <a:endParaRPr lang="en-IN" sz="2400" b="1" dirty="0">
                <a:solidFill>
                  <a:srgbClr val="FF0000"/>
                </a:solidFill>
              </a:endParaRPr>
            </a:p>
          </p:txBody>
        </p:sp>
        <p:sp>
          <p:nvSpPr>
            <p:cNvPr id="9" name="Rectangle 8">
              <a:extLst>
                <a:ext uri="{FF2B5EF4-FFF2-40B4-BE49-F238E27FC236}">
                  <a16:creationId xmlns:a16="http://schemas.microsoft.com/office/drawing/2014/main" id="{E831B458-468B-4F8C-A154-AD19C413F699}"/>
                </a:ext>
              </a:extLst>
            </p:cNvPr>
            <p:cNvSpPr/>
            <p:nvPr/>
          </p:nvSpPr>
          <p:spPr>
            <a:xfrm>
              <a:off x="1448186" y="5322969"/>
              <a:ext cx="583814" cy="461665"/>
            </a:xfrm>
            <a:prstGeom prst="rect">
              <a:avLst/>
            </a:prstGeom>
          </p:spPr>
          <p:txBody>
            <a:bodyPr wrap="none">
              <a:spAutoFit/>
            </a:bodyPr>
            <a:lstStyle/>
            <a:p>
              <a:r>
                <a:rPr lang="en-US" sz="2400" dirty="0">
                  <a:solidFill>
                    <a:srgbClr val="FF0000"/>
                  </a:solidFill>
                </a:rPr>
                <a:t>Bin</a:t>
              </a:r>
              <a:endParaRPr lang="en-IN" sz="2400" dirty="0">
                <a:solidFill>
                  <a:srgbClr val="FF0000"/>
                </a:solidFill>
              </a:endParaRPr>
            </a:p>
          </p:txBody>
        </p:sp>
      </p:grpSp>
      <p:sp>
        <p:nvSpPr>
          <p:cNvPr id="8" name="Rectangle 7">
            <a:extLst>
              <a:ext uri="{FF2B5EF4-FFF2-40B4-BE49-F238E27FC236}">
                <a16:creationId xmlns:a16="http://schemas.microsoft.com/office/drawing/2014/main" id="{DDFB4A44-DD36-4FB3-9E93-DEA7829FFE04}"/>
              </a:ext>
            </a:extLst>
          </p:cNvPr>
          <p:cNvSpPr/>
          <p:nvPr/>
        </p:nvSpPr>
        <p:spPr>
          <a:xfrm>
            <a:off x="1389582" y="5915991"/>
            <a:ext cx="3814304" cy="369332"/>
          </a:xfrm>
          <a:prstGeom prst="rect">
            <a:avLst/>
          </a:prstGeom>
        </p:spPr>
        <p:txBody>
          <a:bodyPr wrap="square">
            <a:spAutoFit/>
          </a:bodyPr>
          <a:lstStyle/>
          <a:p>
            <a:r>
              <a:rPr lang="en-IN" dirty="0"/>
              <a:t>Source: https://www.ilfbpartners.com/</a:t>
            </a:r>
          </a:p>
        </p:txBody>
      </p:sp>
      <p:grpSp>
        <p:nvGrpSpPr>
          <p:cNvPr id="13" name="Group 12">
            <a:extLst>
              <a:ext uri="{FF2B5EF4-FFF2-40B4-BE49-F238E27FC236}">
                <a16:creationId xmlns:a16="http://schemas.microsoft.com/office/drawing/2014/main" id="{449769CE-D1B2-4B60-BC30-9EEEA1FBD543}"/>
              </a:ext>
            </a:extLst>
          </p:cNvPr>
          <p:cNvGrpSpPr/>
          <p:nvPr/>
        </p:nvGrpSpPr>
        <p:grpSpPr>
          <a:xfrm>
            <a:off x="7821761" y="1535030"/>
            <a:ext cx="3201264" cy="4251624"/>
            <a:chOff x="7821761" y="1535030"/>
            <a:chExt cx="3201264" cy="4251624"/>
          </a:xfrm>
        </p:grpSpPr>
        <p:pic>
          <p:nvPicPr>
            <p:cNvPr id="10" name="Picture 9">
              <a:extLst>
                <a:ext uri="{FF2B5EF4-FFF2-40B4-BE49-F238E27FC236}">
                  <a16:creationId xmlns:a16="http://schemas.microsoft.com/office/drawing/2014/main" id="{7B0EAD71-8E88-41F9-A25E-0F6EBE14608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821761" y="1535030"/>
              <a:ext cx="3201264" cy="3787939"/>
            </a:xfrm>
            <a:prstGeom prst="rect">
              <a:avLst/>
            </a:prstGeom>
          </p:spPr>
        </p:pic>
        <p:sp>
          <p:nvSpPr>
            <p:cNvPr id="12" name="Rectangle 11">
              <a:extLst>
                <a:ext uri="{FF2B5EF4-FFF2-40B4-BE49-F238E27FC236}">
                  <a16:creationId xmlns:a16="http://schemas.microsoft.com/office/drawing/2014/main" id="{37F7BFEE-FA34-4B53-9592-358BB9C5AFC6}"/>
                </a:ext>
              </a:extLst>
            </p:cNvPr>
            <p:cNvSpPr/>
            <p:nvPr/>
          </p:nvSpPr>
          <p:spPr>
            <a:xfrm>
              <a:off x="8887207" y="5324989"/>
              <a:ext cx="1138453" cy="461665"/>
            </a:xfrm>
            <a:prstGeom prst="rect">
              <a:avLst/>
            </a:prstGeom>
          </p:spPr>
          <p:txBody>
            <a:bodyPr wrap="none">
              <a:spAutoFit/>
            </a:bodyPr>
            <a:lstStyle/>
            <a:p>
              <a:r>
                <a:rPr lang="en-US" sz="2400" b="1" dirty="0">
                  <a:solidFill>
                    <a:srgbClr val="FF0000"/>
                  </a:solidFill>
                </a:rPr>
                <a:t>Hopper</a:t>
              </a:r>
              <a:endParaRPr lang="en-IN" sz="2400" b="1" dirty="0">
                <a:solidFill>
                  <a:srgbClr val="FF0000"/>
                </a:solidFill>
              </a:endParaRPr>
            </a:p>
          </p:txBody>
        </p:sp>
      </p:grpSp>
    </p:spTree>
    <p:extLst>
      <p:ext uri="{BB962C8B-B14F-4D97-AF65-F5344CB8AC3E}">
        <p14:creationId xmlns:p14="http://schemas.microsoft.com/office/powerpoint/2010/main" val="276492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4C84AC87-F872-4013-B647-A5700020BE45}"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10</a:t>
            </a:fld>
            <a:endParaRPr lang="en-IN"/>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US" sz="2800" dirty="0">
                <a:solidFill>
                  <a:srgbClr val="002060"/>
                </a:solidFill>
              </a:rPr>
              <a:t>Pressures in bins and silos</a:t>
            </a:r>
          </a:p>
          <a:p>
            <a:pPr lvl="1"/>
            <a:r>
              <a:rPr lang="en-US" sz="2400" dirty="0"/>
              <a:t>When granular solids are placed in a bin or silo, the lateral pressure exerted on the walls at any point is less than predicted from the head of material above that point.</a:t>
            </a:r>
          </a:p>
          <a:p>
            <a:pPr lvl="1"/>
            <a:r>
              <a:rPr lang="en-US" sz="2400" dirty="0"/>
              <a:t>There usually is friction between the wall and the solid grains, and because of the interlocking of the particles, the effect of this friction is felt throughout the mass. </a:t>
            </a:r>
          </a:p>
          <a:p>
            <a:pPr lvl="1"/>
            <a:r>
              <a:rPr lang="en-US" sz="2400" dirty="0"/>
              <a:t>The frictional force at the wall tends to offset the weight of the solid and reduces the pressure exerted by the mass on the floor of the container.</a:t>
            </a:r>
          </a:p>
          <a:p>
            <a:pPr lvl="1"/>
            <a:r>
              <a:rPr lang="en-US" sz="2400" dirty="0"/>
              <a:t>The vertical pressure on the vessel floor or the packing support is much smaller than that exerted by a column of liquid of the same density and height.</a:t>
            </a:r>
            <a:endParaRPr lang="en-IN" sz="2400" dirty="0"/>
          </a:p>
        </p:txBody>
      </p:sp>
      <p:sp>
        <p:nvSpPr>
          <p:cNvPr id="6" name="Title 5"/>
          <p:cNvSpPr>
            <a:spLocks noGrp="1"/>
          </p:cNvSpPr>
          <p:nvPr>
            <p:ph type="title"/>
          </p:nvPr>
        </p:nvSpPr>
        <p:spPr/>
        <p:txBody>
          <a:bodyPr/>
          <a:lstStyle/>
          <a:p>
            <a:r>
              <a:rPr lang="en-IN" dirty="0"/>
              <a:t>Storage and Conveying of Solids</a:t>
            </a:r>
          </a:p>
        </p:txBody>
      </p:sp>
    </p:spTree>
    <p:extLst>
      <p:ext uri="{BB962C8B-B14F-4D97-AF65-F5344CB8AC3E}">
        <p14:creationId xmlns:p14="http://schemas.microsoft.com/office/powerpoint/2010/main" val="2029049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8C7CF14D-7FE9-49AB-B752-5BBE53EC524C}"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11</a:t>
            </a:fld>
            <a:endParaRPr lang="en-IN"/>
          </a:p>
        </p:txBody>
      </p:sp>
      <p:sp>
        <p:nvSpPr>
          <p:cNvPr id="5" name="Content Placeholder 4"/>
          <p:cNvSpPr>
            <a:spLocks noGrp="1"/>
          </p:cNvSpPr>
          <p:nvPr>
            <p:ph sz="quarter" idx="4294967295"/>
          </p:nvPr>
        </p:nvSpPr>
        <p:spPr>
          <a:xfrm>
            <a:off x="562684" y="1147673"/>
            <a:ext cx="10972800" cy="4876800"/>
          </a:xfrm>
        </p:spPr>
        <p:txBody>
          <a:bodyPr/>
          <a:lstStyle/>
          <a:p>
            <a:pPr marL="0" indent="0">
              <a:buNone/>
            </a:pPr>
            <a:r>
              <a:rPr lang="en-US" dirty="0">
                <a:solidFill>
                  <a:srgbClr val="002060"/>
                </a:solidFill>
              </a:rPr>
              <a:t>Flow out of bins </a:t>
            </a:r>
          </a:p>
          <a:p>
            <a:r>
              <a:rPr lang="en-US" sz="2800" dirty="0"/>
              <a:t>Solids tend to flow out of any opening near the bottom of a bin but are best discharged through an opening in the floor. </a:t>
            </a:r>
          </a:p>
          <a:p>
            <a:endParaRPr lang="en-US" sz="2800" dirty="0"/>
          </a:p>
          <a:p>
            <a:r>
              <a:rPr lang="en-US" sz="2800" dirty="0"/>
              <a:t>Flow through a side opening tends to be uncertain and increases the lateral pressure on the other side of the bin while the solids are flowing. </a:t>
            </a:r>
          </a:p>
          <a:p>
            <a:endParaRPr lang="en-US" sz="2800" dirty="0"/>
          </a:p>
          <a:p>
            <a:r>
              <a:rPr lang="en-US" sz="2800" dirty="0"/>
              <a:t>A bottom outlet is less likely to clog and does not induce abnormally high pressures on the wall at any point.</a:t>
            </a:r>
            <a:endParaRPr lang="en-IN" sz="2800" dirty="0"/>
          </a:p>
        </p:txBody>
      </p:sp>
      <p:sp>
        <p:nvSpPr>
          <p:cNvPr id="6" name="Title 5"/>
          <p:cNvSpPr>
            <a:spLocks noGrp="1"/>
          </p:cNvSpPr>
          <p:nvPr>
            <p:ph type="title"/>
          </p:nvPr>
        </p:nvSpPr>
        <p:spPr/>
        <p:txBody>
          <a:bodyPr/>
          <a:lstStyle/>
          <a:p>
            <a:r>
              <a:rPr lang="en-IN" dirty="0"/>
              <a:t>Storage and Conveying of Solids</a:t>
            </a:r>
          </a:p>
        </p:txBody>
      </p:sp>
    </p:spTree>
    <p:extLst>
      <p:ext uri="{BB962C8B-B14F-4D97-AF65-F5344CB8AC3E}">
        <p14:creationId xmlns:p14="http://schemas.microsoft.com/office/powerpoint/2010/main" val="321515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DD3AB705-3B6C-43CA-BA45-EC3C5EC82187}"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12</a:t>
            </a:fld>
            <a:endParaRPr lang="en-IN"/>
          </a:p>
        </p:txBody>
      </p:sp>
      <p:sp>
        <p:nvSpPr>
          <p:cNvPr id="6" name="Title 5"/>
          <p:cNvSpPr>
            <a:spLocks noGrp="1"/>
          </p:cNvSpPr>
          <p:nvPr>
            <p:ph type="title"/>
          </p:nvPr>
        </p:nvSpPr>
        <p:spPr/>
        <p:txBody>
          <a:bodyPr/>
          <a:lstStyle/>
          <a:p>
            <a:r>
              <a:rPr lang="en-IN" dirty="0"/>
              <a:t>Conveying System</a:t>
            </a:r>
          </a:p>
        </p:txBody>
      </p:sp>
      <p:pic>
        <p:nvPicPr>
          <p:cNvPr id="7" name="Picture 6"/>
          <p:cNvPicPr>
            <a:picLocks noChangeAspect="1"/>
          </p:cNvPicPr>
          <p:nvPr/>
        </p:nvPicPr>
        <p:blipFill rotWithShape="1">
          <a:blip r:embed="rId2" cstate="print">
            <a:lum contrast="20000"/>
            <a:extLst>
              <a:ext uri="{28A0092B-C50C-407E-A947-70E740481C1C}">
                <a14:useLocalDpi xmlns:a14="http://schemas.microsoft.com/office/drawing/2010/main" val="0"/>
              </a:ext>
            </a:extLst>
          </a:blip>
          <a:srcRect l="4460" t="4871" r="4999" b="13505"/>
          <a:stretch/>
        </p:blipFill>
        <p:spPr>
          <a:xfrm>
            <a:off x="1588314" y="974314"/>
            <a:ext cx="8650389" cy="4734767"/>
          </a:xfrm>
          <a:prstGeom prst="rect">
            <a:avLst/>
          </a:prstGeom>
        </p:spPr>
      </p:pic>
      <p:sp>
        <p:nvSpPr>
          <p:cNvPr id="5" name="TextBox 4">
            <a:extLst>
              <a:ext uri="{FF2B5EF4-FFF2-40B4-BE49-F238E27FC236}">
                <a16:creationId xmlns:a16="http://schemas.microsoft.com/office/drawing/2014/main" id="{074B78BC-E786-4E23-9EE7-C94573AE5EE1}"/>
              </a:ext>
            </a:extLst>
          </p:cNvPr>
          <p:cNvSpPr txBox="1"/>
          <p:nvPr/>
        </p:nvSpPr>
        <p:spPr>
          <a:xfrm>
            <a:off x="991674" y="5746464"/>
            <a:ext cx="9960932" cy="461665"/>
          </a:xfrm>
          <a:prstGeom prst="rect">
            <a:avLst/>
          </a:prstGeom>
          <a:noFill/>
        </p:spPr>
        <p:txBody>
          <a:bodyPr wrap="none" rtlCol="0">
            <a:spAutoFit/>
          </a:bodyPr>
          <a:lstStyle/>
          <a:p>
            <a:r>
              <a:rPr lang="en-US" sz="2400" dirty="0">
                <a:solidFill>
                  <a:srgbClr val="002060"/>
                </a:solidFill>
              </a:rPr>
              <a:t>Pneumatic conveying system: (a) typical multiple-inlet system; (b) nozzle detail</a:t>
            </a:r>
            <a:endParaRPr lang="en-IN" sz="2400" dirty="0">
              <a:solidFill>
                <a:srgbClr val="002060"/>
              </a:solidFill>
            </a:endParaRPr>
          </a:p>
        </p:txBody>
      </p:sp>
    </p:spTree>
    <p:extLst>
      <p:ext uri="{BB962C8B-B14F-4D97-AF65-F5344CB8AC3E}">
        <p14:creationId xmlns:p14="http://schemas.microsoft.com/office/powerpoint/2010/main" val="3081930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19E3B2F0-440F-4FCE-A9AC-178D4650C262}"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13</a:t>
            </a:fld>
            <a:endParaRPr lang="en-IN"/>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IN" sz="2400" dirty="0"/>
              <a:t>Common </a:t>
            </a:r>
            <a:r>
              <a:rPr lang="en-US" sz="2400" dirty="0"/>
              <a:t>devices for transportation include </a:t>
            </a:r>
          </a:p>
          <a:p>
            <a:pPr lvl="1"/>
            <a:r>
              <a:rPr lang="en-US" sz="2400" dirty="0">
                <a:solidFill>
                  <a:srgbClr val="002060"/>
                </a:solidFill>
              </a:rPr>
              <a:t>belt conveyors </a:t>
            </a:r>
            <a:r>
              <a:rPr lang="en-US" sz="2400" dirty="0"/>
              <a:t>and </a:t>
            </a:r>
            <a:r>
              <a:rPr lang="en-US" sz="2400" dirty="0">
                <a:solidFill>
                  <a:srgbClr val="002060"/>
                </a:solidFill>
              </a:rPr>
              <a:t>bucket elevators</a:t>
            </a:r>
            <a:r>
              <a:rPr lang="en-US" sz="2400" dirty="0"/>
              <a:t>, </a:t>
            </a:r>
          </a:p>
          <a:p>
            <a:pPr lvl="1"/>
            <a:r>
              <a:rPr lang="en-US" sz="2400" dirty="0">
                <a:solidFill>
                  <a:srgbClr val="002060"/>
                </a:solidFill>
              </a:rPr>
              <a:t>closed-belt conveyors with zipperlike fasteners</a:t>
            </a:r>
            <a:r>
              <a:rPr lang="en-US" sz="2400" dirty="0"/>
              <a:t>, </a:t>
            </a:r>
          </a:p>
          <a:p>
            <a:pPr lvl="1"/>
            <a:r>
              <a:rPr lang="en-US" sz="2400" dirty="0">
                <a:solidFill>
                  <a:srgbClr val="002060"/>
                </a:solidFill>
              </a:rPr>
              <a:t>drag and flight conveyors. </a:t>
            </a:r>
          </a:p>
          <a:p>
            <a:endParaRPr lang="en-US" sz="2400" dirty="0"/>
          </a:p>
          <a:p>
            <a:r>
              <a:rPr lang="en-US" sz="2400" dirty="0"/>
              <a:t>These all include a return leg that carries the empty belt or chain back from the discharge to the loading point. </a:t>
            </a:r>
          </a:p>
          <a:p>
            <a:endParaRPr lang="en-US" sz="2400" dirty="0"/>
          </a:p>
          <a:p>
            <a:r>
              <a:rPr lang="en-US" sz="2400" dirty="0"/>
              <a:t>Vibrating conveyors, Pneumatic conveyors and screw conveyors have no return leg but only operate over relatively short distances.</a:t>
            </a:r>
          </a:p>
        </p:txBody>
      </p:sp>
      <p:sp>
        <p:nvSpPr>
          <p:cNvPr id="6" name="Title 5"/>
          <p:cNvSpPr>
            <a:spLocks noGrp="1"/>
          </p:cNvSpPr>
          <p:nvPr>
            <p:ph type="title"/>
          </p:nvPr>
        </p:nvSpPr>
        <p:spPr/>
        <p:txBody>
          <a:bodyPr/>
          <a:lstStyle/>
          <a:p>
            <a:r>
              <a:rPr lang="en-IN" dirty="0"/>
              <a:t>Conveyors</a:t>
            </a:r>
          </a:p>
        </p:txBody>
      </p:sp>
    </p:spTree>
    <p:extLst>
      <p:ext uri="{BB962C8B-B14F-4D97-AF65-F5344CB8AC3E}">
        <p14:creationId xmlns:p14="http://schemas.microsoft.com/office/powerpoint/2010/main" val="277605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437DD1C3-BDA1-445F-A59A-8AFDF5092DF7}"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14</a:t>
            </a:fld>
            <a:endParaRPr lang="en-IN"/>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US" sz="2800" dirty="0"/>
              <a:t>The mixing of solids, whether free flowing or cohesive, resembles to some extent the mixing of low-viscosity liquids. </a:t>
            </a:r>
          </a:p>
          <a:p>
            <a:endParaRPr lang="en-US" sz="2800" dirty="0"/>
          </a:p>
          <a:p>
            <a:r>
              <a:rPr lang="en-US" sz="2800" dirty="0"/>
              <a:t>Both processes intermingle two or more separate components to form a more or less uniform product. </a:t>
            </a:r>
          </a:p>
          <a:p>
            <a:endParaRPr lang="en-US" sz="2800" dirty="0"/>
          </a:p>
          <a:p>
            <a:r>
              <a:rPr lang="en-US" sz="2800" dirty="0"/>
              <a:t>Some of the equipment normally used for blending liquids may, on occasion, be used to mix </a:t>
            </a:r>
            <a:r>
              <a:rPr lang="en-IN" sz="2800" dirty="0"/>
              <a:t>solids.</a:t>
            </a:r>
          </a:p>
        </p:txBody>
      </p:sp>
      <p:sp>
        <p:nvSpPr>
          <p:cNvPr id="6" name="Title 5"/>
          <p:cNvSpPr>
            <a:spLocks noGrp="1"/>
          </p:cNvSpPr>
          <p:nvPr>
            <p:ph type="title"/>
          </p:nvPr>
        </p:nvSpPr>
        <p:spPr/>
        <p:txBody>
          <a:bodyPr/>
          <a:lstStyle/>
          <a:p>
            <a:r>
              <a:rPr lang="en-IN" dirty="0"/>
              <a:t>Mixing of Solids</a:t>
            </a:r>
          </a:p>
        </p:txBody>
      </p:sp>
    </p:spTree>
    <p:extLst>
      <p:ext uri="{BB962C8B-B14F-4D97-AF65-F5344CB8AC3E}">
        <p14:creationId xmlns:p14="http://schemas.microsoft.com/office/powerpoint/2010/main" val="1217877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8E027675-3028-48DA-B51E-E7AAA6972657}"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15</a:t>
            </a:fld>
            <a:endParaRPr lang="en-IN"/>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IN" dirty="0">
                <a:solidFill>
                  <a:srgbClr val="002060"/>
                </a:solidFill>
              </a:rPr>
              <a:t>Measures of mixer performance</a:t>
            </a:r>
          </a:p>
          <a:p>
            <a:pPr lvl="1"/>
            <a:r>
              <a:rPr lang="en-IN" dirty="0"/>
              <a:t>Mixing is harder to define with solids and pastes than it is with liquids</a:t>
            </a:r>
          </a:p>
          <a:p>
            <a:pPr lvl="1"/>
            <a:r>
              <a:rPr lang="en-US" dirty="0"/>
              <a:t>Quantitative measures of mixing is based on statistical procedures </a:t>
            </a:r>
          </a:p>
          <a:p>
            <a:pPr lvl="2"/>
            <a:r>
              <a:rPr lang="en-US" dirty="0"/>
              <a:t>sometimes used to evaluate mixer performance. </a:t>
            </a:r>
          </a:p>
          <a:p>
            <a:pPr lvl="1"/>
            <a:r>
              <a:rPr lang="en-US" dirty="0"/>
              <a:t>These procedures are based on analyses of spot samples taken from the mix at various times.</a:t>
            </a:r>
          </a:p>
          <a:p>
            <a:pPr lvl="1"/>
            <a:r>
              <a:rPr lang="en-US" dirty="0"/>
              <a:t>A mixture in which one component is randomly distributed through another is said to be completely mixed. </a:t>
            </a:r>
          </a:p>
        </p:txBody>
      </p:sp>
      <p:sp>
        <p:nvSpPr>
          <p:cNvPr id="6" name="Title 5"/>
          <p:cNvSpPr>
            <a:spLocks noGrp="1"/>
          </p:cNvSpPr>
          <p:nvPr>
            <p:ph type="title"/>
          </p:nvPr>
        </p:nvSpPr>
        <p:spPr/>
        <p:txBody>
          <a:bodyPr/>
          <a:lstStyle/>
          <a:p>
            <a:r>
              <a:rPr lang="en-IN" dirty="0"/>
              <a:t>Mixing of Solids</a:t>
            </a:r>
          </a:p>
        </p:txBody>
      </p:sp>
    </p:spTree>
    <p:extLst>
      <p:ext uri="{BB962C8B-B14F-4D97-AF65-F5344CB8AC3E}">
        <p14:creationId xmlns:p14="http://schemas.microsoft.com/office/powerpoint/2010/main" val="44411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36996E49-33D2-49E4-8CD4-019C22FC2072}"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16</a:t>
            </a:fld>
            <a:endParaRPr lang="en-IN"/>
          </a:p>
        </p:txBody>
      </p:sp>
      <mc:AlternateContent xmlns:mc="http://schemas.openxmlformats.org/markup-compatibility/2006" xmlns:a14="http://schemas.microsoft.com/office/drawing/2010/main">
        <mc:Choice Requires="a14">
          <p:sp>
            <p:nvSpPr>
              <p:cNvPr id="5" name="Content Placeholder 4"/>
              <p:cNvSpPr>
                <a:spLocks noGrp="1"/>
              </p:cNvSpPr>
              <p:nvPr>
                <p:ph sz="quarter" idx="4294967295"/>
              </p:nvPr>
            </p:nvSpPr>
            <p:spPr>
              <a:xfrm>
                <a:off x="562684" y="1147673"/>
                <a:ext cx="10972800" cy="4876800"/>
              </a:xfrm>
            </p:spPr>
            <p:txBody>
              <a:bodyPr>
                <a:normAutofit/>
              </a:bodyPr>
              <a:lstStyle/>
              <a:p>
                <a:r>
                  <a:rPr lang="en-IN" sz="2400" dirty="0">
                    <a:solidFill>
                      <a:srgbClr val="002060"/>
                    </a:solidFill>
                  </a:rPr>
                  <a:t>For granular non-cohesive solids</a:t>
                </a:r>
                <a:r>
                  <a:rPr lang="en-IN" sz="2400" dirty="0"/>
                  <a:t>, multiple small samples containing about the same number of particles are used. </a:t>
                </a:r>
              </a:p>
              <a:p>
                <a:endParaRPr lang="en-IN" sz="2400" dirty="0"/>
              </a:p>
              <a:p>
                <a:r>
                  <a:rPr lang="en-IN" sz="2400" dirty="0"/>
                  <a:t>Consider a mixture of components </a:t>
                </a:r>
                <a:r>
                  <a:rPr lang="en-IN" sz="2400" i="1" dirty="0"/>
                  <a:t>A</a:t>
                </a:r>
                <a:r>
                  <a:rPr lang="en-IN" sz="2400" dirty="0"/>
                  <a:t> and </a:t>
                </a:r>
                <a:r>
                  <a:rPr lang="en-IN" sz="2400" i="1" dirty="0"/>
                  <a:t>B</a:t>
                </a:r>
                <a:r>
                  <a:rPr lang="en-IN" sz="2400" dirty="0"/>
                  <a:t> from which </a:t>
                </a:r>
                <a:r>
                  <a:rPr lang="en-IN" sz="2400" i="1" dirty="0"/>
                  <a:t>N</a:t>
                </a:r>
                <a:r>
                  <a:rPr lang="en-IN" sz="2400" dirty="0"/>
                  <a:t> spot samples, each containing </a:t>
                </a:r>
                <a:r>
                  <a:rPr lang="en-IN" sz="2400" i="1" dirty="0"/>
                  <a:t>n</a:t>
                </a:r>
                <a:r>
                  <a:rPr lang="en-IN" sz="2400" dirty="0"/>
                  <a:t> particles are taken and analysed.</a:t>
                </a:r>
              </a:p>
              <a:p>
                <a:endParaRPr lang="en-IN" sz="2400" dirty="0"/>
              </a:p>
              <a:p>
                <a:r>
                  <a:rPr lang="en-IN" sz="2400" dirty="0"/>
                  <a:t>The standard deviations, </a:t>
                </a:r>
                <a14:m>
                  <m:oMath xmlns:m="http://schemas.openxmlformats.org/officeDocument/2006/math">
                    <m:r>
                      <a:rPr lang="en-IN" sz="2400" i="1" dirty="0" smtClean="0">
                        <a:solidFill>
                          <a:srgbClr val="C00000"/>
                        </a:solidFill>
                        <a:latin typeface="Cambria Math" panose="02040503050406030204" pitchFamily="18" charset="0"/>
                      </a:rPr>
                      <m:t>𝑠</m:t>
                    </m:r>
                  </m:oMath>
                </a14:m>
                <a:r>
                  <a:rPr lang="en-IN" sz="2400" dirty="0"/>
                  <a:t> is estimated from analytical results by the equation: </a:t>
                </a:r>
              </a:p>
            </p:txBody>
          </p:sp>
        </mc:Choice>
        <mc:Fallback xmlns="">
          <p:sp>
            <p:nvSpPr>
              <p:cNvPr id="5" name="Content Placeholder 4"/>
              <p:cNvSpPr>
                <a:spLocks noGrp="1" noRot="1" noChangeAspect="1" noMove="1" noResize="1" noEditPoints="1" noAdjustHandles="1" noChangeArrowheads="1" noChangeShapeType="1" noTextEdit="1"/>
              </p:cNvSpPr>
              <p:nvPr>
                <p:ph sz="quarter" idx="4294967295"/>
              </p:nvPr>
            </p:nvSpPr>
            <p:spPr>
              <a:xfrm>
                <a:off x="562684" y="1147673"/>
                <a:ext cx="10972800" cy="4876800"/>
              </a:xfrm>
              <a:blipFill>
                <a:blip r:embed="rId2"/>
                <a:stretch>
                  <a:fillRect l="-722" t="-1000"/>
                </a:stretch>
              </a:blipFill>
            </p:spPr>
            <p:txBody>
              <a:bodyPr/>
              <a:lstStyle/>
              <a:p>
                <a:r>
                  <a:rPr lang="en-US">
                    <a:noFill/>
                  </a:rPr>
                  <a:t> </a:t>
                </a:r>
              </a:p>
            </p:txBody>
          </p:sp>
        </mc:Fallback>
      </mc:AlternateContent>
      <p:sp>
        <p:nvSpPr>
          <p:cNvPr id="6" name="Title 5"/>
          <p:cNvSpPr>
            <a:spLocks noGrp="1"/>
          </p:cNvSpPr>
          <p:nvPr>
            <p:ph type="title"/>
          </p:nvPr>
        </p:nvSpPr>
        <p:spPr/>
        <p:txBody>
          <a:bodyPr/>
          <a:lstStyle/>
          <a:p>
            <a:r>
              <a:rPr lang="en-IN" dirty="0"/>
              <a:t>Mixing of Solids: </a:t>
            </a:r>
            <a:r>
              <a:rPr lang="en-IN" dirty="0">
                <a:solidFill>
                  <a:srgbClr val="00B0F0"/>
                </a:solidFill>
              </a:rPr>
              <a:t>granular non cohesive solids</a:t>
            </a:r>
          </a:p>
        </p:txBody>
      </p:sp>
      <p:pic>
        <p:nvPicPr>
          <p:cNvPr id="7" name="Picture 6"/>
          <p:cNvPicPr>
            <a:picLocks noChangeAspect="1"/>
          </p:cNvPicPr>
          <p:nvPr/>
        </p:nvPicPr>
        <p:blipFill>
          <a:blip r:embed="rId3">
            <a:lum contrast="20000"/>
          </a:blip>
          <a:stretch>
            <a:fillRect/>
          </a:stretch>
        </p:blipFill>
        <p:spPr>
          <a:xfrm>
            <a:off x="1926710" y="4175136"/>
            <a:ext cx="6810890" cy="1037711"/>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5952136" y="5605054"/>
                <a:ext cx="5226559" cy="707886"/>
              </a:xfrm>
              <a:prstGeom prst="rect">
                <a:avLst/>
              </a:prstGeom>
              <a:noFill/>
            </p:spPr>
            <p:txBody>
              <a:bodyPr wrap="none" rtlCol="0">
                <a:spAutoFit/>
              </a:bodyPr>
              <a:lstStyle/>
              <a:p>
                <a14:m>
                  <m:oMath xmlns:m="http://schemas.openxmlformats.org/officeDocument/2006/math">
                    <m:sSub>
                      <m:sSubPr>
                        <m:ctrlPr>
                          <a:rPr lang="en-IN" sz="2000" b="0" i="1" dirty="0" smtClean="0">
                            <a:latin typeface="Cambria Math" panose="02040503050406030204" pitchFamily="18" charset="0"/>
                          </a:rPr>
                        </m:ctrlPr>
                      </m:sSubPr>
                      <m:e>
                        <m:r>
                          <a:rPr lang="en-IN" sz="2000" b="0" i="1" dirty="0" smtClean="0">
                            <a:latin typeface="Cambria Math" panose="02040503050406030204" pitchFamily="18" charset="0"/>
                          </a:rPr>
                          <m:t>𝑥</m:t>
                        </m:r>
                      </m:e>
                      <m:sub>
                        <m:r>
                          <a:rPr lang="en-IN" sz="2000" i="1" dirty="0" smtClean="0">
                            <a:latin typeface="Cambria Math" panose="02040503050406030204" pitchFamily="18" charset="0"/>
                          </a:rPr>
                          <m:t>𝑖</m:t>
                        </m:r>
                      </m:sub>
                    </m:sSub>
                  </m:oMath>
                </a14:m>
                <a:r>
                  <a:rPr lang="en-IN" sz="2000" dirty="0"/>
                  <a:t> = number fraction of A in each sample</a:t>
                </a:r>
              </a:p>
              <a:p>
                <a14:m>
                  <m:oMath xmlns:m="http://schemas.openxmlformats.org/officeDocument/2006/math">
                    <m:acc>
                      <m:accPr>
                        <m:chr m:val="̅"/>
                        <m:ctrlPr>
                          <a:rPr lang="en-IN" sz="2000" i="1" smtClean="0">
                            <a:latin typeface="Cambria Math" panose="02040503050406030204" pitchFamily="18" charset="0"/>
                          </a:rPr>
                        </m:ctrlPr>
                      </m:accPr>
                      <m:e>
                        <m:r>
                          <a:rPr lang="en-IN" sz="2000" b="0" i="1" smtClean="0">
                            <a:latin typeface="Cambria Math" panose="02040503050406030204" pitchFamily="18" charset="0"/>
                          </a:rPr>
                          <m:t>𝑥</m:t>
                        </m:r>
                      </m:e>
                    </m:acc>
                  </m:oMath>
                </a14:m>
                <a:r>
                  <a:rPr lang="en-IN" sz="2000" dirty="0"/>
                  <a:t> = average value of measured number fractions</a:t>
                </a:r>
              </a:p>
            </p:txBody>
          </p:sp>
        </mc:Choice>
        <mc:Fallback xmlns="">
          <p:sp>
            <p:nvSpPr>
              <p:cNvPr id="8" name="TextBox 7"/>
              <p:cNvSpPr txBox="1">
                <a:spLocks noRot="1" noChangeAspect="1" noMove="1" noResize="1" noEditPoints="1" noAdjustHandles="1" noChangeArrowheads="1" noChangeShapeType="1" noTextEdit="1"/>
              </p:cNvSpPr>
              <p:nvPr/>
            </p:nvSpPr>
            <p:spPr>
              <a:xfrm>
                <a:off x="5952136" y="5605054"/>
                <a:ext cx="5226559" cy="707886"/>
              </a:xfrm>
              <a:prstGeom prst="rect">
                <a:avLst/>
              </a:prstGeom>
              <a:blipFill>
                <a:blip r:embed="rId4"/>
                <a:stretch>
                  <a:fillRect t="-4274" r="-350" b="-13675"/>
                </a:stretch>
              </a:blipFill>
            </p:spPr>
            <p:txBody>
              <a:bodyPr/>
              <a:lstStyle/>
              <a:p>
                <a:r>
                  <a:rPr lang="en-IN">
                    <a:noFill/>
                  </a:rPr>
                  <a:t> </a:t>
                </a:r>
              </a:p>
            </p:txBody>
          </p:sp>
        </mc:Fallback>
      </mc:AlternateContent>
    </p:spTree>
    <p:extLst>
      <p:ext uri="{BB962C8B-B14F-4D97-AF65-F5344CB8AC3E}">
        <p14:creationId xmlns:p14="http://schemas.microsoft.com/office/powerpoint/2010/main" val="330479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801A3A90-2741-4C28-B79B-8D0E9E546906}"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17</a:t>
            </a:fld>
            <a:endParaRPr lang="en-IN"/>
          </a:p>
        </p:txBody>
      </p:sp>
      <mc:AlternateContent xmlns:mc="http://schemas.openxmlformats.org/markup-compatibility/2006" xmlns:a14="http://schemas.microsoft.com/office/drawing/2010/main">
        <mc:Choice Requires="a14">
          <p:sp>
            <p:nvSpPr>
              <p:cNvPr id="5" name="Content Placeholder 4"/>
              <p:cNvSpPr>
                <a:spLocks noGrp="1"/>
              </p:cNvSpPr>
              <p:nvPr>
                <p:ph sz="quarter" idx="4294967295"/>
              </p:nvPr>
            </p:nvSpPr>
            <p:spPr>
              <a:xfrm>
                <a:off x="562684" y="1147673"/>
                <a:ext cx="10972800" cy="4876800"/>
              </a:xfrm>
            </p:spPr>
            <p:txBody>
              <a:bodyPr>
                <a:normAutofit/>
              </a:bodyPr>
              <a:lstStyle/>
              <a:p>
                <a:r>
                  <a:rPr lang="en-IN" sz="2800" dirty="0"/>
                  <a:t>The theoretical standard deviation for completely random mixture</a:t>
                </a:r>
              </a:p>
              <a:p>
                <a:pPr marL="0" indent="0">
                  <a:buNone/>
                </a:pPr>
                <a14:m>
                  <m:oMathPara xmlns:m="http://schemas.openxmlformats.org/officeDocument/2006/math">
                    <m:oMathParaPr>
                      <m:jc m:val="centerGroup"/>
                    </m:oMathParaPr>
                    <m:oMath xmlns:m="http://schemas.openxmlformats.org/officeDocument/2006/math">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𝜎</m:t>
                          </m:r>
                        </m:e>
                        <m:sub>
                          <m:r>
                            <a:rPr lang="en-IN" sz="2800" b="0" i="1" smtClean="0">
                              <a:latin typeface="Cambria Math" panose="02040503050406030204" pitchFamily="18" charset="0"/>
                            </a:rPr>
                            <m:t>𝑒</m:t>
                          </m:r>
                        </m:sub>
                      </m:sSub>
                      <m:r>
                        <a:rPr lang="en-IN" sz="2800" b="0" i="1" smtClean="0">
                          <a:latin typeface="Cambria Math" panose="02040503050406030204" pitchFamily="18" charset="0"/>
                        </a:rPr>
                        <m:t>=</m:t>
                      </m:r>
                      <m:rad>
                        <m:radPr>
                          <m:degHide m:val="on"/>
                          <m:ctrlPr>
                            <a:rPr lang="en-IN" sz="2800" b="0" i="1" smtClean="0">
                              <a:latin typeface="Cambria Math" panose="02040503050406030204" pitchFamily="18" charset="0"/>
                            </a:rPr>
                          </m:ctrlPr>
                        </m:radPr>
                        <m:deg/>
                        <m:e>
                          <m:f>
                            <m:fPr>
                              <m:ctrlPr>
                                <a:rPr lang="en-IN" sz="2800" b="0" i="1" smtClean="0">
                                  <a:latin typeface="Cambria Math" panose="02040503050406030204" pitchFamily="18" charset="0"/>
                                </a:rPr>
                              </m:ctrlPr>
                            </m:fPr>
                            <m:num>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𝜇</m:t>
                                  </m:r>
                                </m:e>
                                <m:sub>
                                  <m:r>
                                    <a:rPr lang="en-IN" sz="2800" b="0" i="1" smtClean="0">
                                      <a:latin typeface="Cambria Math" panose="02040503050406030204" pitchFamily="18" charset="0"/>
                                    </a:rPr>
                                    <m:t>𝑝</m:t>
                                  </m:r>
                                </m:sub>
                              </m:sSub>
                              <m:d>
                                <m:dPr>
                                  <m:ctrlPr>
                                    <a:rPr lang="en-IN" sz="2800" b="0" i="1" smtClean="0">
                                      <a:latin typeface="Cambria Math" panose="02040503050406030204" pitchFamily="18" charset="0"/>
                                    </a:rPr>
                                  </m:ctrlPr>
                                </m:dPr>
                                <m:e>
                                  <m:r>
                                    <a:rPr lang="en-IN" sz="2800" b="0" i="1" smtClean="0">
                                      <a:latin typeface="Cambria Math" panose="02040503050406030204" pitchFamily="18" charset="0"/>
                                    </a:rPr>
                                    <m:t>1−</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𝜇</m:t>
                                      </m:r>
                                    </m:e>
                                    <m:sub>
                                      <m:r>
                                        <a:rPr lang="en-IN" sz="2800" b="0" i="1" smtClean="0">
                                          <a:latin typeface="Cambria Math" panose="02040503050406030204" pitchFamily="18" charset="0"/>
                                        </a:rPr>
                                        <m:t>𝑝</m:t>
                                      </m:r>
                                    </m:sub>
                                  </m:sSub>
                                </m:e>
                              </m:d>
                            </m:num>
                            <m:den>
                              <m:r>
                                <a:rPr lang="en-IN" sz="2800" b="0" i="1" smtClean="0">
                                  <a:latin typeface="Cambria Math" panose="02040503050406030204" pitchFamily="18" charset="0"/>
                                </a:rPr>
                                <m:t>𝑛</m:t>
                              </m:r>
                            </m:den>
                          </m:f>
                        </m:e>
                      </m:rad>
                    </m:oMath>
                  </m:oMathPara>
                </a14:m>
                <a:endParaRPr lang="en-IN" sz="2800" dirty="0"/>
              </a:p>
              <a:p>
                <a:pPr lvl="1"/>
                <a:r>
                  <a:rPr lang="en-IN" sz="2400" dirty="0"/>
                  <a:t>Where </a:t>
                </a:r>
                <a14:m>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𝜇</m:t>
                        </m:r>
                      </m:e>
                      <m:sub>
                        <m:r>
                          <a:rPr lang="en-IN" sz="2400" b="0" i="1" smtClean="0">
                            <a:latin typeface="Cambria Math" panose="02040503050406030204" pitchFamily="18" charset="0"/>
                          </a:rPr>
                          <m:t>𝑝</m:t>
                        </m:r>
                      </m:sub>
                    </m:sSub>
                  </m:oMath>
                </a14:m>
                <a:r>
                  <a:rPr lang="en-IN" sz="2400" dirty="0"/>
                  <a:t> is overall number of particle fraction of component A in the mixture</a:t>
                </a:r>
              </a:p>
              <a:p>
                <a:endParaRPr lang="en-IN" sz="2000" dirty="0"/>
              </a:p>
              <a:p>
                <a:r>
                  <a:rPr lang="en-IN" sz="2800" i="1" dirty="0"/>
                  <a:t>S</a:t>
                </a:r>
                <a:r>
                  <a:rPr lang="en-IN" sz="2800" dirty="0"/>
                  <a:t> diminishes towards zero as mixing proceeds so that low value of s means good mixing</a:t>
                </a:r>
              </a:p>
              <a:p>
                <a:r>
                  <a:rPr lang="en-IN" sz="2800" dirty="0"/>
                  <a:t>Mixing index: </a:t>
                </a:r>
                <a14:m>
                  <m:oMath xmlns:m="http://schemas.openxmlformats.org/officeDocument/2006/math">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𝐼</m:t>
                        </m:r>
                      </m:e>
                      <m:sub>
                        <m:r>
                          <a:rPr lang="en-IN" sz="2800" b="0" i="1" smtClean="0">
                            <a:latin typeface="Cambria Math" panose="02040503050406030204" pitchFamily="18" charset="0"/>
                          </a:rPr>
                          <m:t>𝑠</m:t>
                        </m:r>
                      </m:sub>
                    </m:sSub>
                    <m:r>
                      <a:rPr lang="en-IN" sz="2800" b="0" i="1" smtClean="0">
                        <a:latin typeface="Cambria Math" panose="02040503050406030204" pitchFamily="18" charset="0"/>
                      </a:rPr>
                      <m:t>=</m:t>
                    </m:r>
                    <m:f>
                      <m:fPr>
                        <m:ctrlPr>
                          <a:rPr lang="en-IN" sz="2800" b="0" i="1" smtClean="0">
                            <a:latin typeface="Cambria Math" panose="02040503050406030204" pitchFamily="18" charset="0"/>
                          </a:rPr>
                        </m:ctrlPr>
                      </m:fPr>
                      <m:num>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𝜎</m:t>
                            </m:r>
                          </m:e>
                          <m:sub>
                            <m:r>
                              <a:rPr lang="en-IN" sz="2800" b="0" i="1" smtClean="0">
                                <a:latin typeface="Cambria Math" panose="02040503050406030204" pitchFamily="18" charset="0"/>
                              </a:rPr>
                              <m:t>𝑒</m:t>
                            </m:r>
                          </m:sub>
                        </m:sSub>
                      </m:num>
                      <m:den>
                        <m:r>
                          <a:rPr lang="en-IN" sz="2800" b="0" i="1" smtClean="0">
                            <a:latin typeface="Cambria Math" panose="02040503050406030204" pitchFamily="18" charset="0"/>
                          </a:rPr>
                          <m:t>𝑠</m:t>
                        </m:r>
                      </m:den>
                    </m:f>
                  </m:oMath>
                </a14:m>
                <a:endParaRPr lang="en-IN" sz="2800" dirty="0"/>
              </a:p>
              <a:p>
                <a:pPr lvl="1"/>
                <a:r>
                  <a:rPr lang="en-IN" sz="2400" dirty="0"/>
                  <a:t>This value increases as mixing proceeds</a:t>
                </a:r>
              </a:p>
              <a:p>
                <a:pPr lvl="1"/>
                <a:endParaRPr lang="en-IN" sz="2400" dirty="0"/>
              </a:p>
            </p:txBody>
          </p:sp>
        </mc:Choice>
        <mc:Fallback xmlns="">
          <p:sp>
            <p:nvSpPr>
              <p:cNvPr id="5" name="Content Placeholder 4"/>
              <p:cNvSpPr>
                <a:spLocks noGrp="1" noRot="1" noChangeAspect="1" noMove="1" noResize="1" noEditPoints="1" noAdjustHandles="1" noChangeArrowheads="1" noChangeShapeType="1" noTextEdit="1"/>
              </p:cNvSpPr>
              <p:nvPr>
                <p:ph sz="quarter" idx="14"/>
              </p:nvPr>
            </p:nvSpPr>
            <p:spPr>
              <a:blipFill>
                <a:blip r:embed="rId2"/>
                <a:stretch>
                  <a:fillRect l="-1000" t="-1125"/>
                </a:stretch>
              </a:blipFill>
            </p:spPr>
            <p:txBody>
              <a:bodyPr/>
              <a:lstStyle/>
              <a:p>
                <a:r>
                  <a:rPr lang="en-IN">
                    <a:noFill/>
                  </a:rPr>
                  <a:t> </a:t>
                </a:r>
              </a:p>
            </p:txBody>
          </p:sp>
        </mc:Fallback>
      </mc:AlternateContent>
      <p:sp>
        <p:nvSpPr>
          <p:cNvPr id="6" name="Title 5"/>
          <p:cNvSpPr>
            <a:spLocks noGrp="1"/>
          </p:cNvSpPr>
          <p:nvPr>
            <p:ph type="title"/>
          </p:nvPr>
        </p:nvSpPr>
        <p:spPr/>
        <p:txBody>
          <a:bodyPr/>
          <a:lstStyle/>
          <a:p>
            <a:r>
              <a:rPr lang="en-IN" dirty="0"/>
              <a:t>Mixing of Solids: </a:t>
            </a:r>
            <a:r>
              <a:rPr lang="en-IN" dirty="0">
                <a:solidFill>
                  <a:srgbClr val="00B0F0"/>
                </a:solidFill>
              </a:rPr>
              <a:t>granular non cohesive solids</a:t>
            </a:r>
            <a:endParaRPr lang="en-IN" dirty="0"/>
          </a:p>
        </p:txBody>
      </p:sp>
    </p:spTree>
    <p:extLst>
      <p:ext uri="{BB962C8B-B14F-4D97-AF65-F5344CB8AC3E}">
        <p14:creationId xmlns:p14="http://schemas.microsoft.com/office/powerpoint/2010/main" val="260433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6F486FEA-54E0-4119-B91A-F8A7B41DECF3}"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18</a:t>
            </a:fld>
            <a:endParaRPr lang="en-IN"/>
          </a:p>
        </p:txBody>
      </p:sp>
      <mc:AlternateContent xmlns:mc="http://schemas.openxmlformats.org/markup-compatibility/2006" xmlns:a14="http://schemas.microsoft.com/office/drawing/2010/main">
        <mc:Choice Requires="a14">
          <p:sp>
            <p:nvSpPr>
              <p:cNvPr id="5" name="Content Placeholder 4"/>
              <p:cNvSpPr>
                <a:spLocks noGrp="1"/>
              </p:cNvSpPr>
              <p:nvPr>
                <p:ph sz="quarter" idx="4294967295"/>
              </p:nvPr>
            </p:nvSpPr>
            <p:spPr>
              <a:xfrm>
                <a:off x="562684" y="1147673"/>
                <a:ext cx="10972800" cy="4876800"/>
              </a:xfrm>
            </p:spPr>
            <p:txBody>
              <a:bodyPr>
                <a:normAutofit fontScale="92500" lnSpcReduction="10000"/>
              </a:bodyPr>
              <a:lstStyle/>
              <a:p>
                <a:r>
                  <a:rPr lang="en-IN" sz="2800" dirty="0"/>
                  <a:t>For </a:t>
                </a:r>
                <a:r>
                  <a:rPr lang="en-IN" sz="2800" dirty="0">
                    <a:solidFill>
                      <a:srgbClr val="0070C0"/>
                    </a:solidFill>
                  </a:rPr>
                  <a:t>cohesive solids</a:t>
                </a:r>
                <a:r>
                  <a:rPr lang="en-IN" sz="2800" dirty="0"/>
                  <a:t>, instead of number, mass fraction is used. </a:t>
                </a:r>
              </a:p>
              <a:p>
                <a:endParaRPr lang="en-IN" sz="2800" dirty="0"/>
              </a:p>
              <a:p>
                <a:endParaRPr lang="en-IN" sz="2800" dirty="0"/>
              </a:p>
              <a:p>
                <a:endParaRPr lang="en-IN" sz="2800" dirty="0"/>
              </a:p>
              <a:p>
                <a:endParaRPr lang="en-IN" sz="2800" dirty="0"/>
              </a:p>
              <a:p>
                <a:r>
                  <a:rPr lang="en-IN" sz="2800" dirty="0"/>
                  <a:t>Theoretical standard deviation at zero mixing (at the beginning)</a:t>
                </a:r>
              </a:p>
              <a:p>
                <a:pPr marL="0" indent="0">
                  <a:buNone/>
                </a:pPr>
                <a:endParaRPr lang="en-IN" sz="28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𝜎</m:t>
                          </m:r>
                        </m:e>
                        <m:sub>
                          <m:r>
                            <a:rPr lang="en-IN" sz="2800" b="0" i="1" smtClean="0">
                              <a:latin typeface="Cambria Math" panose="02040503050406030204" pitchFamily="18" charset="0"/>
                            </a:rPr>
                            <m:t>0</m:t>
                          </m:r>
                        </m:sub>
                      </m:sSub>
                      <m:r>
                        <a:rPr lang="en-IN" sz="2800" b="0" i="1" smtClean="0">
                          <a:latin typeface="Cambria Math" panose="02040503050406030204" pitchFamily="18" charset="0"/>
                        </a:rPr>
                        <m:t>=</m:t>
                      </m:r>
                      <m:rad>
                        <m:radPr>
                          <m:degHide m:val="on"/>
                          <m:ctrlPr>
                            <a:rPr lang="en-IN" sz="2800" b="0" i="1" smtClean="0">
                              <a:latin typeface="Cambria Math" panose="02040503050406030204" pitchFamily="18" charset="0"/>
                            </a:rPr>
                          </m:ctrlPr>
                        </m:radPr>
                        <m:deg/>
                        <m:e>
                          <m:r>
                            <a:rPr lang="en-IN" sz="2800" b="0" i="1" smtClean="0">
                              <a:latin typeface="Cambria Math" panose="02040503050406030204" pitchFamily="18" charset="0"/>
                            </a:rPr>
                            <m:t>𝜇</m:t>
                          </m:r>
                          <m:r>
                            <a:rPr lang="en-IN" sz="2800" b="0" i="1" smtClean="0">
                              <a:latin typeface="Cambria Math" panose="02040503050406030204" pitchFamily="18" charset="0"/>
                            </a:rPr>
                            <m:t>(1−</m:t>
                          </m:r>
                          <m:r>
                            <a:rPr lang="en-IN" sz="2800" b="0" i="1" smtClean="0">
                              <a:latin typeface="Cambria Math" panose="02040503050406030204" pitchFamily="18" charset="0"/>
                            </a:rPr>
                            <m:t>𝜇</m:t>
                          </m:r>
                          <m:r>
                            <a:rPr lang="en-IN" sz="2800" b="0" i="1" smtClean="0">
                              <a:latin typeface="Cambria Math" panose="02040503050406030204" pitchFamily="18" charset="0"/>
                            </a:rPr>
                            <m:t>)</m:t>
                          </m:r>
                        </m:e>
                      </m:rad>
                    </m:oMath>
                  </m:oMathPara>
                </a14:m>
                <a:endParaRPr lang="en-IN" sz="2800" dirty="0"/>
              </a:p>
              <a:p>
                <a:r>
                  <a:rPr lang="en-IN" sz="2800" dirty="0"/>
                  <a:t>Mixing Index for pastes</a:t>
                </a:r>
              </a:p>
              <a:p>
                <a:pPr marL="0" indent="0">
                  <a:buNone/>
                </a:pPr>
                <a14:m>
                  <m:oMathPara xmlns:m="http://schemas.openxmlformats.org/officeDocument/2006/math">
                    <m:oMathParaPr>
                      <m:jc m:val="centerGroup"/>
                    </m:oMathParaPr>
                    <m:oMath xmlns:m="http://schemas.openxmlformats.org/officeDocument/2006/math">
                      <m:sSub>
                        <m:sSubPr>
                          <m:ctrlPr>
                            <a:rPr lang="en-IN" sz="2800" i="1">
                              <a:latin typeface="Cambria Math" panose="02040503050406030204" pitchFamily="18" charset="0"/>
                            </a:rPr>
                          </m:ctrlPr>
                        </m:sSubPr>
                        <m:e>
                          <m:r>
                            <a:rPr lang="en-IN" sz="2800" i="1">
                              <a:latin typeface="Cambria Math" panose="02040503050406030204" pitchFamily="18" charset="0"/>
                            </a:rPr>
                            <m:t>𝐼</m:t>
                          </m:r>
                        </m:e>
                        <m:sub>
                          <m:r>
                            <a:rPr lang="en-IN" sz="2800" i="1">
                              <a:latin typeface="Cambria Math" panose="02040503050406030204" pitchFamily="18" charset="0"/>
                            </a:rPr>
                            <m:t>𝑠</m:t>
                          </m:r>
                        </m:sub>
                      </m:sSub>
                      <m:r>
                        <a:rPr lang="en-IN" sz="2800" i="1">
                          <a:latin typeface="Cambria Math" panose="02040503050406030204" pitchFamily="18" charset="0"/>
                        </a:rPr>
                        <m:t>=</m:t>
                      </m:r>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a:rPr lang="en-IN" sz="2800" i="1">
                                  <a:latin typeface="Cambria Math" panose="02040503050406030204" pitchFamily="18" charset="0"/>
                                </a:rPr>
                                <m:t>𝜎</m:t>
                              </m:r>
                            </m:e>
                            <m:sub>
                              <m:r>
                                <a:rPr lang="en-US" sz="2800" b="0" i="1" smtClean="0">
                                  <a:latin typeface="Cambria Math" panose="02040503050406030204" pitchFamily="18" charset="0"/>
                                </a:rPr>
                                <m:t>0</m:t>
                              </m:r>
                            </m:sub>
                          </m:sSub>
                        </m:num>
                        <m:den>
                          <m:r>
                            <a:rPr lang="en-IN" sz="2800" i="1">
                              <a:latin typeface="Cambria Math" panose="02040503050406030204" pitchFamily="18" charset="0"/>
                            </a:rPr>
                            <m:t>𝑠</m:t>
                          </m:r>
                        </m:den>
                      </m:f>
                    </m:oMath>
                  </m:oMathPara>
                </a14:m>
                <a:endParaRPr lang="en-IN" sz="2800" dirty="0"/>
              </a:p>
              <a:p>
                <a:endParaRPr lang="en-IN" sz="2800" dirty="0"/>
              </a:p>
            </p:txBody>
          </p:sp>
        </mc:Choice>
        <mc:Fallback xmlns="">
          <p:sp>
            <p:nvSpPr>
              <p:cNvPr id="5" name="Content Placeholder 4"/>
              <p:cNvSpPr>
                <a:spLocks noGrp="1" noRot="1" noChangeAspect="1" noMove="1" noResize="1" noEditPoints="1" noAdjustHandles="1" noChangeArrowheads="1" noChangeShapeType="1" noTextEdit="1"/>
              </p:cNvSpPr>
              <p:nvPr>
                <p:ph sz="quarter" idx="4294967295"/>
              </p:nvPr>
            </p:nvSpPr>
            <p:spPr>
              <a:xfrm>
                <a:off x="562684" y="1147673"/>
                <a:ext cx="10972800" cy="4876800"/>
              </a:xfrm>
              <a:blipFill>
                <a:blip r:embed="rId2"/>
                <a:stretch>
                  <a:fillRect l="-833" t="-1875"/>
                </a:stretch>
              </a:blipFill>
            </p:spPr>
            <p:txBody>
              <a:bodyPr/>
              <a:lstStyle/>
              <a:p>
                <a:r>
                  <a:rPr lang="en-IN">
                    <a:noFill/>
                  </a:rPr>
                  <a:t> </a:t>
                </a:r>
              </a:p>
            </p:txBody>
          </p:sp>
        </mc:Fallback>
      </mc:AlternateContent>
      <p:sp>
        <p:nvSpPr>
          <p:cNvPr id="6" name="Title 5"/>
          <p:cNvSpPr>
            <a:spLocks noGrp="1"/>
          </p:cNvSpPr>
          <p:nvPr>
            <p:ph type="title"/>
          </p:nvPr>
        </p:nvSpPr>
        <p:spPr/>
        <p:txBody>
          <a:bodyPr/>
          <a:lstStyle/>
          <a:p>
            <a:r>
              <a:rPr lang="en-IN" dirty="0"/>
              <a:t>Mixing of Solids: </a:t>
            </a:r>
            <a:r>
              <a:rPr lang="en-IN" dirty="0">
                <a:solidFill>
                  <a:srgbClr val="0070C0"/>
                </a:solidFill>
              </a:rPr>
              <a:t>cohesive solids</a:t>
            </a:r>
            <a:endParaRPr lang="en-IN" dirty="0"/>
          </a:p>
        </p:txBody>
      </p:sp>
      <p:pic>
        <p:nvPicPr>
          <p:cNvPr id="7" name="Picture 6"/>
          <p:cNvPicPr>
            <a:picLocks noChangeAspect="1"/>
          </p:cNvPicPr>
          <p:nvPr/>
        </p:nvPicPr>
        <p:blipFill>
          <a:blip r:embed="rId3">
            <a:lum contrast="20000"/>
          </a:blip>
          <a:stretch>
            <a:fillRect/>
          </a:stretch>
        </p:blipFill>
        <p:spPr>
          <a:xfrm>
            <a:off x="1081050" y="2063648"/>
            <a:ext cx="5715528" cy="870821"/>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7674749" y="1903422"/>
                <a:ext cx="4135748" cy="1015663"/>
              </a:xfrm>
              <a:prstGeom prst="rect">
                <a:avLst/>
              </a:prstGeom>
              <a:noFill/>
            </p:spPr>
            <p:txBody>
              <a:bodyPr wrap="none" rtlCol="0">
                <a:spAutoFit/>
              </a:bodyPr>
              <a:lstStyle/>
              <a:p>
                <a14:m>
                  <m:oMath xmlns:m="http://schemas.openxmlformats.org/officeDocument/2006/math">
                    <m:sSub>
                      <m:sSubPr>
                        <m:ctrlPr>
                          <a:rPr lang="en-IN" sz="2000" b="0" i="1" dirty="0" smtClean="0">
                            <a:latin typeface="Cambria Math" panose="02040503050406030204" pitchFamily="18" charset="0"/>
                          </a:rPr>
                        </m:ctrlPr>
                      </m:sSubPr>
                      <m:e>
                        <m:r>
                          <a:rPr lang="en-IN" sz="2000" b="0" i="1" dirty="0" smtClean="0">
                            <a:latin typeface="Cambria Math" panose="02040503050406030204" pitchFamily="18" charset="0"/>
                          </a:rPr>
                          <m:t>𝑥</m:t>
                        </m:r>
                      </m:e>
                      <m:sub>
                        <m:r>
                          <a:rPr lang="en-IN" sz="2000" i="1" dirty="0" smtClean="0">
                            <a:latin typeface="Cambria Math" panose="02040503050406030204" pitchFamily="18" charset="0"/>
                          </a:rPr>
                          <m:t>𝑖</m:t>
                        </m:r>
                      </m:sub>
                    </m:sSub>
                  </m:oMath>
                </a14:m>
                <a:r>
                  <a:rPr lang="en-IN" sz="2000" dirty="0"/>
                  <a:t> = mass fraction of A in each sample</a:t>
                </a:r>
              </a:p>
              <a:p>
                <a14:m>
                  <m:oMath xmlns:m="http://schemas.openxmlformats.org/officeDocument/2006/math">
                    <m:acc>
                      <m:accPr>
                        <m:chr m:val="̅"/>
                        <m:ctrlPr>
                          <a:rPr lang="en-IN" sz="2000" i="1" smtClean="0">
                            <a:latin typeface="Cambria Math" panose="02040503050406030204" pitchFamily="18" charset="0"/>
                          </a:rPr>
                        </m:ctrlPr>
                      </m:accPr>
                      <m:e>
                        <m:r>
                          <a:rPr lang="en-IN" sz="2000" b="0" i="1" smtClean="0">
                            <a:latin typeface="Cambria Math" panose="02040503050406030204" pitchFamily="18" charset="0"/>
                          </a:rPr>
                          <m:t>𝑥</m:t>
                        </m:r>
                      </m:e>
                    </m:acc>
                  </m:oMath>
                </a14:m>
                <a:r>
                  <a:rPr lang="en-IN" sz="2000" dirty="0"/>
                  <a:t> = average value of mass fractions</a:t>
                </a:r>
              </a:p>
              <a:p>
                <a:r>
                  <a:rPr lang="en-IN" sz="2000" dirty="0"/>
                  <a:t>N =  Number of spot samples</a:t>
                </a:r>
              </a:p>
            </p:txBody>
          </p:sp>
        </mc:Choice>
        <mc:Fallback xmlns="">
          <p:sp>
            <p:nvSpPr>
              <p:cNvPr id="8" name="TextBox 7"/>
              <p:cNvSpPr txBox="1">
                <a:spLocks noRot="1" noChangeAspect="1" noMove="1" noResize="1" noEditPoints="1" noAdjustHandles="1" noChangeArrowheads="1" noChangeShapeType="1" noTextEdit="1"/>
              </p:cNvSpPr>
              <p:nvPr/>
            </p:nvSpPr>
            <p:spPr>
              <a:xfrm>
                <a:off x="7674749" y="1903422"/>
                <a:ext cx="4135748" cy="1015663"/>
              </a:xfrm>
              <a:prstGeom prst="rect">
                <a:avLst/>
              </a:prstGeom>
              <a:blipFill>
                <a:blip r:embed="rId4"/>
                <a:stretch>
                  <a:fillRect l="-1622" t="-2994" r="-737" b="-9581"/>
                </a:stretch>
              </a:blipFill>
            </p:spPr>
            <p:txBody>
              <a:bodyPr/>
              <a:lstStyle/>
              <a:p>
                <a:r>
                  <a:rPr lang="en-IN">
                    <a:noFill/>
                  </a:rPr>
                  <a:t> </a:t>
                </a:r>
              </a:p>
            </p:txBody>
          </p:sp>
        </mc:Fallback>
      </mc:AlternateContent>
    </p:spTree>
    <p:extLst>
      <p:ext uri="{BB962C8B-B14F-4D97-AF65-F5344CB8AC3E}">
        <p14:creationId xmlns:p14="http://schemas.microsoft.com/office/powerpoint/2010/main" val="2288391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1"/>
          </p:nvPr>
        </p:nvSpPr>
        <p:spPr/>
        <p:txBody>
          <a:bodyPr/>
          <a:lstStyle/>
          <a:p>
            <a:fld id="{4719BF2F-1E24-44D4-9817-06255A77696D}" type="datetime1">
              <a:rPr lang="en-IN" smtClean="0"/>
              <a:t>14-08-2025</a:t>
            </a:fld>
            <a:endParaRPr lang="en-IN"/>
          </a:p>
        </p:txBody>
      </p:sp>
      <p:sp>
        <p:nvSpPr>
          <p:cNvPr id="3" name="Footer Placeholder 2"/>
          <p:cNvSpPr>
            <a:spLocks noGrp="1"/>
          </p:cNvSpPr>
          <p:nvPr>
            <p:ph type="ftr" sz="quarter" idx="12"/>
          </p:nvPr>
        </p:nvSpPr>
        <p:spPr/>
        <p:txBody>
          <a:bodyPr/>
          <a:lstStyle/>
          <a:p>
            <a:r>
              <a:rPr lang="en-US"/>
              <a:t>SEPARATION PROCESSES-II</a:t>
            </a:r>
            <a:endParaRPr lang="en-IN"/>
          </a:p>
        </p:txBody>
      </p:sp>
      <p:sp>
        <p:nvSpPr>
          <p:cNvPr id="4" name="Slide Number Placeholder 3"/>
          <p:cNvSpPr>
            <a:spLocks noGrp="1"/>
          </p:cNvSpPr>
          <p:nvPr>
            <p:ph type="sldNum" sz="quarter" idx="13"/>
          </p:nvPr>
        </p:nvSpPr>
        <p:spPr/>
        <p:txBody>
          <a:bodyPr/>
          <a:lstStyle/>
          <a:p>
            <a:fld id="{957D5EAD-A97B-4969-AF6A-47A86C2666CF}" type="slidenum">
              <a:rPr lang="en-IN" smtClean="0"/>
              <a:t>19</a:t>
            </a:fld>
            <a:endParaRPr lang="en-IN"/>
          </a:p>
        </p:txBody>
      </p:sp>
      <p:sp>
        <p:nvSpPr>
          <p:cNvPr id="5" name="Content Placeholder 4"/>
          <p:cNvSpPr>
            <a:spLocks noGrp="1"/>
          </p:cNvSpPr>
          <p:nvPr>
            <p:ph sz="quarter" idx="4294967295"/>
          </p:nvPr>
        </p:nvSpPr>
        <p:spPr>
          <a:xfrm>
            <a:off x="562684" y="1147673"/>
            <a:ext cx="10972800" cy="4876800"/>
          </a:xfrm>
        </p:spPr>
        <p:txBody>
          <a:bodyPr>
            <a:normAutofit/>
          </a:bodyPr>
          <a:lstStyle/>
          <a:p>
            <a:r>
              <a:rPr lang="en-US" sz="2800" dirty="0"/>
              <a:t>A silty soil containing 14 percent moisture was mixed in a large muller mixer with 10 </a:t>
            </a:r>
            <a:r>
              <a:rPr lang="en-US" sz="2800" dirty="0" err="1"/>
              <a:t>wt</a:t>
            </a:r>
            <a:r>
              <a:rPr lang="en-US" sz="2800" dirty="0"/>
              <a:t>% of a tracer consisting of dextrose and picric acid. After 3 min of mixing, 12 random samples were taken from the mix and analyzed calorimetrically for tracer material. The measured concentrations in the sample were in weight percent tracer, 10.24, 9.30, 7.94, 10.24, 11.08, 10.03, 11.91, 9.72, 9.20, 10.76, 10.97, 10.55. </a:t>
            </a:r>
          </a:p>
          <a:p>
            <a:r>
              <a:rPr lang="en-US" sz="2800" b="1" dirty="0">
                <a:solidFill>
                  <a:srgbClr val="FF0000"/>
                </a:solidFill>
              </a:rPr>
              <a:t>Calculate the mixing index </a:t>
            </a:r>
            <a:r>
              <a:rPr lang="en-US" sz="2800" b="1" i="1" dirty="0">
                <a:solidFill>
                  <a:srgbClr val="FF0000"/>
                </a:solidFill>
              </a:rPr>
              <a:t>I</a:t>
            </a:r>
            <a:r>
              <a:rPr lang="en-US" sz="2800" b="1" i="1" baseline="-25000" dirty="0">
                <a:solidFill>
                  <a:srgbClr val="FF0000"/>
                </a:solidFill>
              </a:rPr>
              <a:t>P</a:t>
            </a:r>
            <a:r>
              <a:rPr lang="en-US" sz="2800" b="1" i="1" dirty="0">
                <a:solidFill>
                  <a:srgbClr val="FF0000"/>
                </a:solidFill>
              </a:rPr>
              <a:t> </a:t>
            </a:r>
            <a:r>
              <a:rPr lang="en-US" sz="2800" b="1" dirty="0">
                <a:solidFill>
                  <a:srgbClr val="FF0000"/>
                </a:solidFill>
              </a:rPr>
              <a:t>and the standard deviation.</a:t>
            </a:r>
            <a:endParaRPr lang="en-IN" sz="2800" b="1" dirty="0">
              <a:solidFill>
                <a:srgbClr val="FF0000"/>
              </a:solidFill>
            </a:endParaRPr>
          </a:p>
        </p:txBody>
      </p:sp>
      <p:sp>
        <p:nvSpPr>
          <p:cNvPr id="6" name="Title 5"/>
          <p:cNvSpPr>
            <a:spLocks noGrp="1"/>
          </p:cNvSpPr>
          <p:nvPr>
            <p:ph type="title"/>
          </p:nvPr>
        </p:nvSpPr>
        <p:spPr/>
        <p:txBody>
          <a:bodyPr/>
          <a:lstStyle/>
          <a:p>
            <a:r>
              <a:rPr lang="en-IN" dirty="0"/>
              <a:t>Problem 1</a:t>
            </a:r>
          </a:p>
        </p:txBody>
      </p:sp>
    </p:spTree>
    <p:extLst>
      <p:ext uri="{BB962C8B-B14F-4D97-AF65-F5344CB8AC3E}">
        <p14:creationId xmlns:p14="http://schemas.microsoft.com/office/powerpoint/2010/main" val="2538566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B60DBF-2453-4592-B561-2F3748042A34}"/>
              </a:ext>
            </a:extLst>
          </p:cNvPr>
          <p:cNvSpPr>
            <a:spLocks noGrp="1"/>
          </p:cNvSpPr>
          <p:nvPr>
            <p:ph sz="half" idx="1"/>
          </p:nvPr>
        </p:nvSpPr>
        <p:spPr>
          <a:xfrm>
            <a:off x="609600" y="1600203"/>
            <a:ext cx="11179946" cy="4525963"/>
          </a:xfrm>
        </p:spPr>
        <p:txBody>
          <a:bodyPr>
            <a:normAutofit/>
          </a:bodyPr>
          <a:lstStyle/>
          <a:p>
            <a:pPr algn="just">
              <a:buFont typeface="Arial" panose="020B0604020202020204" pitchFamily="34" charset="0"/>
              <a:buChar char="•"/>
            </a:pPr>
            <a:r>
              <a:rPr lang="en-US" sz="3200" dirty="0">
                <a:solidFill>
                  <a:srgbClr val="000000"/>
                </a:solidFill>
                <a:latin typeface="Arial" panose="020B0604020202020204" pitchFamily="34" charset="0"/>
              </a:rPr>
              <a:t>Smith, J., </a:t>
            </a:r>
            <a:r>
              <a:rPr lang="en-US" sz="3200" dirty="0" err="1">
                <a:solidFill>
                  <a:srgbClr val="000000"/>
                </a:solidFill>
                <a:latin typeface="Arial" panose="020B0604020202020204" pitchFamily="34" charset="0"/>
              </a:rPr>
              <a:t>Harriott</a:t>
            </a:r>
            <a:r>
              <a:rPr lang="en-US" sz="3200" dirty="0">
                <a:solidFill>
                  <a:srgbClr val="000000"/>
                </a:solidFill>
                <a:latin typeface="Arial" panose="020B0604020202020204" pitchFamily="34" charset="0"/>
              </a:rPr>
              <a:t>, P., McCabe, W. (2005). Unit Operations of Chemical Engineering. Colombia: McGraw-Hill Education.</a:t>
            </a:r>
          </a:p>
          <a:p>
            <a:pPr algn="just">
              <a:buFont typeface="Arial" panose="020B0604020202020204" pitchFamily="34" charset="0"/>
              <a:buChar char="•"/>
            </a:pPr>
            <a:r>
              <a:rPr lang="en-US" sz="3200" dirty="0">
                <a:solidFill>
                  <a:srgbClr val="000000"/>
                </a:solidFill>
                <a:latin typeface="Arial" panose="020B0604020202020204" pitchFamily="34" charset="0"/>
              </a:rPr>
              <a:t>Swain, A. K., Patra, H., &amp; Roy, G. K. (2011). Mechanical operations. Tata McGraw Hill.</a:t>
            </a:r>
            <a:endParaRPr lang="en-US" sz="44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2C34EFE7-AC8A-4AAC-998D-7C6A10089D75}"/>
              </a:ext>
            </a:extLst>
          </p:cNvPr>
          <p:cNvSpPr>
            <a:spLocks noGrp="1"/>
          </p:cNvSpPr>
          <p:nvPr>
            <p:ph sz="quarter" idx="10"/>
          </p:nvPr>
        </p:nvSpPr>
        <p:spPr/>
        <p:txBody>
          <a:bodyPr/>
          <a:lstStyle/>
          <a:p>
            <a:r>
              <a:rPr lang="en-US" dirty="0"/>
              <a:t>References</a:t>
            </a:r>
          </a:p>
        </p:txBody>
      </p:sp>
    </p:spTree>
    <p:extLst>
      <p:ext uri="{BB962C8B-B14F-4D97-AF65-F5344CB8AC3E}">
        <p14:creationId xmlns:p14="http://schemas.microsoft.com/office/powerpoint/2010/main" val="68351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ITS-Onlin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709D214E-960E-4D68-B7CB-6AB012D71534}" vid="{1D5525B8-28E5-4723-AE4D-CCF0534A7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2196</TotalTime>
  <Words>1036</Words>
  <Application>Microsoft Office PowerPoint</Application>
  <PresentationFormat>Widescreen</PresentationFormat>
  <Paragraphs>180</Paragraphs>
  <Slides>20</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Cambria Math</vt:lpstr>
      <vt:lpstr>Times New Roman</vt:lpstr>
      <vt:lpstr>Wingdings</vt:lpstr>
      <vt:lpstr>BITS-Online</vt:lpstr>
      <vt:lpstr>Module 1:  Properties and Handling of Particulate Solids (Chapter 28) Lecture 4 </vt:lpstr>
      <vt:lpstr>Summary of Average Particle Sizes</vt:lpstr>
      <vt:lpstr>PowerPoint Presentation</vt:lpstr>
      <vt:lpstr>PROPERTIES OF PARTICULATE MASSES</vt:lpstr>
      <vt:lpstr>PROPERTIES OF PARTICULATE MASSES</vt:lpstr>
      <vt:lpstr>PROPERTIES OF PARTICULATE MASSES</vt:lpstr>
      <vt:lpstr>PROPERTIES OF PARTICULATE MASSES</vt:lpstr>
      <vt:lpstr>Storage and Conveying of Solids</vt:lpstr>
      <vt:lpstr>Storage and Conveying of Solids</vt:lpstr>
      <vt:lpstr>Storage and Conveying of Solids</vt:lpstr>
      <vt:lpstr>Storage and Conveying of Solids</vt:lpstr>
      <vt:lpstr>Conveying System</vt:lpstr>
      <vt:lpstr>Conveyors</vt:lpstr>
      <vt:lpstr>Mixing of Solids</vt:lpstr>
      <vt:lpstr>Mixing of Solids</vt:lpstr>
      <vt:lpstr>Mixing of Solids: granular non cohesive solids</vt:lpstr>
      <vt:lpstr>Mixing of Solids: granular non cohesive solids</vt:lpstr>
      <vt:lpstr>Mixing of Solids: cohesive solids</vt:lpstr>
      <vt:lpstr>Problem 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28   Properties and Handling of Particulate Solids</dc:title>
  <dc:creator>Bhanu Vardhan Reddy  K</dc:creator>
  <cp:lastModifiedBy>Somak Chatterjee</cp:lastModifiedBy>
  <cp:revision>89</cp:revision>
  <dcterms:created xsi:type="dcterms:W3CDTF">2020-08-19T16:41:20Z</dcterms:created>
  <dcterms:modified xsi:type="dcterms:W3CDTF">2025-08-14T06:25:42Z</dcterms:modified>
</cp:coreProperties>
</file>