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23"/>
  </p:notesMasterIdLst>
  <p:handoutMasterIdLst>
    <p:handoutMasterId r:id="rId24"/>
  </p:handoutMasterIdLst>
  <p:sldIdLst>
    <p:sldId id="257" r:id="rId2"/>
    <p:sldId id="355" r:id="rId3"/>
    <p:sldId id="402" r:id="rId4"/>
    <p:sldId id="356" r:id="rId5"/>
    <p:sldId id="409" r:id="rId6"/>
    <p:sldId id="403" r:id="rId7"/>
    <p:sldId id="427" r:id="rId8"/>
    <p:sldId id="404" r:id="rId9"/>
    <p:sldId id="434" r:id="rId10"/>
    <p:sldId id="435" r:id="rId11"/>
    <p:sldId id="436" r:id="rId12"/>
    <p:sldId id="401" r:id="rId13"/>
    <p:sldId id="431" r:id="rId14"/>
    <p:sldId id="432" r:id="rId15"/>
    <p:sldId id="433" r:id="rId16"/>
    <p:sldId id="437" r:id="rId17"/>
    <p:sldId id="425" r:id="rId18"/>
    <p:sldId id="438" r:id="rId19"/>
    <p:sldId id="406" r:id="rId20"/>
    <p:sldId id="395" r:id="rId21"/>
    <p:sldId id="300" r:id="rId2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hanu Vardhan Reddy  K" initials="BVRK" lastIdx="1" clrIdx="0">
    <p:extLst>
      <p:ext uri="{19B8F6BF-5375-455C-9EA6-DF929625EA0E}">
        <p15:presenceInfo xmlns:p15="http://schemas.microsoft.com/office/powerpoint/2012/main" userId="S::bhanu.vardhan@pilani.bits-pilani.ac.in::483e4f9e-8dd7-40f0-a51f-cc6aa4d414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D9F9C8-A9F6-4A75-8C81-F72939731F33}" v="11" dt="2022-09-13T16:06:00.538"/>
    <p1510:client id="{7DAA3278-A655-4A28-8185-EE6608691EEF}" v="7" dt="2022-09-13T08:20:50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4619"/>
  </p:normalViewPr>
  <p:slideViewPr>
    <p:cSldViewPr snapToGrid="0">
      <p:cViewPr varScale="1">
        <p:scale>
          <a:sx n="98" d="100"/>
          <a:sy n="98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Chatterjee" userId="e6d5a15b-8109-4a04-ba46-d7e9f6fc31a9" providerId="ADAL" clId="{7DAA3278-A655-4A28-8185-EE6608691EEF}"/>
    <pc:docChg chg="custSel addSld delSld modSld">
      <pc:chgData name="Somak Chatterjee" userId="e6d5a15b-8109-4a04-ba46-d7e9f6fc31a9" providerId="ADAL" clId="{7DAA3278-A655-4A28-8185-EE6608691EEF}" dt="2022-09-13T10:33:21.618" v="23" actId="2696"/>
      <pc:docMkLst>
        <pc:docMk/>
      </pc:docMkLst>
      <pc:sldChg chg="del">
        <pc:chgData name="Somak Chatterjee" userId="e6d5a15b-8109-4a04-ba46-d7e9f6fc31a9" providerId="ADAL" clId="{7DAA3278-A655-4A28-8185-EE6608691EEF}" dt="2022-09-13T10:33:21.618" v="23" actId="2696"/>
        <pc:sldMkLst>
          <pc:docMk/>
          <pc:sldMk cId="3077862164" sldId="359"/>
        </pc:sldMkLst>
      </pc:sldChg>
      <pc:sldChg chg="add del">
        <pc:chgData name="Somak Chatterjee" userId="e6d5a15b-8109-4a04-ba46-d7e9f6fc31a9" providerId="ADAL" clId="{7DAA3278-A655-4A28-8185-EE6608691EEF}" dt="2022-09-13T08:18:09.943" v="1"/>
        <pc:sldMkLst>
          <pc:docMk/>
          <pc:sldMk cId="3231924244" sldId="361"/>
        </pc:sldMkLst>
      </pc:sldChg>
      <pc:sldChg chg="del">
        <pc:chgData name="Somak Chatterjee" userId="e6d5a15b-8109-4a04-ba46-d7e9f6fc31a9" providerId="ADAL" clId="{7DAA3278-A655-4A28-8185-EE6608691EEF}" dt="2022-09-13T10:32:17.779" v="22" actId="2696"/>
        <pc:sldMkLst>
          <pc:docMk/>
          <pc:sldMk cId="1694873220" sldId="362"/>
        </pc:sldMkLst>
      </pc:sldChg>
      <pc:sldChg chg="add del">
        <pc:chgData name="Somak Chatterjee" userId="e6d5a15b-8109-4a04-ba46-d7e9f6fc31a9" providerId="ADAL" clId="{7DAA3278-A655-4A28-8185-EE6608691EEF}" dt="2022-09-13T08:18:09.943" v="1"/>
        <pc:sldMkLst>
          <pc:docMk/>
          <pc:sldMk cId="551883234" sldId="397"/>
        </pc:sldMkLst>
      </pc:sldChg>
      <pc:sldChg chg="add del">
        <pc:chgData name="Somak Chatterjee" userId="e6d5a15b-8109-4a04-ba46-d7e9f6fc31a9" providerId="ADAL" clId="{7DAA3278-A655-4A28-8185-EE6608691EEF}" dt="2022-09-13T08:18:09.943" v="1"/>
        <pc:sldMkLst>
          <pc:docMk/>
          <pc:sldMk cId="2579082508" sldId="398"/>
        </pc:sldMkLst>
      </pc:sldChg>
      <pc:sldChg chg="del">
        <pc:chgData name="Somak Chatterjee" userId="e6d5a15b-8109-4a04-ba46-d7e9f6fc31a9" providerId="ADAL" clId="{7DAA3278-A655-4A28-8185-EE6608691EEF}" dt="2022-09-13T08:19:06.366" v="5" actId="47"/>
        <pc:sldMkLst>
          <pc:docMk/>
          <pc:sldMk cId="1474213343" sldId="399"/>
        </pc:sldMkLst>
      </pc:sldChg>
      <pc:sldChg chg="del">
        <pc:chgData name="Somak Chatterjee" userId="e6d5a15b-8109-4a04-ba46-d7e9f6fc31a9" providerId="ADAL" clId="{7DAA3278-A655-4A28-8185-EE6608691EEF}" dt="2022-09-13T08:18:34.969" v="3" actId="47"/>
        <pc:sldMkLst>
          <pc:docMk/>
          <pc:sldMk cId="2108821659" sldId="400"/>
        </pc:sldMkLst>
      </pc:sldChg>
      <pc:sldChg chg="add">
        <pc:chgData name="Somak Chatterjee" userId="e6d5a15b-8109-4a04-ba46-d7e9f6fc31a9" providerId="ADAL" clId="{7DAA3278-A655-4A28-8185-EE6608691EEF}" dt="2022-09-13T08:18:31.760" v="2"/>
        <pc:sldMkLst>
          <pc:docMk/>
          <pc:sldMk cId="1356203615" sldId="425"/>
        </pc:sldMkLst>
      </pc:sldChg>
      <pc:sldChg chg="add">
        <pc:chgData name="Somak Chatterjee" userId="e6d5a15b-8109-4a04-ba46-d7e9f6fc31a9" providerId="ADAL" clId="{7DAA3278-A655-4A28-8185-EE6608691EEF}" dt="2022-09-13T08:19:03.882" v="4"/>
        <pc:sldMkLst>
          <pc:docMk/>
          <pc:sldMk cId="479865987" sldId="426"/>
        </pc:sldMkLst>
      </pc:sldChg>
      <pc:sldChg chg="addSp delSp modSp new del mod">
        <pc:chgData name="Somak Chatterjee" userId="e6d5a15b-8109-4a04-ba46-d7e9f6fc31a9" providerId="ADAL" clId="{7DAA3278-A655-4A28-8185-EE6608691EEF}" dt="2022-09-13T08:20:02.705" v="13" actId="47"/>
        <pc:sldMkLst>
          <pc:docMk/>
          <pc:sldMk cId="3928728213" sldId="427"/>
        </pc:sldMkLst>
        <pc:spChg chg="del">
          <ac:chgData name="Somak Chatterjee" userId="e6d5a15b-8109-4a04-ba46-d7e9f6fc31a9" providerId="ADAL" clId="{7DAA3278-A655-4A28-8185-EE6608691EEF}" dt="2022-09-13T08:19:47.878" v="9" actId="478"/>
          <ac:spMkLst>
            <pc:docMk/>
            <pc:sldMk cId="3928728213" sldId="427"/>
            <ac:spMk id="5" creationId="{619F7D2D-17FB-4FC8-1D8F-20C6933CEC86}"/>
          </ac:spMkLst>
        </pc:spChg>
        <pc:spChg chg="del">
          <ac:chgData name="Somak Chatterjee" userId="e6d5a15b-8109-4a04-ba46-d7e9f6fc31a9" providerId="ADAL" clId="{7DAA3278-A655-4A28-8185-EE6608691EEF}" dt="2022-09-13T08:19:43.750" v="7" actId="478"/>
          <ac:spMkLst>
            <pc:docMk/>
            <pc:sldMk cId="3928728213" sldId="427"/>
            <ac:spMk id="6" creationId="{95043158-0C59-DE2F-2322-1A4CB3202691}"/>
          </ac:spMkLst>
        </pc:spChg>
        <pc:spChg chg="add del mod">
          <ac:chgData name="Somak Chatterjee" userId="e6d5a15b-8109-4a04-ba46-d7e9f6fc31a9" providerId="ADAL" clId="{7DAA3278-A655-4A28-8185-EE6608691EEF}" dt="2022-09-13T08:20:00.422" v="12"/>
          <ac:spMkLst>
            <pc:docMk/>
            <pc:sldMk cId="3928728213" sldId="427"/>
            <ac:spMk id="8" creationId="{CDF7A52D-C16D-4AA7-C73F-4B2D5720D324}"/>
          </ac:spMkLst>
        </pc:spChg>
        <pc:inkChg chg="add mod">
          <ac:chgData name="Somak Chatterjee" userId="e6d5a15b-8109-4a04-ba46-d7e9f6fc31a9" providerId="ADAL" clId="{7DAA3278-A655-4A28-8185-EE6608691EEF}" dt="2022-09-13T08:19:52.537" v="10" actId="1076"/>
          <ac:inkMkLst>
            <pc:docMk/>
            <pc:sldMk cId="3928728213" sldId="427"/>
            <ac:inkMk id="7" creationId="{0B60A52C-F41F-9747-3379-3DA208CD5134}"/>
          </ac:inkMkLst>
        </pc:inkChg>
      </pc:sldChg>
      <pc:sldChg chg="modSp add del mod">
        <pc:chgData name="Somak Chatterjee" userId="e6d5a15b-8109-4a04-ba46-d7e9f6fc31a9" providerId="ADAL" clId="{7DAA3278-A655-4A28-8185-EE6608691EEF}" dt="2022-09-13T10:33:21.618" v="23" actId="2696"/>
        <pc:sldMkLst>
          <pc:docMk/>
          <pc:sldMk cId="2919129717" sldId="435"/>
        </pc:sldMkLst>
        <pc:spChg chg="mod">
          <ac:chgData name="Somak Chatterjee" userId="e6d5a15b-8109-4a04-ba46-d7e9f6fc31a9" providerId="ADAL" clId="{7DAA3278-A655-4A28-8185-EE6608691EEF}" dt="2022-09-13T08:21:05.565" v="21" actId="20577"/>
          <ac:spMkLst>
            <pc:docMk/>
            <pc:sldMk cId="2919129717" sldId="435"/>
            <ac:spMk id="5" creationId="{597AF8AA-706E-AE4C-8ECF-53122E7EA322}"/>
          </ac:spMkLst>
        </pc:spChg>
      </pc:sldChg>
    </pc:docChg>
  </pc:docChgLst>
  <pc:docChgLst>
    <pc:chgData name="Somak Chatterjee" userId="e6d5a15b-8109-4a04-ba46-d7e9f6fc31a9" providerId="ADAL" clId="{7AD9F9C8-A9F6-4A75-8C81-F72939731F33}"/>
    <pc:docChg chg="undo custSel addSld delSld modSld">
      <pc:chgData name="Somak Chatterjee" userId="e6d5a15b-8109-4a04-ba46-d7e9f6fc31a9" providerId="ADAL" clId="{7AD9F9C8-A9F6-4A75-8C81-F72939731F33}" dt="2022-09-13T16:06:00.538" v="110" actId="20577"/>
      <pc:docMkLst>
        <pc:docMk/>
      </pc:docMkLst>
      <pc:sldChg chg="modSp add del mod">
        <pc:chgData name="Somak Chatterjee" userId="e6d5a15b-8109-4a04-ba46-d7e9f6fc31a9" providerId="ADAL" clId="{7AD9F9C8-A9F6-4A75-8C81-F72939731F33}" dt="2022-09-04T18:59:25.368" v="7" actId="20577"/>
        <pc:sldMkLst>
          <pc:docMk/>
          <pc:sldMk cId="3817445897" sldId="257"/>
        </pc:sldMkLst>
        <pc:spChg chg="mod">
          <ac:chgData name="Somak Chatterjee" userId="e6d5a15b-8109-4a04-ba46-d7e9f6fc31a9" providerId="ADAL" clId="{7AD9F9C8-A9F6-4A75-8C81-F72939731F33}" dt="2022-09-04T18:59:25.368" v="7" actId="20577"/>
          <ac:spMkLst>
            <pc:docMk/>
            <pc:sldMk cId="3817445897" sldId="257"/>
            <ac:spMk id="7" creationId="{00000000-0000-0000-0000-000000000000}"/>
          </ac:spMkLst>
        </pc:spChg>
      </pc:sldChg>
      <pc:sldChg chg="add">
        <pc:chgData name="Somak Chatterjee" userId="e6d5a15b-8109-4a04-ba46-d7e9f6fc31a9" providerId="ADAL" clId="{7AD9F9C8-A9F6-4A75-8C81-F72939731F33}" dt="2022-09-04T19:01:00.226" v="52"/>
        <pc:sldMkLst>
          <pc:docMk/>
          <pc:sldMk cId="683512075" sldId="300"/>
        </pc:sldMkLst>
      </pc:sldChg>
      <pc:sldChg chg="modSp mod modAnim">
        <pc:chgData name="Somak Chatterjee" userId="e6d5a15b-8109-4a04-ba46-d7e9f6fc31a9" providerId="ADAL" clId="{7AD9F9C8-A9F6-4A75-8C81-F72939731F33}" dt="2022-09-13T14:24:05.139" v="65" actId="1076"/>
        <pc:sldMkLst>
          <pc:docMk/>
          <pc:sldMk cId="1570454223" sldId="355"/>
        </pc:sldMkLst>
        <pc:spChg chg="mod">
          <ac:chgData name="Somak Chatterjee" userId="e6d5a15b-8109-4a04-ba46-d7e9f6fc31a9" providerId="ADAL" clId="{7AD9F9C8-A9F6-4A75-8C81-F72939731F33}" dt="2022-09-13T14:24:05.139" v="65" actId="1076"/>
          <ac:spMkLst>
            <pc:docMk/>
            <pc:sldMk cId="1570454223" sldId="355"/>
            <ac:spMk id="5" creationId="{00000000-0000-0000-0000-000000000000}"/>
          </ac:spMkLst>
        </pc:spChg>
      </pc:sldChg>
      <pc:sldChg chg="modSp mod modShow">
        <pc:chgData name="Somak Chatterjee" userId="e6d5a15b-8109-4a04-ba46-d7e9f6fc31a9" providerId="ADAL" clId="{7AD9F9C8-A9F6-4A75-8C81-F72939731F33}" dt="2022-09-04T19:00:19.966" v="51" actId="20577"/>
        <pc:sldMkLst>
          <pc:docMk/>
          <pc:sldMk cId="3077862164" sldId="359"/>
        </pc:sldMkLst>
        <pc:spChg chg="mod">
          <ac:chgData name="Somak Chatterjee" userId="e6d5a15b-8109-4a04-ba46-d7e9f6fc31a9" providerId="ADAL" clId="{7AD9F9C8-A9F6-4A75-8C81-F72939731F33}" dt="2022-09-04T19:00:19.966" v="51" actId="20577"/>
          <ac:spMkLst>
            <pc:docMk/>
            <pc:sldMk cId="3077862164" sldId="359"/>
            <ac:spMk id="6" creationId="{00000000-0000-0000-0000-000000000000}"/>
          </ac:spMkLst>
        </pc:spChg>
      </pc:sldChg>
      <pc:sldChg chg="modSp">
        <pc:chgData name="Somak Chatterjee" userId="e6d5a15b-8109-4a04-ba46-d7e9f6fc31a9" providerId="ADAL" clId="{7AD9F9C8-A9F6-4A75-8C81-F72939731F33}" dt="2022-09-13T15:03:22.846" v="100"/>
        <pc:sldMkLst>
          <pc:docMk/>
          <pc:sldMk cId="3647249918" sldId="360"/>
        </pc:sldMkLst>
        <pc:spChg chg="mod">
          <ac:chgData name="Somak Chatterjee" userId="e6d5a15b-8109-4a04-ba46-d7e9f6fc31a9" providerId="ADAL" clId="{7AD9F9C8-A9F6-4A75-8C81-F72939731F33}" dt="2022-09-13T15:03:22.846" v="100"/>
          <ac:spMkLst>
            <pc:docMk/>
            <pc:sldMk cId="3647249918" sldId="360"/>
            <ac:spMk id="5" creationId="{00000000-0000-0000-0000-000000000000}"/>
          </ac:spMkLst>
        </pc:spChg>
      </pc:sldChg>
      <pc:sldChg chg="mod modShow">
        <pc:chgData name="Somak Chatterjee" userId="e6d5a15b-8109-4a04-ba46-d7e9f6fc31a9" providerId="ADAL" clId="{7AD9F9C8-A9F6-4A75-8C81-F72939731F33}" dt="2022-08-22T19:19:57.420" v="5" actId="729"/>
        <pc:sldMkLst>
          <pc:docMk/>
          <pc:sldMk cId="1694873220" sldId="362"/>
        </pc:sldMkLst>
      </pc:sldChg>
      <pc:sldChg chg="del">
        <pc:chgData name="Somak Chatterjee" userId="e6d5a15b-8109-4a04-ba46-d7e9f6fc31a9" providerId="ADAL" clId="{7AD9F9C8-A9F6-4A75-8C81-F72939731F33}" dt="2022-09-04T18:59:17.979" v="6" actId="47"/>
        <pc:sldMkLst>
          <pc:docMk/>
          <pc:sldMk cId="1407205546" sldId="394"/>
        </pc:sldMkLst>
      </pc:sldChg>
      <pc:sldChg chg="modSp mod modShow">
        <pc:chgData name="Somak Chatterjee" userId="e6d5a15b-8109-4a04-ba46-d7e9f6fc31a9" providerId="ADAL" clId="{7AD9F9C8-A9F6-4A75-8C81-F72939731F33}" dt="2022-09-13T16:06:00.538" v="110" actId="20577"/>
        <pc:sldMkLst>
          <pc:docMk/>
          <pc:sldMk cId="4269683262" sldId="395"/>
        </pc:sldMkLst>
        <pc:spChg chg="mod">
          <ac:chgData name="Somak Chatterjee" userId="e6d5a15b-8109-4a04-ba46-d7e9f6fc31a9" providerId="ADAL" clId="{7AD9F9C8-A9F6-4A75-8C81-F72939731F33}" dt="2022-09-04T19:00:03.572" v="32" actId="20577"/>
          <ac:spMkLst>
            <pc:docMk/>
            <pc:sldMk cId="4269683262" sldId="395"/>
            <ac:spMk id="5" creationId="{F880D94B-83BD-4C40-896B-F6738F203D12}"/>
          </ac:spMkLst>
        </pc:spChg>
        <pc:spChg chg="mod">
          <ac:chgData name="Somak Chatterjee" userId="e6d5a15b-8109-4a04-ba46-d7e9f6fc31a9" providerId="ADAL" clId="{7AD9F9C8-A9F6-4A75-8C81-F72939731F33}" dt="2022-09-13T16:06:00.538" v="110" actId="20577"/>
          <ac:spMkLst>
            <pc:docMk/>
            <pc:sldMk cId="4269683262" sldId="395"/>
            <ac:spMk id="6" creationId="{5AD5122B-5C2E-47CE-A249-7B0648CAF724}"/>
          </ac:spMkLst>
        </pc:spChg>
      </pc:sldChg>
      <pc:sldChg chg="mod modShow">
        <pc:chgData name="Somak Chatterjee" userId="e6d5a15b-8109-4a04-ba46-d7e9f6fc31a9" providerId="ADAL" clId="{7AD9F9C8-A9F6-4A75-8C81-F72939731F33}" dt="2022-08-22T19:19:57.420" v="5" actId="729"/>
        <pc:sldMkLst>
          <pc:docMk/>
          <pc:sldMk cId="1474213343" sldId="399"/>
        </pc:sldMkLst>
      </pc:sldChg>
      <pc:sldChg chg="add del">
        <pc:chgData name="Somak Chatterjee" userId="e6d5a15b-8109-4a04-ba46-d7e9f6fc31a9" providerId="ADAL" clId="{7AD9F9C8-A9F6-4A75-8C81-F72939731F33}" dt="2022-09-13T15:59:09.145" v="107" actId="2696"/>
        <pc:sldMkLst>
          <pc:docMk/>
          <pc:sldMk cId="50444955" sldId="401"/>
        </pc:sldMkLst>
      </pc:sldChg>
      <pc:sldChg chg="add del">
        <pc:chgData name="Somak Chatterjee" userId="e6d5a15b-8109-4a04-ba46-d7e9f6fc31a9" providerId="ADAL" clId="{7AD9F9C8-A9F6-4A75-8C81-F72939731F33}" dt="2022-09-13T15:58:57.309" v="105"/>
        <pc:sldMkLst>
          <pc:docMk/>
          <pc:sldMk cId="373678514" sldId="401"/>
        </pc:sldMkLst>
      </pc:sldChg>
      <pc:sldChg chg="add">
        <pc:chgData name="Somak Chatterjee" userId="e6d5a15b-8109-4a04-ba46-d7e9f6fc31a9" providerId="ADAL" clId="{7AD9F9C8-A9F6-4A75-8C81-F72939731F33}" dt="2022-09-13T15:59:14.314" v="108"/>
        <pc:sldMkLst>
          <pc:docMk/>
          <pc:sldMk cId="1944921850" sldId="401"/>
        </pc:sldMkLst>
      </pc:sldChg>
      <pc:sldChg chg="modSp mod">
        <pc:chgData name="Somak Chatterjee" userId="e6d5a15b-8109-4a04-ba46-d7e9f6fc31a9" providerId="ADAL" clId="{7AD9F9C8-A9F6-4A75-8C81-F72939731F33}" dt="2022-09-13T14:25:13.734" v="92" actId="14100"/>
        <pc:sldMkLst>
          <pc:docMk/>
          <pc:sldMk cId="1998463165" sldId="402"/>
        </pc:sldMkLst>
        <pc:spChg chg="mod">
          <ac:chgData name="Somak Chatterjee" userId="e6d5a15b-8109-4a04-ba46-d7e9f6fc31a9" providerId="ADAL" clId="{7AD9F9C8-A9F6-4A75-8C81-F72939731F33}" dt="2022-09-13T14:25:13.734" v="92" actId="14100"/>
          <ac:spMkLst>
            <pc:docMk/>
            <pc:sldMk cId="1998463165" sldId="402"/>
            <ac:spMk id="6" creationId="{18FF881D-DDFD-43CB-91E0-0A55596F153F}"/>
          </ac:spMkLst>
        </pc:spChg>
      </pc:sldChg>
      <pc:sldChg chg="modSp mod">
        <pc:chgData name="Somak Chatterjee" userId="e6d5a15b-8109-4a04-ba46-d7e9f6fc31a9" providerId="ADAL" clId="{7AD9F9C8-A9F6-4A75-8C81-F72939731F33}" dt="2022-09-13T14:27:06.788" v="99" actId="14100"/>
        <pc:sldMkLst>
          <pc:docMk/>
          <pc:sldMk cId="3772019226" sldId="404"/>
        </pc:sldMkLst>
        <pc:spChg chg="mod">
          <ac:chgData name="Somak Chatterjee" userId="e6d5a15b-8109-4a04-ba46-d7e9f6fc31a9" providerId="ADAL" clId="{7AD9F9C8-A9F6-4A75-8C81-F72939731F33}" dt="2022-09-13T14:27:06.788" v="99" actId="14100"/>
          <ac:spMkLst>
            <pc:docMk/>
            <pc:sldMk cId="3772019226" sldId="404"/>
            <ac:spMk id="10" creationId="{18303575-2611-41FB-AC4C-3B70A3B8178C}"/>
          </ac:spMkLst>
        </pc:spChg>
      </pc:sldChg>
      <pc:sldChg chg="add del">
        <pc:chgData name="Somak Chatterjee" userId="e6d5a15b-8109-4a04-ba46-d7e9f6fc31a9" providerId="ADAL" clId="{7AD9F9C8-A9F6-4A75-8C81-F72939731F33}" dt="2022-09-13T15:58:57.309" v="105"/>
        <pc:sldMkLst>
          <pc:docMk/>
          <pc:sldMk cId="133220868" sldId="406"/>
        </pc:sldMkLst>
      </pc:sldChg>
      <pc:sldChg chg="add del">
        <pc:chgData name="Somak Chatterjee" userId="e6d5a15b-8109-4a04-ba46-d7e9f6fc31a9" providerId="ADAL" clId="{7AD9F9C8-A9F6-4A75-8C81-F72939731F33}" dt="2022-09-13T15:59:03.950" v="106" actId="2696"/>
        <pc:sldMkLst>
          <pc:docMk/>
          <pc:sldMk cId="2013968446" sldId="406"/>
        </pc:sldMkLst>
      </pc:sldChg>
      <pc:sldChg chg="add del">
        <pc:chgData name="Somak Chatterjee" userId="e6d5a15b-8109-4a04-ba46-d7e9f6fc31a9" providerId="ADAL" clId="{7AD9F9C8-A9F6-4A75-8C81-F72939731F33}" dt="2022-09-13T15:58:56.939" v="104" actId="2696"/>
        <pc:sldMkLst>
          <pc:docMk/>
          <pc:sldMk cId="2493593832" sldId="408"/>
        </pc:sldMkLst>
      </pc:sldChg>
      <pc:sldChg chg="modSp mod">
        <pc:chgData name="Somak Chatterjee" userId="e6d5a15b-8109-4a04-ba46-d7e9f6fc31a9" providerId="ADAL" clId="{7AD9F9C8-A9F6-4A75-8C81-F72939731F33}" dt="2022-09-13T14:25:57.778" v="93" actId="14100"/>
        <pc:sldMkLst>
          <pc:docMk/>
          <pc:sldMk cId="780354382" sldId="409"/>
        </pc:sldMkLst>
        <pc:spChg chg="mod">
          <ac:chgData name="Somak Chatterjee" userId="e6d5a15b-8109-4a04-ba46-d7e9f6fc31a9" providerId="ADAL" clId="{7AD9F9C8-A9F6-4A75-8C81-F72939731F33}" dt="2022-09-13T14:25:57.778" v="93" actId="14100"/>
          <ac:spMkLst>
            <pc:docMk/>
            <pc:sldMk cId="780354382" sldId="409"/>
            <ac:spMk id="6" creationId="{B30E93E9-EFAD-284E-AFDC-78905EA2F34B}"/>
          </ac:spMkLst>
        </pc:spChg>
      </pc:sldChg>
      <pc:sldChg chg="modSp mod">
        <pc:chgData name="Somak Chatterjee" userId="e6d5a15b-8109-4a04-ba46-d7e9f6fc31a9" providerId="ADAL" clId="{7AD9F9C8-A9F6-4A75-8C81-F72939731F33}" dt="2022-09-13T14:26:41.089" v="95" actId="14100"/>
        <pc:sldMkLst>
          <pc:docMk/>
          <pc:sldMk cId="2418263124" sldId="411"/>
        </pc:sldMkLst>
        <pc:inkChg chg="mod">
          <ac:chgData name="Somak Chatterjee" userId="e6d5a15b-8109-4a04-ba46-d7e9f6fc31a9" providerId="ADAL" clId="{7AD9F9C8-A9F6-4A75-8C81-F72939731F33}" dt="2022-09-13T14:26:41.089" v="95" actId="14100"/>
          <ac:inkMkLst>
            <pc:docMk/>
            <pc:sldMk cId="2418263124" sldId="411"/>
            <ac:inkMk id="46" creationId="{1FE2B5C1-954A-48FF-8CA0-1542499F908E}"/>
          </ac:inkMkLst>
        </pc:inkChg>
      </pc:sldChg>
      <pc:sldChg chg="add del">
        <pc:chgData name="Somak Chatterjee" userId="e6d5a15b-8109-4a04-ba46-d7e9f6fc31a9" providerId="ADAL" clId="{7AD9F9C8-A9F6-4A75-8C81-F72939731F33}" dt="2022-09-13T15:58:56.939" v="104" actId="2696"/>
        <pc:sldMkLst>
          <pc:docMk/>
          <pc:sldMk cId="2558145098" sldId="41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0E1C0-348C-40D3-BEEA-3D2CC97E46E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B26E0-1484-46A8-B7A9-B238AB04D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929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20T08:01:01.23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1275 6943 179 0,'0'0'184'0,"0"0"-8"0,0 0-3 16,0 0-8-16,0 0-3 0,0 0-7 0,0 0-5 15,0 0-3-15,0 0-7 0,0 4-5 16,0-4-5-16,0 0-11 0,0 0-4 0,0 0-6 16,0 0-9-16,0 0-10 0,0 0-3 0,0 0-3 0,0 0-5 15,0 0-3-15,0 0-2 0,0 0-2 0,0 0-6 16,0 0 2-16,0 0-1 0,0 4-5 16,0-4 6-16,0 0 4 0,0 0-2 0,0 0 2 15,0 0-2-15,0 0 0 0,0 0-5 0,0 0 9 16,0 0 5-16,0 0-7 0,0 0-3 0,0 0 4 0,0 0-3 15,0 0-6-15,0 0-2 0,0 0-3 0,0 0-5 16,0 0-11-16,0 0-6 0,0 0 2 0,0 0 6 16,0 0-5-16,0 0-9 0,0 0-3 0,14-1 4 15,-14 1 5-15,5 1 4 0,-5-1-2 16,0 0 2-16,12 0 0 0,-6 0 0 0,-6 0 2 0,9 0 2 16,-3-1-6-16,1 2 1 0,0 0-5 0,0-1 5 15,0 0-7-15,3 1 2 0,-3-1-6 0,1 0 3 16,-1 0 0-16,-7 0 0 0,19 0-2 15,-8 1-1-15,-3-1-5 0,4 0 1 0,-4 0-4 0,1-2-2 16,2 3-1-16,-3 0-3 0,0-1 4 0,-2 0-3 16,3 0-5-16,0 2 0 0,-1-2 0 0,-2-2-5 15,3 2 1-15,-1-2 0 0,-8 2-1 0,14 1 0 16,-3 0 7-16,-3-1-4 0,0 2 5 0,-1-4 3 16,1 4 4-16,2-2 0 0,-3 0 5 0,3 1-3 15,-3-2 1-15,4 1 2 0,-1 0-1 0,3 0 0 16,-3 1-2-16,4-1-2 0,-3 0 2 0,2 2 1 15,1-2-2-15,-1 1-2 0,1 0 0 0,3-1-2 16,-3 0 0-16,0 1 2 0,-1-1-4 0,-1 1 0 16,2 0 0-16,-1 0-2 0,1 1-4 0,0-1 0 15,-1-1 0-15,1 2 0 0,-1-1-2 0,1 0 0 16,-5-1 1-16,4 0 1 0,-2 0-3 0,1 1 7 16,-1 3 2-16,1-4-2 0,-2 1-3 0,3 0 2 15,-2-1-1-15,1 1-5 0,-1 0 8 16,-1-1-5-16,2 0-4 0,2 0 5 0,-4 2-5 0,4-2-2 15,0 0 2-15,4 0-2 0,-2 1 1 0,3-1 1 16,-3 0-3-16,-2 1 0 0,-1 0 1 0,1-1 0 16,4 2-3-16,3 0 1 0,-5-1 3 0,3 1-2 15,-6 0 0-15,4-2-3 0,2 1 4 0,-2 0 4 16,-3 0-3-16,4-2-2 0,1 2 2 0,-3-1-4 16,2 0 1-16,0 1 1 0,0-1-3 0,-1 0 5 15,-1-1-3-15,2 4-3 0,0-3 3 0,-4 1-3 16,3 0 0-16,1-2 2 0,-3 2-1 0,-1 0 2 15,3-1-1-15,-2 2-2 0,-2-1 1 0,1-1 2 16,2 2-2-16,0 0 1 0,0-2 3 0,-2 2-5 16,4-4 4-16,0 2-1 0,3 0-1 0,-3 0-2 15,1-1 4-15,-3 2-3 0,6-2-1 0,-2 0 5 16,-2 2-1-16,11-2-1 0,-8 1-2 0,2 0 3 16,4 0-3-16,-6 0 3 0,-1-3 0 0,4 4-1 15,3-2 1-15,-8 1 1 0,2 0 0 0,-2-2 0 16,0 4 1-16,0-4 0 0,-1 2-1 0,3-1-2 15,-6 2 4-15,-1-1-2 0,0 0-2 0,0-1 3 16,-1 1-3-16,1 3 3 0,-3-3-3 0,1 1 1 16,2 1 2-16,-2-1-4 0,-4 0 2 0,-3-1-3 15,3 0-1-15,-4 2 0 0,1-1 2 0,-5-1-2 16,0 0 2-16,10 0-2 0,-10 0 3 0,5 1 0 16,-5-1-1-16,0 0 1 0,7 1 0 0,-7-1 3 15,0 0-1-15,0 0 4 0,0 0 8 0,0 0 2 16,5 0 3-16,-5 0 2 0,0 0 3 0,0 0-3 15,0 0-3-15,0 0 2 0,0 0-7 0,0 0-4 16,0 0 0-16,0 0-4 0,0 0 2 0,0 0-5 16,0 0-22-16,0 0-17 0,0 0-28 0,0-6-21 15,0 6-25-15,0 0-22 0,0 0-21 0,0 0-7 16,0 0-17-16,0 0-1 0,0 0-15 0,0 0-22 16,0 0-35-16,0 0-25 0,0-8-19 0,0 8-23 15,0-6-13-15,1 0-11 0,-2 1-234 0,1 5-623 16,1-8 276-16</inkml:trace>
  <inkml:trace contextRef="#ctx0" brushRef="#br0" timeOffset="469.1421">3436 6770 51 0,'0'0'275'0,"1"-4"7"0,-1 4-6 15,0 0-1-15,0 0-9 0,0 0-7 0,0 0-5 16,0 0-18-16,0 0-6 0,0 0-13 0,0 0-28 16,0 0 5-16,0 0-10 0,0 0-30 0,0 0-13 15,0 0-18-15,0 0-5 0,0 0-8 0,0 0 5 16,0 0 3-16,0 0 0 0,0 0-6 0,-1 20 11 16,1-11-10-16,0-2 5 0,0 3 4 0,1 0 2 15,-1 2-7-15,-1 3-9 0,1-2-5 0,-4-1 5 16,4 5 0-16,-1 0-8 0,0 1-5 0,1-1-7 15,-3 0-8-15,3 0-4 0,-1-3-7 0,-2 5-2 16,2-4-5-16,1 1-6 0,-4 2-5 0,3-2 1 16,-2-2-11-16,2-2 0 0,-2 0-4 0,2 0 0 15,1-1-9-15,-4 0 0 0,3-1-5 0,1-1-1 16,0 0-2-16,-4 0 1 0,4-4-1 0,0 1-6 16,0 0 1-16,0-3-5 0,-1 2 1 0,1 0-1 15,0-5 3-15,0 4-5 0,0-4 5 0,0 3-3 16,0-3 4-16,0 0-8 0,0 0 7 0,0 5-4 15,0-5 5-15,0 0-5 0,0 0-15 0,0 0-15 16,0 0-32-16,0 0-45 0,0 0-49 0,0 0-40 16,6-12-43-16,-4 5-36 0,0 1-36 0,2-4-33 15,-3 1-27-15,3-2-27 0,-3-1-8 0,3 1-259 16,-1-1-710-16,-2 1 315 0</inkml:trace>
  <inkml:trace contextRef="#ctx0" brushRef="#br0" timeOffset="1079.3839">3468 6871 92 0,'0'-6'218'16,"4"0"13"-16,-3 0 9 0,2 0-2 0,-2-1-12 15,-1 3 2-15,3-1 5 0,-2-1-8 0,-1 6-12 16,4-7-3-16,-3 4-8 0,2-1-1 0,-3 4-4 16,2-7-9-16,-2 7-8 0,1-3-19 0,-1 3-17 15,0 0-15-15,4-5-5 0,-4 5-15 0,0 0-9 16,0 0 9-16,0 0 5 0,12 7-2 0,-7-3 0 15,0 3-4-15,1-3 4 0,4 5-6 0,-2-2-7 16,1 2-2-16,0 2-10 0,4 2-4 0,-2 2-4 0,2-2-6 16,1-1-2-16,0 2-12 0,3 0 0 0,-2-2-5 15,-2 1-7-15,2-1-2 0,1 1-1 16,-1 0-6-16,-2-1-6 0,-2-1-1 0,2 2-6 16,-4-6 2-16,-1 0-4 0,0-1-4 0,2 1-1 15,-4 0-1-15,-1-1 1 0,1-1-3 0,-1-1-1 0,-1-1-1 16,0 1 0-16,0 0 10 0,-3-2 7 15,-1-2 9-15,4 4 7 0,0-2 7 0,-4-2 5 0,0 0 3 16,0 0 1-16,0 0 3 0,0 0 3 16,1 5-1-16,-1-5-3 0,0 0-3 0,0 0-3 15,0 0-4-15,0 0-4 0,0 0-8 0,0 0-8 0,0 0 0 16,0 0-6-16,0 0-3 0,0 0-3 16,-7 6-7-16,7-6 5 0,-12 4 0 0,1 0-9 15,-1 0 5-15,-1 2-10 0,-5-1 2 0,-1 1 6 16,0 3-5-16,-7-1 2 0,0 1-3 0,-4 1-1 15,1 0-1-15,0 2-1 0,2-4-3 0,2 2 5 0,4-3 0 16,-1 0-6-16,4-1 6 0,-1 1-3 16,1 0-5-16,1-2 7 0,7-1 0 0,-3-2 2 15,4 2-4-15,2-3 4 0,0 3-2 0,1-2 0 16,6-2 0-16,-8 4-3 0,8-4 3 0,-6 1-1 16,6-1 1-16,-5 2-6 0,5-2 6 0,0 0 4 15,0 0-5-15,0 0 2 0,0 0 0 0,-9 2-5 0,9-2-8 16,0 0 9-16,0 0-5 0,0 0-15 15,0 0-15-15,0 0-18 0,0 0-22 0,0 0-22 16,0 0-33-16,0 0-28 0,0 0-38 0,0 0-50 16,-8-6-79-16,7 3-83 0,1 3-75 0,-1-9-388 15,1 9-938-15,0 0 415 0</inkml:trace>
  <inkml:trace contextRef="#ctx0" brushRef="#br0" timeOffset="2799.7995">1504 7715 180 0,'-4'-3'342'0,"4"3"0"0,0 0-19 16,1-6-20-16,-1 6-7 0,0-3-5 15,0 3-14-15,3-5-10 0,-3 5 0 0,0 0-9 16,-4-4-19-16,4 4-9 0,0 0-12 0,0 0-9 0,0 0-15 16,0 0-13-16,0 0-14 0,4-4-14 0,-4 4-11 15,0 0-12-15,0 0-18 0,0 0-13 0,0 0-9 16,0 0-17-16,0 0-5 0,0 0 2 16,1 13-1-16,-1-9-2 0,0 1-3 0,0 7 4 15,1-3 5-15,2 3 3 0,-2 0-25 0,-1 5-6 0,4-2 4 16,0 2-1-16,-3 1-3 0,3 0-1 0,-4-2-3 15,4 3 1-15,-3-1-8 0,-1 0-3 0,4 0-1 16,-3-2-6-16,2 0 5 0,-2-5-7 0,1 5-5 16,0-4 0-16,-2-2-2 0,0 2 0 0,-2-5-3 15,2 4 1-15,-2-5-1 0,2-1 0 0,0 0 2 16,2 0-3-16,-2-2 3 0,0 1-3 0,0-4 3 16,0 0 3-16,2 6 3 0,-2-6 5 15,0 0-5-15,0 3 2 0,0-3-6 0,0 0-39 16,0 0-53-16,0 0-57 0,0 0-71 0,0 0-52 0,0 0-45 15,-2-13-58-15,2 13-70 0,2-6-52 0,-4 3-271 16,2 3-813-16,-3-5 359 0</inkml:trace>
  <inkml:trace contextRef="#ctx0" brushRef="#br0" timeOffset="3160.0883">1353 8075 211 0,'0'0'328'0,"0"0"-9"0,0 0-4 16,0 0-13-16,0 0-7 0,-4 1-12 0,4-1-10 15,0 0-7-15,0 0-18 0,0 0-7 0,0 0-12 16,0 0-27-16,0 0-13 0,0 0-20 0,0 0-20 16,0 0-12-16,0 0-14 0,16 2-13 0,-8-2-14 15,0 0-3-15,4 0-16 0,3-1-3 0,-2 2-11 16,7-2-10-16,-2 0-3 0,4 0 4 0,-2 0 6 15,1-1 4-15,0 0-1 0,0 1-1 0,-2-3 5 16,3 3 9-16,-3-2-3 0,0 1 0 0,-1 0 4 16,-4 1-6-16,-3-2-5 0,-2 1-3 0,-1 0-1 15,1 1-1-15,-4 1-7 0,-5 0 2 0,9-1-2 16,-6-1-4-16,-3 2-2 0,6-2-8 0,-6 2-4 16,0 0-7-16,9 0-7 0,-9 0-17 0,0 0-32 15,0 0-33-15,0 0-45 0,0 0-50 0,0 0-55 16,0 0-47-16,0 0-53 0,0 0-54 0,0 0-68 15,0 0-296-15,-24 0-786 0,24 0 347 0</inkml:trace>
  <inkml:trace contextRef="#ctx0" brushRef="#br0" timeOffset="3535.8346">1258 7727 284 0,'-1'-5'343'16,"1"5"-11"-16,-3-3-15 0,3 3-22 0,0 0-14 16,4-7-24-16,-4 7-11 0,4-3-19 0,1 2-13 15,2 0-7-15,0 1-15 0,2-3-3 0,4 3-3 16,1-1-7-16,8-4-10 0,5 3-1 0,1-1-6 15,3 1-2-15,-2 1-7 0,3 1-4 0,4-2-4 16,-4-1-7-16,1-1-3 0,1 3-3 0,-2-2-9 16,-4 1 0-16,3 1-11 0,-10-2-6 0,-1 3-5 15,2 0-10-15,-6 0-10 0,-3-3-8 0,-1 2-5 16,-3 1-10-16,-1 0-4 0,-3 0-2 0,2 0-11 16,-1-2-7-16,-6 2-6 0,8-1-31 0,-8 1-32 15,0 0-44-15,8 0-49 0,-8 0-30 0,0 0-41 16,0 0-41-16,0 0-62 0,0 0-78 0,-12 10-81 15,7-6-276-15,-1 0-799 0,6-4 354 0</inkml:trace>
  <inkml:trace contextRef="#ctx0" brushRef="#br0" timeOffset="4131.5983">1776 8011 218 0,'0'0'360'0,"0"0"-1"0,0 0-3 15,0 0 1-15,-1-9-3 0,1 9-9 0,0 0-10 16,0 0-9-16,0 0-9 0,0 0-14 0,0 0-17 15,0 0-20-15,0 0-22 0,0 0-19 0,0 0-22 16,0 0-23-16,0 0-19 0,0 0-18 0,0 0-13 16,0 0-15-16,0 0-13 0,0 0-14 0,0 0-5 15,0 0-7-15,0 0-8 0,0 0-9 0,-3 10-5 16,3-10-7-16,3 9-1 0,-2-5-8 0,-1-2-3 16,1 5-4-16,-1-2-3 0,0-1-3 0,0 0 1 15,1 1-7-15,1 0 4 0,-2-1-8 0,0-1-2 16,0-3-10-16,2 6-5 0,-2-4-3 0,0-2 1 15,0 5 1-15,0-5 5 0,2 2 1 0,-2-2 3 16,0 0 2-16,0 0 2 0,0 0-7 0,0 0-2 16,12-9 3-16,-5 3-1 0,-3 1-3 0,2-2 2 15,2 0-1-15,-1 1 0 0,1-4 0 0,1 5 0 16,-1-4 0-16,-1 2 1 0,2 1-1 0,0-2 7 16,-1 4-4-16,-3-1-5 0,3 3 4 0,-2-1 0 15,-1 2-1-15,-1-1-1 0,4 2-1 0,-8 0-4 16,11 0 1-16,-7 2 1 0,1 1-3 0,2 1 4 15,-2 0 1-15,1 0-2 0,-2 3-1 0,0-2-1 16,-3 0 3-16,1 4 1 0,1-4-3 0,0 0 3 16,-2 3 0-16,-1-4 0 0,0 1-26 0,0 1-18 15,2-1-32-15,0-2-31 0,-2 1-37 0,0-4-26 16,2 5-20-16,1-3-11 0,-3-2-50 0,0 0-72 16,0 0-77-16,14-6-54 0,-10 3-230 0,3-1-741 0,2-2 327 31</inkml:trace>
  <inkml:trace contextRef="#ctx0" brushRef="#br0" timeOffset="4444.7813">2158 7942 175 0,'0'0'429'16,"4"-3"28"-16,-4 3 5 0,0 0 2 0,0-5-10 15,0 5-15-15,0 0-17 0,0 0-19 0,1-3-26 16,-1 3-36-16,0 0-35 0,0 0-34 0,0 0-28 15,0 0-19-15,0 0-5 0,0 12 3 0,3-6-17 16,-6 3-24-16,3 3 0 0,0-1 0 0,3 2-8 16,-3 2-13-16,0 3-7 0,1-2-16 0,-5 2-13 15,3-2-5-15,1 1-14 0,-1 0-6 0,-2-2-9 16,3 1-8-16,-4-4-13 0,3 1 0 16,0 3-9-16,-3 2-7 0,0-6-35 0,4 0-19 0,-3-1 0 15,1 2 0-15,1-5 0 0,-2-1 0 0,3 0-71 16,0 3-21-16,0-3-22 0,-1-2-29 0,1 0-33 15,1 0-34-15,-1 0-26 0,0-5-25 0,0 8-23 16,0-7-30-16,0-1-58 0,0 0-59 16,0 0-44-16,0 0-361 0,0 0-904 0,4-16 400 0</inkml:trace>
  <inkml:trace contextRef="#ctx0" brushRef="#br0" timeOffset="4758.0878">2184 7958 169 0,'1'-5'339'16,"1"-1"-8"-16,0 2-8 0,-1-3-6 0,3 3 1 15,0-2-26-15,1 2-6 0,-1-1-16 0,-1 2-8 16,4 0-16-16,-2 0-18 0,3 3-15 0,0-1-19 16,0 0-17-16,3 1-12 0,-1 2-11 0,0 0-12 31,-1 1-10-31,1 1-16 0,-4 0-12 0,3 1-8 0,-2-2-11 0,-1 4-7 0,0 1-2 0,-2-2-4 15,-1 0-6-15,-2 0-4 0,3-1-7 0,-4 5-6 16,-4-6 0-16,3 5-4 0,-7 0-3 0,-2-1 0 16,1-1-1-16,-9 3-9 0,7-7-1 0,-5 5-3 15,2-1-3-15,3-4-5 0,-2 1-30 0,3-1-13 16,1-1-17-16,4 1-24 0,-2-2-27 0,1-1-51 16,6 0-60-16,0 0-56 0,0 0-55 0,0 0-52 15,13-10-38-15,-3 7-241 0,0-2-697 0,12-1 309 16</inkml:trace>
  <inkml:trace contextRef="#ctx0" brushRef="#br0" timeOffset="5180.4196">2475 7977 180 0,'5'-7'366'0,"-5"7"20"0,4-6 7 0,-3 3 2 0,0 0-4 15,1-1-9-15,-2 4-8 0,2-3-8 0,-2 3-21 16,0-4-21-16,0 4-32 0,0 0-31 0,0 0-28 15,0 0-27-15,0 0-23 0,0 0-16 0,0 0-19 16,0 0-13-16,0 0-16 0,-2 14-11 0,2-11-11 16,-2 2-10-16,2 0-6 0,0 1-8 0,-1 0-9 15,2-2-5-15,-1 4-4 0,0-2-10 0,2-2-4 16,-1 3-14-16,-1-1-13 0,1-1-15 0,1-2-10 16,0 2-11-16,-2-3-6 0,0-2-2 0,3 6 2 15,1-6 3-15,-4 0-8 0,6 3 0 0,-6-3 7 31,10-3 5-31,-3 1 0 0,-1-2 3 0,3-1-5 0,1-1 5 0,-1 2 2 0,0-2-4 0,1-1 11 32,-2 3 0-32,0-3-1 0,2 0 1 0,-4 2 4 0,1 1 11 0,-2 0 1 0,0-1 11 0,-1 3-4 15,1-1-1-15,-2 0-2 0,-3 3-5 0,4-2-3 16,-4 2-3-16,0 0 8 0,0 0-4 0,11 6-2 16,-9-3 2-16,1 1-3 0,1 0 0 0,-3-1 2 31,3 3-1-31,-2-4 4 0,-1 5 0 0,2-2-25 0,-2 0-37 0,2-1-46 0,-1 1-39 0,4 0-51 15,-1-1-53-15,1-2-59 0,2-2-62 0,2 0-50 32,0 0-294-32,3-2-768 0,1-1 340 0</inkml:trace>
  <inkml:trace contextRef="#ctx0" brushRef="#br0" timeOffset="5477.2002">3004 7717 237 0,'0'-10'416'0,"1"6"18"0,-1-4 10 0,0 3 10 0,0 5-17 0,0 0-23 31,-1-8-37-31,1 8-37 0,0 0-39 0,0 0-28 16,0-5-23-16,0 5 10 0,0 0-20 0,0 0-15 0,-5 18-3 0,1-9-18 0,3-1-17 0,-2 4-18 31,2-1-14-31,1 1-15 0,0 0-15 0,-4 0-8 16,3 0-9-16,-3 0-14 0,4 4-3 0,0-5-16 15,-4 0-6-15,4 3-9 0,0-3-1 0,-2 6-10 16,0-3 6-16,4-2-9 0,0 1-7 0,-2-2-8 16,4 2-24-16,-3-2-21 0,2-1-25 0,-2 0-20 0,3-2-27 0,-3 0-36 0,2-3-39 0,1 2-49 15,-3-2-46-15,-1 0-21 0,0-4-26 0,0-1-30 16,0 0-64-16,-4 4-58 0,4-4-294 0,0 0-812 16,-13-10 360-16</inkml:trace>
  <inkml:trace contextRef="#ctx0" brushRef="#br0" timeOffset="5758.4785">2876 7884 153 0,'-5'-7'443'0,"5"7"34"16,-2 0 18-16,2 0 3 0,-4-3-13 0,4 3-17 31,0 0-21-31,0 0-23 0,0 0-28 0,0 0-29 16,0 0-38-16,-1-3-29 0,1 3-36 0,0 0-38 0,11-4-17 0,-1 0-20 0,2 2-18 0,6-1-14 15,0 2-21-15,-1-2-8 0,4 2-18 0,-2-4-12 16,0 1-7-16,-1 0-8 0,0 2-11 0,0-1-21 16,0 0-15-16,-3 0-16 0,0-1-11 0,-3 3-21 15,1-2-4-15,-7 1-18 0,3 0-22 0,-9 2-30 16,9-2-43-16,-9 2-43 0,10-1-58 0,-10 1-62 16,0 0-61-16,0 0-64 0,0 0-58 0,11 4-21 15,-11-4-265-15,0 0-825 0,0 0 366 0</inkml:trace>
  <inkml:trace contextRef="#ctx0" brushRef="#br0" timeOffset="6352.6698">1523 8654 240 0,'4'-4'437'0,"-3"0"9"0,-1 0 5 0,0 0 1 16,2 0-14-16,-2 4-13 0,0-5-19 0,0 5-17 15,0-5-35-15,0 5-28 0,0 0-28 0,0 0-28 16,0 0-23-16,3-2-32 0,-3 2-23 0,0 0-13 16,0 0-4-16,0 0-12 0,-3 17-10 0,3-9-15 15,2 3-4-15,-2 0-9 0,1 7-6 0,-1-1-7 32,0 1-15-32,0 2-3 0,0-1-12 0,0 7 0 15,0 0-6-15,0-7-14 0,0 6 0 0,3 0-9 16,-6 1-8-16,2-6 0 0,-1-1-2 0,2-1-1 15,-2 2-10-15,2-2-4 0,0-2-26 0,0 0-17 16,0-3-32-16,-1-1-24 0,1-3-19 0,0-1-24 16,-4-2-26-16,4 0-33 0,0 0-22 0,-1-1-32 15,1-5-14-15,0 7-15 0,1-4-28 0,-1-3-57 16,0 0-61-16,0 0-52 0,0 0-327 0,0 0-844 16,-13-18 374-16</inkml:trace>
  <inkml:trace contextRef="#ctx0" brushRef="#br0" timeOffset="6712.9672">1403 8688 183 0,'1'-7'381'0,"3"-3"-2"0,1 0-10 15,-2 0-5-15,3 3-25 0,-1-4-15 0,4 0-17 16,0 2-22-16,3-4-12 0,0 6-17 0,2-3-17 15,4-1-10-15,0 2-18 0,0 3-16 0,9-4-9 16,-9 5-11-16,3 1-11 0,1 1-3 0,0 0-4 16,1 2-13-16,5-1-6 0,-5 2-7 0,-6 3-11 15,2-3-9-15,-1 1-12 0,-6 3-8 0,8-1-11 16,-9 1-9-16,-1 1-5 0,-1 0-2 0,0 1 7 16,-2-3 3-16,-1 6-9 0,-5-2-1 0,1 3 9 15,-5 0 18-15,-3 1 2 0,-5 1 1 0,-9 8-5 16,-3-2-3-16,-1-2-10 0,-5 0-10 0,-1 2-5 15,-1-3-13-15,-1 0 5 0,1-1-7 0,3-3-12 16,9-4-3-16,3 0 4 0,-6-1-4 0,13-1-15 16,0 0-27-16,0-3-33 0,4 0-47 0,4-1-34 15,-2 1-66-15,3-2-84 0,9 2-77 0,4-2-76 0,6 4-61 16,3-4-63-16,1-2-287 0,5 4-908 16,1-2 402-16</inkml:trace>
  <inkml:trace contextRef="#ctx0" brushRef="#br0" timeOffset="7182.9804">1828 8925 360 0,'0'0'381'15,"0"0"-8"-15,0 0 3 0,-2-10-9 0,2 10-23 0,-1-5-15 16,1 5-21-16,0-6-14 0,0 6-14 0,1-5-12 15,-1 5-18-15,1-5-17 0,0 3-20 0,-1 2-23 16,5-4-19-16,-3-1-19 0,1 3-13 0,-3 2-16 16,7-4-14-16,-2 1-6 0,-1 1-12 15,2 1-10-15,-1-1-6 0,3-2-9 0,1 4-7 0,-4-1-11 16,4 1-4-16,-3 0-3 0,2 1-8 0,0 3 0 16,-3-2-7-16,5-1 0 0,-5 4-5 0,2-1-2 15,-1 2-2-15,-2-1-7 0,2-2 2 0,-2 3-3 16,0 3 3-16,-2-4 3 0,1 1-6 15,-3 0 2-15,0 5-1 0,-1-2 2 0,-3-2-3 0,-1 4-1 16,-4-4 2-16,4 3 1 0,-3-4-1 0,-1 1-2 16,-2-1-2-16,-1-1 3 0,1 0 0 15,-1-2 0-15,3 1 1 0,1-1 3 0,2-2 6 0,-3-1 17 16,1 0 13-16,1-3 9 0,2 1 2 0,-3-2 10 16,3-2-7-16,2 2-6 0,1-4-1 0,1 0-11 15,-2 0-7-15,3-3-1 0,3 1-7 0,0 1-16 16,1-2-20-16,3 1-31 0,0 1-40 0,-2 1-37 15,3 0-46-15,4 0-48 0,2 3-43 0,-4 0-37 16,5 2-35-16,-5 2-32 0,2-1-38 0,2 0-34 16,-1 1-281-16,-2 2-767 0,1 2 339 0</inkml:trace>
  <inkml:trace contextRef="#ctx0" brushRef="#br0" timeOffset="7794.2273">2158 8874 131 0,'3'-3'395'16,"-3"3"7"-16,2-7 13 0,2 4-1 0,-4-1-3 15,3 1-15-15,-1 0-16 0,-2 3-21 0,0 0-19 16,4-3-24-16,-4 3-32 0,0 0-31 0,0 0-24 16,0 0-25-16,0 0-17 0,0 0-21 15,0 0-11-15,5 9-15 0,-5-4-7 0,0 0-18 0,0 2-13 16,0-1-11-16,-1 1-8 0,1 1-10 0,0 0-4 15,-3 2-7-15,3-4-7 0,0 2-4 0,-1-1-4 16,2 2-5-16,-1 0-5 0,0 0-14 0,0-5-21 16,0 1-18-16,-1 0-19 0,1 1-13 0,1-4-8 15,-1-2-3-15,-1 4 3 0,1-4 9 0,0 5 3 16,0-5 6-16,0 0 7 0,0 0 3 0,0 0 0 16,0 0 6-16,14-12 3 0,-10 4 1 0,0 1 4 15,2-2 2-15,2 0 18 0,-3 0 17 0,0 0 11 16,-1 1 13-16,0 2 10 0,-2 1 3 0,3-2 5 15,-1 2-1-15,-1 1-2 0,1 0-7 0,-1 1-6 16,0-1-7-16,-2 2-2 0,-1 2-5 0,8-1-5 16,-8 1-4-16,10 0-3 0,-10 0-4 0,10 2-4 15,-6-1 2-15,1 5-3 0,2-3-1 0,-2 0-5 16,1 0 4-16,-2 2-4 0,1-1 5 0,-1-1-5 16,1 2 5-16,1-2-4 0,-3 1-6 0,2 0 1 15,0-3-3-15,-1 1-2 0,0 2 2 0,-4-4 2 16,5 1 0-16,-5-1 5 0,5 1-1 0,-5-1 0 15,9-3-1-15,-6-1 5 0,-2 0 6 0,3-4 4 0,0 2 10 16,-2-5 5-16,1 0 3 0,-1-2 4 0,-2-2 2 16,0-2 2-16,3 0 5 0,-6 1 5 0,3 3 5 15,0 1 1-15,-1 2 12 0,1-2-11 16,-1 5 2-16,-2-1-3 0,1 2-4 0,4 2-8 16,-7-3-3-16,5 3-3 0,0 4-11 0,0-6-9 0,0 2-36 15,3 1-32-15,-3 3-37 0,0 0-31 0,0 0-17 16,0 0-29-16,0 0-40 0,0 0-56 0,11 12-59 15,-7-5-54-15,1 2-46 0,-1-2-52 16,2 2-46-16,-2-2-309 0,0 0-887 0,-2 2 394 16</inkml:trace>
  <inkml:trace contextRef="#ctx0" brushRef="#br0" timeOffset="8732.4095">2530 8856 38 0,'0'0'385'0,"0"0"0"16,0 0 7-16,0 0-4 0,0 0-16 0,3-3-19 15,-3 3-17-15,0 0-23 0,0 0-19 16,0 0-21-16,0 0-17 0,0 0-28 0,0 0-22 16,0 0-20-16,0 0-18 0,0 0-17 0,0 0-18 0,0 0-13 15,0 0-13-15,0 0-9 0,0 0-8 0,0 0-10 16,0 0-10-16,6 4-6 0,-6-4-3 15,5 3-3-15,-5-3-5 0,10 0-6 0,-5 0-3 16,3 1-2-16,1-1-6 0,-4-1 0 0,7-2-1 16,-6 0-5-16,3 0-3 0,-1-2 2 0,1-1-4 0,-3 2-3 15,-1 0 9-15,4-2 5 0,-4 1 7 0,0-1-2 16,-2 3-3-16,1-5 2 0,1 4 2 16,-2 1-3-16,-1-2 0 0,-1 1-4 0,-1 0-2 15,0-1-5-15,0 5-6 0,0-7-2 0,0 7-1 16,-1-3-3-16,1 3-2 0,-7-5 0 0,2 2-6 0,5 3 2 15,-9-1-6-15,7 1 2 0,2 0-2 0,-11 0 0 16,4 3-2-16,2 0-5 0,1 1 3 0,-1 1 2 16,0 1-1-16,-3 0 2 0,-2 3 1 15,6-1 1-15,-4 2-5 0,3 0-1 0,-4 1 2 16,4-2-4-16,0 1 1 0,1 1-12 0,-1-1-7 0,2-2 0 16,2 3 3-16,1-4 4 0,0 2 4 0,4-4 0 15,0 4 2-15,1-4 2 0,3 0 3 0,3 1-2 16,-2-1 4-16,4-3-1 0,7-2 1 15,-3 0 4-15,4-2-3 0,-2-1 1 0,-1-4 7 16,-1 1 3-16,3-1 9 0,-4-1 2 0,2-3 6 0,-4 0-3 16,0-2 2-16,-1 1 0 0,-4-4-1 0,1 3-2 15,-2-1-3-15,-3 3-1 0,1-6-2 16,-3 5-3-16,2 0-1 0,-3 3-4 0,0-1 1 0,-2 0-4 16,0 3-4-16,0 1 2 0,1 0-4 15,-2 3-7-15,1 3 6 0,-2-7-4 0,0 5-1 0,2 2-3 16,0 0-2-16,-1-5 0 0,1 5-2 0,0 0-1 15,0 0-5-15,0 0-5 0,0 0-3 0,-9 10 1 16,9-10 0-16,0 4 1 0,0-4 5 16,4 5 5-16,-4-5 3 0,6 5-4 0,-2-4 12 15,1 2-7-15,-1-2 4 0,2 2 0 0,-1-2 0 0,2 1 3 16,-1-2-2-16,0 0-1 0,1 0 4 0,-7 0-1 16,13 0 3-16,-7 0-1 0,0-2-1 0,2 2-4 15,-8 0 2-15,14-1 3 0,-9 1 0 0,-5 0-4 16,9 1 2-16,-4-1 1 0,-5 0-1 0,9 2-3 15,-9-2 0-15,4 0-2 0,-4 0 4 0,5 3-1 16,-1 1 0-16,0 1 2 0,-3 1-3 0,3-3 1 16,-4 6 3-16,1-2 0 0,3 1 2 0,-4 0-1 15,0-2 1-15,0 5-1 0,-4-2 1 0,4 3-1 16,-1-1 5-16,0 1-3 0,-3-1 4 0,1 1-3 16,2-1-2-16,-3-2 4 0,3 2-3 0,-2-7 3 15,2 1-1-15,1 2-1 0,0-2 3 0,0-1-1 16,1 0 5-16,3 0 0 0,1 0-1 0,3-4 5 15,6 3-5-15,-1-4 0 0,6-1 3 0,-2 0 0 16,10-6-3-16,-11 3 1 0,-1 0-2 0,2 0-3 16,1-1 1-16,-4 1-2 0,-2 2-12 0,0-2-32 15,-2 0-39-15,1 2-41 0,-5 1-62 0,-1 1-49 16,0 1-65-16,-5 0-74 0,0 0-69 0,8-3-362 16,-8 3-870-16,0 0 385 0</inkml:trace>
  <inkml:trace contextRef="#ctx0" brushRef="#br0" timeOffset="10079.2079">3810 8614 149 0,'0'0'336'0,"0"-6"24"15,0 2-6-15,-1-1-5 0,1 5-17 0,0-7-2 16,0 5-12-16,0 2-7 0,-4-5-5 0,3 1-11 0,1 4-16 16,-4-2-14-16,4 2-21 0,0 0-23 0,-3-3-21 15,3 3-20-15,0 0-13 0,0 0-14 0,0 0-14 16,-15 5-2-16,10 0 7 0,-1 1-6 15,0 1 25-15,-2 4-15 0,-2 3-17 0,-1 1 13 0,0 9-17 16,1-6-4-16,-3 4-12 0,0 2-8 0,3 3-10 16,0-2-8-16,-2 4-4 0,3-2-16 0,3 2-2 15,-2 0-2-15,3 0-13 0,1-1 5 16,2 1-10-16,-1-2-1 0,4-2-1 0,3 1-23 16,-4-7 16-16,1 5-3 0,3-7-4 0,1 2-4 0,2-2-4 15,3-1 5-15,-1 0-10 0,-1-3 5 0,2-1-2 16,0-2 0-16,-1-1-3 0,3 0-8 0,-1-2-14 15,-2 1-13-15,1-3-19 0,-1 2-12 0,1-2-18 16,-1-3-17-16,-1 1-20 0,-2 1-32 0,1-3-29 16,-1 0-55-16,4 0-25 0,-10-1-60 0,11-1-52 15,-11 1-65-15,9-6-70 0,-8 1-329 0,1 0-893 16,1 0 394-16</inkml:trace>
  <inkml:trace contextRef="#ctx0" brushRef="#br0" timeOffset="10751.6486">3937 8830 292 0,'5'-6'432'0,"-2"-1"-5"16,-1 3-2-16,0-1-10 0,-1-1-7 0,0 3-15 15,-1 3-26-15,3-4-23 0,-2 1-32 0,-1 3-25 16,0 0-31-16,4-4-23 0,-4 4-29 0,2-3-21 0,-2 3-16 15,0 0-11-15,0 0-19 0,3 11-2 0,-3-7-12 16,1 0-13-16,0 4-11 0,1-2-10 16,-1 3-7-16,0-1-9 0,2 1-5 0,-2 0-6 15,2 1-12-15,-2-1 1 0,3 0-2 0,-2 2-12 0,1 0 0 16,-1-3-5-16,0-1-2 0,1 0-4 0,-3 0-3 16,3-2-17-16,-3 0-13 0,1 0-9 15,-1-2-7-15,3-1 3 0,-3-2 0 0,2 9 4 16,-2-7 4-16,0-2 6 0,0 0 1 0,2 2 0 0,-2-2 2 15,0 0-2-15,8-9 2 0,-6 4 1 0,3 0-3 16,-4-2 9-16,3 0 5 0,1 0 5 0,0-2 9 16,-1 1 11-16,0-1 1 0,0 2 6 0,0 2 12 15,-2-1 6-15,0 0 8 0,1 2 2 0,0 0-3 16,3 0-17-16,-3-1 3 0,1 3-6 0,-3 0-7 16,3-1-5-16,-4 3-3 0,5-2-2 0,-5 2-7 15,0 0 1-15,13 1-4 0,-13-1-6 0,6 4 1 16,-2-4 1-16,4 3 0 0,-6 1-2 0,2-2-8 15,1 2 9-15,-1 1 0 0,2-2-7 0,-3 1-2 16,5-1-2-16,-5 2 1 0,0-3 0 0,1-1 1 16,0 1 4-16,-4-2 2 0,6 3 1 0,-6-3-5 15,5 0 0-15,-5 0 6 0,0 0-2 0,12-5-1 16,-10 0 0-16,2 0-1 0,1-1-3 0,-1 1 7 16,2-4-1-16,-1-3 0 0,-1 2 13 0,0-2 8 15,0 0 1-15,-1 0 9 0,-1 4 7 0,1-5-10 16,-2 3 13-16,2 4 8 0,-3-1 3 0,2 0 4 15,-2 1-7-15,1 3-2 0,-1-1-22 0,0-1-37 16,2 2 0-16,-2 3 0 0,0-5 0 0,0 5 0 16,0 0 0-16,0-4 0 0,0 4 0 0,2-2 0 15,-2 2 0-15,0 0-28 0,0 0-132 0,0 0-42 16,0 0-38-16,0 0-43 0,0 0-54 0,0 11-60 16,1-6-49-16,5-1-69 0,-1 0-416 0,-1 0-1008 15,-1-1 446-15</inkml:trace>
  <inkml:trace contextRef="#ctx0" brushRef="#br0" timeOffset="11128.2567">4350 8639 208 0,'0'-4'343'0,"0"0"9"0,2 1 7 0,0-3-2 15,-1 3-11-15,-1 3-14 0,4-5-13 0,-3 2-38 16,-1 3-13-16,3-1-29 0,-3 1-20 15,0 0-9-15,11 3-9 0,-6 0-2 0,2 1-4 16,3 0-5-16,-2 6-5 0,-2 1-12 0,5 4 5 0,-2-1 1 16,0 1-5-16,-1 2-7 0,2 7-18 0,-1-1-6 15,-4-5 5-15,0 1-14 0,-1 1-9 0,1 5-12 16,-5-6-8-16,0-1-4 0,0 3-10 16,-6-3-11-16,0 8 0 0,-1-2-9 0,-2-2-9 0,-2-4 0 15,-3 3-6-15,-3 1-4 0,0-1-8 0,1 1-6 16,-2-3 0-16,-1 0-4 0,3-6-1 0,4-1 1 15,-4 0-22-15,1-3 15 0,6-4-4 0,0 2-1 16,4-2 2-16,-1-3-3 0,0 3-10 0,3-3 9 16,-1 0-7-16,1 1-3 0,3-3 1 0,-4 1-11 15,4-1-14-15,0 0-21 0,0 0-18 0,0 0-14 16,-7-6-10-16,7 6-23 0,0 0-24 0,0-8-35 16,0 8-35-16,0-9-35 0,1 4-53 0,-1 1-46 15,-1-1-55-15,1 5-61 0,1-13-56 0,-3 8-279 16,2-1-844-16,1-3 374 0</inkml:trace>
  <inkml:trace contextRef="#ctx0" brushRef="#br0" timeOffset="15041.2608">8719 5991 14 0,'0'0'219'0,"2"4"-12"0,-2-4-10 0,0 0-9 16,0 0-10-16,0 0-11 0,0 0-5 0,0 0-4 15,0 0-10-15,-3 5-8 0,3-5-7 0,0 0-6 16,0 0 0-16,0 0-11 0,0 0-1 0,0 0-3 16,0 0-4-16,-4 3-2 0,4-3-7 0,0 0-2 15,-5 2-2-15,5-2 0 0,-4 1-1 0,-2 2-5 16,6-3-7-16,-4 4 11 0,4-4-22 0,-9 2 13 15,4 0 5-15,1-1 9 0,-2 3-1 0,-2-3-9 16,-1 1 1-16,1 0 0 0,-3 2-3 0,2-1-9 16,0-1-2-16,-4 1-8 0,3-1-3 0,-3 0 0 15,-2 1-6-15,2 0-6 0,-5 0 17 0,2 0-10 16,-5 0 4-16,2 0-7 0,1 0-3 0,-1 0-5 16,-3 0 3-16,3-2 6 0,-3 3-5 0,1-3 6 15,-7 2-7-15,7 1-2 0,-7 1-9 0,8-1 5 16,-7-3-2-16,-3 1-4 0,2 0-1 0,9 0 3 15,-9-1-2-15,-2 2-1 0,4-1-2 0,-1 0-1 16,-1 0 1-16,1 0-7 0,-1 0-3 0,6 1 1 16,-6-2-1-16,0 5-3 0,1-4-1 0,-1 3-6 15,0-2-1-15,7 0-1 0,-7 1 0 0,5-1 0 0,2 2-5 16,-8 0 9-16,9-2 3 0,-8-2 8 16,0 6-2-16,6-5-1 0,-9 3 1 0,12-2-3 15,-4 2-1-15,3-1 4 0,-2-1 1 0,-5 1 6 16,0 2-2-16,7-3 1 0,-3 0-3 0,-4-1-2 0,5 2 1 15,0-1-3-15,2 2-3 0,-8-3 3 0,7 1-5 16,0-1 30-16,-1 2-10 0,3-2 0 16,-3 0-3-16,-6 3-4 0,10-3-2 0,-4 4-4 15,2-4-2-15,1 2-1 0,0 0 1 0,-1 1-2 0,1-3-1 16,-1 0-4-16,-2 1 3 0,3-1 0 0,-3 3-7 16,3-1 4-16,-2-2-1 0,0 2 2 0,-1-3 1 15,-5 4 3-15,7-3 2 0,-2 0 1 0,-6 1-4 16,6 0 1-16,3-2 4 0,-8 3-8 0,-3-1 11 15,1-1-5-15,7 0-2 0,0 2 3 0,-4-1-6 16,-2 0-1-16,5 0 3 0,0 0-3 0,-4 3-3 16,2-3-1-16,-4 0 2 0,3-1-2 0,-5 2 2 15,4 1-1-15,-2-2-3 0,-1 1 3 0,1-1-1 16,1 2-4-16,0-3 5 0,0 1-1 0,1-1 7 16,0 2-9-16,0-2 6 0,4 1-8 0,-5 0 9 15,0-1 0-15,9 0-7 0,-3-1 0 0,3 1-4 16,0 1 2-16,5-2-2 0,1 0 1 0,0 2-6 15,4-2 3-15,-5 2 8 0,4-3-4 0,2 1-6 16,0-1 2-16,1 0-2 0,-1 0 3 0,2 0-1 16,6 0 2-16,-9 2 0 0,4-2 1 0,5 0 6 15,-9 0-1-15,9 0 4 0,0 0-7 0,0 0 8 16,-9 0-13-16,9 0 1 0,0 0-9 0,-4 1 16 0,4-1-4 16,0 0 2-16,0 0-12 0,0 0-10 0,-7 3 11 15,7-3 1-15,0 0 0 0,0 0-6 16,0 0 5-16,0 0-9 0,0 0 1 0,0 0 3 15,0 0-2-15,0 0 7 0,0 0-13 0,-2 3 8 16,2-3-6-16,1 5 6 0,-1-5 4 0,0 9 0 0,-1-3-1 16,0-3-3-16,-3 6-3 0,5 0 5 15,-3 1-5-15,0-1 1 0,1 3-3 0,0 3-2 0,-3 2 9 16,1 0 4-16,0-1-6 0,0 1 6 16,-2 2-1-16,0-1-16 0,0 3 17 0,-3 3-5 0,-1-2 14 15,5-3 1-15,-1 1-18 0,-2 4 4 0,3-6 1 16,-5 9 14-16,2-3-15 0,1 4 4 0,2-3-2 15,0 4 6-15,-1-1-9 0,1 0 1 0,3-1 1 16,1 3 7-16,-4-3-12 0,4 2 14 0,-5 3-2 16,1-5-12-16,3 2 1 0,-3-3 5 0,0 2-2 15,3-2-3-15,-3 3 11 0,0-2-16 0,0-1 8 16,1 3 11-16,0-4-1 0,-2-5-6 0,0 8-4 16,0-1 0-16,3 0 1 0,-1 1 6 0,-1-3 2 15,-3 1-3-15,2 2-1 0,3 1-4 0,-2 1 5 16,-1-3-1-16,1-2-6 0,0 4 2 0,0-1-1 15,-3-3 0-15,2-1 0 0,-1 1 0 0,5 2 0 16,-4-1 0-16,2 4 0 0,1-7 0 0,2 2 0 16,-5-1 0-16,2 2 0 0,2-8 0 0,0 8 0 15,1-7 0-15,0 0 0 0,-1-1 0 0,1 0 0 16,1 0 0-16,-1 2 0 0,1-2 0 0,0-3 0 16,3 3 0-16,-1 0 0 0,-3-2 0 0,1-3 0 15,0 2 0-15,0-4 0 0,1 1 0 0,0-1 0 16,0 0 0-16,-2 0 0 0,1-2 0 0,-1-4 0 15,1 1 0-15,-1 1 0 0,0-3 0 0,0-4 0 16,1 8 0-16,1-4-18 0,-2-4-2 0,1 6-13 16,-1-6 16-16,1 5-6 0,-1-5 7 0,0 0-4 0,0 0 7 15,2 5-2-15,-2-5 4 0,0 0 0 16,0 0 2-16,0 0-2 0,0 0 2 0,0 0 0 16,0 0 7-16,5 2-10 0,-5-2 4 0,0 0-10 15,14-1 18-15,-14 1-4 0,10 0 1 0,-10 0-4 0,16-1 11 16,-5 1-10-16,-1-2 4 0,0 0 5 15,3 2-6-15,-4-1 4 0,5 0-9 0,3 1 6 16,-3-3-8-16,4 3 10 0,1 0-3 0,1 0 5 16,-3-1-2-16,1 0 6 0,0-1-9 0,1 2 7 0,1 2-7 15,-7-4-1-15,7 0 7 0,3 2-9 0,-2 0 6 16,1 0-2-16,6 1 6 0,-7-1 0 0,6 1 2 16,0-3 3-16,3 1-3 0,-1-3-3 15,2 3 4-15,-2 1 1 0,3-3 1 0,-1 3-2 0,3-1-3 16,-2-2 4-16,3 2 9 0,-2 1-3 0,1-3-5 15,-1 3-4-15,2-2 5 0,0 2 0 0,-2-2-7 16,-1-3 10-16,1 3-7 0,-1 0 5 0,1 0 3 16,-1 1-3-16,0-1-5 0,-1 2-1 0,-2-4-1 15,2 1 4-15,-4 2-7 0,2-1 2 0,0-1-4 16,-2 0 4-16,5 2-6 0,-5 1-1 0,4-3 6 16,-3 2 1-16,0-1 1 0,1 0 0 0,1 3-1 15,0-3 5-15,1 1 1 0,-4 1-6 0,4-2-9 16,-2 0 3-16,0 1 2 0,0 1-6 0,-1-2 9 15,-7 1-1-15,11 0 3 0,-2 0 1 0,-1-1-2 16,0 0 1-16,-1 1-6 0,3 0 8 0,1 1-4 16,-4-1 11-16,3-2-3 0,1 2-6 0,-2 0-1 15,1 0 2-15,2 1-1 0,-5 0 0 0,3-4-4 0,1 3-1 16,-1 0 9-16,1-2-12 0,0 1 8 16,0 0-9-16,1 2 13 0,-4-2-10 0,7 0 2 15,-3-1 0-15,2 2-6 0,-2 2 14 0,-1-1-10 16,0-1-2-16,5 1 6 0,-3-2 3 0,-2 2-5 0,3-1-9 15,-3 1 12-15,1-1 1 0,-2-1-4 0,0 2 2 16,-1 2-2-16,0-4 0 0,0 2 0 16,0-1 0-16,-1 4 0 0,-1-2 0 0,0-2-8 15,-6-1 4-15,0 4 0 0,-2-1 6 0,-1-2-5 16,1 1 11-16,1 1 0 0,-8 1-7 0,1-2-1 0,-4 0 0 16,3 0-3-16,-4 0-5 0,-9 0 8 0,14 0 4 15,-6 0 1-15,-8 0-6 0,11-1-1 16,-11 1 7-16,0 0-5 0,8-1 0 0,-8 1 0 15,0 0 0-15,0 0 0 0,12 0 0 0,-12 0 0 0,0 0 0 16,0 0 0-16,0 0 0 0,0 0 0 0,6 1 0 16,-6-1 0-16,0 0 0 0,0 0 0 15,0 0 0-15,6-5 0 0,-6 5 0 0,1-7 0 0,-1 3 0 16,3 0 0-16,-3-1 0 0,0-2 0 0,3-1 0 16,-2-1 0-16,0-1 0 0,0 1 0 0,-1 0 0 15,2-6 0-15,0 4 0 0,-2-5 0 0,0 4 0 16,0-6 0-16,2 2 0 0,-2-3 0 0,0 1 0 31,0-2 0-31,1 2 0 0,-1-1 0 0,1 1 0 0,-1-3 0 0,0 4 0 0,0-2 0 0,0 0 0 16,2 0 0-16,-4-1 0 0,1 1 0 0,2 0 0 31,-2 0 0-31,1-1 0 0,3-6 0 0,-5 6 0 16,2 1 0-16,-2-8 0 0,2 8 0 0,0-2 0 0,-2-4 0 15,2 6 0-15,0-1 0 0,0-1 0 16,2 1 0-16,-5 0 0 0,3-1 0 0,1 2 0 15,-3-6 0-15,4 1 0 0,-2 6 0 0,-1-9 0 16,0 8 0-16,-1-6 0 0,2 0 0 0,0 6 0 16,0-6 0-16,0 1 0 0,2-2 0 0,-5 7 0 15,3 0 0-15,-1 0 0 0,-3 0 0 0,4 0 0 16,-3 0 0-16,1 0 0 0,-3-1 0 0,5-4 0 16,-1-2 0-16,-3 2 0 0,0 0 0 0,4-2 0 0,-4 1 0 15,4-2 0-15,-2 0 0 0,-1 8 0 0,2-7 0 16,-2 1 0-16,2-1 0 0,-2 6 0 15,3-5 0-15,0 0 0 0,-2 7 0 0,-2-8 0 16,4 0 0-16,0 8 0 0,-4-7 0 0,4 5 0 16,-1 0 0-16,2-5 0 0,-1 5 0 0,0 2 0 0,0-1 0 15,0 0 0-15,0 2 0 0,0 0 0 0,0 1 0 16,0-1 0-16,0 0 0 0,0 5 0 0,-1-3 0 16,-2 3 0-16,3-3 0 0,0 3 0 0,-1 1 0 15,1-1 0-15,1-4 0 0,-1 3 0 0,0 1 0 16,0-1 0-16,0 1 0 0,0-4 0 0,0 5 0 15,0-1 0-15,3 2 0 0,-6-1 0 0,3 0 0 16,0 0 0-16,0 0 0 0,3 2 0 0,-3-2 0 16,0 5 0-16,0-5 0 0,0 5 0 0,0-1 0 15,0 1 0-15,0 0 0 0,0-2 0 0,0 4 0 16,1-2 0-16,-2 2 0 0,2 0 0 0,-1-1 0 16,0 1 0-16,0 4 0 0,0-8 0 0,0 6 0 15,0 2 0-15,0-7 0 0,0 7 0 0,-1-6 0 16,1 6 0-16,0-3 0 0,0 3 0 0,0 0 0 15,1-5 0-15,-1 5 0 0,0 0 0 0,0-4 0 16,0 4 0-16,0 0 0 0,0 0 0 0,0 0 0 16,0 0 0-16,0 0 0 0,0 0 0 0,0 0 0 15,0 0 0-15,-1-4 0 0,1 4 0 0,0 0 0 16,0 0 0-16,0 0 0 0,0 0 0 0,0 0 0 16,0 0 0-16,0 0 0 0,0 0 0 0,0 0 0 15,0 0 0-15,0 0 0 0,0 0 0 0,0 0 0 0,0 0 0 16,0 0 0-16,0 0 0 0,0 0 0 15,0 0 0-15,0 0 0 0,0 0 0 0,0 0 0 16,0 0 0-16,0 0 0 0,0 0 0 0,0 0 0 16,0 0 0-16,0 0 0 0,0 0 0 0,0 0 0 0,-4-3 0 15,4 3 0-15,0 0 0 0,0 0 0 0,0 0 0 16,0 0 0-16,0 0 0 0,0 0 0 0,0 0 0 16,0 0 0-16,0 0 0 0,0 0 0 15,0 0 0-15,0 0 0 0,-5 11 0 0,-3-6 0 16,-5-2 0-16,-5 1-116 0,-8 3-76 0,-6-1-52 0,-3 2-73 15,-3 2-84-15,-12 1-92 0,12-4-108 0,-13-5-371 16,0 4-1052-16,12-4 466 0</inkml:trace>
  <inkml:trace contextRef="#ctx0" brushRef="#br0" timeOffset="18229.5659">6277 6526 70 0,'1'-4'341'16,"3"0"-3"-16,-4 1-6 0,3 0 4 0,-2-1-16 16,-1-1-13-16,0 5-12 0,0-7-12 0,0 2-19 15,0 5-11-15,0-5-15 0,0 5-17 0,0-4-17 16,-1 0-17-16,1 4-18 0,-3-3-16 0,3 3-13 16,-5-3-22-16,5 3-8 0,-9 1-14 0,9-1-12 15,-14 6-8-15,5 0-5 0,-1 2-9 0,1-1-5 16,-6 5-4-16,-1-1-2 0,2 2-7 0,-2 0-1 15,-2 3-7-15,1-1-2 0,3 0-2 0,0-3-8 16,0 1 0-16,0-1 0 0,6-4-2 0,2 1-4 16,-3-1-4-16,5-1 2 0,-1-1-3 0,1-1-3 0,3 0 5 15,-3-1-2-15,4 0 4 0,0 1 0 16,4-3 3-16,1 3-2 0,0-1-5 0,8-1 3 16,-3 1-4-16,8 3 2 0,-1-2-8 0,2 0 6 15,-4-2-2-15,4 2-1 0,-1 0-1 0,-1 0-4 0,-1 1 6 16,1-4-1-16,-3 3-4 0,-5 0-1 0,0-3-2 15,1 3-6-15,-2 0 4 0,-2 0-1 16,-2-2-4-16,0 1 4 0,0-1 6 0,-3 2-2 16,-1 0-2-16,0 3 4 0,-5-3 3 0,-3 3 1 0,2 1 0 15,-4-1 1-15,-2 1-4 0,-1-1 1 0,-2 2 0 16,2-5-1-16,-1 4 1 0,1-4 2 0,1-1 0 16,4-2 0-16,3 3 5 0,0-4 2 15,1 0 22-15,4-1 8 0,0 0-2 0,-9-6-6 0,9 6-4 16,4-7-4-16,-1 2-1 0,4-7-3 0,2 4-6 15,5-5-1-15,-1 1-2 0,3-1-3 0,1 2-3 16,2-1-5-16,-2 1 3 0,-1 1 0 0,1 2-2 16,1-1-3-16,0 2 1 0,-4 2-1 0,-1 1-2 15,-1-2 3-15,-1 3-4 0,0 1-3 0,-1 1-3 16,-3 1 1-16,0-2-2 0,2 4 4 0,-4-1-3 16,1 1-7-16,-3 1 5 0,3 1 4 0,0 0-3 15,-1 0-1-15,-4-1 2 0,3 6 3 0,-4-4 0 16,0 0 2-16,4 1 0 0,-4-1-2 0,1 1-6 15,-1-1 8-15,0 1 1 0,-1-4-1 0,1 6 2 16,0-5-4-16,-3 1 5 0,3 0-10 0,3 1-25 16,-3-5-23-16,0 0-16 0,1 6-15 0,-1-6-9 0,0 0-13 15,0 5-28-15,0-5-64 0,0 0-58 16,0 0-50-16,0 0-42 0,8-10-30 0,-3 4-35 16,-5 2-217-16,5-3-684 0,-5-1 303 0</inkml:trace>
  <inkml:trace contextRef="#ctx0" brushRef="#br0" timeOffset="18387.9826">6447 6629 166 0,'0'-4'368'0,"0"0"23"15,1 0 13-15,-1 4 3 0,0-7-4 0,0 4-19 0,0-2-25 16,0 5-31-16,0-4-29 0,0 4-35 0,0 0-26 16,-1-6-27-16,1 6-49 0,0 0-72 15,0 0-102-15,0 0-114 0,0 0-94 0,0 0-78 16,0 0-79-16,0 0-197 0,0 0-622 0,14 10 276 0</inkml:trace>
  <inkml:trace contextRef="#ctx0" brushRef="#br0" timeOffset="18808.0051">6569 6718 45 0,'0'0'368'0,"0"0"1"0,0 0 3 0,-8-9-1 0,8 9-17 15,-2-5-6-15,2 5-19 0,0 0-17 0,2-6-30 16,-2 6-25-16,1-5-27 0,0 2-21 0,5 1-21 16,-4-1-25-16,4 1-12 0,-2 0-17 0,5 0-13 15,-1 1-13-15,1-2-13 0,-3 1-11 0,1 2-16 16,0 2 0-16,-7-2-6 0,14 1-8 0,-7 1-5 16,-1 0-4-16,-1 1-2 0,0-1-9 0,4 1-1 15,-5 0-8-15,0 0 0 0,-2 2-4 0,1-1 1 16,1 0 0-16,-3 4 10 0,-1-3 9 0,-1 3 0 15,-2-2 12-15,-1 3 3 0,2 0 0 0,-6 0-2 16,-1 0 0-16,3 0-6 0,-3 1-3 0,1 0-3 16,-4-2-5-16,4-1-1 0,0 0-6 0,2 1 0 15,-1-3-3-15,2 0-2 0,1-1-3 0,1 1 2 16,0-4 8-16,-1 2-5 0,0-1 11 0,4-2 0 16,-5 5-3-16,5-5-4 0,0 0 3 0,9 2-5 15,-9-2-6-15,16-1 5 0,-5-2-5 0,-1 2-2 16,1-2-1-16,1 3-7 0,-3-5-5 0,-1 3 6 15,6-3-23-15,-3 3-34 0,2-1-36 0,0 1-38 16,-1-1-50-16,0-1-60 0,-4 0-66 0,1 3-63 16,0-3-71-16,0 3-392 0,-3-3-887 0,1 1 394 15</inkml:trace>
  <inkml:trace contextRef="#ctx0" brushRef="#br0" timeOffset="19263.6165">6842 6766 304 0,'0'0'385'16,"0"-5"12"-16,0 5-1 0,0-5-12 0,0 5-16 15,-3-4-23-15,3 4-11 0,0 0-19 0,0 0-19 16,0 0-28-16,0 0-29 0,0 0-20 0,0 0-18 16,0 0-22-16,0 0-17 0,0 0-19 0,0 0-15 15,0 0-13-15,0-4-11 0,0 4-11 0,0 0-4 16,0 0-12-16,14 1-7 0,-6-1-6 0,1 0-9 0,5 0-2 15,-5-1-5-15,1 0-8 0,3-1 1 0,0-2-9 16,-3 2 2-16,4-2-4 0,-5 3-2 16,1-3-6-16,0-1 4 0,-3 3-2 0,-2-1-1 15,0-2-1-15,-1 1 1 0,1 0-1 0,-1 0-5 0,-4-1-2 16,0 0-5-16,-3 0-2 0,1 1-6 0,-5-1 5 16,2 1-1-16,-1 1-2 0,1 1-9 0,-4-1 8 15,0 1-1-15,4 2-1 0,-3 0-1 0,-6 0-1 16,5 3 1-16,0 4-1 0,-2-2 0 0,-1 3 1 15,3-2-1-15,0 3-1 0,3 1 3 0,-2-1 1 16,3 5-2-16,1-2 0 0,2-2 0 0,0-1 2 16,4 2 1-16,0-1 2 0,2-2-1 0,1 2 1 15,3-1-4-15,2 1-11 0,0-2-11 0,7-3-10 0,1 0-10 16,-4-2-14-16,5-1-6 0,0-2-7 16,-2-1-20-16,2-2-30 0,-1-1-36 0,1 2-51 15,-2-3-62-15,-6 0-90 0,2-1-108 0,-3-1-259 16,-1 1-785-16,-1-3 347 0</inkml:trace>
  <inkml:trace contextRef="#ctx0" brushRef="#br0" timeOffset="19764.5706">7429 6653 159 0,'-2'-4'325'0,"1"1"-9"0,1 3-15 0,0 0-14 16,0-5-11-16,0 5-16 0,0 0-14 0,0-5-12 15,0 5-14-15,3-2-23 0,-3 2-22 0,0 0-22 0,3-2-9 16,-3 2-11-16,0 0-18 0,0 0-13 16,14 3-8-16,-8 0-16 0,0-1-10 0,0 2 2 15,2-1-11-15,-2 4-4 0,-1-1-9 0,1-1-1 0,-2 0-5 16,1 4-6-16,2 0-13 0,-6-3 14 0,3 0-15 16,0 3 1-16,0-1 0 0,-4 3-4 0,0-5 5 15,0 1-9-15,0-1 0 0,-4 0 1 16,4 0 0-16,-2 0-1 0,0-3-2 0,2-3 4 0,-1 5 4 15,1-5 18-15,-1 4 37 0,1-4 27 0,0 0 15 16,-3 2 11-16,3-2-1 0,0 0 0 0,-5-8 0 16,6 2-13-16,-1-1-6 0,2-3-14 0,1 1-6 15,0-1-9-15,2-1-11 0,-1 2-4 0,1-2-8 16,4 2-7-16,-4 1-12 0,0-2-18 0,3 6-30 16,-3-5-33-16,5 3-40 0,-2 0-44 0,1 1-32 15,-4 2-47-15,4 0-42 0,-4 2-52 0,3 0-50 16,-2 1-38-16,2 1-305 0,-8-1-752 0,10 0 333 15</inkml:trace>
  <inkml:trace contextRef="#ctx0" brushRef="#br0" timeOffset="20204.7219">7712 6707 321 0,'0'0'375'0,"0"0"1"15,0 0-10-15,0 0-12 0,0 0-18 0,0 0-18 16,0 0-22-16,0 0-22 0,2-10-24 0,-2 10-24 16,0 0-20-16,0 0-20 0,0 0-19 0,0 0-17 15,0 0-21-15,0 0-8 0,0 0-19 0,0 0-9 16,0 0-2-16,0 0-13 0,0 0-5 0,14 3-5 16,-14-3-6-16,9 2-9 0,-3-2-4 0,0 0-1 15,2 0-3-15,-8 0-5 0,13-2 0 0,-8 1-3 16,5 1-8-16,-5-1 9 0,3-3-8 0,-3 1 2 15,3 0 10-15,-3 1 1 0,1-1 1 0,-3-2 0 16,1 0-6-16,-3 0 2 0,0 1-8 0,-1 4-3 16,3-4-4-16,-3-2-4 0,-3 2 0 0,1 0-11 15,-1 2 4-15,-1-2-8 0,4 4-3 0,-6-4 1 0,2 3-3 16,4 1-2-16,-13-1-3 0,8 1 2 0,0 2-1 16,-7 1 0-16,5 3-1 0,-1-1 3 0,-1 3-4 15,4-2 0-15,-4 0 7 0,4 3-5 16,1-2 0-16,0 1-4 0,2 0 2 0,-1-3 1 0,1 3-2 15,2-3 4-15,2 0-9 0,-1 1 1 0,2-1-12 16,6 2-14-16,-4-2-29 0,5 1-17 0,3-4-27 16,2 1-29-16,6-2-40 0,1-1-47 0,7-2-60 15,2 0-55-15,1-2-59 0,-2 0-255 0,1-1-708 16,-3 1 314-16</inkml:trace>
  <inkml:trace contextRef="#ctx0" brushRef="#br0" timeOffset="20628.1616">8162 6635 145 0,'4'-2'308'0,"-4"2"-6"16,3-2-10-16,-1-1-10 0,-2 3-13 0,0 0-10 16,0 0-30-16,5-3-10 0,-5 3-13 0,0 0-21 15,5-3-23-15,-5 3-18 0,0 0-13 0,0 0-12 16,8-1-13-16,-8 1-7 0,9-1-15 0,-9 1-6 15,10 1-7-15,-5 0-12 0,0 0-5 0,-1 2-4 16,3-2-3-16,-2 1-6 0,0 1-8 0,0-1-2 16,0 3-1-16,-1-1-9 0,0 0-5 0,-3 1 3 15,3 0 1-15,-2 0 7 0,-2 0-15 0,0-1 0 16,-1 1 2-16,0 2 0 0,-3-2-3 0,0 4 3 16,-2-3-9-16,-2 1 23 0,-2-1-27 0,-3-1 8 15,0 3 1-15,1-6-3 0,-5 3 20 0,4-1-18 16,-1-1-1-16,0 0 3 0,2-1-1 0,1-2 0 15,3 1 14-15,1-1 18 0,0 0 16 0,0-3 0 0,2 0 7 16,-1-2-12-16,3 1 1 0,0-2-4 0,3-1-4 16,3-4-7-16,-1 1-6 0,6 0-2 15,-3-1-4-15,4 2-5 0,-2 0-22 0,1-2-25 16,6 0-31-16,-5 3-21 0,0-1-29 0,5 2-35 0,-4 0-21 16,2 1-31-16,-2 0-30 0,0 1-26 0,3-1-37 15,0 2-28-15,-8 3-206 0,4-2-564 0,-3-2 250 16</inkml:trace>
  <inkml:trace contextRef="#ctx0" brushRef="#br0" timeOffset="20941.4357">8240 6491 154 0,'0'-8'324'0,"5"-2"20"0,-2 2 27 0,-2-3 10 15,-1 2-8-15,4-2-5 0,1 5 3 0,-5-2 5 16,3 3 5-16,-2-3 4 0,1 3 4 0,-3-1-17 15,1 1-1-15,1 3-32 0,-1 2-27 0,0-6-31 16,0 6-26-16,3-4-24 0,-3 4-29 0,0 0-25 16,0 0-8-16,0 0 11 0,-1 15-6 0,-1-9-7 15,-1 6-9-15,3 0-9 0,-3 4-11 0,-1 1-23 16,3 1-1-16,-3 0-44 0,0 1-70 0,0-1 0 16,2 1 0-16,-3 0 0 0,2-1 0 0,1 3 0 0,-2-5 0 15,1 1 0-15,-2 0 0 0,1-3 0 16,4 3 0-16,-1-6 0 0,-2-1 0 0,2 1 0 15,1-2 0-15,1-3 0 0,3 4-198 0,-1-3-51 16,-2 4-48-16,3-8-39 0,0 1-45 0,-3-3-50 0,-1-1-59 16,13 5-40-16,-8-4-351 0,-5-1-952 0,10-1 422 15</inkml:trace>
  <inkml:trace contextRef="#ctx0" brushRef="#br0" timeOffset="21176.898">8455 6764 36 0,'0'0'400'0,"0"0"19"0,5 2 11 0,-5-2 2 16,0 0-13-16,0 0-13 0,0 0-23 0,0 0-32 15,0 0-32-15,0 0-32 0,0 0-29 0,0 0-23 16,0 0-28-16,0 0-29 0,0 0-51 0,0 0-62 15,0 0-67-15,0 0-69 0,0 0-77 0,0 0-71 16,0 0-87-16,0 0-74 0,0 0-258 0,0 0-691 16,0 0 305-16</inkml:trace>
  <inkml:trace contextRef="#ctx0" brushRef="#br0" timeOffset="21974.7192">6015 7279 13 0,'0'0'386'0,"0"0"14"15,0 0-12-15,0 0 1 0,0 0-16 0,0 0-14 16,0 0-23-16,0 0-27 0,0 0-15 0,0 0-23 16,0 0-12-16,0 0 0 0,0 0-1 0,0 11-2 15,0-8-19-15,0 2-7 0,-4 4 0 0,3-1-9 16,1-2-16-16,-4 4-13 0,2-1-12 0,0 2-14 15,1-3-11-15,-3 4-17 0,2 0-12 0,0-2-16 0,-3 5-7 16,4-2-16-16,-3-2-3 0,2 2-11 16,-2 2-8-16,1-3 0 0,-1 0-10 0,2 0-9 15,-1 0 4-15,1 1-8 0,0 1-9 0,1-6 3 16,-1 2-5-16,2-5-3 0,0 2 5 0,0 0-6 0,3-1-6 16,0-1 4-16,2 1 6 0,1-3-8 0,6-2 0 15,-1 1 16-15,7-2-3 0,3-2 22 16,-1-2-3-16,2 0 5 0,6-3-5 0,-7 3-5 15,4-7 1-15,-6 5-2 0,-1 1-32 0,-1-6-17 0,-6 8 0 16,2-2 0-16,-3 0 0 0,-1 2 0 0,-1-1 0 16,-3 2 0-16,1 1 0 0,1-4 0 0,-5 3-122 15,-2 2-102-15,4-2-65 0,-4 2-59 0,0 0-54 16,0 0-53-16,0 0-81 0,-14-2-434 0,5 2-1049 16,9 0 464-16</inkml:trace>
  <inkml:trace contextRef="#ctx0" brushRef="#br0" timeOffset="22209.6642">6084 7356 188 0,'0'-7'406'0,"0"-3"20"0,0 2 12 0,0 1-12 16,3-4-27-16,-3 2-33 0,0 2-34 0,1-2-31 15,-1 0-34-15,1 4-28 0,2-4-24 0,1 1-24 16,-1 2-21-16,4-4-15 0,-1 5-15 0,3 0-18 15,0-2-15-15,1 3-32 0,0 2-33 0,-1-2-41 16,1-1-31-16,1 3-30 0,-1 1-32 0,-1 1-30 16,0 1-36-16,-1 0-36 0,-2 0-48 0,-2 1-53 15,2 2-24-15,-1-1-18 0,-1 0-190 0,0 0-570 16,-4 1 253-16</inkml:trace>
  <inkml:trace contextRef="#ctx0" brushRef="#br0" timeOffset="22397.8891">6138 7363 87 0,'0'5'315'0,"-4"-2"29"16,4-3 22-16,-3 1 32 0,3-1 15 0,0 0 12 16,-3 3-8-16,3-3-21 0,0 0-35 0,0 0-36 15,0 0-35-15,0 0-27 0,0 0-31 16,0 0-25-16,0 0-22 0,0 0-40 0,21-5-49 0,-16 3-58 16,2 2-51-16,3-1-67 0,1 1-57 0,-2 0-48 15,3 0-49-15,-1 0-59 0,1 0-48 0,2 0-29 16,-4 1-239-16,3-2-659 0,0 2 292 0</inkml:trace>
  <inkml:trace contextRef="#ctx0" brushRef="#br0" timeOffset="23028.2323">6456 7381 182 0,'0'0'314'16,"0"0"9"-16,0 0 9 0,0 0 14 0,5-5 5 15,-5 5 5-15,1-4-2 0,-1 4-7 0,0 0-6 16,0-4-6-16,0 4-20 0,0-5-13 0,0 5-23 15,0 0-21-15,0-5-19 0,0 5-24 0,0 0-18 16,-1-5-24-16,1 5-16 0,0 0-16 0,0 0-15 16,0 0-18-16,0 0-12 0,0 0-11 0,0 0-11 15,0 0-6-15,0 0-5 0,13 6-6 0,-9-2-13 16,-3 0-3-16,5-1-1 0,-2 1-1 0,-1 3-9 16,-2-2-4-16,3-1-5 0,-3 3-3 0,2 2-1 15,-3-4-3-15,0 2 1 0,-3-1-2 0,2 1-2 16,-2-2-1-16,2 2-2 0,-3-1 3 0,0-1 1 15,-2 0-4-15,2 0-3 0,-5 2-1 0,4-4 1 0,-5 0-1 16,4-1-6-16,0 1 4 0,0-2-6 0,-2 0 3 16,1-1 1-16,7 0-1 0,-12-1 3 15,6-1-2-15,1-1 1 0,-2-1 4 0,5 0-5 16,-1-1 3-16,2 0 1 0,0-2-3 0,1 1 0 0,1-1 1 16,0 0-4-16,3 1 1 0,4-3-3 0,-5 4 1 15,5-2-1-15,-4 3 4 0,2-1 0 0,3-1 0 16,-4 4-1-16,3-1-3 0,-3 2 0 0,3-1-1 15,-1 1 4-15,1 1 0 0,0 1 3 0,-3-1-5 16,5 3 2-16,-5 0 2 0,2 1-4 0,-1 5 12 16,-2-5 5-16,4 5 4 0,-2 0 0 0,-1 0 1 15,-1 4 4-15,0 2-3 0,0 1 0 0,-3-2 0 32,-1 4 4-32,4-1-7 0,-4 10 4 0,-4-9 7 15,1 7-11-15,1-7-5 0,-2 7 0 0,0-6 3 16,-1-2-5-16,1 1 0 0,-1-2-1 0,0 2 8 15,4-5-12-15,-2-2 0 0,2 1-4 0,0-4 8 16,-2-1 2-16,3-1-8 0,0 0 4 0,0-1 5 0,0 0-1 16,3-2 0-16,-1 1-8 0,1-3 11 15,3 0 2-15,-6-1 12 0,13-2 18 0,-5 1 18 16,3-2 5-16,-2 1-5 0,3-2-7 0,-2 1-12 16,1-2-5-16,-1 1-2 0,1 1-1 0,-2-2-4 0,0 2-3 15,-2-2-9-15,3 0-34 0,-2 1-35 0,-1 1-50 16,-1 0-52-16,0 2-69 0,-1-3-73 0,0 2-76 15,-2 1-58-15,-3 1-94 0,5-4-448 16,-5 4-1049-16,0 0 463 0</inkml:trace>
  <inkml:trace contextRef="#ctx0" brushRef="#br0" timeOffset="23667.2077">6718 7466 25 0,'5'-7'405'0,"-2"0"3"0,2 0 4 16,-4 1-2-16,0 0-20 0,2 2-8 0,-2 0-24 16,2 0-15-16,-2 1-27 0,-1 3-31 0,0 0-30 15,3-5-23-15,-3 5-24 0,0 0-24 0,1-5-22 16,-1 5-12-16,0 0-19 0,0 0-13 0,0 0-10 16,4 10-7-16,-3-4-15 0,-1-3-12 0,0 0 0 15,4 2-11-15,-4-1-5 0,0 0-4 0,0 1-9 16,0 0-2-16,1 0-2 0,-1 0-4 0,1-2-6 15,1 2 2-15,-2-2-8 0,0-3 3 0,1 5-5 16,3-2-5-16,-4-3 1 0,0 3 0 0,0-3 0 16,3 3-2-16,-3-3 1 0,6 1-2 0,-6-1-1 0,0 0 0 15,15-5-3-15,-5 2 2 0,-5 0-3 16,2-1-3-16,0 0 3 0,2-2-5 0,-2 1 1 16,-2 2-4-16,1-4 6 0,1 1-6 0,0 3 3 0,-3-1 1 15,1 0-4-15,-1 0 1 0,0 0 4 0,-1 4 0 16,0-3 1-16,-3 3-8 0,7-3-1 0,-7 3 0 15,6-1-1-15,-6 1 1 0,0 0 2 16,5 7-3-16,-5-7-5 0,5 1 4 0,-1 3 0 0,-1-2 1 16,-2 2-1-16,4 0-1 0,-5-1 2 0,4 1 0 15,-3-2 1-15,-1-2 3 0,0 8-2 0,3-6 0 16,-3-2 0-16,1 3 3 0,-1-3-1 0,5 3 0 16,-5-3 2-16,4 2 1 0,1-1 1 0,-5-1-2 15,8 0-2-15,-8 0 1 0,13-2 2 0,-7 1 0 16,-1 0 0-16,4-1-2 0,-1 0 2 0,-2-1-6 15,2 0 5-15,-2 1-4 0,0-1 3 0,-2 0 0 16,0 0-2-16,0 1-2 0,0-2-1 0,-4 4-3 16,9 0 6-16,-6-1-1 0,-3 1-1 0,4-3-5 15,-4 3 2-15,0 0-2 0,0 0-5 0,0 0-2 16,0 0 3-16,9 4 2 0,-9-4 1 0,3 6 0 16,-3-3 3-16,3 0-1 0,-1 2 1 0,1 0 1 15,0 0 3-15,-1-2-8 0,0 2-29 0,-1-2-29 16,2 2-45-16,-2-2-39 0,1 0-44 0,0 0-44 15,-2-3-32-15,4 3-34 0,-4-3-49 0,0 0-70 16,0 0-285-16,0 0-765 0,-4-15 339 0</inkml:trace>
  <inkml:trace contextRef="#ctx0" brushRef="#br0" timeOffset="23839.0508">7086 7272 309 0,'0'0'350'0,"0"0"16"0,-4-7 23 0,4 7-4 15,0 0-16-15,0 0-26 0,0-3-36 16,0 3-32-16,0 0-24 0,0 0-26 0,0 0-29 16,0 0-20-16,-5-1-54 0,5 1-61 0,0 0-67 0,0 0-62 15,-8 7-49-15,8-1-69 0,0-1-72 0,4-1-58 16,0 3-214-16,1-1-572 0,2 1 254 0</inkml:trace>
  <inkml:trace contextRef="#ctx0" brushRef="#br0" timeOffset="24167.3175">7262 7418 301 0,'0'0'397'0,"2"-10"28"0,-2 10 13 16,-2-2 15-16,2 2 8 0,-2-6-7 0,0 2-2 16,2 4-10-16,-1-5-13 0,1 5-27 0,0 0-17 15,0 0-38-15,0 0-31 0,0 0-27 0,0 0-35 16,0 0-27-16,0 0-21 0,0 0-18 0,-11 9-10 15,8-3-14-15,1 2-12 0,-2 2-3 0,-1 1-7 16,1 0-18-16,-1 3-8 0,-2 2-15 0,4 2-12 16,-1-3-5-16,-1 3-58 0,-2-1-26 0,2 2 0 15,0-2 0-15,0 2 0 0,1-2 0 0,-1 0 0 16,1-1 0-16,0-4 0 0,3-2 0 0,-4 1 0 16,4 1-84-16,-2-3-78 0,3-4-29 0,-1 4-25 15,-3-4-30-15,4 1-18 0,0-2-32 0,0 2-24 16,0-6-31-16,5 4-38 0,-1-4-41 0,-4 0-24 15,14-7-23-15,-10 2-242 0,1-1-778 0,0-6 344 16</inkml:trace>
  <inkml:trace contextRef="#ctx0" brushRef="#br0" timeOffset="24401.4553">7215 7470 164 0,'1'-10'266'0,"1"2"17"0,-2 1 10 15,1-2 7-15,0 3 18 0,2 0-22 0,-1-1-6 16,2 1-8-16,-3 1-14 0,2 1-14 0,2-2-16 0,0 0-13 15,0 4-17-15,3-1-19 0,-2 0-10 0,1 2-18 16,-1-2-15-16,6 7-5 0,-5-3-12 16,4 1-15-16,0 1-4 0,-5-1-8 0,2 1-13 15,-3 3-7-15,2-2-8 0,-5-1-5 0,6-1-6 16,-3 5-7-16,-4-1-4 0,2 0-3 0,-6-2-3 0,2 1-4 16,-4 1-5-16,-4 1 2 0,0 0-7 15,-6 2-18-15,-2 0-41 0,0-1-43 0,1-2-40 0,-2 0-46 16,1-1-40-16,3-2-38 0,1 1-51 0,4-1-71 15,1-2-39-15,-4 0-251 0,7 1-698 0,5-2 309 16</inkml:trace>
  <inkml:trace contextRef="#ctx0" brushRef="#br0" timeOffset="25652.2688">7357 7418 6 0,'0'0'388'0,"0"-6"3"0,0 6-15 0,5-6-20 0,-1 2-13 16,-4-2-18-16,4 4-8 0,-4 2-16 0,5-5-14 16,-5 5-24-16,6-3-20 0,-2 3-24 0,-4 0-23 15,6 0-23-15,-6 0-17 0,6 3-17 0,-2-2-6 16,1 2-7-16,0 3-13 0,-2-1-10 0,0-2-11 15,1 3-7-15,-3-1-8 0,3 2-14 0,-1-2-5 16,-1 1 0-16,-1 1-5 0,1-1-8 0,-1 1-6 16,3-2-1-16,-4 0-3 0,1 1-4 0,-2-1-8 15,2 0-12-15,-1-2-11 0,0-3-5 0,0 5-3 16,4-3 3-16,-4-2-2 0,1 4 7 0,-1-4 0 16,0 0 0-16,5 0 3 0,-5 0-4 0,0 0 3 15,8-10-6-15,-3 6 6 0,-1-1-5 0,3-1 4 16,-1-2 0-16,-4 1 6 0,5 0 7 0,-2-1-2 15,1 0 13-15,-1 4 0 0,2-1 0 0,-4-1 1 0,1 1 2 16,0 0-3-16,-3 3-4 0,3 0 0 16,1 0-2-16,-1-1 2 0,-4 3-10 0,8-3-1 15,-8 3-1-15,5 0 1 0,-5 0-2 0,0 0-2 16,6 4 5-16,-2 0-7 0,0-1-3 0,1 1 2 0,-4 0-2 16,2-1 4-16,-2 3-8 0,3-2 7 15,-4 0-3-15,0 0 1 0,3 2 1 0,-2-2 1 16,0 1-1-16,2-2-1 0,-3 1-1 0,0-4 4 15,1 3-2-15,-1-3-2 0,0 4 4 0,0-4 0 0,0 0 5 16,0 0-1-16,0 0 4 0,0 0-6 0,0 0-1 16,17-6 0-16,-15 3 1 0,2-1-1 0,1 0 5 15,-2-2-9-15,3 0 2 0,-1 2-2 0,-1 0 0 16,1 0 2-16,0-3 3 0,0 3 11 0,-1-1 8 16,0 3 3-16,0-2 6 0,0 1-2 0,-2-2 3 15,-2 5-9-15,4-4 1 0,-4 4-4 0,4-1-6 16,-3-2-2-16,-1 3-2 0,0 0-3 0,0 0-2 15,0 0-2-15,0 0-2 0,0 0-2 0,10 4 2 16,-10-4-1-16,3 4-1 0,-2-1 0 0,-1-3 2 16,4 6-4-16,-1-3 4 0,-1-1-2 0,1 2 4 15,-1-2-2-15,1 2 1 0,1 0 2 0,0-2-4 16,3 2 0-16,0-2 2 0,-1 0 0 0,0 1 0 16,3-2 4-16,-1 3-6 0,1-4 5 0,2 0-3 15,1 0 5-15,-4 0-6 0,3-1 5 0,-2-2-3 16,0 0-2-16,0-1 3 0,5 0 0 0,-4 0 1 15,-1-2-5-15,0-1 1 0,-1 3 5 0,-2-1-3 16,-1-1 6-16,0 2 11 0,0 1 0 0,-2-2-3 16,0 0 1-16,-1 1-3 0,1 2-4 0,-1-1-6 15,-2 3 7-15,2-7-7 0,-2 7-3 0,0-3-4 0,0 3-2 16,0 0-5-16,-4-5 4 0,4 5-4 16,0 0-1-16,0 0 3 0,0 0-2 0,0 0-4 15,-13 6 4-15,10-3-2 0,-2 4 0 0,2-4 0 16,0 1 1-16,0 3 0 0,1-1 1 0,-1-1 2 0,2 2 1 15,-2 0 0-15,2 0-4 0,-2 1 1 0,3-2 0 16,0 2-2-16,-1 1 2 0,2-3 1 16,1-1 0-16,-1 0 1 0,0 0 0 0,1 0 0 15,0 0 4-15,2-2 0 0,0 1 3 0,1-2-2 0,3 1 3 16,2-1-2-16,0-1-1 0,-2-2 9 0,3 1-7 16,2-2 2-16,-2-2-1 0,1-1-2 0,1 2 2 15,2-6 0-15,1 2-1 0,-5 1-1 16,-2-2-1-16,4 2 0 0,-4-2-1 0,2 1 13 0,-3 0-10 15,-2 3 2-15,-1-2-2 0,2 4 3 0,-3-4-2 16,-2 3 0-16,2 0 2 0,-3 0-4 0,4 2-4 16,-5 1-1-16,4-4-4 0,-4 4-3 0,0 0 3 15,0 0-4-15,4 0-2 0,-4 0 3 0,0 0 3 16,0 0-1-16,0 0 5 0,0 8-2 0,0-3-1 16,0-5 4-16,0 7-2 0,0-5-3 0,0 2 2 15,0-4-3-15,-1 6 5 0,2-2-3 0,-1-4 5 16,1 6-1-16,1-4 1 0,-2-2-1 0,5 2-3 15,-5-2 1-15,6 3 0 0,-6-3 0 0,9 1 1 16,-4-1-4-16,-5 0 3 0,0 0 0 0,10 0 0 16,-4-1 3-16,-6 1-1 0,10-3-2 0,-10 3-1 0,6-1 5 15,-6 1-6-15,9-1 1 0,-9 1-2 16,5-2 3-16,-5 2-2 0,4-1-1 0,-4 1 0 16,0 0-7-16,0 0-15 0,9 0-14 0,-9 0-15 15,0 0-24-15,5 2-23 0,-5-2-32 0,5 1-43 0,-5-1-37 16,7 2-30-16,-5 1-40 0,-2-3-46 0,0 0-61 15,9 1-51-15,-9-1-239 0,0 0-739 16,0 0 328-16</inkml:trace>
  <inkml:trace contextRef="#ctx0" brushRef="#br0" timeOffset="25934.7252">8395 7256 154 0,'3'-6'335'16,"1"1"12"-16,0 0 2 0,-4 1 11 0,4 1 9 0,-3-1 4 15,2 0 3-15,-3 4-15 0,1-4-18 0,-1 4-24 16,4-3-24-16,-4 3-27 0,0 0-24 0,0 0-27 16,0 0-9-16,0 0 9 0,0 0-3 15,5 11-10-15,-5-4-19 0,-5-2-10 0,5 4-10 0,-1 0-9 16,1 2-8-16,-3 2-13 0,3-4-9 0,-1 3-18 16,1 0-4-16,-3-1-10 0,3 1-4 0,-4 3-16 15,7 2-9-15,-6-6-9 0,3-2 4 16,0 3-8-16,3-2-7 0,-3 1-6 0,1-3-38 0,-2 2-30 15,1-4-32-15,1 2-35 0,-1-1-37 0,-1-2-47 16,2 1-43-16,-1-2-50 0,3 0-37 0,-3-1-25 16,0-3-27-16,0 0-44 0,0 4-53 0,0-4-302 15,0 0-825-15,0 0 366 0</inkml:trace>
  <inkml:trace contextRef="#ctx0" brushRef="#br0" timeOffset="26106.4252">8349 7406 240 0,'0'0'332'0,"0"0"21"15,-7-4 29-15,7 1 26 0,0 3 14 16,-2-5 0-16,2 5-9 0,0 0-20 0,0-4-33 16,0 4-36-16,0 0-34 0,0-4-35 0,0 4-25 15,13-4-28-15,-1 0-47 0,1 3-60 0,6 0-61 0,-2 1-62 16,2-2-67-16,-1 0-75 0,1 2-68 16,-6 0-87-16,6-1-78 0,-7 1-273 0,-1-1-731 15,-5-1 324-15</inkml:trace>
  <inkml:trace contextRef="#ctx0" brushRef="#br0" timeOffset="28000.4552">9210 7191 189 0,'0'0'220'0,"-4"-2"-8"0,4 2-14 0,-6-1-8 0,6 1-9 15,-8-4-3-15,2 4-3 0,-2-2-9 0,2-1-16 16,-1-1-9-16,1 3-3 0,-2-1-1 0,-2 0 0 15,1-1-2-15,3 1-5 0,-2 2-11 0,4-1-4 16,-5-2-5-16,3 2 1 0,2-2-2 0,-1 2-5 16,5 1-1-16,-8 0-2 0,8 0-4 0,0 0 10 15,-9 0 11-15,9 0 13 0,-5-3 3 0,5 3 7 16,0 0 4-16,0 0-5 0,0 0-9 0,0 0-16 16,0 0-10-16,18-5-17 0,0 4-7 0,3 0-5 15,10 0-13-15,5-2 2 0,14 0 1 0,5 2-6 16,2-1-3-16,3 1-8 0,31-3-2 0,-26 1-7 15,31-1-3-15,4-3-1 0,0-1-7 0,3 1 3 0,-6-1 15 16,3 4 26-16,-8 0 12 0,-27 2-1 0,26-3 1 16,-30 5-5-16,-3-1-2 0,2 0-11 15,-4 2-2-15,-2-1-2 0,-19 0-5 0,5-1-2 16,-8-1-2-16,-1 4-10 0,-4-7-1 0,-11 5-5 0,-3-1 0 16,-3 1-7-16,-2 0 5 0,-2 0-15 15,-6 0-5-15,11 0-3 0,-8 1-6 0,-3-1-4 16,0 0-4-16,0 0 1 0,0 0-3 0,0 0-13 15,0 0-13-15,0 0-17 0,0 0-10 0,0 0-8 0,0 0-4 16,0 0-7-16,-21 2-4 0,21-2 3 0,0 0-5 16,-7 0 0-16,7 0-13 0,0 0-11 0,0 0-7 15,0 0-18-15,0 0-37 0,-4-4-19 0,4 4-10 16,0 0-12-16,0 0-19 0,0 0-22 0,2-5-30 16,-2 5-27-16,0-6-8 0,0 6-6 0,2-5-2 15,-2 5-184-15,2-4-548 0,-2 4 242 0</inkml:trace>
  <inkml:trace contextRef="#ctx0" brushRef="#br0" timeOffset="28562.732">10874 6986 185 0,'-3'-3'213'0,"2"-1"5"0,1 4-1 16,-1-6-3-16,1 6-2 0,-4-5-10 0,4 5-5 15,0-3-8-15,0 3-9 0,0 0-10 0,-4-4 6 16,4 4-19-16,-2-4-8 0,2 4-10 0,-4-4-1 15,4 4-9-15,-6-2-2 0,6 2 4 0,-8-4-6 0,4 2 0 16,-1 1 10-16,-4 0-1 0,5-2 11 16,-1 1-9-16,-3-1-2 0,3 2-5 0,0-1 3 15,-3 2 1-15,8 0-5 0,-9-3 6 0,4 2-5 16,5 1-8-16,-5-1-10 0,5 1-7 0,-6-2-1 0,6 2-8 16,0 0-9-16,-1-4-11 0,1 4-2 15,0 0-9-15,0 0-8 0,20 11 0 0,-6-7-10 16,9 6-10-16,4-2 5 0,0 1-8 0,1-2-1 15,-3 3-5-15,6-1 0 0,1-1-6 0,-4 1 3 0,0 0-5 16,-2 0-3-16,-7-1-3 0,1-5 1 16,-3 2-3-16,-4 0-1 0,-2 1 0 0,-3-5 1 15,1 1-3-15,-3 1-2 0,1-1 5 0,-3 2 4 16,0-3 5-16,-1 1 4 0,2 0 7 0,-5-2 4 0,4 2-7 16,-4-2-3-16,0 0-2 0,4 1-4 0,-4-1-1 15,0 0-2-15,0 4 1 0,0-4 14 16,-8 7 8-16,2-3-2 0,-3 0 2 0,-4 2-8 15,-3 1-4-15,0 3 2 0,-3 1-7 0,-6 1 1 0,-2 1-2 16,-1 2-5-16,-3-2 1 0,-1-1 2 0,0 2-6 16,3 3 0-16,-3-2 1 0,1-3 0 0,3 0-4 15,6 1-2-15,-5-2 1 0,8-2 1 0,2 0-2 16,0-1-2-16,3-1-1 0,3-2 1 0,1-2 2 16,4 1-5-16,-2-1 6 0,3-1-4 0,0 0 6 15,1-1-3-15,4-1 3 0,-5 3-3 0,5-3-3 16,0 0-3-16,0 0-16 0,-5 2-11 0,5-2-17 15,0 0-20-15,0 0-32 0,0 0-37 0,0 0-45 16,0 0-47-16,0 0-37 0,0 0-41 0,13-9-46 16,-8 8-59-16,1-3-72 0,-1 1-301 0,2-3-843 15,-1-1 373-15</inkml:trace>
  <inkml:trace contextRef="#ctx0" brushRef="#br0" timeOffset="32194.2772">13151 6338 137 0,'0'0'189'0,"0"0"-10"0,-10-5-10 16,10 5-6-16,-2-1-7 0,2 1-9 0,0 0-1 0,0 0-7 15,-7-3-4-15,7 3-9 0,0 0-5 0,-3-2-7 16,3 2-1-16,0 0-2 0,-4-5-3 15,4 5-2-15,-3-2-1 0,3 2-2 0,0 0 2 16,0 0 2-16,-4-4 0 0,4 4 3 0,-2-3-6 0,2 3 3 16,-2-4 0-16,2 4-1 0,0 0-6 0,0 0-2 15,0 0-3-15,2-6-9 0,-2 6-5 0,0-5-10 16,0 5-7-16,1-5 0 0,-1 2-5 16,2 1-9-16,-2 2-5 0,3-4-12 0,2 0 3 0,-3 1-6 15,1-3-6-15,2 2 0 0,0 0 1 0,3 0-4 16,-1-2-5-16,3-1-2 0,1 3-6 0,2-2-6 15,1 1 5-15,0-1 3 0,4-1 0 16,0 2-10-16,1-1 11 0,3 1-10 0,-2 0 11 0,1 0-11 16,6-1 1-16,2 2 16 0,-2-3-12 0,2-1-1 15,-1 1 5-15,-11 1-8 0,15-1 1 0,-4 0-3 16,-8 1 3-16,1 2-2 0,2 1-2 0,-4-4 3 16,-1 3 3-16,0 3-3 0,-7-2-2 0,2 0-1 15,0 3 1-15,1-2-1 0,-1 1-4 0,0 1 4 16,1 1 2-16,-2-1-3 0,1 2-4 0,1-1-2 15,0 0 5-15,-4 3 3 0,2-1-5 0,-1 3-2 16,2-2 10-16,1 2-8 0,-2 1 0 0,-2-1 17 16,9 3-13-16,-5 2 2 0,2 0 3 0,-2 2-12 15,6 4 7-15,-3-3-1 0,1 7 10 0,2-1-9 16,3 2-7-16,-5 1 7 0,6 0-3 0,-2 0-15 16,0 0-14-16,-2-1 1 0,2 1 0 0,-2 0-6 15,0-2 3-15,1-1 4 0,-8-6-3 0,2 1 7 16,1-2 0-16,-5-1 5 0,7 0-2 0,2-1 6 15,-4-3 5-15,4 1-6 0,1-4 2 0,-2 3 2 16,12-1 5-16,-10-4-2 0,2 2 3 0,-2-3 0 16,7 2 7-16,-9-5-5 0,3 1 0 0,-4-3 1 15,3 2 11-15,-1 1-9 0,-1-2-2 0,-1-1 2 16,2 1 1-16,-5 0 1 0,1 2 2 0,2-1-9 16,-5 0 18-16,6 0-10 0,-7 1-4 0,4 0 0 15,0-1 3-15,4 1 0 0,-8 1 2 0,7 1 0 16,-7-2-5-16,7 3 8 0,-6-2-3 0,-2 3 3 0,1-1-3 15,-1 1-2-15,1 2 5 0,-2 0-7 16,3 0 4-16,1 5-1 0,-1-1 2 0,1 0 3 0,-1 2-2 16,1 2-5-16,-3-1 7 0,1 1-3 15,-1 3-7-15,-4-2 12 0,3 3-4 0,1 5 10 16,-7-3-8-16,3 4-3 0,-5-5 1 0,-2 6 4 0,-4 0-8 16,3-6 5-16,-3 6-4 0,-5-1 6 0,0 2 1 15,2-2-2-15,0-6-4 0,-2 5 3 16,0-5 3-16,2 0-3 0,-2 6-7 0,0-6 5 15,1 0 12-15,3 0-16 0,1 2 1 0,0-1-3 0,0-1 6 16,-1 0 1-16,4 0 2 0,-3-1-6 16,3-1 5-16,1-1 0 0,-1 3-3 0,1-6 2 15,-2 5-4-15,2-5-1 0,-1 2 8 0,2-1-8 16,1-1 4-16,-1 4 2 0,0 0-3 0,2-1 4 0,-3-2-2 16,4 5-1-16,-1 0 0 0,0 0 2 0,2 1 2 15,0 8-4-15,0-4 1 0,3 4-2 0,-4-8 0 16,2 6 5-16,5 2 3 0,-3 2-3 0,3 0-6 15,-2 0 7-15,-3 0-6 0,5-2 3 0,-3 2-2 16,-4-4-1-16,-4-6-3 0,0 6 2 0,0-5 3 16,-4 1 1-16,-2 3-2 0,-1-4-6 0,-3-2 4 15,1-1 0-15,-10 5-2 0,2-1 0 0,-2 0-5 16,-4-1-2-16,0-1 0 0,0-1-2 0,0 2 0 16,-5 1 2-16,4-3-1 0,-4 2 3 0,-1-1 6 15,0 2-1-15,0-1-3 0,1-1 6 0,-2 2 3 16,2-3-6-16,-3 0 3 0,2-2 1 0,0-2-6 15,-2 1-1-15,-1-1-3 0,0-1 22 0,4 0-9 16,-7-2-7-16,2 1 4 0,-1-1-4 0,0 3 7 16,1-1-6-16,1-2-3 0,-2 2 0 0,8 0-1 15,3 1-6-15,5-4-6 0,6 4 3 0,0 0-1 16,2 1 4-16,7 1-3 0,-1 2 0 0,4 1 4 16,4-1 3-16,3 1-1 0,0-1 8 0,5 4-8 15,-3-4 1-15,0 2 1 0,-2-4-1 0,1 2 0 16,-1-2-1-16,0-1 0 0,-1 2 1 0,-2 1-6 15,0-2 9-15,-6 0 4 0,0 3-3 0,-3-1-5 16,-5-2 8-16,-4 7-5 0,-6 1 2 0,-1-6-5 16,-6 3-6-16,-5-1-11 0,0-3-11 0,-14 4-24 0,-5 1-11 15,3-6-12-15,-6-4-8 0,-1 0-5 16,3-3 5-16,-6-2 5 0,2 2 16 0,-7-2 13 16,1-1 14-16,2 0 24 0,-2-2 11 0,0-1 23 15,-2 3 13-15,-3 1 11 0,2-1 4 0,4-1 11 0,2-2 7 16,-2 0 1-16,2 0 12 0,5-3-10 15,-1-2 6-15,4 2 9 0,-3-3-3 0,17-1 0 16,-1 0-1-16,0-3-13 0,-2 2-7 0,4-3 0 16,-2 0-4-16,4-1-4 0,-1 1 4 0,3-3 6 15,5 3-3-15,-3-6 8 0,4 3 2 0,2-3-7 16,3 5-4-16,3-3-3 0,3 0-4 0,0 0-6 0,3-2-10 16,-1-1 9-16,3 1-15 0,0-3-6 15,2 0 2-15,-2-3-4 0,1-3 3 0,0-2-2 16,-1-1-1-16,1 2 1 0,-4-1-3 0,7-3-6 0,-2 2-10 15,6-4 2-15,0 0 1 0,4-2-5 0,3 0-1 16,6 2-1-16,-4-1-2 0,5 0 0 0,5 0 9 16,-3-3 0-16,4 4 2 0,-5 1 11 0,5-2-7 15,-4 3-1-15,1-1 14 0,-2 2 6 0,-3 0 3 16,0-1-5-16,-2-2 8 0,-2-1-5 0,2-2-4 16,-4 2-5-16,0-3 11 0,2 0-12 0,-1-1-5 15,-2 0-6-15,4 0 5 0,0 1-2 0,0 3-2 16,6-1 1-16,-4 3 5 0,0 1-4 0,0 1-1 15,5 4-5-15,-5-2 16 0,0 1-13 0,-3 6 1 16,1 1 4-16,-2-4 2 0,0 3 5 0,1-2 0 16,-3 0 0-16,2-4-11 0,-6 4 6 0,1 2-2 15,-4-2-3-15,1 1-7 0,0 2 17 0,0 0-14 16,-3 2 0-16,2 4-1 0,-3-1-6 0,1 0 7 16,2 3-6-16,-1-1-2 0,1 2 1 0,-1 1 18 15,5 2 8-15,-4 1 4 0,3-1 5 0,-2-1 10 16,-2 3 11-16,4 1-4 0,-3-2 0 0,4 1 5 15,-1-3-5-15,-2 2-10 0,2 1-5 0,-3-2-5 16,-1-1-3-16,1-1-5 0,-1 2-5 0,-4-2-5 16,2-2 4-16,-3 4-5 0,0-5 3 0,0 4-4 15,0 0 1-15,0 0 2 0,2 1-4 0,3 2 1 16,1-1 3-16,-2-1-2 0,-1 0 3 0,5 2 0 16,-2-2 1-16,1 0-3 0,1 0 0 0,-1-1-8 15,3-1 7-15,1 4-3 0,2-3-3 0,1-3-5 16,1 2 8-16,1-2-4 0,1 1 1 0,-1 0 2 0,3-3 3 15,1 4-6-15,-3-4 2 0,-1 0 2 0,3 0-3 16,-5 1 4-16,5-4-5 0,-3 4 0 0,1-5 2 16,0 0 0-16,-3 3-6 0,5-3 4 0,-4 0-4 15,0 1 2-15,2-1-3 0,-1 1 1 0,2 0 2 16,1-1-3-16,0 1-1 0,1 0 2 0,0-1-1 16,0-2 3-16,3 4 0 0,-3-1-5 0,1-3 1 15,4 3 4-15,-2 0-1 0,1 0 4 0,-3 0-1 16,3 0-1-16,-1-1-6 0,-3 3 9 0,3-1-2 15,-4-1-3-15,1 1-1 0,0 3 2 0,1-1 3 16,-6 0 1-16,4 1 3 0,-3 1-1 0,1-2 8 16,-2 1-6-16,0 1 3 0,-3 0 4 0,7-2-1 15,-5 0-3-15,0 2-2 0,-2-1-4 0,1 1 4 16,-2 1-3-16,-1 0 1 0,2 0-3 0,-2 2 3 16,1-1 7-16,0 2 11 0,0 0 2 0,-1-2 0 15,2 3 0-15,3 1-3 0,-4-1-3 0,-1-1-4 16,1 2-1-16,2-1-3 0,-2 0-2 0,0 0 0 15,3 2-2-15,-4 2-3 0,3-4-1 0,-2 0 6 16,-1 4-5-16,4-4 0 0,-3 2-4 0,-1 2 2 16,3-4 0-16,-3 4-1 0,4-3 2 0,1 0 0 15,-5 3-4-15,5 0 0 0,-3-4-4 0,4 1 6 0,-1-1-3 16,4 0-1-16,1-1-2 0,0 0 3 16,0-1-3-16,3-1 1 0,1 1-2 0,1-1-2 15,2 1 10-15,0-2-7 0,-7 4 1 0,5-6 6 16,-7 7-4-16,2-3 0 0,2 0-5 0,-2 1 7 0,-2 2-1 15,-2-3-3-15,0 3 2 0,1-1 3 0,-2 0-2 16,1 2-1-16,-2-3 0 0,1 4-1 0,0-2 3 16,-2 1-2-16,1-3 0 0,-1 3 6 0,0-1-10 15,2 0 2-15,-1 1 3 0,-4 2-2 0,6-5 1 16,-2 2-1-16,-3-1-3 0,3 1-3 0,0 0 7 16,1-2-1-16,-1 2-1 0,0 0-1 0,2 0 3 15,-1-1-1-15,2 0 1 0,-2-1-1 0,0 3 0 16,4-2 0-16,-4 2-3 0,-1 0 3 0,1-2 0 15,0 2 0-15,-1-1 2 0,-4 3-1 0,8-4 2 16,-5 2-3-16,0 0 4 0,-3 2-2 0,4-4 0 16,0 3-2-16,-4 1 6 0,2-3-5 0,1-1-1 15,-3 4 2-15,4-1 0 0,-4 1-1 0,5-4-1 16,-2 3 1-16,-3 1-3 0,6-4 2 0,-4 1-3 16,-2 3-4-16,5-5 2 0,-2 4-8 0,1-2-4 15,-4 3-8-15,7-3-3 0,-4 1-2 0,-3 2-16 16,4-3-18-16,-4 3-18 0,0 0-33 0,4-2-38 0,-4 2-52 15,0 0-50-15,0 0-51 0,0 0-19 0,0 0-39 16,0 10-344-16,0-10-766 0,-7 5 339 16</inkml:trace>
  <inkml:trace contextRef="#ctx0" brushRef="#br0" timeOffset="33290.113">13214 6649 67 0,'0'0'284'0,"3"-8"5"15,-2 5 3-15,-1-1 0 0,0 4 3 0,0-7 6 16,0 2-2-16,0 1 5 0,1 1 1 0,-1 3 2 16,0-6 0-16,0 0-5 0,3 3-7 0,-3 3-10 15,-3-5-10-15,3 5-10 0,0-6-9 0,0 6-6 16,0 0-13-16,0-5-9 0,0 5-11 0,0 0-23 15,0-4-16-15,0 4-23 0,0 0-15 0,0 0-22 16,0 0-14-16,0 0-15 0,0 0-14 0,0 0-5 16,0 0 2-16,-9 9-18 0,5-1-6 0,-1 2-4 15,-1 0-1-15,1 5-1 0,-2 0-4 0,1 2-11 16,-7 7 1-16,6-6 0 0,-5 5-9 0,-1 0 7 16,3-4-9-16,-4 4-1 0,0 1 5 0,-2 2-6 15,1 1-1-15,0-1 0 0,0-3-1 0,-1-2 3 16,2 1-2-16,4-5 3 0,-3-2-9 0,7-4 2 0,-2-2-2 15,3 0-1-15,-1 0 7 0,4-6-10 16,-4 1 7-16,6-1-8 0,-4 2 1 0,4-5 11 16,-2 4 3-16,2-4 5 0,0 0-10 0,0 0 1 15,0 0-8-15,0 0 7 0,2-17-12 0,-1 7 15 0,-1-1-15 16,3-1-6-16,2-4-3 0,-4 3 3 16,3-4-5-16,0-1 1 0,-1 6 0 0,0 0 0 15,1-1-3-15,0 0 3 0,1 3 5 0,0 2-4 16,0-2 5-16,2 2-8 0,-3 3-2 0,1-1 9 0,0 3-9 15,1 0-2-15,3 1 2 0,0-1 4 0,1 2-3 16,1 2 1-16,-1 0-5 0,0 3 6 0,-1-1 0 16,0 0-2-16,0 4 3 0,-2-1-6 0,4 1 5 15,-3 2 2-15,0-1 7 0,0 2-6 0,-2-1 2 16,2-2 2-16,0 4-10 0,-2-1-10 0,3-2-1 16,-4 0-18-16,3 0-15 0,1 0-20 0,0 2-16 15,-3-5-21-15,7 1-21 0,-3-1-20 0,-3-2-23 16,4-3-41-16,1 0-28 0,-2-2-41 0,-1 1-45 15,-3-2-52-15,4-5-51 0,-1 1-360 0,-2 3-862 32,-2-6 381-32</inkml:trace>
  <inkml:trace contextRef="#ctx0" brushRef="#br0" timeOffset="34119.2109">13394 6840 28 0,'0'0'284'0,"0"0"-2"0,0 0-10 16,0 0-9-16,0 0-15 0,2-4-15 0,-2 4-16 15,0 0-12-15,0 0-21 0,0 0-18 0,6-3-18 16,-6 3-15-16,4-2-9 0,-4 2-16 16,0 0-17-16,11-2-7 0,-11 2-7 0,9-1-14 15,-9 1-2-15,0 0-4 0,13 5-11 0,-4-4 1 0,-4 0-13 16,-5-1-3-16,12 3 0 0,-6-1-3 0,2 2 1 15,-3 0-8-15,-3 1 1 0,2-1-2 0,-1 1 0 16,-2 1-3-16,2 1-4 0,-3 2 2 16,-3-3 0-16,3 2-1 0,-1-2 3 0,-3 3-6 0,-3-1 0 15,-4-1 6-15,5 0-6 0,-3-1-5 0,2-1 4 16,-3 1 10-16,1-1-17 0,-1-2 1 0,1 0 6 16,4-1-8-16,-3 1 5 0,3-3 1 0,-2 0 1 15,7 0-1-15,-10 0-2 0,7-4 2 16,0 0-5-16,0-2 0 0,2 1 6 0,1-3 7 0,0 2 1 15,0-3-2-15,3 1 7 0,-2-3-1 0,4 1 8 16,-1 1 7-16,0 4 1 0,-1-4 1 0,0 2 15 16,2-1-18-16,-1 3-9 0,-3 0 5 0,6-1-4 15,-2 2 1-15,0 1-12 0,-5 3 3 0,13-3-1 16,-8 1-8-16,-5 2 10 0,0 0-10 0,18 3 3 16,-12-1-16-16,1 0 22 0,-1 0-12 0,0 2-2 15,1 4-5-15,-1-1 8 0,1 0-1 0,-1 0-6 16,1 2-3-16,-1-3 7 0,-3 2-1 0,1-2-4 15,-1 0 1-15,1 2 1 0,-2-2 3 0,0 0-13 16,4 1 16-16,-5 1-5 0,3-5-2 0,0 2 5 16,0 0-8-16,-3-1 8 0,2 0 7 0,-1 0-10 15,-2-4-10-15,1 4 13 0,-1-4 7 0,7 6-6 16,-7-6 0-16,0 0-2 0,0 0-1 0,15-8 7 16,-10 3 3-16,0 2 15 0,4-5 2 0,-4 1 6 15,3 0 1-15,1 0 6 0,-3-4-3 0,2 4-2 16,1-4-5-16,0 4 4 0,0-4 0 0,0 7-1 15,-1-6 8-15,-3 3-1 0,3 2-4 0,2 1-5 16,-4 0-15-16,2 0 9 0,-1 4-8 0,0-1 1 16,3 1-10-16,-2 2 9 0,2 2-3 0,-1-1-11 15,-2 3 7-15,2-1-7 0,-2 1 8 0,-1 3-10 16,-2-2 2-16,1 3-3 0,-1-2 2 0,0 2-1 16,-2-1 1-16,-2-1-6 0,4-1 4 0,-4 1 9 15,1-3-7-15,-1 0-5 0,0 0 5 0,3-1-1 16,-3 1 4-16,1 0 2 0,-1-5 4 0,0 3 11 15,0-3 7-15,0 0 1 0,0 0 3 0,0 0 7 0,4-14-4 16,-3 7-3-16,3-6-3 0,5-2-8 0,-3 1 5 16,2 3-7-16,-3 0-4 0,3 0-3 15,1 1-6-15,-1 1-13 0,-2 0-21 0,3 1-35 16,-2 2-36-16,1-1-53 0,1 4-39 0,-1 0-36 0,1 1-42 16,-4-1-48-16,1 0-36 0,2 2-31 0,-8 1-261 15,10-1-693-15,-10 1 307 0</inkml:trace>
  <inkml:trace contextRef="#ctx0" brushRef="#br0" timeOffset="34746.1942">14074 6860 56 0,'4'-3'281'0,"0"0"4"0,1 2-2 0,-1-1-14 0,-2-2-7 15,-2 4-10-15,7-3-9 0,-5-1-15 0,-2 4-14 16,4-2-11-16,-4 2-18 0,4-2-16 0,-4 2-19 15,0 0-15-15,5-2-14 0,-5 2-14 0,0 0-16 16,0 0-7-16,8 4-16 0,-6-1 2 0,-1 3-11 16,-1-1-5-16,2-1-11 0,-1 2 18 0,-2 0-17 15,1-1-11-15,-2 4-6 0,1-2 1 0,-1 2 0 16,-2-3-3-16,-1 3-1 0,0-5-1 0,-2 4 1 16,-2-2-5-16,-1-2-2 0,4 2-2 0,-5-1 1 15,1-1 0-15,5-3-3 0,-4 0-5 0,4 0 12 16,5-1 1-16,-13-2-8 0,8 0 1 0,0-2 0 15,1-1-5-15,2-1-2 0,0-1 7 0,4-3 0 16,-2-1-5-16,2 2 1 0,2 1 8 0,-1 1 2 16,3-5-1-16,2 4 10 0,-2 2 4 0,3-2 4 15,-5 3-6-15,1 1-4 0,1 1-1 0,-2 1-3 16,1 1 0-16,2 1-9 0,-7 0-6 0,10 3 18 16,3 2 7-16,-7 2 4 0,2 2 10 0,1 7 8 15,-3 0 9-15,2 2 12 0,0 9-2 0,-3-2 7 16,2-1-3-16,-3 2 1 0,1 0-2 0,-1 3-1 15,-1-3-5-15,-1 2 2 0,-2 0-3 0,3-3-9 16,-2 5-1-16,0-6-8 0,-2 2-4 0,0-7-2 16,-2 8-5-16,2-8-3 0,0-1-5 0,-1-1-4 0,1 0-1 15,1-4 0-15,-3-4-5 0,2 5-3 16,0-5 0-16,-2 2 0 0,3-5 0 0,-1 0 10 0,1-1 11 16,-1-1 11-16,1-4 10 0,-2 6 13 15,2-3 12-15,-2-1 19 0,2-2 8 0,0 0 8 0,0 0-7 16,0 0-13-16,-15-2-6 0,8-1-11 0,-1-2-7 15,-3 0-9-15,1-1-13 0,-3-4-2 16,-2 2 1-16,-1-2-13 0,-2 0-2 0,4 2-5 16,-1-4-2-16,3 6 4 0,1-2-6 0,1 2-6 0,2 0-15 15,-1-2-41-15,4 4-43 0,-1-2-55 0,2 0-55 16,4 0-49-16,0 0-54 0,4 0-68 0,0 0-61 16,3 0-60-16,9-5-51 0,-6 8-358 0,8-2-959 15,-5 1 424-15</inkml:trace>
  <inkml:trace contextRef="#ctx0" brushRef="#br0" timeOffset="35229.7546">14345 7014 19 0,'0'-5'358'16,"0"5"28"-16,-1-7-9 0,1 2 6 0,0 5-6 15,-3-7-17-15,2 5-18 0,1 2-19 0,0-7-27 16,0 7-12-16,-5-4-30 0,5 4-26 0,0 0-26 16,0-5-19-16,0 5-18 0,0 0-18 0,0 0-18 15,0 0-8-15,0 0-18 0,0 0-13 0,0 0-8 16,6-2-10-16,-6 2-7 0,0 0-4 0,0 0-6 16,0 0-7-16,0 0-4 0,16 5-4 0,-12-3 3 15,3 0-8-15,-1-1-5 0,2-1 1 0,0 0-2 16,1 0-3-16,1 1-3 0,-4-2-4 0,-6 1-1 0,16-1 1 15,-11-1 0-15,1-2-6 0,-1 2 5 16,1-1-14-16,-3-1-3 0,2 0-2 0,-1 0-1 16,-3-1 1-16,2 0-6 0,-3 0-2 0,-4 0 0 15,4 1 6-15,-4 0-6 0,-2-2-2 0,4 2 1 0,-4 1 1 16,1 1 0-16,0-1 2 0,1 1-3 0,-6 2-4 16,2-1 6-16,-3 2 1 0,3 1-1 15,-1 3-3-15,3-2 9 0,-2 4-2 0,-2 0-5 16,1 2-1-16,3 1 3 0,2-1 6 0,2-1 1 0,-5 4-1 15,6-1-1-15,1 0 7 0,1 1-6 16,-1-4 2-16,4 4 1 0,1-3 2 0,-1 0 4 0,3 2-5 16,4-4 4-16,0 0 2 0,3 0-2 15,4-1-2-15,-1 0-1 0,2-2-1 0,10-1 0 0,-10 1-48 16,2-2-62-16,-1-2-77 0,1 0-117 0,-2 0-138 16,-5-2-349-16,-3 1-853 0,0-5 378 0</inkml:trace>
  <inkml:trace contextRef="#ctx0" brushRef="#br0" timeOffset="35949.2588">12745 7714 49 0,'-4'-2'353'16,"0"-1"7"-16,-2 2 4 0,4-3 14 0,0 1 0 15,-2-3-3-15,3 1-10 0,-2 3-10 0,3 2-13 16,0-8-11-16,0 4-7 0,0 4-16 0,3-6-9 15,-6 1-9-15,3 5-7 0,0 0-14 0,3-4-33 16,-3 4-24-16,-3-4-27 0,3 4-32 0,0 0-12 16,0 0-11-16,0 0-14 0,3 13 11 0,-3-5-17 15,3 3 0-15,-3 2-1 0,0 2-4 0,0 3-8 16,0-1-5-16,0 7-8 0,-3-5-19 0,-1 0 3 0,4 7-26 16,-6-1 20-16,3 0-8 0,-4-6-7 0,0 6 0 15,2-7-5-15,-1 0-1 0,0 1-13 16,3-1-19-16,-4-1-43 0,4-7-71 0,-1 1-47 0,1 0-38 15,1-3-31-15,0-1-35 0,2-1-40 0,2 0-27 16,-2-1-27-16,1-1-46 0,1-2-46 0,-2-2-40 16,0 0-300-16,0 0-846 0,9-6 374 0</inkml:trace>
  <inkml:trace contextRef="#ctx0" brushRef="#br0" timeOffset="36277.7265">12589 7632 369 0,'3'-8'394'0,"-3"-2"11"0,1-1-19 16,3 0-9-16,5 1-15 0,-3 0-19 0,3-1-22 16,0 3-22-16,5-7-19 0,0 3-15 0,4 1-17 15,0 2-12-15,7-5-25 0,1 6-16 0,2 1-19 16,0 0-15-16,-1 1-15 0,-5 3-7 0,7 1-12 0,-2 1-16 15,-7-1-14-15,1 2-7 0,-2 3-9 16,-1-1-11-16,-8 1-7 0,3-1-4 0,0 4-10 16,-4-1-5-16,0 1-5 0,-3 2-4 0,-2-2-3 15,-3 4-1-15,-3 1-4 0,-1-1 3 0,-6 6-4 0,-5 7-4 16,-4-4 1-16,-5 1-1 0,-2-1-1 0,-5-4-2 16,-1 6-3-16,0-4-1 0,2-2-29 0,0 1-39 15,5-1-43-15,6-7-50 0,4 2-60 16,2-5-54-16,2 2-38 0,5-3-37 0,5 1-75 0,1 1-364 15,5-1-839-15,4-1 371 0</inkml:trace>
  <inkml:trace contextRef="#ctx0" brushRef="#br0" timeOffset="37341.2351">12935 7906 13 0,'-1'-4'337'0,"1"4"-6"0,-4-6-10 0,2 3-18 16,2 3-7-16,0-7-17 0,-2 3-22 0,2 4-12 15,2-7-31-15,0 4-9 0,0 0-15 0,0-3-25 16,-2 2-14-16,0 4-29 0,5-2-3 0,-1-1-19 16,0 2-9-16,-4 1-1 0,6-1-21 0,-6 1-6 15,0 0-9-15,11 4-4 0,-9-2-14 0,2-1 7 16,-3 5-9-16,3-1-6 0,-4-1 0 0,0-1-2 15,0 4-8-15,0-1 3 0,-1 1-1 0,-3-1-4 16,-2 1 4-16,0 2-3 0,1-3-3 0,-5 1-2 16,2 0-1-16,2-1 3 0,-2-1 3 0,1-1-9 15,0-1 0-15,1-2 0 0,1 0 10 0,1 1-1 16,4-2-10-16,-11 0 5 0,11 0 4 0,-7-4-4 0,5 0 7 16,0 0 8-16,1-2 2 0,2-2-3 15,2 1 1-15,-1-1 3 0,2-2 4 0,3 1 3 16,-1-2 0-16,0 2 2 0,2-1 0 0,-1 0-10 15,0 3 9-15,1-3 2 0,-2 4-5 0,3-2-5 0,-5 3 0 16,4 1-6-16,-2 1-5 0,-1-1-3 16,3 3-2-16,-3 0-1 0,4 1-6 0,-9 0 0 15,14 3-5-15,-5 3 2 0,-3-2 12 0,3 1-14 16,-1 1-1-16,0 3 4 0,-2 2-2 0,-1-2-4 0,0 3 0 16,0-3 4-16,-1 2 0 0,0 0 0 15,1-2 5-15,-3 1-8 0,0-1 1 0,0-1-1 0,0-1-3 16,-1-1-8-16,2 0-9 0,-3-2 1 0,1 1-9 15,-1 0 1-15,2-3 4 0,-2-2 13 0,2 3 4 16,-2-3-1-16,0 0 2 0,0 0-5 0,0 0 6 16,6-7 4-16,-5 2 1 0,4-1-6 0,-2-1 4 15,1-1 4-15,0-3 2 0,1 1 8 0,1-1 0 16,-1 3 11-16,2-2 7 0,-2 1 4 0,2-2 1 16,1 4-5-16,-3-3-6 0,4 5 0 0,-2 0-6 15,-1 0-1-15,4 1-2 0,0 1 0 0,1-1-6 16,0 4 1-16,1 0-6 0,-2 2 5 0,0 0-3 15,-1 1-2-15,0 1-1 0,-1 1 1 0,0-1-4 16,0 1 5-16,-3 1-9 0,1-1 4 0,-3 0 1 16,2 2-1-16,-2-1-1 0,-2 0 0 0,0 0 1 15,-1 0 2-15,-2-1 3 0,1-1-4 0,-3 3 1 16,1-4 2-16,2 1-1 0,-3 0-3 0,4-4 6 16,-5 3 5-16,3-1 1 0,2-2-1 0,0 0-1 15,0 0 2-15,0 0 2 0,-11-7 5 0,11 7 3 16,3-8 2-16,-2 2-1 0,3-3 0 0,1-2-9 15,0 2-2-15,3-4 1 0,7-1 0 0,4-2-2 16,4-1-2-16,0-1-4 0,4 0 1 0,0 2 1 16,-1 1-3-16,-2-3 1 0,2 1 2 0,-4 0-4 15,3-1 3-15,-2 3-6 0,-3 0 2 0,3-1 0 0,-5 4-2 16,-4 1 1-16,-2 0 1 0,-2 2 1 0,-1 0-3 16,-1 0 4-16,0 0-5 0,-1 1 4 0,-3 0-5 15,-2 4-2-15,-1-2 0 0,-1-2-3 16,-1 3-3-16,0 0 4 0,-3-3-3 0,-1 4 0 0,-1-2 2 15,1 2 0-15,-2 1 1 0,-2-1-7 0,4 3 8 16,-4 0-3-16,3 1-4 0,-2 0 1 0,8 0 8 16,-14 4 7-16,5-1 8 0,1 2 21 15,3 2 10-15,-1 1 14 0,2 2 11 0,0 3 8 0,0 2 7 16,3 1 0-16,1 3 7 0,0-1-7 0,-2 1 0 16,4 0 1-16,-2-1-7 0,1 8 0 0,3-7-6 15,-4-1-10-15,3 0-8 0,-2 1-4 0,-1-1-8 16,0 0-1-16,0 1-3 0,0-1-2 0,-4 0-1 15,4 0-5-15,-4-1-5 0,1 0-2 0,1-5 2 16,1-1-24-16,-3-2-26 0,4-2-36 0,-4 0-49 16,2 0-52-16,-1 0-52 0,2-4-51 0,-2 1-36 15,0-2-42-15,3-2-64 0,-6 1-71 0,6-1-330 16,0 0-876-16,-3-9 388 0</inkml:trace>
  <inkml:trace contextRef="#ctx0" brushRef="#br0" timeOffset="37669.2463">13582 7852 253 0,'0'0'315'0,"0"0"1"15,1-4 1-15,-1 4-14 0,0 0-22 0,2-4-30 16,-2 4-22-16,2-2-27 0,-2 2-16 0,5-2-23 16,2 1-13-16,-4-2-11 0,4 2-19 0,-2-2-15 15,3 0-2-15,-3 1-21 0,2 1-6 0,1 0-9 16,0 0-4-16,0-1-7 0,-1 1-6 0,2 1 13 0,-1 0 2 15,-3-2 4-15,5 2 0 0,-3 0-12 16,-1 2 7-16,2-2-7 0,-8 0-14 0,11 1-7 16,-5 2 5-16,0 1 13 0,-2-1-11 0,1 1 8 15,0 0 1-15,-3 1 0 0,1 2 3 0,-2-2-1 0,0 0-8 16,1 3-1-16,-1-3 0 0,-1-1-6 0,0 3 1 16,0-1-11-16,0-3-1 0,0 3-3 0,0-3-6 15,0 2-32-15,0-5-39 0,1 5-49 16,-1-5-46-16,-1 5-36 0,1-5-37 0,1 3-80 0,-1-3-86 15,0 0-225-15,12-7-663 0,-7 2 294 0</inkml:trace>
  <inkml:trace contextRef="#ctx0" brushRef="#br0" timeOffset="37794.383">13866 7776 53 0,'0'0'304'0,"0"0"-27"0,4-2-33 0,-4 2-33 0,0 0-55 15,0 0-68-15,0 0-78 0,0 0-75 0,11 3-62 16,-6 1-66-16,-1-2-207 0,0 0 92 0</inkml:trace>
  <inkml:trace contextRef="#ctx0" brushRef="#br0" timeOffset="38327.3077">14004 7822 335 0,'6'-3'388'0,"-2"1"16"0,-4-2 11 0,3 0 5 15,-3 4-4-15,2-5-6 0,0 3-17 0,-2 2-17 16,0 0-25-16,0-6-33 0,0 6-28 0,0 0-24 16,0 0-40-16,0 0-26 0,0 0-21 0,0 0-19 15,0 0-12-15,0 0-18 0,-13 7-11 0,6-2-12 16,-2 1-13-16,2-1-5 0,-1 1-11 0,-1 2-7 16,-1-1-9-16,1 2-6 0,2-1-6 0,-3-2-23 15,4 5-30-15,0-8-8 0,-1 4-15 0,6-1-11 16,-2 0-4-16,1 0 6 0,2-1 0 0,1-1 0 15,3 1-5-15,1 0-3 0,5 1-6 0,4-1 1 0,3-1 5 16,2 0 1-16,0-2 6 0,4 0 3 0,4-2 1 16,-8-4 5-16,3 2 6 0,-3-3-1 0,3 1 1 15,-5-3 2-15,2 1 4 0,-3-1 4 16,1-3 3-16,-2 1-3 0,1-2-1 0,-7 4 1 0,3-7 1 16,-3 5 5-16,2-4-3 0,-3 3 0 0,0-3 1 15,1-3 4-15,-8 5-5 0,3 1-1 16,0-1 4-16,1 2 2 0,-1-1 2 0,-3 0 12 15,-1 2 10-15,0 2 4 0,0-1 16 0,0 1 7 0,0 3 12 16,3 0 4-16,-2-2 7 0,-1 1-1 0,0 4-4 16,0 0-5-16,-1-5-7 0,1 5-5 0,0 0-10 15,0 0-3-15,0 0-4 0,0 0 24 0,0 0 7 16,-7 13 2-16,6-8 18 0,-4 3 15 0,4 2-7 16,-3 0-8-16,-1 1-11 0,1 1-7 0,0 5-3 15,-4-2-6-15,0 1-2 0,2-1-6 0,2 2-5 16,3-1 3-16,-4 1-13 0,1-2 5 0,-2-3-20 15,3 1-34-15,0 0-24 0,1-4-28 0,2 2-28 16,0-1-38-16,0 0-45 0,0-3-58 0,4-1-66 16,-1 3-72-16,4-5-91 0,-2-1-87 0,3-3-298 15,-8 0-919-15,18-5 406 0</inkml:trace>
  <inkml:trace contextRef="#ctx0" brushRef="#br0" timeOffset="38780.3221">14399 7863 109 0,'0'0'372'0,"0"0"5"0,0 0 12 0,0 0 5 0,0 0-19 15,0 0-21-15,0 0-31 0,-5-2-19 16,5 2-23-16,0 0-18 0,0 0-19 0,0 0-14 16,0 0-18-16,0 0-14 0,0 0-18 0,0 0-17 0,0 0-14 15,0 0-14-15,0 0-14 0,0 0-9 0,0 0-8 16,0 0-6-16,0 0-8 0,0 0-3 15,0 0-10-15,0 0-10 0,0 0-2 0,0 0-9 16,0 0-8-16,0 0-2 0,16 0-4 0,-9 0-6 16,0-2-1-16,5 1-3 0,-1 0-5 0,0 0-1 0,1-1-3 15,1 0-2-15,0-3-4 0,-4 2 3 0,1-1-1 16,-1 3 0-16,-4-2-6 0,4-1 5 0,0-2-2 16,-5 2 6-16,3 1 11 0,-4-1-8 15,0 2-5-15,0 0-2 0,-3 2-8 0,3-5 1 0,-3 2-3 16,0 3-2-16,0-7-4 0,0 7-3 0,-5-4-2 15,-2 2-1-15,4 0-3 0,-2 0 1 16,-3 2 1-16,0 2-1 0,-1 3-3 0,-2-1 2 16,-1 2 2-16,3 0 0 0,-2 2 2 0,3-3 1 0,0 4-3 15,3 0 3-15,-1-1 2 0,6 1 1 0,0 1 3 16,1-2 3-16,8 1 1 0,0-1-2 0,5 1 4 16,5-1 0-16,8 2-5 0,3-4 1 0,-1-2-8 15,3 0-21-15,1-4-45 0,-5-1-59 0,8-6-81 16,-5 3-87-16,-4-3-111 0,-7 3-131 0,-2-3-274 15,0-1-878-15,-5-2 388 0</inkml:trace>
  <inkml:trace contextRef="#ctx0" brushRef="#br0" timeOffset="40981.279">7186 8646 124 0,'-1'-4'251'0,"1"-1"1"0,-3 0 2 0,3 5-2 0,-1-5-4 16,-2-1 9-16,3 6-16 0,0-6 10 16,0 6-8-16,-1-5-3 0,-1 1-3 0,2 4 2 15,-1-5-22-15,1 5-7 0,0 0-10 0,0 0-20 16,-1-4-6-16,1 4-27 0,0 0-17 0,0 0-15 0,0 0-8 16,0 0-20-16,0 0-13 0,0 0 13 15,0 0 8-15,1 19 1 0,-1-7 11 0,1 4-1 16,2 0 1-16,-3 9 7 0,3 3 6 0,-3 1-2 15,1 1 8-15,-1-1-8 0,3 5-8 0,-2-4 0 0,0 4 0 16,0 2-1-16,-1 0-3 0,0 1-1 0,-1 10-4 16,0-1 0-16,0 2-3 0,-2 2 0 0,-1-3-14 15,4 1 4-15,-1-2-5 0,-1 1-3 16,0-12 6-16,1 12-14 0,1-11-5 0,-3 10 1 0,2-12-7 16,-2-1-2-16,3 1-13 0,-2-1-5 0,-3-3-1 15,2 0-3-15,-1-2-6 0,3-2-7 0,-3-7 16 16,3-1-16-16,-2 0 1 0,3-3 3 0,-1-3-5 15,0 0-1-15,-2-1-11 0,3-2 8 0,0 0-1 16,-1-5-11-16,1 3 9 0,0-4-6 0,-3 1-24 16,3-1-24-16,0-3-21 0,0 0-25 0,0 7-27 15,0-4-31-15,0-3-38 0,0 0-45 0,0 0-59 16,0 0-60-16,0 0-52 0,-7-13-49 0,3 8-51 16,-4-2-398-16,0-2-969 0,-5-2 428 0</inkml:trace>
  <inkml:trace contextRef="#ctx0" brushRef="#br0" timeOffset="41374.2693">6850 9790 53 0,'0'0'319'0,"-9"-1"-4"0,9 1-2 16,0 0 3-16,0 0-2 0,-4-4-11 16,4 4-19-16,0 0-21 0,0 0-26 0,0 0-15 0,0 0-20 15,-3-3-23-15,3 3-12 0,0 0-22 16,0 0-18-16,0 0-6 0,0 0-12 0,23 4-12 0,-14-1-7 15,2-2-11-15,1 5-10 0,1-2-5 0,1-2-4 16,4 3-10-16,-3-2-5 0,2 0-5 0,3-1-10 16,-7 0-22-16,6-1-9 0,-2 0-13 0,1-1-10 15,-4-1-4-15,1-3-10 0,-2 1 13 0,1-1 0 16,-4-1-2-16,8-2 5 0,-6 1 5 0,-3-1 1 16,1-3 13-16,-1 3 11 0,-1-3 26 0,-1 2 27 15,1-3 6-15,-2 1 24 0,1 2 28 0,-2-3 15 16,1 3 20-16,-2-1 21 0,-2 0 7 0,1 0 6 0,0 2 12 15,-1 2 11-15,-1 0-2 0,2 0 8 16,0-1-12-16,-3 2-18 0,1 1-12 0,-1 3-29 16,4-3-22-16,-4 3-10 0,1-2-18 0,-1 2-3 15,0 0-15-15,0 0-5 0,0 0-10 0,-6 8-3 0,0 3 1 16,-1-2-19-16,-2 0-37 0,-4 3-55 16,-1 1-71-16,-7 4-84 0,5-4-91 0,2 0-95 15,-9 5-113-15,6-6-127 0,2-3-329 0,7 0-1039 0,-5-4 461 16</inkml:trace>
  <inkml:trace contextRef="#ctx0" brushRef="#br0" timeOffset="44202.9816">6354 10523 18 0,'0'0'204'0,"0"0"0"0,0 0 5 15,0 0 3-15,0 0 5 0,0 0 5 0,0 0-1 16,0 0 9-16,0 0 5 0,0 0 6 0,0 0 9 15,0 0 11-15,0 0 12 0,0 0 10 0,0 0 4 16,0 0 5-16,0 0 2 0,7-4 1 0,-7 4-5 16,0 0 1-16,0 0-5 0,0 0-7 0,0 0-28 15,0 0 14-15,0 0-6 0,0 0-4 0,0 0-12 16,0 0-13-16,0 0-19 0,0 0-14 0,0 0-22 16,0 0-18-16,0 0-14 0,0 0-18 0,0 0-39 15,0 0-86-15,0 0 0 0,0 0 0 0,-6 10 0 16,7-4 0-16,1 5 0 0,-2 1 0 0,1 0 0 15,1 4 0-15,1 3 0 0,-2 0 0 0,0 7 0 0,3-1 0 16,-4-4 0-16,0 5 0 0,0-7 0 16,0 6 0-16,0-6 0 0,-2 0 0 0,2 2 0 15,0-4 0-15,0 2 0 0,-2-1 0 0,2-1 0 16,0-2 0-16,0-2 0 0,2-1 0 0,-4 1 0 16,2-4 0-16,2 2 0 0,-4-4 0 0,5 4 0 15,-3-4 0-15,0-1 0 0,1 1 0 0,1-2 0 16,-1 0 0-16,0-1 0 0,-1 0 0 0,0-4 0 15,0 0 0-15,0 4 0 0,0-4 0 0,0 0 0 0,3 2-36 16,-3-2-244-16,0 0-60 0,0 0-63 0,7-10-53 16,-3 3-75-16,3-1-61 0,-5-2-334 0,1-1-1003 15,1 1 444-15</inkml:trace>
  <inkml:trace contextRef="#ctx0" brushRef="#br0" timeOffset="44860.6686">6415 10560 150 0,'0'-9'320'0,"-2"5"4"0,4 1-6 16,-2 0 0-16,0-4-9 0,0 2 3 0,1 0-2 16,1 0 3-16,-2 1-10 0,0 4-2 0,1-7-9 15,-1 3-8-15,4 1-11 0,-4-1-24 0,0 4-20 16,0 0-23-16,2-5-22 0,-2 5-22 0,0 0-15 16,0 0 2-16,0 0-1 0,17 8-5 0,-12-5-8 15,1 2-6-15,2 0 6 0,-3 2-16 0,3-1-12 16,2 1-3-16,-2 3-14 0,-2-2-8 0,2 2-8 15,1 2-8-15,-3-4-5 0,2 3-5 0,0 0-6 16,-3-2 0-16,3 2-8 0,-1-1-8 0,1 0 3 0,-2 1-10 16,0 0-7-16,-1 0 3 0,1-1 1 15,-3-4-8-15,1-1-8 0,0 0 5 0,-1 0-3 16,-1-2 2-16,2-1 4 0,0 0-8 0,-4-2 4 0,0 0-3 16,15-7-4-16,-6 0 4 0,3 0-1 15,1-7 3-15,3 0 4 0,-3 1-2 0,2-3 1 16,3-2-3-16,-4 4 13 0,-1-1 6 0,-4 2 6 0,5-1 11 15,-4 1-3-15,-1 6-2 0,-1-5 7 0,-1 6 2 16,1 0 4-16,-3 0-10 0,0 2-12 0,-1 1-2 16,-1 1 3-16,2 1-13 0,-5 1-3 0,8 0 1 15,-3 2-9-15,2 1 3 0,-3 0 10 0,-1 3 9 16,-1 2 2-16,2 1-1 0,0 1 2 0,-1 3-2 16,-1 2-33-16,-1 2 0 0,-1-1 0 0,-1 1 0 15,1 3 0-15,0-1 0 0,-2 6 0 0,-1-6 0 0,0 1 0 16,2-1 0-16,-3 0 0 0,2 0 0 0,-1-1 0 15,3-2 0-15,-4-1 0 0,4 1 0 16,0-2 0-16,0-3 0 0,-2-3 0 0,4 4 0 16,-2-6 0-16,0-2 0 0,0 3 0 0,0-1-65 0,1-4-129 15,-1 3-63-15,4-3-74 0,-4-2-76 0,8 0-77 16,-8 0-65-16,9-5-435 0,-4 1-1066 0,0-2 471 16</inkml:trace>
  <inkml:trace contextRef="#ctx0" brushRef="#br0" timeOffset="45267.5025">7032 10790 39 0,'4'-1'335'15,"-4"1"13"-15,6-3 9 0,-6 3 14 0,0 0 0 16,0 0-7-16,3-2-10 0,-3 2-9 0,0 0-11 16,0 0-19-16,0 0-10 0,0 0-18 0,0 0-14 15,0 0-22-15,0 0-21 0,0 0-21 0,0 0-24 16,0 0-18-16,0 0-18 0,0 0-12 0,0 0-13 15,0 0-11-15,0 0-9 0,0 0-8 0,9 3-6 16,-9-3-7-16,13 2-9 0,0-2-4 0,0-2-7 16,4 1-5-16,1 0-7 0,4-3-2 0,-3 1-7 15,0-4-6-15,0 3-4 0,-2-2 2 0,-2 0-3 16,-4 0-2-16,-1 1-5 0,-1-2 0 0,1 1 2 16,-6 4 6-16,2-3 1 0,-3 0-8 0,-1-1-2 15,0 3 1-15,-2 3-6 0,-4-9 0 0,1 5-3 16,-1 3-2-16,-2-2-4 0,-3 2 8 0,3-2-4 15,-3 3 4-15,0 0 3 0,0 3-7 0,0-1-1 16,-4 3 1-16,3 2 5 0,-3-3-8 0,-1 8 0 16,5-4 8-16,-2 4-12 0,2-3-3 0,0 2 2 15,-3 2-2-15,7-3 0 0,0 1-15 0,1 0-14 16,3 0-8-16,-2-3-19 0,7 4-19 0,-3-4-26 16,3 2-28-16,5-2-40 0,4 2-48 0,4-5-27 0,2 1-50 15,1 0-33-15,1-4-45 0,6 2-49 0,1-5-24 16,1-2-306-16,-1 0-809 0,4 2 357 0</inkml:trace>
  <inkml:trace contextRef="#ctx0" brushRef="#br0" timeOffset="45596.0075">7671 10718 273 0,'0'0'320'0,"2"-5"10"0,0 3-3 0,-2 2 6 0,0-4 0 16,0-1-11-16,0 5-7 0,0 0 2 0,-2-5-9 15,2 5-9-15,-5-1-9 0,5 1-7 0,-11 0-12 16,11 0-7-16,-11 3-18 0,4 0-16 0,-2 3-14 16,-1-3-8-16,0 5-9 0,4-1-12 0,-3 0-19 15,0 3-9-15,1 0-22 0,-1-1-8 0,4 2-15 16,-4-1-8-16,4 0-19 0,-3 5-3 0,4-3-7 16,-1-1-6-16,4 0-7 0,1 1-8 0,0-1-2 15,0 2-7-15,0-1-10 0,0-3-5 0,1 2-19 16,3-2-19-16,4 1-13 0,-3-2-17 0,1 1-24 15,3-4-32-15,0 1-39 0,3-3-37 0,3 1-42 16,3-3-25-16,1-2-30 0,3-5-23 0,-3 2-24 0,9-3-30 16,-1-1-34-16,1-3-29 0,0-2-21 0,-2-1-231 15,-2 4-710-15,-1-6 315 0</inkml:trace>
  <inkml:trace contextRef="#ctx0" brushRef="#br0" timeOffset="46036.0736">8036 10589 134 0,'0'-3'363'0,"0"3"26"16,0-7 18-16,0 4 14 0,0 3 13 0,-3-5 1 15,3 5-10-15,0 0-15 0,0 0-16 0,-1-6-12 16,1 6-25-16,-3-2-23 0,3 2-37 0,0 0-20 16,0 0-29-16,0 0-13 0,0 0 8 0,0 0-14 15,-2 17-12-15,-1-9-13 0,1 1-13 0,-1 1-13 16,-1 2-12-16,2 4-9 0,-1 2-13 0,2 0-18 15,-3 0-15-15,0 3-3 0,0-2-12 0,0 0-17 16,2 1-79-16,-2-2 0 0,3-1 0 0,-3-3 0 0,4 4 0 16,-3-7 0-16,2 3 0 0,1-5 0 15,-2 1 0-15,2-3 0 0,0 0 0 0,0-2 0 16,0 1 0-16,2-2-14 0,-2-4-33 0,4 4 3 0,1-2 8 16,-5-2-3-16,14-4 13 0,-5-2-2 0,0 0 5 15,1-1 0-15,2-2 5 0,-3 2 6 0,2-3-8 16,-1 3 1-16,-1-2 7 0,0 1 6 0,-1 2 11 15,-2-3 6-15,0 3 4 0,-1 1 12 0,1 0 5 16,-1 3-4-16,-1-2-2 0,0 3-2 0,0-1 0 16,-4 2-13-16,3-4 5 0,-3 4-11 0,3-1-4 15,-3 1 12-15,0 0-9 0,0 0-3 0,10 6 0 16,-6-3 6-16,-1 0-10 0,0 1-16 0,3 3-21 16,0-2-33-16,1 0-34 0,1 2-39 0,0 1-39 15,2-2-45-15,-1-1-59 0,-1 0-48 0,-2-1-36 16,4 1-45-16,-2 0-38 0,1-3-29 0,0 1-334 15,2-3-888-15,-2 0 393 0</inkml:trace>
  <inkml:trace contextRef="#ctx0" brushRef="#br0" timeOffset="47068.6783">8406 10810 208 0,'4'-3'275'0,"-4"3"10"15,4-5-2-15,-3 0 2 0,2 1 1 0,-2 2 2 16,-1 2 3-16,5-6-9 0,-5 6-2 0,4-4-18 0,-4 4-10 15,1-2-14-15,-1 2-15 0,3-4-24 0,-3 4-15 16,0 0-21-16,0 0-18 0,0 0-13 16,0 0-21-16,9 5-8 0,-8-2-4 0,-1-3-16 15,4 6-9-15,0-3-3 0,-3 2-12 0,4 1-12 0,-1-1 5 16,-3 2-8-16,-1-1 0 0,3 1-5 0,-2 0-6 16,-1 1-2-16,0-2 0 0,-1 1-4 0,-2 1-4 15,2-4-2-15,-4 2 1 0,-3-1-3 16,2 1 4-16,-2-1-1 0,-1-1-10 0,-4 0-1 0,4-1 7 15,0 1-11-15,-1-1 5 0,1-3-1 0,1 0 3 16,8 0-4-16,-11 0 0 0,3-3 2 0,3-2-1 16,0 3 0-16,1-2 0 0,1 0-6 0,3-5 1 15,0 6 1-15,2-10 1 0,-1 3-2 0,4 1 2 16,1 1 7-16,-4 0 2 0,5 2-4 0,-1-1 4 16,3-2-3-16,-4 5-1 0,3-1 0 0,-2 0 5 15,0 2 5-15,2 1-5 0,-2-1 1 0,1 2-1 16,3 1-4-16,-10 0 1 0,10 2 1 0,-2 1-4 15,1-1 0-15,-4 3-1 0,3-1-2 0,-2 0 4 16,-2 2-5-16,5 1-3 0,-3-2 1 0,-3 0 1 16,2 2 1-16,-2-1-5 0,2 2 4 0,-4-2-3 15,4 0-1-15,-2-3 4 0,0 2-4 0,-1 1-1 16,0-2 3-16,2-2-1 0,-1 3 0 0,-1 0-1 16,1-3 3-16,1-1 2 0,-4-1 1 0,10 2-1 15,-4-4-2-15,-6 2 1 0,13-2-1 0,-5-1 1 0,3-3-2 16,-2 2 2-16,0 0-3 0,-1-3-1 15,3 1 2-15,-2 2-1 0,-4-3 7 0,4 2 6 16,-4 1 8-16,2-1 11 0,-2 1 7 0,-1-1 2 0,1 3 2 16,-3 1-4-16,2-3 2 0,0 3-4 0,-4 1 1 15,4-2-12-15,-4 2-5 0,0 0-4 0,5-1-3 16,-5 1-7-16,0 0 4 0,9 4-7 0,-4-1 1 16,-3-1-1-16,1-2 1 0,2 5-3 0,-2 0-1 15,-1 0-1-15,1 0-2 0,2-1-1 0,-2 1-2 16,2 0-11-16,-3-1-2 0,1 1-6 0,-1 0-3 15,2-1-5-15,-1-2-4 0,1 1 3 0,-3 0 4 16,1 1 2-16,-2-4 1 0,8 3 1 0,-4-3 4 16,-4 0 4-16,8 0-1 0,-8 0 5 0,11-7 1 15,-1 3 2-15,-6 1 1 0,5-2-2 0,0-2 5 16,-3 0-3-16,2 0 5 0,-2 0 2 0,-2 0 11 16,4 3 4-16,-3-2 7 0,1 0 1 0,1 1 2 15,-3-1-3-15,-2 2 2 0,2 1-2 0,0 0 3 16,2 2-7-16,-3-1-6 0,-3 2-1 0,5-3-5 15,-5 3-2-15,0 0-1 0,0 0 0 0,9 4 1 16,-4-1-2-16,-2 1 1 0,-2 0-1 0,5 0-4 0,-3 0-1 16,1 0 4-16,-2 1-1 0,1 0-3 15,-1-1 3-15,2 1-2 0,-1-1 1 0,-2 0-1 16,2-1-10-16,0 0-4 0,0 1-8 0,-2-2 0 0,-1-2 0 16,4 3 0-16,-3 0 2 0,3 0 5 0,-4-3 6 15,7 0-2-15,-7 0 3 0,11-3-1 16,-6 2 6-16,3-2-2 0,-2 0 1 0,1 0-1 15,1-2 5-15,1-1 6 0,-1 2-9 0,1 0 1 0,-4 0 5 16,-1-2-1-16,2 3 11 0,1-2 12 0,-2 3 5 16,-4-2 0-16,4 3 2 0,-5 1-3 0,5-6-4 15,-2 5-3-15,-3 1-8 0,4-3 0 0,-4 3-3 16,5-1-6-16,-5 1 3 0,0 0-2 0,0 0-2 16,4 5 0-16,-3-2-3 0,-1-3 1 0,3 7 2 15,-2-4-2-15,-1 1 3 0,4-1-2 0,-2 0 0 16,1 2-3-16,-2-3-14 0,-1-2-18 0,3 6-26 15,-2-4-23-15,0 2-12 0,-1-4-22 0,0 0-27 16,3 3-21-16,-3-3-24 0,0 0-34 0,0 0-67 16,0 0-64-16,9-10-66 0,-8 6-38 0,4 0-262 15,-5-3-777-15,4-2 343 0</inkml:trace>
  <inkml:trace contextRef="#ctx0" brushRef="#br0" timeOffset="47224.8621">9140 10680 101 0,'0'0'287'15,"-2"-4"-5"-15,2 4-1 0,-6-2 3 0,4-2-19 16,2 4-31-16,-4-2-17 0,4 2-18 0,0 0-22 16,-5-5-18-16,5 5-12 0,0 0-19 0,-8 2-41 15,8-2-50-15,-5 6-57 0,2-1-62 0,3 0-88 0,3 2-56 16,-2 2-173-16,4 2-430 0,2-4 190 0</inkml:trace>
  <inkml:trace contextRef="#ctx0" brushRef="#br0" timeOffset="48194.1383">9348 10790 109 0,'0'-4'364'0,"3"1"-14"0,-3 3-5 0,0-7-8 16,0 7-9-16,-5-8-10 0,2 5-6 0,2-1-8 0,-3 0 0 16,-1 2-6-16,0 1-7 0,-2-2-6 0,1 0-21 15,2 3-18-15,4 0-24 0,-9 0-19 0,9 0-24 16,-10 0-18-16,1 0-9 0,4 3-22 0,-3 0-15 15,3 1-11-15,-3 3-7 0,2-3-8 0,2 2-11 16,-4 2-7-16,3-4-9 0,0 5 3 0,-1-2-13 16,2 0-9-16,2 0-9 0,-1-1-22 0,2-1-10 15,1 2-13-15,1-1-8 0,0 0-13 0,2 0-17 16,1 1-21-16,3-3-19 0,2 1-26 0,-2 2-1 16,5-3-14-16,1-1-18 0,-4 3-3 0,5-5 4 15,-1 0 10-15,1-1 3 0,-4-2 5 0,3 2 18 16,0-3-1-16,-2 0 10 0,1 0 9 0,-1-2 8 15,-2-2 8-15,-2 3 13 0,4 0 5 0,-3-2 7 16,-2 1 21-16,-1-1 8 0,4 1 20 0,-5-4 14 16,1 6 12-16,-1-3 3 0,1 3 13 0,-1-4 26 15,2 2 23-15,-1 2 5 0,1-3-2 0,-4 2 0 16,2 1-14-16,0 0 12 0,-3 1-13 0,-1 2-9 16,5-4-2-16,-5 4-8 0,5-2-5 0,-5 2-11 15,0 0 1-15,4-3-9 0,-4 3-7 0,0 0-4 16,0 0-3-16,0 0-1 0,0 0-1 0,8 5-5 15,-8-1-4-15,0 1 4 0,1-2-3 0,-1 2-3 16,0-1 3-16,-1 0-9 0,1 2 7 0,-3 1 0 16,-1-1-2-16,2-2 2 0,-2 1 1 0,-1 1 2 0,-3 1-3 15,3-3-1-15,-4 2 5 0,-1-2 0 16,0-2-5-16,-1 1 3 0,0 1-4 0,2-1 2 16,3-1 2-16,-1-1 3 0,-2-2-2 0,9 1 0 15,-11-3 2-15,6 0-5 0,2-1 5 0,-2 2-5 0,1-2 2 16,3 0-5-16,1-3 3 0,0 1-4 0,4 0 2 15,0-3 1-15,-1 2-7 0,1 2 5 16,0-1-3-16,1 2-1 0,0-1 2 0,3 0 0 16,-3 2-7-16,-1 1 3 0,2-2-3 0,-2 3 0 0,1-2-2 15,0 2 2-15,-5 1-4 0,13-1 0 0,-9 1 7 16,-4 0-5-16,13 4 5 0,-7-4-2 0,-2 3-3 16,2 1 7-16,1 0 0 0,-2 3-4 0,1-1 5 15,-1-2-1-15,3 3 1 0,-3-2-2 0,3 1 1 16,1 0 1-16,-3 1 3 0,2-2 2 0,0 1-4 15,0 1-1-15,1-3 2 0,-1 3 2 0,3-3-9 16,0 0 9-16,3-1 0 0,2 0 1 0,2-3-1 16,0-2 1-16,1-1-1 0,2-1 2 0,-2-3-2 15,8-6-4-15,1-4 2 0,1 1 25 0,-3-4 36 16,-2 2 18-16,1 1 5 0,-5-3-3 0,-2 1-6 16,-7 2-6-16,2-6-2 0,-3 7-1 0,-2-3-3 15,0 2-1-15,-2-1-9 0,-3 2-4 0,-2 0-3 16,3 5 5-16,-4-2-12 0,0 2-6 0,-4 3-2 15,4-2-2-15,-1 4-3 0,-2 1 2 0,1 0-2 0,-1 0-7 16,-1 3-2-16,4 2-7 0,-6-1 0 0,6 1-6 16,-8 6 7-16,3 2 0 0,1 2 14 0,0 2 4 15,2 6 3-15,-1 0 2 0,-2 10-4 16,2-3 1-16,2-2-6 0,-3 2 0 0,2-4-5 0,-1 4 2 16,3-6-2-16,0-2-5 0,3-1 1 0,-3 2-2 15,0-7-1-15,6 5 8 0,-1-1-15 16,2-1-19-16,-1-5-16 0,8 5-33 0,-1-6-36 0,5 3-29 15,-4-7-40-15,8 0-53 0,-6-1-47 0,2-5-63 16,-5 4-80-16,1-4-91 0,-2 0-351 0,-5-1-920 16,-1 0 407-16</inkml:trace>
  <inkml:trace contextRef="#ctx0" brushRef="#br0" timeOffset="48898.1974">7023 11562 132 0,'2'-10'438'0,"-1"1"4"15,2-3 7-15,-1 3-3 0,-1 1-8 0,1-1-8 16,-2 3-7-16,2 0-37 0,-2 0-8 0,3 0-12 16,-3 1-6-16,0 1-5 0,0 0-21 0,1 1-29 15,-1 3-27-15,0-5-32 0,0 5-30 0,0 0-19 16,0 0-21-16,0 0-3 0,0 0 3 0,2 11 1 15,0-3 0-15,0 4-5 0,0 0-1 0,-1 3 1 16,0 3-11-16,-1 0-144 0,0 1-17 0,0-1 0 16,-1 1 0-16,0 0 0 0,-1 5 0 0,0-5 0 15,-1 1 0-15,2 5 0 0,-4-6 0 0,4 1 0 16,-2-1 0-16,2-1 0 0,0 0 0 0,-2-1 0 16,2 1 0-16,1-7 0 0,0 2 0 0,1-1 0 0,2-1 0 15,-1 0 0-15,2-3 0 0,2 1 0 0,-2-4 0 16,1 2 0-16,4-1 0 0,-1-3 0 0,3 1 0 31,1-3 0-31,3-1 0 0,-2 0 0 0,1-3 0 0,3 0 0 0,-1-2 0 0,-3 2 0 0,1-1 0 16,-1 0 0-16,0 0 0 0,-1-2 0 0,0 1 0 15,-2 2 0-15,2-1 0 0,-2 0 0 0,-1 2 0 16,-2-2 0-16,-1 0 0 0,0 2 0 0,-1 1 0 16,-1-3 0-16,-4 4 0 0,8-2-110 0,-5 1-299 15,-3 1-46-15,0 0-39 0,0 0-51 0,4-3-16 16,-4 3-376-16,0 0-1013 0,0 0 448 0</inkml:trace>
  <inkml:trace contextRef="#ctx0" brushRef="#br0" timeOffset="49275.0055">7371 11798 166 0,'4'-5'318'0,"0"1"13"0,-2 0 6 15,1-1 6-15,2-1-3 0,-3 1-15 0,1 0 1 16,1 1-12-16,-1-2-17 0,2 1-20 0,-3 0-17 15,4-1-18-15,-3 3-16 0,1-2-18 0,0 1-22 0,0 2-22 16,-1-1-14-16,4 1-15 0,-2 0-16 0,3 2-5 16,-8 0-10-16,12 3-8 0,-4-1-8 15,-2 1-12-15,1 1-5 0,-2 0-4 0,1 1-7 16,1 3 5-16,-2 0-11 0,-3 2 0 0,2 0-7 0,-4 0 4 16,-2 0-6-16,-1 3-4 0,-1-3-3 0,-3 3-4 15,-1-2 0-15,0-1-2 0,-5 3-5 0,1-2 1 16,-1-1-6-16,-1-1 1 0,2-3 6 15,2 0-7-15,0-1 0 0,2-2 1 0,-2-1 15 0,1-1 13 16,3-2 5-16,-2-1 7 0,3-1-1 0,-3-2 0 16,3-3-6-16,4-1-1 0,-3 0 1 0,4-4-20 15,0 1 0-15,4-4-5 0,1 5-10 0,1-6-20 32,2 3-26-32,2 1-31 0,3-2-39 0,-3 6-41 15,4-3-46-15,3 1-43 0,-2 2-46 0,4 2-46 16,-1 1-48-16,-1 3-50 0,1-4-35 0,-3 8-303 15,-1-2-816-15,4 2 361 0</inkml:trace>
  <inkml:trace contextRef="#ctx0" brushRef="#br0" timeOffset="50011.6783">7789 11692 205 0,'1'-5'358'0,"-1"2"-1"0,3-3 1 0,-2 0 0 16,-1 3-6-16,0 3-10 0,0-7-9 0,0 3-12 0,0 4-21 16,0-5-24-16,0 5-34 0,0 0-21 0,0 0-23 15,0 0-18-15,0 0-22 0,0 0-15 0,-5 15-11 16,1-8-16-16,4 0-13 0,0-1-8 0,0 2-8 16,-1 1-8-16,2 0-4 0,-1 1-9 0,1-1-4 15,2-1-2-15,-2 1-7 0,3 0-4 0,-1-1-2 16,2 0-4-16,-1 1-3 0,2-1-1 0,-1 1-5 15,1 0-1-15,0-2-5 0,-1 1-5 0,1 0 0 16,-1-3-2-16,2 3-2 0,-4-2-6 0,3-2 1 16,-4 4 0-16,2-2-2 0,0-1-1 0,-2 0 0 15,-1 0-1-15,1-1 0 0,-2 0-4 0,-2 2 7 16,1-1-1-16,-1 1 0 0,-5-1 2 0,2-1 0 16,-1 1-2-16,-4-3-1 0,-1 5-3 0,1-3 1 15,1-1-1-15,-1 0 5 0,1-2-4 0,5 2-1 16,-5-1 6-16,3-2-3 0,6 0 9 0,-9 2 13 15,9-2 15-15,-6-3 3 0,6 3 2 0,-6-5 6 16,6 1-9-16,0 0-2 0,3-1-7 0,-2-1-9 16,4-3 2-16,2-2 0 0,0 1-5 0,6-2-4 15,0 0-2-15,1-1-2 0,4 3-1 0,5-7-4 0,1 4-2 16,-1-5-2-16,-1 3-2 0,2-2 0 16,-1 0 1-16,-6 5 3 0,6-4-3 0,-1 0 5 15,-7 4 2-15,-1 1 1 0,0-1-7 0,0-1 7 0,-4 6 1 16,-1-3 1-16,0 2 3 0,-2 0 4 0,-5 4 17 15,2-1-12-15,1 1-4 0,-2 1-6 0,-1 0-6 16,2 1-1-16,-4 2-5 0,0 0-2 0,0 0-1 16,0 0 3-16,0 0-5 0,0 0-4 0,-15 8-1 15,10-3-4-15,-1 3 0 0,0 0-2 0,0 0 5 16,2 0 0-16,-1 2 0 0,1-1-3 0,1-1 4 16,2 3-2-16,0-2 6 0,2 0-7 0,0 3-1 0,1-3 6 15,1 1 1-15,1-2-3 0,0 3 4 16,3-2 6-16,0-1-6 0,1 0 7 0,-2 1-3 15,1-2 3-15,0 0 1 0,-2-1 2 0,1 2 2 16,-3-5 3-16,1 2 12 0,0-2-17 0,0 2 1 0,0-1-7 16,-2 0 2-16,-1-1-2 0,-1 1 3 0,0 2-4 15,-1-3 19-15,-4 4-20 0,1-1 7 16,-2-1-23-16,-2 2-32 0,-2-2-35 0,-3 2-44 0,-2 0-52 16,-3 1-54-16,5-5-68 0,-5 1-46 0,2-1-54 15,-2 0-62-15,5-3-61 0,3 0-323 0,-3 0-908 16,3-3 403-16</inkml:trace>
  <inkml:trace contextRef="#ctx0" brushRef="#br0" timeOffset="52361.1245">15640 7945 95 0,'0'0'184'0,"0"0"-8"0,0 0-8 0,-3-9-9 16,3 9-10-16,-4-2-5 0,4 2-1 0,0 0-6 16,-6-2 4-16,6 2-1 0,0 0-3 0,-4-3-1 0,4 3-6 15,0 0-4-15,0 0-11 0,0 0-4 0,0 0-8 16,0 0-5-16,-5-3-4 0,5 3-7 15,0 0-6-15,0 0-7 0,0 0 0 0,0 0-10 16,0 0 12-16,0 0-5 0,0 0 4 0,0 0-2 0,0 0 5 16,0 0-6-16,0 0 10 0,0 0-1 0,0 0 4 15,0 0 7-15,0 0 11 0,0 0 8 0,0 0 15 16,0 0 16-16,0 0 22 0,0 0 17 16,0 0 14-16,0 0-18 0,0 0-16 0,18-5-20 0,-5 1-12 15,7 0-10-15,8-3-8 0,7 0-8 0,13-3-4 16,5-2-2-16,4 4-6 0,6-5-5 0,2 2-3 15,26 1-1-15,-2-4-8 0,4 5-9 0,3-4-9 16,0 3-2-16,9 0-9 0,0 0-4 0,-2 2 3 16,3-5-4-16,6 1 3 0,-4 0-1 0,-5 0 0 15,-3 8 3-15,-5-3 4 0,-33-3 2 0,5 5-10 16,0-1-3-16,-5 1 1 0,-1-2-1 0,-7-2-8 16,-3 6 3-16,-12 0-4 0,-4-1 2 0,-4 0-10 15,-3 2 1-15,-7-2 0 0,-10 3-7 0,3-2-2 16,0 3 3-16,-7-1 7 0,0 0-18 0,-1 0 3 15,-3 0-9-15,-3 1 2 0,0 0-13 0,10 0-18 16,-10 0-15-16,0 0-15 0,7-2-15 0,-7 2-16 0,0 0-15 16,0 0-17-16,0 0-17 0,0 0-19 15,0 0-15-15,6-1-22 0,-6 1-15 0,0 0-17 0,0 0-12 16,0 0-16-16,0 0-11 0,0 0-15 0,0 0-13 16,0 0-12-16,0 0-14 0,0 0-16 0,8 0-249 15,-8 0-634-15,0 0 281 0</inkml:trace>
  <inkml:trace contextRef="#ctx0" brushRef="#br0" timeOffset="52987.1323">17955 7538 130 0,'0'0'255'0,"3"-3"-4"16,-3 3-9-16,0 0-9 0,0 0-11 0,0-7-8 15,0 7-8-15,0 0-11 0,-3-4-9 0,3 4-10 16,-1-3-3-16,1 3-14 0,-4-3-7 0,4 3-1 16,-4-7-4-16,1 5 5 0,3 2 7 0,-7-5-1 15,2 3 4-15,3 0 9 0,2 2 5 0,-7-3-6 16,7 3 3-16,0 0-10 0,0 0-7 0,-5-1-16 16,5 1-15-16,0 0-11 0,0 0-9 0,0 0-11 15,0 0-10-15,0 0-8 0,0 0-2 0,0 0-1 16,0 0-8-16,18 12-5 0,-8-1-2 0,0-6-6 15,8 6-3-15,-2-5-2 0,0 7-8 0,4-4-1 16,0 0 3-16,0-1-8 0,0 2-3 0,-3-1-6 16,1 0 4-16,0-2-4 0,-7-2-2 0,1 1 2 15,1-1-8-15,-8-2 1 0,5 1-4 0,-1-1-2 16,-5 1 2-16,1-2-2 0,-2 1 3 0,-2-1 0 16,3-1 14-16,-4-1 1 0,6 4 3 0,-6-4 3 15,4 2 1-15,-4-2 1 0,4 2-8 0,-4-2-1 16,0 0-4-16,0 0-3 0,0 6-3 0,0-6 9 0,-8 7 12 15,2-4 7-15,-2 6-1 0,-1-4-1 0,-5 8-2 16,0-5 6-16,-5 4 6 0,-3 0-4 16,-3-1 2-16,-2 2-6 0,-1-2-3 0,0 2-6 15,-2-1 1-15,3 1-6 0,-1-3 2 0,5 1 8 0,-5-1-19 16,10-5 2-16,0 4-13 0,-1-5 10 0,9 1-7 16,-1 1 4-16,2-4-2 0,-2 1-5 0,5-2 3 15,1 1 2-15,0 0-5 0,1 0-11 0,4-2 15 16,-8 3-10-16,8-3 2 0,0 0 1 0,-5 2 0 15,5-2-2-15,-5 2 5 0,5-2-1 0,0 0-6 16,0 0 4-16,0 0-6 0,0 0-4 0,0 0-17 16,0 0-26-16,0 0-17 0,0 0-27 0,0 0-28 15,0 0-32-15,0 0-36 0,0 0-42 0,0 0-37 16,-9-6-39-16,9 6-51 0,0 0-83 0,-4-3-79 16,0 1-306-16,4 2-890 0,-5-6 393 0</inkml:trace>
  <inkml:trace contextRef="#ctx0" brushRef="#br0" timeOffset="55114.171">18878 6626 144 0,'0'0'172'0,"0"0"-4"0,0 0-5 0,0 0 0 0,0 0-5 15,0 0-4-15,0 0-1 0,0 0-6 0,0 0-1 16,0 0-2-16,0 0-2 0,0 0-2 0,0 0 5 15,0 0-3-15,0 0 1 0,0 0-1 16,0 0 1-16,0 0 0 0,0 0 1 0,0 0 8 16,0 0-9-16,0 0-7 0,-1-12 1 0,1 12-11 0,0 0-7 15,0 0-3-15,0 0-5 0,1-5-5 0,-1 5-4 16,0 0-14-16,4-5-4 0,-4 5-8 16,0-2-7-16,4-1 0 0,-4 3-16 0,2-3-1 15,-2 3-9-15,3-4 0 0,2 1-6 0,-1 0-9 0,0 1 2 16,2-1-7-16,-1 1 0 0,2 0-4 0,0-1-3 15,-2 2-3-15,2 0-5 0,-1-1 3 0,2 2 2 16,1-2-2-16,2 4-5 0,-2-2-2 0,5 0-2 16,-5 2 1-16,5-1-3 0,-1 4 2 0,-4-2 2 15,5 0-2-15,-1 2 6 0,-2 2-5 0,-2-1-4 16,-1 1 0-16,5-1 3 0,-7 1-5 0,2 0-2 16,-2 2 10-16,-1-1 2 0,0 0 2 0,0 1-6 15,-1 0 7-15,-4 2-4 0,2-1 1 0,-1-1 2 16,-2 0 3-16,-1 1-1 0,1 0 2 0,-3 0-6 15,-2 1 7-15,0 0 11 0,-1-3 12 0,-4 5 1 16,-1-3-1-16,-1 0 0 0,-2 0-5 0,5-3 8 16,-6 1-2-16,2-2 6 0,-2 0-1 0,4 0 1 15,-4-2-3-15,2-1 10 0,3-3 2 0,-3 0 9 16,2 0 3-16,1-1 5 0,-1 0-2 0,3-4 2 16,-3 1 3-16,1-1 3 0,0-2 14 0,2-1-10 15,-1 0 1-15,1-1 2 0,1-4-6 0,6 1-6 16,-3-1-9-16,1-3-9 0,0-1-5 0,4 0-3 15,2 1-3-15,0-1-6 0,2 0-7 0,-2 1-6 16,2 0-3-16,4 2-8 0,-4 3-13 0,2 0 5 16,4 2-28-16,-1 1-33 0,-1-2-42 0,5 4-34 0,-2 1-37 15,6-1-38-15,0 2-55 0,-3 2-37 0,1 0-37 16,3 4-52-16,2 0-54 0,-2 2-335 16,1-3-844-16,2 1 374 0</inkml:trace>
  <inkml:trace contextRef="#ctx0" brushRef="#br0" timeOffset="55819.6555">20220 6702 200 0,'-4'-8'206'15,"4"8"2"-15,-1-4-4 0,1 4 0 0,0 0-1 16,-3-4 5-16,3 4-2 0,0 0 5 0,-1-6 1 16,0 4-2-16,1 2 7 0,0 0-9 0,-4-8-19 15,4 8 10-15,0-3-12 0,0 3-16 0,3-5-26 16,-3 5 14-16,0-6-12 0,1 2-11 0,-1 4-13 16,0-5-6-16,1 2-12 0,-1 3-1 0,4-6-19 15,-3 3-8-15,-1 3-14 0,7-3-6 0,-5 0-3 16,1 1-3-16,1-2-9 0,-2 2-5 0,2-1-8 15,0 1 0-15,-4 2-2 0,9-2-19 0,-4 1 15 16,-3-2-8-16,-2 3 3 0,11-1-2 0,-11 1-6 16,9-1 0-16,-3 1-9 0,0 1 6 0,-6-1-4 15,11 2 3-15,-5 1-17 0,2-2 10 0,-3 2-2 16,1 1 4-16,-1 1 2 0,0-1-2 0,-1 0-17 16,1 1 19-16,-1 2-1 0,0 0-7 0,-3 0 8 15,-1 0-2-15,0 1 5 0,-1 0 1 0,-3 1-1 0,-1 1 0 16,-4 0 6-16,0-2 2 0,-4 5 1 0,-3-2 3 15,3-4-4-15,-5 4-3 0,4-3 0 0,-5 0 4 16,1-2 0-16,5-1 5 0,0 0 18 16,-2-1 7-16,6-2 11 0,-2-1 6 0,-1-1 5 0,3-2 6 15,0 1-5-15,0-5-4 0,0-1 10 0,4 0 8 32,1-2-3-32,-2-2-7 0,4 0-7 0,4-3-8 0,-2-2-1 0,1 0-9 0,4-2-7 0,0 2-3 15,3 0-4-15,-4 2-7 0,2 3-3 0,3-5-14 16,0 7-20-16,-4-2-32 0,7 1-36 0,-2 2-39 15,-1 0-42-15,3 2-51 0,2 3-43 0,-3 0-46 16,3 2-59-16,4-1-55 0,3 4-340 0,-1-2-815 16,-3 1 361-16</inkml:trace>
  <inkml:trace contextRef="#ctx0" brushRef="#br0" timeOffset="56353.3315">21426 6586 271 0,'0'0'348'0,"-1"-6"-12"0,5 3-8 0,-3-2-12 32,-1 1-7-32,0 4-11 0,0-7-13 0,4 0-20 0,0 2-17 15,-3 0-15-15,3 0-22 0,0 2-22 0,2-2-18 16,-1 0-17-16,3 0-16 0,-3 2-15 0,2 0-13 16,0 1-12-16,4-2-6 0,-1 4-14 15,2 2-12-15,0-4 1 0,-2 4-22 0,3 0 8 16,0 2-8-16,-1-1-7 0,5 3 2 0,-2 3-8 0,-3-3-15 15,3 3 9-15,-2 2-2 0,-3-4-5 0,2 3 0 16,-6 1-7-16,2-1 3 0,-3 0-1 16,0-2-2-16,0 3-1 0,-2-1-1 0,-2-1-3 15,-1 4 4-15,-1-3-2 0,-3 1 4 0,-2-1-6 0,-2-1 3 16,0 2-4-16,-7 0 2 0,2 1 3 0,-1-5 0 16,-3 3 1-16,5-5 0 0,0 0-2 0,-1 0 21 15,2-1 25-15,3-3 34 0,2-1 14 0,-2-1 1 16,1-2-7-16,0 1-5 0,2 0 6 0,0-5-2 15,1-1-6-15,1-2-13 0,2-3-11 0,2 3-10 16,2-3-2-16,0 0-13 0,0-3 0 0,1 1-18 16,2 3-17-16,-3 1-20 0,4 1-33 0,-2-2-35 15,1 1-31-15,1 4-47 0,-5-2-56 0,1 6-65 16,-2-2-72-16,0-1-98 0,2 4-354 0,-3 2-870 16,0 0 384-16</inkml:trace>
  <inkml:trace contextRef="#ctx0" brushRef="#br0" timeOffset="57182.0072">18787 7986 21 0,'0'0'137'0,"0"0"-5"16,-1-7 2-16,1 7 20 0,-4-5 12 0,4 5 3 16,0-4 10-16,0 4 4 0,-4-3 1 0,4 3 2 15,0 0 3-15,2-6 0 0,-2 6-2 0,0-7 2 16,2 5-6-16,-2 2-5 0,0-5-4 0,0 5-1 16,0-7-8-16,0 7-2 0,2-5-10 0,-2 5-6 15,2-3-8-15,-2 3-4 0,0-6-9 0,0 6-18 16,3-4 2-16,-2 2-19 0,-1 2-10 0,0 0-8 15,5-4-10-15,-5 4-5 0,8-2-14 0,-2 1-4 16,1 1 2-16,0 0-6 0,3 1-7 0,-2-1-4 16,5 3-2-16,-3 0 0 0,0-1-8 0,1 2 1 15,1 1 6-15,-3-1-15 0,0 0-1 0,-1 2-2 16,2-1-1-16,-3 2-3 0,-1 0 0 0,-1 1 0 0,-1 0 3 16,1 2-4-16,-3-2-2 0,0 2 4 15,-2-2-10-15,-3 3 9 0,1-2 6 0,-3 2 5 16,0-1-9-16,-4-1 2 0,-1 0 15 0,-6 1-16 15,2 0 1-15,-4-2-2 0,4 0 1 0,-4-1 2 0,1-1-2 16,2-1 0-16,4-3 3 0,-3-1 2 0,3 0 2 16,-1 1 15-16,1-4 11 0,2 0 6 0,3 0 20 15,-3-5 8-15,1 0-5 0,3-4 2 16,1 2-9-16,0-4 11 0,3 0-11 0,2-4-6 0,1-4-4 16,3 4-7-16,-1 0-4 0,4-3-3 0,-2 4-5 15,1-1-11-15,2 1-18 0,-1 2-15 0,2 1-24 16,-3 2-18-16,4-2-27 0,-3 5-44 15,3-3-33-15,-2 7-32 0,3-3-33 0,2 3-31 0,0 3-38 16,0-1-45-16,4 2-34 0,0 3-256 0,2-1-682 16,0 1 302-16</inkml:trace>
  <inkml:trace contextRef="#ctx0" brushRef="#br0" timeOffset="57713.8644">19636 7964 90 0,'0'-6'261'0,"0"6"-4"15,1-5-4-15,-1 5-12 0,0-6 0 0,3 4-3 16,-3 2-7-16,1-6-3 0,-1 6-6 0,3-5-1 16,-1 3 9-16,-2-2-40 0,3 2-10 0,-1-2-15 15,2 1-18-15,-4 3-13 0,5-5-15 0,0 2-6 16,-1 1-14-16,1-1-10 0,0 1-14 0,-1 0-9 16,2-1-10-16,2 2-10 0,0 0 2 0,-3 1-6 15,7 0-8-15,-2 1-3 0,-4-1-2 0,5 3-4 16,0 0-8-16,-2 0 6 0,0 1-7 0,-1-1-5 15,-1 2 4-15,-2 0 0 0,2-1-5 0,-2 1-5 16,0 0-2-16,0 1-9 0,-2 0 7 0,-2 0-10 0,0 0 15 16,-1 0-4-16,0 3 0 0,-2 0 2 15,-1-1 2-15,-5 0 2 0,2-1-6 0,-2 4 2 0,-1-5 7 16,-2 2-5-16,-5 0 0 0,0-1 2 16,3-2-3-16,-1 0 7 0,4-3 13 0,-2 1 12 0,1-1 35 15,3-1 18-15,-1-1 14 0,-1-1-4 0,4-1-1 16,-1-2 1-16,1 0 1 0,2-5-16 15,-1 4 6-15,2-8-2 0,3-2-8 0,0 3-13 16,3-4-6-16,1 2-8 0,-1-1-9 0,3 0-3 0,0 0-26 16,3 1-17-16,-3 3-25 0,2 1-51 0,-2 2-62 15,4 1-50-15,2 0-51 0,2 2-55 0,4 3-51 16,0-2-55-16,0 4-305 0,5 0-763 0,6 2 338 16</inkml:trace>
  <inkml:trace contextRef="#ctx0" brushRef="#br0" timeOffset="58307.4435">20933 7877 133 0,'-2'-3'297'0,"2"3"-9"16,-2-4-2-16,2 4-8 0,-1-9-2 0,1 6-18 15,0 3-5-15,1-9-4 0,1 5-4 0,-1-1-12 16,0 3-14-16,2-4-21 0,-1 1-16 0,-2 2-13 15,3 0-16-15,-1-1-11 0,2 1-20 0,0 0-18 16,-1-1-5-16,4 1-16 0,-3 0-10 0,5 1-13 16,-2 0 7-16,5 0-13 0,-3 0-8 0,3 2-1 15,4 0-7-15,-3 0-4 0,1 1-4 0,-1 0-3 0,0 1-1 16,3 1-8-16,2 1-2 0,-1 0-4 16,1 1 6-16,-7 0-11 0,-2 1 6 0,1 0-7 15,-1 0-1-15,0 1-4 0,-2-1 0 0,-1 2 0 16,-2 0 4-16,-2 2-4 0,1-1 2 0,-3 0 0 0,0-1 9 15,-4 1-12-15,-1 1 7 0,-3-2-7 0,-6 3 6 16,0-1 0-16,-5-3 3 0,1 1-10 0,0-1 4 16,-2 1 5-16,1-5 2 0,-2 3 0 15,2-4-1-15,4 2 13 0,2-2 17 0,0-2 15 0,4 0 12 16,-1-2 2-16,1-2-1 0,-3 2 5 0,4-5 2 16,1 0-1-16,1-2 2 0,-1-2-8 0,4 0-9 15,-2-6-7-15,5 1-5 0,0-1-3 0,0-1-6 16,5 1-5-16,0-1-14 0,-3 3-19 0,3-1-21 15,-1 6-33-15,1-3-47 0,5 4-52 0,-2 1-58 16,1-1-53-16,5 5-73 0,-1 1-71 0,-4 2-318 16,5 3-787-16,-2 0 347 0</inkml:trace>
  <inkml:trace contextRef="#ctx0" brushRef="#br0" timeOffset="59089.0519">18945 9347 33 0,'-9'-9'316'0,"9"9"-7"16,-4-5 5-16,2 1-20 0,0 0-10 0,-2 1-16 15,2-1-6-15,0 0-6 0,1-2-2 16,0 2 0-16,0 0 0 0,1 4 4 0,-2-8-13 16,2 5-9-16,0-1-6 0,2 1-17 0,-2 3-24 0,1-6-15 15,1 4-21-15,2-2-12 0,2 1-20 0,1 0-14 16,2-1-12-16,0 2-9 0,2 1-11 0,2 1-9 16,0 1-4-16,-2 1-5 0,1 0-13 15,-1 1-7-15,-2 2-5 0,-1 1-2 0,2 1-5 0,-2-2-4 16,-3 5-4-16,0-3 4 0,2 4-8 0,-4-1 4 15,-3 2-5-15,0-2 0 0,0 2-1 16,-1-2-2-16,-5-1-1 0,-2 4 1 0,3-3 4 0,-7 3-6 16,2-4 3-16,-3 2 0 0,-1-1-3 0,0-2 1 15,3 0-1-15,-3-3-6 0,3 1 6 0,-1-2-1 16,0 1 5-16,2-2-2 0,0-2 5 0,-2 1 8 16,5-2 9-16,-1-2 8 0,4 0-2 0,-1-2-4 15,0-3 2-15,2 2 1 0,-2-6-2 0,4 2-2 16,-2-3-4-16,3-5-1 0,0-1-6 0,4 0 1 15,-4 1-5-15,5-1-3 0,-1 2-18 0,-1-1-22 16,1-2-12-16,-1 5-4 0,0 1-18 0,5 1-29 16,-6 0-45-16,6 1-35 0,1 3-57 0,0 0-45 15,1 2-58-15,2 5-64 0,7-3-56 0,2 0-257 16,-1 4-764-16,3 0 339 0</inkml:trace>
  <inkml:trace contextRef="#ctx0" brushRef="#br0" timeOffset="59573.262">19718 9275 174 0,'0'0'296'0,"1"-6"-11"0,-1 2-14 0,0 4-15 16,4-4-6-16,-3 1-17 0,-1 3-15 0,5-6-19 16,-2 4-5-16,-2-1-15 0,4 2-12 0,-2-1-9 15,-3 2-13-15,8-4-13 0,-6 3-12 0,-2 1-11 0,10-1-8 16,-10 1 2-16,12 1-23 0,-7 0-7 16,1-2-8-16,2 5-6 0,-2-1-2 0,1 2-6 15,-2 0-7-15,-1 1 0 0,2 0-14 0,-2 0 5 16,0 1-2-16,0 0 4 0,-2 2-7 0,-1-1-7 0,-1 1 3 15,3-1 3-15,-6 2-7 0,1-2-6 0,-1 2 4 16,-1-2-1-16,1 2-4 0,-5-2 0 0,-1-1-2 16,1 2 1-16,-4-4-3 0,0 1 4 15,0-1 2-15,0 0-3 0,-1-1-3 0,0-1 0 0,4-2 15 16,-1-1 27-16,-3-1 7 0,8 0 15 0,-4-3-5 16,4 0 4-16,-3-4 1 0,3 0 4 0,2-3-9 15,1-2-3-15,0-2-5 0,2-1-7 16,2-2-11-16,3 2-2 0,0-2-6 0,0 2-3 0,1 6-8 15,1-5-15-15,6 1-28 0,-8 5-15 0,4-2-37 16,4 0-44-16,-3 3-44 0,7 1-44 0,-2 0-44 16,4 3-56-16,3 0-65 0,-2 1-295 0,8 1-715 15,3 1 317-15</inkml:trace>
  <inkml:trace contextRef="#ctx0" brushRef="#br0" timeOffset="60058.7401">20611 9171 15 0,'0'0'292'0,"0"-6"-9"0,3 3-6 0,-3 3-7 0,0-5-3 16,-3 1-8-16,3 4-5 0,3-3 0 16,-3 3-3-16,0-5-15 0,0 5-17 0,1-3-16 15,2-1-26-15,-3 4-18 0,5-3-16 0,-3 0-21 0,-2 3-8 16,7-1-10-16,-7 1-13 0,10 0-7 0,-1-1-18 16,-9 1 0-16,14 5-12 0,-5-2-7 15,1 3 13-15,-1 0-21 0,-1 2-3 0,1 1-7 16,-1-1-7-16,-2 0-6 0,-1 1 10 0,1 2-7 0,-3-1-1 15,-2 1-4-15,0-2 3 0,-2 1-11 0,-3 0 5 16,0 1 4-16,-3-3-7 0,-2 3 6 0,-3-4-4 16,3 3 9-16,-7-4-4 0,3 1-3 0,0-4-1 15,-5 0 15-15,5 0 13 0,-6-3 20 0,10 0 15 16,-5 0 13-16,4-3 13 0,-3-2-6 0,6-1-7 16,0 1-3-16,3-3-6 0,-3-2 2 0,5-4-12 15,-4 1-7-15,5-2-5 0,2-6-7 0,0 2-16 16,4 1-29-16,2-1-25 0,-1 1-11 0,3 0-25 15,1 2-52-15,-1-1-50 0,3 4-56 0,-2 4-52 16,-1 0-64-16,1 3-72 0,2-4-299 0,-2 5-760 16,-1 2 337-16</inkml:trace>
  <inkml:trace contextRef="#ctx0" brushRef="#br0" timeOffset="63633.624">22667 7862 174 0,'-2'-4'276'0,"2"4"6"0,-1-4 0 16,1 4 5-16,1-5 0 0,-1 5-3 0,0-5 17 15,1 1 1-15,-1 4 7 0,-1-5 2 0,1 5-5 16,1-6-2-16,-1 2-8 0,0 0-8 0,-1 0-9 15,1 4-6-15,0-8-10 0,0 8-11 0,0-5-11 16,0 5-14-16,-3-3-9 0,3 3-32 0,0-4-22 31,0 4-17-31,0 0-13 0,-2-3-13 0,2 3-23 16,0 0-16-16,0 0-9 0,0 0-6 0,0 0-9 16,-14 10-2-16,7-3 0 0,-2 0-11 0,-6 5-6 0,0 0-3 0,-3 0-3 0,-3 5-3 0,-6 0 0 31,5-2-8-31,-1 1 0 0,8-6-9 0,0 3 6 0,0-3-1 0,3-1-9 0,3-2 7 0,2 0-6 31,0-2-8-31,5 1 6 0,-2 0-3 0,3 1-2 0,3 1 5 0,4 0 4 0,4 1 4 0,-1-2-2 16,6 5-10-16,2-1 1 0,2-1 8 0,0-2-9 15,-3 2-3-15,2 0-1 0,0-2 1 0,1 0-4 0,-6 1 1 16,4-2 6-16,-8-1-3 0,0-1-7 16,1 2 2-16,-1-1 11 0,-4-1-16 0,-1 0-6 15,0 0 12-15,-1-1-8 0,-1 3 12 0,-1-2-10 31,-2 2 8-31,-4-1 4 0,-2 0 2 0,-1 3-4 0,-6 0 10 16,-3 0-11-16,-1-2 6 0,1 0-1 0,-2 0 5 16,2-3-1-16,-2 2-9 0,1-3 4 0,5 0 2 15,1-2 4-15,0 1-6 0,4 0-1 0,3-1-2 16,0 1-26-16,-1-1-21 0,6-1-56 0,0 0-81 16,0 0-60-16,0 0-41 0,7-10-35 0,2 5-35 15,3 1-47-15,3-1-40 0,3 0-33 0,4-2-339 16,-2 1-881-16,3 1 389 0</inkml:trace>
  <inkml:trace contextRef="#ctx0" brushRef="#br0" timeOffset="64259.9762">22863 8130 226 0,'0'0'348'0,"1"-4"14"15,1 0 28-15,1 1 7 0,-3 3 4 0,2-5-13 16,-2 5-8-16,0 0-12 0,0-5-20 0,0 5-20 15,0 0-22-15,-2-5-31 0,2 5-25 0,0 0-25 16,0 0-25-16,0 0-27 0,0 0-20 0,0 0-20 16,0 0-13-16,0 0-9 0,0 0-14 0,3 15-9 15,-3-9-11-15,2 0-4 0,-2-1-10 0,3 4-5 16,-4-4-5-16,2 4-5 0,-2 1-3 0,1-3-6 0,0 0-7 16,1 0-4-16,-1 0-23 0,0-2-12 15,-1 0-4-15,3-2-5 0,-2-3-3 0,-1 6 4 16,1-6 7-16,1 6 3 0,-1-6 10 0,3 3 4 15,-3-3-4-15,0 0-4 0,0 0 4 0,14-11 6 0,-5 6 13 16,-1-1 5-16,-1 0 9 0,3-1 0 0,-1-4 1 16,-1 6-1-16,7-8 11 0,-7 8 12 0,0-3 9 15,1 2-10-15,-2 0-5 0,0 2 2 0,-2 1-9 16,0-1 2-16,0 1-3 0,-1 2-7 0,1-2-8 16,-5 3-6-16,4-3-10 0,-4 3-5 0,4-1-2 15,-4 1-6-15,0 0 3 0,0 0-4 0,7 6 2 16,-5-2 2-16,-1-1 0 0,0 2 2 0,1-1-4 15,-1 3-7-15,0-2 4 0,2 1-13 0,-2-2-16 16,1 2-8-16,0-1-10 0,-1 0-5 0,-1-2-6 16,1 1 0-16,-1-4 8 0,3 4 4 0,-3-4 7 15,1 4 6-15,-1-4 6 0,0 0 5 0,8 0 1 16,-8 0 5-16,0 0 2 0,15-7 1 0,-10 4 3 16,2 0-2-16,0-1 8 0,2-2 3 0,-3 1 6 15,0 2-1-15,3-4 4 0,-3 3 7 0,0 0 7 16,-1-3 8-16,3 4-4 0,-4 0-3 0,3 0 7 0,-4 0-6 15,2 0 1-15,-1 1-4 0,-4 2 2 0,8-4-10 16,-7 3 1-16,-1 1-2 0,0 0-6 16,8-1-4-16,-8 1 6 0,0 0-7 0,10 4-3 15,-6-1 2-15,-3-1-3 0,3 1-16 0,0 1-31 16,-3 0-29-16,3-1-45 0,0 1-33 0,-3 3-42 16,5-4-32-16,-2 0-61 0,-1 1-53 0,1-2-61 15,-1 2-66-15,1-3-330 0,-4-1-867 0,13-3 383 16</inkml:trace>
  <inkml:trace contextRef="#ctx0" brushRef="#br0" timeOffset="65200.1716">23418 8100 232 0,'7'-1'362'0,"-7"1"6"0,0 0-8 15,0 0 1-15,0 0-16 0,0 0-14 0,0 0-16 16,0 0-30-16,0 0-20 0,0 0-25 0,0 0-21 15,0 0-21-15,0 0-22 0,0 0-20 0,0 0-13 16,0 0-22-16,7 2-16 0,-7-2-6 0,1 3-16 16,-1-3-3-16,4 4-7 0,-3-1-7 0,2 0-15 15,-1 1-2-15,0-2-8 0,0 2-3 0,-2-4-7 16,3 6 1-16,-2-4-2 0,-1-2-3 0,-1 8-3 16,-2-6-4-16,3-2-2 0,-1 6-1 0,-2-1 1 15,-2-2-6-15,4-1 6 0,-3-1-13 0,-1 3 2 16,5-4-5-16,-8 4-2 0,3-2 4 0,1 0 1 15,4-2 0-15,-5 3 2 0,5-3-2 0,0 0 6 16,0 0-1-16,-8-7 3 0,8 7 1 0,-2-6 4 16,3 2-3-16,-1 0 21 0,0-2 1 0,4-1-6 15,-3 2 3-15,2-1 2 0,2-3 2 0,-1 3 9 16,0 0 9-16,-2 0 2 0,3 1 15 0,-1 0 9 0,1-1-4 16,-2 4-3-16,-2-1-13 0,6-1 3 15,-6 2-6-15,-1 2-8 0,1-6-23 0,-1 6 10 16,0 0-10-16,0 0-3 0,10 1 0 0,-10-1-4 15,8 5-5-15,-6-2 0 0,4 2-1 0,-4-2-1 16,2 4-3-16,1-1 2 0,-1-1-8 0,0 2 1 0,0 1-3 16,2 0-2-16,-1 1-12 0,3-2-6 0,-1 0-6 15,0 1 4-15,-1-2-3 0,-1-1-1 16,5 0 4-16,-1-2 3 0,1 2 2 0,2-5 1 16,-3 0 3-16,4-1 4 0,1-4 1 0,0 1 1 0,5-3 0 15,0-1 5-15,-3-3 18 0,0 0 13 0,-2-3 8 16,3 0 17-16,2-7 7 0,0 0 0 15,-4-1 20-15,2 0 19 0,-5-3-8 0,-1 1-1 16,-3 6-9-16,-3 0-4 0,0 2 9 0,-1 0 5 0,-4 4-7 16,3 2 4-16,-3 2-23 0,0-1 2 0,0 2 1 15,0 3-13-15,0-2-4 0,-3 1-11 0,6 2-13 16,-3 3-6-16,0 0-5 0,-3-4 0 0,3 4 0 16,0 0-6-16,-8 11-14 0,6-4 0 0,-1 2 0 15,-2 5 0-15,5 2 0 0,-2 0 0 0,2 1 0 16,-2 1 0-16,-3 0 0 0,5-1 0 0,0 0 0 15,4-2 0-15,-4 0 0 0,1-1 0 0,-2-2 0 16,2 0 0-16,-1-1 0 0,0-2 0 0,2 0 0 16,0-2 0-16,-2-1 0 0,4 1 0 0,0-2 0 15,-3-1 0-15,3 3 0 0,1-4 0 0,1 1 0 16,5-2 0-16,0-2 0 0,1-2 0 0,0 2 0 16,0-3 0-16,5-4 0 0,-1 0 0 0,0 0 0 15,-2-4 0-15,2 2 0 0,-3-2 0 0,1-4 0 16,-2 3 0-16,-1 0 0 0,-1-3 0 0,-6 4 0 15,5 1 0-15,-3-6 0 0,-2 6 0 0,1 0 0 16,-2 1 0-16,-2-1 0 0,-1 2 0 0,3 1 0 16,-3 3 0-16,0-2 0 0,-3 1 0 0,6 3 0 15,-3 2 0-15,0-8 0 0,0 8 0 0,0-3 0 16,0 3 0-16,0 0 0 0,0 0 0 0,0 0 0 0,0 0 0 16,0 0 0-16,-3 17 0 0,3-10 0 0,-1 3 0 15,0-1 0-15,-1 2 0 0,2 1 0 0,0-1 0 16,2 1 0-16,-4-1 0 0,4 1 0 0,-2-3 0 15,1 1 0-15,0 0 0 0,2 0 0 0,1-2-111 16,-2 1-33-16,2-1-34 0,2 1-43 0,-2-3-55 16,1-2-56-16,4 2-62 0,-1-1-54 0,3-2-64 15,0-1-418-15,-1-1-1006 0,-1-2 445 0</inkml:trace>
  <inkml:trace contextRef="#ctx0" brushRef="#br0" timeOffset="65997.633">24294 8058 14 0,'0'0'352'0,"0"0"2"0,0 0-3 0,0 0-3 15,0 0-15-15,0 0-15 0,0 0-32 0,0 0-25 16,0 0-12-16,0 0-21 0,0 0-12 0,0 0-25 16,0 0-16-16,0 0-19 0,0 0-14 0,0 0-15 15,0 0-17-15,4 2-7 0,-4-2-14 0,0 0-10 16,0 0-17-16,0 0 9 0,7 1-10 0,-7-1 0 15,0 0-8-15,0 0 0 0,0 0-6 0,6 2-4 16,-6-2-5-16,10 0 3 0,-10 0 15 0,9 0 0 16,-4-2 4-16,-5 2 2 0,13-1-6 0,-7-1 9 15,-2 0 5-15,0-1 11 0,1-2-3 0,-1 3-5 16,2-2-5-16,-3 0-5 0,-1-4-2 0,2 4 16 16,0 0 4-16,-1-2-9 0,-1 1-8 0,-2 2-11 15,2-1-5-15,-2-1-5 0,1 2-8 0,-1 3-1 16,-3-6-9-16,3 6-3 0,-2-5-3 0,2 5-11 0,-4-4 7 15,4 4-5-15,-8 0-1 0,8 0-4 16,-11 4 0-16,4 0-1 0,2-1-2 0,0-1-4 16,1 5 5-16,-2-1-3 0,2-1 0 0,0 5-3 15,0-3-4-15,2 4-8 0,1-4-3 0,2 3 2 0,0-3 1 16,0-1 2-16,2 1 4 0,0-1 1 0,2 0 1 16,3 0 2-16,-1-1 4 0,2-2 3 0,2 2-6 15,1-1 5-15,1-3-1 0,-2 0 1 16,7-2 3-16,-4 0 1 0,2-3-2 0,4 0 6 0,-5 0 13 15,3-3-1-15,-6 0 9 0,4-1-1 0,0 0-1 16,-5-1 17-16,6 2 5 0,-10-1 4 0,0 1-5 16,2-2-5-16,-4 4-6 0,0 1-3 0,0-5-6 15,-4 4-4-15,2-1-17 0,-2 1 12 16,2-1-4-16,-3 5-1 0,2-3-7 0,-2 0 3 0,0 4-4 16,3-4-4-16,-2 1-2 0,-1 3-6 0,0 0 2 15,0 0-3-15,0 0-2 0,0 0 1 0,0 0-5 16,0 0 9-16,14 5 3 0,-11-3 5 0,0 0-2 15,3 3 0-15,-4-3 1 0,2 0 0 0,0 0 0 16,-1 1 0-16,-1-1-3 0,-2-2 1 0,9 3 3 16,-8-1 2-16,-1-2-2 0,4 2 6 0,-4-2-2 15,0 0 9-15,5 1 1 0,-5-1 6 0,0 0-5 16,5 1-3-16,-5-1 2 0,0 0-4 0,0 0 1 16,3 1 1-16,-3-1-6 0,0 0-5 0,4 5-2 15,-4-5 0-15,2 5-4 0,3-3 2 0,-5 1 0 16,0 0 6-16,0 1 4 0,3 3-2 0,-6-3-1 15,6 1-1-15,-6 1 1 0,3-1 2 0,-1 1 0 16,2-1 1-16,-2 1-3 0,2-2-4 0,-2 1 2 16,1 0 4-16,1 1-2 0,3-1-3 0,0 1 8 15,6 1-8-15,2 0-25 0,-1-1-12 0,8 1-26 16,1-2-28-16,1 0-37 0,-3 0-45 0,3-3-49 16,2 1-61-16,-3 0-50 0,-5-2-53 0,-2-2-96 15,-4-1-392-15,-4-2-939 0,-5 4 416 0</inkml:trace>
  <inkml:trace contextRef="#ctx0" brushRef="#br0" timeOffset="66561.2694">22555 8637 112 0,'3'-4'445'0,"-1"-1"23"15,-1 1 0-15,-1 0-2 0,3 0-15 16,-3 4-13-16,1-5-20 0,-1 5-27 0,0-3-29 15,0 3-37-15,0 0-21 0,0 0-40 0,0 0-27 0,0 0-25 16,0 0 14-16,4 11 25 0,-1-2-15 0,-2 5-7 16,0 4 18-16,2 1-7 0,-2 10-22 0,-1 1 0 15,0 1-1-15,-1 0-9 0,-2 4-23 0,1-5-12 16,-2 3-16-16,-3 0-132 0,4-1-25 16,-4 0 0-16,2 0 0 0,-3 1 0 0,3-3 0 0,-4 1 0 15,4 1 0-15,-4-8 0 0,4 4 0 0,-1-9 0 16,-1-3 0-16,2 2 0 0,0-1 0 0,1-6 0 15,0 1 0-15,2-2 0 0,-1-2 0 0,0-2-122 16,3 0-234-16,0-2-41 0,-2 1-27 0,2-5-57 16,0 0-76-16,0 0-419 0,0 0-1057 0,0 0 468 15</inkml:trace>
  <inkml:trace contextRef="#ctx0" brushRef="#br0" timeOffset="66904.9451">22230 8854 251 0,'-2'-8'433'0,"0"2"11"15,2-2 2-15,-1 0-1 0,0-1-12 0,2-3-33 16,0 3-37-16,3-3-39 0,1 1-35 0,8-3-23 0,5 2-34 16,5-4-22-16,5 2-24 0,3 3-18 0,1 2-18 15,2 2-13-15,2 0-15 0,-3 2-13 16,6 0-10-16,-6 5-2 0,-1 0-12 0,-3 1-8 15,-2 2-7-15,-5 0-10 0,-2 2-6 0,-2 1-7 0,-3 0-5 16,2 0-8-16,-4 0-4 0,-4 1-1 0,-4 3-2 16,0-2-8-16,-1 2 3 0,1-2 0 0,-10 3-2 15,1 0 6-15,-2 4-6 0,-7-1-1 0,-4-1-2 16,-7 5 1-16,2-2-4 0,-3-3 3 0,-1 1 1 16,-1-2-15-16,7-5-31 0,2 3-20 0,4-4-34 15,4 0-30-15,-1-3-38 0,6 0-47 0,-1-1-35 16,5 0-65-16,1-2-75 0,11 2-58 0,1-3-311 15,8 1-803-15,2-1 355 0</inkml:trace>
  <inkml:trace contextRef="#ctx0" brushRef="#br0" timeOffset="67708.1513">22933 8843 143 0,'0'-4'327'0,"1"0"0"0,3 0-10 16,-4 0-11-16,2 1-20 0,0-3-13 0,-2 2-22 16,0 4-20-16,4-4-23 0,-4-2-19 0,1 3-21 15,3 1-16-15,0-1-11 0,-3 1-20 0,-1 2-17 16,9-2-8-16,-4 0-10 0,-5 2-10 0,0 0-10 16,13 4-10-16,-9-4-7 0,2 1-5 0,1 1-6 15,-3 1 1-15,1 0-2 0,-4 2-7 0,2-1-4 16,-1-1-7-16,1 2 5 0,-3 1 0 0,-3 0-9 15,3 1 5-15,-1 0-9 0,-2 0 9 0,-2 0-5 16,1 0 5-16,-2-2-1 0,1 4-4 0,-3-3-3 16,-2-1-1-16,-2 0 1 0,2-1-7 0,-1-1 5 15,0 0-1-15,3 0 9 0,1-3 9 0,-2 0 15 16,3 0 14-16,-2-3 3 0,4 0 0 0,-2-2 13 0,3 1 2 16,1-2 2-16,-1-1 2 0,3 0 10 15,0-1-3-15,0-2-6 0,1 1-7 0,5-1-3 16,-1 2-8-16,-1-3-6 0,2 4-3 0,2-2 3 15,-1 3-7-15,-2 1-1 0,-1 0-5 0,1 1-6 0,2 2-6 16,0-1-5-16,1 1-5 0,-3 1 0 0,5 2-4 16,-1 1 0-16,-2-1-6 0,2 4-1 0,1 0 0 15,-2 2-1-15,-1-1 2 0,1 4-4 0,1-3-3 16,-3 4 2-16,3-3 0 0,-1 2-3 0,-1-1 1 16,0 1 5-16,-2-2 2 0,2-1-5 0,-4 3 0 15,4-5-2-15,-2-1 2 0,0 2-2 0,1-2-3 16,-1 0 8-16,4-2-5 0,-4-1 5 0,3-1-1 15,-8 0 1-15,12-3-6 0,-1-1 4 0,-2 0 0 16,0-4-1-16,-3 1 2 0,2 0-3 0,-3-2-1 16,0 2 0-16,2-2 0 0,-6 0 3 0,5 1-1 15,-3-2 4-15,-2 4 0 0,-1-1 13 0,3 2 1 16,-2 2 4-16,-1-1 4 0,1-2-3 0,-1 6-3 16,0 0-7-16,-1-5-4 0,1 5-3 0,1-2-4 0,-1 2-3 0,0 0-1 15,0 0-2-15,0 0 1 0,0 0 0 0,0 0-1 16,0 0 2-16,11 6 2 0,-9-4 1 0,2 1 2 15,2 1-2-15,-2-1 2 0,4-1-2 0,1 1 1 16,1-1 1-16,0 2 0 0,2-3 0 0,-1 0-4 16,-1 0 0-16,3 0 4 0,-3 1-4 0,-3-2-1 15,1 1 0-15,0-1 1 0,1-1 2 0,-4 2-9 16,3 0 4-16,-4 0-2 0,-4-1-1 0,10 0-2 16,-10 0-4-16,5 2-2 0,-1-1 1 0,-1 1 0 15,-1 2 0-15,-2-1 2 0,4 0 1 0,-4 2 3 16,0-2-4-16,0 2 4 0,0-1 1 0,3 3 1 15,-3-3-1-15,0 1-18 0,1 1-28 0,0-1-31 16,-1-2-26-16,5 2-31 0,-1 1-38 0,4-2-57 16,-2 0-50-16,6-1-56 0,2-2-56 0,2-2-44 15,1-1-253-15,2-3-747 0,0-2 330 0</inkml:trace>
  <inkml:trace contextRef="#ctx0" brushRef="#br0" timeOffset="68005.2877">23751 8664 230 0,'-1'-4'358'0,"1"4"27"16,1-7 27-16,-1 4 21 0,0 3 3 0,-4-4-4 15,4 4-13-15,0 0-13 0,0-4-9 0,0 4-18 16,0 0-26-16,0 0-23 0,0 0-29 0,0 0-38 16,0 0-19-16,0 0-26 0,0 0 11 0,0 0 18 15,-5 18-9-15,4-9-17 0,0 3-22 0,2 3-14 16,-4-1-8-16,2 1-2 0,-2 3-15 0,2 2-14 15,0-1-16-15,0-1-42 0,1 1-88 0,-3 0 0 0,2 1 0 16,1-2 0-16,-3 1 0 0,2-1 0 0,0 0 0 16,1-6 0-16,1 1 0 0,-1-4 0 15,-1 3 0-15,2-3 0 0,0 3 0 0,-2-6-94 16,0 1-187-16,0-1-54 0,1-4-51 0,0 3-22 0,-2-2-27 16,2-3-34-16,0 0-62 0,0 0-345 0,0 0-948 15,-10-13 420-15</inkml:trace>
  <inkml:trace contextRef="#ctx0" brushRef="#br0" timeOffset="68334.2277">23621 8911 93 0,'-4'-3'253'0,"0"-1"9"16,3 0 10-16,-2 2 24 0,3 2 25 0,-5-6 38 15,4 4 9-15,1 2 4 0,0 0-4 0,-4-5-14 16,4 5-15-16,0 0-12 0,0 0-32 0,1-4-24 16,-1 4-32-16,0 0-26 0,4-4-22 0,4 1-15 15,-3 3-24-15,0-2-15 0,8 1-14 0,0-1-10 16,2-2-16-16,5 0-11 0,1 3-16 0,-2-3-7 15,0 2-8-15,9-1-5 0,-5 1-6 0,-5-1-2 16,4 2-8-16,-2-1-4 0,0 1-2 0,0 1-2 16,-7-2-4-16,0 2 0 0,-2-1-3 0,-1 1-4 15,-1 0-1-15,-4-1-2 0,-5 1-5 0,11 1-3 16,-6-1-7-16,-5 0 1 0,7 3-3 0,-5-1-1 16,-1 2 3-16,0 1-1 0,0-1-1 0,-1 3 2 15,-1 0 0-15,1-1 1 0,-1 2 2 0,1-1-1 16,-1-2 0-16,-1 2 3 0,2-1 0 0,0 0-2 15,0-1 2-15,2 0 1 0,-2 0-3 0,0-1 1 16,0 0-7-16,2 0-8 0,-1 0-18 0,3 0-24 0,0 1-32 16,-1 0-38-16,3-3-54 0,-1 0-71 15,4-2-65-15,0 0-76 0,0-2-67 0,0-3-322 16,1 1-847-16,-1-1 375 0</inkml:trace>
  <inkml:trace contextRef="#ctx0" brushRef="#br0" timeOffset="68506.2227">24081 8736 12 0,'-3'-5'367'0,"2"1"-9"0,0-1-17 15,1 2-25-15,-3-2-30 0,3 5-32 0,-1-4-24 0,-2 1-26 16,3 3-43-16,0 0-54 0,-3-4-63 0,3 4-75 16,0 0-51-16,0 0-63 0,0 0-62 15,14 9-163-15,-9-6-399 0,4 1 177 0</inkml:trace>
  <inkml:trace contextRef="#ctx0" brushRef="#br0" timeOffset="68771.6315">24315 8778 320 0,'0'-2'372'0,"0"2"5"0,0-6 13 0,0 6-11 15,-4-6-2-15,4 2-21 0,-4 1-16 0,4 3-19 16,-5-7-19-16,0 5-21 0,2-1-27 15,-2 1-26-15,5 2-17 0,-10 0-25 0,2 0-21 0,8 0-15 16,-13 4-15-16,6-2-11 0,-1 2-15 0,-1 1-12 16,0 0-5-16,0 3-13 0,2-1-6 0,0 0-9 15,0 3-7-15,0-2-17 0,4 2-25 0,0 1-15 16,0 0-20-16,1-1-3 0,3-1-14 0,0 2-5 16,2-1-6-16,3 0-13 0,2-1-23 0,2 0-19 15,4-1-30-15,2 0-30 0,0-1-22 0,3-1-29 16,3-1-40-16,-4-5-42 0,4-3-53 0,-2 0-298 15,-1-4-702-15,-1-3 311 0</inkml:trace>
  <inkml:trace contextRef="#ctx0" brushRef="#br0" timeOffset="69068.8321">24595 8592 374 0,'3'-3'430'0,"0"-1"24"16,0 1 22-16,-3 3 18 0,0 0-11 0,1-3-20 15,-1 3-31-15,0 0-27 0,0-4-28 0,0 4-18 16,0 0-30-16,0 0-21 0,0 0-26 0,0 0-33 16,0 0-25-16,0 0-11 0,4 8 3 0,-6-2-12 15,1 0-16-15,-3-1-15 0,2 5-17 0,-1 1-20 16,1 1-6-16,-2 1-17 0,0 1-11 0,2 4-11 16,-1-1-2-16,2 0-8 0,-1 1-11 0,2-1-3 15,-1 2-44-15,1-2-23 0,0 0 0 0,0-2 0 16,0 2 0-16,1-6 0 0,1 0-82 0,0-1-47 15,0 1-46-15,-1-3-49 0,1 2-56 0,3-4-48 16,-1 1-59-16,-1-3-53 0,2-1-66 0,1-2-32 0,3-1-313 16,-9 0-921-16,14-1 407 0</inkml:trace>
  <inkml:trace contextRef="#ctx0" brushRef="#br0" timeOffset="69756.9191">24733 8799 275 0,'0'0'296'0,"0"0"10"0,0 0 4 0,2-4 2 16,-2 4-11-16,0 0-2 0,0 0-28 16,0 0-26-16,4-3-10 0,-4 3-20 0,0 0-18 0,0 0-12 15,0 0-16-15,0 0-15 0,0 0-20 0,0 0-15 16,0 0-13-16,0 0-7 0,0 0-13 0,0 0-10 16,0 0-5-16,0 0-6 0,0 0-2 15,0 0-1-15,0 0 6 0,0 0-13 0,0 0-9 0,0 0 2 16,9 0-7-16,-9 0-8 0,9 0-6 0,-4-2 2 15,3 2 1-15,-1-2-2 0,2-1-1 0,2 0-4 16,-2-1 1-16,2 1-7 0,-2-2-1 0,1-1-1 16,-1 0 2-16,-1-1 7 0,-2 3-5 0,-2 0-3 15,1 1-1-15,0-2-1 0,-1 0-1 0,-3 0-6 16,-1-1 0-16,0 0-4 0,0 3 0 0,0-3-3 16,-4 2-6-16,3 0 6 0,-6 1-4 0,4 0-3 15,-1 1 1-15,-2 1 1 0,1-1 4 0,5 2-6 16,-12 0 0-16,5 2-4 0,0 0 7 0,-4 3-3 15,2 0 7-15,1 0-4 0,2 3-1 0,-1 2 2 16,-2-2 2-16,4 2-3 0,0 0 4 0,3 1-1 16,-2-2 1-16,4 0-1 0,-3 0 0 0,3 0-2 15,0-3 3-15,4 3 3 0,1-3 2 0,2 1 1 16,1-1-6-16,4-1 8 0,1-1-4 0,5 1 4 16,3-2-5-16,-1-3 1 0,10-5 0 0,-2 1 3 15,-1-4 1-15,3-2-3 0,-1 1-1 0,2-6 0 16,-1 5 10-16,-7-5 36 0,0 3 3 0,-5 1-3 15,-4 2 0-15,0-4-4 0,-5 5-5 0,0-5-6 16,-1 4-6-16,-2-1-5 0,-3 0-5 0,-2 0-4 16,-1 1-5-16,-1 1 2 0,1 3-5 0,-4-2-6 0,0 2 2 15,0 1-5-15,2 2 7 0,-6-3-12 16,4 5 2-16,4 0 0 0,0 0-1 0,-10 6-5 16,9-2 3-16,-2 3 1 0,3 3 1 0,0 1 6 15,0-2-1-15,3 5 4 0,-1 2 0 0,2-1-2 0,4 2 12 16,-2-1-5-16,3-3 1 0,-4-1-4 0,2-1 5 15,-2 1-5-15,1-5 0 0,-2 3 0 0,-2-4-10 16,1 1 6-16,-2-1 1 0,1-2 0 16,-1 3 6-16,-1-1-3 0,-3-1 2 0,1-1-1 15,-3 0-1-15,-2 0 2 0,-3 0-4 0,-3-1-21 0,-1 1-40 32,-4-3-36-32,0 2-46 0,-2-4-41 0,-1 2-47 0,1-1-56 0,0-1-66 0,6-2-38 0,-4 1-291 15,6-3-737-15,-1 0 326 0</inkml:trace>
  <inkml:trace contextRef="#ctx0" brushRef="#br0" timeOffset="73040.2806">18574 6223 224 0,'0'0'243'0,"0"0"-12"0,0 0-5 0,0-3-7 0,0 3-6 0,0 0-9 15,0 0-8-15,0 0-7 0,0 0-6 31,0 0-6-31,0 0-6 0,0 0-10 0,0 0-9 0,0 0-14 16,0 0-8-16,1-3-11 0,-1 3-14 0,0 0-13 16,0 0-4-16,0 0-9 0,0 0-9 0,0 0-4 15,0 0-3-15,8 10-9 0,-2-5-6 16,-1 1 1-16,3-2-1 0,-3-1-8 0,3 4-6 0,-1 0-1 16,4-1 1-16,-2 0-5 0,1 0 4 0,-1 0-10 15,0 0-3-15,2 0-1 0,0-2 0 0,0 3 9 16,0-3-18-16,0 1 8 0,2 0-11 0,-1-3 16 15,1 2-11-15,0-1-4 0,0-1-5 0,1-1 5 16,-1 0 6-16,-1 0-6 0,6-1-8 0,1-1 3 16,2-3 3-16,-1 3-4 0,8-3 5 0,-1 0 2 15,1-2-7-15,-1 0 0 0,4-2 7 0,-3 0-4 16,0 0 4-16,0-2-9 0,-6 2-1 0,5-2 1 16,-2-1 1-16,-5 4 2 0,9-2-7 0,-9 2 4 15,1 0 2-15,3-3 2 0,-3 5-3 0,-2-2-2 16,0-1-2-16,0 4 3 0,-1-3 0 0,2 1 2 15,-2 2 1-15,0-3-3 0,-4 4 1 0,-1-4-1 16,2 3-2-16,-3-1 5 0,1 1 0 0,1 1-4 16,-1 1-6-16,-1-3 11 0,1 1-8 0,1 1 5 15,-1 1-5-15,0-2 0 0,1 0 4 0,-1 2-4 16,-1-3 2-16,1 1 3 0,2 1-11 0,-3 2 8 16,1 0-1-16,-2-4 4 0,3 4 3 0,1-1-5 15,1 5-3-15,-1-3 4 0,2 5-2 0,1-5-2 16,0 1 2-16,1 1 14 0,-6-1-14 0,7 3 2 15,-1 0-2-15,-1 2-1 0,1-2 3 0,0 0-3 0,-2 3-2 16,3-1 5-16,-3 2-9 0,1-4 5 16,-3 1 3-16,3 1-1 0,-2 1-5 0,-4-2 9 15,5 2-6-15,-7-1 4 0,0-1-1 0,3 1-1 16,-1 0 4-16,-3-1-1 0,3 0-2 0,-3 1 1 16,-1 0 3-16,1-3 2 0,1 0-3 0,-3 1-2 0,-1-3 4 15,0 2-1-15,-2-2 1 0,2 2 4 0,0 0-7 16,-2-3 2-16,-4 0 5 0,0 0-4 0,10 0 5 15,-10 0-1-15,7-4-2 0,-7 4-1 16,8-3 2-16,-3 1-2 0,-1 0-1 0,1-3-3 0,-1 1 7 16,2 1-1-16,-1-3-3 0,-1 1-4 0,5 0 1 15,-5-1-3-15,5 2 4 0,-4-3-4 0,4 0 13 16,-1 2-10-16,-1-2-2 0,1-1 7 0,-3 3 5 16,2-2 1-16,-2 2-2 0,1 1 1 0,2-3 9 15,-3 2-9-15,0-2-7 0,3-1 4 0,-1 1-3 16,0 3 0-16,-1 2-1 0,4-4 1 0,0 0-13 15,3 2 26-15,-2 1-4 0,1-2-14 0,6 3 0 16,-4 1-4-16,0-1 1 0,4 2-2 0,1 0 11 16,-2 0-14-16,2 5 5 0,0-5 2 0,1 2-9 15,-3 3 6-15,1-3 2 0,1 2-1 0,-1-1-4 16,0 4 10-16,0-4-2 0,0 4-4 0,1 1 3 16,-1-4-2-16,1 3 4 0,-3-2 0 0,3 1-4 15,0-1-1-15,-2 0 6 0,0 1-7 0,1-2 2 16,4 2 7-16,-5 1-8 0,2-3 9 0,1 0-3 15,2 0-5-15,0 0 6 0,7-1 3 0,-1 0-3 16,-1-1 2-16,1 0-2 0,-1-1-8 0,1-1 2 16,3-1-3-16,-2 0 7 0,2-2-7 0,2 0 7 15,-1-1 0-15,4 0 1 0,0-1-2 0,2 0-2 16,0 1 0-16,12-5 14 0,-14 2-13 0,5 3-9 16,-4 1 10-16,0-4-6 0,14-1 3 0,-18 5-4 15,3-3 7-15,-1 3 0 0,1-3 6 0,-2-1-6 16,2 2 0-16,-2 5-2 0,2-2 7 0,-3-3-3 15,-1-2-7-15,0 3 8 0,-1-2-5 0,-1 2-8 16,-3-3 13-16,1 4-8 0,-6 0 0 0,-3-1 0 16,3 3 5-16,-4-1-5 0,-4 2 0 0,-1-1 7 15,-1-2 1-15,-1 3-6 0,-3 0 2 0,0-1-1 16,-3 0-10-16,2 0 1 0,-7 1-13 0,8 0-10 16,-8 0-3-16,6-2 0 0,-6 2-11 0,6 0-1 0,-6 0 0 15,0 0 6-15,0 0 5 0,0 0 2 0,0 0 0 16,5 2-10-16,-5-2-11 0,0 0-15 0,0 0-24 15,0 0-24-15,0 0-29 0,0 0-38 16,-13 5-37-16,13-5-40 0,-4 1-226 0,4-1-529 16,0 0 234-16</inkml:trace>
  <inkml:trace contextRef="#ctx0" brushRef="#br0" timeOffset="74149.8516">18858 5373 213 0,'0'0'353'0,"0"0"4"0,0-5-6 16,0 5-16-16,0 0-2 0,0-6-8 0,0 6-6 16,0-4 4-16,0 4-4 0,0 0-17 0,-3-5-15 15,3 5-22-15,0 0-27 0,0 0-22 0,0 0-28 16,0 0-19-16,0 0-22 0,0 0-17 0,0 0-15 15,0 0-6-15,0 0-16 0,0 17-8 0,0-9-4 16,0 2-10-16,0 2-7 0,0 0-3 0,0 0-9 16,0 5 24-16,0 0-8 0,0 1-6 0,0 1-5 15,0 1-4-15,-1-3-6 0,1 0-7 0,-3 1-1 16,2 0-2-16,0 1-2 0,-2-3-23 0,3-1-31 0,0-3-28 16,0 1-27-16,0-3-21 0,0-5-23 15,0 2-32-15,3 0-53 0,-2 0-34 0,3-3-34 16,-4 1-30-16,1-1-39 0,3-1-34 0,1-1-20 15,-5-2-240-15,0 0-688 0,8-5 305 0</inkml:trace>
  <inkml:trace contextRef="#ctx0" brushRef="#br0" timeOffset="74418.2147">18841 5475 76 0,'0'-7'295'15,"1"2"6"-15,-1 1 5 0,4 2-3 0,-4-2-5 16,3-1-21-16,-3 5-21 0,0-5-17 0,0 5 0 0,2-2-5 15,-2 2-4-15,0 0 0 0,0 0-9 16,17 5-13-16,-13-4-13 0,0 5-18 0,1-1 3 16,1 4-14-16,-2-3-13 0,4 0-13 0,-1 4-19 15,0 0-2-15,0-1-15 0,1 1-8 0,2 3-7 0,-1-5-7 16,1 6-8-16,3-1-8 0,-2-2-3 0,0-2-5 16,-1 1-8-16,0 2-4 0,3-6-25 15,-4 3-27-15,0-4-33 0,2 2-33 0,1 0-53 16,-3-4-53-16,1 2-44 0,-2-5-44 0,0 2-51 0,2-4-46 15,-4 0-48-15,2-1-208 0,0-3-672 0,-2-2 298 16</inkml:trace>
  <inkml:trace contextRef="#ctx0" brushRef="#br0" timeOffset="74681.8133">19143 5406 195 0,'-2'-2'362'0,"2"-2"26"0,0 4 25 0,2-7 2 16,-2 7 4-16,-4-4-8 0,4 4-14 0,0 0-18 15,-3-3-19-15,3 3-24 0,0 0-20 0,0 0-24 16,0 0-19-16,-1-4-32 0,1 4-25 0,0 0-21 16,0 0-26-16,0 0-8 0,0 0 2 0,0 0-5 15,-1 13-7-15,1-8-20 0,-1 2-3 0,1 1-10 16,-2 0-13-16,2 1-19 0,-1 1 3 0,0 2-9 16,1-1-16-16,-2 1 2 0,1 3-13 0,1-4-5 15,0 3-5-15,-1-2-3 0,0 0 1 0,1 0-5 16,-3 1-33-16,4-2-26 0,-2 2-31 0,0-5-33 15,1 3-40-15,0-4-34 0,0 2-32 0,1-5-40 16,0 2-47-16,1 1-41 0,-2-4-31 0,1 2-39 16,3-2-43-16,-2-1-381 0,-2-2-882 0,8-1 391 15</inkml:trace>
  <inkml:trace contextRef="#ctx0" brushRef="#br0" timeOffset="75637.0519">19250 5562 278 0,'0'0'347'0,"5"1"5"0,-5-1-18 0,0 0-36 15,0 0-7-15,0 0-12 0,0 0-23 0,0 0-20 16,0 0-24-16,0 0-12 0,0 0-31 0,0 0-6 16,4 3-13-16,-4-3-16 0,0 0-10 0,0 0-12 15,0 0-14-15,0 0-5 0,0 0-9 0,0 0-10 16,9 1 0-16,-7 0-7 0,-2-1-7 0,13-1-3 15,-5 0-4-15,2 1-5 0,2-1-1 0,-2-3-10 16,3 2 3-16,-4-2-9 0,3 1 8 0,-1-1-4 16,-5-1-2-16,3 0 2 0,1 1 4 0,-5-1 5 15,0 0-10-15,-1 2 13 0,0-1-2 0,0 2-5 16,-3-2-1-16,4 1-5 0,-5 3 3 0,3-6-4 16,-2 4-2-16,-1-3-6 0,0 5-10 0,0 0 3 15,-4-5 0-15,2 3-2 0,2 2-2 0,-7-2-4 16,7 2 4-16,0 0-8 0,-10 0 2 0,10 0-2 15,-10 3-3-15,2 1 1 0,5-2 3 0,-5 3-8 16,3 2-4-16,-3 2 10 0,3-2-1 0,0 1-2 16,0 0 3-16,-2 2-1 0,2-2-1 0,2 0 2 15,0 1-4-15,-1-1-5 0,4 3 9 0,0-2 3 16,0-1 2-16,6-1-4 0,1 3 5 0,-1-3-3 16,3-2 1-16,2 1 0 0,0-1 2 0,7-1-2 15,0-1 10-15,-1 0 9 0,0-3 18 0,2 0 7 16,-5-1 4-16,4-4 6 0,-5 3 9 0,2-3 3 15,-2 1 16-15,1-3 3 0,-4-1-1 0,2 3 1 16,-3-5 7-16,0 2-3 0,-2-1-6 0,4 1-1 16,-6-1-6-16,1 0 0 0,-1 0-9 0,-2 0-14 15,-1 4 4-15,2 0-8 0,0 1 6 0,-3 0-9 0,0 0-5 16,-1 4-7-16,3-5-10 0,0 3-6 0,-3 2-15 16,2-3 5-16,-2 3-4 0,0 0-3 15,0 0-2-15,0 0-6 0,0 0 6 0,3 11-4 16,-2-4 1-16,-1-2-2 0,1 2 2 0,1 2-1 15,0-2 1-15,2 1-2 0,-1 0 0 0,0 1-9 0,2-1-11 16,-2 1 10-16,2-4 0 0,-1 2-1 0,-3-2-6 16,3-2 2-16,0 1 4 0,1 0-3 0,-4 1 7 15,3-4-4-15,-4-1 6 0,9 2-1 16,-9-2 1-16,9-2 4 0,-5-1 1 0,6-4-14 0,-5 3 10 16,-1-1 3-16,5-4-1 0,0 3-1 0,-5-5 2 15,3 2 0-15,-1 2 1 0,0-1-13 0,-1 3 12 16,0-1 6-16,-1 1-7 0,0 2-2 0,1-2-2 15,-1 3 0-15,0-1-3 0,2 2-4 16,2 1 1-16,-2 0 4 0,3 0 2 0,0 2-13 0,-1 1 4 16,1-1 7-16,0 3-3 0,-2-3 0 0,0 3 1 15,-1-2 1-15,0 0 2 0,3 1-1 0,-5-1 4 16,1 0 3-16,-1-1-5 0,0-1 6 0,0 0-2 16,-4-1 6-16,5 2 0 0,-5-2 10 0,6 1 5 15,-6-1-3-15,4-6 2 0,0 0 4 0,-3 0 5 16,3-2 3-16,-1-1 5 0,-1 0-7 0,0-2-3 15,-1 1 0-15,0-2-5 0,-1-1 1 0,-1 3-3 16,0 1 7-16,-2-2-4 0,-1 3 0 0,0-2-1 16,2 3-14-16,-1-1-5 0,-1 1 8 0,3 2 2 15,-5 0 2-15,3 1-8 0,-1-1-1 0,3 2 0 16,-3-1-10-16,4 4-41 0,-1-4-44 0,1 4-54 16,0 0-35-16,0 0-46 0,0 0-44 0,0 0-80 15,1 12-71-15,3-7-90 0,4 4-446 0,3-3-1034 0,1-3 457 16</inkml:trace>
  <inkml:trace contextRef="#ctx0" brushRef="#br0" timeOffset="76121.9781">20598 5223 341 0,'0'-10'475'0,"-1"-1"-7"0,-3 1 0 16,-2 0-10-16,2 2-24 0,0 0-30 0,-1 1-37 15,4 3-35-15,-6-1-26 0,3 1-35 0,2 0-28 16,-3 1-28-16,-1 0-24 0,-1 2-33 16,1 1-12-16,1 4-7 0,-4 0-11 0,-2 2-16 0,2 2-11 15,1 1-9-15,-5 2-12 0,5-1-5 0,-2 5-10 16,4 3-2-16,-2-3-6 0,0 2-7 15,2-2-5-15,1 5-5 0,1-3-1 0,3-5-5 16,1-1-2-16,0 1 1 0,2-1-2 0,-1 0-4 0,3-2-4 16,3-1 2-16,0 1-2 0,1 1-3 0,0-4-2 15,2 1 0-15,0-1-14 0,-1 1 8 0,2-1 1 16,-2-1-2-16,2 1-3 0,0-3-2 16,-4 3-3-16,0-1-3 0,-2-1-3 0,3-1 4 15,-3 3-4-15,0 0 0 0,-1-1 2 0,-3 1-4 0,3 2 5 16,-4-1 0-16,-1 1 5 0,-3 1 0 0,-1 0-12 15,-3 0 9-15,-6 2 4 0,-2 0 0 0,-2 0 2 16,-1 0 0-16,1-3-1 0,-12 3 1 0,12-3 0 16,2-3-1-16,-2 1 2 0,1 1-2 0,3-4 0 15,5-1-17-15,2 1-28 0,-1 0-7 0,4-2-38 16,4-1-41-16,0 0-78 0,0 0-98 0,0 0-68 16,14-9-65-16,3 3-52 0,2-4-297 0,5 0-846 15,2 0 374-15</inkml:trace>
  <inkml:trace contextRef="#ctx0" brushRef="#br0" timeOffset="77141.1638">20733 5458 35 0,'0'0'419'16,"0"0"34"-16,2-5 6 0,-2 0-1 0,0 5-18 15,0 0-22-15,0 0-23 0,0 0-25 0,0 0-32 16,0 0-29-16,0-5-31 0,0 5-28 0,0 0-29 15,0 0-28-15,0 0-24 0,0 0-19 0,0 0-20 16,0 0-4-16,0 0-13 0,0 14-15 0,0-11-8 16,0 2-5-16,0 3-12 0,1-4-6 0,-2 4-21 15,2 0-17-15,2-1-13 0,-2-2-10 0,-1 1-15 16,3 0-8-16,-3 0-7 0,0 0-7 0,2-3-6 16,0 1-6-16,-2 2 4 0,2-5 5 0,-2-1 2 15,1 5 7-15,-1-5 3 0,2 4 4 0,-2-4 5 16,0 0 0-16,0 0 0 0,15-8-3 0,-11 6 5 15,2-2 5-15,2-4 0 0,-3 2-2 0,0 2 2 16,4-4 2-16,-1-1 5 0,-2 1-2 0,1 2 8 16,-1 1 2-16,0-2 10 0,-2 3 6 0,1-2 4 15,-1 2-1-15,0 0 0 0,0 3 1 0,0-2-4 16,-4 3-3-16,6-7-11 0,-4 7 3 0,-2 0-5 16,11 1-2-16,-7 3 2 0,0-3-2 0,-1 3-2 15,5-2-3-15,-3 3 2 0,-1 1-3 0,0 0 1 16,2 1-3-16,-1 1 4 0,0 0-4 0,-1 0 7 0,1 0-2 15,-2-3-3-15,1 4 3 0,2-1 0 16,-6-1-2-16,3-2-15 0,-1 2-14 0,3-2-4 0,-4-1-4 16,2 2-2-16,-3-3 0 0,0-3 1 0,5 5 2 15,-5-3 12-15,0-2 3 0,0 0 11 0,0 4 6 16,0-4 2-16,0 0 2 0,0 0 0 0,0 0-3 16,0-12-5-16,-2 8 3 0,0-3 3 0,1 3 2 15,-2-2 7-15,2 1 12 0,-1-2 6 0,-2-2 3 16,4 3 8-16,-3 0 8 0,5 2 4 15,-2-2-5-15,0 0-3 0,2 2-8 0,3-3-5 0,-4 3-5 16,5-1-5-16,0 0-3 0,3 2-12 0,1-2 11 16,-1 2-2-16,4-1 0 0,1 3-5 0,-1-2 2 15,1 1-1-15,-1 2 0 0,2-4-8 0,-3 0 8 16,2 3 0-16,0-1-1 0,-3 1 1 0,1 1-2 16,-2-4 2-16,0 2-4 0,4 1 3 0,-5-3 0 15,0-1-3-15,1 2 4 0,-1-2-5 0,4 1 0 16,-3-1 0-16,-1-2 3 0,0 0-4 0,1-1 3 15,1-1 1-15,-4 1 0 0,3 0 2 0,-1-3 2 16,-2 3 3-16,-1-2 8 0,3 0 6 0,-4 1 5 16,2-1 2-16,-6 2 7 0,0 1 7 0,3 3 3 15,-1-4-5-15,-1 4 0 0,-1-1-5 0,2 0-3 16,-2 1 1-16,-1 4-4 0,3-7-5 0,-2 4-2 16,-1 3-4-16,0-5-3 0,0 5 2 0,1-4-21 15,-1 4 10-15,-6-3 2 0,3 0-5 0,3 3-1 16,-5-3-3-16,5 3-10 0,-7-1 9 0,7 1-1 15,-9 0-1-15,9 0 2 0,-10 3-1 0,4-2-2 16,2 3-2-16,-1-2 2 0,0 6 6 0,-1-4 11 16,3 2 5-16,-2 3 24 0,0 6 2 0,3 1-5 15,-5 0-2-15,6 3 15 0,1 6 16 0,-3-5-14 16,2 5 2-16,1 2 7 0,0-2-3 0,1 1 4 16,-1 0-5-16,0-1-1 0,4-1 2 0,-4 1-3 0,0 0-36 15,-4 0-27-15,7 1 0 0,-6-7 0 0,3 5 0 16,0-6 0-16,-2 1 0 0,-2-1 0 15,3 0 0-15,-6 0 0 0,7 0 0 0,-1-2 0 16,-3-3 0-16,4 1 0 0,0-2 0 0,0-1 0 0,3 0 0 16,-1-1 0-16,-3-2 0 0,1-2 0 0,0 0 0 15,1 0 0-15,-1-4 0 0,3 2 0 16,-3-4 0-16,0 6 0 0,1-3 0 0,-1-3-60 16,0 0-74-16,0 0-63 0,0 0-56 0,0 0-54 0,0 0-63 15,-1-14-64-15,-2 3-80 0,3 0-68 0,-1-4-308 16,-3 0-965-16,0-3 427 0</inkml:trace>
  <inkml:trace contextRef="#ctx0" brushRef="#br0" timeOffset="77407.0345">21205 5620 78 0,'0'0'388'0,"-2"-6"22"0,2 6 34 0,-3-6 12 15,3 3 5-15,0 3-9 0,0-7-22 0,0 7-13 16,0-5-20-16,0 5-28 0,3-5-20 0,-1 2-24 15,-2 3-18-15,0 0-29 0,0-5-28 0,0 5-27 16,4-6-21-16,0 4-26 0,0-2-17 0,5-1-21 16,2-1-14-16,2 2-12 0,5-1-6 0,0-2-6 15,1 2-20-15,2-1-26 0,0 0-26 0,0 2-19 16,-1-1-24-16,1 0-25 0,0 0-23 0,1 0-35 16,-3 3-27-16,-1-2-29 0,-6 2-35 0,5-2-38 15,-5 1-43-15,-2 0-26 0,-2 0-34 0,0 1-27 16,-3 1-29-16,0 0-16 0,0-1-8 0,-1-1-250 15,-4 3-715-15,6-5 316 0</inkml:trace>
  <inkml:trace contextRef="#ctx0" brushRef="#br0" timeOffset="77813.9014">21586 5455 1429 0,'0'0'-105'0,"0"0"52"16,0 0 48-16,4-1 44 0,-4 1 45 15,0 0 35-15,0 0 30 0,0 0 32 0,0 0 16 16,0 0 12-16,0 0 9 0,0 0 10 0,7-1-4 16,-7 1 1-16,3-3 6 0,-3 3 2 0,0 0-11 15,5-3-4-15,-5 3-11 0,0 0-10 0,4-2-12 0,-4 2-11 16,0 0-18-16,0 0-18 0,3-4-12 15,-3 4-17-15,0 0-14 0,0 0-11 0,0 0-15 16,0 0-4-16,0 0-6 0,10 7-7 0,-7-2-6 16,1-1-3-16,-2-2-7 0,3 3-5 0,-4 2-4 0,1-1-3 15,0-1-1-15,-1 1-4 0,2 1-2 16,-3-2 0-16,-3 3-3 0,2-1-3 0,1-2-5 16,-4 0 2-16,3 1 1 0,-4-1-2 0,-1 1-2 15,3-3-6-15,-3 2-7 0,-1-1 1 0,0-2-1 16,3-1 0-16,-1 2 1 0,1-1 1 0,4-2 3 0,-9-1 1 15,9 1 1-15,-8-4 1 0,6 2 2 0,0-3-2 16,2 0-2-16,-1-1-1 0,4 1 3 16,-2-4-2-16,4 4 0 0,-3-5 0 0,1 3-1 15,0 3-1-15,2-2-2 0,1 1 0 0,-2-1 4 0,2 2-2 16,-1 2 1-16,1 0-5 0,0-1 2 16,-1 2 0-16,0 1 1 0,-5 0-1 0,17 1 0 15,-11 2-2-15,2 0 5 0,1-1-2 0,0 5-4 16,-3 0 9-16,2-1-4 0,-2-1-2 0,2 3 2 0,-3 0 4 15,3 0 0-15,-2-1-22 0,-1-1-33 0,-2 0-29 16,2 0-35-16,0-2-50 0,0 1-42 0,0 0-54 16,3 1-63-16,1-2-66 0,-3-1-322 0,3-3-775 15,1-3 344-15</inkml:trace>
  <inkml:trace contextRef="#ctx0" brushRef="#br0" timeOffset="78392.8055">21975 5440 246 0,'0'0'353'0,"0"0"8"0,6-3 14 0,-5 1 28 16,-1 2 0-16,0 0-7 0,0 0-29 0,0 0-29 15,0 0-25-15,4-3-25 0,-4 3-26 0,0 0-28 16,0 0-19-16,0 0-29 0,0 0-16 0,0 0-21 16,0 0-14-16,0 0-11 0,-7 13-12 0,3-9-12 15,-1 2-9-15,-2 0-8 0,2 3-7 0,1-2-18 16,-1 0 2-16,-2 3-4 0,2-2-8 0,-2 3-4 15,3-1-3-15,-1 1-7 0,-1-1 0 0,-2 0-2 16,4-1-6-16,3 1-2 0,-3-2-9 0,3 2-9 16,1-4-4-16,-3 1-1 0,3-3 0 0,0 2 2 15,4 1 3-15,0-2-3 0,1-2 2 0,3 2 1 16,-2-1-1-16,7 0 2 0,0-3-1 0,-1 0-1 16,9-1 2-16,-4-3 1 0,2 0-1 0,2-4-2 15,6-1 1-15,-1-2-1 0,-6 4 1 0,2-4 1 16,1-3-3-16,4 0-1 0,-2-3 1 0,0 4 4 15,-9 1 28-15,2 0-1 0,-5 1 1 0,2-1 9 16,-7 3-3-16,-2-3-2 0,3 5-12 0,-5-1 8 16,1 0-6-16,-1 0-4 0,0 1-6 0,-3 1-1 15,-1 2-5-15,0-3-2 0,-1 2-1 0,-3 1-4 0,3-1-6 16,-3 2-1-16,4 2 1 0,-13-3-2 16,8 3 1-16,-3 3 0 0,-2 0-6 0,0 3 4 15,0 1 0-15,-1-1-2 0,-2 8 0 0,2-3 0 16,2 0 3-16,-3 3 1 0,1-2-3 0,2 3 2 15,3-4-1-15,2 0 3 0,0 0-2 0,0-2 0 0,3 1 5 16,-3-2 1-16,4 0 0 0,2-3 1 0,3 1 4 16,1 3-2-16,5-3 0 0,4 1 2 0,4-1-2 15,1-6 1-15,7 4 4 0,1-4-7 16,3-2 1-16,1 2-3 0,-10-1-21 0,0 0-39 0,-1 0-39 16,-1-2-57-16,1 0-78 0,-8-1-77 0,3 2-77 15,-5-2-109-15,-4 1-367 0,3-2-931 16,-5 1 413-16</inkml:trace>
  <inkml:trace contextRef="#ctx0" brushRef="#br0" timeOffset="80367.7384">23839 6788 209 0,'0'0'333'16,"0"0"-3"-16,0 0 0 0,0 5-2 0,0-5 1 15,0 0-11-15,0 0 2 0,0 0-7 0,0 0 2 16,0 0-10-16,0 0-3 0,0 0-13 0,0 0-11 0,0 0-6 15,0 0-7-15,0 0-11 0,4-14-16 16,-5 10-5-16,2-1 3 0,-2 0-11 0,-2-1-5 16,2-1-9-16,1 1 0 0,-4-2-3 0,4-2-7 0,-5-3-7 15,3-3-11-15,-5 0-18 0,3-4-6 0,-2-4-18 16,-2-2-12-16,1-3-13 0,-5-1-85 0,3-1-31 16,-2-1 0-16,-2-12 0 0,1-1 0 0,1-1 0 15,-3 0 0-15,2-3 0 0,1 1 0 0,3-5 0 16,0 4 0-16,0-4 0 0,3 4 0 0,-2 0 0 15,7 0 0-15,-4 15 0 0,4 0 0 0,0 3 0 16,-1 1 0-16,1 6 0 0,1-2 0 0,-2 9 0 16,1 0 0-16,0 7 0 0,-4 0 0 0,4 0 0 15,3 3 0-15,-3 0 0 0,0 0 0 0,0 3 0 16,0-1 0-16,0 1 0 0,0-1 0 0,0 5 0 16,0-4 0-16,0 4 0 0,0-4 0 0,0 4 0 15,0 0 0-15,1-6 0 0,-1 6 0 0,0 0 0 16,0 0 0-1,0 0 0-15,0 0 0 0,0 0 0 0,0 0 0 0,0 0 0 0,0 0 0 0,0 0 0 16,0 0 0-16,0 0 0 0,0 0 0 0,0 0 0 16,0 0 0-16,0 0 0 0,0 0 0 0,0 0 0 0,0 0 0 15,0 0 0-15,0 0 0 0,-1 14 0 0,-2-5 0 16,2-2 0-16,-3 7 0 0,0-3 0 0,-1 0 0 16,1 5 0-16,-1-2 0 0,0 2 0 15,0-4 0 1,-4 2 0-16,1 0 0 0,-1-3 0 0,2 5 0 0,-1-6 0 0,-2 3 0 0,3-3 0 0,1-1 0 15,3 0 0-15,-4-4 0 0,4 0 0 0,-3-1 0 16,3 0 0-16,2-1 0 0,-2 1 0 0,3-4 0 16,-2 4 0-16,2-4 0 0,-3 3 0 15,3-3 0-15,0 0 0 0,0 0 0 0,0 0 0 0,9-14 0 16,-2 4 0-16,2-4 0 0,1 5 0 0,5-6 0 31,-3 3 0-31,0-3 0 0,5 3 0 0,-7-1 0 0,3 0 0 0,-3 5 0 0,-1 0 0 0,-1 1 0 16,0 1 0-16,-2 2 0 0,-1 1 0 0,0-1 0 15,-2 0 0-15,2 2 0 0,-3 1 0 0,-2 1 0 16,11 0 0-16,-6 2 0 0,2 0 0 0,-1 3 0 16,-1 1 0-16,3 0 0 0,-1 2 0 0,3-1 0 15,0 1 0-15,-1 3 0 0,2-3 0 0,1 1-47 16,-1 4-208-16,0-6-59 0,1 5-74 0,0-1-84 16,2-6-109-16,-3 1-442 0,0-4-1108 0,2-4 492 15</inkml:trace>
  <inkml:trace contextRef="#ctx0" brushRef="#br0" timeOffset="81133.1359">23212 4461 163 0,'0'0'439'0,"0"0"24"15,4-3-7-15,-4 3-4 0,0 0-12 0,1-2-10 16,-1 2-17-16,0 0-9 0,0 0-29 0,0 0-9 16,0 0-21-16,0 0-24 0,0 0-28 0,0 0-30 15,0 0-24-15,0 0-22 0,0 0-31 0,0 0-19 16,0 0-23-16,0 0 5 0,0 10 4 0,0-3-4 16,-1 4-2-16,1 5 13 0,-3 1-8 0,3 1-8 15,0 1-4-15,-1 0-4 0,1 6-18 0,1 1 3 16,-1 0-75-16,0-1-46 0,-1 0 0 0,1-4 0 15,1 3 0-15,-1 1 0 0,0-6 0 0,-1 1 0 16,1-1 0-16,-3 0 0 0,3-2 0 0,-1 1 0 16,0-7 0-16,-3 1 0 0,4 0 0 0,-4-2 0 15,4-1 0-15,0-3 0 0,0 0 0 0,0 0 0 16,0-1 0-16,0-2-97 0,0-3-164 0,0 6-27 16,0-6-48-16,0 0-86 0,0 0-66 0,0 0-57 15,10-11-414-15,-10 6-1040 0,3-3 461 0</inkml:trace>
  <inkml:trace contextRef="#ctx0" brushRef="#br0" timeOffset="81321.6608">23218 4788 309 0,'3'-4'377'0,"-3"4"21"0,1-5 10 16,-1 5-1-16,3-5-12 0,-3 5-24 0,2-4-27 31,-2 4-27-31,2-7-32 0,-1 4-30 0,-1 3-25 15,5-5-27-15,-1 2-23 0,1-2-22 0,2-1-40 16,3 0-52-16,2 0-47 0,5-1-56 0,1-1-55 16,-2 3-44-16,-3 0-41 0,5-1-37 0,-3-3-38 15,2 2-34-15,-2 0-21 0,-2 2-23 0,-3-1-172 16,2-1-544-16,-3 2 242 0</inkml:trace>
  <inkml:trace contextRef="#ctx0" brushRef="#br0" timeOffset="81618.9214">23492 4519 283 0,'0'0'342'16,"-2"-3"34"-16,2 3 31 0,-1-5 5 0,1 5 9 16,-1-6 0-16,1 6-8 0,0 0-7 0,0 0-9 15,-4-3-15-15,4 3-23 0,0 0-14 0,0 0-16 16,0 0-22-16,0 0-23 0,0 0-30 0,0 0-22 16,0 0 2-16,0 0 7 0,-2 12-2 0,2-6-12 15,-4 3-18-15,3 0-16 0,-2 0-9 0,2 1-20 16,-2 2-34-16,0 1-130 0,2 1 0 0,-1-1 0 15,-1 2 0-15,-1 2 0 0,2-1 0 0,-3 2 0 16,0 0 0-16,2-1 0 0,-1 0 0 0,0-2 0 16,2-1 0-16,-1-2 0 0,2 0 0 0,-2 0 0 15,2-1 0-15,-3 0 0 0,3-2 0 0,0 3 0 16,-2-8 0-16,3 5 0 0,0-4 0 0,0-1 0 16,-1 3 0-16,2-4-120 0,-1-3-183 0,0 5-33 0,0-5-76 15,4 1-71-15,-4-1-71 0,0 0-444 16,14-7-1080-16,-9 2 478 0</inkml:trace>
  <inkml:trace contextRef="#ctx0" brushRef="#br0" timeOffset="82057.3556">23579 4755 357 0,'0'0'377'0,"0"0"21"0,0 0-11 0,3 1-14 16,-3-1-13-16,0 0-36 0,0 0-12 0,0 0-20 15,0 0-23-15,0 0-17 0,0 0-17 0,0 0-18 0,0 0-15 16,0 0-16-16,0 0-18 0,0 0-18 0,0 0-14 16,3 3-13-16,-3-3-15 0,0 0-10 15,9 1-9-15,-4-1-9 0,-5 0-7 0,14 0-5 16,-4-1-6-16,2 1-7 0,-2-2-3 0,3 0-5 16,1-1-6-16,3-2-8 0,-3 1 2 0,0-3-6 0,-3 3 3 15,3 0-1-15,-5-1 8 0,1 0 5 0,-6 1 3 16,1 0 4-16,0 0-5 0,-2 1-6 0,0-1-1 15,-1 2 0-15,0-2-6 0,0-1-3 16,-2 5-2-16,0-3-2 0,0 3-8 0,0 0 0 16,-9-4-7-16,5 3-5 0,4 1-3 0,-8-1-1 0,8 1 8 15,-12 3-3-15,5 1 0 0,0-1-1 0,-2 6-1 16,-3-4 0-16,2 3 1 0,1 1-1 16,-2-1-2-16,2 0-1 0,1 1-13 0,3 1-14 15,0-2-2-15,1 0-6 0,4 0-10 0,0 0-12 0,3-1-29 16,3 1-19-16,1 0-33 0,2 0-39 0,2-2-34 15,1 0-37-15,1-2-25 0,6-1-40 0,-2-1-36 16,2-2-35-16,4 0-314 0,-5-2-752 0,0-1 334 16</inkml:trace>
  <inkml:trace contextRef="#ctx0" brushRef="#br0" timeOffset="82762.0631">23962 4718 261 0,'0'0'364'0,"0"0"4"0,4-4 10 0,-3 3-23 0,-1 1-29 16,0 0-11-16,5-2-6 0,-5 2-21 16,5-2-22-16,-5 2-22 0,0 0-20 0,0 0-24 0,4-3-19 15,-4 3-23-15,0 0-15 0,0 0-14 0,0 0-16 16,0 0-14-16,9 5-7 0,-6-2-13 0,-1 3-10 16,0-2-5-16,0 1-7 0,-1 0-6 0,2 1-7 15,-3 0-2-15,0 1-5 0,0-1-3 0,-3-1-3 16,2 4-4-16,-1-5-12 0,-2 3 9 0,-1 1-2 15,-2-3-3-15,3 0-2 0,-6-1-3 0,5 0-7 16,-5 0-4-16,-2-1-4 0,2 0-2 0,0-3 0 16,2 1 6-16,2 1-1 0,6-2-1 0,-13-2 1 15,9 1 1-15,-1-3 1 0,-1-2 4 0,3 2 0 16,1 0 9-16,-1-4 0 0,3 2-3 0,3-3-3 16,-2 0 0-16,2 0-5 0,2 1 13 0,-2 1-4 15,1 1-2-15,1 1 2 0,0-1-2 0,1 1-2 16,-1 2 0-16,0-1-3 0,-1 1-1 0,-1 0 3 15,3 1-7-15,-1 0 2 0,-1 1-3 0,-4 1-4 16,11 4 2-16,-6-1 2 0,0-2-1 0,2 3 1 16,-3 0-1-16,4 2-1 0,1 0-1 0,-4 2 1 15,3-1 0-15,0-1 3 0,-1 2-2 0,-1 2-6 16,1-4 6-16,1 2 3 0,-2 0-7 0,3-1 5 16,0 0 3-16,1 0-2 0,-1 0 1 0,4 0-5 15,1-1 8-15,-2-1-3 0,-1 0 1 0,2-4 2 16,5 0 2-16,1-1 0 0,0-3-6 0,-1-3 2 15,3-1 0-15,-1-2 12 0,-6-2 24 0,4 1 16 16,-5-1 26-16,1-4 10 0,-1-1 3 0,-3 1-7 16,0-3-5-16,-1-6-8 0,-1 1-5 0,-4 6 1 15,-2-4 4-15,-1-4-8 0,-2 1 3 0,-1 4-1 16,-1 2 4-16,0 0 1 0,1 1 5 0,-5 2-1 16,3 4-10-16,1 1-1 0,0 3-1 0,2 1-10 0,0 1-16 15,-3 2 0-15,1-1-10 0,3 4-4 0,0 0 2 16,-14 5-6-16,9 2-1 0,-1 6 22 15,-1 2-4-15,2 2 9 0,0 1-8 0,0 8 5 16,2-1 7-16,0 0-6 0,0 0-15 0,2 0 4 16,-2 1-10-16,3-8 4 0,0 7-2 0,0-7-1 0,0-1-2 15,0 0 2-15,0-1-14 0,0-4-34 0,0-1-24 16,0 0-20-16,3-3-27 0,-6 3-30 16,6-5-35-16,-2 2-35 0,-1-4-34 0,6-1-53 15,-2-2-60-15,4 0-53 0,-8-1-39 0,10-3-40 16,-1-1-20-16,0-1-319 0,-3-1-878 0,2-2 388 0</inkml:trace>
  <inkml:trace contextRef="#ctx0" brushRef="#br0" timeOffset="82949.4866">24366 4732 137 0,'0'0'411'16,"0"0"43"-16,0-5 14 0,0 5-6 0,4-4-16 0,-4 4-28 15,10-5-32-15,-4 1-30 0,5 1-23 0,3-1-23 16,4-1-21-16,3 1-21 0,7 1-22 0,-1-4-23 15,-9 4-23-15,5 0-20 0,5 0-16 16,-9-2-19-16,-6 2-12 0,0 2-23 0,-2 0-55 16,0 1-62-16,-2-3-75 0,-2 1-79 0,-2-1-102 0,-1-1-128 15,-4 0-109-15,0 4-299 0,-5-5-865 0,-4-1 383 16</inkml:trace>
  <inkml:trace contextRef="#ctx0" brushRef="#br0" timeOffset="85235.4339">21406 9990 76 0,'0'0'170'0,"0"0"4"0,0-5 5 15,0 5-1-15,0 0-2 0,0-4 7 0,0 4 1 16,0 0-4-16,0 0 1 0,-2-3-1 0,2 3 0 16,-2-5 1-16,2 5-1 0,0-5-1 0,0 5-1 15,0 0 0-15,0-6 7 0,0 6 8 0,0-5 3 16,0 5 8-16,0-5-3 0,0 5-3 0,0 0-4 16,0 0-7-16,0 0-3 0,0 0-5 0,0 0-6 15,0-3-8-15,0 3-10 0,0 0-2 0,0 0-16 16,0 0-15-16,0 0-10 0,0 0-11 0,0 0-8 15,0 0-11-15,0 0-10 0,0 0-10 0,0 0-9 16,0 0-6-16,0 0-4 0,0 0 2 0,0 0-2 16,4 16 1-16,-4-8 2 0,0 4 4 0,3 3 6 15,-1-1-4-15,0 3-28 0,1-1 0 0,2 2-3 16,-5 1-3-16,4-1 15 0,0 8 16 0,0-1 12 16,-3 2-2-16,3 1-6 0,-3 1 1 0,3 1-3 15,0 0-9-15,-3 2 9 0,4-1 11 0,-5 3-4 16,4 0-4-16,-4-1-5 0,1 3 6 0,3 11 2 15,0 0 9-15,-1 1-1 0,-1-1-2 0,2 0 3 16,-1-1-12-16,-1-10 3 0,-2 0 0 0,0 11 3 16,0-12-6-16,0 1-44 0,0 0-10 0,-1 0 0 0,1-1 0 15,0-1 0-15,-4-1 0 0,4-2 0 0,0-1 0 16,-1 0 0-16,-2-3 0 0,3-1 0 16,0-7 0-16,0-3 0 0,0 3 0 0,-1 0 0 0,2-3 0 15,-1-6 0-15,-1 1 0 0,1 2 0 0,-1-4 0 16,1 1 0-16,0-6 0 0,-3 1 0 0,3 1 0 15,0-1 0-15,0-1 0 0,0-4 0 0,-1 4 0 16,-2-1 0-16,3-3 0 0,0 4 0 0,0-4 0 16,0 0 0-16,0 0 0 0,0 0 0 0,0 0 0 15,-4-13-253-15,3 6-49 0,-3-1-34 0,-2 0-29 16,-3-1-26-16,1 0-15 0,-7-3-28 0,2 7-12 16,-1-7-17-16,3 6-8 0,-3-3-250 0,1 4-781 15,3-1 346-15</inkml:trace>
  <inkml:trace contextRef="#ctx0" brushRef="#br0" timeOffset="85657.2286">21250 11304 38 0,'-1'-4'235'0,"1"4"12"0,0 0 12 15,0 0 8-15,0 0 7 0,0 0 9 0,0 0 6 16,0 0-2-16,0 0-6 0,0 0-13 0,0 0-5 0,1-4-13 16,-1 4-7-16,0 0-16 0,0 0-11 15,0 0-17-15,0 0-18 0,0 0-19 0,0 0-11 16,0 0-17-16,0 0-12 0,0 0-12 0,5 13-14 0,3-8-4 15,-2-1-10-15,3 2-5 0,0 1-10 0,3 1-7 16,0 1-4-16,-1-2-6 0,0 0-5 16,3 3-6-16,-2-2-3 0,-1-2-1 0,-2 1-13 15,0-2-21-15,1 1-13 0,1 0-16 0,1-2-17 0,-3-1-13 16,-1-1-16-16,1-2 3 0,1 0-21 0,-2-1-7 16,2 0 2-16,0-2 7 0,-1-1 9 15,-1-3 5-15,1 1 9 0,0 0 5 0,-2-4 26 16,1 0 4-16,-1 0 14 0,3-3 22 0,-4 1 38 0,2 2 17 15,3-4 18-15,-4 3 23 0,-1 1 19 0,1-1 25 16,1 1 27-16,-1 2 14 0,-1-1 16 0,-2 4-4 16,1 0 15-16,-1-1-2 0,1 2 1 0,-4 1-10 15,1-1-14-15,0 3-19 0,-2 1-13 0,1-6-18 16,-1 6-17-16,3-2-19 0,-3 2-13 0,0 0-11 16,0 0-4-16,0 0-6 0,-9 14-2 0,2-5-11 15,0-1-12-15,-1 2-24 0,-4 2-18 0,1 1 0 16,-2 0-105-16,-3 0-111 0,4-3-115 0,-7 7-124 15,5-5-145-15,-2 0-481 0,0-5-1171 0,2 2 518 16</inkml:trace>
  <inkml:trace contextRef="#ctx0" brushRef="#br0" timeOffset="86360.0961">20947 11719 211 0,'4'-13'349'0,"-1"1"-2"0,2 1 1 0,-3-7 1 16,-1 5-2-16,2 1-10 0,-6 0-10 0,3 1-18 16,-1 1-9-16,-1 1-16 0,-1 3-14 0,1 0-12 0,-1 0-8 15,-3 1-24-15,-1 0-23 0,1 3-19 0,-3-1-22 16,-1 6-17-16,-3 0-14 0,-1 2-12 16,-3 5-10-16,-2 1-4 0,-1 4-8 0,-1 5-3 15,2 0-5-15,1 1-9 0,0 4-8 0,0-3-5 0,4 0-11 16,-2 0-2-16,3-1-6 0,-1-1-3 0,5-2-4 15,1-2-7-15,3 0 0 0,1-1 0 16,3-2 0-16,0 0 4 0,2 3 4 0,3-2 8 0,4 2 3 16,2-1 0-16,4 0 10 0,-1-1 5 0,10 4 1 15,0-3 0-15,-2 1-2 0,2-2-6 0,-2-3-5 16,-6 2-3-16,4-2-2 0,-5 1-10 0,2-1-13 16,-6-2 5-16,-2-2-2 0,-1 2 4 0,0-1-7 15,-4-2-3-15,1 2-5 0,-2-3-10 0,-2 5 18 16,-3-5 1-16,-3 3-1 0,-3 1 6 0,-5-2-3 15,-4 0 3-15,0 2-17 0,-4-4 1 0,-5 4 2 16,8-4-1-16,-4-2-4 0,4 1 2 0,2-3-5 16,-2 1 6-16,6-1-16 0,1 2-15 0,1-3-20 15,4 2-33-15,0 0-25 0,1-1-29 0,6-1-38 16,-9 0-57-16,9 0-78 0,0 0-67 0,0-8-54 16,0 8-54-16,13-5-52 0,-4-1-341 0,2 0-933 15,7 0 413-15</inkml:trace>
  <inkml:trace contextRef="#ctx0" brushRef="#br0" timeOffset="86797.6557">21113 12059 329 0,'3'-5'358'0,"-1"0"0"0,2 0 1 16,-1-2-15-16,-1 2-10 0,1 1-18 0,1-1-11 15,-2 1-13-15,1 0-10 0,1 1-16 0,-2-2-7 16,-2 5-9-16,3-4-14 0,-2 0-14 0,-1 4-20 0,5-2-22 16,-5 2-21-16,0 0-19 0,3-3-15 0,-3 3-16 15,8 5-11-15,-5 0-12 0,6-2-7 16,-2 4-8-16,-1-2-8 0,-1 4-6 0,0-2-10 16,2 2 4-16,-1 1-10 0,-5 1-7 0,3-2-2 0,0 2-1 15,-4-2-5-15,0 2-4 0,-4-1-2 0,3 0 2 16,-2 1 1-16,-2-4-7 0,-1 0 2 0,-2-1-2 15,-1 0 2-15,4-1-4 0,-6 1 1 0,-1-4-1 16,4 5 0-16,-3-6 3 0,2-1 16 0,-1 0 22 16,-2-1 6-16,6 1 5 0,-4-7 6 0,3 5 12 15,-2-5-6-15,3 0 9 0,2 2 11 0,0-8-13 16,3 4-5-16,0-1-8 0,1-7-12 16,1 5-4-16,4-3-9 0,-1-1-3 0,2 1-25 0,1 3-16 15,-1 0-23-15,3-1-25 0,-1 4-45 0,1-1-42 16,1 5-50-16,0-3-48 0,3 2-54 0,-2 4-44 15,0-1-38-15,0 1-47 0,3 2-41 0,-4 0-367 16,-1 2-890-16,3 1 393 0</inkml:trace>
  <inkml:trace contextRef="#ctx0" brushRef="#br0" timeOffset="87596.7394">21415 12065 264 0,'6'-4'394'0,"-4"2"9"0,0-2 11 16,-2 4-8-16,1-4-4 0,3 2-16 0,-4 2-11 15,0 0-19-15,4-5-21 0,-4 5-23 0,0 0-28 16,0 0-31-16,0-2-25 0,0 2-24 0,0 0-26 16,0 0-13-16,0 0-17 0,0 0-20 0,0 12-8 0,-1-7-13 15,1 0-9-15,-3 2-10 0,3 0-12 16,0-1-6-16,-1 3-6 0,-2 1-3 0,2-3-10 15,1 3-6-15,-2-2-2 0,0 2-5 0,1 0 5 16,1-3-10-16,0-1-19 0,-4-1-17 0,8 2-12 0,-4-3-5 16,0-1-6-16,1 0 2 0,-1-3 2 0,0 8 5 15,2-7 6-15,0 3 2 0,-2-4 1 0,5 1-1 16,-5-1 3-16,13-6 0 0,-8 2 3 16,8-1 2-16,-4-2 1 0,1 1 3 0,3-3 8 0,-1 3 6 15,-1-4 5-15,-1 3 9 0,-1-2-2 0,3 2 10 16,-3 1 0-16,0 1 4 0,1-1-2 0,-5 3 4 15,1-2 0-15,-1 1-3 0,-1 3-4 0,1-1-8 16,0-1-2-16,-5 3-5 0,7 0-1 0,-7 0-4 16,10 3-2-16,-7 0-1 0,1 1-4 0,-1 1 3 15,2-1-6-15,-1 2-2 0,0 0 1 0,-3 2 5 16,3-3-3-16,-4 3-7 0,1-2 1 0,2 3-5 16,-2-5-14-16,3 1-6 0,-4 0-19 0,1 1-7 15,-1-2-3-15,3-1 1 0,-3 2 2 0,1-1 8 16,-1-4 5-16,5 2 5 0,-5-2 6 0,4 1 3 15,-4-1 4-15,0 0 0 0,9-3 3 0,-4-1 1 0,3-1 1 16,2-2 2-16,-3 0 0 0,0 0 4 0,0 1 3 16,1-3 3-16,1 3 15 0,-2-2 2 0,2 3 8 15,-3 0 3-15,-1 0 4 0,0 0 1 16,1 0-6-16,-1 3-1 0,1 1-4 0,-2-2-4 0,1 2-6 16,1 0 4-16,-6 1-5 0,14 2-1 15,-10 1-2-15,1 0-3 0,-1 0-1 0,3 3 1 0,-1-4-3 16,0 5 3-16,-2-2 1 0,0 3-6 0,-1-4 3 15,-1 0-8-15,3 5-10 0,-1-5-7 0,-3 0-4 16,3 0-3-16,0 2 2 0,-3-4-3 0,-1 2 9 16,4-2 2-16,-4-2 2 0,4 3 7 0,-4-3 1 15,5 0-1-15,-5 0 3 0,9-2 4 0,-1-3-2 16,-2 3 5-16,3-2-2 0,0-4 3 0,1 2 12 16,-1 1 5-16,-1-2 16 0,-2 0 4 0,3 0 0 15,-4 3-1-15,2 0-1 0,0-2-2 0,-3 5 4 16,4-4-7-16,-4 3-2 0,2-2-2 0,-1 3-6 15,-1 0-6-15,2-2-3 0,-6 3-2 0,4-1-2 16,-4 1-4-16,0 0-19 0,10 1-27 0,-4 2-41 16,-3-1-35-16,1 3-39 0,3-2-45 0,-4 0-40 15,1 2-39-15,1 1-35 0,-1-1-42 0,-1 1-41 0,-2-3-26 16,4 1-313-16,0-1-799 0,-1 2 354 16</inkml:trace>
  <inkml:trace contextRef="#ctx0" brushRef="#br0" timeOffset="88175.2361">22257 12093 26 0,'5'-2'293'0,"-1"-2"-3"0,1 2 1 0,0-1-15 16,4 0-11-16,-4 1-11 0,3-2-9 0,-3 2-15 0,4 0-8 16,-1 0-23-16,-2 1-6 0,2 0-6 0,-3 0-20 15,-5 1-14-15,17 2-6 0,-11-1-12 0,-1 1-10 16,4 2-9-16,-4 0-7 0,2-1-6 15,-2 2-6-15,-3 0-8 0,2 1-7 0,-1 0-9 0,-1 0-3 16,-2 1-11-16,0 0 2 0,-2 3-7 0,-1-2-8 16,-1-2 2-16,-2 3-5 0,-2-2 1 0,-2 2-8 15,1-5-5-15,-1 4-2 0,-3-1-1 0,0-5 2 16,-1 2-4-16,1-1 2 0,1 1-3 0,-2-4-7 16,3 0 4-16,-1 1 16 0,3-4 8 0,1 1 1 15,1 0 0-15,-1-3-5 0,3 2-4 0,-1-3-1 16,1-3-5-16,3 1-6 0,0-2 0 0,2 0-26 15,0 1-21-15,2-5-24 0,2 2-37 0,1 0-43 16,1-3-28-16,3-1-25 0,-1 1-30 0,-1 1-26 16,1-2-18-16,3 3-11 0,-2-3 2 0,0 5-8 15,4-5 10-15,-6 6 16 0,3-3 20 0,-4 3 20 16,3 0 22-16,-4 0 23 0,0 0 37 0,2-1 21 16,-1 3 34-16,-2-1 32 0,0-1 21 0,-2 1 34 15,0 0 22-15,-2 0 27 0,-2 0 26 0,2 1 22 16,-2-3 12-16,-1 3 19 0,2 2 17 0,-2 0 13 0,0 0 15 15,0-1 21-15,2 0 22 0,-7 0 16 16,4 2 24-16,-1-4 21 0,0 5 16 0,0-3 2 16,0 4 8-16,1-1-12 0,1 0-7 0,0 0-15 15,1 1-23-15,-3 1-30 0,5 2-22 0,-2-4-20 0,2 4-27 16,0 0-14-16,0 0-19 0,-4 10-13 16,4 0 0-16,0-1-14 0,-3 3-11 0,8 5-6 15,-5 1-13-15,0 0-6 0,2-1-13 0,1 9-47 16,0-6-12-16,-2 4 0 0,1-6 0 0,0 0 0 0,2-1-107 15,-3 1-67-15,2 1-54 0,-2-2-72 0,0-6-54 16,3 5-86-16,0-5-97 0,-3-1-472 0,7-2-1093 16,-2-1 485-16</inkml:trace>
  <inkml:trace contextRef="#ctx0" brushRef="#br0" timeOffset="88394.5467">22550 12123 311 0,'0'0'546'0,"0"0"-10"16,5 0-15-16,-5 0-34 0,0 0-45 0,0 0-46 15,6-3-36-15,-6 3-39 0,0 0-35 0,0-4-51 16,0 4-58-16,0 0-51 0,0 0-65 0,0 0-52 16,-1-6-56-16,1 6-53 0,0 0-51 0,-9-3-54 15,4 0-52-15,4 1-61 0,1 2-48 0,-11-3-196 16,9 1-608-16,-3-1 268 0</inkml:trace>
  <inkml:trace contextRef="#ctx0" brushRef="#br0" timeOffset="92712.9921">8047 746 75 0,'0'0'343'0,"0"0"9"0,0 0-3 0,0 0-14 31,0 0 7-31,0 0-13 0,0 0-5 0,0 0-8 15,0 0-13-15,0 0-15 0,0 0-15 0,0 0-13 16,0 0-13-16,0 0-20 0,0 0-15 0,0 0-19 16,0 0-16-16,0 0-20 0,0 0-15 0,0 0-14 15,0 0-15-15,0 0-15 0,0 0-13 0,0 0-8 16,0 0-5-16,0 0-10 0,0 0-8 0,-41 24-4 16,41-24 6-16,-1 17 15 0,1-17-5 0,-4 22-5 15,3-5-2-15,-2-2 0 0,-1 3-4 16,2 0-6-16,-3 6 2 0,-3 1-6 0,3 1-8 15,1-2 2-15,-5-5-8 0,4 6 3 0,0-1-4 0,-1-5-1 16,0-2-4-16,0 0-3 0,-2 0-1 0,5-4-2 16,-1-2 0-16,1-2-2 0,1 2-2 0,0-4 2 15,1 1-5-15,0-3-2 0,1-5 3 0,0 9 5 16,0-9-4-16,0 0 24 0,6 5-3 16,-6-5 21-16,17 3 24 0,-4-3 3 0,6-1-6 15,-3-1 10-15,2-1-16 0,3-3-7 0,-2 4-2 16,-1-2-3-16,0 0-5 0,-4-2 5 0,-2 3-20 15,0 1-2-15,-1-2-4 0,-2 3-3 0,-1-3 3 16,-8 4-3-16,14-5-10 0,-9 4-6 0,-5 1-7 16,0 0-42-16,13-2-35 0,-13 2-43 0,0 0-53 15,0 0-45-15,0 0-34 0,0 0-45 0,0-1-41 16,0 1-49-16,0 0-75 0,0 0-104 0,0 0-306 16,-11-11-938-16,11 11 415 0</inkml:trace>
  <inkml:trace contextRef="#ctx0" brushRef="#br0" timeOffset="92979.6155">7923 823 298 0,'0'0'461'0,"5"-24"8"0,-5 24 3 15,0 0-16-15,10-18-27 0,-10 18-37 0,9-12-30 16,-9 12-39-16,9-16-32 0,-9 16-36 0,17-13-25 15,-4 4-25-15,-13 9-19 0,28-11-24 0,-5 7-12 16,-2 1-23-16,-21 3-34 0,43-5-38 16,-15 5-38-16,-28 0-33 0,37-4-18 0,-37 4-42 15,37 2-44-15,-37-2-42 0,26 2-44 0,-26-2-37 16,24 5-42-16,-24-5-56 0,23 4-54 0,-23-4-198 16,0 0-642-16,0 0 284 0</inkml:trace>
  <inkml:trace contextRef="#ctx0" brushRef="#br0" timeOffset="93213.9495">8029 992 96 0,'-2'5'449'0,"2"-5"28"0,0 0 8 16,0 0-19-16,0 0-32 0,0 0-30 15,0 0-31-15,0 0-35 0,0 0-33 0,0 0-31 0,0 0-31 16,18-17-25-16,-8 13-22 0,-1-2-19 0,4 1-21 15,3 0-16-15,0 0-14 0,3-2-28 0,-3 3-38 16,2 0-40-16,1 0-42 0,-8 2-46 16,6-2-49-16,-4 2-45 0,5-3-49 0,-4 3-53 15,-1 1-55-15,5-2-61 0,-7 1-286 0,2-1-721 16,-1-2 319-16</inkml:trace>
  <inkml:trace contextRef="#ctx0" brushRef="#br0" timeOffset="93604.505">8391 940 164 0,'0'0'415'16,"0"0"9"-16,0 0 6 0,0 0-19 0,0 0-2 15,0 0-9-15,0 0-21 0,0 0-23 0,0 0-27 16,0 0-23-16,0 0-31 0,0 0-31 0,0 0-29 16,0 0-21-16,6 2-23 0,-6-2-23 15,0 0-18-15,0 0-10 0,0 9-9 0,0-5-14 16,0 3-8-16,1-2-8 0,2 4-6 0,-3-2-9 15,0 1-6-15,4-1-22 0,-4 4-24 0,1-5-16 0,-1 3-19 16,0-2-14-16,0 0-13 0,1-1-3 16,-1-6-7-16,3 9-3 0,-3-9 9 0,1 9 4 15,-1-9 8-15,3 3 13 0,-3-3 3 0,0 0 6 16,0 0-5-16,0 0-3 0,0 0 4 0,19-13 7 16,-14 6 5-16,3-1 13 0,-3 1 13 0,5-2 6 15,-2 1 1-15,-3 3 8 0,1-2 5 0,1 2 3 16,-4 0 3-16,3 1-2 0,-2-2-4 0,-1 3-6 15,-3 3-5-15,7-4-6 0,-5 1-7 0,-2 3 1 16,0 0-7-16,12-1 0 0,-12 1 1 0,0 0-4 16,11 6 2-16,-7-2-2 0,0 1 0 0,0 1-28 15,0-1-31-15,-1 4-33 0,1-4-32 0,0-1-55 16,1 6-43-16,0-3-65 0,2-1-66 0,-1 1-71 16,-3-2-288-16,3-3-766 0,-6-2 339 0</inkml:trace>
  <inkml:trace contextRef="#ctx0" brushRef="#br0" timeOffset="94339.7627">8704 1001 357 0,'0'0'407'0,"-5"-7"3"16,5 7-27-16,0 0-9 0,0 0-18 0,0 0-18 15,0 0-24-15,-1-4-22 0,1 4-18 0,0 0-26 16,0 0-23-16,0 0-25 0,0 0-17 0,0 0-17 15,0 0-18-15,0 0-15 0,0 0-14 0,0 0-21 16,5-6-2-16,-5 6-8 0,0 0-6 0,0 0-12 16,0 0-12-16,10-3-1 0,-10 3-6 0,9-1-2 15,-4-2-5-15,3 2-4 0,-2-2-4 0,0 0-2 16,0-1-3-16,-1 0 0 0,1 1-1 16,-2-1-6-16,-2 1-1 0,-2 3-1 0,7-8 0 15,-5 5-5-15,-2 3-3 0,3-6-2 0,-3 6-1 16,0-7 2-16,0 7-4 0,0 0-4 0,-3-8-5 0,3 8-2 15,-3-4 1-15,3 4-4 0,-8-3 1 0,8 3-1 16,-10 0 0-16,10 0-3 0,0 0-1 0,-20 4 3 16,10-1 1-16,1 1 1 0,-1 2 1 15,5-2-10-15,-5 3 7 0,2 0 3 0,-1 0-1 16,3 0 3-16,-2 1-6 0,3 0-9 0,1-2-11 16,0 1-2-16,3-2 4 0,1 2 2 0,0-1 7 15,4-2 4-15,1 3 2 0,0-3 3 0,8-1 1 16,-3-2 2-16,3 2-3 0,6-4 7 0,0-1 3 15,0 0-2-15,3-1-5 0,-2-4 3 0,-1 3 5 16,1-1-4-16,-6-4 3 0,0 5-3 0,-4-5 3 16,4 4 0-16,-3-1 5 0,-2-1 9 0,-3 0 3 15,3 1 7-15,-4 3 5 0,0-3-6 0,-1 3 7 16,-1-2 1-16,0 2-4 0,-3 3 1 0,4-4-4 16,-4 4-3-16,3-6-7 0,-3 6 2 0,0 0-4 15,1-5-3-15,-1 5-2 0,0 0-1 0,0 0-1 16,1-6-5-16,-1 6 3 0,0 0-3 0,0 0 3 15,0 0 3-15,0 0-2 0,0 0 4 0,3-3-5 16,-3 3-7-16,0 0 5 0,0 0 1 0,0 0 0 16,0 0-2-16,0 0-5 0,7-2 2 0,-7 2-3 15,0 0 0-15,0 0 2 0,0 0-2 0,0 0-1 16,0 0-3-16,0 0 1 0,0 0-2 0,12 7 2 16,-12-7 0-16,5 3 3 0,-5-3-6 15,5 6 2-15,-2-2-1 0,-3-4 1 0,4 6 2 16,-3-1-2-16,1-2-2 0,0 4 4 0,-1-2-1 15,0 1 2-15,2-1 0 0,-2 1 4 0,-1 1-1 0,1-1-33 16,-1-6-18-16,2 11-19 0,1-5-13 0,-1 0-29 16,1-3-42-16,5 0-54 0,0 0-60 15,7 0-64-15,-1-6-51 0,5 1-53 0,2-2-219 16,-2-3-711-16,0-1 315 0</inkml:trace>
  <inkml:trace contextRef="#ctx0" brushRef="#br0" timeOffset="95090.6007">9242 902 166 0,'0'0'323'0,"0"0"-12"0,0 0-4 15,0 0-9-15,0 0-17 0,0 0-11 0,0 0-24 16,0 0-27-16,7-7-13 0,-7 7-22 0,0 0-18 16,0 0-17-16,0 0-16 0,0 0-20 15,0 0-14-15,0 0 0 0,0 0-18 0,0 0-1 16,0 0-13-16,16 10-6 0,-16-10-10 0,5 7-8 15,-5-7 1-15,4 9-1 0,-4-9-3 0,0 10-7 16,1-5-6-16,-1 1-5 0,0-6 8 0,0 13-8 16,0-13-3-16,-4 11-1 0,3-4 2 0,-4-3-3 15,1 2-9-15,-3 2 4 0,0-3 4 0,-1 0-1 16,-1 1-5-16,-2-4-6 0,1 2 6 0,1-2-7 16,0-1 3-16,9-1 8 0,-12 3-7 0,12-3 1 15,-11-6 9-15,11 6-11 0,-9-7 1 0,4-1 5 16,4 0-2-16,-1-2 3 0,4 0-1 0,-2 0 2 15,1 2-7-15,1-2-7 0,2 1 8 0,1 2 1 16,-1 2 9-16,-1 0 0 0,-3 5-1 0,7-8-7 16,-3 5 1-16,-4 3-6 0,8-5-1 0,-8 5 2 15,11-1-4-15,-11 1-2 0,0 0-6 0,17 6 6 16,-7 1 14-16,-3 0 9 0,-1 4 18 0,3 3 7 16,-3 1 14-16,2 3 16 0,-3-1 2 0,0 8 5 15,3-2 14-15,-2-5-13 0,-3 7 4 0,-2 0 8 16,0 2-5-16,-1-1-5 0,-1 0-9 15,0-1-4-15,-3 0-1 0,-1 0-10 0,5 1-4 16,-3 0-5-16,3 0-8 0,-1-6 0 0,0-2-16 16,1-2 7-16,-3-3-5 0,3-1-1 0,-1-2-2 0,1 0-5 15,0 2 0-15,0-2 0 0,0-6-2 16,0 4 0-16,0-8-1 0,0 6-2 0,0-6 3 16,0 0 10-16,0 11 18 0,0-11 19 0,0 0 22 15,0 0 9-15,0 0 10 0,-4 7 13 0,4-7 11 16,0 0 12-16,0 0-15 0,0 0-10 0,0 0-20 15,0 0-10-15,-19-23-13 0,11 14-13 0,-2 1 0 16,-3 0-21-16,3-4 7 0,-4 3-10 0,-3-1-1 16,6 4-7-16,-4-1-17 0,3 1-17 0,-2-1 0 15,0-1 0-15,0 5 0 0,5-3 0 0,0-1 0 16,9 7 0-16,-14-6 0 0,9 2 0 0,-2-1 0 16,2 0 0-16,1-1 0 0,3 0 0 15,-1-1 0-15,2 7 0 0,6-18 0 0,0 1 0 0,6 4 0 16,2-1 0-16,3-1 0 0,7-4 0 0,5 2 0 15,-1 0 0-15,2 1-119 0,-1 1-33 0,-1 1-16 16,0-1-29-16,-1 2-33 0,0 0-24 0,-3 0-29 16,-3 6-26-16,-8-3-37 0,3 3-22 0,-5-1-35 15,1 3-37-15,-3-4-47 0,0 0-253 0,0 4-801 16,-3-3 355-16</inkml:trace>
  <inkml:trace contextRef="#ctx0" brushRef="#br0" timeOffset="95701.6007">9459 971 114 0,'-4'-4'333'0,"4"4"8"0,0 0 15 16,0 0-4-16,-1-8 3 0,1 8-7 0,0 0-8 15,0 0-10-15,0 0-14 0,1-5-9 0,-1 5-18 16,0 0-20-16,0 0-25 0,0 0-27 0,0 0-24 16,0 0-25-16,0 0-15 0,0 0-20 0,0 0-19 15,0 0-11-15,0 0-8 0,0 0-7 0,0 0-8 16,3 16-8-16,0-10-14 0,-1-2-5 0,2 1-10 15,-4 2-12-15,4-2-18 0,-2 1-11 0,2-1-9 16,0 0-6-16,-3 1-5 0,3-1-5 0,0-1-9 16,1-1-9-16,0 1-11 0,0 1 1 0,3-4 5 15,-8-1 1-15,14 1 2 0,-5-1-4 16,0-2-5-16,1-1 16 0,-1-3 2 0,0 3 1 16,0-1 12-16,0-4 1 0,-3 5 5 0,1-2-3 0,-1-2 26 15,-2 1 14-15,1 2 9 0,-1-2 11 16,0 2 15-16,-2 1 5 0,1-1 13 0,-1 0 2 15,-2 4-1-15,0 0-7 0,5-7-9 0,-5 7-4 16,0 0-12-16,0 0-7 0,4-3-8 0,-4 3-4 16,0 0-2-16,0 0-3 0,0 0-6 0,0 0 0 15,0 0 3-15,-5 16 2 0,3-7 16 0,-1 1 20 16,0 4-4-16,0 1 5 0,-1 3 8 0,3 0 2 16,2 2 0-16,-4 3 0 0,3 2-6 0,0-5-9 15,-1 2-2-15,1 2-3 0,-1 1-7 0,2 2 1 16,-1-8-3-16,-1 0-9 0,1 0 2 0,-1 1-4 15,-1-1 4-15,1-2-5 0,0-2-5 0,-2-3 9 16,2 1-8-16,-2-3-8 0,2 0 4 0,0 1-3 16,-1-6-4-16,1 0 2 0,1-5 0 0,-3 7 0 15,3-7-7-15,0 0 0 0,-2 8 4 0,2-8 0 16,0 0-1-16,0 0-6 0,0 0-4 16,0 0 5-16,-27-11 5 0,20 4-1 0,2-2 1 15,1-2-10-15,-3 1 10 0,5-2-4 0,2-6-4 16,1 6-2-16,4-6-2 0,3 2-2 0,4-1-1 15,0 2 2-15,12-3 4 0,-2 2-6 0,0 2 2 0,-6 2-7 16,2 3-15-16,0 0-37 0,0 1-34 16,-4 3-51-16,0-1-45 0,-5 3-77 0,0 0-69 15,-3-1-87-15,2 4-122 0,-8 0-305 0,8-10-926 0,-11 5 410 16</inkml:trace>
  <inkml:trace contextRef="#ctx0" brushRef="#br0" timeOffset="96498.8696">10607 1156 49 0,'0'0'400'0,"0"0"-1"15,9-4-10-15,-9 4-7 0,0 0-18 0,0 0-19 16,4-3-22-16,-4 3-26 0,-3-4-21 0,3 4-21 16,-4-8-18-16,-1 1-20 0,-4 0-14 0,0-1-8 15,-1-3 4-15,-7-1-13 0,-5-3-6 0,2-2-5 16,2 3 2-16,-3-6-9 0,-6-1-16 0,2-3-13 15,0 1-9-15,1-1-10 0,2-5-12 0,4-2-9 16,0 1-11-16,2-1-8 0,2 4-10 0,3-3-5 16,2 5 6-16,3-2-6 0,2 1 1 0,3 10-6 15,1-1-6-15,1 1-12 0,-1 16-1 0,7-23-12 16,-1 13 0-16,-6 10-7 0,17-14-7 0,-17 14-1 16,21-11-3-16,-21 11-3 0,32-6-4 0,-32 6-1 15,0 0-2-15,40 7-1 0,-40-7-3 0,31 16-2 16,-19-4 2-16,1 1 0 0,-4 2 1 15,1 2 0-15,-1 8 2 0,-2 0-1 0,-4 0 0 16,-1 0-1-16,-5 0 5 0,-1 0 2 0,-1 3-7 16,-3-4 3-16,-3 3-2 0,1-1-5 0,-2-2 9 15,-3 1-1-15,2 0 0 0,-1-2 2 0,8-7 0 16,-6 2-4-16,3-3 6 0,0 1-3 0,4-5 0 16,-4 0 2-16,3-3 0 0,2 3-5 0,-1-2 2 15,2-4 1-15,2 1-2 0,-1-1-2 0,2-5 2 16,-4 9 1-16,4-9 2 0,-3 7 1 0,3-7-6 15,-1 4 4-15,1-4 2 0,0 0 4 0,0 0 16 16,0 0 15-16,0 0 25 0,0 0 10 0,0 0-9 16,25-4 21-16,-4-3-23 0,6-4-3 0,2-3 5 15,2 0-7-15,-1-1 5 0,2 1-18 0,-2 0-4 16,-1 0-21-16,2 0-36 0,-2 0-31 0,2 0-43 16,-4 4-77-16,-8 1-57 0,13-2-67 0,-13 4-84 15,1-1-106-15,-3 3-545 0,5-3-1111 0,-8 0 492 16</inkml:trace>
  <inkml:trace contextRef="#ctx0" brushRef="#br0" timeOffset="97031.3496">11458 817 31 0,'0'0'475'15,"4"-25"3"-15,-4 25 5 0,0 0-10 0,0 0-9 16,0-19 0-16,0 19-2 0,0 0-14 0,0 0-31 16,0 0-35-16,0 0-35 0,0 0-23 0,0 0-29 15,0 0-39-15,0-16-29 0,0 16-25 0,0 0-30 16,0 0-17-16,0 0-19 0,0 0-16 0,0 0 2 15,0 0-15-15,0 0-1 0,0 53-9 0,0-35-8 16,0 0-5-16,0 0 0 0,1 3-10 0,-1-1-5 16,0 5-15-16,0 0-5 0,-1-4 2 0,1-5-8 15,0 4 1-15,-3-2-9 0,3-2-2 0,0 0-14 16,-1-4-31-16,1 0-37 0,0-1-28 0,0-1-36 16,0-3-27-16,0-1-29 0,0 0-17 0,0-2-19 15,0-4-11-15,0 5-23 0,0-2-21 0,0-3-22 16,0 0-68-16,0 0-51 0,0 0-62 0,8-10-339 15,-8 10-869-15,-3-16 386 0</inkml:trace>
  <inkml:trace contextRef="#ctx0" brushRef="#br0" timeOffset="97344.5516">11270 789 232 0,'0'0'427'0,"-5"-30"13"16,5 30 15-16,-4-19 5 0,4 19-24 0,0-20-17 15,0 20-38-15,5-24-39 0,-1 15-26 16,-4 9-33-16,22-27-27 0,-8 14-15 0,5 1-13 16,7-2-22-16,-3 3-8 0,6 1-32 0,-2 1-16 15,5 1-12-15,-1 2-20 0,4 0-6 0,-5 1-16 16,-3 4-9-16,2 0-10 0,-29 1-9 0,41 2-6 16,-17 1-11-16,-24-3-3 0,32 8-9 0,-32-8-5 15,24 8-6-15,-13-1-2 0,-11-7-4 0,18 16 0 16,-12-6 0-16,-3 6-5 0,-3-16-1 0,-8 29-3 15,-1-12 7-15,-9 5 0 0,-5-2-1 0,1 2 1 16,-9-4-20-16,2 1-22 0,-2 1-26 0,2 0-43 16,0-4-27-16,3-1-33 0,7-4-32 0,5-1-36 15,0-4-59-15,5 2-57 0,5-3-48 0,0-2-40 16,3 3-337-16,1-6-824 0,9 7 365 0</inkml:trace>
  <inkml:trace contextRef="#ctx0" brushRef="#br0" timeOffset="97752.1467">11724 1038 329 0,'0'0'431'0,"0"0"-20"0,0 0-9 0,0 0-23 15,0 0-31-15,-3-19-27 0,3 19-30 0,2-7-23 16,-2 7-29-16,5-6-25 0,-5 6-12 0,4-8-26 15,-4 8-18-15,3-4-22 0,-3 4-20 0,7-4-7 16,-7 4-16-16,14-3 0 0,-14 3-17 0,0 0-9 16,20 4-13-16,-10-1 1 0,-3 0-8 0,-2 1-4 15,3 3-5-15,-1-1-10 0,-3 4-3 0,0-3-2 16,-3 2 2-16,-1 0-2 0,-2 2-5 0,-2-2 1 16,-4 2-5-16,2-2-3 0,-3-1-8 0,-6 0-1 15,1 1-6-15,-3-2-1 0,5-2-3 0,2-1 0 16,0-1 2-16,0-1 7 0,10-2 3 0,-13-2 0 15,13 2 16-15,-10-10-6 0,6 4 8 0,1-3-6 16,6-3 0-16,-2-1 2 0,3-2-11 0,0 2 4 16,5-2-2-16,-3-1 0 0,3 0-1 0,5 2-4 15,-1 1-12-15,-4 5-26 0,1-3-38 0,-1 4-38 16,3 0-46-16,2 1-49 0,-4 5-43 0,4-1-37 16,-1 2-41-16,-2 0-60 0,3 1-213 15,-14-1-648-15,19 2 287 0</inkml:trace>
  <inkml:trace contextRef="#ctx0" brushRef="#br0" timeOffset="98315.9173">12029 1008 256 0,'4'-12'498'15,"-3"8"-5"-15,1-1-3 0,0-1-12 0,-2 6-10 16,4-8-13-16,-4 8-21 0,3-7-29 0,-3 7-34 15,0 0-31-15,1-7-39 0,-1 7-30 0,0 0-21 16,0 0-42-16,0 0-23 0,0 0-21 0,0 0-24 16,0 0-14-16,0 0-7 0,0 0-12 0,5 18-10 15,-5-18-14-15,0 13-20 0,0-6-18 0,0 3-22 16,0-2-24-16,-2 3-22 0,2-3-18 0,0 0-10 16,-2-3-10-16,2 3-12 0,0-1-4 0,-1-2 1 15,1-5-3-15,-1 7 3 0,1-7 6 0,2 7 11 16,-2-7 18-16,0 0 2 0,2 5 6 15,-2-5 1-15,0 0 13 0,0 0-4 0,7-12 3 16,-2 7-4-16,-1-1 13 0,-3-1 8 0,3 2 6 16,1-4 10-16,-1 4 11 0,0-2 5 0,0 1 6 15,0 1-1-15,-1-1-3 0,1 1-3 0,0 2 2 0,0-3-7 16,-4 6-5-16,8-4-5 0,-2 3-4 16,-6 1 1-16,10 0-2 0,-10 0-3 0,13 0 0 15,-3 1-4-15,-3 1 2 0,-1 2 1 0,1 0-3 16,-1-1 4-16,0 1-5 0,-1-2 3 0,0 0-3 15,1 3 1-15,-6-5 0 0,7 3 3 0,-7-3-1 16,8 4 3-16,-8-4 2 0,0 0 0 0,8 0 7 16,-8 0 4-16,0 0-3 0,0 0-1 0,0 0 0 15,11-4 18-15,-11 4 12 0,5-9 8 0,-1 6-5 16,0-3 3-16,-3-3-6 0,2 3-3 0,-2-5-5 16,0 2-2-16,-1-2 0 0,0 2-4 0,0-1-8 15,0 10 7-15,0 0-11 0,-2-25 7 0,2 25-6 16,0 0-4-16,-4-20-1 0,4 20-3 15,0 0-4-15,0 0-15 0,0 0-43 0,-1-13-57 0,1 12-56 16,0 1-60-16,0 0-61 0,2-3-41 0,-2 3-65 16,0 0-74-16,18 8-369 0,-13-7-902 0,-5-1 399 15</inkml:trace>
  <inkml:trace contextRef="#ctx0" brushRef="#br0" timeOffset="99083.2114">12440 966 78 0,'0'0'404'0,"0"0"-7"0,0 0-8 15,0 0-16-15,0 0-10 0,0 0-22 0,0 0-12 16,0 0-15-16,0 0-24 0,0 0-26 0,0 0-25 16,0 0-22-16,0 0-26 0,0 0-17 0,0 0-22 15,0 0-15-15,0 0-14 0,0 0-20 0,0 0 2 16,0 0-16-16,0 0-8 0,14-7-11 0,-14 7-9 15,12 0-3-15,-12 0-4 0,13-2-2 16,-3-1-3-16,-1 0-4 0,2 0-4 0,0-1-4 16,-6 2-9-16,4-3 0 0,-4 1-10 0,3-3-3 15,-2 2-6-15,-2 1 2 0,1-1-3 0,-5 5-12 0,0 0 6 16,0 0 5-16,13-20-1 0,-13 20-2 0,0 0-2 16,0 0 0-16,0 0-18 0,0 0 10 15,0 0 4-15,-13-25-2 0,13 25-6 0,0 0 0 16,0 0 0-16,-19-4 2 0,19 4-1 0,-17 1 1 15,17-1 1-15,-20 10-12 0,11-2 11 0,-1 1 0 16,1-1 6-16,1 0-2 0,-2 2-11 0,2 1 4 16,3 0-8-16,0 1-2 0,3-1 2 0,2 1 6 15,1-2-4-15,1 0 6 0,2-1-5 0,3 0 9 16,3-5 12-16,1 4-11 0,7-1 8 0,-5-3-9 16,4-2 6-16,3-2 5 0,3-3 10 0,5 0-5 15,-6-2 2-15,5-2-8 0,-8 1 5 0,1-2 9 16,-3-3 1-16,2 1 2 0,-1 2 1 0,-4-3 2 15,-5 3 8-15,1 0 0 0,-1 1 0 0,-1 0 7 16,0-2-4-16,-8 9-1 0,10-11-6 0,-9 8-6 16,-1 3-2-16,0 0-5 0,0 0-6 0,0 0-2 15,6-23 3-15,-6 23 1 0,0 0-8 0,0 0-1 16,0 0-2-16,0 0-3 0,0 0-2 0,0 0 3 16,0 0 0-16,0 0 4 0,0 0-4 0,0 0-3 15,0 0 9-15,0 0-2 0,0 0-1 0,0 0 0 16,0 0 4-16,0-18-5 0,0 18 4 0,0 0-2 15,0 0 3-15,0 0 3 0,30-2-4 16,-30 2 0-16,0 0-3 0,24-6 0 0,-24 6 0 16,0 0 0-16,0 0-1 0,29-1 0 0,-29 1-2 15,0 0-9-15,0 0 3 0,21 1 2 0,-16 2-2 16,1 1 3-16,-3 0-2 0,2 1-2 0,-1 0 6 0,-3 3-3 16,3 0 0-16,-3-1 4 0,2 3-1 15,-3-3-1-15,1 3 6 0,-1-3-2 0,0 1 7 16,4 0-9-16,-3 1 4 0,-1-2-2 0,0-2 2 15,0 0 1-15,0-5 0 0,4 9 10 0,0-5-3 16,-1 1-1-16,0 0-4 0,9-2-17 0,-6 0-24 16,3-2-35-16,-9-1-47 0,23-1-55 0,-11 1-62 15,-2-3-88-15,3-3-101 0,-7-2-322 0,2 2-809 16,-6-3 358-16</inkml:trace>
  <inkml:trace contextRef="#ctx0" brushRef="#br0" timeOffset="99609.7358">13840 770 292 0,'0'0'462'0,"0"0"-8"0,-10-30 16 16,10 30 5-16,-5-11 11 0,5 11 21 0,0 0-8 16,-8-14-17-16,8 14-34 15,0 0-37-15,0 0-31 0,-9-12-44 0,9 12-38 16,0 0-33-16,0 0-35 0,0 0-25 0,0 0-22 16,0 0-30-16,0 0-17 0,0 0-10 0,0 0-13 15,0 0-8-15,0 0-10 0,0 0-7 0,-10 47-5 16,10-34-6-16,-4 2-13 0,2 2 3 15,0 0-4-15,0 4-6 0,1 1-10 0,-1-3-13 0,-3 4-34 16,1-3 0-16,2-3 0 0,-2 1 0 0,1-1 0 16,1-1 0-16,-1-4 0 0,1 1-18 0,-1-2-128 15,2-2-45-15,-2 1-57 0,2-6-56 0,1 3-40 16,-2-3-39-16,2-4-33 0,0 7-36 0,0-7-97 16,0 0-308-16,0 0-929 0,0 0 412 0</inkml:trace>
  <inkml:trace contextRef="#ctx0" brushRef="#br0" timeOffset="100160.2767">13499 727 416 0,'0'0'456'0,"-19"-23"6"15,19 23-6-15,-4-12-23 0,4 12-21 0,-6-16-16 16,6 16-26-16,-3-19-34 0,3 19-30 0,8-21-40 15,-1 8-25-15,-7 13-29 0,16-22-19 0,-2 10-20 16,4 0-19-16,6-2-19 0,-5 4-12 0,13-2-15 16,-3 1-12-16,6 5-6 0,-2 0-9 0,4 0-13 15,3-1-5-15,11 2-3 0,-14 5-8 0,5 0-5 16,-5 5-9-16,-3-4 0 0,-2 5-8 0,-2 2-3 16,-2 0-4-16,-7 1-5 0,2 6-1 0,-8-3-3 15,-6 0-1-15,1 1 2 0,-10-13-5 0,10 28 1 16,-6-11-1-16,-4 0-3 0,-2 8 7 0,-5-9-3 15,-3 1 2-15,-4 3-6 0,-6 0 1 16,-2-1-1-16,-1 0 2 0,-4 1-2 0,-5-3 4 16,1-3 0-16,1-4 1 0,-1 5-5 0,7-2-3 15,5-6 4-15,2-1 1 0,1 1 2 0,5-3-1 16,2-2 4-16,0 1 1 0,4-2 11 0,5-1 11 16,0 0 3-16,-15 0 9 0,15 0 13 0,0 0 9 15,0 0 3-15,-12-5 0 0,12 5-9 0,0 0-4 0,-1-7-5 16,1 7-11-16,0 0-3 0,0 0-3 15,-1-7-9-15,1 7-4 0,0 0-9 0,0 0 0 16,0 0-16-16,0 0 1 0,0 0 3 0,28 9-5 16,-19-3-3-16,2 0 9 0,-3 2-1 0,2-1-2 15,3 1-5-15,-5 1 0 0,-2 0 12 0,8 4-9 16,-5-4-1-16,-1 4-2 0,1-3-4 0,-3 1-25 16,-1-3-35-16,2 3-34 0,-2-4-42 0,-3 3-37 15,5-2-43-15,-5-4-41 0,2 3-54 0,0-2-52 16,1-2-65-16,0-1-90 0,-5-2-287 0,0 0-880 15,24-5 390-15</inkml:trace>
  <inkml:trace contextRef="#ctx0" brushRef="#br0" timeOffset="100596.2331">14133 937 348 0,'0'0'400'0,"-5"-9"-19"0,5 9-20 15,0 0-28-15,0 0-25 0,0 0-26 0,0 0-20 16,0 0-11-16,0 0-24 0,0 0-25 0,0 0-15 16,0 0-15-16,0 0-12 0,0 0-15 0,0 0-5 15,0 0-11-15,0 0-11 0,0 0-12 16,0 0-6-16,9-4-7 0,-9 4-9 0,13 0-8 16,-2-1-8-16,-1-2-2 0,4 1 0 0,-1-1-8 15,-13 3-3-15,33-13-2 0,-19 10 12 0,-14 3 3 16,26-10 1-16,-26 10-6 0,19-10 2 0,-19 10-1 15,19-10 3-15,-19 10 4 0,12-10-2 0,-12 10-1 16,0 0-16-16,10-13 0 0,-10 13-11 0,0 0-6 16,0 0-7-16,0 0-3 0,0 0-6 0,4-15-5 15,-4 15-6-15,0 0-2 0,0 0 0 0,0 0-8 16,0 0 4-16,0 0 0 0,0 0 0 0,-58 16 0 16,47-6 2-16,-5-1-3 0,3 2 2 0,-3 0-3 15,1 0-4-15,3 0 2 0,2-3-18 0,0 2-16 16,5-2-14-16,1-2-4 0,-1 1 3 0,2 1 5 15,2-2 7-15,1-6 3 0,6 17 5 0,1-13-4 16,3 4-9-16,9-3-20 0,1 1-45 0,1-2-34 16,7-2-31-16,0-1-43 0,4-1-53 15,-2-2-36-15,-1-3-57 0,-1-4-322 0,-9 2-741 16,6-4 328-16</inkml:trace>
  <inkml:trace contextRef="#ctx0" brushRef="#br0" timeOffset="101191.9595">14569 892 258 0,'0'0'369'16,"0"0"-5"-16,0 0-12 0,0 0-20 0,0 0-20 15,0 0-18-15,0 0-15 0,0 0-23 0,10-25-20 16,-10 25-22-16,0 0-24 0,0 0-25 0,0 0-10 16,0 0-18-16,0 0-18 0,0 0-12 0,0 0-12 15,0 0-16-15,0 0-9 0,0 0-7 0,14 2 1 16,-14-2-5-16,0 0-15 0,0 0-3 0,8 16-7 15,-6-10-6-15,0-1 0 0,-1 1-3 0,-1 2 3 16,-1-1-9-16,1-7-1 0,-3 14-1 0,0-6-1 16,0-3-16-16,-3 3 24 0,-1-1-8 0,-2 0-5 15,-1 0 1-15,-3-2 2 0,3 1-6 0,-3 0-4 16,0-2-1-16,4-2 7 0,1-1 7 0,8-1 0 16,-14 0-4-16,14 0 5 0,-10-3 7 15,5-6 17-15,2 2-9 0,2-1 10 0,1-2 3 16,1-1-1-16,-1 11-7 0,4-25-1 0,-4 25-1 15,8-19-5-15,-3 8 9 0,-5 11 0 0,10-16-6 16,-10 16-5-16,9-12 0 0,-9 12-6 0,0 0-3 16,13-11-12-16,-13 11 0 0,0 0 2 0,0 0-7 0,23 1 8 15,-15 2-7-15,-3 4-4 0,5 1 3 0,-5 2 9 16,2 1 11-16,-1 6 11 0,0-1 13 0,-1 0-3 16,-1 2 12-16,-1 1 8 0,1 8-4 15,-3-2-4-15,0 4-7 0,-1-5-3 0,-1-5-3 16,0 6-3-16,-2 2-5 0,1-8-1 0,-2 5 1 15,0-5-9-15,3 1-3 0,-1-1-2 0,0-3-2 16,2 0 1-16,2 2 2 0,0 0 0 0,-1-6-4 16,1 0-3-16,2-5 6 0,0 1-1 0,3 3-3 15,-1-3 5-15,5-1 1 0,2-1 1 0,0-1 17 16,4 1 12-16,3-5 13 0,-1-1 3 0,4 1 8 16,4-2-7-16,-4-4 6 0,4-3 3 0,-7 3-4 15,2-2-1-15,-2 3-8 0,-3-3-10 0,1 1-3 16,-8 1-2-16,3 1-14 0,-3-4-12 0,-1 5-36 15,-2-2-40-15,-4 1-60 0,-3 4-66 0,7-8-92 16,-7 8-101-16,1-11-106 0,-1 5-552 0,-1 0-1114 16,-8-2 494-16</inkml:trace>
  <inkml:trace contextRef="#ctx0" brushRef="#br0" timeOffset="101848.0587">14874 892 232 0,'0'0'463'0,"0"0"-2"0,0 0-19 0,0 0-41 16,4-18-39-16,-4 18-45 0,0 0-34 0,0 0-33 16,0 0-30-16,0 0-23 0,0-1-21 0,0 1-16 15,0 0-16-15,0 0-16 0,0 0-14 0,-4 19-7 16,2-11-10-16,2 0-22 0,-2 1 3 0,1-2-4 15,1 4-10-15,-1-4-5 0,-1 2-5 16,1-1-3-16,1 2-10 0,-1-3-3 0,2 0-2 16,-1 0-7-16,0-3 1 0,1 1-1 0,-1-5-2 15,2 9-3-15,-2-9 5 0,2 6-2 0,-2-6-4 16,5 2-3-16,-5-2 3 0,8 3 5 0,-8-3-4 0,0 0-7 16,19-6-1-16,-10 1-2 0,-1 0 3 15,2-2 12-15,-2 2 5 0,1-3 16 0,-4 3-2 16,4-2 0-16,-3 2 4 0,1-3 8 0,-1 4 2 15,-3 1 3-15,-3 3 3 0,10-6-6 0,-6 3-6 16,-2 1-2-16,-2 2-7 0,0 0-10 0,7-3-8 16,-7 3-3-16,0 0-5 0,3-3-7 0,-3 3-4 15,0 0-2-15,0 0 1 0,0 0-2 0,0 0-1 16,7 11-1-16,-7-11 4 0,1 8-1 0,0-4-3 16,2 1 4-16,-1 0-5 0,-2-5-11 0,3 9 2 15,0-5-7-15,-2-1-1 0,-1-3-2 0,4 8 0 16,-4-8-2-16,6 6 4 0,0-4 2 0,-6-2 1 15,9 4 1-15,-9-4 3 0,0 0 2 16,16-2-1-16,-16 2 4 0,15-5 1 0,-9 3-2 0,6-3 3 16,-2-4-1-16,-3 5 1 0,2-3-1 0,-2 1 6 15,-1 3 6-15,1-2 5 0,-2 1 8 0,4 0 6 16,-9 4 1-16,9-6 7 0,-5 4-3 0,-4 2-5 16,6-5-6-16,-6 5-5 0,0 0-11 15,0 0 1-15,9-4-2 0,-9 4-4 0,0 0 2 16,0 0-4-16,0 0 1 0,14 10-3 0,-10-8 4 15,0 4-3-15,-4-6-1 0,5 7-2 0,-1 0 4 16,0-4-25-16,-2 3-28 0,3 0-29 0,-2-2-37 16,-3-4-28-16,5 9-43 0,-5-9-37 0,5 4-23 15,-5-4-28-15,0 0-73 0,8-2-98 0,-8 2-299 16,9-11-807-16,-4 4 357 0</inkml:trace>
  <inkml:trace contextRef="#ctx0" brushRef="#br0" timeOffset="101988.6535">15270 803 263 0,'0'0'358'0,"0"0"-10"0,0 0-29 16,-9-17-32-16,9 17-30 0,0 0-26 0,0 0-31 15,0 0-34-15,0 0-56 0,0 0-69 0,0 0-42 16,0 0-30-16,0 0-60 0,0 0-86 0,0 0-203 16,0 0-412-16,0 0 182 0</inkml:trace>
  <inkml:trace contextRef="#ctx0" brushRef="#br0" timeOffset="102363.5619">15378 930 284 0,'0'0'427'0,"0"0"-4"16,0 0-20-16,0 0-15 0,0 0-22 0,1-18-22 15,-1 18-23-15,0-4-28 0,0 4-29 0,0 0-29 16,0 0-27-16,0 0-23 0,0 0-24 15,0 0-22-15,0 0-16 0,0 0-7 0,0 0-13 16,10 15-10-16,-6-8-9 0,1 2-7 0,-1-1-11 16,1 0-22-16,-2 2-19 0,2 1-22 0,-3-3-9 15,1-1-16-15,-2 1-19 0,2 2-2 0,-2-5-6 16,2 2-7-16,-1-2-2 0,-2-5 9 0,4 7 10 16,-4-7 3-16,3 8 12 0,-3-8 0 0,0 0 32 15,1 4 33-15,-1-4 25 0,0 0-9 0,0 0 7 16,0 0-8-16,2-21-5 0,0 12-5 0,3 1-2 15,-3-4-2-15,2-2-6 0,-1 4-2 0,1-2-3 16,-4 12-4-16,6-24-3 0,-2 12-7 0,-4 12-3 16,7-20-4-16,-7 20-9 0,7-12-25 0,-7 12-31 15,0 0-40-15,7-15-41 0,-7 15-40 0,0 0-42 16,12-5-21-16,-12 5-34 0,11 2-25 0,-11-2-48 16,12 3-244-16,-12-3-639 0,10 5 283 0</inkml:trace>
  <inkml:trace contextRef="#ctx0" brushRef="#br0" timeOffset="102832.4051">15654 952 253 0,'0'0'421'0,"0"0"-7"15,0 0-19-15,0 0-25 0,0 0-36 0,0 0-35 16,0 0-25-16,1 5-30 0,-1-5-25 0,0 0-26 15,0 0-17-15,0 0-18 0,0 0-19 0,0 0-8 16,0 0-15-16,0 0-8 0,0 0-6 0,0 0-12 16,0 0-25-16,0 0 5 0,0 0-7 0,15 0-4 15,-15 0-2-15,15-5-9 0,-15 5 2 0,16-7-10 16,-4 4-1-16,-1-3-8 0,-1 0-4 0,1 0 3 16,1 0-3-16,-12 6-4 0,18-12 0 0,-18 12-3 15,14-11-2-15,-14 11 3 0,0 0-5 16,14-11-3-16,-14 11-1 0,0 0 3 0,0 0-15 15,8-14 4-15,-8 14-5 0,0 0 5 0,0 0-9 16,0 0 1-16,0 0-2 0,0 0 0 0,0 0 1 16,-26-14 1-16,18 17-2 0,8-3-2 0,-19 8 2 15,8-1-2-15,0 0 2 0,0 0 2 0,-1 4 3 16,-1 0 0-16,5-1-3 0,-1 4 1 0,1 0 3 16,2-3 0-16,1-1 0 0,-3 1 2 0,5-2-2 15,0-1-2-15,2 1-9 0,-1-2 6 0,2 0-17 16,2 0 18-16,0 1-4 0,3 1-13 0,4-2-11 15,0-2-28-15,3 1-23 0,2-5-13 0,4 4-32 16,0-5-16-16,3-1-25 0,-3-1-56 0,4-1-35 16,-3-1-54-16,-1-4-279 0,0-1-640 0,-3-4 284 15</inkml:trace>
  <inkml:trace contextRef="#ctx0" brushRef="#br0" timeOffset="104021.2447">16023 882 147 0,'0'0'421'0,"0"0"5"0,0 0-10 16,0 0-5-16,0 0-18 0,0 0-12 0,0 0-23 15,0 0-25-15,0 0-24 0,0 0-31 0,4-8-30 16,-4 8-28-16,0 0-23 0,0 0-28 0,0 0-21 16,0 0-17-16,0 0-12 0,0 0-8 0,0 0-15 15,0 17-6-15,0-11-13 0,0 3-6 0,0 1-4 16,1 0-12-16,3 0-1 0,-4 1-11 0,1 0-1 15,2-2-14-15,2 2-11 0,-4-2-17 0,3-2-11 16,0-2-2-16,-4 4-3 0,5-4-2 0,-2 1 0 16,-3-6 2-16,5 5 0 0,-5-5 1 0,2 6 10 15,-2-6 3-15,0 0-3 0,0 0 2 0,0 0 1 16,0 0-4-16,20-14 7 0,-15 7 10 0,1-3 5 16,-1 5 3-16,1-6 4 0,0-1 5 0,0 3 8 15,0-1 13-15,-1 2-2 0,1-1 1 16,-3 4 2-16,-3 5-1 0,0 0-3 0,11-18-2 15,-9 13-9-15,2 1-5 0,-4 4-4 0,4-3-4 16,-4 3-12-16,2-4-5 0,-2 4 1 0,0 0 2 16,0 0-4-16,0 0-1 0,0 0-3 0,7 16-1 15,-5-12 5-15,-2 0-1 0,2 0 3 0,0 3-7 16,0 1-6-16,0-3-9 0,-1 0-10 0,2 0-9 16,1 1-2-16,-2-1 4 0,-2-5-9 0,3 9 8 15,-3-9 8-15,0 0 3 0,2 4 10 0,-2-4-3 16,0 0 0-16,8 2 2 0,-8-2 1 0,0 0 8 15,0 0-1-15,15-4 1 0,-10 1 4 0,-1-3-4 16,1 2 6-16,-1 0-3 0,0-2-2 0,1 1 3 16,0 1 4-16,-1 1 2 0,1-2 6 0,-2 2 4 15,-3 3-1-15,5-5-3 0,-5 5 0 0,4-5 1 16,-4 5-1-16,5-3-5 0,-5 3 2 0,0 0 1 16,6-2-7-16,-6 2-1 0,0 0 3 0,0 0-7 15,0 0-4-15,0 0-2 0,0 0 2 16,0 0-3-16,0 0 9 0,16 3-3 0,-12 0 3 15,-4-3-1-15,10 6 2 0,-5-3 2 0,0 0 1 16,0 1-3-16,3-2 2 0,-1 1-1 0,4 1 3 0,-5 0-1 16,4 0-1-16,2-1 3 0,-1-1 1 0,-1-1 0 15,3-1 0-15,-3 0 2 0,3 0 1 16,-3 0-3-16,2-1 4 0,-1-2 1 0,-3-2-3 16,1-1-5-16,1-2 7 0,-1 1 2 0,-2-2 0 15,-7 9-3-15,0 0-1 0,15-23 0 0,-15 23 0 16,1-19-4-16,-1 19-2 0,0 0-3 0,0-19 1 15,0 19-1-15,0 0-4 0,0 0-2 0,-5-17-1 16,5 17 0-16,0 0-1 0,0 0-1 0,0 0-5 16,0 0 1-16,0 0-6 0,0 0 13 0,0 0 0 15,0 0-4-15,-23 3 5 0,23-3-3 0,-10 14 5 16,6-4 0-16,-2-1-4 0,2 1-18 0,1 0-5 16,-2 0 1-16,1 1-3 0,4-1-11 0,-5-1-2 15,4 1-4-15,1 0 8 0,0-3 0 0,0 0 7 16,1-2 9-16,4 4 5 0,-1-4 3 0,4 1 5 15,-2 0-8-15,6 0 11 0,-1-6-1 0,2 1 6 16,2 1 3-16,3-2 1 0,4 0 8 0,-2-3 14 16,3-1 4-16,3-4 10 0,2 2 12 0,-6 0 7 15,5-7 7-15,-3 2-5 0,0 0 1 0,-5 1 26 16,-2 0 14-16,0 0-18 0,-1 1-3 0,-2 0-2 16,-14 9 8-16,18-11-1 0,-18 11 2 15,10-10-14-15,-10 10-6 0,0 0-5 0,0 0-10 16,14-11-6-16,-14 11-3 0,0 0-8 0,0 0-8 15,0 0-3-15,0 0-9 0,0 0 3 0,0 0-9 16,0 0 0-16,0 0-11 0,0 0-8 0,16-5-6 16,-16 5-2-16,0 0-5 0,0 0-9 0,-3 16 3 0,3-16-1 15,0 11-4-15,0-5-1 0,0-6-1 0,3 11 6 16,-2-7 0-16,-1-4 7 0,0 7-3 0,0-7 4 16,5 7 6-16,-5-7 0 0,4 6 5 15,-4-6 4-15,0 0 4 0,3 5 1 0,-3-5 0 16,0 0-1-16,0 0 2 0,0 0-1 0,0 0 7 15,24-7 2-15,-24 7-6 0,11-5 3 0,-6 1 2 16,-5 4 3-16,9-6 6 0,-3 5-1 0,-6 1-1 16,10-4-1-16,-10 4 2 0,0 0-3 0,7-3 0 15,-7 3-7-15,0 0-1 0,0 0 3 0,8-2-4 16,-8 2 2-16,5-2-9 0,-5 2 6 0,0 0 2 16,0 0-3-16,0 0-20 0,14 9-23 0,-6-3-34 15,0 1-29-15,2-4-47 0,-1 3-42 0,1-3-48 16,0 3-56-16,8-1-51 0,0-1-68 0,-5-3-335 15,3-2-818-15,1-2 362 0</inkml:trace>
  <inkml:trace contextRef="#ctx0" brushRef="#br0" timeOffset="104333.6701">17355 665 2689 0,'0'0'298'0,"-8"-21"-55"0,8 21 7 16,0 0-28-16,0 0 23 0,0-20 5 15,0 20 0-15,0 0-19 0,0 0-23 0,0 0-6 16,0 0-16-16,0 0-12 0,0 0-16 0,0 0-14 16,0 0-16-16,0 0-15 0,-4-15-17 0,4 15-11 15,0 0 9-15,0 0 23 0,0 0 9 0,0 0-10 16,-10 58-14-16,6-40-10 0,3 1-4 0,-3 5-10 16,-1-6-8-16,1 7-8 0,0-6 9 0,1 0-23 15,0 6 2-15,-1-3-1 0,0 1-8 0,-1-3 1 16,4-2 0-16,-2-1-20 0,2-6-29 0,-1 6-28 15,0-3-36-15,0-1-42 0,0-3-43 16,1 1-33-16,1-5-33 0,0 2-30 0,0-4-23 16,0 2-21-16,0-6-18 0,0 7-38 0,0-7-56 0,0 0-391 15,0 0-865-15,9-17 382 0</inkml:trace>
  <inkml:trace contextRef="#ctx0" brushRef="#br0" timeOffset="104739.8245">17283 902 125 0,'0'0'215'0,"0"0"23"0,-5-21 5 16,5 21 20-16,0 0 16 0,0 0 10 15,0 0 12-15,-8-18-13 0,8 18 5 0,0 0-21 16,0 0-16-16,0 0-12 0,0 0-11 0,0 0-15 16,0 0-14-16,0 0-15 0,0 0-18 0,0 0-9 15,0 0-16-15,8-18-17 0,-8 18-13 0,0 0-10 16,32-1-17-16,-32 1 0 0,37-3-13 0,-9 2-8 16,2-1-6-16,-2-2-6 0,-28 4 0 0,51-5-4 15,-22 2 0-15,-7 0 0 0,2-3 5 0,-1 2 0 16,-23 4-6-16,36-6 0 0,-36 6 4 15,20-6 0-15,-20 6 1 0,0 0-6 0,21-9-8 16,-21 9-7-16,0 0-2 0,0 0-9 0,0 0-3 16,0 0-4-16,0 0-9 0,19-3-2 0,-19 3-5 0,0 0-2 15,0 0 0-15,0 0-5 0,0 0-3 0,0 0 3 16,0 0-4-16,0 0 6 0,0 0-1 0,-2 34 3 16,0-24-3-16,4 1 3 0,-1 0-3 15,3 1 7-15,-2-2 1 0,1 0 4 0,2 0 4 16,1 0-2-16,-3-1 8 0,3-2 4 0,-6 0 6 15,4-1-4-15,-4 0 5 0,0-6-5 0,3 10 2 16,-1-7-1-16,-2-3-7 0,2 7 6 0,-2-7-5 16,0 0 0-16,-4 12 3 0,-3-6 2 0,-1-2-3 15,-5 1 4-15,-5 0-3 0,-12-3-14 0,-4 5-62 16,-6-2-78-16,7 0-93 0,-3-4-125 0,5 1-164 16,5-3-374-16,3-1-961 0,12-3 426 0</inkml:trace>
  <inkml:trace contextRef="#ctx0" brushRef="#br0" timeOffset="106008.7174">7909 1710 208 0,'-3'-2'272'0,"1"-2"-7"0,2 4-4 15,0 0-23-15,-6-6-10 0,6 6-12 16,0 0-5-16,-2-4-10 0,2 4-7 0,0 0-10 15,0 0-2-15,-6-3-25 0,6 3-6 0,0 0-10 16,0 0-8-16,0 0-11 0,0 0-3 0,0 0-5 16,0 0 9-16,0 0-5 0,0 0-6 0,0 0 8 15,0 0-12-15,0 0-9 0,0 0-6 0,0 0-11 16,11-5-10-16,-4 4-9 0,8 1-4 0,4-1-7 16,12 0-7-16,5 1 1 0,2-2-8 0,16-1 3 15,5 3-4-15,-2-6 3 0,7-1 1 0,27 2 2 16,2 2 1-16,4-4-3 0,8-1 11 0,6 3 8 15,8-1 11-15,6-2 4 0,2-1 10 0,13 2 7 16,5 1-7-16,7 1 0 0,4-4 1 0,7 6-7 16,3 0 4-16,9 0-10 0,9 3-2 0,3-2-11 15,1 6-1-15,5-7-9 0,1 6-6 0,8-3-5 32,-6 2 0-32,4-1-5 0,2-1-6 0,-1 4 3 0,-8 0-9 0,0-5 3 0,5 3-3 0,-4 0-3 15,-5 1 0-15,1 0 3 0,-9-4 3 0,6 4 1 16,-3 5 5-16,-8-4 5 0,-1-1 2 0,-5 1-4 15,5 2 0-15,-4-2-4 0,-6 1-1 0,-9 1-2 16,0-3-2-16,-4 2-8 0,-5-1-2 0,-5 4 2 16,0-2-5-16,-16 1 1 0,-3-5 3 0,-8 4-3 15,0-4 2-15,-9 2-3 0,-6-3-5 0,-5 4 3 16,-32-5-5-16,0 4 8 0,-2-1-5 0,-2-2-3 16,-8 0-1-16,-15-1-2 0,-3 0 4 0,-1 1-1 15,-4-1 2-15,-9-1 1 0,-4 1-3 16,-3 0 2-16,-1-1-3 0,-5 2 0 0,-1-1 3 15,-5 0-2-15,0 0-2 0,14-1 0 0,-14 1 0 0,8-1-2 16,-8 1-4-16,0 0 3 0,5-1-3 0,-5 1-3 16,0 0 0-16,0 0 0 0,0 0-20 15,0 0-18-15,0 0-17 0,0 0-35 0,0 0-22 16,0 0-12-16,0 0-23 0,0 0-27 0,0 0-25 31,0 0-54-31,0 0-41 0,-13 13-69 0,13-13-79 0,-1 5-352 16,1-5-867-16,0 0 384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20T08:05:05.24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1767 477 125 0,'0'0'344'0,"0"0"1"0,0 0-9 15,0 0-11-15,0 0 3 0,-10-22-12 0,10 22 0 16,0 0-9-16,0 0-12 0,0 0-15 0,0 0-15 16,0 0-20-16,0 0-18 0,0 0-17 0,-18-9-18 15,18 9-17-15,0 0 2 0,0 0-1 0,0 0-5 16,-37 23-2-16,25-13-3 0,-2 5 12 16,0 0 16-16,-5 5-24 0,0 3 3 0,0 3 2 15,-2 2-18-15,3 2-19 0,-2-1 8 0,1 0 10 16,-3 1-18-16,3-4-9 0,-2-2-22 0,6 4-13 15,2-6-2-15,3-6-8 0,2 1-6 0,3-5-9 16,3-3-21-16,-1 4 11 0,4-3-8 0,5 1-4 16,0-3-1-16,5 2 2 0,6-3-11 0,2 0-7 0,8 3-18 15,-9-4-43-15,5-1-38 0,-4-1-26 16,3 0-38-16,-3-1-34 0,-1-1-45 0,2 0-55 16,2-2-56-16,-9 0-59 0,3 1-61 0,1-4-80 15,-3 1-395-15,-1-1-993 0,0-3 441 0</inkml:trace>
  <inkml:trace contextRef="#ctx0" brushRef="#br0" timeOffset="437.4118">1942 794 422 0,'0'0'453'0,"0"0"-1"16,0 0-6-16,0-25-6 0,0 25-5 0,0 0-13 15,0 0-24-15,0 0-23 0,0 0-29 0,0 0-36 16,0 0-28-16,9-13-35 0,-9 13-28 0,0 0-27 16,0 0-25-16,0 0-13 0,0 0-19 0,0 0-16 15,0 0-15-15,0 0-8 0,0 0-15 0,0 0-7 16,51 31-5-16,-44-24-6 0,-7-7-18 0,15 18-15 15,-10-7-14-15,0-1-10 0,-1 1-12 16,-1 1-14-16,-2-1-8 0,0 0-9 0,-1 2-11 16,-1-3-9-16,0 1 1 0,-2-2 4 0,0-2 8 15,2 0-6-15,0-1 3 0,0-3 6 0,-1 2 13 16,2-5 13-16,0 6 42 0,0-6 12 0,0 0 6 16,0 0 22-16,0 0 10 0,0 0 2 0,0 0-3 15,0 0-3-15,4-43-12 0,-4 43-7 0,8-30-4 16,-6 19-4-16,5-3-7 0,-2-3-5 0,1 1-20 15,-1 1-40-15,-5 15-51 0,11-18-68 16,-11 18-66-16,16-17-62 0,-16 17-67 0,21-7-65 0,-21 7-62 16,20-4-351-16,-20 4-886 0,0 0 392 0</inkml:trace>
  <inkml:trace contextRef="#ctx0" brushRef="#br0" timeOffset="907.1231">2315 815 191 0,'0'0'413'0,"0"0"-13"0,0 0-5 16,0 0-24-16,0 0-21 0,0 0-21 0,0 0-28 16,0 0-27-16,0 0-26 0,0 0-33 0,8-21-25 31,-8 21-24-31,0 0-17 0,0 0-22 0,0 0-13 0,0 0-5 0,0 0-11 0,0 0-8 0,0 0-17 15,0 0 1-15,0 0-9 0,1 37-11 0,-1-29-2 16,-1-3-3-16,2 3-9 0,-1 2 1 0,0-3-22 16,-1 1-15-16,1 2-10 0,0-5-21 0,0-5-3 15,0 11-1-15,1-6-11 0,-1-5 6 16,0 0 3-16,4 9 20 0,-4-9-8 0,0 0 14 16,0 0-8-16,0 0 6 0,0 0 10 0,0 0 11 15,0 0 1-15,0 0 5 0,41-28 12 0,-33 20 0 16,-8 8 6-16,15-14 10 0,-15 14-4 0,17-12 4 15,-17 12 3-15,14-13-4 0,-14 13 8 0,0 0-8 16,14-12-2-16,-14 12-7 0,0 0-13 0,0 0 2 16,0 0-5-16,20-4-6 0,-20 4-3 0,0 0 0 15,0 0 0-15,0 0-3 0,0 0 2 0,0 0-6 16,29 18 3-16,-25-15-3 0,0 2 4 0,0 0-18 16,-1 1-23-16,2 0-32 0,-3-1-24 0,3 0-30 15,-3 0-24-15,3 0-22 0,-3 0-38 0,3 0-43 16,1-1-33-16,-6-4-47 0,13 4-41 0,-6-4-198 15,-7 0-612-15,18-4 272 0</inkml:trace>
  <inkml:trace contextRef="#ctx0" brushRef="#br0" timeOffset="1282.2576">2718 750 329 0,'0'0'395'0,"0"0"12"16,1-24 9-16,-1 24-26 0,0 0-10 0,0 0-20 15,0 0-31-15,0 0-36 0,0 0-23 0,-1-17-44 16,1 17-29-16,0 0-13 0,0 0-21 0,0 0-13 16,0 0-18-16,0 0-9 0,0 0-9 0,0 0-14 15,-17 49-10-15,17-49-11 0,-2 20-9 0,2-20-5 16,0 23-3-16,0-23-2 0,3 18-12 0,-3-18-3 16,6 15-4-16,-3-5 4 0,1-1-8 0,0-3-5 15,0-1-2-15,2 4 0 0,-2-5-6 16,0 1 1-16,1 0 0 0,-1-1-8 0,-1-1 3 15,0 0-5-15,0 1 1 0,-3-4-8 0,6 4 1 16,-6-4-2-16,4 7 3 0,-4-7-8 0,1 1 4 16,-1-1-5-16,0 0 8 0,-5 7 0 0,-1-3-3 15,-3-2 6-15,-1 3-3 0,-4 0 1 0,-2 0-7 16,-1-1-14-16,1 2-20 0,-2 0-20 0,5-4-19 16,1 1-12-16,0 0-8 0,6-2-19 0,6-1-11 15,-13 1-20-15,13-1-50 0,-9-2-77 0,9 2-83 16,0 0-62-16,0 0-257 0,18-20-725 0,-18 20 321 15</inkml:trace>
  <inkml:trace contextRef="#ctx0" brushRef="#br0" timeOffset="1955.2922">3013 626 430 0,'0'0'527'0,"0"0"22"15,4-27 1-15,-4 27-1 0,0 0 3 16,0-18-10-16,0 18-15 0,0 0-21 0,1-15-30 16,-1 15-33-16,0 0-37 0,0 0-44 0,0 0-34 15,0 0-39-15,0 0-33 0,0 0-30 0,0 0-32 16,0 0-25-16,0 0-17 0,0 0-17 0,0 0-112 16,0 0-23-16,0 0 0 0,0 0 0 0,0 0 0 15,4 58 0-15,0-38 0 0,-3-2 0 0,2 4 0 16,-6-4 0-16,6 1 0 0,-6 0 0 0,6 0 0 15,-7 7 0-15,4-8 0 0,0-6 0 0,0 1 0 16,0 0 0-16,-1-5 0 0,1 3 0 16,1-2 0-16,-2-2 0 0,2-1 0 0,-1-6 0 15,-1 10 0-15,1-10 0 0,1 4 0 0,-1-4 0 16,0 0 0-16,0 0 0 0,18-2 0 0,-18 2 0 16,0 0 0-16,0 0 0 0,33-23 0 0,-33 23 0 31,17-13 0-31,-6 4 0 0,-11 9 0 0,13-12 0 0,-13 12 0 15,11-11 0-15,-11 11 0 0,0 0 0 0,16-14 0 16,-16 14 0-16,0 0 0 0,0 0 0 0,11-8 0 16,-11 8 0-16,0 0 0 0,0 0 0 15,0 0 0-15,0 0 0 0,0 0 0 0,0 0 0 16,0 0 0-16,37 19 0 0,-37-19 0 0,0 0 0 16,13 19 0-16,-9-14 0 0,1 1-29 0,0-1-33 15,-1 0-19-15,-4-5-14 0,6 7-6 0,-2-4 5 16,-4-3 3-16,4 4 7 0,-4-4 12 0,0 0 8 15,8 4 15-15,-8-4 7 0,0 0 1 0,0 0 9 16,0 0 3-16,0 0 6 0,0 0 2 0,0 0 6 16,38-18 5-16,-38 18 12 0,11-10 9 0,-11 10 11 15,0 0 10-15,13-12 9 0,-13 12 8 0,0 0 0 16,13-12 10-16,-13 12-12 0,0 0-8 0,0 0-7 16,0 0-1-16,0 0-4 0,13-8-13 0,-13 8 3 15,0 0-11-15,0 0-1 0,0 0-9 16,0 0 2-16,0 0 2 0,0 0-3 0,0 0 4 15,0 0-4-15,0 0 2 0,0 0-23 0,0 0-16 16,0 0-13-16,0 0-17 0,0 0-17 0,28 21-31 0,-27-17-27 16,3-1-35-16,-4-3-42 0,4 8-30 0,0-5-30 15,-2 0-31-15,-2-3-30 0,0 0-28 16,0 0-37-16,0 0-360 0,0 0-832 0,0 0 369 16</inkml:trace>
  <inkml:trace contextRef="#ctx0" brushRef="#br0" timeOffset="2111.502">3413 645 312 0,'0'0'358'0,"0"0"-3"0,0 0-23 15,0 0-28-15,0 0-29 0,0 0-36 0,0 0-27 16,0 0-26-16,6-21-41 0,-6 21-73 0,0 0-43 16,0 0-44-16,0 0-67 0,0 0-85 0,0 0-88 15,0 0-129-15,0 0-415 0,0 0 184 16</inkml:trace>
  <inkml:trace contextRef="#ctx0" brushRef="#br0" timeOffset="2549.9294">3578 739 447 0,'0'0'541'0,"0"0"-3"0,0 0-15 0,0 0-29 16,0 0-26-16,0 0-32 0,0 0-42 0,0 0-42 15,0 0-37-15,0 0-34 0,0 0-35 0,0 0-33 16,0 0-19-16,0 0-21 0,0 0-13 16,19 14-12-16,-19-14-20 0,0 0-16 0,3 21-7 15,-3-21-11-15,1 17-14 0,-1-17-11 0,1 19-23 16,-1-19-28-16,1 16-22 0,-1-9-17 0,0 4-14 16,3-7-10-16,-3 3-15 0,0-3-7 0,0-4 5 15,0 7 2-15,0-7 11 0,1 5 4 0,-1-5 14 16,0 0 10-16,0 0 3 0,0 0-1 0,0 0 3 15,0 0-1-15,0 0 9 0,0 0 5 0,35-23 9 16,-35 23 5-16,15-11 9 0,-15 11 8 16,13-11 5-16,-13 11 6 0,13-14 9 0,-13 14-1 15,10-10 3-15,-10 10-3 0,0 0 3 0,0 0-6 0,15-12-5 16,-15 12-3-16,0 0-7 0,0 0-12 0,0 0-3 16,13-10 0-16,-13 10-7 0,0 0 3 0,0 0-3 15,0 0 2-15,0 0-3 0,0 0-15 0,0 0-20 16,0 0-23-16,0 0-17 0,41 19-25 15,-41-19-36-15,10 9-41 0,-10-9-41 0,0 0-46 0,18 11-34 16,-18-11-36-16,0 0-44 0,22 4-35 16,-22-4-290-16,0 0-756 0,0 0 335 0</inkml:trace>
  <inkml:trace contextRef="#ctx0" brushRef="#br0" timeOffset="3176.0235">3928 737 144 0,'0'0'294'0,"0"0"8"15,0 0-3-15,0 0 2 0,6-21-15 0,-6 21-1 16,0 0-6-16,0 0-9 0,9-12-16 0,-9 12-19 16,0 0-18-16,0 0-24 0,0 0-23 0,0 0-19 15,0 0-21-15,0 0-15 0,18-8-10 0,-18 8-7 16,0 0-25-16,0 0-1 0,0 0-4 0,0 0-10 16,28 24-6-16,-28-24-4 0,12 18-6 0,-12-18 0 15,10 20-3-15,-8-10-7 0,-2-10 1 0,-3 19-12 16,3-19 9-16,-7 22-7 0,1-12 2 15,-2 0-2-15,-2 1 0 0,0 1-11 0,-4-1 4 0,0-1 4 16,4-5-1-16,-3 0-5 0,4 0 2 16,1-2 1-16,1-2 2 0,7-1 2 0,0 0 2 15,0 0-9-15,0 0 7 0,0 0 9 0,-36-18 3 16,36 18 1-16,-8-19 0 0,8 19 0 0,1-22-9 0,-1 22-1 16,7-24-3-16,-7 24 4 0,5-20-5 0,-5 20-3 15,9-15 0-15,-9 15-3 0,5-12-3 0,-5 12-3 16,0 0-4-16,14-9-5 0,-14 9 6 15,0 0-14-15,0 0 2 0,0 0 8 0,41 23 1 16,-28-9 15-16,-3 3 14 0,4 4 4 0,3 3 18 16,-2 3 8-16,-1 1 22 0,-3 2-1 0,-2 2 1 15,-2-2-1-15,2 5-2 0,-7-2-10 0,0 1-3 16,-4-1-5-16,1-2-5 0,0 1 1 0,-3 4-8 16,-1-7-4-16,-3 1 0 0,4 1-8 0,-1-5-1 15,1-1-3-15,-2-8-4 0,1 0-2 16,1-3-4-16,-1-3-2 0,1 0 1 0,1-3-10 0,0-3-10 15,-2 1 0-15,5-6-3 0,-9 6-3 16,9-6-11-16,-12 2 1 0,12-2 1 0,-15 4 3 16,15-4 5-16,0 0 2 0,-18-10 2 0,12 5 1 15,-2-5 8-15,4 1 17 0,-1-2-1 0,4-7 19 16,1 1 4-16,3-1 5 0,0 1 1 0,11-9-12 16,1 5-5-16,2-3 5 0,5 2 11 0,-2 1-17 15,3-1-2-15,4 1 3 0,0 1-12 0,1 4-1 16,-2 1-3-16,-2 3 2 0,-4 2-6 0,-2 1-5 15,-4 0-27-15,-4 2-44 0,0 3-57 0,-3 0-62 16,-2 2-51-16,0-3-56 0,-1 2-64 0,-4 3-74 16,9-4-74-16,-9 4-364 0,4-6-931 0,-4 6 413 15</inkml:trace>
  <inkml:trace contextRef="#ctx0" brushRef="#br0" timeOffset="4021.3669">5326 527 344 0,'0'0'432'0,"0"0"13"0,0 0 7 0,0 0 4 15,0 0 5-15,0 0-2 0,0 0-2 0,0 0 0 16,0 0-8-16,0 0-20 0,0 0-19 0,0 0-23 15,0 0-39-15,0 0-27 0,0 0-39 0,0 0-29 16,0 0-27-16,0 0-30 0,0 0-25 0,0 0-15 16,0 0-21-16,0 0-10 0,0 0-8 0,0 0-11 15,0 0-19-15,1 31-57 0,-1-31-30 0,3 20 0 16,-2-3 0-16,1-2 0 0,-2 3 0 0,-2 0 0 16,1 2 0-16,-2-2 0 0,1-1 0 0,-2 1 0 15,0-2 0-15,2 0 0 0,-1 1 0 0,3-17 0 16,-4 22 0-16,4-22 0 0,-1 18 0 0,1-18 0 15,0 0 0-15,3 19 0 0,-3-19 0 0,0 0 0 16,14 15 0-16,-14-15 0 0,23 4 0 0,-23-4 0 16,33 0 0-16,-33 0 0 0,36-2 0 0,-36 2 0 15,28-4 0-15,-28 4 0 0,33-10 0 0,-19 7 0 16,-14 3 0-16,22-5 0 0,-22 5 0 0,0 0 0 16,23-7 0-16,-23 7 0 0,0 0 0 0,0 0 0 15,0 0 0-15,25-7 0 0,-25 7 0 0,0 0 0 16,0 0-61-16,0 0-316 0,0 0-62 0,8-12-42 15,-8 12-63-15,0 0-48 0,0 0-358 0,0 0-1029 16,0 0 456-16</inkml:trace>
  <inkml:trace contextRef="#ctx0" brushRef="#br0" timeOffset="4240.4296">5330 567 154 0,'0'0'485'0,"0"0"3"16,9-23-9-16,-9 23-28 0,10-14-42 0,-10 14-36 16,13-13-39-16,-13 13-30 0,20-14-33 0,-8 5-29 15,-12 9-26-15,28-10-21 0,-28 10-22 0,23-10-34 16,-23 10-55-16,27-5-52 0,-27 5-57 0,24-3-57 16,-24 3-55-16,0 0-53 0,0 0-70 0,31 1-52 15,-31-1-46-15,0 0-220 0,0 0-626 0,22 10 277 16</inkml:trace>
  <inkml:trace contextRef="#ctx0" brushRef="#br0" timeOffset="4427.8867">5455 646 186 0,'0'0'408'16,"0"0"20"-16,0 0 2 0,0 0-15 0,0 0-21 15,0 0-37-15,0 0-37 0,0 0-32 0,0 0-32 16,0 0-25-16,0 0-31 0,0 0-48 0,0 0-58 15,0 0-59-15,0 0-66 0,47-22-45 0,-47 22-49 16,24-4-58-16,-24 4-49 0,39-8-52 0,-21 2-261 16,5 3-588-16,-4-4 261 0</inkml:trace>
  <inkml:trace contextRef="#ctx0" brushRef="#br0" timeOffset="4740.8265">5854 513 105 0,'0'0'432'0,"0"0"10"15,0 0 23-15,0 0 9 0,4-21 7 0,-4 21 7 16,0 0 2-16,0 0-3 0,0 0-12 16,0 0-22-16,0 0-23 0,0 0-27 0,0 0-34 15,0 0-35-15,0 0-38 0,0 0-33 0,0 0-31 16,0 0-32-16,0 0 4 0,0 0-4 0,0 0-15 16,0 0-7-16,0 0-73 0,0 0-105 0,-21 61 0 15,21-41 0-15,-2 6 0 0,-2 2 0 0,4 2 0 16,0-3 0-16,4 2 0 0,-5-1 0 0,2 0 0 15,-1 1 0-15,0 0 0 0,2 1 0 0,1-2 0 16,-3 2 0-16,1-3 0 0,2 2 0 0,-2-4 0 16,2 3 0-16,-2-10 0 0,0-1 0 0,-1 1 0 15,0-5 0-15,0-2 0 0,0 0 0 0,0-3 0 16,0 2 0-16,0-3 0 0,-1 0 0 0,0-2 0 16,1-5-15-16,-3 10-293 0,3-10-34 0,0 0-32 15,-4 5-53-15,4-5-45 0,0 0-55 0,0 0-428 16,-11-17-1034-16,7 8 458 0</inkml:trace>
  <inkml:trace contextRef="#ctx0" brushRef="#br0" timeOffset="4959.5273">5777 867 196 0,'0'0'395'0,"0"0"24"0,-1-21 18 15,1 21 8-15,0 0-2 0,0 0-10 0,-4-19-17 16,4 19-25-16,0 0-36 0,0 0-25 0,4-19-29 15,-4 19-37-15,0 0-30 0,0 0-28 0,1-17-33 16,-1 17-56-16,0 0-65 0,13-14-45 0,-13 14-53 16,20-12-54-16,-8 4-40 0,-12 8-50 0,28-16-43 15,-10 10-46-15,0-3-40 0,1 3-46 0,-1-5-292 16,1-1-712-16,-3 2 315 0</inkml:trace>
  <inkml:trace contextRef="#ctx0" brushRef="#br0" timeOffset="5241.2933">6137 555 122 0,'0'0'365'16,"0"0"32"-16,0 0 31 0,0 0 17 0,0 0 18 15,0 0 6-15,-11-29 9 0,11 29 14 0,0 0-7 16,0 0-14-16,0 0-24 0,0 0-19 0,0 0-35 16,0 0-31-16,0 0-33 0,0 0-36 0,0 0-32 15,0 0-27-15,0 0-26 0,0 0-21 0,0 0-16 16,0 0-12-16,0 0-55 0,0 0-104 0,-20 50 0 15,19-35 0-15,-3 6 0 0,2-2 0 0,1 1 0 16,-4 7 0-16,5-1 0 0,0 2 0 0,-1-2 0 16,-2 1 0-16,2-2 0 0,0-1 0 0,1 2 0 15,1-5 0-15,-1-2 0 0,0 0 0 0,0-2 0 16,-1 0-77-16,-2-8-260 0,6 5-40 0,-6-6-42 16,6 0-25-16,-3-2-38 0,-3 2-25 0,6-4-15 15,-3-4-316-15,0 0-907 0,0 0 400 16</inkml:trace>
  <inkml:trace contextRef="#ctx0" brushRef="#br0" timeOffset="5585.7615">6025 845 46 0,'0'0'360'16,"0"0"14"-16,0 0-5 0,8-22-18 0,-8 22-13 15,0 0-18-15,9-14-3 0,-9 14-28 0,0 0-24 16,15-15-28-16,-15 15-21 0,13-11-21 0,-13 11-19 15,18-13-17-15,-18 13-7 0,18-11-17 0,-18 11-12 16,23-8-14-16,-7 1-7 0,-16 7-11 0,25-10-11 16,-25 10-5-16,23-10-6 0,-23 10-11 0,23-4-1 15,-23 4-8-15,24-5-8 0,-24 5-3 0,0 0-1 16,29-5-4-16,-29 5 0 0,0 0-11 0,0 0 0 16,30 10-2-16,-30-10-5 0,0 0-5 15,18 13 10-15,-18-13-1 0,14 13-5 0,-14-13-2 16,5 16-1-16,-5-16 6 0,4 19-10 0,-4-19 5 15,1 15-2-15,-1-15 2 0,3 16-3 0,-3-16 1 16,0 0-5-16,-3 19-22 0,3-19-28 0,0 0-29 16,0 0-23-16,4 17-20 0,-4-17-16 0,0 0-5 15,0 0-21-15,0 0-55 0,0 0-77 0,0 0-66 16,0 0-294-16,0 0-703 0,0 0 311 0</inkml:trace>
  <inkml:trace contextRef="#ctx0" brushRef="#br0" timeOffset="5757.8352">6418 631 328 0,'0'0'393'0,"0"0"-11"0,0 0-33 16,0 0-35-16,0 0-42 0,0 0-26 0,0 0-33 0,0 0-48 16,0 0-51-16,0 0-71 0,0 0-59 0,0 0-51 15,0 0-45-15,0 0-56 0,0 0-45 0,0 0-162 16,0 0-404-16,0 0 179 0</inkml:trace>
  <inkml:trace contextRef="#ctx0" brushRef="#br0" timeOffset="6228.3121">6599 694 125 0,'0'0'307'0,"0"0"9"0,0 0 1 0,0 0 5 16,0 0-2-16,0 0 4 0,0 0-13 0,0 0 5 15,0 0-15-15,0 0-6 0,0 0-19 0,0 0-22 16,0 0-22-16,0 0-25 0,0 0-21 0,0 0-23 15,0 0-13-15,0 0-13 0,0 0-13 0,0 0-15 16,0 0-14-16,-33 27-3 0,26-19-11 0,7-8-8 16,-16 20-11-16,11-11-2 0,5-9 1 0,-13 18-13 15,13-18-5-15,-9 18-15 0,9-18-21 16,-5 18-19-16,5-18-8 0,0 0-7 0,0 19 6 16,0-10 3-16,4-4-8 0,2 3 8 0,2-2 1 15,0-2-1-15,-2 0 1 0,8 2-1 0,5-5-2 16,-1-1 6-16,-18 0 3 0,0 0 2 0,58-8 1 0,-37 2-2 15,-4-1 2-15,3 0 3 0,-20 7-3 16,31-15 6-16,-14 7 9 0,-5-3 16 0,-12 11 12 16,20-16 5-16,-9 10 3 0,-11 6 16 0,14-17 6 15,-14 17 6-15,12-11 0 0,-12 11-1 0,0 0-3 16,7-18-2-16,-7 18-7 0,0 0-4 0,0 0-9 16,8-13-5-16,-8 13-9 0,0 0-8 0,0 0-8 15,0 0-6-15,0 0-2 0,0 0 0 0,0 0-6 16,0 0 3-16,0 0-6 0,0 0 5 0,0 0-1 15,0 0 2-15,0 0 3 0,0 0-5 0,-3 49-4 16,3-49-2-16,0 14 1 0,0-14-7 0,0 0-17 16,4 19-10-16,-4-19-17 0,0 0-21 0,5 20-29 15,-5-20-34-15,0 0-34 0,9 12-37 0,-9-12-40 16,0 0-65-16,0 0-68 0,0 0-66 16,0 0-242-16,0 0-746 0,0 0 331 0</inkml:trace>
  <inkml:trace contextRef="#ctx0" brushRef="#br0" timeOffset="6384.6978">6926 600 102 0,'0'0'441'0,"0"0"8"0,0 0 6 16,0 0-26-16,0 0-32 0,-14-18-41 0,14 18-35 0,0 0-33 16,0 0-44-16,0 0-63 0,0 0-74 15,0 0-59-15,0 0-71 0,0 0-82 0,0 0-93 16,0 0-98-16,0 0-237 0,0 0-578 0,0 0 257 15</inkml:trace>
  <inkml:trace contextRef="#ctx0" brushRef="#br0" timeOffset="7169.2789">7149 744 349 0,'0'0'412'0,"0"0"-4"0,0 0-13 16,0 0-16-16,0 0-23 0,0 0-22 0,0 0-23 16,0 0-23-16,0 0-30 0,0 0-32 0,0 0-18 15,0 0-21-15,0 0-19 0,0 0-21 0,0 0-15 16,0 0-12-16,0 0-15 0,0 0-14 0,0 0-4 16,0 0-14-16,0 0-2 0,0 0-8 0,0 0-4 15,0 0-3-15,0 0-2 0,0 0 0 0,0 0-10 16,0 0 3-16,0 0-6 0,0 0 0 0,0 0-5 15,0 0-2-15,0 0 0 0,0 0 1 0,57-18-5 16,-57 18-5-16,0 0 6 0,0 0 5 0,18-10 8 16,-18 10-4-16,0 0 0 0,0 0-1 0,0 0-2 15,13-10 1-15,-13 10-3 0,0 0-1 0,0 0 1 16,0 0-7-16,0 0-4 0,0 0-12 0,0 0-3 16,0 0-1-16,0 0-5 0,0 0 1 0,0 0-6 15,0 0 5-15,0 0-6 0,0 0 4 0,0 0-1 16,-55 25-2-16,55-25-1 0,-13 18 0 0,13-18-1 15,-14 16-2-15,14-16 1 0,-6 16-9 0,6-16-14 16,-8 20-2-16,8-20-8 0,-1 12 3 0,1-12 3 16,0 0 6-16,5 21 5 0,0-14 1 0,0-3 4 15,5 0 5-15,-10-4 0 0,0 0 1 0,36 10 3 16,-36-10 6-16,35 0 5 0,-35 0 19 0,35-6 8 16,-14-1 9-16,-5 1 9 0,5-1 8 15,-7-2 10-15,4 0 15 0,1-2-4 0,-6 1 4 16,-13 10 6-16,21-16 1 0,-10 8 4 0,-11 8 1 15,15-14 7-15,-15 14-15 0,10-9-11 0,-10 9-6 16,0 0-4-16,12-10-15 0,-12 10-6 0,0 0-7 16,0 0-13-16,0 0-11 0,0 0-22 0,0 0-26 0,0 0-19 15,0 0 2-15,0 0 4 0,0 0 10 16,0 0-5-16,0 0-10 0,0 0-6 0,0 0-3 16,29 25-8-16,-29-25-9 0,0 0-13 0,10 12-9 15,-10-12 3-15,0 0 3 0,0 0 5 0,5 16 7 16,-5-16 15-16,0 0 5 0,0 0 7 0,0 0 7 15,0 0 9-15,0 0 6 0,0 0 4 0,26 2 6 16,-26-2 0-16,0 0 0 0,0 0 9 0,0 0 5 16,36-18 5-16,-36 18 6 0,15-8 10 0,-15 8-4 15,0 0-3-15,21-9 9 0,-21 9 2 0,0 0-2 16,19-6-7-16,-19 6 0 0,0 0-7 0,0 0 1 16,0 0 1-16,0 0-3 0,29-4 4 0,-29 4-9 15,0 0 8-15,0 0-4 0,0 0-8 0,0 0-20 16,25 18-35-16,-25-18-50 0,0 0-50 0,12 11-42 15,-12-11-64-15,0 0-57 0,10 11-64 0,-10-11-315 16,0 0-766-16,0 0 339 0</inkml:trace>
  <inkml:trace contextRef="#ctx0" brushRef="#br0" timeOffset="8092.738">7908 680 380 0,'0'0'411'0,"0"0"3"0,0 0 0 16,0 0-17-16,0 0-15 0,0 0-15 0,0 0-24 16,0 0-28-16,0 0-28 0,0 0-28 0,0 0-28 15,0 0-27-15,0 0-21 0,0 0-18 0,0 0-19 16,0 0-9-16,0 0-17 0,0 0-10 0,0 0-14 16,0 0-9-16,0 0-5 0,0 0-11 0,0 0-8 15,-34 35-9-15,34-35-3 0,-10 17-1 0,10-17-12 16,-7 17 2-16,7-17-5 0,-8 16-3 0,8-16-7 15,-1 12-19-15,1-12-7 0,0 0-9 16,0 18-1-16,0-18 4 0,0 0 1 0,7 21-2 16,-7-21-1-16,16 10 1 0,-16-10-3 0,20 11 0 0,-20-11 5 15,26 2-5-15,-26-2 2 0,30 2 5 16,-30-2 1-16,0 0 1 0,44-12 0 0,-44 12 4 16,27-7 4-16,-16 0-2 0,-11 7 16 0,22-12 13 15,-11 3 9-15,-11 9 16 0,16-16 15 0,-16 16 4 0,11-10-4 16,-11 10 5-16,10-13-4 0,-10 13-2 15,7-14-5-15,-7 14-2 0,0 0 16 0,6-13-12 16,-6 13 1-16,0 0-15 0,0 0-4 0,0 0-8 16,0 0-4-16,12-15-6 0,-12 15-1 0,0 0-13 15,0 0-6-15,0 0-4 0,0 0-4 0,0 0-15 16,0 0-21-16,0 0-3 0,0 0 4 0,0 0 4 16,0 0-12-16,0 0-11 0,0 0-9 0,0 0-5 15,0 0-5-15,13 38 0 0,-13-38-4 0,0 0 9 16,6 17 0-16,-6-17 4 0,10 10 12 0,-10-10 2 15,0 0 3-15,18 8 7 0,-18-8-3 0,19 8 2 16,-19-8 9-16,0 0-2 0,32 1 11 0,-32-1-1 16,0 0 0-16,0 0 3 0,40-10 13 0,-40 10 25 15,14-14 16-15,-14 14 13 0,17-9 18 0,-17 9 5 16,12-12-1-16,-12 12-1 0,9-10 5 0,-9 10 2 16,0 0 6-16,0 0 5 0,9-13-2 0,-9 13-2 15,0 0 4-15,0 0-8 0,0 0-9 0,0 0-11 16,9-14-2-16,-9 14-18 0,0 0-8 0,0 0-7 15,0 0-8-15,0 0-13 0,0 0 2 0,0 0 0 16,0 0 0-16,0 0 0 0,0 0-4 0,-6 55 4 16,3-34 23-16,1 3 3 0,2 3 2 15,-3 3 8-15,4 0 7 0,-3 3 7 0,-1-3-9 16,2 1-6-16,0-1 5 0,-1 2 8 0,0-2-18 16,0-2-3-16,1-1-2 0,-1-2-4 0,-2 4-9 15,6-5 11-15,-4-4-9 0,-2-4-5 0,3 0 9 16,0-5-12-16,-3-1-14 0,5-3 0 0,-1-7 0 15,0 13 0-15,0-13 0 0,-1 6 0 0,1-6 0 16,0 0 0-16,-2 8 0 0,2-8 0 0,0 0 0 16,0 0 0-16,0 0 0 0,0 0 0 0,0 0 0 15,0 0 0-15,0 0 0 0,-25-13 0 0,17 7 0 16,2-2 0-16,-2-1 0 0,-1 1 0 0,0 0 0 16,4 0 0-16,-4 0 0 0,3-1 0 0,-2 1 0 15,4-2 0-15,0 0 0 0,3 1 0 0,1-1 0 16,0 0 0-16,10-5 0 0,3 1 0 0,5-5 0 15,10 1 0-15,-1 0 0 0,4 0 0 0,-1 2 0 16,0 4-34-16,-1-3-51 0,-1 5-41 16,-6 3-53-1,-4 0-72-15,1-1-89 0,-5 6-103 0,-2-1-109 0,-2 0-479 0,-4-3-1116 0,-1 2 494 16</inkml:trace>
  <inkml:trace contextRef="#ctx0" brushRef="#br0" timeOffset="9955.8843">1359 1284 123 0,'-4'0'284'16,"4"0"-13"-16,0 0-10 0,0 0-18 0,0 0-8 16,0 0-10-16,0 0-16 0,0 0-5 0,0 0-18 15,0 0-12-15,0 0-7 0,0 0-13 0,0 0-4 16,0 0-7-16,0 0-1 0,0 0-13 0,0 0 3 15,0 0 0-15,0 0-6 0,0 0 3 0,0 0 0 16,0 0-6-16,0 0-7 0,0 0 0 16,0 0-2-16,0 0-4 0,0 0-15 0,0 0 4 15,0 0-12-15,0 0-8 0,0 0-11 0,0 0 0 16,0 0-9-16,0 0-8 0,0 0-6 0,0 0 1 16,0 0-11-16,0 0-1 0,0 0-2 0,0 0-6 0,29-1-5 15,-24-1 1-15,-5 2-2 0,19-3 5 16,-8 2-10-16,0 1 2 0,1-1-3 0,1-2-3 15,5 2 1-15,-1-1 1 0,-3-2 2 0,1 2 1 16,2 1-4-16,-2 0 8 0,3-2-1 0,-3 3-1 16,2-1-4-16,2-3-2 0,-2 1-1 0,3 1 1 15,-7 1 1-15,-2 1 0 0,2-1-4 0,0 0-7 16,1-1 5-16,0 0-3 0,-1-1 7 0,4 3-8 16,-5 0 0-16,1-2 0 0,5 2-3 0,-4-2 4 15,4 2-1-15,-1-2-2 0,0 0 6 0,-3 1-2 16,-1 1-5-16,0 0 3 0,1 0-4 0,-1-2 1 15,-3 1-8-15,4 0 14 0,-2-1 0 0,-1 2-7 16,3 0 1-16,-2 0-3 0,0 0 3 0,0-1 2 16,1-1-1-16,-1 2-3 0,3-2 7 0,-1 2-5 15,2-2-1-15,-2 0 1 0,-1 2 2 0,1-1-2 16,-1 2-4-16,2-2 8 0,-2 1-8 0,1-1 10 16,3 0-9-16,-3 1 3 0,1 0 1 0,4 0 0 15,-5 0-4-15,4-3 3 0,-5 3-2 0,3-1 2 16,-4 2 2-16,1-2-4 0,1 1 7 0,-4-1-3 15,4 2-3-15,-1-1-1 0,1-1 2 16,-1-1-6-16,-2 0 8 0,3 1-2 0,-2 2 4 16,2-2-6-16,-3 1-1 0,1 0 2 0,1 0 1 15,0 0 0-15,-1-2 5 0,1 2-5 0,0-1 1 16,1 1-2-16,-1 1 4 0,1-2-3 0,-1 1 0 16,0 0-4-16,2-2 2 0,-1 1 4 0,0 1-1 15,4 0-1-15,-4 1 3 0,1-1-4 0,0-1 2 16,3 1 0-16,-5 0-2 0,1 0 4 0,-4 1-9 0,6-1 3 15,-2 0 4-15,-4 0-1 0,4 0 0 16,-1 0 2-16,-3 2 1 0,3-2-5 0,-2 1 0 16,1-1 2-16,1 0-1 0,-2-1 0 0,-1 1 1 31,1 0 2-31,0 0-2 0,3 1 3 0,-4-1-4 16,3-1-1-16,5 1 2 0,-4-3 4 0,3 3-1 15,2-2-3-15,-2 0 5 0,3 2-2 0,2-1-2 16,-2-1 2-16,-2 2-7 0,2-2 1 0,1 2 2 15,-1-4 0-15,2 4 2 0,-4-1 3 0,1 1-1 16,0-1-3-16,0 1 2 0,0-1-3 0,2-1-6 16,-2 0 8-16,4 0 3 0,-5 1-10 0,5-1 10 15,-1 2-7-15,-2-4 4 0,2 3 0 0,-2-1-3 16,0 1 2-16,0 1-1 0,-1-1-1 0,-2-1 3 16,-2 1-1-16,-6 0-1 0,1 1 2 0,-1-1-1 15,-1 0-4-15,-8 1 5 0,14-3-4 0,-6 3 2 16,-8 0-2-16,0 0-3 0,10-1 10 0,-10 1-5 15,0 0 0-15,8-1-3 0,-8 1 5 0,0 0-4 16,0 0 6-16,0 0-3 0,0 0-10 0,0 0-7 16,7 2-10-16,-7-2-15 0,0 0-21 0,0 0-15 15,0 0-40-15,0 0-45 0,0 0-67 0,0 0-58 16,0 0-78-16,0 0-360 0,0 0-787 0,0 0 348 16</inkml:trace>
  <inkml:trace contextRef="#ctx0" brushRef="#br0" timeOffset="10910.1198">4648 1158 27 0,'0'0'230'0,"-6"1"-6"16,6-1-6-16,-10 0 0 0,10 0-6 0,-6 3-7 15,6-3-8-15,-8 1 0 0,8-1-6 0,0 0-2 16,-9 0 0-16,9 0-7 0,0 0-12 0,0 0-1 15,0 0-11-15,-12 0-2 0,12 0 1 0,0 0-17 16,0 0 0-16,0 0-11 0,0 0-15 0,0 0-1 16,0 0-20-16,0 0 0 0,0 0-3 15,0 0-9-15,0 0-10 0,0 0 4 0,0 0-7 0,0 0-14 16,0 0 1-16,0 0-11 0,0 0-3 0,0 0-1 16,0 0-6-16,0 0-18 0,28-1 21 15,-14 2-7-15,-2-1-5 0,0 0-1 0,7 0-1 16,0 0-1-16,-1-1-22 0,1 1 16 0,3-3-16 0,-1 2 12 15,-1 0 4-15,9 1-7 0,-1 0 5 16,0-4 1-16,3 2-10 0,-4-1 2 0,0 2-6 16,4-1 3-16,-3-1 7 0,0 1-3 0,1 0 4 15,-1-1-13-15,3 3 13 0,-3-2 0 0,-1 2 1 16,4-1-4-16,-11-1 2 0,1 2-3 0,2-2-3 16,-2 2-13-16,-1-1 13 0,-3 0 0 0,1 1-1 15,0 0-1-15,0 0 3 0,-1 0 3 0,-2 0 1 0,2 0-6 16,-3-3-6-16,2 3 5 0,-1 3 1 15,-3-3-7-15,1-3 5 0,1 3-4 0,-4-1 13 0,4 1-5 16,-5-1-2-16,1 1 4 0,3 0-7 16,-4-1-2-16,3 1 3 0,-1-1 1 0,-3-1-1 15,-8 2 5-15,15-1-7 0,-9 1 0 0,-6 0 4 16,12-1-1-16,-12 1-11 0,9-1 4 0,-9 1 6 16,0 0 4-16,9-2-12 0,-9 2 9 0,0 0 2 15,0 0-10-15,0 0 4 0,0 0-4 0,0 0-9 16,0 0-20-16,0 0-14 0,0 0-37 0,0 0-44 15,0 0-48-15,0 0-54 0,0 0-66 0,0 0-58 16,0 0-287-16,0 0-694 0,0 0 307 0</inkml:trace>
  <inkml:trace contextRef="#ctx0" brushRef="#br0" timeOffset="11818.3482">6498 1096 187 0,'0'0'195'0,"0"0"-8"0,-28 5-5 0,24-5-12 16,4 0-2-16,0 0-2 0,-8 0 0 0,8 0 0 15,0 0-5-15,-10-2-9 0,10 2 3 0,0 0-8 16,-6-1 3-16,6 1 4 0,0 0-9 0,0 0-9 16,0 0-6-16,0 0-11 0,0 0-4 0,0 0-1 15,0 0-16-15,0 0-1 0,0 0-6 0,0 0-5 16,0 0-9-16,0 0-11 0,0 0-13 0,0 0 5 16,0 0-10-16,0 0-5 0,0 0-2 0,0 0-1 15,0 0-7-15,0 0-4 0,0 0 6 0,0 0-11 16,0 0 0-16,0 0 2 0,0 0-14 0,0 0 9 15,32 4 3-15,-18-5-8 0,-4 1 1 0,3 1 10 16,1-2 5-16,4 2 0 0,-2-1 1 0,2 0 10 16,-1 0-3-16,3 0 0 0,-2-1-2 0,4 1-6 15,-3 0-1-15,-1-3 3 0,4 3-2 16,-8 0-5-16,5 0 6 0,3-1-10 0,-2 1-3 16,1-1 6-16,0 0-5 0,-1-2-6 0,0 3 1 15,0 0 3-15,1-1-7 0,-2-1 4 0,0-1-4 16,2 1 1-16,-1 1-1 0,1 1-3 0,-2-3-1 15,0 4-1-15,1-2-2 0,0-1-3 0,0 1 9 16,-2-2-4-16,1 3 4 0,0 0 0 0,3-3 0 16,0 3 1-16,-2 0-7 0,-1-1-5 0,2 0 0 15,-1 1-2-15,-2 0 7 0,1-1 2 0,-1 0-18 16,4 1 17-16,-3-2-3 0,-1 2 1 0,-4 0-1 16,4-2 1-16,1 2-3 0,0-1 1 0,-1 1 3 15,0-3-2-15,0 4-2 0,1-3-4 0,0-1 6 16,-1 0-2-16,4 3-1 0,-3-2-1 0,2-1 2 15,-1 1 1-15,0 1 7 0,1-1 8 0,8 2-1 16,-7 0-8-16,1-4 8 0,-4 3-9 0,14 1 5 16,-10-2-7-16,6-2 2 0,-8 3 10 0,0 1-2 15,8-3-1-15,-2 3 0 0,-8-1-8 0,2 1 8 16,-2 0-1-16,-2 0-2 0,-2 0 1 0,-1 0-2 16,-2 0-15-16,-2-2 12 0,-2 4 4 0,-8-2-7 15,12-2 3-15,-12 2-4 0,13 0 3 0,-13 0-9 16,7 0 11-16,-7 0 2 0,0 0-3 0,0 0-4 15,0 0 0-15,0 0-14 0,0 0-15 0,0 0-22 16,8-1-26-16,-8 1-20 0,0 0-30 0,0 0-41 16,0 0-49-16,0 0-57 0,0 0-121 0,0 0-276 15,5-9-721-15,-1 5 319 0</inkml:trace>
  <inkml:trace contextRef="#ctx0" brushRef="#br0" timeOffset="12366.6254">8763 1024 63 0,'0'0'181'0,"0"0"-5"16,0 0-2-16,0 0-3 0,0 0-7 15,0 0 1-15,0 0-4 0,0 0-14 0,0 0 0 16,0 0-7-16,0 0-8 0,0 0 1 0,0 0 0 16,0 0-18-16,0 0 9 0,0 0 1 0,-8 3-3 15,8-3-4-15,0 0 2 0,0 0 8 0,0 0 5 16,0 0-10-16,0 0 15 0,0 0-7 0,0 0-4 16,0 0-11-16,0 0-17 0,0 0-3 0,0 0-13 15,31-3-4-15,-20 2-13 0,3 1-5 0,4-2-5 16,0 2-13-16,4-1 7 0,-2 1-7 0,1-1-5 15,-2-2-2-15,-2 3-6 0,-3 0 1 0,-3 0-12 16,2-1 12-16,-3 1-13 0,-10 0 5 0,15-1 1 16,-15 1-15-16,0 0 7 0,13 0-1 0,-13 0-4 15,0 0-7-15,0 0-3 0,11-1-18 0,-11 1-14 16,0 0-24-16,7-1-26 0,-7 1-23 0,0 0-20 16,0 0-24-16,0 0-25 0,0 0-42 0,0 0-38 15,0 0-63-15,0 0-213 0,0 0-573 0,0 0 254 16</inkml:trace>
  <inkml:trace contextRef="#ctx0" brushRef="#br0" timeOffset="14229.1784">3082 1966 200 0,'-6'-2'275'0,"6"2"5"0,0 0 10 0,0 0-1 16,-8-2-4-16,8 2 8 0,0 0-1 0,-5-5 0 15,5 2 3-15,0 3 4 0,0 0-2 16,-3-3-2-16,3 3-10 0,-1-5-10 0,1 5-9 16,0 0-16-16,0-4-16 0,0 4-19 0,0 0-19 15,0-5-16-15,0 5-18 0,0 0-14 0,0 0-19 16,0 0-16-16,0 0-16 0,0 0-14 0,0 0-7 0,0 0-2 15,17 7-16-15,-11-3-7 0,4-1-6 0,0 0-5 16,2 5-3-16,2 0-3 0,0 3-4 16,-1 2 4-16,0-2-9 0,-6-2-4 0,5 5 0 0,-5 0 4 15,1 2-9-15,0 0 2 0,-3-4-4 16,0 5-2-16,0 0-1 0,-1-2 3 0,-4 3-2 16,0-6-1-16,0 4-4 0,-4-4-1 0,4 0 2 15,-1-2-2-15,-3 0 1 0,0 0-16 0,3-4-4 16,1 2-1-16,-1-4 1 0,1 0 2 0,0-4 3 15,-4 9 7-15,4-9 2 0,-3 4 3 0,3-4 14 16,0 0-9-16,0 0-6 0,0 0 0 0,0 0-1 16,8-21-2-16,-2 11 1 0,2-4-2 0,1 1 1 15,-1-3-2-15,2 0 10 0,-1-2-11 0,1 1-2 16,1 2 4-16,1-2-1 0,0 2 11 0,-1 0-10 16,1 2 7-16,-5 3-1 0,6-1 2 0,-5 1 2 15,1 3-4-15,-1 0 2 0,1 1 3 0,-5 2-4 16,0-1-4-16,0 2-3 0,2 1-3 0,2 2 1 15,-8 0 2-15,13 4-1 0,-7 1 3 0,3 1-3 16,0 2 3-16,-1 2 0 0,1 4 0 0,-3 1 2 16,1 0 1-16,-5 1 0 0,2 2-2 0,0 0 1 15,-2 1 4-15,-2 5-2 0,2-3-2 0,-2 4 0 16,0-6 3-16,0-1-2 0,2 5-3 0,-2-4 2 0,3 0 1 16,-2 2 3-16,1-3 2 0,1 0-1 15,0-1-1-15,0 1-3 0,3-3 2 0,0 1 0 16,-1-3 2-16,0-1 0 0,2-1 1 0,-2-2 5 15,1 1-2-15,-2-2-7 0,2-2 2 0,-3 0-2 16,-1 0 2-16,2-3 3 0,-2 1-2 0,0 0 3 16,1-2 0-16,-3-2-10 0,4 3-24 0,-4-3-25 15,0 0-56-15,0 0-88 0,3-8-74 0,0 3-60 16,-1 2-65-16,0-5-74 0,1-2-78 0,1 2-276 16,0-3-885-16,0-1 392 0</inkml:trace>
  <inkml:trace contextRef="#ctx0" brushRef="#br0" timeOffset="14698.6083">3822 2505 216 0,'5'-10'406'0,"-5"10"-6"15,4-7-5-15,-3 2-7 0,3 2-9 16,-4 3-10-16,-4-7-11 0,4 3-11 0,0 4-15 16,-1-6-9-16,1 6-13 0,0 0-11 0,5-7-13 0,-5 7-18 15,0 0-15-15,0-5-10 0,0 5-11 0,0 0-18 16,0 0-21-16,0 0-1 0,0 0-35 0,-8-5-17 16,8 5-12-16,0 0-16 0,0 0-9 15,0 0-13-15,-21 6 1 0,12-1-20 0,0 1-10 16,0 1-1-16,-1-1-4 0,-1 2-6 0,2 1-1 15,-3 1-10-15,3 0-2 0,1 0-8 0,-1 3-5 16,2-4-1-16,0-1-2 0,2 2 9 0,4-2-19 16,-2 2-1-16,3-3 1 0,0 4-7 0,6-3 5 15,1 1 1-15,3-1-1 0,3 0 0 0,2 1 6 16,3-2-5-16,2-1 2 0,0 0-9 0,7-3 2 16,-7 1-2-16,-1-2 2 0,2-1 2 0,-1 1 2 15,1-1-5-15,-2-1 5 0,-2-1 0 0,-4 1 4 16,-1-2-11-16,1 2 10 0,-13 0 0 0,15 0-4 15,-5 0-9-15,-5-1-15 0,-5 1-26 0,9-2-27 16,-9 2-31-16,8-1-47 0,-8 1-61 0,0 0-67 16,6-4-45-16,-6 4-64 0,0 0-60 0,4-6-69 15,-4 6-398-15,4-6-988 0,-4 6 438 0</inkml:trace>
  <inkml:trace contextRef="#ctx0" brushRef="#br0" timeOffset="14980.9708">4566 2338 254 0,'0'0'423'0,"-4"-3"5"0,4 3-7 16,0 0-22-16,-4-4-17 0,4 4-33 0,0-4-24 0,0 4-26 15,0 0-17-15,0 0-18 0,0 0-26 0,0 0-24 16,0 0-24-16,0 0-23 0,7-3-16 0,-1 3-16 16,-6 0-14-16,14-3-13 0,-6 2-22 15,-1 0-37-15,-7 1-27 0,18-2-30 0,-7 1-42 16,0 1-38-16,-5-1-45 0,2 2-41 0,-8-1-63 16,13-1-73-16,-13 1-67 0,10 2-278 0,-10-2-711 15,5 2 315-15</inkml:trace>
  <inkml:trace contextRef="#ctx0" brushRef="#br0" timeOffset="15184.0555">4544 2470 247 0,'0'0'397'16,"0"0"5"-16,-5 4 4 0,5-4-16 0,0 0-18 16,14 2-25-16,-14-2-24 0,14-2-26 0,-5 2-23 15,0-3-32-15,4 2-22 0,-1-1-24 0,-1 0-18 16,-2 0-23-16,2 0-12 0,-1-2-40 0,-3 3-55 15,2 0-61-15,-3-3-95 0,1 2-107 0,0-7-93 16,-2 6-375-16,-2-1-740 0,3-3 328 16</inkml:trace>
  <inkml:trace contextRef="#ctx0" brushRef="#br0" timeOffset="18268.565">6241 1757 208 0,'0'-7'293'15,"4"-1"8"-15,-4 1 0 0,4-1 1 0,0-2 2 16,-3 2 14-16,0 1-4 0,2-3 4 0,1 2 2 16,-4 1-7-16,0 0-9 0,1-3-9 0,-1 3-4 15,0 0-11-15,-1-1-18 0,1 4-11 0,0-2-18 16,-3-1-18-16,3 3-15 0,-1 0-22 0,1 4-19 16,-3-5-18-16,3 2-18 0,0 3-18 0,0 0-10 15,-6-2-14-15,6 2-7 0,-17 10-4 0,7-3-12 16,-4 7-4-16,-3-1-3 0,-3 8-8 0,-1-2-3 15,-1 3-1-15,0 1-10 0,0-2 5 0,4 3-6 16,-1-2-17-16,9-7-8 0,-2 1-16 0,2-2-14 16,2-4-5-16,2 2-12 0,3-3 1 15,0-1 5-15,3 1 4 0,2-1 8 0,2-2-1 16,1 1 10-16,4-1 0 0,6 5 2 0,2-5 2 16,5 0 1-16,-2 0 1 0,1-2 0 0,-1 1 2 15,-1-2 1-15,-1 1-1 0,3 2 0 0,-6 2-2 16,-1-5 3-16,-2 3-6 0,0-2 3 0,-3 0-1 15,0 0-1-15,-2 0 2 0,-1 0 4 0,-2 1-2 16,1-1 5-16,-4 3 2 0,-1 0 2 0,-1-2 4 16,-3 4 1-16,-5 0 2 0,-1 3 0 0,-6-2 4 15,0 2-4-15,-1-1-1 0,-2-2 1 0,-6 5 1 16,8-4-1-16,-1-3-12 0,3 0-18 0,2-4-12 16,7 4-10-16,-2-6-19 0,3 1-16 0,5-2-62 15,0 0-69-15,0 0-59 0,-8-9-39 0,8 9-24 16,17-14-25-16,-1 2-15 0,7-2-21 0,4 3-265 15,-8 1-713-15,7-3 316 0</inkml:trace>
  <inkml:trace contextRef="#ctx0" brushRef="#br0" timeOffset="18707.0973">6447 1962 250 0,'1'-5'363'0,"-1"5"17"0,8-2 17 0,-8 2 2 16,0 0-3-16,0 0-11 0,1-4-14 0,-1 4-16 15,0 0-24-15,0 0-31 0,0 0-27 16,0 0-26-16,0 0-26 0,0 0-28 0,0 0-20 16,0 0-26-16,0 0-14 0,0 0-16 0,0 0-11 15,0 0-12-15,9 11-8 0,-9-6-6 0,0 1-7 16,3 1-9-16,-3 0-7 0,1-2-4 0,3 2-23 0,-4 1-25 16,0 1-19-16,1-2-18 0,3-2-20 0,-4 4-19 15,5-2-23-15,-5-2-13 0,0-5-4 16,4 7-19-16,-4-7 0 0,1 7 1 0,-1-7 16 15,0 0 18-15,0 0 13 0,0 0 11 0,0 0 11 16,0 0-4-16,0 0 16 0,16-14 3 0,-11 7 20 16,1-1 9-16,2-1 7 0,-2 1 18 0,2 0 16 15,-3 0 14-15,4 1 14 0,-4-2 5 0,4 4 14 16,-3-3 9-16,-1 5-2 0,0-4-1 0,-1 2-9 16,1 3-7-16,-5 2-6 0,8-4-8 0,-8 4-8 15,3-2-4-15,-3 2-8 0,9-3-5 0,-9 3-4 16,0 0 2-16,16 6-5 0,-12-3 3 0,1 2-5 15,0 1 1-15,0-1-5 0,-2 2 2 0,2 2-6 16,-1-2 7-16,1 1-17 0,-1 2-20 0,-2-3-35 16,2-2-31-16,-3 1-35 0,-1-6-30 0,4 9-25 15,-4-6-35-15,0-3-26 0,4 9-25 0,-4-9-6 16,4 5-24-16,-4-5-51 0,0 0-205 0,0 0-597 16,0 0 264-16</inkml:trace>
  <inkml:trace contextRef="#ctx0" brushRef="#br0" timeOffset="19363.805">6781 1951 140 0,'0'0'341'0,"2"-5"11"15,-2 5 9-15,4-4 4 0,-4 4-7 0,5-4-9 16,-5 4-8-16,0 0-23 0,5-2-25 0,-5 2-21 16,0 0-27-16,0 0-26 0,0 0-23 15,0 0-19-15,7-3-20 0,-7 3-18 0,0 0-10 16,16 3-17-16,-9-1-12 0,0 2-10 0,1-1-11 15,-2 3-6-15,1-4-10 0,0 2-9 0,-2 1-4 16,2 0-6-16,-2 0-2 0,-4 3-3 0,3-5 0 16,1 5-9-16,-4-1 0 0,2-2-1 0,-3 0-3 15,0 1-3-15,0-6-3 0,0 10 3 0,-3-7-9 16,3-3-4-16,-5 6-3 0,4-2-7 0,1-4 3 16,-4 4 6-16,4-4-1 0,-1 4 6 0,1-4 2 15,0 0-3-15,0 0-4 0,0 0-3 0,0 0 2 16,0 0-3-16,-4-17-2 0,6 12 1 0,0-3-2 15,4 0-1-15,-2-1-3 0,1-1 2 0,3-1-2 16,0-3 1-16,3 0 4 0,-2 0-7 0,4-2 8 16,1 0-5-16,4-5-3 0,1 2 0 15,1 0 2-15,2 0-1 0,-3-1 1 0,0 0 1 0,-3 6-2 16,3-4 5-16,-5 5 2 0,-1-1-1 0,0 0-3 16,-3 0 8-16,-1 5 5 0,1-3 5 0,-2 0-1 15,-2 5 3-15,0-2-1 0,1 1-1 0,-5 0-1 16,1-1 0-16,3 0-4 0,-4 4-2 0,-2-2-1 15,1 4-6-15,-1-2 3 0,-3 0-7 0,2 2-1 16,0-2 1-16,0 0 3 0,-2 3-3 0,3 2-3 16,-5-4-2-16,5 4 0 0,-4-1-2 0,4 1-1 15,0 0-1-15,0 0 2 0,-14 6 3 0,9 0 12 16,4 1 18-16,-2 5 8 0,-1 4 17 0,-1 2 17 16,4 4 12-16,-2 4 20 0,1 1 6 0,2 3-3 15,1 0 4-15,0 1 2 0,-1 1-6 0,0-1-4 16,3-4-7-16,-3 5 2 0,0-1-17 0,1 0 5 15,-2-1-14-15,2-1-7 0,-5-2-5 0,4 1 2 16,0-2-10-16,0 0-3 0,0-6-2 16,0 5-9-16,0-6 5 0,0-1-11 0,0 0-29 15,-1-4-27-15,1-4-29 0,0 2-29 0,-1-5-31 16,2 2-24-16,-2-5-32 0,1-4-17 0,-4 8-23 16,4-8-25-16,0 0-59 0,0 0-61 0,0 0-68 0,0 0-55 15,0 0-352-15,0 0-903 0,-5-32 400 0</inkml:trace>
  <inkml:trace contextRef="#ctx0" brushRef="#br0" timeOffset="19582.9391">7066 2033 19 0,'0'0'430'0,"0"0"37"16,0-6 17-16,0 6 8 0,-2-6-14 0,2 6-21 15,0 0-31-15,2-6-27 0,-2 6-37 0,0 0-31 16,0 0-32-16,3-6-33 0,-3 6-32 0,4-4-27 15,-3-2-33-15,5 3-35 0,0-2-44 0,3 1-34 16,2-2-47-16,1 2-45 0,2-2-40 0,3 1-50 16,-3 1-39-16,1-1-37 0,3 1-40 0,-1-4-48 15,-1 5-43-15,2-2-33 0,1 0-25 0,-2-2-224 16,2 3-661-16,-9 1 294 0</inkml:trace>
  <inkml:trace contextRef="#ctx0" brushRef="#br0" timeOffset="19974.3178">7426 1884 47 0,'0'0'286'0,"0"0"19"0,0 0 8 0,0 0 10 16,0 0 3-16,0 0-6 0,8-3-7 0,-8 3-10 15,0 0-7-15,0 0-11 0,0 0-25 0,0 0-25 16,0 0-21-16,0 0-24 0,0 0-14 0,0 0-26 0,0 0-21 16,0 0-11-16,7 8-11 0,-7-8-12 0,1 3-4 15,1 3-5-15,-1-2-16 0,0 2 0 16,-1 1-11-16,-1 2-2 0,0 0-16 0,-2-1 7 15,1 2-11-15,-6-1-15 0,2 0-17 0,1-1-19 16,-4 0-21-16,-4-1-19 0,5-1-12 0,-1-1-9 16,-1-1 0-16,4-2-2 0,-2 1 5 0,8-3 7 15,-14 2 4-15,14-2 11 0,0 0 4 0,-13-7 12 16,12 1-2-16,1 6 8 0,0-13-2 0,1 5 10 16,3-3 0-16,0 2 9 0,1 0 5 0,1-1 4 15,2 0 4-15,0 2 3 0,-2-1 5 0,-2 3 4 16,6-1 12-16,-4 2 1 0,0 1-3 0,-1 1-16 15,-5 3-2-15,11-4-1 0,-11 4 8 0,13-2-3 16,-13 2-3-16,15 2 1 0,-15-2-5 0,12 7-2 16,-4-1-1-16,0-1 10 0,0 2-2 0,-3-2-17 15,0 3-32-15,2 0-29 0,0-1-37 0,-2 0-53 16,1 1-46-16,0-1-65 0,-1-1-61 0,4-1-251 16,0-3-629-16,-4 1 279 0</inkml:trace>
  <inkml:trace contextRef="#ctx0" brushRef="#br0" timeOffset="20505.3753">7740 1838 30 0,'3'-5'396'0,"-3"5"16"0,1-6 11 0,-1 6 5 0,4-2-9 16,-4 2-13-16,0 0-23 0,0 0-20 15,0 0-23-15,-4-6-29 0,4 6-33 0,0 0-27 16,0 0-26-16,0 0-17 0,0 0-29 0,-10 8-15 15,7-5-21-15,0 0-12 0,-3 2-13 0,3-1-9 16,-2 2-12-16,-2 2-8 0,2 0-8 0,0 0-11 16,0 2-7-16,-2-1-9 0,1 0-3 0,1 0-9 15,1 1-25-15,0 1-21 0,2-3-14 0,-1 5-20 16,0-7-11-16,5 4-8 0,0-4 3 0,5 3 8 16,-2 0 0-16,3-1 10 0,3 0 7 0,1-1 1 15,4-2 0-15,2-1 2 0,0-1 3 0,10 1 7 16,0-4-1-16,-1-2 3 0,1-3 6 0,-6 1-4 15,5-3 1-15,-7 0 5 0,8-4-1 0,-11 2 3 16,2 0 2-16,-1-3 1 0,-4 1 0 0,1 0 3 16,1-1 0-16,-5-1 7 0,-6 3 1 0,3 1-3 15,0-2 2-15,-3 2-2 0,0 0-4 0,-2-1-3 16,-2 3 0-16,-1 1-1 0,1 0-5 16,-2-1 0-16,-2 4 1 0,2-2 0 0,1 5-4 0,-5-6 2 15,5 6-3-15,-7-2-1 0,7 2 1 0,0 0 3 16,-15 4-6-16,10 2 3 0,1 0 0 0,2 2 4 15,-2 0-1-15,1 2 1 0,2 1 9 0,1 0-7 16,0-3 8-16,0 2-9 0,1-1 3 16,3 1 3-16,1-1 3 0,2 0-2 0,3 1 6 15,0-4 0-15,0-1-2 0,8 1 4 0,-4 0-3 16,5-5-2-16,9 1-1 0,-6-1 1 0,-1-1-8 16,-2-1 8-16,-3 1-22 0,-2-1-41 0,3 0-66 15,-4 1-69-15,-3 0-79 0,-10 0-107 0,15-3-394 16,-10-1-837-16,-5 4 371 0</inkml:trace>
  <inkml:trace contextRef="#ctx0" brushRef="#br0" timeOffset="22163.8258">8833 1856 212 0,'0'0'308'0,"0"0"-9"0,0 0-15 15,0 0-17-15,0 0-16 0,0 0-17 16,1 3-17-16,-1-3-15 0,0 0-18 0,0 0-18 16,0 0-15-16,8 0-15 0,-8 0-15 0,0 0 4 15,0 0-6-15,19-1-3 0,-11 1-3 0,-8 0-4 0,13-2-1 16,-6-1 18-16,1 2-8 0,0 0 2 0,-2-2-8 15,4 0 3-15,-2 2 1 0,-2-2-2 16,1 0 5-16,-1 0 2 0,0-1-8 0,0 1 2 16,-3 0 2-16,1-2 0 0,-1 0-2 0,-1 2-13 15,1 1-3-15,1 0-13 0,-4 2-6 0,1-7-10 16,0 2-6-16,-1 5-5 0,-2-5-12 0,2 5-6 16,-4-3-4-16,4 3-7 0,-8-1 1 0,8 1-9 15,-9 1-6-15,9-1-1 0,-12 6-4 0,4-4-4 16,1 3-1-16,-2 2-1 0,1 0 1 0,-4 1 0 15,2 2 2-15,-4 3-3 0,2-1 1 0,2 1 0 16,-3 0-1-16,7-3-2 0,-2-1-2 0,3 0-1 16,-4-1-22-16,5 2-20 0,3-4-13 0,1 2 5 15,1-1 6-15,3-3 6 0,5 3-2 0,1 0 8 16,4-3 3-16,7 3 2 0,-2-4 6 16,-1 1-3-16,5-3 0 0,-1-1 7 0,-1-1 1 0,6-4 4 15,4 3 1-15,-12-2 6 0,9-5 4 0,-10 2 21 16,9-2 16-16,-9 0 20 0,-3 0 12 0,2 0 14 15,-7 3 13-15,0-3 7 0,2 1 8 0,-3-1 8 16,-2 2 5-16,2 0 4 0,-2 1 9 0,-1 0-1 16,-3 3-2-16,-1 0-3 0,2-1-12 0,-4 4-12 15,5-4-5-15,-5 4-16 0,1-4-7 0,-1 4-11 16,0 0-17-16,0 0-6 0,0 0-6 0,8-4-14 16,-8 4 0-16,0 0-13 0,0 0-7 15,0 0-9-15,0 0-1 0,0 0 4 0,0 0-1 0,5 13-12 16,-4-7-8-16,-1 0-10 0,3 0-3 0,-3 0-6 15,0 0-10-15,1 1-11 0,3 0-14 0,-4 1-11 16,1 0-6-16,2-2-5 0,-2 1-8 16,3-2-14-16,-3 1-4 0,-1-1 6 0,0-5 1 15,4 7 13-15,-4-7 13 0,4 4 13 0,-3-1 7 16,-1-3 12-16,9 0 7 0,-9 0 11 0,10-3 5 16,-3-1 2-16,-1 0 12 0,2-4 11 0,-3 3 9 0,6 0 4 15,-3-2 9-15,0 0 10 0,1 0 5 0,-2 2 9 16,1-1 7-16,-4-1 3 0,1 4 6 0,-1-2 0 15,1 2-1-15,-1-1-1 0,-3 2-4 16,2-1-6-16,-3 3-3 0,5-2-8 0,-5 2-3 16,0 0-6-16,5-3-1 0,-5 3-6 0,0 0-6 15,0 0 0-15,0 0 0 0,0 0-3 0,0 0 3 16,8 8-1-16,-8-5-2 0,2 3 1 0,1-1-2 16,-1 1-1-16,2-1-10 0,-3 1-12 0,3 0-12 15,-4-1-4-15,4-1-5 0,1 0 5 0,-1 2 0 16,1-2 6-16,5 0 6 0,2 1 2 0,-2-3 4 15,4 0 0-15,-1-4 6 0,6 2 2 0,-1-2 4 16,-1-4-3-16,2 1 7 0,-1-1-3 0,1-1 2 16,-3-1 4-16,-3 1 7 0,0-2 15 0,2 1-1 15,-3 1 18-15,-1-5 13 0,-2 5 8 0,-4-1-1 16,3 2 13-16,-3-3-1 0,0 3-2 0,-1-4-1 16,-4 6-5-16,3-3-8 0,-3 0-3 0,1 3-11 15,-2-5-3-15,1 4-6 0,-3 1-4 0,2 2-5 16,-2-2-1-16,-2 1-6 0,0 2-8 0,5 1-4 15,-9 0-1-15,9 0 1 0,-13 5-2 0,4 0 7 16,-1 3-6-16,2 0 4 0,1 1-9 0,-1-2-2 16,2 4-1-16,1-2-8 0,1 1-19 0,1 1-5 15,1-2-9-15,3 2-8 0,-1-2-3 0,1 2-5 16,0 0 8-16,5-1 4 0,-4-1 5 0,5 0 7 16,-1 0 5-16,4-2 3 0,-1-3 6 0,1 1 3 15,4-2 4-15,-2-2 3 0,3 1 6 0,-2-4 4 16,0 0 1-16,-3-3 2 0,3 0 3 0,1-1 12 15,-3-2 11-15,0 1 13 0,1-5 3 0,-3 2-8 16,0-3-1-16,0-1 2 0,-4 3-3 0,0 0-1 16,1 2 2-16,0-2-3 0,-5 1-4 0,4 0 0 15,-4 3-5-15,2-1-2 0,-3 4 1 0,0-2-3 16,1 2-5-16,-1-1-8 0,0 5 5 16,3-5-7-16,-3 5-4 0,3-1 0 0,-3 1-5 15,2-3-13-15,-2 3-14 0,0 0-11 0,4-2 4 0,-4 2 1 16,0 0 5-16,0 0 4 0,0 0 8 0,11 3-1 15,-11-3 7-15,8 3 0 0,-3-3 1 16,-1 2 4-16,-4-2 2 0,5 4 0 0,-2-3 1 16,-3-1 1-16,1 4-2 0,4-1-1 0,-5-3 3 0,0 0 2 15,5 4-4-15,-5-4 1 0,4 4 0 16,-1-3 1-16,-2 3-2 0,-1-4 4 0,4 5 3 16,-3-1 3-16,2 0-3 0,-2 2 1 0,0-2 0 15,-1 3 2-15,4 0 7 0,-4 0-9 0,0-1-16 0,4 1-29 16,-3-1-30-16,2 0-36 0,-2-1-16 0,0 0-25 15,6-2-50-15,-1 2-53 0,0-2-67 0,7-2-55 16,1-1-53-16,4-1-282 0,-1-3-776 16,3-2 343-16</inkml:trace>
  <inkml:trace contextRef="#ctx0" brushRef="#br0" timeOffset="23401.5524">10236 1792 101 0,'0'0'361'0,"0"0"-1"0,0 0-13 0,0 0-22 16,0 0-13-16,0 0-24 0,0 0-17 0,0 0-21 15,0 0-19-15,0 0-22 0,0 0-16 0,0 0-26 16,0 0-19-16,14 7-5 0,-14-7-17 0,4 2-16 16,-4-2-11-16,5 3-8 0,-2 1-9 0,-3-4-19 15,5 6 4-15,-4 0-14 0,-1-6 1 0,4 7-11 16,-3-1-1-16,-1-1-3 0,0 2 0 0,-1-1-10 15,-3-1 4-15,2 2-2 0,-3-1-2 0,-1-1-5 16,-1 1-1-16,-3-1-7 0,-1 1-18 0,1-1-23 16,0-1 6-16,0-1-6 0,1 1-8 0,-4-3 6 15,8 0 6-15,5-1-7 0,-13-1 1 0,13 1 7 16,-10-5-2-16,6 2 2 0,0-3 5 0,3 1 0 16,-2-1 4-16,2-1 4 0,2 1 0 0,2-1 5 15,-2 0-9-15,3 0 9 0,0-1-8 0,3 0 15 16,-3 5 1-16,3-4 1 0,-2 3 0 0,0 0 2 15,1-1 6-15,1 3-5 0,-2-1-7 16,-5 3-5-16,13 0 8 0,-6 5 11 0,2-1 3 0,-1 2 1 16,0 1 21-16,0 1-15 0,-1 3 5 0,-1-1 13 15,2 4-24-15,0 3 9 0,-5-1-4 0,1 1-3 16,0 1-1-16,-4 1 7 0,1-3-4 0,1 3-2 16,-2 1 2-16,0-1 6 0,0-4-6 0,-2 2-2 15,2 1 0-15,-1-1-1 0,1 0-9 0,-2-5 5 16,2 3 2-16,-2-2-4 0,2-4 1 0,-1 4 8 15,1-3-13-15,-1-4-1 0,1 1-1 16,-2 0 0-16,2-7 7 0,-2 7-16 0,2-7 3 16,-1 7 12-16,1-7-11 0,-2 7 3 0,2-7 7 0,0 0 1 15,-7 4-4-15,7-4-1 0,-8 1-1 0,8-1 5 16,0 0-4-16,0 0 4 0,-22-3 2 0,22 3 2 16,-10-6 0-16,5 2 5 0,5 4 0 0,-9-10 2 15,0 3 1-15,7-1 6 0,-2-3 7 0,1 5 5 16,-2-3 3-16,5-2-9 0,0 1-4 0,1-4-4 15,6-1-6-15,-1-2-1 0,4 2-5 16,2-2-3-16,-1 0 1 0,5 2-3 0,-3 1-2 0,-1-1-5 16,6-4 2-16,-3 6 0 0,2-7-5 0,-2 8 4 15,0-2 0-15,-2 0 0 0,0-1 0 16,1 2-1-16,-1 1-1 0,-4 0 6 0,1 3 8 16,-2 1 9-16,-3 0 10 0,-1 1 18 0,1 4 6 15,-1-2 1-15,1-1-5 0,-3 1-7 0,0 3-5 16,0 0-3-16,-2-3-12 0,0 5 6 0,4-2-12 0,-4 2-4 15,3-2-5-15,-3 2-2 0,0 0-1 0,0 0-9 16,4-2 0-16,-4 2-7 0,0 0-1 0,0 0-1 16,0 0-1-16,0 0-1 0,0 0-1 15,0 0-1-15,0 0 7 0,0 10-2 0,0-10 1 16,-3 4-2-16,4 0-6 0,-1-4-11 0,0 8-7 16,0-3-8-16,0-2-7 0,0 2-13 0,2-1 1 0,-1 2-3 15,0-1 1-15,2-1 3 0,-1 1 8 16,3-1 1-16,-1 0 4 0,1 0 2 0,0-2 2 15,2 0-2-15,-1 2 2 0,3-3 0 0,-1-1 6 16,2 1 2-16,-2-1 6 0,3-2-2 0,-6 0 9 16,8 0-2-16,-4-2 4 0,-3 0 5 0,5-1 4 15,-4 2 0-15,1-2 13 0,-3 0 13 0,-1-1 14 16,1-2 3-16,-1 3 0 0,1 2 7 0,-1-4 5 16,1-1-4-16,-4 3 6 0,0 0 3 0,1 2 4 15,-1 0 1-15,-1 3 6 0,3-8-1 0,-2 4 0 0,-1 4-7 16,0 0-8-16,3-4-1 0,-3 4-12 15,0 0-7-15,0 0-11 0,0 0-6 0,0 0-7 16,0 0 0-16,2 12-1 0,-2-4 0 0,-1 3-1 16,1 2 4-16,0-1 6 0,1 5 7 0,-1 2 4 0,0-2-3 15,0 3 0-15,-1 0 1 0,0 0-8 0,-2-1 1 16,-1 8 2-16,0-10 0 0,-1 1-6 16,1-1 0-16,-2 0 1 0,2 1 0 0,-1-1-3 15,4 0 3-15,-3-6-1 0,0-3-12 0,0 2-10 16,3-2-15-16,-2-2-8 0,2 1-11 0,-3-2-3 15,3 1-3-15,1-6 0 0,-1 3 5 0,-2 2-4 0,3-5 0 16,-1 5 3-16,1-5-10 0,0 0-27 0,0 0-11 16,0 0-19-16,-13-9-5 0,8 6 11 15,5 3 14-15,-11-6 9 0,8 1 10 0,-1-1 4 16,0 2 9-16,2 0 6 0,0-3 2 0,1 2 7 16,1 5-2-16,5-12-3 0,-1 7 4 0,0-2-18 15,2-1-26-15,7 0-32 0,-4 2-47 0,-1-3-65 16,2 3-87-16,0 3-91 0,-3-4-231 0,-1 1-695 0,3-3 307 15</inkml:trace>
  <inkml:trace contextRef="#ctx0" brushRef="#br0" timeOffset="24640.9769">11309 1728 161 0,'0'0'402'16,"3"-7"0"-16,-3 7-20 0,0-2-17 0,0 2 0 16,2-6-9-16,-2 6-6 0,1-4-10 0,-1 4-7 15,0 0-16-15,0 0-16 0,-1-5-11 0,1 5-18 16,0 0-12-16,0 0-18 0,-2-5-28 0,2 5-21 16,0 0-20-16,0 0-20 0,0 0-20 15,0 0-10-15,0 0-13 0,-6 13-13 0,2-9-4 0,-2 3-10 16,-2 2-12-16,3 0-5 0,-1 2-8 0,-1 0-6 15,-2 4-1-15,2-5-6 0,-4 5-8 0,5 1 2 16,-2-2-6-16,2-2-24 0,2 0-28 0,0-2-24 16,3 1-10-16,1-1 0 0,1 1 1 0,1-2 5 15,1 1 3-15,6-1 9 0,3-3 6 0,-2 0 0 16,4 0 5-16,4 0 4 0,4-6 3 0,-4 1 3 16,2-2 3-16,1-1 2 0,-1-3 7 0,-1-2 22 15,0 0 9-15,3-3 18 0,-8-1 6 0,4 0 9 16,-4 0 11-16,0 0 4 0,-1-1 10 0,-3 0-2 15,-1 1-5-15,-3 1-4 0,0 2 7 0,-3-1-16 16,1-1 5-16,0 2-14 0,-3 3-5 0,2 0-9 16,-1 0 2-16,-2-1-15 0,0 6-5 0,3-6-8 15,-3 6-6-15,0 0 0 0,-1-9-3 0,1 9-1 16,0 0-11-16,0 0 1 0,-5-1-19 0,5 1-7 16,0 0-4-16,0 0-6 0,0 0-7 0,-7 9-5 15,7-9-10-15,-1 5-8 0,1-5-4 0,1 5 1 16,-1-5 4-16,-1 7 6 0,2-5 6 0,-1-2 10 15,5 5 7-15,-5-5 2 0,5 4 6 0,2-2 5 16,-2-1 3-16,-1 1 3 0,4-2 5 0,-3 0-2 16,-5 0 5-16,12 0-1 0,-5 0 2 0,-1 0 1 15,2 0 2-15,-2-2 2 0,-6 2 0 0,9-1 2 16,-9 1 1-16,9 0 4 0,-5 1-4 0,-4-1 3 16,7 0 0-16,-7 0-9 0,0 0 0 0,0 0-4 15,7 2 0-15,-7-2 4 0,1 2 1 0,1 3 1 16,-2-1 1-16,2 1 3 0,-2-2-2 0,1 4 0 15,-1-1 3-15,-1 1 2 0,1-1-4 0,0 0 2 16,0 0 2-16,-2 3 3 0,0-2-5 0,2-3-5 16,0 2-7-16,0 0-5 0,2 0-1 0,0 0 5 15,-1-1 3-15,6-2 2 0,-2 2 6 0,5-2-2 16,-1 0 8-16,4-1 0 0,-3-1-3 0,2 0 5 16,0-2 3-16,1-2 0 0,-1 1 18 0,2-3 1 15,0 1 8-15,2-1 4 0,-5-2 3 0,1 0 4 16,-1 1 8-16,0-1-2 0,-1 0 7 0,-1 1 1 15,0-1-2-15,0 1-5 0,-4 2-5 0,-1-3-2 16,4-1 4-16,-7 5-8 0,4-1-4 0,-2-1-7 16,-2 1 0-16,-1 4-9 0,6-7-2 0,-6 7-4 15,3-6-4-15,-3 6 3 0,0 0-7 0,1-2-7 16,-1 2-3-16,0 0 1 0,0 0-3 0,0 0 0 16,0 0-3-16,0 0-2 0,0 0-2 0,0 0 3 15,-20 11 0-15,13-5-3 0,2 0-7 0,-4-1-5 16,4 4-21-16,-4 0-16 0,4-1-9 0,-3-1-18 15,0 1-17-15,5-2-19 0,-3 0-9 0,4 0-7 16,0 0 2-16,0 0 10 0,4 0 15 0,0-1 4 16,3 0 2-16,3-2-8 0,2 1-1 0,0-1-11 15,7 1-1-15,0-4 10 0,3 0-11 0,-1 0-8 16,-1-5-7-16,1 5-5 0,-3-5-11 0,2 1-9 16,2 0-12-16,-5-2-12 0,2-1-18 0,-6 2-19 15,6-5-13-15,-7 5-21 0,6-5-9 0,-7 3-10 16,1 0-168-16,-4 0-487 0,-2 3 216 0</inkml:trace>
  <inkml:trace contextRef="#ctx0" brushRef="#br0" timeOffset="25315.3021">12188 1815 886 0,'0'0'-59'0,"0"0"28"0,0 0 34 16,0 0 23-16,-2-7 30 0,2 7 30 0,2-6 20 15,-2 6 28-15,0 0 21 0,0 0 17 0,0 0 14 16,0 0 8-16,0 0 5 0,0 0 8 0,1-4 4 16,-1 4 0-16,0 0 2 0,0 0 0 0,0 0-13 15,0 0-9-15,0 0-25 0,0 0-11 0,0 0-13 31,0 0-17-31,0 0-21 0,0 0-7 0,0 0-11 0,0 0-10 0,0 0 0 0,0 0-14 0,0 0-6 16,10 10-10-16,-10-10-1 0,3 7-8 0,-3-2 4 16,1 1-4-16,-1-1-3 0,0-5-5 0,-1 10-2 15,-2-3 1-15,1 2-3 0,-3-2-3 0,-1 1-9 16,-1-2-15-16,3 1-8 0,-5 0-13 16,3 0-14-16,-3-4 0 0,-1 2-4 0,3-2 7 0,2 0 18 15,-3-2-5-15,8-1-3 0,-11 0 7 0,11 0 6 16,0 0 8-16,-12-4 6 0,11 0 8 0,1 4 3 15,-3-10 3-15,6 3 5 0,-3 0-14 0,5 0 4 16,0-2-8-16,2 1 8 0,-1 2-3 0,2-1 8 16,-3 0 2-16,3-1-5 0,-6 4-5 0,2-2 5 15,5 1-8-15,-4 3 3 0,-1-1 4 16,-4 3-10-16,13-1 0 0,-13 1 6 0,11-1-12 16,-11 1 6-16,8 4 2 0,-8-4-2 0,11 3-2 0,-6 2 1 31,0 1 0-31,1 1-1 0,-3-1-1 0,4 1 4 15,-1 0 3-15,-1-1-10 0,2 2 3 0,-3-3-2 16,1 4 0-16,1-2-2 0,-3 0 0 0,4-1 0 16,-3-1 8-16,5-2-6 0,-2 1 5 15,3 1-1-15,1-3-5 0,2-2 10 0,1 0-5 16,-1-3 5-16,1-2 0 0,0-2-4 0,4-2 6 0,-8 2 9 16,7-6 10-16,-5-1 13 0,1 0 2 0,1-3 3 15,2-5 5-15,-4-1-5 0,-3 5 7 0,4-8 22 16,-4 1 17-16,-3-1-2 0,2 2 0 0,-3-1 4 15,3 9-3-15,-7 0-9 0,-1 2-6 16,1 0 21-16,2 3 12 0,-3 2-1 0,0 2-14 16,0 0-15-16,-3 3-11 0,3 4-9 0,-1-9-9 15,1 5-7-15,0 4-2 0,0 0-8 0,0 0-5 0,0 0-2 16,-18 7-5-16,13 0-2 0,0 1-1 0,-1 3 2 16,-1 1-8-16,4 3 1 0,-3-3 4 0,1 4-2 15,-1 2 1-15,3-1-1 0,-4-1 0 0,4 0 7 16,2 2-11-16,0-2-2 0,1 2 3 0,1-1-3 15,0-2 3-15,2 2 1 0,-5-1-27 0,7-2-24 16,0 0-14-16,-1-3-21 0,1 0-38 16,3 0-40-16,1-1-43 0,5 0-57 0,-5-4-65 0,5 3-57 15,-5-6-68-15,4-2-425 0,-3 1-937 0,2-4 415 16</inkml:trace>
  <inkml:trace contextRef="#ctx0" brushRef="#br0" timeOffset="26348.3104">12700 1803 313 0,'0'0'373'0,"0"0"-15"16,0 0-8-16,0 0-18 0,0 0-22 0,0 0-12 0,0 0-20 16,0 0-28-16,0 0-20 0,0 0-18 0,0 0-25 15,0 0-12-15,0 0-23 0,0 0-17 0,0 0-3 16,0 0-28-16,0 0-3 0,0 0-13 15,0 0-9-15,0 0 0 0,0 0-9 0,0 0-10 16,14 2 2-16,-14-2-12 0,8 3 0 0,-8-3-6 16,10-3 5-16,-10 3-10 0,19-3-3 0,-7 2-5 0,-2-1-4 15,3-2 2-15,0-3-5 0,-4 2 0 16,0-1 2-16,0 0-4 0,-2 3-6 0,0-1 7 16,-2-1 4-16,-1 2-5 0,-1-1 1 0,1 1 0 15,-4 3 5-15,5-5 1 0,-5 5 1 0,3-4-4 16,-3 4-14-16,0 0 4 0,-4-8-3 0,4 8-5 15,0 0 2-15,-11-1-8 0,11 1 4 0,-13 1-1 16,5 1-4-16,-1 1-2 0,1 0 0 0,-2 3 0 16,0 0 4-16,-3 2-1 0,4 1-5 0,-1 2 3 15,2-4-6-15,2 1-15 0,-2-1-9 0,3 0-8 16,2-2-9-16,1 2-5 0,0 2 14 0,4-4-2 16,2 2 5-16,1-1 2 0,4 0 12 0,0 0 0 15,6-2-3-15,2 1 11 0,1 0-7 0,1-1 10 16,3-2 3-16,6-1-11 0,-8-4 2 0,1 3 8 15,3-2 14-15,-5 0-17 0,0-2 5 0,-1-2 7 0,-2 1 8 16,-5 2-9-16,1-1 4 0,-1 0 7 0,-2 0 1 16,1-2 7-16,-3-1 0 0,-1 3 2 15,2-3-4-15,-3 0-1 0,0 3 2 0,-2-2 3 16,-1 2 0-16,1-1 4 0,-3 5 10 0,7-8-5 16,-6 3 1-16,3 1 6 0,-1 0-2 0,1 0-6 15,-4 4-2-15,8-5-1 0,-6 1-4 0,3 2-9 16,-5 2 5-16,8-3-8 0,-8 3-1 0,6-3-6 0,-6 3 1 15,10-2-1-15,-10 2-3 0,13 2-3 16,-13-2-1-16,9 5-4 0,-5-4 4 0,0 4 5 16,1-3-5-16,0 4 1 0,-4 1-3 0,2-2-1 15,-2 4 0-15,0 0 0 0,-2-5-1 0,1 5-1 16,-4 2 2-16,-2-3 2 0,-3 3-6 0,1-2-7 16,-6-2-9-16,0 3-2 0,-5 1-18 0,1-4-7 15,0-1 0-15,0-1-6 0,0 1-3 0,7-3 13 16,0 1 7-16,0-2 11 0,5-1-1 0,6-1 16 15,-13-2-14-15,13 2-6 0,-9-6-1 0,8 0-9 16,1 0 13-16,1-4-7 0,3 1 0 0,4-2 3 16,2-2-2-16,0 1-21 0,7-2-9 0,-3 0-10 15,1 3-13-15,0-3 7 0,1 5 1 0,-4-2-6 16,1-3-10-16,3 5-11 0,-7 0 6 0,7-3 2 16,-3 1-7-16,2 0 23 0,-6 4 23 0,0 0 4 15,0 1 4-15,-4 1 4 0,4-1 7 0,-6 1 3 16,1 0 5-16,-3 2 7 0,1-4 0 0,-2 2 12 15,0 5 3-15,-3-10 17 0,0 6 14 0,2-1 33 16,-2-1 29-16,3 0 14 0,-5 2 6 0,1-3 17 16,3 3 19-16,-5-3 17 0,3 2 17 0,-1 1 17 15,4-1 18-15,0 5 11 0,-5-3 15 16,5 3-1-16,0 0-4 0,-1-6-12 0,1 6-12 0,0 0-18 16,0 0-23-16,0 0-10 0,-4-4-17 0,4 4-16 15,0 0-14-15,0 0-14 0,0 0 3 0,0 0 27 16,-5 18-1-16,5-9-10 0,1 1-9 0,-1 3-7 15,-1 0-10-15,1 4-4 0,0-3-6 0,1 3-4 16,-1-1-8-16,0 2 3 0,0 0-14 0,0-1-4 16,-1 1-1-16,1-6-29 0,0 0-25 0,0 2-30 15,0-5-38-15,1 1-45 0,-1-2-48 0,1-1-46 16,2 0-25-16,-2-1-36 0,3-1-37 0,-1-1-62 16,-3-4-81-16,11 1-418 0,-11-1-950 0,0 0 421 15</inkml:trace>
  <inkml:trace contextRef="#ctx0" brushRef="#br0" timeOffset="26645.0655">12421 1685 130 0,'-11'-1'421'16,"11"1"5"-16,-5-6 0 0,5 6-27 0,0-6-28 16,0 6-14-16,6-8-17 0,1 4-10 0,4 1-14 15,-3-4-22-15,2 3-30 0,5-1-24 0,-2 0-26 16,5 0-18-16,4 0-22 0,-3-2-15 0,0 2-19 16,-2 4-12-16,2-2-12 0,-10-1-25 0,10-1-32 15,-6 1-44-15,2 2-58 0,-3-2-71 0,1 2-65 16,-1-2-79-16,-1 1-89 0,1 1-102 0,-1-2-254 15,0 0-761-15,-2-1 336 0</inkml:trace>
  <inkml:trace contextRef="#ctx0" brushRef="#br0" timeOffset="28241.4898">13778 1763 102 0,'-2'5'331'0,"2"-5"-11"0,0 0-15 0,0 0-16 16,0 0-9-16,0 0-12 0,0 0 7 0,0 0 8 16,0 0-12-16,0 0 11 0,0 0-3 0,0 0-4 15,0 0-6-15,0 0-6 0,0 0-8 0,0 0-11 16,0 0-16-16,0 0-24 0,0 0-23 15,14-8-17-15,-10 5-14 0,0-1-15 0,0 0-11 16,1 0-8-16,3-1-7 0,-2-2-3 0,-1-1-4 0,3 0-4 16,-3 1-15-16,5-2-4 0,-2-6-9 0,-3 1-5 15,3 1-5-15,-2-4-9 0,-2 1-6 16,1-2-4-16,0-7-7 0,-1 8 0 0,-4 0-9 0,3 4 6 16,-3-4-8-16,1 6 4 0,-1-2-11 15,0 0-2-15,0 5-4 0,-4-3 2 0,4 4 1 16,-1 0-4-16,-2 2-5 0,2 0 1 0,-2 1 1 0,2 0-1 15,1 4-8-15,-1-6 0 0,1 6-8 0,-3-3-7 16,3 3 0-16,0 0 2 0,0 0-1 16,-5 12 7-16,0-2 0 0,5 1 1 0,-4 4 3 0,0 1 1 15,3 3-3-15,1 2 4 0,-4 2 0 0,0 3 2 16,3-1 0-16,-3-6-1 0,3 6 2 0,-3-1 2 16,0 3 1-16,3-8 6 0,1 7-9 0,0-6 2 15,0 5-28-15,0-7-21 0,0 0-22 0,5 0-4 16,-4-6-13-16,3 0 8 0,0-3 4 0,1 6 13 15,3-7 2-15,1 2 4 0,1-5 7 0,-1 2 3 16,4-3 8-16,0-1 3 0,1-2 8 16,1-1-1-16,3-2 3 0,-5 0 7 0,3-2 4 15,-2-1 6-15,-3-2 10 0,5-2 8 0,-2 0 14 0,-4 2 19 16,-2-3 5-16,1 0 4 0,-1-1-1 0,-1 2 2 16,-3-3-6-16,1-1 1 0,-2 1-5 0,-2 3 4 15,2-2 1-15,-3 1-5 0,0 2-7 16,0 2 0-16,-3-1 1 0,3 3-6 0,0-2 1 15,0 2-2-15,0 4-5 0,-1-6-3 0,1 6-5 16,-3-4-5-16,3 4-4 0,0 0-2 0,3-3-2 0,-3 3-4 16,0 0 2-16,0 0 0 0,0 0-4 0,0 0 4 15,0 0-5-15,-9 10 1 0,6-5-2 0,3-1-1 16,-1 0 5-16,1-4-3 0,0 8-2 0,0-1-8 16,0-2-8-16,1 0-4 0,-1 0-1 15,0 0-4-15,4-1 4 0,-1 0 5 0,-1 0 0 16,2 0 4-16,0-1 3 0,1 0-3 0,3 1 3 0,-2-3 1 15,4-1 0-15,-2 2 2 0,2-2 3 0,0-2 4 16,1 2 0-16,1-6-1 0,-1 3 5 0,-2 0 1 16,-2-1 0-16,2-3 2 0,0 1 11 0,-1-1 10 15,2 1 8-15,-5-2 10 0,0 4 3 16,-1-1 2-16,0-1 10 0,1 1 2 0,-4 0-1 16,-1 5-3-16,5-5 1 0,-2 1 2 0,-3 4-8 15,0 0-6-15,1-6-6 0,-1 6-4 0,0 0-13 0,0 0-4 16,0 0 0-16,0 0-9 0,8-1-6 0,-8 1-4 15,0 0-3-15,0 0 5 0,0 0-6 0,0 0-1 16,0 0 5-16,0 0 1 0,1 13-2 16,2-10-3-16,-3-3 3 0,-3 11-10 0,3-7-15 15,0-4-13-15,3 10-9 0,-2-2-7 0,-1-3-11 16,0 0-2-16,3 0 2 0,-2 1 1 0,0 0 8 16,4-2 4-16,-2-1 7 0,2 0 8 0,0 2 3 15,-1-2 3-15,1-1 10 0,-5-2 4 0,13 0 4 16,-6 0 3-16,-7 0-2 0,15-5 7 0,-7 3 6 15,-2-3 14-15,1 3 15 0,2-4 15 0,-2-2 6 16,-2 4 15-16,2-5 3 0,-3 5 8 0,0-2 13 16,-1 0 6-16,0 1 5 0,1 1 6 0,-1 0-3 0,-2-1 4 15,2 0 13-15,-3 5 2 0,2-4-8 16,-2 4-9-16,0 0-15 0,0 0-12 0,0 0-14 0,3-5-10 16,-3 5-11-16,0 0-20 0,0 0-2 15,0 0-14-15,0 0-5 0,0 14 0 0,-3-4 0 16,1 3 0-16,0 4 0 0,1 1 0 0,0 1 0 15,-1 8 0-15,1-1 0 0,1-2 0 0,0 3 0 0,-2 1 0 16,0 0 0-16,0 0 0 0,2-3 0 0,-1 1 0 16,-2-1 0-16,3 0 0 0,0 1 0 0,0-6 0 15,-1-1 0-15,0-1 0 0,-2-4 0 16,2-2 0-16,1-2 0 0,-4-2 0 0,3 0 0 16,2-1 0-16,-1-7 0 0,-1 6-5 0,1-6-29 15,0 0 5-15,-2 10 3 0,2-10 2 0,0 0-3 16,0 0 5-16,0 0 1 0,0 0 3 0,-28-16 0 15,22 7-13-15,-4 0-6 0,1-1-1 0,0 0-2 16,0 2 8-16,0-2-2 0,1 0 6 0,3 1-3 16,-4 0 8-16,4-2 0 0,1 3-2 0,3 0-3 15,2-2-4-15,2 3-11 0,-2-4-20 0,8 3-32 16,0-2-26-16,4-1-45 0,3-1-40 0,3 1-67 16,6-1-65-16,2 0-85 0,7-1-120 0,-2-2-340 0,19 0-956 15,-15 3 424-15</inkml:trace>
  <inkml:trace contextRef="#ctx0" brushRef="#br0" timeOffset="28728.1025">15191 1649 193 0,'-1'-5'485'15,"-3"-1"3"-15,3 2-2 0,-3 1-13 0,0-2-17 16,0-2-22-16,4 2-15 0,-4 1-20 0,2-1-19 16,-2 0-16-16,4 5-24 0,-4-6-29 0,3 2-17 15,1 4-30-15,-8-3-31 0,3 0-28 0,5 3-18 16,-10-1-17-16,10 1-11 0,0 0-32 0,-17 5-2 16,8-1-17-16,-1 1-6 0,2 1-17 0,1 3-7 15,-3-2-7-15,3 2-3 0,1 1-12 0,-1 2-5 16,2-2-23-16,1 3-39 0,-2 4-29 0,4-5-23 15,0 1-21-15,4 4-17 0,1-3-17 0,0-1-22 16,2-2-23-16,5 4-26 0,3-4-6 0,-2-3-26 16,2 2-16-16,3-1-20 0,2-1-14 0,2-4-18 15,0-1-9-15,-3 0-13 0,2-2-13 0,0-3 1 16,1 0-7-16,-3-3 1 0,0 2-3 0,-2-2-171 16,-1-3-544-16,-3 3 241 0</inkml:trace>
  <inkml:trace contextRef="#ctx0" brushRef="#br0" timeOffset="29089.0552">15411 1712 1 0,'0'0'256'0,"0"0"16"0,4-4 14 15,-4 4 10-15,0 0 3 0,0 0 0 0,0 0-9 16,2-6 3-16,-2 6-2 0,4-3-11 0,-4 3-12 16,0 0-18-16,7-3-18 0,-7 3-16 0,6-4-19 15,-6 4-20-15,8 0-22 0,-8 0-19 0,14 2-7 16,-8 0-16-16,3 0-12 0,1 1-5 0,0 3-20 15,-1 0-3-15,2 0-6 0,-2 0-7 0,0 1-5 16,-3-1-8-16,1 1-6 0,1 0 0 0,-3 1-9 16,-2 0-2-16,0 1-3 0,-3-3 1 0,0 0 1 15,-2 1-5-15,2 2-2 0,-5-2-1 0,1 0-15 16,-1-3-2-16,1-1 0 0,-5 1-7 0,9-4 0 16,-11 3-1-16,6-3 7 0,5 0 0 0,0 0 11 15,-14-3 4-15,11-2 15 0,1 0 11 0,0-2 8 16,2-1-7-16,0 2-5 0,3-5-6 0,1 1-1 15,1-1-7-15,1-1-1 0,2-2-3 0,0 4-9 16,-1 0 3-16,2 3-7 0,0-2-22 0,0 2-34 16,1 1-43-16,3 0-48 0,1 3-53 0,-1 0-55 15,-3 1-51-15,4 2-59 0,-2 2-61 0,-3-1-291 16,-9-1-766-16,15 4 338 0</inkml:trace>
  <inkml:trace contextRef="#ctx0" brushRef="#br0" timeOffset="29511.5721">15739 1721 233 0,'0'0'435'0,"0"0"14"0,4-5-2 16,0 3-9-16,-4 2-13 0,0 0-17 0,0 0-25 16,0 0-30-16,0-4-28 0,0 4-32 0,0 0-33 15,0 0-27-15,0 0-26 0,0 0-23 0,0 0-25 16,0 0-16-16,0 0-14 0,3 9-10 0,-3-5-14 15,-2 1-11-15,2 1-7 0,0-6-10 0,-1 12-9 16,1-6-4-16,1 0-25 0,-1 1-29 0,-1 1-14 16,1-3-13-16,0 0-17 0,0-5-8 0,1 8-17 15,-1-3-9-15,0-5 7 0,2 7 1 0,-2-7 8 16,2 5 3-16,-2-5 6 0,6 2 10 0,-6-2 3 16,10 0 2-16,-10 0 6 0,11-5 2 0,-1 2 2 15,-6-3 4-15,5-1 5 0,-1 1 13 0,-2 3 12 16,2-6 9-16,-3 6 17 0,3-2 6 0,-6-2 6 15,2 2 5-15,3 2 6 0,-5-1-2 0,-2 4-3 16,4-6-3-16,-4 6-6 0,5-4-3 0,-5 4-8 16,5-3-10-16,-5 3-5 0,4-3-8 0,-4 3-1 15,0 0-7-15,0 0-4 0,0 0-3 0,0 0-14 16,10 6-23-16,-10-6-21 0,6 8-36 0,-2-1-37 16,5-1-37-16,-2-1-40 0,0 3-48 0,7 1-61 15,-6-5-62-15,2 2-51 0,-1-2-267 16,1 0-754-16,3-1 334 0</inkml:trace>
  <inkml:trace contextRef="#ctx0" brushRef="#br0" timeOffset="29840.9243">16078 1634 87 0,'0'0'346'0,"0"0"-6"0,0-10-11 0,0 10-29 15,0-7-31-15,0 7-30 0,0 0-28 16,0 0-25-16,0 0-24 0,0 0-13 0,0 0-12 15,0 0-14-15,0 0-15 0,-15 18-11 0,10-8-7 16,-3-2-11-16,7 1-6 0,-6 1-8 0,5-1-4 16,-5 2-9-16,6-2-2 0,-4-2-11 0,5-1 2 0,-1 0-2 15,1-6-6-15,1 13 4 0,-1-8-5 0,0-5 9 16,6 11 3-16,-2-7 11 0,1 1-4 16,3 1 8-16,1 0 5 0,1 1 3 0,-1-3 4 15,0 1-9-15,-1-2-17 0,-2 0 11 0,-1 0-12 16,-1 1-3-16,-4-4-5 0,9 3-9 0,-9-3-2 15,0 0-2-15,8 6-2 0,-8-6-10 0,0 5 14 16,0-5-2-16,-8 8-2 0,-1-3 2 0,-1-1-8 0,0 1 2 16,-6 1-28-16,-3-3-30 0,4 1-31 0,-3-3-37 15,2 1-37-15,-1 0-41 0,5 1-36 16,1-1-58-16,8-2-57 0,3 0-218 0,0 0-602 16,0 0 266-16</inkml:trace>
  <inkml:trace contextRef="#ctx0" brushRef="#br0" timeOffset="30528.3167">16331 1501 220 0,'0'-7'543'0,"0"-1"23"0,-1 2 12 0,1 6-2 16,0-11 8-16,1 7-16 0,-1 4-23 0,-1-8-31 15,1 8-33-15,0 0-39 0,0 0-41 0,0 0-45 16,0 0-37-16,0 0-37 0,0 0-35 0,0 0-33 16,0 0-24-16,0 0-18 0,0 0-17 0,-4 19-17 15,4-8-38-15,-1 7-100 0,-2-3 0 0,1 3 0 16,3 2 0-16,-5 4 0 0,1-4 0 0,1-1 0 16,-1 7 0-16,-2-1 0 0,3-5 0 15,1 0 0-15,-1-2 0 0,1-2 0 0,0 1 0 0,-2-7 0 16,3 0 0-16,-4 2 0 0,3-4 0 0,1-1 0 15,1-2 0-15,-1 0 0 0,0-5 0 0,0 6 0 16,0-6 0-16,3 4 0 0,-3-4 0 0,0 0 0 16,0 0 0-16,0 0 0 0,23-10 0 0,-16 4 0 15,1 0 0-15,1-1 0 0,-1-5 0 16,1 4 0-16,-2-2 0 0,2 2 0 0,-2 0 0 16,0 1 0-16,-3 1 0 0,1 3 0 0,0-1 0 15,-5 4 0-15,5-5 0 0,-2 2 0 0,-3 3 0 0,0 0 0 16,5-4 0-16,-5 4 0 0,0 0 0 0,0 0 0 15,0 0 0-15,0 0 0 0,0 0 0 0,0 0 0 16,0 0 0-16,0 0 0 0,0 0 0 0,0 0 0 16,13 7 0-16,-8-4 0 0,-2 1 0 0,-1-1 0 15,6 1 0-15,-6 0 0 0,2 0 0 16,3 0-35-16,0-1-73 0,-3 2 9 0,1-2 3 16,3-1 0-16,-3 0 9 0,5 1-1 0,-2-3 12 0,-8 0 7 15,15-1 6-15,-6 1 8 0,-1-3 7 0,3 0 3 16,-2-4 8-16,0 2 5 0,-1 0 0 15,0-1 8-15,0 0 8 0,-4 0 9 0,1 1 4 16,3 0 11-16,-5 2 10 0,1-2 8 0,-1 0 4 16,1 3 3-16,-4 2-2 0,0 0-6 0,9-4-2 15,-9 4-8-15,4-4 1 0,-4 4-4 0,0 0-6 16,0 0-7-16,0 0 2 0,0 0-4 0,0 0-6 0,0 0-8 16,0 0 1-16,0 0-5 0,0 0-18 15,10 10-27-15,-5-5-32 0,-5 0-33 0,4-1-33 16,-4-4-44-16,5 11-39 0,-1-6-55 0,1 0-51 15,-2 0-59-15,2-4-77 0,-5-1-302 0,0 0-856 16,0 0 379-16</inkml:trace>
  <inkml:trace contextRef="#ctx0" brushRef="#br0" timeOffset="30700.425">16774 1558 239 0,'0'0'426'16,"0"-6"-7"-16,0 6-11 0,0 0-42 0,0 0-42 15,0 0-33-15,-1-6-36 0,1 6-30 0,0 0-56 16,0 0-68-16,0 0-59 0,0 0-36 0,0 0-65 16,0 0-70-16,0 0-78 0,-6 19-74 0,7-12-152 15,5 1-469-15,1 0 209 0</inkml:trace>
  <inkml:trace contextRef="#ctx0" brushRef="#br0" timeOffset="31075.9849">16901 1681 300 0,'0'0'454'0,"0"0"5"0,0 0-14 16,0 0-23-16,0 0-24 0,1 4-27 0,-1-4-19 15,0 0-21-15,0 0-32 0,0 0-27 16,0 0-32-16,0 0-27 0,0 0-21 0,0 0-23 16,0 0-18-16,-2 7-15 0,2-7-11 0,1 7-12 0,-1-7-9 15,-4 6-12-15,4-1-9 0,0-5-8 0,0 11-9 16,0-7-19-16,-1 1-18 0,2-1-23 0,-1-4-15 15,0 7-1-15,0-7-7 0,0 9-5 0,4-7-4 16,-4-2 7-16,5 6-2 0,-2-4 2 16,2 1-7-16,-5-3 5 0,8 1 4 0,-8-1 8 15,0 0-5-15,14-7 7 0,-8 5-2 0,-1-2 6 16,3 1 9-16,-1-5 12 0,-3 5 21 0,1 0 16 0,-1-1 16 16,-4 4 8-16,7-8 11 0,-2 6 6 15,-5 2 7-15,3-5-1 0,-3 5-6 0,4-3-7 16,-4 3-14-16,0 0-8 0,0 0-8 0,0 0-14 15,0 0-5-15,7-3-6 0,-7 3-23 0,0 0-31 16,0 0-36-16,0 0-26 0,0 0-15 0,6 7-14 16,-6-7-40-16,10 7-62 0,-1 1-74 0,-1-4-77 0,5 1-91 15,2 3-384-15,2-3-910 0,2-3 403 0</inkml:trace>
  <inkml:trace contextRef="#ctx0" brushRef="#br0" timeOffset="31732.7944">17333 1672 70 0,'0'0'316'16,"0"0"18"-16,0-7-3 0,0 7-7 0,0 0-18 15,0 0-3-15,0-5-18 0,0 5-3 0,0 0-15 16,0 0-9-16,0 0-14 0,0 0-2 0,0 0-19 16,0 0-16-16,4-3-24 0,-4 3-22 0,0 0-14 15,0 0-18-15,0 0-22 0,0 0-11 0,0 0-11 16,0 0-4-16,0 0-17 0,0 0-5 0,10 13-8 15,-7-8-5-15,-2-2-2 0,-1-3-5 0,4 11-8 16,-2-4-5-16,-2-1-1 0,0 2-6 0,4-2 0 16,-8 3 0-16,3-1-1 0,-5 0-4 0,-2 2-7 15,0-3-10-15,-1 0-14 0,-2-2-9 0,-2-1-17 16,-1 0-14-16,1 1-3 0,2-5-11 0,-3 2-2 16,1-2 11-16,-1-2 8 0,4 0 5 0,1 1 7 15,-3-5-1-15,7 2 24 0,-1-1 18 0,2-1 8 16,1 3 13-16,2-2 7 0,0-1-2 0,1-5 2 15,3 2-6-15,3 0 2 0,-2 3-1 16,1-1 1-16,-1 2 3 0,4-3 0 0,0 1-3 0,1 2-1 16,-4 4-6-16,2 0 0 0,1-2-4 0,0 2-4 15,-8 1 2-15,19 8 16 0,-6 3 6 0,0 2 10 16,-3 4 7-16,0 0 6 0,3 8 12 0,-4 0-9 16,-1 2-1-16,1 0 0 0,-2 1 5 15,0 2-3-15,-1-3-5 0,-2 3 0 0,0 1-7 16,-3-3-6-16,2 2-3 0,-3 0-4 0,-2-1-2 15,0 1-2-15,1-3-2 0,-2-1 0 0,-2 1-5 0,1-1-1 16,0-7 0-16,0 1-4 0,-2-4-1 0,2-5-3 16,3 1 1-16,-3-4 0 0,0 0 0 0,0-1-1 15,3-1 6-15,-3-1-7 0,0-1 2 0,-1-1 4 16,5-3 4-16,-6 2 1 0,6-2 8 16,0 0 19-16,-17-13 1 0,12 5 11 0,1-3 9 15,3-2 12-15,1-6 17 0,1 1-3 0,6-2-2 16,3-4 0-16,3-2-2 0,3-2 5 0,6-1-9 15,-1 4 4-15,3-1-12 0,3 0-17 0,-1 6-5 0,1-1-7 16,-1 2-2-16,1 4-8 0,-3 1-10 0,-1 0-3 16,-6 5-5-16,1 2-5 0,-7 2-16 0,0-1-45 15,1 1-57-15,-2 1-52 0,-2 2-64 16,-2-2-87-16,1 4-82 0,-7 0-62 0,0 0-72 16,0 0-462-16,0 0-1062 0,0 0 470 0</inkml:trace>
  <inkml:trace contextRef="#ctx0" brushRef="#br0" timeOffset="35266.7405">5968 2474 26 0,'0'0'241'0,"0"0"0"16,0 0-3-16,0 0 4 0,0 0-6 0,0 0-3 15,0 0-12-15,0 0-10 0,0 0-8 0,0 0-8 16,0 0-6-16,0 0-6 0,0 0-4 0,0 0-11 16,0 0-15-16,0 0-7 0,0 0-3 0,-4 2-17 15,4-2-12-15,0 0 2 0,0 0-5 0,0 0-8 16,0 0-5-16,0 0-2 0,0 0-6 16,0 0 3-16,0 0-2 0,0 0-3 0,0 0-5 15,0 0 3-15,0 0 2 0,0 0-5 0,0 0 1 0,0 0 3 16,0 0-7-16,0 0-3 0,0 0-8 0,0 0-2 15,0 0-12-15,0 0-4 0,0 0-5 0,0 0-4 16,15-1 0-16,-15 1-2 0,8-1 5 16,-8 1 5-16,6-1-3 0,-6 1-2 0,8 0-5 15,-8 0 3-15,0 0-7 0,0 0 1 0,9 0 2 16,-9 0 0-16,0 0-3 0,0 0-1 0,0 0 2 16,0 0-1-16,3-3 1 0,-3 3 1 0,0 0 0 0,0 0 2 15,0 0 2-15,0 0-6 0,0 0 4 16,0 0 1-16,0 0-1 0,0 0 2 0,0 0-3 15,2-4 0-15,-2 4 1 0,0 0-2 0,0 0-1 16,0 0-3-16,0 0 1 0,0 0 2 0,0 0 1 16,0 0-3-16,0 0 5 0,0 0-2 0,0 0-4 15,0 0 1-15,0 0-4 0,4-2-1 0,-4 2-2 16,0 0 1-16,0 0-4 0,0 0-11 0,0 0 3 16,0 0-4-16,6-1 0 0,-6 1-6 0,8-1 3 15,-8 1 1-15,9 0 2 0,-1 0-7 0,-1-2 0 16,1 0-3-16,0 2 1 0,3-1 0 0,-2 2-1 15,0-1 1-15,5-1-2 0,-2 1 1 0,0 0 0 16,6-2-3-16,1-1 2 0,-1 2-1 0,3-1 2 16,-2-3-1-16,4 2 1 0,-3 0-3 0,2 3 5 15,1-3-2-15,-1 2 3 0,-1 0-6 0,0-1 3 16,-1-2-3-16,2 3 1 0,-4 0-3 0,4-2 0 16,-3 2 2-16,-2 0-2 0,-1 1-1 0,6 0 4 15,-3-1-3-15,1 1 0 0,0-2 3 0,1 1-5 16,1 1 8-16,-4-2-5 0,0 1 3 0,1 1 2 15,-1 0-2-15,0 0-5 0,-5 0 0 0,6-1 8 16,-1-1-5-16,-2 4 4 0,-2-5-1 0,0 4-3 16,-1-2-4-16,1-1 2 0,-1 1-1 0,-3 2 2 15,4-1 1-15,-1 0 3 0,1-1-1 0,-1 1 0 16,1 0 3-16,-1-1-2 0,5 2 0 0,-6-1-4 16,6-1 2-16,0 0 2 0,1 0-6 0,-2 0-1 15,2 0 3-15,0-2 3 0,-1 1-1 0,3-2 1 16,-6 0 1-16,7 3-4 0,-2-3 2 0,-1 2 2 15,2-1-5-15,0 3 3 0,0-2 2 0,2 2 0 32,-4-1-6-32,-1-3 0 0,1 2 3 0,-2 0-5 0,2-1 9 0,1 3-9 0,0-1 3 0,-1 1 1 15,-1-3 0-15,-4 3-2 0,-1 0 0 0,4-1 3 16,-4 2-1-16,0-2-3 0,1 2 1 0,0-1 2 16,3-1-2-16,-2 1 1 0,-2 1-2 0,0-1 2 15,3 0 4-15,-2 0-1 0,-1 2-4 0,0-2 4 16,1 1-1-16,3-2 4 0,0 2-2 0,1-1-2 15,-1 1 7-15,-2-1-1 0,2 0-9 16,2-1 5-16,-1 1-4 0,1 1-2 0,0 0 9 16,-2 1-5-16,2-1 3 0,0-2-5 0,-1 2 0 0,2-1-1 15,-3 0 4-15,1 0-2 0,0 1 3 0,1-1-2 16,-1 1 4-16,0-1-5 0,0 3 1 0,-1-3-2 16,0 3-1-16,0-3 8 0,2-1-2 15,0 2 6-15,-2-4-9 0,2 5 0 0,-1-1 2 16,1-2-3-16,11 1-3 0,-4 1 8 0,-3-1-4 15,-1 1-1-15,1-1-2 0,-3-1 2 0,2 0 2 16,5 2-5-16,3-1 4 0,-2 1 1 0,0-2-1 0,-7 0-5 16,7 2 5-16,-7 0-1 0,10-1 4 0,-11 0-5 15,7 1 0-15,1-1 1 0,0 3-4 0,-9-2 6 16,10 0-6-16,-8-1 5 0,2 2-1 0,4-2-3 16,-8 0-2-16,3 2-7 0,2-3-2 15,-3 2 0 1,0 0-2-16,8-2-2 0,1 2 0 0,-9 0 2 0,8-2-7 0,2 0 5 0,-9 0 0 15,7-2 3-15,0 3 4 0,1-3-1 0,-4 4 0 16,3-4 1-16,-5 3 2 0,-5 0 2 0,11 0-3 0,-9-1 4 16,2 2-1-16,-2-1 0 0,0-1-2 15,1 1 3-15,-3 0 6 0,0-1-6 0,2 1 1 16,-2-1 6-16,0 1-3 0,2-2-1 0,-2 2-1 16,0-2 1-16,-1 1 1 0,4 0-1 0,-5-3-3 15,5 3 6-15,0 0-9 0,1 1 0 0,-4-3-1 16,8 3-3-16,-7-1-1 0,2-2 1 0,6 2-1 15,-7-1-1-15,8 1 1 0,-2 0 5 0,1 0 0 16,4-1-3-16,-4 0 4 0,-8 1 1 0,9-1 1 16,-10 2 2-16,1 0 0 0,3-1-1 0,-1 1 0 15,-3-1 3-15,4-2 1 0,-5 4 0 0,5-3-2 16,-1-1 2-16,5 1-1 0,1 1 0 0,-1 0 1 16,2 1 0-16,-1-3 0 0,4 3-1 0,-2 0 4 15,0 0-3-15,0-1-1 0,-2 0 1 0,1 1 1 31,-1-4 4-31,-1 4-5 0,1 0 1 0,-5 3 1 0,5-4-2 0,-6 2 0 0,5-2 0 0,-6 2 2 16,0-1 0-16,-1 0 0 0,11 0-1 0,-9 1 0 16,6 1 0-16,-1-3-3 0,0 2 3 0,0 0 1 15,-1 1-1-15,2-4-1 0,-6 5 2 0,6-4 0 16,0 2 0-16,2 0-1 0,-10-2 5 0,8 0-2 16,-6 3-2-16,1-1 1 0,-4-1-4 0,4 1 2 15,4-2 0-15,-5 2 8 0,-3 0-8 0,1-1 0 31,8 2 0-31,-8-1-3 0,0-1 6 0,3 1 1 0,-5 1-1 0,4-2-2 0,-2 1-2 0,1-1 2 32,2-1 0-32,-2 1 1 0,1 1-3 0,-1 0 3 15,2-1-1-15,6 0-2 0,0-1 2 0,2 2-1 16,-3-2 4-16,-1 1-3 0,2 0-1 0,-2 0 4 0,1-1-3 0,-5 2-2 0,4-2 1 0,3-1-1 16,-8 2 3-16,-1 2-1 0,6-4-1 0,-5 5 2 15,8-4-1-15,-2 1 1 0,2 2-2 0,-2-3-3 16,0 0 4-16,1 2-3 0,-9-2 3 0,8-1-1 15,1 2 1-15,-9 0 1 0,10 2-3 0,-2-2 1 16,-2-2 1-16,2 2-1 0,-7-1 3 0,11 0-1 16,-4 1 0-16,3-2 2 0,-8 1-2 0,5 0-2 15,-1 1-1-15,-4 0 3 0,-1 1 1 16,-2-3-3-16,0 1 0 0,1 1-1 0,-2 0 0 16,-1-1 5-16,0 1-2 0,0 1 0 0,0-2-4 0,1 1 7 15,2 0-2-15,-1 0-1 0,-2-2 2 0,2 5-5 16,-1-3 0-16,-1 0 2 0,2 0-2 0,1 0-2 31,0 0 3-31,-2-1 2 0,3 1-4 0,6 1 3 16,-3-1 1-16,5-1-1 0,-9 1-1 0,8 0 1 15,1 0 3-15,-8 1-3 0,7-2 0 16,-3 2-2-16,-4 0 1 0,-1 0 0 0,-1-2 0 16,-1 1 1-16,2 0-2 0,9-1 4 0,-11 1 1 0,4 0-1 15,0-1-5-15,-1 1 6 0,8-2-3 0,2 0 0 16,-2 0-2-16,-5 1 3 0,6-2 0 0,-2 3-3 0,1-3 2 0,1 5-1 0,-1-4 4 0,2 4-4 15,0-2-3-15,0-2 4 0,-1 2-1 16,1 0-1-16,-2 0-1 0,1 0 3 0,-3-1-1 16,4 1 2-16,0-1-4 0,-4 1 3 0,2 0-3 15,-2-1 0-15,0-1 1 0,1 2 2 0,0 0 0 16,5-5 2-16,-9 5 1 0,6-1-3 0,-8 1 0 16,5-1-1-16,1 1 0 0,-7 0 3 0,-1-3-4 0,8 2 2 15,-2-2 0-15,1 3-1 0,-10 0-1 16,1-2 2-16,-1 1-3 0,1 2 3 0,-1-1 0 31,-1 0 0-31,-1 0 5 0,1 2-7 0,-1-4-1 16,-3 2 3-16,5 0-1 0,-5 0 1 0,5-1 1 0,-4 1-2 0,4 1 2 0,-2-1-4 0,2 0 3 31,-5 0 0-31,6 0-1 0,-2-1 2 0,2 0-3 0,0 1 2 0,2 1-1 0,-1-1-1 0,-1-5 1 16,2 9 0-16,8-7 0 0,-2 6-1 0,6-2 1 15,-3-2 1-15,3 2 0 0,0-2 4 0,0 2 1 16,0-5-6-16,3 4-2 0,1-2 6 0,-1 1-3 15,1 0 0-15,16-1 0 0,-15 2-1 0,0 0-1 16,13-2 4-16,-12 1-6 0,-2-1 1 0,-3 2 3 16,3-3-3-16,-1 1 0 0,-3 2 2 0,3 0 3 15,0 0-6-15,0 1 1 0,-2-1 3 0,-2 4-1 16,1-7 2-16,-1 3-3 0,-2 0 3 0,-2 3-2 16,4 0-3-16,-3-1 0 0,0 1 2 0,0-3-5 15,1 0-7-15,2 1-10 0,1 4-7 0,1-1 0 16,0-4 4-16,-1 5 1 0,6-1 4 0,-2-1 0 15,0 0 5-15,1 0-4 0,-3-2 7 16,3 3-2-16,-2-1 2 0,5-2 3 0,-2-1-1 0,15 1 1 16,-16 3 0-16,17-3 2 0,2 0-12 0,-19-1 6 15,18 1 3-15,-6-2 1 0,4 2-1 0,-16 0 1 16,17 0 1-16,0 2-3 0,-4-2 4 0,-13 2 0 16,-1-3 1-16,1-1 1 0,-4 1 2 0,-2 0 1 15,0-3 1-15,-5 3 1 0,1-3-2 0,-8 2 3 16,1 1-1-16,-1-2 1 0,-3 1 0 15,-4 0-2-15,-3 1 5 0,1-3-1 0,2 3-5 16,-3-1 1-16,6 1-1 0,-6-1-1 0,7 2 1 0,2-1 2 16,-1 0-4-16,-1 0 1 0,1 2 1 0,0 1 2 15,-5-2 0-15,6 0 2 0,-6-1-2 0,-2 1-2 16,1 0 3-16,-3 1 1 0,0-1 0 0,-4-1-4 16,0 1-20-16,-2 2-25 0,-3-3-34 15,6 1-51-15,-6-1-63 0,4 1-64 0,-4-1-40 16,0 0-44-16,0 0-64 0,0 0-322 0,0 0-793 15,0 0 351-15</inkml:trace>
  <inkml:trace contextRef="#ctx0" brushRef="#br0" timeOffset="37952.789">6934 2858 298 0,'0'0'328'0,"0"-4"0"0,0 4 3 16,0 0 3-16,0 0 5 0,0-6 0 0,0 6 6 15,0 0-2-15,0-3 0 0,0 3-9 0,0 0-2 16,0 0-13-16,0 0-3 0,0-5-24 0,0 5-11 16,0 0-16-16,0 0-17 0,0 0-25 0,0 0-6 15,0 0-17-15,0 0-15 0,0 0-22 0,3-3-14 16,-3 3-21-16,0 0-8 0,0 0-21 0,0 0-9 15,0 0-8-15,0 0-17 0,0 0-11 0,0 0-1 16,0 0-5-16,2 16-7 0,2-11 1 0,0 3-8 16,-2 4 1-16,1-2-4 0,1 0-3 0,0 1-7 15,1 6-5-15,-4 0 3 0,4 0-6 0,-1 0 12 16,-4 1-3-16,5 0-7 0,-3-3-5 0,1 2 1 16,-3-1-3-16,1-1 0 0,1 3 4 0,-1-6-1 15,-1 4 5-15,2-5-8 0,1 2-2 0,-2 0 4 16,2-3-11-16,-2-1-11 0,2 0 15 0,-1-1 7 15,1-3 4-15,-1 1-6 0,0-2-5 0,-1 0 5 16,-1-4-2-16,6 7 10 0,-2-4-6 0,1-1 4 16,2 0-1-16,3-2 13 0,0-2 14 0,3 2-40 15,2-1 0-15,3-1 0 0,-3-3 0 0,6 1 0 16,-6 2 0-16,3-3 0 0,-1-1 0 0,1 3 0 16,-3-3 0-16,-2 3 0 0,-3-1 0 0,0 3 0 15,3-2 0-15,-4 0 0 0,-3 1 0 0,3 0 0 16,0-1 0-16,-5 2 0 0,-4 1 0 15,10-4 0-15,-10 4 0 0,9-3 0 0,-8 2 0 0,-1 1 0 16,3-5 0-16,-3 5-269 0,0 0-99 0,5-1-83 16,-5 1-76-16,-1-6-93 0,1 6-373 0,-8-4-1076 15,-2-1 476-15</inkml:trace>
  <inkml:trace contextRef="#ctx0" brushRef="#br0" timeOffset="38202.9137">7021 2926 156 0,'-7'-6'425'0,"5"-1"27"0,-2 2 14 0,-1 0 12 15,1 1 3-15,0-1-6 0,0 1-4 0,2 1-7 16,1-1-1-16,-1 1-22 0,1-1-44 16,1 4-48-16,3-10-33 0,0 4-30 0,5-1-33 15,0 0-33-15,2-2-15 0,5 0-26 0,5 1-25 16,-1 1-11-16,0 0-23 0,9 0-39 0,-1-1-36 0,-7 3-28 15,-3 2-36-15,-1 1-38 0,-3-2-44 0,-1 3-45 16,-2 1-47-16,-2 0-59 0,-1 0-72 16,0 0-25-16,-2 5-33 0,-5-5-49 0,6 5-56 15,-6-2-313-15,0-3-865 0,-4 9 382 0</inkml:trace>
  <inkml:trace contextRef="#ctx0" brushRef="#br0" timeOffset="38405.8159">7146 2994 278 0,'0'0'437'0,"-1"4"43"0,1-4 33 16,-4 1 19-16,4-1 2 0,0 0-19 0,0 0-9 15,0 0-27-15,0 0-12 0,0 0-26 0,0 0-41 16,0 0-42-16,0 0-41 0,0 0-50 0,0 0-65 16,18-11-60-16,-8 5-57 0,2 2-50 0,5-3-49 15,1 2-59-15,0 2-49 0,0-1-57 0,3-2-65 16,-1 2-81-16,-1 1-68 0,3 3-70 0,-3-3-400 15,-6 2-934-15,6-2 413 0</inkml:trace>
  <inkml:trace contextRef="#ctx0" brushRef="#br0" timeOffset="38828.0044">7523 3004 364 0,'0'0'508'16,"0"0"30"-16,0 0 8 0,0 4-4 0,0-4-22 15,0 0-32-15,0 0-28 0,0 0-36 0,0 0-39 16,0 0-36-16,0 5-36 0,0-5-25 0,0 0-40 16,1 4-35-16,-1-4-15 0,0 5-26 0,0-5-11 15,3 9-22-15,-2-2-7 0,3-1-25 16,-3 5 4-16,1-3-19 0,1 4-7 0,0-2-10 0,-2-1-13 16,-1 2-31-16,3 0-19 0,-2-4-23 0,-1 1-27 15,1 0-16-15,-1-1-18 0,3-2-4 0,-3 0-14 16,0 0-6-16,1-2 9 0,2-1 8 0,-3-2 14 15,1 5 9-15,-1-5 15 0,0 0 0 16,0 0 10-16,14-9 8 0,-10 4 32 0,1-6 12 16,3 3 12-16,1-6 15 0,-4 4 16 0,2 0 15 0,1 0-3 15,1 2 10-15,-3-2 2 0,1 3 1 0,-2 1 5 16,-1 1-3-16,1 2-5 0,-1-1-11 0,-4 4-13 16,5-6-1-16,-5 6-16 0,8-1-5 0,-8 1-5 15,0 0-10-15,10 1 7 0,-10-1-9 0,9 5-4 31,-7 0 0-31,2-2 0 0,0 1 0 0,-2 3-7 0,2-2-1 0,0 2-1 0,-1 0-4 0,1-1-40 16,1 0-31-16,-3-1-35 0,-1 1-42 0,1 0-51 16,0 0-45-16,2-1-49 0,-3-1-58 0,2 2-66 15,0-3-70-15,3 1-87 0,-6-4-302 0,10 1-942 16,-10-1 417-16</inkml:trace>
  <inkml:trace contextRef="#ctx0" brushRef="#br0" timeOffset="39549.1532">7859 3061 249 0,'0'0'413'0,"0"0"25"0,0 0-2 15,0 0-11-15,0 0-16 0,-2-6-31 16,2 6-23-16,0 0-28 0,0 0-27 0,0 0-31 16,0 0-20-16,0 0-26 0,0 0-25 0,0 0-21 15,0 0-20-15,0 0-17 0,0 0-17 0,0 0-11 16,0 0-16-16,0 0-12 0,0 0-6 0,0 0-12 0,0 0-3 31,9 7-6-31,-4-5-6 0,-5-2-2 0,6 3-3 16,-1-3-1-16,-5 0-7 0,14-1-1 0,-6-2-2 15,0 1-6-15,-1-2 1 0,0 2-4 0,2-3 0 16,-2-1 5-16,-2 1-8 0,3 0-2 16,-4 2-6-16,2-2 5 0,-2 0 2 0,0 0 0 15,-3 0-3-15,1 0-3 0,0 2 3 0,-2 3 2 16,0-5 0-16,0 2-1 0,0 3-3 0,0 0-4 0,0 0-3 15,0 0-3-15,0 0-2 0,-5-2-5 16,5 2-2-16,0 0 2 0,-17 6 4 0,12-1-5 16,-2 0-1-16,0 2 1 0,1 1-1 0,-2 0-15 15,0 0-21-15,3 1-14 0,0-1-10 0,1-1-11 16,-1 4-7-16,3-5-3 0,1 2 7 0,2-2 7 16,0 2 14-16,5 0 2 0,-1-2 11 0,6 1-1 0,-2-3 11 15,3 0 4-15,0 1-1 0,3-2 10 0,2 0-1 16,-2-2 12-16,2-4 0 0,2 0 20 15,-1-4 15-15,-1 0 16 0,-2 0-1 0,0-3 3 16,-1-1 9-16,0 3 11 0,-6-3 4 0,1 3 7 16,-1-3-8-16,-2 2-1 0,0 1 4 0,0-2-1 15,-3 1-8-15,1 1-3 0,-1 2-1 0,0-1 0 0,0 4-6 16,-2-2-5-16,2 1 1 0,-3 4-4 0,3-8-4 16,-3 8-6-16,2-3-9 0,-2 3-4 0,0 0-3 15,0 0-3-15,0 0-5 0,4-7-4 16,-4 7-3-16,0 0-3 0,0 0-3 0,0 0 5 15,0 0-14-15,0 0 11 0,0 0 1 0,14 2 3 16,-14-2 2-16,6 5 2 0,-6-5-3 0,8 2 2 0,-8-2 0 16,8 2-6-16,-8-2-1 0,10 7-4 0,-6-6 0 15,1 2 4-15,-5-3-1 0,5 5-1 0,-1-4 0 16,-4-1-2-16,5 4 6 0,0 0 6 16,-3 0 10-16,-2-4-7 0,6 8 5 0,-5-2 2 15,3-1-4-15,-2 0 2 0,-3 3-5 0,2-2 1 16,1 1 3-16,-4-1 4 0,2 1-9 0,0-1-5 15,-1-1-44-15,0 1-52 0,3-1-36 0,-2-5-21 16,6 9-43-16,5-4-66 0,7-4-82 0,4 0-60 16,0-2-42-16,9-1-30 0,-10-1-297 0,7-4-834 15,-9 4 369-15</inkml:trace>
  <inkml:trace contextRef="#ctx0" brushRef="#br0" timeOffset="40771.174">8569 2949 124 0,'0'0'416'0,"0"0"8"0,0 0-17 15,1-6-12-15,-1 6-24 0,0 0-28 0,0 0-27 16,0 0-27-16,0 0-29 0,0 0-24 0,0 0-25 16,0 0-20-16,0 0-21 0,0 0-17 0,0 0-14 15,0 0-15-15,0 0-13 0,16 7-9 0,-12-1-8 16,0-2-12-16,-1 2-4 0,1-1-9 0,-2 2-9 15,2-2 0-15,0 3-9 0,-2-1-3 0,-1 2-1 16,2 0-8-16,-6-3-1 0,2 3-4 0,-1 0-3 16,-2-1 0-16,0-1-2 0,-2-3-5 0,1 4-3 15,-3 1-19-15,-1-4-13 0,-1 1-6 0,1-1-11 16,0-3 2-16,0 3 9 0,2-4 3 0,7-1 1 16,-12 0 4-16,12 0-3 0,-13-8 9 0,10 4 6 15,-2-6 2-15,1 3 2 0,2-5 5 0,2 2 8 16,0 0 1-16,0-2 12 0,1 1 4 0,0 1 2 15,2 0 7-15,0 3 7 0,-2-1 1 0,3 1-7 16,1 3-5-16,1 0-4 0,0 1-10 0,2 2-3 16,2 1 4-16,1 5 9 0,0 0 5 0,-1 1 9 15,4 9 9-15,1-1 4 0,-2 7 8 0,0 4 8 16,0-2-2-16,-4 2 9 0,0-2-7 0,-1 3 4 16,-3 0-3-16,0-2-9 0,-4 2-1 0,-1 2-3 15,0-4-12-15,-1 3 3 0,-3-2-15 0,-1 0-5 16,-5-2 5-16,2 3-8 0,0-8-4 0,-2 0 1 15,1-2 0-15,0-1-9 0,-1-2-2 0,2 2-4 16,1-7-4-16,0 2 4 0,2-3 0 0,0-3-7 16,1 0-5-16,2 0 7 0,-1 1-9 0,3-5 11 15,-4 4 1-15,4-4 0 0,0 0 0 0,-10 0-6 16,10 0 6-16,0 0-7 0,-15-8-4 0,10 5 1 16,-1-3-3-16,1 2 10 0,-2-6-10 0,3 2 2 15,0 0-3-15,0-3-3 0,0-1 8 0,2 0-5 16,0 0-2-16,2-5 1 0,4 0-6 0,0-2-2 15,7-2-2-15,1-4 6 0,5 3-1 0,-1 0 4 16,4-1 0-16,1-1-1 0,5 1-4 0,-2-2-7 16,2 4 6-16,-2-5 1 0,2 5-2 0,-2-1 4 15,-4 2-4-15,0 3 3 0,-8 1-2 0,1 3-2 16,-3-1-1-16,3 2-1 0,-4 3-10 0,-4 1 8 16,4 1-2-16,-5 0 0 0,-2 2 4 15,2 0-3-15,-1 0-2 0,-3 5 4 0,4-5 2 0,-4 5-5 16,1-6-3-16,-1 6 8 0,4-4-10 0,-4 4 1 15,0 0 2-15,0 0-2 0,0 0 6 0,0 0-6 16,0 0 2-16,0 0 2 0,0 0 1 0,0 0 1 16,-8 13 2-16,8-7-5 0,-1-1 5 15,1-5-1-15,-4 6-3 0,1 0 1 0,2-3-7 16,1 2-11-16,-1-2-3 0,1 2-11 0,-3-2-8 0,2 2 1 16,2-1 3-16,-1 1 3 0,3 0 3 0,-2-1 6 15,3-1 4-15,1 1 2 0,-2-3-1 0,2 0 0 16,0 1 0-16,5 0 5 0,-2 0 1 0,0-3 2 15,-2 1 5-15,3-3 1 0,-9 3 7 0,14-2 1 16,-8-2 1-16,1 0 5 0,-1 0 1 16,-1-1 6-16,2-1 14 0,-5 0 11 0,1 0 10 0,3 1 4 15,-2 0 0-15,-2-1 6 0,2-2 5 0,-2 4 6 16,0-2 1-16,-1 1 6 0,-1 5-2 0,4-6 4 16,-1 3 9-16,-3 3 0 0,1-5-13 0,-1 5-1 15,0 0-8-15,3-6-4 0,-3 6-8 0,0 0-18 16,0 0-13-16,0 0 11 0,0 0-9 0,0 0-1 15,3 14 2-15,-6-8-7 0,1 7 4 0,1 2 1 16,0 1 16-16,0 5 2 0,-2 5-1 0,2-4-9 16,-1 7 5-16,0-1 3 0,-1 0-2 0,2 1-5 15,0 0 3-15,-2-2 1 0,-2 0-7 0,-1-1 0 16,4-1-15-16,-3-1 12 0,3-4 0 0,-2-1 6 16,1-3-12-16,1 0-3 0,0-6-17 0,1 2-7 15,-1-7-7-15,0 3-1 0,1-2-5 0,1-2 6 16,0-4-4-16,-5 5 13 0,5-5-3 0,-1 6 5 15,1-6-2-15,0 0 11 0,0 0 1 0,-5 3-4 16,5-3 3-16,0 0 0 0,-12-9 1 0,8 5-1 16,-2-1-3-16,2 0 8 0,-1-1-1 0,1 0 4 15,2-2-2-15,-5-1 0 0,7 0 6 0,0-1-1 16,0 0-4-16,0-2 3 0,3 2-15 0,2-3 3 16,0-1-5-16,4-2-30 0,6 3-17 0,-2 0-37 15,5 1-33-15,-3 1-36 0,3 1-32 0,2 1-49 16,-3 0-69-16,2 4-90 0,3-2-98 0,-5 5-472 15,2-3-1054-15,-2-3 467 0</inkml:trace>
  <inkml:trace contextRef="#ctx0" brushRef="#br0" timeOffset="41774.5312">9816 3028 329 0,'0'0'435'0,"-3"-3"-3"16,3 3-10-16,-5-6-17 0,4 3-16 0,1 3-14 15,-1-5-19-15,1 0-25 0,0 5-28 0,1-8-32 16,-1 8-26-16,0-7-29 0,1 4-23 0,2 0-18 15,-2-1-24-15,1 1-13 0,2 2-13 16,-1-3-16-16,-3 4-13 0,8-3-7 0,-1 0-9 16,-2 2-13-16,-5 1-6 0,12 3-8 0,-6-2-7 0,1 1-8 15,0 0-4-15,0 2-1 0,-1-2-5 0,-2 3-5 16,1 0-1-16,-1 3-4 0,2-3 1 0,-2 4-2 16,-3-2-4-16,2 1 2 0,-3 3 0 0,-3 0-2 15,2-2 1-15,-5-1-7 0,-2 2-11 16,0-1-11-16,-1-1-9 0,-2-1-13 0,2-1-7 0,-1 0 4 15,0-2 7-15,3-1 1 0,1-1 6 0,-2-1 7 16,8-1 10-16,-13-3 8 0,10-2 13 0,-1 2 12 16,1-4-5-16,-2-3 4 0,5 2-6 0,3-2 2 15,-2-8 4-15,1 6 1 0,1 0-3 0,0 2 6 16,2-1 1-16,0 1 1 0,0 2-4 0,-3 2-2 16,4-3-1-16,-1 3-8 0,-1 3 1 0,-1-4-4 15,2 5 1-15,0 0-7 0,-1-1 0 0,0 2 2 16,-4 1-2-16,11 0-3 0,-11 0-8 0,10 3 4 15,-5 0-1-15,1 2 5 0,1 2-4 0,-1-1 2 16,1 2 3-16,0 2-10 0,-2-2 7 0,2 0 5 16,-1 2-1-16,0-4 0 0,2 2 1 0,-3-1-2 15,-4-1 0-15,6 0-6 0,-3 3 2 0,2-4 2 16,-1 0 0-16,7-1 3 0,-1 1 1 0,1-3-4 16,-2-2 2-16,2 0 2 0,1-1-1 0,5-4 4 15,-1 0-1-15,1-5-3 0,1 2 1 0,-2-1 8 16,0-2 28-16,0-1 19 0,-3-2 16 0,3 0-2 15,-3-2 6-15,-1 1 16 0,-2-1 10 0,-1-2 6 16,-2-1-20-16,-2 0 4 0,-2 1-3 0,0 0-4 16,-3-1-1-16,1 2-2 0,-5 1 3 0,1 1-11 15,-1 3-8-15,0 1 4 0,2 1 4 0,0 4-7 16,-3 1-12-16,1 0 3 0,2 1-36 0,1 2-26 16,0 2 0-16,-3-6 0 0,3 6 0 0,0 0 0 15,0 0 0-15,0 0 0 0,-7 13 0 0,4-7 0 16,1 1 0-16,-2 6 0 0,1-2 0 0,1 3 0 15,-1 1 0-15,-3 0 0 0,4 3 0 0,0-2 0 16,-3-1 0-16,5 1 0 0,-4 2 0 0,3 0 0 16,1-1 0-16,0 0 0 0,0-3 0 0,1 0 0 15,2-3-18-15,2 2-45 0,0-1 10 0,3-2 1 16,1-1 5-16,2-1 4 0,3 0 3 0,1 0 1 16,2 0 1-16,-2-7 12 0,1 0-9 0,1-1 16 15,-4-1 6-15,1-2-1 0,-1-1 3 0,-1-4 19 16,-1 3 20-16,-2-5-4 0,-1 2 18 0,1-3 6 15,-3 1 0-15,-2 0 3 0,-1 1-9 0,-3-4 2 16,-2 3-3-16,1-2 3 0,-3 3-7 0,-2-1-3 16,-2 2-14-16,2-2-20 0,-3 5 0 0,2-3 0 15,0 3 0-15,-1 3 0 0,0-2 0 0,3 1 0 16,0-1 0-16,-2 3 0 0,1 0-51 0,6 1-68 16,0 0-22-16,-9 5-19 0,8-1-24 0,-2 1-15 15,3-5-34-15,4 11-45 0,1-5-64 0,3-2-70 16,5 5-88-16,-3-3-429 0,-1-1-1007 0,4-4 446 15</inkml:trace>
  <inkml:trace contextRef="#ctx0" brushRef="#br0" timeOffset="42165.4892">10854 2860 33 0,'-4'-9'508'0,"4"9"-3"0,-4-3-7 0,3 0-13 16,1 3-34-16,-4-4-40 0,1 2-43 0,3 2-36 15,0 0-35-15,0 0-33 0,0 0-32 0,-5-3-21 16,5 3-22-16,0 0-19 0,-10 8-14 0,9-4-20 16,-6 1-13-16,3 1-14 0,2 4-7 0,-2-1-11 15,-2 2-12-15,4-1-9 0,1-1-8 0,-3 4-14 16,4-7-9-16,4 6-7 0,-4-2-2 0,1 0-2 15,3 0-3-15,-3-1 1 0,7 0-4 0,-4-1-2 16,4-2 0-16,-1 2-6 0,-3-1 1 0,4 1-2 16,-3-2 0-16,0-2-4 0,5 1 0 15,-6-1-3-15,-1-1 2 0,0 0-12 0,0-1 6 0,0 4 1 16,-1-4-6-16,0 2 8 0,-2 0 0 0,-4 0 0 16,0 1 2-16,-4-3-2 0,-2 5 2 0,-7-1-2 15,2-3-3-15,2 3-11 0,-5-1-20 0,2 0-26 16,-1 1-18-16,4-3-28 0,2-1-29 0,1-2-26 15,3 1-37-15,1 0-45 0,6-1-94 16,-5-4-142-16,5 4-278 0,12-7-813 0,4 4 359 0</inkml:trace>
  <inkml:trace contextRef="#ctx0" brushRef="#br0" timeOffset="44088.7164">11116 2988 294 0,'0'0'427'0,"2"-8"9"0,-1 5-13 0,2 0-20 16,-3 3-24-16,-1-5-15 0,1 5-19 0,1-5-18 15,-1 5-20-15,1-3-25 0,-1 3-26 0,2-5-22 16,-2 5-21-16,0 0-21 0,0 0-26 16,0 0-17-16,3-1-22 0,-3 1-14 0,0 0-19 15,0 0-15-15,0 0-3 0,7 9-12 0,-5-3-1 16,1-1-9-16,2 2-3 0,-1 4-8 0,0-4-6 0,0 5-2 15,-3-2-5-15,0 2-2 0,0-2-4 0,-2 3-4 16,0-1-6-16,-2-1-11 0,1 1-8 16,-3-1-5-16,-2-2-3 0,1 1-12 0,-4-4-2 15,2 3-14-15,-1-3 3 0,-4-3 3 0,7 0 4 16,-2-1 7-16,-2-3 3 0,1 0 6 0,1 0 10 0,3-3 5 16,0-2 7-16,0-1 16 0,1-1 13 0,0-2 4 15,3 0-5-15,1-2-3 0,0 1 2 16,0 1-10-16,4-5-1 0,-3 3-2 0,2 1-1 15,3 1-7-15,-1 1-9 0,-1 0 10 0,0 3-7 16,2 1-4-16,2-3-2 0,-2 3-12 0,-2 2-8 16,4-1-4-16,-2 2 1 0,3 1-9 0,-1 1 1 0,-2 1 3 15,2 0-1-15,1 0-2 0,-6 0-5 16,4 2 4-16,-2-2-4 0,0 1 6 0,-1-1 0 16,0 1 3-16,0 2 7 0,-4-4 3 0,0 0 6 15,11-2-2-15,-11 2 5 0,0 0 4 0,4 2 10 16,-4-2 6-16,0 0 7 0,7-5 6 0,-7 5-6 15,8 0-2-15,-3-2 3 0,-5 2 4 0,12-2 0 16,-6 1-1-16,3-1-2 0,-1 2-1 0,1 0-5 16,5 3-3-16,-4-1-2 0,3 0 0 0,1 1-4 15,-1 0 3-15,3 2-2 0,-3 0-1 0,4 3-2 16,-7-2-1-16,-2-1 4 0,1 3-3 0,-2-1 3 16,0 1-5-16,-3 3 2 0,-1-3-2 0,1 3-1 15,-4-1 5-15,0 2-12 0,-2-3 13 0,-1 2-3 16,-5 0 2-16,1-3-10 0,-7 5-9 0,5-6-5 15,-4 1-3-15,-1-1-6 0,2-2 4 0,1 0-2 16,1-1 7-16,2-2 8 0,-1 0 4 0,4-4 16 16,5 2 9-16,-9-4 22 0,9 0 1 0,0-7-3 15,3 3-4-15,3-7 0 0,4 0 7 0,-1 1-2 0,5-3 1 16,4-1 0-16,2-2 5 0,1-2-5 0,-1 2 0 16,3 1-1-16,-5-1 5 0,0 1 1 0,5 1 1 15,-6 0 5-15,-2 4 4 0,1-1-1 16,-1 4-2-16,-5-3 1 0,3-1-3 0,0 4-9 15,-6 1-9-15,1 1 0 0,2-3-2 0,-3 1 2 16,-2 2-3-16,-1 1 1 0,-2 1-3 0,6 2-1 0,-6 0-5 16,2-1 4-16,-3 1-8 0,1 2 0 15,-1-1 1-15,-1 4-6 0,1-6-3 0,-1 6-2 16,-2-2-3-16,2 2-1 0,1-4-6 0,-1 4-5 16,0 0 3-16,0 0 0 0,-4-3 2 0,4 3-7 15,0 0 3-15,-11 7-3 0,8-4 2 0,-3 2 2 0,2 2-2 16,-1-1 2-16,-2 5 2 0,0 0-7 0,3 0 10 15,-4 2 1-15,2 3-8 0,2-5 4 16,-2 5-3-16,1 0 3 0,1 0-2 0,1-5 5 0,1 3-2 16,-1 1-2-16,0-2 4 0,2 2 1 15,4 0 1-15,-1 0-8 0,0 0 3 0,0-4-1 16,1 1-6-16,-1-2-8 0,2 2 7 0,5-2 2 0,-4-1-2 16,3-2 6-16,1 3 1 0,1-4 2 15,0 1-5-15,0-2 6 0,1-3 2 0,-5-1 1 16,4 0 0-16,3 2-1 0,-3-8 3 0,-1 4-5 15,1-4 7-15,-1 2-2 0,4-6 2 0,-5 7-2 16,-2-6 4-16,1 1-5 0,-1-1 5 0,-2 3-4 16,1-2-2-16,0-5 3 0,-3 7 0 0,0-1-2 15,-1 2 0-15,2-2 0 0,-3 0 4 0,0 6-6 16,1-4-3-16,-1 4-2 0,3-6-2 0,-3 6 3 16,0 0 0-16,0-7-2 0,0 7 1 0,0 0-2 15,0 0-6-15,0 0 0 0,0 0-4 0,0 0-7 16,0 0-7-16,5 0-5 0,-5 0 1 0,0 0 4 0,0 0-4 15,4 8-1-15,-4-4-3 0,1 0-2 16,0 0-5-16,0 0 5 0,-1-4 1 0,3 5 8 16,2-1 2-16,3 1 10 0,-3-1-5 0,5-1 8 15,-2 1 3-15,2-1 3 0,1 0-1 0,2-3 4 16,0 0-2-16,2 0 4 0,3-4 1 0,-1 1-5 16,1-2 7-16,-4 1 2 0,4-2-1 0,-3-4 0 15,-1 2 3-15,-1 0-3 0,-6 1 2 0,4-1-1 16,-2 2-2-16,-3-2 2 0,0 1-4 0,0-3 3 15,-3 7 0-15,0-1-2 0,-2 0-2 0,-1-1-2 16,0 3-4-16,0 2 0 0,-1-7 0 0,1 2 1 16,0 5-2-16,-6-2-2 0,6 2 1 0,-9 1 0 15,5 4 0-15,-3-2-3 0,-2 2 6 0,2 2-7 0,-1 2 4 16,0-2-9-16,-4 4-11 0,5 0-3 16,1-4-18-16,1 4-8 0,-3-4 5 0,3 4-9 15,1-2-10-15,3-3 5 0,0 2 6 0,2 0 14 16,0-2 2-16,3 0 7 0,1 1 2 0,-1-2 4 15,9 0 7-15,-2 1 2 0,2-3 3 0,5-1 4 16,4 3-1-16,-1-1 4 0,1-3 3 0,1-1-1 16,-1 0 5-16,-3-1 4 0,10-5 6 0,-10 5 10 15,1-2 5-15,-8 2 1 0,6-5-2 0,-2-1 7 16,-5 1 12-16,1 0-1 0,-3-2-2 0,5-2 2 16,-3 3 1-16,2-3 26 0,-3 3 6 0,-2-2-1 15,-4 5-7-15,1-2-2 0,0-1-2 0,0 4 2 16,0 0 8-16,-1-1 4 0,0 1-1 0,-3-1-7 15,3 1-6-15,0 1-10 0,-4 2-1 0,4-2-6 16,-4 2-9-16,5-4-4 0,-5 4-4 0,6 0-3 16,-6 0-3-16,5 5-9 0,-5-5 4 0,8 6-6 15,-5-2 0-15,-2 0-6 0,1 2-1 0,0 1-3 16,0 0 4-16,-2-2-3 0,-4 2 8 0,3 3-4 16,-4-1-6-16,-3 0-6 0,-1 0-6 0,-2-1-7 15,-2 0-8-15,-5 4-6 0,3-6-10 0,-2 2-4 16,3-5 1-16,1 1 2 0,3-2 6 0,2-1 5 15,3 3 12-15,-1-4 1 0,2 2 3 0,4-2 5 16,0 0-12-16,-9-5-15 0,8 3-6 0,1 2-9 16,2-9-3-16,1 1-8 0,2 5-18 0,5-7-22 15,-5 3-19-15,4-4 0 0,0 3-25 0,4 1-21 16,-4-2-10-16,-1 0-4 0,3 0-1 0,2 0-6 16,-4 1-6-16,1-1 4 0,3 2 8 0,0-3 15 15,-3 2 7-15,0-1 17 0,4 1 13 0,-1-2 34 16,-4 3 32-16,0-3 21 0,-3 6 24 0,-1-3 24 15,1 0 15-15,-1 0 24 0,-2 3 21 0,1-3 17 16,0 1 27-16,-4 1 10 0,1-2 22 0,1 2-5 16,0-1 17-16,-2-1 20 0,0 0 15 0,0 1 18 15,0 2 14-15,0-3 10 0,0 1 4 0,0 2 12 16,0-1 6-16,0 0-2 0,0 5 15 0,-2-5-8 16,2 5-3-16,0-3-23 0,0 3-20 0,0 0-20 15,0 0-22-15,0 0-22 0,0 0-16 0,0 0-17 16,0 0-13-16,0 0-8 0,-6 11-22 0,3-1 12 15,-1 0-6-15,0 2-9 0,3 3-2 0,-3 0-5 16,-1 1-1-16,4-2-43 0,1-3-37 0,0 4-48 16,-2 4-56-16,2-8-62 0,2 2-70 0,-1 0-81 15,3 2-126-15,1-2-161 0,4-7-340 0,-3 1-1057 16,0-4 467-16</inkml:trace>
  <inkml:trace contextRef="#ctx0" brushRef="#br0" timeOffset="45420.8953">13044 2694 181 0,'-2'-4'501'0,"2"4"13"0,-3-8 4 16,3 6-9-16,0 2-18 0,-2-5-20 0,2 5-32 16,-2-3-14-16,2 3-31 0,0 0-19 0,0 0-38 15,0 0-29-15,0 0-35 0,0 0-29 0,0 0-28 16,0 0-26-16,0 0-27 0,0 0-8 0,0 0-25 15,0 11 13-15,0-1-10 0,0 1-3 0,-1 1-21 16,0 4-7-16,-2 0-9 0,3 3-7 0,0-1-11 16,-1 1-17-16,1 5 5 0,0 1-4 0,-3-6-7 15,3-2 5-15,0 2-13 0,0 6-21 0,0-8-25 16,3-1-17-16,-2-4-21 0,-1 3-9 0,0-7-21 16,4 4-5-16,-4-3-8 0,3 0-4 0,-2-2 11 15,0-2 11-15,2 1 6 0,2-5 9 0,0 2 10 16,-5-3 5-16,14 0 1 0,-8 0 9 0,3-4 1 15,0-1 21-15,0-1 11 0,1-1 9 0,-1-2 12 16,0 0 12-16,-2-1 7 0,0 0 0 0,0-2-3 16,-1 3 7-16,-1-2 14 0,-1 3-2 0,-3-1 2 15,4 2 4-15,-3 2 12 0,0-1-7 0,-1 0 5 16,2 3-2-16,-2-4-2 0,-1 7-55 0,0 0-21 16,2-4 0-16,-2 4 0 0,0 0 0 0,0 0 0 15,0 0 0-15,3-4 0 0,-3 4 0 0,0 0 0 16,0 0 0-16,0 0 0 0,0 0 0 0,7 11 0 15,-6-5 0-15,-1-6 0 0,1 9 0 0,2 0-12 16,-2-3-79-16,4 1-2 0,-5 0-9 0,4-2 0 16,-3 0 4-16,3 0 7 0,0 1 12 0,0-2 2 15,1 3 1-15,1-3 11 0,2-3-1 0,1 3 11 16,0-4 0-16,5 0-4 0,-2-3 7 0,0-1 5 16,-1 0 4-16,6-3-2 0,0-2 12 0,-2 0 3 15,-1 1 4-15,-2-2 4 0,-1 1 2 0,-2 1 21 16,3 1 13-16,-3-1 12 0,-4 2 3 0,0-2 4 15,0 1 4-15,4 4 10 0,-4-2-1 0,-1 2 2 0,1 0-6 16,-1-2 1-16,-4 5-9 0,4-3-2 16,-4 3-6-16,5-3-7 0,-5 3-6 0,0 0 3 15,0 0-11-15,0 0-1 0,0 0 0 0,0 0-3 16,0 0-2-16,0 0 1 0,11 5 2 0,-11-5-5 16,3 7 5-16,-2-2-1 0,-1 0-3 0,3 0 3 15,-1-2-7-15,1 3-5 0,1-1-4 0,-2 0 0 16,2 2-4-16,1-2 1 0,-1-1-4 0,1 3 0 15,0-4 4-15,2 0 1 0,0-1 2 0,1-1 7 16,-8-1-2-16,12 2 3 0,-6-2 2 0,-6 0 0 16,15-4 7-16,-8 3 1 0,-1-2 11 0,2-2 16 15,-2-1 8-15,-1 3 10 0,0-2 6 0,2-1 10 16,-5 0-2-16,3 1 18 0,-1-1 6 0,-3 1-4 16,2 2 8-16,1-2 0 0,-4 5 0 0,1-7-3 15,-1 7-12-15,4-4-4 0,-4 4-8 0,0 0-60 16,0 0-3-16,0 0 0 0,0-5 0 0,0 5 0 15,0 0 0-15,0 0 0 0,4 15 0 0,-4-4 0 16,1 5 0-16,-2 10 0 0,2-1 0 0,2 4 0 16,-2-1 0-16,5 4 0 0,-3-1 0 0,1 3 0 15,-3 0 0-15,4 2 0 0,-1 0 0 0,1 10 0 16,-1-14 0-16,0 2 0 0,-1-3 0 0,-1 1 0 16,-1-3 0-16,2 2 0 0,-2-4 0 0,0-2 0 15,-1-7 0-15,-2-2 0 0,-1-3 0 0,3-3 0 16,-1-1 0-16,-1 2 0 0,1-6 0 0,1-1 0 15,0-4 0-15,-1 9 0 0,1-9 0 0,-8 5 0 16,8-5 0-16,0 0 0 0,-19-5 0 0,8-1 0 16,-1 2 0-16,3-3 0 0,-5-4 0 0,0 0 0 15,0-3 0-15,5 0 0 0,-2-1 0 0,2 0-26 16,4-1 2-16,2 0 10 0,3-4 3 0,5 2 0 16,5-7-2-16,4-1 2 0,8 2 0 0,2-1 5 15,5 4-4-15,4-2-6 0,8-5 12 0,0 2-18 0,-11 12 18 16,2 1-9-16,0-1-39 0,-5 2-45 0,1 3-47 15,-8 3-52-15,-3 0-73 0,-3 4-98 16,-4-1-145-16,-2 3-548 0,-8 0-1148 0,14-3 508 16</inkml:trace>
  <inkml:trace contextRef="#ctx0" brushRef="#br0" timeOffset="45875.0957">14730 2663 418 0,'-3'-7'456'0,"2"1"-9"0,-2 0-17 15,1 0-25-15,-2 0-29 0,-4 1-36 0,2 2-21 16,1-1-29-16,-3 1-29 0,3 2-26 15,-3-1-23-15,0 2-24 0,0 2-20 0,-1 0-12 16,-1 4-15-16,1 3-17 0,0-1-14 0,-4 4-8 16,5-2-9-16,1 4-8 0,-2-1-10 0,2 2-5 15,0 0-5-15,1-4-9 0,3 1-6 0,-1 0-5 0,2-1-1 16,1-1-7-16,2 0 4 0,2 0-9 0,0-1 4 16,0 2-2-16,0-3-1 0,5 1-6 0,-1 2-1 15,-2-5-5-15,3 4 3 0,-1-1-7 16,-4-1 1-16,6 3-4 0,-1-4 2 0,-2 0-7 15,-2-1 2-15,0-1-4 0,-1 1 2 0,0-1 0 16,0-1-4-16,-2 3 2 0,-1-1 4 0,0-6 1 0,-1 10 1 16,-5-6-1-16,-1 0 1 0,0 1-3 15,-3 2 2-15,-2-3-2 0,-2 1-18 0,0 0-25 16,1-1-38-16,-1-2-28 0,5 0-38 0,4-1-40 16,-3 0-41-16,8-1-66 0,0 0-77 0,0 0-116 15,0 0-260-15,0 0-799 0,3-14 353 0</inkml:trace>
  <inkml:trace contextRef="#ctx0" brushRef="#br0" timeOffset="46691.1269">14872 2866 245 0,'2'-2'389'15,"-2"2"0"-15,4-5-10 0,-4 5-20 0,5-6-20 16,-5 3-24-16,0 3-17 0,0 0-31 0,5-2-26 15,-2-1-19-15,-3 3-24 0,6-1-27 0,-6 1-20 16,9 1-12-16,-9-1-16 0,13 3-20 0,-7-2-10 16,-2 3-11-16,5 0-7 0,-4 1-8 0,3 0-8 15,-2 0-7-15,1 1-5 0,-5-1-2 0,1 2-5 16,-2-1 1-16,2 5-17 0,-6-4 11 0,2 4-9 16,-3 0 2-16,-1-3-3 0,-4-1-1 0,0 1-5 15,1-4-1-15,-1 2-4 0,-1-3-7 0,-1-1 2 16,2 2 3-16,-3-4-8 0,6 0 7 0,6 0-3 15,-13-3 7-15,5 1-2 0,3-2-1 0,1-1 6 16,1 1 22-16,0-2 10 0,2-2-2 0,1-1-3 16,2-2-6-16,1 3-7 0,5-3-2 0,2-5-6 15,1 5-3-15,2-3-1 0,2 1-2 0,8-4-2 16,-2 2-2-16,-3 3-2 0,7-3-2 0,-2 2-3 16,2-1 6-16,3-1-3 0,-3 1 3 0,1-1-8 15,-1-1 2-15,3 2-1 0,-2-2-4 0,-3-1 0 16,3 5 12-16,-9 0 10 0,-1 0-2 0,0 4 9 15,-3-2 8-15,-3 3 9 0,-1-2 8 0,-4 4-5 16,1 0-4-16,0 0 0 0,-1 1-4 0,-4 3-6 16,2-2-1-16,2 0-9 0,-5 3-4 0,1-4 0 15,-1 4-7-15,-4-6 0 0,4 6-5 0,-2-3-1 16,2 3-3-16,-6-2-3 0,6 2-2 0,0 0-5 16,-13 6 0-16,8-1 5 0,-2 4 6 0,2-2 20 15,-1 2 2-15,1 4 8 0,-2 2 14 0,0 2-2 16,-1-1 0-16,0 2-2 0,3 0 1 0,0 7-8 15,-1-5 0-15,1 5-2 0,-1-8-9 0,1 2 1 16,1 0-3-16,4-1-2 0,-2 1 3 0,3-3-6 16,0 0-1-16,1-1-3 0,-1-3-8 0,3-1 0 15,1 3 4-15,3-1-4 0,-2-4-6 0,3 0 0 16,-1-4-2-16,4 0 3 0,-3-1-2 0,4-2-2 16,-1-3 9-16,0-1-3 0,2-1-1 0,3-5 3 15,-7 2 0-15,8-3 6 0,-5-1 7 0,0 0 9 16,-4 3 5-16,0-4 4 0,1 4 13 0,-2-1 9 15,-3 4-6-15,1-4-1 0,0 4 4 0,-3 0 0 16,1 0-13-16,-4 4 6 0,5-6-10 0,-3 3 2 16,-2 3-12-16,4-5-7 0,-4 5-7 0,0 0-10 15,4-2 1-15,-4 2-4 0,0 0-5 0,0 0-3 16,0 0-5-16,0 0 2 0,0 0 3 0,0 0 0 16,3 13 2-16,-3-8 2 0,-2 1 1 0,2 0 1 15,0 0-6-15,0 0-15 0,0 1-14 0,0-2-21 31,0 1-14-31,-1 1-16 0,2-2-17 0,-1-5-22 16,0 10-21-16,0-6-21 0,2 1-19 0,-1-1-19 16,-1-4-44-16,10 2-75 0,-1-2-78 0,1-4-77 15,4 0-54-15,-2-2-276 0,3-3-870 0,-2 1 385 16</inkml:trace>
  <inkml:trace contextRef="#ctx0" brushRef="#br0" timeOffset="46830.7446">15627 2727 181 0,'0'0'320'0,"-4"-5"-27"0,4 5-32 0,-1-2-31 15,1 2-48-15,0 0-77 0,0 0-84 0,0 0-81 16,0 0-76-16,0 0-98 0,0 0-252 0,14 12 113 16</inkml:trace>
  <inkml:trace contextRef="#ctx0" brushRef="#br0" timeOffset="47503.8398">15817 2869 123 0,'0'-6'372'15,"0"6"-1"-15,0 0-14 0,4-8-17 0,-1 6-21 0,-3 2-11 16,0 0-15-16,2-5-21 0,1 2-22 0,-3 3-27 15,1-4-14-15,-1 4-25 0,0 0-20 0,0 0-16 16,0 0-16-16,0 0-14 0,0 0-24 16,0 0 1-16,0 0-13 0,18 3-8 0,-18-3-12 15,12 4-4-15,-10-1-4 0,5 0-10 0,-4 0-5 16,4 2 1-16,-4-1-11 0,3 2-1 0,-3-2 2 0,1 3-7 16,0-2 1-16,-2 1-8 0,-1-1 2 0,-1-5-1 15,-1 8 1-15,1-8-6 0,0 7 0 0,-3 0 1 16,2-2-1-16,-5-1 3 0,-1 2-6 15,2-1 3-15,-5-2-16 0,-1 2 17 0,1-1-7 16,1-1 1-16,0-2-6 0,0 2 4 0,-1-2-11 16,1 0 1-16,4 0 6 0,5-1 2 0,-12 0-4 0,12 0-10 15,-10-2 11-15,10 2-6 0,-5-6 5 0,1 2-10 16,2-1-6-16,0 0 3 0,4-3-1 16,0-1 5-16,2-2 0 0,1 3-20 0,0-2 20 15,4-1 4-15,0-2 4 0,-4 4 2 0,3-2-6 16,2-3 15-16,-1 1 1 0,3 1 11 0,-2-1 3 0,0-1-1 15,-2-2 24-15,4 2 18 0,0-1 0 0,-2 2-1 16,-1 0-4-16,-2 2-4 0,-2 1 3 16,0-2 10-16,0 4 6 0,1-2-4 0,-2 2-1 0,-1 1 0 15,-1 1-5-15,-2-1-5 0,0 0-2 0,2 2 2 16,-4 0 0-16,0 0-6 0,2-1 0 0,-3 1 5 16,1 1 8-16,0-3-4 0,0 5 0 15,2 2 4-15,-5-6-5 0,3 3-3 0,0 0-6 0,2 3-12 16,0 0-6-16,0 0-5 0,0 0-1 0,0 0-6 15,0 0 2-15,-12 10-3 0,10-4-3 0,-2 3-4 16,-4 2 3-16,6 0 3 0,-3 4 7 0,1 2 3 16,-1 0-2-16,2 1-2 0,-1-2 2 0,2 2-5 15,-2 0 2-15,3-2-5 0,-1 1-1 16,2 1-3-16,0-2-1 0,0-2-5 0,2-2-24 16,-1 1-25-16,3-2-33 0,-3-1-32 0,0 0-36 0,0 0-37 15,2-1-40-15,2-1-52 0,-1-1-56 0,0 3-59 16,2-8-86-16,1-2-382 0,-7 0-921 15,19-2 408-15</inkml:trace>
  <inkml:trace contextRef="#ctx0" brushRef="#br0" timeOffset="47864.9407">16123 2725 100 0,'2'-3'404'0,"-2"3"23"16,3-6-13-16,-2 3-20 0,0 0-22 15,-1 3-25-15,0-5-29 0,0 5-27 0,0 0-28 16,0 0-28-16,0 0-26 0,0 0-23 0,0 0-23 16,0 0-12-16,0 0-17 0,0 0-20 0,-14 9-8 15,11-2-9-15,-3 2-9 0,1 0-8 0,3 2-7 16,-3-3-10-16,1 4-5 0,0-1-8 0,4 1 2 16,-1-1-8-16,2-2 2 0,0 0-3 0,1-3 3 15,3 6 6-15,-2-4 4 0,3 2-1 0,0-2 0 16,-1-1 6-16,0 0 0 0,4 0 0 0,-1-1-1 15,-4-3 0-15,2 3-9 0,4-1-1 0,-5-2-6 16,1 4-5-16,-4-4-13 0,3 1 0 0,-1-2-5 16,-4-2-2-16,4 7-2 0,-2-2-8 0,-2-5 1 15,-3 11-9-15,0-6-20 0,-1 0-21 0,-10-1-23 16,1 3-43-16,1-5-64 0,-8 0-52 0,1-1-64 16,0 2-58-16,0-3-70 0,2 0-343 0,2-4-819 15,6 1 363-15</inkml:trace>
  <inkml:trace contextRef="#ctx0" brushRef="#br0" timeOffset="49162.8187">5224 5290 316 0,'0'0'401'0,"-1"1"9"0,1-1 8 0,0 0 5 16,0 0-6-16,0 0-12 0,0 0-12 0,0 0-15 16,0 0 0-16,0 0-25 0,0 0-11 0,0 0-6 15,0 0-21-15,0 0-25 0,0 0-37 0,0 0-24 16,14-10-24-16,-6 7-25 0,3-2-16 0,2 3-16 16,1-4-19-16,2 2-20 0,2-3-8 0,-1 2-22 15,-4 3-27-15,6-3-35 0,-9 1-40 0,0 3-15 16,-2 1-49-16,1-1-56 0,-3 1-52 0,2 1-59 15,-3 0-60-15,-2 3-52 0,-2-1-58 0,-1-3-56 16,-1 8-340-16,-2-2-888 0,-3 2 393 0</inkml:trace>
  <inkml:trace contextRef="#ctx0" brushRef="#br0" timeOffset="49397.4727">5305 5542 281 0,'0'0'432'0,"2"1"20"15,-2-1 23-15,0 0 14 0,5 1 6 0,-5-1-8 16,0 0-20-16,0 0-22 0,15-3-14 16,-9-2-34-16,0 3-21 0,2-1-35 0,-1-2-28 15,5 0-20-15,3 1-24 0,-6-1-31 0,4 0-29 0,1-2-15 16,0 1-20-16,0 0-16 0,-1 2-21 0,0-1-16 16,-3 3-20-16,0-1-50 0,0 2-33 0,-3-2-53 15,-1 1-48-15,-1 1-52 0,0-2-62 0,0 2-54 16,-1-2-78-16,-4 3-79 0,0 0-82 0,8-1-87 15,-8 1-314-15,0 0-963 0,6-2 426 0</inkml:trace>
  <inkml:trace contextRef="#ctx0" brushRef="#br0" timeOffset="50087.1505">6658 4820 202 0,'-3'-3'489'15,"3"3"0"-15,-1-7-4 0,1 7-11 0,-2-3-23 16,2 3-37-16,-6-4-30 0,6 4-14 0,0 0-24 16,-5-1-23-16,5 1-26 0,-5 0-33 0,5 0-22 15,0 0-27-15,0 0-21 0,0 0-16 0,0 0-21 16,0 0-8-16,0 0-23 0,-5-4-10 0,5 4-17 16,0 0-5-16,0 0-10 0,0 0-5 0,0 0-6 15,17 7-8-15,-7-7-5 0,1 1-8 0,1 0-1 16,2-1-6-16,5 0-8 0,-1-2-1 0,0-1-2 15,1-1-3-15,-1-1-3 0,0 0 3 0,-3-1-17 16,-1 0 17-16,2 0-3 0,-4-1 3 0,0 0 1 16,-2 0-6-16,-1-1-4 0,-4-1 16 0,0 1-4 15,2 1-2-15,-5-1-5 0,3-1-7 0,-2 2 2 16,-3 1-1-16,-3-3-5 0,2 1 2 0,-8 1-10 0,5 0-3 16,-5 1 1-16,0 0 1 0,-1 1-1 0,-1 1 3 15,0 1 1-15,-3 2-7 0,2 2 7 0,-4-1 3 16,3 4-7-16,-4 2-2 0,0 4 3 0,-1-1 5 15,3 1 0-15,-2 5-1 0,-3 5-1 0,3 2-3 16,3 0 0-16,-3 2-1 0,2 0 5 0,4-1-5 16,3-3 1-16,-2 3 0 0,2-3-2 0,3-1 2 15,1-2-2-15,1 1-3 0,2-1 7 16,1-4-2-16,5 1 0 0,2-3-6 0,0 0 7 0,7-1 7 16,4-2-4-16,2 1-3 0,10-3 2 0,-2-3-1 15,3-1-2-15,2-2 1 0,-2 0 4 0,1-1-1 16,1-1 1-16,-5-1-9 0,0-1 10 0,-1-1-11 15,-6 0 4-15,-1-1-12 0,-7-1-3 0,-2 3-10 16,1-1-5-16,-1-2-12 0,0 4-23 0,-5-1-22 16,-1 0-30-16,1 0-42 0,-1-1-46 0,-2 2-70 15,0-4-69-15,-1 3-68 0,-4 0-63 0,4 1-67 16,-2 3-353-16,-8-7-961 0,5 5 425 0</inkml:trace>
  <inkml:trace contextRef="#ctx0" brushRef="#br0" timeOffset="50572.7503">7182 4878 197 0,'3'-3'443'0,"-3"3"10"0,2-3 4 0,-2 3-11 16,3-5-19-16,-3 5-22 0,0 0-22 0,0 0-27 15,0 0-39-15,0 0-29 0,0 0-20 0,-5-6-25 16,5 6-27-16,0 0-22 0,0 0-19 0,0 0-22 16,0 0-15-16,-16 9-15 0,11-6-19 0,-1 1-5 15,2 1-9-15,0 2-8 0,3-1-10 0,-3 4-4 16,0-1-11-16,3 1-1 0,-2-3-11 0,3 3-1 16,0-2-5-16,3 0-3 0,-2 2-6 0,3-5 1 15,-3 2-1-15,2 1-4 0,-1-2 2 0,5 3-6 16,-2-4-13-16,1 1 8 0,-1-2 4 0,3 3-2 15,2 1-1-15,-1-4 3 0,0 2-6 0,-1 1 6 0,3-2 1 16,-2 0-3-16,-1 0 2 0,-2-1-5 16,0-1 1-16,0 0 2 0,-2 0 0 0,-2-2-1 15,1 3-5-15,-1-1 3 0,-2-3-1 0,2 4 2 16,-5 1-1-16,3-5 0 0,-3 5 2 0,-3 0-2 16,-1-2-1-16,-4 1 5 0,1 1-7 0,-2 0-2 15,0-2-1-15,-1 2-3 0,0-3 2 0,1 3 0 16,1-2-7-16,-2-1-11 0,7 0-11 0,-2 0-12 15,3-2-7-15,5 0-17 0,-9 1-22 0,9-1-39 16,0 0-39-16,-5-3-37 0,5 3-29 0,1-4-43 0,-1 4-36 16,8-8-39-16,1 5-50 0,0-1-46 0,0 1-315 15,0-4-813-15,1 3 360 0</inkml:trace>
  <inkml:trace contextRef="#ctx0" brushRef="#br0" timeOffset="51276.702">7749 4609 125 0,'0'-2'240'0,"0"2"6"0,1-4 1 16,-1 4 14-16,3-1 4 0,-3 1-4 15,1-5 17-15,-1 5 17 0,0 0 9 0,0-6 1 16,0 6 10-16,-1-5 10 0,1 5 6 0,0-4 1 0,0 4 1 15,0 0-1-15,0-7 0 0,-3 4 8 16,6-1-2-16,-3 4-4 0,-3-8-4 0,3 8-5 16,-1-6-18-16,1 6-13 0,0-5-10 0,0 5-22 15,0 0-24-15,0-3-226 0,0 3-12 0,0 0 0 0,0-5 0 16,0 5 0-16,0 0 0 0,0 0 0 0,0 0 0 16,-14 18 0-16,7-8 0 0,-4 6 0 0,-4 7 0 15,0 0 0-15,-2 3 0 0,3 3 0 0,-6-1 0 16,0 0 0-16,5 4 0 0,-4-1 0 15,-3 1 0-15,9-2 0 0,1 2 0 0,0-2 0 0,3 1 0 16,1-1 0-16,2-2 0 0,4-1 0 0,0 1 0 16,6-3 0-16,2 0 0 0,2-1 0 0,5 0 0 15,-3-8 0-15,3 6 0 0,1-5 0 0,3 2 0 16,-1 2 0-16,-3-8 0 0,1-1 0 0,-2 2 0 16,-3-8 0-16,2 4 0 0,-3-3 0 0,1 1 0 15,0-1 0-15,-2-3-25 0,0-2-287 0,-1-1-55 16,2-1-55-16,-2 0-49 0,-6 0-61 0,14-6-43 15,-10-1-340-15,2-3-990 0,3 3 437 0</inkml:trace>
  <inkml:trace contextRef="#ctx0" brushRef="#br0" timeOffset="52090.4726">8010 4742 91 0,'0'0'469'0,"0"-6"14"0,0 6 3 15,0-4-5-15,0 4-2 0,-4-3-15 0,4 3-26 16,0 0-28-16,-4-4-33 0,4 4-31 0,0 0-33 16,0 0-31-16,0 0-37 0,0 0-23 0,0 0-31 15,-5 11 1-15,4-5-9 0,-2 4-17 0,1-1-13 16,-2 4-9-16,3-1-7 0,-3 4-16 0,0 2-14 15,-1-1-8-15,1 1-10 0,0-2-10 0,-2 0-9 16,0 2-7-16,0-2-1 0,1 0-6 0,3-4-5 16,-5 2-9-16,2-3 6 0,3 1-9 0,-3-1 0 15,1-2-10-15,0-1-1 0,1-1 3 0,1-4-6 16,0 4-8-16,2-4 7 0,-1 0-3 0,0 0 4 16,1-3 6-16,0 0-9 0,0 0-8 0,0 0 0 15,8-11 4-15,-5 2-4 0,3-2 3 0,4-6 0 16,-1-1-6-16,1-4 1 0,5-4 4 0,-6-1 8 15,4-1 1-15,0-4 2 0,-4 3-15 0,0 1-12 16,2-2 0-16,-3 5 0 0,-3 7 0 0,1-2 0 0,1 4 0 16,-4 4 0-16,1 3 0 0,-1-2 0 15,0 2 0-15,-1 6 0 0,-1-2 0 0,1 1 0 16,0 0 0-16,0 2 0 0,-2 2 0 0,0 0 0 0,0 0 0 16,5 12 0-16,-2-2 0 0,1 6 0 0,0 2 0 15,-1 1 0-15,0 8 0 0,1-2 0 0,-1 2 0 16,2-1 0-16,-4 0 0 0,3 0 0 0,-3-8 0 15,3 8 0-15,-4-8 0 0,1 1 0 0,1-2 0 16,-1 0 0-16,-1-1 0 0,0-3 0 16,0-1 0-16,0-1 0 0,0-2 0 0,0-2 0 0,0 0 0 15,1-1 0-15,-1 1 0 0,-1-4 0 0,0 0 0 16,2 2 0-16,-1-5 0 0,0 6 0 0,0-6 0 16,0 0 0-16,0 0 0 0,0 0 0 0,0 0 0 15,3-13-222-15,-1 7-76 0,-2-4-32 0,1 2-33 16,-1-4-13-16,-1 0-8 0,-3 0-8 0,2 1-9 15,-2 1 0-15,0 0 19 0,-2 1 11 0,-1 0 22 16,1 1 21-16,-1 2 39 0,-1-1 25 0,0 1 23 16,-1 0 29-16,0 4 20 0,-2-2 36 15,4 2 34-15,1 1 39 0,-2-2 35 0,-2 3 45 0,2-1 38 16,3 1 38-16,5 0 33 0,-14-2 28 0,9 4 35 16,5-2 23-16,-9 1 42 0,5 0 19 0,4-1 20 15,-9 2 25-15,9-2 16 0,0 0 4 0,0 0 7 16,0 0 4-16,-9-2-21 0,9 2-1 0,0 0-14 15,0 0-27-15,0 0-22 0,0 0-24 0,0 0-34 16,0 0-12-16,18-8-21 0,-11 6-10 0,4-1-18 16,-1 0-14-16,3 0-40 0,1 0-46 0,3-1-55 15,0 1-57-15,0-2-57 0,2 2-61 0,-1-3-71 16,3 2-78-16,-3-1-74 0,2-1-88 0,1 3-422 16,-1 0-1015-16,-7-1 450 0</inkml:trace>
  <inkml:trace contextRef="#ctx0" brushRef="#br0" timeOffset="53028.9409">8401 4866 61 0,'-3'6'366'0,"3"-6"29"0,3 3 24 0,-3-3 8 16,0 0 7-16,0 5-6 0,0-5-10 0,0 0 0 16,0 0-11-16,-6 2-14 0,6-2-18 0,0 0-23 15,0 0-29-15,0 0-23 0,2 5-37 0,-2-5-28 16,0 0-13-16,0 5-22 0,0 1-10 0,0-1-17 15,-2 1-20-15,2-1-19 0,0 2-7 0,-2 1-17 16,0-2 1-16,2 2-20 0,0 1-3 0,-3 0-13 16,2 0-5-16,1-1-13 0,0 1-1 0,0-4-15 15,-4 3-17-15,3-2-20 0,0-2-12 0,3 0-11 16,-2 2-9-16,0-3-16 0,0-3-1 0,0 6 9 16,2-4 2-16,-2-2 6 0,0 0 4 0,0 0 1 15,0 0 5-15,0 0 1 0,16-7-3 0,-11 3 11 16,-1 0-4-16,0-2 2 0,1 2 2 0,0-2-2 15,0-1 3-15,-1 4-1 0,1-1 3 0,0 0 3 16,-1 0-2-16,0 0 7 0,1 2 0 0,-5 2-1 16,5-2-1-16,-1-1-2 0,-4 3 3 0,9 0-2 15,-1-3-2-15,-1 7 2 0,-2-2-4 0,3-2 5 16,-1 3 0-16,0 1-3 0,1-2 1 0,1 3-1 0,-4-2 5 16,4 0 4-16,-2-1 0 0,0 4-1 15,3-4-1-15,-5 2-2 0,0-3 0 0,2 1-1 16,-3 0 4-16,-1-1-1 0,-3-1 7 0,0 0-14 15,9 0 19-15,-9 0-16 0,9-3 20 0,-9 1 0 0,0 2-6 16,4-7 5-16,-4 1 2 0,1 1-2 16,-1-3 2-16,-1 1 2 0,1-1 8 0,-4-1 0 15,2-1-2-15,-2 0 17 0,1 1-3 0,2 0-8 16,-5 0 2-16,4 3-2 0,1-3 12 0,-1 3-5 16,2 1-2-16,-3 1 2 0,3-1-25 0,0 5-17 15,0-7 0-15,3 2 0 0,3 1 0 0,0 1 0 16,3 1 0-16,4-1 0 0,-3 1-40 0,3 1-12 15,1 1 1-15,0 0 2 0,-2-1 6 0,3-2-1 16,-4 3 3-16,1 0 7 0,1 0 3 0,-3 0 4 0,-4 0 8 16,2 0-11-16,-3-1 5 0,-5 1 12 15,10 0 10-15,-6-2 15 0,-4 2 13 0,0 0 3 16,12 0 11-16,-10-1 9 0,-2 1-4 0,0 0 4 16,0 0 3-16,0 0 2 0,0 0-1 0,0 0-5 15,0 0 1-15,9 1-41 0,-9-1-7 0,0 0 0 0,0 0 0 16,0 0 0-16,0 0 0 0,0 0 0 0,4 3 0 15,-4-3 0-15,-2 6 0 0,2 0 0 0,0 0 0 16,-2 1 0-16,2 0 0 0,0 3 0 16,0-1 0-16,0 3 0 0,-2 0 0 0,4 0 0 0,-4 0 0 15,2 1 0-15,0 1 0 0,0 2 0 0,-2-1 0 16,2-4 0-16,2 4 0 0,0-1 0 0,-2-3 0 16,2 0 0-16,0 2 0 0,1-3 0 0,3 0 0 15,-1 0 0-15,1-2 0 0,2 1 0 0,-3-5 0 16,3 2 0-16,1-1 0 0,-4-4 0 0,0-1 0 15,4 0 0-15,0-2 0 0,-4-3 0 0,3 2 0 16,0-3 0-16,-6-2 0 0,6-1 0 0,-3 0 0 16,-4 0 0-16,2-1 0 0,-2 1 0 0,1-1 0 15,-3 0 0-15,0 2 0 0,-3-2 0 0,3 1 0 16,-2 3 0-16,-3-2 0 0,2 2 0 0,-1 1 0 16,0 1 0-16,-3 1 0 0,3 1 0 0,-8 1 0 15,7 0 0-15,-2 3-138 0,-2-1-140 0,1 2-57 16,0 2-91-16,0 2-74 0,-1-3-97 0,2 3-390 15,-1-2-1068-15,-1 0 473 0</inkml:trace>
  <inkml:trace contextRef="#ctx0" brushRef="#br0" timeOffset="53638.0205">9314 4905 293 0,'0'0'351'0,"-7"0"13"16,7 0 21-16,0 0 9 0,0 0 6 0,0 0 12 16,0 0 8-16,0 0 6 0,0 0-8 0,0 0 4 15,0 0-22-15,0 0-13 0,0 0-33 0,0 0-37 16,0 0-26-16,17-3-27 0,-11 0-20 0,5 0-20 15,1-1-15-15,1 2-21 0,6-2-21 0,-1 2-16 16,2-2-13-16,0 1-16 0,0 0-10 0,-1 1-14 16,3 0-19-16,-7-1 3 0,6 3-9 0,-11-3-67 15,4 3-6-15,-1-1 0 0,-2-1 0 0,1 1 0 16,-2-2 0-16,-3 2 0 0,1 0-85 0,-3 0-71 16,3 0-47-16,-1 0-59 0,0-3-77 0,1 2-68 15,-2-2-75-15,3 0-82 0,-1 1-386 0,-2-1-1027 16,2-2 455-16</inkml:trace>
  <inkml:trace contextRef="#ctx0" brushRef="#br0" timeOffset="54235.7986">9964 4657 253 0,'5'-5'552'0,"-1"2"33"0,0-2 2 16,-3 0 8-16,3 1-25 0,-4 4-26 0,3-4-18 31,-2-1-31-31,-1 5-30 0,0 0-33 0,1-6-39 0,-1 6-41 0,0 0-34 0,0 0-34 0,0 0-27 16,0 0-32-16,0 0-21 0,0 0-17 0,0 0-11 15,-2 16-14-15,-1-7-133 0,-1-1-29 0,2 5 0 16,-1-1 0-16,-1 1 0 0,-1 3 0 0,0 1 0 16,1-1 0-16,0 1 0 0,-1 1 0 0,0 1 0 15,1-2 0-15,-2 2 0 0,0-1 0 0,0-2 0 16,5 1 0-16,-4-3 0 0,-2 1 0 0,6-4 0 15,-8-1 0-15,8 1 0 0,-1-1 0 0,-2-5 0 16,1 2 0-16,1-1 0 0,-1-1 0 0,2-1 0 16,-1 1 0-16,2-5 0 0,-2 4 0 0,2-4 0 15,0 0 0-15,0 0 0 0,0 0 0 0,0-14 0 16,4 4 0-16,0-1 0 0,-1-6 0 0,3-8 0 0,0 1 0 16,0-6 0-16,2 1 0 0,-3 1 0 15,4-2 0 1,-3-3 0-16,2 3 0 0,1 3 0 0,-1-1 0 0,-2 5 0 0,-1-1 0 0,-1 5 0 0,1 5 0 15,-1 2 0-15,-1 2 0 0,-2 1 0 0,0 2 0 16,3 1 0-16,-4 1 0 0,4 2 0 0,-4 3 0 16,1-4 0-16,-1 4 0 0,3-3 0 0,-3 3 0 15,6 10 0-15,-1 2 0 0,-1 3 0 0,2 3 0 16,4 6 0-16,-3-2 0 0,2 3 0 0,-3-5 0 16,2 7 0-16,-2-2 0 0,1 0 0 0,-2-1 0 15,-1 0 0-15,1-3 0 0,-3-2 0 0,1-4 0 16,-1 3 0-16,1 0 0 0,-2-2 0 0,3 0 0 15,-4-5 0-15,0-2 0 0,1-1 0 0,-1-1 0 16,2-1 0-16,-4 0 0 0,4-1 0 0,0-2 0 16,0 2 0-16,-2-5 0 0,2 3 0 0,-2-3-112 15,0 0-266-15,0 0-50 0,0 0-29 0,0 0-30 32,-5-16-50-32,2 11-24 0,-2-1-312 0,0-5-944 15,-1 6 419-15</inkml:trace>
  <inkml:trace contextRef="#ctx0" brushRef="#br0" timeOffset="54423.2558">9893 4871 177 0,'-9'2'372'0,"9"-2"42"0,-7 2 23 0,5 0 35 16,2-2 14-16,0 0 11 0,-8 1-8 0,8-1-4 16,0 0-18-16,0 0-19 0,0 0-25 15,0 0-43-15,0 0-44 0,0 0-33 0,0 0-36 16,14-7-29-16,-2 3-31 0,5 1-56 0,4-1-63 0,-2 1-81 15,3 1-73-15,5-1-83 0,-1-3-76 0,1-1-75 16,-6 3-72-16,-1-1-77 0,-1-1-74 16,-1 2-321-16,-1 1-913 0,1-4 403 0</inkml:trace>
  <inkml:trace contextRef="#ctx0" brushRef="#br0" timeOffset="55049.5832">10303 4866 109 0,'0'0'499'0,"0"0"13"0,0 0 9 16,0 0-6-16,0 0-14 0,0 0-13 0,0 0-23 16,0 0-18-16,0 0-15 0,0 0-25 0,2-9-23 15,-2 9-33-15,0 0-27 0,0 0-29 0,0 0-33 16,0 0-25-16,0 0-26 0,0 0-26 0,0 0-24 15,0 0-15-15,0 0-20 0,0 0-6 0,0 14-13 16,0-10-12-16,2 3-4 0,-1-2-13 0,-1 1-13 16,0 3-8-16,1-3-57 0,-1 4 0 0,1-1 0 15,-1 1 0-15,0 0 0 0,2-2 0 0,-2 1 0 16,1 0 0-16,0 0 0 0,-1-1-74 0,2-1-34 16,-2-1-17-16,0-2-13 0,2 2-14 0,-2-3-2 15,0 2 3-15,0-5 10 0,1 4 9 0,-1-4 20 16,0 4 17-16,0-4 9 0,0 0 9 0,0 0 19 15,12-8 22-15,-6 1 20 0,-1 2 26 0,3-1 9 16,-4-2 17-16,6 0 13 0,-5 0 17 0,4 1 12 16,-5 2 1-16,1-1-7 0,0-1 10 0,3 2 11 15,-4-1-3-15,-2 2 4 0,2 2-12 0,0 0-13 16,1-1-11-16,-5 3-7 0,10-1-8 0,-6 0 0 16,-4 1-6-16,12 2-7 0,-7 2 0 0,0-2-1 15,4 2 2-15,-4-1-2 0,1 4-7 0,2-3-3 16,-3 0-1-16,1 0-4 0,0 2 2 0,-1-6 1 15,0 5-10-15,-1-2-1 0,1 0-4 0,-2 0 5 16,1-1 2-16,2-2 0 0,0 0 4 0,-6 0-7 16,11-1 1-16,-6-2 7 0,1-2-2 0,0 1 5 15,1-2 4-15,0 0 13 0,-3-3 7 0,-2 2 0 0,1-2-38 16,1-2-3-16,-4 0 0 0,1 0 0 16,-1-1 0-16,0 2 0 0,-4-1 0 0,3-2 0 15,-3 4 0-15,0 0 0 0,3 0 0 0,-3 2 0 16,3 4 0-16,1-5 0 0,-2 5 0 0,0-1 0 0,2 4 0 15,0-3 0-15,0 3 0 0,0 0 0 0,0 0-234 16,0 0-64-16,0 0-74 0,14 0-86 0,-9 4-101 16,4 0-486-16,4 2-1133 0,-5-5 501 15</inkml:trace>
  <inkml:trace contextRef="#ctx0" brushRef="#br0" timeOffset="55518.2296">10823 4907 64 0,'9'0'437'0,"-9"0"9"0,0 0-4 0,0 0-7 15,0-7-10-15,0 7-15 0,1-4-28 0,-1 4-13 16,0 0-23-16,3-4-17 0,-3 4-31 0,0 0-25 16,2-3-24-16,-2 3-29 0,0 0-28 15,0 0-11-15,0 0-24 0,0 0-15 0,0 0-21 0,0 0-22 16,0 0-1-16,0 0-9 0,8 7-9 0,-4-3-12 15,-3-2-2-15,3 3-10 0,2 1-6 0,-2-1-3 16,-1 0-12-16,-3-1-2 0,2 1-4 16,-1 4 1-16,-3-3-2 0,2 0-5 0,-1 0-3 0,-3-1-3 15,1 1-4-15,1 1-18 0,-6 0 4 0,6-4-5 16,-5 1-2-16,1 0-2 0,-2-1 0 0,-1-1 1 16,4 0 3-16,0-2 5 0,5 0-4 0,-17 0 2 15,13-3 6-15,-2 1-3 0,0-3 8 0,3 3 13 16,-1-4 8-16,2 0 7 0,-2-2 2 0,4 2 9 15,-1-1 2-15,1 2-1 0,0-3 2 0,-2 2-4 16,4 0-4-16,-1 0-6 0,3 3-1 0,-2 0-11 16,-1-1 7-16,-1 4-9 0,3-6-2 0,-3 6-4 15,5-2-1-15,-5 2-3 0,0 0 2 0,14 5-5 16,-7-1 2-16,-4 0 2 0,4 1-8 0,-2 0 1 16,3 2 0-16,-1-1 1 0,0 2-16 0,-2-3-28 15,3 2-33-15,-2 1-37 0,4-1-23 0,-5-1-33 16,7 0-51-16,-1-2-65 0,1 1-61 0,2 0-59 15,4-4-64-15,-1 0-408 0,-2-2-943 0,-1-2 417 16</inkml:trace>
  <inkml:trace contextRef="#ctx0" brushRef="#br0" timeOffset="55832.1269">11110 4670 401 0,'2'-4'457'0,"-2"-2"15"0,0 6 5 0,0-8 10 16,1 6-2-16,-1-3-32 0,3 3-21 0,-3 2-37 16,0 0-24-16,0-5-26 0,0 5-27 0,0 0-22 15,0 0-23-15,2-6-36 0,-2 6-15 0,0 0-26 16,0 0-17-16,0 0 12 0,9 16-1 0,-4-9 2 16,1 4 3-16,2 3-7 0,0 1 1 0,1 1 4 15,4 7-4-15,-2 1-21 0,-4 0-168 0,0 3 0 16,2 0 0-16,-5-2 0 0,1 0 0 0,-5-1 0 0,0 3 0 15,-2-3 0-15,-1 3 0 0,-6-1 0 16,-2-1 0-16,-4 0 0 0,-4 0 0 0,-5-1 0 16,-14 6 0-16,-3-1 0 0,10-9 0 0,-10 9 0 0,7-11 0 15,-3-3-251-15,4 2-453 0,-2-8-502 0,-1 2-1307 16,8 0 578-16</inkml:trace>
  <inkml:trace contextRef="#ctx0" brushRef="#br0" timeOffset="57381.1269">6534 5515 70 0,'0'0'265'0,"0"0"-9"0,0 0-4 0,0 0 1 15,0 0-10-15,0 0-4 0,0 0-10 0,0 0-1 16,0 0-4-16,0 0-5 0,0 0-3 0,0 0-7 15,0 0-6-15,0 0-9 0,0 0-3 0,0 0-5 16,6-5-7-16,-6 5-9 0,0 0-1 0,0 0-1 16,0 0-12-16,0 0-1 0,0 0-7 0,0 0-3 15,0 0 0-15,0 0-11 0,0 0 1 0,0 0-8 16,0 0-11-16,0 0-12 0,0 0-11 0,9 0-4 16,-9 0-12-16,14-2-8 0,-5 2-9 0,4-3-2 15,1 2 1-15,4-3-5 0,0 4-6 0,1-2 9 16,1-1 2-16,2 1 5 0,9-1 7 0,-4-1-6 15,1 4 2-15,-6-2-4 0,4-3 30 0,2 3-2 0,1 0-14 16,0 0-1-16,-2-3-2 0,4 0-1 16,-2 2 0-16,-1 1-19 0,0 1 11 0,3-3-2 15,2 4 2-15,-5-3-5 0,-1 2-4 0,4-1-3 16,-2 2-5-16,-1-2-3 0,0 0-5 0,-1 1 6 0,-5 0-12 16,0 0 3-16,1 0 3 0,-3-3-12 0,2 6 4 15,0-4-10-15,-1 1-2 0,-1-2-3 0,2 3 2 16,0-2-10-16,-4 2-9 0,5-1 0 0,0-2 0 15,-4 1 0-15,3 1 0 0,0 1 0 0,1-1 0 16,-3 0 0-16,10-2 0 0,-9 1 0 0,10-1 0 16,-9 2 0-16,7-1 0 0,-1-1 0 0,-1 0 0 15,-4 0 0-15,5 2 0 0,2 0 0 0,-4-2 0 16,4 1 0-16,-2-3 0 0,-1 1 0 0,-5 1 0 16,6 0 0-16,0-1 0 0,1 1 0 0,-2 2 0 15,1-1 0-15,0-1 0 0,0-1 0 0,-7-2 0 16,8 4 0-16,-2-2 0 0,1 0 0 0,3-1 0 15,-3 2 0-15,-1 0 0 0,3-4 0 0,0 4 0 16,-1-3 0-16,0 4 0 0,2-4 0 0,0 4 0 16,-1-2 0-16,-1 0 0 0,0 0 0 0,-1 3 0 15,4-2 0-15,-5 1 0 0,4 1 0 0,1-1 0 16,-3 0 0-16,2-3 0 0,-2 4 0 0,3-1 0 16,-4-2 0-16,4 2 0 0,0-2 0 0,0 0 0 15,4 1 0-15,-4-2 0 0,2 3 0 0,-2-1 0 16,0 0 0-16,0-1 0 0,3 4 0 0,-2-1 0 0,0-3 0 15,3 2 0-15,0 0 0 0,-4-1 0 0,2 0 0 16,2 1 0-16,2 0 0 0,-8-1 0 16,3 2 0-16,-4-1 0 0,4 1 0 0,-1 0 0 15,-1 2 0-15,1-1 0 0,-3 0 0 0,2-2 0 0,-3 0 0 16,3 2 0-16,-2 0 0 0,1 0 0 0,-2 2 0 16,-8-2 0-16,8-2 0 0,2 2 0 0,-3 2 0 15,1-2 0-15,-7-2 0 0,9 2 0 16,-1-3 0-16,-1 3 0 0,0-1 0 0,4-1 0 0,-2 0 0 15,-5 0 0-15,3 2 0 0,1 0 0 0,-1-1 0 16,-7 1 0-16,2-2 0 0,4 1 0 0,3-1 0 16,-10 2 0-16,12 0 0 0,-10 0 0 15,7 1 0-15,-10-4 0 0,9 2 0 0,2 1 0 0,-2 0 0 16,0-2 0-16,-6 1 0 0,7-1 0 0,0 3 0 16,-2-1 0-16,-5-1 0 0,6-1 0 0,-6 1 0 15,6-1 0-15,3 0 0 0,-11 1 0 0,8 1 0 16,-6-2 0-16,-2 0 0 0,1 2 0 0,2-1 0 15,-5 1 0-15,-3-2 0 0,-1 2 0 0,-4-1 0 16,-3 1 0-16,-1 1 0 0,2-1 0 0,-8 0 0 16,8-1 0-16,-8 1 0 0,9 1 0 0,-9-1 0 15,6-1 0-15,-6 1 0 0,0 0 0 0,7-1-3 16,-7 1-64-16,0 0-11 0,0 0-28 0,0 0-8 16,0 0-23-16,0 0-29 0,0 0-31 0,0 0-37 15,0 0-49-15,4-1-54 0,-4 1-45 0,0 0-41 16,0 0-58-16,0 0-384 0,0 0-935 0,0 0 414 15</inkml:trace>
  <inkml:trace contextRef="#ctx0" brushRef="#br0" timeOffset="59085.5894">7666 5763 290 0,'-1'-4'364'0,"1"4"9"0,0-9 19 0,0 9-4 0,0-5 3 15,0 5-2-15,0-5-4 0,0 1-15 0,0 4 15 16,1-4-21-16,-1 4-20 0,-2-4-18 0,2 4-31 16,0 0-24-16,0 0-44 0,2-5-12 0,-2 5-30 15,0 0-15-15,0 0-23 0,0 0-10 0,5 9-19 16,-2-2-8-16,0 1-20 0,2 2 10 0,0 0-5 15,0 1-7-15,-1 6-10 0,1 0-5 0,-1 0-8 16,2-1-6-16,-1 3-6 0,-2-1 5 0,2 0-13 16,-3-2 3-16,3 4-8 0,-2 0-5 0,0-1-3 15,0-2-8-15,1 1-7 0,2-3-17 0,-3 1-13 16,1-2-8-16,1-2-7 0,-4-2-6 0,2-4 0 16,-3 3-2-16,1-6-1 0,2 2 6 0,-2 0 7 15,0-1 6-15,-1-4-2 0,0 0 8 0,0 0 2 16,14-9 5-16,-10 4 10 0,3-4 9 0,-2 0 5 15,1-3 5-15,-1 1 3 0,3-4 14 0,-3 3-6 16,1-2 10-16,2 3 0 0,-2-5 8 0,0 8 12 16,0-2-5-16,-2 2 7 0,0 3 1 0,1-3-6 15,-4 5-9-15,4-2-4 0,-2 2-8 0,2-1-7 16,0 3-5-16,1-1-2 0,3 1-12 0,-9 1-15 16,14 4 0-16,-1-2 0 0,-1 6 0 0,-3-5 0 0,3 2 0 15,1 5 0-15,-3-4 0 0,3 1 0 0,-1 0 0 16,-1-1 0-16,-2 1 0 0,0-1 0 0,0-1 0 15,2 1-27-15,-8-2 4 0,3-1 13 16,0 0-1-16,-1-1-1 0,1-1 2 0,-1-1 5 0,-5 0 15 16,14-6 13-16,-10 0 11 0,4 0-3 0,-3-3-31 15,-3-1 0-15,3-6 0 0,-1 1 0 16,-2-2 0-16,0-3 0 0,-1 1 0 0,1-7 0 16,-5 0 0-16,-1-1 0 0,-1 0 0 0,0 0 0 0,-3 2 0 15,1 1 0-15,2 6 0 0,-1 0 0 0,0 3 0 16,1-1 0-16,0 8 0 0,1-2 0 0,2 5 0 15,-1-1 0-15,2 0 0 0,-2 1 0 0,3 3 0 16,0 2 0-16,-2-4 0 0,2 4 0 0,0 0 0 16,0 0 0-16,3 19 0 0,0-11 0 0,0 4 0 15,3 4 0-15,0-2 0 0,2 1-113 0,-3 0-363 16,0 0-79-16,2-1-75 0,-4 2-440 0,0-4-1159 16,1 1 513-16</inkml:trace>
  <inkml:trace contextRef="#ctx0" brushRef="#br0" timeOffset="59634.7329">8286 5956 73 0,'0'0'422'15,"0"0"9"-15,3-6 0 0,-3 6-9 0,0 0-11 16,0-5-16-16,0 5-16 0,2-1-15 0,-2 1-21 15,3-3-22-15,-3 3-25 0,4-5-28 0,-3 1-23 16,4 3-24-16,-1-2-20 0,-4 3-27 0,7-1-15 16,-1 1-19-16,-1-1-14 0,4 1-9 0,-3 1-15 15,0 1-11-15,3 1-7 0,1 3-7 0,2-2-11 0,-5-1-8 16,3 2 0-16,-3 4-8 0,1-3-5 16,0 0-6-16,-2 2-3 0,-1 1-1 0,0-1-4 15,-1-1-10-15,0 0 2 0,0 3-4 0,-3 1-2 16,2-2 3-16,-2-3-6 0,-1 3 3 0,0-3-13 0,-1 0 10 15,-2-2-4-15,3 2-1 0,-1-1-3 0,-2-1-1 16,2 3 0-16,1-5 1 0,0-2 2 0,0 4 2 16,0-4 0-16,0 0-2 0,0 0 3 15,0 0-1-15,0 0 1 0,0 0 14 0,0-21 8 0,1 14 6 16,3-3-4-16,0-1 3 0,1 1 8 0,0-1 2 16,3-3-2-16,0 3-2 0,-2 0 1 0,1 2-1 15,1 2-5-15,0-2-4 0,-3 2 2 16,3-1-4-16,-2 5-7 0,0 0-8 0,0 1-2 0,0 2 9 15,2 0-2-15,-1 1-6 0,2 2 11 0,0 4-3 16,-1 0 1-16,2 1-1 0,-5 1 6 0,3 0-1 16,-1 1-13-16,1 1 4 0,-3 1-1 0,-1 2-15 15,1-1 17-15,0-2-7 0,-1 0-1 0,0 0-6 16,0 0 8-16,-3-4-18 0,2 2-25 0,-2-3-33 16,-1-1-28-16,1 0-33 0,2 0-25 0,-3-1-12 15,1-2-39-15,-1-2-40 0,9 2-64 0,-9-2-52 16,9-5-45-16,-4 1-51 0,4-3-58 0,-1 0-317 0,-2-2-891 15,0-1 394-15</inkml:trace>
  <inkml:trace contextRef="#ctx0" brushRef="#br0" timeOffset="62747.4661">20474 2307 64 0,'-7'-1'340'0,"7"1"6"0,0 0 1 0,0 0 8 16,0 0-2-16,0 0-3 0,0 0 1 0,0 0-7 0,-5-7-7 15,5 7-9-15,0 0-7 0,0 0-6 0,0 0-29 16,0 0-22-16,6-8-23 0,-6 8-24 0,5-3-21 15,-1 2-4-15,0-2-12 0,1-1-15 16,1 0-14-16,2 0-10 0,2-1-14 0,7-3 1 16,-1 0-1-16,2-4-6 0,0 1-3 0,8-5-11 15,-2 0 6-15,-2 0 7 0,-7 3-7 0,3 2 1 0,-3-1-8 16,-1-1-5-16,-2 2-1 0,-2 0 1 16,-2 3 3-16,-2-2 6 0,-1 2 3 0,0-1-29 15,-1 0-84-15,0 4 0 0,-3-3 0 0,2 2 0 16,-3-1 0-16,0 1 0 0,-4 0 0 0,4 0 0 15,-4 1 0-15,-1 2 0 0,-1-1 0 0,1 2 0 0,-4 0 0 16,-2-1 0-16,-1 4 0 0,-2 3 0 0,-3 2 0 16,0 2 0-16,-3 2 0 0,6 1 0 15,-4 0 0-15,-1 7 0 0,2-3 0 0,0 5 0 16,1 4 0-16,-1-1 0 0,5-6 0 0,1 1 0 16,-1 6 0-16,7-6 0 0,-2-2 0 0,2 2 0 0,4-2 0 15,1 2 0-15,2-3 0 0,3-3 0 0,3-2 0 16,7 4 0-16,1-4 0 0,9 2 0 15,3-5 0-15,3 1 0 0,-2-3 0 0,2 2 0 16,-2-4 0-16,0-3 0 0,-1 0 0 0,-4 0 0 16,-5-3 0-16,3 1 0 0,-2-2 0 0,0 0 0 15,-1 2 0-15,-4-3-71 0,-2 2-69 0,0 0-30 16,-2-2-38-16,-1 2-42 0,-1-1-47 0,-2 1-82 16,0 2-68-16,0-5-106 0,-3 4-393 0,-1-3-1026 15,-3 5 454-15</inkml:trace>
  <inkml:trace contextRef="#ctx0" brushRef="#br0" timeOffset="63248.6972">21214 2289 146 0,'0'0'476'0,"0"-5"8"16,0 5 0-16,0-7-8 0,0 7-30 0,-5-7-35 16,5 7-23-16,-6-6-22 0,3-2-23 0,3 8-24 15,0 0-21-15,-5-4-31 0,5 4-25 0,0 0-22 16,0 0-26-16,0 0-24 0,-7 0-22 0,7 0-18 16,0 0-10-16,0 0-11 0,0 0-11 15,-11 13-11-15,6-8-11 0,1 1-7 0,1 0-7 0,-3-1-4 16,-1 3-6-16,4 2-6 0,-3-1-6 0,1 1-5 15,0 0 0-15,2-3-4 0,-1 1-6 0,2-1 1 16,0 1 0-16,1-3-2 0,0 3-7 0,2 1 0 16,2-1 7-16,0-1-5 0,0-2 11 15,1 2-7-15,0 0 11 0,6-1 0 0,-4 1 2 16,3 0 0-16,-4-3 3 0,4 4 1 0,0-2-3 16,-4 0 1-16,3-1 5 0,-2 0-8 0,-6-5 3 0,9 6 5 15,-6-3-4-15,-3-3-4 0,5 6-4 0,-1-2 3 16,-4-4-6-16,0 0 0 0,1 10 0 15,-1-10 6-15,-5 10-1 0,-4-4 12 0,-4 2-1 16,1-3-7-16,1 1 5 0,-8 1-10 0,1-1 4 16,5-2-6-16,-2 0-5 0,1 1-25 0,2-2 0 15,1 0-42-15,2-2-22 0,4 1-25 0,5-2-26 0,-14 4-38 16,10-4-70-16,4 0-78 0,-6-5-109 0,6 5-100 16,2-10-113-16,6-1-321 0,2-1-1022 0,6 0 452 15</inkml:trace>
  <inkml:trace contextRef="#ctx0" brushRef="#br0" timeOffset="63577.2656">21578 2285 7 0,'0'0'430'0,"-12"-2"0"0,12 2-6 0,-10 1-1 16,10-1-8-16,-8-2-10 0,8 2-10 0,0 0-9 16,0 0-15-16,-10-5-10 0,10 5-12 0,0 0-18 15,-3-4-10-15,3 4-17 0,0 0-19 0,0 0-18 16,0 0-24-16,0 0-24 0,0 0-19 0,14-6-30 16,-5-1-19-16,4 3-14 0,5 1-11 0,2-1-9 15,0-3-21-15,1 2-3 0,1 0-19 0,-3 1-4 16,2-3-7-16,-1 3-2 0,-5 0-7 0,-1 1-25 15,-1 0-28-15,-1 2-24 0,-2-2-32 0,-2 2-32 16,-8 1-48-16,12 5-57 0,-7-3-46 0,-5-2-49 16,9 1-36-16,-5 1-27 0,-4-2-38 0,1 6-40 15,-1-6-54-15,0 0-322 0,-7 10-870 0,4-7 385 16</inkml:trace>
  <inkml:trace contextRef="#ctx0" brushRef="#br0" timeOffset="63811.5846">21578 2420 30 0,'-6'3'378'0,"2"-1"20"0,4-2 18 0,-5 3 5 15,4 1 6-15,1-4-8 0,-3 2-14 0,3-2-32 16,0 0-20-16,0 0-30 0,0 0-34 0,0 0-23 16,0 0-23-16,19-8-15 0,-8 4-17 0,-1 2-22 15,1-1-15-15,1-1-21 0,-2-2-9 0,4 2-16 16,-1-1-12-16,1 1-12 0,-1-1-15 0,5-3-28 15,-5 4-47-15,2-4-54 0,0 4-50 0,2-4-64 16,1 2-74-16,-2-2-86 0,-1-1-74 16,2 0-71-16,-4-1-322 0,1 2-844 0,-5 0 374 0</inkml:trace>
  <inkml:trace contextRef="#ctx0" brushRef="#br0" timeOffset="64045.9097">21935 2203 93 0,'0'0'394'0,"4"-4"25"0,-1-1 17 0,-3 5 20 15,2-6 5-15,-2 6-12 0,4-3-15 16,-4 3-25-16,4-3-23 0,-4 3-26 0,4-4-28 16,-4 4-31-16,0 0-22 0,0 0-3 0,0 0 9 15,16 10-6-15,-9-5-8 0,-1 2-11 0,-1 3-21 16,0-1-23-16,-1 2-18 0,0 1-22 0,0 3-13 0,-3 4-15 16,-2 0-15-16,-3-2-10 0,0 1-12 15,-5 4-7-15,-1 3-104 0,-4-1 0 0,4-6 0 16,-7 1 0-16,0 1-114 0,-3 2-62 0,2-4-65 15,4-6-61-15,-1 1-86 0,-2-3-88 0,2 1-99 16,-2-4-412-16,5 1-1068 0,1-1 472 0</inkml:trace>
  <inkml:trace contextRef="#ctx0" brushRef="#br0" timeOffset="64719.8632">22685 1849 92 0,'2'-9'461'0,"-1"-1"10"0,1 0-3 0,0 2-6 31,-2 0-26-31,-2 2-25 0,2-1-31 0,-1 2-25 0,0 2-32 0,1 0-32 0,-3-2-33 0,3 5-26 0,-10-1-22 16,4 1-24-16,-5 4-21 0,-1-1-18 16,-2 5-11-16,-3 4-15 0,0-1-16 0,2 4-6 15,-4 3-10-15,1 1-10 0,1 1-5 0,2 1-8 16,3-5-6-16,1 7-5 0,0-7-7 0,4 2-1 15,-2-2-7-15,4 0 1 0,1 0-6 0,3 0-8 16,0 2 2-16,2-7-4 0,0 1-1 0,5 4-2 16,-3-5 0-16,5 0 2 0,0-1 3 0,3-2-7 15,-1 6 4-15,3 0-1 0,2-1-1 0,-2-1-5 16,5-1 1-16,-5-1-5 0,0 0 5 0,-3-3-7 16,0 0 3-16,-2 2-3 0,1-3 0 0,-3 1 0 15,-1-1 1-15,0-1-4 0,-1 2 3 0,-2-1 0 31,-1-1 0-31,-2 3 0 0,-2-1 4 0,-1 0-3 0,-4 3 3 0,-3-3 0 0,-4 1 1 0,-5 1-17 32,1-1-29-32,-1 0-28 0,-1-1-28 0,6-3-25 0,-5 3-28 0,7-3-28 0,0-4-36 0,7 3-28 15,-3-3-40-15,9 0-41 0,-14-5-50 0,12 1-57 16,2 4-34-16,3-11-239 0,3 1-750 0,3 0 333 16</inkml:trace>
  <inkml:trace contextRef="#ctx0" brushRef="#br0" timeOffset="65755.1267">22750 2171 123 0,'0'0'406'0,"7"-5"35"0,-7 5 10 32,5-6 8-32,-5 6-7 0,4-4-7 0,-4 4-7 15,0 0-17-15,0 0-23 0,4-8-24 0,-4 8-27 16,0 0-31-16,0 0-43 0,0 0-31 0,0 0-26 0,0 0-21 15,0 0-25-15,0 0-13 0,0 0-19 0,0 0-20 16,7 14-7-16,-3-9-13 0,0 1-11 0,-4-6-4 0,3 11-12 0,-1-1-5 0,2-3-4 31,-3 2-29-31,1 0-24 0,-2-4-16 0,0 2-22 16,1-1-17-16,0 2-13 0,0-2-12 0,1-3-11 16,0 0 0-16,-2-3 2 0,3 7 12 0,-3-7 7 0,2 5 12 0,-2-5 5 0,0 0 6 0,0 0 8 31,0 0 1-31,20-12 23 0,-12 7 11 0,-1-1 10 0,-1-2 12 0,-1 0 5 0,3-2 5 0,0 3 9 15,-1-1 8-15,2-1 1 0,-4 1-3 0,2 2 9 32,-2 1 0-32,1-3-5 0,-2 3-6 0,-1 0-1 15,-3 5-2-15,6-7-8 0,-6 7-3 0,6-4-11 0,-6 4-3 0,0 0-7 0,13 0 1 0,-13 0-6 16,0 0 1-16,13 4-4 0,-4-1-1 0,-4 1 0 16,0 1 0-16,0 0-3 0,3 2 4 0,-2-1-26 15,-2 3-13-15,4 1-10 0,-4-1-22 0,0-2-15 16,-2-1-12-16,6 1-15 0,-6-5-13 0,-2-2-3 31,1 10-6-31,-1-10 7 0,2 6 17 0,-2-6 12 16,1 5 8-16,-1-5 16 0,0 0 16 0,0 0 3 15,0 0 5-15,0 0 7 0,0 0 12 0,16-12 12 16,-16 12 12-16,3-8 1 0,0 5 9 0,-1-6 12 16,-2 3 5-16,3 1 7 0,-1 0 15 0,1-1 9 15,-2 0 2-15,2 1 3 0,-3-1 3 0,2 1 0 16,1 1-6-16,-2 0-2 0,-1 4-7 0,4-5-1 15,-4 5-8-15,3-7-7 0,2 5 0 0,-5 2-4 16,10-3-5-16,-10 3-1 0,10-1-5 0,-10 1-4 16,9 1 1-16,-9-1 0 0,12 3-1 0,-6-1 1 15,-1 1-6-15,-1 2 1 0,-1-1 0 0,0 0-2 16,1 1 2-16,-3 2 0 0,3-1-1 0,-4-2 0 16,0 2-2-16,2 0-2 0,-2-6 0 0,-2 10-13 15,2-7-8-15,0-3-2 0,0 8 1 0,0-8 4 16,0 5 4-16,0-5 9 0,0 0 4 0,0 0 2 15,0 0-7-15,0 0 0 0,17-16 3 16,-7 2-1-16,4 3-3 0,0-4 2 0,2 1 10 16,4-5 11-16,1-2 10 0,-2 4 7 0,-3 3 8 0,5-3-3 15,-6-3 1-15,4 2-5 0,-5 4 5 0,1 0-4 16,-3 0 1-16,0-1-4 0,-1-1-5 0,1 1-6 16,-1-1 0-16,1 2 1 0,-3 1-5 15,-2-2 2-15,0 5-2 0,-1-1-4 0,0 1-5 16,-3 2 0-16,0 2-3 0,-1 0 12 0,1-1-14 15,-1 4-3-15,0-1-2 0,-1-1-4 0,0 4-3 16,-1 1 3-16,1-7-8 0,-1 7 4 0,0 0-3 0,0 0 2 16,0 0-2-16,0 0-6 0,-19 7 1 0,12-4 1 15,-4 4 1-15,4 0-1 0,-2 2 2 0,-4 3 0 16,0 0 3-16,-1 3-3 0,5 1 3 0,0 2 7 16,-1-1-10-16,2 2 4 0,3 6 2 15,0 0-1-15,1-2 5 0,2 5 19 0,4-2 2 16,-2 1 5-16,5 2 4 0,-3 2 0 0,1-5 4 0,0 3 11 15,2-2-2-15,-3-2 5 0,5 1-2 0,-3 2 0 16,-3-1-8-16,3-1 13 0,0 1-10 0,-3-6-12 16,-1-2 2-16,0 7 2 0,3-2-15 0,-6-6 16 15,3-1-7-15,0-1-6 0,-1 2-2 0,-2-7-3 16,3 0 0-16,-1 0-24 0,-2-6-12 16,2 4-29-16,0-4-19 0,-2 2-27 0,3-2-27 0,-5-1-26 15,5-4-37-15,-3 8-39 0,3-8-44 0,0 0-47 16,0 0-76-16,0 0-78 0,0 0-61 0,0 0-349 15,0 0-951-15,8-27 421 0</inkml:trace>
  <inkml:trace contextRef="#ctx0" brushRef="#br0" timeOffset="65988.0802">23333 2378 230 0,'0'0'436'16,"-7"-7"24"-16,7 7 12 0,-3-4-6 0,3 4-29 15,-1-5-38-15,1 5-35 0,0 0-35 0,0-9-37 16,0 9-30-16,2-8-27 0,2 4-26 0,1-2-28 16,4-1-27-16,0 3-26 0,1-3-38 0,1 3-35 15,0-3-21-15,7 0-30 0,-8 2-21 0,8-2-39 16,0-4-26-16,2 2-37 0,7-5-38 0,-9 4-42 16,0-1-44-16,6-4-42 0,-7 5-34 0,-2 1-48 15,-3 2-199-15,-1-2-613 0,1 2 272 0</inkml:trace>
  <inkml:trace contextRef="#ctx0" brushRef="#br0" timeOffset="66379.3213">23694 2139 51 0,'0'0'334'0,"0"0"6"0,0 0 13 0,0 0 21 16,0 0-19-16,0 0-5 0,9 5-16 0,-9-5-11 16,0 0-22-16,0 0-24 0,0 0-23 0,3 4-31 15,-3-4-24-15,0 0-26 0,0 0-21 0,0 0-19 16,-1 7-12-16,1-7-13 0,1 7-4 0,-1-7-16 15,3 12-7-15,-4-5-7 0,1 4-7 0,0-2-8 16,-3 0-7-16,1 2-2 0,-1-1 1 0,-1 0-8 16,-1 0-1-16,-1-1-4 0,-1 1-4 0,0-4-1 15,-2 1-4-15,0-2 0 0,1-2-7 0,3 4-4 16,-4-6-3-16,4 2 0 0,-3-2 2 0,8-1 3 16,0 0-1-16,-18-5 0 0,13 1 13 0,4-2 7 15,-3 1 5-15,4-2-3 0,-2-2-5 0,4-2-1 16,-2 1 0-16,4-3 0 0,0 4-4 0,-3-1-1 15,3 1-2-15,-3 3 1 0,4 0-6 0,-2 1 1 16,-1 0-6-16,2 2-5 0,0-1-1 0,-4 4-2 16,9-2-2-16,-9 2-2 0,13 0-4 0,-13 0 0 15,13 3 5-15,-13-3-4 0,14 5 0 0,-7 4 1 16,4-4-2-16,-4 4-5 0,2-1-30 0,0-2-38 16,1 3-38-16,0-1-46 0,5 2-51 0,-3-4-46 15,-3-2-46-15,4 0-49 0,-1 0-31 16,0-3-47-16,0-1-251 0,-1-5-730 0,1 2 323 15</inkml:trace>
  <inkml:trace contextRef="#ctx0" brushRef="#br0" timeOffset="66911.2864">23954 2142 154 0,'3'-4'248'0,"0"0"15"0,-1 0 12 0,1-1 18 0,-3 5 3 16,5-8 4-16,-4 4 5 0,-1 4 1 15,1-6-5-15,-1 6-11 0,0 0-2 0,2-5-13 16,-2 5-9-16,0 0-16 0,3-3-12 0,-3 3-15 15,0 0-23-15,0 0-21 0,0 0-13 0,0 0-20 16,0 0-11-16,0 0-8 0,0 0-6 0,0 0-8 16,0 0-12-16,-12 16-10 0,4-11-5 0,5 2-9 0,-1 0-8 15,1-2-7-15,-2 7-5 0,1-4-6 16,-1 2-7-16,1-2-5 0,1 2-1 0,-2 2-6 16,3-2 1-16,0 0-4 0,0 1-5 0,2-5-2 15,-3 4-4-15,6-3-2 0,-3 0 4 0,2 3-3 16,5 0 0-16,0-2-1 0,2-1 0 0,4-1-1 15,1 0-3-15,5-1 1 0,-1-3-2 0,5-1-1 16,-1 0 0-16,-2-3 5 0,9-5-6 0,-3-1 0 16,1-2 3-16,1-2 0 0,-1 1 0 0,-1-2-4 15,-2-5-1-15,-5 0 2 0,-1-1 1 0,-4 5-2 16,0 1 14-16,-1-3 11 0,-4 0 19 0,2 4 10 16,-5 2 6-16,-1 0-12 0,-3 2-7 0,-2 0-8 15,-1 2-7-15,1 1-9 0,-1-2-2 0,-3 2-2 16,-1 2-8-16,5 3-6 0,-12-3 5 0,12 3-4 15,-18 7-5-15,7-3 1 0,-1 4-2 0,-2 0 0 16,0 5 6-16,5-3-7 0,-1 3 1 0,-1 0-4 16,8-2 3-16,-3-1-7 0,4 2-8 0,0-1 0 15,4 0 7-15,2-1 2 0,1 0 6 0,8 0 0 16,-3-3-5-16,7 1 6 0,2-3-1 0,0 0 2 16,4-4-1-16,4 2-2 0,3-2-16 0,-9 0-7 15,2-1-17-15,-5-1-16 0,1 0-32 0,-6-2-32 16,5-1-38-16,-8 1-38 0,4-1-56 0,-1-2-53 15,-3-1-66-15,0-3-80 0,1 2-70 0,-6-1-284 16,-4-1-870-16,-1-1 385 0</inkml:trace>
  <inkml:trace contextRef="#ctx0" brushRef="#br0" timeOffset="68507.3162">24868 2146 28 0,'0'0'339'0,"0"0"-7"16,-2 2-7-16,2-2-20 0,0 0-30 0,0 0 2 15,0 0-35-15,0 0-9 0,0 0 3 0,0 0-12 16,0 0-30-16,0 0-6 0,0 0-11 0,0 0-12 16,0 0-11-16,0 0-5 0,0 0-14 0,0 0-3 15,0 0 1-15,0 0-8 0,0 0 1 0,0 0-7 16,0 0-6-16,0 0-13 0,0 0-8 0,18 0-8 16,-11 0-4-16,5-3 0 0,0 2 3 0,6-3 3 15,0 2-2-15,1-2-6 0,-3 0 1 0,3-1-5 16,-4 0-3-16,3 0-1 0,-6-1-4 0,0-1-6 15,1 3-1-15,-6-3 2 0,4 1-1 0,-5 1-8 16,2-1 1-16,-4 2-4 0,2 1 0 0,-2-4-8 16,0 4-6-16,-3-1-4 0,-1 1-4 0,0 3-7 15,0-8-6-15,-4 4 1 0,1-1-3 0,1 3-9 16,-4-1 1-16,-2 1 2 0,3 1-4 0,0 0-1 16,5 1 1-16,-16 2-4 0,7 2 4 0,-1-1-4 15,-1 2-4-15,1 2 9 0,-2 0-3 0,2 3-1 16,1-1 2-16,-1 3-1 0,1-3-1 0,3 4-1 15,-2-1-1-15,3 1 0 0,0-5-17 0,0 3-10 16,2 0-7-16,2 4-8 0,0 1-3 0,2-7-1 16,0 1 11-16,8-1 10 0,-1 2 0 0,2-4 2 15,5 4 7-15,3-6-3 0,1-1 7 0,4-2 4 16,7-1 2-16,0-2 12 0,1-1 15 0,1-2 18 16,-1-1 15-16,-1-5 8 0,0 2 9 0,0-5 11 15,-3-1-5-15,0 3 12 0,-4-4 4 0,-5 4 4 16,-4 1 1-16,5 0 3 0,-5-2 0 0,2-1 3 15,-7 7-2-15,1-4-14 0,0 3 11 0,-2-4-11 16,-1 5-2-16,-3-1-7 0,0 2-3 0,2-1 3 16,-4 3-6-16,-2 3 1 0,5-5-6 0,-3 2-5 15,-2 3-13-15,4-3-8 0,-4 3-10 0,0 0-12 16,0 0-17-16,0 0 0 0,4-5 0 0,-4 5 0 16,0 0 0-16,0 0 0 0,0 0 0 0,0 0 0 15,-4 20 0-15,2-15 0 0,0 1 0 0,2 0 0 16,0-1 0-16,-2 1-43 0,2 3-7 0,0-5-12 15,0 3-3-15,0 0-1 0,2-4-6 0,-2 5 13 16,2-3 0-16,0-1 8 0,2 2-2 0,-3-2 11 16,3 0 7-16,0-1 4 0,2-1 4 0,2 0 3 15,-8-2 5-15,13-1-1 0,-13 1 5 0,14-2 2 16,-8 0 7-16,2-4-6 0,-3 5 7 0,5-7 11 16,-3 5 4-16,-1-4 8 0,-1 4-1 0,-1-4 18 15,4 3 2-15,-5 0-3 0,1-1 10 0,0 2 9 16,-4 3 3-16,5-5 5 0,-1 0-6 0,-4 5-4 15,5-3-1-15,-5 3-8 0,0 0-6 0,6-4-5 16,-6 4 1-16,0 0-11 0,0 0-8 0,0 0-1 16,0 0-10-16,0 0-1 0,0 0-6 0,10 0-19 0,-10 0-4 15,0 0 7-15,0 0 5 0,7 11 5 16,-3-8-17-16,-1-1-2 0,0 2-7 0,1 5-7 16,1-5-4-16,-1 1 7 0,1 1-3 0,1-2 6 15,-1-1 7-15,2 3 1 0,-2-2 6 0,3-1 5 16,-3-1-2-16,5 2 8 0,1-2 5 0,0-1 1 15,2-2-3-15,-3 0 4 0,2-2 2 0,2-3-6 16,1-1 7-16,0-1 5 0,-1-3-12 0,0 3 6 16,-3-1 0-16,-1 2 2 0,-1-3-3 0,-3 3 3 15,3-2 1-15,-4-1 3 0,2 2-2 0,-4 2 2 16,1-1 0-16,0 2-4 0,-3 0-1 0,-1 0 4 16,3 2-4-16,-3-1 2 0,1 0-5 0,-1 4 4 0,0-6-6 15,0 6-1-15,0-3-1 0,0 3 0 0,0 0-2 16,-9 0 1-16,9 0 0 0,-9 2-1 0,2 2-1 15,2 0 4-15,-3 3-4 0,1 1-6 16,0-1-11-16,1 2-2 0,0 0-5 0,0-1-12 16,2 3-5-16,0 0-7 0,3-4 4 0,0 3 1 15,1 2 7-15,3-3 9 0,1 1 5 0,3-5-5 0,3 4 13 16,1-2 4-16,6-1 2 0,2-2 2 0,-1 0 3 16,1-4 9-16,3 1-3 0,-1-2 5 0,0-2 0 15,0 0 1-15,-3-2 4 0,0-1-3 16,-2-2-2-16,3 1 7 0,-5-1 7 0,0-1-1 15,-5 4 0-15,0-4 4 0,0 3 3 0,-1-3-2 0,-3 2 0 16,4-2-5-16,-5 1 7 0,-2 0 7 0,2 3-8 16,-4-1 1-16,3 1-1 0,-2 0-4 15,0-1 0-15,-1 4-2 0,4-2-3 0,-4 1 1 16,0 3 1-16,0-5-2 0,3 2-5 0,-3 3-4 16,0 0 6-16,0 0-6 0,0 0 0 0,1-3-2 0,-1 3-4 15,0 0 2-15,0 0 1 0,0 0-1 0,0 0 4 16,0 0-3-16,0 0 2 0,6 10 2 0,-6-7-3 15,3 2 0-15,-3-5 6 0,-3 6-1 16,6-1 0-16,-2-1-2 0,-1 0 2 0,0 1 1 16,0 0-4-16,0-1 0 0,3 2 5 0,-3-1-1 15,0 1 3-15,1-2-3 0,0 0-5 0,1 5-3 0,-1-6-4 16,5 0-7-16,-1 0-20 0,3 2-24 0,-3 0-22 16,-1-2-27-16,1-1-24 0,-5-2-27 0,10 1-62 15,-2-1-37-15,3 0-59 0,-4-3-67 16,6 0-57-16,-4-1-300 0,0-2-806 0,3 0 357 15</inkml:trace>
  <inkml:trace contextRef="#ctx0" brushRef="#br0" timeOffset="69684.0183">26540 1988 33 0,'7'0'345'0,"-7"0"4"15,0 0-4-15,0 0-5 0,0 0-18 0,11-1-11 16,-11 1-3-16,0 0-23 0,6 1-15 0,-6-1-14 15,0 0-18-15,0 0-19 0,0 0-20 0,4 2-31 0,-4-2-15 16,0 0-17-16,1 2-21 0,-1-2-8 16,3 6-10-16,-1-3-13 0,1 3-10 0,-1-3-6 15,2 4-5-15,-2 0-6 0,0 0-8 0,1 3-6 16,-1-5-1-16,1 5-3 0,-1-1-2 0,-2 1-3 16,0-3-9-16,0 3 1 0,0-1 0 0,-2-5-1 15,-3 4-3-15,2-1 2 0,1-2-7 0,-4 1 1 16,3-2 1-16,-3-1-4 0,1-1 2 0,-2 2 0 15,7-4 0-15,-12 1 2 0,12-1-5 0,-10-5 4 16,5 2 0-16,0-3-1 0,2 3 4 0,1-5 10 16,-1 3-3-16,3-4 1 0,0 1 4 0,1-3 0 15,3 0-9-15,0 2 7 0,-1-1-2 0,3 2-5 16,-2 1-5-16,1 2-2 0,0 1-2 0,0-1 0 0,2 4-3 16,1-2-7-16,-2 3-1 0,-6 0 0 15,21 4 3-15,-8 2 7 0,-4 2 10 0,6 1 5 16,-3 4 4-16,-2 4 2 0,-1 0 10 0,-1 1-2 15,-2 5 4-15,4 3-3 0,-1-2 0 0,-6-3-5 16,2 2-3-16,-2 3-5 0,-2-5-2 0,0 5-4 16,-3-1 2-16,-2-5 1 0,0 6 0 0,-1-2-7 15,1-5-2-15,-1-1-1 0,-3 1 0 0,4 1 0 0,-2-3-2 16,-2-1-4-16,4-6-1 0,-2 2 4 16,2-1-6-16,0-3 0 0,3-4-1 0,-2 3 2 15,2-2 0-15,-3-2 3 0,4-3 6 0,0 6-6 16,0-6 7-16,-4 4 7 0,4-4-2 0,0 0-5 15,0 0 3-15,-5-16-5 0,0 7 6 0,5 0-3 16,0-2 1-16,0-3 4 0,3 3 1 0,-1-8-7 16,3 2 2-16,-1 0 3 0,4-2-9 0,-3 1 3 15,5-7 0-15,3 3-4 0,0-1-5 0,1 1-4 16,0 0 5-16,-4 5-8 0,6-5 2 0,-1 0-2 16,0 1 0-16,-2 4-2 0,1 3-2 0,-2-2 4 15,6-2-3-15,-3 4 5 0,1-6-4 0,-3 8 1 16,1 0 11-16,-6 0 15 0,1 3 2 0,2-4-5 15,-5 4 18-15,0 2 8 0,-1 1 4 0,-1 2-13 16,1-2 1-16,-1 2-2 0,-2 1-9 0,-2 3-7 0,5-5 5 16,-5 5-6-16,3-6-10 0,-3 6 0 15,1-3-4-15,-1 3 0 0,0 0-5 0,0 0 1 0,0 0-15 16,0 0 6-16,0 0-4 0,9-2-2 16,-9 2 0-16,0 0-3 0,0 0 5 0,0 0-2 0,0 0 4 15,2 11 4-15,-2-11-3 0,-3 8 1 0,4-4-4 16,1 2 5-16,-2-6-7 0,2 9-11 15,1-3 1-15,-2-2 0 0,1 1-6 0,1 0-2 0,-2 0 3 16,3 1 0-16,-1-2 2 0,1-2-1 0,-1 2 2 16,1-1-6-16,4 2 0 0,-8-5 3 15,8 2 7-15,-1-1 0 0,-7-1-2 0,14 0-2 16,-14 0 8-16,16-4-9 0,-10 0 2 0,2-1 3 16,1 1 0-16,2 0 2 0,-6-2 2 0,3-1 2 15,-6 2 4-15,5 0-1 0,-3-1-2 0,-2 2 7 0,2 0-1 16,-1-1 7-16,2 0 2 0,-3 2 6 0,-2 3 8 15,5-6-12-15,-5 6 1 0,2-4-4 0,-2 4-6 16,0 0 4-16,0 0-7 0,0 0-2 16,0 0-4-16,0 0-3 0,0 0 7 0,5 13 4 15,-5-3 23-15,1 2 8 0,-1 5 3 0,0 2 5 16,0 9 17-16,0-2-4 0,-1 3-1 0,2-2-7 0,-1 2 5 16,0-1-13-16,0 1-3 0,0-1 2 15,-1-1 2-15,1-2-8 0,-3-1-4 0,-1-3-1 16,2-1-2-16,-1-1-6 0,-2-2-4 0,3-5 11 15,-1 0-10-15,2-3 6 0,-2-1-3 0,3-2 2 16,0-6-4-16,-1 10 10 0,1-10-1 0,-4 4-2 16,4-4 1-16,0 0 9 0,0 0-12 0,0 0 5 15,0 0-6-15,0 0 2 0,-19-17-8 0,15 11-1 16,-4-3 5-16,5-2-4 0,-3 2 2 0,1 0-2 16,-1 2-1-16,2-2-2 0,0 0 4 0,0 3-5 15,3 0 1-15,-1-3-8 0,0 3-19 0,2-1-15 16,2 1-16-16,-2 6-28 0,2-10-38 0,3 3-43 15,1 3-48-15,6-1-58 0,1 0-51 0,5 1-62 16,-3-1-74-16,4 1-83 0,-2 0-369 0,3-2-980 16,0 1 433-16</inkml:trace>
  <inkml:trace contextRef="#ctx0" brushRef="#br0" timeOffset="69996.5009">27562 1710 199 0,'0'-9'522'15,"-1"-1"15"-15,1 0 15 0,-1 4 4 0,2-1-5 16,-1 2-19-16,0 5-31 0,-3-9-31 0,3 5-38 16,0 4-35-16,0 0-38 0,0-3-33 0,0 3-40 15,0 0-33-15,0 0-22 0,0 0 29 16,-5 18 12-16,1 0-21 0,-2 8 0 0,-3 7-7 15,4 14-35-15,-8 4-209 0,4-2 0 0,0 6 0 16,0-1 0-16,-5 3 0 0,-2 26 0 0,4-26 0 16,-1-1 0-16,-1-1 0 0,3-1 0 0,-2 2 0 15,-1-6 0-15,1-6 0 0,-1 2 0 0,3-14 0 0,3-2 0 16,-1-2 0-16,0 1 0 0,5-11 0 16,0-2 0-16,8 0-127 0,-1-1-368 0,3 0-60 15,4-10-85-15,3 2-423 0,5-3-1151 0,0-2 510 16</inkml:trace>
  <inkml:trace contextRef="#ctx0" brushRef="#br0" timeOffset="71420.9705">27626 1892 87 0,'0'0'380'0,"4"-3"-11"15,-4 3-14-15,4-6-16 0,-4 6-17 0,4-3-19 16,-4 3 0-16,0 0-19 0,3-5-16 0,-3 2-7 16,0 3-13-16,0 0-10 0,0 0-12 0,0 0-14 15,0 0-14-15,0 0-11 0,0 0-13 0,0 0-9 16,0 0-8-16,0 0-1 0,0 0-5 0,3-5-5 16,-3 5-5-16,0 0 2 0,0 0 3 0,0 0 3 15,0 0-2-15,0 0 12 0,0 0 1 0,0 0-2 16,0 0 3-16,0 0-7 0,0 0-11 0,0 0-10 15,0 0-9-15,0 0-16 0,0 0-17 0,0 0-9 16,0 0-11-16,0 0-12 0,0 0-5 0,-1 17-9 16,-1-12-2-16,0 1-1 0,1 1-1 0,-2 4-6 15,1 0-3-15,-1 3 0 0,-2 3-23 0,2 0-9 16,-1 2 0-16,1-1 0 0,-4 1 0 0,5 5 0 16,-1-6 0-16,-1-1 0 0,3-3 0 0,-2 2 0 15,2 4 0-15,0-4 0 0,-2-2 0 0,3-3 0 16,-2 0-9-16,3-1-61 0,-1-4-9 0,-1-1 2 15,1 2 5-15,0-7 1 0,-2 6 12 16,2-6 9-16,0 0 16 0,0 0 3 0,0 0 20 0,0 0-2 16,0 0 5-16,0 0 14 0,0 0 7 0,12-18 13 15,-8 7 0-15,-2-7 2 0,5 1 0 0,-3-2-14 16,5-5 0-16,-4 6 9 0,0-7-1 0,-1 5 20 16,1 2 8-16,-2-1-5 0,1 1 11 0,0 2 4 15,-3 4 0-15,3-5 11 0,-2 6-71 16,0 1 0-16,1 3 0 0,-2 0 0 0,2 1 0 0,0 1 0 31,-3 1 0-31,2 1 0 0,-1-1 0 0,-1 0 0 0,0 4 0 0,2-3 0 0,-2 3 0 0,0 0 0 16,4-2 0-16,-4 2 0 0,0 0 0 0,17 15 0 15,-9-5 0-15,3 3 0 0,-1 1 0 0,4 2 0 16,-5 2 0-16,5 7 0 0,-2-2 0 16,-4 0 0-16,2-5 0 0,-4 1 0 0,-1-2 0 15,-1 0 0-15,1 0 0 0,-1 0 0 0,0 1 0 0,0-5 0 16,-3 0 0-16,1-5 0 0,0 1 0 0,-1-2 0 15,2-1 0-15,-3-6 0 0,4 9 0 0,-4-5 0 16,0-4 0-16,1 3-91 0,-1-3-78 0,0 0-14 16,0 0-19-16,0 0-21 0,0 0-19 15,0 0-54-15,0 0-19 0,0 0-12 0,0 0-10 16,-11-16-6-16,8 11-6 0,-4 1-7 0,1-5-4 16,-2 2-3-16,-1 0 4 0,-1-1 16 0,1 1 22 15,0 2 23-15,-1-2 30 0,0 3 29 0,2-1 29 16,-2-2 37-16,2 5 36 0,8 2 45 0,-9-7 57 15,4 5 47-15,1-1 46 0,4 3 44 0,0 0 39 16,-10-4 33-16,10 4 22 0,0 0 32 0,-8-2 40 16,8 2 22-16,0 0 17 0,0 0 12 0,0 0 11 15,0 0-5-15,-1-5-6 0,1 5-4 0,0 0-11 16,0 0-16-16,0 0-26 0,0 0-29 0,7-6-22 16,-7 6-22-16,10-5-30 0,-10 5-13 0,15-3-14 15,-5-1-5-15,4 3-19 0,-1-1-17 0,1 1-7 16,4-2-10-16,3 3-4 0,-5-6-6 0,3 5-3 15,-1-2-9-15,-1 3-10 0,-3-1-4 0,1 1 10 16,-1-1-15-16,-5 1-4 0,4 1-4 0,-13-1-5 16,19 0-5-16,-11 1-9 0,-8-1 1 0,11 1 3 15,-3 2-5-15,-3 3-1 0,2-3 11 0,3 1-13 16,-5 1-6-16,-4 4 8 0,4-5 0 0,-1 3-3 16,1 1-3-16,-2-1-10 0,-2-1 0 0,0 0-10 15,2 0-10-15,-3-6-8 0,1 11 1 0,-1-11-7 16,0 7-1-16,0-7 3 0,3 4 6 0,-3-4 10 15,0 0 5-15,0 0 8 0,1 8 9 0,-1-8-1 16,0 0 22-16,0 0-1 0,0 0 10 0,0 0-1 16,0 0 7-16,12-17 4 0,-9 10-6 0,0-2-4 15,2-2 1-15,-1 0-3 0,1-2-8 0,0 1 4 16,3 0-5-16,-3-2-3 0,1 0 2 0,1 3-3 16,-4 0-1-16,3 2 1 0,-1 1-8 0,-1 4-20 15,-2-2-22-15,-1-1-19 0,2 4-33 0,-3 3-41 16,4-5-47-16,-4 5-53 0,2-3-45 0,-2 3-36 15,0 0-31-15,0 0-31 0,0 0-45 0,13 11-38 16,-13-4-351-16,4-3-878 0,-3 2 389 0</inkml:trace>
  <inkml:trace contextRef="#ctx0" brushRef="#br0" timeOffset="72172.2292">28268 2158 264 0,'0'0'353'0,"0"0"4"0,0 0-4 0,0 0-15 0,0 0-10 16,0 0-12-16,0 0-16 0,6 2-15 0,-6-2-20 15,0 0-17-15,0 0-18 0,0 0-19 0,0 0-21 16,0 0-21-16,0 0-15 0,0 0-13 0,0 0-8 16,0 0-7-16,0 0 5 0,0 0-15 0,0 0-4 15,0 0-10-15,12-1-11 0,-12 1-11 0,12 0-5 16,-3 0-7-16,0 0-5 0,5-1-6 15,-1 1-6-15,4-3-3 0,-1-1-6 0,-2 1-2 16,3-5-1-16,-2 5-6 0,-4-3-3 0,0 3 1 0,-3-4-7 16,-3 3 2-16,0 0-4 0,0 0-5 0,1-1 0 15,-2 2-5-15,-1 0-7 0,-2-4-1 0,-2 1-3 16,1 6 1-16,-4-7-3 0,-1 3-2 0,5 4-3 16,-10-6 4-16,5 5-3 0,5 1 1 0,-16-3-2 15,9 3-2-15,7 0 1 0,-16 1-3 16,11 3 1-1,-4 0-3-15,3 3 1 0,-1-2-9 0,-2 2-19 0,4 2-12 0,2 2-7 0,0-1-10 16,0 0-11-16,3-2-3 0,0 4 0 0,4-1 1 0,-2-5 15 16,6 5 0-16,-3-3 10 0,3 0-1 0,1 2 7 15,1-4 1-15,-1 0 3 0,2-3 6 0,0 1 0 16,1-2 9-16,2-1 6 0,-2-2-5 16,0-3 13-16,2 0 2 0,1-3 20 0,1 0 15 15,0-3 13-15,-2 0-1 0,0 1 13 0,0-2 15 16,-1 4 9-16,-4 0 1 0,1 0 1 0,-1 0 8 15,2-2 5-15,-4 1-6 0,1 3-3 0,-2 0-2 16,2-2-5-16,-2 3 4 0,1-1 1 0,-2 2-5 0,-1-1-6 16,-4 4-8-16,7-2-9 0,-7 2-9 0,5-3-10 15,-5 3-5-15,0 0 0 0,0 0-3 16,9 9-1-16,-7-1-2 0,-1-4-1 0,-1 6 0 16,0-3-2-16,0 3-5 0,-1 0-3 0,-1 1-8 15,-3-3-6-15,1-2-5 0,1 3-3 0,-1-2-1 16,-1-3-4-16,2 2 2 0,-1-3 3 0,4-3 6 15,-7 7 6-15,2-6 1 0,5-1-1 0,-8 1 3 16,8-1 4-16,0 0-1 0,-13-7 4 0,9 3-2 16,2 0 11-16,-1-3 4 0,3 0 8 0,0-2 0 15,-1 3-3-15,1 0 1 0,1 1-2 0,-1-3-2 16,0 5-4-16,4-3-4 0,-4 6-6 0,6-9 3 16,-3 7-4-16,2-3-5 0,0 3-1 0,-5 2-2 15,13 2 2-15,1-1 1 0,-5 3-10 0,4-3-24 16,3 6-31-16,1-1-34 0,0-1-45 0,2 4-44 15,2-1-57-15,-4 0-68 0,-2 2-78 0,7-4-81 16,-4 1-258-16,-3-3-791 0,-1-3 350 0</inkml:trace>
  <inkml:trace contextRef="#ctx0" brushRef="#br0" timeOffset="72500.8144">29330 1670 281 0,'-2'-6'437'0,"1"1"0"0,-1-4-11 0,-2 5-3 0,0 0-17 32,1-2-14-32,-2 4-27 0,-2-1-27 0,0-1-23 0,7 4-27 0,-14 0-13 0,5 4-9 0,0 0-12 15,-4 6-8-15,-1 5-6 0,4 2-9 0,-8 8 0 16,4 3-31-16,1 5-11 0,-3 12 5 15,2-1-15-15,0 0-14 0,5-9-14 0,-3 12-11 16,6-1-10-16,1 0-23 0,0-11 1 0,2 0-13 0,2 2-7 16,1-4-8-16,-3 2-5 0,8-5-6 15,2 2-4-15,-2 2-4 0,-1-7-40 0,6-1-27 16,0-1-21-16,-2-7-18 0,2-3-42 0,3 2-45 16,0-4-49-16,1-1-39 0,2-4-52 0,2 0-67 15,1-2-72-15,-2-5-82 0,1 1-467 0,1-5-1039 16,-1-3 461-16</inkml:trace>
  <inkml:trace contextRef="#ctx0" brushRef="#br0" timeOffset="73317.015">30118 1791 193 0,'0'-6'355'0,"0"2"-5"0,-1 0-4 0,1 4-5 15,1-13 1-15,-1 8 12 0,0 1 0 0,0-2-2 16,-1 2-7-16,2 0-7 0,-1 4 2 0,0-6-9 16,0 6-7-16,1-4-19 0,-1 4-14 0,3-4-30 15,-3 4-29-15,0 0-26 0,0 0-17 0,0 0-32 16,0 0-23-16,0 0-5 0,0 0 5 0,5 17-9 15,0-6-10-15,-5 1-1 0,8 4 6 0,-7 2-9 32,4-4-7-32,-1 4-4 0,1-2-8 0,-1 2-12 15,1-1-7-15,0 0-5 0,-1 0-14 0,1 0 3 16,-2 0-6-16,1 1-10 0,0-5-3 0,-2 0 9 16,1-4-16-16,-1 0-3 0,2-3 3 0,-2-1-23 15,0 2-8-15,-1-4 0 0,0 3 0 0,-1-6 0 16,3 5 0-16,-3-5 0 0,1 5 0 0,-1-5 0 15,0 0 0-15,0 6 0 0,0-6 0 0,0 0 0 16,0 0 0-16,0 0 0 0,0 0 0 0,-8 5 0 16,1-4 0-16,-3-1 0 0,-2 0 0 0,-2 1 0 15,1 0 0-15,-1-2 0 0,-4 0 0 0,-1 1 0 16,5-1 0-16,-6 1 0 0,6-2 0 0,0 2 0 16,1 0 0-16,3-2 0 0,-1 1 0 0,11 1 0 15,-11-1 0-15,11 1 0 0,-12-4 0 16,12 4 0-16,-7-2 0 0,7 2 0 0,-7-2 0 0,7 2 0 15,-4-6 0-15,4 6 0 0,-1-5 0 16,1 1 0-16,0 4-133 0,0 0-120 0,7-9-44 16,-2 5-58-16,1-3-27 0,2 3-48 0,1 0-49 0,1-2-58 15,-1 2-351-15,2-1-961 0,-2-3 425 0</inkml:trace>
  <inkml:trace contextRef="#ctx0" brushRef="#br0" timeOffset="73627.285">29946 1795 362 0,'-5'-4'442'0,"-2"0"7"16,3 0 1-16,-1 2-2 0,4-2-16 0,-2 1-13 16,3 3-17-16,-1-5-22 0,1 5-20 0,0 0-20 15,-4-4-38-15,4 4-34 0,8-5-21 0,-4 3-27 16,2 0-31-16,3-2-16 0,5 1-20 0,-1-1-14 15,5 0-10-15,0 0-14 0,2 1-13 16,8-1-12-16,0 1-11 0,-1 1-5 0,-5-2-12 0,6 0-4 16,-5 1 1-16,4-2-17 0,2 0-22 0,-8 2-17 15,-1 0-12-15,3-1-6 0,-2 0-13 0,-5-1-10 16,3 1-24-16,-2 3-12 0,-2-3-21 0,-4 0-18 16,1 0-23-16,0 1-16 0,-3 1-33 0,2-1-26 15,-2 0-33-15,-2 0-24 0,-2-1-34 0,1 3-32 16,2-2-44-16,0 1-41 0,-1 0-239 15,-2-2-713-15,4 1 317 0</inkml:trace>
  <inkml:trace contextRef="#ctx0" brushRef="#br0" timeOffset="73955.3364">30615 1570 59 0,'4'-4'338'16,"-2"0"6"-16,3-1 20 0,0 0 12 0,0-1 13 15,-1 0 17-15,-3 0 10 0,1 2 9 0,2 0 4 16,-4 4 12-16,2-8 9 0,-1 4-2 0,-1 4 7 15,0-4-2-15,0 4-26 0,0 0-19 0,1-3-45 16,-1 3-30-16,0 0-35 0,0 0-34 0,0 0-25 16,0 0-173-16,0 0-66 0,0 0 0 0,-1 23 0 15,-2 1 0-15,-2 6 0 0,-1 5 0 0,-7 16 0 16,2 0 0-16,-1-1 0 0,-1 4 0 0,0-4 0 16,-2 2 0-16,1 4 0 0,0-5 0 15,1 4 0-15,-1 4 0 0,-1-7 0 0,-2 1 0 16,1-1 0-16,0-4 0 0,2 3 0 0,1-5 0 0,1-2 0 15,3-12 0-15,1-2 0 0,-1 1 0 0,3-2 0 16,-2-3 0-16,4-8 0 0,0-3 0 0,4 1 0 16,0-4 0-16,0-1 0 0,3 0 0 0,-1-1 0 15,5-5-172-15,-1 0-299 0,7 1-55 0,-1-5-58 16,0-2-489-16,9-6-1163 0,-1 1 514 16</inkml:trace>
  <inkml:trace contextRef="#ctx0" brushRef="#br0" timeOffset="74661.1031">30771 2081 2411 0,'4'-10'240'0,"-3"1"-57"0,3-2-5 0,-4 2 36 15,5 4 19-15,-2-4-12 0,-2 4 4 0,0-2 0 16,3 1-16-16,-4 2 2 0,4-1 4 0,-4 2 3 15,3 0-2-15,-3 3-11 0,0 0-7 0,0-7-11 16,0 7-8-16,-3-5-18 0,3 5-14 0,0 0-21 16,0 0-13-16,5-2-23 0,-5 2-4 0,0 0-8 15,0 0-4-15,0 0-13 0,0 15-3 16,4-10-9-16,-4 2 1 0,4 2-8 0,1 1-3 16,-4 0-1-16,3-1-8 0,0 0-2 0,-1 1-2 15,-1 0-2-15,-1-4 10 0,1 1-17 0,-1-1 0 16,0 1 4-16,2-3-6 0,-2 0-4 0,0 2-12 0,-1-6-2 15,5 6 0-15,-5-6 4 0,2 4-2 0,-2-4 4 16,0 0 5-16,1 5-1 0,-1-5-2 0,0 0 4 16,0 0-2-16,14-10-2 0,-9 5-3 15,4-5 3-15,-3 4 1 0,3-2-3 0,-2-2-2 16,2 2-1-16,-2-2 3 0,2 0 9 0,-5 2 4 16,1 4 5-16,2-3 13 0,-4 3 3 0,1-1 2 15,0 0 0-15,0 2 8 0,-3 0-14 0,-1 3-12 16,4-2-5-16,-4 2 3 0,2-4-22 0,-2 4 5 15,0 0-5-15,0 0 4 0,0 0-4 0,10 5 5 16,-7-2 3-16,1 2 2 0,1 0-7 0,-1 0 3 16,0-1 2-16,1 2-23 0,0-2-3 0,0 2-14 15,-1-1-3-15,1-1 1 0,-1 1-2 0,0-1-5 16,0 0-1-16,1-2 3 0,-4 3 0 0,3-4 9 16,-4-1 3-16,5 2 4 0,-2 0 2 0,-3-2-1 15,9 1 1-15,-9-1 4 0,12-3 3 0,-8 1 7 16,3 1 3-16,0-6-5 0,0 1 2 0,0 1 1 15,4-4 2-15,-6 2-4 0,0-1 2 0,1 3 13 16,-1-1 8-16,-2 0 13 0,1 2 5 0,0 0 10 16,-2 0-3-16,1 0 1 0,1 1-4 0,-4 3 0 15,5-3-8-15,-5 3-12 0,0 0 1 0,5-1-7 16,-5 1 1-16,0 0-1 0,7 4-1 0,-3 0 3 16,0-1-8-16,4 2-2 0,-2 0 1 0,-1 0-4 15,0 1-19-15,2-2-21 0,-5 1-36 0,2 1-33 16,4 0-38-16,-6-1-38 0,5-1-42 0,-2-1-49 15,-4 1-47-15,-1-4-55 0,7 6-49 0,-7-6-451 16,0 0-955-16,0 0 422 0</inkml:trace>
  <inkml:trace contextRef="#ctx0" brushRef="#br0" timeOffset="75272.5159">31180 1689 301 0,'0'0'379'0,"0"-5"-10"0,0 5-13 0,5-6-27 0,-3 3-36 16,1 0 1-16,1-1-23 0,-2 0-20 0,0 0-24 15,3 4-20-15,-2-3-18 0,-1-1-24 16,2 1-12-16,4 2-12 0,-8 1-10 0,9-4-12 16,-3 3-15-16,-1 1-13 0,-5 0-13 0,12-2-1 15,-6 2-10-15,1 0 3 0,-2 0-2 0,-5 0-7 16,11 2-21-16,-6-1 1 0,0 3 4 0,2-3 5 15,-1 7-5-15,-1-4 3 0,-1 1-1 0,3 3-5 16,-4 0 1-16,0 0-3 0,1 0-7 0,0 2-2 16,-3 1-6-16,3-1 1 0,-3-1 2 0,-1 2-6 15,2-4-2-15,2 3-3 0,-4-2-4 0,0 0-9 16,2 1 13-16,-1 0-5 0,-1-5-2 0,0 1 1 16,1-1 1-16,-2 1 2 0,1-5 3 0,0 6-4 15,0-1 7-15,0-5 6 0,1 3 11 0,-1-3 0 16,0 0 1-16,9 4-8 0,-2-6-4 0,5-2 3 15,6 1-6-15,10-5-1 0,3-2-11 0,-3 2-22 16,2 0-5-16,-2-3-16 0,-2 1-23 0,1 0-7 16,1-1 10-16,-7 4 7 0,-3-1 1 0,-2 1-9 15,-3 0-8-15,-1 1-3 0,-1 1 7 16,-2-3 10-16,-1 2-12 0,-3 2 13 0,-1-1 8 0,-1-1 2 16,-1 1 2-16,0 0 2 0,-3 0 6 0,1 1-12 15,-3 0 12-15,2-2 18 0,0 2 11 0,1 0 16 16,0 4 19-16,-1-4 12 0,1 4 10 0,0 0 8 15,0 0-3-15,0 0 10 0,0 0-3 0,0 0 46 16,0 0 54-16,5 17 42 0,2 1 14 0,4 4 19 16,1 4 7-16,1 0-7 0,-1 3-4 15,-1 1-1-15,2 4-17 0,-3-3-14 0,-2 1-18 16,-3 0-15-16,-5 1-123 0,-4 2-55 0,-5 10 0 16,-12 2 0-16,-6-1 0 0,-7-4 0 0,-9-5 0 15,-3 4 0-15,-5-5 0 0,-5-4 0 0,-25 15 0 0,26-17-16 16,0-2-449-16,7-2-153 0,2-8-564 0,-2 1-1281 15,15-8 566-15</inkml:trace>
  <inkml:trace contextRef="#ctx0" brushRef="#br0" timeOffset="77716.0661">20446 3374 135 0,'0'-4'332'0,"0"4"-8"0,0 0-4 0,0 0-15 16,0 0-18-16,0 0-17 0,0 0-8 0,2-3-16 15,-2 3-3-15,0 0-12 0,0 0-14 0,0 0-11 16,0 0-8-16,0 0-21 0,0 0-19 0,0 0-9 15,0 0-20-15,0 0-11 0,0 0 31 16,3 10 15-16,-3-5-2 0,0 4-6 0,0-4 0 0,3 8-12 16,-3-3 1-16,3 1-2 0,-2 2-7 0,0 0 6 15,0 4-11-15,1-2-10 0,-2 2-11 0,1 2-5 16,-1-1-7-16,0 2-11 0,-1-4-9 0,-1 2-7 16,1-1-4-16,0 7-4 0,-3-6-15 15,1-5-1-15,0 3 1 0,1-4 3 0,-2 1-12 0,3-5-3 16,1 3-7-16,-1-5 0 0,0 1-3 0,1-2 1 15,-2 1-7-15,1-2 6 0,1-1 8 0,0-3 25 16,0 0 30-16,0 7 31 0,0-7 13 16,0 0-6-16,0 0-15 0,0 0-10 0,8-16-9 15,-6 6-3-15,2-2-19 0,0 0-71 0,1-8 0 0,0 2 0 16,1-1 0-16,2-6 0 0,-4 0 0 0,1 0 0 16,-1-4 0-16,-1 1 0 0,-5 1 0 0,4 1 0 15,1 7 0-15,-1 2 0 0,-2-2 0 16,0 0 0-16,2 10 0 0,-2-4 0 0,1 4 0 0,1 3 0 15,0 0 0-15,-2 1 0 0,0 1 0 0,0 0 0 16,0 4 0-16,3-5 0 0,-3 5 0 0,2-4 0 16,-2 4 0-16,0 0 0 0,0 0 0 0,8 10 0 15,-5-4 0-15,4 6 0 0,-2 0 0 0,3 4 0 16,1-1 0-16,-4 2 0 0,5 1 0 0,-1 0 0 16,0 7 0-16,-1-7 0 0,-3 0 0 0,0 7 0 0,-1-6 0 15,4-1 0-15,-7 2 0 0,4-2 0 16,-2 0 0-16,-1 1 0 0,-2-2 0 0,5 0 0 15,-3-8 0-15,-1 3 0 0,0-3 0 0,0-2 0 16,1-1 0-16,-2 0 0 0,1-1 0 0,-1-1-180 16,1-1-46-16,1 0-24 0,-2-3-28 0,0 4-18 0,0-4-23 15,0 0-53-15,0 0-61 0,0 0-49 0,0 0-16 16,-3-11-312-16,-2 4-877 0,1 0 389 16</inkml:trace>
  <inkml:trace contextRef="#ctx0" brushRef="#br0" timeOffset="77903.9547">20437 3663 5 0,'0'0'317'0,"0"0"14"16,-9 0 16-16,9 0 17 0,0 0 2 0,0 0 2 15,0 0-11-15,-6-1-29 0,6 1-29 16,0 0-36-16,0 0-19 0,0 0-27 0,0 0-27 16,0 0-16-16,0 0-27 0,29-1-49 0,-16 0-45 0,3-2-40 15,3 2-53-15,-3 0-49 0,5-2-46 0,-2 2-43 16,0-1-55-16,5-1-55 0,-4 0-43 0,-3 3-201 15,4-2-575-15,-3-2 255 0</inkml:trace>
  <inkml:trace contextRef="#ctx0" brushRef="#br0" timeOffset="78843.0909">20858 3651 42 0,'0'0'397'0,"0"0"30"16,0 0 25-16,1 4 12 0,-1-4 0 15,0 0-7-15,0 0-15 0,0 0-17 0,0 0-24 16,0 0-23-16,1 4-30 0,-1-4-33 0,0 0-35 16,0 0-24-16,0 0-31 0,0 3-26 0,0-3-11 0,0 5-26 15,0-2-25-15,-1 4-8 0,1-2-9 16,0 5-17-16,0-2-9 0,1 5-6 0,1-2-9 16,-1-1-8-16,-1 5-7 0,0-5-1 0,4 4-11 15,-3 1 0-15,0-2-11 0,0-1-11 0,1 0-38 16,0-2-24-16,0 0-8 0,-1-1-13 0,-1-1-10 0,1-4-9 15,2 1-1-15,-3 1 2 0,1-3 11 0,-1-3 13 16,3 4 9-16,-3-4 13 0,0 0 4 0,2 0 3 16,-2 0 1-16,5-5 4 0,-2 0 10 15,1-2 4-15,1 1 9 0,-1-6 10 0,-2 6 11 16,-2-3 0-16,0 2 20 0,3-1-4 0,-1 3 18 0,1 1 13 16,0-2-5-16,-2 2 9 0,0 2-7 0,2-2-5 15,0 2-15-15,-3 2-5 0,4-5-6 16,1 2-13-16,-1 1-8 0,-4 2 5 0,13 3-4 15,-3-2-2-15,0 1-7 0,2 2-2 0,-2-1-5 16,0 2 2-16,-1 1-3 0,3-2 5 0,-3 2-5 0,-4-2-2 16,0-1-5-16,4-2-8 0,-5 3-5 0,1-1-11 15,0 0-1-15,-2-2-2 0,-1 1 2 0,-2-2 6 16,5 3 6-16,-5-3 8 0,0 0-1 0,0 0 6 16,6 0 2-16,-6 0-2 0,0 0-1 0,-1-9 4 15,1 3 0-15,-1 1-3 0,1-3 7 0,0-1-5 16,0-1-1-16,-1 3-6 0,1-4 7 0,1 0-4 15,-1 0 3-15,2 1-5 0,0 4 6 0,2-1-5 16,-2-5-4-16,2 8 1 0,4-4 5 0,1 0-8 16,0 3 5-16,1-2-6 0,3 2 1 0,-1 1 6 15,1-2-4-15,-1 2 4 0,-1 0 1 0,3 1 2 16,-4 0-6-16,2 1 2 0,-2 2-2 0,-1-3-5 16,-1 2 7-16,1 1 0 0,-4-1 1 0,-5 1 0 15,10-1 5-15,-6 0-5 0,-4 1 7 0,4-5 3 16,-4 5 1-16,4-1 0 0,-4 1 0 0,0 0 15 15,0 0 1-15,6-1 10 0,-6 1 4 0,0 0 3 16,0 0 8-16,0 0-2 0,0 0-7 0,0 0 10 16,0 0-6-16,0 0-3 0,0 0-10 0,0 0 4 15,0 0-10-15,0 0-10 0,0 0-8 0,0 0-6 16,4 4 0-16,-4-4-6 0,1 5 0 0,-1 0 1 16,0 1 7-16,-1 1-8 0,-1 2 7 0,2 1 3 15,0 1-4-15,-2 5 4 0,1 1-4 0,-1 0 4 16,2-2-8-16,-2 3 10 0,1 0-5 0,1-1 1 15,-2 1 8-15,2-2-8 0,2 1 5 0,-1 0-10 16,-1-1-12-16,2-5-16 0,0-1-3 0,0 0 5 16,1 0-14-16,-1-5 2 0,1 3 3 0,1-3 7 15,-2-1 5-15,4 0 4 0,1-2 7 0,-2-2 1 16,-5 0 6-16,14-5 6 0,-7 1-7 0,0-1 7 16,2-4 2-16,-2 0-4 0,0-4 2 0,0 3 2 15,-4-3 1-15,1 3-4 0,0-1 8 0,-4-2 0 16,0 3-2-16,0-2-10 0,-2 3-3 0,-2 1-4 15,1 0 4-15,-4-1 5 0,0 2-6 0,0 2-1 16,0 1-1-16,1 1-17 0,-4-1-23 0,3 2-25 16,-1 0-32-16,-3 3-44 0,5-1-40 0,-3 4-73 15,3 0-55-15,-2 2-55 0,3-1-64 0,2 1-63 16,-1 0-366-16,4 0-940 0,0-6 416 0</inkml:trace>
  <inkml:trace contextRef="#ctx0" brushRef="#br0" timeOffset="79126.1924">21871 3632 44 0,'0'0'442'0,"0"0"17"0,-1-4 8 31,1 4 1-31,0 0-4 0,-3-3-16 0,3 3-11 0,0 0-17 0,0 0-22 0,0 0-31 0,4-5-45 16,-4 5-25-16,4-4-38 0,-3 0-28 0,7 1-27 15,-3 2-33-15,0 0-41 0,4-3-46 0,1 3-44 16,-1 1-48-16,2-2-43 0,-2 2-45 0,-1-1-47 31,3-2-57-31,-4 2-45 0,1-1-50 0,-2 4-51 0,-6-2-44 0,12 0-16 0,-7 1-256 0,-5-1-718 0,0 0 318 16</inkml:trace>
  <inkml:trace contextRef="#ctx0" brushRef="#br0" timeOffset="79313.6424">21933 3696 50 0,'-4'3'211'0,"0"4"30"0,1-4 31 0,-2 1 29 16,4-3 27-16,-2 1 31 0,3-2 18 0,-6 5 9 16,6-5-6-16,0 0-11 0,-5 1-28 0,5-1-29 0,0 0-37 15,0 0-29-15,0 0-25 0,15 1-20 16,-3-2-48-16,-2-3-63 0,5 2-62 0,6 2-73 31,-2-2-75-31,1 1-80 0,0-1-68 0,1-2-73 0,2 1-62 0,-9-1-225 0,7 0-679 0,-8 3 300 16</inkml:trace>
  <inkml:trace contextRef="#ctx0" brushRef="#br0" timeOffset="79532.3418">22262 3600 132 0,'0'0'495'0,"0"0"13"0,0 0 8 0,0 0-8 32,4-4-22-32,-4 4-35 0,0 0-35 0,0 0-29 15,0 0-32-15,0 0-30 0,0 0-33 0,0 0-32 16,0 10 11-16,1-5-13 0,1 0-22 0,0 2-18 0,-2 2-20 0,0 1-26 0,0 1-19 0,-2 2-11 31,-1 3-13-31,-1 2-12 0,-1 3-13 0,-4-3-21 16,-2 5-42-16,-2 2-50 0,-4-3-42 0,2-1-50 0,-2-1-45 0,-3 1-66 0,5-8-50 0,-8 6-51 15,6-6-56-15,-6 3-65 0,6-5-50 0,1 0-328 16,3-4-880-16,3-2 389 0</inkml:trace>
  <inkml:trace contextRef="#ctx0" brushRef="#br0" timeOffset="82897.4971">23169 3416 281 0,'0'0'286'0,"0"-4"-3"0,0 4 3 16,2-3-1-16,-2 3 3 0,0-6 4 15,0 2 3-15,0 4-4 0,0-4-2 0,0 4 3 16,0-4-2-16,0 4-2 0,-2-4-5 0,2 4-5 16,0 0-10-16,0-6-11 0,0 6-7 0,0 0-11 15,0 0-6-15,2-3-12 0,-2 3-20 0,0 0-11 16,0 0-13-16,0 0-17 0,0 0-10 0,0 0-18 15,0 0-22-15,0 0-5 0,0 0-4 0,0 0-26 16,0 0-14-16,0 0-2 0,0 0-9 0,0 13-6 16,0-8 2-16,0 4-10 0,-2 0-3 0,0 4 5 15,-2 1-4-15,3 2-6 0,-5 1 0 0,0 0-8 16,3 1 5-16,-4 0 0 0,0 0-3 0,2 1 3 16,-5 4-8-16,4-5-2 0,1-2-3 0,-1 0 2 15,1 0 2-15,-1-1-4 0,3-3-3 0,-5 3 4 16,4-6-7-16,0 1 6 0,2 1-4 0,2-2 1 15,-3-2-10-15,2 0 8 0,-2-5-1 0,3-2-12 16,-1 7 3-16,1-7 5 0,-3 6 0 0,3-6-2 0,-1 5 7 16,1-5 3-16,0 0 5 0,0 0 14 15,-2 5-7-15,2-5 25 0,0 0 7 0,0 0-8 16,0 0 8-16,0 0-47 0,1-24-7 0,0 13 0 16,2-3 0-16,1-1 0 0,-1-6 0 0,3-4 0 15,1-2 0-15,1 2 0 0,0-5 0 0,-1-3 0 16,2 2 0-16,0-2 0 0,0 2 0 0,-4-1 0 0,0-1 0 15,4 4 0-15,-2 0 0 0,-1 4 0 16,-1 5 0-16,-1 1 0 0,-3 1 0 0,4 8 0 16,-1-2 0-16,0 3 0 0,-3 2 0 0,-1 3 0 15,0-2 0-15,3 4 0 0,-3 2 0 0,1-6 0 0,-1 6 0 16,0 0 0-16,0 0 0 0,0 0 0 16,9 15 0-16,-1 3 0 0,-2 5 0 0,-1 2 0 15,4 0 0-15,-2 3 0 0,1 1 0 0,-1-2 0 16,1 3 0-16,-2-3 0 0,0 0 0 0,1-1 0 15,-3 0 0-15,-2-1 0 0,2-4 0 0,-3-1 0 0,3-4 0 16,-1 3 0-16,-1-1 0 0,2-5 0 16,-1-1 0-16,-1 0 0 0,1 0 0 0,-3-2 0 15,1 0 0-15,0-2 0 0,1-4 0 0,-1 2 0 16,0 0 0-16,-1-2 0 0,0-4 0 0,1 5 0 16,-1-5 0-16,0 0 0 0,4 4 0 0,-4-4 0 0,0 0 0 15,0 0-116-15,0 0-205 0,0 0-51 0,2-19-33 16,-4 12-39-16,2 2-47 0,0-8-39 15,-2 5-389-15,-2-5-995 0,1 3 439 0</inkml:trace>
  <inkml:trace contextRef="#ctx0" brushRef="#br0" timeOffset="83116.2001">23153 3581 297 0,'0'0'350'16,"0"0"17"-16,-6 0 15 0,6 0 8 0,0 0-8 15,0 0-14-15,0 0-7 0,-5 3-30 0,5-3-29 16,0 0-25-16,0 0-31 0,0 0-25 0,0 0-27 16,16-6-17-16,-8 5-18 0,3-2-28 0,2 1-39 15,-1-1-37-15,2 1-38 0,0 1-28 0,0-1-31 16,3-3-55-16,0 1-41 0,-3 3-29 0,4-5-33 16,-6 4-40-16,3 1-43 0,-3-1-34 0,2 0-284 15,-3-2-651-15,-2 1 288 0</inkml:trace>
  <inkml:trace contextRef="#ctx0" brushRef="#br0" timeOffset="83475.5159">23473 3517 47 0,'0'0'342'16,"0"0"20"-16,0 0-13 0,0 0 11 0,0 0-17 16,0 0-19-16,0 0-27 0,0 0-24 0,9-1-25 15,-9 1-23-15,7 1-19 0,-7-1-12 0,7 2 1 16,-4 3-10-16,3-2-12 0,-1 1-8 0,4 4-13 15,-2-1-7-15,0 3-12 0,-1-2-14 0,3 1-11 16,-3 2-13-16,-1-2-5 0,-1 3-7 0,-2-3-11 16,2 2-7-16,-1 0-9 0,2-2-2 0,-5 2-4 15,2 0-5-15,-2-1-8 0,-2-2-15 0,2 0-13 16,-3 0-13-16,0 0-1 0,1-3-1 0,0-3 2 16,-2 4 4-16,4-6 10 0,-4 6-7 0,4-6 3 15,0 0 20-15,0 0 16 0,-5-12 12 0,5 7 15 16,0-7 1-16,0 4 9 0,0-6 0 0,4-2-7 15,-3 0-9-15,3 1-9 0,0-1-4 0,0 1-5 16,2 3-4-16,-2 0-8 0,1 1-11 0,-3 3-18 16,0 0-37-16,2 5-49 0,0-5-49 0,1 2-38 15,5 2-43-15,-5 2-40 0,4 1-41 0,-2-2-45 16,0 2-57-16,-7 1-38 0,16 1-249 0,-11 3-738 16,2-2 327-16</inkml:trace>
  <inkml:trace contextRef="#ctx0" brushRef="#br0" timeOffset="84258.9752">23755 3596 178 0,'0'0'384'0,"0"0"10"0,0 0 1 16,0 0-8-16,0 0-17 0,0 0-18 0,6 3-27 15,-6-3-19-15,0 0-29 0,3 2-22 0,-3-2-21 16,0 0-23-16,0 0-11 0,0 0-18 0,0 0-17 15,0 0-14-15,0 0-15 0,0 0-10 0,8 0-12 16,-2 0-7-16,1 0-2 0,3-2 2 0,-3 2-5 16,5 0-7-16,-1-3-8 0,-2 0-7 0,4 0 1 15,2 1-1-15,-4-2 4 0,1 1 9 0,-3-3-3 16,0 3 1-16,3-2-5 0,-5 2 3 16,-1-1 11-16,-1 0-6 0,0-1-3 0,-1 3-5 0,1-1-13 15,-4 2 0-15,1-3-8 0,0-1-11 0,-2 5-7 16,0-8-6-16,-3 7-9 0,-2-2-3 0,3-2-9 15,2 5-2-15,-8-5-3 0,3 5-3 0,-2-1-2 16,7 1 2-16,-16 3-3 0,7-1-5 0,-1 4 1 16,0-2-5-16,-1 4 2 0,5 1-4 15,-7-3 2-15,5 6-24 0,2-3-9 0,0 3-7 0,-2-3-14 16,8 3-10-16,-4-3-4 0,4 2-1 0,0-2 0 16,1 2 11-16,8-3 6 0,-5 1 4 0,1-2 6 15,4 1 6-15,1-3 3 0,3 0 4 16,0 0 9-16,5-2-2 0,1-2 3 0,0-2 4 0,0 1-1 15,-2-3 1-15,2-1 3 0,0 1 3 0,-2-2 4 16,-1-1-1-16,0-1 11 0,-2 1 11 0,0-2 5 16,1 0 5-16,-4 0 11 0,-1-1 5 0,3-1 0 15,-6 1 1-15,6 0 2 0,-3 1 7 0,-2 0 0 16,0 1-1-16,-4 1 7 0,4-1-2 0,-3 2-4 16,1 0-2-16,-3 0-1 0,1 1 10 15,0 1-15-15,-3 0-7 0,2 0-12 0,-3 3 1 0,6-2-7 16,-6 2-5-16,0 0-13 0,0 0-4 0,0 0-2 15,0 0 7-15,7 7-2 0,-7-3 8 0,0 1-11 16,0 2-2-16,0 2-10 0,-3-1 5 0,-1 2-9 16,-1-1-2-16,0 1-11 0,-4 0-16 0,-4 2-9 15,-1-1-7-15,0-2-14 0,-2-1-6 0,4-2 0 16,1-1 5-16,0 0 16 0,4-1 5 0,0-3 8 16,-3 2 7-16,5-3 6 0,5 0 4 0,-13-3 17 15,9 0 17-15,-2-2 12 0,2 0 6 0,3-1 5 16,1-4 2-16,0 1 2 0,1-1 3 0,-1 0 0 15,4 2 0-15,-4 1-2 0,6-1-1 0,-3 3 3 16,2 1-10-16,-1-3-6 0,0 1-1 0,1 1-4 16,0 2-4-16,5 2 0 0,2-1-3 0,-3 2-3 15,2 2 2-15,1 0-1 0,0 0 0 0,5 4 0 16,-5 3-2-16,0-5 4 0,1 7-5 0,-1-5-15 16,-1 3-19-16,3 0-32 0,-4-2-38 0,-2 2-37 15,1-1-53-15,1-1-43 0,-1 1-38 0,-1-3-42 16,1 1-48-16,-3 1-65 0,2-6-360 0,-8-1-857 15,13 0 379-15</inkml:trace>
  <inkml:trace contextRef="#ctx0" brushRef="#br0" timeOffset="84618.8219">24501 3308 326 0,'4'-18'410'0,"0"6"14"0,0-4 32 16,-4 4 25-16,1 0 10 0,-1 2-3 0,3-1-5 15,-3 4-5-15,1 0-8 0,-1 0-3 0,-1 3-12 16,1 4-25-16,0-7-31 0,0 7-39 0,0-4-34 16,0 4-33-16,0 0-35 0,0 0-28 0,1-4-25 15,-1 4-27-15,0 0-95 0,0 0-83 0,0 16 0 16,-4-1 0-16,7 5 0 0,-6 8 0 0,3 3 0 16,-4 1 0-16,3 15 0 0,-4-10 0 0,-3 11 0 15,6 0 0-15,-5-1 0 0,2 2 0 0,-5-1 0 16,1 4 0-16,0 1 0 0,0-3 0 0,-2 1 0 15,0 1 0-15,4 2 0 0,0-5 0 0,1 3 0 16,6-4 0-16,-2-2 0 0,0-9 0 0,1-1 0 16,1-3 0-16,1-2 0 0,1-1 0 0,6-1 0 15,-5-5 0-15,-2-3 0 0,4 2 0 0,-2-7 0 16,-1-3 0-16,2-3-369 0,0 1-62 0,1-1-23 16,-2 0-30-16,3-8-54 0,-1-1-33 0,-5-1-320 15,0 0-965-15,0 0 427 0</inkml:trace>
  <inkml:trace contextRef="#ctx0" brushRef="#br0" timeOffset="85651.9541">24694 3564 225 0,'0'0'306'0,"0"0"6"0,0 0 2 15,0 0 4-15,0 0-7 0,0 0 3 0,5-4 15 16,-5 4 3-16,0 0 1 0,3-5 3 0,-3 5-1 16,1-5-9-16,-1 5-9 0,0-4-20 0,0 4-2 0,0 0-12 15,3-3-11-15,-3 3-16 0,1-2-16 16,-1 2-12-16,0 0-15 0,0 0-20 0,0 0-12 15,0 0-28-15,0 0-15 0,0 0-22 0,0 0-21 16,0 0-6-16,0 0-12 0,0 0-1 0,4 9-11 16,-4-3-13-16,5 1 0 0,-4-3-7 0,2 4-2 0,-2 1-11 15,3-1-2-15,-3 2 9 0,2 0-8 16,-2-1-13-16,2 2-24 0,-2-1-14 0,2-3-13 16,-1 3-17-16,-2-5-8 0,3 1-9 0,-3 2-11 15,0-2-5-15,0-3-5 0,0 3 3 0,1-3 8 0,0 0 8 16,-1-3 13-16,3 4 7 0,-3-4 25 0,0 0 19 15,0 0-9-15,0 0 16 0,6-10 15 0,-1 3 12 16,-1-1 6-16,3-2 7 0,-4 1 0 16,4-2 13-16,0 0 7 0,-2 0-4 0,2 1 10 15,-1 0 16-15,2 0-20 0,-2 3 2 0,1-1-1 0,-3 1 4 16,1 2-6-16,0 0-10 0,-1 1 2 0,-2 0-11 16,3 2-9-16,-3-3-7 0,0 2-28 0,-2 3 0 15,9-1 0-15,-9 1 0 0,10 1 0 16,-10-1 0-16,9 2 0 0,-1 1 0 0,-3 3 0 15,1-1 0-15,-1-3 0 0,2 5 0 0,-5-3 0 0,5 3 0 16,-2-1-26-16,0-2-42 0,0 4-7 0,-1-2-10 16,0-1-10-16,-3 0-3 0,4-2-7 0,-2 1 3 15,1-2 1-15,-2 0 6 0,2 1 15 0,-4-3 7 16,4 2 16-16,-4-2 7 0,6 2 5 0,-6-2 8 16,0 0 17-16,13-7 15 0,-5 3 17 0,1-1 10 15,-2-2 17-15,0 1 1 0,0-3 7 0,-2 4 16 16,3-1 4-16,0-2 7 0,1 0-2 0,-2 3 4 15,-1-2 8-15,-1 1-5 0,-1 3-6 0,-1 0-7 16,4 1-7-16,-4-2-8 0,1 1-5 0,-4 3-1 16,5-1-6-16,-5 1-12 0,12 1 3 0,-6 2-7 15,-1 0-3-15,2 0-8 0,-2 0 14 0,0 3-14 16,0-3 1-16,0 3-13 0,2-3-9 0,-5 4-43 16,5-2-32-16,-2 1-40 0,-1-2-58 0,1-1-43 15,0 2-47-15,-3-2-23 0,4-1-45 0,-4 2-29 16,5-3-41-16,-4 0-39 0,-3-1-18 0,16-2-16 15,-9 0-256-15,2-2-800 0,0 0 355 0</inkml:trace>
  <inkml:trace contextRef="#ctx0" brushRef="#br0" timeOffset="86684.5201">25328 3511 132 0,'0'-4'205'0,"0"4"18"0,4-5 21 16,-3 2 21-16,-1 3 13 0,0-5 12 0,0 5 10 15,2-3 7-15,0 0-15 0,-2 3-7 0,5-4-6 16,-5 4-6-16,4-3-14 0,-4 3-14 0,4-3-28 15,-4 3-25-15,0 0-19 0,0 0-20 0,8 0-18 16,-8 0-11-16,7 6-12 0,-4-2-14 0,2 2-9 16,0 1-5-16,-1 2-12 0,1-1-5 0,-2 1-9 15,0-2 1-15,-1 1-11 0,-1-1-1 0,-1 4-6 16,-1-2-3-16,-3-1-6 0,-1 0-4 0,0 0-14 16,-2 0-11-16,2-3-9 0,0 0-11 0,-4-3 4 15,4 1 5-15,1-1-2 0,-1-1 8 0,1 0-2 16,4-1 2-16,0 0 10 0,-14-7 12 0,10 2 14 15,0-1 9-15,3-1 12 0,1-1 13 0,0-1 2 16,0 0 0-16,5 0-1 0,-3-2-3 0,4 3 0 16,-5-3 1-16,4 1-3 0,-1 4 1 0,-3 1-5 15,2-2-3-15,1 3-7 0,-3 0-8 0,-1 1-9 16,4 0-3-16,-4 3-5 0,5-1-3 0,-5 1-6 16,0 0-2-16,14 5 1 0,-9-1 0 0,-1 2-2 15,1-1 1-15,3 2-5 0,-2 0 4 0,2 2-2 16,-3 0 0-16,-2-3-3 0,2 3 2 0,2 1-5 15,-2-1 1-15,-2-4 0 0,1 2 0 0,-2 0 1 16,2-3-2-16,0 2 3 0,1-2 0 0,0 2 8 16,2-2-7-16,2-2 2 0,0 1 2 0,5-1-5 15,-3-2 8-15,3-3-1 0,2-1-1 0,-2 0-3 16,1-3-1-16,0-2 3 0,-2 0 1 0,4-3 8 16,-6 1 5-16,2 1 10 0,-3-5-4 0,-1 3 0 15,-4 1-9-15,2-2-2 0,-2 4 7 0,-3-1-12 16,1 2-3-16,-2-2-2 0,0 1 1 0,-2 1-1 15,0 2-13-15,1 1 2 0,-3 1-1 0,2-2-3 16,-3 3-3-16,2 1-2 0,2 2-3 0,0 0 2 16,-8 0-1-16,8 0 0 0,-6 9 4 0,3-4-5 15,0 1-4-15,1 3-11 0,2 1 4 0,0 1-4 16,2 0 0-16,1-1 0 0,0 1 0 0,0 1-2 16,3-2 1-16,-3 0 1 0,4-1 1 0,-2 2-2 15,0-2 3-15,0 3 6 0,0-2 1 0,2-3 4 16,-1 0-3-16,-2-1 4 0,0-1 1 0,-1 0 0 15,1 0-2-15,-2-2 1 0,0 1 0 0,0 0-2 16,-2-4 3-16,1 2 0 0,-1-2 2 0,-1 5 5 16,1-5-1-16,-6 5 3 0,0-3-1 0,1 1-3 15,0-1 1-15,-3 0 1 0,2-1 0 0,-1 0 1 16,2 1-2-16,5-2 5 0,-10 0 0 0,4 0-2 16,6 0 3-16,0 0 2 0,-9-2 0 0,9 2 2 15,0 0 0-15,-7-4-1 0,7 4 1 0,1-4-1 16,-1 4 0-16,4-8-4 0,-1 3 9 0,3-1-7 15,3-1-3-15,1-2 0 0,3 0 0 0,4-3 0 16,-2 3 0-16,4-4 1 0,-2 2-1 0,0-1 2 16,3 0 1-16,-3 3-1 0,-1-5 2 0,0 3 1 15,-2 2 4-15,0 0-2 0,-5 1 4 0,-1 1 8 16,2 0 2-16,-4 1-2 0,-2 2 0 0,0 0-6 16,-1 1-1-16,1 1-5 0,-3-2 0 0,3 2-6 15,-4 2-2-15,0 0-4 0,0 0 0 0,0 0-2 16,0 0-1-16,0 0-5 0,0 0-4 0,-11 6 3 15,7-1-3-15,0 4 0 0,3-3 0 0,0 4 6 16,-1-3 0-16,4 0 0 0,-1 0 3 0,3 1 1 16,0 2 3-16,1-2-3 0,0 0 6 0,1 0 0 15,-1 1-2-15,1-3-2 0,2 2 2 0,-4-3-1 16,1-2 5-16,-1 3-6 0,0-1 1 0,-3-1-1 16,3-1 3-16,-4 1 1 0,4-2-1 0,-4-2 2 15,1 5-2-15,-1-1 6 0,0-4-3 0,-1 5 3 16,-3-3-1-16,4-2-1 0,-11 2-21 0,4 0-32 15,-3-1-31-15,2 0-31 0,-1-1-32 0,2 1-35 16,-1-1-45-16,2-2-51 0,6 2-53 0,-11-3-60 16,9 1-49-16,2 2-310 0,0 0-811 0,0 0 359 15</inkml:trace>
  <inkml:trace contextRef="#ctx0" brushRef="#br0" timeOffset="87403.0394">26531 3480 379 0,'0'0'433'0,"0"-5"13"0,0 5-1 0,-3-5-10 0,3 1-14 15,0 4-20-15,0 0-23 0,2-7-34 0,-1 4-27 16,3 0-29-16,-4 3-32 0,3-4-26 0,0 1-22 15,-3 3-25-15,5-1-20 0,-5 1-16 0,9-2-15 16,-9 2-17-16,13 3-12 0,-7 0-16 0,1 1-7 16,-1 1-11-16,2-1-5 0,-3 1-6 0,-1 1-8 15,2 1-3-15,-6 0-5 0,3 0-3 0,-1 1-3 16,-4 2-5-16,0-3-2 0,-3 1-2 0,1 0 0 16,-6 3-2-16,1-3-3 0,-2-3-1 0,-2 0-2 15,-2-2-1-15,1 2 0 0,1-3-7 0,0-1-1 16,0-1 2-16,3 0 3 0,0-1-3 0,2-1 3 15,-1 1 2-15,4-4 5 0,1 2 3 0,-1-4 1 16,0-3-4-16,5 1-1 0,0 0-4 0,6-1-2 16,3-5-5-16,4 1-1 0,1-2 0 0,0 2-11 15,9-4-16-15,0 0 4 0,0 0-11 0,2 2-13 16,0 1-6-16,-1 0-7 0,-1 1-4 16,-6 3-2-16,7-4-6 0,-8 7 10 0,0-3 3 15,0 1 2-15,-1-2 11 0,-4 4 3 0,3-3 4 0,-6 0 7 16,0 2 3-16,1 1 7 0,-4-2 4 0,1 0-1 15,-1 0-2-15,-1 0 11 0,-2 0 10 0,-2-1 7 16,-2 0 6-16,2 1 11 0,-4 0 7 0,3 1 8 16,-5 1 13-16,0-1 9 0,5 5 8 15,-4 0 10-15,1-2 2 0,3 1-3 0,0 3-14 16,1 2-7-16,-3-3-11 0,3 3-2 0,0 0 25 0,-9 14 11 16,7-4 29-16,-2 5 23 0,-1 3 9 0,2 12 9 15,1 1 28-15,-2 3-1 0,1 13-186 0,1-12 0 16,2 12 0-16,0-11 0 0,4 9 0 0,-7 0 0 15,3-10 0-15,0 0 0 0,-1 0 0 0,1 1 0 16,1-2 0-16,-1 2 0 0,-1-3 0 0,2 0 0 16,-2-2 0-16,1-5 0 0,-2 5 0 0,4-8 0 15,-1-4 0-15,-2-2 0 0,1 0 0 0,1-6 0 16,0 0 0-16,1-4 0 0,-1-1 0 0,0-1 0 16,-1-1 0-16,1 0 0 0,-1 1 0 0,0-5 0 15,0 0-64-15,0 6-233 0,0-6-20 16,0 0-56-16,0 0-66 0,0 0-47 0,0 0-27 0,2-17-30 15,-4 10-318-15,-3-3-931 0,0-6 413 0</inkml:trace>
  <inkml:trace contextRef="#ctx0" brushRef="#br0" timeOffset="87590.386">26689 3769 191 0,'0'0'374'0,"0"-10"35"16,0 10 19-16,0-7 14 0,3 4 11 15,-3-1-18-15,0 4-25 0,4-6-31 0,1 4-21 0,1-1-21 16,7-3-9-16,-2 1-13 0,2 4-19 0,5-5-12 15,1 4-14-15,-1-3-18 0,-1 0-31 0,-6 1-17 16,3 2-22-16,-3-1-22 0,0 1-18 0,2-3-29 16,-4 1-48-16,1 0-56 0,-1 1-47 15,-1-5-58-15,-3 5-55 0,0-1-54 0,0-1-69 16,-1 0-67-16,-4 5-64 0,7-7-79 0,-5 3-361 0,-1-3-913 16,-2 1 405-16</inkml:trace>
  <inkml:trace contextRef="#ctx0" brushRef="#br0" timeOffset="88186.012">27714 3309 374 0,'0'-4'508'0,"0"-1"-5"0,2 1-6 16,0 3-7-16,-2 1-16 0,0-6-11 0,0 6-22 16,0 0-38-16,5-5-24 0,-5 5-24 15,0 0-42-15,0 0-28 0,0 0-26 0,0 0-28 0,0 0 20 16,0 0 18-16,0 21 3 0,-1-10-13 0,-3 5-3 15,4 1 5-15,0 2-13 0,-4 1-9 0,3 6-78 16,-2 3-161-16,2-2 0 0,-1-1 0 0,0 3 0 16,2-3 0-16,-2 1 0 0,-1 2 0 15,2 0 0-15,-2-3 0 0,2 4 0 0,1-1 0 0,0 0 0 16,0-2 0-16,0 1 0 0,0-3 0 0,0-1 0 16,-2 3 0-16,0-8 0 0,4-1 0 0,-2-2 0 15,-2-6 0-15,2 1 0 0,2-2 0 0,-2 1 0 16,0-4 0-16,0 0 0 0,0-1 0 0,0 0-347 15,0-3-35-15,0-2-29 0,0 0-53 0,0 0-59 16,0 0-42-16,0 0-352 0,-9-20-993 0,2 5 440 16</inkml:trace>
  <inkml:trace contextRef="#ctx0" brushRef="#br0" timeOffset="88530.7715">27434 3520 19 0,'0'-6'444'0,"0"2"25"16,0-1 7-16,-2 0 8 0,2 0-9 0,2 1-28 16,-2-2-40-16,0 2-26 0,3-2-27 0,0 0-33 15,0-2-31-15,4-1-27 0,3 0-16 0,3-2-18 16,3 3-12-16,2-2-16 0,1 3-22 0,7-2-13 16,2 2-16-16,0 1-12 0,7 2-1 0,-3 1-12 15,0 2-5-15,-1-1-10 0,-1 5-11 16,-1-1-6-16,-9 2-13 0,0 1-11 0,-3 2-1 0,-3 0-14 15,2 1-5-15,-2 2-10 0,-5-1 8 0,-1 0-7 16,-2 0-4-16,-1 2 5 0,-1 1-9 0,-4-1 5 16,0 1-7-16,-4 0-3 0,-3 3-2 0,-5 0-5 15,1-2 2-15,-6 0 4 0,2-2-6 0,-4 0-13 16,1 0-29-16,2-1-26 0,0-4-28 0,3-1-23 16,4 0-19-16,1-2-17 0,-2-1-5 0,6 0-3 15,-1 1-24-15,5-3-48 0,0 0-83 0,0 0-69 16,0 0-42-16,0 0-37 0,36-12-34 0,-18 5-295 15,0 1-839-15,1-4 371 0</inkml:trace>
  <inkml:trace contextRef="#ctx0" brushRef="#br0" timeOffset="90179.2831">28068 3494 124 0,'2'-2'388'0,"-2"2"6"0,3-5 24 16,0 2 6-16,-2 0-2 0,-1 3-5 0,0-6-12 15,1 4-16-15,-1 2-26 0,7-6-16 0,-6 5-23 16,-1 1-36-16,5-3-22 0,-3 1-24 0,-2 2-28 16,7-3-21-16,-7 3-30 0,5-2-12 0,-5 2-25 15,0 0-10-15,16 3-9 0,-10 0-12 0,2-1-19 32,1 1-4-32,-3 3-16 0,1-1-20 0,-1 1-12 0,0-1 0 0,-1 4-4 0,2-1-4 0,-6-1-10 15,3 4-6-15,1-4-5 0,-4-1-9 0,1 2-12 16,-4-4-1-16,1 3 2 0,1-1-3 0,-1-2-1 15,-2 1 1-15,3-2 4 0,3 1 5 0,-3-4 0 16,-3 4 7-16,3-4 15 0,0 0-3 0,0 0 0 16,0 0 15-16,0 0 12 0,0-18 4 0,3 13 3 15,-1-3-3-15,2 2-2 0,0-7-2 0,0 5-1 16,2-4-6-16,1 2-2 0,-2 1 0 0,1 0-6 16,0 0 2-16,0 1 0 0,1 0-9 0,1 2-2 15,-1 2-2-15,1 0 0 0,3 0-6 0,-1 3 6 16,0 2-7-16,1-1 2 0,-2 2-1 0,2 0-4 15,0-1-12-15,0 4-2 0,1 0-6 0,-3 0-7 16,0 0-9-16,-3-2-4 0,3 3-8 0,-2-3-6 16,-1 0-2-16,-1 1-3 0,0-1-5 0,-2 1-4 15,1-2 5-15,0 0 7 0,-4-2 6 0,5 3 8 16,-5-3 8-16,6 3 4 0,-6-3 7 0,4 1 15 31,-4-1 5-31,0 0-1 0,0 0 5 0,10-5 12 16,-6 2 7-16,0-1 10 0,3 1 3 0,-2-1-1 15,-1 2 0-15,3-3 5 0,-2 2 3 0,0-2-2 16,1 2-3-16,1 0-3 0,-3 1-3 0,1-1-2 16,1 2-8-16,-1 0 2 0,-5 1-5 0,14-1-2 15,-9 2-1-15,3 0 1 0,-2 1-3 0,-1 2-1 16,1 0 0-16,-3 3 3 0,1-1 0 0,-1-1-2 16,-2 3 4-16,-1-1-5 0,-1 3 4 0,-3-1 0 15,-4 0-1-15,3 2-2 0,-5-4-2 0,0 4-8 16,-2-4-7-16,0-2-11 0,0 1-6 0,-2 0-1 15,2-3-2-15,1 0 6 0,0-1 8 0,0-2 4 16,6 0 7-16,5 0 1 0,-10-4 1 0,6-3 4 16,3 2 2-16,1-2 9 0,1 1 6 0,-1-5-6 15,8 3 2-15,-3-5-3 0,3 4-1 0,1-4-2 16,3 0-3-16,0 0 0 0,-2 0 0 0,-1 5 0 16,0 1-5-16,-3 1-8 0,6 0-6 0,-1 1-18 15,0 2-13-15,1-4-9 0,-3 6-17 0,2-1-12 16,1 2-10-16,-2-1-17 0,3 2-11 0,-1 0-3 15,1 1 0-15,-1 1-3 0,0-1 11 0,-1 0 3 16,1 1 11-16,-1-1 10 0,1 0 14 0,-3 0 1 16,-2 0 14-16,1 0 4 0,0-1 13 0,-3-1-7 15,1 3 30-15,-1-1 6 0,-1-1 11 0,-4-1 19 0,10 0 3 16,-10 0 6-16,8 0 7 0,-8 0 14 16,6-3 2-16,-2 0 14 0,0 3 3 0,-4 0-1 15,5-3-3-15,0 1 6 0,3 1 0 0,-8 1-11 16,6-5 7-16,-2 4-10 0,3-1-1 0,-1-2 1 15,-2 4-12-15,-4 0 1 0,10 0-8 0,-10 0 2 16,9 4-2-16,1-2-2 0,-5 2 0 0,0-1-5 16,1 2 0-16,0 0-6 0,-1 1-3 0,-2 3 9 15,-1-2-6-15,-1 2 6 0,-1 1-5 0,-3-1 3 16,-4 1-6-16,1-1-2 0,-2 1 2 0,-1 1 1 16,-1-4-13-16,-4 4-16 0,1-4-5 0,-1-2-13 15,-4 1-6-15,5-2 6 0,3-1 13 0,-2-3-17 16,1 1 15-16,2 1 3 0,0-4 7 0,2 1 13 15,2-2-9-15,-1-3 18 0,1 2-2 0,0-3 5 16,4 0 3-16,2-4 0 0,2 2 17 0,1 0-2 16,1-5 5-16,1 0-7 0,3-2-3 0,1-1-8 15,-1 1 6-15,4-7 2 0,-2 7-12 0,2-1 8 16,1-4-5-16,3-2 1 0,-7 6 7 0,7-4 7 16,-4-1-4-16,1 5 1 0,-4 2-7 0,1-3 8 15,-2 2 0-15,-4 1 4 0,6-1 2 0,-4 2 6 16,-2 3 3-16,-1 0 3 0,-1-1-6 0,-2 1-3 15,3 1-6-15,-7-1 0 0,3 0 3 0,0-3 8 16,0 1 5-16,-2 3 1 0,-1 0-4 0,1-1 0 16,-3 1 1-16,1 1 0 0,1-1 7 0,-1 6 8 15,2-2 5-15,1 3 1 0,2-2-2 0,-1 5-8 0,0 0-10 16,-4-3-10-16,4 3-3 0,0 0-2 16,0 0-3-16,0 0 5 0,-9 16 12 0,4-5 7 15,1 5 10-15,-2 2 11 0,2 1-4 0,-3 6-3 16,5 2-1-16,2-1-2 0,-4 2-2 0,3 2-9 15,-2 0 0-15,1-1-9 0,2-1-6 0,-2 2 0 0,0 1-4 16,4-3-5-16,-2-1 1 0,3-2-8 0,-2-6 0 16,-1 0 3-16,4-3-15 0,0 2-12 0,0-2-5 15,-2-6-9-15,1 1 3 0,0 0 0 0,-1-4-6 16,1 0 9-16,0-2-3 0,2 1 0 16,1-3 4-16,-1-1-6 0,2 0 0 0,1-2 5 0,-2 0 1 15,5-3-5-15,0-1-2 0,-1 2-4 0,-1-6 1 16,2 0 5-16,1 1-1 0,-3-3 4 0,-1 4 2 15,2-5 3-15,-2 6-3 0,-2-4 1 0,2 2 3 16,-2 2 1-16,-2-1 5 0,0 2 6 0,-3 2-5 16,2-1-2-16,-1 0-3 0,-2 3 1 0,4-4 0 15,-4 4-2-15,0 0 1 0,4-2 0 0,-4 2-4 16,3-2-1-16,-3 2 2 0,0 0-5 0,0 0-2 16,0 0 8-16,7 5-2 0,-7-1 5 0,4 1-1 15,-1-1-1-15,-2 0 4 0,1 1-2 0,1 0 0 16,2 0 4-16,-3 2-8 0,0-4-17 0,1 1-11 15,0-1-1-15,0-1-8 0,-2 3-1 16,2-3 0-16,-3-2 8 0,4 3 0 0,-4-3 4 0,5 0 2 16,-5 0 5-16,0 0-3 0,9 0 0 0,-9 0 1 15,7-4 4-15,-2 1-6 0,1-1-1 0,-1 0 2 16,0 0 5-16,2-2 2 0,-3 2 1 0,3-3 6 16,-2 2-1-16,1 0-1 0,-2 0 5 0,-1 2 3 15,2-1 2-15,0 0 4 0,-3 1-2 0,2 2-1 16,-4 1-5-16,5-5 5 0,-5 5 1 0,4-2-4 15,-4 2-12-15,4-3-26 0,-4 3-39 0,0 0-39 16,11 0-43-16,-11 0-58 0,9 3-47 0,-2-1-50 16,3-1-72-16,-4 0-360 0,1 0-819 0,-1-1 363 15</inkml:trace>
  <inkml:trace contextRef="#ctx0" brushRef="#br0" timeOffset="90759.4899">29469 3398 146 0,'0'-3'343'16,"1"-1"9"-16,-1 4-2 0,-1-9-5 0,1 5-20 16,-3 1-20-16,3-2-13 0,-4 2-14 0,4 3-9 15,-1-6-12-15,-4 4-14 0,5 2-14 0,-5-4-20 16,5 4-19-16,-5-2-22 0,5 2-16 0,0 0-20 16,-12 2-13-16,9 0-11 0,-4 2-7 0,2-1-13 15,1 3-4-15,-1 1-9 0,-1 0-11 0,1 2-3 16,-3 1-8-16,3 1-5 0,0-1-3 0,2 1-6 15,-2 0-5-15,1 1-5 0,-1-1-4 0,4 0-22 16,0-2-22-16,1 1-10 0,2 1-14 0,3-2-1 16,0 0-18-16,2 0-15 0,3-1-18 0,3 3-8 15,-2-7-17-15,8 2-16 0,-2-3-9 0,2 0-3 16,0-3-4-16,1-1-13 0,-1-4-18 0,0-1-5 16,0-6-19-16,1 6 2 0,-1-6-4 0,3-2-6 15,-4 4 26-15,0-9 13 0,-4 5 45 16,-3-3-5-16,-4-1 13 0,3-1 12 0,-2-4 19 15,-3 0 25-15,-2 2 36 0,1-4 26 0,-3 7 38 0,0 2 21 16,2-3 48-16,-3 1 37 0,0 6 32 0,1-2 10 16,-2 2 11-16,1 1 7 0,-3-2 18 0,1 3 17 15,0 3 14-15,2 1 8 0,0 1 4 0,-1 1 7 16,0 0-5-16,1 4-3 0,-3-7-15 0,3 7-24 16,0-3-17-16,0 3-20 0,0 0-17 15,0 0-17-15,0 0-2 0,0 0 33 0,-6 10 8 0,6 1-7 16,0 0-10-16,0 2 15 0,-3 2-11 0,3 5-9 15,0 0-4-15,-1 1-8 0,2-1-15 0,-1 4-15 16,0 2-100-16,0-2-24 0,0-6 0 0,0 1 0 16,-1 0 0-16,2 1 0 0,2-2 0 0,-6 0 0 15,6 0 0-15,-3-5 0 0,0-2 0 0,1 0 0 16,-1-2 0-16,0-1 0 0,1-2 0 0,-2 2-28 16,2-3-222-16,-1-2-22 0,0-3-10 0,7 7-25 15,-6-6-77-15,-1-1-65 0,0 0-65 0,12-9-438 16,-10 0-1029-16,2-2 456 0</inkml:trace>
  <inkml:trace contextRef="#ctx0" brushRef="#br0" timeOffset="90947.1046">29667 3378 112 0,'-4'-1'428'0,"4"1"48"0,0 0 22 0,0 0 15 16,0 0-10-16,0-4-41 0,0 4-48 0,9-6-44 15,-3 2-37-15,7-2-36 0,5 0-29 0,3 1-29 16,6 0-21-16,2-2-28 0,2 0-18 0,1 1-11 15,-3 1-30-15,-1-2-40 0,-6 4-38 0,-7-1-41 16,0 1-38-16,-4 0-47 0,-1 1-38 0,-1 1-45 16,-4-1-66-16,0 1-58 0,-5 1-60 0,8-1-62 15,-6 0-321-15,-2 1-781 0,0 0 346 0</inkml:trace>
  <inkml:trace contextRef="#ctx0" brushRef="#br0" timeOffset="92215.204">30658 3016 172 0,'6'-10'416'0,"2"2"18"0,-3-1 8 0,0 0 11 16,-3 2 5-16,2 1-4 0,0 1-8 15,-3-2-21-15,0 3-27 0,1 1-36 0,0-1-30 16,-2 4-34-16,0 0-27 0,2-2-40 0,-2 2-23 16,0 0-22-16,0 0 20 0,-2 18 13 0,-5-3-2 15,-5 8 1-15,1 4-3 0,-6 3-9 0,4 2 3 16,-6 13 1-16,4 0-10 0,-7 1-14 0,4 1-67 16,0-1-119-16,3-1 0 0,0 1 0 0,-2 0 0 0,2-1 0 15,-1 2 0-15,5-1 0 0,-1 2 0 16,4-1 0-16,5 1 0 0,-1-14 0 0,9 11 0 15,-3-10 0-15,9 13 0 0,0-2 0 0,6-2 0 16,-3-13 0-16,10 11 0 0,-2-13 0 0,1-1 0 0,14 4 0 16,-9-9 0-16,-2 2 0 0,-2-3-145 15,2-4-154-15,-5-2-33 0,-3-5-48 0,-9-3-50 16,1-1-47-16,-1-5-69 0,0 2-385 0,0-4-1008 16,-9 0 447-16</inkml:trace>
  <inkml:trace contextRef="#ctx0" brushRef="#br0" timeOffset="92906.1376">30845 3524 92 0,'2'-7'462'0,"0"-3"0"0,1 5 20 16,-3 1-1-16,2-2-10 0,-2 1-19 0,2 2-16 15,0-1-21-15,-3 0-27 0,1 4-38 0,2-2-30 16,-2 2-27-16,0 0-22 0,4-3-27 0,-4 3-31 16,0 0-17-16,0 0-24 0,0 0-21 0,0 0-13 15,0 0-8-15,4 13-17 0,-3-8-19 0,1 5 6 16,-1-3-10-16,3 1-16 0,-3 3-7 0,0-4-3 0,2 4-10 16,-2-3-2-16,-1 4-1 0,3-4-7 15,-2-1 0-15,0-1-8 0,1 1-9 0,-2-2 5 16,1 2-5-16,0-3-5 0,0-2-11 0,-1 3-5 0,0-5-2 15,0 0 1-15,2 5-12 0,-2-5 15 16,0 0 10-16,0 0-4 0,0 0-2 0,0 0-1 16,14-11-5-16,-7 3-4 0,-1-2 3 0,1 1-9 0,3-6 13 15,-1 3 3-15,-4 3 4 0,3-4-4 0,-3 2 7 16,2 2 17-16,2 2 11 0,-6 1 8 16,1 1 0-16,1 0 2 0,-1 1-3 0,1 3-10 15,-2-3-17-15,-1 1-16 0,-2 3 11 0,7-1-8 16,-7 1-14-16,0 0 0 0,10 4 0 0,-1-2 0 0,-4 1 0 15,0 3 0-15,0-1 0 0,2 2 0 0,-3 0 0 16,2-1 0-16,-1 2 0 0,3-2 0 0,-6 0 0 16,2 0 0-16,0-2 0 0,0-2 0 0,-2 0-24 15,1 2-12-15,-3-4 8 0,4 3 4 16,-4-3 11 0,4 2 11-16,-4-2-17 0,0 0 10 0,7-5-3 0,-2-1 6 0,-1 3-5 0,4-7 7 0,-2 3-3 15,1-2 6-15,0 3-1 0,2-4 6 0,0 2-1 16,-2 1 21-16,-1 0 11 0,0 1 0 0,-1 1 5 15,-1 1-3-15,0 1-17 0,1 1-20 0,-2 0 0 16,-3 2 0-16,10-1 0 0,-10 1 0 0,10 4 0 16,-1 1 0-16,1 1 0 0,-1 1 0 0,-2 0 0 15,1 1 0-15,0 0 0 0,-3 0 0 0,3 0 0 16,-4 1 0-16,2-1 0 0,-3-1 0 0,1-2 0 16,-1 2-140-16,1-2-44 0,-2-1-46 0,0-1-47 15,2 2-15-15,-3-4-42 0,-1-1-68 0,0 0-91 16,0 0-75-16,14-9-311 0,-9 1-951 0,2 0 420 15</inkml:trace>
  <inkml:trace contextRef="#ctx0" brushRef="#br0" timeOffset="93549.1757">31371 3220 177 0,'1'-4'465'0,"0"1"-1"0,-1 3 0 0,1-6-10 0,3 1-18 15,-4 3-18-15,0 2-19 0,2-6-21 0,-2 3-30 16,0 3-27-16,5-7-26 0,-1 5-24 0,-2-3-16 16,3 2-20-16,-5 3-22 0,9-8-23 0,-5 5-27 15,-4 3-13-15,9-2-15 0,-9 2-15 16,5-3-15-16,-5 3-16 0,6-2-4 0,-6 2-9 16,0 0-11-16,16 1-6 0,-14 3 0 0,-2-4-9 15,11 6-8-15,-5 1-7 0,-5-1 1 0,4 1-7 16,-1 1-2-16,-1 0 0 0,-1 3-7 0,0 0-2 0,1-2-5 15,-1 1 3-15,0 0 4 0,3 2-5 0,-2-3 1 16,-1 1-8-16,0 0 6 0,-2-5-5 0,2 2 1 16,0-2 0-16,1-1 0 0,-3 1-1 15,0-5-3-15,3 7-6 0,0-3 6 0,-3-4 0 16,5 5 4-16,1-1 2 0,0-3-4 0,6-1 1 16,1 0-1-1,3-3 1-15,5 2-12 0,5-6-10 0,1 0 2 16,0-4-5-16,1 0-2 0,1-4-6 0,-3 1-12 15,4 0 7-15,-3-4 1 0,-1 2 3 0,1-1 2 16,-1-2 6-16,-6 5-1 0,2-3 3 0,-8 4 0 16,4-7 14-16,-6 8 4 0,-1-2 11 0,-3 4 13 15,-1 1 9-15,-2-2 9 0,2 1 9 16,-2 2 8-16,-3 2 15 0,0 1 10 0,0 0 0 0,-2 1 6 16,2-1 2-16,0 1 1 0,-1 2-5 0,-1 2-12 15,0 0-12-15,0-4-12 0,0 4-37 0,0 0-18 16,0 0 0-16,0 0 0 0,-5 22 0 0,1-5 0 15,-3 5 0-15,0 7 0 0,2 4 0 0,-1 2 0 16,-3 11 0-16,3 1 0 0,1-11 0 0,-5 11 0 16,3 1 0-16,-5-3 0 0,0 0 0 0,4-9 0 15,-2 7 0-15,-2-7 0 0,-1 12 0 0,3-14 0 16,-3 11 0-16,2-13 0 0,-4 11 0 0,4-12 0 16,-1-3 0-16,3 0 0 0,0-3 0 0,-2-1 0 15,6-6 0-15,0-3 0 0,1 1 0 0,0-6 0 16,3 1 0-16,1-6 0 0,0 6 0 0,3-4 0 15,1-6 0-15,1 4 0 0,2-3 0 0,7-3-354 16,3-5-57-16,2 3-36 0,8-11-36 0,0 3-34 16,-4-6-51-16,4-1-335 0,-3-5-976 0,2-1 432 15</inkml:trace>
  <inkml:trace contextRef="#ctx0" brushRef="#br0" timeOffset="94192.3729">32293 3213 224 0,'0'0'417'0,"0"-5"23"0,0 5 6 0,-5-2-6 16,5-3-11-16,0 5-18 0,4-5-15 0,-4 5-28 0,0 0-11 15,0 0-23-15,0-4-23 0,0 4-24 0,0 0-26 16,0 0-16-16,0 0-14 0,0 0-26 0,0 0-24 15,0 0-18-15,0 0-22 0,0 0-17 0,0 0-6 16,0 0 15-16,1 14 5 0,-1-8-15 16,0 2-8-16,-1 0 1 0,-3 6 19 0,4 0-23 0,-1 3-12 15,-1-1-5-15,-1 0-14 0,0-2-3 0,2 5-7 16,-2-4-8-16,-2 2-4 0,5 1-9 0,-1-1-4 16,-3-1-6-16,2-3 8 0,0-4-12 0,2 4-13 15,-3-3-23-15,0-2 0 0,3 0 0 0,0-2 0 16,-2 0 0-16,2-6 0 0,2 7 0 0,-2-7 0 15,0 5 0-15,0-5 0 0,3 5 0 0,-3-5 0 16,0 0-9-16,0 0 0 0,20-13-6 0,-11 4 0 16,1-2 3-16,2-3 4 0,-1-2-1 0,7-5 2 15,-6 5 0-15,0-7-1 0,-3 5-1 0,2 0 8 16,-3 1-1-16,0-1-3 0,-3 8 2 0,4-4 0 16,-2 2-5-16,-2 3 10 0,-1 0 4 0,-1 3 6 15,-3 0 2-15,2 1 2 0,0 2-6 0,1-2-9 16,-3 3-2-16,1-2-3 0,-1 4 1 0,0 0-3 15,0 0-1-15,0 0 10 0,-8 12-3 0,2-1 13 16,1-3-18-16,0 6 7 0,-4 2-3 0,1-1-1 16,0 2 5-16,3 0-5 0,-2 0-4 0,0-1 2 15,2-2 5-15,-1 2-2 0,1-4 4 0,1-1 0 16,3 0-5-16,-2-2 10 0,2 1-5 0,1-2-3 16,4 1 1-16,1 0 1 0,1-1 8 0,-1-1-20 15,4-1 2-15,5 1-32 0,-2-2 0 0,2-2-15 16,2 1-7-16,3-3-10 0,-2-1-15 0,1 0-16 15,0-4-20-15,-4 3-16 0,0-1-26 0,-1-2-31 16,4-1-43-16,-5-1-27 0,2-1-32 0,-5 3-28 16,3-1-43-16,-6 0-47 0,2-2-38 0,-4 2-323 15,-3-2-842-15,0 1 372 0</inkml:trace>
  <inkml:trace contextRef="#ctx0" brushRef="#br0" timeOffset="94869.118">32658 3359 5 0,'5'-2'293'0,"-2"0"31"0,-3 2 12 16,8-5 5-16,-8 5-9 0,9-4 2 0,-5 2-13 15,-3 1-8-15,4-1 5 0,-5 2-9 0,4-3-7 16,-4 3-13-16,5-3-14 0,-5 3-17 0,4-1-22 16,-4 1-24-16,0 0-20 0,4-2-22 0,-4 2-19 15,0 0-18-15,0 0-14 0,5 5-12 0,-1 0-11 16,1-1-9-16,-4 1-12 0,3 1-9 0,0 0-4 15,-3 1-3-15,2 1-8 0,-2 1-3 16,0-1-9-16,-1 1-5 0,0-2-1 0,-1 1-1 16,0 1-2-16,-2 0-6 0,-2-3 1 0,1-1-3 0,-1 2-2 15,0-4 2-15,0 2-3 0,-1-2 0 0,-1-2-8 16,-2 1 0-16,4-2 1 0,5 0-3 0,-13-3-1 16,7 0-1-16,-3-3-1 0,5-2-5 15,-2 0 1-15,3 2 1 0,-1-4-1 0,4-1 0 16,-2 2-4-16,2-1 0 0,2 0 8 0,-2 2 1 15,2 0 3-15,0-1 5 0,3 1 0 0,-3 4 7 16,0-1-4-16,2 0-2 0,2 2-7 0,-2 0 4 0,3 2-4 16,-7 1 7-16,18 8 5 0,-6-2 4 0,1 6-2 15,1 1 6-15,-1 4 0 0,-4 1 2 0,5 5 1 16,-5 5-3-16,0-2 4 0,0 1-11 0,-3 1 12 16,1 4 8-16,-2 0-3 0,1 1 2 0,-1-1-8 15,-1-2 6-15,-1 2-7 0,-1 2 3 16,-1-3-11-16,1-1-5 0,-2-2 4 0,0 3-2 15,0-4-2-15,-2-7 2 0,2-1-4 0,-2-3-2 0,-1 0-4 16,3-16 1-16,-2 22-2 0,0-13-2 0,1-6 1 16,1 2 0-16,-1 2 0 0,1-7 8 0,-8 5 11 15,8-5-16-15,-10 0 6 0,10 0 0 0,-13-5-1 16,3-3-5-16,1 4-3 0,0-6 4 0,-1 1 0 16,1-1 0-16,0-3-2 0,1 2 1 0,-2 3-9 15,2-6 10-15,3 5 14 0,0-1 14 0,-2 1 8 16,4-1 19-16,-1 4 12 0,0-1-4 0,2-2 0 15,0-4-66-15,4 6-10 0,0-6 0 0,2 5 0 16,0-1 0-16,2-3 0 0,3-1 0 0,3 1 0 16,1 0 0-16,3 2 0 0,2-1 0 0,0 2 0 15,1 0 0-15,-1 0 0 0,-1 1 0 0,2 0-44 16,-19 8-95-16,34-10-29 0,-34 10-25 16,25-8-31-16,-25 8-31 0,25-10-32 0,-25 10-47 15,23-7-31-15,-10 0-61 0,0-4-64 0,-13 11-388 0,15-15-951 16,-10 4 420-16</inkml:trace>
  <inkml:trace contextRef="#ctx0" brushRef="#br0" timeOffset="95133.8951">33065 3191 96 0,'4'-21'447'0,"-4"21"26"15,5-15 17-15,-5 15 7 0,0 0-2 0,7-14-23 16,-7 14-26-16,0 0-39 0,0 0-37 0,0 0-18 0,0 0 15 15,0 0 8-15,44 25-14 0,-31-4-20 0,5 5-11 16,-5 5-10-16,-2 0-14 0,3 13-20 16,-3 3-14-16,-4-1-23 0,0 1-23 0,-6 0-22 15,-5 3-195-15,-2-3-9 0,-3-1 0 0,-4 1 0 16,-6 6 0-16,-7-8 0 0,2-4 0 0,-7-3 0 16,-3-2 0-16,-3-4 0 0,9-12 0 0,-15 6 0 15,11-6 0-15,0-1-181 0,-2-3-335 0,1-2-116 0,0-3-512 16,3-2-1239-16,12-1 548 0</inkml:trace>
  <inkml:trace contextRef="#ctx0" brushRef="#br0" timeOffset="98433.2113">20459 4823 216 0,'0'-6'431'0,"0"-1"28"16,1 2-6-16,-1 2 15 0,-1-4 15 0,1 7-7 15,-1-6-6-15,1 3-23 0,1-1-7 0,-1 4-17 16,0-5-12-16,0 5-20 0,0 0-27 0,-1-6-27 0,1 6-32 16,0 0-30-16,0 0-26 0,0 0-29 15,0 0-28-15,0 0-22 0,0 0-21 0,0 0-18 16,0 0-7-16,-1 13-17 0,1-5-107 0,0 2 0 0,-2 4 0 15,1 2 0-15,1 2 0 0,-1 0 0 0,-3 0 0 16,1 1 0-16,-2 7 0 0,1-5 0 0,2 4 0 16,-6 1 0-16,3-8 0 0,-1 6 0 15,-1-8 0-15,3 0 0 0,-3-1 0 0,4-3 0 0,-2-2 0 16,1 0 0-16,3-3 0 0,-3 2 0 0,4-4 0 16,0 2 0-16,0-4 0 0,-1 0 0 0,1-3 0 15,-3 6 0-15,3-6 0 0,0 0 0 16,0 0 0-16,0 0 0 0,0 0 0 0,4-12 0 0,0 0 0 15,1 1 0-15,0-7 0 0,4-7 0 0,-4-2 0 16,4-1 0-16,0-4 0 0,-1-3 0 0,1 1 0 16,-3-1 0-16,1 3 0 0,-1 0 0 0,1 3 0 15,-1 1 0-15,-1 1 0 0,0 8 0 0,0 1 0 16,1 3 0-16,-2 2 0 0,-1 2 0 0,-1 3 0 16,0 1 0-16,-1 3 0 0,0 0 0 0,-1-1 0 15,0 1 0-15,0 4 0 0,0 0 0 0,0 0 0 16,9 13 0-16,-6-2 0 0,4 6 0 0,-2 2 0 15,3 9 0-15,-3 1 0 0,3 2 0 0,-1 2 0 16,0 0 0-16,-2-2 0 0,0 2 0 0,-1-2 0 16,2 0 0-16,-2-4 0 0,0-1 0 0,-3 0 0 15,3-2 0-15,-4-4 0 0,3-1 0 0,-2-3 0 16,3 1 0-16,-3-7 0 0,-1 3 0 0,3-4 0 16,-3 2 0-16,1-6 0 0,-1 2 0 0,3-1 0 15,-1-1 0-15,-1-4 0 0,-1 3 0 0,0-4 0 16,0 6 0-16,3-3 0 0,-3-3 0 0,0 0 0 0,0 0 0 15,0 0 0-15,0 0 0 0,-4-18-240 0,-1 7-224 16,1 1-46-16,-5-3-52 0,5-3-42 16,-7 3-365-16,-1-3-1049 0,3 1 464 0</inkml:trace>
  <inkml:trace contextRef="#ctx0" brushRef="#br0" timeOffset="98623.1419">20395 5053 225 0,'-5'4'395'0,"5"-4"31"0,0 0 27 15,0 0 28-15,-4 2 14 0,4-2-17 16,0 0-5-16,0 0-24 0,0 0-32 0,0 0-40 0,0 0-41 16,18-5-26-16,-6 3-34 0,-1-2-17 0,6-2-23 15,1 3-28-15,1-1-22 0,2 0-19 0,0-2-47 16,7 1-62-16,0-1-71 0,2-2-75 16,-5 2-73-16,-3-1-78 0,-3 4-96 0,-1-1-87 15,2-1-85-15,-7 2-337 0,0 0-913 0,2 0 403 0</inkml:trace>
  <inkml:trace contextRef="#ctx0" brushRef="#br0" timeOffset="99215.2655">20850 5095 444 0,'0'0'524'0,"0"4"25"0,0-4 15 15,0 0-3-15,0 0 0 0,0 0-21 0,0 0-19 16,0 0-21-16,0 0-33 0,0 0-25 0,0 0-25 15,0 0-34-15,0 0-29 0,0 0-39 0,0 0-28 16,0 0-27-16,0 0-32 0,0 0-25 0,0 0-132 16,0 0-71-16,0 5 0 0,0-5 0 0,0 5 0 15,3-1 0-15,-3 1 0 0,0 0 0 0,1 2 0 16,-1 0 0-16,1 1 0 0,1 1 0 0,-1-2 0 16,1 4 0-16,0-1 0 0,-2-2 0 0,1 4 0 15,3-4 0-15,-3 0 0 0,-1 0 0 0,2 2 0 16,0-3 0-16,0-1 0 0,0-3 0 0,-1 1-23 15,0 1-111-15,-1-3 17 0,2 2 16 0,-1 0 8 16,1-2 12-16,-2-2 7 0,0 0 12 0,0 0 11 16,14-5 15-16,-9 2 19 0,-1-2 17 0,0-1 12 15,1-3 3-15,1 3 16 0,-3 2 10 0,1-2 8 16,0 1 14-16,2 1-1 0,-2 0 5 0,-1-2-4 16,-1 3-1-16,2 0 1 0,-4 3-15 0,4-5-10 15,-3 3 0-15,4-1-3 0,-5 3-10 0,9-5-2 16,-4 6-15-16,-5-1 11 0,14 2-6 0,-9 1 1 15,4-1-14-15,2-1 0 0,0-1 0 0,-2 4 0 16,-1-4 0-16,2 2 0 0,-2-1 0 0,-2 2 0 16,1-3 0-16,-1 1 0 0,-6-1 0 0,13-2 0 15,-8-1 0-15,0 1 0 0,3-5 0 0,-2-1 0 16,-1 0 0-16,-1-1 0 0,1-3 0 0,-2 0 0 0,-1 1 0 16,-1-3 0-16,1-2 0 0,-2 4 0 0,0-2 0 15,0 3 0-15,-3 1 0 0,2 0 0 16,0 1 0-16,-1 2 0 0,0 2 0 0,2-1 0 15,0 1 0-15,-3-1 0 0,3 6 0 0,-1-4 0 0,1 4 0 16,-1-4 0-16,1 4 0 0,0 0 0 0,0 0 0 16,0 0 0-16,0 0 0 0,0 0-119 15,0 0-306-15,9 12-85 0,-6-5-92 0,1-1-488 16,4-1-1179-16,-2-1 522 0</inkml:trace>
  <inkml:trace contextRef="#ctx0" brushRef="#br0" timeOffset="99732.2828">21361 5161 446 0,'0'0'477'16,"0"0"2"-16,0 0 5 0,5-8-16 0,-5 5-26 16,0 3-23-16,0-4-30 0,0 4-18 0,0 0-28 15,2-5-29-15,-2 5-22 0,0 0-30 16,2-2-20-16,-2 2-26 0,0 0-35 0,0 0-6 0,0 0-23 15,2-4-16-15,-2 4-19 0,0 0-12 0,11 2-18 16,-6 1-5-16,0-2-6 0,2 3-12 0,-1 1-5 16,-1-1-6-16,0 0-22 0,0 2 9 0,0 0-7 15,-1 0-4-15,0 0-4 0,0 3-3 0,-7 2-4 16,3-2-2-16,-1 1-32 0,-3 1-20 0,0 0-22 16,-6 2-17-16,5-3-19 0,-4 1-18 0,-5 1-14 15,5-5-24-15,-4 1 7 0,2-4 10 0,3 1 12 16,1-1 15-16,1-4 22 0,-2 3 13 0,3-2 31 15,5-1 27-15,-12-7 27 0,9 3 19 0,1-1 11 16,0-7 8-16,2 1 10 0,2 1 14 0,-1-2 13 16,3 1 2-16,1-1 7 0,0 1 2 0,2 1-14 15,-1-2 14-15,-1 3-7 0,0 0-2 0,-1 4-6 16,1-2-4-16,-1 1-12 0,1 2-10 0,-1 1-4 16,2 1-10-16,-1 2-10 0,-5 0 1 0,16 5-10 15,-7-2 16-15,0 4 9 0,2 0-10 0,-2-1 5 16,0 5-9-16,0 2 4 0,2 0-5 0,0 1 5 15,-1-2-7-15,-4 3 2 0,3-1-8 0,-1 2-3 16,-2-2 2-16,1-1-6 0,-4-3-1 0,3 1 0 16,-3-2-27-16,1 1-20 0,0-4-27 0,-1 0-35 15,-1 1-35-15,2-1-34 0,-1-1-23 0,-1-2-29 16,2 0-47-16,1-4-76 0,-5 1-74 0,10-5-78 0,2-1-53 16,-3-4-290-16,4-1-896 0,1-4 397 0</inkml:trace>
  <inkml:trace contextRef="#ctx0" brushRef="#br0" timeOffset="99951.3107">21874 5039 98 0,'5'0'518'0,"-5"0"23"16,9 1 4-16,-9-1-14 0,0 0-35 0,6-3-52 15,-2 1-42-15,-4 2-43 0,8-3-32 0,-3 3-32 16,-5 0-37-16,10-3-26 0,-6 3-23 0,1-4-22 15,2 4-25-15,0-1-46 0,-1 1-49 0,-6 0-49 16,12-1-51-16,-12 1-54 0,13 0-52 0,-9 0-63 16,1 1-40-16,-1 2-29 0,-4-3-28 0,2 5-35 15,-2-1-26-15,0 0-14 0,-2 1-204 0,-2 0-625 16,0-1 276-16</inkml:trace>
  <inkml:trace contextRef="#ctx0" brushRef="#br0" timeOffset="100107.5276">21910 5147 34 0,'-4'7'115'0,"0"-3"27"0,0-1 43 0,0 2 45 0,3 0 40 15,-2-2 37-15,3-3 33 0,0 5 16 0,0-5 13 16,-1 5 3-16,1-5-4 0,0 0-14 0,4 3-26 16,-4-3-31-16,0 0-34 0,0 0-28 0,10-1-31 15,-10 1-23-15,14-4-53 0,-2 3-68 0,-2-3-86 16,12 0-63-16,-3-1-97 0,-8 3-90 0,7-4-101 16,0 4-321-16,-1-3-755 0,-6-2 334 0</inkml:trace>
  <inkml:trace contextRef="#ctx0" brushRef="#br0" timeOffset="100342.2366">22186 5074 117 0,'5'-3'455'15,"-5"3"22"-15,6-1 21 0,-2-2 16 0,-4 3-8 16,6-4-19-16,-6 4-30 0,7-2-26 0,-7 2-34 16,5-1-31-16,-5 1-41 0,0 0-33 0,11 4 11 15,-7-1 3-15,1 1-4 0,3 3-18 0,0 1-16 16,-1 1-23-16,-2 2-22 0,1 1-20 0,0-1-20 15,-5 1-17-15,4 1-17 0,-3 5-10 0,0-1-41 16,-2 1-98-16,-2 1 0 0,-2-1 0 0,0 3 0 16,-4-4 0-16,-1 3 0 0,0-5 0 0,-5 3 0 15,-4 1-189-15,1-8-113 0,-1-2-86 0,0 2-94 16,4-5-98-16,-3 1-462 0,3-5-1128 0,0 0 498 16</inkml:trace>
  <inkml:trace contextRef="#ctx0" brushRef="#br0" timeOffset="101171.3067">24220 5021 120 0,'0'0'417'0,"3"-5"19"0,-3 5 10 0,0 0 4 16,0 0 7-16,4-2-2 0,-4 2-10 0,0 0-5 0,2-4-15 16,-2 4-20-16,0 0-30 0,0 0-27 0,0 0-40 15,0 0-21-15,0 0-46 0,0 0-15 0,0 0-22 16,0 0-36-16,5 7-23 0,-5-7-7 0,4 5-9 16,-3-2-16-16,2 3-11 0,-2-3-12 0,1 3-4 15,0-1-27-15,3 0-15 0,-5-1-20 0,4 2-22 16,-3 2-21-16,0-2-23 0,2-3-19 0,-2 4-21 15,2-4-14-15,-2 2-9 0,2-3-7 0,-2 2 10 16,3-3 3-16,-4-1 15 0,4 3 10 0,1-2 9 16,-5-1 6-16,11-3 10 0,-4 1 11 0,2-3 27 15,2-1 17-15,-3 1 19 0,2-2 8 0,1 0 16 16,0 0 12-16,-2 0 4 0,1 1 0 0,-2 0 11 16,-1 0-1-16,-1 2-9 0,2 1 3 0,-4-1-14 15,1 3-8-15,-5 1-9 0,9-1-7 0,-9 1 1 16,9 1-7-16,-9-1-5 0,9 5-33 0,-2-2-46 15,-4 4-61-15,1-3-76 0,-2 1-102 0,0 0-132 16,-1 1-148-16,-1-1-361 0,0-5-1016 0,0 0 449 16</inkml:trace>
  <inkml:trace contextRef="#ctx0" brushRef="#br0" timeOffset="102126.0218">26574 5014 109 0,'0'0'449'15,"0"0"3"-15,0 0-12 0,0 0-25 0,0 0-28 16,0 0-31-16,0 0-37 0,0 0-31 0,0 0-33 15,0 0-25-15,3 0-30 0,-3 0-18 0,2 4-22 16,-2-4-19-16,4 6-10 0,-4-1-14 0,0-2-12 16,2 2-6-16,-1 0-13 0,1 1-10 0,0-1-6 15,-2 1-7-15,2 1-15 0,-2-2-21 0,0 1-15 16,3-1-12-16,-3-1-15 0,-3-1-10 0,6 1-7 16,-3-4 3-16,-3 6-1 0,3-6-2 0,5 4 11 15,-5-4 2-15,1 2 2 0,-1-2 10 0,0 0-6 16,0 0 11-16,0 0 10 0,13-7 12 0,-9 4 19 31,1-1 14-31,2-1 15 0,0-3 1 0,-3 3 15 0,4-1 15 0,-3 2 7 0,4 0 1 0,-4 0-6 16,-1 1-9-16,-3 1-9 0,4-1-10 0,-2-2-11 15,1 4-8-15,-4 1-7 0,7-1-7 0,0 1-2 16,-7 0-9-16,9 3-6 0,-5 1-36 0,1-2-36 16,1 1-38-16,-1 0-62 0,-1 1-78 0,1 0-76 0,0 3-94 15,-1-4-95-15,1 0-268 0,-5-3-821 16,6 3 364-16</inkml:trace>
  <inkml:trace contextRef="#ctx0" brushRef="#br0" timeOffset="103314.9617">27624 4707 42 0,'0'0'197'0,"0"0"3"15,2-3-1-15,-2 3-7 0,0 0 1 0,0 0 0 31,0 0-6-31,0 0 0 0,0 0-1 0,0 0 1 16,-4-5-1-16,4 5-4 0,-4-2 1 0,4 2 15 16,-3-4-15-16,-1 0 3 0,0 3-2 0,0-1-6 0,-1 0 4 15,-1-1-1-15,-1 0 5 0,0-2-1 0,-4 2 1 16,0 3 0-16,-2-2 0 0,4-2-5 0,-1 3-5 16,-3-1-9-16,4 2-20 0,1 2-17 15,3 1-7-15,-5 0 3 0,1 3 6 0,-1 5 6 16,-1 2 0-16,2 4 7 0,3 1 4 0,-1 8-5 0,0 2 15 15,4 1 3-15,0 1-6 0,2-2-5 0,2 2-2 16,0 1-4-16,-1 3-9 0,4-4-7 0,0 2 1 16,0 2-5-16,1-3-8 0,-1 1-116 0,0 0-1 15,-1 2 0-15,1-4 0 0,0 1 0 0,-1 2 0 16,0-2 0-16,1-2 0 0,1-3 0 0,-1 2 0 16,-1-1 0-16,-1 0 0 0,2-3 0 0,-2-5 0 15,-2-1 0-15,0-1 0 0,0-5 0 0,0-2 0 16,0 1 0-16,-2-2 0 0,0-2 0 0,0 0 0 15,-3-2 0-15,1-1 0 0,-2 3-231 0,-2-5-55 16,3-1-41-16,-1-1-43 0,6 0-24 0,-17-3-37 16,8-5-45-16,2 2-34 0,-1-2-351 0,-2-4-933 15,2 1 412-15</inkml:trace>
  <inkml:trace contextRef="#ctx0" brushRef="#br0" timeOffset="103533.5524">27204 5227 349 0,'0'0'456'16,"-2"-4"28"-16,2 4 20 0,-4-3 4 0,4 3-3 15,0 0-14-15,-1-9-20 0,1 9-33 0,2-7-39 16,7 1-35-16,1-1-34 0,3 2-34 0,1-4-28 16,2-1-23-16,9-2-25 0,2 3-36 0,1-1-15 15,1-1-28-15,2 0-62 0,2 1-59 0,-1 1-51 16,2 2-51-16,-4-2-51 0,0 1-44 0,-2 3-78 15,-8 0-78-15,-1 2-77 0,-2-2-70 0,-4 4-357 16,-3-2-907-16,3 1 401 0</inkml:trace>
  <inkml:trace contextRef="#ctx0" brushRef="#br0" timeOffset="104285.6971">27723 5127 283 0,'-4'3'418'0,"4"-3"16"0,0 0 7 16,0 5 1-16,0-5-14 0,0 0-8 0,0 0-26 16,-1 4-22-16,1-4-15 0,-4 1-30 0,4-1-27 15,0 0-23-15,0 0-27 0,0 0-27 0,0 0-23 16,0 0-22-16,0 0-18 0,0 0-14 0,0 0-21 16,0 5-10-16,0-5-12 0,0 0-13 0,0 0-7 15,0 0-10-15,0 0-10 0,5 2-7 0,-5-2 2 16,4 3-5-16,0 0-5 0,1-1-3 0,1 0-4 15,5-2-1-15,-1 1-5 0,0-1-3 0,-1 0 0 16,4 0-3-16,-4 0 3 0,1 0-9 0,0-1-10 16,-1-1 9-16,0-1 0 0,-2 0 0 0,2-3 1 0,-2 3-2 15,0 0-6-15,0 0 2 0,-4-2 6 16,1 0-1-16,0 2-6 0,-1-2 2 0,0 0-3 16,-2 0 3-16,0 2 2 0,1-2-4 0,-2 1-11 15,0 4 10-15,-3-8-4 0,-1 4-5 0,4 0 2 16,-5 2 0-16,2-1-3 0,-1 0 2 0,4 3-1 0,-7-3-9 15,7 3 8-15,-6-4-4 0,6 4-6 0,0 0 1 16,-13 3 0-16,8 1 1 0,0-3 1 0,-2 4-4 16,0 1 2-16,-1 1 4 0,0 2-3 0,1-1 1 15,-1-1-1-15,1 2-2 0,0-1-15 0,1 2-7 16,-2-1-21-16,-1 0-7 0,5 1-12 0,0-2-16 16,2 0-4-16,-1 2-3 0,2-5 7 0,1 1 8 15,1-1 9-15,4 2 8 0,3 0 7 0,2-3 6 16,8 2 8-16,0-3 1 0,1-1 3 0,9-2 7 15,1-3 6-15,-3 2 2 0,2-5 18 0,-5 3 20 16,11-3 15-16,-13-1 3 0,-3 1-2 0,3-1 2 16,-2-1 1-16,-1 0-13 0,0 1 20 0,-4-2 5 15,-3 2 4-15,1 1 5 0,-5-2 6 0,1 1-6 16,-2 3-3-16,-2-1 2 0,1-1-8 0,-1 2-6 16,0 1-7-16,-3-3-7 0,2 1 0 0,-2 3-11 15,-1 2-5-15,-1-6 3 0,-2 2-4 0,3 4-7 16,0 0 3-16,-5-3-7 0,5 3-2 0,-8-3 1 15,8 3-4-15,-11 4 5 0,7-2-10 0,-1 2-10 16,-1 0-13-16,3 2-17 0,-3-2-6 0,-1 5-6 16,2-3-18-16,1 3-10 0,1-1-11 0,-3 1-10 15,5-4-5-15,-3 0-4 0,4 3 6 0,0-3 12 16,3 5 5-16,5-2-1 0,-1-1-12 0,5-2-14 16,-1-1-4-16,8 0-22 0,-1 1-17 0,3-4-25 15,-1-2-14-15,8 1-16 0,1-4-11 0,-3-1-16 16,-3 3-21-16,5-4-10 0,-7 1-2 0,-1-3-3 15,-2 2-9-15,-1-1 0 0,-1 0-186 0,-1-3-517 16,-4 4 229-16</inkml:trace>
  <inkml:trace contextRef="#ctx0" brushRef="#br0" timeOffset="104567.3661">28521 5099 335 0,'0'0'60'0,"2"-6"38"0,-2 4 56 16,3-2 28-16,-3 4 24 0,2-3 20 0,-2 3 16 16,4-3 9-16,-4 3 3 0,0 0 5 0,5-4 0 15,-5 4-15-15,5-2-6 0,-3 0-13 0,3 0-17 16,-5 2-16-16,10-1-15 0,-4 1-14 0,-6 0-14 0,9 0-5 15,-4 0-18-15,3 1-12 0,-3 2-9 0,4-1-3 16,0 4-7-16,-1-1-1 0,-2-1-10 16,2 0-3-16,-2 3-9 0,2-3-14 0,-3 3 0 15,-1 1-3-15,1 0-4 0,-3-1-7 0,-2-1-1 16,0 2-4-16,0 0-1 0,-3 1-4 0,-1-2-2 0,-4 3-1 16,-1-3 0-16,0 1-1 0,-2 0-3 15,-1-4-2-15,-7 3-5 0,5-1-4 0,-4-1-17 16,5-2-14-16,-2 0-11 0,2-3-11 0,1 0 4 15,3-3-10-15,0 0 0 0,1 0-5 0,0 0-13 0,3-2-13 16,0-4-16-16,4 2-41 0,2-5-28 0,2 1-27 16,1-1-37-16,6-2-53 0,0-2-56 0,0 1-48 15,3 0-223-15,0 1-652 0,3-1 289 16</inkml:trace>
  <inkml:trace contextRef="#ctx0" brushRef="#br0" timeOffset="104817.3121">28659 4882 182 0,'0'-9'374'16,"1"2"20"-16,-1 1 40 0,1-1 17 0,-2 1 25 16,0 0 20-16,1 1 15 0,0-1 16 0,-3 1 1 15,2 0-8-15,1 5-13 0,0-4-29 0,0 4-36 16,0-6-41-16,0 6-41 0,0 0-37 0,0 0-33 16,0 0-30-16,0 0-23 0,-4 15-237 0,4-3 0 15,0 0 0-15,-1 5 0 0,-2 1 0 0,2 1 0 16,0 2 0-16,-2 3 0 0,3-4 0 0,0 3 0 15,0 3 0-15,-1-2 0 0,1-4 0 0,0 0 0 0,-3-1 0 16,7-1 0-16,-4-1 0 0,4 0 0 16,-3-2 0-16,3-3 0 0,5-1-355 0,-1 3-251 15,3-1-96-15,1-7-386 0,0-2-1179 0,4-2 521 16</inkml:trace>
  <inkml:trace contextRef="#ctx0" brushRef="#br0" timeOffset="105398.9647">30086 4777 184 0,'0'-3'463'0,"0"3"18"0,2-8 9 16,-2 8-6-16,-2-5-19 0,2 5-14 0,0-4-17 15,0 4-6-15,0-5 0 0,0 5-15 0,-2-3-10 16,2 3-21-16,-2-4-15 0,2 4-21 0,0 0-19 0,0 0-25 16,0 0-24-16,0 0-27 0,0 0-25 0,0 0-24 15,0 0-22-15,0 0-22 0,0 0-110 16,0 0-48-16,-5 8 0 0,0-2 0 0,0 3 0 15,-1 5 0-15,-1 4 0 0,-2-1 0 0,1 1 0 16,-3 4 0-16,1 5 0 0,-3-1 0 0,4 1 0 0,0 0 0 16,-2 1 0-16,2 1 0 0,-3 0 0 15,2-1 0-15,8 3 0 0,-1-3 0 0,3 1 0 16,3 0 0-16,2 1 0 0,2-3 0 0,2 1 0 16,3 0 0-16,4 0 0 0,2-3 0 0,4 0 0 15,4-4 0-15,-4-1 0 0,3-1 0 0,-1-2 0 0,4-3-181 16,-3-2-256-16,-1-1-75 0,-6-3-64 0,2 0-71 15,1-4-326-15,-1-4-1055 0,-1 1 467 0</inkml:trace>
  <inkml:trace contextRef="#ctx0" brushRef="#br0" timeOffset="105850.1476">30622 5023 407 0,'-1'-3'446'0,"-2"-3"14"0,0 5 12 15,2-5-1-15,-1 4-6 0,2 2-7 0,-4-3-11 16,1 0-11-16,3 3-21 0,-4-4-27 0,4 4-22 16,0 0-35-16,-2-3-31 0,2 3-38 15,0 0-23-15,0 0-31 0,0 0-19 0,0 0-20 0,0 0-19 16,0 0-15-16,0 0-22 0,0 0-4 0,2 13-2 15,-2-11-14-15,0 5-9 0,0-3-27 0,3 1-35 16,-3 1-31-16,1-3-27 0,-1 1-17 0,3 0-17 16,-2-1-12-16,-1-3-11 0,0 7-10 15,1-5-1-15,-1-2 4 0,4 2 1 0,1-1 4 0,-5-1 1 16,13 0 3-16,-7-2 6 0,1 1 9 0,-1-2 3 16,1-1 11-16,3-2 2 0,-3-1 12 0,1 2 11 15,1-1 17-15,-3 1 18 0,0 2 16 0,-1-3 14 16,0 4 11-16,-3-1 12 0,3 1 5 0,-5 2-1 15,5-2-5-15,-5 2-10 0,4-1-5 0,-4 1-10 16,4-2-4-16,-4 2-1 0,0 0-2 0,5 9-3 16,-3-6 0-16,0 3 1 0,2-2-8 0,1 3-31 15,-4 0-44-15,3-2-42 0,1 4-48 0,3-2-68 16,-3-1-80-16,5 0-77 0,2 0-101 0,-3-2-361 16,2-2-914-16,5-1 405 0</inkml:trace>
  <inkml:trace contextRef="#ctx0" brushRef="#br0" timeOffset="106101.2181">31036 4855 19 0,'2'-3'498'0,"0"-1"22"0,-2 4 20 0,2-2 2 16,-2 2-20-16,4-5-30 0,-4 5-50 0,0 0-34 15,9 1-7-15,-1 5-4 0,-1 1-5 0,4 1-4 16,0 6-18-16,1-1-17 0,3 8-18 0,0 0-19 15,-1 4-30-15,-4 3-27 0,1 0-23 0,-4 1-21 16,-3 2-18-16,-1 0-134 0,-3 2-63 0,-4-2 0 16,-8 3 0-16,-2-1 0 0,-9 9 0 0,-5-2 0 15,-6-4 0-15,6-11 0 0,-7 8 0 0,-9-4 0 16,0 1 0-16,11-10-307 0,-14 6-214 0,13-11-148 16,1-1-447-16,-3 1-1209 0,3-4 535 0</inkml:trace>
  <inkml:trace contextRef="#ctx0" brushRef="#br0" timeOffset="108511.8238">20151 6359 66 0,'-1'-5'342'0,"-2"1"1"0,3 1 5 16,-1-3-4-16,-2 1 3 0,3 0 1 0,-1 1 2 15,1-1 3-15,0 5 4 0,-1-7-2 0,-2 3-9 16,3 4-15-16,0-3-16 0,0 3-23 0,0 0-26 0,0 0-24 15,0 0-26-15,0 0-36 0,0 0-13 16,0 0-22-16,0 0-15 0,0 0-3 0,0 0 2 16,4 15-2-16,1-5-4 0,-2 2-18 0,1 4-8 15,-2 0-10-15,3 2-3 0,-1-1-15 0,-1 2-2 0,-1-1-7 16,-2 1-2-16,0 1-13 0,0-2-4 0,3 1 2 16,-2-3-7-16,2 5-2 0,-3-4-1 15,1 0-1-15,-1-5-10 0,1 0-10 0,-1-1-21 16,0-1-8-16,0-1-8 0,0 1-6 0,4-6-10 0,-4 0 3 15,0 0 0-15,3-1 4 0,-2 1 8 0,-1-4 4 16,0 0 7-16,6 2 1 0,-6-2 5 0,10-3 3 16,-4-3 3-16,0-2 4 0,4 1 7 0,-2-3 4 15,-3 2 10-15,3-2 2 0,0-1 8 0,0 2 4 16,0 0 5-16,-2 0 6 0,-1-1 4 0,0 1-1 16,1 2 8-16,-3 1-5 0,3 0 4 0,-2 1-11 15,1 1-12-15,0 1 4 0,2 2-16 0,-2 0 6 16,3 1-9-16,2 0 4 0,3 2-9 0,2 2-9 15,-2 0 4-15,-4 3 8 0,5-2-21 0,2 2 9 16,0 4-15-16,1-2-11 0,-2 2-9 0,-5-3-6 16,6 1-6-16,-7-2-10 0,2 2 2 0,-1-2-7 15,-3 0 5-15,0-3 1 0,-1 2-2 0,0-2 7 0,0 0 7 16,-2-1 4-16,1-2 5 0,-1 1 9 16,0-1 8-16,-4-1 8 0,6-3 12 0,-1-2 6 15,-1-2 23-15,1-3 9 0,-2-1 3 0,1-7 9 16,-3-1 18-16,-1-8-10 0,0-1 3 0,0 0-4 0,-1-5-4 15,-3 1-4-15,0 0 2 0,0 2 0 0,0 2 5 16,-2 3-36-16,5 6-27 0,-3 2 0 0,1 2 0 16,2-1 0-16,0 9 0 0,-2-4 0 15,3 5 0-15,-4 0 0 0,3 0 0 0,1 1 0 0,0 3 0 16,0 2 0-16,0 0 0 0,0 0 0 0,0 0 0 16,0 13 0-16,1-4-124 0,2 4-150 0,-2-5-61 15,3 9-67-15,0 2-68 0,0-5-82 16,-2 3-454-16,3 0-1089 0,-1-4 481 0</inkml:trace>
  <inkml:trace contextRef="#ctx0" brushRef="#br0" timeOffset="108998.894">20827 6650 211 0,'4'0'434'0,"-4"0"21"15,0 0 23-15,0 0 4 0,0 0-12 0,8-4-19 16,-8 4-27-16,0 0-31 0,0 0-30 0,0 0-28 16,0 0-32-16,0 0-23 0,0 0-28 0,0 0-28 15,0 0-18-15,0 0 7 0,5 7-19 0,-4-2-17 16,-1 1-19-16,0-2-9 0,3 4-24 0,-3 1-3 0,1 0-15 16,0 3-7-16,-1-1-15 0,0 3-6 0,0-4-9 15,0 1-6-15,0 0 6 0,0-1-17 16,-1 1-1-16,0-2-9 0,1-2 0 0,-2 0-9 15,2-2-7-15,0 1-2 0,0-3-22 0,-1 3 14 0,1-3 7 16,0 1-11-16,0-4 6 0,1 4-3 0,-1-4 1 16,0 0 1-16,0 0 2 0,8-8-9 0,-4-1 6 15,1 1-4-15,2-3 8 0,1-3-9 0,1-1 7 16,-1 1 11-16,2 1 2 0,-5 1 7 0,4-2 6 16,-2 4 9-16,0 0-54 0,-2 0 0 0,-2 4 0 15,-1 1 0-15,2-1 0 0,0 1 0 0,-1 2 0 16,-2 1 0-16,-1 2 0 0,6-3 0 0,-2 1 0 15,-4 2 0-15,0 0 0 0,13 6 0 0,-8-2 0 16,1 0 0-16,-2 4 0 0,4 0 0 0,-6-1 0 16,6 4 0-16,-4-2 0 0,2-2 0 0,-2 4 0 15,1-3 0-15,-1 3 0 0,3-3 0 0,-2 2 0 16,0-1 0-16,-3-4 0 0,2 6-82 0,-1-5-172 16,-1-1-37-16,2 0-40 0,3-1-50 0,-1-1-46 15,1-1-59-15,1-2-50 0,-8 0-365 0,21-3-976 16,-11-3 433-16</inkml:trace>
  <inkml:trace contextRef="#ctx0" brushRef="#br0" timeOffset="109234.0528">21336 6549 109 0,'2'-3'432'0,"-2"3"8"0,0 0 8 16,4-2-2-16,-4 2-21 0,5-1-28 15,-5 1-31-15,4-3-32 0,-4 3-37 0,0 0-30 16,12-1-27-16,-9 0-26 0,4 1-22 0,1-3-21 0,-1 3-28 16,5-2-35-16,-1 2-35 0,1-2-39 0,-1 2-33 31,1 0-39-31,-1 0-33 0,-2 0-46 0,4 2-39 0,-4-2-43 0,-3 1-38 0,1 0-41 0,-1 0-38 16,2 1-15-16,-3-2-235 0,-5 0-613 0,5 5 271 15</inkml:trace>
  <inkml:trace contextRef="#ctx0" brushRef="#br0" timeOffset="109421.5144">21383 6667 11 0,'-6'1'336'0,"1"3"31"0,3-1 31 15,-3-2 36-15,3 2 15 0,2-3 14 0,-4 4-3 16,4-4 0-16,0 0-20 0,-8 2-28 0,8-2-40 16,0 0-37-16,0 0-35 0,15-6-24 0,-7 5-38 15,1-2-27-15,5 0-25 0,-2-1-29 0,2 3-46 16,-2-2-54-16,0 1-56 0,2 1-57 0,-4-2-58 15,4 1-58-15,-2-2-53 0,-2 1-57 0,0 0-56 16,0 1-61-16,1-4-42 0,-1 1-301 0,-2-1-802 16,-2-1 355-16</inkml:trace>
  <inkml:trace contextRef="#ctx0" brushRef="#br0" timeOffset="109643.1554">21650 6521 28 0,'4'-4'255'0,"0"2"19"15,-2-2 26-15,2 1 28 0,1 1 27 0,-2-2 16 16,-3 4 7-16,6-2-11 0,-6 2-11 0,0 0-18 15,8 0-6-15,-8 0-2 0,9 6 5 0,-3-1-2 16,3 2-7-16,-1 2-11 0,0 2-25 0,-1-1-15 16,2 5-23-16,-2 0-26 0,-2-1-13 0,1 2-9 15,-2 1-22-15,-2-6-19 0,0 5-16 0,-4 3-16 0,-1-1-12 16,-5-1-5-16,-1 0-53 0,0-2-58 16,-5-1-65-16,1 2-66 0,-6 1-75 0,1-6-77 15,-5 2-67-15,-4 0-79 0,2 3-83 0,8-6-449 16,-1-2-1037-16,3-3 458 0</inkml:trace>
  <inkml:trace contextRef="#ctx0" brushRef="#br0" timeOffset="112834.7946">22371 6535 131 0,'0'-7'340'0,"0"4"14"0,0 3 9 16,-1-7 6-16,2 4 3 0,-1-1-2 0,0 0 8 16,4 0 3-16,-3 1 3 0,0-1-6 0,1-1-7 15,-1 2-3-15,0-1 0 0,0 2-24 0,-1 2-16 16,2-5-9-16,-2 5-21 0,0 0-16 0,1-4-16 15,-1 4-14-15,0 0-24 0,0 0-11 0,0 0-20 16,0 0-16-16,0 0-21 0,0 0-19 0,3-2-90 16,-3 2-51-16,0 0 0 0,0 0 0 0,0 0 0 15,0 0 0-15,0 0 0 0,0 11 0 0,1-4 0 0,0 0 0 16,2 1 0-16,-1 5 0 0,1-3 0 0,2 4 0 16,-1 2 0-16,-1 0 0 0,0 0 0 15,0 2 0-15,-2-3 0 0,2 3 0 0,-2 0 0 16,1-3 0-16,-2 2 0 0,2 0 0 0,-2 0 0 0,1 2 0 15,-2-2 0-15,1-6 0 0,0 3 0 0,-2 2 0 16,1-5 0-16,2-2 0 0,-1-1 0 0,2-1 0 16,-2-3 0-16,1 0 0 0,-1 3 0 0,3-2 0 15,-1-2 0-15,4-1 0 0,-1-1 0 0,6 2 0 16,-1-3 0-16,3 0 0 0,0 0 0 0,3-3 0 16,2 0 0-16,4 0 0 0,-6-4 0 0,4 1 0 15,-1-1 0-15,-3 1 0 0,1 1 0 0,-4 0 0 16,1 0 0-16,-3 1 0 0,3-1 0 0,-5 0 0 15,-4 3 0-15,3-2 0 0,0 0 0 0,-2 2 0 16,-2-1 0-16,-1 0 0 0,0 2 0 0,1-2 0 16,-4 3 0-16,4-2 0 0,-4 2 0 0,0 0 0 15,-5-6-505-15,-3 3-68 0,0 1-38 0,-5-1-473 16,-4-2-1174-16,0-1 520 0</inkml:trace>
  <inkml:trace contextRef="#ctx0" brushRef="#br0" timeOffset="113084.7326">22423 6515 180 0,'6'-8'440'16,"-4"1"28"-16,4 2 27 0,-2-2 13 0,-1 1 1 0,1 1-2 16,-1-1-10-16,0 0-13 0,0 1-18 15,1-1-31-15,-2 2-31 0,4 0-31 0,-4-2-41 16,5-1-36-16,-3 2-28 0,5-2-32 0,1 2-28 0,3 1-15 15,6-2-30-15,-1 0-43 0,9 1-52 0,-5-1-51 16,-4 0-49-16,2 2-50 0,-1 1-45 0,0 0-47 16,-7 1-53-16,-1 2-60 0,2-1-53 15,-4 1-44-15,-2 0-42 0,4 0-32 0,-5 2-16 0,-2 1-302 16,1-1-841-16,-5-2 371 0</inkml:trace>
  <inkml:trace contextRef="#ctx0" brushRef="#br0" timeOffset="113303.4336">22532 6694 208 0,'0'0'414'0,"0"0"5"0,0 0-7 0,0 0-7 0,19-5-21 16,-10 4-17-16,1-4-24 0,6-3-19 0,0 1-26 15,1 2-23-15,-1-1-28 0,-3-1-24 0,1 4-24 16,-2 0-21-16,2-1-18 0,-3 2-17 0,5-2-32 15,-5 2-52-15,0-2-60 0,1 2-56 0,-7-1-77 16,3 3-61-16,1-1-79 0,1 0-74 0,-1 0-346 16,-4-2-751-16,-5 3 333 0</inkml:trace>
  <inkml:trace contextRef="#ctx0" brushRef="#br0" timeOffset="113774.1263">22961 6617 281 0,'8'-2'447'0,"-7"0"26"0,-1 2 22 0,4-4 11 16,-1 2-9-16,-1-2-8 0,-2 4-9 0,0 0-30 15,4-1-21-15,-4 1-26 0,0 0-26 0,0 0-34 16,0 0-36-16,0 0-28 0,0 0-28 0,0 0-29 16,0 0-20-16,0 0-20 0,0 0-27 0,4 11-9 0,-4-6-9 15,-1 0-13-15,1 1-17 0,-3 1-17 16,7 0-3-16,-5 0-6 0,1 4-11 0,0-4-8 15,0 0-43-15,0 2-19 0,1-3 0 0,-2-1 0 16,2 2 0-16,-1-2-20 0,0 3-48 0,0-5-12 0,5 1-8 16,-5-1-4-16,1 2 5 0,-1-5 5 15,-1 4 13-15,1-4 7 0,1 2 8 0,-1-2 8 16,8 0 5-16,-8 0 4 0,10-5 9 0,-6-1 4 16,1 2 14-16,3-2 3 0,-3-3 11 0,3 3 11 0,-2-3 13 15,2 3 3-15,-2-1 9 0,-2 0 10 16,1 0 6-16,0 1 6 0,-1 1 11 0,1 2 6 15,-1-2 0-15,-2 1 2 0,1 3-6 0,0-3-7 16,-3 4-11-16,3-3-1 0,-3 3-15 0,4-1-41 0,-4 1 0 16,0 0 0-16,0 0 0 0,0 0 0 0,0 0 0 15,9 6 0-15,-9-1 0 0,5-2 0 0,-5 3 0 16,4-1 0-16,-3 0 0 0,3 1 0 0,0-1 0 16,-1 5 0-16,-1-5 0 0,3-2 0 0,0 3-63 15,-1-3-95-15,1 3-35 0,-1-1-48 0,0-1-53 16,1-1-60-16,0 1-50 0,3-2-58 0,-2-1-61 15,1 2-394-15,-1-6-993 0,4 3 440 0</inkml:trace>
  <inkml:trace contextRef="#ctx0" brushRef="#br0" timeOffset="114525.7976">23324 6641 78 0,'0'0'372'0,"0"0"16"16,7-2 21-16,-7 2 12 0,0 0 4 0,0 0-7 15,0 0-6-15,0 0-20 0,0 0-19 0,2-3-19 16,-2 3-26-16,0 0-19 0,0 0-32 0,0 0-28 16,0 0-25-16,0 0-21 0,0 0-17 0,0 0-24 15,0 0-13-15,0 0-22 0,0 0-9 0,0 0-10 16,0 0-11-16,9 4-9 0,-9-4-10 0,7 4-5 16,-3-3-4-16,4-1-7 0,0 2 1 0,-2-2-6 15,2 0-8-15,1 0-2 0,-3-1-9 0,7-1 0 16,-4-1-6-16,0 2-2 0,-1-3-3 0,0 2 4 15,-2 0-4-15,1-2-1 0,-1-1-5 0,-1 2 2 16,-1-1 2-16,-2-1-5 0,1 1 0 0,-2-1-3 16,-2 2-1-16,1-1-2 0,0 4 0 0,-1-9-2 15,-3 7 0-15,0-1-4 0,0 1-1 0,0-3-8 16,-1 4 8-16,-4 0-7 0,5 0 1 0,4 1-12 16,-11 1 10-16,4 1 5 0,0 2-7 0,0-1 6 15,-2 1-1-15,3 4 0 0,-3-1-1 0,1 1-3 16,1 2-2-16,1-1 2 0,5 2-12 0,-3 1-14 15,1-1-12-15,3-2-1 0,3 2-10 0,-3-2-6 16,4 1 9-16,1 0 1 0,3 0 8 0,1-1 1 0,1-3 9 16,7 0 1-16,-2 0 6 0,-1-2 1 15,5-4-3-15,-4 0 13 0,4-2-3 0,0-1 6 16,-3-3-1-16,2 0 4 0,0-4 5 0,-4 1 4 16,0-2 7-16,0 0 4 0,-5 2 6 0,3-4-2 0,-6 4-7 15,3-3 9-15,-4 3-6 0,-1-1-8 16,-1 0 8-16,-3 0-8 0,4 1 2 0,-3 3-1 15,-2-1-3-15,2 1 2 0,-2 1-1 0,3-1-6 16,-2 6 1-16,-1-5 0 0,1 5-2 0,-3-4-6 0,3 4 2 16,0-4 0-16,0 4-5 0,0 0 3 0,0 0-5 15,0 0 7-15,0 0-2 0,4-3 6 0,-4 3-4 16,0 0 7-16,0 0 1 0,13 6-1 16,-9-3-3-16,1-3 4 0,0 2 3 0,1-1-3 0,2 1-1 15,-2-1 1-15,1 0-3 0,-2 0 4 0,0 0-3 16,2 2 4-16,-1-2 0 0,-1 1-8 0,-5-2 1 15,9 1 2-15,-2 1 1 0,-4-1-4 0,1 0 1 16,2 2 0-16,-3 0-1 0,1-1 3 0,-2 1 6 16,2 0 1-16,-4 1-3 0,1 1 3 0,1 0-4 15,1-1 6-15,-3 1-8 0,2 0 4 0,-2 0-2 16,0-1 5-16,2 1-2 0,-2 0-3 0,0-1-30 16,0 0-30-16,0 0-39 0,0 0-28 0,1 1-20 15,-1-5-36-15,12 5-57 0,-7-2-52 0,5-2-44 16,2-1-42-16,-2 3-32 0,5-4-16 0,-3-1-30 15,2-1-232-15,-3 0-740 0,0 1 327 0</inkml:trace>
  <inkml:trace contextRef="#ctx0" brushRef="#br0" timeOffset="115747.0473">23999 6593 174 0,'0'0'296'0,"4"-2"8"0,0-1 3 0,-4 3 2 16,6-3 16-16,-2 2-16 0,-3-2-4 15,-1 3-10-15,5-2 0 0,-1 0-13 0,0-1-15 16,-4 3-15-16,0 0-17 0,5-2-14 0,-5 2-20 16,0 0-23-16,6-1-14 0,-6 1-19 0,0 0-14 0,0 0-11 15,13 3-4-15,-9 1-9 0,0-2-9 16,0 2-8-16,-2 1 1 0,1 1-15 0,1-2-3 16,-2 1-10-16,0 1-7 0,-1 0-6 0,0 0-2 15,-1 0-6-15,0 1-2 0,-1 1-4 0,0-1-2 0,-2-1-8 16,-1 0 3-16,0 0-5 0,-2-1-1 0,1 1-10 15,-3-2-6-15,3-1-2 0,-4 0-5 0,2-1 0 16,0 0 1-16,-1-1 1 0,1-1-2 16,7 0 3-16,-12-4 1 0,7 2 2 0,-1-2-2 0,-1-2-1 15,2-1 0-15,2-2 6 0,0 1 9 0,2-2 6 16,-1 0 2-16,4 1 0 0,-1-1 5 0,0 2-2 16,3-3-4-16,-1 4-1 0,0 2 3 0,1-1 0 15,1 0-4-15,-1 1-2 0,-1 3-4 0,3 0-3 16,-1 2 4-16,4 0 3 0,-4 2 13 0,4 0 3 15,0 2-1-15,0 3 5 0,0 1 7 0,0 4-4 16,1-1-3-16,-1 2 9 0,3 4 6 0,-3 1-2 16,1 6-2-16,-4-6 6 0,2 7 10 0,1 0 9 15,-4 2-2-15,0 0-14 0,-2 3-4 0,1-4-6 16,-3 3-6-16,-1 1-3 0,0-1-4 0,-4 1-2 16,0-1 0-16,0 1-6 0,-1-2-5 0,-1-1 4 15,-2-1-5-15,3-7-1 0,-3 6-1 0,3-8-4 16,1 0 7-16,-2-5-12 0,1 1-6 0,0-4-9 15,1 1-10-15,0-4 12 0,0 0-19 0,3-1-9 16,-4 0 4-16,1-1-5 0,0-1 13 0,4-3 0 16,-5 0-3-16,5 0-10 0,-8-4 16 0,7 1-5 15,-2-6 3-15,2 1 2 0,0-1-1 0,1-5 6 0,1-1-7 16,-1-5 1-16,4 1 1 0,4-8-2 16,-3 0 12-16,6 0-2 0,2-2 3 0,3 0-5 15,0 0 3-15,3 2 3 0,-2 0-2 0,2-1-4 0,-1-1 3 16,1 2 1-16,0 4 0 0,-1-3 9 0,1 0-12 15,-2 4 1-15,1-3 5 0,-8 8 5 16,4 1 5-16,-5 1 1 0,0 2 4 0,1-1 0 16,-3 4 10-16,-1 2-10 0,-2 2 2 0,0 0 4 0,-2 3-9 15,1-1 5-15,1 0-3 0,-1 1-3 0,-1 0-3 16,-2 3 0-16,2-3-4 0,-2 3-3 0,0 0-3 16,2-5 6-16,-2 5-15 0,0 0 10 0,0 0-5 15,0 0-2-15,0 0 5 0,0 0-5 0,0 0 8 16,1 13-2-16,-2-8 1 0,-1-1-2 0,0 1-1 15,2 2 2-15,0-1 3 0,0-2-1 0,0 3-2 16,1-3-2-16,0 2 3 0,-1-1-3 0,3 0 3 16,-1 1-3-16,2-2-3 0,0 1 2 0,6 0-10 15,-6 1 1-15,3-2-8 0,-2 1 2 0,1-3 4 16,-1 1-2-16,4-2 0 0,0 0 3 0,-2-1-1 16,1 0 8-16,4-2-2 0,-6-1 8 0,7 1 0 15,-5-4-3-15,1 0 4 0,-3 1 4 0,3-3 14 16,-4 2 3-16,4-2-2 0,-4 0 1 0,-2 4 9 15,1-2-2-15,1-2 8 0,-4 3 11 0,0-1 1 16,2 1 9-16,-2 2 4 0,0-1-1 0,1 0-1 16,-2 4 3-16,1-5-9 0,-1 5-51 0,1-3 0 0,-1 3 0 15,0 0 0-15,0 0 0 0,0 0 0 16,0 0 0-16,0 0 0 0,0 0 0 0,-1 16 0 16,0-6 0-16,-1 2 0 0,4 7 0 0,-2 0 0 15,-2 7 0-15,4 5 0 0,0-1 0 0,0 2 0 0,0-1 0 16,3 3 0-16,-3-2 0 0,-2 4 0 0,0-2 0 15,-3-2 0-15,2-2 0 0,-2 2 0 0,-1-3 0 16,-1 0 0-16,0-4 0 0,0 0 0 16,-1-5 0-16,-1-4 0 0,3-5 0 0,-1 2 0 0,3-5 0 15,-2 1 0-15,0-4 0 0,0-1 0 0,2-1 0 16,-1 1 0-16,-1-2 0 0,4-2 0 0,0 0 0 16,-13-9 0-16,6 3 0 0,3-2 0 0,0-4 0 15,0-1 0-15,3 2 0 0,-2-5 0 0,2-2 0 16,-2 2 0-16,3 0 0 0,0 1 0 0,3-2 0 15,-2 6 0-15,3-2 0 0,-1 1 0 0,2-1 0 16,0 2 0-16,5-4 0 0,-1 6 0 0,5-6 0 16,-2 3 0-16,1 1 0 0,2-1 0 0,0 0 0 15,0 1 0-15,0 3-95 0,-1-1-132 0,-3 2-49 16,-1 2-62-16,3-1-58 0,-6 2-57 0,-1 3-66 16,3-3-65-16,-3 1-301 0,-1 0-957 0,-5 3 425 15</inkml:trace>
  <inkml:trace contextRef="#ctx0" brushRef="#br0" timeOffset="117309.209">25496 6556 90 0,'0'0'301'0,"0"0"8"15,0 0 7-15,0 0 1 0,0 0-8 0,0 0-12 16,0 0-6-16,0 0 4 0,0 0-10 0,-7-12-3 16,7 12 1-16,-1-5-9 0,1 2-12 0,0 3-11 15,1-5-9-15,-1 5-12 0,-1-4-10 0,1 4-17 16,2-5-12-16,-2 5-19 0,0-4-15 0,0 4-21 16,4-1-15-16,-4 1-17 0,0 0-12 0,9 4-10 15,-2 0-11-15,0-1-9 0,-3 3-2 0,1-2-10 16,3 2-1-16,-3 2-8 0,-1 1-4 0,2-2-3 15,-2 2-6-15,-3-1-3 0,2 2 2 0,-3-3-1 16,-3 2-7-16,2 1 0 0,-3 0-3 0,-5-2 1 0,3-1-3 16,-6 0-9-16,2 0-9 0,1 0-9 15,-4-2-1-15,1-1-1 0,-1-1 1 0,3-1 9 16,-2 0-5-16,5-1 6 0,-1-2 4 0,0 1 1 0,2-4 11 16,-1 0 25-16,5-1 6 0,-2-3 2 0,0-1 15 15,4 0 6-15,-1-3 1 0,2 1 2 0,6-3 7 16,-5 2 11-16,6-2-5 0,-2 3-4 0,3 2 4 15,-2-2-10-15,0 2-5 0,-3 4-6 0,5-1-2 16,-3 2-11-16,2-1 0 0,0 1-14 0,1 2 6 16,-2 2-2-16,-1-2-7 0,-6 2-8 0,14 2-3 15,-7 1 1-15,2-1-5 0,-4 3 4 0,3 0 5 0,0 3-8 16,-1-1-2-16,-3 2 2 0,1 0-7 16,0 1-3-16,4 1 0 0,-4 0-1 0,-1-2-5 15,3 3 3-15,-1-1 9 0,-2 0-9 0,2 0-26 16,1-2 2-16,-4 1-7 0,4 0-7 0,-2-2 2 0,3 0 6 15,-1 1 6-15,2-3 7 0,3 0-6 16,-2-3 7-16,2 1 6 0,3-2-2 0,2-1 3 16,2-1-1-16,1-1-2 0,-2-3 3 0,2-1 10 15,0-3 9-15,6-2 16 0,-1-1 2 0,-1-3 12 0,-6 3 10 16,4-6 16-16,-6 4-27 0,2-4-43 0,1-4 0 16,-7 5 0-16,3-7 0 0,-7 5 0 0,-2 0 0 15,3-7 0-15,-5 7 0 0,0-1 0 0,-2-6 0 16,-3 6 0-16,1-2 0 0,-1 5 0 0,-2 0 0 15,3 6 0-15,-1-3 0 0,-2 6 0 0,3 0 0 16,-1 2 0-16,-1-1 0 0,-1 3 0 0,3-1 0 16,0 0 0-16,0 4 0 0,0-4 0 0,0 4 0 15,0 0 0-15,0 0 0 0,-4 13 0 0,4-4 0 16,-1 2 0-16,2 2 0 0,-2 2 0 0,-2 1 0 16,3 2 0-16,0 2 0 0,-1-2 0 0,0 2 0 15,-2-1 0-15,3 7 0 0,-4-2 0 0,4-4 0 16,-2-2 0-16,-1-1 0 0,6 3 0 0,-6-3 0 15,3 0 0-15,4-1 0 0,-3-6 0 0,3 1 0 16,3-3 0-16,-1 3 0 0,3-5 0 0,0 0 0 16,1-1 0-16,2-1 0 0,-3-4 0 0,2 2 0 0,2-4 0 15,-4 0 0-15,4-3 0 0,-3-1 0 16,-3 3 0-16,1-5 0 0,0-1 0 0,-2 2 0 16,-1-3 0-16,-1 2 0 0,-3 1 0 0,1-1 0 15,-4 0 0-15,1-1 0 0,-3-1 0 0,-3 3 0 0,-2-1 0 16,0 3 0-16,-2-1 0 0,-1 0 0 0,2 2 0 15,-2 1 0-15,-1 3-110 0,3 0-138 0,-3 2-62 16,6-1-57-16,-1 2-71 0,0 0-75 16,4 1-67-16,-2-1-358 0,5 0-1016 0,1-3 450 0</inkml:trace>
  <inkml:trace contextRef="#ctx0" brushRef="#br0" timeOffset="117744.7861">26486 6515 329 0,'-1'-4'500'0,"1"-1"18"15,0 5 8-15,-1-7-12 0,1 7-22 0,0-5-20 16,-2 1-32-16,2 4-29 0,-1-5-34 0,1 5-40 15,-4-3-30-15,4 3-35 0,0 0-35 0,-4-3-29 16,4 3-27-16,0 0-15 0,0 0-16 0,-5 12-16 16,3-6-12-16,-1 1-16 0,-1 4-7 0,3-3-9 15,-3 2-18-15,0-2-3 0,4 5-3 0,-1-2-9 16,1-3-5-16,0 3-19 0,-3-4-6 0,7 2 2 16,-1 0 1-16,-2-3-4 0,3 0-8 0,1 1 4 15,3 0-2-15,-2-1-3 0,-1-1-5 0,-1 1 3 16,1-1 1-16,-1-1-9 0,1-1-1 0,-1 1 6 15,-2-2-8-15,2 1 4 0,-2 0-8 0,-1 1-1 16,-1-4 5-16,3 5-3 0,-3-2-1 0,0-3 3 16,-3 5 0-16,-1-3 7 0,-1 2-14 0,-5-3 6 15,0 3-20-15,-1-1-17 0,1 1-28 0,0 0-22 0,-2-3-26 16,2 3-27-16,1-3-42 0,1-1-40 16,5 1-44-16,3-1-26 0,-12 1-39 0,12-1-75 15,0 0-71-15,0 0-361 0,19-5-904 0,-6 2 400 16</inkml:trace>
  <inkml:trace contextRef="#ctx0" brushRef="#br0" timeOffset="119620.7731">26730 6623 256 0,'1'-3'360'0,"-1"-2"3"0,2 0 13 15,0 2-1-15,0-2-8 0,-2 0-9 0,2 1-14 16,0 0-1-16,-1 0-13 0,1 0-7 15,0 2-13-15,0-3-18 0,-2 5-18 0,4-4-26 0,-2 2-18 16,-2 2-27-16,3-3-17 0,-3 3-25 0,6 0-18 16,-6 0-15-16,9 3-14 0,-2-1-12 0,-2 1-13 15,0 1-10-15,0 0-8 16,0 1-6-16,-2 1-7 0,3 0-9 16,-1 3-5-16,-2-2 3 0,-1 1-10 0,-2-2-6 0,0 4-13 0,0-4-7 0,0 2-12 15,-4 0-6-15,-2-1-7 0,2-3-14 0,1 4 0 16,-6-3-3-16,3-1-6 0,0-2 3 0,-3 2-1 15,1-1 1-15,2-1 5 0,0-1 2 0,-3 1 3 16,2-2 4-16,7 0 3 0,-9-2 9 0,4 0 0 16,0-3-3-16,1 1 1 0,1 1 5 0,0-2 0 15,3-1-4-15,0-1 4 0,0 1-4 0,0-2 3 16,1-1 2-16,-1 0-2 0,2 2 2 0,1-2-1 16,-1 2 0-16,3-3 0 0,-2 5 3 0,1-1-2 15,-2-1 3-15,3 0-2 0,-1 1-3 0,3-1 15 16,1 1-5-16,1 1-1 0,-1-1 4 0,3 2 2 15,-1 0 5-15,2 2 3 0,2-1 2 0,-3 1 7 16,3 2 2-16,3-3-3 0,2 4-2 0,-6 1-1 16,6 0-2-16,-6 1-6 0,3 2 2 0,0 2-4 15,-5 0-1-15,1 1-1 0,-2-1-3 0,2 1-3 16,-2 0 1-16,-4 1 2 0,1 2-3 0,0-2 1 0,-4 1-2 16,1-2 0-16,-2 0-1 0,-2 1-7 0,-2 1-1 15,-4-2-3-15,5 0-3 0,-3-2-5 16,-2 1-3-16,2-1 2 0,0-3 3 0,1 1 1 15,-1-1 5-15,1 1 2 0,-1-2 1 0,2 0 5 0,2-2 0 16,0 0 0-16,-8 1 2 0,8-1 4 0,0 0-2 16,-5-6 6-16,5 6 1 0,-6-6 3 0,6 1 3 15,-3 1 1-15,2-2-1 0,1 1 2 16,0-1 0-16,2-2-5 0,-2 1 5 0,5-3-5 0,1 1 1 16,5-3-6-16,-2-2 6 0,4 0-8 0,8-2 0 15,1-1-1-15,0 0-1 0,5 1-2 16,1 0 3-16,-1 0 1 0,1-2 17 0,-1 0 2 0,3-5 18 15,2 3 9-15,-1-1 32 0,-2 0 22 0,-2 3-2 16,-5 0-5-16,-2 1-7 0,-2 5 0 0,-4-1-4 16,0-1-7-16,-5 5 0 0,-2 0-6 0,-1 1-15 15,-1 1-2-15,0 0-10 0,-1 0-9 0,-4 4-4 16,1-4-2-16,-2 0-16 0,1 5 2 0,-4-4 4 16,-1 3-3-16,0-2-13 0,-1 2-4 0,1 2 2 15,-1 0 5-15,1 0-15 0,5 1 2 0,-14 1 3 16,7 2-1-16,0 3 4 0,-2-1-8 0,2 2 2 15,0 3 3-15,1-2 7 0,-2 5-8 0,2-5 4 16,-1 8-2-16,4-3 1 0,-1 4-1 0,1-2-4 16,-1 2 4-16,-2 0-2 0,6 3 3 0,0-3 2 15,-1 1 5-15,0 0-14 0,1 3 14 0,0-3-17 16,0 0 14-16,1 0-15 0,0-1-6 0,-1 0 2 16,6 0-16-16,-2 0-9 0,-1-1-9 0,-1-3-5 15,2-3 23-15,0 0-14 0,0 0 6 0,1-1-2 16,0 0 11-16,-1-3 1 0,1-1 4 0,-1-1 0 15,1 0 7-15,0 0 2 0,-1-3 4 0,2 0 5 16,1-1-1-16,-7 0 5 0,11-3-6 0,-6 1 2 16,3-4 1-16,-2 0 10 0,1 0-10 0,-1-2 0 15,-1-1 2-15,0 1-11 0,-3 0 12 0,4-2 3 16,-5-1-4-16,3 4 4 0,-3-1 0 0,2 3-4 16,-2-1-1-16,2-1 3 0,-3 1-2 0,0 2-2 15,1-1-6-15,-1 1 4 0,0 4 1 0,0-7-2 16,0 7 3-16,0-4-1 0,0 4 3 0,1-3-7 15,-1 3-4-15,0 0-1 0,0 0 7 0,0 0-9 0,0 0 5 16,0 0 0-16,0 0-2 0,0 0 8 0,0 0-6 16,4 12 0-16,0-8-7 0,-3-1-5 15,-1 3-4-15,0-4-3 0,4 3 3 0,-3-1-3 16,3 1 5-16,-1 0 0 0,-1-1 5 0,2 1 5 0,0-1 1 16,5-1 3-16,-3 0-1 0,3 2 1 0,2-3 3 15,0-1 3-15,2 1 1 0,1-2 2 0,3 0-1 16,0-2 1-16,0-1 5 0,0-2-2 0,-1 0-1 15,2-2 1-15,0 0 3 0,-3 0-5 0,-1-3 3 16,-2 4 0-16,-3-1-3 0,-3 2 1 0,2-1 1 16,-2 1-2-16,-1 0 7 0,-1-1-7 0,0 0-1 15,-1 3 0-15,-1-2-2 0,-2 3 0 0,3-2 2 16,-3 4-7-16,-5-7 0 0,5 7 26 0,-4 0-7 16,4 0 0-16,0 0-1 0,-12 3-3 0,7 1 2 15,-1 0-7-15,-2 2 2 0,-1 2 0 0,-4 5 3 16,7-5-8-16,-2 2-17 0,6-1-7 0,-2 0-2 15,1 2-8-15,2 1-10 0,-2-5 1 0,7 5-3 16,-1-1 0-16,2-2 4 0,0 1 4 0,3-2 4 16,2 0 4-16,2-2 2 0,3 2 0 0,-2-3 1 15,4 0-1-15,2-1 3 0,0-3 0 0,-3-1 3 16,3 0 5-16,3-3 1 0,-4 1 4 0,1-3-1 16,-3 0 4-16,-2 0-5 0,1-4 6 0,2 1 4 15,-5 4 0-15,2-6-1 0,-3 2 3 0,-1-1 3 16,0 1 2-16,-2 1 4 0,-1-1 12 0,2 3 5 15,-4-1 7-15,3-2 7 0,-3 5 1 0,-3-3 8 16,1 1 2-16,4 3 10 0,-4-2-1 0,3 0-5 16,-2 3 2-16,2-2-21 0,-6 3 5 0,6-3-6 15,3 3-4-15,-4 0-4 0,-5 0 0 0,12 4-10 16,-6-1 7-16,-1 2-9 0,-1-2 5 0,1 3 0 16,-1 1-3-16,1-1-4 0,-2 1 0 0,-2 0 1 15,-1-2-3-15,0 3-5 0,-2-2 4 0,-5 3 0 16,2-2-1-16,-3-1 1 0,-3 2 2 0,-1-5-13 15,-7 5-9-15,6-3-9 0,-2 0-6 0,-3-3-7 16,4 0-3-16,-4 2-3 0,-1-2-2 0,6 1 1 0,1-3 3 16,5 2 0-16,-3-2 9 0,1 0 0 15,3-2 1-15,-1 0-8 0,5-1-10 0,-1-1-16 16,-1 0-23-16,3 0-28 0,2-2-24 0,3 0-14 16,0 0-9-16,-3 0-21 0,11-2-14 0,-1 1-10 15,2-3-2-15,2-1-9 0,-4 5 2 0,-2-3-1 0,3 4-4 16,-3-5 3-16,1 1 3 0,1 3 7 0,-4-3 17 15,2 2 12-15,-1-1 21 0,-2-1 14 0,-1 0 14 16,-3-1 9-16,2 0 23 0,-2 2 16 16,-2-4 13-16,0-2 21 0,-2 1 15 0,0 1 19 0,0-4 27 15,-1 0 20-15,-1 4 29 0,2-6 30 0,-1 8 43 16,-1-2 34-16,3 0 32 0,1 3 26 0,0 0 16 16,-4 2 24-16,4 0 17 0,0 3 17 0,0-2 13 15,0 2-2-15,-2 0-11 0,2 4-27 16,-2-7-29-16,1 6-26 0,1 1-25 0,0 0 6 0,0 0 17 15,0 12 1-15,-2-1-12 0,-4 4-10 0,5 2-15 16,2 2-13-16,-2 7-17 0,-3 2-14 0,2-4-17 16,-1 4-8-16,3-2-97 0,0-1-15 0,-2 0 0 15,-1-4 0-15,2-2 0 0,3-3 0 0,2 3 0 16,-4-1-67-16,3-5-181 0,-1-2-63 0,1-1-81 16,1-2-103-16,3 0-130 0,1-2-385 0,-3-4-1092 15,4 0 484-15</inkml:trace>
  <inkml:trace contextRef="#ctx0" brushRef="#br0" timeOffset="122123.6914">28619 6768 199 0,'5'3'327'0,"-5"-3"-3"0,0 0 1 0,0 0-2 16,12-5-7-16,-12 5 4 0,6-2-6 15,-2-1-3-15,0 0-12 0,0 1 16 0,2-1 3 16,-1 1-3-16,0-2-5 0,-1 0-7 0,1-1-8 0,0 1-1 16,0 0-4-16,0-3-13 0,2-1-5 0,-2-1-7 15,0 0-26-15,0 0 3 0,0-1-12 0,0-3-22 16,1 2-16-16,-4-5-15 0,1-2-12 15,1 1-19-15,-3-2-13 0,1-8-15 0,0 3-89 0,0-5-29 16,2 4 0-16,-4-2 0 0,1 2 0 0,2-3 0 16,-3 2 0-16,0 7 0 0,0 0 0 15,0 0 0-15,2 5 0 0,-4 3 0 0,2-1 0 16,2 1 0-16,-2 3 0 0,0 0 0 0,0 2 0 0,0 3 0 16,0-2 0-16,0 2 0 0,0 3 0 0,0-6 0 15,0 6 0-15,0 0 0 0,0 0 0 0,0 0 0 16,2 17 0-16,0-6 0 0,-2 0 0 0,0 2 0 15,2 3 0-15,-1 3 0 0,1 0 0 0,2 2 0 16,-4 4 0-16,4 0 0 0,-4 2 0 0,0-3 0 16,0-4 0-16,1-1 0 0,-2 2 0 0,1-2 0 15,1-1 0-15,-1 0 0 0,2 1 0 0,1-6 0 16,-1 5 0-16,1-6 0 0,1 0 0 0,0-1 0 16,1-1 0-16,3-1 0 0,0 0 0 0,-1-3 0 15,2 3 0-15,-1-3 0 0,2-2 0 0,-5 1 0 16,3-3 0-16,0-1 0 0,-2 1-10 0,4-2-5 15,-2-2 4-15,3 0 2 0,-3 1 6 0,-2-4-3 16,0 1 12-16,-1 0 5 0,1-1 0 0,-3-2-7 16,2 0 1-16,-1-4-3 0,-2 2 8 0,1 0-5 15,-2 0-5-15,0-1 0 0,-1 1 0 0,0-1 0 16,-1 4 0-16,2-2 0 0,-1 4 0 0,-1-2 0 0,0 0 0 16,1 4 0-16,0 2 0 0,-2-6 0 15,4 1 0-15,-2 5 0 0,0 0 0 0,0 0 0 16,0 0 0-16,0-6 0 0,0 6 0 0,0 0 0 15,0 0 0-15,0 0 0 0,0 0 0 0,1 16 0 0,0-13 0 16,-1 3 0-16,2-1 0 0,-2 0 0 0,1 1 0 16,0-1 0-16,-1 0 0 0,3 0-3 0,-1-1-48 15,2 1 2-15,0-1-3 0,0 0 11 0,1 0 1 16,1-1-3-16,4 0 6 0,1 0 2 0,-4 0 2 16,6-1 8-16,-3-2-3 0,2-2 4 0,-1 0 5 15,-2-2 0-15,4 1 6 0,-3-1-2 0,2-1-1 16,-3-2 9-16,0 2 8 0,-2-1 4 0,0 2 3 15,-2-1 7-15,-1 1 4 0,1-1 4 0,-1 2 5 16,-2 1 2-16,1-2 8 0,-3 4 3 0,4-4-5 16,-4 4-7-16,3-3-6 0,-3 3-6 0,4-1-2 15,-4 1-6-15,0 0-4 0,0 0 1 0,0 0-7 16,0 0 3-16,0 0 5 0,3 10-9 0,-3-7 1 16,0 1 7-16,0-4-9 0,-3 9 4 0,3-5 1 15,0 1-5-15,0 0 7 0,2 1-1 0,-1-3-7 16,0 2 2-16,0-1-5 0,4 2-2 0,-3-2 4 15,3 0-7-15,2-1 1 0,1 0 2 0,4 1-13 16,-1-3 11-16,-1 2 8 0,4-3-2 0,-1 1 1 16,4-1-2-16,-2-2 1 0,-1-1 5 0,3-3-3 15,-3 1 6-15,-4-1-4 0,0 1 13 0,3-1 14 16,-3 0 1-16,-3 0 5 0,2-1 5 0,-2 0 9 16,-3 1 2-16,1 1 4 0,-5-1-29 0,2 1-23 15,0-1 0-15,-2 2 0 0,0-3 0 0,0 3 0 16,0-1 0-16,0 5 0 0,0-6 0 0,0 6 0 15,-2-3 0-15,2 3 0 0,0 0 0 0,0 0 0 0,0 0 0 16,0 0 0-16,0 0 0 0,-9 11 0 0,5 0 0 16,0 4 0-16,1 1 0 0,-3 1 0 0,5 0 0 15,0 2 0-15,-3 5 0 0,4 1 0 16,0 3 0-16,-2 0 0 0,2 1 0 0,0-2 0 0,2 4 0 16,-1-2 0-16,0 2 0 0,1-1 0 0,-1 1 0 15,1 0 0-15,3-1 0 0,-3 4 0 0,0-3 0 16,3-3 0-16,-5 0 0 0,2-1 0 0,-2-3 0 15,0-4 0-15,2-2 0 0,-2-1 0 0,1-1 0 16,1-7 0-16,0 1 0 0,-2-1 0 0,0-2 0 16,0-3 0-16,2 2 0 0,-2-3 0 0,0 1 0 15,2-1 0-15,-2-3 0 0,0 0 0 0,0 5 0 16,0-5 0-16,0 0 0 0,0 0 0 0,0 0 0 16,0 0 0-16,-17-14 0 0,9 5 0 0,0-1 0 15,-1 1 0-15,-4-2 0 0,2-1 0 0,-1 1 0 16,-1 0 0-16,3 4 0 0,1-2 0 0,2 2 0 15,0-1 0-15,2-3 0 0,1 3 0 0,4-4 0 0,0 0 0 16,3 0 0-16,6-3 0 0,2-2 0 0,8-3 0 16,3 2 0-16,5 1 0 0,0-3 0 15,0 4 0-15,3 2 0 0,1 0 0 0,-5 0 0 16,0-1 0-16,3 6 0 0,-12 0 0 0,-1 1 0 0,0-3 0 16,-3 5-379-16,-5 1-244 0,-1 1-576 0,-5-2-1298 15,0-4 575-15</inkml:trace>
  <inkml:trace contextRef="#ctx0" brushRef="#br0" timeOffset="123515.8501">30294 6667 91 0,'0'0'426'0,"0"0"11"0,0 0 14 0,0 0 10 0,0 0-2 16,0 0 3-16,0 0-9 0,0 0-10 16,0 0-10-16,8-10-5 0,-8 10-25 0,0 0-13 15,0 0-14-15,0 0-18 0,0 0-21 0,2-4-20 16,-2 4-23-16,0 0-32 0,0 0-17 0,0 0-20 0,0 0-23 16,0 0-21-16,0 0-124 0,0 0-57 0,0 0 0 15,0 0 0-15,0 0 0 0,0 0 0 16,0 0 0-16,-8 10 0 0,5-6 0 0,1 0 0 15,-1 0 0-15,-1 1 0 0,3 1 0 0,-3 1 0 0,4-1 0 16,-4 1 0-16,3 2 0 0,-1-2 0 0,0 1 0 16,2-2 0-16,0 3 0 0,0-2 0 15,4 2 0-15,-4-2 0 0,5 2 0 0,-1-2 0 16,-1-2 0-16,4 3 0 0,-2-3 0 0,4 2 0 0,-1-3 0 16,-2 0 0-16,2-3 0 0,-2-1-1 0,2 2-38 15,1-1-9-15,-4-4 12 0,7 3 17 0,-3-4 14 16,1 0 21-16,-5-2 14 0,3 1 7 0,-2-4 6 15,3 3-21-15,-3-2-22 0,-1 0 0 0,-1 3 0 16,2-5 0-16,-4 5 0 0,3-2 0 0,-1 1 0 16,-2 1 0-16,1-1 0 0,-2 2 0 0,1 0 0 15,-1 1 0-15,0-1 0 0,-1 4 0 0,1-5 0 16,-1 5 0-16,0 0 0 0,3-4 0 0,-3 4 0 16,0 0 0-16,0 0 0 0,0 0 0 0,0 0 0 15,0 0 0-15,0 0 0 0,0 0 0 0,0 0 0 16,5 10 0-16,-2-5 0 0,-3-2 0 0,2 3 0 15,-2 0 0-15,3-2 0 0,-3 1 0 0,1 2 0 16,0-2 0-16,2-2 0 0,1 2 0 0,-2 0 0 16,0-1 0-16,0 1 0 0,-1-2 0 0,-1 0 0 15,4 0 0-15,-1 0 0 0,1 0 0 0,-4-3 0 16,12 1 0-16,-4-2-4 0,2-1-28 0,-1 1 5 16,0-2 1-16,1 0 3 0,4-1 5 0,-2-1 12 15,2-1 9-15,-4 0 8 0,1-1 11 0,0-1 10 16,-1 0 1-16,-1 3 2 0,0-2-35 0,0 2 0 15,-3 2 0-15,-2-3 0 0,1 3 0 0,2-1 0 16,-6 0 0-16,3 0 0 0,-2 3 0 0,-2 1 0 16,0 0 0-16,6-4 0 0,-6 4 0 0,3-1 0 15,-3 1 0-15,0 0 0 0,0 0 0 0,6 0 0 16,-6 0 0-16,0 0 0 0,2 6 0 0,-2-1 0 16,0-5 0-16,3 7 0 0,-5-2 0 0,7 0 0 15,-5-1 0-15,0 1 0 0,0 1 0 0,2 1 0 16,-2-4 0-16,2 4 0 0,-2-3 0 0,0 2 0 15,1-4 0-15,1 4 0 0,-2-2-104 0,2-1 7 16,-2 0 9-16,0-3 10 0,5 3 0 0,-5-3 24 16,4 4 5-16,2-4 7 0,-6 0 7 0,12-2 1 0,-5-1 15 15,0 1 16-15,-2-3 5 0,4 1 7 0,-1 0 11 16,0-3 9-16,-3 3 13 0,4-1 3 0,0-1 7 16,-4 1 2-16,1 3-1 0,-1-3 5 0,0 1 3 15,0 1 4-15,1 1-2 0,-3-1-15 16,-3 3-5-16,4-2-6 0,-4 2-37 0,5-2 0 0,-1 0 0 31,-4 2 0-31,0 0 0 0,9 6 0 0,-5-5 0 0,-1 2 0 0,0-1 0 0,1 3 0 0,0-3 0 16,-3 2 0-16,3-2 0 0,0 2 0 0,-2 1 0 15,2-2 0-15,-2 0-45 0,0-1-12 0,3 1-12 16,-5-3 12-16,2 4 6 0,0-1 6 0,-2-3 4 16,3 3 11-16,-3-3 7 0,4 1-4 0,-4-1 9 15,0 0 2-15,12-3 5 0,-7 0 9 0,3 1 20 16,-3-4-4-16,2 4 4 0,0-4 6 0,1 1 16 15,-3 0-9-15,0 1 5 0,4 1 4 0,-4-1-3 16,-1 1 5-16,1 2 3 0,-1-2-8 0,4 1-1 16,-6 0-5-16,-2 2-5 0,7-3-9 0,-7 3-17 15,5-3 0-15,-5 3 0 0,5 0 0 0,-5 0 0 16,6 6 0-16,-1-4 0 0,-5-2 0 0,5 5-37 16,-2-4-51-16,-3-1-41 0,4 3-40 0,-3 1-59 15,-1-4-59-15,5 3-61 0,-5-3-67 0,2 3-60 16,-2-3-61-16,0 0-378 0,0 0-989 0,7-6 438 15</inkml:trace>
  <inkml:trace contextRef="#ctx0" brushRef="#br0" timeOffset="123688.2002">31096 6512 318 0,'0'-4'407'0,"1"-1"21"15,-1 5 1-15,0-4-24 0,0 4-38 0,0 0-35 0,-2-5-37 16,2 5-24-16,-2-4-38 0,2 4-36 0,0 0-61 15,0 0-58-15,-1-5-70 0,1 5-58 16,0 0-61-16,0 0-53 0,0 0-67 0,0 0-56 16,0 0-224-16,12 10-552 0,-7-8 244 0</inkml:trace>
  <inkml:trace contextRef="#ctx0" brushRef="#br0" timeOffset="123985.5533">31271 6428 368 0,'5'-4'457'0,"-4"-2"33"0,-2 3 28 0,1 3 4 0,0-5-4 0,0 5-9 31,1-6-8-31,-1 6-20 0,0 0-23 0,0 0-22 0,0 0-30 0,0 0-36 0,-2-4-36 0,2 4-32 16,0 0-9-16,0 0 19 0,0 15-5 0,0-3-16 16,-3-3-21-16,7 7-222 0,-3 3-48 0,1 0 0 15,-2 0 0-15,1 8 0 0,-1-2 0 0,0-1 0 16,2 1 0-16,0-4 0 0,-2-3 0 0,2 0 0 0,-2 1 0 15,3-1 0-15,-4 0 0 0,1 0 0 16,1-2 0-16,-4-6 0 0,3 1 0 0,2-2 0 31,-2 0 0-31,0-3 0 0,0-1 0 0,0 0 0 0,1-1 0 0,-1-4 0 0,1 5 0 0,-1-5-287 0,0 0-243 16,0 0-88-16,5-9-34 0,-3 2-366 0,-1-3-1102 16,1-2 488-16</inkml:trace>
  <inkml:trace contextRef="#ctx0" brushRef="#br0" timeOffset="124173.1992">31291 6641 282 0,'0'0'359'0,"0"0"27"0,0 0 34 0,0 0 37 0,0 0 23 15,0 0 11-15,0 0 3 0,0 0-28 0,0 0-2 16,0 0-17-16,0 0-39 0,0 0-24 16,0 0-29-16,0 0-37 0,0 0-31 0,0 0-31 15,21 0-19-15,-4-3-29 0,3-1-22 0,0 1-42 0,0-2-60 16,10-1-67-16,-2-1-56 0,6-2-64 0,-4 4-68 15,-3-5-85-15,0 5-68 0,-7 1-89 32,-2 2-95-32,-6-2-462 0,-1 3-1050 0,1 0 465 15</inkml:trace>
  <inkml:trace contextRef="#ctx0" brushRef="#br0" timeOffset="125425.1705">22175 7738 350 0,'3'-5'446'0,"0"3"18"16,-1-1-1-16,-2 3-9 0,4-4-10 0,0 4-10 15,-4 0-18-15,0 0-24 0,2-3-26 0,-2 3-26 16,0 0-30-16,0 0-34 0,4-2-25 0,-4 2-24 16,0 0-25-16,0 0-33 0,0 0-18 0,0 0-11 15,0 0-16-15,3 9-9 0,-2-4-14 0,-1 5-10 16,-1 1-4-16,1 0-8 0,1 2 0 0,0 1-16 16,1 1 10-16,-1 0-17 0,3 3-8 0,-2-1 1 15,-2 0-11-15,3-2-4 0,-3 0 3 0,0-3-10 16,2-1 4-16,-2-2-7 0,0 1 2 0,-1 0-3 15,1-4 1-15,0 0-5 0,0-2 1 0,0 1-1 16,0-1 3-16,0-4 2 0,1 4 19 0,-1-4-5 16,0 0 0-16,0 0-11 0,10-8 4 0,-4 2 3 15,1-3 11-15,0-2 0 0,5-2 4 0,-1-1 4 0,-1-1 6 16,1 2-2-16,-2-4-13 0,3 3-44 16,-3 3 0-16,-3 0 0 0,3 3 0 0,0-2 0 15,-4 3 0-15,2 1 0 0,-5 3 0 0,3-2 0 16,0 4 0-16,2-1 0 0,0 2 0 0,1 0 0 15,-1 2 0-15,3 2 0 0,-1 0 0 0,0 3 0 16,0-1 0-16,-2 1 0 0,0 2 0 0,-1 0 0 16,1 0 0-16,1 2 0 0,-4-3 0 0,1 5 0 0,-1-4 0 15,-1 0 0-15,-1 0 0 0,2-1 0 0,-4-2 0 16,4-2 0-16,-3 1 0 0,-1-1 0 0,3 1 0 16,-1-3-7-16,-1 0-29 0,-1-2 12 0,0 0 2 15,0 0 9-15,0 0-7 0,12-7 6 0,-8 1 15 16,1-1 6-16,1-1 8 0,3-2 6 0,-2 2 5 15,-1-3 7-15,3 0 0 0,-4 0-33 0,2 0 0 16,-1 5 0-16,-1-3 0 0,-1 4 0 0,1 1 0 16,-2-3 0-16,0 2 0 0,0 2 0 0,-2 0 0 15,2-1 0-15,-3 4 0 0,0 0 0 0,0 0 0 16,0 0 0-16,13 7 0 0,-7-2 0 0,0-1 0 16,-2 3 0-16,3 1 0 0,-2 2 0 0,2-1 0 15,0 1 0-15,-3-2 0 0,1 0 0 0,1 1 0 16,4-2 0-16,-5 1-48 0,-1-1-169 0,1-2-42 15,4 1-43-15,-2-1-42 0,-1-1-40 0,3-1-42 16,0 0-58-16,2-3-43 0,1 1-340 0,1-3-939 16,-2-1 415-16</inkml:trace>
  <inkml:trace contextRef="#ctx0" brushRef="#br0" timeOffset="126519.9398">22931 7812 299 0,'0'0'360'0,"2"-4"21"16,-2 4 2-16,0-5 4 0,0 5-7 0,4-2-9 0,-4 2-15 16,0 0-18-16,0 0-20 0,0 0-24 0,1-5-29 15,-1 5-22-15,0 0-28 0,0 0-22 0,0 0-25 16,0 0-20-16,0 0-14 0,0 0-15 0,0 0-12 16,8 8-10-16,-7-1-12 0,3-3-11 0,-2 2 0 15,0-1-11-15,-1 1-6 0,4 1-3 0,-5-1-11 16,3 3-6-16,-3 0-3 0,-3 0 0 0,2 0-4 15,-3 2-4-15,1-4 0 0,0 2-2 0,-5-1-3 16,4 1-11-16,-5-2-16 0,-1-1-2 0,1-1-9 16,-2-1-9-16,2-1 2 0,1-1 0 0,-1 0 4 15,2-2 4-15,7 0 5 0,-12-3 2 0,7-1 1 16,-3-3 15-16,6 1 11 0,-3-2 16 0,2-3 10 16,2 3-4-16,0-3 7 0,2-1 5 0,-1 2-1 15,2-3 1-15,3 5 2 0,-2-2 0 0,-1 0-1 16,4 3-2-16,-3 2-6 0,0 1-3 0,1-1-6 15,-3 0-2-15,3 2-5 0,-3 0-3 0,7 2-3 16,-2 1-2-16,-6 0 3 0,12 2 1 0,-7-1-4 16,4 4 15-16,-3 0-13 0,1 1-2 0,0 1 11 15,2 2-7-15,-4-1-1 0,0 3 1 0,-1-2-5 0,4 3-6 16,-2-1 4-16,-2-1-3 0,4 4 0 16,-4-4 1-16,1 1-4 0,-1-4-1 0,2 2-2 15,-1 0 11-15,2-2 1 0,0-1-3 0,5 0-6 16,-2-2 2-16,2-2 5 0,1-1-5 0,2-2 1 0,2-1 1 15,-1-3-6-15,2-2 3 0,-7 1 1 16,7-5 0-16,-4 0-2 0,0-1 10 0,-1-1-14 16,-4 0 6-16,0 2-3 0,0-4-6 0,-3-2-3 15,-3 7 6-15,-2-2-5 0,3 1-1 0,-4 0-2 0,0 1 2 16,-1 1-9-16,-2 3 4 0,1-1-6 0,-1 1 0 16,-1 1-1-16,0 3-1 0,3-2 5 0,1 4-11 15,-8-1 9-15,8 1-6 0,-7 6 8 16,3-1 0-16,1 1 1 0,2 3 5 0,0 0-4 0,1 3-1 15,1-1-4-15,0 0 7 0,3 1 2 0,0 4 0 16,2-3 0-16,2 2 0 0,-3-1-1 0,3 0-1 16,-1-3-2-16,0 1 4 0,-2-2 0 0,-1-2 4 15,1 2-4-15,-2-1-2 0,0-4-1 0,1 2 0 16,-3-2 0-16,1 0-2 0,-1 2 4 0,-2-2-1 16,-1 3 4-16,-3-3 8 0,2-2-11 0,-3 4-1 15,-1-3 1-15,-1 0 4 0,-1 1 2 0,0-1 4 16,0-2-6-16,-1 2 2 0,2-3-4 0,3 1 1 15,0-1 3-15,5-1 4 0,-9 0 5 0,9 0 6 16,-9-2-11-16,5 0-2 0,4 2 2 0,-4-8 4 16,4 4 7-16,3-2-8 0,-2-2 3 0,3 3 1 15,5-1 1-15,-3-6-4 0,5 5 6 0,3-5 3 16,0 0-4-16,2 0-3 0,0 0-1 0,9-5 1 16,0 3-7-16,-2-1-3 0,4 0 4 0,-5-2 0 0,4 1 5 15,-3 0-4-15,-2-2-1 0,-5 5-2 0,1 0-4 16,-2-2 5-16,-1 2-1 0,0 1 0 0,-4 4-2 15,-2-1 7-15,1-1-7 0,-3 3 2 16,-2 3 0-16,0-3-8 0,1 1-4 0,-3 4 2 0,0 0 1 16,-2 2-3-16,0-6 4 0,0 6-12 0,0 0 1 15,0 0 3-15,-17 3 2 0,17-3 11 0,-12 5-17 16,7-3 7-16,-4 7 0 0,5-2-5 0,0-3 3 16,1 3 5-16,1 3-6 0,-1-4 15 0,2 3 10 15,2 1-1-15,2-2 8 0,2 2 4 0,1-1 6 16,3 2-5-16,1-1 10 0,-3-1-16 0,6 3 4 15,-4-4-4-15,3 1 0 0,1 0-2 0,-3 0-1 16,2-2-2-16,-3 2 3 0,1-3-8 0,-5 1-15 16,4 0 18-16,-5-1-13 0,1 0-1 0,-2 0 4 15,2 1 4-15,-2-2-3 0,0 2-1 0,-2-1 0 16,-1 0 1-16,-1 2 11 0,-3-3-14 0,-3 4-4 16,-1-1-1-16,-1 0-24 0,0-1-16 0,-4-3-37 15,4 2-23-15,-5 0-30 0,5-2-20 0,-1-2-39 16,-4 1-45-16,6-1-49 0,1 1-44 0,0-3-40 15,0 0-50-15,7 0-63 0,-11-4-409 0,9 1-965 16,-1 1 427-16</inkml:trace>
  <inkml:trace contextRef="#ctx0" brushRef="#br0" timeOffset="127271.5395">24384 7886 349 0,'-5'-2'402'0,"5"2"13"0,-7-7-1 0,5 5 2 16,-2-1-11-16,4 3-7 0,-3-9-7 16,1 5-19-16,1 1-16 0,1-1-24 0,-2-3-16 15,4 2-25-15,-1 0-29 0,3 1-26 0,-2 0-25 0,2 1-20 16,2 0-16-16,-1 1-28 0,2-2-16 0,3 3-13 15,0 1 0-15,-1 0-26 0,2 1-13 0,1 2-7 16,-3 1-7-16,2 1-4 0,1 1-11 0,-4 1 0 16,2 0-10-16,-6 0-5 0,2 2 0 0,-2-1-3 15,-4 0-7-15,0 5 0 0,-1-3-3 0,-2-1-2 16,-7 1 3-16,1 1-5 0,0-1 3 0,-5-2-8 16,0 0-7-16,0-1-11 0,-3-1-8 0,5-2-1 15,-1-2-2-15,1 2 0 0,2-4 10 0,3 0-2 16,-1 0 3-16,-1-2-3 0,3 0 6 0,0-5 3 15,3 2-5-15,1-3 2 0,1-2-1 0,4-1-5 16,3-3-4-16,0-1-6 0,6 0-3 0,3-6-7 16,3 2-11-16,3-2 0 0,0 1-7 0,-2 2-7 15,2-1 3-15,-1-1-3 0,-3 5 1 0,2-2 5 16,-2 3 6-16,-3 1 0 0,1 3 6 0,-5-4 4 16,-1 6 1-16,0-2 10 0,0 3 7 0,-4 0 8 15,-2 1 11-15,1 1 17 0,-2-1 11 0,2 1 10 16,-1-1 1-16,-1 2 6 0,-2-2 10 0,-2 2 7 15,2 4 14-15,-4-8 6 0,1 4 8 0,-1-1 12 16,1 2 1-16,-1-2 9 0,0 2 5 0,0-1 4 16,-1 2 7-16,-1-2 1 0,6 4-1 0,-8-1-10 15,8 1-90-15,0 0-34 0,-4 0 0 0,4 0 0 16,0 0 0-16,-5 11 0 0,2-1 0 0,2 2 0 16,1 6 0-16,1 1 0 0,-1 9 0 0,6 1 0 15,-3 0 0-15,0 2 0 0,1 1 0 0,0 2 0 0,1-1 0 16,-3 2 0-16,1 1 0 0,3 10 0 0,-1-10 0 15,0-2 0-15,-3 4 0 0,-1-5 0 0,3-2 0 16,-4 3 0-16,0 0 0 0,1 0 0 0,-1-2 0 16,0-2 0-16,0 0 0 0,1-1 0 0,-2-6 0 15,2-2 0-15,1-3 0 0,-4-5 0 0,4 3 0 16,-1-7 0-16,0 2 0 0,-2-3 0 0,1-1 0 16,-1-2 0-16,1 0 0 0,0-5 0 0,2 5 0 15,-2-5 0-15,0 0 0 0,0 0-84 0,0 0-345 16,0 0-25-16,0-19-27 0,-2 10-41 0,3-4-34 15,1-1-389-15,0-4-1022 0,-2 0 452 0</inkml:trace>
  <inkml:trace contextRef="#ctx0" brushRef="#br0" timeOffset="127443.2967">24560 8158 104 0,'4'-5'411'0,"-2"-2"20"0,-3 1 39 15,4 2 45-15,-3-1 27 0,4 1 10 0,0-1 7 16,-3 2-46-16,3-2-49 0,0 0-41 0,-1 0-42 15,9 0-36-15,-1-1-36 0,6-2-34 0,0 0-28 16,4 1-28-16,-2-2-25 0,12 1-49 0,0 0-63 0,-4-1-59 16,1 0-67-16,-1 4-75 0,-8 2-75 0,1-7-93 15,-4 7-101-15,-5-2-102 0,4 1-457 16,-6-3-1027-16,-1 2 455 0</inkml:trace>
  <inkml:trace contextRef="#ctx0" brushRef="#br0" timeOffset="128367.3453">25661 7842 90 0,'2'-4'329'0,"-1"-2"-3"15,1 3 7-15,-1-1-1 0,0 0-4 0,3 0 13 16,-3 0 9-16,0 0 8 0,1 1 5 0,-2-1 2 16,0 4 0-16,0-6-4 0,1 3 4 0,-1 3-2 0,4-5-5 15,-4 5-17-15,1-4-20 0,-1 4-23 0,2-3-33 16,-2 3-33-16,0 0-15 0,0 0-23 0,0 0-19 15,0 0-15-15,9 9-14 0,-8-5-1 16,1 2-12-16,3 1-15 0,-3-1-11 0,0 5-95 0,1-3-12 16,-1 4 0-16,-2-2 0 0,2 5 0 0,-1-7 0 15,0 7 0-15,-1-5 0 0,0 2 0 0,-1-1 0 16,-2-2 0-16,3 1 0 0,-2-1 0 0,0-3 0 16,2 0 0-16,0 0 0 0,0-2 0 0,0 1 0 15,0-5 0-15,0 6 0 0,0-6 0 0,4 4 0 16,-4-4 0-16,0 0 0 0,0 0 0 0,13-10 0 15,-6 2 0-15,1 0 0 0,5-5 0 0,-5 4 0 16,3-7 0-16,1 1 0 0,-2 1 0 0,0-1 0 16,3 4 0-16,-3-4 0 0,-3 3 0 0,-1 3 0 15,2-1 0-15,-2 3 0 0,2 0 0 0,-3 2 0 0,-1 0 0 16,-2 1 0-16,2 2 0 0,-4 2 0 16,9-2 0-16,-9 2 0 0,16 3 0 0,-10 1 0 15,0-1 0-15,1 1 0 0,0 1 0 0,-2 2 0 16,-1 0 0-16,0 0 0 0,1 2 0 0,0 1 0 15,-1-4 0-15,-3 3 0 0,1-2 0 0,0-2 0 16,0 2 0-16,0-1 0 0,-1-2 0 0,-1-1 0 16,4 0 0-16,-4-3 0 0,0 5 0 0,0-5 0 15,4 3 0-15,-4-3 0 0,0 0 0 0,0 0 0 0,0 0 0 16,10-11 0-16,-5 5 0 0,-1-1 0 0,1-2 0 16,-1 1 0-16,4-3 0 0,-3 1 0 0,1 1 0 15,-2-1 0-15,3 2 0 0,-5 1 0 0,2 1 0 16,1 1 0-16,-1 1 0 0,-3 0 0 0,3 2 0 15,-4 2 0-15,3-7 0 0,-2 5 0 0,-1 2 0 16,0 0 0-16,0 0 0 0,0 0 0 0,0 0 0 16,13 6 0-16,-8-1 0 0,-4 0 0 0,3-1 0 15,-2 1 0-15,2 3 0 0,1-3 0 0,-1 2 0 16,1-1 0-16,2-1 0 0,-4 0 0 0,3 2 0 16,1-1-178-16,1-2-232 0,2 4-44 0,0-4-36 15,-1-3-34-15,4 1-17 0,-4-2-392 0,4 0-1010 16,-2 0 447-16</inkml:trace>
  <inkml:trace contextRef="#ctx0" brushRef="#br0" timeOffset="129090.1185">26346 7804 208 0,'0'0'231'0,"0"-4"19"16,0 4 17-16,0 0 4 0,2-4 10 16,-2 4 5-16,0 0 9 0,0 0 6 0,4-4-4 15,-4 4 5-15,0 0 0 0,0 0 0 0,0 0-11 16,1-3-14-16,-1 3-13 0,0 0-22 0,0 0-13 15,5-1-22-15,-5 1-22 0,0 0-21 0,0 0-11 0,5 5-16 16,-1-3-13-16,0 0-12 0,-3 2-8 16,8 1-10-16,-6-2-13 0,-2 2-7 0,4 2-8 15,-5-1-6-15,4 2-4 0,-4-1-7 0,0-1-4 16,1 3-7-16,-1-3 1 0,0 2-3 0,-1-2-2 0,1-1-5 16,-4 2-11-16,-1-1-3 0,1-3-3 0,-3 2-5 15,2-1-5-15,-1-2 4 0,-3-1-4 0,1 2 3 16,3-5-1-16,5 2 9 0,-11-1-4 0,5-1-1 15,2 0 3-15,-1-3 6 0,1 0 6 0,2 1 21 16,0-7 10-16,0 4 5 0,2-5 0 0,0 6 5 16,2-6 5-16,1 3 5 0,-2-1 4 0,3 2-14 15,-2 2 3-15,3-1 5 0,-2 3-2 0,2-1-5 16,-4-1-5-16,2 3-14 0,-2 1-3 0,-1 2 2 16,4-5-8-16,-4 5-3 0,4-1-10 0,-4 1-4 15,0 0 9-15,0 0-12 0,0 0 7 0,13 4-14 16,-9-2-4-16,-2 2 9 0,3-2-8 0,-1 3-7 15,1-1 0-15,2 0 0 0,-4 1 0 0,1 1 0 16,3 1 0-16,-1-1 0 0,4 2 0 0,-2-3 0 16,1 3 0-16,1-2 0 0,0-1 0 0,3-1 0 15,1 3 0-15,3-5 0 0,1 1 0 0,-2-1 0 0,3-2 0 16,2 0 0-16,-1-5 0 0,2 0 0 0,-3-3 0 16,-1 3 0-16,9-9 0 0,-9 1 0 15,4-2 0-15,-7 0 0 0,4-3 0 0,-2-1 0 0,-6 4 0 16,2-2 0-16,-1-7 0 0,0 1 0 0,-7 6 0 15,-1-2 0-15,0-5 0 0,-3-1 0 0,1 7 0 16,-4-2 0-16,1 3 0 0,-5 5 0 0,4 3 0 16,-3-4 0-16,-4 5 0 0,4-1 0 0,0 4 0 15,0-1 0-15,1 4 0 0,-2 1 0 0,6 1 0 16,-10 1 0-16,3 3 0 0,2 1 0 0,0 5 0 16,-1 1 0-16,2 4 0 0,0-1 0 0,3 4 0 15,-3 2 0-15,4 4 0 0,0 2 0 0,0-3 0 16,1-3 0-16,0 4 0 0,1-4 0 0,-1 0 0 15,3 0 0-15,-3-1 0 0,2 0 0 0,0-2 0 16,0-2 0-16,-1 2 0 0,4-6 0 0,-4-1 0 16,2 3 0-16,1-4 0 0,-2 2 0 0,-1-4-142 0,2 0-176 15,1-3-42-15,0 0-44 0,0-2-39 0,-1 1-50 16,5-5-29-16,-4 4-397 0,-5-2-994 16,13-6 440-16</inkml:trace>
  <inkml:trace contextRef="#ctx0" brushRef="#br0" timeOffset="129325.3052">26781 7728 377 0,'-2'0'447'0,"2"0"16"16,0 0 7-16,0 0-10 0,0 0-16 0,0 0-18 16,0 0-27-16,0 0-17 0,0 0-26 0,0 0-19 15,0 0-28-15,0 0-28 0,0 0-34 0,0 0-25 16,13-3-20-16,-6 3-17 0,2 2-19 0,5-2-10 15,-3 0-43-15,1 0-42 0,2 1-48 0,0-2-45 16,3 2-36-16,-3-2-42 0,-1 1-46 0,1-2-51 16,0 1-43-16,-2-1-43 0,-1 0-47 0,-1 2-44 15,0-1-41-15,-1 2-314 0,-2-2-789 0,-7 1 349 16</inkml:trace>
  <inkml:trace contextRef="#ctx0" brushRef="#br0" timeOffset="130343.699">27057 7813 135 0,'0'0'323'0,"0"4"16"15,0-4 9-15,0 0 9 0,4 2 6 0,-4-2-7 16,0 0-6-16,0 0-4 0,0 0-8 0,0 0-18 16,0 0-11-16,0 0-17 0,0 0-18 0,0 0-14 15,0 0-15-15,0 3-21 0,0-3-16 0,0 0-19 16,0 0-16-16,0 0-15 0,0 0-14 0,0 0-18 15,0 0-7-15,0 0-6 0,0 0-7 0,5 2-3 16,-5-2-12-16,0 0-5 0,5 1-10 0,-5-1-6 16,9 1 4-16,0-1-15 0,0-1 1 0,0 2 0 15,4-2-9-15,-5 0 11 0,2-2-7 0,1 3 5 16,1-3 7-16,-2-1-7 0,2 1-2 0,-3-2-9 16,-3 0 3-16,2 3 0 0,-3-2-4 0,0 1-3 0,0-1 1 15,-1-1-10-15,-2 1-4 0,2 1-9 0,-2-1-2 16,-1 1-2-16,-1-2 0 0,0 5-7 15,-3-7-3-15,1 3 4 0,-1 0 1 0,-1 2-18 0,0-2 9 16,-1 3-6-16,0-1 2 0,5 2-4 0,-11-1 4 16,3 1-6-16,0 1 4 0,-2 1-7 0,0 2 7 15,1 1-7-15,-1 1 9 0,1-2-10 0,2 2 6 16,-3 3-15-16,5-2-4 0,1 2-12 0,-1 0-2 16,4-1-6-16,-3 2 7 0,0-2-14 0,4 0 0 15,1-1 13-15,2 4-3 0,-2-5 5 0,3 5 2 16,1-4 7-16,3 0-1 0,2-1 10 0,-5-1 0 15,6-2 2-15,2 0 6 0,4-2 4 0,1-2 3 16,-6-1 0-16,8-1 10 0,-5-3 14 0,3 0 1 16,-2-4 0-16,0-1 14 0,-7 4 3 0,6-2 3 15,-2-3-10-15,0 1-10 0,-4 0 4 0,-3 0 5 16,0 2-8-16,1-1-8 0,-3 1 4 0,0-2-8 16,-2 5 4-16,1-2-16 0,-1 1 14 0,-2 1-10 0,2 1 0 15,-1 2-2-15,2 0-1 0,-3 0-3 0,0 3 0 16,1-5-8-16,-1 5 6 0,1-5-3 0,-1 5 4 15,1-3-13-15,-1 3 14 0,0 0-12 16,0 0-1-16,0 0 3 0,0 0 2 0,0 0 1 0,0 0 0 16,0 0 2-16,16 8-3 0,-12-6 6 0,-4-2-1 15,3 3 6-15,1-1 0 0,0 1-4 0,0-2-3 16,0 2 8-16,-1-1-2 0,3 0 8 0,-2-1-14 16,-4-1 5-16,7 3 1 0,-7-3-1 0,5 1-5 15,-5-1 3-15,7 2-6 0,-5 2-9 0,3-3 11 16,-3 3-6-16,1-1 1 0,1 2 10 0,0 0-1 15,-2 0-8-15,1 1 3 0,0 0 3 0,3 2 4 16,-5-1-9-16,2 0 3 0,-2 2 2 0,1 0-3 16,0-4 10-16,-2 4-6 0,0-2-1 0,0 0 0 15,0 1 14-15,1-3-15 0,-1 3 4 0,0-4 1 16,0-1-6-16,0 2-4 0,3-2-10 0,-3 1 1 16,0-4 1-16,1 6 8 0,-1-6 7 0,8 0-6 15,-2 2 1-15,2-3 2 0,2 0-2 0,4 1 7 16,-5-3-3-16,4-3 3 0,0 1 1 0,-2 1 3 15,1 1-2-15,-1-4-2 0,-2-1-1 0,1 3 5 16,1 0 2-16,-6 0-4 0,4 1 3 0,-5-1 7 16,3 0 2-16,-2 1-7 0,-1-1 10 0,1 3 0 15,-1-2 4-15,-3 3-1 0,3-1-7 0,-4 2 2 16,5-4-7-16,-5 4 2 0,0 0-3 0,4-2-3 16,-4 2-6-16,0 0 6 0,0 0-1 0,1-3-4 15,-1 3-2-15,0 0-1 0,0 0-5 0,0 0 3 0,0 0 5 16,0 0-8-16,-1 14 6 0,1-10 4 15,0 1 8-15,-2 1-12 0,0 1-1 0,2-1 4 16,0 2 5-16,2-3-2 0,0 0-17 0,-2 2-32 0,0-3-25 16,0-1-36-16,0 2-32 0,0-1-44 0,1 0-39 15,2-1-54-15,-3-3-66 0,5 4-86 0,-5-4-96 32,0 0-373-32,14-7-971 0,-10 1 430 0</inkml:trace>
  <inkml:trace contextRef="#ctx0" brushRef="#br0" timeOffset="130531.164">27769 7635 154 0,'-1'-3'414'0,"1"3"23"15,-3-5 7-15,3 5-4 0,-2-6-15 0,2 6-30 16,-4-4-42-16,4 4-36 0,-1-3-34 0,1 3-30 16,0 0-27-16,0 0-40 0,-3-3-51 0,3 3-58 15,0 0-60-15,0 0-36 0,0 0-45 0,0 0-61 16,-4 10-67-16,4-3-75 0,8 0-80 0,-2 2-244 15,3-1-640-15,0-1 285 0</inkml:trace>
  <inkml:trace contextRef="#ctx0" brushRef="#br0" timeOffset="131268.9785">27985 7824 147 0,'0'0'382'16,"0"0"-4"-16,0 0 10 0,0 0-11 0,0 0-14 15,-4-13-8-15,3 9-9 0,2 0-14 0,-1 4-15 16,0-6-16-16,0 6-13 0,-1-4-19 0,1 4-18 16,5-7-12-16,-6 5-16 0,1 2-18 0,0-5-19 15,0 5-15-15,0 0-24 0,0 0-15 0,0 0-16 16,0 0-16-16,0 0-13 0,0 0-10 0,1-3-13 16,-1 3-6-16,0 0-8 0,0 0-2 0,0 0-8 15,4 13-4-15,-3-8-5 0,2 0-1 0,-2-2-3 16,2 4-2-16,-6-1-3 0,3 0-1 0,0 2-4 0,0-2-4 15,-1-1 4-15,0 3-4 0,-3-2-1 16,1-2-4-16,-1 3 4 0,-3-1-3 0,4-3-8 16,-1 0-10-16,-1 1 0 0,0-1 4 0,1-1 6 15,-5 0-8-15,9-2 3 0,-10 0 1 0,6 1 8 0,4-1-6 32,-7-4 3-32,5 0 4 0,-3 0-3 0,4 1 6 0,-3-2-2 0,4-2 7 0,0 2 3 0,0-3 4 15,0 2-3-15,0 1 1 0,1-2 12 0,2 1-1 31,-6 0 3-31,6 0 4 0,-3 1 3 0,1 3 2 16,-1-2-10-16,0 4-2 0,5-5 6 0,-5 5-5 16,2-3-4-16,-2 3-3 0,0 0-3 0,-2-5-3 15,2 5-8-15,0 0-1 0,9 0 2 0,-9 0-7 16,9 3 4-16,-4 0-5 0,4-1 2 0,-4 2-3 16,4 1 3-16,-1 1 1 0,1 1-7 0,0-1-2 15,1 1 3-15,2-1 3 0,-2 1 4 0,0 1-4 16,1-3 2-16,0 2-4 0,-1-1 3 0,4 0 2 15,1-2-5-15,-2 0 6 0,-1-1-3 0,5-2 1 16,0-1-3-16,1-3 3 0,-1-4-3 0,3 0-5 16,7-7-1-16,-3-2 4 0,-1 0 11 0,-2-1 6 15,0 2 2-15,-6-1-2 0,-3 1-3 0,6-6 4 16,-4 0-8-16,-6 3 0 0,2-8-2 0,-1 7 3 0,-5 0-5 16,0-1 3-16,-2 2-6 0,-2-1 0 0,0 9 2 15,0-6 3-15,-2 3-2 0,2 5-4 0,-3-3 1 16,2 7-2-16,-2-3 1 0,2 3-4 0,-3 1 1 15,2 0-1-15,2 3-4 0,0 0 3 0,-12 5 0 16,4 1-2-16,3 4 6 0,-1 2-2 0,1 4 8 16,-1 1 2-16,0 6 5 0,5 2 4 0,-3-4-5 15,-1 5 2-15,5-4-3 0,0 1-2 0,0-2 3 16,0 5-5-16,5-8 3 0,0 0 1 0,-1-3-1 16,1 2-1-16,3-1 4 0,2 0-6 0,2-3-27 15,-1 0-30-15,3-3-8 0,2 1-48 0,-6-4-54 16,7 0-56-16,0 0-68 0,-4-5-76 0,-1 1-73 15,-1-4-97-15,-3 2-387 0,3-4-992 0,-6 2 439 16</inkml:trace>
  <inkml:trace contextRef="#ctx0" brushRef="#br0" timeOffset="132519.7456">29377 7561 157 0,'1'-3'387'0,"1"1"9"0,-2 2 1 15,3-7 2-15,-1 2-18 0,0 2-11 0,-2 3-11 16,0 0-19-16,2-3-21 0,-2 3-24 0,0 0-20 16,0 0-22-16,0 0-21 0,0 0-26 0,0 0-21 15,0 0-15-15,0 0 25 0,0 0-7 0,-11 15-8 16,6-10 0-16,0 6-3 0,-5 1-1 0,0 3 4 16,4-1-12-16,-4 3-9 0,0 1 1 0,-3 5-19 15,-1-1-13-15,5 2 7 0,-5 1-14 0,1-3 2 16,4 1-22-16,-2 0-12 0,-2 2-3 0,4 0-10 15,-1 2-11-15,0-3 2 0,1 0-11 0,2 1 0 16,1 0-5-16,2 0-39 0,0-5-12 0,6 0 0 16,-1 0 0-16,4-1 0 0,5 4 0 0,0-5 0 15,10 3 0-15,-4-3 0 0,7 2 0 0,3-3 0 16,-2-1 0-16,-1-1 0 0,3 1 0 0,-1-4 0 16,-6-4 0-16,-3-1 0 0,0 1-74 0,-3-3-55 15,-4 2-28-15,2-3-37 0,-3-1-33 0,-3 1-44 16,2-2-41-16,-2-1-64 0,-5-1-85 0,10-3-76 15,-6 2-373-15,0-2-984 0,-2-1 436 0</inkml:trace>
  <inkml:trace contextRef="#ctx0" brushRef="#br0" timeOffset="133083.0911">29859 7628 216 0,'2'-3'424'0,"0"-2"12"15,0 1 18-15,-1 1-2 0,-1 3-8 16,4-4-15-16,-4 4-7 0,0-3-24 0,0 3-17 16,0 0-17-16,0 0-20 0,4-3-10 0,-4 3-20 15,0 0-11-15,0 0-24 0,1-4-20 0,-1 4-26 0,0 0-24 16,0 0-26-16,0 0-14 0,0 0-19 0,0 0-13 15,4 10 4-15,-4-5-3 0,0 1-8 0,0-2-10 16,2 5-6-16,-2 1-5 0,0-1-4 16,0 1-105-16,2-1 0 0,-2 5 0 0,0 2 0 0,1-2 0 15,2 1 0-15,-2 1 0 0,2-3 0 0,-1-1 0 16,2 2 0-16,-3 2 0 0,2-4 0 0,-2 0 0 16,3 1 0-16,-4-3 0 0,1 0 0 15,2 1 0-15,-3-6 0 0,1 2 0 0,-1 0 0 0,3-3 0 16,-2 1 0-16,-1-1 0 0,0-4 0 0,0 5 0 15,0-5 0-15,0 0 0 0,0 3 0 0,0-3 0 16,0 4 0-16,0-4 0 0,0 0 0 0,0 0 0 16,0 0 0-16,0 0 0 0,0 0 0 0,0 0 0 15,0 0 0-15,-22-7 0 0,12 5 0 0,1-1 0 16,-2-1 0-16,-1 2 0 0,-6-1 0 0,4 1 0 16,1-2 0-16,1 2 0 0,0-3 0 0,0 3 0 15,-1-1 0-15,2 1 0 0,1 1 0 0,0-1 0 16,-2 0 0-16,7-2 0 0,-4 3 0 0,4 1 0 15,5 0 0-15,-7-3 0 0,7 3 0 0,-7 0 0 16,7 0 0-16,0 0 0 0,0 0 0 0,0 0 0 16,0 0 0-16,0 0 0 0,0 0-161 0,0 0-299 15,14-6-51-15,-4 2-62 0,3-1-57 0,0 1-346 16,5-4-1058-16,-3 1 468 0</inkml:trace>
  <inkml:trace contextRef="#ctx0" brushRef="#br0" timeOffset="133599.0738">29727 7663 109 0,'-5'-4'393'0,"0"-1"19"0,0 1 12 0,-2-1 11 16,2 0-1-16,3 0-8 0,-5 1-10 0,4 0-20 16,1 1-18-16,1-1-17 0,-2 0-25 0,3 4-22 0,3-7-31 15,-2 5-20-15,-1-2-35 0,5 0-19 16,-1 1-25-16,6-2-13 0,2 0-25 0,-2 1-8 15,11 2-8-15,-5-3-16 0,6 2-16 0,9 0-6 16,-5-5-8-16,5 5-11 0,-3 1-4 0,7-2-7 16,-3 1-21-16,0-2 13 0,-2 1-12 0,0 2-3 15,0-1-7-15,-3-1-7 0,-5 0-7 0,-3 2-3 16,0-1 5-16,-1 2-6 0,-4-1 1 0,-3-2 2 16,-4 3 2-16,1 0-2 0,-3-2-6 0,1 3 14 0,-1-1 0 15,-5 1 14-15,7-6 0 0,-5 5-16 0,1-2 29 16,-1-1 3-16,0-1 10 0,0 1 0 15,-2 1 21-15,0 3 3 0,0-7-18 0,2 2-71 16,-2 5 0-16,0-4 0 0,0 4 0 0,-2-4 0 16,2 4 0-16,0 0 0 0,0 0 0 0,0 0 0 0,0 0 0 15,0 0 0-15,0 0 0 0,0 0 0 0,-4 19 0 16,-2-2 0-16,-2 6 0 0,2 4 0 16,0 2 0-16,-3 3 0 0,-1 3 0 0,-1 10 0 15,0 1 0-15,-3 0 0 0,2-1 0 0,-3 2 0 0,3-1 0 16,-3-2 0-16,3-10 0 0,0-1 0 0,2 3 0 15,-9 11 0-15,8-14 0 0,-2-1 0 0,-1-1 0 16,4-1 0-16,2 0 0 0,-1-2 0 0,3 1 0 16,5-2 0-16,1-7 0 0,1-1 0 0,3-4 0 15,1-3 0-15,3-2 0 0,3-3 0 0,4 1-446 16,3-4-302-16,5-7-419 0,-1 0-1263 0,6-4 560 16</inkml:trace>
  <inkml:trace contextRef="#ctx0" brushRef="#br0" timeOffset="134286.8672">30486 7725 66 0,'3'-5'394'0,"-1"-7"38"15,2 8-16-15,-2-4-7 0,0 3-5 0,1 2 0 16,-1 1-2-16,1-2-10 0,-3 4-4 0,2-6-23 15,-2 6 17-15,0-5-17 0,0 5-15 0,0-4-6 16,0 4-9-16,0 0-9 0,0 0-10 0,3-3-12 16,-3 3-15-16,0 0-9 0,0 0-18 0,2-5-10 15,-2 5-16-15,2-2-158 0,-2 2-78 0,0 0 0 16,0 0 0-16,0 0 0 0,0 0 0 0,0 0 0 16,0 0 0-16,0 0 0 0,0 0 0 0,0 0 0 15,0 0 0-15,0 0 0 0,0 0 0 0,0 13 0 16,0-7 0-16,0 4 0 0,2 2 0 0,-2 7 0 15,2-8 0-15,-4 8 0 0,2-2 0 0,0 2 0 16,0 0 0-16,2 1 0 0,-4 0 0 0,4-3 0 16,-4 3 0-16,2-3 0 0,-2 1 0 0,0-1 0 15,2-4 0-15,0-1 0 0,0-1 0 0,0-1 0 16,0-4 0-16,0 1 0 0,0-1 0 0,0-1 0 16,0-2 0-16,0 1 0 0,0 0 0 0,0-4 0 0,0 0 0 15,0 4 0-15,0-4 0 0,0 0 0 16,9-8 0-16,0-1 0 0,-4-2 0 0,8-5 0 15,-3 1 0-15,8-6 0 0,-1-1 0 0,1 0 0 16,0 2 0-16,-6-4 0 0,-1 7 0 0,4-5 0 16,-6 7 0-16,-1-1 0 0,-1 5 0 0,0 1 0 0,0 0 0 15,-3-1 0-15,0 5 0 0,2-2 0 16,-4 1 0-16,0 3 0 0,1 0 0 0,-1 1 0 16,-2 1 0-16,4-2 0 0,-4 4 0 0,1-4 0 15,-1 4 0-15,0 0 0 0,0 0 0 0,0 0 0 0,0 0 0 16,-9 14 0-16,4-5 0 0,-2-1 0 0,0 2 0 15,0 0 0-15,0 2 0 0,-2-2 0 0,3 1 0 16,1 0 0-16,-2 1 0 0,2-1 0 0,-2-1 0 16,4 0 0-16,-1 0 0 0,2-3 0 0,-2 2 0 15,3-4 0-15,1 4 0 0,0-4 0 0,2 3 0 16,-1-1 0-16,2-1 0 0,5 2 0 0,1-3 0 16,0 0 0-16,7 4 0 0,-4-6 0 0,1 1 0 15,2-2 0-15,4 2 0 0,-2-2 0 0,-5 0 0 16,9-4-85-16,-11 0-213 0,11-2-49 0,-5 1-46 15,-3-2-40-15,-3 1-55 0,7-3-45 0,-7 2-403 16,-2-1-1014-16,0 0 449 0</inkml:trace>
  <inkml:trace contextRef="#ctx0" brushRef="#br0" timeOffset="135100.1592">30969 7754 195 0,'4'-3'314'0,"-3"0"2"0,2-2-3 0,2 1-3 16,-1-3-10-16,1 3 21 0,0-4 13 0,3 0-2 16,-6 4-7-16,1 0-14 0,1 2-14 0,-2-4-9 15,1 3-10-15,1 0-21 0,-3 2-25 0,-1 1-20 16,10-3-21-16,-10 3-22 0,12 2-19 0,-4-1-12 16,-3 1-4-16,2 3-9 0,2 3-11 0,-4-4-9 15,2 3-11-15,0 2-9 0,-3-2-10 0,0 2-6 16,-4-2-6-16,3 3-10 0,-3-3-1 0,-2 3-3 15,1-2-8-15,-2 2-7 0,1-3 4 0,-2-2-3 16,-2 4 3-16,1-3-9 0,-1-1-3 0,0 1 0 16,-3-1-2-16,-1 0 0 0,1-1-3 0,1 0-1 15,-2-3 0-15,5 3-1 0,-7-4-1 0,6 0 1 16,-3 0-2-16,1-4 1 0,3 2 2 0,-2-2-2 16,0 1-3-16,2-4-4 0,1 0 1 0,-1-2-2 15,5-1 2-15,-2-1-3 0,2 0-2 0,0 1 5 16,2-2-6-16,-2 1 0 0,5 1-1 0,-1 0 3 15,0 2 8-15,-3-1 7 0,4 2-4 0,-1 3 5 16,-3-2-10-16,5 2-1 0,-3 1 6 0,4 3-3 16,-7 0 1-16,16 7 8 0,-4-1 3 0,2 2 3 15,-1 4 14-15,0 2-15 0,-2 1 4 0,-1 2 12 16,4 5 7-16,-3 1 8 0,-2 2 2 0,1 4 5 16,-3-5-4-16,2 2-4 0,-2 1 7 0,0 2 8 15,-3-2-14-15,1 0-61 0,-1 2 0 0,-1 1 0 16,-1-3 0-16,2-2 0 0,-3 1 0 0,3 1 0 15,1-7 0-15,-3-1 0 0,1 1 0 0,1-3 0 16,-2 0 0-16,1-2 0 0,0-2 0 0,1-1 0 16,-2-3 0-16,2 2 0 0,-4-4 0 0,4-2 0 15,-3-2 0-15,-1 4 0 0,0-3 0 0,3 1 0 16,-3-5 0-16,1 4 0 0,-1-4 0 0,0 2 0 16,0-2 0-16,0 0 0 0,0 0 0 0,1 4 0 0,-1-4 0 15,0 0 0-15,0 0 0 0,0 0 0 16,0 0 0-16,0 0 0 0,-10-11 0 0,5 7 0 15,-3 0 0-15,-1-1 0 0,-1-1 0 0,-4-2 0 16,-4 2 0-16,2 1 0 0,-3-4 0 0,2 4 0 16,-2-3 0-16,0 2 0 0,2-3 0 0,-1 4 0 0,8-2 0 15,-2 4 0-15,2-2 0 0,1 1 0 16,0 1 0-16,0-1 0 0,6 1 0 0,-3-1 0 16,2 2 0-16,1-3 0 0,-1 1 0 0,1-1 0 15,3 1 0-15,-2-3 0 0,4 2 0 0,-2-2 0 0,5-3 0 16,0-1 0-16,8 0 0 0,1-4 0 0,3 3 0 15,7-3 0-15,4 1 0 0,-3 2 0 16,1 0 0-16,0-3 0 0,-2 4 0 0,-6 3 0 0,3-1 0 16,-5 0 0-16,3 2 0 0,-6 0 0 15,5 0 0-15,-5-3 0 0,-2 5 0 0,1 1 0 0,-2-2 0 16,-1-2 0-16,-1-1-144 0,1 2-465 0,-3 0-80 16,-3-2-437-16,4-1-1218 0,-4-1 539 15</inkml:trace>
  <inkml:trace contextRef="#ctx0" brushRef="#br0" timeOffset="135367.0092">31385 7636 416 0,'2'-10'490'0,"-4"3"34"0,4-2 20 0,-2 5-4 0,0-3 5 16,0 1-19-16,2 3-29 0,-2 3-27 15,0-7-26-15,0 7-32 0,2-3-34 0,-2 3-29 0,0 0-14 16,0 0-10-16,14 17-8 0,-9-3-14 0,4 9-11 15,1 1-25-15,-2 3-50 0,0 3-217 0,-3 3 0 16,1 2 0-16,-1-1 0 0,-5 3 0 0,0-1 0 16,-6 13 0-16,-2-14 0 0,-1-1 0 15,-6 10 0-15,-2-12 0 0,-9 9 0 0,-5-3 0 0,-4-4 0 16,6-9 0-16,-17 4 0 0,1 0 0 0,-3-8 0 16,-2 2-526-16,1-5-136 0,-2-2-506 0,14-3-1264 15,3 1 559-15</inkml:trace>
  <inkml:trace contextRef="#ctx0" brushRef="#br0" timeOffset="139977.2556">1780 8029 248 0,'-3'-4'358'15,"3"4"-11"-15,0 0 9 0,0-9-5 0,0 7 0 16,0 2-4-16,0 0-7 0,-1-6-2 0,1 6-1 16,0-4-2-16,0 4-7 0,-1-3-9 0,1 3-6 15,0 0 4-15,-3-5-27 0,3 5-7 0,0 0-13 16,0-4-5-16,0 4-15 0,0 0-12 0,0 0-14 15,-5-2-10-15,5 2-11 0,0 0-17 0,0 0-8 16,0 0-27-16,0 0-13 0,0 0-20 0,0 0-11 16,0 0-16-16,0 0-91 0,0 0 0 0,0 0 0 15,-9 8 0-15,9-2 0 0,-1-2 0 0,1 8 0 16,-2-5 0-16,0 8 0 0,2-3 0 0,-4 4 0 16,1 0 0-16,-4 1 0 0,3 1 0 0,2 3 0 15,-5 2 0-15,3-3 0 0,-1-2 0 0,-4 0 0 16,8 0 0-16,-3-3 0 0,-1 1 0 0,1-4 0 15,0-1 0-15,0-1 0 0,3-2 0 0,-3-2 0 16,3 1 0-16,1-5 0 0,0-2 0 0,0 7 0 16,0-7 0-16,0 0 0 0,0 0 0 0,0 0 0 15,0 0 0-15,0 0 0 0,0 0 0 0,4-14 0 16,-3 8 0-16,3-4 0 0,0-1 0 0,-2-5 0 16,1 4 0-16,1-6 0 0,1-8 0 0,0 1 0 15,-1-1 0-15,-3-3 0 0,3 3 0 0,-3-2 0 16,2 5 0-16,-2 3 0 0,2 1 0 0,-2-7 0 15,-1 8 0-15,3 1 0 0,-2 1 0 0,0 3 0 16,2-2 0-16,-2 3 0 0,-1 1 0 0,0 3 0 16,0-1 0-16,4 4 0 0,-3 1 0 0,-1-3 0 15,0 3 0-15,0 4 0 0,2-3 0 0,-2 3 0 16,0 0 0-16,0 0 0 0,12 13 0 0,-8-5 0 16,2 3 0-16,3 3 0 0,-2 1 0 0,-1 2 0 15,-1 1 0-15,3 0 0 0,-4 2 0 0,-1-2 0 16,1 0 0-16,0 2 0 0,-1-3 0 0,-1-1 0 15,0 0 0-15,-1 0 0 0,0-3 0 0,0-2 0 16,1-1 0-16,-1 1 0 0,1-2 0 0,0 0 0 16,-1-6 0-16,-1 3 0 0,2-1 0 0,0-1 0 15,-1-1 0-15,-1-3 0 0,5 2 0 0,-5-2 0 16,13-4 0-16,-3-1 0 0,-1-2 0 0,5-2 0 16,3-4 0-16,-3 0 0 0,5-6 0 0,0-2 0 15,-2 0 0-15,1-1 0 0,-2-1 0 0,-2-1 0 16,1 1 0-16,-5 7 0 0,-1 1 0 0,-3 0 0 15,3 6 0-15,-4-1 0 0,0 2 0 0,-1 2 0 16,-1 0 0-16,-1 2 0 0,-1 1 0 0,2 0 0 16,0 1 0-16,-3 2 0 0,0 0 0 0,0 0 0 15,0 0 0-15,3 12 0 0,-3-3 0 0,0 2 0 16,-1 0 0-16,1 4 0 0,-2 1 0 0,-1 3 0 16,0-2 0-16,2 2 0 0,-1 1 0 0,-4 5 0 15,3-7 0-15,-5 1 0 0,3 5 0 0,2-5 0 0,-2 0 0 16,3-2 0-16,-1 1 0 0,0 0 0 15,1-1 0-15,-3-4 0 0,4-1 0 0,-2 0 0 16,3 0 0-16,0-1 0 0,-1-2 0 0,0-1 0 16,-1 0 0-16,2-3 0 0,0-2 0 0,2 4 0 0,-2-7 0 15,-2 7 0-15,2-7 0 0,2 4 0 0,-2-4 0 16,0 0 0-16,0 0 0 0,0 0-105 16,12-7-373-16,-5 4-80 0,3-5-82 0,-2 2-429 15,3-1-1157-15,2-4 512 0</inkml:trace>
  <inkml:trace contextRef="#ctx0" brushRef="#br0" timeOffset="140445.8953">2274 8231 8 0,'0'0'414'0,"3"3"12"0,-3-3 15 0,0 0 1 16,0 0-15-16,0 0-26 0,0 0-29 0,0 0-30 15,0 0-20-15,0 0-13 0,0 0-20 16,0 0-20-16,0 0-21 0,0 0-24 0,0 0-16 16,0 0-17-16,0 0-22 0,0 0-10 0,0 0-12 15,0 0-16-15,4 4-9 0,-4-4-12 0,15 1-8 0,-1-2-3 16,-5 1-9-16,2-3-8 0,5-1-3 0,-1 0-7 16,-3 1 3-16,1 0 7 0,-2-2 1 15,1 3 1-15,-1-4 5 0,-2 0 0 0,0 0 3 16,-3 0 2-16,1 2-2 0,-1-5-7 0,-3 7-6 15,-2-4-7-15,0 0-6 0,-1 1-10 0,-2-2-9 0,-1 3-4 16,-2-1-9-16,-3-1 0 0,1 2-8 0,-1 1 4 16,-1-1 3-16,1 3-2 0,-2 1-2 0,-1 0-4 15,-3 2-6-15,1 1-12 0,-1 1-7 16,-2 3 0-16,5 2 0 0,-2 0 0 0,0 5 0 0,1-4 0 16,3 1 0-16,2 0 0 0,0 0 0 0,2 1 0 15,-2-1 0-15,6 0 0 0,0-2 0 0,-1 0 0 16,5 1 0-16,1 2 0 0,3-2 0 0,7-1 0 15,3 2 0-15,10-3 0 0,-8-2-12 0,9 1-91 16,4-2-38-16,-3-4-42 0,2 0-53 0,-3-2-36 16,4-2-43-16,-4 0-51 0,-6 1-48 0,0-3-60 15,-2-1-65-15,-1 3-317 0,1-6-928 0,-5 1 411 16</inkml:trace>
  <inkml:trace contextRef="#ctx0" brushRef="#br0" timeOffset="140790.3047">2828 8172 225 0,'4'-8'467'16,"-3"3"9"-16,-1 3 10 0,0 2-6 0,0-7-18 0,0 7-22 16,-4-4-26-16,4 4-15 0,0 0-25 0,-1-6-19 15,1 6-33-15,-3-4-19 0,3 4-31 0,0 0-21 16,-10-5-24-16,10 5-35 0,0 0-5 15,0 0-17-15,-22 9-19 0,12-4-9 0,5 0-9 0,-4 3-9 16,0 0-5-16,0 1-7 0,-4 4-6 0,4-4-17 16,0 2-7-16,-1 3-15 0,2 2 4 0,0-3-18 15,3 0 5-15,-1-2-14 0,1 1 6 0,4 0-13 16,-3-3 2-16,3 3-19 0,1-3-13 0,4 2-14 16,3-4-13-16,2 2-33 0,7 0-24 15,0 0-23-15,11 0-30 0,5-4-32 0,-1-5-40 0,-1-1-38 16,2 0-40-16,3-4-53 0,-2-1-55 0,0-1-51 15,-1-5-46-15,0 3-364 0,-3-5-919 0,-3 3 407 16</inkml:trace>
  <inkml:trace contextRef="#ctx0" brushRef="#br0" timeOffset="141227.6064">3238 8014 95 0,'0'-10'480'0,"1"2"37"0,-1 0 30 0,3-3 12 0,-3 5 2 16,1 2 2-16,-1 4 0 0,0-10-20 16,3 7-27-16,-3 1-36 0,0 2-34 0,0 0-37 0,0 0-45 15,1-5-35-15,-1 5-25 0,0 0 0 0,0 0-9 16,-4 16-19-16,4-9-236 0,-5 4-40 0,5 1 0 16,-4 3 0-16,0 2 0 0,2 0 0 0,-2 1 0 15,-4 1 0-15,6 2 0 0,-2 3 0 16,0-5 0-16,-1 1 0 0,1 5 0 0,0-7 0 0,0 0 0 15,2-2 0-15,-1 0 0 0,2-4 0 0,-1-3 0 16,2 1 0-16,-2-2 0 0,4-3 0 0,-4 2 0 16,4-3 0-16,0 0 0 0,-2-4 0 15,6 5 0-15,-6-5 0 0,0 0 0 0,21-7 0 0,-11 2 0 16,-1-2 0-16,0 1 0 0,0-2 0 0,1 2 0 16,-1-1 0-16,0-2 0 0,0 1 0 0,-1 2 0 15,-2-1 0-15,-1 2 0 0,0 0 0 0,0 0 0 16,0 3 0-16,-2-1 0 0,-2 0 0 15,-1 3 0-15,5-3 0 0,-5 3 0 0,8 0 0 0,-8 0 0 16,10 6 0-16,-5-3 0 0,1 2 0 0,-1-1 0 16,1 3 0-16,-2-1 0 0,2 1 0 0,2-1 0 15,-2 2 0-15,0-2 0 0,-3-1 0 0,6 3 0 16,0 1-501-16,-5-6-118 0,1 0-560 0,-5-3-1276 16,18 4 564-16</inkml:trace>
  <inkml:trace contextRef="#ctx0" brushRef="#br0" timeOffset="142297.4835">3601 8238 4 0,'2'-5'355'0,"-2"5"17"0,3-4 13 0,-3 4 6 16,3-4-12-16,-3 4-11 0,2-5-22 0,-2 5-15 16,2-2-16-16,-2 2-19 0,2-4-20 0,-2 4-21 15,0 0-25-15,0 0-25 0,0 0-18 0,0 0-23 16,1-4-17-16,-1 4-12 0,0 0-17 0,0 0-16 15,0 0-11-15,0 0-10 0,0 0-11 0,0 0-3 16,9 9-11-16,-8-6-3 0,2 1-6 0,-2-1-5 16,3 2-5-16,0 0-4 0,-4 0-5 0,1 0-4 15,-1-5-3-15,0 12 2 0,0-6-2 0,-1 1-4 16,1-2 1-16,-3 2-1 0,2-4-4 0,-3 4 0 16,-1-3 0-16,1 0 0 0,-2 2 0 0,-3-1-5 15,1-1 1-15,1-1-3 0,-3-1 3 0,-1-2 1 16,3 1-1-16,8-1 2 0,-13-1-4 0,13 1 6 15,-13-5-1-15,8 1 0 0,2-1 3 0,-2-1 13 16,0 2 17-16,4-1-1 0,1-2-1 0,1-2 1 16,-1 1-2-16,2-1-1 0,1-1-2 15,5 2-7-15,-3-1-7 0,0 2 3 0,1 0-6 0,1 4 4 16,1-5-1-16,-2 5-1 0,-1-1-1 0,1-1-2 16,2 4 1-16,-1 1-2 0,1-1 5 0,-8 1-3 15,18 6 3-15,-9-2-4 0,0 0-2 0,-4 1-2 16,0 0 0-16,5 2 4 0,-2 0-4 0,-3 2-4 15,3-1-4-15,-2 0 2 0,1 1-3 0,-4-3 2 16,0 2 0-16,1-2-2 0,0 4-1 0,-2-4 2 16,-2 1 1-16,2-1-4 0,0-1 1 0,-2 0-3 15,0-5 3-15,3 8-3 0,-2-3 4 16,1-2-5-16,-2-3 3 0,0 0 5 0,0 0-4 16,6 4-1-16,-6-4 3 0,0 0 3 0,12-12-9 0,-5 8 3 15,-1-2 3-15,1-2-8 0,0-1 5 16,0 2-2-16,0 1-1 0,0-3 2 0,0 2 6 0,0-2-3 15,0 2 6-15,1 1 1 0,-3 1 2 16,0 0 3-16,0 1-1 0,3 1-5 0,-3 1-3 0,-1-1-2 16,-4 3 1-16,13-1-1 0,-13 1 5 0,11 2-10 15,-6 2 3-15,2 0 0 0,-2 1-5 0,0-1-4 16,5 2 3-16,-6 0-1 0,0-1-5 0,1 4 7 16,-2-3 5-16,-2-1-5 0,4 5 4 0,-2-3-6 15,-1-1 0-15,2 0 0 0,-3 0-8 0,0 1-11 16,1 0-3-16,-2-7-5 0,1 6 1 0,-1-6 1 15,0 0 0-15,4 4 5 0,-4-4 3 0,0 0 3 16,0 0 3-16,0 0 4 16,0 0-2-16,0 0 2 0,0 0 1 0,23-7 1 0,-18 0 2 0,3 1 1 0,-2 1-4 0,3-3 3 15,0 2-2-15,0-1 9 0,-1 1 0 16,2 2 3-16,-4-1-3 0,-1 2 7 0,3-2-2 0,-8 5 5 16,8-6-2-16,-5 6-11 0,-3 0 4 0,8-5 5 15,-8 5-2-15,0 0-2 0,10 1-9 0,-10-1 6 16,0 0 0-16,12 6-4 0,-12-6 2 0,6 9 0 15,-2-6 1-15,0 1-2 0,-4-4-4 16,10 9 2-16,-7-6 2 0,-3-3 3 0,2 9-1 0,-2-9-7 16,7 7-4-16,-5-3-12 0,-2-4-2 0,7 7 5 15,-7-7-8-15,5 4 5 0,-4 1 2 0,4-3 1 16,-5-2 9-16,6 1 1 0,-6-1-1 0,0 0 0 16,17-4 3-16,-13 0 2 0,2 2 2 15,-6 2 8-15,11-6-2 0,-5 3 2 0,-1-1 6 0,1 0 7 16,-1 1 6-16,1-2 5 0,-3 1 8 0,1-1 3 15,2 2 1-15,-3-3-1 0,-3 6 5 0,9-5 7 16,-5 1-6-16,-4 4 4 0,5-5-7 0,-5 5-12 16,0 0 7-16,4-5-11 0,-4 5 3 15,0 0-8-15,0 0-13 0,5-2 9 0,-5 2-9 0,0 0-3 16,0 0 1-16,0 0-1 0,14 8-5 0,-14-8 1 16,9 9-1-16,-5-5 8 0,1 1-7 0,-5-5-4 15,9 12 8-15,-5-6-9 0,-2-2-22 0,1 4-32 16,1-6-27-16,-3 6-23 0,3-3-31 0,-4-5-37 15,4 7-38-15,-4-7-44 0,4 4-42 0,-4-4-78 16,0 0-63-16,0 0-55 0,0-17-375 0,0 17-940 16,2-15 416-16</inkml:trace>
  <inkml:trace contextRef="#ctx0" brushRef="#br0" timeOffset="142484.933">4386 8099 220 0,'0'0'303'0,"0"0"13"0,0-6 5 15,0 6 18-15,0 0-9 0,0 0-8 0,0 0-9 16,0 0-11-16,0 0-24 0,0 0-22 0,0 0-22 16,0 0-23-16,0 0-24 0,0 0-20 0,0 0-20 15,0 0-14-15,0 0-30 0,0 0-81 0,-7 14-80 16,9-8-89-16,-2-6-90 0,2 11-96 0,2-3-289 16,3 0-674-16,-1-1 299 0</inkml:trace>
  <inkml:trace contextRef="#ctx0" brushRef="#br0" timeOffset="143484.7356">4580 8253 306 0,'0'0'429'0,"0"0"19"16,8-4 1-16,-8 4 5 0,0 0-12 0,-3-7-17 16,3 7-10-16,-7-7-13 0,7 7-17 0,-7-3-23 15,7 3-9-15,-9-5-26 0,5 4-35 0,4 1-35 16,-10-1-23-16,10 1-20 0,-14 1-20 0,14-1-22 15,-17 6-22-15,7-2-13 0,1 4-10 0,1-1-15 16,1 1-17-16,-1 1-6 0,2 0-7 0,-1-1-12 16,2 2 0-16,1-1-8 0,-1 3-9 0,3-1-4 15,-1-3-4-15,2 4-9 0,0-1-25 16,2-1-16-16,-1-3-22 0,2 1 0 0,5 1-18 0,-1-6-24 16,4 2-31-16,8-1-26 0,-1-2-20 0,2 1-22 15,4-5-27-15,-1 2-31 0,1-3-22 0,4-5-24 16,1 4-20-16,-8-1-15 0,-1 1-12 0,7-4-13 15,-7 2 5-15,-2-2-15 0,-2 1 3 0,6 2 14 16,-2-4 26-16,-3-2 58 0,2 6 49 0,-6-3 28 16,0 3 20-16,-3-2 8 0,-1 2 29 0,0 2 31 15,-3-1 39-15,-3-1 24 0,-2 5 19 0,8-7 20 16,-8 7 19-16,1-6 22 0,-1 6 19 16,4-6 18-16,-4 6 16 0,0 0 22 0,2-7 8 15,-2 7 17-15,2-5 14 0,-2 5 23 0,0 0 6 0,4-4 12 16,-4 4 3-16,0 0 4 0,0 0-3 0,0 0-8 15,0 0-11-15,0 0-11 0,0 0-16 0,0 0-8 16,0 0-18-16,0 0-15 0,0 0-12 0,0 0-18 16,0 0-11-16,0 0-10 0,0 0-1 0,0 0-4 15,0 0-5-15,10 15-14 0,-10-15-4 0,0 10-6 16,1-5-2-16,-1 5-4 0,2-2-7 0,-4 0-7 16,2-1 0-16,-1 2-3 0,1-4 1 0,-3 5-9 15,-2-2 2-15,0-2-3 0,-1 2 0 0,2-4 0 16,-4 5-1-16,2-5-6 0,-3 1 0 15,3-2-1-15,-3 0 4 0,1 1-4 0,8-4 4 0,-13 3 3 16,13-3-1-16,-13-1-4 0,13 1 1 0,-8-6-2 16,8 6-3-16,-5-11-1 0,2 4 3 0,2-1-9 15,1 1 4-15,1-4-3 0,-1 0-3 0,4 3 2 16,-2-1-1-16,0 2 0 0,4-2-2 16,-4 4-3-16,2-2-4 0,-1 3 1 0,-3 4-4 0,6-8 0 15,1 6 4-15,-7 2 0 0,14-5-1 0,-8 4 3 16,-6 1-6-16,14 1 2 0,-14-1 1 0,18 5 2 15,-13 0-6-15,3-3 5 0,-1 2-1 0,1 0 0 16,0 1-2-16,-2 1 4 0,-1 0 0 0,0-2-3 16,3 4 5-16,-3 0-1 0,3-2-3 0,2 4 5 15,-3-2 1-15,-1-2-3 0,3 0 2 0,0 1 4 16,-2 0 0-16,4-2-1 0,-1 1 3 0,-1-4 2 16,1 1-1-16,3-2-3 0,0-1 10 0,1-1 8 15,1-3 21-15,-2-2 10 0,6-2 19 0,-1-3 14 16,5-6 8-16,0-3 31 0,0 4 48 0,-4-2 10 15,-1-1-70-15,-5 4-113 0,-4 0 0 0,1-2 0 16,-1-1 0-16,-3-1 0 0,-1 1 0 0,-1-3 0 16,-1 5 0-16,-3-1 0 0,2 1 0 0,-2 6 0 15,0-1 0-15,-1 2 0 0,1 2 0 0,-3 2 0 16,3-1 0-16,0 6 0 0,-1-7 0 0,1 7 0 16,-2-5 0-16,2 5 0 0,0 0 0 0,0 0 0 15,-7 12 0-15,1-3 0 0,3 2 0 0,-2 4 0 16,3 0 0-16,-3 2 0 0,3 2 0 0,-2-1 0 15,2 1 0-15,1 8 0 0,-1-7 0 0,1-1 0 16,1-1 0-16,0 1 0 0,3-1 0 0,0-3 0 16,3 4 0-16,-1-4 0 0,4 2 0 0,-2-6 0 15,5 1 0-15,3-2 0 0,3 0 0 0,0-3 0 16,-4-2 0-16,8-5-146 0,-3 0-289 0,0-1-76 16,-5 0-79-16,4-3-496 0,0-2-1175 0,-4-5 521 15</inkml:trace>
  <inkml:trace contextRef="#ctx0" brushRef="#br0" timeOffset="144251.4791">6625 8156 7 0,'4'-7'430'15,"-1"1"20"-15,4-1-8 0,-1 2-7 0,-3-1-8 0,3 1-7 16,-5 0-13-16,2 1-16 0,0 1-21 16,-1-1-21-16,2 2-23 0,-4 2-29 0,0 0-26 15,5-3-28-15,-5 3-23 0,0-4-17 0,0 4-24 0,0 0-27 16,0 0 5-16,0 0 13 0,0 0 5 0,1 12 2 31,-2-5-2-31,1-1-2 0,0 1-7 0,1 2-9 0,-1 2-4 0,0 0 2 0,-1 2-16 0,2-2-11 16,-1 5-12-16,0-4-7 0,0 4-87 0,-1 1-22 15,-2-2 0-15,1 1 0 0,-1 0 0 0,6 1 0 16,-3 1 0-16,-3-1 0 0,3 0 0 0,-1-1 0 16,-1-4 0-16,2-2 0 0,-3 4 0 0,6-5 0 15,-1 1 0-15,-2-1 0 0,1-2 0 0,2-2 0 31,2 0 0-31,-3 2 0 0,6-3 0 0,1 0 0 16,1 2 0-16,3-5 0 0,0-1 0 0,4 0 0 16,2 0 0-16,-1-4 0 0,3 1 0 0,-4-1 0 15,1 1 0-15,-2-1 0 0,-3 0 0 0,0 1 0 16,-3-3 0-16,0 2 0 0,2 3 0 0,-2-4 0 16,-1 1 0-16,-1 1 0 0,-3-1 0 0,1 0 0 15,-2 1 0-15,0-1 0 0,1 2 0 0,-5-3-495 16,0 5-80-16,0-7-54 0,-5 3-453 0,1 1-1173 15,-2 1 519-15</inkml:trace>
  <inkml:trace contextRef="#ctx0" brushRef="#br0" timeOffset="144485.7979">6714 8148 212 0,'7'-12'517'0,"-1"5"21"0,1-3 9 15,0 2-6-15,1-3-30 0,6-1-31 0,-5 2-48 16,1 1-40-16,0 1-35 0,4-4-33 0,-4 5-37 16,3 0-27-16,-1 2-30 0,0-1-24 0,1 3-49 15,0-3-49-15,-2 5-58 0,-2 2-61 0,3-1-57 16,-2 1-61-16,-1 2-54 0,-1-1-56 0,-4 2-48 16,-3 0-55-16,3 2-54 0,-4-1-42 0,-4 1-238 15,3-1-733-15,-4 1 324 0</inkml:trace>
  <inkml:trace contextRef="#ctx0" brushRef="#br0" timeOffset="144657.7471">6792 8216 162 0,'-2'4'384'0,"2"-4"32"16,0 0 33-16,0 0 9 0,0 0-13 0,5 4-21 16,-5-4-30-16,0 0-29 0,12-5-33 0,-5 2-34 15,2 0-30-15,2 0-26 0,0 0-27 0,8-1-30 16,1-1-57-16,-2 3-66 0,4-2-67 0,6 0-77 15,-8-2-84-15,-1 1-75 0,3 4-89 0,5-3-70 16,-9-1-268-16,2 2-723 0,-2-3 321 0</inkml:trace>
  <inkml:trace contextRef="#ctx0" brushRef="#br0" timeOffset="144971.7879">7279 8030 216 0,'-4'-4'424'0,"2"0"40"15,-1 1 27-15,1-2 18 0,-2-1 5 0,1 5-16 16,-1-2-5-16,-2 0-13 0,3 0-17 0,3 3-25 16,-7 0-5-16,7 0-11 0,-11 4-10 0,6 1-15 15,-4 0-25-15,2 7-17 0,3-2-14 0,-4 4-22 0,1 1-169 16,-1 4-150-16,4 0 0 0,0 4 0 16,-1 3 0-16,1 1 0 0,3 0 0 0,0 1 0 15,1-1 0-15,-4 0 0 0,4 2 0 0,0 2 0 16,0-1 0-16,0-2 0 0,0 3 0 0,-1-2 0 15,-2-1 0-15,-1-2 0 0,3 1 0 0,-3-1 0 16,0 0 0-16,3-8 0 0,0-1 0 0,-3 0 0 16,0-1 0-16,-1-4 0 0,5-1 0 0,-4 0 0 15,4-2 0-15,-4-2 0 0,3 0 0 0,-2-2 0 0,3-1 0 0,-1 0 0 0,1 0 0 16,0-4 0-16,0 0 0 16,0 0-83-16,0 0-559 0,0 0-49 0,0 0-439 15,5-15-1223-15,-2 8 542 0</inkml:trace>
  <inkml:trace contextRef="#ctx0" brushRef="#br0" timeOffset="145159.2642">7067 8463 255 0,'2'-7'432'16,"0"0"48"-16,0 1 23 0,-2 1 20 0,0-1 4 16,1 1-31-16,2 0-25 0,-2 1-28 0,-1-1-49 15,4 0-44-15,-4-1-31 0,4 1-39 0,0 0-20 16,1 0-43-16,6-1-60 0,1-1-55 0,2-2-59 15,-1 3-65-15,7 1-61 0,5-4-70 0,-5 3-90 0,6-6-71 16,0 5-72-16,5-5-50 0,-3 2-334 16,-1-1-833-16,-1 1 369 0</inkml:trace>
  <inkml:trace contextRef="#ctx0" brushRef="#br0" timeOffset="145456.0537">7527 8085 371 0,'-4'-4'437'0,"-1"-1"39"0,1 0 30 16,0 1 7-16,-1 2 1 0,1 1-6 0,-2-2 4 16,2 1-11-16,4 2-13 0,-2-3-23 0,2 3-29 15,0 0-33-15,0 0-35 0,0 0-15 0,0 0 0 16,-9 8-8-16,7-1-13 0,0 1-22 0,0 5-310 16,1 1 0-16,0 2 0 0,-4 2 0 0,4 0 0 15,-3 1 0-15,1 10 0 0,-1-4 0 0,1 1 0 16,-1-1 0-16,0 1 0 0,-4 4 0 15,6-3 0-15,-2 0 0 0,-1-4 0 0,-2 4 0 0,3-9 0 16,1 1 0-16,0 1 0 0,-3-2 0 0,2 0 0 16,0-7 0-16,3 0 0 0,-1 0 0 0,1-3 0 15,1 2 0-15,1-4 0 0,1-1-200 0,-2-1-293 16,0-4-31-16,1 7-34 0,-1-7-28 0,0 0-386 16,0 0-1053-16,0 0 466 0</inkml:trace>
  <inkml:trace contextRef="#ctx0" brushRef="#br0" timeOffset="145800.2542">7349 8466 198 0,'-1'-7'279'0,"1"-1"23"0,-5 4 30 0,5-4 33 16,1 4 28-16,-1-2 18 0,0 6 6 0,-1-7 1 15,1 7-5-15,1-8-2 0,3 3-27 0,-3 0-22 16,2 2-20-16,-3 3-36 0,5-8-23 0,0 4-25 16,-1 0-30-16,1-2-26 0,3 3-16 0,2-2-24 15,3-1-11-15,3 0-22 0,1 3-9 0,1-4-9 16,0 4-4-16,0-3-25 0,-1 1-7 0,-4 3-8 15,5 0 0-15,-5 0-6 0,2 0-11 0,-2 2-7 16,-4-2-4-16,5 1-5 0,-5 1-3 0,0 0-5 0,1 0-3 16,-2 0-2-16,-2 0-4 0,1 0 1 15,0 1-5-15,-2 1-7 0,1 0-1 0,-1 3-2 16,-1 0-6-16,1-2 12 0,-2 1-8 0,0 1 3 0,1 1 3 16,-2 0 2-16,0 1-4 0,-1-2-11 0,0 2 11 15,0 0-4-15,-1-1 6 0,0-1 0 16,2 1-1-16,-4-1 0 0,1 1-30 0,1-1-13 15,0-2-21-15,0 2-22 0,0-5-29 0,0 3-31 0,0-3-31 16,0 0-32-16,0 0-52 0,8 4-67 0,-8-4-58 16,0 0-67-16,22-7-56 0,-13 3-377 15,-2 2-954-15,2 0 422 0</inkml:trace>
  <inkml:trace contextRef="#ctx0" brushRef="#br0" timeOffset="145987.713">7794 8244 242 0,'3'-4'402'16,"-3"4"32"-16,1-6 14 0,-1 6-6 0,0 0-31 16,0-5-33-16,0 5-41 0,0 0-35 0,0-3-35 15,0 3-29-15,0 0-29 0,0 0-54 0,0 0-60 16,0 0-53-16,0 0-63 0,0 0-58 0,0 0-67 16,13 10-67-16,-8-4-49 0,0-3-62 0,0 1-236 15,3 3-606-15,1-1 268 0</inkml:trace>
  <inkml:trace contextRef="#ctx0" brushRef="#br0" timeOffset="146457.5989">8015 8303 198 0,'7'-2'344'0,"-7"2"23"0,7-3 29 0,-3 2 4 16,1 0 5-16,-2-3-8 0,-3 4 0 0,4-4-5 16,-4 4-9-16,0 0-11 0,0 0-17 0,0 0-22 15,-3-6-23-15,3 6-26 0,0 0-22 0,0 0-18 16,0 0-27-16,-14 5-11 0,10-3-19 0,-2 4-24 15,1-3-20-15,-2 2-11 0,2 0-16 0,1 1-7 16,-2 2-9-16,-3-3-11 0,5 3-11 0,-1 3-6 16,-2-1-4-16,4-1-2 0,-1 0-20 0,0 0 1 15,0 1-5-15,3-4 1 0,-2 2 3 0,3-1-21 16,0 1 3-16,0-3-10 0,3 1-1 0,2 0 9 16,-1 0-12-16,6-2-4 0,-5 0 11 0,3-3-9 15,6 4-2-15,-4-3-3 0,3 0-2 0,1-5 6 0,-1-1 3 16,5 1-10-16,-2-2 4 0,2-1 7 0,3 0-10 15,-6-3 3-15,0 1-10 0,2 0 12 16,-7-1-1-16,3 2-2 0,-4-2 1 0,6-2 0 16,-10 1 3-16,3 1 5 0,1 0 1 0,0 2-1 0,-4-1 8 15,0 2-24-15,-2 0 0 0,3 2 0 0,-5-1 0 16,1 2 0-16,-2 3 0 0,5-5 0 0,-5 5 0 16,0 0 0-16,3-3 0 0,-3 3 0 15,0 0 0-15,0 0 0 0,0 0 0 0,0 0 0 0,6 13 0 16,-6-9 0-16,1 3 0 0,-2-2 0 0,2 4 0 15,-1-4 0-15,3 2 0 0,-6 0 0 0,6 1 0 16,-3-2 0-16,1-1 0 0,-1-5 0 0,0 7-7 16,0-2-113-16,1 0-36 0,0-1-41 0,-1-4-38 15,0 0-36-15,2 7-36 0,-2-7-73 0,0 0-89 16,0 0-70-16,0 0-380 0,0 0-995 0,24-17 441 16</inkml:trace>
  <inkml:trace contextRef="#ctx0" brushRef="#br0" timeOffset="146629.221">8393 8158 193 0,'0'0'378'15,"0"0"13"-15,2-4 30 0,-2 4 12 0,0 0-21 16,0 0-40-16,-8-1-36 0,8 1-37 0,-9 0-29 16,9 0-25-16,-5 4-34 0,2-3-25 0,-2 2-59 15,5-3-68-15,-6 11-67 0,5-6-69 0,2 4-74 0,-1 0-71 16,6 0-74-16,-1 2-301 0,3-2-646 15,-3-1 285-15</inkml:trace>
  <inkml:trace contextRef="#ctx0" brushRef="#br0" timeOffset="147397.513">8525 8369 189 0,'0'0'331'15,"0"0"7"-15,3 5 21 0,-3-5 19 0,0 0-5 16,0 0-10-16,0 0-8 0,0 0-8 0,0 0-8 0,-3 4-4 15,3-4-15-15,0 0-14 0,0 0-20 0,0 0-18 16,0 0-20-16,0 0-14 0,0 0-14 16,0 0-15-16,0 0-11 0,0 0-15 0,0 0-13 15,0 0-14-15,0 0-15 0,0 0-15 0,0 0-12 0,0 0-7 16,0 0-15-16,18-9-5 0,-12 5-3 0,-1 2-15 16,1-2-6-16,-1 1-1 0,1-2-4 0,-2 1-5 15,2 0-10-15,-2 0 2 0,0-2-5 16,1 0 2-16,-4 4-4 0,2-3-19 0,-3 1 9 0,3 1-5 15,-3 3-2-15,2-9-1 0,-2 9-6 0,-4-7-3 16,3 5-2-16,-2-3 3 0,2 2-2 0,1 3-4 16,-6-4-4-16,2 2-1 0,-1 1 6 0,5 1-11 15,-13 0 1-15,7 2-2 0,-1 1 4 0,1 0 0 16,-3 1 4-16,2 3-7 0,0-2-4 0,2 1 7 16,-3-1-3-16,3 4 2 0,-1-2 0 0,2 2 7 15,-2-2-6-15,3 2-1 0,-1-1 3 0,3 2 1 16,-2-2-9-16,3-1-1 0,0 0 2 0,4 1 5 15,3 1 1-15,0-2-6 0,1-1 7 0,1 0 1 16,7 1 0-16,-3-3-2 0,5 0 2 0,2-2 7 16,-2-1-2-16,4-2-3 0,-3-3 2 0,-1 1 0 15,1-1 4-15,0-2 3 0,-1-1 5 0,0 1 6 0,-3-4 11 16,-2 2 3-16,3-3 19 0,-6 3 0 16,1 1 8-16,-2-3-5 0,-4 2-1 0,3 0 4 15,-3 1-4-15,0 0-30 0,-1 1-25 0,1 3 0 16,-1-1 0-16,-4-1 0 0,4 3 0 0,-4 2 0 0,2-5 0 15,-2 5 0-15,4-2 0 0,-4 2 0 0,0 0 0 16,0 0 0-16,0 0 0 0,0 0 0 0,9 6 0 16,-8-3 0-16,2 2 0 0,-3 0 0 15,1 0 0-15,2 2 0 0,-2-3 0 0,-1 0 0 0,3 2 0 16,-3-6 0-16,1 7 0 0,0-3 0 0,2 0 0 16,-3-4 0-16,0 0 0 0,4 6 0 0,-4-4-42 15,0-2-2-15,0 0 4 0,0 0 6 0,10 2 2 16,-10-2 5-16,0 0 10 0,0 0-5 0,19-6 8 15,-11 4-5-15,-3-3 12 0,0 4-14 0,0-2 13 16,-5 3-2-16,12-3 0 0,-9 1 0 0,-3 2 2 16,7-5-2-16,-3 4-1 0,-4 1-2 0,6-3 4 0,-6 3-1 15,5-1 0-15,-5 1 1 0,0 0 1 16,10 1-6-16,-10-1 7 0,7 3-6 0,-7-3 4 16,10 1-13-16,-5 1-28 0,-5-2-30 0,6 3-31 15,-6-3-42-15,9 4-38 0,-4-1-46 0,1-1-39 0,-6-2-47 16,11 5-44-16,-6-3-56 0,4-2-43 15,-4 3-368-15,-5-3-904 0,0 0 400 0</inkml:trace>
  <inkml:trace contextRef="#ctx0" brushRef="#br0" timeOffset="148304.9304">9257 8283 87 0,'5'-3'295'0,"1"-1"-7"16,-3-1 4-16,1 3 13 0,0-2 4 0,0 1 7 15,1-1-1-15,-5 4-4 0,1-5-8 16,2 3 1-16,-3 2 1 0,0 0-7 0,-3-6-4 0,3 6-8 15,-1-3-16-15,1 3-17 0,0 0-18 0,-5-3-19 16,5 3-19-16,0 0-15 0,0 0-15 0,-13 4-20 16,13-4-12-16,-8 3-14 0,3 1-12 0,0-1-13 15,0 2 4-15,-3 0-17 0,3 0-9 0,1 1-15 16,1 0-2-16,-6 0-1 0,6 0-6 0,1 3-7 16,-1-2-4-16,1-1-1 0,0 2-6 0,1-3 1 15,-2 2-4-15,2 4-3 0,2-6-2 0,-1 3-7 16,0-2 5-16,2 0-4 0,0 0 2 0,1-1-3 15,1 0-1-15,1-1-8 0,4 0 10 0,-4-2-17 16,5 2 3-16,2-3-6 0,-1 0 2 0,3-2-7 16,-1-3 4-16,0 1-1 0,3-3 3 0,1 0-4 15,-3 0 1-15,-4 0 4 0,3-5-1 16,0 5 6-16,-4 0-2 0,0-1-4 0,1-2 4 0,-1 2 3 16,-4 2 8-16,3-3 6 0,-1 1 5 0,-3 4-3 15,1 0 21-15,-1 0-6 0,-1-3 1 0,0 4-10 16,-3-2 4-16,0 4-8 0,7-2 8 0,-7 2-11 15,2-4 1-15,-2 4-5 0,4-2-5 0,-4 2 4 16,0 0-8-16,0 0 0 0,0 0 6 0,0 0-13 16,5-1 4-16,-5 1-4 0,0 0-1 0,0 0-4 15,0 0 3-15,8 5 0 0,-4-2 1 0,-2 0 3 16,1-1-1-16,3 1-3 0,-1 4 19 0,2-4-10 16,-5 1-10-16,6 0 8 0,-2-1-5 0,2 0-6 15,-3-2-2-15,3 3-6 0,-3-3-3 0,4-1-1 16,-4 2-2-16,3-2 4 0,-2 0 5 0,5-3 7 15,-3-1-4-15,1-1 0 0,1-1 4 0,-1 1 8 16,-1-2-9-16,1 0 29 0,-1 1 2 0,1-2 3 16,-4 4 17-16,1-1 5 0,-2 0 14 0,0 1 14 15,-2 0 5-15,0 0 5 0,0 2-58 0,-1-2-32 0,-1 4 0 16,4-4 0-16,-4 4 0 0,0 0 0 16,4-2 0-16,-4 2 0 0,0 0 0 0,0 0 0 15,0 0 0-15,0 0 0 0,-8 19 0 0,5-9 0 16,-5 2 0-16,2 4 0 0,-3 9 0 0,0 6 0 0,1-3 0 15,0 0 0-15,1 3 0 0,0 1 0 0,0 0 0 16,0 2 0-16,1-2 0 0,-2 2 0 0,2 0 0 16,-3 0 0-16,2 0 0 0,1-3 0 0,1-1 0 15,-1-2 0-15,2-1 0 0,-4 0 0 0,7-7 0 16,-2-1 0-16,2-1 0 0,-3-1 0 0,3-5 0 16,1-1 0-16,-3 0 0 0,3 1 0 0,0-5 0 15,0 0 0-15,0-1 0 0,0-2 0 0,0 2 0 16,0-3 0-16,0-3 0 0,-1 5 0 0,1-5 0 15,0 0 0-15,-3 3 0 0,3-3 0 0,0 0 0 16,0 0 0-16,0 0 0 0,-11-5 0 0,3 0 0 16,2-2 0-16,-6 1 0 0,3-3 0 0,0 3 0 0,-2-2 0 15,2 0 0-15,0 1 0 0,5-1 0 16,-5 0 0-16,6-1 0 0,-4 0 0 0,4 0 0 16,1 0 0-16,2-2 0 0,2 1 0 0,4-3 0 15,5-3 0-15,7-4 0 0,6 2 0 0,8-2 0 16,12-2 0-16,2 1 0 0,1 3 0 0,2 1 0 15,-14 7 0-15,1-1 0 0,-3 3 0 0,-2-3 0 16,-4 5 0-16,-9 0 0 0,1 3 0 0,-9 1-304 16,3 1-408-16,-12 1-485 0,-1 0-1295 0,0 0 574 0</inkml:trace>
  <inkml:trace contextRef="#ctx0" brushRef="#br0" timeOffset="150120.7663">1643 8808 28 0,'-6'-2'294'0,"6"2"-5"0,0 0-6 0,-4-3-5 15,4 3-3-15,0 0-5 0,0 0-4 0,-8-2 2 16,8 2-4-16,-4-2-1 0,4 2-10 16,0 0-7-16,0 0-13 0,0 0-11 0,0 0-17 0,-5-2-7 15,5 2-6-15,0 0-10 0,0 0-9 0,0 0-3 16,0 0-6-16,0 0-7 0,0 0-5 0,0 0-4 15,0 0-5-15,0 0-10 0,0 0-1 0,0 0-6 16,0 0-11-16,0 0-4 0,0 0-9 0,0 0-11 16,0 0-10-16,0 0-6 0,0 0-1 15,16 4-11-15,-16-4-3 0,11 0-6 0,-5 1 8 0,2-1-11 16,-2 0 0-16,2 0-6 0,6 2-10 0,-5 0 0 16,4-2-2-16,2 2 4 0,2 0-2 15,5-2-2-15,-3 0-5 0,0 2-5 0,0-2 11 0,-1 0-4 16,-1 0-5-16,3 0-4 0,-2 1 1 15,1 0 1-15,-1-1-9 0,0 0 6 0,1 1-6 0,0-2 1 16,0 1 4-16,2 0 0 0,-4-1-7 0,0 0 2 16,0 1-7-16,2-2 3 0,-1 2 0 0,0 0-5 15,1 0 4-15,-2 0 0 0,1-2-3 0,-2 2-1 16,3-2 0-16,2 4 3 0,-4-4-8 16,2 4 6-16,-8-4 1 0,8 0 3 0,3 2-8 0,-4 0 2 15,0-1 1-15,-3 0-2 0,6 0-4 0,-5 0 9 16,2 1-4-16,1-3-1 0,-1 3-7 0,3 0 7 15,-1 0-12-15,1-1 17 0,0 0-9 0,6 1 2 16,1-3-1-16,1 3-3 0,0-3 5 0,1 2 1 16,0-3 9-16,-2 3-4 0,-1 0-9 0,1 1 4 15,-9-1 2-15,-1 1-9 0,5 0 10 0,-3 0-6 16,2-2-2-16,-3 1 3 0,2 1 11 0,0-2-9 16,-7 4-3-16,7-4-3 0,-4 1 3 0,3 1-2 15,-2-3 0-15,-4 3 2 0,8 0 0 0,-6 0 6 16,3-1-5-16,-2 0 8 0,1 0-11 0,-4-1 5 15,4 2-1-15,-3-1 6 0,-2 1-6 0,1 0 6 16,0-1-7-16,-1 1 10 0,6-1-12 0,-1 1 1 16,0-1 10-16,-3-1-4 0,4 2-3 0,0-1-1 15,2-1 0-15,-1 2 4 0,2-1-4 0,0-2 1 16,0 3-7-16,-1 0 10 0,9-3-3 0,-2 2 3 16,-1 0-6-16,2 1 2 0,-2 1 3 0,4-3-3 15,1 2-3-15,-2 0 9 0,1-3-8 0,0 1 1 16,-2 1 8-16,-1 2-3 0,4-1-5 0,-5 0 1 15,2-1 3-15,-1 1-4 0,0 0 2 0,1 0-1 16,-6 0 0-16,6-2 1 0,-1 1 0 0,-1 0 0 16,2 1-5-16,1-2 2 0,-3 1 2 0,1 1-5 15,1 0 7-15,-2-2-10 0,1 1 15 0,1 1-7 16,2-1-2-16,-2 0 9 0,3 0-9 0,-1 1 3 16,1-2-5-16,0 2 7 0,3 0-9 0,-4 2 2 15,0-2-1-15,-1-2 2 0,-1 5 10 0,0-3-6 16,1 2-7-16,-1 1-3 0,0-3 15 0,-9 1-5 15,1-1 5-15,8-1-4 0,-8 1 4 0,-1 1-2 16,4-1-4-16,-4 0 15 0,11 2-8 0,-4-2-3 16,1 0 8-16,-8 1-8 0,1-1 4 0,-2-1-1 15,4 1 1-15,5 0-5 0,-6-2 1 0,1 1 3 16,2 1-8-16,2 0 2 0,-5 0-5 0,7 0 2 16,1 1 10-16,-1-2-6 0,3 2 0 0,-4-2 2 15,1 1-6-15,-1 0 1 0,2 0-2 0,1 0 6 16,-2 3-2-16,0-2-5 0,6-1 4 0,-7-1 4 0,4 2-14 15,-1 0 6-15,-2-1 0 0,-2 2 7 0,5-1-3 16,-1 1-2-16,2-4 8 0,-5 4-4 16,1 0-2-16,2-2-3 0,1 1 2 0,0 0 8 15,1-1-9-15,-1 1 3 0,2 0 1 0,0-1-7 16,-1 2 7-16,4-1-1 0,0 1 2 0,-4 0 1 0,-2 0-4 16,1-2-7-16,0 3 1 0,0-2 2 0,-4 0-2 15,0 1 4-15,-5 0 7 0,4-2-1 16,1 0-5-16,-9 2-3 0,2-2 3 0,-4 0 3 15,-4 0 1-15,1 0-3 0,-1 0-11 0,-1 1 7 16,-1-2-2-16,-11 1 7 0,13 0 1 0,-13 0-10 0,13 0 9 16,-8-1-6-16,-5 1 14 0,0 0-8 0,10 0-7 15,-10 0 0-15,0 0-3 0,0 0-5 16,0 0-14-16,8-1-30 0,-8 1-26 0,0 0-31 16,0 0-42-16,0 0-45 0,0 0-61 0,0 0-80 15,0 0-84-15,0 0-94 0,0 0-470 0,0 0-1072 0,0 0 475 16</inkml:trace>
  <inkml:trace contextRef="#ctx0" brushRef="#br0" timeOffset="150749.1008">7830 8760 26 0,'0'0'187'0,"-10"-2"-6"0,3 1-12 0,2-2 2 15,5 3-10-15,-14-1 1 0,9-1-6 0,-3 1 0 0,-1 1-4 16,9 0-3-16,-15 0 2 0,6 0-7 0,-4 1 1 16,6-1-1-16,-4 0-3 0,3 2-5 0,0-1-6 15,0-1-7-15,2 0-2 0,-3 0-1 16,2 2-3-16,1-2-3 0,6 0 11 0,-9 0-25 0,1 1-5 15,8-1-3-15,-9 1 6 0,9-1-10 0,-6 2 0 16,6-2-1-16,0 0-10 0,-9 0 2 0,9 0-7 16,0 0 5-16,0 0 5 0,0 0 1 0,0 0 6 15,0 0-5-15,0 0-2 0,0 0 0 0,0 0 1 16,0 0 7-16,15 3 3 0,-3-2 8 0,-1 0 9 16,7-1 5-16,1 1-2 0,3 2-8 0,7-3-5 15,5 2-10-15,4-2-5 0,13 1-11 0,3 3 2 16,1-5 0-16,5 2-5 0,-3 1-7 0,6-2-3 15,0 0 4-15,-7-2 7 0,0 4 8 0,-17-8 0 16,-1 6-1-16,-1-1-1 0,-5-3-11 0,-1 3 5 16,-14 0 6-16,-4 0-1 0,0-3-13 0,-3 4-5 15,-3 0-6-15,0 0-11 0,-3 0-18 0,-4 0-23 16,9 0-24-16,-9 0-35 0,7-2-15 0,-7 2-28 16,0 0-29-16,0 0-32 0,0 0-39 0,0 0-44 15,0 0-43-15,0 0-43 0,0 0-58 0,0 0-62 0,0 0-363 16,0 0-881-16,0 0 389 0</inkml:trace>
  <inkml:trace contextRef="#ctx0" brushRef="#br0" timeOffset="151466.71">9884 8892 151 0,'0'0'202'0,"0"0"-8"15,0 0-6-15,0 0-1 0,0 0 7 0,0 0-2 16,0 0 3-16,0 0-10 0,0 0 5 15,0 0 2-15,0 0 8 0,0 0 7 0,0 0 4 0,0 0 15 16,0 0-1-16,0 0 14 0,0 0 5 0,0 0 10 16,0 0-1-16,0 0 2 0,0 0-2 0,-2 5 7 15,2-5-1-15,0 0 3 0,0 0-5 0,0 0-25 16,13-2-19-16,-9 2-20 0,-4 0-23 0,19-2-15 16,-6 2-13-16,6 0-25 0,0 0-14 0,9-1-8 15,-7 1-9-15,7-2-4 0,-6 2-16 0,7 0 2 16,-5 0-9-16,-4 2-3 0,1-2-6 0,-3 0-5 15,-1 0-2-15,-7 0-15 0,3 0 9 0,-6-2-13 16,0 2-31-16,-7 0-39 0,11-1-36 0,-6 1-61 16,-5 0-56-16,0 0-61 0,8-1-59 0,-8 1-70 0,0 0-66 15,0 0-57-15,0 0-377 0,0 0-961 16,-8-8 426-16</inkml:trace>
  <inkml:trace contextRef="#ctx0" brushRef="#br0" timeOffset="153517.3871">4558 9542 93 0,'0'0'322'0,"0"-6"-3"16,0 2-9-16,0 4-4 0,0-7-15 0,0 2-4 15,0 2-4-15,0 3 6 0,0-7-1 0,0 7 4 16,3-5-7-16,-3 5-2 0,1-4-9 0,-1 4-11 15,0 0-11-15,0 0-15 0,0-4-16 0,0 4-12 16,0 0-11-16,3-4-17 0,-3 4-14 0,0 0-18 16,0 0-12-16,2-3-6 0,-2 3-18 0,0 0-14 15,4-1-12-15,-4 1-10 0,0 0-8 0,14 1-7 16,-8 2-8-16,2-1-4 0,2 4-6 0,-1 1-6 0,2-2-2 16,-1 4-7-16,1 1-1 0,1 2-3 0,-2 1-5 15,0 0 2-15,-1 2-8 0,-1 0 2 0,-2 0-4 16,0 2 3-16,1-2-1 0,-3 2-2 15,-3 0 0-15,-1-2-4 0,0 2 1 0,-1 1 1 0,-3-1-2 16,0 0 0-16,0-1 5 0,-1-7-6 0,2 4-1 16,0-5 0-16,-1 0-2 0,1-3 1 15,2 0 0-15,1-1 6 0,-4 0-3 0,3-2 8 0,0 2 5 16,1-4-2-16,0 0-7 0,0 0 2 0,0 0 1 31,2-17-2-31,2 6-3 0,1-4-3 0,4-1 11 16,-5-3-6-16,2 1-3 0,2 0-1 0,3-5 6 15,0 0-2-15,-2 5 2 0,-2 5 3 0,1-2 10 16,0 3-5-16,-2 3-2 0,3-2 3 0,-4 4-11 16,3 1 8-16,-6 0-12 0,5 2 3 0,0 0-2 15,0 1-3-15,4 0-1 0,3 3 7 0,-2 4-4 16,1 2 9-16,2 0 4 0,-1 5 0 0,0 0 2 16,-1 1 10-16,-2 6 4 0,1 2-3 0,-2 1-2 15,4 4 12-15,-5 0 10 0,0 4 2 0,-5 1-8 16,3-2-2-16,-1 4-5 0,-3-1-1 0,0 0-4 0,-2 2 4 15,1-3-9-15,-4-1-31 0,2-1 0 0,0-2 0 16,0 0 0-16,0-7 0 0,-1-7 0 0,1 4 0 16,1-5 0-16,-1 1 0 0,3-3 0 15,-3-1 0-15,0-4 0 0,0 2 0 0,3-1 0 0,-2-1 0 16,-1 0 0-16,0-4 0 0,1 5 0 0,-1-5 0 16,5 1 0-16,-5-1 0 0,0 0 0 0,12-4-144 15,-10 0-82-15,2-1-57 0,2-2-69 0,-2 2-67 16,1 1-69-16,0-7-73 0,-2 5-392 0,1-1-1033 15,0-3 456-15</inkml:trace>
  <inkml:trace contextRef="#ctx0" brushRef="#br0" timeOffset="154661.153">5399 10040 99 0,'0'0'363'0,"0"0"-6"0,0 0 6 15,0 0 5-15,0 0-1 0,0 0 5 0,0 0 5 16,0 0 3-16,0 0-8 0,0 0-9 0,-4-9-8 15,4 9-20-15,0 0-8 0,0 0-28 0,0 0-35 16,0 0-19-16,0 0-28 0,0 0-25 0,0 0-23 16,0 0-19-16,0 0-14 0,0 0-13 0,0 0-11 15,0 11-15-15,0-11-9 0,4 9-5 0,-4-2-6 16,3 0-13-16,-2 3 0 0,-2 0-3 0,2 1-10 16,-1-1-4-16,1-1-2 0,-1 2-13 0,0 0-5 15,-1-1 4-15,2-1-8 0,-2 2 5 0,1 0-3 16,0-3 1-16,0-1-7 0,0 0 1 0,0 0-3 15,-4-4-6-15,4 2-6 0,0 1 10 0,0-3-2 0,0-3 2 16,0 4 5-16,0-4-6 0,0 0 7 0,0 0 2 16,0 0-8-16,0 0-1 0,5-11-4 15,0 4 2-15,-1-3-1 0,1 0 1 0,-1-1-2 0,4-5 4 16,1 3-1-16,-3-2 1 0,0 5 7 0,1 0 2 16,-2 2-4-16,3-3 3 0,-2 4 3 0,-1-3-3 15,-1 5 4-15,1-1-12 0,0 1 3 16,0 2-5-16,-1 0-2 0,0 2-2 0,-4 1-5 0,9 0-4 15,-9 0 3-15,13 2-8 0,-10 1 3 0,3 1-3 16,-1 2 5-16,-1-3 3 0,-2 1-7 0,3 3 2 16,-1 0 5-16,-1 0-5 0,0 1 3 0,0-1 1 15,-2-2 0-15,-1 2 3 0,4-1-5 0,-4-1 3 16,0 1-3-16,1-2 1 0,2-1-4 0,-3-3 5 16,0 5 6-16,4-4 3 0,-4-1 8 0,0 0-5 15,0 0 3-15,0 0 1 0,0 0-3 0,14-7-13 16,-12 1-1-16,6-4 0 0,0 5 0 0,2-5 0 15,-2 0 0-15,-2 1 0 0,6-1 0 0,-2 0 0 16,-1 4 0-16,-4-5 0 0,5 6 0 0,-5-1 0 0,2 3 0 16,-1 1 0-16,0-1 0 0,3 0 0 0,3 3 0 15,-3 2 0-15,2 2 0 0,-2-2 0 0,-1 0 0 16,1 4 0-16,1-1 0 0,-5 2 0 0,-1-2 0 16,2 3 0-16,2 0 0 0,-3-1 0 0,-1 3 0 15,1-1 0-15,-1-1 0 0,-3-1 0 0,3 2 0 16,-4-1 0-16,0-4 0 0,3 2 0 0,-2-1 0 15,-1 0 0-15,0-1-181 0,5-2-230 0,-1 1-79 16,1-1-99-16,0-2-498 0,9-4-1177 0,4 1 520 16</inkml:trace>
  <inkml:trace contextRef="#ctx0" brushRef="#br0" timeOffset="154879.8521">6229 9903 1 0,'2'-6'475'0,"-1"3"26"0,-1 3 12 0,3-5-1 0,-3-1-21 16,2 4-34-16,1-3-30 0,-2 2-43 0,0-1-40 15,3 0-37-15,3 1-34 0,-2-1-29 0,3 2-27 16,3 0-24-16,2 1-42 0,0-1-44 0,-1 1-50 16,0 2-42-16,-1-1-50 0,2 0-55 0,-1 0-59 15,-3 4-59-15,1-2-52 0,-1 2-56 0,-3-3-55 16,1 2-336-16,-2 0-766 0,-3 1 340 15</inkml:trace>
  <inkml:trace contextRef="#ctx0" brushRef="#br0" timeOffset="155082.9277">6278 10062 376 0,'-1'3'451'0,"1"-2"45"0,-4 4 35 0,4-5 16 15,0 0 4-15,-4 3-5 0,4-3-26 0,0 0-36 16,0 0-34-16,0 0-53 0,22-6-43 0,-9 1-34 15,1 2-36-15,6-1-25 0,-3-4-28 0,0 4-19 16,-1-1-53-16,-2 2-63 0,3-1-70 0,2 1-65 16,-10 2-82-16,5-2-91 0,-4 0-95 0,3-1-107 15,0-2-106-15,-8 4-427 0,4-4-1025 0,1 1 454 16</inkml:trace>
  <inkml:trace contextRef="#ctx0" brushRef="#br0" timeOffset="156520.5445">7665 10325 131 0,'0'0'228'0,"0"0"-1"0,-4 4 0 16,4-4 1-16,0 0-1 0,0 0-2 16,0 0-4-16,0 0-11 0,-3 2-8 0,3-2-6 0,0 0-11 15,0 0-6-15,-7 2-21 0,7-2 3 0,0 0-8 16,0 0-14-16,-6 2-12 0,6-2-5 0,0 0-11 15,0 0-8-15,-8-1 2 0,8 1-9 0,0 0 0 16,0 0 0-16,0 0-10 0,0 0 0 0,0 0-8 16,0 0 1-16,0 0-6 0,0 0-3 0,0 0-7 15,0 0 0-15,0 0 3 0,0 0 4 0,24 2 12 16,-11-1 6-16,7 2 8 0,2-3 0 0,10 0-25 16,0 0 7-16,5-1-14 0,14-2-1 0,4 1-8 15,0-3-3-15,9 2-6 0,25-5-7 0,-22 2 0 16,33-7-4-16,3 3-1 0,1 0-5 0,9-2-1 15,9 3 0-15,-2-5-4 0,4 5 14 0,-4-3 9 16,5 1 6-16,2 4 4 0,1-2 3 0,1-2-3 16,1 2-4-16,11 1-7 0,0 0 4 0,8-3-4 15,5 1 1-15,2 3 2 0,4-1 2 0,6-4 12 16,4 3 2-16,0-2 7 0,0 4-2 0,3 1 3 16,-6 0 15-16,-3-7 3 0,-2 8 8 0,-5-7 1 15,-9 11-4-15,-7-6-6 0,-11 3 5 0,-6 3-3 0,-6-1-9 16,-11-2-9-16,-7 1-7 0,-35 0-2 15,-2 0-6-15,-7 2-9 0,-2-1 1 0,-20 0-7 16,-2-1-28-16,-4 1-16 0,-7-2 0 0,-6 2 0 0,-5 0 0 16,3 1 0-16,-8 0 0 0,5 1 0 0,-6 0 0 15,-4 0 0-15,9-2 0 0,-9 2 0 0,4-1 0 16,-4 1-41-16,0 0-48 0,0 0-10 16,10 0-5-16,-10 0-9 0,4-3-11 0,-4 3-15 0,0 0-16 15,0 0-26-15,0 0-30 0,5-1-20 0,-5 1-18 16,0 0-34-16,0 0-33 0,0 0-37 0,0 0-46 15,0 0-41-15,0 0-338 0,0 0-842 0,0 0 373 16</inkml:trace>
  <inkml:trace contextRef="#ctx0" brushRef="#br0" timeOffset="157301.6098">7830 9348 158 0,'4'-3'390'0,"-4"3"-1"16,1-3-14-16,-1 3-12 0,0 0-22 0,5-2-28 15,-5 2-21-15,0 0-29 0,4-1-15 0,-4 1-19 16,0 0-19-16,0 0-36 0,0 0-6 0,0 0-8 16,0 0 13-16,-1 9 4 0,-2-4-3 0,3 0-7 15,0 1-2-15,-1 0 2 0,1 3-6 0,-4 0-10 16,3 2-4-16,-1 0-2 0,1 1-2 0,0 1-1 16,-3 5-11-16,4 0-10 0,0-1-15 0,-1 2-4 15,-1-1-7-15,2 1-11 0,-1-1-8 0,-1 7-8 16,-1-7 4-16,3-1-17 0,-4 1-5 0,3 0-8 15,0 0-3-15,-2-7 0 0,3 2-4 0,-2-2-6 16,-1 0 1-16,3-4-6 0,0 0 3 0,0-3-1 16,3 0 18-16,-1 2 11 0,1-2 19 0,3-2 26 0,3-2-6 15,5 2 13-15,3-4 5 0,3 0 3 0,-2 1 9 16,4-4-3-16,-2-1-112 0,2 1-9 0,-5 0 0 16,0 2 0-16,-4-1 0 0,0 1 0 0,0-2 0 15,-4 1 0-15,1 2 0 0,-4 1 0 0,1-1 0 16,-3 0 0-16,1 1 0 0,-1-1 0 0,-4 2 0 15,6-2 0-15,-6 2 0 0,0 0 0 0,6-1-366 16,-6 1-68-16,0 0-69 0,0 0-89 0,-28-1-458 16,17-1-1137-16,-2 1 503 0</inkml:trace>
  <inkml:trace contextRef="#ctx0" brushRef="#br0" timeOffset="157535.9323">7817 9411 363 0,'3'-8'487'16,"-2"1"25"-16,1 1 10 0,1-3-13 0,1 2-22 15,1-2-28-15,0 2-35 0,1-3-42 0,1 2-34 16,1 1-38-16,2-4-25 0,-3 4-35 0,4 2-22 16,-2 0-28-16,3 0-15 0,-1 2-21 0,3-2-23 15,2-1-28-15,-2 3-48 0,3 1-51 0,2 1-54 16,-1 1-39-16,-5-4-47 0,0 3-31 0,-1 2-63 15,0-1-45-15,-2 3-38 0,-1-1-40 0,-3 0-36 16,2 0-8-16,-4-1-26 0,0 2-210 0,-2 2-675 16,2 0 299-16</inkml:trace>
  <inkml:trace contextRef="#ctx0" brushRef="#br0" timeOffset="157739.2213">7960 9560 86 0,'-5'3'384'0,"1"1"31"0,3-2 36 0,-3 1-4 16,4-3-23-16,0 0-21 0,0 0-29 0,0 0-33 16,0 0-33-16,0 0-32 0,9-12-24 0,-4 8-30 0,8-1-24 15,-3 1-20-15,4 1-22 0,-2-1-31 0,1 2-48 16,-2-1-48-16,3-1-60 0,0 2-42 0,0 1-48 16,-1-1-48-16,-3 2-47 0,2 0-57 15,-3 2-40-15,1-2-42 0,-4 0-245 0,2 0-649 0,2 0 288 16</inkml:trace>
  <inkml:trace contextRef="#ctx0" brushRef="#br0" timeOffset="158662.457">8252 9560 24 0,'2'3'363'0,"-2"-3"28"16,0 0 34-16,4 1 27 0,-4-1 18 0,0 0 6 15,0 0-1-15,0 0-10 0,0 4-14 0,0-4-19 16,0 0-26-16,0 0-26 0,0 0-35 0,0 0-32 15,0 0-30-15,0 0-31 0,0 4-21 0,0-4-27 16,0 0-23-16,0 7-18 0,-1-3-17 0,-2 0-10 16,3 2-18-16,0 2-8 0,0-2-14 0,0 4-7 15,-1-2-13-15,1 4-10 0,-1-2-18 0,-2-1-26 16,3 0-36-16,-4 0-27 0,4-2-19 0,0-1-21 16,0 0-20-16,0-2-18 0,0 3-21 0,0-3-4 15,3 0 11-15,-2-1 22 0,2 0 8 0,-3-3 10 16,6 0 11-16,-6 0 14 0,13-5 3 0,-4 2 7 15,1-4 5-15,-1 0 5 0,1-1 6 0,-2-1 4 16,2 1 12-16,0-2 14 0,-1 2 8 0,0 1 10 16,-1 0 16-16,-3 2 4 0,-1 0 7 0,2-2 5 0,-3 4 0 15,-1 1-2-15,2 0 3 0,0-2-9 16,-4 4-8-16,6-1-2 0,-6 1 4 0,0 0 0 16,0 0 1-16,10 5 2 0,-7-3-6 0,1 3 3 0,-3-2-1 15,2 4-5-15,-2-4-1 0,4 2-1 0,-4 1 1 16,3 0-7-16,-1-1 3 0,-1 0-3 15,2 1 0-15,-1-2 2 0,-1 2-3 0,2-1 3 0,5 0-5 16,0 0-5-16,-1-1-1 0,2 0 1 0,3 0-5 16,-3-3 2-16,4 0 2 0,-1-1-4 0,1 0 6 15,0-3-3-15,-1 0-3 0,3-2 1 0,1-1 1 16,-2 1 4-16,-2-2 0 0,-2 3 0 0,1-3-3 16,-3 0 2-16,1 0 0 0,-2-3 5 0,-3 4 1 15,0-3 7-15,-1 3 0 0,1 0 6 0,-3-3-1 16,0 5 0-16,-2-4-3 0,0 2-4 0,0 2-7 15,-3-2 5-15,1 1-3 0,-3 1-2 0,2 1-3 16,-2-1 0-16,1 3-6 0,-1-1 6 0,5 2-1 16,-9 0-3-16,0 2 3 0,4 1-5 0,0 2 0 15,-2 1 6-15,1 3-5 0,1-2-2 0,0 4 0 16,1-1 1-16,0-1 2 0,-1 4-3 0,5-2-2 16,0 0-6-16,0 1 4 0,0 0-7 0,4-3-8 15,1 2-2-15,0-2 1 0,0-1 3 0,4-2 7 16,0 1-4-16,0-2 4 0,5-1 4 0,-1-2 2 0,5 1 1 15,0-4-1-15,-4 0 3 0,2-3 3 0,4-4 1 16,-5 3 1-16,4-3 0 0,-4-2 0 0,2-1 0 16,-3 0 3-16,-4-1-1 0,3-1 5 15,-3 1 2-15,-3 2 9 0,-1-1 2 0,-2 1 0 0,1 2-3 16,-1 1-2-16,0-2-2 0,-2 4-3 0,1 2-1 16,-3-1 2-16,1 0-8 0,-1 4 2 0,0-6-7 15,3 3-1-15,-3 3-2 0,0-4-4 0,0 4 5 16,0 0 3-16,0 0-2 0,0 0 0 0,0 0-2 15,0 0 4-15,0 0 10 0,9 7-4 0,-9-7 0 16,6 4-1-16,-3-2 1 0,2 0 1 0,-2 1 1 16,3-1 1-16,-4-1-2 0,2 1-2 0,0 0 2 15,-4-2-4-15,6 4 0 0,-2 0 8 0,0-3-7 16,-2 1 0-16,0 1 8 0,2 0 1 0,-2 3-5 16,1-1 3-16,-1-1-5 0,0 5-1 0,-1-3 6 15,0 0-2-15,-1 1 1 0,0 0 10 0,1-3-21 0,1 3-42 16,-2-1-46-16,1-1-58 0,3 2-43 15,-1-3-44-15,3 0-80 0,0-1-64 0,3 0-87 16,1-3-67-16,-1-3-289 0,4 1-890 0,1-1 394 16</inkml:trace>
  <inkml:trace contextRef="#ctx0" brushRef="#br0" timeOffset="159758.0384">9183 9586 38 0,'2'-4'374'0,"0"1"11"15,1-1-1-15,-1 1 17 0,2 0-35 0,-2-1-25 16,5 1-12-16,-3 1-14 0,0-1-19 0,0 1-20 16,-2-2-23-16,-2 4-22 0,8-2-23 15,-8 2-20-15,6 0-23 0,-6 0-15 0,0 0-8 0,9 3-12 16,-4 1-6-16,-1 0-7 0,-1 0-14 0,0 1-4 16,1 0-17-16,0 1-6 0,-3 0-10 0,-1 1-4 15,2 1-6-15,-2-2-5 0,0 2-5 0,-2-1-3 16,1 0-2-16,1 1-2 0,-6-1-3 0,1 0-2 15,2-1-5-15,-6 2-1 0,0-1-2 0,1-1-4 16,0-1-2-16,-3-1 1 0,3-2-3 0,-2 1-3 16,4-1 1-16,0-2 2 0,-1 0-4 0,7 0 0 15,-11-2 0-15,7-2 0 0,0-1-2 0,1 0-4 16,2 1 5-16,0-3 2 0,1 0 1 0,2 0 8 16,2-2 0-16,-1 2 7 0,1-1 5 0,2 1 3 15,-2 1 7-15,1 0 8 0,0 0 4 0,0 2-4 16,2-1-11-16,-1 2 0 0,-1 0-9 0,2 2 1 15,0 1 13-15,1 1-1 0,2 3 6 0,-1 3 3 16,0-2 3-16,2 6-4 0,-3-5 7 0,2 9-7 0,3 1-5 16,-5-1-1-16,-3 3-6 0,4 0-2 15,0 0-2-15,-5 0-12 0,-2 8 10 0,2-2-2 16,-4-4-8-16,0-1 10 0,-4 6-17 0,2 1 1 16,-5-7 0-16,-3 4-5 0,5-5-3 0,-4-1-12 0,1-3-12 15,-2 1-9-15,-1-4-4 0,4-1-10 0,-3-2-1 16,4-2-2-16,0-2 10 0,1 1 2 15,0-3 9-15,1-1 3 0,4-1-3 0,-10-5 7 16,8 0-5-16,-1 0 5 0,3-5-2 0,-1-1 0 0,2 0 6 16,3-4-7-16,1-1 3 0,1-3 3 0,3 2 4 15,-1-1 2-15,1 0 5 0,1 3 7 16,0-2 2-16,8-3-6 0,-9 7-1 0,4-2 2 16,0 1-2-16,-3-1 0 0,2 3-3 0,-1 0 3 0,-1 2-8 15,-2 1 6-15,3 0 4 0,-2 0-1 0,-1 1 1 16,1-2 5-16,-1 1 0 0,-3 1-3 0,1-1 0 15,-2 2 1-15,1 2 9 0,-2-1-17 0,-1 1 4 16,1-1-6-16,-1 1 3 0,2 1 0 0,-4-2-5 16,1 3 10-16,-1 3-5 0,3-5 2 0,-3 1-1 15,0 4 10-15,1-6-1 0,-1 6-6 0,0 0-3 16,0-3-1-16,0 3-3 0,0 0-9 0,0 0 1 16,0 0 0-16,0 0-4 0,0 0 3 0,0 0-2 15,4 13 8-15,-4-9-1 0,0-1-6 0,-2 4 4 16,4-1-1-16,-2-3-2 0,0 6 11 0,1-3-6 15,2-1 4-15,1 3-4 0,-2-2 5 0,2 1-8 16,0-1-4-16,1-1-3 0,0 0-10 0,3 1 5 16,2-2-3-16,0 0-5 0,2-2 3 0,1-1 3 15,-2 0-2-15,3-3 4 0,-2 0 2 0,-1-2 5 16,1 0-1-16,-2-3 3 0,1 1-1 0,-3-1 3 16,1-1-2-16,-1 0-1 0,-1-2 15 0,-2 2 4 15,1-1 8-15,-1 2 2 0,-3-2 15 0,2 4 7 16,-3 1 0-16,2-4 14 0,-3 5-5 0,1-3 14 0,2 1-1 15,-1 2-10-15,-2 3-10 0,0-5-7 0,0 5-7 16,0 0-6-16,0 0 0 0,0 0-15 0,0 0 7 16,-5 21-5-16,4-10 9 0,-2 5 27 15,2 2-14-15,-4-1-33 0,2 7 0 0,2 1 0 0,-1-6 0 16,-1 6 0-16,2 3 0 0,-3-3 0 0,3-4 0 16,-6 4 0-16,5 1 0 0,-3-1 0 0,-2 3 0 15,2-10 0-15,-1 0 0 0,-2-1 0 0,2-5 0 16,1-1 0-16,1-2 0 0,0-1 0 0,1-1 0 15,1-3 0-15,-2 0 0 0,3-1 0 0,1-3 0 16,0 0 0-16,0 0 0 0,0 0 0 0,-4-17 0 16,4 9 0-16,2-3 0 0,5-4 0 0,-5 4 0 15,2-4 0-15,1-1 0 0,-1 4 0 0,0 3 0 16,0-2 0-16,0 3 0 0,1 1 0 0,-3 1 0 16,1-1 0-16,1 0 0 0,-1 2 0 0,1 1-87 15,0 1-226-15,-1 0-53 0,1 1-63 0,-4 2-63 0,10-2-68 16,-10 2-431-16,0 0-1073 0,9 0 474 15</inkml:trace>
  <inkml:trace contextRef="#ctx0" brushRef="#br0" timeOffset="160978.8782">10185 9675 133 0,'0'0'297'0,"0"0"9"15,0 0-2-15,0 0-8 0,-1-4 6 0,1 4 5 16,0 0-3-16,0 0 3 0,0 0-1 0,0 0-9 15,0 0-13-15,0 0-8 0,0 0-9 0,0 0-16 16,0 0-13-16,-3-3-16 0,3 3-14 0,0 0-11 16,0-6-12-16,0 6-7 0,0 0-7 0,4-2-13 15,-4 2-16-15,0 0-4 0,3-3-22 0,-3 3-15 16,5-5-8-16,-4 3-9 0,-1 2-9 0,7-3-10 16,-2 0-7-16,2-1-11 0,-3 4-3 0,4 0 3 15,-3 0-12-15,1 0-6 0,-6 0-2 0,14 0-29 16,-6 0-1-16,-3 3-6 0,0-2-2 0,2 4-2 15,-4-3-1-15,1 2-3 0,0-1 5 0,-1 1-3 16,-1 3 0-16,1-2 0 0,-3 0 0 0,0 2-5 16,1-3-5-16,-1 2-6 0,-2 1-10 0,-2-2-8 15,0 1-7-15,0 1-6 0,-1-2 4 0,-3-1-2 16,2 1-2-16,-3-1 1 0,4-1 4 0,-2 0 6 0,1-1 13 16,1-1 0-16,-1-1 4 0,6 0 7 0,-11-1 3 15,11 1 4-15,-6-5 4 0,2 3 10 16,3-3 8-16,0-1 4 0,1 1 8 0,-3-2-2 0,3 0 3 15,0 0 2-15,0 0 0 0,0 0 2 0,0 0 3 16,4 1 8-16,-3-1-1 0,-1 0 7 0,3 3 0 16,-2-1-1-16,3 1-2 0,-3-1-9 0,1 1 1 15,1 4-8-15,0-3 0 0,-3 3-9 0,7 0 1 16,-7 0-4-16,9 0 4 0,-1 2-4 0,-3-1-1 16,0 3 1-16,0 1 0 0,1-1-1 0,-1 1 1 15,0-1-5-15,-2 5 6 0,4-1-6 0,-2 0-1 16,-1-2 4-16,-2 1 1 0,2-1 0 0,1 2-2 15,-1 2-3-15,0-4 4 0,1 0-14 0,-2 0-11 16,3 2 2-16,-2-4-5 0,6 2 1 0,-4 0 4 16,6-1 2-16,2-4 5 0,0 1 5 0,4 0-2 15,0-2 3-15,2-3 10 0,1 1 22 0,-2-4 15 16,1-4 15-16,7-1 14 0,-3-2 3 0,2-3 24 16,-3 1 3-16,-1-2 17 0,1-2 3 0,-4 1 4 15,0-6 6-15,-1 3-9 0,-4-2 8 0,-1-1-10 0,0-1-11 16,-3 1 0-16,-1-2-25 0,1 1 0 15,-4 0-15-15,-2 9 3 0,-1-2-16 0,-1 1 8 0,1 0-39 16,-3 8-23-16,0-3 0 0,1 7 0 0,3-1 0 16,-8-1 0-16,4 4 0 0,0 3 0 0,0-8 0 15,0 5 0-15,0 3 0 0,-4-3 0 0,4 3 0 16,0 0 0-16,-10 8 0 0,5-3 0 0,1 1 0 16,-5 3 0-16,3 0 0 0,-2 7 0 0,0 0 0 15,0 2 0-15,0 0 0 0,2 1 0 0,-2 6 0 16,-1 0 0-16,3 2 0 0,0-2 0 0,1-1 0 15,-2 0 0-15,4-4 0 0,1-1 0 0,-2 0 0 16,3-1 0-16,1-1 0 0,1-1 0 0,1 1 0 16,2-5 0-16,0-1 0 0,2-2-28 0,1 1-31 0,0-3 3 15,5 1 16-15,-2-1 1 0,2-4 3 0,-1-1 7 16,1 0 3-16,0-2 6 0,1-2 7 16,0 0 23-16,1-3 8 0,-5-2 17 0,1 1-1 0,2-3 14 15,-6 1 0-15,3 1 1 0,-1-1-2 0,-6-2-2 16,2-1-33-16,-1 0-12 0,-3 2 0 0,-3-1 0 15,3 0 0-15,-4 2 0 0,2 1 0 0,-6 1 0 16,3 0 0-16,1 1 0 0,0-2 0 0,-1 6 0 16,0-3 0-16,0 2 0 0,0-2 0 0,5 4-39 15,-9 0-125-15,9 0-53 0,-8 4-54 0,4-2-47 16,3 2-60-16,1-1-51 0,0 4-59 0,5-3-52 16,-1 0-352-16,1-3-965 0,0 3 427 0</inkml:trace>
  <inkml:trace contextRef="#ctx0" brushRef="#br0" timeOffset="161338.5758">11132 9545 63 0,'6'-5'466'0,"-2"1"13"0,0 0 18 0,-1 0-1 15,-1 0-11-15,1 2-23 0,0 0-38 0,-3 2-30 16,0 0-41-16,2-3-38 0,-2 3-35 15,0 0-25-15,0 0-25 0,0 0-26 0,0 0-16 0,0 0-21 16,-11 14-23-16,4-7-8 0,1 1-15 0,-1 1-13 16,2-1-10-16,3 3-10 0,-1 0-12 0,1-2-5 15,2 1-5-15,0-1-6 0,-3 0-4 0,6 2-8 16,0-4-9-16,4 4 1 0,-2-2-3 0,1-1 0 16,2-1-4-16,2 1-4 0,-2-2-3 0,2 0 0 15,-4-1-9-15,4 1-3 0,-5-1 1 0,2-2-5 16,-7 2-5-16,5-2 1 0,-1 3 3 0,0-3-5 15,-4 2-1-15,0-1 5 0,-3 0-2 0,-2 0 1 16,-2 2 3-16,-5 0-5 0,-5 0 1 0,0-1-15 16,-4-3-31-16,3 3-37 0,-1 0-34 0,5-3-41 15,0 0-45-15,5 1-46 0,0-3-46 0,0 0-46 16,4 2-71-16,5-2-69 0,0 0-340 0,0 0-883 16,0 0 391-16</inkml:trace>
  <inkml:trace contextRef="#ctx0" brushRef="#br0" timeOffset="163186.6165">11374 9647 290 0,'2'-4'375'0,"1"1"21"0,1 0 10 0,-2-1-8 16,2-1-5-16,-1-1-12 0,-1 6-9 0,-1-4-16 15,3 2-18-15,0-3-21 0,-4 5-25 0,5-5-27 16,0 4-26-16,-5 1-24 0,4-2-25 0,-4 2-16 15,5-2-22-15,-5 2-16 0,9 2-18 0,-9-2-11 16,9 1-10-16,-3 2-12 0,1 1-8 0,-3 2-10 16,1-1-5-16,-1 1-5 0,1 0-10 0,0 0 1 15,-1 5-5-15,-2-2-8 0,1-1-3 0,-2 0-1 16,2 1-9-16,-3 1-2 0,-3-2-10 0,2-3-10 16,-3 5-9-16,0-2-6 0,-2-2-4 0,2 2-10 15,-1-4-3-15,-3 0-12 0,3-1-5 0,0 0 4 16,-3 1 1-16,5-2 5 0,-4-2 3 0,7 0 7 15,-9-2 1-15,3-1 3 0,2 1 2 0,0-3 1 16,2 0 1-16,0-1 8 0,1 0-2 0,1-3 3 16,1-1-1-16,3 1-1 0,-3-4 0 0,3 2 6 15,1 2-1-15,-1-1-2 0,0 2 5 0,1-4-6 16,0 6 5-16,3-4 1 0,-2 5 6 0,-2 1 3 16,4-4 2-16,-2 4 1 0,2 0 3 0,1-3 4 0,-3 3 0 15,3 3 5-15,0 0-3 0,3 0 2 0,-2 1 2 16,1 0-3-16,1 0 0 0,-1 2 0 15,1 0-2-15,-2 3-2 0,4 0-5 0,-2 0 4 0,0 1-4 16,1 1 3-16,-4-2-3 0,0 5-1 0,1-3 1 16,-5 1-3-16,3 3 1 0,-3-2-1 0,-1 0-2 15,0 0 5-15,-2-1-3 0,2 3 2 0,-4-2-3 16,-1 0-1-16,-4 0-2 0,1 0-11 0,-1-1-12 16,-3-1-4-16,3-1 4 0,0 0 2 0,0-2 3 15,-1-1 0-15,3 1 4 0,-1 0 6 0,0-3 5 16,4-1-3-16,0 0 8 0,0 0 10 0,-5-9 12 15,5 6 14-15,1-3 10 0,1-3-4 0,2-2 5 16,2 2 0-16,0-2 4 0,4-2 2 0,0 0-9 16,1 0 0-16,3-1 4 0,0 2-1 0,-1-2-1 0,0 1-8 15,-3 1-5-15,4-3 0 0,-4 2-6 0,7-1 5 16,-4-2-5-16,-1 0 10 0,5-3 12 0,-2 2 9 16,-4 0-2-16,0 2-8 0,0 1-7 15,1-3 6-15,-3 1 4 0,0-1 0 0,-3 3 1 0,2 0 6 16,-3 3-8-16,-1 1-4 0,0 1-1 0,0-1-4 15,-2 3 2-15,1 1-1 0,-2-2-4 0,2 4 7 16,-2-1-16-16,0 2 4 0,-1-1-7 0,0-1-2 16,0 5-1-16,0 0-8 0,-1-4-6 0,1 4-3 15,0 0-12-15,0 0 6 0,0 0 1 0,-13 7-6 16,8 0 2-16,-1 0 0 0,-1 5-3 0,-2 1 3 16,0 3 5-16,4-1-6 0,0 2-2 0,-4 8 4 15,1-8 3-15,-2 7 3 0,5-4-4 0,-3-1 4 16,1-1 0-16,2 1 0 0,2-2-9 0,-2-1-1 15,2 1 13-15,1 0-9 0,1-2 6 0,-1-1-9 16,1-4 3-16,4 2 2 0,-1-2-9 0,2-1 6 16,1-1-7-16,0 0-4 0,5-1 5 0,-2 0 1 15,1-3 0-15,1 1 8 0,0-4-1 0,3 0 2 16,0-1-2-16,0-3-2 0,-2 1 5 0,0-3 0 16,-1 0 2-16,2-1 3 0,-2-1 0 0,-3-2-16 0,3 2 15 15,-2-2 0-15,-2 0 1 0,1-1-7 16,-3 2-4-16,2-2 20 0,-5 4-9 0,2 0-4 15,-2-1-8-15,-1 1-1 0,1-1 12 0,1 2-10 0,-4 2-1 16,1-2-1-16,1 5 0 0,-1-6-10 0,1 6 8 16,-3-5-2-16,3 5-1 0,-1-2 1 0,1 2-4 15,0 0 3-15,0 0-5 0,0 0-1 16,0 0 9-16,-10 8 3 0,7-5-3 0,3-3 4 0,-1 9-7 16,0-6-2-16,-1 5-9 0,2-3-8 0,0-2 0 15,0 4 0-15,2-1-1 0,-1-1 4 0,2 3 1 16,-1-5-5-16,2 2 9 0,1 1 1 0,3-1 10 15,1 0-1-15,1-1-3 0,5 0-7 0,-2-1-2 16,6-1 7-16,4-3-6 0,5 1 0 0,-2-3-4 16,3-1 5-16,-2 1 4 0,1-4 1 0,-9 0-7 15,3 0-4-15,-4 1 1 0,1-3-3 0,-2 2 0 16,-2-3 0-16,-6 5 2 0,1-2 1 0,-2-1 1 16,0 1 7-16,-1 1 2 0,0-3 3 0,-3 3-2 15,2 1 1-15,-2 0 0 0,-2 1-1 0,-2 0 2 16,0 1 0-16,0 3-2 0,-2-5 0 0,2 5 0 15,-10-2-1-15,10 2 4 0,-11 4-1 0,4-1-1 16,-2 3 1-16,-1 1 6 0,1 0-3 0,-2 1 2 16,1 2 0-16,-3 1 3 0,7-1-2 0,-3 0-1 0,1 2 3 15,3-1-2-15,0-2 1 0,-1 1-5 16,3-1-11-16,-2 0-8 0,5 0-7 0,0-1-1 16,5-2 3-16,-4 0 4 0,7 1 0 0,-2 0 1 15,2-1 3-15,6-2 1 0,-1 0 2 0,5-2 3 0,-1 0 1 16,0 0 7-16,-2-4 3 0,4-2-1 0,-3 3 1 15,2-3 1-15,1-2 4 0,-6 1-1 0,-3 0 1 16,8-2 1-16,-4 1 4 0,0 0 5 0,-1-2 8 16,1 1 1-16,-5-2 4 0,3 0-1 0,2-3 15 15,-3 0 26-15,1 6 6 0,-3-2-7 0,0 2-4 16,1 0-8-16,-4 0 8 0,1-1-2 0,-1 6-5 16,-1-4-1-16,-1 1 0 0,2 2-9 0,-2 0-7 15,1 0-4-15,-5 2-6 0,5-2-3 0,-5 2 5 16,13 0-6-16,-8 2-10 0,-1 0 5 0,1 2 1 15,0 2-9-15,0-2-4 0,3 3 10 0,-4 1-7 16,-3-3-4-16,0 7 5 0,2-5 2 0,-6 5-2 16,3-3 0-16,-5 1-8 0,-1 1 5 0,2-3 2 15,-4 2-1-15,2-2-8 0,-2-1-5 0,0 0 4 16,-2-1-4-16,0-1-1 0,-4-1 1 0,4 0-8 0,1 1 5 16,0-1 0-16,1-4-1 0,1 0 4 0,0 0 7 15,-2 0-1-15,3-4-3 0,1 2 1 0,-2-1 1 16,1-1 2-16,6 0-11 0,-4-2-12 15,1-2 2-15,1 0-20 0,2-1-11 0,3 0-7 0,-1-1-13 16,2-1-20-16,1 1-6 0,-1 0-15 0,2 1-20 16,1-2-10-16,2 0-2 0,0-2 2 0,0 0 12 15,0 5 9-15,1-2 5 0,1-1 13 16,0 3 15-16,1-4 8 0,3 2 8 0,-2-1 9 0,3 0 26 16,-5-3 29-16,-2 5 17 0,3 1 17 0,-3-4 2 15,-3 6 12-15,3-5 5 0,-4 1 12 0,-1 1 8 16,-4 0 17-16,3-2 0 0,-1 1-3 0,-4-1 1 15,-1 0 4-15,1 1 14 0,-2-1 16 0,-2 2 2 16,0-4 16-16,1 5 16 0,0-1 11 0,-3 1 10 16,7-2 23-16,-3 5-7 0,0 0 10 0,3-1 2 15,-3 3-8-15,4 3-17 0,-4-4-18 0,4 2-17 16,0 2-16-16,0 0-38 0,0 0-77 0,0 0 0 16,-9 16 0-16,8-8 0 0,1 6 0 0,0 2 0 15,0 2 0-15,0 1 0 0,1 4 0 0,-1 4 0 16,3 0 0-16,-6-3 0 0,2 2 0 0,1-7 0 0,0-1 0 15,0-2 0-15,-4 0 0 0,3 1 0 16,1-4-230-16,0-3-228 0,0 2-92 0,4 0-92 16,-3-6-411-16,4 1-1139 0,3-3 505 0</inkml:trace>
  <inkml:trace contextRef="#ctx0" brushRef="#br0" timeOffset="164515.8862">13196 9453 25 0,'0'-6'408'0,"4"1"2"0,-3 0 11 15,-1 0 4-15,0-2 5 0,3 3 10 0,-2 0 2 0,-1 4-8 16,1-7-9-16,3 2-22 0,-4 2-10 0,0-2-32 15,0 1 4-15,0 4-15 0,0-5-17 16,0 5-23-16,0-7-15 0,0 4-23 0,0 3-12 0,0 0-19 16,0 0-21-16,0-4-21 0,0 4-23 0,0 0-23 31,0 0-153-31,0 0 0 0,0 0 0 0,0 0 0 0,0 0 0 0,0 0 0 0,0 16 0 0,-1-5 0 16,-3 1 0-16,3 7 0 0,-2-1 0 0,2 3 0 15,-4 2 0-15,1 2 0 0,0 0 0 0,3-6 0 16,-3 3 0-16,2-3 0 0,-4-1 0 0,3 0 0 15,1 3 0-15,-3-4 0 0,4-1 0 0,1-3 0 16,-3-1 0-16,6-1 0 0,-3 1 0 0,1-3 0 16,-1-2 0-16,7 0 0 0,-4-1 0 0,5-3 0 15,0 1 0-15,3-1 0 0,-2-2 0 0,4-2 0 16,0-4 0-16,1 1 0 0,-3 0 0 0,3-6 0 16,2 2 0-16,-3-2 0 0,-1-1 0 0,2-1 0 15,-6 3 0-15,1-5 0 0,-3 5 0 0,-1-1 0 0,3 0 0 16,-5 2 0-16,1 1 0 0,-2 0 0 15,-1 1 0 1,-1 2 0-16,3-1 0 0,-3-1 0 0,0 5 0 0,0 1 0 0,1-8 0 0,-1 8 0 16,0-3 0-16,0 3 0 0,0 0 0 0,-1-5 0 0,1 5 0 15,0 0 0-15,0 0 0 0,0 0 0 0,0 0 0 16,-9 11 0-16,8-8 0 0,-1 0 0 0,1 3 0 16,-1-1 0-16,-1 1 0 0,0-1 0 0,2 2 0 15,1-2 0-15,-2 1 0 0,2 1 0 0,0 0 0 16,2-1 0-16,-2 1 0 0,0-1 0 0,3-1 0 15,-1 0 0-15,3 1 0 0,3-2 0 0,3 0 0 16,-1-2 0-16,1-1 0 0,3 1 0 0,4-2-17 16,1-2-11-16,-6 2 4 0,6-4 5 0,-1 0 2 15,-7 0-2-15,4-3 5 0,-4 1-12 0,1-1 18 16,-2 0 13-16,-1 2 6 0,-2-3 13 0,1-1 1 0,0 3 3 16,-5 0 3-16,1 0 5 0,2 0-24 15,-4 2-12-15,2-1 0 0,0-1 0 0,-3 6 0 16,0-4 0-16,-1 4 0 0,3-5 0 0,-3 5 0 0,2-3 0 15,-2 3 0-15,0 0 0 0,0 0 0 0,0 0 0 16,0 0 0-16,0 0 0 0,0 0 0 16,0 0 0-16,0 0 0 0,0 0 0 0,-2 14 0 0,2-7 0 15,-3-3 0-15,2 1 0 0,1 2 0 0,0-2 0 16,-1 0 0-16,1 0 0 0,0 2 0 0,1 0 0 16,-1-1 0-16,1 0 0 0,2-1 0 0,-1-1 0 15,2 0 0-15,0 0 0 0,0-3-9 0,1 1-17 16,3 1 5-16,-1-3 8 0,5-1-2 0,-3-2 8 15,5 1-1-15,-4-3 2 0,3 0 9 0,-2-1-5 16,1-1 19-16,-1 1 5 0,0-2 16 0,-2 1-11 16,1 2-27-16,-4-2 0 0,-1 2 0 0,0 1 0 15,-1 3 0-15,0-1 0 0,-4 2 0 0,4-5 0 16,0 4 0-16,-4 1 0 0,2-3 0 0,-2 3 0 0,0 0 0 16,0 0 0-16,4-3 0 0,-4 3 0 0,0 0 0 15,0 0 0-15,-3 12 0 0,0-9 0 16,0 9 0-16,2-4 0 0,-3 2 0 0,4 2 0 15,-2 3 0-15,2-1 0 0,-2 3 0 0,2-1 0 0,2 5 0 16,-2-3 0-16,0-1 0 0,0 1 0 0,2 0 0 16,-2-3 0-16,1 2 0 0,-1 0 0 0,3 2 0 15,-3-2 0-15,0-2 0 0,0-1 0 0,0-2 0 16,0 0 0-16,0-3 0 0,0-2 0 0,0-2 0 16,0 0 0-16,0-1 0 0,0-4 0 0,6 0-274 15,-6 0-249-15,0 0-60 0,20-8-50 0,-12 4-397 16,4-1-1115-16,-3-2 492 0</inkml:trace>
  <inkml:trace contextRef="#ctx0" brushRef="#br0" timeOffset="165094.1099">14792 9368 25 0,'7'-12'446'0,"-3"1"30"16,1 3 4-16,-3-1-9 0,3 0-17 0,-3 3-24 16,0-2-25-16,-2 3-30 0,2 0-29 0,-5-2-31 15,2 4-33-15,-2-1-26 0,-1-2-26 0,-1 3-27 16,0 1-19-16,-6 1-21 0,2 1-15 0,-3 1-6 16,1 1-23-16,-5 7-9 0,1-2-12 0,-2 5-10 15,2 2-5-15,2-2-3 0,-1 2-8 0,1 2-10 16,4 0 0-16,1-1 0 0,1 0 3 0,2 1 1 15,2 1 6-15,2-4-2 0,2-3-3 0,1 4 1 16,0-2 6-16,2-1-10 0,3 2 9 0,-1-2 1 16,1-1-5-16,1 1 0 0,1-1-1 0,1-2 0 0,-1 1 0 15,4 3-5-15,-3-4-6 0,-1 0-7 16,-1 1-1-16,1-2 1 0,-3 0 6 0,2-1-8 16,-3 1-8-16,0-3 8 0,-1 1-20 0,1 1-28 0,-4 0 0 15,1 0 0-15,-2-2 0 0,-2 3 0 0,-4-1 0 16,-3 0 0-16,0 1 0 0,-5-2 0 0,0-1 0 15,-5 3 0-15,-2-4 0 0,2 0 0 16,0 1 0-16,2-3 0 0,3 2 0 0,3-3 0 0,1 1-109 16,1 1-50-16,1-1-40 0,8-1-56 0,-5-1-75 15,5 1-62-15,0 0-51 0,0 0-44 0,13-9-29 16,-1 7-368-16,4-3-957 0,3 0 424 16</inkml:trace>
  <inkml:trace contextRef="#ctx0" brushRef="#br0" timeOffset="165907.237">14975 9628 93 0,'4'-4'345'0,"-4"4"9"0,8-2 2 16,-6-2 1-16,2 1-19 0,-1-1 9 0,0 0-16 16,0 1-10-16,1 0-11 0,-2 1-16 0,1-3-12 15,2 1-23-15,-5 4-16 0,5-3-24 0,-2 1-20 16,-1 0-21-16,-2 2-17 0,5-1-18 0,-1-1-15 15,-4 2-15-15,0 0-8 0,15 5-13 0,-9-4-10 0,-1 1-11 16,0 2-6-16,1 2-6 0,1 0-6 16,-2 0-2-16,-1-1-8 0,-2 2 0 0,1 0-7 15,-2 3-5-15,-1-3-1 0,-3 3-2 0,0-1 1 16,-3 0-4-16,-2 0 2 0,-1-2-3 0,1 0-5 0,-4 0 3 16,0-1-2-16,-2-1-2 0,0 1-2 15,2-2 1-15,-2-1-1 0,5 0 0 0,-1-2 0 16,1-1 2-16,1-2-2 0,3 1 2 0,0 0 6 15,1-3 10-15,0-1 15 0,3 0 7 0,-3-2-9 0,9-1-2 16,0-3 0-16,3-3-8 0,5 0-1 0,5-6-3 16,0 2-7-16,3 0 0 0,2-1 2 15,2-1-8-15,1 0-2 0,1-1-2 0,-1 2-1 0,2-1-3 16,-1-2 1-16,-2-1 0 0,2 2-5 0,-1-3 1 16,-1 0-4-16,1-3 6 0,0 4-4 0,-2 0-7 15,-4 5 11-15,1-4 5 0,-6 9 16 16,-6 0 7-16,1 3 6 0,-1-4 4 0,-4 7-11 0,0-4-1 15,-2 6-3-15,0-1-1 0,-1 1-9 0,1 0-3 16,-3 2-3-16,0-1-2 0,0 4-1 0,-4-7-3 16,1 5-3-16,3 2-3 0,-7-2 3 0,7 2 7 15,-13 4 23-15,4 5 9 0,1 1 7 0,-2 6 18 16,0 2 9-16,-3 5 2 0,1 1 3 0,2 2 3 16,4-1-47-16,-2 3-43 0,-2-2 0 0,2 1 0 15,1 1 0-15,0-5 0 0,3 6 0 0,-1-4 0 16,3-4 0-16,2 3 0 0,-2 1 0 0,1-5 0 15,1 1 0-15,0-5 0 0,0 2 0 0,1-2 0 16,3-4 0-16,-1-1 0 0,-1-1 0 0,2-1 0 16,-1 0 0-16,1-2 0 0,-2-1 0 0,3-1 0 0,0-1 0 15,4-2 0-15,-4-1 0 0,3-1 0 16,2-1 0-16,2-2 0 0,-3-1 0 0,0-2 0 16,1-1 0-16,-1 0 0 0,-1-1 0 0,-1-2 0 0,2-1 0 15,-2 3 0-15,-1 0 0 0,-1-1 0 0,-1 2 0 16,1 1 0-16,-3 1 0 0,1-2 0 15,-2 6 0-15,2-2 0 0,-3 3 0 0,2-7 0 16,0 6 0-16,-2 1 0 0,2-4 0 0,-2 4 0 0,0 0 0 16,0 0 0-16,0 0 0 0,4-2 0 0,-4 2 0 15,0 0 0-15,0 0 0 0,0 12 0 0,-1-7 0 16,1-2 0-16,0 4 0 0,0-1 0 0,0 0 0 16,-1 1 0-16,1-2 0 0,0 0 0 0,0 0 0 15,0 0 0-15,1 0 0 0,0-1-43 0,0 0-193 16,1-1-46-16,3-1-51 0,-3 0-76 0,2 0-85 15,-4-2-87 1,13-7-389-16,-5 0-1049 0,3-1 465 0</inkml:trace>
  <inkml:trace contextRef="#ctx0" brushRef="#br0" timeOffset="166094.9835">15651 9469 148 0,'0'0'386'15,"0"0"2"-15,0 0-1 0,-4-3-18 0,4 3-40 16,0 0-35-16,0 0-31 0,0 0-30 0,0 0-37 0,0 0-58 16,0 0-68-16,0 0-81 0,0 0-67 0,0 0-73 15,0 0-74-15,0 0-231 0,4 15-494 0,0-12 218 16</inkml:trace>
  <inkml:trace contextRef="#ctx0" brushRef="#br0" timeOffset="166673.9438">15770 9613 244 0,'4'2'362'0,"-4"-2"8"0,0 0-6 0,0 0-13 16,0 0-10-16,6-9-12 0,-3 7-18 0,-3 2-9 15,6-5-10-15,-6 1-19 0,4 2-13 0,-4 2-25 16,5-4-21-16,-5 4-21 0,4-4-21 0,0 2-16 16,0 1-17-16,2-1-10 0,-6 2-19 0,10 0-12 15,-6 3-12-15,4-1-5 0,-3-1-12 0,2 1-5 16,-1 2-6-16,-1-2-7 0,0 3-8 0,-2 0-3 15,-1-3-2-15,2 5-7 0,-4-1-2 0,0-1-2 32,4 2-2-32,-8-1-3 0,3 0 0 0,-3 1-2 15,-1 1 2-15,-3-1-5 0,-1 0 0 0,-1-1-4 16,-2 2 3-16,2-2-2 0,-4-3 0 0,-1 3 0 0,2-2-1 16,0-1 0-16,2 0-1 0,2-1 0 15,2-1-2-15,-2-1 4 0,3 0 0 0,6 0-2 16,-10-2 2-16,5 0 0 0,2-3-3 0,2-1 1 15,-2 0-3-15,4-2 0 0,2-3-3 0,1-2 3 0,4-2-2 16,-1-2-2-16,7-1 2 0,-1-4-3 16,1 7 1-16,0-7-2 0,1 1 3 0,-2 5 2 0,1 0 4 15,2-5 7-15,-6 6 2 0,0-1 7 16,-1-2-1-16,4-4 0 0,1 5 6 0,-5 2 28 0,2-2 8 16,-3 3 3-16,-2 3-2 0,0 0-7 0,-3 2-1 15,1-1 2-15,0-1 6 0,-3 4-15 16,-1-4-6-16,0 4-9 0,2 1-2 0,-4-4 0 0,0 4 7 15,-1 1 3-15,2-1 6 0,-2 3 2 0,2-2 3 16,-1 1 10-16,2 0-11 0,0 4 6 0,-2-4-4 16,2 4-16-16,-1-4 0 0,1 4-6 0,0 0-10 15,0 0-3-15,0 0-1 0,-8 7-6 0,6 3 9 16,0 0 0-16,-1 6 9 0,1 0 10 0,-1 1-1 16,1 3 2-16,2 0-43 0,-2 9-4 0,1-3 0 15,-1-2 0-15,2 4 0 0,-1-5 0 0,2 3 0 16,-1-6 0-16,0-1 0 0,0 2 0 0,-1-5 0 15,2 1 0-15,2 0-19 0,-2 1-150 0,0-4-48 16,1-1-51-16,0-4-48 0,1 1-41 0,-1-4-46 16,2 1-63-16,2-2-74 0,0-4-366 0,0-1-982 15,-6 0 434-15</inkml:trace>
  <inkml:trace contextRef="#ctx0" brushRef="#br0" timeOffset="167034.5292">16177 9421 304 0,'2'-6'422'0,"2"-1"45"0,2 1 23 0,-6 1 12 16,1 1-7-16,1-1-33 0,-1 1-45 0,2 2-40 15,-3 2-39-15,0 0-36 0,0 0-26 16,-4-4-32-16,4 4-21 0,0 0-26 0,-17 11-17 0,6-3-22 16,2 1-10-16,-3 4-21 0,1 3-11 0,-1-2-9 15,5 3-9-15,-1-2-17 0,3-1 4 16,2-1-16-16,1 3-4 0,3-3 3 0,0-1-13 0,4 3-2 15,3-1-2-15,-2 0-9 0,6-1 2 0,-2-1-3 16,2 2 9-16,-1-6-6 0,-2-1-6 0,0 2 1 16,1-3-5-16,-3 2 1 0,2-2-14 0,-3-2-1 15,-5 0-5-15,4 0 0 0,-1 1-2 0,-3-2 0 16,-1-3 4-16,0 8 2 0,-3-6-9 0,0 1-2 16,-6 1 6-16,-2 1 0 0,-3-4-25 0,1 3-26 15,-5-2-30-15,5 0-38 0,-7 1-42 0,2 0-41 16,4 0-35-16,2-3-34 0,3 2-45 0,-1 0-44 15,5-1-60-15,5-1-70 0,-9 0-351 0,9 0-895 16,0 0 396-16</inkml:trace>
  <inkml:trace contextRef="#ctx0" brushRef="#br0" timeOffset="168571.3373">13361 10006 35 0,'0'0'236'0,"0"0"-10"0,0 0-19 16,0 0-13-16,0 0-17 0,0 0-10 0,0 0-15 15,0 0-10-15,0 0-12 0,0 0-8 0,0 0-11 16,0 0-10-16,0 0-10 0,0 0-3 0,0 0-4 0,0 0 2 15,0 0 0-15,0 0 0 0,0 0-3 16,0 0-2-16,0 0 10 0,0 0 0 0,0 0 4 16,0 0-2-16,3 4 3 0,-3-4 2 0,0 0 3 0,0 0 2 15,5 1 0-15,-5-1-4 0,4 2-9 0,-4-2-3 16,6 2-7-16,-6-2-5 0,4 2-7 0,-4-2-1 16,6 1 0-16,-6-1 1 0,5 3 2 0,-3-1 6 15,-2-2-2-15,3 1-1 0,-3-1 8 0,0 0 7 16,8 0 5-16,-8 0-3 0,6 1 3 0,-6-1 2 15,0 0-2-15,7 1 0 0,-7-1 0 0,0 0-3 16,11 0 9-16,-4 0-3 0,-7 0-9 0,11 0-4 16,-3 2-5-16,-3-4-3 0,4 2 3 0,0 0-7 15,-9 0 2-15,14 0 2 0,-8-1-6 0,3 4-1 0,1-3-3 16,-2 0 1-16,1 0 2 0,-1 1-3 0,1-1-7 16,0-1-4-16,0 1-4 0,-2 0-4 15,0 1-3-15,0-2-5 0,2 1-2 0,-1 0 27 0,-3 1-1 16,3-1-10-16,-8 0 0 0,12 1 0 0,-4-1 1 15,0 1-15-15,0-1-10 0,-1 0 8 0,2 0-4 16,4 0-3-16,0 0-3 0,0 0 10 16,-1-1 3-16,1 1-2 0,1 0-5 0,7 0 4 0,-4-1-10 15,1 2-11-15,0-2 9 0,0 1 1 0,0 0-1 16,0 0-1-16,-1 0 8 0,-4-1-7 0,4 2-2 16,2-1 1-16,2 0 12 0,-7 0-9 0,4-1-7 15,0 1 0-15,-1 0-3 0,2 0 4 0,-2-2-5 16,5 2 0-16,-5 2-7 0,0-2 1 0,2 1 5 15,2-1 1-15,1 0-7 0,-5 1 20 0,2-1-24 0,-1 0-4 16,-4 0 0-16,7 1 0 0,-3-1 0 0,0 0 0 16,0 0 0-16,2-2 0 0,1 1 0 15,-2 1 0-15,0 0 0 0,2-3 0 0,-1 2 0 0,3 1 0 16,-4-1 0-16,12 1 0 0,-4 0 0 0,2-2 0 16,1 0 0-16,-1 1 0 0,3 2 0 0,-3-5 0 15,5 4 0-15,-5-1 0 0,3 2 0 0,-1-2 0 16,-2-1 0-16,3 2 0 0,0 1 0 0,-1-1 0 15,3 0 0-15,-6-1 0 0,3 0 0 0,-3 0 0 16,4 1 0-16,0 0 0 0,-1-2 0 0,-2 0 0 0,0 0 0 16,2-1 0-16,-3 2 0 0,2-3 0 0,0 2 0 15,1-4 0-15,0 5 0 0,-10-1 0 0,14 0 0 16,-2 2 0-16,4-2 0 0,-4 2 0 0,4-3 0 16,-1 1 0-16,0 0 0 0,0-1 0 0,0 3 0 15,-2 3 0-15,-1-3 0 0,5 0 0 0,-3 2 0 16,2 0 0-16,2-5 0 0,1 6 0 0,1-3 0 15,10 2 0-15,-1-1 0 0,-13-1 0 0,2 2 0 16,0-3 0-16,-4 0 0 0,1 2 0 0,1-2 0 16,-2 1 0-16,-4 0 0 0,1 1 0 0,-6-5 0 0,-6 4 0 15,3 0 0-15,-4 0 0 0,-1 0 0 16,-6 2 0-16,0-4 0 0,-4 2 0 0,-1 0 0 16,-2 0 0-16,2 0 0 0,-7 0 0 0,7 0 0 0,-7 0 0 15,7 0 0-15,-7 0 0 0,4-2 0 0,-4 2 0 16,0 0 0-16,0 0 0 0,0 0 0 0,0 0 0 15,10-1 0-15,-10 1 0 0,0 0 0 0,0 0 0 16,0 0 0-16,0 0 0 0,0 0-40 0,0 0-202 16,4 3-42-16,-4-3-50 0,0 3-46 0,0 2-59 15,0-1-76-15,0-4-73 0,0 5-308 0,0-5-968 16,4 2 428-16</inkml:trace>
  <inkml:trace contextRef="#ctx0" brushRef="#br0" timeOffset="171026.1052">7919 10976 170 0,'0'-3'318'0,"0"-2"-9"0,2 1-3 0,-2-2-2 0,2 1-6 16,-2-2 6-16,1 0 0 0,-1 2 2 16,2-3 6-16,-2 4 0 0,0-2-5 0,1 1 0 15,0 0-6-15,-1-1-9 0,0 4-13 0,0-3-9 16,0 5-9-16,3-3-5 0,-3 3-17 0,0-7-5 0,0 7-10 15,0 0-9-15,0 0-12 0,-3-4-8 0,3 4-5 16,0 0-3-16,0 0-12 0,0 0-8 16,0 0-4-16,0 0-10 0,0 0-10 0,0 0-2 0,0 0-95 15,-1-4-46-15,1 4 0 0,0 0 0 0,0 0 0 16,0 0 0-16,0 0 0 0,0 0 0 0,0 0 0 16,0 0 0-16,1 18 0 0,-1-10 0 0,3 6 0 15,-2-3 0-15,-1 9 0 0,3-1 0 0,-1 7 0 16,-2 0 0-16,0 0 0 0,0 2 0 0,0-1 0 15,-2 0 0-15,0-1 0 0,0 1 0 0,-1-8 0 16,-2 6 0-16,3 0 0 0,-2-5 0 0,-1-2 0 0,3 1 0 16,-2-2 0-16,2 1 0 0,1-3 0 0,-2-3 0 15,1 1 0-15,2-1 0 0,-2-4 0 16,2-2 0-16,0 1 0 0,2-1 0 0,0-2 0 16,-1 2 0-16,-1-3 0 0,2 2 0 0,-1-3 0 0,-1-2 0 15,1 5 0-15,-1-5 0 0,0 0 0 0,0 0 0 16,0 0 0-16,0 0-193 0,3-11-271 0,-3 7-65 15,1-7-85-15,-4-2-452 0,1 2-1153 0,1-10 510 16</inkml:trace>
  <inkml:trace contextRef="#ctx0" brushRef="#br0" timeOffset="171385.3158">7647 10881 101 0,'-6'-2'352'0,"2"-1"5"16,-3-1 8-16,1 1-1 0,2 1-8 0,-1-1-7 15,0 0-5-15,5 3-6 0,-5-1 2 0,5 1-9 16,-5-5 3-16,5 5 0 0,-4-1-18 0,4 1 3 16,0 0-16-16,0 0-10 0,0 0-23 0,0 0-17 15,11-4-22-15,2 4-15 0,9-3-5 0,9 0-3 16,3 1-16-16,19-4-22 0,0 1-6 0,5 0-13 15,-3-1-12-15,1 0-12 0,4 0-12 0,-3 1-10 16,-3 1-8-16,-15-1-51 0,14 2-46 0,-18 1 0 16,-2 0 0-16,-4 2 0 0,-6 0 0 0,-6-1 0 15,-2 1 0-15,-5 0 0 0,-2 0 0 0,1 0 0 16,-4-1 0-16,3 1 0 0,-8 0 0 0,5 1 0 16,-5-1-171-16,0 0-99 0,0 0-74 0,0 0-64 0,-17 13-63 15,10-9-66-15,-5 1-58 0,3 1-305 16,0 1-974-16,2-2 432 0</inkml:trace>
  <inkml:trace contextRef="#ctx0" brushRef="#br0" timeOffset="172088.4399">8240 11235 351 0,'0'0'425'0,"0"0"9"0,5-12-3 0,-2 7-18 16,1 2-17-16,-2-2-22 0,2-1-28 0,0 1-19 16,0 0-20-16,1 0-17 0,0 1-21 0,0-1-23 15,4-1-19-15,-4 1-22 0,1 3-21 0,1-1-18 16,-2 1-19-16,3 1-16 0,-2 0-12 0,-6 1-14 16,15 2-10-16,-8 0-10 0,0 1-10 0,2-1-8 15,-5 3-8-15,1 0-4 0,0-1-4 0,-1 5-8 16,-2-3-2-16,0 1-2 0,-6 4-2 0,0-1-7 15,1-1 0-15,-4 2-3 0,-3 0-2 0,-4-1-1 16,-4-1-4-16,1 1 2 0,0 0-6 0,0-3 7 16,-1-1-6-16,0-1-2 0,8-1 4 0,-2-1 1 15,6-2 4-15,-4-1 16 0,2 0 30 0,3-4-2 16,-2 0 14-16,6 0-3 0,1-3-8 0,0-4-3 16,4-1-5-16,5-4-6 0,6-4-12 0,5-1-5 15,3-2-4-15,3 2-11 0,0 0 6 0,2 1-8 16,0 0 0-16,3 0-9 0,2 1-19 0,-1 1-9 15,-1 1-12-15,-1 1-14 0,0 0-8 0,-3 3-7 16,-2 0-9-16,-6 3-8 0,-1 2 7 0,0-2-8 16,-1 3 2-16,-4 2 0 0,-2-2 10 0,0 2 2 15,-2 0 5-15,-2 2 7 0,-2-2 4 0,3 2 8 16,-3-1 5-16,0-2 2 0,-1-1 0 0,-2 3 7 16,0-1 13-16,-2-2 6 0,0 1 14 0,0-1 8 15,-3 0 19-15,2 2 16 0,-2-1 11 0,1-1 9 16,-1 4 17-16,-1-3 8 0,2 1 14 0,-1 0 4 15,-1 2 9-15,2-1 7 0,-2 2-10 0,4 2-8 16,-4-2-10-16,4 2-8 0,0 0-1 0,0 0-66 0,-10 4-31 16,6 1 0-16,-1 0 0 0,0 5 0 0,0 0 0 15,0 3 0-15,-2 3 0 0,3 2 0 0,-2 2 0 16,1 4 0-16,1-5 0 0,0 0 0 0,3 1 0 16,-6 6 0-16,6-6 0 0,0-1 0 0,-3 0 0 15,-1 0 0-15,4 1 0 0,-3-2 0 16,0-1 0-16,4-1 0 0,0-3 0 0,-3-1 0 15,2 1 0-15,1-2 0 0,0-4 0 0,0 0 0 0,0 0 0 16,0-2 0-16,0-1 0 0,0 1 0 0,1-1-158 16,-1-4-272-16,4 3-42 0,-4-3-46 0,0 0-35 15,13-5-14-15,-12 0-349 0,3 2-992 0,-3-3 439 16</inkml:trace>
  <inkml:trace contextRef="#ctx0" brushRef="#br0" timeOffset="172275.7463">8581 11167 39 0,'-5'-3'307'0,"5"3"17"0,0 0 25 16,-4-4 37-16,4 4 28 0,0 0 17 0,-1-5-4 16,1 5-9-16,0-4-6 0,0 4-30 0,-1-4-25 15,1 4-25-15,1-4-44 0,-1 4-26 0,5-6-29 16,0 2-27-16,3 1-35 0,1-2-47 0,4 1-45 16,-2 0-51-16,2 1-49 0,6-1-51 0,0 1-72 15,-3-1-53-15,-1 2-48 0,-2 0-41 0,2 1-49 16,-2 0-49-16,5 1-38 0,-7 0-223 0,1 0-697 15,-1-1 310-15</inkml:trace>
  <inkml:trace contextRef="#ctx0" brushRef="#br0" timeOffset="172981.2198">8879 11094 51 0,'8'-3'278'0,"-8"3"17"0,5-1 13 0,-5 1 18 16,5-3 5-16,-5 0 0 0,0 3 4 0,5-4-5 0,-1 2-7 15,-4 2-11-15,3-3-9 0,-3 3-15 16,2-3-11-16,-2 3-30 0,3-5-24 0,-3 5-27 15,0 0-19-15,0 0-20 0,0 0-17 0,0 0-16 16,0 0-11-16,10 9-13 0,-9-5-9 0,-1 1-12 0,3-1-8 16,-2 3-7-16,0-2-7 0,0 1-2 0,-2 1-6 15,1 0-5-15,-1 0-4 0,-3 2-6 16,1 0-3-16,0-1-3 0,-5 0 0 0,3-1-5 16,-1 2 0-16,-2-5-4 0,-2 3-2 0,2-3 0 0,0 0-1 15,2-2-1-15,-3-1-2 0,4 0 1 16,-2-1 4-16,7 0-6 0,-10-2 2 0,6 0-3 0,-1-3 2 15,4-2 2-15,-1 1-1 0,0-2 6 0,2-2 2 16,2 2 1-16,1-3-1 0,1 1 3 0,1 1-1 16,-1 0 0-16,1 0-1 0,-1 2-3 0,1 2-2 15,-1-2 0-15,1 2 0 0,0 2-1 0,-1-2-4 16,1 0-1-16,-1 3-3 0,1 2-5 0,4-1 2 16,-9 1 2-16,12 0-3 0,-7 1 1 0,1 1 1 15,-2 3-2-15,3-2 6 0,-1 1-2 0,-1 1-2 16,0 1-2-16,-1-1 2 0,2-2-3 0,-2 3 2 15,1 3-1-15,-1-5 2 0,1 1-2 0,0 4 1 16,0-2-1-16,3-3 2 0,-3 0-3 0,0 2 1 16,2-2 1-16,1 1 3 0,0-2 1 0,2 0-1 15,3 0 0-15,-1-2-1 0,9-4 1 0,0-1 0 16,-1 0-2-16,2-3 6 0,-3-1-3 0,8-6 1 16,-3 0-3-16,-1-1-2 0,-3-3 15 0,1 0 3 15,-2-1 9-15,-1 0 1 0,-4-4 8 0,3 0-2 16,-4-2-2-16,1 0-3 0,-4 0 10 0,1-2 25 15,-5 10 5-15,0-1-12 0,-1 1-7 0,-1 0 12 0,-3 6 3 16,2 0-1-16,-2 1-8 0,-1 1-3 16,1 1-10-16,-2 3-5 0,1 2-15 0,0 3 1 15,-4-4-13-15,4 4 0 0,0 0-1 0,0 0-6 0,-11 12 7 16,7-3-17-16,-1 2 0 0,-2 5 0 0,1-1 0 16,0 9 0-16,-2 2 0 0,1 1 0 0,-1 0 0 15,4 1 0-15,-4 0 0 0,3-1 0 0,0 2 0 16,1-1 0-16,-2-2 0 0,3-7 0 0,2 6 0 15,-2-7 0-15,7-3 0 0,-4 3 0 0,4-3 0 16,2-5 0-16,2 1 0 0,1-3 0 0,1-1 0 16,3-2-28-16,0 0-67 0,5-2-22 0,-2-2-26 0,-2-2-45 15,4 0-42-15,-1-6-55 0,-1 2-60 16,-3 1-49-16,-4-4-65 0,1 1-65 0,-2 0-374 16,-3 1-971-16,-1-5 430 0</inkml:trace>
  <inkml:trace contextRef="#ctx0" brushRef="#br0" timeOffset="174641.2067">10369 11179 67 0,'0'-5'324'0,"0"5"-12"0,0 0-6 16,0-3 0-16,0 3 3 0,0 0 9 0,0 0-5 16,-4-6 7-16,4 6 0 0,0 0-2 0,0 0 0 15,-6-1 1-15,6 1-19 0,0 0-4 0,0 0-10 16,0 0-6-16,0 0-8 0,0 0-7 0,0 0 2 15,0 0-10-15,0 0-4 0,0 0-15 0,0 0-22 16,5-8-27-16,0 5-15 0,-1 0-20 0,6-3-14 16,3 1-12-16,5-1-17 0,-3-1-10 0,2 0-7 15,-1 0-12-15,0-2-11 0,2 2-2 0,-8 2-4 16,5-5-32-16,-3 5-33 0,-4-4 0 0,2 4 0 16,-4 1 0-16,-1-4 0 0,-1 5 0 0,0-3 0 0,-1-2 0 15,-1 4 0-15,-1-2 0 0,-1-2 0 0,-1 4 0 16,1-2 0-16,-2 1 0 0,-4 1 0 15,2 0 0-15,-1 0 0 0,0-1 0 0,-2 2 0 0,0-1 0 16,0 4 0-16,0-2 0 0,3 2 0 0,-7 0 0 16,2 1 0-16,-1 0 0 0,-2 5 0 0,2 1 0 15,-4 4 0-15,1 1 0 0,0 1 0 0,2-2 0 16,-1 4 0-16,3 0 0 0,-1 0 0 0,1 0 0 16,0-1 0-16,4-3 0 0,0 4 0 0,0-5 0 15,2 0 0-15,2-1 0 0,1 1 0 0,4 0 0 16,-1-1 0-16,4-2 0 0,2 2 0 0,1-3 0 15,8 1 0-15,0-2 0 0,4-2 0 0,6-3 0 16,1 2 0-16,-1-5 0 0,3-1 0 0,-3-6 0 16,0 6 0-16,-2-7 0 0,1 2 0 0,-2-4 0 0,-7 3 0 15,4-4 0-15,-7 2 0 0,1 1 0 16,0-2 0-16,-2-1 0 0,-1 2 0 0,0-2 0 16,-8 3 0-16,4 3 0 0,-3-3 0 0,1 4 0 0,-2-3 0 15,-4 7 0-15,3-3 0 0,0 1 0 0,-2 1 0 16,-2 0 0-16,3 0 0 0,-3 4 0 0,1-5 0 15,-1 5 0-15,4-4 0 0,-4 4 0 0,0 0 0 16,0 0 0-16,0 0 0 0,0 0 0 0,-5 15 0 16,2-10 0-16,2 3 0 0,-4-3 0 0,5 6 0 15,4-2 0-15,-8 3 0 0,8-2 0 16,-8-1 0-16,4 1 0 0,0 0 0 0,4 1 0 0,-3-2 0 16,-1 1 0-16,1-3 0 0,-1 1 0 0,4-3 0 15,-1 0 0-15,0 1 0 0,0-1 0 0,5-1 0 16,-4-2 0-16,4 0 0 0,-1-3 0 0,3 0 0 15,2-1 0-15,-2-4 0 0,0 1 0 0,3-2 0 16,-3 0 0-16,0-2 0 0,0 2 0 0,-1-3 0 16,0 2 0-16,2-1 0 0,-4 0 0 0,2 1 0 15,-1 1 0-15,-2 1 0 0,-2 0 0 0,0 3 0 16,1-3 0-16,-1 3 0 0,0-2 0 0,-3 4 0 16,3 0 0-16,0-1 0 0,-4 2 0 0,2-5 0 0,-2 5 0 15,0 0 0-15,0 0 0 0,0 0 0 0,10 7 0 16,-7-4 0-16,-3 3 0 0,3-3 0 15,-1 2 0-15,-1-2 0 0,1 5 0 0,-1-3 0 16,0 1 0-16,3 1 0 0,-4-2 0 0,3 3 0 0,-1-1 0 16,2-1 0-16,0 0 0 0,2 1 0 0,2-1 0 15,1-1 0-15,1 1 0 0,2-2 0 0,0-1 0 16,1 0 0-16,4-1 0 0,2-2 0 0,0-1 0 16,0-3 0-16,-1 1 0 0,3-5 0 0,-5 1 0 15,1 0 0-15,-2-2 0 0,1 0 0 0,-2-2 0 16,0 1 0-16,-7 0 0 0,1 0 0 0,0 1 0 15,-3 0 0-15,1 0 0 0,-2-1 0 0,-3 2 0 16,1-2 0-16,-2 3 0 0,-2 0 0 0,1 0 0 16,-2 2 0-16,2 0 0 0,-4 1 0 0,1 0 0 15,0 1 0-15,-3 2 0 0,0 0 0 0,7 1 0 16,-13 2 0-16,3 1 0 0,1 4 0 0,0-1 0 16,2 2 0-16,-2 2 0 0,1-1 0 0,2 2 0 15,1 1 0-15,-3-1 0 0,3 0 0 0,1 1 0 0,3-1 0 16,-2 0 0-16,3-1 0 0,1 2 0 0,2-1 0 31,2 0 0-31,4-3 0 0,0-2 0 0,3 2 0 0,0-1 0 0,4 1 0 0,1-4 0 16,0 2 0-16,1-3 0 0,1-3 0 0,3 0 0 0,1-2 0 15,-4-2 0-15,3-2 0 0,-3-2 0 0,1 0 0 16,-2-1 0-16,-1-2 0 0,-3 0 0 0,1 1 0 16,-4-5 0-16,0 3 0 0,-1 1 0 0,-1 2 0 15,-5-2 0-15,1 1 0 0,-2 2 0 0,-1-4 0 16,-2 6 0-16,3-1 0 0,-3 0 0 0,0 4 0 15,0-2 0-15,0 2 0 0,2-1 0 0,-2 4 0 16,0 0 0-16,-2-7 0 0,2 7 0 0,0 0 0 16,5-2 0-16,-5 2 0 0,0 0 0 0,0 0 0 15,0 0 0-15,10 5 0 0,-6-4 0 0,1 3 0 16,3-1 0-16,-2-2 0 0,3 4 0 0,-2-3 0 0,-1 0 0 16,0-2 0-16,-1 1 0 0,1 1 0 0,0 0 0 15,-1 0 0-15,1-1 0 0,-2 2 0 16,0 1 0-16,0-4 0 0,0 3 0 0,-2 1 0 0,1-1 0 15,0 1 0-15,-1 0 0 0,1-1 0 0,-3 4 0 16,3-3 0-16,-3 1 0 0,2 2 0 0,-4-1 0 16,4 0 0-16,-4 2 0 0,2-3 0 0,0 0 0 15,-3 0 0-15,1 1 0 0,1 0 0 0,1-3 0 16,-1 0 0-16,1 2-10 0,0-5-209 0,2 5-26 16,3-4-36-16,0 0-32 0,-5-1-22 0,12 1-16 15,-4-2-17-15,3 0-32 0,-1-1-36 0,-1-2-17 16,4-1-344-16,-4 4-864 0,0-5 383 0</inkml:trace>
  <inkml:trace contextRef="#ctx0" brushRef="#br0" timeOffset="175799.4662">11976 11029 122 0,'2'-3'275'0,"1"0"6"0,1 1 14 16,1-2-6-16,1 1 0 0,-2 3-2 0,2-4 0 15,-1 0-8-15,2 1-2 0,-2 0-11 0,3 0-12 16,-3 2-17-16,1 1-5 0,-1-2-12 0,-5 2-15 0,9-1-20 15,-3 0-20-15,-6 1-15 0,10 1-14 16,-5 2-13-16,-1 0-3 0,-1-1-14 0,6 3-9 16,-5 1-9-16,-3-1-5 0,3 1-8 0,-3 1-11 0,2 2-5 15,-3 0-9-15,0 0-1 0,0 0-6 0,-3-2 1 16,1 3-7-16,-2-2-5 0,0 2-1 16,-5-3-1-16,3 3-5 0,-2-5 1 0,0 3-2 15,0-4 0-15,-1 0-6 0,-2-1-1 0,0-1 0 0,1 0 0 16,2-2 1-16,0 0-1 0,1 0 0 0,0-3-3 15,1-2-1-15,2 2 1 0,-1-4-2 0,4 2 5 16,-3-1 11-16,4-4 9 0,0 1 1 0,0 0 1 16,5-1-1-16,-1 2 0 0,0-1-2 0,0 0 1 15,-1 4-1-15,3 0-1 0,-3-2-5 0,4 2 1 16,-2 3-7-16,0 1 2 0,0-1-3 0,3 2 2 16,-1 3 3-16,2-2 9 0,0 5-1 0,-1 2 12 15,2 1 0-15,-1 2 3 0,0 1-5 0,1 3-4 16,-1-1 9-16,-1 4 2 0,-3 1-3 0,1-1-5 15,-2 1-2-15,0 0-5 0,-3-1-6 0,2 8 3 16,-2-7 0-16,-5 1 3 0,3-2-6 0,-3 1-2 16,-5 4-1-16,4-4-6 0,-3-1 0 0,-2 3 11 15,-2-5-13-15,1 0-1 0,0 1-2 0,-2-1-9 16,3-4 7-16,-3 1-1 0,4-4-1 0,3-3 0 16,-2 1-4-16,0-2 3 0,2-3 6 0,1 3 6 15,0-2-6-15,1-3-2 0,4 0 3 0,0 0 11 16,-13-3-9-16,8-2 11 0,4 1-5 0,-2-3 13 15,3-2 1-15,0 1 6 0,0-1-6 0,3-1 0 0,1-1-30 16,1-1-12-16,3-3 0 0,2 1 0 0,0-1 0 16,2-3 0-16,0 4 0 0,8-5 0 15,-2-2 0-15,4 3 0 0,-3-2 0 0,3-2 0 16,-3 3 0-16,0 0 0 0,-2 0 0 0,1 0 0 0,-7 3 0 31,0 3 0-31,0 0 0 0,-2-2 0 0,-3 4 0 16,2 2 0-16,-2-3 0 0,0 1 0 0,-1 0 0 15,-1 2 0-15,-1 1 0 0,0 4 0 0,3-2 0 16,-6 1 0-16,3 0 0 0,-2 3 0 0,0-1 0 16,1-1 0-16,-2 4 0 0,2-6 0 0,-2 6 0 15,0 0 0-15,0 0 0 0,0 0 0 0,0 0 0 0,0 0 0 16,2 13 0-16,-4-9 0 0,2 4 0 16,0 0 0-16,0 1 0 0,0-3 0 0,0 4 0 15,0 0 0-15,0-3 0 0,0 2 0 0,4-3 0 16,-4 2 0-16,1-1 0 0,3-1 0 0,0 0 0 0,-3 0 0 15,4 0 0-15,0-1 0 0,2 0 0 0,-2 1 0 16,3-5 0-16,-1 2 0 0,2 0 0 16,4-3 0-16,0 0 0 0,-3-3 0 0,3 1 0 0,0 0 0 15,2-5 0-15,0-3 0 0,-1 2 0 0,-1 1 0 16,0-4 0-16,0-1 0 0,-2-1 0 0,2 0 0 16,-2 0 0-16,-2 4 0 0,-1-2 0 0,1 0 0 15,-4 4 0-15,0-3 0 0,-1 5 0 0,-1 0 0 16,-2 1 0-16,0 0 0 0,2 1 0 0,-2 0 0 15,-1 3 0-15,0-5 0 0,0 5 0 0,0 0 0 16,0 0 0-16,0 0 0 0,0 0 0 0,0 0 0 16,-10 12 0-16,3-3 0 0,2-1 0 0,4 3 0 15,-5 0 0-15,2 4 0 0,0 2 0 0,0 0 0 16,3-1 0-16,-2 4 0 0,2-2 0 0,2 2 0 16,-1-1 0-16,-1 9 0 0,2-9 0 0,2 2 0 0,-2-2 0 15,-1-1 0-15,1 0 0 0,2 7 0 16,-3-7 0-16,1-5 0 0,-1 1 0 0,0-3 0 15,-1 2 0-15,1-2 0 0,-4-1 0 0,3 2 0 0,-3 0 0 16,0-3 0-16,-1 0 0 0,-4 0 0 0,5-2 0 16,0-5 0-16,-1 3 0 0,0-1 0 15,-4 0 0-15,4-3 0 0,-1 1 0 0,6-2 0 16,-11-6 0-16,8 2 0 0,-1-2 0 0,0 0 0 0,4-5 0 16,-1-1 0-16,2 2 0 0,3-6 0 0,2 5 0 15,1-4 0-15,2 0 0 0,1 2 0 0,0 3 0 16,4-3 0-16,0 4 0 0,3-1 0 0,-1-2 0 15,1 6 0-15,-3-4 0 0,-1 5 0 0,0-2 0 16,-3 1 0-16,-4 3 0 0,6-2 0 0,-3 0-274 16,-5 3-246-16,1 1-77 0,0-1-76 0,0 1-349 15,-1-1-1106-15,-4 2 490 0</inkml:trace>
  <inkml:trace contextRef="#ctx0" brushRef="#br0" timeOffset="176347.116">13672 11031 299 0,'1'-3'391'0,"-1"3"19"0,0 0 10 0,1-6 5 16,-1 6-5-16,0 0 0 0,0 0 8 0,0 0-2 15,0 0-4-15,3-3-9 0,-3 3-5 0,0 0-21 16,0 0-14-16,0 0-15 0,0 0-26 16,0 0-23-16,0 0-25 0,0 0-30 0,0 0-23 0,0 0-20 15,0 0-1-15,0 0 0 0,-3 13-60 0,3-8-150 16,0 2 0-16,-1 2 0 0,1 0 0 0,0 2 0 15,-1 0 0-15,-2 1 0 0,-1-1 0 0,4 1 0 16,0 0 0-16,0-1 0 0,0-2 0 0,0 1 0 16,-1 1 0-16,2-3 0 0,-1-2 0 0,-1 2 0 15,1-3 0-15,0-1 0 0,-3 1 0 0,3-2 0 16,0-3 0-16,0 0-314 0,0 0-171 0,0 0-74 16,0 0-60-16,4-13-417 0,-1 4-1122 0,-2-1 497 15</inkml:trace>
  <inkml:trace contextRef="#ctx0" brushRef="#br0" timeOffset="176565.8163">13669 10843 402 0,'0'-6'446'0,"0"-1"22"0,0 5 32 0,0 2 13 16,0-4-13-16,0 4-19 0,0-5-30 0,0 5-46 16,-4-2-40-16,4 2-42 0,0 0-33 0,0 0-34 15,0 0-50-15,0 0-60 0,0 0-73 0,0 0-82 16,4 13-100-16,-1-6-81 0,-1 3-87 0,2 1-73 15,5-1-78-15,-4 1-316 0,5 3-806 0,-2 1 357 16</inkml:trace>
  <inkml:trace contextRef="#ctx0" brushRef="#br0" timeOffset="176971.9751">13849 11079 105 0,'8'0'396'0,"-8"0"16"0,0 0 32 0,5-4 15 16,-1 2 5-16,-4 2-19 0,1-5-11 0,-1 5-19 15,3-2-18-15,-3 2-12 0,1-5-5 0,-1 5-34 16,4-3-20-16,-4 3-25 0,2-3-30 0,-2 3-24 16,0 0-25-16,0 0-26 0,0 0-30 0,0 0-16 15,0 0-18-15,0 0-12 0,0 0-15 0,0 0-10 16,3 12-7-16,-3-4-11 0,1-3-10 0,-1 1-2 16,3 1-12-16,-2-2-10 0,0 1-24 0,1 0-24 15,-2-1-15-15,1 1-7 0,0-1-17 0,-1 1-8 0,0-1-2 16,3 0-9-16,-2-1 6 0,-1-1 7 15,0-3 6-15,0 0 3 0,0 5 5 0,0-5 13 16,5 1-1-16,-5-1 7 0,0 0 0 0,4-8 5 0,3 5 14 16,-4-3 12-16,4 1 6 0,-2 0 14 0,0 0 3 15,4-4 4-15,-3 3 8 0,0-3 12 0,1 6 10 16,-2-4 5-16,0 2 7 0,0 0 0 16,-1 2-6-16,0-1-4 0,0-1-6 0,0 4-8 15,-2 0-3-15,-2 1-7 0,8-4-49 0,-8 4 0 0,5-1 0 16,-5 1 0-16,0 0 0 0,10 4 0 15,-7-2 0-15,1-1 0 0,-1 3 0 0,2 0 0 0,-1-1 0 16,0 2 0-16,-1-2 0 0,-1 2 0 0,2 0 0 16,1-3 0-16,-3 2-70 0,5-1-117 0,-3 0-55 15,-2 3-55-15,5-5-48 0,-2 1-59 0,0 0-59 16,5-1-43-16,-1-1-19 0,2 0-334 0,0-2-930 16,0-1 411-16</inkml:trace>
  <inkml:trace contextRef="#ctx0" brushRef="#br0" timeOffset="177237.5123">14259 11023 109 0,'4'-5'252'16,"0"1"24"-16,0-2 24 0,-4 3 21 0,5-2 36 16,-4 1 27-16,2 2 27 0,-2 0 21 0,-1 2 11 15,4-3 6-15,-4 3 9 0,0 0 2 0,4-3-18 16,-4 3-15-16,0 0-21 0,0 0-17 0,0 0-19 16,1-3-23-16,-1 3-18 0,0 0 5 0,0 10-7 15,0-6-159-15,0 4-168 0,0 2 0 0,0 4 0 16,-1 1 0-16,-3 1 0 0,4 3 0 0,-3 0 0 0,2 1 0 15,0 5 0-15,-2-6 0 0,3 0 0 0,-1 8 0 16,-3-2 0-16,3-7 0 0,1 1 0 16,0 0 0-16,0-1 0 0,-2-1 0 0,2 1 0 15,-2 1 0-15,1 0 0 0,-2-6 0 0,2-2 0 0,5 0 0 16,-4 0 0-16,1-2 0 0,-1-3 0 0,0 1-26 16,2 0-550-16,0-1-48 0,4-2-27 15,-2 0-402-15,-4-4-1140 0,8 2 505 0</inkml:trace>
  <inkml:trace contextRef="#ctx0" brushRef="#br0" timeOffset="177565.5578">14331 11142 210 0,'4'-12'462'16,"3"1"20"-16,-4 0 30 0,2 2 17 0,-2 0-14 15,1 0-6-15,0 1-14 0,-2 1-10 0,3 1-25 16,-1-1-29-16,-2 2-23 0,2 0-38 0,1-1-29 15,1 1-33-15,1 1-19 0,3-1-32 0,-1 3-28 16,0 0-13-16,3 1-26 0,-1 1-16 0,0 0-15 16,0 3-21-16,-2-1-116 0,0 4-22 0,1-4 0 15,-1 6 0-15,-1 0 0 0,-2 2 0 0,3-1 0 16,-5 1 0-16,1 3 0 0,-5-3 0 0,0 3 0 16,0-2 0-16,-4 1 0 0,-1-1 0 0,-4 0 0 15,-1 1 0-15,-3 1 0 0,-2 1 0 0,-2-7 0 16,1 2 0-16,4-4 0 0,-6 3 0 0,8-4 0 15,-4 0 0-15,6-3 0 0,2-1 0 0,-1 0-90 16,1-4-156-16,2 0-35 0,6-3-28 0,1 3-35 0,8-3-28 16,-1-2-28-16,6 2-19 0,2-3-31 15,9 0-5-15,0 0-19 0,-8 5-252 0,9-3-785 16,-2 1 347-16</inkml:trace>
  <inkml:trace contextRef="#ctx0" brushRef="#br0" timeOffset="177987.3636">14804 11104 120 0,'4'-1'296'0,"-2"-1"21"16,-2 2 31-16,7-5 22 0,-5 0 20 0,0 1 13 16,-2 4 11-16,2-4 9 0,-1 0 3 0,-1 4-10 15,0 0 1-15,3-6-12 0,-3 6-22 0,1-6-5 16,-1 6-20-16,3-2-33 0,-3 2-23 0,0 0-32 16,0-4-26-16,0 4-27 0,0 0-22 0,0 0-24 15,0 0-21-15,0 0-13 0,0 0-21 0,0 0-12 16,0 0-8-16,0 0-96 0,2 12 0 0,-2-7 0 15,1 0 0-15,1-1 0 0,-1 5 0 0,0-4 0 16,1 1 0-16,-1 1 0 0,0-2 0 0,2 1 0 16,-2-1 0-16,0-2 0 0,2 1 0 0,0 1 0 15,-2-1 0-15,0-1 0 0,2-1 0 0,0 1 0 16,-3-3 0-16,5 1 0 0,1 0 0 0,-6-1 0 16,9-2-8-16,-3-1-17 0,0-1 6 0,-2 0-2 15,3 0 4-15,-1 0 11 0,-1-1 10 0,-1 0 3 16,3 1 7-16,0-2 11 0,-3 1 17 0,1 0-38 15,-4 2-4-15,3-1 0 0,0 2 0 0,1-1 0 16,-5 3 0-16,4-4 0 0,-4 4 0 0,4-2 0 16,-4 2 0-16,0 0 0 0,0 0 0 0,2-3 0 15,-2 3 0-15,0 0 0 0,0 0 0 0,8 5 0 16,-4-1 0-16,0-1 0 0,2-1 0 0,-1 2-69 16,4 1-156-16,0 2-55 0,2-3-64 0,0 1-53 15,-1-2-39-15,5 2-55 0,1-1-36 0,-4-3-377 0,2-1-979 16,4 0 433-16</inkml:trace>
  <inkml:trace contextRef="#ctx0" brushRef="#br0" timeOffset="178299.7642">15347 10862 337 0,'4'-16'379'0,"-2"5"28"16,2 1 39-16,-4-1 26 0,0 5 12 0,0 0-4 15,0 1-5-15,0-1-8 0,1 1 0 0,-2 0-10 16,1 5-18-16,1-3-14 0,-1 3-18 0,0-5-33 15,0 5-26-15,0 0-29 0,0 0-21 0,0 0-5 16,0 0 10-16,0 0-189 0,-7 12-114 0,3-1 0 16,0 1 0-16,0 5 0 0,1 1 0 0,-1 0 0 15,-1 6 0-15,3 2 0 0,-4-7 0 0,2 6 0 16,4-1 0-16,-5-4 0 0,5 0 0 0,-3 0 0 16,2-1 0-16,1 1 0 0,-4-2 0 0,2 0 0 15,2-6 0-15,-2 4 0 0,1-4 0 0,1-1 0 16,-1-1 0-16,0-3 0 0,1 4 0 0,1-6 0 15,-1-2 0-15,2 0 0 0,-2 1 0 0,0-4 0 16,0 0 0-16,2 4-300 0,-2-4-220 0,0 0-40 16,0 0-6-16,4-14 1 0,-6 8-382 0,2-5-1026 15,-2 2 455-15</inkml:trace>
  <inkml:trace contextRef="#ctx0" brushRef="#br0" timeOffset="178518.5728">15251 11094 960 0,'-2'-5'76'0,"-3"-1"62"0,-1 2 39 0,2 1 40 15,2-1 49-15,1-1 71 0,-4 4 62 0,5 1 61 16,-8-2 33-16,7-1 21 0,1 3 10 0,-4-4 1 15,4 4-12-15,-3-6-26 0,3 3-42 0,4 1-50 16,0-3-40-16,10-3-36 0,13 0-32 0,7-3-29 16,2 5-212-16,1-2-46 0,2 2 0 0,0 0 0 15,-2 0 0-15,0 0 0 0,-5 3 0 0,0-3 0 16,-9 3 0-16,-1-1 0 0,-3 1 0 0,-7 1 0 16,-2 0 0-16,-3 0-150 0,-3 0-365 0,0 2-62 15,-4 0-74-15,0 0-399 0,0 0-1137 0,-24-2 503 16</inkml:trace>
  <inkml:trace contextRef="#ctx0" brushRef="#br0" timeOffset="182331.9833">18233 10025 366 0,'0'0'394'0,"0"0"-4"0,-5-2-3 0,5 2-1 16,-3-2-9-16,3 2-6 0,0 0 0 0,0 0-6 15,0 0-5-15,-5-3-6 0,5 3-13 0,0 0-15 16,0 0-19-16,0 0 3 0,0 0-22 0,0 0-4 16,0 0-8-16,-4-4-10 0,4 4-29 0,0 0-24 15,14-1-21-15,-7-1-17 0,4 1-18 0,3-2-14 16,5 0-16-16,1 0-11 0,0 1-15 0,0-2-6 15,0 1-15-15,-6 0-44 0,1 1-36 0,-1 1 0 16,-4-2 0-16,3 1 0 0,-3-1 0 0,-3 0 0 16,-2 2-94-16,1 1-145 0,-6 0-79 0,9-1-65 0,-9 1-36 15,5 5-34-15,-7-2-41 0,2-3-41 0,-8 8-341 16,-1-1-949-16,3 1 419 0</inkml:trace>
  <inkml:trace contextRef="#ctx0" brushRef="#br0" timeOffset="182613.1419">18251 10182 106 0,'0'0'336'0,"-2"5"21"0,2-5 29 0,0 0 25 15,0 3 21-15,0-3 3 0,0 0 10 0,0 0 0 16,-3 6 11-16,3-6 0 0,0 0 2 0,0 0-7 16,0 0-13-16,0 0-19 0,0 0-23 0,16-4-28 15,-8 2-25-15,2-2-30 0,3-1-30 0,-2 2-29 16,7-2-51-16,1 0-203 0,-6 3 0 0,8-4 0 15,-5 1 0-15,3 1 0 0,-3 2 0 0,-5-1 0 0,5-1 0 16,-5 2 0-16,-1 0 0 0,1 1 0 16,0-1 0-16,-6 0 0 0,2 1 0 0,-2 0 0 15,-5 1 0-15,9-1 0 0,-9 1 0 0,7 0 0 16,-7 0 0-16,5-1 0 0,-5 1 0 0,4-3-322 16,-4 3-123-16,4-2-66 0,-4 2-88 0,5-5-454 15,-2 0-1140-15,1 1 505 0</inkml:trace>
  <inkml:trace contextRef="#ctx0" brushRef="#br0" timeOffset="183551.9951">20073 9157 215 0,'-1'-6'410'0,"1"0"23"0,1-2 13 16,-1 3 10-16,0 2 10 0,0-5 10 0,1 5 6 16,1-2-4-16,-2 0-9 0,0 0-5 0,0 5-28 15,0-4-22-15,0 4-26 0,0-5-28 0,0 5-27 0,0-4-29 16,0 4-33-16,0 0-29 0,0 0-26 15,0 0-25-15,0 0-20 0,0 0-101 0,0 0-70 16,0 0 0-16,0 0 0 0,2 15 0 0,-1-5 0 0,-1 2 0 16,2-1 0-16,-1 6 0 0,0 0 0 0,1 1 0 15,0 0 0-15,0 6 0 0,1 0 0 0,-1-5 0 16,1 6 0-16,1 0 0 0,-3-5 0 0,3 7 0 16,-2-2 0-16,1 0 0 0,0 2 0 0,2-4 0 15,-5-5 0-15,1 0 0 0,2-1 0 0,-2-5 0 16,3 0 0-16,-4-1 0 0,1-2 0 0,1-2 0 15,0-1 0-15,-2-2 0 0,0 0 0 0,1-1 0 16,-1-3 0-16,4 2 0 0,-4-2 0 0,0 0 0 16,8-10 0-16,-3 1 0 0,0-2 0 0,0 1 0 15,4-6 0-15,-1-1 0 0,0 2 0 0,2-2 0 16,-3 1 0-16,0 3 0 0,-2 2 0 0,3-1 0 16,-5 3 0-16,3-1 0 0,-4 6 0 0,2-3 0 15,-1 1 0-15,-1 1 0 0,-1 3 0 0,3-3 0 16,-1 3 0-16,-3 2 0 0,2-3 0 0,-2 3 0 0,0 0 0 15,0 0 0-15,18 7 0 0,-11-4 0 0,0 3 0 16,2-1 0-16,5 4 0 0,2 1 0 16,-5 0 0-16,3 2 0 0,0-3 0 0,3 3 0 15,-3-1 0-15,-3-2 0 0,0-3 0 0,-1 3 0 0,-1-2 0 16,-2 0 0-16,1-3 0 0,-3 0 0 0,0-1 0 16,-1 0 0-16,1-1 0 0,-5-2 0 0,8 2 0 15,-8-2 0-15,6-7 0 0,-2 1 0 16,0-3 0-16,2-3 0 0,-1 0 0 0,-1-6 0 0,-1-3 0 15,-1-7 0-15,1 0 0 0,-3-1 0 0,1-1 0 16,-1 1 0-16,-1-2 0 0,1 1 0 0,-4 0 0 16,2 3 0-16,0 0 0 0,0 5 0 0,0 4 0 15,1 3 0-15,1 3 0 0,-2 1 0 0,3 2 0 16,-2 1 0-16,1 3 0 0,-2 1 0 0,2-1 0 16,0 1 0-16,0 4 0 0,0-5 0 0,0 5 0 15,-3-3 0-15,3 3 0 0,0 0 0 0,0 0 0 16,0 0 0-16,-2 13 0 0,2-6 0 0,2-1 0 15,-2 5 0-15,3 1 0 0,0 4 0 0,-1 0 0 16,5 0 0-16,-2 0 0 0,1-1-647 0,3 4-88 16,0-7-401-16,0 3-1228 0,-4-5 543 0</inkml:trace>
  <inkml:trace contextRef="#ctx0" brushRef="#br0" timeOffset="184146.4217">20763 9492 385 0,'0'0'479'0,"-4"-10"19"16,4 10 5-16,-1-6-13 0,1 6-17 0,-2-4-5 15,2 4-22-15,0 0-7 0,0 0-18 0,-2-4-29 16,2 4-37-16,0 0-28 0,0 0-26 0,0 0-31 15,0 0-27-15,0 0-38 0,0 0-6 0,0 0-22 16,0 0-15-16,0 0-18 0,0 0-16 0,0 16-13 16,2-12-12-16,0 2-8 0,-2 1-12 0,0 0-6 15,1 0-11-15,2 3-2 0,-2 0-9 0,-1-1-27 16,2-2-28-16,0 2 0 0,-1 0 0 0,2-2 0 16,-2 2 0-16,3-5 0 0,-4 2 0 0,1 0 0 15,-1-2 0-15,1 1 0 0,2-2 0 0,-3-3 0 16,1 5 0-16,-1-5 0 0,6 0 0 0,-6 0 0 15,10-3 0-15,-4-2 0 0,-1-1 0 0,4-3 0 16,-1 0 0-16,1-1 0 0,0-4 0 0,0 4 0 16,0-4 0-16,1 1 0 0,-2 3 0 0,-2 0 0 15,0 0 0-15,1 4 0 0,-4-1 0 0,1-1 0 16,1 5 0-16,-2-1 0 0,0 0 0 0,-1 2 0 16,1-3 0-16,-3 5 0 0,4-2 0 0,-4 2 0 0,0 0 0 15,10 7 0-15,-5-2 0 0,1 1 0 16,1 4 0-16,0-2 0 0,0 4 0 0,-1-1 0 15,1 4 0-15,1 0 0 0,0-1 0 0,-3 1 0 0,0-4 0 16,2 0 0-16,-5 1 0 0,6 0 0 0,-7-2 0 16,4-1 0-16,-5 0 0 0,4-2 0 0,-1 0 0 15,-1-2 0-15,2 0 0 0,-4 0 0 16,0-2 0-16,3 1 0 0,-3-4 0 0,1 5 0 0,-1-3 0 16,0-2 0-16,5 3 0 0,-5-3 0 0,0 0 0 15,0 0 0-15,0 0 0 0,0 0 0 0,0 0 0 16,1-13 0-16,-1 10-468 0,0-3-210 0,-2 1-497 15,-2 0-1272-15,0-2 563 0</inkml:trace>
  <inkml:trace contextRef="#ctx0" brushRef="#br0" timeOffset="184709.2218">19990 10087 260 0,'0'0'341'0,"0"0"-17"0,0 0-5 16,-13-2-5-16,13 2-3 0,-7-3 14 0,-1 2-9 15,0 1 4-15,8 0-5 0,-19-2-7 0,10 2-10 16,-2 2-7-16,-1-1-11 0,-1 1-13 0,-1-2-15 16,2 0-7-16,-1 1-19 0,0-1-12 0,1 0-6 15,1 1-4-15,1-1-18 0,2 1-12 0,3-1-7 16,5 0 1-16,-11 2-7 0,11-2-1 0,-7 0 4 15,7 0-1-15,0 0-5 0,-4-3-9 0,4 3-10 16,0 0-14-16,22 0-3 0,-2 0 2 0,14-1-31 16,6 0-93-16,14-1 0 0,8-2 0 0,5-1 0 0,29-3 0 15,9 1 0-15,6-1 0 0,9-3 0 0,4 0 0 16,1 0 0-16,8-2 0 0,0 3 0 0,3-4 0 16,-2-1 0-16,-5 0 0 0,-6 4 0 0,-15 0 0 15,-7 2 0-15,-9 3 0 0,-34 1 0 0,-5 1 0 16,-17 3 0-16,-6-1 0 0,-9 2 0 0,-3-3 0 15,-4 4 0-15,-5-1 0 0,-1-1 0 0,-3 0 0 16,0 1 0-16,3-2 0 0,-8 2 0 0,9 0 0 16,-9 0 0-16,0 0 0 0,0 0 0 0,0 0 0 15,0 0 0-15,-18 9 0 0,6-6-421 0,2 0-158 16,-3-2-80-16,-3 0-430 0,1 0-1180 0,-2-1 522 16</inkml:trace>
  <inkml:trace contextRef="#ctx0" brushRef="#br0" timeOffset="185914.786">20542 10515 242 0,'0'0'381'0,"0"0"4"0,0 0 22 0,0 0 8 0,-4-11 11 16,4 11 6-16,0-4-2 0,0 4 5 0,-2-6 4 15,4 2-6-15,-2 4-4 0,0-5-15 0,0 1-14 16,0 4-20-16,0-6-14 0,2 4-15 0,-2 2-18 16,0-6-16-16,0 6-18 0,-2-5-18 0,2 5-85 15,0 0-196-15,0-4 0 0,0 4 0 0,0 0 0 16,0 0 0-16,0 0 0 0,0 0 0 0,0 0 0 16,0 0 0-16,0 0 0 0,0 0 0 0,0 0 0 15,0 0 0-15,2 18 0 0,0-10 0 0,-2 1 0 16,0 1 0-16,1 0 0 0,2 3 0 0,-2 3 0 15,-1-3 0-15,2 3 0 0,-2 0 0 0,2 1 0 16,-2-2 0-16,1-1 0 0,2 2 0 0,-2 0 0 16,3 0 0-16,-3-3 0 0,-1 3 0 0,1-3 0 15,2-5 0-15,-3 4 0 0,4-6 0 0,-3 2 0 0,-1-2 0 16,4-1 0-16,-4 1 0 0,0-2 0 16,4-3 0-16,-3 3 0 0,3-3 0 0,-4-1 0 15,10 0 0-15,-10 0 0 0,13-6 0 0,-8 2 0 0,5-4 0 16,-2-2 0-16,0 0 0 0,-1-7 0 0,3 3 0 15,-3 5 0-15,1-9 0 0,-1 4 0 0,0 1 0 16,-1 4 0-16,0-2 0 0,0-1 0 0,-1 4 0 16,2-2 0-16,-2 0 0 0,1 5 0 0,-4 0 0 15,1-1 0-15,1 2 0 0,-2 2 0 0,2-1 0 16,-3 0 0-16,4 0 0 0,-5 3 0 0,0 0 0 16,9 1 0-16,-1 3 0 0,-3 0 0 0,0 3 0 15,5 0 0-15,-2 0 0 0,1 1 0 0,1 0 0 16,-1 4 0-16,0 1 0 0,1-3 0 0,-1 1 0 15,0 3 0-15,-1 2 0 0,-1-6 0 0,1 1 0 0,-1 0 0 16,0-3 0-16,1 2 0 0,-4-4 0 16,2 2 0-16,-1-2 0 0,1-1 0 0,-3 0 0 15,2-2 0-15,-1 1 0 0,3-2 0 0,-4 1 0 0,3-2 0 16,-6-1 0-16,13-1 0 0,-5-3 0 0,-4 0 0 16,5-3 0-16,1-2 0 0,-1-5 0 0,0-3 0 15,0 0 0-15,1-7 0 0,1-1 0 0,-6 2 0 16,2-1 0-16,-3 0 0 0,0 3 0 0,-1 2 0 15,-1 0 0-15,1 2 0 0,-2 1 0 0,-1 3 0 16,3 1 0-16,-3 2 0 0,2 1 0 0,-2 2 0 16,0 1 0-16,1 1 0 0,-1 0 0 0,0 1 0 15,2 1 0-15,-2 3 0 0,0-5 0 0,0 5 0 16,0 0 0-16,-3-3 0 0,3 3 0 0,0 0 0 16,1-6 0-16,-1 6 0 0,0 0 0 0,0 0 0 0,0 0 0 15,0 0 0-15,0 0 0 0,0 0 0 16,-6 12 0-16,2-10 0 0,4 1 0 0,-1 1 0 15,0 0 0-15,-1 1 0 0,1-1 0 0,0-1 0 16,-2 2-203-16,3-2-410 0,0-3-67 0,0 8-437 0,4-6-1208 16,0-1 535-16</inkml:trace>
  <inkml:trace contextRef="#ctx0" brushRef="#br0" timeOffset="192159.5528">2981 12201 224 0,'0'-5'309'0,"1"1"-9"0,2-1-4 0,-2 1-6 15,-1 4-3-15,4-6-2 0,-4 3 4 0,0 3-10 16,0-3-1-16,0 3 2 0,0-6-14 0,0 6-3 16,1-4-4-16,-1 4-4 0,0 0-4 0,0 0-5 15,0 0-1-15,0 0-14 0,0 0-7 0,0 0-8 16,0 0-4-16,0 0-9 0,0 0-5 0,0 0 12 15,0 0-4-15,0 0-4 0,0 0-1 0,0 0-7 16,0 0-3-16,0 0-8 0,7 11-11 0,-7-9-5 16,0 4-13-16,1-3-29 0,-1 4-125 0,0-1 0 15,0-2 0-15,0 3 0 0,1-3 0 0,-1 3 0 16,0 2 0-16,4 0 0 0,-4 1 0 0,0 2 0 0,0 3 0 16,0-1 0-16,0-4 0 0,0 10 0 15,0-4 0-15,0 4 0 0,-4-1 0 0,3 2 0 16,1-3 0-16,0 3 0 0,0-5 0 0,0 2 0 15,0 1 0-15,0-1 0 0,0-3 0 0,1 2 0 0,-1-1 0 16,-1-1 0-16,1-2 0 0,0-2 0 16,0 0 0-16,0 0 0 0,-1 0 0 0,1-5 0 15,1 1 0-15,-1-2 0 0,1 0 0 0,3 1 0 16,-8-3 0-16,4-3 0 0,0 6 0 0,0-6 0 0,0 5 0 16,4-1 0-16,-4-4 0 0,1 2 0 0,-1-2 0 15,0 0 0-15,0 0 0 0,0 0 0 0,0 0 0 16,0 0 0-16,13-2 0 0,-13 2 0 0,9-5 0 15,0 1 0-15,3 2 0 0,-3-3 0 0,2 1 0 16,2-2 0-16,-2 2 0 0,8-1 0 0,-1-2 0 16,-1 2 0-16,2-2 0 0,0 3 0 0,-2-1 0 15,2 1 0-15,-10 1 0 0,5-1 0 0,-5-1 0 0,3 3 0 16,-6 1 0-16,3-2 0 0,-3 3 0 16,-1 0 0-16,0-2 0 0,-1 1 0 0,-4 1 0 15,6-2 0-15,-6 2 0 0,0 0 0 0,0 0 0 16,8-1 0-16,-8 1 0 0,0 0 0 0,0 0 0 0,0 0 0 15,0 0 0-15,0 0-3 0,-10-10-675 16,5 3-574-16,-3-1-1356 0,2 0 600 0</inkml:trace>
  <inkml:trace contextRef="#ctx0" brushRef="#br0" timeOffset="192487.6046">2902 12234 66 0,'0'-6'485'16,"-3"0"0"-16,3 1 9 0,0 2-3 0,-1-2-21 15,-2 0-26-15,3 1-24 0,-1 0-32 0,1 4-22 16,-1-5-13-16,1 5-19 0,0-5-19 16,0 5-17-16,1-4-35 0,0 1-9 0,-1 3-17 0,7-5-28 15,-2 3-23-15,6-3-8 0,2 2-17 0,6-1-11 16,-1-1-6-16,4 3-15 0,-3-5-10 0,12 2-4 15,-4 0-7-15,-8 1-13 0,3 0-11 0,-1 2-2 16,1-2-14-16,-4 3 2 0,0-1-24 0,2 0 1 16,-2 0-16-16,-5 1-25 0,1 1-14 0,-5-3-41 15,3 3-35-15,-1 0-29 0,-3 0-37 0,-5-1-31 16,-3 1-25-16,12 0-38 0,-6 0-39 0,-6 0-49 16,8 1-29-16,-8-1-33 0,0 0-45 0,3 3-46 15,-3-3-326-15,0 0-878 0,-9 6 389 0</inkml:trace>
  <inkml:trace contextRef="#ctx0" brushRef="#br0" timeOffset="192753.1711">3076 12482 36 0,'5'2'517'0,"-5"-2"8"16,0 0-2-16,0 0-10 0,9-7-24 0,-8 3-33 15,2 3-29-15,2-3-29 0,-3-2-29 0,3 5-33 16,0-3-27-16,4 1-33 0,3-3-27 0,-2-1-25 16,0 3-22-16,3-1-26 0,-1 0-16 0,0 1-13 15,1 1-15-15,0-1-12 0,6 0-22 0,-6 3-26 16,5-3-33-16,-7 1-39 0,2 1-46 0,-1 1-37 16,-1 0-46-16,1 1-50 0,-2 0-61 0,-1 0-67 15,-2 0-68-15,0-2-65 0,-2 4-55 0,-5-2-256 16,9 1-811-16,-3 1 359 0</inkml:trace>
  <inkml:trace contextRef="#ctx0" brushRef="#br0" timeOffset="193175.2371">3367 12468 43 0,'0'0'421'16,"10"-7"33"-16,-10 7 19 0,3-4 8 0,-3 4-9 15,4-2-9-15,-3 1-5 0,-1 1-18 0,0 0-5 16,0 0-20-16,0 0-32 0,5-4-19 0,-5 4-29 0,0 0-40 15,0 0-27-15,0 0-33 0,0 0-22 0,0 0-17 16,4 10-24-16,-3-8-14 0,1 5-8 16,0-3-19-16,-1 3-14 0,3 3-7 0,-3 0-12 15,1-1-23-15,0 0 8 0,-1 1-11 0,2 1-10 0,-3-2-8 16,0 0-1-16,1 0-41 0,2 2-12 0,-3-5 0 16,0 1 0-16,1 1-29 0,-1-3-41 0,0-1 12 15,0 1-3-15,0-1 3 0,0-4 9 0,0 5 7 16,0-5 5-16,0 0 3 0,0 0 4 15,0 0 1-15,13-12 4 0,-8 8-5 0,1-4 18 0,1 2 10 16,-2 0 13-16,0-4 3 0,4 2 17 0,-4 1 5 16,2-1 12-16,-2 3 0 0,0 1 3 15,-1-3-3-15,2 3 10 0,-4 1 1 0,2 1-4 0,-1-2-2 16,-3 4-2-16,4-5-48 0,-2 4-3 0,-2 1 0 16,0 0 0-16,13 1 0 0,-13-1 0 0,8 4 0 15,-4 0 0-15,1-2 0 0,0 3 0 0,-1-3 0 16,2 3 0-16,-2-1 0 0,0 2 0 0,0-2 0 15,-1 2 0-15,1-2 0 0,0-1-73 0,-1 2-166 16,2 0-55-16,-2-2-74 0,1 0-71 0,-1 1-70 16,3-4-64-16,2 1-377 0,-8-1-1028 0,14-3 455 15</inkml:trace>
  <inkml:trace contextRef="#ctx0" brushRef="#br0" timeOffset="193909.7587">3754 12533 16 0,'3'-4'365'0,"-2"2"11"0,-1 2 39 0,3-4-9 16,-3 4 18-16,2-4 2 0,-2 4-8 0,0 0-6 16,0 0-4-16,0 0-17 0,-1-5-12 0,1 5-21 15,0 0-33-15,0 0-18 0,0 0-25 0,0 0-36 16,0 0-22-16,0 0-20 0,0 0-37 0,0 0-5 16,0 0-13-16,0 0-15 0,0 0-19 0,0 0-15 15,0 0-1-15,0 0-10 0,9 1-3 0,-9-1-13 16,10 2-2-16,-10-2-11 0,13 1 1 0,-7 0-7 15,3-1 1-15,-2 2-11 0,3-4 3 0,0 2-12 0,-4-1-5 16,2-1-2-16,-4 1-5 0,2-2-14 16,2 0 0-16,-3-1-7 0,-1-1 6 0,0 1-2 15,0 0-12-15,-3 1 6 0,-1-2-6 0,0 5-1 16,-1-7 4-16,-2 4-4 0,-2 1 5 0,1 1 4 0,-5-1-4 16,4 1-5-16,-3-1 0 0,8 2 3 15,-15 3 4-15,5 0-8 0,2-1 1 0,-3 3-6 16,-1 1 5-16,2 0 7 0,1 3-6 0,1 0 0 15,1 0 5-15,-1 1-23 0,3 2-6 0,1-1-14 0,-1-1-3 16,0 0-3-16,5 1-8 0,0 0-3 0,4-1 3 16,1-1-2-16,0 2 4 0,3-4 4 15,2 0 9-15,1-2 2 0,2 3 5 0,4-4 2 16,-5-3 8-16,10 1-10 0,-4-2 18 0,1-3 2 0,2 0-2 16,-2-4 2-16,-3-1 8 0,2-1 4 0,0-1 8 15,-2-1 18-15,-2-1 9 0,-1 0 12 0,-1-1 6 16,-3 1 6-16,0-1 10 0,1-1-7 15,-2 2 3-15,-5 3-5 0,0-2 1 0,0 0-7 0,1 2-8 16,-3 4 4-16,0-6-5 0,-1 6-11 0,0 2 7 16,0-1-5-16,0 4-12 0,0-6 2 0,0 6-5 15,0 0 4-15,0 0-24 0,0 0 20 0,-5-4-9 16,5 4 3-16,0 0-6 0,0 0-4 0,0 0 6 16,0 0-4-16,5 14 7 0,-2-13 7 0,-3-1-3 15,6 4-25-15,-1-3 14 0,-1 0 15 0,4 0-10 16,0-1 4-16,-1 2-8 0,-3-2 5 0,5 0 0 15,-5 2-8-15,-4-2 9 0,15 2-7 0,-12-2 6 16,2 1 4-16,1-1-7 0,-1 3 5 0,2-2 8 16,-2 1 0-16,0 2-6 0,0 1-12 0,-1 0 0 15,-1-3 0-15,0 1 0 0,4 4 0 0,-6-1 0 16,1-1 0-16,0 2 0 0,-1 1 0 0,2 0 0 16,-2 0 0-16,-1-1 0 0,0-2 0 0,0 1 0 15,0-1-54-15,0 1-116 0,1 0-46 0,2-2-51 16,-1 1-23-16,4-2-66 0,-4 1-50 0,3-1-59 15,3-2-46-15,-2-1-399 0,3-1-985 0,-9 1 436 16</inkml:trace>
  <inkml:trace contextRef="#ctx0" brushRef="#br0" timeOffset="194536.9014">4397 12501 219 0,'3'-3'341'0,"-1"-2"23"0,2 3 9 0,-1-3-9 16,-1 1-9-16,2 0-15 0,-1 0-16 15,2 3 3-15,-3-4-10 0,2 1-14 0,-3 1-15 16,3 1-28-16,-4 2-8 0,5-4-22 0,-2 3-16 16,-3 1-17-16,5-1-22 0,-5 1-9 0,9 0-14 0,-9 0-4 15,10 3-3-15,-5 0-10 0,-1-1-4 0,1 1-12 16,0 2-2-16,0-1-7 0,-1 0-7 0,0 1-11 16,0 0-7-16,-4 0-6 0,4 1-1 15,-3 0-20-15,0 0 3 0,-2 0-8 0,1 1-8 16,-1 2-1-16,-3-1-2 0,-2 0-8 0,-1 1 1 0,-2-1 0 15,0-1-11-15,-1 1-15 0,0-3-5 0,-2 0-7 16,3 1-1-16,-1-2-2 0,1-3 1 16,2 1 0-16,-1-2 4 0,0 0-4 0,1-2 4 15,1 1 3-15,0-3-1 0,2-2-3 0,2 1 2 0,-1-2 2 16,2-1-2-16,-3-1 3 0,4-1 4 0,5 0 6 16,-2 1-4-16,-2-1-1 0,3 0 4 0,0 3-2 15,1-4 2-15,-1 6-15 0,1 0 13 0,2-1 1 16,-2 2-5-16,3 3 3 0,1 1 16 0,2 1-4 15,1 4 4-15,-2 2 3 0,4 3 8 0,-1 4-4 16,-3-1-5-16,7 8-7 0,-8-3 15 0,0 2-2 16,-3 3 1-16,-1 4 2 0,2 0-7 0,-3-2-1 15,-2 2 3-15,-2-1 4 0,-2-1-4 0,-1-5 2 16,-1 0-8-16,0 5-4 0,-1-6 6 0,0 0-2 16,1-1-4-16,-5-1-3 0,3-1-5 0,0-2 3 15,-1 1 0-15,2-6-4 0,0-1-4 0,-1 3 6 16,2-5-5-16,-1 0-9 0,-2 2 0 0,2-4 0 15,-3 1 0-15,1-1 0 0,-2-2 0 0,2 1-23 16,-3 0-10-16,-1-2-9 0,3 0 7 0,-2-2 7 16,2-2 1-16,2 3 6 0,1-3 2 0,-3-1-1 15,2-4 6-15,-1 2 14 0,5 0-1 0,-1-3 12 0,3-2 7 16,0-2-2-16,4 0-1 0,1-3 0 16,3 0 0-16,3-1-3 0,5-3 0 0,1 1-2 15,0 1-4-15,2-3 4 0,2 5-23 0,-1-1-27 16,-1 0-27-16,4 2-42 0,-6 5-34 0,-2 1-42 0,3-2-44 15,0 1-67-15,-1 1-43 0,0 2-52 0,0-1-61 16,-2 1-57-16,-3 1-374 0,-1 1-956 0,0-2 423 16</inkml:trace>
  <inkml:trace contextRef="#ctx0" brushRef="#br0" timeOffset="195179.1594">4765 12541 277 0,'0'0'375'0,"0"0"23"0,0-11 14 0,0 9 6 16,3-1 10-16,-2-1-4 0,-1 4-3 0,0-5-12 16,0 5-13-16,0 0-16 0,0-5-27 0,0 5-27 15,0 0-12-15,0 0-39 0,0-3-20 0,0 3-27 16,0 0-16-16,0 0-22 0,0 0-27 0,0 0-15 16,0 0-17-16,0 0-10 0,4 11-17 0,-4-4-9 15,0-3 3-15,1 2-20 0,-1 1-6 0,3 0-7 16,-2 0-10-16,-1-2-1 0,5 4-9 0,-2-1-5 15,-2-2-12-15,3-2-20 0,-3 4-5 0,3-5-5 16,-3 2-4-16,3-3-3 0,1 3 3 0,-1-3-7 16,2 0-2-16,3-2-7 0,-2-1 2 0,-2-2 3 15,8 0 6-15,-5-1 1 0,3-1 3 0,-2-2 2 16,1-1-2-16,-5 1 5 0,1-2 5 0,0 1 13 16,0-1 1-16,0 0 12 0,-2-1 19 0,-4 4 11 0,3-2-7 15,-2-2 14-15,0 5-2 0,-2-1 17 0,2 0 5 16,-1 3-63-16,0-1-23 0,0 4 0 15,-2-7 0-15,2 7 0 0,-2-3 0 0,2 3 0 0,0 0 0 16,0 0 0-16,-15 9 0 0,11-3 0 0,0 4 0 16,1 1 0-16,0 5 0 0,0 1 0 0,2 3 0 15,1 4 0-15,0 4 0 0,1-2 0 0,1 0 0 16,-2 2 0-16,2-2 0 0,-2 3 0 0,2-2 0 16,0 0 0-16,-2 0 0 0,0-3 0 0,0 2 0 15,-4-8 0-15,4 6 0 0,-4-5 0 0,2 0 0 16,-1 3 0-16,-2-8 0 0,1 3 0 0,1-5 0 15,-4-2 0-15,2 0 0 0,0-1 0 0,-1-1 0 16,1-1 0-16,1-3 0 0,0 0 0 0,-1-1 0 16,-1-2 0-16,6-1 0 0,-7 1 0 0,7-1 0 15,-3-7 0-15,2-3 0 0,1 0 0 0,0 0 0 16,1-7 0-16,4 2 0 0,2 0 0 0,2-3 0 16,-3 2 0-16,3 1 0 0,1-1 0 0,3 2 0 15,1-2 0-15,-1 1 0 0,0 2 0 0,-1 0 0 16,5 1 0-16,-3 1 0 0,-1-1 0 0,-3 6 0 15,2-2 0-15,-6 4 0 0,5 0-161 0,-4 0-250 16,1 1-74-16,-4 1-76 0,3 1-58 0,-7 1-374 16,6-3-1075-16,-6 3 476 0</inkml:trace>
  <inkml:trace contextRef="#ctx0" brushRef="#br0" timeOffset="196366.2486">5563 12794 67 0,'0'0'173'0,"0"0"-4"15,0 0-9-15,0 0-11 0,0 0-9 0,0 0-7 16,0 0-12-16,0 0-7 0,0 0-9 0,0 0-6 16,0 0-17-16,6-5 5 0,-6 5-9 0,0 0-9 15,0 0-2-15,0 0-2 0,0 0 2 0,0 0 5 16,0 0 4-16,0 0 10 0,0 0 2 0,0 0 10 15,0 0 5-15,0 0 1 0,0 0 1 0,0 0 0 16,0 0 6-16,0 0-3 0,0 0-2 0,0 0-4 16,0-5 1-16,0 5 6 0,0 0-5 0,0 0-7 15,0 0 6-15,0 0-2 0,0 0 0 0,0 0-1 16,0 0 3-16,0 0-5 0,0 0-3 0,0 0-4 16,0 0-1-16,0 0-5 0,0 0 1 0,0 0-3 15,0 0 0-15,0 0 6 0,-9-2-6 0,9 2 3 16,0 0 1-16,0 0-1 0,0 0 7 15,0 0-2-15,0 0-2 0,0 0 4 0,0 0-4 0,-9 0-2 16,9 0 0-16,0 0-2 0,-4-3 0 0,4 3-7 0,0 0 1 16,0 0-2-16,0 0-2 0,0 0-4 15,0 0 1-15,0 0-7 0,-6-1 0 0,6 1-9 16,0 0 4-16,0 0-5 0,0 0-1 0,0 0 1 16,0 0-8-16,0 0-5 0,17-1-6 0,-6-2 1 0,7 2 7 15,2 1-1-15,10-4 5 0,3 2 3 0,21-3 10 16,-3 0-8-16,5-2-1 0,13-2-1 0,28-2-6 15,-1-3-7-15,1 0 14 0,4 0-13 0,4-1-10 16,1-4 12-16,6 2-15 0,1 3-8 0,7-4 9 16,-5 2 1-16,-4 2 3 0,-3 1 7 0,-7-5 6 15,-8 13 1-15,-28-1-4 0,-2-1-4 0,-1 0 6 16,-4 3-5-16,-3 0-5 0,-16 2-33 0,-3 1 0 16,0-2 0-16,-5 2 0 0,-11 0 0 0,-2-2 0 15,-4 3 0-15,-4-2 0 0,1 2 0 0,-4-2 0 16,-1 0 0-16,0 2 0 0,-6 0 0 0,7 0 0 15,-7 0 0-15,0 0 0 0,8-1 0 0,-8 1 0 16,0 0 0-16,0 0 0 0,8 0 0 0,-8 0-15 16,0 0-49-16,0 0-4 0,0 0-12 0,0 0-12 15,6 1-20-15,-6-1-12 0,0 0-17 0,0 0-19 16,0 0-15-16,0 0-17 0,0 0-24 0,0 0-28 16,0 0-33-16,0 0-25 0,0 0-28 0,0 0-34 15,0 0-26-15,0 0-26 0,0 0-23 0,0 0-226 16,0 0-721-16,0 0 318 0</inkml:trace>
  <inkml:trace contextRef="#ctx0" brushRef="#br0" timeOffset="196976.5823">7772 12423 39 0,'0'0'237'16,"0"0"2"-16,-1-3-3 0,1 3-12 0,-1-5-10 15,1 5-9-15,-4-3-21 0,4 3-8 0,0 0-4 0,-6-1-5 16,6 1 3-16,-6-3-6 0,6 3-9 0,0 0 1 16,-11 0 3-16,11 0-1 0,0 0 3 0,-6 0 7 15,6 0 14-15,0 0-14 0,0 0 10 16,0 0 4-16,0 0-1 0,0 0 6 0,-7-1 2 0,7 1-4 16,0 0-4-16,-4-3-4 0,4 3-5 0,0 0-4 15,0 0-3-15,0 0-3 0,0 0-6 0,0 0-8 16,0 0-7-16,0 0 1 0,0 0-13 15,0 0-10-15,0 0-15 0,0 0-14 0,0 0-3 0,17 8-13 16,-7-6-13-16,-1 0 7 0,4 2-12 0,6 1-8 16,0 0-9-16,2-2 1 0,-1 3-6 15,0-2-4-15,1 1 2 0,1 1-2 0,-2-1 1 0,-2 0 1 16,0 2-7-16,-8-4 10 0,4 0-6 0,-2 0 0 16,-3 1 10-16,-3-1-5 0,-1-1 0 0,2-1 13 15,-2 1-7-15,0-2 9 0,-5 0-2 0,5 2 7 16,-5-2 21-16,6 2-4 0,-6-2-40 0,1 4-31 15,-1-4 0-15,0 0 0 0,0 0 0 0,3 3 0 16,-3-3 0-16,0 0 0 0,0 0 0 0,-10 6 0 16,6-4 0-16,-1 2 0 0,-5-1 0 0,2 5 0 0,-3-4 0 15,-1 3 0-15,-6 3 0 0,1-2 0 0,-7 8 0 16,0-2 0-16,0-1 0 0,-2 0 0 16,3-1 0-16,-5 4 0 0,1-4 0 0,0-1 0 15,3 3 0-15,-4-1 0 0,9-4 0 0,0-2 0 0,1 2 0 16,-1-2 0-16,2 1 0 0,5-4 0 0,2-2 0 15,0 2 0-15,4-2 0 0,-1 1 0 16,3 0 0-16,-1-3 0 0,0 3 0 0,5-3 0 0,-5 1 0 16,5-1 0-16,-5 2 0 0,5-2 0 0,0 0 0 15,0 0 0-15,0 0 0 0,0 0 0 0,-8 1 0 16,8-1 0-16,0 0 0 0,0 0-85 0,0 0-354 16,0 0-79-16,0 0-88 0,0 0-485 0,0 0-1181 15,0 0 523-15</inkml:trace>
  <inkml:trace contextRef="#ctx0" brushRef="#br0" timeOffset="197869.2127">3639 13148 243 0,'-1'-4'280'0,"1"-2"-6"16,1-2 1-16,-2 4-7 0,1-1-6 0,0-1 5 15,-3 2 8-15,3 0 8 0,-1-1 7 0,1 0-6 16,0 5 4-16,-4-5-6 0,3 0-6 0,1 5-12 0,0-4-16 16,0 4-21-16,-3-5-22 0,3 5-19 0,0 0-18 15,0 0-20-15,0 0-16 0,0 0-10 0,0 0 7 16,0 0 9-16,0 0 1 0,8 19-2 15,-4-8 7-15,0 0-4 0,1 8-1 0,1-1 10 0,2 9-10 16,1 1 12-16,0 3-11 0,1 4 14 0,-2 0-11 16,1 11-6-16,0 1 2 0,-3-2-9 0,0 5-10 15,-2-16-3-15,1 12-9 0,-2 4-57 0,1-3-51 16,-3-11 0-16,-2 12 0 0,-2-12 0 0,2 0 0 16,1 0 0-16,1 11 0 0,-2-15 0 0,0 2 0 15,-1-4 0-15,0 0 0 0,2-3 0 0,-1 1 0 16,1-9 0-16,0 1 0 0,0-3 0 0,0-4 0 15,1 0 0-15,-1-3 0 0,2 1 0 0,0-1 0 16,-2-2 0-16,0-1 0 0,0 2 0 0,2-6 0 16,-2 2 0-16,3 0 0 0,-3-5 0 0,1 7 0 15,-1-6 0-15,0-1 0 0,0 0 0 0,0 6 0 0,0-6 0 16,3 2 0-16,-3-2-222 0,0 0-151 16,-3-12-49-16,-2 5-29 0,2 0-26 0,-2-1-20 15,1-3-9-15,-2 0 4 0,0 2-289 0,-7-3-856 16,3-1 379-16</inkml:trace>
  <inkml:trace contextRef="#ctx0" brushRef="#br0" timeOffset="198228.5709">3555 14080 165 0,'-6'-6'227'0,"6"6"16"0,-3-1 0 0,3 1 6 16,0 0 7-16,0 0-8 0,0 0-17 0,0 0-10 16,0 0-10-16,0 0-14 0,0 0-2 0,0 0-5 0,0 0-12 15,0 0-3-15,0 0-26 0,20 4-14 0,-12-2-13 16,2-2-8-16,2 1-6 0,-1 1-20 0,2-1-1 15,1 0-15-15,4-1-9 0,0 2-18 0,1-1 11 16,-2-1-14-16,2 2 5 0,-1-5-14 16,-5 3-4-16,3-3 7 0,2-1-12 0,-4-1-7 0,-2-1 4 15,0 2 13-15,1-3-7 0,-4 1 10 0,1 2 0 16,3-5 24-16,-5 4 23 0,-3 1 7 0,0-4 16 16,3 2 19-16,-2-1 15 0,-2 2 12 15,-2 2 8-15,1-2 9 0,0 3 9 0,-2-3 0 0,2 3-3 16,-3 2 2-16,2-7-34 0,1 6 7 0,-3 1-21 15,2-3-11-15,-2 3-8 0,0 0-6 0,0 0 0 16,0 0-8-16,-10 9-15 0,9-3-4 0,-5 0-5 16,0 3-17-16,0 1 0 0,-6 4 0 0,2-1-7 15,-4 1-27-15,2 1-50 0,-2 6-59 0,0-4-89 16,-4 1-91-16,3-4-120 0,-7 3-142 0,7-6-541 16,0 0-1159-16,2-2 512 0</inkml:trace>
  <inkml:trace contextRef="#ctx0" brushRef="#br0" timeOffset="200776.9039">2343 14707 244 0,'0'0'393'15,"-6"1"8"-15,6-1-3 0,0 0-15 0,-4-4-1 16,4 4-7-16,0 0-9 0,0-4-4 0,0 4-9 16,-5-4-9-16,5 4-12 0,-5-2-16 0,5 2-10 15,-4-5-15-15,4 5-2 0,0-3-16 0,0 3-12 16,4-5-4-16,-4 5-12 0,0-5-16 0,0 5-15 15,0 0-17-15,1-6-25 0,4 2-12 0,-1 3-22 16,0-3-10-16,5 1-17 0,0 0-8 0,5 2-12 16,-1-1-14-16,5 1-77 0,1 2 0 0,1 2 0 15,1 2 0-15,-1-1 0 0,-2 2 0 0,2 2 0 16,-2 1 0-16,-1 1 0 0,-2-2 0 0,2 6 0 16,-3-2 0-16,-4 2 0 0,0 0 0 0,-3 1 0 15,-2 0 0-15,-1 4 0 0,-8-1 0 0,3-1 0 16,-10 8 0-16,1-7 0 0,0-2 0 0,-8 3 0 15,-1 1 0-15,3-7 0 0,0-1 0 0,-2-1 0 16,0-2 0-16,-2-2 0 0,0-3 0 0,7-1 0 16,1-2 0-16,-1-1 0 0,0-1 0 0,3-4 0 15,-4-2 0-15,0-5 0 0,3-3 0 0,3-2 0 16,3-1 0-16,-2-6 0 0,10-2 0 0,-3-2 0 16,4 1 0-16,5 3 0 0,5 0 0 0,-4 7 0 15,4 1 0-15,4-3 0 0,9 3 0 0,-3 6 0 16,-6 1 0-16,10 2 0 0,-1 4-355 0,-4 3-355 15,-3-1-478-15,1-1-1287 0,1 5 569 0</inkml:trace>
  <inkml:trace contextRef="#ctx0" brushRef="#br0" timeOffset="201230.7355">2801 14789 100 0,'1'-3'479'0,"-1"3"6"16,3-7-8-16,-3 7-5 0,1-6-10 16,-1 3-18-16,0 3-15 0,0-4-24 0,0 4 0 15,0-7-14-15,0 7-19 0,0 0-22 0,0-3-39 16,0 3-24-16,0 0-25 0,3-4-30 0,-3 4-30 16,0 0-12-16,0 0-30 0,0 0-9 0,10 7-14 0,-5-3-19 15,0 1-10-15,0 2-21 0,4 2 3 0,0 0-1 16,0 2-14-16,-1-2-5 0,-1 4-11 15,3 1-2-15,-3 1-14 0,1-4 4 0,-1 3-6 16,0-1-5-16,-2-1-8 0,-3-1-20 0,3 0-7 0,-2-1-30 16,2 0-3-16,-4-3-6 0,2-1-3 0,-2 0-8 15,3-1 12-15,-2-1 12 0,-2-1-9 0,0-3 23 16,4 1 5-16,-4-1 10 0,0 0 9 16,8-14 15-16,-4 3 9 0,5-4 2 0,-2-1 10 15,1-2 7-15,1-7 6 0,1 7-17 0,-1 0-45 0,-1 1 0 16,1-1 0-16,0 2 0 0,0 0 0 0,-5 3 0 15,1 1 0-15,0 3 0 0,1-1 0 0,-3 3 0 16,1 2 0-16,-3 0 0 0,1 1 0 16,2-1 0-16,-2 3 0 0,-2 2 0 0,0 0 0 0,2-1 0 15,-2 1 0-15,0 0 0 0,0 0 0 0,5 9-149 16,0-3-283-16,-2 2-89 0,2 1-97 0,0-2-461 16,0 2-1168-16,0 0 517 0</inkml:trace>
  <inkml:trace contextRef="#ctx0" brushRef="#br0" timeOffset="202012.3081">3278 14870 256 0,'0'0'477'0,"0"0"17"0,0 0 14 0,1-4-6 0,-1 4-26 16,0 0-19-16,0-4-22 0,0 4-32 0,0 0-22 15,0 0-20-15,0 0-32 0,0 0-22 0,-9-5-41 16,9 5-32-16,0 0-17 0,-4-2-14 0,4 2-26 15,0 0-21-15,0 0-21 0,0 0-6 0,0 0-18 16,0 0-9-16,0 0-10 0,0 0-8 0,0 0-10 16,0 0-2-16,0 0-11 0,0 0 0 0,7 14-8 15,-4-12-2-15,5-1 0 0,-2 0-9 0,2-1-6 16,2 0-5-16,2 0 3 0,-2-1-5 0,-1 0 4 16,2 0 1-16,0-1-6 0,-5-2-10 0,4 2 9 15,-1-1 1-15,-4 1 9 0,1-1 7 0,-3-1-9 16,2 0-15-16,-3 1-20 0,0-3 0 0,-2 3 0 15,0-3 0-15,-4 3 0 0,3-1 0 0,-8 1 0 16,5 0 0-16,-2-1 0 0,1 3 0 0,-4 0 0 16,9 1 0-16,-15 1 0 0,5 0 0 0,0 3 0 15,3-1 0-15,-1 0 0 0,2 4 0 0,-4 1 0 16,2-3 0-16,0 4 0 0,3-1 0 0,0 3 0 16,2-3 0-16,2 4 0 0,0-1 0 0,1 1 0 15,1 0 0-15,-1 0 0 0,3-1 0 0,2-1 0 16,-3-1 0-16,1 2 0 0,2-2 0 0,0 0 0 15,2 0 0-15,3-6 0 0,-1 2 0 0,2-1 0 16,3 0 0-16,4-4 0 0,-1-1 0 0,-1-3 0 16,6-2 0-16,-3 2 0 0,-1-6 0 0,8-2 0 15,-9 2 0-15,-2-2 0 0,1 2 0 0,-2-4 0 16,-2 2 0-16,-2-1 0 0,-2 3 0 0,-2-1 0 16,-3 0 0-16,4 2 0 0,-3-3 0 0,-3 5 0 15,-1-1 0-15,-1 1 0 0,0 2 0 0,-1 0 0 16,1 1 0-16,1 0 0 0,0 4 0 0,-2-4 0 15,2 4 0-15,-4-5 0 0,4 5 0 0,-3-2 0 0,3 2 0 16,0 0 0-16,0 0 0 0,0 0 0 0,0 0 0 16,0 0 0-16,0 0 0 0,10 8 0 15,-4-6 0-15,-3 1 0 0,3-2 0 0,0 0 0 16,0 2 0-16,-1-2 0 0,3 0 0 0,0 2 0 16,-2-2 0-16,4 1 0 0,1 1 0 0,-5 3 0 0,7-2 0 15,-6 3 0-15,3-2 0 0,0 2 0 16,-4 0 0-16,2 0 0 0,-3 1 0 0,1-1 0 15,-1 4 0-15,-2-4 0 0,2 1 0 0,-1 1 0 16,-3 0 0-16,-1-1 0 0,0-1 0 0,-1 0 0 0,1 0 0 16,0 0 0-16,-1-1 0 0,1-1 0 15,-2-1 0-15,4-1 0 0,-2-3 0 0,1 5 0 16,0-2 0-16,3 0 0 0,-4-3 0 0,13 0 0 16,-2-4 0-16,8 0-305 0,-2-1-80 0,3 0-58 15,1-2-52-15,7-6-60 0,-1 7-37 0,-8-2-311 0,8-2-978 16,-8 2 433-16</inkml:trace>
  <inkml:trace contextRef="#ctx0" brushRef="#br0" timeOffset="202293.9201">4112 14823 1 0,'3'-2'347'16,"-3"2"30"-16,2-6 28 0,1 2 24 0,-2 2 16 0,-1 2 13 16,-1-5 4-16,1 5-3 0,0 0-7 0,-3-9 7 15,3 6-15-15,0 3-20 0,3-5-25 0,-3 5-23 16,-3-3-34-16,3 3-20 0,-5-4-23 0,5 4-29 15,-10 0-24-15,10 0-24 0,-8 6-22 0,3-3-19 16,0 2-18-16,-3 2-154 0,2 1-9 0,0 2 0 16,-1 0 0-16,-3 2 0 0,1 2 0 0,5-1 0 15,-2-2 0-15,-1 3 0 0,1-2 0 0,4 1 0 16,-1-2 0-16,2-1 0 0,-1-1 0 0,2 2 0 16,2-2 0-16,3 0 0 0,4 0 0 0,2-4 0 15,-2 2 0-15,9 0 0 0,0-3-100 0,4 0-226 16,-2-2-25-16,2-2-44 0,-2-1-23 0,1-1-18 15,-2-2-23-15,1 0-17 0,-1-3-13 0,-2 1-302 16,-3 1-856-16,-4-3 379 0</inkml:trace>
  <inkml:trace contextRef="#ctx0" brushRef="#br0" timeOffset="203060.5508">4360 14886 4 0,'3'-4'153'16,"-1"-1"25"-16,1 1 19 0,-3 4 25 0,4-4 14 15,-3 1 7-15,1 0 18 0,-2 3-5 0,4-5 10 16,-1 2 1-16,-1 2-1 0,-2 1-5 0,7-7-1 15,-5 5-7-15,-2 2-6 0,5-2-3 0,-1 0-8 16,-4 2-9-16,8-2-11 0,-4-1-13 0,-4 3-6 16,11 1-14-16,-11-1 2 0,9 3-5 0,-4-2-11 15,2 3-10-15,-2-1-7 0,0 3-11 0,-1-5-13 16,0 6-8-16,-1 0-8 0,-1-1-8 0,0 3-13 16,0 0-9-16,-2 0-8 0,-3 1-8 0,0 1-7 15,-2 0 2-15,-2-1-10 0,-5 3-2 0,1-2-6 16,-3 0-2-16,3-2-4 0,0-1-9 0,-1 0 0 15,1-1 3-15,1-4 0 0,-3 3-8 0,8-4 2 16,-3-1-8-16,0-1 9 0,2 0 10 0,6 0 9 16,-9-7 4-16,8 3 0 0,-3-3 1 0,4-2-1 15,4 1-10-15,-3-3-2 0,3-1-4 0,4 1 0 16,3-2-5-16,-3-1-10 0,1 5 4 0,3-3-6 16,-3 4 0-16,2 0-4 0,0 0 0 0,-2 1-5 15,3 2-1-15,-2-1-6 0,0 1 0 0,3 3 4 16,-4 0-2-16,1 2 0 0,0 0-5 0,3 2-2 15,-4 2 2-15,0-1 3 0,5 4-5 0,-5-2 4 16,1 3-3-16,-2 1 2 0,-2-1 1 0,2 0 2 16,-3 1-3-16,4 0-3 0,-5 1 5 0,0 0 0 15,-2-2-4-15,1 0 4 0,-2 0 5 0,-1-1-9 16,0 1 2-16,0-4 5 0,0 1-19 0,0 0 5 16,0-1-2-16,0-1 3 0,3-1 8 0,-3-2-3 15,1 4 1-15,-1-4 3 0,0 0-6 0,0 0 4 0,0 0 3 16,7-12 2-16,-4 6-12 0,2-3-7 15,-2 1 20-15,2-2-4 0,0 2-3 0,1-1 1 16,2 0-1-16,-3 0 4 0,0 0-2 0,2 1 5 16,-1 0-8-16,2 1 2 0,-1 0 1 0,-2 4 7 0,3-1-7 15,-4 0-2-15,6 1 6 0,-5 0 0 0,3 3-5 16,-2 0 3-16,3 2-5 0,-4 1-1 16,3 1 3-16,0 1-6 0,-1 2-2 0,0-3 9 15,-2 5 2-15,-1-2-1 0,-3 0-3 0,3 4 5 16,-4-4-7-16,1 4 4 0,-1-5-9 0,1 0 3 0,-2-1 9 15,2 0-4-15,-2 0 1 0,2-2 4 16,1 1-2-16,-2-4 11 0,0 0 1 0,0 5 1 16,0-5-7-16,0 0-4 0,10-9 5 0,-6 3-5 15,0 0 3-15,1-1-4 0,2-1-2 0,0-1 6 16,0 0-6-16,2 3 0 0,2-2 0 0,-3 2 2 0,3 0 3 16,-4 0-12-16,3 1 1 0,2 1 4 0,-3 1 8 15,1 1-7-15,-3 2 2 0,-1 0-1 16,1 1 0-16,1 0 3 0,0 2-21 0,-4 1 19 15,1 0 2-15,3 3-22 0,-2-4-40 0,2 5-43 0,-4-2-47 16,1 0-72-16,-1-1-54 0,2 1-84 0,-1 1-74 16,3-6-94-16,-2 3-409 0,3-4-1014 0,5 0 449 15</inkml:trace>
  <inkml:trace contextRef="#ctx0" brushRef="#br0" timeOffset="203545.2032">5201 14895 111 0,'0'-4'386'0,"0"4"23"0,0 0 16 16,-1-4-7-16,1 4-6 0,0 0-9 0,0 0-2 16,0 0-7-16,0 0-11 0,0 0-4 0,-4-4-20 15,4 4-13-15,0 0-17 0,0 0-23 0,0 0-23 16,0 0-24-16,0 0-23 0,0 0-21 0,0 0-19 16,-3-3-23-16,3 3-21 0,0 0-14 0,0 0-14 15,0 0-9-15,0 0-14 0,8 9-3 0,-8-9-9 16,4 4-4-16,0-3-13 0,0 3-5 0,1 0 3 15,3-2-9-15,3 0-7 0,8-1-6 0,-6 0-5 16,6-1-5-16,0-1-25 0,1-1-13 0,2-3 0 16,-5 0 0-16,3-2 0 0,-2 1 0 0,0-3 0 15,-1 2 0-15,-5-2 0 0,4 0 0 0,-7 1 0 16,-2 2 0-16,1-1 0 0,-3 1 0 0,0 1 0 16,-2 0 0-16,-1 1 0 0,-2-3 0 0,-2 2 0 15,-1 2 0-15,-2 0 0 0,-1 0 0 0,-1 1 0 16,0 0 0-16,-5 2 0 0,-1 2 0 0,-3 3 0 15,-2 3 0-15,0 0 0 0,-4 6 0 0,-2 3 0 16,2 1 0-16,3-1 0 0,5-2 0 0,1 0 0 16,2 0 0-16,3-2 0 0,2 1 0 0,2-3 0 15,4-2 0-15,4 4 0 0,1-3 0 0,4-1 0 16,5 1 0-16,1-1 0 0,3-1 0 0,1-3 0 16,3 2 0-16,6-1 0 0,-6-3 0 0,5-3 0 15,-5 1 0-15,4-2 0 0,-4 1-144 0,-2 0-36 16,-2-4-37-16,0 2-39 0,-5 1-43 0,-3-1-58 15,-1-1-59-15,0 2-78 0,-4-2-88 0,2-1-293 16,-7 4-947-16,6-4 419 0</inkml:trace>
  <inkml:trace contextRef="#ctx0" brushRef="#br0" timeOffset="204217.2061">2625 15472 245 0,'-3'-7'442'0,"3"1"11"0,-3-2-5 0,2 1-15 15,-4 1-8-15,1 0-14 0,2-4-11 0,-2 4-8 16,-4 1-19-16,6 2-15 0,-2 2-26 0,0-2-25 16,-1 1-21-16,5 2-22 0,-13 2-10 0,9 3-16 15,-2 2-4-15,-2 2-8 0,4 3 4 0,-6 6 1 16,5 1-14-16,-3 7 2 0,3 5-1 0,1 1-7 16,3 1 3-16,-3 1-84 0,4 15-130 0,3-15 0 15,-2 0 0-15,0 2 0 0,3-1 0 0,0 12 0 16,-1-11 0-16,-1-5 0 0,2 2 0 0,-4 2 0 15,1-4 0-15,3 3 0 0,-4-5 0 0,1-1 0 16,2-1 0-16,-3-8 0 0,0-1 0 0,0-6 0 16,0-1 0-16,0 0 0 0,1-4 0 0,3 0 0 0,-8-1 0 15,4-2 0-15,-1-1 0 0,1-3-333 16,0 5-119-16,0-5-66 0,0 0-72 0,0 0-460 16,0 0-1137-16,0 0 503 0</inkml:trace>
  <inkml:trace contextRef="#ctx0" brushRef="#br0" timeOffset="204467.3528">2255 16012 359 0,'-2'-6'504'16,"0"1"25"-16,0 4 4 0,2 1-9 0,0-7-23 16,-1 1-28-16,1 3-16 0,0 3-27 0,-2-5-30 15,2 5-28-15,0-6-37 0,0 6-28 0,3-6-36 16,2 1-21-16,4 3-36 0,2-3-21 0,1-1-20 15,4-1-17-15,2 1-29 0,12-4-55 0,-3 2-40 16,1 2-45-16,2-1-34 0,1 0-35 0,0-2-30 16,-2 3-32-16,-1 2-39 0,0-3-31 0,2 4-47 15,-7 1-42-15,-4-1-41 0,1 1-40 0,2-3-40 16,-4 3-31-16,-5 1-253 0,-3 1-767 0,0 0 339 16</inkml:trace>
  <inkml:trace contextRef="#ctx0" brushRef="#br0" timeOffset="204952.1947">2779 15876 159 0,'0'0'286'0,"0"0"17"16,0 0 44-16,0 0-1 0,14-8 11 0,-11 5-1 16,-2 1-4-16,4-2-10 0,-1 1-8 0,0 1-18 15,-3-2-13-15,-1 4-20 0,8-3-22 0,-8 3-22 16,5-1-21-16,-5 1-21 0,5-2-21 0,-5 2-4 16,13 5-9-16,-8-3-13 0,4 4-7 0,-1 0-7 15,-1 1-16-15,1 2-9 0,6 1-10 0,-6-1-11 16,-1 0-9-16,0 1-8 0,-2-3-5 0,1 3-5 15,-2 1-8-15,-1-1-5 0,0 1-7 0,-1 0-7 16,-1-5-1-16,-1 6-7 0,0-7-2 0,1 1-8 16,-2 1-11-16,-2-1-19 0,2-2 2 15,2 0 0-15,-2 2 1 0,1-2 3 0,0-4-1 0,-6 2 4 16,6-2-3-16,0 0 3 0,0 0-3 0,0 0 2 16,-3-12-3-16,4 7 5 0,2-2 5 0,-2-2-1 15,3 0 0-15,-1-4 3 0,4 6 2 0,0-4 1 16,3 1 4-16,-5 2-3 0,5-1 1 0,-5 2-2 15,3 0 0-15,-3 1-2 0,9 1-5 0,-5 0 4 16,0 4-3-16,5 0 0 0,-5 0 0 0,0 1 1 16,2 2 1-16,-2 1-7 0,2 0 5 0,-1 2-2 15,-5 0 0-15,0 0-3 0,2 0 5 0,-4 4-2 16,0-2 3-16,2 3 1 0,-4-2-2 0,1 1-3 16,-2-3 2-16,0 4 1 0,-2-4 0 0,0-3 3 15,2 4-2-15,-3-2-2 0,3 0 0 0,0-2-9 16,3 1-9-16,-3-4-2 0,-4 5-9 0,4-5-9 15,0 0-17-15,-1 3-14 0,1-3-20 0,0 0-20 16,0 0-32-16,0 0-44 0,0 0-53 0,0 0-60 16,0 0-70-16,0 0-84 0,0 0-362 0,18-12-881 15,-13 8 390-15</inkml:trace>
  <inkml:trace contextRef="#ctx0" brushRef="#br0" timeOffset="205170.918">3256 15845 96 0,'0'0'453'0,"0"-11"-6"0,1 6-16 0,-1 2-26 0,3-4-30 15,-2 4-37-15,-1-1-31 0,0 4-34 16,0-2-34-16,0 2-23 0,0 0-50 0,0 0-52 0,0 0-61 16,3-5-59-16,-3 5-68 0,0 0-79 0,10 10-83 15,-1-6-80-15,-3 4-206 0,2-2-565 0,2 0 250 16</inkml:trace>
  <inkml:trace contextRef="#ctx0" brushRef="#br0" timeOffset="205436.6768">3505 15914 267 0,'4'-5'391'0,"-3"3"26"16,-1 2 6-16,-2-6 1 0,2 6-5 15,-4-7 0-15,1 4-12 0,-2 1 3 0,1 0-15 16,-2-1-17-16,1 1-13 0,0 1-16 0,-3 0-16 15,-1 0-19-15,4 1-40 0,-3 2-11 0,2 0-32 16,-3-1-20-16,4 3-20 0,-3 1-14 0,3 0-24 0,-4 2-15 16,0 1-9-16,1 2-14 0,2-1-9 15,-2 2-12-15,2 0-12 0,0 3-10 0,1-2 7 16,-1-2-28-16,4 1 5 0,-2 1-7 0,-1-3-40 16,4 1-9-16,1-3 0 0,0 1-23 0,2 0-39 15,2-1-21-15,0-1-21 0,2-4-37 0,3 3-29 16,5-1-27-16,-1 0-26 0,6-3-22 0,3-1-28 15,6-5-42-15,-7 1-30 0,1 1-28 0,-2-3-42 16,8-3-25-16,-1-1-32 0,-8 0-247 0,0 0-778 16,0 0 344-16</inkml:trace>
  <inkml:trace contextRef="#ctx0" brushRef="#br0" timeOffset="205702.2305">3763 15739 352 0,'-1'-6'427'0,"2"0"18"15,-1-1 8-15,0 2 3 0,0 0-1 0,0 0-2 16,0 2-10-16,0 3-13 0,-1-5-22 0,1 5-23 16,-1-3-38-16,1 3-46 0,0 0 14 0,0 0-5 15,0 0 9-15,-4 11-13 0,3-3-11 0,-2 2-18 16,0 5-12-16,0 1-26 0,0-1-20 0,2 2-19 16,-2-1-109-16,2 5-91 0,-2-5 0 0,1 1 0 15,2 3 0-15,-1-5 0 0,2 1 0 0,-4 3 0 16,3-1 0-16,-1-6 0 0,0 5 0 0,1 0 0 15,0-6 0-15,0 0 0 0,0-1 0 0,1-1 0 16,-1 0 0-16,0-2 0 0,0 0-100 0,0-3-237 16,4 1-32-16,-4-2-37 0,0 1-22 0,0-4-47 15,0 0-52-15,0 0-399 0,0 0-1001 0,0 0 444 16</inkml:trace>
  <inkml:trace contextRef="#ctx0" brushRef="#br0" timeOffset="206061.3103">3679 15963 308 0,'0'0'393'0,"0"0"20"0,0 0 1 16,4-2-2-16,-4 2-12 0,0 0-10 0,2-5-14 15,-2 5-16-15,0 0-17 0,3-2-22 0,-3 2-25 16,1-4-24-16,-1 4-20 0,4-3-18 0,1 0-21 16,-2 1-21-16,-3 2-21 0,11-4-18 0,-5 0-15 15,1 2-9-15,1 0-16 0,2-2-8 0,0 2-15 16,0 0-14-16,2-1 0 0,-1 0-9 0,-2 1-5 15,3 1-10-15,-1 1-3 0,-4 0-6 0,0 0-7 16,3 3-5-16,-2-3-4 0,1 3-1 0,0 1-7 16,0-2 1-16,-4 3-5 0,3-1 0 0,-3 3-5 15,4 0-1-15,-4-1 1 0,-3 1 2 0,1 0-2 16,1 3-3-16,-4-2 1 0,4 1 0 0,-3-2 1 16,-1 3-3-16,0-3 0 0,0 1 2 0,0-2-3 15,0 0-5-15,0 0 3 0,-1-1 2 0,1 0-1 16,-4-2-15-16,7 1-15 0,-3-4-19 0,1 5-20 15,-1-5-21-15,0 0-27 0,0 0-46 16,0 0-42-16,0 0-47 0,0 0-54 0,14-9-54 16,-14 9-68-16,9-13-81 0,-5 5-276 0,1-2-844 0,1 2 373 15</inkml:trace>
  <inkml:trace contextRef="#ctx0" brushRef="#br0" timeOffset="206280.0063">4001 15888 105 0,'0'0'384'0,"0"0"-13"0,0 0-23 16,0 0-27-16,0-7-32 0,0 7-32 0,0 0-26 16,0 0-45-16,0-4-57 0,0 4-52 0,0 0-61 0,0 0-70 15,0 0-78-15,0 0-77 0,9 11-178 0,-4-9-418 16,-5-2 184-16</inkml:trace>
  <inkml:trace contextRef="#ctx0" brushRef="#br0" timeOffset="206811.1349">4120 15929 160 0,'1'-4'349'0,"2"1"0"16,-3 3-6-16,2-6-3 0,1 2-12 15,-3 4-13-15,1-7-19 0,2 4 4 0,-2 0-10 16,3 0-18-16,-4 3-17 0,1-3-25 0,-1 3-18 16,5-4-21-16,-5 4-15 0,5-2-20 0,-5 2-16 15,0 0-13-15,0 0-11 0,12 4-9 0,-8 0-16 16,-2 1-3-16,2-1-11 0,2 1-7 0,-3 2-7 15,2 1-4-15,-5-1-6 0,3 3-6 0,-1-2-3 16,-1-1-4-16,-2 0-7 0,1 2 0 0,-2-1-3 16,0 3-2-16,0-2 1 0,-2-3-4 0,-1 0-1 15,-3-1-5-15,2 1-1 0,-2-3-3 0,2 3 0 16,-7-4-1-16,8 1 0 0,-3-2-1 0,3-1-2 16,-4 0 3-16,9 0 1 0,-10-4-5 0,6 2-1 15,1-3-1-15,1 1-2 0,2-2 0 0,0-5-2 16,1 2 2-16,0-2-5 0,3 1 0 0,3-3 3 15,-1 4 0-15,3-2-4 0,0 2-1 0,4-2-7 16,2 2 6-16,-3 3-2 0,5 0 2 0,-4 3 1 16,5 0-2-16,-1 2-1 0,1 1 0 0,1 4-4 15,-4-2 4-15,-2 2 2 0,1 3 2 0,-1-2-2 16,-2 2-7-16,-2 0 3 0,-1 1 3 0,1 0 1 16,-4-1-1-16,0 1 0 0,-1 2 3 0,-2-3-1 15,0-2-1-15,-1 2 0 0,2-3-1 0,-2 1 3 16,0-3 2-16,-1-2 4 0,1 4 2 0,-1-4-1 15,2 3 0-15,-2-3 2 0,0 0-4 0,0 0-2 16,2-9 1-16,2 3-2 0,0-2 10 0,1 5 7 16,1-4 2-16,0-3 1 0,2 1 2 0,0 3 0 15,2-1-4-15,2 0-1 0,-3 1-3 0,1 1 2 16,-1 1-5-16,5 1-1 0,-5 1-3 0,2 2-1 16,-2 0-1-16,0 1-6 0,4 1 5 0,-4 1-1 15,0 1-1-15,0 1-1 0,0 0 2 0,-1 1-2 16,-2 0 0-16,2 1 3 0,-3-1-7 0,0 0-4 15,-1-1-20-15,-2 2-24 0,2-3-26 0,0 3-37 16,0-3-42-16,0 0-54 0,-1-2-48 0,1 2-69 16,-4-4-99-16,8 1-362 0,-8-1-851 0,0 0 377 15</inkml:trace>
  <inkml:trace contextRef="#ctx0" brushRef="#br0" timeOffset="208436.8599">5362 15791 36 0,'0'0'117'0,"0"0"1"16,0 0 11-16,0 0 8 0,0 0 1 0,0 0-3 16,0 0 6-16,0 0 8 0,0 0 10 0,0 0 5 15,-3-3 10-15,3 3 9 0,0 0 6 0,0 0 9 16,0 0 1-16,0 0 10 0,0 0 6 0,0 0 1 15,0 0 2-15,-3-2-3 0,3 2-12 0,0 0-14 16,0 0-16-16,0 0-15 0,0 0-23 0,0 0-6 16,0 0 10-16,0 0-2 0,6 14-10 0,-6-9-9 15,0 2-8-15,1-3-9 0,2 6-2 0,-3-3-1 16,1 1-7-16,0 1-7 0,2 2-8 0,-3-2-7 16,0 1-8-16,0 0-3 0,0-1-8 0,0 0-2 15,0 1-2-15,1-3-5 0,-1 2-5 0,0-2-5 16,0-3-5-16,0 2-1 0,0 0-17 0,-1-1-30 15,1-1-34-15,0-4-33 0,0 0-41 0,0 10-46 16,0-8-46-16,0-2-62 0,0 0-93 0,0 0-70 16,0 0-270-16,0 0-777 0,0 0 343 0</inkml:trace>
  <inkml:trace contextRef="#ctx0" brushRef="#br0" timeOffset="208655.5333">5301 15731 298 0,'0'-5'332'0,"0"5"-7"0,-2-7-11 16,2 7-30-16,2-5-29 0,-2 5-22 0,-2-4-36 16,2 4-49-16,0 0-58 0,0 0-47 0,0 0-59 15,0 0-60-15,0 0-69 0,16 6-57 0,-13 0-145 16,0-2-376-16,2 0 167 0</inkml:trace>
  <inkml:trace contextRef="#ctx0" brushRef="#br0" timeOffset="209077.3022">5545 15846 220 0,'0'0'343'15,"10"-5"0"-15,-5 3-6 0,-5 2-14 0,9-5-11 16,-4 2-5-16,-5 3-12 0,8-2-8 0,-6 0-21 16,2 0-5-16,1 0-14 0,-1-2-16 0,-4 4-21 15,5-1-15-15,-5 1-12 0,12-2-13 0,-7 2-12 16,4 2-9-16,-3 0-3 0,5 4-10 0,1-4-12 15,-2 1-7-15,1 2-12 0,0 4-9 0,-2-3-7 16,-1 2-11-16,1 2-3 0,-2-3-11 0,1 1-7 16,-1 1-8-16,-2 0-1 0,0 1-4 0,-2 1-8 15,0-2-1-15,-4 0-4 0,1-2 1 16,0 0-8-16,-4 3 2 0,4-6-5 0,-6 4-1 0,3-5-1 16,-2 1 1-16,2-2-3 0,0-1 2 0,3-1-1 15,-8 4-1-15,8-4 2 0,-9-7-4 0,5 3-3 16,3 1 1-16,0-2 6 0,1-4 3 15,0 0 0-15,2-1 0 0,1 0-2 0,3-1-2 16,-4 0 0-16,4-1-3 0,-2 2-5 0,3 0 2 0,-2 0-5 16,5 2-4-16,-2 1 2 0,0 2-5 0,2-1-2 15,0 3 2-15,-2 1 0 0,2 1 0 0,3 1-3 16,1 3 1-16,0 1 0 0,-1 0 1 0,0 1-3 16,-2 2 1-16,1 0 0 0,-2-2 2 15,-1 5-2-15,-1-2 3 0,-2 1 0 0,3 0 0 16,-5 1 2-16,1 0-1 0,-3-1 1 0,1 1-2 0,-2 3 3 15,-1-5-4-15,2 3 2 0,-4-5-18 16,4 3-22-16,-4-4-23 0,2 1-20 0,-1 0-33 16,1-6-20-16,0 7-29 0,0-7-29 0,0 4-46 15,0-4-63-15,0 0-70 0,0 0-65 0,0 0-310 16,0 0-808-16,0 0 357 0</inkml:trace>
  <inkml:trace contextRef="#ctx0" brushRef="#br0" timeOffset="210784.0098">1855 16590 383 0,'0'0'398'0,"-1"-6"9"16,2 2 1-16,-1 4 7 0,-1-7-2 0,0 4 3 15,1 3-3-15,0-3-12 0,0 3-1 0,0 0-11 32,-3-7-9-32,3 7 4 0,-1-4-22 0,1 4-16 0,0 0-13 0,0 0-14 0,0 0-18 0,0 0-18 15,0 0-21-15,0 0-27 0,1-4-21 0,-1 4-18 16,0 0-63-16,0 0-133 0,0 0 0 0,0 0 0 31,0 0 0-31,3 15 0 0,-3-9 0 0,1 4 0 16,-1 2 0-16,1 0 0 0,-1 5 0 0,0 0 0 15,-1 3 0-15,2-2 0 0,-1 1 0 0,2 2 0 16,-4 4 0-16,1 0 0 0,2-7 0 0,1 8 0 16,0 1 0-16,-2 0 0 0,1-3 0 0,3-4 0 15,-1 6 0-15,-1-7 0 0,2-1 0 0,-3-1 0 16,3-2 0-16,1 2 0 0,0-2 0 0,3-3 0 15,-2-4 0-15,3 3 0 0,3-5 0 0,1 2 0 16,-3-3 0-16,8 0 0 0,-5 1 0 0,6-4 0 16,-6 2 0-16,0-4 0 0,-1 0 0 0,1-3 0 15,-2 0 0-15,0-2 0 0,-2 3 0 0,2-3 0 16,-5-1 0-16,1-2 0 0,-5 2 0 0,6-3 0 16,-5 0 0-16,-1-2 0 0,-2-3 0 0,-2 4 0 15,-1-2 0-15,-5-5 0 0,5 5 0 16,-3-3 0-16,0 5 0 0,-2-1 0 0,0-1 0 0,1 5 0 15,2 0 0-15,1 0 0 0,-1 0 0 0,0 3 0 16,1-2 0-16,2 2 0 0,-2 0 0 0,4 4 0 16,-5-4 0-16,5 4 0 0,-4-3 0 0,4 3 0 15,-6-2 0-15,6 2 0 0,0 0 0 16,-15 0 0-16,15 0 0 0,-10 4 0 0,5-1 0 16,5-3 0-16,-9 2 0 0,4 1 0 0,5-3 0 15,-5 4 0-15,5-4 0 0,-4 4 0 0,4-4 0 16,0 0 0-16,5 10 0 0,-5-10 0 0,14 1 0 0,-2 0 0 15,-2 1-204-15,2-2-175 0,0 0-40 0,1 1-46 16,-2-1-47-16,2-1-55 0,-13 1-375 0,15 2-1019 16,-15-2 452-16</inkml:trace>
  <inkml:trace contextRef="#ctx0" brushRef="#br0" timeOffset="211318.3353">2378 16956 346 0,'0'0'401'0,"0"0"-4"0,0 0-6 16,0 0-15-16,0 0-7 0,0 4-4 0,0-4-13 15,0 0-13-15,0 0-12 0,0 0-15 0,0 0-22 16,0 0-19-16,0 0-22 0,0 0-20 0,0 0-13 15,0 0-23-15,0 0-19 0,-4 9-20 0,4-9-12 16,0 0-13-16,0 0-12 0,0 0-10 0,0 0-15 16,0 0-11-16,0 0-6 0,0 0-12 0,0 0-1 15,0 0-8-15,0 0-6 0,0 0-4 0,0 0-7 16,14 1-2-16,-14-1 1 0,12 0-4 16,-6 0 0-16,-6 0-3 0,23-2-6 0,-11 0 2 15,0-2-5-15,1 0 1 0,-1 2-2 0,2-2 1 16,-4 2-5-16,3-1 3 0,-6-3-4 0,1 2 2 15,1 0 3-15,-4 0-6 0,-5 4 2 0,9-6 0 16,-4 2 1-16,-5 4 9 0,1-8-10 0,-1 8-1 16,-1-7 6-16,1 7-6 0,-9-5-3 0,9 5 4 0,-13-4 3 15,13 4 6-15,-18-1 2 0,11 0 7 0,7 1 4 16,-22 2 2-16,11 0 7 0,0 2-11 0,2 0-6 16,-3 2 6-16,1 2-14 0,0-3 2 0,1 6-2 15,5-5 0-15,-2 5-6 0,1 0 3 0,2-1-1 16,0 2-2-16,4-1-6 0,0 1-33 0,3-1-28 15,-1 1-25-15,2-3-27 0,4 1-31 0,-3-1-28 16,5 1-30-16,2-4-26 0,2 4-23 0,-2-4-32 16,5-3-12-16,2 3-23 0,-2-2-26 0,-4-2-26 15,3-2-42-15,2 0-24 0,1-2-278 0,-6-1-763 16,5-3 337-16</inkml:trace>
  <inkml:trace contextRef="#ctx0" brushRef="#br0" timeOffset="211819.114">2797 16978 274 0,'0'0'345'0,"4"-4"-20"0,-4 4-11 0,1-7-21 16,-1 7-8-16,3-8-9 0,-3 8-7 0,4-5-19 15,-4 5-6-15,0 0-31 0,2-5-22 0,-2 5-17 16,0 0-6-16,0 0-7 0,0 0-16 0,0 0-7 0,23 7-14 15,-23-7-12-15,7 7-10 0,-2-1-9 16,1-1-14-16,-4 2-3 0,1-1-9 0,1 2-1 16,-4-1-1-16,0 2-19 0,3-2 3 0,-6 2-4 15,2 4-8-15,-3-3-1 0,0 1 0 0,-2-2-8 16,-2 1 2-16,-1 0-7 0,0 0 1 0,-5-2 1 16,1 2-9-16,2-4 3 0,-1-3 3 0,4-3-3 15,1 2-2-15,-2-1 1 0,9-1 0 0,-13-5 8 16,8 4 24-16,-1-5 19 0,2-1 18 0,3 1 0 15,-1-6 3-15,4-4 4 0,-1 5-2 0,1-3 5 16,5-1 6-16,-1 3 1 0,-1 1-4 0,3 1 3 16,-2 2-5-16,3-2-10 0,-1 3-1 0,1 0-8 15,1 0-3-15,0 1-3 0,2 3-5 0,-2 3 1 16,-10 0-6-16,21 3 9 0,-10 1-9 0,1 1-4 16,-3 1-8-16,1 1-4 0,0 3-5 0,0 1-3 15,-2 0-2-15,1-4-2 0,-3 5-9 0,-1-1-3 16,0 0 4-16,2-1-2 0,-4 0-9 0,0 3-30 15,0-3-26-15,-1-2-29 0,0-3-33 0,0 5-33 16,-2-5-42-16,1 3-47 0,-1-8-25 0,8 7-44 16,-4-4-43-16,-4-3-52 0,14 2-46 0,-14-2-40 15,19-5-325-15,-10 2-863 0,9-3 382 0</inkml:trace>
  <inkml:trace contextRef="#ctx0" brushRef="#br0" timeOffset="212397.0617">3162 16986 263 0,'3'-7'353'16,"-3"7"5"-16,5-6 1 0,-5 6-5 0,4-8-4 15,-1 3 0-15,-3 5-6 0,6-5-10 0,-2 1-13 16,-4 4-16-16,0 0-18 0,4-7-22 0,-4 7-23 16,0 0-16-16,10-1-18 0,-10 1-12 0,0 0-12 15,0 0-7-15,24 7-16 0,-20-3-9 0,4 0-9 16,-2 3-13-16,3-2-5 0,0 3-17 0,0 0-6 15,-4 1-7-15,5-2-15 0,-5 4-2 0,3-4-13 16,-1 4-3-16,-5-2-10 0,3 1 0 0,-1-1 0 16,-2 1-6-16,0 1-13 0,-1-1 2 0,-1-1-5 15,0-2 2-15,-1 2-6 0,-2-4-1 16,-1 0-5-16,1 1-7 0,-1 0 3 0,-1 0-1 16,1-3-2-16,0-1 3 0,4-2-3 0,0 0-1 15,0 0-1-15,-14-1 6 0,14 1 0 0,0 0 6 16,-4-13 16-16,4 4-5 0,0 2 2 0,3-3-1 15,-2 1 1-15,5-3-2 0,2-2-7 0,-3 4 1 16,0-1-7-16,5 0 3 0,-3 1-4 0,-1 2-8 16,3-1 7-16,-4 4-10 0,7-2 0 0,-6 3 3 15,1 0-3-15,-7 4 5 0,13-4-10 0,-13 4 2 16,12-3-1-16,-12 3-6 0,10-1 7 0,-10 1-13 16,0 0 5-16,18 5 4 0,-14-1-1 0,-3 2-6 15,3-2 0-15,0 3 8 0,1-1-4 0,-1 3 3 16,-3-3 0-16,-1 1-1 0,4 1-1 0,-4 2 0 15,0-1 2-15,1-2 0 0,2 0 1 0,-3 2 3 16,1-2-1-16,-1 2-7 0,-1 0 4 0,2-4 1 16,-1 2 3-16,-1 0-1 0,1-1 5 0,0-1-5 15,0 1 0-15,0-6-5 0,-3 5 5 0,3-5-3 16,-1 7 7-16,1-7-16 0,0 0-19 0,0 0-10 16,0 0-17-16,0 0-32 0,0 0-43 0,0 0-45 15,0 0-42-15,0 0-53 0,0 0-48 0,0-18-40 16,0 9-56-16,0-2-50 0,0 1-41 0,0-1-298 15,0-1-867-15,4 0 383 0</inkml:trace>
  <inkml:trace contextRef="#ctx0" brushRef="#br0" timeOffset="212615.7592">3455 16909 250 0,'4'-7'395'0,"-4"7"23"0,3-7 18 0,-3 7-3 16,1-5-14-16,-1 5-25 0,0 0-31 0,0 0-31 15,5-7-38-15,-5 7-30 0,0 0-32 0,0 0-39 16,0 0-52-16,0 0-71 0,0 0-84 0,0 0-86 16,0 0-77-16,0 0-87 0,14 25-85 0,-10-14-273 15,4-4-673-15,2 7 297 0</inkml:trace>
  <inkml:trace contextRef="#ctx0" brushRef="#br0" timeOffset="213006.3138">3642 17046 117 0,'0'0'384'16,"10"-6"8"-16,-10 6 25 0,0-7 3 0,0 7-2 16,4-4-7-16,-4 4-10 0,0 0-8 0,0 0-10 15,0 0-14-15,-3-9-14 0,3 9-20 0,0 0-31 0,0 0-34 16,0 0-22-16,0 0-26 0,0 0-22 0,0 0-6 16,0 0-18-16,0 0-11 0,0 0-20 15,4 20-7-15,-3-15-16 0,-1-5-13 0,3 13-10 16,-2-7-12-16,3 3-3 0,-4-2-10 0,0 0-8 15,3-2-7-15,-3 2-3 0,1-1-7 0,-1-1-8 16,0 1 6-16,1-2-10 0,-1-4-3 0,3 5-5 16,-3-5-8-16,0 8 3 0,0-8 4 0,0 0-6 15,0 0 0-15,0 0 2 0,0 0-7 0,0 0 4 16,0 0-5-16,11-15-1 0,-8 9 0 0,1-1-4 16,1-4-2-16,0 3 2 0,-1-3 4 0,2 2-2 15,-2 1-7-15,0 1 19 0,1-1 1 0,0 0-26 16,-1 3 0-16,0-2 0 0,1 4 0 0,-5 3 0 15,7-6 0-15,-1 4 0 0,-6 2 0 0,0 0 0 16,15 0 0-16,-15 0 0 0,0 0 0 0,15 6 0 16,-8-4 0-16,-2 3 0 0,-1 0 0 0,3 0 0 15,-3 0 0-15,1 0 0 0,-1 1 0 0,0 1 0 16,2-3 0-16,-1 1-82 0,-1 0-121 0,0-1-50 16,1 1-51-16,-5-5-58 0,9 10-37 0,-5-7-46 15,-4-3-39-15,11 6-43 0,-4-5-329 0,-7-1-926 16,0 0 409-16</inkml:trace>
  <inkml:trace contextRef="#ctx0" brushRef="#br0" timeOffset="213537.5161">3962 17009 6 0,'2'-7'236'0,"-2"7"19"16,2-6 7-16,-2 6 3 0,4-6 5 0,-4 6-2 16,5-6-6-16,-5 6 0 0,0 0-9 0,6-9 8 15,-6 9-7-15,3-2-4 0,-3 2-10 0,0 0-15 16,0 0-14-16,9-3-12 0,-9 3-12 15,0 0-17-15,0 0-14 0,0 0-9 0,12 10-8 0,-7-6-12 16,-5-4-13-16,6 11-7 0,1-4-7 0,-4 0-4 16,1 2-6-16,0-2-9 0,0 4-7 0,-4-4-9 15,3 1-4-15,-2 2-6 0,0-2-7 0,0-1 0 16,-1 4-8-16,-2-5 0 0,1 0-6 0,-2 0 5 16,-1-2-2-16,4-4 1 0,-9 7 16 15,4-5-3-15,-2-1 5 0,7-1 4 0,-13 1 4 16,13-1-2-16,0 0 6 0,-21-8 7 0,15 4 10 0,1 0-4 15,-1 0 5-15,-1-5 6 0,3 1 1 0,2 0 1 16,-1-1 7-16,0 1 7 0,3-4-11 16,2 2-5-16,0 1 0 0,1 2-5 0,-1 0-13 15,-2 7-4-15,12-11-8 0,-7 7-10 0,-5 4 4 16,17-2-8-16,-5 4 9 0,0 2-1 0,1 3-10 16,3 2-46-16,0 3 0 0,-5 1 0 0,7 8 0 0,-5 2 0 15,-3-1 0-15,0-4 0 0,-1 9 0 16,1-1 0-16,-7-2 0 0,1 2 0 0,-8-1 0 15,4-5 0-15,-3 6 0 0,-3-7 0 0,-3 3 0 16,-2 2 0-16,2-7 0 0,-3-3 0 0,-2-1 0 16,1 0 0-16,-1-1 0 0,4-4 0 0,0 0 0 15,-3-3 0-15,1 0 0 0,3-2 0 0,-2-1 0 16,5-1 0-16,6-1 0 0,-13-1 0 0,13 1 0 16,-13-4 0-16,8 0 0 0,4-5 0 0,-2 1 0 15,2-3 0-15,0 1 0 0,2-2 0 0,4-4 0 16,0 0 0-16,-4-1 0 0,3 0 0 0,0 6 0 15,1-1 0-15,3-5-348 0,0 3-127 0,2-1-80 16,0 0-108-16,-1 0-362 0,6 2-1111 0,3-5 491 16</inkml:trace>
  <inkml:trace contextRef="#ctx0" brushRef="#br0" timeOffset="217439.0152">5164 17136 119 0,'0'0'257'0,"0"0"8"16,0 0 1-16,0 0 8 0,0 0 2 0,0 0-4 16,0-5 28-16,0 5-9 0,0 0-6 0,0 0 2 15,0 0 0-15,0 0 7 0,0 0-3 0,0 0-5 16,0 0-5-16,0 0-6 0,0 0-22 0,0 0-19 15,0 0-15-15,0 0-16 0,0 0-7 0,0 0-9 16,-17-1-12-16,10 1-12 0,-6-3-8 0,0 3-3 16,-7-2-9-16,0 0-5 0,1-1 0 0,0-2 5 15,-1-2-9-15,-2-1-13 0,-2-4-3 16,-1-2-10-16,1-2-8 0,1-2-17 0,3-7-6 16,0-2 0-16,1-1-12 0,3 0-4 0,2-4-12 15,-4-12-2-15,4 11-7 0,2-2-34 0,2 1-6 0,1 2 0 16,4 1 0-16,-2 3 0 0,1 2 0 0,1 2 0 15,4 5 0-15,-2 2 0 0,2 3 0 0,1 3 0 16,0 0 0-16,0 1 0 0,1 4 0 16,3-1 0-16,1 2 0 0,0 1 0 0,7 2 0 15,-12 2 0-15,24 4 0 0,-15 1 0 0,5 1 0 16,-2 1 0-16,-1 4 0 0,3 1 0 0,0 5 0 0,-5-2 0 16,0 2 0-16,-4 1 0 0,0 0 0 15,-1 8 0-15,-9 1 0 0,-1-2 0 0,-2 1 0 16,-5 2 0-16,3-2 0 0,-5 3 0 0,1 2 0 15,2-4 0-15,-3 0 0 0,2 0 0 0,-4-1 0 16,4-2 0-16,1-2 0 0,1-5 0 0,2-1 0 16,2 1 0-16,1-6 0 0,2 0 0 0,1-1 0 0,-2 0 0 15,2-4 0-15,1-1 0 0,-1 1 0 16,1-1 0-16,2-3 0 0,-4 1 0 0,4-3 0 16,-1 4 0-16,1-4 0 0,0 0 0 0,2 4 0 15,-2-4 0-15,0 0 0 0,12-10 0 0,-3 4 0 16,7-3 0-16,1-1 0 0,6-10 0 0,1 4 0 15,8 0 0-15,1-3 0 0,12-2 0 0,-9 4 0 16,1 1 0-16,8-8 0 0,-12 10 0 0,-1 1 0 0,-3 2 0 16,-1 0-38-16,-1 2-372 0,-5 6-84 15,-9 1-102-15,-3 1-514 0,4 0-1201 0,-5 0 533 16</inkml:trace>
  <inkml:trace contextRef="#ctx0" brushRef="#br0" timeOffset="218157.5454">5738 16922 289 0,'-7'1'360'0,"1"-1"-3"0,6 0 15 15,-13-1-5-15,7 1-5 0,-2-2 9 0,8 2 1 16,-11-1 1-16,4 1-5 0,1 0-6 0,2-2-14 16,0-2-9-16,4 4-1 0,-8-4-9 0,6 3-26 15,1-3-23-15,1 4-26 0,-3-4-26 0,3 4-20 16,0 0-19-16,3-5-35 0,-3 5-13 0,9-2-17 16,-9 2-10-16,10 1-11 0,-1 1-9 0,0 4-12 15,0 0-10-15,2-1-7 0,-1 2-9 0,-1 0 2 16,2 3-18-16,-3 0-1 0,0-1-4 0,-3 0-3 15,1 0 3-15,-4 1-12 0,2 2 5 16,-4 0-6-16,-3 0-1 0,2-1 2 0,-5 1-1 0,-1 1 0 16,1-2-9-16,-3-1-9 0,1 0-4 0,-1-2 0 15,0-1 0-15,0-1 0 0,4-3 0 0,-1 1 0 16,-1-3 0-16,0 0 0 0,-2-1 0 0,4-2 0 16,-3-3 0-16,3 0 0 0,-4-3 0 0,4-1 0 15,4 0 0-15,-2-3 0 0,-2-4 0 0,5 5 0 16,0-2 0-16,0 1 0 0,0 1 0 0,4 0-77 15,1-4-195-15,9 3-50 0,0 0-72 0,3 0-53 16,1 3-53-16,10-4-49 0,0 5-390 0,-1 0-1017 16,-6 1 451-16</inkml:trace>
  <inkml:trace contextRef="#ctx0" brushRef="#br0" timeOffset="218501.4465">6051 16782 36 0,'-1'-12'481'0,"-2"1"18"16,2 2 13-16,-3-3 9 0,0 1-8 0,3 2-2 31,-3-2-15-31,4 5 2 0,-3-2-5 0,2 1-22 16,1 2-20-16,-3 1-30 0,3-1-30 0,-1 1-38 0,1 4-37 0,0-5-33 0,0 5-32 0,0 0-28 16,0 0-16-16,0 0-5 0,1 12-140 0,2-2-62 15,-2 2 0-15,2 0 0 0,-3 1 0 0,4 3 0 16,-3 3 0-16,3-1 0 0,-4 0 0 0,0 8 0 15,0-1 0-15,-3-1 0 0,2 2 0 0,1-8 0 32,0 0 0-32,-1 1 0 0,1-1 0 0,-3-1 0 15,2 0 0-15,1-3 0 0,0 0 0 0,0-3 0 16,0-1 0-16,1-2 0 0,-1 1 0 0,4-3 0 16,-4-2 0-16,0 2-20 0,4-2-318 15,-4-3-36-15,4 2-43 0,-4-3-34 0,0 0-33 0,0 0-45 16,11-4-401-16,-11 4-1007 0,0-8 445 0</inkml:trace>
  <inkml:trace contextRef="#ctx0" brushRef="#br0" timeOffset="219642.7534">5993 16962 133 0,'-1'-6'309'0,"-4"4"28"16,5 2 24-16,0-10 29 0,-3 7 13 16,3 3 9-16,-2-6-1 0,1 1-1 0,1 5-4 0,-2-6-19 15,2 6-13-15,0 0-24 0,-2-5-34 0,2 5-27 16,0 0-31-16,0 0-29 0,0 0-18 0,0-6-31 15,0 6-18-15,0 0-30 0,0 0-32 0,10-5-29 16,-10 5-25-16,15 0-22 0,-4-4-30 0,2 2-27 16,0 0-24-16,5-3-28 0,-1 1-24 15,2 3-15-15,-1-2-15 0,2-3-40 0,1-2-1 0,-3 2-12 16,3-2-10-16,-1 3 8 0,-4-3 2 0,2 0 7 16,-5 0 9-16,-2 5 24 0,-2-4 10 0,-1 6 17 15,-3-3 16-15,-1-1 23 0,1 0 19 16,0 1 30-16,-2 0 32 0,-3 4 32 0,1-9 32 15,-1 9 26-15,0-6 23 0,0 0 32 0,0 4 32 0,0 2 19 0,0-5 22 0,0 5 14 0,-1-4 9 16,1 4 6-16,0 0-3 0,0 0-8 0,-3-6 7 16,3 6-2-16,0 0-6 0,0 0 11 0,0 0 8 15,0 0-5-15,-6 10-9 0,1-5-2 0,2 2-43 16,-2-1-190-16,1 2 0 0,0 3 0 0,3 0 0 31,-4 0 0-31,1-1 0 0,-1 3 0 0,1 3 0 16,3-1 0-16,-4 0 0 0,1 1 0 0,1 0 0 15,2-3 0-15,-2 1 0 0,2 2 0 0,1-8 0 16,0 2 0-16,1-1 0 0,2-2 0 0,-2 1 0 16,2-2 0-16,1-1 0 0,-3 1 0 0,3-2 0 15,4-2 0-15,-2 1 0 0,0-3 0 0,2 0 0 16,5-4 0-16,-3 0 0 0,-1-3 0 0,1 2 0 16,0-1 0-16,-1-2 0 0,-1 1 0 0,0 1 0 0,-1-2 0 15,0 3 0-15,-3-1 0 0,-1 2 0 16,4 0 0-16,-3 0 0 0,-1-2 0 0,3 2 0 15,-6 4 0-15,6-3 0 0,-6 3 0 0,5-2 0 16,-5 2 0-16,1-4 0 0,-1 4 0 0,0 0 0 16,0 0 0-16,0 0 0 0,14 7 0 0,-11-5 0 0,2 1 0 15,-4 1 0-15,2 0 0 0,-2 2 0 16,1-1 0-16,0 1 0 0,-1 0 0 0,2 1 0 0,2-2 0 16,-4 1 0-16,3-1 0 0,-3 1 0 15,3-1 0-15,0-2 0 0,0 1 0 0,1 0 0 16,0-2 0-16,3 2 0 0,-8-4 0 0,13 1 0 0,-2-4 0 15,1 0 0-15,0 1 0 0,1-5 0 0,3-1 0 16,-4 2 0-16,2-2 0 0,-1-3 0 0,-4 2 0 16,-1 0 0-16,-1 0 0 0,2 0 0 15,-2-3 0-15,-1 3 0 0,-5-2 0 0,2 0 0 16,-3 4 0-16,0-1 0 0,0 2 0 0,-3-1-9 16,2 1 1-16,-4-1 5 0,1 5 2 0,0-2-2 0,4 4 2 15,-7-5-1-15,7 5 3 0,-12 1 5 0,6 4-16 16,1 0 6-16,-4 0 4 0,4 3-7 15,-2 2 14-15,2 1-5 0,0-2 1 0,2 2-4 0,0 1-1 16,0-1 0-16,1-2 5 0,3 3-6 16,1-1 0-16,2-2-3 0,1 1-2 0,2-2-1 15,2 1-3-15,7-1-12 0,-4-4-16 0,5 0 11 0,0-2 2 16,1-2 3-16,5-1-4 0,-5-2 9 0,4-6 0 16,3 1-1-16,2-3 6 0,-10 1 4 15,1-1-3-15,-2 1 2 0,-1 0 3 0,-3-2 5 16,-2-1 6-16,-1 2 4 0,-1 1 3 0,-3 0 8 15,0 0-8-15,0 1 2 0,-1-2 1 0,1 6 3 16,-5-2-4-16,0 1-3 0,4 1-1 0,-4 0 4 16,0 5 4-16,0-9 11 0,0 5 3 0,0 4-7 15,0-6 16-15,0 6 9 0,1-5-6 0,-1 5-36 16,3-4-6-16,-3 4 0 0,4-3 0 0,0 1 0 16,-4 2 0-16,0 0 0 0,0 0 0 0,16 2 0 15,-9-2 0-15,-7 0 0 0,12 4 0 0,-5 0 0 0,-1 0 0 16,-1 0 0-16,2 0 0 0,-1 3 0 15,2 3 0-15,-3 0 0 0,-1 0 0 0,-1 1 0 16,0-1 0-16,0 3 0 0,0 0 0 0,-3 0 0 16,0-2 0-16,0 1 0 0,-2 0 0 0,1 0 0 15,1-3 0-15,-2 1 0 0,2-4 0 0,2 1 0 0,-1-1 0 16,1-3 0-16,5 0 0 0,2 1 0 0,4-4 0 16,4-2 0-16,5-1 0 0,-3 0 0 0,3-4 0 15,6-4 0-15,0 3 0 0,-5-4 0 16,-5 5-88-16,1-2-132 0,-3 2-68 0,0-1-74 15,-7 5-101-15,4-7-112 0,-8 8-458 0,-5 2-1119 16,5-6 496-16</inkml:trace>
  <inkml:trace contextRef="#ctx0" brushRef="#br0" timeOffset="221128.4932">2121 17712 267 0,'0'0'301'0,"0"0"9"0,0 0 3 16,0 0 8-16,-17-1 8 0,17 1-3 0,-1-5-1 0,1 5 1 15,0 0-5-15,0 0-10 0,0 0-17 16,0 0-17-16,0 0-24 0,0 0-17 0,0 0-24 15,0 0-22-15,0 0-22 0,0 0-17 0,0 0-18 16,0 0-14-16,0 0-13 0,-1 9-10 0,1-9-10 16,0 11-7-16,1-6-8 0,0 2-6 0,2 1-8 15,-2 4-2-15,3-1-6 0,-4-1 1 0,1 2-9 16,1 1 0-16,0 1-11 0,-2-2 2 0,1 4-5 16,2 0-6-16,-3 0 3 0,4-3-2 0,-3-3-1 15,0 2-4-15,-1 1 0 0,3-4-1 0,-3-3-1 16,1-2-1-16,-1 1 0 0,3 0 3 0,-3-5 8 15,1 5 14-15,-1-5-10 0,0 0 5 0,0 0-6 16,0 0 5-16,13-17-6 0,-9 7 0 0,-2 0 0 16,5-2-2-16,-1-1-2 0,-1 2 1 0,3-6 5 15,-3 2-2-15,0 1-5 0,-1 2 1 0,6-4-4 16,-6 9 2-16,1-1 3 0,0 1-1 0,-1-2 6 16,0 4-6-16,0 2-2 0,1-2-7 15,-5 5 4-15,0 0 1 0,15 0-5 0,-15 0 9 16,10 7-4-16,-2-3 1 0,0 3-5 0,1 1 2 0,-3 1 2 15,4 0-5-15,-6 1 4 0,1 0-2 0,-1 2-5 16,1-1-3-16,4 3-3 0,-7-1 1 16,5-3 2-16,-3 1-4 0,-3-4 0 0,3-3 9 15,-3 4-7-15,-1-8-1 0,7 7-2 0,-6-4 8 16,-1-3-4-16,0 0 0 0,9 2 2 0,-9-2 4 16,0 0-7-16,10-11 8 0,-6 3-8 0,-3 0 4 15,6-2-5-15,-2 2-2 0,-3-2 9 0,2 0-8 16,0 1-1-16,0 1-2 0,-3 1 3 0,-1 1 17 15,3-1-8-15,-3 7 23 0,3-10 13 0,-3 10-20 16,3-7 0-16,-3 7-6 0,4-5-9 0,-4 5 2 0,0 0-2 16,0 0 0-16,0 0 0 0,0 0-15 0,0 0 9 15,18 11 11-15,-18-11-15 0,5 6 9 16,-3 0-6-16,5-2-2 0,-5 3 8 0,2 0-9 16,0-1-35-16,1 1-25 0,0 2-37 0,2 0-54 15,-1 1-47-15,-1 1-46 0,3-4-52 0,-2-4-77 16,2 5-76-16,-1-3-87 0,-1-2-390 0,-6-3-997 15,11 1 441-15</inkml:trace>
  <inkml:trace contextRef="#ctx0" brushRef="#br0" timeOffset="221520.2105">2636 17837 318 0,'0'0'400'0,"0"0"-12"0,-5-11-11 0,5 11-8 0,-1-7-18 15,1 7-18-15,0-7-6 0,0 7-13 0,0 0-20 16,-4-7-12-16,4 7-16 0,0 0-26 0,2-8-15 16,-2 8-22-16,0 0-22 0,7-5-20 0,-7 5-15 15,0 0-14-15,10-1-14 0,-10 1-21 0,13 0-5 16,-13 0-8-16,0 0-3 0,19 4-18 0,-13-1-1 16,2 0-8-16,0 2-5 0,-3-1-6 15,0 2-3-15,-1 0-11 0,1 2 1 0,-1 0-3 16,-2 0 0-16,-2 1-4 0,-1 1 1 0,-2 1 0 15,1-1-4-15,-3 0-3 0,-2 2 0 0,2-4-2 16,-4 3 1-16,0-3-5 0,-2 6 4 0,1-8 2 0,-1 0 17 16,4-1 15-16,-2-2 13 0,-4 0 17 15,13-3 3-15,-13 0 9 0,13 0-13 0,-15-6-8 16,10 0-1-16,-3-1-12 0,4-2 1 0,3-2-10 16,-4 0-25-16,7-2-29 0,-2 0-40 0,3 3-51 15,1 0-35-15,1-1-51 0,4-3-54 0,1 6-57 16,3-1-60-16,1 2-59 0,4-1-68 0,-7 4-346 15,8 0-895-15,-2 1 396 0</inkml:trace>
  <inkml:trace contextRef="#ctx0" brushRef="#br0" timeOffset="221942.6587">2903 17869 143 0,'0'0'436'0,"8"-16"7"16,-8 16-5-16,0-6-7 0,0 6-11 0,1-9-7 0,-1 9-10 16,0-7-11-16,0 7-17 0,0 0-21 0,0-7-24 15,0 7-22-15,0 0-19 0,0 0-39 0,0 0-25 16,0 0-30-16,0 0-15 0,0 0-12 0,0 0-27 16,0 0-11-16,0 0-15 0,17 13-13 15,-15-8-7-15,5 1 5 0,0 4-27 0,-3-2-8 16,0 3-1-16,1 0-7 0,-1-2-9 0,1 2-24 15,-1-3-14-15,0 3-16 0,-1-3-9 0,1 2-16 16,-1-4-2-16,-2 1 0 0,3-2 1 0,-4-5 1 16,4 9 3-16,0-5 8 0,-4-4 5 0,0 0 5 15,6 3-1-15,-6-3 1 0,0 0 3 0,0 0 7 16,5-17 17-16,-5 10 2 0,4-3 1 0,-3 0 4 16,3 1-3-16,-1-4 7 0,-2 0-8 0,2 0 5 15,-3 2-11-15,1-1-5 0,0 0 4 0,2 0-2 16,-2 1-4-16,3 1 1 0,-4 3 0 0,0 7-6 15,0-9-14-15,0 9-29 0,1-5-35 0,-1 5-22 16,0 0-13-16,0 0-35 0,0 0-38 0,0 0-42 16,9 15-49-16,-9-8-41 0,0-7-45 0,4 11-49 15,-3-5-67-15,-1-6-265 0,7 9-803 0,-4-4 356 16</inkml:trace>
  <inkml:trace contextRef="#ctx0" brushRef="#br0" timeOffset="222209.267">3165 17897 95 0,'0'0'390'0,"0"0"25"0,0-12 21 16,0 6 20-16,0 6 18 0,0 0 4 0,-9-12 11 15,9 12-1-15,-2-6-17 0,2 6-18 0,0 0-33 16,0 0-42-16,-3-7-34 0,3 7-39 16,0 0-28-16,0 0-30 0,0 0-24 0,0 0-26 15,0 0-17-15,0 0-14 0,0 0-18 0,1 26-14 16,3-15-15-16,-1-1-10 0,-3 0-11 0,0 2-7 15,1-2-12-15,-1 0-48 0,-1 0-31 0,-2-1-15 16,3-3-38-16,-1 2-29 0,2 0-21 0,-1-8-30 16,3 8-25-16,-3-8-18 0,-3 9-12 0,3-9-22 15,0 0-38-15,0 0-47 0,0 0-41 0,0 0-50 16,0 0-43-16,0 0-65 0,12-23-321 0,-8 7-882 16,1 4 391-16</inkml:trace>
  <inkml:trace contextRef="#ctx0" brushRef="#br0" timeOffset="222427.4471">3206 17755 320 0,'0'0'374'0,"0"0"-7"0,0 0-7 15,-3-12-22-15,3 12-33 0,0 0-38 0,0 0-22 16,0 0-25-16,0 0-23 0,0 0-19 0,0 0-21 16,0 0-14-16,0 0-49 0,0 0-47 15,11 24-50-15,-10-15-49 0,4 0-50 0,-1-1-52 16,1 0-59-16,3 0-53 0,-2 1-205 0,2-1-510 15,-3-4 227-15</inkml:trace>
  <inkml:trace contextRef="#ctx0" brushRef="#br0" timeOffset="222802.9977">3333 17892 244 0,'0'0'350'0,"0"0"10"16,0 0 12-16,5-13 5 0,-5 13-7 0,0-6 3 15,0 6-2-15,0 0-2 0,-4-11-9 0,4 11-21 16,0 0-13-16,-1-6-18 0,1 6-32 0,0 0-29 15,0 0-20-15,0 0-26 0,0 0-15 0,0 0-26 16,0 0-13-16,0 0-13 0,0 0-17 0,0 0-8 16,0 0-12-16,7 20-12 0,-3-11-6 0,-3-3-10 15,2 3-5-15,-2 2-7 0,0-3-18 0,1 2-22 16,0-2-17-16,0-1-20 0,-1-1-10 0,-1-6-16 16,1 11-6-16,0-6-4 0,-1-1-4 15,0-4 7-15,3 7 9 0,-3-7 8 0,0 0 4 0,0 0 3 16,0 0 1-16,0 0 3 0,0 0 7 0,0 0 2 15,15-17 1-15,-12 11 2 0,1-1 5 0,-2 0 7 16,2 0 16-16,-3 1 12 0,-1 6 4 0,6-14 1 16,-4 10 5-16,-1-1 4 0,3-4 6 15,-4 9 1-15,5-5 3 0,-5 5-8 0,0-7 1 16,0 7-13-16,0 0 0 0,0 0-10 0,4-5-2 16,-4 5 1-16,0 0-3 0,0 0-5 0,0 0 2 15,0 0-3-15,0 0 3 0,0 0-4 0,19 10-24 16,-19-10-30-16,9 7-35 0,-5-4-37 0,1 4-42 15,-1-4-36-15,4 0-57 0,2 1-51 0,0 0-64 16,-1-1-51-16,2-2-71 0,-11-1-252 0,20-1-801 16,-8 1 355-16</inkml:trace>
  <inkml:trace contextRef="#ctx0" brushRef="#br0" timeOffset="223381.2054">3600 17837 152 0,'0'0'278'0,"1"-11"6"0,-1 11 1 15,5-10-8-15,-2 5-8 0,-3 5-13 0,6-11-7 16,2 3-9-16,-1 2 8 0,1 0-2 0,1 2-5 16,-9 4-23-16,14-7-21 0,-14 7-28 0,14-6-14 15,-14 6-8-15,14 1-9 0,-14-1-5 16,12 8-16-16,-6-4-7 0,-1 0-12 0,1 2-7 16,1 0-11-16,-5 2-5 0,1 0-10 0,-3-1-4 15,0 4-3-15,-3-2-6 0,2 1-6 0,-1-1-3 0,-1-1-5 16,-2 0-15-16,-3 1 13 0,2 0-5 0,-1-1 0 15,4-3-4-15,-4 2-7 0,0-4 5 16,7-3 2-16,-12 3-7 0,12-3 1 0,-9 1-4 16,9-1 6-16,0 0 17 0,-15-4 7 0,8-2-4 15,5-1-1-15,-2 1-2 0,0-1 1 0,0-2-3 16,3-2-3-16,1 1-2 0,0 2-1 0,-4 1 2 16,4 1 6-16,4-1-1 0,-3-1-5 0,3 0-3 15,0 2-1-15,-4 6-7 0,5-8-2 0,3 5 0 16,-2 1-2-16,-6 2 0 0,21 1 4 0,-21-1 5 15,23 8-1-15,-9 1 9 0,1 3 1 0,0 1 2 16,5 5-1-16,-9-1 6 0,4 4-2 0,-4-4 4 16,3 5-2-16,-3 1-5 0,-2 1 1 0,0-5-4 15,-4 0-5-15,-4 0-3 0,2 1-6 0,-6-1 8 16,2-1-12-16,-1-1-1 0,-5-2-4 0,2 2 6 16,-4-2-1-16,1 0 0 0,8-15-9 0,-17 25 7 15,9-15-1-15,0-1 0 0,8-9 3 0,-12 16-5 16,12-16-4-16,0 0 6 0,-16 10-10 0,16-10 18 15,0 0 13-15,0 0 13 0,0 0 13 16,0 0 8-16,0 0-11 0,0 0 13 0,-24-30 0 16,23 19-15-16,1 0 3 0,2 2-10 0,-2-3 2 15,1 1-4-15,2 1-9 0,0 0-9 0,-2 1-4 0,4-1-6 16,3 1-1-16,-2-1-37 0,3 2-34 0,0-2-21 16,6-2-44-16,-3 5-35 0,3-1-42 0,-2 1-48 15,6-1-48-15,-1 3-62 0,-8 3-58 16,3-3-57-16,2 1-441 0,-3-1-982 0,-7 2 434 15</inkml:trace>
  <inkml:trace contextRef="#ctx0" brushRef="#br0" timeOffset="223974.8202">4734 17766 288 0,'-1'-3'442'15,"1"-2"15"-15,-1-4 6 0,-2 6 4 0,2-1 3 16,1-5-2-16,-5 2 5 0,5 0-3 0,-1 0-1 16,-2 3-11-16,2 0-20 0,1 1-30 0,0 3-35 15,-4-5-38-15,4 1-37 0,0 4-25 0,0 0-13 16,0 0 1-16,4 12-5 0,-4-1-6 0,0 2-136 16,5 2-114-16,-5 6 0 0,5 7 0 0,-4-1 0 15,2 3 0-15,-2 0 0 0,0 2 0 0,2-2 0 16,-3-1 0-16,-4 2 0 0,4-3 0 0,-1 1 0 15,-2-4 0-15,2 1 0 0,-4-1 0 0,4-7 0 16,1-1 0-16,-4-2 0 0,4-15 0 0,-4 24 0 16,4-24 0-16,-3 21 0 0,3-21 0 0,-2 12 0 15,2-12-99-15,0 0-374 0,0 0-56 0,0 0-85 16,13 13-466-16,-13-13-1169 0,0 0 517 0</inkml:trace>
  <inkml:trace contextRef="#ctx0" brushRef="#br0" timeOffset="224321.3135">4544 17865 113 0,'-5'-12'475'16,"1"0"-2"-16,0 1-6 0,-1-3-18 0,4 3-16 0,1 0-23 16,-4 0-30-16,5 1-30 0,2-2-32 0,1 4-34 15,1-4-26-15,5 1-21 0,-1 4-18 0,8-5-19 16,2 3-11-16,8-1-6 0,3 3-15 15,-3-2-13-15,2 3-9 0,3 3-12 0,3 1-19 16,1-1-9-16,-4 4-8 0,1 1-6 0,-4 1-6 16,-1 2-8-16,-2 3-9 0,-4 1-3 0,-4-1-10 15,-3 2-6-15,-6-2-7 0,0 6-4 0,-1-2 0 16,-5 4-4-16,0 0 1 0,-6 1 5 0,-3 1-10 16,-6 4-6-16,-4 0-2 0,-2 1-1 0,-4-6 0 15,-4 3-5-15,6-2 2 0,-7-4-17 0,2 0-9 16,8-6-10-16,6-2-11 0,-1-1-3 0,-3-3-6 15,9-1-22-15,-1-2-33 0,7 1-46 0,0 0-42 16,-5-12-57-16,13 3-47 0,1 1-47 0,1 0-47 16,6-4-58-16,4 1-58 0,-5 2-257 0,13-2-813 15,-9 4 360-15</inkml:trace>
  <inkml:trace contextRef="#ctx0" brushRef="#br0" timeOffset="225291.1142">5134 17846 317 0,'0'0'353'0,"4"-5"-4"0,-4 5-6 16,5-7-13-16,-5 7-6 0,4-8-9 0,-1 2-12 0,-3 6-6 15,5-9-16-15,0 3-10 0,-4 0-28 0,3 1-11 16,-4 5-9-16,5-9-20 0,-2 5-22 0,-3 4-19 16,5-8-12-16,-5 8-20 0,5-7-13 0,-1 4-10 15,-4 3-12-15,0 0-13 0,14-2-9 0,-14 2-7 16,0 0-12-16,17 5-1 0,-11-1-5 15,-6-4-6-15,9 7-6 0,-3-1-2 0,-3 1-3 16,2-3-8-16,-2 3 4 0,2 1-3 0,-5-2-2 16,2 3-5-16,-3 1 1 0,-2-1 3 0,0 2-7 15,-1-1-1-15,0 0-9 0,-1-2-7 0,0 1-14 16,-3-2-1-16,-1 3-5 0,0-5 1 0,4-2 3 16,-3 3 4-16,2-4 0 0,1 0 6 0,5-2-1 15,-13-2 3-15,13 2 0 0,-8-9 3 0,7 5 5 16,-4-3 13-16,5-4 1 0,-2 1 6 0,4 0 0 15,-1-3 0-15,3 4 2 0,1-1-3 0,-1-1 2 16,0 0 0-16,1 1-1 0,0 0-3 0,4 3-1 16,-4-2 0-16,0 3-3 0,3-1-3 0,0 4 1 15,-8 3-4-15,14-3 7 0,-14 3-5 0,15 0 9 16,-15 0-3-16,17 10-1 0,-10-5 1 0,0-1 0 0,3 1-4 16,-2 1-7-16,-2 3 7 0,-1 0-1 15,3-2-3-15,-6 1 0 0,3 1-2 0,-1 1 0 16,-1-3-2-16,-2 0 1 0,0-1-9 0,1 1-7 15,0-2-7-15,0 2-3 0,0-4-4 0,-2-3 2 16,0 7 2-16,0-7 4 0,1 6 5 0,-1-6 5 16,5 3-1-16,-5-3 0 0,0 0 2 0,0 0 2 15,8-11-9-15,-7 6 10 0,3 0 4 0,0-2-2 16,0 0 1-16,1-2 6 0,0 4 1 0,0-3 0 16,-1-1 1-16,5 2 7 0,-4 0-4 0,5 1 3 15,-3 3 7-15,3-3-4 0,-5 3-4 0,8 3 6 16,-13 0-7-16,17-1 4 0,-17 1 2 0,17 3-3 15,-9-1-1-15,-2 1-2 0,2 0 3 0,0 3-3 16,-3 1-1-16,-1 0-3 0,-2 0 2 0,-2 1 0 16,2 1-2-16,-5 1 3 0,0 2 0 0,-2-1 0 15,1 0-5-15,-2-2 0 0,-2 1 1 0,1-2-4 16,0-1 1-16,0 0-4 0,0-2 7 16,1-4-1-16,6-1-2 0,-9 3-1 0,9-3 3 0,0 0-7 15,-5-13 6-15,6 3-2 0,3 1 2 0,1-4 0 16,8-10 2-16,-4 4 0 0,2 4 0 0,7-9 1 15,-1 2-4-15,4-1-4 0,-1 1 5 0,-4 1 2 16,3 1-4-16,-2 6 2 0,1-6-3 0,-4 7 4 16,3-2-3-16,-7 4 0 0,5-1 0 15,-5-3 2-15,3 6-1 0,-5 0 1 0,-2-1-3 16,-1 6 4-16,-1-4-2 0,1 1 1 0,-2-1-6 16,-3-1 2-16,-1 1-4 0,2 2 3 0,-1 0 2 15,-5-3-1-15,1 4-3 0,-1 0 3 0,0 0-3 0,1-1-1 16,4 6 3-16,-9-8 3 0,9 8 8 15,-9-6 7-15,5 4 1 0,4 2-2 0,0 0 0 16,-10-4 0-16,10 4 3 0,0 0 11 0,-10 8 20 16,8-1 18-16,0 4 21 0,4 0 10 0,0 2 1 15,-2 4-4-15,2 3 11 0,2-1 10 0,1 9-3 16,2-1-21-16,-5 0 1 0,1 0-8 0,-3-2-10 16,2-5-1-16,0 6-10 0,-1-6-8 0,-1 5-58 15,0-5 0-15,-4-1 0 0,3-1 0 0,-1-2 0 16,1-5 0-16,1 1-47 0,-2 1-103 0,-2-4-44 15,2-2-46-15,1-1-54 0,1-6-34 0,-2 10-40 16,2-10-53-16,-3 3-43 0,3-3-62 0,0 0-335 16,0 0-931-16,0 0 413 0</inkml:trace>
  <inkml:trace contextRef="#ctx0" brushRef="#br0" timeOffset="225728.507">5684 17808 132 0,'0'0'304'16,"-5"-5"23"-16,5 5 12 0,0 0 11 0,-1-8 4 15,1 8 4-15,0 0-8 0,0 0-5 0,0 0-4 16,0 0-14-16,2-7-14 0,-2 7-14 0,0 0-26 16,0 0-28-16,8-6-24 0,-8 6-18 0,9-3-16 15,-3 0-10-15,-6 3-14 0,17-9-13 0,-7 5-16 16,2 2-9-16,5-4-22 0,3-2-3 0,-1 3-10 16,0 0-10-16,1-4-6 0,-3 3-8 0,2-1-4 15,0 2-11-15,-6-1-1 0,3-1-5 0,-4 2-8 16,-2 0-3-16,0 2 6 0,-3 0-11 15,-1 0 3-15,-6 3-2 0,9-4-7 0,-9 4 1 16,0 0 2-16,9-1-19 0,-9 1 12 0,0 0-11 16,0 0-1-16,0 0 0 0,0 0-1 0,0 0-2 15,-12 15-1-15,5-6 0 0,2 0 0 0,-1 1 0 0,-1 4-1 16,3-3 4-16,2 1-3 0,1-2-7 0,1 0 9 16,0-1-8-16,1-1 7 0,1 1 18 15,2 0-3-15,0-2 3 0,3 0 15 0,1-1 0 16,0 1 5-16,-1-2 1 0,0 1-4 0,0 0 2 15,0 0 3-15,-2-2-8 0,-1-1-8 0,0 2-8 16,0-1 8-16,-4-4 0 0,5 6-2 0,-5 0-1 16,0-6-17-16,-9 10 15 0,1-1 6 0,-2-3-33 15,-3 2-35-15,-1 2-51 0,-5-1-48 0,0 1-51 16,1 0-47-16,0 0-48 0,2-1-57 0,-3-2-62 16,-1-1-53-16,10-3-69 0,-4 1-307 0,5-2-900 15,-4 0 398-15</inkml:trace>
  <inkml:trace contextRef="#ctx0" brushRef="#br0" timeOffset="227637.2405">8611 12414 278 0,'-2'-4'450'0,"0"-3"23"0,-1 2 20 16,2 0 6-16,-1-1-3 0,0 3-10 0,2 3-12 16,-1-7-11-16,1 5-8 0,0 2-10 15,-3-6-16-15,3 6-22 0,0 0-25 0,-1-3-30 0,1 3-30 16,0 0-29-16,0 0-29 0,0 0-30 0,0 0-26 16,0 0-25-16,0 0-78 0,0 0-105 0,4 17 0 15,-1-6 0-15,0 6 0 0,0 1 0 0,3 0 0 16,2 8 0-16,-3 1 0 0,0 1 0 0,-1 1 0 15,1-1 0-15,0 2 0 0,-5-1 0 0,1 0 0 16,-2 1 0-16,1-1 0 0,-1 1 0 0,-3-2 0 16,4-3 0-16,-5 1 0 0,1-5 0 0,0 2 0 15,3-7 0-15,-3 0 0 0,4 0 0 0,-1-6 0 16,1-1 0-16,0-1 0 0,0-3 0 0,-3 1 0 16,3-2 0-16,3-1 0 0,-3-1 0 0,0-2-400 0,5 2-56 15,-5-2-48-15,0 0-50 0,8-10-30 16,-6-1-366-16,2 0-1027 0,-4 0 455 0</inkml:trace>
  <inkml:trace contextRef="#ctx0" brushRef="#br0" timeOffset="228169.7529">8456 12504 337 0,'-1'-6'353'16,"-3"-1"12"-16,4 0-2 0,0 0 4 0,-1-1-7 15,-2 1 3-15,3 1-8 0,-1 0-1 0,-3-1-3 16,4 1-5-16,-4 1-3 0,4-2-15 0,-1-2-8 16,-2 1-14-16,3 2-10 0,4-3-8 0,-1 0-38 15,2 0-16-15,0-1-31 0,5 3-7 0,6-5-24 16,0 2 4-16,7-3-16 0,3 0 5 0,-1 0-13 16,6-1-4-16,1 4-13 0,1 2-9 0,-2-2-14 15,1 6-9-15,0-3-39 0,-4 4-64 0,1 2 0 16,-6 1 0-16,0 1 0 0,-5 1 0 0,0-1 0 0,0 3 0 15,-3 6 0-15,-3-3 0 0,-1 4 0 16,-3 0 0-16,-4-1 0 0,1 3 0 0,-5 2 0 16,0 3 0-16,-4-1 0 0,-4 1 0 0,-4 4 0 15,-1-7 0-15,-5 5 0 0,-1-1 0 0,-3-4 0 0,4 2 0 16,0-7 0-16,0 1 0 0,4-3 0 16,-1-2 0-16,6 0 0 0,-1-1 0 0,3-2 0 15,-2-1 0-15,4 1 0 0,-1 0 0 0,2-2 0 0,0 1 0 16,4-2 0-16,-9 2 0 0,9-2 0 0,0 0 0 15,0 0 0-15,-6 0 0 0,6 0 0 0,0 0 0 16,0 0 0-16,0 0 0 0,0 0 0 16,-7 2 0-16,7-2 0 0,0 0 0 0,3 5 0 0,0 1 0 15,1 0 0-15,3 2 0 0,-2 0 0 0,2 5 0 16,-1-4 0-16,4 7 0 0,0-4 0 0,-2 2 0 16,2 0 0-16,-1 1 0 0,2-1 0 0,-5 0 0 15,4-1 0-15,3 2 0 0,-4-3 0 0,-3-1 0 16,4 2 0-16,1-3 0 0,-5 1 0 0,4-4 0 15,1 2-280-15,-5-3-154 0,3 3-44 0,1-3-45 0,-4-3-52 16,1 1-409-16,-1-3-1065 0,3-2 471 0</inkml:trace>
  <inkml:trace contextRef="#ctx0" brushRef="#br0" timeOffset="228922.4382">9067 12719 280 0,'0'0'324'0,"5"-5"13"0,-4 2 4 0,-1 3-1 0,3-4-17 16,-3 4-13-16,0-4-13 0,0 4-16 0,0 0-14 16,1-3-10-16,-1 3-9 0,0 0-13 0,0 0-16 15,0 0-12-15,0 0-12 0,0 0-16 0,0 0-16 16,0 0-11-16,0 0-16 0,0 0-12 0,0 0-10 16,0 0-12-16,0 0-6 0,0 0-7 0,0 0-3 15,0 0 6-15,0 0 1 0,0 0-11 0,8 0-6 16,-8 0-4-16,9 2-7 0,-9-2-8 0,14 0-3 15,-4-1-2-15,2-2-9 0,2 1 0 0,2-3-3 16,-3 2-4-16,0-3-5 0,-1 1 2 0,1 1-7 16,3-7 2-16,-7 7-1 0,-2-3 9 0,1 2 1 15,-3 0 1-15,1-3 1 0,-2 3 4 0,0 0-11 16,0 1 3-16,-4 0-2 0,0-2-3 0,0 3-4 16,-3 0-2-16,3 3-6 0,-5-6 0 0,0 2-6 15,0 2-1-15,-2 2 2 0,0-1-1 0,7 1-3 16,-15 6 2-16,5-4-2 0,-1 1-1 0,2 3-2 15,-2 2 2-15,2 0-3 0,1-1-3 0,-1 5 6 16,-1 1 3-16,4 2-9 0,-1-1 0 0,2-4-1 16,0 3 0-16,3 2 1 0,-1-3-2 0,2 1-3 0,-2-2-9 15,7-1-6-15,-1 1-3 0,-1 1 10 0,6-6-1 16,1 2 3-16,1-2-1 0,4-2 2 0,5-4 3 31,2 2 1-31,9-5 1 0,-3 0-1 0,1-5 5 0,3-3-3 0,-3-1-2 0,-1-1 23 0,-2-1 0 16,1-1 9-16,1-2 14 0,-3 0 3 0,-6-1 8 15,-3 5-1-15,-3-1 14 0,-1-3-13 0,-2 3-12 16,-1 3 3-16,-3 1-9 0,0 1 1 0,-2 0-8 16,-2 2 0-16,-2 2-12 0,-2-2-1 0,1 2 2 15,-2 2-8-15,-1 2 2 0,1-1-5 0,4 2-3 16,-12 0-1-16,12 0 4 0,-10 3-9 0,5 2 3 16,1 1-1-16,0 1-6 0,4-2 8 0,-4 4 0 15,3 0-7-15,5 0 0 0,-3 2 7 0,3-2 1 16,4 1-1-16,-3-1 6 0,5 1-5 0,-2 0 3 0,1-1-1 15,3 4-4-15,-3-5-1 0,0 0-3 0,-1-2 0 16,-2 1-1-16,1 3 7 0,-3-7-8 16,0 3-3-16,1 0 7 0,-2 0-4 0,-1 2 1 15,-1-2-2-15,-1 1-4 0,-1-1-3 0,-3 3-2 0,1-1-14 16,-3 3-15-16,0-4-2 0,-2 3-21 0,-4-3-21 16,2 1-32-16,0-1-23 0,-4-1-28 0,4 2-19 15,-3-5-6-15,4 2-17 0,-3-3-9 0,7-1 1 16,-5 1-7-16,5-2-14 0,5 0-20 0,-12-4-23 15,9 0-31-15,1 0-31 0,6-2-26 0,0 0-266 16,1-5-691-16,0 0 306 0</inkml:trace>
  <inkml:trace contextRef="#ctx0" brushRef="#br0" timeOffset="229269.0812">9914 12486 183 0,'4'-12'360'0,"-3"0"14"16,2 3 16-16,-2-1 24 0,1 2 7 0,-4 0 4 16,1 1 0-16,-2 1 0 0,2 0-5 0,-1 0-6 15,-1 0 3-15,3 3-2 0,0-3-12 0,0 3-23 16,0 3-23-16,-3-5-30 0,3 5-30 0,0 0-28 16,0 0-12-16,0 0 11 0,0 0-2 0,-5 12-2 15,0-1-244-15,4-1-20 0,2 1 0 0,-2 6 0 16,1-1 0-16,-3 1 0 0,3 1 0 0,0 1 0 15,-1 0 0-15,-1 0 0 0,0 5 0 0,1-5 0 16,-3-1 0-16,4 2 0 0,-4-2 0 0,2 1 0 31,0 0 0-31,0-2 0 0,1-2 0 0,-1 2 0 0,1-3 0 0,0-3 0 0,1 2 0 0,-3-3 0 16,2 0 0-16,1-5 0 0,0 1 0 0,0-1 0 0,1-2 0 31,-1 1-6-31,0-4-362 0,3 4-24 16,-3-4-33-16,0 0-32 0,0 0-17 0,0 0-9 15,0 0-10-15,1-16-8 0,-5 9-265 0,2-2-829 0,-3 0 367 16</inkml:trace>
  <inkml:trace contextRef="#ctx0" brushRef="#br0" timeOffset="229501.9089">9795 12694 129 0,'-3'-5'130'0,"0"0"75"0,2 0 42 16,-2 2 24-16,3-2 33 0,0 5 47 0,0-9 51 16,0 9 34-16,0-3 20 0,0-2 3 0,0 2-17 15,4-2-20-15,-1 1-3 0,0-1-34 0,4 0-20 16,2-2-27-16,0 4-33 0,4-4-36 0,4-1-18 15,1 2-33-15,1 2-18 0,3-2-25 0,-4 0-42 16,5 3-56-16,5-2-64 0,-7-1-60 0,-3 4-60 16,3-1-78-16,-2 1-76 0,-2-1-77 0,1 2-74 15,1-2-94-15,-8 3-419 0,2-3-1001 0,-1 1 443 16</inkml:trace>
  <inkml:trace contextRef="#ctx0" brushRef="#br0" timeOffset="230722.5245">10962 12703 14 0,'-8'-5'363'0,"8"5"-2"0,0 0 1 0,2-4-4 15,-2 4-13-15,0 0-3 0,2-8-11 0,-2 8-8 16,0-3-8-16,0 3-8 0,2-5-9 0,0 3-16 15,-2 2-15-15,1-4-9 0,-1 4-18 0,3-6-14 16,-2 2-21-16,-1 4-16 0,4-4-14 0,-2 0-14 16,1 0-15-16,1 0-8 0,1 0-13 0,4 2-14 15,0-2-7-15,1 1-10 0,-1-1-9 0,4 2-8 16,1-1 4-16,-1 3-16 0,1 1-9 0,0 1-3 16,-1 0-34-16,-3 1 2 0,3 2-3 0,-1 0-6 15,-1 3 3-15,-2-1-2 0,-2 1 0 0,-3-1-1 16,-1 1 3-16,-1 5-4 0,-2-3-1 0,-4 2 2 15,-1 1-1-15,-2-3-3 0,-3 6 1 0,-3-2-3 16,-4-2-1-16,-1-1-12 0,4 1-3 0,-5-4-6 16,1 3-2-16,3-4 7 0,-1 2-3 0,2-4 6 0,4-2 2 15,1-1 14-15,-1 0 5 0,4-4 11 0,-1-1 11 16,2-2 14-16,1-6 2 0,3 2-7 0,0-3 5 16,3-2-4-16,2-3 5 0,4-1 4 0,-2 0 8 15,1 0-5-15,4 3 7 0,-2 0-13 0,0-2-4 16,1 2-4-16,-1 7-3 0,4-3-12 0,-3 4 1 15,-1-1-4-15,3 4-6 0,-1-2 1 0,-2 5-1 16,4 0-7-16,-2 2 7 0,1 2-2 0,-1 1 3 16,0 0 1-16,-1 1-7 0,1 2-4 0,-2 1 12 15,0 3-20-15,-2-2 11 0,1 6 0 0,-4-6-5 16,1 3 7-16,1 2-4 0,-4-2-7 0,2-1 9 16,-4 0-11-16,0 0 5 0,0 0-16 0,0-1-10 0,-3-2 0 15,3-2-20-15,0 1-9 0,0-2 1 16,0 0-8-16,0 0 4 0,3-3 3 0,-3-2 7 15,0 4 6-15,0-4-2 0,0 0 9 0,10-2 3 0,-10 2-1 16,14-11 3-16,-6 6 1 0,2-5 1 0,3 0 10 16,0-4 2-16,-2 2 6 0,2 1 9 0,1-4 11 15,-2 2 4-15,0 0 1 0,1 0 9 16,-4 3 4-16,0 2 14 0,1 0 0 0,-1-1-3 0,1 2 5 16,-3 3-7-16,-1-3 3 0,1 6-10 0,-1-1-5 15,0 1-2-15,3 2 3 0,-5 1-4 0,5 0 4 16,-3 4-7-16,2 1 0 0,0-2-9 0,-2 5-17 15,1 0 0-15,-1-1 0 0,-2 1 0 0,0 1 0 16,-1-1 0-16,0 2 0 0,0 1 0 0,-2-3 0 16,-1 2 0-16,1-2 0 0,-1-2 0 15,1-2-9-15,-1-1-25 0,2 2 8 0,-2-3-1 0,0-2 6 16,0-2 5-16,6 3 2 0,-6-3 6 0,0 0 4 16,6-9 3-16,1 1 27 0,1 1 2 0,-3-5 9 15,5-2 1-15,-1-2-7 0,-1 0-31 0,0-1 0 16,-1 2 0-16,0-1 0 0,1 0 0 0,-5 1 0 15,4 4 0-15,-3-1 0 0,1 5 0 0,-1-2 0 16,-3 2 0-16,2 1 0 0,-2 3 0 0,1-2 0 0,-2 5 0 16,2-5 0-16,-2 2 0 0,0 3 0 15,1-3 0-15,-1 3-127 0,0 0-155 0,0 0-61 16,3 14-68-16,-2-9-69 0,3 1-76 0,-4 2-443 16,1-1-1082-16,0 0 479 0</inkml:trace>
  <inkml:trace contextRef="#ctx0" brushRef="#br0" timeOffset="231395.1334">11849 12688 209 0,'0'-4'367'0,"0"4"6"0,3-6 6 0,-1 1-19 0,0 2-11 15,0-1-26-15,-2-1-11 0,0 5-24 0,0-4-10 16,0 4-17-16,0 0-24 0,1-4-20 0,-1 4-26 15,3-2-22-15,-3 2-17 0,0 0-17 0,0 0-6 16,0 0-18-16,13 7-10 0,-10-4-14 0,1 2-5 16,0 0-7-16,0 1-9 0,1 0-7 0,-2 0-8 15,3 2-4-15,-5 0 1 0,3 2-11 0,-4-2 0 16,3 1-11-16,-3-1 0 0,-3 2-6 0,2-4-9 16,-3 2-6-16,-1-3-10 0,1 1 6 0,-4 1-17 15,2 0 8-15,-4-3-5 0,2-1 2 0,1 1 1 16,-4-1 2-16,2-1 4 0,0 0-3 0,3-2 5 15,0-3 1-15,-2 2 14 0,3-4 4 0,0 0 13 16,1 2 13-16,1-5 6 0,1-1 6 0,2-2 2 16,1 2 13-16,2-1-9 0,0 0-1 0,1-1 0 15,2 1-2-15,-1 1 0 0,3 0-4 0,-1 1-4 0,1 2-7 16,-1 1-3-16,2-2-7 0,-2 4-4 0,-1-1-2 16,3 3-5-16,1 1 1 0,-4 1 3 15,5 3-8-15,0-2 4 0,-2 2-5 0,0 3-1 16,-1-1-4-16,-2 1 5 0,2 2-4 0,-4-2-2 0,1 1-2 15,-1 2-1-15,1-3 1 0,-3 1-2 0,1 0-2 16,-1-2-4-16,1 1-10 0,-2-2 1 0,2 1-12 16,-1-4 3-16,0 1 0 0,-1 0 8 0,-1-3 3 15,4 4 0-15,-4-4-1 0,0 0 6 0,0 0-3 16,0 0 5-16,12-11 4 0,-8 6 4 0,0-1 5 16,3-2 9-16,-2 0 2 0,2-3 4 0,0 3 8 15,-1-3 5-15,3 0 4 0,-5 2 0 0,6-1 6 16,-5 1 0-16,0 3-1 0,-1 1-1 0,1 0-5 15,0 1-2-15,-1 0-1 0,0 1-6 0,1 0-4 16,-5 3 1-16,13 3-3 0,-7-2-4 0,1 2-6 0,-1 1 6 16,1 0 2-16,-2 2 0 0,2 3-10 15,0-1 0-15,-3-2-4 0,-2 0 0 0,1 1 1 16,2 1-6-16,-3-3-9 0,1 1-20 0,1 0-24 16,-2-1-22-16,1-1-28 0,-3 1-22 0,1-1-25 0,0-1-19 15,-1-3-31-15,0 0-45 0,0 0-44 0,0 0-36 16,0 0-38-16,12-10-50 0,-8 4-43 15,-3 1-331-15,5-5-841 0,-2-1 372 0</inkml:trace>
  <inkml:trace contextRef="#ctx0" brushRef="#br0" timeOffset="231629.3982">12156 12480 230 0,'0'-5'294'0,"0"5"-2"0,-3-3-19 16,3 3-28-16,0-6-20 0,0 6-34 0,4-4-38 15,-4 4-45-15,5-2-56 0,-1 1-68 0,-4 1-77 16,13 0-79-16,-13 0-125 0,13 0-322 0,-3 0 142 16</inkml:trace>
  <inkml:trace contextRef="#ctx0" brushRef="#br0" timeOffset="231848.097">12429 12403 44 0,'3'-5'429'0,"-2"1"35"0,0 0 17 0,-1-1 15 0,0 5 6 16,-1-6-1-16,1 6-2 0,1-4-6 0,-1 4-1 15,-1-4-16-15,1 4-15 0,0 0-24 0,-1-6-34 16,1 6-36-16,0 0-35 0,0 0-18 0,0 0-2 16,0 0-15-16,-6 12-16 0,6-2-171 0,-2 1-110 15,1 5 0-15,1 2 0 0,-1 0 0 0,2 1 0 16,-2 2 0-16,1-2 0 0,-1 7 0 0,1 0 0 15,0-2 0-15,-2 2 0 0,1-1 0 0,1-6 0 0,0-1 0 16,-3 3 0-16,2-3 0 0,0 0 0 16,-3-1 0-16,4-5 0 0,-1 2 0 0,2-5 0 15,-1 1 0-15,1-4 0 0,0 1 0 0,2-1 0 16,0-2 0-16,1 2 0 0,4-4-113 0,0 0-391 0,0-4-30 16,-2 0-30-16,5-5-14 0,0 1-405 0,-2 0-1066 15,2-4 472-15</inkml:trace>
  <inkml:trace contextRef="#ctx0" brushRef="#br0" timeOffset="233038.4158">12571 12654 171 0,'4'-4'203'0,"-4"-4"19"0,4 6 19 0,-4-3 13 15,5 0 12-15,-4 2 4 0,3-1-3 0,0 2-1 16,-4-3 5-16,3 3 1 0,-3 2-2 0,2-5-7 16,-2 5-13-16,7-3-17 0,-7 3-21 0,2-3-14 15,1 1-19-15,-3 2-12 0,0 0-10 0,11 2-8 16,-11-2-8-16,8 3-1 0,-7 0-18 0,4 0-11 15,-2 1-9-15,2 2-10 0,0-3-8 0,-1 1-8 16,-2 3-7-16,2-2-7 0,-1 0-5 0,-2 2-7 16,0-2-4-16,1-1-6 0,-1 2-2 0,-1 1-6 15,-1-2 1-15,-1 1-4 0,1-1-2 0,-2 1-5 16,2-1 0-16,-3 0-1 0,-1-3-3 0,0 1-5 16,-3 1 1-16,2 0-9 0,0-2 0 0,-1-1-1 15,2 1 1-15,-1 0 2 0,6-2 1 0,-10-2-3 16,3-1 1-16,7 3-1 0,-6-5 1 0,2 0 2 15,0 1-4-15,4-1 2 0,-1-2 5 0,1 0-1 16,-3-3 10-16,6 1 0 0,-3 0 8 0,1 2 4 16,3-1 3-16,1 3 0 0,-4 0 12 0,2-2-1 0,1 1 1 15,1 4-3-15,-1-3 0 0,1 1 11 0,1 1-8 16,0 3 5-16,0-2-3 0,-6 2 0 16,10 0 0-16,-4 2-4 0,2 0 8 0,-3-1-9 0,0 3-3 15,2-1 2-15,-4 1-5 0,4 0-5 0,-1 1-8 16,-1 2 3-16,-1-4-5 0,0 2 5 0,0 2-7 15,1-1 1-15,1 1-8 0,-5-1 1 0,2 0 4 16,0 1-7-16,-1-2 6 0,-1 0-5 0,3-1-5 16,0 0 3-16,0 0-2 0,2 0 0 0,-2-2-10 15,4 1 13-15,2-1 0 0,3-1-4 0,0-2 3 16,-3-2-4-16,4 1 0 0,0-4 2 0,4-1 1 16,0-4-6-16,-4 0-5 0,1-1 14 0,1-2-8 15,-2 0 10-15,0-2-11 0,-3-1-4 0,1 0 8 16,-5-1-5-16,6-5-2 0,-8 5-2 0,0 0 4 15,-1-1 0-15,-3 3 0 0,2-2 14 0,-2 0 19 0,-1 3 7 16,0 1 7-16,0 4 1 0,0 1-7 16,0-1-1-16,-4 3-6 0,3 0-3 0,-3 2-3 15,-1 0-6-15,1-1 5 0,3 3-23 0,-4 0-7 16,1 2 0-16,4 1 0 0,0 0 0 0,-11 4 0 0,8 1 0 16,-2 2 0-16,1 2 0 0,-1 3 0 15,1 3 0-15,2 2 0 0,0 1 0 0,1 8 0 0,1-6 0 16,0 5 0-16,1-4 0 0,1 4 0 0,4 0 0 15,-6-6 0-15,6 6 0 0,-2-4 0 0,3-4 0 16,-1-1 0-16,-1 2 0 0,3-1 0 0,-3-3 0 16,1-3 0-16,-1-1 0 0,3 0 0 0,-3-5 0 15,-1 1 0-15,4-1 0 0,-3 0 0 0,1-2 0 16,2-1 0-16,-3-3 0 0,-5 1 0 0,14-5 0 16,-8-1 0-16,0 3 0 0,4-6 0 0,-5 0 0 15,1 0-1-15,-2-1-6 0,1-2 1 0,-2 1 8 0,-1 0-8 16,-2-2-3-16,-1 3 8 0,0 0-8 15,0 0 0-15,-2 2 8 0,-1-1 2 0,2 3-9 16,-2-2 1-16,-3 0 3 0,2 3-2 0,-1 0-5 0,1 2 14 16,-3 1-7-16,2-3-1 0,-3 4-2 0,1 2-3 15,8-1 3-15,-14 0 2 0,5 2-1 0,4-1 4 16,-3 2-3-16,2 0-3 0,-3 0 6 0,4-1 0 16,-2 2 0-16,2-2-7 0,0 1-10 0,3 0-3 15,-1-1-1-15,3-2-6 0,-5 4-1 0,5-4 2 16,0 4 0-16,0-4 2 0,6 2 9 0,-2-1-5 15,5-1-7-15,1 0 18 0,3-2 3 0,1-3-5 16,3 1 0-16,-2-1 2 0,3 0 3 0,0-1 0 16,0-3-1-16,-2 0 3 0,2 2 6 0,0-4-6 15,4-3 8-15,-7 4-4 0,2-1-2 0,-2-2 3 16,1 2-1-16,-1-4-3 0,-1 2 1 0,5-10 0 16,0 3-7-16,-6 5 17 0,-3 0 16 0,3 2-3 15,-7 4-7-15,2 0-2 0,-3 0 10 0,0 2-3 16,-3 2 4-16,0 0-10 0,-2-3 0 0,1 6 1 15,-1-3-1-15,0 2 3 0,0 3 5 0,0-7-5 16,0 7-7-16,0 0 13 0,0 0-7 0,0 0 6 16,0 0 23-16,-3 14 7 0,1-3 2 0,4 0 13 15,-2 5 2-15,0 1-66 0,0 1 0 0,2 9 0 0,1-2 0 16,-2-3 0-16,4 4 0 0,-2 1 0 0,-2-1 0 16,2 0 0-16,-3-8 0 0,2 2 0 15,-2-2 0-15,4 0 0 0,-4-3 0 0,0-1 0 0,1-4 0 16,2-2 0-16,-1 0 0 0,-1 1-46 0,2-4-255 15,-3 0-34-15,5-1-49 0,-1-1-45 0,0-2-60 16,-4-1-44-16,15-7-33 0,-7 4-286 0,1-2-922 16,2-5 408-16</inkml:trace>
  <inkml:trace contextRef="#ctx0" brushRef="#br0" timeOffset="233476.8465">13545 12598 226 0,'1'-2'294'0,"-1"2"10"0,0 0 15 15,0 0 6-15,0 0 10 0,0 0-4 0,0 0-3 16,0 0-6-16,-1-7-7 0,1 7-13 0,0 0-15 16,0 0-19-16,0 0-13 0,0 0-18 0,0 0-16 15,0 0-14-15,0 0-17 0,0 0-16 0,0 0-11 16,0 0-15-16,0 0-14 0,14 2-16 0,-14-2-11 16,12-1-11-16,-5 1-7 0,4-2-8 0,1 1-4 0,-3-1-9 15,4-1-8-15,-2 1-8 0,1-1-3 16,2-4-2-16,-5 2 4 0,4 1-12 0,-1-4-3 15,-1 1-4-15,-2-3-3 0,0 4 1 0,-3-1 2 16,-1-1-3-16,-1 2-3 0,-3-2-5 0,1 0 2 0,-2 5-5 16,-2-8-1-16,0 5-5 0,-2-5 2 0,-1 8-2 15,1-1 0-15,-4-1-5 0,2-1 1 16,-2 2-2-16,0 2-6 0,-3 1 16 0,2 1-11 16,-4 2-4-16,2 3 5 0,-5 4-3 0,5-5-3 0,-3 7-2 15,-3 3 2-15,7-3 1 0,-1 6 0 16,-1-1 1-16,4-1-1 0,3-1 0 0,1 2-1 0,3-2 1 15,1-2 2-15,3 0-2 0,4 1 4 0,4-2 0 16,5 0-2-16,-3 0 2 0,14 0-2 0,-3-4 4 16,7-1-5-16,-2-1 4 0,3-3-17 0,1-2-26 15,-2-1-37-15,1-1-36 0,-4-3-52 0,3 0-56 16,-10-1-61-16,0 0-63 0,-3 0-88 0,1 1-87 16,-5-5-297-16,-4 0-880 0,-1 3 389 0</inkml:trace>
  <inkml:trace contextRef="#ctx0" brushRef="#br0" timeOffset="234273.7097">9471 13452 201 0,'0'-6'407'0,"0"0"13"0,-3-2-7 16,2 2 3-16,1-2-7 0,-3 2 7 0,2-3-7 15,1 0-9-15,-5 2-13 0,2 0-13 0,0-1 0 16,0 2-5-16,-1 1-19 0,0-1-11 0,-2 1-17 16,1 1-16-16,0 0-21 0,0 2-12 0,-1-3-16 15,-1 4-20-15,2 0-14 0,5 1-14 0,-9 0-11 16,9 0-13-16,-12 2-173 0,6 3-12 0,0 0 0 16,-2 1 0-16,1 5 0 0,1 6 0 0,-1 1 0 15,-1 10 0-15,3 2 0 0,1-1 0 0,1 5 0 16,2-2 0-16,1 1 0 0,-3 3 0 0,3 13 0 15,3-3 0-15,-6-12 0 0,3 15 0 0,-2-16 0 16,8 0 0-16,-6 0 0 0,-4 0 0 0,2-2 0 16,2 0 0-16,-4-1 0 0,-1-1 0 0,1-2 0 15,3 0 0-15,-3-8 0 0,0-1 0 0,3-1 0 16,-7-1 0-16,4-4 0 0,3 0 0 0,-3-3 0 16,3 2 0-16,-2-5 0 0,2 2 0 0,1-6 0 15,-4 1 0-15,4 0 0 0,0-3 0 0,-1 4 0 0,1-4 0 16,0 0-256-16,-4-11-286 0,2 3-32 15,2-1-38-15,-2-2-423 0,-1-1-1120 0,-4-5 495 16</inkml:trace>
  <inkml:trace contextRef="#ctx0" brushRef="#br0" timeOffset="234539.2905">9031 13943 278 0,'-5'-9'358'0,"1"4"14"15,-2-1 33-15,3 1 46 0,-4 5 22 0,2-4 9 16,1-1-10-16,0 2-7 0,0-1-10 0,1 0-8 15,3 4-17-15,-4-5-22 0,1 2-28 0,3 3-31 16,-4-4-33-16,4 0-30 0,0 4-31 0,5-7-26 16,-1 1-29-16,4-2-22 0,4-2-23 0,6 0-46 15,0 2-49-15,9-3-63 0,0 2-37 0,1-3-35 16,5 3-42-16,-1 2-40 0,-2-1-42 0,0 0-45 16,2 3-43-16,-4-6-38 0,2 6-24 0,-10 4-35 15,2 0-44-15,5-6-39 0,-10 5-356 0,1-2-893 16,-5 1 395-16</inkml:trace>
  <inkml:trace contextRef="#ctx0" brushRef="#br0" timeOffset="235195.5407">9545 13718 188 0,'0'0'337'0,"1"-4"20"0,2 2 18 16,-3 2 12-16,4-5-4 0,-2 0-9 0,1 3-17 15,-3 2-13-15,6-6-17 0,-2 3-22 0,-2 1-27 16,1-1-22-16,-3 3-28 0,0 0-19 0,9-1-24 15,-9 1-21-15,8 2-12 0,-2 1-14 0,-1 1-14 16,2 3-9-16,-4-1-17 0,1 2-11 0,0-2-3 16,-1 3-9-16,2 4-12 0,-4-4-2 0,-1 7-8 0,-1-7-2 15,-3 4-5-15,1 2-5 0,-2-2-16 0,0-3-11 16,0 0-15-16,-3 0-10 0,-1 0-9 16,-1-3-7-16,1 0 0 0,-1 1 4 0,0-5-1 15,1 0 2-15,0-1 6 0,1-1-1 0,3-2 8 0,5 1-1 16,-13-6 9-16,7 4 10 0,2-6 7 0,0 2 2 15,3-2 1-15,-2-2-3 0,3 0 1 0,0 0-4 16,3-2 0-16,-3 3-4 0,5-3-2 16,-4 1 0-16,7 2-5 0,-4 0 1 0,2-1-2 0,-1 2-5 15,2 4-4-15,3-3-9 0,0 2 0 0,1 3-4 16,-4 1 1-16,5-6 8 0,-6 5-5 16,3 2 2-16,-2-1-1 0,4 1-1 0,-5-1 7 15,-6 1-3-15,12 1 5 0,-6-1-3 0,-6 0-1 0,10 1 5 16,-6 0 4-16,-4-1-4 0,10 0 3 0,-7 2 3 15,-3-2 1-15,5 2 3 0,-5-2 12 16,0 0 11-16,0 0 9 0,9-3 4 0,-9 3 6 16,5-3 1-16,-5 3 1 0,4-4 1 0,0 2 3 0,-4 2-3 15,7-2-1-15,-1-2-2 0,-3 1 0 0,4 2 3 16,-2-1 3-16,2-1-13 0,4 1 0 0,-1 1-7 16,0 0-4-16,3 2 0 0,0 1-1 0,0 1-1 15,2 2-5-15,2 4 5 0,-2-1-10 0,0 0-2 16,-1 6 1-16,2-3 0 0,-7 2-5 0,3-1 3 15,-4 4-6-15,-3-2 2 0,-1-2-2 0,-1 0 3 16,-1 0-3-16,-1 0-3 0,-2 0-2 0,-1-2-5 16,0-1 4-16,1 0 1 0,-2-4 0 0,0 1-3 15,1-1 9-15,-2-4 0 0,0 0 4 0,4-1 2 16,0 0 22-16,-7-11 8 0,3 4 19 0,4-5 11 16,0-5-3-16,1 0-6 0,6-1 7 0,-1-6-9 15,-1 5-7-15,4-6-5 0,4 2-3 0,-4 5-9 16,1 2-3-16,0 1-7 0,2 1-2 0,-2 0-4 15,-2 5-7-15,1 0-27 0,-2 2-28 0,1 2-42 16,3-1-40-16,-4 5-42 0,-2 1-45 0,-5 0-38 0,15 1-43 16,-8 6-31-16,-2-2-33 0,3 1-44 0,-6 0-42 15,3 0-44-15,0 0-293 0,-2 3-842 16,-2-2 372-16</inkml:trace>
  <inkml:trace contextRef="#ctx0" brushRef="#br0" timeOffset="235758.1874">11167 13522 207 0,'3'-17'441'0,"1"3"-3"0,-4 2-17 0,2 5-9 0,-5-4-11 15,0 0-13-15,1 0-5 0,-3 2-11 0,0 0-11 16,-3 0-14-16,-1 2-10 0,0 3-14 0,0-2 7 16,-2 1-18-16,-1 1-1 0,1 3-8 15,-1 0-16-15,1 1-16 0,-2 2-8 0,-1 3-4 0,1 2-8 16,-6 4-10-16,6 0-8 0,-10 8 1 0,-1-2-169 15,2 4-65-15,2 3 0 0,-2 2 0 0,4-1 0 16,-2-1 0-16,-2 0 0 0,8 3 0 0,-4 1 0 16,3-1 0-16,2-1 0 0,3 1 0 0,3 3 0 15,3-4 0-15,4-7 0 0,4 0 0 0,3 0 0 16,5-2 0-16,9 2 0 0,-1-2 0 0,7-2 0 16,4-4 0-16,2-2 0 0,0 0 0 0,0-3 0 15,2-3-205-15,-2 1-224 0,-1-3-38 0,-1-1-41 16,0-6-56-16,-1 4-439 0,-2-7-1088 0,-1 1 482 15</inkml:trace>
  <inkml:trace contextRef="#ctx0" brushRef="#br0" timeOffset="236509.4229">11241 13744 246 0,'-3'-5'353'0,"3"5"2"0,-1-7-2 0,1 7-8 15,0-7-12-15,0 3-12 0,0 4-18 0,0-7-9 16,0 4-16-16,0-3-15 0,1 3-22 0,2-2-17 16,-2 2-18-16,-1 3-15 0,5-7-18 0,-1 5-15 0,0 0-14 15,2-2-10-15,3 3-9 0,-2 0-11 0,4 2-3 16,-2 1 0-16,3 0-4 0,-1 0-4 16,-1 1-5-16,1 1-5 0,0 0-2 0,-2 1-9 15,0 0-7-15,-1 2-6 0,-1-1-5 0,-2-1-8 0,0 2 2 16,1 0-10-16,-3 4-3 0,-1-3 0 0,-2 4-11 15,0-1-4-15,0-1 3 0,-3-1-8 0,3 0-3 16,-5-1-1-16,2-1-8 0,2-1-3 0,-5-1 0 16,3 0-2-16,1-2 4 0,-2 0-1 0,4-3-1 15,0 0 1-15,0 0 1 0,0 0-3 0,-10-8-2 16,8 1-1-16,4-2 4 0,-1-1 1 0,2 2 9 16,-1-3 1-16,1 0-6 0,2 0 2 0,-2 1 6 15,5-1-8-15,-4 0-2 0,2 3-2 0,1-3 2 16,-1 4 1-16,-2-2-2 0,1 4-6 0,-1 1 2 15,1-2-3-15,0 4-4 0,1 0 1 0,1-2 1 16,-2 4 1-16,0 0 2 0,-5 0 3 0,17 0 4 16,-11 4 4-16,-2-1 3 0,4 2-4 0,-2 0-7 15,-1 2 6-15,2 1 4 0,-2-1-2 0,-1 0-3 16,1 1-1-16,-4 2-1 0,3-2 3 0,-2 0-5 0,0-1-1 16,-1-2 2-16,-1 1-6 0,2 2 3 15,-2-2-1-15,2-2 0 0,-4-1 1 0,4 1 4 16,-1-1 3-16,-1-3-1 0,0 5 1 0,0-5 8 15,0 0 2-15,4 3 0 0,-4-3-1 0,0 0-6 0,4-12 4 16,-2 6-5-16,2-4-3 0,2 1-3 0,-2 1 1 16,0-1-5-16,1 0 3 0,-1 2 3 15,1-4 3-15,0 2 0 0,2 2 0 0,-6 2 10 16,3-2-4-16,0 1 7 0,-3 2-2 0,3-1 0 0,-2 0 4 16,2 3-7-16,-1-1 4 0,-1 0 1 0,-2 3-8 15,7-4-6-15,-5 3-3 0,-2 1 2 0,10 1 1 16,-10-1-6-16,8 4 1 0,-4-1-1 0,1 2-3 15,-3-2 1-15,2 3 3 0,0-2 1 0,1 2-7 16,-1 0 1-16,1 0 2 0,3 1 2 0,-4 0-1 16,-2-6-14-16,2 3-1 0,0 0-20 0,-1 1-20 15,-1-1 4-15,2-3-5 0,4 2-3 0,-3-3-3 16,0 1-2-16,0 2-7 0,-1-2-7 0,0 1-10 16,-4-2-16-16,10 0-26 0,-10 0-29 0,8-2-29 15,-8 2-27-15,9-4-54 0,-7 0-51 0,2 3-62 16,0-3-72-16,-1-1-63 0,1 0-276 0,-1 2-851 15,-1-2 377-15</inkml:trace>
  <inkml:trace contextRef="#ctx0" brushRef="#br0" timeOffset="237588.5593">11926 13612 204 0,'0'-5'376'0,"0"-1"11"16,0 3 5-16,-1-4-13 0,-2 0-9 0,2 3-19 15,-2-3-15-15,-2 3-20 0,1-1-11 0,-1 3-16 0,0-5-11 16,1 5-17-16,-1-1-12 0,2 0-26 0,3 3-18 16,-5-3-22-16,5 3-21 0,-5 0-13 15,5 0-14-15,-6 6-4 0,3-1-12 0,2 2-1 0,1 2 12 16,0 2-9-16,-2 0-11 0,2-2-6 0,3 3-3 16,0 0-4-16,1 1-8 0,-2-2-19 0,-1-2 5 15,2 0-9-15,2 1-3 0,-1-2-8 0,-3 0 0 16,3-1-5-16,0 0 3 0,1-3-9 0,-1 2 5 15,0-2-4-15,-2 3-7 0,2-4-1 0,0 2-2 16,1-2-1-16,-1 5 1 0,1-5-11 0,-1-1 0 16,0 4 3-16,-3 0 3 0,3-3-14 0,-3 1-2 15,3 0 4-15,-4 0-3 0,3 0 4 0,-3-2-3 16,-3 4-2-16,2 0-1 0,-3-2 3 0,0 1-4 16,0-1-2-16,-2 1-1 0,-4 0 3 0,-1 0-4 15,6-2 0-15,-6 1 6 0,0-1-7 0,5-3 6 16,0 2 1-16,-1-1 0 0,2 0 4 0,5-1-3 15,-9 0-3-15,4 0 14 0,5 0 1 0,-6-2 3 16,6 2 14-16,-3-6-4 0,3 2-4 0,0 4-2 16,5-10-6-16,-1 2 1 0,1 0-18 0,3-2-11 15,5-2 0-15,-1 1 0 0,5 0 0 0,-3 1 0 16,5-1 0-16,-2-1 0 0,9-2 0 0,-4-2 0 16,4 1 0-16,0 0 0 0,1-4 0 0,2 0 0 15,2-2 0-15,11-12 0 0,-4 5 0 0,-10 4 0 0,1 1 0 16,-3-3 0-16,0-1 0 0,-2 2 0 15,2-2 0-15,-6-1 0 0,-2 0 0 0,-2 0 0 16,-4 1 0-16,-2 4 0 0,-2 6 0 0,-2 2 0 16,-3-3 0-16,1 7 0 0,-3 0 0 0,-2 3 0 0,-1-3 0 15,0 5 0-15,-1 0 0 0,-2 1 0 16,0 0 0-16,-3 2 0 0,2 1 0 0,-2 0 0 16,1 3 0-16,-5 2 0 0,3 0 0 0,-1 5 0 0,1 0 0 15,-2 7 0-15,0 0 0 0,1 3 0 0,1 6 0 16,4 3 0-16,-3 3 0 0,3 0 0 0,3 0 0 15,-1-2 0-15,2 5 0 0,1-2 0 0,0-2 0 16,0-1 0-16,1 0 0 0,-1-1 0 0,3 0 0 16,-2-2 0-16,-1-6 0 0,5 2 0 0,-4-4 0 15,2 1 0-15,-2-3 0 0,2-3 0 0,-2-1 0 16,-1-1 0-16,4-2 0 0,-3-2 0 0,-1-2 0 16,3 0 0-16,-2 0 0 0,-1-1 0 0,5-1 0 15,-5-2 0-15,8 1 0 0,-8-1 0 0,9-4 0 16,-4-2 0-16,0 2 0 0,1-4 0 0,3 0 0 0,-2-1 0 15,-1 2 0-15,1-1 0 0,-2-2 0 0,2 3 0 16,-3 0 0-16,4 0 0 0,-4 1 0 0,1 1 0 16,1-1 0-16,-1 3 0 0,0-1 0 15,-2 1 0-15,-1-1 0 0,1 3 0 0,-3 1 0 0,5-4 0 16,-5 4 0-16,6-1 0 0,-6 1 0 0,0 0 0 16,11 3 0-16,-8-1 0 0,0 0 0 15,-3-2 0-15,7 6 0 0,-5-2 0 0,-2-1 0 0,5 0 0 16,-4 2 0-16,1-2 0 0,1 1 0 0,0-1 0 15,-2-1 0-15,2 1 0 0,-2-1 0 0,-1-2 0 16,4 2 0-16,-4-2 0 0,4 3 0 0,-4-3 0 16,1 3 0-16,-1-3 0 0,0 0 0 0,0 0 0 15,0 0 0-15,14-7 0 0,-9 4 0 0,-1-1 0 16,1 1-1-16,7-2-17 0,-6 0-6 0,2 0 5 16,1 1 3-16,-3 0-6 0,-2 1 12 0,1 0-7 15,0-1 2-15,0 3 5 0,-1-2-5 0,0 1 1 16,-4 2-4-16,10 0-3 0,-10 0 7 0,9 2-5 15,-5 0-16-15,1 0-11 0,-1 0-26 0,0 1-24 16,-1-1-25-16,1 1-32 0,0 1-35 0,-1 0-31 0,1-1-29 16,1 1-25-16,-1-3-24 0,-1 2-17 15,1 1-18-15,0-3-31 0,-4-1-32 0,10 0-27 16,-10 0-306-16,13-6-787 0,-8 3 348 0</inkml:trace>
  <inkml:trace contextRef="#ctx0" brushRef="#br0" timeOffset="237823.2452">12749 13422 13 0,'-3'-3'350'0,"6"-1"14"0,-3 4 21 15,-3-6 14-15,3 1-21 0,0 5-35 0,0 0-39 16,0-6-33-16,0 6-21 0,0 0-36 0,0 0-23 16,0 0-30-16,0 0-36 0,0 0-41 0,0 0-55 15,-4 14-46-15,7-8-41 0,-3 3-41 0,0-1-40 16,0 7-33-16,0-6-44 0,4 1-27 0,-2 1-16 15,2 2-184-15,0-2-481 0,0-1 213 0</inkml:trace>
  <inkml:trace contextRef="#ctx0" brushRef="#br0" timeOffset="238791.7693">12817 13577 14 0,'4'3'144'0,"-2"-3"24"0,-2 0 14 0,0 0 22 16,0 0 19-16,0 0 9 0,0 0 4 0,10-3 14 16,-9-1 7-16,-1 4 5 0,3-4 15 0,0 1 5 15,-3 3 12-15,0 0 6 0,1-4 9 0,-1 4-3 16,1-5-4-16,-1 5-9 0,0 0-17 0,0 0-16 15,0 0-18-15,0-4-17 0,0 4-20 0,0 0-24 16,0 0-12-16,0 0-26 0,0 0 0 0,0 0-24 16,0 0-12-16,-2 16-14 0,2-13-11 0,0 5 1 15,-3-3-15-15,3 1-8 0,0 3 0 0,-1-1-6 16,1 0-11-16,1-2 2 0,-2 1-10 0,1-2 4 16,1 1-11-16,-1-3-14 0,0 2-13 0,0-2-9 15,3 0 2-15,-3-3-2 0,1 5 2 0,-1-5-1 16,2 2-1-16,-2-2 2 0,0 0 6 0,11-2 2 15,-5 0-5-15,-2-2 2 0,4 1 3 0,-3-2-3 16,2-3 2-16,2 1 1 0,-2 1 5 0,-2 0 8 0,1 1 9 16,-2 0 5-16,1-1-1 0,1 4 2 15,-3-3 5-15,2 3 13 0,-1-3 0 0,-3 2 2 16,-1 3-7-16,4-5 1 0,-4 5-5 0,4 0 4 16,-4 0-17-16,0 0-4 0,5-1-6 0,-5 1 9 0,0 0-5 15,0 0-1-15,0 0-7 0,6 4 6 0,-3 0-10 16,-2-2 3-16,3 4-3 0,-3-1-30 15,2-4-23-15,2 6-22 0,-1-3-16 0,1 0-24 16,0-2-22-16,3 3-23 0,-2-2-26 0,6 1-24 0,-2 2-21 16,0-5-23-16,3 2-21 0,-2-1-2 0,1-1-2 15,1-2 4-15,-2-1 1 0,2 1 12 0,-3-3 9 16,2 1 19-16,-1 0 24 0,-2-1 18 0,0-2 21 16,-4 5 25-16,0-6 28 0,0 2 22 0,-1 0 25 15,0 1 24-15,-3-2 23 0,2-1 30 0,-2 3 8 16,2 1 16-16,-2-3 18 0,0 3 26 15,-1-1 18-15,3 2 25 0,-3-5 23 0,0 7 14 0,0-5 6 16,5 2 7-16,-5 3 2 0,1-4-5 0,2 1-10 16,-3 3-6-16,1-4-13 0,-1 4-12 0,8-2-14 15,-8 2-12-15,5-1-8 0,-5 1-8 0,10 0-7 16,-10 0-7-16,8 3-3 0,-4-2-3 0,1 3-9 16,0 1-2-16,-1 0-9 0,2 1-7 0,-2-1 0 15,0 5-6-15,-3-2 1 0,-1-3-9 0,4 5-2 16,-4-4-3-16,0 1 1 0,-1 3 0 0,-2-3 0 15,3-2-5-15,-3 2-1 0,1-2 2 0,-2-1 0 16,-1 0-2-16,0 0-3 0,1 0-1 0,-1-3 2 16,0 0 2-16,-3 0-5 0,8-1 2 0,-10-1 4 15,10 1 13-15,-12-3 6 0,10 0 0 0,-1-1 8 16,-3 1 3-16,3-2-5 0,2 0 6 0,0 2 6 16,-3-2-5-16,4 1-10 0,0-2-1 0,0 6 2 15,1-6-5-15,3 2-6 0,-3 2-6 0,3-2-3 16,-4 4-3-16,9-1 2 0,-9 1 2 0,13 6-1 15,-3-2-2-15,-1 6 11 0,4 2 5 0,-3 4-2 0,3 6 11 16,2 2 6-16,-1 1-3 0,-1 5 8 16,-2 4-5-16,-2-3 10 0,-1 1 7 0,-4 2-7 15,-1-1 2-15,-5-1-48 0,1 0-15 0,-3 2 0 0,0 0 0 16,-5-6 0-16,-3 2 0 0,0 1 0 0,-2-6 0 16,-3 0 0-16,1-1 0 0,-3-4 0 0,-2-2 0 15,7-6 0-15,0-1 0 0,0-2 0 0,1-2 0 16,3-1 0-16,2-4 0 0,3 0 0 0,-4-2 0 15,4 0 0-15,5 0 0 0,-9-6 0 0,5 2 0 16,2-4 0-16,2-2 0 0,0 0 0 0,2-9 0 16,2 3 0-16,3-2 0 0,-1 1 0 0,4-1 0 15,-3 0 0-15,2 2 0 0,3-1 0 0,5-3 0 16,2-3 0-16,-1 3 0 0,5 1 0 0,-4 1 0 16,2 3 0-16,-3 3 0 0,-1-1 0 0,8 1 0 15,0-2 0-15,-6 6 0 0,-1-2 0 0,4 3 0 16,-3-1-116-16,-2 3-89 0,1 0-31 0,-5 0-35 15,-1 1-36-15,0 2-44 0,-6 0-36 0,1 2-45 16,-7 0-43-16,10-1-28 0,-5 0-315 0,-5 1-887 16,5-6 393-16</inkml:trace>
  <inkml:trace contextRef="#ctx0" brushRef="#br0" timeOffset="239057.3603">13599 13851 47 0,'3'-3'341'0,"1"1"8"0,-4 2 14 0,6-1 18 15,-6 1 6-15,0 0-12 0,6-1-24 0,-6 1-40 16,0 0-31-16,0 0-26 0,0 0-47 0,0 0-65 16,0 0-82-16,-8-8-76 0,8 8-69 0,0 0-80 15,-15 0-95-15,15 0-294 0,-13 0-600 0,13 0 265 16</inkml:trace>
  <inkml:trace contextRef="#ctx0" brushRef="#br0" timeOffset="246080.7028">1646 11785 108 0,'-3'-3'175'0,"-2"0"-5"16,1-1 7-16,4 4 5 0,-9-4-5 0,6 0 7 15,1 2-1-15,-3-2 1 0,5 4-4 0,-5-5-8 16,1 4-2-16,4 1-7 0,-4-2-9 0,4 2-3 15,-1-4-9-15,1 4-6 0,0 0 4 0,0 0 3 16,0 0-7-16,0 0 1 0,-4-3-4 0,4 3-9 16,0 0-4-16,0 0 0 0,0 0-10 0,0 0-18 15,0 0-10-15,0 0-9 0,0 0-12 0,0 0 5 16,0 0-13-16,0 0-10 0,0 0 2 0,0 0-4 16,4 10-4-16,-4-10-9 0,0 5 9 0,0-5 5 15,1 5 14-15,-1-5 0 0,0 3-5 0,0 1 0 16,0-4 2-16,-4 6 10 0,3-2 7 0,1-4 6 15,1 6 3-15,-1-3 2 0,0 1 1 0,0 1-2 16,2-1 1-16,-2 0-2 0,0-4-1 0,0 8-2 31,0-4-3-31,0 1-5 0,0-1-5 0,0 2-1 0,1-3-4 0,-1 2-3 0,1 0-3 0,-2 1-3 16,2 1-2-16,-1-3-5 0,0 3 1 0,1-1-5 0,-1 0 0 16,2 1 1-16,-2-1 4 0,0 1 2 15,0 2 1-15,-2-4-4 0,2 2 4 0,-1 1 4 16,0 1-10-16,0 1-3 0,-1-1-1 0,2 1-2 15,-2 3-3-15,3-4 2 0,-1 2-2 0,-3 1 0 16,3 1-3-16,-2-2-1 0,1 4-5 0,-1-3 1 16,1 5 3-16,1-5 0 0,0 5 2 0,-1-4 0 15,1 3 0-15,0 2-1 0,-3 3-4 0,3-6-1 16,0 2 2-16,3 2 1 0,-3 0-1 0,-3-1 1 16,7-1-3-16,-4 2-5 0,1-1-2 0,-1 0 13 15,2 1-11-15,-2 2 3 0,1-3-5 0,0-1 9 16,-1 3-3-16,1-1-7 0,-1 0 10 0,0-1-9 15,2 3-4-15,-4-3 5 0,2 0 4 0,3-1 4 16,-2 1 4-16,-1 0-12 0,2 0-8 0,-1 0 0 31,0 0-2-31,2 0 5 0,-3-2 6 0,2 2-16 0,-2 1 1 0,3-3-5 0,-3 2 12 0,0 0-4 16,0 0 2-16,0 1 1 0,-1-2-3 0,1-1 0 0,-2 0 1 16,2 2 0-16,0-1-5 0,-1 0 4 15,2 0-1-15,-2 3-5 0,0-2 0 0,-1 6 2 16,1-5 7-16,0 0-8 0,0 0-2 0,-1 5-1 15,2 1 5-15,0-3 1 0,-1-3 1 0,-2 6-1 16,2 1-1-16,-3-2-8 0,3-4 13 0,0 5-7 0,-3-6 1 16,4 7 0-16,-1-2-2 0,2-5 3 15,-1 1 13-15,0-2-15 0,1 2 0 0,2 0-2 16,-2 0-6-16,2-2 7 0,0 7 11 0,1-7-12 31,-2 3-2-31,1-2 3 0,1 0-2 0,-2 0 17 0,0 3-19 0,-1-4 9 0,2 1 7 0,-2 1-10 16,2-1-5-16,-2 1 0 0,0 3 1 0,0-2 0 15,2-3 6-15,-4 9-1 0,2-7-9 0,-1-2-2 16,0 1 5-16,1 0 8 0,-1 0 0 0,0 3-7 16,2 1 5-16,-4-4-5 0,1 2 10 0,1-3-12 15,-1 1 8-15,1 1-2 0,1-2 1 0,-2 2-3 16,1 1 6-16,-2 5-6 0,2-8-2 0,0-1 3 0,2 1-2 31,-2 0 3-31,0 0-7 0,0 0 4 16,-2-1-1-16,2 2 2 0,0 2 10 0,-1-5-7 15,1 4-4-15,1-2-4 0,1-1 10 0,-2 0-13 16,-2 3 11-16,5-3-6 0,-2-1-1 0,1 5 13 16,-2-4-6-16,-2 1-4 0,0 1 3 0,3 1-4 15,0-2 4-15,2 1-5 0,-2-1-1 0,-1 3 1 16,3 4 6-16,-3-5-10 0,1 0 14 0,0-1-2 16,1-1-5-16,0 4-5 0,2-3 8 0,-1 5 0 15,2 1-2-15,-3-7 10 0,2 3-13 0,0-2 5 0,-2 6-2 16,2-6-7-16,-1 1 3 0,2 8 2 0,-4-7 1 15,3 5-2-15,-3-5 0 0,2-2 2 16,-2 6-2-16,3 0 3 0,-4-5-3 0,4-1 3 16,-3 6-3-16,-1-5 11 0,0-1-13 0,0 2 5 15,1 5 0-15,2 0 1 0,-3-7-1 0,0 4-4 0,1 4 6 16,2-7-4-16,-2 4 2 0,-1 1-1 0,4-4 2 16,-3 5-4-16,-1 1 1 0,4-4 3 15,0 4 5-15,-3-2-1 0,3 0-9 0,-4 1 5 16,4-1-4-16,-3 0 4 0,2 0-7 0,-2 0 8 15,2-5-3-15,-1 6 1 0,1-7-5 0,2 9 2 16,-4-10 3-16,1 0-3 0,0 10 5 0,-1-9-1 16,3 7-8-16,0-6 3 0,-3 5 8 0,3-5 0 0,0-2-7 15,-2 9 0-15,0-1 1 0,0 1-2 16,1 0 6-16,-1-1 0 0,-1-1-5 0,1 3 3 16,0-4-3-16,1 1 11 0,-3 1-7 0,-1-2-5 15,2 0-8-15,-1-3 13 0,-1 4-6 0,-1 0 5 16,2 0 2-16,0 2-4 0,2-2 3 0,-2 3-2 0,0-2-2 15,0-2 7-15,0-3-8 0,0 3-3 16,0 3 9-16,0-8-6 0,1 2 6 0,-2 3 2 16,1-4-2-16,0 4-4 0,0-5-1 0,-2 7 6 15,1-7-6-15,1 5 5 0,-1-4-2 0,1 0 2 16,-2-1-3-16,4 4-1 0,-2-3 6 0,0 8-5 16,-2-4-2-16,2-4 4 0,2 5-5 0,-2-5 12 15,0 5 0-15,1-6-1 0,0 1-5 0,-1 7 7 16,2-3-1-16,-1 2 2 0,-1 0-12 0,0-7 4 15,-1 0-4-15,-1-1-12 0,5 2 10 0,-3-1-12 16,0-1 8-16,0 0-7 0,1 2 3 0,-1-1 7 16,1 0-4-16,-1 0 4 0,0 0-1 0,3 1 3 15,0 6-9-15,-3-7 7 0,2-3 1 0,1 3 0 16,-1-1-1-16,1 2 3 0,-1-2 5 0,1 1-3 16,-3-1-5-16,4 5 5 0,1-1 1 0,0 2-3 15,-2-6 8-15,0 1-5 0,4 0 0 0,-4 1-1 16,1-3-5-16,1 3 9 0,3 4 6 0,-4-7-14 15,-1-1-1-15,2 0 6 0,-3 2 12 0,2-2-8 16,-4 4-10-16,1-2 8 0,2 0-2 0,-2-1-4 16,3 8 3-16,0-8-3 0,-3 1 0 0,3-1 13 15,1 4 25-15,-4-3-11 0,3 0 5 0,0 0-6 16,-3-1 5-16,3 0-5 0,-4-17 1 0,4 27-9 16,-4-16-1-16,0-11 6 0,5 21-7 0,-5-21 4 15,0 20-8-15,0-20-5 0,0 0 9 0,0 15-2 16,0-15 2-16,0 0 20 0,0 0-4 0,0 0-13 15,4 17-16-15,-4-17 0 0,0 0 0 0,0 0 0 16,0 0 0-16,0 0 0 0,0 0 0 16,0 0 0-16,0 0-40 0,0 0-154 0,0 0-89 0,0 0-91 15,0 0-87-15,0-44-85 0,5 32-70 0,-1-6-331 16,-3-1-1025-16,2-5 454 0</inkml:trace>
  <inkml:trace contextRef="#ctx0" brushRef="#br0" timeOffset="251777.9042">1560 11714 67 0,'1'-5'130'0,"-1"5"-11"0,1-7 2 16,-1 7 7-16,6-1-4 0,-6 1 1 0,10 0 7 16,-10 0 2-16,13 0-7 0,-7 1-3 0,-1-1 0 15,3 3 0-15,-3-3 0 0,1 4-2 0,1-3-4 16,-2 0 5-16,-1 2-2 0,2-3 0 15,-6 0-3-15,10 3 1 0,-6-3 3 0,-4 0-3 0,9 0 4 16,-4 2 8-16,0 0-23 0,4-1-4 0,-1-1 3 16,-2 2-3-16,3-1-5 0,5 2 4 0,2-1-18 15,1 0-6-15,0-1 4 0,1-1-11 0,2 2-2 16,-3-2 2-16,3 1 0 0,0 0-5 0,0 0-7 16,2 0 9-16,-2 2-9 0,2-1-10 0,1-2-5 15,6 2 2-15,-8-2-4 0,7 0-5 0,-7-2-3 16,0 4 2-16,7-1-5 0,3-2-2 0,-3 2-1 15,1 0-13-15,-8-2 13 0,10 1-1 0,-2 0-8 16,0-1 2-16,-2 1-1 0,-5 0 2 0,6-2 3 16,0 0-6-16,1 2 8 0,-2 1-2 0,0 0-1 15,4-2-2-15,-3 0-5 0,0 1 2 0,3 0-12 16,1 0 11-16,0 1 1 0,-3-2-6 0,3 0-4 16,0-1-4-16,-1 0 5 0,2 2-2 0,5-2 2 15,-5-1-1-15,3 3 0 0,1-2 0 0,2 0 0 16,12-6 1-16,-13 5-2 0,-1 0 8 0,17-1-3 15,-18-1 2-15,2 2-3 0,-1 0-1 0,0 0-2 16,-2 1-1-16,3-3 0 0,-6 1 0 0,1 3-1 16,-1 0-2-16,0-3 4 0,-1 1-4 0,1-1 1 15,-2 2-2-15,2-2 8 0,-1 4-7 0,-3-1-11 16,4 0 11-16,-1-3-3 0,-2 4 1 0,-1 2 2 16,3-5 0-16,2 2-11 0,-6 2 14 0,1-1-1 15,-6 0-2-15,8 0-1 0,-8 1-1 0,0-2-1 16,1 2 3-16,-1-1-3 0,-2 0 5 0,-1 4-6 15,3-3-9-15,0 0 8 0,-3 3-2 0,1-2-4 16,-2-1 8-16,1 2 0 0,2 1-5 0,-3-1 4 16,2-1-4-16,-2 1 2 0,3 1 2 0,-1 0 1 15,0-3-3-15,-2 1 0 0,3 1 0 0,-2 0 4 16,1 2-5-16,-6-3 2 0,4 1 0 0,3 1 4 16,-6-2 0-16,3 2-4 0,0 0 4 0,0 0 0 15,1-1 1-15,-1-1-4 0,0-1-2 0,1 3-6 16,0 0 0-16,1-2 9 0,0 0-3 0,-1 0 3 15,2 0 0-15,0-1-2 0,-2 2 2 0,9-1 1 16,0-1-1-16,0 2-3 0,-6-1 5 0,8-2-4 16,-2 2-4-16,0 0 3 0,3-2 7 0,-1 1-2 15,1-1 0-15,1 0-4 0,1 0-5 0,2 0 6 16,0 0-2-16,1-1 3 0,0 1-1 0,1-2-1 16,-1 2 2-16,1-1-4 0,1 0 4 0,-2 0-2 15,4 1 5-15,-2 0-2 0,0-1-4 0,2 1 1 16,11-1-4-16,-14 1 1 0,14 2 2 0,-14-2 1 15,3 1-1-15,11-1-1 0,-11 2-1 0,-2-2 5 16,3-1-3-16,10 1-10 0,-11 3 13 0,-2-5-2 16,-2 2-5-16,2 2 7 0,2-1-2 0,-2 0 0 15,-1-1 0-15,1 0 2 0,0 1 0 0,2 0 1 16,-4 2-3-16,0-1 1 0,1 1-7 0,0-1 7 16,-4 0-4-16,3 0 0 0,-2 0 1 0,1 0 2 15,-3 2-5-15,0-4 6 0,-3 4-1 0,2-2-3 16,1 0 4-16,-1 2-2 0,-3-2-9 0,2 2 9 0,-9-2-2 15,10-2 3-15,-2 3 1 0,-10-2-1 0,9 1 1 16,-1 1-3-16,-6-1-1 0,5 3 6 16,-4-2-5-16,0-2-2 0,8 3 4 0,-9 1 1 15,-1-3-1-15,2 1 0 0,0-2-3 0,6 3 3 0,-1 1 3 16,0-1 0-16,-6-2 0 0,2 1-12 0,3 0 3 16,-3 2 8-16,5-4-6 0,0 2 4 0,-6 0-2 15,0-2 0-15,-1 2 5 0,7 0-1 0,-6 1-1 16,7-2-2-16,-2 1 0 0,-6 0 1 15,7-1-4-15,-5 1 0 0,9-1 3 0,-10 1 2 0,6-2 0 16,0 1-1-16,0 0 3 0,-1 0-5 0,1-1 4 16,-9 0 2-16,2-1-4 0,-1-1 0 0,2 1-2 15,7 0-7-15,-7 1 6 0,6 0 4 16,-6-1 0-16,5 0 2 0,1 2-6 0,-7-2 2 0,8 0-2 16,-1 0 4-16,1-1-1 0,-9 2 4 0,11-2-6 15,-9 2 0-15,5-1 4 0,-5 2-4 0,6-2 2 16,0-2 0-16,-1 4-8 0,2-1 5 0,-4-1-3 15,6 0 7-15,-9 0 0 0,6 0-1 0,-6-1 3 16,7 1-5-16,-1-2 0 0,3 1 1 0,-11 2 1 16,11-1 0-16,-4 2 2 0,4-1 0 0,-2-1-1 15,-1 0-3-15,-1 1-1 0,-8-1 3 0,13 0 2 16,-4 2-3-16,1-4 0 0,-9 2 3 0,9-1-4 16,-1 1 2-16,-5 0-2 0,4 1 2 0,1-2-4 15,-7 0 5-15,-1 2-1 0,3-2-1 0,5 1 3 16,0-3-2-16,-7 3 0 0,8 0-3 0,-1 0 2 15,0-1 2-15,2 1-18 0,-2 0 15 0,0 1-1 16,1-2-1-16,-7 2 6 0,-1-2-3 0,9 2 0 16,-8-1 0-16,6 0 0 0,0-1 1 0,1 1-2 15,-8-1 2-15,2 1 4 0,5-2 0 0,-5 2-12 16,5-2 8-16,0 1 2 0,2 0-1 0,-5 0-2 16,4 1 1-16,0 0 2 0,-10 0-2 0,10-2-1 15,-1-1 1-15,3 3 0 0,-4-1 1 0,2 0-2 16,-2 1 0-16,3 0 1 0,2 0-1 0,-2-2 1 15,1 1-5-15,1 1 2 0,0-1 2 0,0 2 0 16,0-1 2-16,2-1-4 0,-6 1 5 0,-2-1-2 16,5 0-2-16,1 2-2 0,-2-1 4 0,2-1 0 15,-1 2-4-15,2-2-1 0,0 2 5 0,-1-1 0 0,1-1-4 16,1 1 6-16,-4 0-3 0,4 0 3 16,0 0-1-16,-3 1 0 0,5-1-2 0,-2 1 0 15,1 1-2-15,4-2 3 0,-3 0-2 0,0 0-1 16,0 3 1-16,1-4 4 0,1 1-3 0,-4-2 1 15,5 2 0-15,-2 2-1 0,-1-2 0 0,3 0 4 16,-3 1 1-16,5-2-6 0,-4 1 4 0,1-2 0 16,-5 4-3-16,1-2 1 0,2-2 1 0,2 2-2 15,-1-2-1-15,4 3-1 0,-3-1-1 0,1 1 3 16,0-1-3-16,-1 0 4 0,1 0-1 0,-2 0 0 16,17-1-1-16,-20 1 1 0,1 0 0 0,-1 1 1 0,1 1-1 15,-2-4-3-15,3 2 1 0,-5-1 2 0,3 1-1 16,3-1 1-16,0 0 2 0,-1 1-3 0,-3-1 0 15,3-2 2-15,-2 3-4 0,-2 0 6 16,1 0-4-16,2-1 0 0,-1 1-3 0,1-1 2 0,1 1 3 16,2 0-3-16,-2-1 3 0,1 1-5 0,0 0 4 15,-2 0-1-15,-2-1-2 0,0 1 5 0,-1 0-2 16,1 0 0-16,-1 1-3 0,-1-1 7 0,1 1-11 16,2 0 9-16,-2-1-2 0,1 0 0 0,1 0 0 15,-1 1-1-15,-4-1 0 0,3 1 5 0,-2 1-4 16,2-1 1-16,-2 0-3 0,1 1-1 0,-2 1-3 15,-1-1 9-15,4 1-3 0,-4-1 0 0,-7 2-2 16,7-2-5-16,0 1-1 0,-6 0 10 0,-1 1-2 16,8 0 1-16,-10 0 0 0,3 1 0 0,-3 0 0 15,1 1-4-15,-5-2-3 0,4 1 5 0,-3 1-1 16,1 1-1-16,2 1 3 0,-9-2-2 0,3 2-2 16,1 1 2-16,0 2-1 0,-5-4 2 0,1 1-1 15,-1 2 1-15,3 0-2 0,-1 2 2 0,0 2 3 16,-1-2-7-16,-3-1 6 0,1 4-1 0,2 1-2 15,-4-1 10-15,2-1-10 0,2 3-4 0,-1 0 7 16,0-1-4-16,0 2 4 0,4 4 0 0,-1 1-2 16,-2-7-3-16,-4 1 2 0,4 1 1 0,1 1 1 15,-1-2 3-15,-1 1-6 0,0-1 6 0,0 0-3 16,0 1-1-16,1 8 3 0,-5-7-3 0,4 1 1 16,-2 5-3-16,-3-6 6 0,4 4-1 0,-8-2-1 15,6 3 3-15,-2 1-2 0,0-5-3 0,-3 3-1 16,1-2 8-16,1 5-4 0,1-2-1 0,-1 3 5 15,-2-2-10-15,0-6 4 0,3 6-8 0,0-6 10 16,-3 7 4-16,2-1 0 0,-2 0 0 0,0-1 0 16,-2 1 7-16,2 0-7 0,2-6 1 0,-2 8 0 15,3-3 0-15,-4-3 1 0,0 2-6 0,1 4 10 16,-3-7 5-16,2 4-1 0,-3 1 0 0,3 1 1 16,0 0 1-16,0 1-2 0,0-2 2 0,0-5-2 15,0 7 3-15,0 0-10 0,0 1 5 0,0-2-7 16,3 3 5-16,-1-1-3 0,2-2-1 0,-1 2 2 15,-3 1-2-15,4-4-3 0,-3 3 1 0,-1 0 3 16,5 4-4-16,-4-3 0 0,-1-1 4 0,3 2-10 0,-2-1 2 16,-1-2 7-16,0 2-4 0,3 3-2 0,-2-4 1 15,-1 4 0-15,-1-2 0 0,1-1-1 16,1 5 8-16,-2-4 0 0,1 4 1 0,-3-4 1 0,2 3-2 16,-2-2 3-16,2 3 0 0,-4-3-5 15,4 1 1-15,-3 0-2 0,0 0 6 0,0 3-8 0,3-2 2 16,-2-1 1-16,-2 15 0 0,1-11-2 0,-2 0-2 15,3 0 2-15,1 0-1 0,2 9-2 16,-4-7-1-16,-4 8-1 0,12-10 1 0,-4 10-1 16,0-10 3-16,0 10-1 0,0-10 0 0,0 12 2 0,0-16-4 15,0 3-3-15,0 0 6 0,0 1 2 0,0-3 1 16,-5 3 0-16,1 11-2 0,0 0-1 0,-1-12 0 16,4-1 0-16,-5 0 3 0,-1 13 1 0,3-12-4 15,-1 0 0-15,-2 0 3 0,-2-1-2 16,4 2-1-16,-3-2 3 0,-1 1-5 0,1-2 1 0,1 0 1 15,0 0 0-15,-2-1-3 0,-1-1 0 0,-2-1 1 16,-3 0-5-16,4 0 5 0,-2-1-2 0,0 2 0 16,0-1 3-16,3 1-4 0,-4-2 4 0,4 1-27 15,2-3 5-15,-1 2-1 0,0 0 4 0,-3 1 1 16,0-2 2-16,-2-1-2 0,1 2 5 0,-1 0 21 16,0-2-5-16,1 0 3 0,-6-1-3 0,5 1 0 15,-4-2-3-15,-1 2-1 0,4-2 2 0,-4 0-3 16,-1 0 2-16,-3-1 2 0,3 0-4 0,1 2 2 15,0-1-3-15,-3-1 1 0,-1-3-1 0,2 3-4 16,1 4 6-16,-3-3-6 0,1 0 1 0,0 2 2 16,-2-3 5-16,-1 3-4 0,1-1-2 0,-2 0 2 15,-9 8 4-15,11-12-2 0,-5 3 3 0,-10 7-6 16,8-10 2-16,-11 8-1 0,13-9 0 0,-2-1-1 16,3 2-14-16,-11 7 2 0,-4-2-1 0,13-5-1 15,-2-4 4-15,0 3 3 0,-13 5-4 0,-1-1 0 16,3 0 3-16,8-5 7 0,2-1-4 0,-11 6-1 15,11-5-1-15,-10 4 6 0,12-3-3 0,-2-1-3 16,-12 2 3-16,11-5 1 0,-14 8 2 0,6 0-1 16,8-6 5-16,-11 6-4 0,0-2-1 0,9-5 3 15,-10 6 0-15,2-2-2 0,8-6 2 0,3 1-3 16,-4-2 2-16,-9 3 1 0,0 1-11 0,11-3 11 16,-2 2-5-16,2-3 10 0,-8 8-6 0,9-7-2 15,-1-1 1-15,2 1 0 0,-16 4 1 0,14-3-3 16,-10 2 5-16,9-3 1 0,-1-1-1 0,1-1 2 15,0 0-3-15,-10 6-4 0,11-3 4 0,-14 0 1 16,17-5 3-16,-4 3-3 0,-1-1 3 0,0-2-5 16,3 2 2-16,-15 5 1 0,15-5 0 0,2-1-4 15,-3 0 2-15,3 1-2 0,-2-2-1 0,0 2 4 16,-1 0 4-16,3 2-3 0,-3-4 3 0,-1 2-5 16,2 1 2-16,1-1-3 0,-2 0-2 15,5 1 12-15,-4-5-10 0,2 5-1 0,-1-2 1 16,-1 2 1-16,-1 0 1 0,0-2-6 0,1 2 2 15,-3-4-6-15,1-2-2 0,2 3 0 0,-2 0 3 16,0-1 0-16,0 1 6 0,-2-1-6 0,4 0 4 16,-1-1-1-16,2 0-1 0,-4 2 7 0,2-4-7 15,2 3 0-15,-7-1 3 0,2 0-2 0,3-1 2 16,1 1-1-16,-2-1-1 0,3 0 6 0,-4 0-4 0,0 2-2 16,2-3 2-16,1 2 7 0,-2-1-6 15,4 0 0-15,-4-2 4 0,-2 0-2 0,4 1-3 16,-1-2 4-16,-1-1-4 0,3 2 0 0,-2-3 5 15,0 5-5-15,-1-4 6 0,3 1-4 0,0-1 0 16,-3 1 2-16,-3-2 1 0,5 1 1 0,-6-2-1 16,6 1-2-16,-2-1 0 0,3 1 0 0,-2 1 0 15,-1-1-1-15,2 1 4 0,-4-2-5 0,3 1 5 16,-3-2 2-16,-2 0-3 0,2 0-3 0,-1 1 3 16,1 1-3-16,1-3-4 0,0 1 8 0,-3 0-2 15,5-1-5-15,-3 2 6 0,4 0-4 16,-3 0 4-16,-3-1-1 0,8 0 0 0,-7 0-1 15,3 0-2-15,-1-1 2 0,-4 2 2 0,4-1-2 16,1 1-2-16,-1-2 4 0,-3 1-2 0,2-2 3 16,-3 1-4-16,1 0 2 0,2 3 0 0,-1-5-1 15,2 1 4-15,1 1-2 0,1 0-3 0,-2 0-1 16,2-1 5-16,-1 3-2 0,0-2-3 0,3 0 1 16,-2 2 1-16,-1-1 0 0,-1-1-3 0,4 0 5 15,-1 1-1-15,-1 0-1 0,3-1 2 0,-4 1-2 16,3 0 1-16,0-2-3 0,1 0 2 0,-1 1 5 15,-3-1-5-15,4 3 4 0,0-3-5 0,0 2 6 16,-2-2-3-16,0 1 2 0,4 3-1 0,-5-4-3 16,3-2-1-16,0 2-1 0,-1 2 2 0,1-4 0 15,1 2 0-15,1-1 6 0,-1 0-7 0,3-2 4 16,-5 3-10-16,6-2 12 0,-3-2-1 0,1 4-3 16,29 0-1-16,-47-2 2 0,17 0 1 0,2 1-3 15,28 1 1-15,-56-3-6 0,34 3 9 0,-6-4-6 16,28 4 1-16,-46-3 2 0,19-1-1 15,-2 2-2-15,29 2 3 0,-41-4-1 0,23 2 3 16,18 2-2-16,-42-2 1 0,22-1 2 0,20 3-6 16,-40-3 0-16,40 3 0 0,-38-4 1 0,38 4-1 15,-39-4 6-15,23 2-1 0,16 2-5 0,-35-5 1 16,35 5 7-16,-36-5-5 0,20 3 1 0,16 2-4 16,-26-5 2-16,26 5-1 0,-37-6 0 0,37 6 2 15,-36-7-1-15,18 4 1 0,18 3 2 0,-37-5 2 16,20 1-3-16,17 4-4 0,-36-9 5 0,18 5-4 15,-4 0 2-15,22 4-1 0,-33-10-2 0,11 6 1 16,22 4 4-16,-36-9-4 0,17 3-2 16,19 6 2-16,-30-6 1 0,10 2 1 0,20 4 4 15,-40-11-2-15,19 10-4 0,-1-6 1 0,22 7-2 16,-37-9 7-16,15 5-5 0,2-1 0 0,-9 0-2 16,29 5 4-16,-41-9 0 0,19 5-2 0,22 4 4 15,-46-8-1-15,19 2 0 0,6 0-3 0,-9 2-1 16,3-1 1-16,0 2 3 0,6-2-6 0,-8 0 1 15,0 0 2-15,9 2 3 0,20 3 1 0,-49-10-8 16,27 7 6-16,1-1-3 0,21 4 0 0,-43-7 1 16,17 1 5-16,4 5-8 0,22 1 2 0,-37-7 2 15,16 3-1-15,21 4 0 0,-40-10 3 0,19 9 0 16,-2-3-3-16,23 4 3 0,-40-6-4 0,20 5 0 16,20 1-2-16,-41-9 2 0,22 8 4 0,-10-3-3 15,29 4 2-15,-49-8-1 0,32 4 0 0,-9 2-2 16,26 2 0-16,-44-5 1 0,25 0 1 0,19 5-1 15,-50-5 2-15,32 3-3 0,18 2 5 0,-42-5-1 16,21 1-6-16,1-1 7 0,20 5-5 0,-41-6 1 16,13 1 0-16,5 3 0 0,23 2 0 0,-40-5 4 15,20 3-5-15,20 2-7 0,-41-5 8 0,18 3 2 16,23 2-2-16,-48-7 0 0,26 5 3 16,0-1-4-16,22 3 5 0,-45-2-5 0,17-2-1 15,28 4 2-15,-48-3 3 0,25 0-3 0,23 3-7 16,-43-4 8-16,22 3 1 0,21 1 0 0,-41-3 3 15,14 0-5-15,27 3 1 0,-40-6 0 0,19 4 1 16,21 2-3-16,-40-6 3 0,20 3-1 0,20 3 1 16,-43-4-4-16,23 1 4 0,20 3-2 0,-38-4 0 15,17 3-4-15,21 1 6 0,-38-4-10 0,38 4 10 16,-40-4-2-16,21 2 6 0,19 2-3 0,-41-3-3 16,22-1 4-16,19 4-1 0,-36-3-5 0,36 3 0 15,-39-5 2-15,39 5 1 0,-34-3-1 0,34 3 2 16,-37 0-3-16,37 0 1 0,-38-4-6 0,20 0 7 15,18 4-2-15,-37-3 1 0,16 1-1 0,21 2 0 16,-35-2 5-16,35 2-6 0,-32-2 7 0,32 2-5 16,-32-4-2-16,32 4 8 0,-32-1-8 0,32 1 1 15,-26-4 5-15,26 4-8 0,-24-3 7 0,24 3-6 16,-29-4 0-16,29 4 3 0,0 0-3 16,-35-4 4-16,35 4-2 0,-24-3-4 0,24 3 5 0,0 0 1 15,-33-4-1-15,33 4 3 0,0 0-1 0,-27-5-3 16,27 5 2-16,-23-3 0 0,23 3-3 0,0 0 0 15,0 0 2-15,-28-6 2 0,28 6 0 16,-17-6 0-16,17 6-6 0,0 0 6 0,-29-4-2 16,29 4-4-16,0 0 7 0,-26-4-8 0,26 4 4 15,0 0 2-15,-23-6 3 0,23 6-6 0,-18-5 4 16,18 5-1-16,0 0-1 0,-27-7 0 0,27 7-1 16,0 0-3-16,-20-5 6 0,20 5-2 0,0 0 0 15,-20-6-2-15,20 6 2 0,0 0 1 0,0 0 1 16,-21-6 0-16,21 6-1 0,0 0-3 0,0 0 2 15,0 0 3-15,-19-9-5 0,19 9 1 0,0 0 3 16,0 0-3-16,0 0 1 0,-17-9 2 0,17 9-6 16,0 0 3-16,0 0 0 0,0 0-1 0,-21-8 2 15,21 8 2-15,0 0-2 0,0 0 1 0,0 0-3 16,-20-7 6-16,20 7-9 0,0 0 6 16,0 0 0-16,-18-10-3 0,18 10-3 0,0 0 7 15,0 0-3-15,-15-10-2 0,15 10-1 0,0 0 3 16,0 0 0-16,-20-5-2 0,20 5 3 0,0 0-7 15,0 0 3-15,-26-6 2 0,26 6-1 0,0 0 3 16,-25-5 2-16,25 5-2 0,0 0 2 0,-30-3-4 16,30 3 1-16,0 0 1 0,-33-5 0 0,33 5 3 15,-19-5-1-15,19 5-5 0,0 0 1 0,-27-6 1 16,27 6 0-16,0 0 0 0,-31-6-1 0,31 6-1 16,-18-4 5-16,18 4-5 0,0 0 5 0,-25-5-2 15,25 5 0-15,0 0-2 0,0 0 2 0,-27-3 2 16,27 3-4-16,0 0 4 0,0 0-5 0,0 0 6 15,0 0-8-15,-23-5 5 0,23 5 2 0,0 0 1 16,0 0-6-16,0 0 1 0,0 0 6 0,0 0-4 16,0 0-2-16,0 0 1 0,0 0-4 0,0 0 3 15,0 0 11-15,0 0-9 0,0 0-3 0,0 0 5 16,0 0-4-16,-22-5 1 0,22 5 0 16,0 0-2-16,0 0-1 0,0 0 2 0,0 0 2 15,0 0-9-15,0 0 13 0,0 0-6 0,0 0 1 16,0 0-1-16,0 0 2 0,0 0-1 0,0 0 3 15,0 0-2-15,0 0 0 0,0 0 3 0,0 0-3 16,0 0 0-16,0 0 4 0,0 0-4 0,0 0-4 16,-27-2 2-16,27 2 1 0,0 0-1 0,0 0 3 15,0 0-3-15,0 0 2 0,0 0 1 0,0 0 0 16,0 0-1-16,0 0-1 0,0 0-4 0,0 0 4 16,0 0-2-16,0 0 1 0,0 0-1 0,0 0-13 15,0 0-25-15,0 0-24 0,0 0-31 0,0 0-29 16,0 0-25-16,0 0-36 0,0 0-45 15,0 0-56-15,0 0-71 0,0 0-384 0,0 0-802 0,0 0 355 16</inkml:trace>
  <inkml:trace contextRef="#ctx0" brushRef="#br0" timeOffset="261332.9995">20241 11891 267 0,'0'0'290'0,"-3"-4"9"16,3 4 5-16,0 0-3 0,0 0 14 15,-1-5 12-15,1 5 2 0,-2-4 3 0,2 4 2 0,-1-5 4 16,1 1-5-16,0 4-7 0,-2-7-1 0,2 7-5 16,1-6-12-16,-1 4-6 0,0 2-13 0,-3-5-14 15,3 5-13-15,0 0-8 0,-4-2-13 0,4 2-14 16,0 0-21-16,0 0-12 0,0 0-20 0,-1-4-19 16,1 4-15-16,0 0-15 0,0 0-10 0,0 0-15 15,0 0-16-15,0 0-84 0,0 0 0 0,0 0 0 16,-2 13 0-16,2-5 0 0,0-2 0 0,-2 4 0 15,1 1 0-15,1 1 0 0,-1 3 0 0,-3 1 0 16,1 1 0-16,1-2 0 0,2 5 0 0,-1-2 0 16,-2-1 0-16,2 2 0 0,1 0 0 0,-2-1 0 0,0 1 0 15,1-1 0-15,1-2 0 0,-4 4 0 0,4-3 0 16,0 2 0-16,0-2 0 0,0-1 0 16,0 1 0-16,-3-1 0 0,2-6 0 0,1 1 0 0,0 2 0 15,-1-5 0-15,1 3 0 0,-2-5 0 0,0 1 0 16,1-2 0-16,1 1 0 0,0 0 0 15,0-6 0-15,0 6 0 0,0-4 0 0,0-2 0 16,1 5 0-16,-1-5 0 0,0 3 0 0,0-3 0 0,0 0 0 16,0 0 0-16,0 0 0 0,0 0 0 0,0 0 0 15,0 0 0-15,-1-15-426 0,-2 11-145 0,3-4-94 16,-4 1-424-16,2 0-1178 0,-2-2 521 0</inkml:trace>
  <inkml:trace contextRef="#ctx0" brushRef="#br0" timeOffset="261692.4678">19747 11969 273 0,'-5'-3'414'0,"1"-2"18"0,-1 3 1 15,1-2-9-15,-2 2-13 0,6 2-7 16,-5-5-14-16,2 4-14 0,3 1-11 0,-5-4-15 15,5 4-19-15,0 0-21 0,-4-2-21 0,4 2-9 0,-5-2-11 16,5 2-14-16,0 0-14 0,0 0-10 0,0 0-31 16,0 0-22-16,9-5-16 0,0 1-17 0,5-1-22 15,7 1 0-15,8-2-10 0,4-2-14 16,5 2-11-16,12-2-9 0,3-2-9 0,-1 2-7 0,-1 2-10 16,4-1-5-16,-14 4-6 0,-1-1-1 0,-2 0-2 15,-5 0 1-15,-2 0-33 0,-7 2-7 0,-6-1 0 16,0 1 0-16,-3 2 0 0,-2 0 0 0,-4 0 0 15,1 0 0-15,-3-1 0 0,-1 1 0 0,-2-2-77 16,1-1-52-16,-5 3-37 0,8 0-52 0,-8 0-59 16,0 0-67-16,0 0-51 0,0 0-46 0,0 0-54 15,1 6-55-15,-1-6-301 0,0 0-919 0,0 0 406 16</inkml:trace>
  <inkml:trace contextRef="#ctx0" brushRef="#br0" timeOffset="262160.9822">20450 12223 88 0,'0'-6'375'15,"0"6"2"-15,0-7-10 0,1 5-6 0,1-2-16 16,0 0-9-16,-2 4-15 0,0-8-20 0,3 7-17 16,-2-3-14-16,-1 4-13 0,4-5-17 0,-3 2-16 15,-1 3-15-15,5-2-20 0,-5 2-21 0,0 0-18 16,5-3-13-16,-1 2-12 0,-4 1-16 0,0 0-13 0,9 2-9 16,-6 2-10-16,4-1-6 0,-4 0-3 0,1 1-13 15,1-1-5-15,0 3-6 0,-2-3 0 16,0 3-8-16,-1-1-3 0,0 2-3 0,3 0-1 15,-5-1-4-15,0 3 2 0,-2-2-4 0,-1-1-3 0,2 2 2 16,-3-3-4-16,2 1 1 0,-4 1-3 16,3-1-1-16,-3-2-1 0,1 0 3 0,-1 1-1 15,1 1 0-15,0-5-1 0,1 0 3 0,0 1 12 0,4-2 18 16,-10 0 15-16,10 0 14 0,-8-4-1 0,6 0-4 16,-1-1 0-16,2-1-6 0,0 2-2 0,1-4-9 15,0-1-7-15,0-2-22 0,2 0-25 0,3-1-36 16,0 2-37-16,5-4-33 0,3 2-48 0,3 3-56 15,0-2-62-15,3 4-55 0,-1 0-64 0,9-3-64 16,-5 8-366-16,-2-3-888 0,1 1 393 0</inkml:trace>
  <inkml:trace contextRef="#ctx0" brushRef="#br0" timeOffset="262473.365">20831 12053 366 0,'-1'-7'534'0,"-2"-3"38"16,3 3 7-16,-2-1 10 0,2 1-2 0,-3 2-3 15,3 1-18-15,0-3-13 0,-4 2-26 0,4 1-29 16,0 4-35-16,-4-3-34 0,4 3-40 0,0-4-37 16,0 4-37-16,0 0-34 0,0 0-274 0,0 0-7 15,0 0 0-15,0 0 0 0,3 17 0 0,-2-6 0 16,-1 2 0-16,0-1 0 0,3 6 0 0,-2 0 0 0,2 0 0 15,-2 1 0-15,0-1 0 0,-1 0 0 16,3 2 0-16,-2 6 0 0,-1-7 0 0,0-1 0 16,0-1 0-16,0 1 0 0,0-2 0 0,-1 0 0 15,-2-4 0-15,3 0 0 0,-1-3 0 0,1-3 0 16,0 2 0-16,0-3 0 0,0-1 0 0,0-4-385 16,1 4-126-16,3-1-47 0,-4-3-36 0,0 0-431 15,13-6-1108-15,-9 3 491 0</inkml:trace>
  <inkml:trace contextRef="#ctx0" brushRef="#br0" timeOffset="262738.9516">20786 12236 74 0,'0'0'509'0,"-5"-2"49"0,5 2 34 16,-9 0 11-16,9 0-14 0,-4-4-34 0,3 1-37 15,1 3-33-15,-2-6-46 0,0 3-40 0,2 3-47 16,2-6-36-16,0 3-37 0,3-2-32 0,0 0-57 15,4-2-50-15,0 2-58 0,1-2-55 0,3 0-49 16,5 1-51-16,-4-1-57 0,-1 6-56 0,5-3-39 16,0 3-41-16,-6-5-31 0,1 2-26 0,1 4-28 15,-1-3-26-15,1 2-20 0,0 0-22 0,0-1-229 16,-1 2-702-16,-3-1 310 0</inkml:trace>
  <inkml:trace contextRef="#ctx0" brushRef="#br0" timeOffset="263395.2635">21092 12150 305 0,'0'0'325'0,"0"0"21"0,0 0 22 0,0 0 15 16,0 0 9-16,2-11 3 0,-2 11-9 0,0 0-9 15,0-3-8-15,0 3-28 0,0 0-22 0,0 0-25 16,2-6-29-16,-2 6-31 0,0 0-28 0,0 0-19 16,0 0-17-16,0 0-16 0,0 0-18 0,0 0-15 15,10 7-11-15,-9-4-13 0,0 1-11 0,3 3-5 16,-3-3-13-16,1 0-3 0,-2 2-4 0,1 1-11 0,-1-4 1 15,-1 5-9-15,-2-1-4 0,1 0-1 16,-3 0-2-16,-2 1-4 0,2-1-10 0,-3 2-12 16,-2-3-9-16,1 0-8 0,0 0 5 0,-1-1-2 15,5-2 2-15,0 1 2 0,-2-3 1 0,2 0 3 0,1 1 4 16,4-2-4-16,-10-8 17 0,9 3 4 0,-2 0 4 16,3 0 17-16,3-5-8 0,-2 3-7 15,2-3 3-15,3 1-5 0,-1-2 3 0,0 4 4 16,3-4 0-16,-3 6-4 0,5-3-7 0,-6 2 8 0,5 1-8 15,-2-1 0-15,-1 3 8 0,0 0-18 0,1 1 10 16,-1 2 0-16,1 0 0 0,-7 0 11 16,11 2-15-16,-5-1-12 0,-1 3 21 0,2-3-13 0,-2 5-2 15,0-1 3-15,0 0 0 0,2 2 7 0,-4-1-17 16,3 3 3-16,-4 0 0 0,3-1 0 0,0 1 4 16,-1 0-4-16,1 0-3 0,-1-1-9 0,1-3-7 15,-1 2 4-15,6-1 1 0,-2-1 3 0,1-2 1 16,2-1-1-16,2-2 2 0,5 0 6 0,0 0-3 15,0-4-1-15,0-3 5 0,0-1-6 0,1-1 0 16,-1 0-9-16,7-6 11 0,-7 2 6 0,-4 1-6 16,0-1 11-16,0-2 1 0,-1-2 14 0,-3 0-12 15,2 1 0-15,-1-7 2 0,-3 4-7 0,-3-5 0 16,-2 6 7-16,-1-1-4 0,-2 1 0 0,0-2-3 16,-1 3-2-16,-2 4 13 0,2 2 1 0,0 2-4 15,-1-1 7-15,0 4-3 0,1 0-1 0,-3 1-10 16,1 3-14-16,1-2 0 0,2 4 0 0,0 0 0 15,-9 6 0-15,5-1 0 0,0 4 0 0,0 2 0 16,-1 0 0-16,3 5 0 0,-1 1 0 0,-1 1 0 16,4 0 0-16,-1 3 0 0,1 0 0 0,0 3 0 15,0 1 0-15,1-6 0 0,-1 0 0 0,4-2 0 16,-4 2 0-16,3-3 0 0,-1-2 0 0,6 1 0 16,-4-3 0-16,0-1 0 0,2-3 0 0,5 1-82 15,1 1-59-15,0-2-46 0,-1-4-47 0,4 3-53 0,2-3-69 16,-4-4-67-16,1-2-82 0,-2-1-79 15,0 1-315-15,2-4-974 0,-8-3 432 0</inkml:trace>
  <inkml:trace contextRef="#ctx0" brushRef="#br0" timeOffset="264992.5444">22241 12210 4 0,'2'-2'408'0,"1"-2"-5"0,-3 4 16 16,0-5-15-16,0 5-7 0,2-3-14 16,-2 3-15-16,5-4-20 0,-5 4-11 0,0 0-4 15,0 0-15-15,4-1-8 0,-4 1-18 0,0 0-19 0,0 0-16 16,0 0-6-16,0 0-19 0,0 0-23 0,5-1-15 15,-5 1-19-15,0 0-13 0,0 0 0 16,0 0-16-16,0 0 7 0,0 0-10 0,5-1-8 0,-5 1-14 16,6-2-14-16,-6 2-8 0,12-1-11 0,-3-2-7 15,4 2-5-15,1-4-14 0,-1 2 3 0,2-2-4 16,2 0-12-16,1 0 2 0,-3-3 3 0,0 1-5 16,-3 3-37-16,1-1-12 0,-2-3 0 0,-2 1 0 15,1 1 0-15,-1 1 0 0,0-1 0 0,-5 1 0 16,1 0 0-16,0 1 0 0,-5-2 0 0,4 1 0 15,-4 0 0-15,0 0 0 0,0 1 0 0,0 0 0 16,-3-1 0-16,0 3 0 0,3 2 0 0,-8-4 0 16,2 2 0-16,1 2 0 0,-3 0 0 0,8 0 0 0,-18 1 0 15,6 1 0-15,1 2 0 0,0 3 0 0,-2-1 0 16,-1 5 0-16,0 0 0 0,0-1 0 16,2 2 0-16,-2 2 0 0,5-3 0 0,4-3 0 15,-4 7 0-15,1-2 0 0,6-5 0 0,-2 3 0 0,1-1 0 16,2-2 0-16,1 2 0 0,4 1 0 0,0-2 0 15,2-2 0-15,3 0 0 0,0 0 0 0,9 0 0 16,-1-5 0-16,3 1 0 0,2-2 0 0,5-1 0 16,2-1 0-16,-1-4 0 0,0-4 0 0,-2 2 0 15,-1-5 0-15,1 1 0 0,-9-1 0 0,0 1 0 16,1 0 0-16,-1 0 0 0,-3 1 0 0,-3 1 0 16,-2 0 0-16,0 0 0 0,1 0 0 0,-2-1 0 15,-3 4 0-15,3-1 0 0,-7 2 0 0,4 0 0 16,-1 0 0-16,-3 0 0 0,3 2 0 0,-4 1 0 15,0 2 0-15,4-5 0 0,-4 5 0 0,3-4 0 16,-3 4 0-16,0 0 0 0,0 0 0 0,0 0 0 16,0 0 0-16,2 11 0 0,-3-5 0 0,2-1 0 15,-2 3 0-15,1-2 0 0,0 3 0 0,0-2 0 0,0 0 0 16,1 0 0-16,2 1 0 0,-2-3 0 0,2 1 0 16,-2 1 0-16,-1-5 0 0,6 6 0 15,-3-4 0-15,-2 0 0 0,4-2 0 0,-1-2 0 0,3 0 0 16,0 2 0-16,1-5 0 0,2-2 0 0,0-1 0 15,0 1 0-15,2 1 0 0,0-3 0 0,0 0 0 16,-3 0 0-16,5 0 0 0,-5 1 0 0,0-1 0 16,1 2 0-16,-2 0 0 0,-3 1 0 0,-1-1 0 15,-3 2 0-15,5 0 0 0,-4 2 0 0,4-1 0 16,-3-1 0-16,-3 3 0 0,5-2 0 0,-5 2 0 16,4-1 0-16,-4 1 0 0,0 0 0 0,0 0 0 15,0 0 0-15,0 0 0 0,6 6 0 0,-6-4 0 16,4 2 0-16,-4-1 0 0,3 2 0 0,-2 0 0 15,-1 1 0-15,5 3 0 0,-4-5 0 0,2 2 0 0,1 2 0 16,-2-2 0-16,1 0 0 0,1 2 0 16,1 1 0-16,-1-2 0 0,2-1 0 0,2 1 0 15,-1 1 0-15,1-2 0 0,1 0 0 0,1 1 0 0,1-3 0 16,1-3 0-16,2 0 0 0,3 0 0 0,2-2 0 16,0 0 0-16,-1-4 0 0,0 2 0 0,1-2 0 15,-7-1 0-15,4-1 0 0,-3 1 0 0,2-3 0 16,-1 1 0-16,-5 1 0 0,0-3 0 0,-1 1 0 15,-3 2 0-15,0-3 0 0,-1 3 0 0,-1 1 0 16,-1-1 0-16,-2 1 0 0,0-1 0 16,-2 2 0-16,-1-1 0 0,-1 0 0 0,0 3 0 0,-1 0 0 15,0 1 0-15,0 0 0 0,-3 2 0 0,8 0 0 16,-12 1 0-16,4 2 0 0,-1 1 0 0,1 1 0 16,1 2 0-16,-1 1 0 0,-1 2 0 0,5-1 0 15,-1 2 0-15,1 2 0 0,-1-3 0 0,4 3 0 16,-2 0 0-16,3-2 0 0,0 3 0 0,3 0 0 15,-2-2 0-15,2 0 0 0,2-1 0 0,1-4 0 16,2 2 0-16,3-3 0 0,0-1 0 0,1-2 0 16,2-1 0-16,4-1 0 0,2-1 0 0,-1-3 0 15,2-2 0-15,-3-2 0 0,9-4 0 0,-8 2 0 0,-2 1 0 16,1-5 0-16,-3 2 0 0,0 2 0 0,0-2 0 16,-3-2 0-16,-1 2 0 0,-4 0 0 0,5-2 0 15,-5 5 0-15,-3-5 0 0,0 8 0 0,1-3 0 16,-5 5 0-16,4-1 0 0,-3-1 0 0,1 3 0 15,1-2 0-15,-3 4 0 0,2-6 0 0,-2 6 0 16,0 0 0-16,0 0 0 0,-2-3 0 0,2 3 0 16,0 0 0-16,0 0 0 0,0 0 0 0,0 0 0 15,0 0 0-15,0 0 0 0,0 0 0 0,0 0 0 16,0 0 0-16,0 0 0 0,14 4 0 0,-7-2 0 0,-7-2 0 16,10 3 0-16,-5-2 0 0,0 2 0 0,0-1 0 15,3-1 0-15,-3 2 0 0,0-1 0 0,-1 1 0 16,1-2 0-16,-1 1 0 0,3 2 0 0,-5 0 0 15,2 0 0-15,0 0 0 0,-2 3 0 0,1-3 0 16,-1 2 0-16,1-1 0 0,-2 2 0 0,0-3 0 16,2 2 0-16,-3 1 0 0,0 0 0 0,0-1 0 15,0 0 0-15,-1-1 0 0,1-1 0 0,1 1 0 16,-1-1 0-16,0-1-33 0,0-3-247 0,0 7-35 16,3-4-62-16,-3-3-57 0,11 0-70 0,-3-3-51 15,2 1-395-15,0-4-1027 0,4 3 455 0</inkml:trace>
  <inkml:trace contextRef="#ctx0" brushRef="#br0" timeOffset="266243.8598">23884 12138 149 0,'3'-2'326'0,"-3"2"12"0,0 0 1 0,2-6 1 0,-2 6-6 16,4-2-18-16,-3-1-1 0,-1 3-2 0,4-3-2 15,-4 3-12-15,4-2-11 0,-4 2-13 16,4-4-20-16,-4 4-21 0,4-5-21 0,-4 5-18 15,0 0-15-15,2-2-25 0,-2 2-14 0,0 0-16 0,9 0-9 16,-9 0-15-16,0 0-8 0,7 5-8 0,-6-2-8 16,1 2-10-16,1-1-4 0,-2 2-8 0,1-2-4 15,-1 1-3-15,-1 2-7 0,-1 0-2 0,1-2-4 16,-2 2-2-16,1 0-3 0,-3 1-1 0,2-3-2 16,-4 0-2-16,0 3-2 0,-2-4-1 0,1 3 3 15,-1-1-9-15,-3-4 1 0,2 1 3 0,-2 1-5 16,2-3 2-16,3-1-3 0,6 0 4 0,-10-4-1 15,2 0-2-15,4 1 1 0,-2-2 2 0,2 1 6 16,3-3 2-16,-2 1 0 0,6-1 0 0,-2-3 2 16,3 0-6-16,2 0 1 0,-2 3-4 0,1-3 2 15,0 5 1-15,2-5-2 0,-3 5 2 0,2 1 1 16,0 2-3-16,1-2-1 0,-2 4 15 0,-5 0 8 16,18 6 17-16,-8-2 7 0,-2 3 2 0,1 2 9 15,0 5-1-15,-3 0-1 0,2 2 11 0,-1 2-7 16,0 9-3-16,-5-1 7 0,2-1 0 0,-3 2-9 15,1-2-6-15,-4 1-7 0,1-2-27 0,0 2-34 16,0-1 0-16,-3-4 0 0,-2 4 0 0,3 1 0 0,-1-5 0 16,0-2 0-16,3 5 0 0,-3-4 0 0,3 0 0 15,-1-3 0-15,1 0 0 0,1-1 0 16,-1-1 0-16,1-5 0 0,0 1 0 0,1 0 0 0,0-1 0 16,-1-3 0-16,2 1 0 0,-1-3 0 0,-1 0 0 15,0-2 0-15,0 3 0 0,1-4 0 0,-1 1 0 16,0 1 0-16,0-4 0 0,0 0 0 0,2 4 0 15,-2-4 0-15,0 0 0 0,0 0 0 0,0 0 0 16,0 0 0-16,0 0 0 0,-8-13 0 0,5 7 0 16,1 0 0-16,-2 1 0 0,1-4 0 0,-3 1 0 15,1-7 0-15,1 3 0 0,0 2 0 0,3-4 0 0,0 4 0 16,-2-2 0-16,3-4 0 0,0 2 0 16,3-1 0-16,-1 0 0 0,3-2 0 0,3-1 0 15,3-5 0-15,2 2 0 0,0-4 0 0,2 5 0 0,1-2 0 16,0 3 0-16,2-1 0 0,-2-1 0 15,-3 6 0-15,4-6 0 0,0 1 0 0,-4 2 0 16,2-3 0-16,-2 0 0 0,-2 4 0 0,5-5 0 16,-1 0 0-16,-2 6 0 0,-3 0 0 0,1 2 0 0,-4 2 0 15,-1 1 0-15,1 1 0 0,-1 4 0 0,0-2 0 16,-2 3 0-16,-1 0 0 0,-1 1 0 16,2 0 0-16,-4 1 0 0,0 3 0 0,4-5 0 0,-4 5 0 15,1-4 0-15,-1 4 0 0,0 0 0 0,4-2 0 16,-4 2 0-16,0 0 0 0,0 0 0 0,0 0 0 15,-4 13 0-15,4-8 0 0,-1-2 0 0,-2 2 0 16,2 0 0-16,1 1 0 0,0 0 0 0,0-1 0 16,0 1 0-16,0 4 0 0,4-6 0 0,-3 3 0 15,1 1 0-15,1-5 0 0,5 7 0 0,-6-4 0 16,6 1 0-16,-3 0 0 0,2-2 0 0,0 1 0 16,1-3 0-16,-3 1 0 0,4-2 0 0,4 0 0 15,-3-2 0-15,-1 0 0 0,0-1 0 0,3-3 0 16,-2-1 0-16,0 0 0 0,-1 0 0 0,0-2 0 15,2-2 0-15,-4 3 0 0,2-4 0 0,-2 3 0 0,0-3 0 16,-1 2 0-16,-1-1 0 0,-1 3 0 16,0-1 0-16,-3 1 0 0,3 0 0 0,-4 1 0 0,1 2 0 15,2-1 0-15,-3 4 0 0,2-6 0 0,-2 6 0 16,0-3 0-16,0 3 0 0,0 0 0 0,0 0 0 16,0 0 0-16,0 0 0 0,-2 15 0 0,-2-4 0 15,0 1 0-15,3 5 0 0,-3 1 0 0,2 5 0 16,0 8 0-16,0-5 0 0,0 4 0 0,4 0 0 15,0 2 0-15,-2-4 0 0,-2 4 0 0,4-3 0 16,-2-2 0-16,0 1 0 0,-4-2 0 0,4 1 0 16,-1-2 0-16,-1-5 0 0,0-1 0 0,2 1 0 15,-5-2 0-15,0-3 0 0,1 0 0 0,0-5 0 16,-1 1 0-16,1-1 0 0,1-4 0 0,-2 0 0 0,0-2 0 16,2 1 0-16,-2-1 0 0,1-3 0 15,-1 0 0-15,1 1 0 0,4-2 0 0,-10-6 0 16,5 2 0-16,1-1 0 0,-3-5 0 0,3 1 0 0,-2-2 0 15,2 0 0-15,2-4 0 0,1-2 0 16,-2 3 0-16,4 3 0 0,1-5 0 0,1 1 0 0,1 0 0 16,4 4 0-16,-2-4 0 0,3 3 0 15,1-4 0-15,3 3 0 0,-1 0 0 0,4 1 0 0,-3 0 0 16,11-1 0-16,-5 3 0 0,-2 0-262 0,2 3-169 16,3 1-79-16,-4-2-84 0,-5 3-472 0,-2 0-1154 15,1 0 510-15</inkml:trace>
  <inkml:trace contextRef="#ctx0" brushRef="#br0" timeOffset="266760.6511">25295 12162 11 0,'0'0'408'0,"6"-7"24"0,-6 3 3 15,0-1 9-15,0 5 8 0,4-5 7 0,-4 1 16 16,0 4 2-16,3-7 5 0,-3 2-7 0,0 0-1 16,2 1-11-16,-2 4-15 0,-2-5-15 0,2 5-21 15,0 0-18-15,-3-4-28 0,3 4-34 0,0-4-24 16,0 4-297-16,0 0-11 0,0 0 0 0,0 0 0 15,0 0 0-15,0 0 0 0,0 0 0 0,0 0 0 16,-4 13 0-16,1-6 0 0,3 5 0 0,-2-3 0 0,2 3 0 16,-1 3 0-16,1 1 0 0,-2 2 0 15,0-1 0-15,-2-3 0 0,3-1 0 0,1 0 0 16,-1-2 0-16,1 2 0 0,-1-6 0 0,1 4 0 16,0-5 0-16,0-1 0 0,0 3 0 0,0-6 0 0,0 5 0 15,0-7 0-15,0 0 0 0,3 0-525 0,-3 0-118 16,9-9-28-16,-4 3-388 0,4-7-1147 0,-1-2 507 15</inkml:trace>
  <inkml:trace contextRef="#ctx0" brushRef="#br0" timeOffset="267026.0612">25346 11993 163 0,'0'-7'356'0,"1"-1"9"0,-1 2 38 16,0 0 30-16,0 2 8 0,0 1-20 0,0 3-32 15,0-8-41-15,0 5-39 0,0 3-33 0,0-6-27 16,0 6-29-16,0 0-58 0,0 0-66 0,0 0-52 15,0 0-60-15,0 0-68 0,7 11-64 0,-6-2-64 16,3 1-76-16,2 1-52 0,-2 0-259 0,5 2-646 16,-1 3 285-16</inkml:trace>
  <inkml:trace contextRef="#ctx0" brushRef="#br0" timeOffset="267338.4626">25492 12197 408 0,'6'-3'440'15,"-6"0"33"-15,2-2 18 0,-2 1 8 0,0-1-8 16,1 1-16-16,0-2-13 0,-1 1-26 0,1-1-2 16,-1 4-16-16,0 2-18 0,2-8-21 0,-2 8-30 15,0-3-37-15,0 3-37 0,2-4-22 0,-2 4-30 16,0 0-28-16,0 0-23 0,0 0-17 0,0 0-16 16,0 0-16-16,3 12-16 0,-1-8-25 0,-2 1-82 0,2 0 0 15,1 3 0-15,-3-1 0 0,0-1 0 0,4 0 0 16,-3 0 0-16,-1-1 0 0,4 1 0 15,-4-1-10-15,2-2-58 0,0 1 4 0,-2-4 9 16,1 4 0-16,2-2 16 0,-3-2 11 0,0 0 9 0,0 0-4 16,0 0 5-16,0 0-3 0,9-8 10 0,-3 4 13 15,-4 0 12-15,1-2 13 0,4-2 9 0,-1 2 8 16,-1 0 8-16,-1-2 13 0,6 3 6 0,-6-2 1 16,0 2-44-16,1 0-28 0,-1 1 0 0,0-3 0 15,1 6 0-15,-4-3 0 0,3 3 0 0,-1-1 0 16,-3 2 0-16,0 0 0 0,7 0 0 0,-7 0 0 15,0 0 0-15,11 2 0 0,-5 1 0 0,-2 0 0 16,-2 1 0-16,2 1 0 0,1-2 0 0,0 2 0 16,2 0 0-16,-2 0 0 0,-3-2-105 0,4 3-171 15,0-3-46-15,0 0-55 0,1 1-48 0,0-3-66 16,0 0-60-16,1-2-390 0,0 0-1020 0,3-3 452 16</inkml:trace>
  <inkml:trace contextRef="#ctx0" brushRef="#br0" timeOffset="267619.6436">25866 12087 15 0,'3'-4'319'0,"-2"1"25"0,-1-1 36 0,3-1 58 16,-2 1 28-16,-1 1 32 0,0 3 8 0,0-5 5 15,1 2 5-15,-1 3-2 0,0 0-7 0,0 0-16 16,0 0-21-16,0 0-28 0,0 0-29 0,0 0-29 16,0 0-35-16,0 0-34 0,0 0-23 0,0 0-271 15,0 0-21-15,-1 13 0 0,0-5 0 0,1 2 0 16,0 2 0-16,-2 5 0 0,2 3 0 0,2 5 0 15,-4 3 0-15,5-3 0 0,-4 2 0 0,1 1 0 0,-3-1 0 16,3 1 0-16,0 2 0 0,-2 0 0 16,2 0 0-16,-2-3 0 0,2 4 0 0,-1-5 0 15,1 3 0-15,-1-5 0 0,-1 3 0 0,1-8 0 0,2-1 0 16,1-3 0-16,-1-2 0 0,-2 1 0 0,2-4 0 16,0-1 0-16,3 0-127 0,-3-3-399 0,1 0-46 15,0-3-42-15,1-1-445 0,-3-2-1147 0,0 0 507 16</inkml:trace>
  <inkml:trace contextRef="#ctx0" brushRef="#br0" timeOffset="267963.3153">25937 12269 273 0,'12'-12'442'15,"-7"2"24"-15,4-3 16 0,-1 4 0 0,-3 1-9 16,0 1-23-16,0 1-21 0,-1 0-13 0,0 0-16 15,1 1-19-15,-1 0-23 0,5-3-14 0,-3 3-36 16,1 2-29-16,2-2-14 0,-3 0-29 0,3 2-14 16,-4 0-30-16,3 1-19 0,1-2-22 0,-2 4-1 15,1 2-30-15,-1 2-10 0,0 0-17 0,2-1 3 16,-4 2-3-16,4 5-4 0,-4-2-7 0,0 2-7 16,-2-2-14-16,-1 4-61 0,-2-1 0 0,2 1 0 15,-4-1 0-15,0 0 0 0,-1 1 0 0,-3 1 0 16,0-4 0-16,-1 3 0 0,-2-3 0 0,-1-1 0 15,0-1 0-15,1 1 0 0,-3-1 0 0,2-4 0 16,0 4 0-16,0-4 0 0,3 1-134 0,1-2-31 16,1-2-27-16,-2 1-44 0,7-1-68 0,0 0-40 15,-6-5-30-15,6 5-29 0,0 0-38 0,6-12-29 16,3 8-17-16,3-2-287 0,-1 0-838 0,5 0 371 16</inkml:trace>
  <inkml:trace contextRef="#ctx0" brushRef="#br0" timeOffset="268416.9634">26362 12219 277 0,'5'-2'322'16,"-5"2"17"-16,9-2 18 0,-9 2 23 0,9-4 2 15,-6 2 8-15,-1-3-8 0,2 1 1 0,-4 1 1 16,0 3 5-16,5-6-18 0,-5 6-3 0,0-6-5 16,0 6-23-16,0-5-11 0,2 2-20 0,-2 3-19 0,0-4-24 15,0 4-26-15,0 0-23 0,0 0-28 16,0 0-18-16,0 0-23 0,0 0-16 0,2-4-17 15,-2 4-14-15,0 0-11 0,0 0-8 0,0 0-8 16,0 0-63-16,0 14-11 0,1-8 0 0,2-1 0 0,-3 0 0 16,1 1 0-16,-1-1 0 0,3 0 0 0,-1 1 0 15,-1-2 0-15,2 0 0 0,-2 2 0 0,-1-6 0 16,3 6 0-16,-2-1 0 0,-1-5 0 16,5 6 0-16,-5-4-1 0,0-2-39 0,8 4 11 0,-8-4 5 15,0 0-1-15,15-1 3 0,-15 1 13 0,9-6-8 16,-2-1 4-16,0 3 4 0,1-3 6 0,-3 2-7 15,2 2 2-15,-1-5 10 0,1 2 3 0,-1 0 6 16,-2 1 20-16,1 1 8 0,0-1 7 0,0 0 1 16,0 1-18-16,-1 2-29 0,-3-1 0 0,2 0 0 15,-3 3 0-15,0 0 0 0,7-1 0 16,-7 1 0-16,0 0 0 0,0 0 0 0,8 4 0 0,-5 1 0 16,0-2 0-16,0 2 0 0,-2-3 0 0,2 4 0 15,-1-3 0-15,2 3 0 0,1-3-3 0,-1 5-161 16,-1 2-30-16,4-3-45 0,0-1-55 0,2 0-57 15,3 1-69-15,-3-1-53 0,4-2-45 0,6 1-405 16,-7-3-999-16,6-1 442 0</inkml:trace>
  <inkml:trace contextRef="#ctx0" brushRef="#br0" timeOffset="268714.4461">26799 12003 367 0,'-2'-17'410'0,"0"-3"43"0,1 8 24 0,0-1 15 15,2 4 2-15,-1-2 12 0,-1 2 6 0,0 3 4 16,-1 0-12-16,2 3-15 0,0-2-18 0,-1 1-27 0,1 4-31 16,-1-5-29-16,1 5-25 0,0 0-42 0,0-4-32 15,0 4-29-15,0 0-214 0,0 0-42 16,0 0 0-16,-2 12 0 0,4-2 0 0,-1 5 0 16,0 3 0-16,1 1 0 0,-1 6 0 0,0 3 0 0,-1 1 0 15,1-2 0-15,3 2 0 0,-4-1 0 0,0-3 0 16,0 4 0-16,-4-2 0 0,4 0 0 0,-1-8 0 15,-1 1 0-15,2-3 0 0,-2 3 0 16,0-5 0-16,3-4 0 0,-1 2 0 0,0-5 0 0,0-1 0 16,0 0 0-16,0-2 0 0,1-2 0 0,3 1-348 15,-1-3-144-15,2 0-50 0,-5-1-34 0,12-6-34 16,-8 1-328-16,4-3-1015 0,-7 0 450 0</inkml:trace>
  <inkml:trace contextRef="#ctx0" brushRef="#br0" timeOffset="269011.2786">26793 12211 154 0,'-3'-2'289'0,"3"2"22"0,-2-6 38 16,0 2 56-16,2 4 49 0,-2-5 37 0,1 3 20 16,1 2 9-16,-2-5-11 0,2 5-18 0,-1-7-20 15,2 2-27-15,1 3-36 0,0 0-42 0,7-5-41 16,-1 0-33-16,10 3-32 0,1-5-26 0,9 2-18 16,3 0-27-16,-2-1-17 0,2 2-20 0,2-1-14 15,-2 1-98-15,-2 1-40 0,-1-1 0 0,-5 4 0 16,-4-1 0-16,-1 0 0 0,-4 2 0 0,-2-2 0 15,-2 2 0-15,-1 0 0 0,-4 0 0 0,1 0 0 16,-6 1 0-16,8 0-27 0,-8 0-251 0,0 0-65 16,9 0-39-16,-9 0-49 0,0 0-68 0,0 0-76 15,0 0-368-15,-32 4-1021 0,18-4 451 0</inkml:trace>
  <inkml:trace contextRef="#ctx0" brushRef="#br0" timeOffset="270419.5313">21623 13164 123 0,'0'-5'416'0,"0"0"17"0,-1-3 17 16,1 3 6-16,0 2-2 0,0-3 0 0,-3 3-5 0,2 0-7 16,1 3-5-16,0-10-4 0,-2 8-21 0,2 2-18 15,0-5-19-15,0 5-27 0,-2-4-33 0,2 4-31 16,0-5-27-16,0 5-30 0,0 0-25 0,0 0 5 16,0 0 7-16,4 14-5 0,-3-2-9 0,3-1-200 15,0 6 0-15,0 1 0 0,2 1 0 0,-2 8 0 16,4 0 0-16,-2 0 0 0,-2-1 0 0,1 4 0 15,0-3 0-15,-2 0 0 0,-2 0 0 0,3-3 0 16,-4 1 0-16,1-4 0 0,-2-3 0 0,-2 1 0 16,3-1 0-16,0-2 0 0,0-1 0 0,-1-1 0 15,5-5 0-15,-4 3 0 0,-3-9 0 0,3 5 0 16,0-5 0-16,0 1 0 0,0 1 0 0,0-5 0 16,0 4 0-16,0-4 0 0,0 0 0 0,0 0 0 15,0 0 0-15,7-9 0 0,-6 3 0 0,3-5 0 16,-3 3 0-16,3-5 0 0,-4-1 0 0,5 0 0 0,0-2 0 15,-2 1 0-15,-2 3 0 0,2 0 0 16,-1-5 0-16,1 8 0 0,-2-4 0 0,2 5 0 16,-2-2 0-16,3 0 0 0,-3 6 0 0,4-3 0 15,-2 0 0-15,-1 4 0 0,1-2 0 0,-2 2 0 0,4 0 0 16,-1 1 0-16,2 2 0 0,-6 0 0 0,12 2 0 16,-2 1 0-16,0 1 0 0,0 3 0 0,1-1 0 15,-2 2 0-15,2-1 0 0,-2 3 0 0,0-2 0 16,5 5 0-16,0 0 0 0,-1-1 0 0,-3-1 0 15,-1-1 0-15,-1-1 0 0,1 1 0 0,-3-2 0 16,2 1 0-16,-3-2 0 0,4 2 0 0,-5-6 0 16,1 2 0-16,-1-2 0 0,0 1 0 0,-3-1 0 15,1-3 0-15,-2 0 0 0,8 2 0 0,-8-2 0 16,9-2 0-16,-5-5 0 0,2-1 0 0,-1-2 0 16,3 0 0-16,1-7 0 0,-3 0 0 0,1-7 0 15,0-1 0-15,-3-5 0 0,1 3 0 0,-3 0 0 16,-2-1 0-16,2 2 0 0,-1 0 0 0,-2 0 0 15,1 0 0-15,0 9 0 0,0-1 0 0,0 3 0 16,0-1 0-16,0 2 0 0,0 3 0 0,0 1 0 0,-2 3 0 16,2-1 0-16,-2 5 0 0,2-1 0 15,0 0 0-15,0 4 0 0,0-8 0 0,0 8 0 16,0-3 0-16,0 3 0 0,0-5 0 0,0 5 0 16,0 0 0-16,0 0 0 0,0 0 0 0,-2 19 0 0,2-13 0 15,0 3 0-15,0 0 0 0,-3 0 0 0,3 0 0 16,3 1 0-16,-1 0-439 0,3 6-195 0,4-2-34 15,4-2-407-15,0-3-1166 0,-3-2 516 16</inkml:trace>
  <inkml:trace contextRef="#ctx0" brushRef="#br0" timeOffset="270700.5904">22505 13401 329 0,'5'0'534'0,"-5"0"41"0,0 0 26 16,0 0 11-16,8 0-11 0,-8 0-19 0,0 0-32 16,0 0-35-16,5-4-34 0,-5 4-33 0,0 0-37 15,6-4-44-15,-3 2-41 0,-1-2-27 0,2 1-33 16,4-2-31-16,-3 2-23 0,8-4-27 0,-4 4-123 16,1-1-62-16,2 2 0 0,-3 0 0 0,-2-1 0 15,6-1 0-15,-7 3 0 0,2 1 0 0,-1 0-165 16,-7 0-80-16,11 0-52 0,-5 0-56 0,-2 2-39 15,-1 1-31-15,-1 0-33 0,-2-3-35 0,4 7-21 16,-4-1-298-16,-1 0-877 0,-2 0 389 0</inkml:trace>
  <inkml:trace contextRef="#ctx0" brushRef="#br0" timeOffset="270950.9113">22577 13515 43 0,'0'3'227'0,"-3"1"28"0,6 0 24 15,-3-4 29-15,0 6 33 0,0-3 34 0,0-3 23 16,1 4 26-16,-1-4 21 0,0 0 19 0,3 4 36 15,-3-4-19-15,6 0-4 0,-6 0-22 0,11-2-27 16,-4 0-32-16,-1 0-38 0,7-1-34 0,0 2-35 16,3-5-27-16,2 2-29 0,0-1-21 0,1 2-25 0,1-2-157 15,-8 2-30-15,2-2 0 0,-2 4 0 0,-1-2 0 16,-4 1 0-16,-1-1 0 0,2 1-115 16,-3 0-112-16,1 0-49 0,-2-1-63 0,3-1-54 15,-4 1-48-15,0-1-63 0,1 0-45 0,-2-1-343 0,5 2-965 16,-7 3 427-16</inkml:trace>
  <inkml:trace contextRef="#ctx0" brushRef="#br0" timeOffset="271983.2474">23856 13074 254 0,'0'0'400'0,"-3"-3"10"0,3 3 6 16,0 0 1-16,-2-4-4 0,2 4 8 0,0 0-2 15,0 0-6-15,0 0-14 0,0 0-8 0,0 0-18 0,0 0-26 16,0-5-13-16,0 5-25 0,0 0-20 16,0 0-16-16,0 0-36 0,0 0-15 0,0 0-27 15,0 0 2-15,0 0 0 0,-4 11-7 0,3-7-10 16,-2 2 4-16,3 3-3 0,0 1-51 0,-1-1-130 0,-2 2 0 16,3 0 0-16,0 1 0 0,-1 5 0 15,0-1 0-15,1 3 0 0,1-1 0 0,-5 0 0 0,7 0 0 16,-6 0 0-16,3 1 0 0,-1-1 0 0,-2-1 0 15,6-6 0-15,-3 2 0 0,0-2 0 0,1-1 0 16,-2 0 0-16,2-1 0 0,-1-1 0 0,3-2 0 16,-3-2 0-16,0 1 0 0,1-3 0 0,-1 2 0 15,0-4 0-15,0 4 0 0,0-4 0 0,0 0 0 16,0 0 0-16,9-15 0 0,-5 8 0 0,2-1 0 16,1-3 0-16,-5 0 0 0,7-4 0 0,0 2 0 15,-5 2 0-15,1-2 0 0,0 3 0 0,0 0 0 16,0-2 0-16,-1 4 0 0,0 0 0 0,1 0 0 15,-1 3 0-15,0 1 0 0,0-1 0 0,0 1 0 16,1 2 0-16,1 1 0 0,-1-1 0 0,-5 2 0 16,13 3 0-16,-5-1 0 0,2 2 0 0,-1 2 0 15,1 1 0-15,0-2 0 0,-1 4 0 0,5 1 0 16,-5-2 0-16,0-1 0 0,0 4 0 0,1-2 0 16,-2 1 0-16,-2-3 0 0,2 1 0 0,1 0 0 0,-3-1 0 15,-1-1 0-15,1-2 0 0,-3 1 0 16,1 0 0-16,0-3 0 0,-1 2 0 0,-1-2 0 15,-2-2 0-15,7 1 0 0,-7-1 0 0,0 0 0 16,10-8 0-16,-5 0 0 0,1-1 0 0,2-3 0 0,0-6 0 16,-3 1 0-16,2-1 0 0,0-4 0 0,-1 1 0 15,-1-6 0-15,0 1 0 0,4-3 0 0,-4 2 0 16,3-2 0-16,-3 10 0 0,0 1 0 16,-1 3 0-16,1-2 0 0,0 7 0 0,-5 1 0 0,3-2 0 15,-2 6 0-15,-1-1 0 0,0 1 0 0,3 0 0 16,-2 2 0-16,-1 3 0 0,0-5 0 0,0 5 0 15,0-4 0-15,0 4 0 0,0 0 0 0,0 0 0 16,0 0 0-16,0 0 0 0,0 0 0 0,-8 11 0 16,8-4 0-16,-4-1 0 0,3 1 0 0,-5 6 0 15,2-2 0-15,4-2-144 0,-2 4-355 0,0 3-26 16,2 2-39-16,0-5-23 0,0 2-392 0,0-3-1060 16,2 0 468-16</inkml:trace>
  <inkml:trace contextRef="#ctx0" brushRef="#br0" timeOffset="272562.4216">24384 13322 219 0,'0'0'367'0,"0"0"1"0,0 0-9 0,0 0-3 15,0 0-7-15,-5-10-6 0,5 10 2 0,0 0-3 16,1-6-5-16,-1 6-9 0,0-6-13 0,0 6-10 16,0 0 1-16,1-4-24 0,-1 4-25 0,1-5-18 0,-1 5-25 15,0 0-20-15,3-2-24 0,-3 2-18 0,6 0-12 16,-6 0-17-16,11 2-11 0,-4 0-12 0,0 1-13 16,-1-1-5-16,1 3-13 0,0 0-6 15,2 2-3-15,-2 1-9 0,0-1-1 0,-2 3-11 0,3-2-2 16,-3 2-2-16,-4 0 0 0,3-1-9 0,-1 0-2 15,-2 1 0-15,-1-1-1 0,0 0-6 0,-1 2-1 16,-2-6 6-16,2 4-10 0,-2-3-1 16,-1-1 0-16,-1 2 1 0,0-2-1 0,4 1 1 0,-3-3-2 15,3 0 15-15,-3-1-11 0,2 1 2 0,2-3-4 16,0 0-6-16,0 0 11 0,0 0-5 0,-7-10-6 16,7 3-1-16,1 1 2 0,3-4-3 0,0 1 3 15,1-1-3-15,-1-1-6 0,5 0 8 0,-3 3-6 16,2 0-4-16,1-2 9 0,-3 3-5 0,3 0-2 15,-1 2-3-15,1 0 13 0,0 3-10 0,-1 1 6 16,-1 2 3-16,2 1 11 0,3 4 3 0,-1-1 11 16,-1 2 5-16,-2 0-8 0,0 3 7 0,1 3-5 15,-2-2 4-15,0 1-5 0,-5-3 1 0,1 6-5 16,3-1 2-16,-2-2-8 0,-3 1 1 0,-1-4 2 16,2 0-5-16,0 2 2 0,-2-4-6 0,0 0-8 15,0-2 7-15,3 2-7 0,-3-3 13 0,0 0-9 0,2-1-16 16,-2-3-20-16,0 7-23 0,0-7-19 15,1 2-29-15,-1-2-41 0,0 0-54 0,0 0-58 16,0 0-54-16,0 0-47 0,12-7-45 0,-12 3-62 16,5 1-66-16,-5 3-356 0,-4-9-952 0,4 9 421 0</inkml:trace>
  <inkml:trace contextRef="#ctx0" brushRef="#br0" timeOffset="273156.0406">23608 13780 152 0,'0'0'275'0,"0"0"6"0,0 0-4 0,0 0 6 15,0 0 13-15,0 0-1 0,0 0 19 0,-20 0 7 16,20 0 4-16,-11-3 6 0,1 2-1 0,2 0 0 15,1 1-11-15,-3-3-11 0,-1 0-11 0,4 2-19 16,-1 1-3-16,2-2-15 0,6 2-16 0,-11 0 2 16,11 0 1-16,-9-1-7 0,9 1-12 0,-5-3 5 15,5 3 1-15,0 0 0 0,-5-4-3 0,5 4-17 16,0 0-23-16,0 0-89 0,23-6-102 0,-5 4 0 16,10 0 0-16,4-2 0 0,18 0 0 0,8-1 0 15,2 2 0-15,30-4 0 0,5 5 0 0,2 0 0 0,12-1 0 16,-1 0 0-16,6 0 0 0,2 2 0 15,-9 2 0-15,-3 1 0 0,-9-1 0 0,-29 3 0 16,-7-4 0-16,-5 1 0 0,-19 2 0 0,0 4 0 16,-6-4 0-16,-6-2 0 0,-6 2 0 0,-3-3 0 15,-5 2 0-15,-3-1 0 0,2 2 0 0,-3-2 0 16,-5-1 0-16,9 2 0 0,-5-2 0 0,-4 0 0 16,5 1 0-16,-5-1 0 0,0 0 0 0,0 0 0 15,0 0 0-15,0 0 0 0,0 0 0 0,0 0 0 0,0 0-225 16,0 0-181-16,0 0-52 0,-23-3-62 0,14 3-62 15,-2 3-418-15,-3-3-1084 0,-2 1 480 16</inkml:trace>
  <inkml:trace contextRef="#ctx0" brushRef="#br0" timeOffset="273953.6051">23802 14195 81 0,'0'-6'390'16,"0"6"3"-16,0-3-3 0,0 3-9 0,2-6-11 0,-2 2-2 16,0 4-7-16,2-6-7 0,-2 4-7 15,1-2-9-15,-1 4-17 0,3-6-12 0,-2 3-19 16,2 0-12-16,-3 3-16 0,2-4-22 0,1 1-17 0,-3 3-16 16,6-2-17-16,-4-1-16 0,-2 3-18 0,7-3-10 15,-3 2-10-15,-4 1-6 0,12-2-17 16,-5 2-6-16,0 0-8 0,-1 2-4 0,3-1-9 15,1 1 3-15,0 0-10 0,1 3-6 0,-1 0 0 0,-1 0-3 16,0-2-10-16,1 3-14 0,-1 0 0 0,-1 0-9 16,-2 1-3-16,2 1-2 0,-5-2 1 0,3-1-5 15,-4 2-5-15,1 1 0 0,-1-3-5 16,-2 2 2-16,0-1-4 0,0 0 0 0,0 2 1 0,-4-3-9 16,3 0 7-16,-3 1-15 0,0-1 0 0,2 0 0 15,-1-1 0-15,-2 0 0 0,3-1 0 0,1-1 0 16,1-2 0-16,-4 4 0 0,4-4 0 0,0 0 0 15,0 0 0-15,0 0 0 0,-5-7 0 0,5 7 0 16,1-11 0-16,0 4 0 0,2-1 0 0,1-1 0 16,1-2 0-16,2 3 0 0,-2-5 0 0,2 3 0 15,0 1 0-15,4 0 0 0,-2 0 0 0,0 2 0 16,3 0 0-16,0 0 0 0,-3 2 0 0,2 0 0 16,1 1 0-16,-2 1 0 0,0 2 0 0,3 1 0 15,-3 1 0-15,-1 0 0 0,1 2 0 0,-1 0 0 0,1 2 0 16,-1 2 0-16,-1-1 0 0,2 1 0 15,-3 0 0-15,-1 2 0 0,-1 0 0 0,0 3 0 16,2-1 0-16,-3 1 0 0,-2 6 0 0,1-1 0 16,-1 1 0-16,-2 0 0 0,0 0 0 0,0 1 0 0,0 3 0 15,0-2 0-15,0-1 0 0,-4-1 0 0,8 0 0 16,-4 0 0-16,0 2 0 0,0-4 0 16,0-3 0-16,2 4 0 0,-4-5 0 0,2 2 0 15,2-5 0-15,-4 1 0 0,2-4 0 0,0 2 0 0,0 2 0 16,0-4 0-16,0 0 0 0,0-3 0 0,0 0 0 15,0-3 0-15,0 4 0 0,0-4 0 0,0 4 0 16,0-4 0-16,0 0 0 0,9 0 0 0,-9 0 0 16,13-6-81-16,-7 4-434 0,2-1-53 0,1-2-62 15,0 2-437-15,-3-4-1155 0,3 2 512 0</inkml:trace>
  <inkml:trace contextRef="#ctx0" brushRef="#br0" timeOffset="274689.2612">24431 14492 213 0,'5'-1'413'0,"0"0"26"0,-5 1 2 0,5-4-7 16,-5 4-15-16,6 0-19 0,-6 0-20 0,0 0-19 15,0 0-15-15,6-2-21 0,-6 2-15 0,0 0-22 16,0 0-20-16,0 0-23 0,0 0-21 0,0 0-15 15,0 0-22-15,0 0-23 0,0 0-12 0,0 0-12 16,0 0-14-16,1 6-6 0,-1-6-12 0,0 5-3 16,0-5-8-16,0 6-15 0,2-2-8 0,-2 2-1 15,-2-1-5-15,2-1-12 0,0 3 0 0,0 0-2 16,0-2-7-16,2 0-9 0,-4 2 1 0,2-4-4 16,0 0-8-16,0 3-2 0,0-3 9 0,0-3-12 15,2 5-1-15,-2-3-3 0,0-2-2 0,0 0 8 16,0 5 3-16,0-5-7 0,0 0 1 0,0 0 3 15,0 0 0-15,8-10-12 0,-4 5 3 0,5-3 12 16,-5 4-19-16,4-6 8 0,2 3 10 0,-4-1 13 16,3 0 3-16,0 0 9 0,0-1 13 0,0 3-12 15,0 1-52-15,0-3 0 0,0 2 0 0,-4 1 0 16,0 2 0-16,2-1 0 0,-1 2 0 0,-1-2 0 0,0 2 0 16,0 1 0-16,2-1 0 0,-7 2 0 15,10 2 0-15,-4-2 0 0,1 3 0 0,-5 1 0 16,2 0 0-16,1 1 0 0,1 1 0 0,-2-1 0 0,0 3 0 15,-2-3 0-15,0 2 0 0,-1 0 0 0,2-1 0 16,-2-2 0-16,-1 4 0 0,4-2 0 0,-4-3 0 16,0 2 0-16,1-1 0 0,2 1 0 0,-1-3 0 15,-2-2 0-15,0 5 0 0,0-5 0 0,3 2 0 16,-3-2 0-16,0 0 0 0,0 0 0 0,0 0 0 16,10-7 0-16,-6 3 0 0,1-3 0 0,0 2 0 15,4-5 0-15,-5 4 0 0,4 0 0 0,-2-1 0 16,4 0 0-16,-2 1 0 0,-3 2 0 0,3 0 0 15,-3 0 0-15,1 1 0 0,-1-1 0 0,0 2 0 32,-1-1 0-32,3 2 0 0,-7 1 0 0,12 1 0 15,-5 0 0-15,-3 2 0 0,2 0 0 0,-1 2 0 16,3 0 0-16,-2 0 0 0,-1 0 0 0,1 1 0 16,-1 4 0-16,0-5 0 0,1 3 0 0,-3 0 0 15,-1-3 0-15,2 1 0 0,-3 1 0 0,3-1 0 16,0-1 0-16,-4-2 0 0,1 3 0 0,3-3 0 0,-3 0 0 15,-1-3 0-15,2 5 0 0,-2-5 0 0,2 3 0 16,-2-3-1-16,0 0-448 0,0 0-80 0,0 0-92 16,0 0-478-16,-5-15-1190 0,5 9 526 15</inkml:trace>
  <inkml:trace contextRef="#ctx0" brushRef="#br0" timeOffset="277123.815">19180 15159 233 0,'1'-3'286'15,"0"-1"3"-15,-1 4 3 0,3-7 1 0,-6 3 2 16,6 1 3-16,-3 3 7 0,2-6 8 0,-2 6-3 15,0-5 0-15,0 5 2 0,2-4 1 0,-2 4-21 16,0 0 4-16,1-3-12 0,-1 3-17 0,0 0-16 16,0 0-24-16,0 0 8 0,0 0-23 0,0 0-13 15,0 0-15-15,3-4-10 0,-3 4-16 0,0 0-24 16,0 0-4-16,0 0 4 0,0 0-7 0,1 12 2 16,0-7 5-16,-1 1-2 0,1 1-15 0,1 3-12 15,-2-2-3-15,0 4 6 0,1 2-9 0,-2 1-6 16,2 3-74-16,0-4-19 0,-1 4 0 0,3-2 0 15,-1 3 0-15,-2 5 0 0,0-4 0 0,2 1 0 0,-1-1 0 16,0-2 0-16,2-1 0 0,-1 0 0 16,-2-1 0-16,0-4 0 0,-2-3 0 0,4 0 0 15,-2-1 0-15,0-2 0 0,2 0 0 0,0 0 0 16,-1-3 0-16,-1 4 0 0,4-5 0 0,0-1 0 16,-4-1 0-16,8 0 0 0,-8 0 0 0,11-3 0 0,-6-1 0 15,3-6 0-15,2 4 0 0,-5-4 0 16,2 1 0-16,-1-2 0 0,3 3 0 0,-4-4 0 15,3-1 0-15,-3 3 0 0,0-2 0 0,-1 2 0 16,3 2 0-16,-4 0 0 0,1 3 0 0,0-2 0 0,-2 2 0 16,1 3 0-16,2-2 0 0,-2-1 0 0,2 3 0 15,-5 2 0-15,7-3 0 0,-7 3 0 0,9 0 0 16,-1 0 0-16,1 4 0 0,-3 1 0 0,1 1 0 16,2 2 0-16,0-1 0 0,0 1 0 0,2 0 0 15,3 5 0-15,-4-7 0 0,-1 4 0 0,0-2 0 16,0 1 0-16,0-1 0 0,5 3 0 0,-6-3 0 15,0 0 0-15,-2-1 0 0,-1-3 0 0,0 2 0 16,-2-2 0-16,1-2 0 0,-1 2 0 0,1-2 0 16,-1-1 0-16,-3-1 0 0,0 0 0 0,0 0 0 15,12-3 0-15,-8-3 0 0,1-3 0 0,2-1 0 16,-2-1 0-16,4-8 0 0,-1-7 0 0,-1-1 0 16,0-2 0-16,0-3 0 0,-3 1 0 0,1 1 0 15,-1-3 0-15,-1 2 0 0,-3 0 0 0,0 4 0 16,2 2 0-16,-2 7 0 0,0 1 0 0,0 3 0 15,0 2 0-15,0 2 0 0,0 0 0 0,0 5 0 16,0-2 0-16,0 1 0 0,0 3 0 0,0-2 0 16,0 5 0-16,0 0 0 0,-2-6 0 0,2 6 0 15,0 0 0-15,0 0 0 0,0 0 0 0,0 0 0 16,-4 17 0-16,3-9 0 0,2 1 0 0,1 2 0 16,2-3 0-16,1 4 0 0,2 0-299 0,4 3-281 15,0-3-75-15,-1 3-455 0,2-3-1202 0,0 0 532 16</inkml:trace>
  <inkml:trace contextRef="#ctx0" brushRef="#br0" timeOffset="277733.3957">19903 15489 272 0,'0'-3'400'0,"-5"-1"-7"16,5-1-4-16,-3 2-6 0,2-2 5 0,1-1 7 16,-4 1 0-16,3 2-7 0,-2-2-7 0,2-1-17 15,1 2-13-15,-2 1-15 0,2-2-14 16,0 5-30-16,0-5-32 0,2 1-23 0,-2 1-6 0,0 3-31 16,5-4-20-16,-5 4-16 0,8 0-25 0,-8 0-12 15,9 2-11-15,-9-2-15 0,14 4-11 0,-9-1-7 16,0 1-5-16,3 3-4 0,1 0-12 0,-4 1-4 15,0-1 0-15,0 4-10 0,-1 0-1 16,0 2-12-16,0-4-2 0,-3 5 3 0,0-1-7 0,-2-1-4 16,0 1-4-16,-1-3 1 0,-1 2-11 0,0 3 8 15,-1-5-9-15,-1 0 4 0,4-2-4 16,-2-2-2-16,1 0 12 0,-1 0-17 0,3-1 13 0,-1-2 0 16,1-3 2-16,-3 3 8 0,3-3-9 0,0 0-17 15,0 0 0-15,4-16 0 0,-1 8 0 0,2-4 0 16,0 0 0-16,0-4 0 0,5 0 0 15,-2 0 0-15,1 1 0 0,1-2 0 0,-2 4 0 16,-1 1 0-16,0 3 0 0,-1 0 0 0,2 0 0 0,-3 4 0 16,0 0 0-16,0 2 0 0,2 2 0 0,-1-1 0 15,4 4 0-15,-1-1 0 0,1 3 0 0,-1 2 0 16,0 3 0-16,0 0 0 0,4 5 0 0,-7 0 0 16,5 1 0-16,-4 0 0 0,1-1 0 15,-3 3 0-15,-1-1 0 0,0 1 0 0,1-2 0 0,-5 2 0 16,2-4 0-16,-4 3 0 0,4-3 0 0,-4-3 0 15,4 1 0-15,-2-4 0 0,0 1 0 0,0-1 0 16,0-2 0-16,0 0 0 0,0 0 0 0,0-2 0 16,0-3 0-16,0 5 0 0,0-5 0 0,-2 4 0 15,2-4 0-15,0 0 0 0,0 0 0 0,0 0 0 16,0 0 0-16,11-10-140 0,-7 5-365 0,0-4-116 16,2-2-534-16,6-3-1250 0,1-2 554 0</inkml:trace>
  <inkml:trace contextRef="#ctx0" brushRef="#br0" timeOffset="278030.1941">20611 15439 461 0,'0'0'485'0,"4"-3"11"0,-4 3 4 15,3-3-13-15,-3 3-15 0,0 0-12 0,0 0-17 16,0 0-8-16,3-4-17 0,-3 4-25 0,3-3-20 16,-3 3-26-16,0 0-30 0,4-1-29 0,-4 1-32 15,7-3-24-15,-1 3-37 0,0-2-11 0,1 0-17 16,6-1-20-16,1 0-11 0,-3 3-15 0,2 0-24 16,0-1-36-16,-2 1-48 0,-1 0-49 0,1 1-47 15,-3-1-43-15,1 1-52 0,-4 2-50 0,4-3-60 16,-5 2-62-16,-4-2-41 0,6 4-40 0,-2-4-53 15,-4 0-42-15,0 0-285 0,0 0-878 0,-9 9 388 16</inkml:trace>
  <inkml:trace contextRef="#ctx0" brushRef="#br0" timeOffset="278295.7286">20654 15539 47 0,'-7'6'353'16,"4"-2"35"-16,2 1 59 0,0-4 24 0,1-1 30 15,-3 6 3-15,3-6-4 0,-2 3-9 0,2-3 1 16,0 0-21-16,0 0-15 0,0 0-30 0,0 0-33 15,0 0-35-15,9 1-34 0,-9-1-35 0,14-1-27 16,-4 1-26-16,1 0-24 0,0 0-23 0,-4 0-19 16,6 0-16-16,-5 0-97 0,3-1-57 0,-2-1 0 15,0 2 0-15,0-1 0 0,0 0-37 0,0-1-129 0,-4 2-55 16,-5 0-59-16,9 0-79 0,-4-2-82 0,-5 2-100 16,0-4-484-16,3 2-1109 0,-3 2 490 15</inkml:trace>
  <inkml:trace contextRef="#ctx0" brushRef="#br0" timeOffset="279139.3301">21517 15416 271 0,'0'0'394'0,"-6"-1"-4"16,6 1 7-16,0 0-17 0,0 0 5 15,-5-3-8-15,5 3-11 0,0 0-18 0,0 0-24 16,0 0-23-16,0 0-28 0,0 0-25 0,0 0-20 0,0 0-22 16,0 0-21-16,0 0-21 0,0 0-15 0,0 0-13 15,0 0-19-15,0 0-6 0,0 0-11 16,0 0-8-16,0 0-1 0,0 0-8 0,0 0 1 16,0 0 4-16,20 1 3 0,-9-3-15 0,1 2 13 15,5-2-2-15,1-2-1 0,3 3 3 0,-1-3-3 0,10-4 6 16,0-1-6-16,-1 2 3 0,2-1 6 0,-3-3 5 15,-1 1-3-15,-2-1 11 0,-7 2-10 0,1 1-5 16,-2 0-5-16,-2-2-11 0,1 2-3 16,-6 2 4-16,0-3-3 0,-2 3-26 0,-1-3-49 0,-2 1 0 15,1 2 0-15,-4-1 0 0,1-2 0 0,-2 2 0 16,0 0 0-16,-3-1 0 0,-2 1 0 0,-1-3 0 16,1 5 0-16,-2-4 0 0,-1 3 0 15,-2-2 0-15,3 3 0 0,-3 0 0 0,0-1 0 0,-3 2 0 16,2 1 0-16,1 0 0 0,-4 3 0 0,2 1 0 15,2 4 0-15,-4-2 0 0,2 4 0 0,-2 2 0 16,0 3 0-16,0 3 0 0,2 0 0 0,-2 1 0 16,0 6 0-16,3-4 0 0,-4 5 0 0,5-7 0 15,3 2 0-15,-3 1 0 0,1-3 0 0,0 1 0 16,6 0 0-16,-1 1 0 0,3-7 0 0,0 2 0 16,4-1 0-16,1 0 0 0,2-4 0 0,3 4 0 15,5-1 0-15,11-2 0 0,-8-3 0 0,9 2 0 16,3-5 0-16,-2-2 0 0,0 1 0 0,3-5 0 15,1 1 0-15,1-1 0 0,-1-3 0 0,-2 3 0 16,-4-2 0-16,-4 1 0 0,-4-4 0 0,0 3 0 16,-5 2 0-16,-2-2 0 0,1 1 0 0,-3 1 0 15,-2 0 0-15,0 0 0 0,-2 0 0 0,0 1 0 16,-2 1 0-16,-3 1 0 0,5-3 0 0,-5 3 0 16,2-3 0-16,-2 3 0 0,0 0 0 0,0 0 0 15,0 0-296-15,0 0-75 0,0 0-48 0,0 0-53 16,0 0-71-16,0 0-50 0,-18 7-324 0,17-5-992 15,1-2 439-15</inkml:trace>
  <inkml:trace contextRef="#ctx0" brushRef="#br0" timeOffset="279608.1277">22338 15336 31 0,'1'-7'534'0,"-1"2"7"0,-1-3-3 16,-2 1-16-16,-2 2-23 0,4 0-39 0,-3 0-35 16,0 0-46-16,0 2-31 0,-2-1-31 15,2 0-30-15,-1 3-30 0,-3-1-32 0,1 2-14 0,-1 0-21 16,8 0-25-16,-15 3-16 0,6 3-23 0,1 1-1 16,-1 1-17-16,1 6-11 0,-1-4-4 0,3-2-18 15,1 4-2-15,0-5-6 0,2 5-8 0,2-4-8 16,1 1-4-16,1 0-3 0,2 2 0 15,-1-2-6-15,4-2 1 0,2 1-7 0,-3 0 0 0,4-2-4 16,2 1-7-16,0-2 2 0,-1 1-3 0,2-2-4 16,-1 2 4-16,2-1-6 0,-4 1 2 0,4-3 0 15,-8 0 2-15,4 1-1 0,-3 1-1 0,-2-3 1 16,1-1-6-16,-1 2 4 0,-1-1-5 0,-3-2 4 16,5 7-2-16,-6-4 0 0,2 0 10 0,-4 1 7 15,1 0 5-15,-5 0 1 0,-2 0 4 0,-2-1-5 16,-1 2-1-16,-2 0-4 0,4 0-6 0,-3-1 1 15,-1 0-3-15,0-1 0 0,2 0-3 0,-1 0 2 16,2-1-15-16,3 1-16 0,1-1-10 0,3 0-13 16,-1-2-28-16,5 0-31 0,-6 1-35 0,6-1-38 15,0 0-53-15,0 0-53 0,0 0-47 0,23-3-33 16,-12 1-34-16,2-1-35 0,2 1-37 0,-2-2-374 16,4-1-901-16,2 1 399 0</inkml:trace>
  <inkml:trace contextRef="#ctx0" brushRef="#br0" timeOffset="280108.3487">22903 15079 20 0,'3'-8'447'0,"1"-1"13"0,0 4 10 15,-3-1 4-15,1-1 5 0,0 2 2 0,-2 0-4 16,0-2 1-16,2 2 1 0,-4-2-6 0,2 1-11 16,-4 1-25-16,3 1-20 0,-1-2-18 0,-2 2-20 15,0 0-26-15,3 2-21 0,1 2-28 0,-4-5-29 16,4 5-180-16,-7-3-95 0,7 3 0 0,-2-1 0 15,2 1 0-15,0 0 0 0,-10 14 0 0,3-3 0 16,0 5 0-16,-5 8 0 0,3 2 0 0,-2 2 0 16,-1 0 0-16,0 2 0 0,0 5 0 0,-2 9 0 15,1-12 0-15,3 4 0 0,-6 9 0 0,2 0 0 16,4-11 0-16,0 11 0 0,2-12 0 0,-1 13 0 16,2-11 0-16,3 1 0 0,1-2 0 0,8 14 0 15,-3-17 0-15,1 1 0 0,6-2 0 0,3 2 0 16,-2-6 0-16,4 2 0 0,4-3 0 0,-1-2 0 15,-1 0 0-15,1-1 0 0,1-3 0 0,0-8 0 16,-4 2 0-16,-1-1 0 0,2-2 0 0,-6-3 0 16,-3 0 0-16,-1-2 0 0,2 0 0 0,-1-3 0 15,-3 2 0-15,3-2 0 0,-5-1 0 0,4 2 0 16,-1-1 0-16,-4-2 0 0,0 0-99 0,0 0-304 0,0 0-43 16,0 0-48-16,4-9-72 0,-7 4-465 0,2 0-1116 15,-3-1 494-15</inkml:trace>
  <inkml:trace contextRef="#ctx0" brushRef="#br0" timeOffset="281702.5455">23353 15180 185 0,'0'-5'391'0,"-2"-1"18"0,2-1-1 16,0 1 7-16,0-1 8 0,0-1 9 0,0 1 1 0,0 0-11 15,-2 0-6-15,2-3-1 0,-2 4-3 0,4 0-18 16,-2 0-11-16,0 1-17 0,-2 1-21 0,2 4-27 16,0-8-34-16,0 8-15 0,0-5-28 0,0 5-25 15,0-4-25-15,0 4-20 0,0 0-21 0,0 0-48 16,0 0-102-16,0 0 0 0,0 0 0 0,-2 11 0 15,1-2 0-15,-1 0 0 0,-2 4 0 0,2 2 0 16,-1 2 0-16,-2 1 0 0,0 1 0 16,3 1 0-16,-4-1 0 0,0 4 0 0,1-3 0 0,1-2 0 15,-4 0 0-15,5 0 0 0,-1 1 0 0,-1-3 0 16,1-3 0-16,0-2 0 0,1-2 0 0,-2-3 0 16,4 0 0-16,0 2 0 0,0-4 0 0,-1 1 0 15,2-2 0-15,0-3 0 0,-1 7 0 0,0-5 0 16,1-2 0-16,0 0 0 0,0 0 0 0,0 0 0 15,0 0 0-15,7-12 0 0,-2 2 0 0,0-2 0 16,2-4 0-16,2-2 0 0,1-6 0 0,0-4 0 16,-1 3 0-16,0 0 0 0,1-2 0 0,1 0 0 15,-4 9 0-15,3-6 0 0,2 0 0 0,-5 7 0 16,1-1 0-16,-3 1 0 0,3 3 0 0,-3 3 0 16,-1-1 0-16,1 3 0 0,0 0 0 0,-1 5 0 15,0-3 0-15,-3 4 0 0,2-3 0 0,-2 5 0 16,-1 1 0-16,0 0 0 0,9 5 0 0,-3 1 0 15,-1 5 0-15,2 4 0 0,-1 3 0 0,1 2 0 16,0 6 0-16,0 0 0 0,-3-1 0 0,-2 5 0 16,1-7 0-16,-2 4 0 0,2-2 0 0,-1 0 0 15,-1 0 0-15,-1-6 0 0,3 0 0 0,-3 0 0 16,0-1 0-16,-1-2 0 0,1-5 0 0,1 3 0 16,-1-3 0-16,1 0 0 0,-1-1 0 0,3-3 0 15,-3 1 0-15,0-2 0 0,2-2 0 0,-2 3 0 16,0-5 0-16,2 2 0 0,-2-4 0 0,0 4 0 15,0-4 0-15,0 0 0 0,0 0 0 0,0 0 0 16,0 0 0-16,0 0 0 0,0 0 0 0,0 0 0 16,0-15 0-16,0 9 0 0,0 0-238 0,-2-3-175 15,0 2-18-15,-3 0-12 0,1 0-9 0,0 1-5 0,-2 1-1 16,0 0 22-16,0 2 23 0,-4-3 24 0,2 2 36 16,-1 0 37-16,-2 3 32 0,3 0 33 15,-1 0 30-15,0 0 40 0,0 1 40 0,3-2 42 16,-2 2 38-16,-1-1 50 0,9 1 44 0,-13 0 49 15,8 0 43-15,-2 0 52 0,7 0 55 0,0 0 41 0,-12 0 38 16,12 0 38-16,-7 0 27 0,7 0 19 0,0 0 11 16,-6-3 5-16,6 3 4 0,-1-4-5 15,1 4-13-15,0 0-25 0,0-8-31 0,3 3-31 16,1 4-36-16,1-4-20 0,1-1-149 0,4-3-105 0,0 6 0 16,2-2 0-16,3-2 0 0,1 2 0 0,-1-4 0 15,2 4 0-15,-5 0 0 0,1 1 0 0,5 0 0 16,-5 3 0-16,1-2 0 0,-3-1 0 15,3 3 0-15,-1-2 0 0,-4 0 0 0,-2 2 0 16,0 1 0-16,2-1 0 0,-9 1-66 0,10-3-325 0,-1 3-57 16,-5 1-55-16,-4-1-66 0,9-1-48 0,-9 1-317 15,0 0-1010-15,13 0 447 0</inkml:trace>
  <inkml:trace contextRef="#ctx0" brushRef="#br0" timeOffset="282705.612">23738 15361 305 0,'0'0'460'0,"7"1"36"0,-7-1 26 0,0 0 20 16,0 0 3-16,0 0-7 0,0 0 1 15,5-10-9-15,-2 8-10 0,-1-1-21 0,-2 3-23 0,0 0-27 16,0 0-31-16,6-4-31 0,-6 4-32 0,0 0-38 16,0 0-32-16,0 0-277 0,0 0-8 0,0 0 0 15,0 0 0-15,0 0 0 0,0 0 0 0,0 0 0 16,0 0 0-16,0 19 0 0,2-13 0 0,0 4 0 15,1 0 0-15,-1 2 0 0,0-1 0 0,1 5 0 16,0-4 0-16,-2-4 0 0,3 3 0 0,0 0 0 16,-4 0 0-16,1 0 0 0,-1-5 0 0,2-1 0 15,1 4 0-15,1-7 0 0,-4 4 0 0,1-1 0 16,2-2 0-16,-2 1 0 0,-1-4 0 0,0 2 0 16,0-2 0-16,0 0 0 0,9-1 0 0,-9 1 0 15,9-5 0-15,-2 0 0 0,-4-2 0 0,4 1 0 16,-1-5 0-16,1 5 0 0,-4-2 0 0,1 1 0 15,3 0 0-15,-5 0 0 0,2 2 0 0,1 1 0 16,-1 0 0-16,-4-1 0 0,6 1 0 0,-2 1 0 16,-1 1 0-16,-1-1 0 0,-2 3 0 0,9-1 0 15,-9 1 0-15,12 1 0 0,-7 0 0 0,1 2 0 0,3 0 0 32,-2 0 0-32,1 0 0 0,-1 2 0 0,1 0 0 0,-1 0 0 0,1-1 0 0,-2 0 0 15,-1-1 0-15,1 2 0 0,0-2 0 0,0 0 0 16,-2 0 0-16,0 2 0 0,-3-3 0 0,4 0 0 0,-2 0 0 15,-3-2 0-15,3 2 0 0,-3-2 0 0,0 0 0 16,0 0 0-16,0 0 0 0,2-7 0 0,-2 7 0 16,-5-12 0-16,1 6 0 0,0-3 0 15,-3 0 0-15,-1-1 0 0,2 0 0 0,0-1 0 0,3 1 0 16,-1 0 0-16,1 1 0 0,1-1 0 0,0 0 0 16,2 2 0-16,0 2 0 0,0-1 0 0,2 0 0 15,1 1 0-15,1-2 0 0,5 1 0 0,-1 4 0 16,3-3 0-16,1 1 0 0,2 1 0 15,-1 2 0-15,3-1 0 0,2 0 0 0,0 3 0 0,-1-2 0 16,-3-1 0-16,4 3 0 0,1 0 0 0,1-2 0 16,-4 3 0-16,2-1 0 0,-7-1 0 0,3-2 0 15,0 3 0-15,-2-2 0 0,-5 1 0 0,2-1 0 16,-2-1 0-16,-1 2 0 0,3 1 0 0,-4-1 0 16,-5 1 0-16,9-2 0 0,-9 2 0 0,7-2 0 15,-4 1 0-15,-3 1 0 0,0 0 0 0,0 0 0 16,9 0 0-16,-9 0 0 0,0 0 0 0,0 0 0 15,0 0 0-15,0 0 0 0,0 0 0 0,0 0 0 16,0 0 0-16,0 0 0 0,0 0 0 0,0 0 0 16,0 0 0-16,0 0 0 0,-10 8 0 0,10-8 0 15,-4 5 0-15,4-5 0 0,-2 5 0 0,-1-2 0 16,1 4 0-16,-2 0 0 0,1 2 0 0,2 1 0 16,0 2 0-16,-1-2 0 0,1 1 0 0,-4 7 0 15,4-6 0-15,-2 4 0 0,3-3 0 0,-1 4 0 16,0 0 0-16,1 0 0 0,0-1 0 0,0 1 0 15,-2 0 0-15,2-6 0 0,0 7 0 0,2-7 0 0,0-1 0 32,-2-1 0-32,3-1 0 0,-2-2 0 0,3 2 0 0,0-3 0 0,1-2 0 0,1 0 0 15,2 0 0-15,1-3 0 0,1 0 0 0,3-4 0 32,-1 1 0-32,1-3 0 0,-4-2 0 0,3 2 0 0,-1-2 0 15,-2 0 0-15,0-2 0 0,-2 2 0 0,0-2 0 16,-3 1 0-16,0 0 0 0,-2 0 0 15,-2 0 0-15,3 0 0 0,-3 1 0 0,-3-2 0 16,-2 6 0-16,0-3 0 0,-2 3 0 0,-2-2 0 0,0 5 0 16,-2 0 0-16,1 3 0 0,-1-1 0 0,0 4 0 15,2 0-52-15,-1 1-461 0,0 1-95 0,2 0-84 16,2 1-363-16,1 0-1142 0,1-3 505 0</inkml:trace>
  <inkml:trace contextRef="#ctx0" brushRef="#br0" timeOffset="283268.0127">24974 15344 52 0,'-9'0'361'0,"-1"-1"3"0,5 1-5 0,-3-1 4 0,-1 1-3 15,3-3 16-15,-2 2 3 0,3-1 13 0,-3 2 5 16,8 0 1-16,-11-2-4 0,7 1-14 0,4 1 3 16,0 0-6-16,0 0-2 0,-9 0-12 0,9 0-16 15,0 0-13-15,0 0-18 0,0 0-23 0,0 0-13 16,0 0-29-16,0 0-25 0,13-6-155 0,-2 5-71 15,2-1 0-15,5-3 0 0,3 1 0 0,-1 1 0 16,3-1 0-16,6-2 0 0,2 5 0 0,-3-3 0 16,2 2 0-16,-1-2 0 0,-2 2 0 0,-8 2 0 15,0-2 0-15,-2-1 0 0,-3 3 0 0,-3 0 0 16,-2-1 0-16,0 1 0 0,-2-1 0 0,-1 1 0 16,-1-1 0-16,-5 1 0 0,10 0 0 0,-10 0 0 15,7 1 0-15,-7-1 0 0,6 1 0 0,-6-1 0 16,0 0-311-16,5 1-123 0,-5-1-50 0,0 0-58 15,0 5-41-15,0-5-391 0,0 0-1053 0,0 0 467 16</inkml:trace>
  <inkml:trace contextRef="#ctx0" brushRef="#br0" timeOffset="284667.0302">25613 15149 72 0,'7'-6'446'0,"-2"1"31"0,-3-1 15 15,2 1 6-15,-1 0-9 0,-2 2-13 0,-1-1-11 16,3-1-10-16,-1 0-6 0,-1 4-13 0,-1 1-23 16,2-9-13-16,-2 9-30 0,0-2-27 0,0 2-25 15,0 0-29-15,-2-5-27 0,2 5-28 0,0 0-22 0,0 0-18 16,0 0-19-16,0 0 3 0,-6 13-130 0,1-5-48 16,1 2 0-16,-1 2 0 0,1-2 0 15,-4 6 0-15,1 1 0 0,-1 2 0 0,3 0 0 16,-3-2 0-16,-3 8 0 0,3-7 0 0,0 6 0 0,2 3 0 15,-3-5 0-15,5-5 0 0,-1 2 0 0,-3-3 0 16,5-1 0-16,1-2 0 0,-4-2 0 16,0-2 0-16,1 0 0 0,3-4 0 0,-2 0 0 15,2 1 0-15,-1-1 0 0,2-1 0 0,0-2 0 0,1-2 0 16,-3 3 0-16,3-3 0 0,0 0 0 0,0 0 0 16,0-12 0-16,6 1 0 0,2-5 0 15,-1-2 0-15,5-7 0 0,-1-1 0 0,0-2 0 16,1-1 0-16,-5-1 0 0,5-4 0 0,-1 4 0 0,1-2 0 15,1-2 0-15,-3 4 0 0,1 2 0 0,-3 1 0 16,5 0 0-16,-6 9 0 0,0 1 0 0,-1 3 0 16,0 5 0-16,0-1 0 0,-1 1 0 0,-1 2 0 15,-2 3 0-15,2-1 0 0,-3-1 0 0,1 5 0 16,-2 1 0-16,5-4 0 0,-5 4 0 0,0 0 0 16,0 0 0-16,5 14 0 0,-5-3 0 0,2 5 0 15,1 4 0-15,-1-4 0 0,2 9 0 0,-2 1 0 16,0 1 0-16,0-3 0 0,0 3 0 15,1-1 0-15,0-6 0 0,1 5 0 0,-3-6 0 0,3 1 0 16,-2 5 0-16,0-1 0 0,2-6 0 0,-3 1 0 16,3-1 0-16,-3 0 0 0,3-2 0 0,1 0 0 15,-3-3 0-15,0-2 0 0,-1 1 0 0,3-3 0 16,-2-1 0-16,0 0 0 0,-2-3 0 0,1-1 0 16,2 2 0-16,-2-2 0 0,2-3 0 0,-3 3 0 15,0-4 0-15,1 4 0 0,-1-4 0 0,0 4 0 16,0-4 0-16,0 0 0 0,0 0 0 0,0 0 0 15,13-11 0-15,-11 9 0 0,1-4 0 0,-2-1 0 16,2 0-256-16,-2 0-7 0,-1 0-10 0,-4-2-11 16,4 0-5-16,-4 2 7 0,-1-1 8 0,-1 0 12 15,-2 0 20-15,3 2 20 0,-4-2 17 0,-1 3 21 16,-2-2 16-16,2 2 19 0,-1 0 16 0,0 0 22 0,1-2 36 16,-2 4 50-16,1-1 46 0,2-2 39 15,-2 4 38-15,4-1 27 0,1 2 21 0,2 0 17 16,-3-2 17-16,2 2 24 0,5 1 7 0,0 0 11 15,-8-5 6-15,8 5 10 0,-4-1 5 0,4 1 3 0,0 0-9 16,-3-2 0-16,3 2-16 0,0 0-21 0,0 0-20 16,7-6-14-16,-1 5-95 0,1-3-71 15,4 1 0-15,2 0 0 0,1 2 0 0,5 0 0 16,0-3 0-16,2 3 0 0,-1-3 0 0,3 3 0 16,5-4 0-16,0 3 0 0,-6-1 0 0,-1 1 0 0,-2 1 0 15,0 0 0-15,-1-2 0 0,-5 2 0 16,-1 1 0-16,-3 0 0 0,0-1 0 0,0 1 0 15,-4 0 0-15,-5 0 0 0,9-1 0 0,-9 1 0 16,10 0 0-16,-10 0 0 0,8 0 0 0,-8 0 0 0,0 0 0 16,0 0 0-16,8 2 0 0,-8-2 0 0,0 0 0 15,4 1 0-15,-4-1 0 0,1 6 0 16,-1-1 0-16,1-3 0 0,-1 5 0 0,0-3 0 16,0 2 0-16,0 0 0 0,0 4 0 0,0-1 0 0,3 1 0 15,-2 1 0-15,-1 1 0 0,3-1 0 0,-1 0 0 16,-1 0 0-16,-1-1 0 0,3 1 0 0,-2 0 0 15,2-2 0-15,-2 1 0 0,-1-4 0 0,3 0 0 16,-3 1 0-16,1-2 0 0,0-1 0 0,-1 3 0 16,0-5 0-16,3 0 0 0,-3-2 0 0,2 5 0 15,-2-5 0-15,3 2 0 0,-3-2 0 0,0 0 0 16,11-4 0-16,-7-1 0 0,0 1 0 0,1-3 0 16,0 0 0-16,0-2 0 0,2 2 0 0,-2 2 0 15,3-2 0-15,-5 1 0 0,1 1 0 0,0-2 0 16,1 4 0-16,-2-1 0 0,-1 0 0 0,1 1 0 15,-3 3 0-15,5-4 0 0,-1 2 0 0,-2 0 0 16,-2 2 0-16,5-2 0 0,-5 2 0 0,0 0 0 16,14 3 0-16,-6-3 0 0,-3 2 0 0,4 0 0 15,0 1 0-15,-4 0 0 0,4 1 0 0,1 1 0 16,-1 0 0-16,3-3 0 0,-4 2 0 16,-1-1 0-16,1-1 0 0,0-1 0 0,-1 0 0 0,1 0 0 0,-2 0 0 0,1-1 0 15,0 0 0-15,3-3 0 0,-2 0 0 0,-1-1 0 16,-1-5 0-16,0 3 0 0,-2-1 0 0,3-4 0 15,-5-1 0-15,1 1 0 0,-1-1 0 0,-2 0 0 16,0-1 0-16,0 2 0 0,0 1 0 0,0-1 0 16,-2 0 0-16,0 1 0 0,0 2 0 0,-1 1 0 15,-1 1 0-15,3 1 0 0,-1 1 0 0,2 4 0 16,-5-7 0-16,5 7 0 0,-3-7 0 0,2 5 0 16,1 2 0-16,-1-4 0 0,1 4 0 0,0 0 0 15,-7 0 0-15,7 0 0 0,0 0 0 0,-4 6 0 16,4-6 0-16,-2 5 0 0,2-5 0 0,2 13 0 15,-1-5-366-15,1 0-225 0,4 0-65 0,1 0-441 16,3 0-1187-16,-1-1 525 0</inkml:trace>
  <inkml:trace contextRef="#ctx0" brushRef="#br0" timeOffset="285185.8963">26535 15370 90 0,'0'0'347'0,"1"-5"7"0,-1 5 5 15,1-4 7-15,0 2-25 0,-1-3-17 0,0 5-13 16,2-9-13-16,-2 9-8 0,0-4-6 0,1-3-10 16,-1 7-13-16,0-5-16 0,1 1-3 0,-1 4-22 15,0 0-13-15,2-6-19 0,-2 6-15 16,0 0-20-16,0 0-24 0,2-3-4 0,-2 3-16 0,0 0-10 16,7-1-13-16,-7 1-10 0,0 0-6 0,11 8-9 15,-7-6-8-15,0 3-4 0,0-1-9 0,1 5-2 16,-3-4-4-16,2 2-5 0,-1-1-2 0,-1-1-5 15,-2 1 1-15,3 1-3 0,-3 0-2 0,0-1-2 16,-3 1 2-16,3-2-9 0,-4 0 8 0,3-2 0 16,-3 3-11-16,2-2 11 0,-2-1-3 0,-1-1 3 15,0-1 1-15,0 2-4 0,5-3 5 0,-8 0 13 16,8 0 14-16,-10 0 9 0,6-4 3 16,4 4 17-16,-9-4 2 0,6 1 6 0,1-2 1 0,1-1-3 15,-1 1-7-15,1-3 15 0,0 1-18 0,1 1-3 16,1-1-4-16,0 3-9 0,2-5-13 0,-2 6 11 15,2-1-8-15,0-3-12 0,-1 3 6 0,0 2-9 16,1 0-7-16,-1-1-19 0,-2 3 15 0,8-2-2 16,-8 2-6-16,8 3-8 0,-1-1-1 0,-3 0 4 15,3-1-8-15,-4 3 2 0,4 4 6 0,2-1-4 16,-4-1 6-16,3 1-1 0,-1 1-3 0,-2 1 0 16,4-1-2-16,-4 0 7 0,4-2-17 0,-3 2-18 0,6-2-12 15,-3 1-21-15,4-2-24 0,0 1-24 0,-2-1-25 16,3-1-36-16,3-1-32 0,3-1-54 15,-2-6-78-15,3 2-53 0,0-3-59 0,6-4-54 16,-4-1-17-16,-2 4-277 0,-5-7-857 0,-3 1 380 16</inkml:trace>
  <inkml:trace contextRef="#ctx0" brushRef="#br0" timeOffset="285590.9802">26833 15019 71 0,'-2'-7'444'0,"2"0"19"0,-2 3 11 0,-1-2-3 16,3 1-10-16,-2 1-18 0,0-1-13 0,2 5-11 16,0-6-17-16,-2 2-19 0,2 4-26 0,2-5-27 15,-2 5-30-15,0 0-28 0,0 0-15 16,0 0-15-16,9 2 6 0,-1 5 3 0,3 4-1 0,2 3-2 16,1 0-4-16,7 8-6 0,-2 0-6 0,-1 4-16 15,-3 0-171-15,0 3-45 0,-2 0 0 0,-3 2 0 16,2 1 0-16,-4-1 0 0,-3 3 0 0,-1-1 0 15,-3-1 0-15,-1-1 0 0,-5-1 0 0,-2 0 0 16,0 0 0-16,-7 0 0 0,-2 0 0 0,-3-2 0 16,-4-1 0-16,1 1 0 0,-5-3 0 0,-1 2 0 15,-2-4 0-15,0-3 0 0,-2-1 0 0,3-3 0 16,1-2 0-16,1-1 0 0,5-4 0 0,8-2 0 16,1-3 0-16,3 0 0 0,1 1 0 0,3-4 0 15,1 2 0-15,0-2 0 0,1 1 0 0,4-2 0 16,-7 1 0-16,4 3 0 0,3-4 0 0,0 0 0 15,-7 2 0-15,7-2 0 0,0 0 0 0,-7 1 0 16,7-1 0-16,0 0 0 0,-4 1 0 0,4-1 0 16,0 0 0-16,0 0 0 0,0 0 0 0,0 0 0 15,0 0-425-15,0 0-182 0,-1-9-73 0,1 9-401 16,1-7-1169-16,0 0 518 0</inkml:trace>
  <inkml:trace contextRef="#ctx0" brushRef="#br0" timeOffset="287248.573">21845 15926 102 0,'-4'-2'197'0,"4"2"-14"0,-7-1-7 0,7 1-7 16,-6-1-3-16,1-1-6 0,5 2-7 0,-10-2-2 15,10 2-4-15,-11 0-3 0,11 0-6 0,-11 0-5 16,3 0 1-16,2 0-7 0,-1 1-2 0,7-1 3 16,-11 0-22-16,4 1 3 0,7-1-2 0,-10 0-2 15,5 2-2-15,-1-2-13 0,6 0 8 0,-10 0-11 16,10 0-13-16,-7 1-6 0,7-1-1 0,0 0-7 15,-6 1-8-15,6-1-2 0,0 0 2 0,0 0-1 16,0 0 10-16,0 0 2 0,0 0 13 0,0 0-8 16,0 0 18-16,15 3-3 0,-6-1-5 0,1-1 2 15,3-1 3-15,5 2 5 0,2 0-1 0,8 0-15 16,4-2-2-16,5 0-3 0,15 1-3 0,1 0 5 16,6-2 3-16,1 0-10 0,5-1 2 0,27 2-6 15,2-3 0-15,-29 2 6 0,34-3-7 0,-3 0 3 16,1-1-2-16,-1 0-1 0,3 1-3 0,4 0-2 15,3-5 0-15,5 3-5 0,-1 0-2 0,7-1-1 16,-4-1-6-16,2-3 6 0,7 4-4 0,4 2-4 16,10-1 0-16,-3-2 2 0,0 3-3 0,2-5 2 15,-3 6 6-15,1-4-1 0,2 2 0 0,-2 2 2 16,1-2-8-16,-2 2 3 0,-2 2 3 0,-5-4-3 16,2 4 4-16,-2-6-3 0,-1 6 5 0,-4 0 6 15,-3-1-4-15,-7 2 4 0,-3-2-5 0,-5 2 3 16,2-1-3-16,-11 5-4 0,-2-2 0 0,-28-1-7 15,1 1 1-15,28-1-7 0,-33 0-3 0,-5 1-2 16,1-2-2-16,-14 2-3 0,-6-1 4 0,-1-1-5 0,-1 2 0 16,-4-3-3-16,-8 2-5 0,-2-1 3 15,-7 0-5-15,-1 1 1 0,-3 1-13 0,-2-1-5 16,-1-1-18-16,-5 1-24 0,10 0-33 0,-10 0-51 16,0 0-53-16,8 0-53 0,-8 0-50 0,0 0-51 15,0 0-63-15,0 0-72 0,0 0-373 0,-28 5-919 0,16-2 407 16</inkml:trace>
  <inkml:trace contextRef="#ctx0" brushRef="#br0" timeOffset="288219.0353">23478 16340 275 0,'-1'-7'285'0,"-1"1"2"16,1 1 6-16,1 2 5 0,-1-3-2 0,-1 0 16 15,2 0-1-15,0 2-2 0,0-3 10 0,2 0 2 16,-2-1-8-16,1 5-9 0,0-3-14 0,1 1-15 16,0 0-10-16,-1 1-18 0,1-3-14 0,0 4-22 15,4-1-19-15,-2 0-20 0,1 0-17 0,-1 1-17 16,1 2-14-16,3-1-14 0,0 2-9 0,3 0-11 15,-1 1-8-15,1 4-13 0,0-1-8 0,7 2 0 16,-8-2-8-16,3 4-2 0,1 2-8 0,-5 1-5 16,5 3-2-16,-5 0 0 0,0 0-14 0,1 1 4 15,-6-1-4-15,2 1-1 0,-4-1 0 0,3-3-3 16,-3 2 2-16,-2-1-7 0,0 1 4 0,-2 1-10 16,-1-3 0-16,1 0 5 0,-1 0 1 0,-2 0-1 15,1-3-7-15,0-1 5 0,1-2 4 0,0 0-6 16,1-1 7-16,-1-1 9 0,3-3 11 0,-4 3 7 15,4-3 1-15,0 0-3 0,-4-14 13 0,7 5-5 16,-2-3-5-16,3-4-13 0,1-1-1 0,4-2 0 16,-1-7 5-16,2 1-4 0,4 3-2 0,-4-2-8 15,2-1-5-15,-2 9 6 0,0 1-7 0,0 0 2 16,0 2-1-16,-1 4 2 0,1 0-6 0,-2 2 9 16,1 1-8-16,0-2 9 0,4 6-12 0,-3-2-9 15,-2 4 6-15,3 4 4 0,1-2 3 0,-2 5 6 16,4 1 7-16,-1 3-1 0,0 5 4 0,-2-3-8 15,0 3-17-15,-1 1-4 0,0 6 0 0,-1 2 0 16,-3-1 0-16,-1 1 0 0,0 2 0 0,-1 0 0 16,-4-1 0-16,2 2 0 0,-2-1 0 0,-2-3 0 15,0-4 0-15,-2 6 0 0,3-7 0 0,-1 0 0 16,-1-1 0-16,3 0 0 0,3-2 0 0,-3 0 0 16,0-5 0-16,0-2 0 0,0 2 0 0,0-3 0 15,0-1 0-15,0-3 0 0,0 1 0 0,0-2 0 16,2 2 0-16,-2-5 0 0,0 5 0 0,0-5 0 15,0 3 0-15,0-3 0 0,0 0 0 0,3 1 0 16,-3-1 0-16,0 0 0 0,11-6 0 0,-7 4 0 0,-2-3-175 16,2 0-154-16,2 1-52 0,-1 0-57 15,1-2-33-15,1-1-69 0,-2 2-437 0,5-3-1057 16,1 2 468-16</inkml:trace>
  <inkml:trace contextRef="#ctx0" brushRef="#br0" timeOffset="288641.5066">24363 16537 64 0,'2'-3'438'0,"-1"-1"13"16,-1 4-4-16,1-7-11 0,2 4-17 0,-3 0-25 16,0 3-17-16,0-5-23 0,0 5-15 0,0-5-20 15,0 5-23-15,0 0-20 0,-3-6-20 0,1 4-24 16,2 2-18-16,0 0-19 0,-12 0-4 0,12 0-14 15,-11 3-13-15,6 0-20 0,-2 1-10 0,-2 3-12 16,3 0-3-16,-3 1-21 0,-3 2 6 0,3 1-7 16,-1 2-11-16,4-3-7 0,-5 5-12 0,5-4-9 15,1 1-6-15,0-1-1 0,-1 1-2 0,2-1-6 16,1 1-3-16,-1-2-6 0,4-2-3 0,2 0 0 16,0 3 6-16,3-2-4 0,-1 0 10 0,5-1 2 15,1-1 2-15,8 1-2 0,0-1 6 0,0-1-4 16,4-4 3-16,-1 2 3 0,7-2 3 0,1-1-7 15,-9 2 3-15,-1-3-3 0,0 0 1 0,-1 0-44 16,3-3-6-16,-8 2 0 0,1 0 0 0,-3 0 0 31,-1-1 0-31,-2 2 0 0,-8 0 0 0,14-3 0 0,-6 2 0 0,-8 1 0 0,9-3 0 0,-9 3 0 16,0 0 0-16,9-1 0 0,-9 1 0 0,2-1 0 16,-2 1-110-16,0 0-40 0,0 0-30 0,0 0-32 15,0 0-41-15,-11 12-42 0,4-10-40 0,5 4-48 16,-2-2-53-16,0 1-60 0,-1 1-395 0,0-3-964 15,1 0 427-15</inkml:trace>
  <inkml:trace contextRef="#ctx0" brushRef="#br0" timeOffset="342592.4855">16288 16170 99 0,'0'0'258'0,"-3"-2"0"16,3 2-1-16,0 0 0 0,0 0 7 0,0 0 0 15,-5-1 2-15,5 1 8 0,0 0 1 0,0 0 3 16,-6-3 4-16,6 3-3 0,0 0 0 0,0 0-10 16,0 0-8-16,0 0-8 0,0 0-7 0,0 0-24 15,0 0-14-15,0 0-15 0,0 0-18 0,0 0-17 16,0 0-20-16,0 0-5 0,-7 5 5 0,7-2 9 15,-1 4 1-15,-3 2 7 0,4 2 11 0,-1 6 5 16,-3-2-13-16,3 5-8 0,-2-2-6 0,2 9-9 16,-2-3 3-16,2 4-14 0,-4-1-7 0,4-1-16 15,-2 0 1-15,2 2-13 0,-3-2-9 0,0-2-1 16,3 1-76-16,-2-1-3 0,-1 1 0 0,3-5 0 16,-3-2 0-16,4 0 0 0,0-3 0 0,-1-3 0 0,1 0 0 15,-4 0 0-15,4-3 0 0,-1 1 0 16,1-1 0-16,1-1 0 0,-2-3 0 0,2 3 0 15,-2-3 0-15,1-1 0 0,0-1 0 0,0 1 0 16,0-4 0-16,0 5 0 0,0-5 0 0,0 0 0 16,0 0 0-16,0 0-233 0,0 0-95 0,0 0-60 0,0 0-77 15,0 0-73-15,-2-15-61 0,2 9-341 0,2-2-1019 16,-2-1 451-16</inkml:trace>
  <inkml:trace contextRef="#ctx0" brushRef="#br0" timeOffset="343172.4089">16142 16375 31 0,'0'-9'320'0,"0"1"-7"16,0-1-1-16,0 0-12 0,1-1-4 0,1 0-4 15,-1 2-5-15,0-3-14 0,3 0-14 0,0 1-17 16,3-4-6-16,0 5-14 0,3 2-7 0,3-3-10 0,2 0-5 15,-1 2-10-15,4-1-1 0,0 2-6 0,0 0 3 16,1 1-7-16,4 3-6 0,-4-3-2 16,0 3-9-16,-1 2-9 0,0-3-2 0,0 3-11 15,0 1-13-15,-4-2-13 0,-4 4-7 0,4-1-11 16,-2 3-9-16,-2-1-5 0,0 1-5 0,-2 2-10 16,0 0 0-16,-4 0-5 0,1 0 0 0,-2 1-6 0,0 2 7 15,-3 1 6-15,1 1 15 0,-3 1-4 16,-6 5-13-16,-1-3 9 0,0 1-1 0,-5-2-6 15,5 2-10-15,-4 0-2 0,-2-3 1 0,2-1 1 16,-3 1-20-16,1-3 6 0,0 0-1 0,4-1-2 16,-1 0-3-16,5-3 5 0,-2 0 4 0,2 0 1 0,1-1-1 15,-1-1 5-15,2 1-13 0,0-1-40 16,1-1 0-16,4-2 0 0,-5 3 0 0,3-1 0 16,2-2 0-16,0 0 0 0,-9 1 0 0,9-1 0 15,-3 3 0-15,3-3 0 0,0 0 0 0,0 0 0 16,-5 4 0-16,5-4 0 0,0 3 0 0,0-3 0 0,9 7 0 15,-3 0 0-15,3 0 0 0,0 1 0 0,0 0 0 16,1 2 0-16,3 1 0 0,-1 0 0 0,-1 2 0 16,0-3 0-16,1 3 0 0,-3 0 0 15,0-3 0-15,1-1 0 0,-1 2 0 0,-1-2 0 0,0 1 0 16,-1-2 0-16,-3 2 0 0,1-4 0 0,-1 3 0 16,1-4 0-16,-1 0 0 0,0 0 0 0,2-1 0 15,-2-1 0-15,-1 0 0 0,-1-1 0 0,-2-2-154 16,3 4-38-16,-3-4-54 0,0 0-51 0,0 0-70 15,0 0-29-15,10-8-45 0,-5 5-54 16,-1-1-45-16,1 0-305 0,-1-3-913 0,2 3 405 16</inkml:trace>
  <inkml:trace contextRef="#ctx0" brushRef="#br0" timeOffset="343641.2602">16621 16619 177 0,'0'0'431'0,"0"0"18"0,1-4-3 0,-1 4-8 0,0 0-11 16,0 0-16-16,0 0-17 0,0 0-17 16,0-6-17-16,0 6-23 0,0 0-26 0,0 0-22 15,0 0-21-15,0 0-14 0,0 0-29 0,0 0-19 0,0 0-11 16,0 0-30-16,0 0-5 0,0 0-15 0,6-1-24 16,-6 1-5-16,7 0-11 0,-7 0-15 0,9 0-18 15,0-1 6-15,-4 0-11 0,3 0-4 0,-3-2 2 16,5 2-16-16,-1-1-4 0,0 2 4 15,-2-3-21-15,0 0 11 0,1 0-4 0,-3 1 10 16,3-2 9-16,-3 1 7 0,-3 0-5 0,3-1 7 0,-2 2-7 16,0-1 0-16,-2-3-3 0,-1 6 7 0,1-7-12 15,-2 3-9-15,1 4 3 0,-3-5-3 0,3 5-7 16,-6-4-32-16,2 3 0 0,4 1 0 16,-10 0 0-16,10 0 0 0,-10 4 0 0,2 1 0 15,-2 0 0-15,2 2 0 0,0 2 0 0,-3 2 0 16,3-1 0-16,-1 2 0 0,2 0 0 0,-1 0 0 0,4-4 0 15,-1 3 0-15,1 1 0 0,4-2 0 16,-4-1 0-16,4 0 0 0,0-1 0 0,0-2 0 16,4 5 0-16,0-5 0 0,2-1 0 0,7 1 0 15,-3 0 0-15,3-2 0 0,8-1 0 0,-5-1 0 16,5-1-38-16,-2-2-137 0,-1 0-26 0,0-3-28 0,2-1-24 16,8-3-31-16,-5 0-54 0,-4 0-34 15,-1-1-36-15,-5 4-22 0,4-5-12 0,-8 3-24 16,0 0-294-16,-3 1-822 0,4-2 364 0</inkml:trace>
  <inkml:trace contextRef="#ctx0" brushRef="#br0" timeOffset="343938.086">16992 16608 563 0,'0'0'19'16,"0"0"45"-16,2-9 30 0,-2 6 33 0,0 0 36 15,0 3 35-15,2-5 32 0,-2 5 24 0,0 0 27 16,0-7 18-16,1 5 10 0,-1 2 21 0,0 0 16 16,0 0 9-16,0-6 8 0,0 6-2 0,0 0 3 15,3-1-3-15,-3 1-5 0,0 0-8 0,0 0-7 16,0 0-8-16,0 0-18 0,0 0-22 0,0 0-17 15,0 0-23-15,0 0-16 0,0 0-19 0,0 0-78 16,-7 11-140-16,6-4 0 0,-1-2 0 0,0 5 0 16,2 0 0-16,-5 6 0 0,2 1 0 0,-2 1 0 15,5 1 0-15,-1 0 0 0,0 7 0 0,-1 0 0 16,-3 1 0-16,4-3 0 0,-2 3 0 0,2-4 0 16,1-2 0-16,-1 5 0 0,-4-3 0 0,5-1 0 15,-4-3 0-15,3-1 0 0,-1 0 0 0,2-2 0 16,0 1 0-16,-1-2 0 0,1-4 0 0,0-1 0 15,1 0 0-15,-1-3 0 0,0-2 0 0,0 1 0 16,0-1-206-16,2-2-280 0,-2-3-39 0,0 0-79 16,0 0-458-16,0 0-1150 0,0 0 509 0</inkml:trace>
  <inkml:trace contextRef="#ctx0" brushRef="#br0" timeOffset="344297.1545">16973 16776 287 0,'1'-7'454'16,"2"-3"17"-16,-3 1-4 0,1 0-7 0,-1 0-11 16,1 1-19-16,2 1-8 0,-2-1-26 0,3 0-18 15,-3 0-26-15,0 2-19 0,2 0-21 0,-1 3-29 16,0-3-25-16,0 0-19 0,1 1-34 0,1-1-15 16,0 2-23-16,3 0-15 0,-1 0-15 0,2-2-13 15,1 5-12-15,1-3-28 0,1 3 12 0,0-1-21 16,-3-1-5-16,-1 3-9 0,2-1-9 0,-1 2 0 15,1 2-9-15,-4-2-6 0,0 0-7 0,3 1 4 16,-3 1-4-16,-2-1 0 0,0 4-11 0,1 0-3 16,-4 0 1-16,0 0 1 0,-1 0-9 0,-2 1 8 15,-4 3 0-15,-1-2 0 0,-1 1-4 0,-1 0 3 16,-5 2-1-16,-1-3-1 0,6 0 0 0,-5-2-1 16,4 0-9-16,2-2-10 0,3-2 2 0,1 1-18 15,1 0-15-15,-2-2-27 0,6-1-57 16,-5 2-60-16,5-2-55 0,0 0-51 0,7-10-67 15,1 6-66-15,3-3-70 0,7 0-57 0,0-1-324 16,4 1-943-16,2-5 418 0</inkml:trace>
  <inkml:trace contextRef="#ctx0" brushRef="#br0" timeOffset="344699.4166">17454 16526 477 0,'2'-10'522'0,"-4"-4"0"0,1 2-8 0,-1 1 6 16,0-1-13-16,1-1-8 0,-1 2-17 0,-1-1-10 0,1 3-9 15,0-2-23-15,2 4-12 0,-2 2-21 16,0-2-22 0,4 1-25-16,-4 1-27 0,1 3-31 0,1 2-29 0,-1-5-34 0,1 5-193 15,0 0-46-15,0 0 0 0,0 0 0 0,0 0 0 16,0 12 0-16,1-1 0 0,0 2 0 0,1 2 0 15,-4 3 0-15,5 1 0 0,-3 0 0 0,1 6 0 16,-1 0 0-16,-1-5 0 0,-2 6 0 0,1-7 0 16,-1 5 0-16,-3 1 0 0,3-5 0 0,-1-2 0 15,-2 5 0-15,2-6 0 0,3 0 0 0,-2-5 0 16,2 3 0-16,0-7 0 0,2 4 0 0,-1 0 0 16,1-5 0-16,1 4 0 0,-1-4 0 0,0 0 0 15,2-1 0-15,1-1 0 0,2-1 0 0,0 1 0 16,1-4 0-16,-1 3 0 0,4-3 0 0,-1 1 0 15,-2-4 0-15,0 1 0 0,2 0 0 0,-4 0 0 16,3-1 0-16,1-1 0 0,-3 0 0 0,-1 1 0 16,3-2 0-16,-3 0-208 0,3 1-238 0,-2 0-52 15,-2-2-67-15,1 0-64 0,-5 5-346 0,7-8-1055 16,-6 2 468-16</inkml:trace>
  <inkml:trace contextRef="#ctx0" brushRef="#br0" timeOffset="345700.3775">17653 16752 102 0,'0'0'375'0,"1"-2"-2"0,-1 2-7 15,1-7-14-15,2 4-7 0,-1 1-12 0,1-1-2 16,-2-2-3-16,0 2-13 0,-1 3-16 0,7-5-14 16,-5 3-9-16,0-1-14 0,0-1-15 0,1 1-16 15,1 0-20-15,-2 1-14 0,2-1-20 0,0 0-16 16,-4 3-18-16,7-3-20 0,-3 2-6 0,1-1-14 15,-5 2-8-15,12 0-10 0,-2 0-7 0,-5 2-12 16,3 0-6-16,-3-1-4 0,5 3-7 0,-5 0-5 16,2-1-6-16,-1 3-5 0,-2-1-2 0,1-1-3 15,-4 2-1-15,3 1-3 0,-4-1-1 0,0 1-4 16,-1 0-1-16,-4 3 0 0,-3-5-1 0,4 5-2 16,-1-4-2-16,-4 3-1 0,4-5 1 0,-2 1 1 15,0 0-5-15,2 2 4 0,-2-3 0 0,2-3-2 16,-1 0 4-16,2 2-2 0,0-2 3 0,4-1-3 15,-7-4-4-15,3-1 5 0,1 2-1 0,3-3 4 16,-2-2-4-16,2-1-1 0,2 1-5 0,-2-3 2 16,3 4-1-16,3-4 2 0,-2 5-2 0,-1-4-2 15,1 2 0-15,2 1 2 0,-2 4-7 0,-2-4 6 16,3 2-1-16,3 1 0 0,-3 0 0 0,-1 1-3 16,2 1 0-16,-2 0 1 0,-4 2-3 0,9-2 8 15,-9 2-3-15,9 3-6 0,-5 0 7 0,1 0-1 16,-1 1 1-16,1 0 2 0,-1 0-8 0,1 2 0 15,-2-2 9-15,-1 5-1 0,4-1-6 0,-2 2 2 16,-1-3-2-16,-2 3 4 0,5-4-3 0,-3 2-3 16,0-3 5-16,1 1-4 0,-2 0-1 0,4 0 8 15,-1-4 3-15,1 4-7 0,0-2-7 0,3-1 10 16,2-1 1-16,2-1-1 0,-1 1 3 0,0-3-4 16,1 0-2-16,1-3-3 0,3 1 4 0,1-3 3 15,1 0-4-15,-5 0-2 0,4-4 8 0,-5 2-1 16,2-3 0-16,-6 3-4 0,1-1-1 0,-3 2-13 15,3-2 16-15,-1 0-5 0,-3 0 3 0,-1 1 3 16,0 0-3-16,-1 3-4 0,0-1 9 16,-3 1 0-16,3 2 6 0,-4-2 3 0,4 1-3 0,-4 2 0 15,0 2-1-15,3-5-2 0,-3 5-7 0,2-4 2 16,-2 4-1-16,0 0-3 0,0 0-5 0,0 0-1 16,0 0 2-16,-13 12 1 0,11-6-4 0,-1 3 4 15,-6-1-3-15,6 1 7 0,1 4-2 16,-4-3-3-16,2 1 3 0,0 4-3 0,1-2-6 15,0 0 5-15,-1-2-3 0,0 2 5 0,2-2-1 16,0 0 1-16,0-3-3 0,2 2 4 0,0-4 0 0,1 2-4 16,5 0 1-16,2-3 7 0,1 0-11 0,3 0-9 15,0-1 6-15,6-1 1 0,1-3 5 16,4-3-5-16,-2 1 3 0,-2-1 1 0,1-2-1 16,0-2 3-16,-3 1 3 0,0-2-1 0,-2 0-2 15,2 0-2-15,-6 1 2 0,1-2 4 0,-3 1-3 16,1-2 2-16,-5 4 1 0,0-3 1 0,-1 4-2 0,1-1 1 15,-1-1 5-15,1 3 3 0,-2-2 7 0,-2 2-6 16,0 0 3-16,3 1-4 0,-4 1 4 16,0 2-2-16,4-5-8 0,-4 5 3 0,0-4 1 15,0 4 1-15,0 0-2 0,0 0-2 0,0 0 3 16,0 0-5-16,0 0-8 0,-10 9 1 0,7-4 2 16,-2-1 0-16,4 2-8 0,-2-1 10 0,2 0-1 15,0 3 0-15,-2-1 1 0,2 0 0 0,-2 1-2 16,3 0 1-16,3-2-29 0,-2 4-4 0,2-4-23 15,-2 1-17-15,-1-2-19 0,1 2-24 0,-1-1-28 16,3 1-27-16,3 0-43 0,-2-2-31 0,1-2-54 16,0 0-53-16,-5-3-56 0,18-3-82 0,-10 0-361 15,1-3-919-15,-1 0 407 0</inkml:trace>
  <inkml:trace contextRef="#ctx0" brushRef="#br0" timeOffset="345981.5856">18488 16633 2 0,'0'0'380'0,"-3"-3"9"0,3 3-20 0,-2-6-31 16,2 6-17-16,-2-4-42 0,2 4-23 0,0 0-35 15,0 0-18-15,0 0-20 0,0 0-18 0,0 0-32 16,-4 10-43-16,4-10-52 0,1 7-44 0,0-1-55 16,-1 0-57-16,3 1-54 0,1-2-85 0,0 2-203 15,5 0-496-15,-2 1 220 0</inkml:trace>
  <inkml:trace contextRef="#ctx0" brushRef="#br0" timeOffset="346325.9042">18630 16791 408 0,'0'0'449'0,"0"0"12"0,0-10 14 0,-1 5 1 0,-3 2 0 16,4 3-6-16,-9-5-14 0,9 5-23 0,-1-6 0 15,-2 2-20-15,3 4-24 0,-2-2-24 0,2 2-38 16,-3-5-32-16,3 5-30 0,0 0-29 0,0 0-26 15,0 0-28-15,0 0-16 0,0 0-24 0,-7 11-3 16,7-5-14-16,0-1-13 0,0 4-13 0,-2-4-11 16,4 3-11-16,0 3-53 0,-2-2-24 0,0 1 0 15,0-2 0-15,1-1 0 0,-1 0 0 0,3 0 0 16,-2-1 0-16,2 2 0 0,-2-3-62 0,-1-1-31 16,4 2 1-16,1-3 0 0,-3 1 5 0,2-4-1 15,-4 0 7-15,12 0 5 0,-7 0 6 0,1-3 9 16,7-3 9-16,-4-1 6 0,0 1 2 0,-1-2 5 15,1 2-1-15,-2-1 17 0,3 0 17 0,-3-2 10 16,-1 1 15-16,0 1 10 0,-3 3 22 0,2-2 8 16,-2 4 8-16,1-3 7 0,-2 3 3 0,1-2-7 15,-3 4 1-15,4-3 1 0,-4 3-3 0,4-3-14 16,-4 3-5-16,4-2-17 0,-4 2 7 0,0 0-9 16,0 0-1-16,0 0 1 0,0 0-5 15,0 0 3-15,8 5-11 0,-8-5 3 0,4 7-7 0,-1-3-2 16,1 1-12-16,-1-1-3 0,5 1-43 0,-4 0-23 15,2-1-21-15,3 2-26 0,0 0-31 16,1-1-31-16,3 1-40 0,-1-2-42 0,4-1-27 16,-3 0-45-16,1-1-29 0,-1 1-32 0,1-5-28 15,-2-1-37-15,0 2-344 0,4-3-870 0,-5 1 385 16</inkml:trace>
  <inkml:trace contextRef="#ctx0" brushRef="#br0" timeOffset="346950.7526">19062 16798 82 0,'0'0'216'16,"3"-6"24"-16,-3 6 40 0,0 0 17 0,-3-5 9 15,3 1 32-15,0 4 9 0,3-7 1 0,-3 4 1 16,1-1 1-16,-1 4-8 0,4-6-11 0,-4 4-21 16,0 2-23-16,4-4-28 0,-4 4-25 15,1-3-27-15,-1 3-26 0,5-3-12 0,-5 3-22 0,0 0-9 16,0 0-17-16,0 0-12 0,12 6-13 0,-10-4-15 16,1 2-1-16,1 0-10 0,-2-2-3 0,-2 3-13 15,3-2-3-15,-2 3-5 0,-1-1-4 0,5 2-3 16,-5-2-2-16,1 0-4 0,-1 3-12 15,-2-1 3-15,-2-2 3 0,4 1-4 0,-4-1-2 16,-1 0-1-16,1 2 2 0,-1-3-6 0,1 0 4 16,-7 2-3-16,3-3-5 0,-1-1 0 0,1 0 2 0,0-1 5 15,-3-2-7-15,6 0 6 0,-4-3-4 0,4 2 3 16,-1-4-7-16,1 2 2 0,-2-3 1 16,3 2-4-16,-2-4-1 0,4 0 2 0,-1 2 7 15,3-2 10-15,1 3 0 0,-1-3 3 0,3 4-17 16,-1-1 3-16,3 0 6 0,-1 1-5 0,1-1-2 15,2 2-2-15,-1 2-5 0,4 2-1 0,-5 0 11 16,8 1 3-16,0 4 11 0,-3 1 6 0,3 6-13 16,4-3 24-16,-6 6 2 0,8 5-1 0,-6 2 6 15,-3-2 9-15,-1 3 1 0,2 4-5 0,-3 0-1 16,-1 3-8-16,-2-2 0 0,-5 1-11 0,2 1-9 16,-4 0 5-16,-1-1-3 0,-3-1-5 0,-3 3 3 15,0-5-29-15,3-2-3 0,-3 1 0 0,-1-9 0 16,-1 0 0-16,1 0 0 0,-4-2 0 0,6-3 0 15,-1-2 0-15,2-1 0 0,-2-1 0 0,1-2 0 16,3-2 0-16,-4 0 0 0,4-3 0 0,-3 0 0 16,8 0 0-16,-15-4 0 0,9 0 0 0,0-1 0 15,1-3 0-15,-1-2 0 0,3-1 0 0,1 0 0 16,-1 0 0-16,1-6 0 0,2 2 0 0,1-2 0 16,5 2 0-16,-1-1 0 0,3 0 0 0,1 2 0 15,2-4 0-15,2 4 0 0,4 1 0 0,-3 1 0 16,4 0 0-16,-1 1 0 0,-1 2 0 0,2 0 0 15,0 0 0-15,-1 3 0 0,-5 3 0 0,-1 0 0 16,1-2-155-16,-5 5-95 0,-7 0-39 0,15-2-63 16,-10-1-26-16,-5 3-37 0,0 0-45 0,10 0-57 15,-10 0-380-15,0 0-970 0,0 0 430 0</inkml:trace>
  <inkml:trace contextRef="#ctx0" brushRef="#br0" timeOffset="347920.172">20114 16678 12 0,'0'0'382'15,"0"-4"4"-15,1 0 10 0,-1 4 2 0,0-5 8 16,2 1 0-16,-2-1-3 0,2 0 8 0,-2 5-16 16,-2-7-4-16,2 3-23 0,0 4-13 0,2-4-19 15,-2 4-31-15,0-5-41 0,0 5-18 0,0 0-27 16,1-2-22-16,-1 2-23 0,0 0-9 0,0 0-6 16,4 14 1-16,-4-6 0 0,5 4-6 0,-5 2-12 15,4 1-9-15,0 2-10 0,-3 2-11 0,2 0-12 16,-2 1-9-16,-1-2-8 0,1 7-9 0,2-6-4 15,-2 4-55-15,-1-3-15 0,-1-4 0 0,-2-3 0 16,2-1 0-16,2-2 0 0,-2 3 0 0,1-6 0 16,0 1 0-16,0-3 0 0,0 1 0 0,0-1 0 0,0-5 0 15,0 5 0-15,0-5 0 0,0 0 0 0,0 0 0 16,8-13 0-16,-3 6 0 0,0 3 0 0,0-7 0 16,3 3 0-16,-2-2 0 0,1 0 0 15,0 1 0-15,1 0 0 0,0 0 0 0,2 1 0 16,-3 2 0-16,1 0 0 0,-1-2 0 0,0 3 0 15,2 3 0-15,1 1 0 0,-1 0 0 0,4 2 0 0,5-1 0 16,-3 2 0-16,-1 2 0 0,0 0 0 16,-1 4 0-16,0-4 0 0,1 5 0 0,-2-4 0 15,-2 3 0-15,0-2 0 0,0 2 0 0,-1-1 0 16,-2 1 0-16,-1-2 0 0,-1 1 0 0,0-3 0 16,0 0 0-16,-1-1 0 0,1-2 0 0,-2 4 0 0,1-4 0 15,-4-1 0-15,7 1 0 0,-7-1 0 0,9-8 0 16,-2 3 0-16,-1-3 0 0,0-2 0 15,5-2 0-15,-4-6 0 0,2 0 0 0,-1-6 0 16,3 1 0-16,-4-2 0 0,-2 0 0 0,-4 6 0 16,3 1 0-16,-3 0 0 0,2 2 0 0,-3 4 0 0,2 0 0 15,-4 1 0-15,4 1 0 0,-2 0 0 0,0 1 0 16,0 4 0-16,-2 0 0 0,4-1 0 0,-2 6 0 16,-2-5 0-16,2 5 0 0,0-5 0 15,0 5 0-15,0 0 0 0,0 0 0 0,0 0 0 16,0 0 0-16,-13 10 0 0,9-5 0 0,4 2 0 15,-1 2 0-15,2 2 0 0,3 1-49 0,0-2-613 0,2 4-585 16,3-4-1351-16,3 3 598 0</inkml:trace>
  <inkml:trace contextRef="#ctx0" brushRef="#br0" timeOffset="348467.9262">20758 16941 103 0,'0'0'515'0,"0"0"13"0,9-8 3 0,-9 8-12 16,0 0-23-16,1-6-34 0,-1 6-24 0,3-2-27 15,-3 2-30-15,0 0-30 0,1-3-27 0,-1 3-30 16,0 0-28-16,0 0-27 0,0 0-21 0,0-4-34 16,0 4-19-16,0 0-20 0,0 0-17 0,0 0-3 15,0 0-16-15,4 12-16 0,-3-7-8 0,-1-2-5 16,1 6-9-16,2-4-7 0,-3 1-4 0,0 2-9 15,0 0-4-15,1 2-3 0,-1-3-6 0,4 0-8 16,-4 0 5-16,0 0-18 0,0-1 16 0,0-2-7 16,2 3-17-16,-2-4 9 0,0 2 0 0,2-2-7 15,-2 0 5-15,0-3 1 0,0 7 5 0,0-7 0 16,0 2 9-16,0-2 6 0,0 0-4 0,0 0 29 16,0 0-6-16,8-9 14 0,-7 3-7 0,5-6-63 15,1 5 0-15,-2-2 0 0,0-1 0 0,0 1 0 16,3-2 0-16,-3 2 0 0,1 1 0 0,-2 1 0 15,3-1 0-15,-4 2 0 0,4 2 0 0,-4-1 0 0,1 2 0 16,0-1 0-16,1 3 0 0,2 0 0 16,-7 1 0-16,12 2 0 0,-6 2 0 0,0 0 0 15,-1 0 0-15,2 0 0 0,0 5 0 0,0-3 0 16,0 6 0-16,0-1 0 0,0-2 0 0,-3 1 0 16,1 1 0-16,0-1 0 0,-1 0 0 0,-2-1 0 15,0-2 0-15,2-1 0 0,-2-1 0 0,2 1 0 16,-4-4 0-16,4 3 0 0,-4-2 0 0,1-1 0 15,-1-2 0-15,4 5 0 0,-4-5 0 0,4 2 0 16,-4-2 0-16,0 0 0 0,0 0 0 0,0 0 0 16,0 0 0-16,0 0 0 0,0 0 0 0,5-8 0 0,-1 5 0 15,-4 0 0-15,0 3 0 0,5-4 0 16,-1 2-252-16,-4 2-255 0,0 0-94 0,10-3-538 16,-6 0-1233-16,-4 3 546 0</inkml:trace>
  <inkml:trace contextRef="#ctx0" brushRef="#br0" timeOffset="348764.8243">21322 17074 261 0,'4'-1'533'0,"-4"1"12"0,6-1 5 0,-6 1-12 0,5-3-20 16,-2 0-24-16,-3 3-27 0,2-3-19 0,-2 3-29 15,0 0-22-15,0 0-30 0,0 0-26 16,0 0-25-16,0 0-20 0,0 0-19 0,9 7-20 16,-8-3-25-16,-1-1-21 0,0-3-23 0,0 9-16 15,-1-5-20-15,0 1-11 0,1 1-70 0,-3 1-71 0,-1 2 0 16,-2-2 0-16,1 2 0 0,-3-1 0 0,1 0 0 16,-4 1-54-16,2 0-250 0,1 1-108 0,-8-1-143 15,1-2-590-15,6 0-1239 0,0-1 548 16</inkml:trace>
  <inkml:trace contextRef="#ctx0" brushRef="#br0" timeOffset="351130.6931">17186 17930 36 0,'0'-4'431'0,"0"4"22"0,0-12-5 15,1 7 0-15,-1 1 10 0,-1-5-6 0,1 9-11 16,0-11-4-16,-1 3-2 0,0 1-5 0,1 1-15 16,-2-2-12-16,2 1-17 0,-1 1-18 0,-2 0-16 15,2 0-16-15,0 2-21 0,1 4-21 0,-3-9-17 16,1 6-18-16,-2-1-6 0,4 4-189 0,-3-7-64 16,3 7 0-16,-1-6 0 0,1 6 0 0,0 0 0 15,0 0 0-15,-5-7 0 0,5 7 0 0,0 0 0 16,0 0 0-16,0 0 0 0,0 0 0 0,0 0 0 15,0 0 0-15,-1 19 0 0,2-10 0 0,-1 2 0 16,4 5 0-16,-3 2 0 0,0 0 0 0,1 1 0 16,-1 7 0-16,-1-6 0 0,0 5 0 0,0-6 0 15,4 9 0-15,-4-4 0 0,1-4 0 0,-2-1 0 16,2 2 0-16,-2-2 0 0,1-3 0 0,0 1 0 16,0-17 0-16,5 28 0 0,-5-18 0 0,0-10 0 15,2 20 0-15,-2-20 0 0,4 17 0 0,-4-17 0 16,0 0 0-16,8 15 0 0,-8-15 0 0,0 0 0 15,0 0 0-15,6 15 0 0,-6-15 0 0,0 0 0 16,0 0 0-16,0 0 0 0,0 0 0 0,0 0 0 16,0 0 0-16,0 0 0 0,0 0 0 0,39-36 0 15,-32 25 0-15,-7 11 0 0,11-28 0 0,-5 14 0 16,2-2 0-16,-1 6 0 0,-3-5 0 0,5 1 0 16,-5 3 0-16,0-1 0 0,2 0 0 0,-2 3 0 15,1 0 0-15,-4 2 0 0,3-2 0 0,0 3 0 16,1 0 0-16,-4 2 0 0,3 0 0 0,0 0 0 15,-4 4 0-15,9-3 0 0,-9 3 0 0,14 6 0 16,-6-5 0-16,1 4 0 0,1 1 0 0,0-1 0 16,3 8 0-16,-2-6 0 0,1 6 0 0,-12-13 0 15,17 18 0-15,-5-4 0 0,-1-4 0 16,-11-10 0-16,15 19 0 0,-7-9 0 0,-8-10 0 0,17 18 0 16,-9-10 0-16,-8-8 0 0,9 15 0 0,-9-15 0 15,10 12 0-15,-10-12 0 0,0 0 0 0,14 11 0 16,-14-11 0-16,0 0 0 0,0 0 0 0,17 6 0 15,-17-6 0-15,0 0 0 0,0 0 0 0,0 0 0 16,31-19 0-16,-23 9 0 0,2-1 0 16,-5-1 0-16,2-6 0 0,1-1 0 0,-3-10 0 15,1-4 0-15,1 4 0 0,3-2 0 0,-7 4 0 16,-2-2 0-16,1 3 0 0,2-2 0 0,-4 9 0 16,-2 0 0-16,4-1 0 0,0 4 0 0,-4 4 0 0,2 0 0 15,0 1 0-15,0 0 0 0,-2-1 0 0,2 6 0 16,0 6 0-16,0-15 0 0,0 15 0 15,-2-6 0-15,2 6 0 0,0 0 0 0,0-11 0 0,0 11 0 16,0 0 0-16,0 0 0 0,4-6 0 0,-4 6 0 16,0 0 0-16,0 0 0 0,0 0 0 15,0 0 0-15,0 0 0 0,0 0 0 0,0 0 0 16,0 0 0-16,-11 20 0 0,11-20 0 0,0 13 0 16,0-5 0-16,-3 3 0 0,7-2 0 0,-1 3-364 15,0 0-218-15,6-2-75 0,0 4-441 0,7-3-1190 0,-1 0 526 16</inkml:trace>
  <inkml:trace contextRef="#ctx0" brushRef="#br0" timeOffset="351443.3744">18122 18031 312 0,'0'0'445'0,"0"0"3"0,0 0-7 16,0 0-10-16,0 0-20 0,8 0-22 0,-8 0-15 16,0 0-19-16,0 0-17 0,0 0-20 0,0 0-12 15,0 0-24-15,0 0-4 0,0 0-6 0,0 0-7 16,0 0-3-16,0 0-21 0,17 0-4 0,-17 0-12 16,0 0-7-16,0 0-25 0,10-2-19 15,-5 0-15-15,3 1-9 0,1 1-16 0,1-4-15 0,-1 2-15 16,0-1-9-16,0 1-7 0,4 0-7 0,-5-1-35 15,-2 2-46-15,-6 1 0 0,17-1 0 0,-10-1 0 16,-7 2-34-16,12-2-115 0,-12 2-55 0,0 0-56 16,0 0-45-16,9 2-47 0,-9 3-53 15,0-5-62-15,-2 9-65 0,2-9-383 0,-3 11-989 16,-4-7 438-16</inkml:trace>
  <inkml:trace contextRef="#ctx0" brushRef="#br0" timeOffset="351739.926">18079 18209 384 0,'0'0'524'16,"0"0"46"-16,0 0 41 0,0 0 11 0,0 0-17 15,0 0-19-15,0 0-31 0,0 0-32 0,0 0-43 16,0 0-39-16,0 0-38 0,0 0-42 0,0 0-35 16,0 0-30-16,68-4-29 0,-68 4-30 0,36-6-22 15,-36 6-30-15,38-6-185 0,-38 6 0 0,35-1 0 16,-35 1 0-16,27-2 0 0,-27 2 0 0,0 0 0 15,30-2 0-15,-30 2 0 0,0 0 0 0,0 0 0 16,28 0 0-16,-28 0 0 0,0 0 0 0,0 0 0 16,0 0 0-16,0 0 0 0,0 0 0 15,0 0-233-15,0 0-153 0,0 0-67 0,0 0-64 16,0 0-75-16,0 0-410 0,0 0-1085 0,-27-27 480 16</inkml:trace>
  <inkml:trace contextRef="#ctx0" brushRef="#br0" timeOffset="352538.8061">19062 17873 185 0,'0'0'384'0,"0"0"-20"16,0 0-19-16,0 0-30 0,-8-4 1 15,8 4-13-15,0 0-8 0,0 0-4 0,0 0-8 16,0 0-5-16,0 0-14 0,0 0-17 0,0 0-15 0,0 0-26 15,0 0-15-15,16-7-16 0,-8 6-15 0,4-1-15 16,0-1-17-16,8 0-10 0,1-2-11 0,4-2 1 16,3 2 1-16,1-2-4 0,0 0-2 15,0 1-1-15,1-2-3 0,-6-3 1 0,5 0-1 16,-3 1-3-16,-6 1-6 0,0 1-6 0,-1-3-4 16,-7 4-4-16,5-5 5 0,-7 6 3 0,-2-1-2 15,1 0 11-15,0 1-3 0,-4 0-7 0,0 1-4 16,-2-1-6-16,-3 6-9 0,1-10 2 0,-2 2-11 15,-2 1-4-15,3 7-1 0,-13-11-4 0,3 5 6 0,1 0 11 16,0 3-9-16,-3 0 4 0,-1 0-3 16,-1 3-7-16,0-2 10 0,1 4 3 0,-5-1-16 0,5 2-1 15,-5 2-9-15,2 5 0 0,0-2-32 16,1 2-3-16,2 3 0 0,0-1 0 0,2 3 0 16,2-1 0-16,1 1 0 0,-1-2 0 0,4 2 0 15,0-2 0-15,3-1 0 0,0 0 0 0,2 3 0 16,0-3 0-16,4-1 0 0,-3 2 0 0,7 1 0 15,2-3 0-15,-1-2 0 0,8-1 0 0,-2 3 0 16,12-4 0-16,-2 4 0 0,2-4 0 0,5-5 0 16,-4 4 0-16,3-5 0 0,-4 1 0 0,-5-1 0 15,8 0 0-15,-2-2 0 0,-6-2 0 0,-3 0 0 16,3-1 0-16,-3 2 0 0,-6-1 0 0,2 1 0 16,-3 0 0-16,-2-1 0 0,3-2 0 0,-4 4 0 15,-3 1 0-15,1-2 0 0,-7 2 0 0,11-3 0 16,-11 3 0-16,9-2-144 0,-9 2-87 0,0 0-49 15,9-1-48-15,-9 1-57 0,0 0-56 0,0 0-55 16,0 0-43-16,0 0-353 0,0 0-965 0,0 0 427 16</inkml:trace>
  <inkml:trace contextRef="#ctx0" brushRef="#br0" timeOffset="352992.2335">19935 17820 46 0,'3'-4'460'0,"-2"-1"5"15,4 2-12-15,-5 3-3 0,1-7-16 0,-1 7-25 16,4-4-27-16,-4 4-33 0,0 0-32 0,0-5-31 16,0 5-32-16,0 0-26 0,0 0-23 0,0 0-17 15,0 0-22-15,0 0-16 0,-14 16-13 0,14-9-15 0,-4-2-16 16,0 5-6-16,3 0-10 0,0-1-11 15,-2-2-6-15,3 3-8 0,0 0-6 0,0-4-5 16,3 0-7-16,-2 1 1 0,0-1-1 0,3 1 1 16,0-2 2-16,1 1 2 0,4 1-5 0,-1-2 2 15,-2-1-1-15,4 3-6 0,-3-2 3 0,0-1 1 16,3 1-1-16,-3 0-1 0,-1 0-1 0,1-2-7 16,-2 2 3-16,-1-1-7 0,0-2-4 0,-2 3 0 15,1 0-2-15,-2 0-10 0,-1-5 11 0,-4 8-3 16,-1-3-2-16,0 0 0 0,-4-1 4 0,-4 2-7 15,0-1-1-15,-4 0-1 0,0 2 1 0,3-4-8 16,-3 0 4-16,2 1-7 0,2-1 6 0,0 0-2 16,1-1-13-16,1-4-13 0,4 2-15 0,-1 0-14 15,2 0-15-15,6 0-28 0,0 0-24 0,-11-6-31 16,11 6-24-16,0 0-29 0,0 0-17 0,11-10-38 16,-1 5-39-16,3 2-55 0,2-1-48 0,5 2-74 15,-2-4-281-15,3 3-808 0,-1-1 358 16</inkml:trace>
  <inkml:trace contextRef="#ctx0" brushRef="#br0" timeOffset="353382.9447">20473 17645 253 0,'9'-15'491'15,"-1"0"14"-15,-1 6 17 0,-3-2 13 0,1 3 1 16,0-2 13-16,-1 3-2 0,0-1-16 0,-3 2-21 16,-1 6-22-16,3-8-21 0,-3 8-32 0,4-6-24 15,-4 6-40-15,0 0-31 0,2-5-29 0,-2 5-35 16,0 0-163-16,0 0-113 0,0 0 0 0,0 0 0 16,-19 15 0-16,11-6 0 0,3 3 0 0,-7 5 0 15,-1 6 0-15,-2 6 0 0,2-1 0 0,1 1 0 16,-2 2 0-16,3 2 0 0,-6 1 0 0,3-2 0 15,0 1 0-15,5-2 0 0,0 6 0 0,4-5 0 16,1-1 0-16,-1 2 0 0,1-3 0 0,4-3 0 16,4 3 0-16,-1-3 0 0,9-2 0 0,0 0 0 15,1-1 0-15,-2-7 0 0,3 5 0 0,5-3 0 16,-5-5 0-16,2 2 0 0,-5-5 0 16,6-3 0-16,-7 1 0 0,-10-9 0 0,17 13 0 15,-17-13 0-15,16 8 0 0,-16-8-252 0,0 0-228 16,18 8-52-16,-18-8-54 0,0 0-47 0,0 0-319 15,0 0-1030-15,0 0 455 0</inkml:trace>
  <inkml:trace contextRef="#ctx0" brushRef="#br0" timeOffset="355199.3653">20735 17638 302 0,'0'-2'365'0,"1"-2"0"15,-1 4-4-15,3-7-5 0,-2 2 10 16,4 1 2-16,-5 4 2 0,2-8-7 0,0 6-6 16,-2 2-3-16,5-7-2 0,-5 7-12 0,4-6-13 15,-4 1-8-15,0 5-7 0,1-5-10 0,-1 5-4 16,4-5-8-16,-4 5-13 0,0 0-15 0,0 0-21 15,2-4-16-15,-2 4-22 0,0 0-18 0,0 0-21 16,0 0-18-16,0 0-125 0,0 0-21 0,0 0 0 16,0 0 0-16,0 0 0 0,0 0 0 0,0 0 0 15,-3 19 0-15,-1-8 0 0,0-3 0 0,2 0 0 16,-1 3 0-16,1 0 0 0,-2 3 0 0,-3 2 0 16,6-4 0-16,-5 3 0 0,-3-1 0 0,6 1 0 15,1-3 0-15,-1 1 0 0,-2-3 0 0,3 1 0 16,-2 0 0-16,2-2 0 0,0-3 0 0,0 0 0 15,1-2 0-15,1 1 0 0,0-2 0 0,0-3 0 16,-2 5 0-16,0-1 0 0,2-4 0 0,0 3 0 16,0-3 0-16,0 0 0 0,0 0 0 0,0 0 0 15,0 0 0-15,7-15 0 0,-3 6 0 0,-2 0 0 16,2-8 0-16,2 0 0 0,-3-1 0 0,3 0 0 0,3-6 0 16,-1 0 0-16,2 0 0 0,-5-1 0 0,4 8 0 15,-4-1 0-15,3 2 0 0,-3 0 0 0,-1 6 0 16,-1-1 0-16,0 0 0 0,1 2 0 15,0 0 0-15,1 2 0 0,-4 1 0 0,3 3 0 16,0-2 0-16,-3 0 0 0,-1 5 0 0,3-5 0 16,-3 5 0-16,0 0 0 0,0 0 0 0,0 0 0 15,10 16 0-15,-6-6 0 0,4 1 0 0,-3 1 0 0,0 6 0 16,0 0 0-16,1 8 0 0,2 0 0 0,-3-1 0 16,-1-4 0-16,-1 2 0 0,-1-5 0 15,2 2 0-15,-3-1 0 0,3-1 0 0,-3 0 0 16,-1-2 0-16,0-1 0 0,0-3 0 0,2-1 0 15,-1-1 0-15,-2 0 0 0,4-4 0 0,-1 2 0 16,-2-1 0-16,0-5 0 0,0 2 0 0,1 0 0 0,-1-4 0 16,0 6 0-16,0-6 0 0,1 3 0 0,-1-3 0 15,0 0 0-15,0 0 0 0,0 0 0 16,0 0 0-16,-6-12 0 0,3 6 0 0,1-1 0 16,-1 2 0-16,-1-5 0 0,1 1 0 0,-1 1 0 15,-2 0 0-15,-1 1 0 0,2 0 0 0,0 0 0 16,-2-1 0-16,2 2 0 0,-1 1 0 0,-2 0 0 15,3 1 0-15,-4-1 0 0,5 2 0 0,-5-4 0 16,7 4 0-16,-6 1 0 0,4-1 0 0,4 3 0 16,-5-3 0-16,5 3 0 0,0 0 0 0,-9-6 0 15,9 6 0-15,-4-2 0 0,4 2 0 0,0 0 0 16,-3-2 0-16,3 2 0 0,0 0 0 0,0 0 0 16,0 0 0-16,0 0 0 0,0 0 0 0,12-5 0 15,-4 6 0-15,-8-1 0 0,29-1 0 0,-16-1 0 16,5 1 0-16,4-1 0 0,-2 0 0 0,1-1 0 15,9 0 0-15,-12 0 0 0,5 1 0 0,-1-1 0 0,-2 3 0 16,-3-3 0-16,1 0 0 0,-8 2 0 16,2 0 0-16,-1 0 0 0,-3 2 0 0,-8-1 0 15,11-2 0-15,-11 2 0 0,12 1 0 0,-12-1 0 16,9 0 0-16,-9 0 0 0,0 0 0 0,0 0 0 16,0 0 0-16,0 0 0 0,7 1 0 0,-7-1 0 15,0 0 0-15,3 5 0 0,-3-5 0 0,0 7 0 16,0-7 0-16,0 0 0 0,-1 8 0 0,-1-1 0 15,2-7 0-15,-1 5 0 0,0 5 0 0,1-5 0 16,0 1 0-16,-1 2 0 0,-1 2 0 0,2 2 0 16,0-2 0-16,2-3 0 0,-2 4 0 0,1 0 0 15,-1-1 0-15,2 2 0 0,1-2 0 0,1 1 0 16,-4-2 0-16,1-2 0 0,0-1 0 0,-1 2 0 16,0-3 0-16,2-1 0 0,-1 1 0 0,5-1 0 15,-6-1 0-15,0-3 0 0,2 4 0 0,-2-4 0 16,0 0 0-16,0 0 0 0,11-7 0 0,-6 2 0 15,0-1 0-15,0-1 0 0,-1-2 0 0,1 0 0 16,1 1 0-16,2-2 0 0,-4 4 0 0,1-2 0 16,-1 3 0-16,0-1 0 0,1-2 0 0,-1 5 0 15,2-2 0-15,-6 5 0 0,4-5 0 0,-1 3 0 16,-3 2 0-16,0 0 0 0,0 0 0 0,6-4 0 16,-6 4 0-16,9 5 0 0,0-2 0 0,-5 0 0 15,1 2 0-15,0 1 0 0,2-1 0 16,-1 1 0-16,0-2 0 0,1 2 0 0,-1-2 0 0,1 1 0 15,-2 1 0-15,1-3 0 0,-4 1 0 0,5 0 0 16,-3-1 0-16,0-2 0 0,-1 0 0 0,-3-1 0 16,0 0 0-16,14-4 0 0,-7 1 0 0,-3-3 0 15,2 3 0-15,-1-4 0 0,1-1 0 0,-2-1 0 16,0 0 0-16,0-1 0 0,-1 1 0 0,-1 0 0 16,2-1 0-16,-4 3 0 0,0-1 0 0,0 0 0 15,1 2 0-15,-1-4 0 0,4 5 0 0,-8 0 0 16,4 5 0-16,0-8 0 0,0 8 0 0,-1-7 0 15,1 7 0-15,0 0 0 0,0 0 0 0,0 0 0 16,0 0 0-16,0 0 0 0,0 0 0 0,0 0 0 16,0 0-40-16,15 14-489 0,-11-10-74 0,5 3-98 15,-4-3-352-15,5 3-1141 0,1-2 504 0</inkml:trace>
  <inkml:trace contextRef="#ctx0" brushRef="#br0" timeOffset="355606.4109">21586 17826 296 0,'0'0'415'0,"5"-6"29"0,-5 6 14 0,4-3 12 0,-4 3 3 16,2-7-9-16,-2 7-8 0,1-6-8 0,-1 6-1 15,1-4-16-15,-1 4-11 0,3-3-21 0,-3 3-29 16,0 0-26-16,3-3-35 0,-3 3-31 0,0 0-23 16,0 0-36-16,0 0-17 0,0 0-21 0,0 0-15 15,0 0-14-15,0 15-58 0,4-9-94 16,-4 3 0-16,0 0 0 0,0 0 0 0,1 3 0 15,1 1 0-15,-2-1 0 0,2 1 0 0,-2 4 0 0,4-2 0 16,-3 2 0-16,-1-5 0 0,0-2 0 0,3 1 0 16,-3-1 0-16,1-3 0 0,1-1 0 0,0 1 0 15,0 0 0-15,0-2 0 0,4-1 0 16,-2 2 0-16,1-3 0 0,4 0 0 0,-4-2 0 16,4 0 0-16,-1-1 0 0,0-2 0 0,-2-1 0 15,2-3 0-15,-2 2 0 0,2-5 0 0,0 2 0 16,-3 2 0-16,0-1 0 0,-3 0 0 0,1 0 0 15,-3-1 0-15,2 0 0 0,-2 0 0 0,0 2 0 16,-1-1 0-16,1 6 0 0,-3-10 0 0,1 5 0 16,-1 2 0-16,-3-1 0 0,6 4 0 0,-9-6 0 15,9 6 0-15,-9 0 0 0,9 0 0 0,-14 4-194 16,14-4-231-16,-13 5-46 0,9-3-56 0,3 2-52 16,-3 3-421-16,4-7-1082 0,0 0 479 0</inkml:trace>
  <inkml:trace contextRef="#ctx0" brushRef="#br0" timeOffset="355965.7647">22022 17838 84 0,'0'0'402'0,"9"-5"15"0,-3 2 5 0,-6 3 8 16,5-6 19-16,-5 6 10 0,4-4 13 0,-4 4 13 15,0 0 20-15,4-5-1 0,-4 5-3 0,0 0-20 16,0 0-24-16,0 0-24 0,0 0-28 0,0 0-31 16,0 0-24-16,-9-7-32 0,9 7-75 15,0 0-243-15,0 0 0 0,0 0 0 0,0 0 0 16,0 0 0-16,9-9 0 0,-9 9 0 0,13-4 0 16,-3 3 0-16,4-1 0 0,4-3 0 0,0 1 0 0,1 3 0 15,4-1 0-15,-6 1 0 0,1-1 0 0,-2 1 0 16,-2-1 0-16,-1 1 0 0,-3 0 0 0,-10 1 0 15,18 0 0-15,-10-2 0 0,-2-1 0 16,-2 0 0-16,-4 3 0 0,0 0 0 0,14-3 0 16,-14 3 0-16,0 0 0 0,8-2 0 0,-8 2 0 15,0 0 0-15,0 0 0 0,0 0 0 0,0 0-454 16,0 0-68-16,0 0-63 0,0 0-520 0,0 0-1198 16,0 0 530-16</inkml:trace>
  <inkml:trace contextRef="#ctx0" brushRef="#br0" timeOffset="357484.3106">22740 17573 438 0,'0'-3'486'0,"3"-6"1"16,-1 3-3-16,-2-2-7 0,0-2 5 0,3 0-16 15,-2 5-8-15,0-2-26 0,-1 0-13 0,3 2-24 16,-3-1-19-16,1 2-30 0,-1 1-14 0,3 0-36 16,-3 3-20-16,-3-7-39 0,3 7-26 0,0-4-19 15,0 4-27-15,0 0-23 0,0 0-10 0,0 0-15 16,0 0 3-16,-5 14-2 0,4-5-11 0,-2 7-107 15,-3-1 0-15,2 2 0 0,-1 1 0 0,0 3 0 16,-3 4 0-16,2-9 0 0,-2 8 0 0,-1 1 0 16,2-7 0-16,-1 1 0 0,0 6 0 0,2-5 0 15,-1-5 0-15,1 0 0 0,-1 1 0 0,1-5 0 16,4-2 0-16,-2 1 0 0,0-4 0 0,3 0 0 16,-1-1 0-16,0-2 0 0,1 1 0 0,-1-1 0 15,2-3 0-15,-2 5 0 0,2-5 0 0,0 0 0 16,0 0 0-16,0 0 0 0,6-13 0 0,-3 7 0 15,2-4 0-15,1 1 0 0,0-7 0 0,4-2 0 16,-1-4 0-16,0-7 0 0,-2 3 0 16,3-1 0-16,1-1 0 0,-4 1 0 0,2 0 0 0,4-1 0 15,-6 1 0-15,1 0 0 0,0 4 0 0,0 0 0 16,-3 5 0-16,0-1 0 0,1 1 0 0,-2 3 0 16,3 3 0-16,-5 1 0 0,5 1 0 0,-6 1 0 15,5 0 0-15,-2 4 0 0,-3 0 0 0,2 3 0 16,-3 2 0-16,4-5 0 0,-4 5 0 0,0 0 0 15,0 0 0-15,7 13 0 0,-3-2 0 0,0 3 0 16,4 4 0-16,-5 3 0 0,3 3 0 16,0 3 0-16,-1 1 0 0,0-2 0 0,-3 2 0 15,5-1 0-15,-2 0 0 0,-3 0 0 0,1-7 0 0,1 6 0 16,-4-7 0-16,3-1 0 0,-1-1 0 0,0 3 0 16,0-6 0-16,1 2 0 0,-1-2 0 0,-2-3 0 15,0-4 0-15,2 4 0 0,-2-4 0 0,1 0 0 16,0 0 0-16,0-3 0 0,-1 1 0 0,2 0 0 15,-2 1 0-15,2-3 0 0,0 0 0 16,-2-3 0-16,0 0 0 0,0 0 0 0,-2 7 0 16,2-7 0-16,0 0 0 0,0 0 0 0,0 0 0 15,0 0 0-15,0 0 0 0,0 0-294 0,-4-19-130 0,2 14-47 16,-1 1-50-16,-3-5-39 0,1 4-428 0,-4-3-1068 16,1 4 473-16</inkml:trace>
  <inkml:trace contextRef="#ctx0" brushRef="#br0" timeOffset="357780.9781">22674 17783 134 0,'-12'4'465'15,"12"-4"27"-15,0 0 36 0,0 0 15 0,0 0 9 16,-5-6 8-16,5 6-5 0,0 0-12 0,1-5-30 16,-1 5-38-16,4-6-44 0,-4 6-44 0,7-4-42 15,-3-1-38-15,-1 2-30 0,6 0-25 0,0-5-28 16,0 4-22-16,6 3-18 0,-3-1-19 0,1 0-108 15,5-1-57-15,-4 1 0 0,-1-1 0 0,-2 3 0 16,3 0 0-16,-1 0 0 0,-2 1 0 0,-11-1 0 16,22-1 0-16,-10-1 0 0,-5 2 0 0,2 0-144 15,-4-2-47-15,-5 2-37 0,0 0-35 0,16 2-37 16,-16-2-62-16,7-1-48 0,-7 1-61 0,8-1-64 16,-8 1-347-16,6-3-954 0,-6 3 422 0</inkml:trace>
  <inkml:trace contextRef="#ctx0" brushRef="#br0" timeOffset="358438.2718">23073 17803 156 0,'2'-2'532'0,"-2"2"15"15,5-4 4-15,-5 4-11 0,7-6-12 0,-7 6 1 16,2-4-20-16,-2 4-23 0,3-6-13 0,-3 6-28 15,1-5-30-15,-1 5-29 0,1-4-29 0,-1 4-25 16,0 0-27-16,0-9-25 0,0 9-27 0,0 0-26 16,3-2-23-16,-3 2-68 0,0 0-136 0,0 0 0 15,4-3 0-15,-4 3 0 0,0 0 0 0,0 0 0 16,0 0 0-16,0 0 0 0,0 0 0 0,0 0 0 16,0 0 0-16,-3 12 0 0,3-8 0 0,0 2 0 15,1 0 0-15,-3 0 0 0,2 0 0 0,1 4 0 16,0-1 0-16,-1 1 0 0,-1-3 0 0,1 0 0 15,0 0 0-15,1 3 0 0,-1-3 0 0,0 1 0 16,0-3 0-16,0 3 0 0,2-4 0 0,0-1 0 16,-2-3 0-16,0 7 0 0,0-7 0 0,0 6 0 15,0-6 0-15,0 0 0 0,0 0 0 0,0 0 0 16,9-1 0-16,-9 1 0 0,0 0 0 16,10-9 0-16,-6 6 0 0,0 0 0 0,1 0 0 0,-1-1 0 15,2-1 0-15,-2 1 0 0,1 0 0 0,-1 0 0 16,0 0 0-16,-3 0 0 0,3 0 0 0,-2 1 0 15,0 0 0-15,3 1 0 0,-5 2 0 16,4-4 0-16,-4 4 0 0,5-1 0 0,-4-2 0 0,-1 3 0 31,0 0 0-31,9 2 0 0,-2 0 0 0,-1 1 0 0,-1-1 0 0,0 0 0 0,2 1 0 16,-3-1 0-16,2 2 0 0,0-1 0 0,-1-2 0 16,0 2 0-16,1-1 0 0,-2 1 0 0,-4-3 0 0,7 4 0 15,-3-2 0-15,-4-2 0 0,4 1 0 0,-4-1 0 31,0 0 0-31,7-1 0 0,-7 1 0 0,6-6 0 0,-4 1 0 0,1 0 0 0,-2-6 0 16,3 0 0-16,0 1 0 0,-3-2 0 0,1 1 0 16,0-1 0-16,-1 0 0 0,2 3 0 0,-3-2 0 15,1-2 0-15,0 5 0 0,-1-2 0 0,1 4 0 16,-1-1 0-16,2 1 0 0,-2 1 0 0,0 5 0 16,0-9 0-16,0 9 0 0,2-5 0 0,-2 5 0 15,0-5 0-15,0 5 0 0,0 0 0 0,0 0 0 16,0 0 0-16,0 0 0 0,0 0 0 0,0 0 0 15,4 19 0-15,1-9-112 0,0 2-334 0,-2-2-13 16,-2-1-38-16,4 2-22 0,-1 0-49 0,-1-1-364 16,1 1-1010-16,1-3 448 0</inkml:trace>
  <inkml:trace contextRef="#ctx0" brushRef="#br0" timeOffset="359017.4016">23499 17870 32 0,'0'0'339'0,"0"0"16"0,7-4 4 0,-7 4-1 0,6-4-14 16,-2 1 4-16,-4 3-6 0,4-6-4 15,-4 6-14-15,2-6-9 0,-2 6-16 0,4-2-14 0,-4 2-22 16,0 0-18-16,4-5-25 0,-4 5-18 0,0 0-26 16,0 0-15-16,0 0-19 0,0 0-13 0,0 0-17 15,12 2-15-15,-12-2-6 0,10 7-15 0,-6-3-2 16,-1 3-7-16,3-1-12 0,-2 1-9 15,-1 0-1-15,2 1-3 0,-5-1-6 0,4 3-1 16,-4-2-4-16,1 3-8 0,-1-2-1 0,0-2-2 16,-1-2-1-16,-1 0 4 0,0 1-5 0,-4-1 0 15,0-1-2-15,0 0-1 0,1-1-1 0,-2-1 0 16,-2 2-3-16,2-3 6 0,1-1-2 0,6 0-1 16,0 0 2-16,-18-3 4 0,13 0 5 0,0-1 9 15,1-2 15-15,1 1 10 0,2-2 10 0,-1-1 2 16,4 0 14-16,-2-1-19 0,4-2-4 0,0 4-2 15,0-4-6-15,1 2-1 0,0-1-1 0,3 2-10 16,-3 3-5-16,0 0-4 0,1 0-8 0,1 2-6 16,0-1 4-16,2 2-4 0,-9 2-9 0,16 1 18 15,-16-1-14-15,16 4-6 0,-7 0 5 0,1 1 0 16,-1 2 8-16,-4 0-5 0,3 1-7 0,1 0 9 16,-4 0-4-16,0 2 2 0,-1-2-6 15,1 2-1-15,-1-1-2 0,0-1 3 0,0-2 15 16,-3 1-13-16,0-1-6 0,0 0-1 0,1-1 6 15,-1 1-1-15,0 0 17 0,1-3 11 0,-2-3-3 16,2 8 2-16,1-6-3 0,-3-2-2 0,0 0 2 16,2 6-8-16,-2-6 2 0,4 4-28 0,-4-4 0 0,0 0 0 15,1 3 0-15,-1-3 0 0,0 0 0 16,0 0 0-16,0 0-12 0,0 0-99 0,0 0-30 16,0 0-45-16,0 0-46 0,0 0-45 0,0 0-63 15,7-13-56-15,-7 13-79 0,0-12-92 0,-4 6-342 16,4 6-985-16,0-11 435 0</inkml:trace>
  <inkml:trace contextRef="#ctx0" brushRef="#br0" timeOffset="359501.7895">23814 17572 55 0,'0'0'418'16,"-4"-12"7"-16,1 8 0 0,3 4 1 0,-3-11 0 16,1 7-4-16,2 4-1 0,-1-10-11 0,1 10-20 15,0-7-19-15,0 7-11 0,1-7-24 0,-1 7-15 16,4-5-30-16,-4 5-24 0,0 0-27 0,0 0-16 15,19 4-10-15,-7 0 1 0,2 5-26 0,1 2-5 16,-2 5-9-16,4 3-8 0,-2 2-13 0,3 3 2 16,-4 6-14-16,-1-1-9 0,-2 2-12 0,-1 2-11 15,-1 0-107-15,-5 0-3 0,-1 0 0 0,-5 1 0 16,2-2 0-16,-1 1 0 0,-7-1 0 0,3-3 0 16,-9 1 0-16,4-2 0 0,-3-1 0 0,-2-2 0 15,-2-2 0-15,1 0 0 0,-1-1 0 0,3-7 0 31,0 0 0-31,-4 4 0 0,4-7 0 16,1-3 0-16,-4 2 0 0,17-11 0 0,-22 11 0 16,22-11 0-16,-19 11 0 0,19-11 0 0,-20 7 0 0,20-7 0 15,0 0 0-15,0 0 0 0,-20 3 0 0,20-3 0 16,0 0 0-16,0 0 0 0,0 0 0 0,0 0 0 16,0 0 0-16,0 0 0 0,-21 6 0 0,21-6-192 15,0 0-114-15,0 0-39 0,0 0-48 16,0 0-47-16,0 0-61 0,0 0-70 0,0 0-337 15,0 0-983-15,0 0 436 0</inkml:trace>
  <inkml:trace contextRef="#ctx0" brushRef="#br0" timeOffset="362005.0591">19062 18356 149 0,'0'0'250'15,"0"0"1"-15,0 0 5 0,0 0 2 0,0 0-6 16,0 0 7-16,0 0 2 0,0 0-6 0,0 0-14 16,0 0-2-16,0 0-5 0,-30-11 0 0,30 11-7 15,0 0-9-15,0 0-10 0,0 0-10 0,0 0-1 16,0 0-9-16,0 0-5 0,0 0-10 0,0 0 1 15,0 0-11-15,0 0-4 0,0 0-7 0,0 0-3 16,0 0-5-16,0 0-6 0,0 0-1 16,0 0 0-16,0 0-3 0,0 0-6 0,0 0-11 0,0 0-3 15,0 0-16-15,0 0-10 0,0 0-4 0,0 0-12 16,0 0-6-16,0 0 12 0,0 0-25 0,48-16-3 16,-48 16-9-16,0 0-4 0,33-2-3 15,-33 2-6-15,26-1 6 0,-26 1-9 0,36-2-6 0,-36 2 4 16,32 0 3-16,-32 0 1 0,34-1 14 15,-34 1 2-15,28-1-3 0,-28 1 1 0,40 0 6 16,-40 0 5-16,37-1-5 0,-37 1 4 0,42-2 3 16,-42 2-2-16,37-3 23 0,-16 1-27 0,8-1 3 15,-29 3 0-15,38-5-13 0,-17 3-38 0,-21 2 0 16,43-3 0-16,-25 0 0 0,-18 3 0 0,42-2 0 16,-22-2 0-16,-20 4 0 0,39-2 0 0,-39 2 0 15,32-2 0-15,-32 2 0 0,23-3 0 0,-23 3 0 16,0 0 0-16,35-4 0 0,-35 4 0 0,23-1 0 15,-23 1 0-15,0 0 0 0,30-2 0 0,-30 2 0 16,0 0 0-16,36-2 0 0,-36 2 0 0,0 0 0 16,33-3 0-16,-33 3 0 0,27 0 0 0,-27 0 0 15,0 0 0-15,36-1 0 0,-36 1 0 0,26-1 0 16,-26 1 0-16,0 0 0 0,38-3 0 0,-38 3 0 16,22-1 0-16,-22 1 0 0,0 0 0 0,35 0 0 15,-35 0 0-15,0 0 0 0,36-2 0 16,-36 2 0-16,23-2 0 0,-23 2 0 0,0 0 0 15,36-1 0-15,-36 1 0 0,23-2 0 0,-23 2 0 16,29-1 0-16,-29 1 0 0,0 0 0 0,45-1 0 16,-45 1 0-16,33 1 0 0,-33-1 0 0,37-3 0 15,-37 3 0-15,39-1 0 0,-16 1 0 0,-23 0 0 16,41 0 0-16,-41 0 0 0,44 3 0 0,-16-3 0 16,-28 0 0-16,41 2 0 0,-19-2 0 0,-22 0 0 15,38 3 0-15,-38-3 0 0,40 2 0 0,-40-2 0 16,37 3 0-16,-18-2 0 0,-19-1 0 0,37 2 0 15,-37-2 0-15,37 0 0 0,-37 0 0 0,41 3 0 16,-22-3 0-16,-19 0 0 0,40 2 0 0,-40-2 0 16,38 1 0-16,-38-1 0 0,43-1 0 0,-43 1 0 15,39 1 0-15,-39-1 0 0,36 0 0 0,-36 0 0 16,30 0 0-16,-30 0 0 0,31 1 0 0,-31-1 0 16,30 1 0-16,-30-1 0 0,28 2 0 0,-28-2 0 15,25 4 0-15,-25-4 0 0,37 2 0 0,-37-2 0 16,31 0 0-16,-31 0 0 0,27 0 0 0,-27 0 0 15,37 3 0-15,-37-3 0 0,33 0 0 16,-33 0 0-16,35 1 0 0,-35-1 0 0,38 1 0 16,-38-1 0-16,31 0 0 0,-31 0 0 0,32 0 0 15,-32 0 0-15,34 0 0 0,-34 0 0 0,35-1 0 0,-35 1 0 16,35 0 0-16,-35 0 0 0,37 0 0 0,-37 0 0 16,36-1 0-16,-36 1 0 0,31-2 0 0,-31 2 0 15,27-1 0-15,-27 1 0 0,0 0 0 0,39-2 0 16,-39 2 0-16,29-1 0 0,-29 1 0 0,0 0 0 15,35 0 0-15,-35 0 0 0,0 0 0 16,36-1 0-16,-36 1 0 0,28 1 0 0,-28-1 0 16,32-1 0-16,-32 1 0 0,35-2 0 0,-35 2 0 15,30 0 0-15,-30 0 0 0,39 0 0 0,-39 0 0 16,41-2 0-16,-17 2 0 0,-24 0 0 0,50-2 0 16,-21 2 0-16,1-1 0 0,0-1 0 0,0 4 0 15,0-4 0-15,-30 2 0 0,55 2 0 0,-27-2 0 16,-28 0 0-16,41 1 0 0,-41-1 0 0,42-1 0 15,-42 1 0-15,32 0 0 0,-32 0 0 0,26-2 0 16,-26 2 0-16,33-1 0 0,-33 1 0 0,36-1 0 16,-36 1 0-16,36 4 0 0,-36-4 0 0,35 0 0 15,-35 0 0-15,41 0 0 0,-12 0 0 0,-29 0 0 16,40 0 0-16,-13 1 0 0,-27-1 0 0,40 2 0 16,-10 0 0-16,-8 0 0 0,6-1 0 0,3 1 0 15,-31-2 0-15,51 4 0 0,-20-3 0 0,-4 0 0 16,-27-1 0-16,57-1 0 0,-29 0 0 0,4 1 0 15,0 1 0-15,-4-1 0 0,5 1 0 0,-2-1 0 16,0 1 0-16,2 1 0 0,-4-1 0 16,6 0 0-16,1-1 0 0,1 1 0 0,2-1 0 15,1 4 0-15,-3-2 0 0,4 0 0 0,10 1 0 16,-14-2 0-16,5 3 0 0,-6-3 0 0,4 1 0 0,-3 0 0 16,-1-1 0-16,-1-1 0 0,2 2 0 0,-2-1 0 15,-2 0 0-15,2 1 0 0,-6-1 0 0,-29-1 0 16,42-3 0-16,-42 3 0 0,32-1 0 15,-32 1 0-15,27 0 0 0,-27 0 0 0,0 0 0 16,0 0 0-16,0 0 0 0,31 0 0 0,-31 0 0 16,0 0 0-16,0 0 0 0,0 0 0 0,0 0 0 15,0 0 0-15,0 0 0 0,0 0 0 0,0 0 0 16,0 0 0-16,0 0 0 0,0 0-234 0,0 0-58 16,0 0-36-16,0 0-38 0,0 0-17 0,0 0-49 15,0 0-32-15,0 0-63 0,0 0-335 0,0 0-932 16,-80-9 413-16</inkml:trace>
  <inkml:trace contextRef="#ctx0" brushRef="#br0" timeOffset="363383.2743">19757 18603 133 0,'0'0'292'0,"0"0"2"15,0 0-3-15,-6-20-2 0,6 20 6 16,0 0-10-16,0 0 21 0,0 0-6 0,0 0 5 16,4-21-8-16,-4 21-8 0,0 0-7 0,7-15-5 15,-7 15-11-15,0 0-9 0,0 0-13 0,11-11-16 16,-11 11-15-16,0 0-11 0,0 0-17 0,13-10-25 15,-13 10-12-15,0 0-19 0,0 0-14 0,0 0-9 16,0 0-11-16,0 0 7 0,0 0-27 0,51 16-3 16,-51-16-7-16,17 16-8 0,-11-7-5 0,-6-9-6 15,15 21-3-15,-7-10-8 0,-8-11-5 0,7 21 0 16,-3-9 1-16,-4-12-6 0,4 22-2 0,-4-22 3 16,0 22-11-16,0-22 3 0,-4 21-3 0,4-21 2 15,-5 19-6-15,5-19 2 0,-8 18-2 16,8-18 0-16,-6 11 3 0,6-11 1 0,0 0-3 15,0 0 4-15,-10 13 11 0,10-13 29 0,0 0 19 16,0 0 6-16,0 0 8 0,0 0 3 0,0 0 7 16,0 0-1-16,0 0-4 0,0 0 0 0,0 0-12 15,0 0-6-15,0-52-12 0,6 36-63 0,-2-1-1 16,4 0 0-16,-1 2 0 0,4 0 0 0,-4 0 0 16,3-1 0-16,2 1 0 0,-3 5 0 0,-9 10 0 15,18-18 0-15,-8 10 0 0,-10 8 0 16,19-13 0-16,-19 13 0 0,18-4 0 0,-18 4 0 0,0 0 0 15,0 0 0-15,37 2 0 0,-37-2 0 16,0 0 0-16,27 20 0 0,-22-10 0 0,-5-10 0 0,12 22 0 16,-8-11 0-16,-1 3 0 0,2 1 0 15,-1 2 0-15,-4 1 0 0,0-1 0 0,0 1 0 16,-2 0 0-16,0-1 0 0,-1-2 0 0,0 2 0 16,-3-2 0-16,3 0 0 0,3-15 0 0,-4 25 0 0,4-25 0 15,-2 21 0-15,2-21 0 0,-3 14 0 16,3-14 0-16,0 0 0 0,-4 18 0 0,4-18 0 0,0 0 0 15,0 0 0-15,-1 14 0 0,1-14 0 16,0 0 0-16,0 0 0 0,0 0 0 0,0 0 0 16,0 0 0-16,0 0 0 0,0 0 0 0,0 0 0 15,0 0 0-15,0 0 0 0,0 0 0 0,0 0 0 16,0 0 0-16,0 0 0 0,0 0-115 0,0 0-247 16,0 0-57-16,0 0-58 0,0 0-59 0,0 0-69 15,0 0-342-15,0 0-1025 0,43-31 454 0</inkml:trace>
  <inkml:trace contextRef="#ctx0" brushRef="#br0" timeOffset="363820.8466">20303 18766 213 0,'0'0'451'0,"0"0"-3"0,0 0 1 0,21-13-4 16,-21 13-11-16,0 0-8 0,0 0-16 0,0 0-6 15,0 0-32-15,0 0-15 0,0 0-28 0,0 0-16 16,0 0-23-16,0 0 0 0,0 0-25 0,0 0-20 16,0 0-17-16,0 0-20 0,0 0-13 0,0 0-7 15,0 0-5-15,0 0-7 0,0 0-6 0,0 0-23 16,0 0-9-16,0 0-12 0,0 0-6 0,-55 25-11 16,55-25-47-16,-8 16-62 0,8-16 0 0,-8 16 0 15,8-16 0-15,-7 18 0 0,7-18 0 0,-8 19 0 16,8-19 0-16,-5 15 0 0,5-15 0 15,0 15 0-15,0-15 0 0,0 0 0 0,-1 18 0 16,1-18 0-16,0 0 0 0,14 15 0 0,-14-15 0 16,0 0 0-16,19 12 0 0,-19-12 0 0,18 6 0 15,-18-6 0-15,32 4 0 0,-32-4 0 0,30 1 0 16,-30-1 0-16,32 2 0 0,-32-2 0 0,0 0 0 16,0 0 0-16,40-3 0 0,-40 3 0 0,0 0 0 15,0 0 0-15,27-1 0 0,-27 1 0 0,0 0 0 16,0 0 0-16,0 0 0 0,0 0 0 15,20-5 0-15,-20 5 0 0,0 0 0 0,0 0 0 16,0 0 0-16,0 0 0 0,0 0 0 0,0 0 0 16,0 0 0-16,0 0 0 0,0 0-295 0,0 0-129 15,0 0-39-15,0 0-47 0,0 0-54 0,0 0-426 16,0 0-1071-16,0 0 474 0</inkml:trace>
  <inkml:trace contextRef="#ctx0" brushRef="#br0" timeOffset="364979.1947">20667 18567 140 0,'0'0'299'0,"0"0"1"16,0 0 7-16,0 0 1 0,0 0 10 15,0 0 3-15,0 0 10 0,0 0 3 0,0 0-5 16,0 0-2-16,0 0-4 0,0 0-5 0,0 0-5 16,0 0-13-16,0 0-11 0,0 0-9 0,0 0-12 15,0 0-16-15,-2-30-11 0,2 30-12 0,0 0-21 16,0 0-8-16,0 0-17 0,0 0-6 0,0 0-33 16,8-13 10-16,-8 13-24 0,0 0-17 0,0 0-9 15,0 0-10-15,0 0-9 0,26-2-9 0,-26 2-9 16,0 0-9-16,0 0 1 0,37 14-7 0,-37-14-10 15,23 15-1-15,-14-6-10 0,5 3 7 0,-14-12-30 16,17 20-8-16,-7-6 0 0,-5 0 0 0,3 0 0 16,-3 3 0-16,-5-17 0 0,4 25 0 0,-4-10 0 15,0-15 0-15,0 29 0 0,-1-16 0 0,1-13 0 16,-3 23 0-16,3-23 0 0,-5 21 0 0,5-21 0 16,-4 17 0-16,4-17-4 0,-9 11-4 0,9-11 0 15,0 0 6-15,0 0 0 0,-9 14 6 16,9-14 1-16,0 0-2 0,0 0-2 0,0 0 3 15,0 0-2-15,0 0 3 0,0 0-5 0,0 0 0 16,0 0 0-16,0 0 0 0,0 0 0 0,0 0 0 16,0-49 0-16,0 49 0 0,9-28 0 0,-4 14 0 15,3-2 0-15,-3-1 0 0,7 3 0 0,-5-4 0 16,1 0 0-16,1 4 0 0,1-1 0 0,-10 15 0 16,18-19 0-16,-7 7 0 0,0 0 0 0,-11 12 0 15,18-17 0-15,-18 17 0 0,18-11 0 0,-18 11 0 16,17-8 0-16,-17 8 0 0,0 0 0 0,0 0 0 15,32 0 0-15,-32 0 0 0,0 0 0 0,0 0 0 16,26 15 0-16,-26-15 0 0,13 18 0 0,-8-7 0 16,0 4 0-16,1 0 0 0,-6-15 0 0,8 29 0 15,-4-13 0-15,0 1 0 0,-2 1 0 16,0 0 0-16,-1-1 0 0,-1-17 0 0,0 27 0 16,-1-14 0-16,1-13 0 0,0 22 0 0,0-22 0 15,-2 20 0-15,2-20 0 0,-1 14 0 0,1-14 0 16,0 0 0-16,-4 16 0 0,4-16 0 0,0 0 0 0,0 0 0 15,0 0 0-15,4 22 0 0,-4-22 0 0,0 0 0 16,0 0 0-16,0 0 0 0,4 13 0 0,-4-13 0 16,0 0 0-16,0 0 0 0,0 0 0 0,0 0 0 15,0 0 0-15,0 0 0 0,16 10 0 16,-16-10-71-16,0 0-181 0,0 0-59 0,0 0-59 16,0 0-58-16,0 0-65 0,0 0-80 0,0 0-377 15,0 0-1027-15,0 0 455 0</inkml:trace>
  <inkml:trace contextRef="#ctx0" brushRef="#br0" timeOffset="365886.8845">21241 18822 340 0,'0'0'465'0,"0"0"5"0,0 0-7 0,0 0-10 16,5-22-17-16,-5 22-12 0,0 0-15 0,0 0-14 16,0 0-8-16,0 0-30 0,0 0-13 0,4-17-16 15,-4 17-22-15,0 0-19 0,0 0-22 0,0 0-25 16,0 0-26-16,0 0-20 0,0 0-19 0,0 0-22 16,0 0-12-16,0 0-16 0,0 0-18 0,0 0 3 15,0 0-12-15,0 0-14 0,0 0-10 0,0 0-9 16,0 0 1-16,0 0-11 0,12 43-4 0,-12-43-2 15,0 0-9-15,1 19-19 0,-1-19-21 0,0 0 0 16,5 17 0-16,-5-17 0 0,0 0 0 16,1 15 0-16,-1-15 0 0,0 0 0 0,0 0 0 15,0 0 0-15,0 18 0 0,0-18 0 0,0 0 0 16,0 0 0-16,0 0 0 0,0 0 0 0,0 0 0 16,0 0 0-16,0 0 0 0,0 0 0 0,4 15 0 15,-4-15 0-15,0 0 0 0,0 0 0 0,0 0 0 16,0 0 0-16,0 0 0 0,0 0 0 0,37-34 0 15,-30 24 0-15,-7 10 0 0,15-15 0 16,-15 15 0-16,15-17 0 0,-7 9 0 0,-8 8 0 0,15-11 0 16,-15 11 0-16,0 0 0 0,18-16 0 15,-18 16 0-15,0 0 0 0,14-8 0 0,-14 8 0 0,0 0 0 16,0 0 0-16,0 0 0 0,0 0 0 16,0 0 0-16,0 0 0 0,0 0 0 0,0 0 0 15,0 0 0-15,37 15 0 0,-37-15 0 0,0 0 0 16,8 18 0-16,-8-18 0 0,5 14 0 0,-5-14 0 15,4 15 0-15,-4-15 0 0,0 0 0 0,0 19 0 16,0-19 0-16,0 0 0 0,1 16 0 0,-1-16 0 16,0 0 0-16,0 0 0 0,0 0 0 0,0 0 0 15,4 17 0-15,-4-17 0 0,0 0 0 0,0 0 0 16,0 0 0-16,0 0 0 0,0 0 0 0,0 0 0 16,0 0 0-16,0 0 0 0,0 0 0 0,0 0 0 15,0 0 0-15,40-29 0 0,-40 29 0 0,0 0 0 16,14-18 0-16,-14 18 0 0,7-11 0 0,-7 11 0 15,0 0 0-15,12-16 0 0,-12 16 0 0,0 0 0 16,13-13 0-16,-13 13 0 0,0 0 0 0,11-8 0 16,-11 8 0-16,0 0 0 0,0 0 0 0,0 0 0 15,0 0 0-15,0 0 0 0,13-11 0 0,-13 11 0 16,0 0 0-16,0 0 0 0,0 0 0 0,0 0 0 16,0 0 0-16,0 0 0 0,0 0 0 0,22 27 0 15,-22-27 0-15,5 14 0 0,-5-14 0 16,7 13 0-16,-7-13 0 0,0 0 0 0,9 18 0 15,-9-18 0-15,4 13 0 0,-4-13 0 0,0 0 0 16,4 14 0-16,-4-14 0 0,0 0 0 0,0 0 0 16,7 15 0-16,-7-15 0 0,0 0 0 0,0 0 0 15,0 0 0-15,0 0 0 0,0 0 0 0,0 0 0 16,0 0 0-16,0 0 0 0,7 13 0 0,-7-13 0 16,0 0 0-16,0 0 0 0,0 0 0 0,0 0 0 15,0 0-311-15,0 0-183 0,0 0-78 0,0 0-564 16,0 0-1231-16,0 0 545 0</inkml:trace>
  <inkml:trace contextRef="#ctx0" brushRef="#br0" timeOffset="375841.4673">16778 17479 49 0,'-2'-3'294'0,"-1"-1"-5"0,2 1-1 0,1 3 5 0,-5-8 2 16,6 5-4-16,-3-3-1 0,-1 0-6 0,1 2 13 15,0 0 2-15,0-4 0 0,0 3 2 16,0 0-2-16,-1-2-7 0,1 3-12 0,-1 1-17 16,2 0-2-16,0-5-16 0,-2 6-9 0,3 2-11 15,0-5-5-15,-1 2-26 0,1 3-6 0,-4-2-26 16,4 2-17-16,0 0-15 0,0 0-10 0,0 0-16 15,0 0-11-15,0 0-13 0,0 0-6 0,0 0-4 16,-4 12 15-16,4 1 13 0,-1 2 5 0,0 2-10 16,-2 1-2-16,-1 6 7 0,2 2 18 0,-2 0-6 15,0 5-8-15,0-1-57 0,-1 4-45 0,0-3 0 16,0 1 0-16,-2 2 0 0,5 1 0 0,-6-1 0 16,3 12 0-16,5 1 0 0,-4-9 0 0,4-4 0 15,0 12 0-15,0-10 0 0,3-2 0 0,-2 0 0 16,3-1 0-16,1 1 0 0,-1-1 0 0,-2-1 0 15,6 0 0-15,-4-3 0 0,6 0 0 0,-6-2 0 16,1-2 0-16,3 2 0 0,-4-2 0 0,1-1 0 16,2-4 0-16,-3-1 0 0,1-2 0 0,-2 0 0 15,-2 1 0-15,3 0 0 0,-4-18 0 0,5 27 0 16,-4-17 0-16,-1-10 0 0,3 23 0 0,-3-23 0 16,-1 21 0-16,1-21 0 0,-2 18 0 0,2-18 0 15,0 0 0-15,-2 18 0 0,2-18 0 0,0 0 0 16,0 0 0-16,-3 17 0 0,3-17 0 0,0 0 0 15,0 0 0-15,0 0 0 0,0 0 0 0,0 0 0 16,-2 16 0-16,2-16 0 0,0 0 0 0,0 0 0 16,0 0 0-16,0 0-299 0,0 0-182 0,0 0-64 15,0 0-72-15,17-50-425 0,-17 50-1129 0,4-25 501 16</inkml:trace>
  <inkml:trace contextRef="#ctx0" brushRef="#br0" timeOffset="381398.6121">16850 17406 155 0,'0'0'215'0,"-6"0"-3"16,6 0-9-16,0 0-3 0,-6-3 6 0,6 3-3 15,-5-2-6-15,5 2-6 0,0 0 0 0,-7-4-10 0,7 4-4 16,0 0-3-16,0 0-5 0,0 0-5 0,0 0-9 16,0 0-3-16,0 0-9 0,0 0-8 15,0 0-5-15,0 0-12 0,0 0 2 0,0 0-2 16,0 0-5-16,11-9 1 0,-11 9-3 0,7-1 3 16,-7 1-10-16,7 0 1 0,-7 0 2 0,14 0 2 15,-14 0-7-15,18-2-6 0,-5 1 2 0,-3-2-8 16,3 2 0-16,2 0-7 0,1-2-8 0,-1 2-4 15,-1 0-4-15,0 0-6 0,3 0-10 0,2 1-3 16,-1 0-5-16,-5 0-1 0,2 0-5 0,0-2-1 16,-3 4-6-16,4-2 0 0,-3 1-5 0,1-2 0 15,-1 2-6-15,3-1 1 0,1 1-2 0,1-1-2 16,-1 1-2-16,1-2 2 0,1 0 2 0,-6 1-1 16,8 0-12-16,-3 0 9 0,0 0 3 0,0-1-8 15,4 1 0-15,-1 0 2 0,0 0 0 0,-1 0-4 16,-1 1 3-16,2 0-3 0,-1 0 5 0,2-1-5 15,-3 1 3-15,2-1 5 0,-1 0 8 0,-1 0 6 16,2-1-2-16,-3 1 6 0,0 0-5 0,-4 1-2 16,-2 0-5-16,1-1-1 0,6 0-3 15,3 0-5-15,-6 2 5 0,1-2-3 0,-1 1 0 0,2-1-2 16,-1 1 1-16,-5-1 0 0,1 0-6 0,1 0 4 16,-1 0 0-16,4 0 11 0,0 0 7 0,-4 0-7 15,0 0 3-15,1 2-2 0,-2-4-6 16,1 4-5-16,1-2 7 0,-2 1-8 0,-1-1 1 0,1 1-4 15,-2-1-3-15,3 2 0 0,-3-2 2 0,0 1-2 16,2-1-2-16,-2 2 1 0,0 0-1 16,2 0 4-16,-1-1-3 0,-1-1-4 0,-1 3 6 15,-1 0-2-15,1-1 2 0,-1 0-5 0,-1-1-1 16,2 1 4-16,-1-1-3 0,3 1 2 0,-3-1 1 0,1 2-2 16,1-2-2-16,-3 3 1 0,-1-4 5 15,2 2-5-15,-1 0-1 0,1-1 0 0,2-1-5 16,-3 2 5-16,4 0 5 0,-4 2-2 0,3-2-3 15,-1 1 3-15,-2-1-11 0,0-2 6 0,-1 2 4 16,1-1-3-16,1 1 0 0,0-1 4 0,-3 1 1 16,-5-2-4-16,14 4 7 0,-5-4-2 0,-9 0 0 15,17 1-2-15,-11 0 1 0,6-1-3 0,-3 0 1 16,2 0-1-16,1 0 2 0,-2-2 1 0,4-1-4 16,4 0 3-16,1 0-2 0,-1 1 5 0,-1-1-6 15,0-1-2-15,0 3 2 0,-3-3 2 0,-1 2-5 16,1 0 4-16,-1 1 2 0,-3-1-4 0,7 0 2 15,-6 2 1-15,3-4-4 0,-2 1 0 0,-1 3 3 16,2-2-1-16,-1 1 1 0,-1-1-2 0,-1 0-1 16,-3 2 5-16,0-2 0 0,3 2-7 0,-2-1 4 15,-8 1 1-15,14-2-3 0,-5-1 1 0,-2 3 3 16,4 0-4-16,-1-1 4 0,3 1-5 0,-1-2 3 16,0 2 3-16,0 0-6 0,2-1 8 0,-3 1-4 15,0 0-6-15,1 0 5 0,1 0 0 0,0 0 0 16,-2 0-5-16,1 1 7 0,-1-1-5 0,0 0 0 15,0 2 6-15,3-2-5 0,-3 0 0 0,1 0-2 16,1 1 0-16,-1-1-1 0,2 0-2 0,-3 1-6 16,3-2 1-16,3 1 0 0,-2 1-1 0,-3-1-4 15,3 2 1-15,2-2-4 0,0 0 10 0,0 0-3 16,2 0 0-16,0-2 4 0,-1 2 1 0,4-1-4 16,-5 0 12-16,3-2-8 0,-2 1 11 15,-1 1-11 1,2 0 4-16,0-2-2 0,1 1 0 0,-2 0 1 0,0 0-3 0,4 1 2 0,-3 0-2 0,-2-1 5 15,0 0-2-15,-4 2 5 0,6-1-3 0,-4 0 1 16,-3 0 1-16,1-1-4 0,0 2 4 0,2-2 0 16,-2 2 2-16,1 0-4 0,-4 0 3 15,6-1-2-15,0 1-1 0,-2-1 0 0,4-2 3 16,-3 3-2-16,2 0-4 0,4-1 9 0,-1 1-5 16,-1-1 0-16,2 2 2 0,0-1 0 0,-3-1-3 15,4 1 2-15,1-2 2 0,-4 1-1 0,2 2 0 16,-1-1 0-16,1-1-2 0,-1 1 0 0,0-2 2 15,-4 2 1-15,2 0-1 0,0-1-1 0,-1 0 4 0,-4-1 1 16,4 1-4-16,1 0 0 0,-4-1 0 0,4 1 3 16,0-1-6-16,-6 2 1 0,8 0 2 15,-1-3-2-15,1 1 1 0,-1 2 1 0,-1 0-3 16,1 0 0-16,-1 0 4 0,0-2-3 0,1 2 3 16,-6-1-2-16,1 1 2 0,4-1-1 0,0 0-1 15,-4-1 1-15,4 2 1 0,0 0 1 0,-5-1-6 16,3 0 3-16,2 0 2 0,1 1-4 0,-2-3-2 15,3 3 4-15,-3 0 2 0,2 0-5 0,-1-1 4 16,1 0-3-16,0 2 0 0,-3-1 1 0,-2 0-4 16,-1 1-3-16,-1 1-8 0,1-1-8 0,2-1 2 15,-6 0 2-15,4 1 0 0,-1-1 2 0,-6 1 3 16,3 0 0-16,-3 1 1 0,2-1 3 0,-2-1-1 16,1 1 3-16,1 0 1 0,-2-1 3 0,5 2-1 15,-4-2-1-15,3 0 4 0,1 1-5 0,2 0-2 16,-1 2 2-16,-1-1 5 0,0 0 0 0,1-1-4 15,-2 0 6-15,2 2-1 0,1-2-1 0,-2-1-1 16,2 3 4-16,-3-3-4 0,1 0-2 0,2 0 6 0,-1 0 0 16,6 0-4-16,0 0 3 0,0 0 0 15,0 0 1-15,0-2-2 0,-1 2 5 0,1-1-5 16,0 2-6-16,0-2-4 0,1 0 1 0,2 2-1 16,-2-2 5-16,1 1-3 0,1 1 1 0,-1-1 3 15,3 1-2-15,-4 1-6 0,-1-2 8 0,5 1 2 16,-5-1-5-16,3 0 5 0,-4-1-3 0,2 1 8 15,0 0-5-15,-7 0-2 0,4 0-3 0,-1-2 6 16,4 2 6-16,-1-2-4 0,-5 0 1 0,6 2-1 16,-1-1-1-16,1 1-2 0,-1 0 5 0,5-1-10 31,-1 0 4-31,-2 0 3 0,3 2 2 0,0 1-6 16,5-2 3-16,-6 1-3 0,-3 1 1 0,4-1 2 15,-1 2-3-15,6-3-1 0,-1 3 1 0,-5-1-5 16,-3 0 4-16,0-1 2 0,0 0 2 0,0 0 1 15,-1 0-2-15,3 0 2 0,-3 1-2 0,1-1 0 16,-2-2 1-16,2 1-2 0,0 1 5 0,-1-1-2 16,3-3 0-16,-3 3 3 0,0 0-3 0,4 0 3 15,-6-1-3-15,4 1 0 0,0-1 1 16,-1 0 2-16,0 1-3 0,2 0 0 0,-2-1 6 0,0 0-4 16,1-1 3-16,-3 1-3 0,-2-2-2 0,5 2-2 15,-1-3 5-15,0 0 2 0,-2 2-2 0,0-2 2 16,2 0 0-16,-2 0 3 0,-5 1-7 0,8-1 1 15,-6-2-1-15,-1 3 4 0,1-1-4 0,5 1 1 16,-6 1 0-16,6-1 0 0,-6-1-3 0,1 1 4 16,3 0-1-16,1-2 2 0,0 2-1 0,1 3-1 15,-5-4-1-15,2 2 3 0,-2 1 0 16,-1-3 0-16,0 0-4 0,6 3 3 0,-7-3 0 16,3 2-9-16,-2 0 8 0,5-3 1 0,-2 3 3 0,1-1-4 15,-3 2-1-15,4-2-6 0,2 0-3 16,-2-1 10-16,1 1 1 0,4 1 0 0,-5-1 3 15,5 3-4-15,-1-1-1 0,-1-2 0 0,-1 1 3 16,0 2-5-16,0-1 3 0,-1 1 4 0,-1-1-1 16,-2 1-2-16,3-2 0 0,-6 2-9 0,5 0 6 15,-5 0-2-15,0 0 3 0,1 2 7 0,-1-2-7 16,0-2 1-16,4 4 3 0,-2-2-3 0,2 0 1 16,2 1-4-16,-3-1 2 0,1 0 5 0,4 1-2 15,-7-1 1-15,5 0-5 0,-1 2 2 0,1-2-1 16,0 0 3-16,-2 1-2 0,2-2 2 0,-6 1 2 15,7 1-2-15,-7-1 0 0,5 2-3 0,-5-2 4 16,3 1 0-16,-3 0-3 0,1 1-4 0,-1-1 3 16,1 1 0-16,-2-1-2 0,0 0 4 0,1 1-2 15,-3-2 0-15,1 1 1 0,0 3 2 0,-3-4-1 16,2 3 1-16,1-2-3 0,-3 1-1 0,1 0 4 16,1-1-5-16,-5 1 7 0,3 2-6 0,1-1-3 15,0-1 6-15,-3 0-5 0,2 2-1 16,1 2 2-16,-3-2 4 0,3-1-3 0,-1 2-4 0,1 1 3 15,0 0 1-15,-3-2 1 0,3 1 0 0,-1 1 0 16,-2 0 1-16,1-2 0 0,-2 1 1 0,0 1-5 16,1 1 5-16,2 0-4 0,-3 0 3 0,1 0-6 15,0 1 5-15,-1 0 1 0,2 2-5 16,-4 1 5-16,3 0 1 0,-2-2-3 0,-1 5 1 16,1-1 3-16,2 1-6 0,0 2 6 0,-1-2-1 15,-1 2-3-15,0 1 0 0,1-1 3 0,-1-4 0 16,0 4 0-16,1 0 1 0,-3 2-4 0,2 0 1 15,3 0-1-15,-5 0 1 0,2 1 4 0,0-4-2 16,2 2 2-16,-2-2-6 0,1 1 0 0,-1 0 6 16,3-3-2-16,-2 3 4 0,1 0 0 0,-1-1-7 15,0 0 0-15,-1 0 1 0,1-1 1 0,0-2-2 16,-1 1 3-16,2 0 1 0,0 4-7 0,-2-6 3 0,-2 3 2 16,3 0-2-16,-2-2 2 0,1 2 4 15,-1-2-5-15,1 0 1 0,-3 3-8 0,2-4 15 16,0 1-9-16,-1 0 3 0,-2-12 0 0,5 22 1 15,-5-22-6-15,6 25 1 0,-4-14 1 0,-2-11 1 16,9 23-1-16,-8-11-3 0,-1-12 3 0,7 23 0 16,-6-12 4-16,-1-11-2 0,6 25 1 0,-4-14-3 15,-2-11 2-15,3 21-3 0,-3-21 6 0,4 18-2 16,-4-18-1-16,7 20 4 0,-7-20-3 0,3 13 1 16,-3-13-1-16,4 14-3 0,-4-14 4 0,4 14 2 15,-4-14-6-15,0 0 4 0,4 24-3 16,-4-24-2-16,1 15 5 0,-1-15-2 0,0 18 2 15,0-18-3-15,-1 17 4 0,1-17-5 0,-3 19 11 16,3-19-10-16,0 20 0 0,0-20 1 0,-3 21 1 16,3-21 2-16,-2 22-1 0,2-22-1 0,-5 23 3 0,5-8-3 15,0-15 0-15,-9 27-1 0,7-11-9 0,-1 1 1 16,-3 0 4-16,3-2 1 0,-3 2-1 0,-1 0 2 16,0 0 3-16,3-2 1 0,-1 3-2 15,-2-3 3-15,7-15-6 0,-11 24 6 0,6-12-2 16,5-12-1-16,-9 21 0 0,4-9 4 0,5-12-12 15,-9 21 6-15,2-12 2 0,7-9 2 0,-7 16-1 16,7-16 2-16,-7 12-2 0,7-12 8 0,0 0-9 16,-6 16 3-16,6-16-1 0,0 0 1 0,-9 15 2 15,9-15-5-15,0 0 1 0,-5 14 0 0,5-14-3 16,0 0 3-16,-8 14 2 0,8-14-1 0,0 0 4 16,0 0-3-16,-5 14-3 0,5-14 2 0,0 0-2 15,0 0-1-15,-8 14 4 0,8-14-3 0,0 0-2 16,0 0 6-16,-14 11-2 0,14-11-1 0,0 0 0 15,-14 10 0-15,14-10 2 0,0 0 3 16,-28 9-3-16,28-9 3 0,-27 9-1 0,8-3 0 16,19-6-2-16,-41 9 6 0,20-5-1 0,-6 1-1 15,-4 0 4-15,3-1-3 0,-4 0 0 0,1 0-2 16,-1-2 2-16,3 3 0 0,0 0-3 0,-3-3 5 16,1 1 0-16,-1-1-1 0,3-1 3 0,3 0-5 15,-3 2 0-15,29-3 3 0,-53 1 1 0,25-1 1 16,-4-1-5-16,3 1 4 0,-2-3-4 0,-1 2 3 15,1 1-1-15,1-2-3 0,-2 2 1 0,-1-1 0 16,5 1-1-16,28 0-1 0,-55-1-2 0,34 1 0 16,21 0 1-16,-43-2 1 0,43 2-6 0,-44 0 5 15,44 0-2-15,-39 0 3 0,39 0-4 16,-39 0 3-16,15-1-2 0,-4 0 4 0,28 1-3 16,-55 1-1-16,33-2 1 0,22 1 6 0,-50-3-8 15,29 3 1-15,21 0 6 0,-42 0-5 0,42 0-1 16,-38 0 0-16,38 0 0 0,-33 2 1 0,33-2-2 15,0 0-4-15,-36 1 5 0,36-1 1 0,0 0-4 16,-36 0 3-16,36 0 0 0,-24 2-1 0,24-2 0 16,-25 3 1-16,25-3-2 0,-28 1 0 0,28-1-6 15,-36 2 12-15,36-2-6 0,-40 4 8 0,17-3-8 16,-4 1 4-16,27-2-3 0,-42 3 4 0,15-1-1 16,27-2-1-16,-39 4-2 0,18-1 2 0,21-3-1 15,-32 4 0-15,32-4-1 0,-33 4 2 0,33-4-3 16,-31 3 6-16,31-3-1 0,-26 3-2 15,26-3 0-15,-31 0-1 0,31 0 3 0,0 0-1 16,-46 0 3-16,46 0 2 0,-32 0 1 0,32 0 2 16,-36 0-2-16,36 0-1 0,-37 0-1 0,37 0 1 15,-41 0-1-15,41 0-2 0,-38 0 2 0,38 0 1 16,-36 0-3-16,36 0 1 0,-37 0 0 0,37 0-2 16,-36 0 1-16,36 0-2 0,-32 0 2 0,32 0-1 15,-30 0-3-15,30 0 2 0,0 0 1 0,-44 0 1 16,44 0 1-16,-28 0-2 0,28 0-3 0,-28 0 3 15,28 0-1-15,-32 0-1 0,32 0 3 0,-32 0-1 16,32 0 3-16,-31 0-2 0,31 0-1 0,0 0 1 16,-42 0 1-16,42 0-3 0,0 0 0 15,-36 0 0-15,36 0 2 0,0 0 4 0,-32 0 5 16,32 0-7-16,0 0 0 0,-29 0-3 0,29 0 0 16,0 0 0-16,0 0 3 0,-32 0 2 0,32 0-6 15,0 0 0-15,0 0-1 0,0 0-2 0,-36 0 13 16,36 0-10-16,0 0-1 0,0 0 0 0,-34 0 1 15,34 0-1-15,0 0-1 0,0 0 3 0,-33 0-3 16,33 0 2-16,0 0-2 0,-29 0 4 0,29 0-1 16,0 0-3-16,0 0-1 0,-32 0 1 0,32 0 4 15,0 0-5-15,-30 0 0 0,30 0 3 0,0 0-1 16,0 0 10-16,-35-1-14 0,35 1 2 0,0 0 1 16,0 0-1-16,-37-2 6 0,37 2-6 0,0 0 3 15,-30-1 0-15,30 1-5 0,0 0 5 16,-35 1-2-16,35-1 1 0,0 0 3 0,-37-2-3 15,37 2 4-15,-32-1-7 0,32 1 1 0,-32 1 4 16,32-1-3-16,-32-1-2 0,32 1 1 0,-30 1-1 0,30-1 5 16,0 0-1-16,-40 1-3 0,40-1 0 0,-28 3 4 15,28-3 0-15,-26 1-4 0,26-1 4 0,0 0-2 16,-41 0-3-16,41 0 3 0,-29 0 1 16,29 0-1-16,-30 0-1 0,30 0 2 0,0 0 0 15,-42 0-3-15,42 0 0 0,-30 0 1 0,30 0-3 16,-28 0 2-16,28 0 1 0,-36 0 0 0,36 0 1 15,-37 0 0-15,37 0-2 0,-36 0 1 0,36 0 1 16,-31 0 0-16,31 0-1 0,-44 0 2 0,44 0-2 16,-41 0 2-16,19 0 0 0,22 0-1 0,-38 0 0 15,38 0 1-15,-39 0 0 0,39 0 1 0,-37 0-1 16,37 0-1-16,-41 0 0 0,41 0-1 0,-33 0 0 16,33 0 0-16,-27 0 2 0,27 0 3 0,0 0-2 15,-37 0-3-15,37 0 3 0,0 0 12 16,-36 0 6-16,36 0 11 0,0 0-14 0,-33 0 1 15,33 0-1-15,0 0-4 0,-36 0 1 0,36 0 1 16,-26 0-3-16,26 0 1 0,0 0 3 0,-36 0 0 16,36 0-1-16,0 0-1 0,-41 0-2 0,41 0 4 15,-26 0 0-15,26 0 0 0,0 0-1 0,-38 0-4 16,38 0-2-16,0 0-4 0,-36 0 8 0,36 0-3 16,0 0-2-16,-36 0 0 0,36 0 2 0,0 0-3 15,-29 0-4-15,29 0 1 0,0 0 2 0,-35 0 0 16,35 0-2-16,0 0 0 0,-33 0-1 0,33 0-2 15,0 0 4-15,-37 0 3 0,37 0-1 0,0 0 6 16,-44 0 1-16,44 0-4 0,-22 0-2 0,22 0 4 16,0 0-7-16,-40 0 3 0,40 0 2 0,-27 0-4 15,27 0-1-15,0 0 4 0,-39 0-4 0,39 0-4 16,0 0 3-16,-39 0 5 0,39 0-8 16,-24 0 5-16,24 0-5 0,0 0 5 0,-38 0 4 15,38 0 6-15,-27 0-8 0,27 0 6 0,0 0-10 16,-39 0 11-16,39 0-3 0,0 0-1 0,-33 0 5 15,33 0-8-15,0 0-1 0,-33 0-1 0,33 0 2 16,0 0 3-16,-41 0-3 0,41 0-6 0,-25 0 0 16,25 0 1-16,-32 0 2 0,32 0-7 0,-32 0 3 15,32 0-2-15,-36 0 0 0,36 0 4 0,-37 0-4 16,37 0 2-16,-39 0-1 0,39 0 9 0,-38 0-4 16,38 0 0-16,-34 0-4 0,34 0 0 0,-27 0-7 15,27 0 1-15,-31 0 5 0,31 0-1 0,0 0 2 16,-38 0-1-16,38 0 1 0,0 0-7 0,-40 0 7 15,40 0 0-15,-32 0-6 0,32 0 9 0,-32 0-6 16,32 0 1-16,-30 0 9 0,30 0-7 16,-30 0-4-16,30 0 3 0,-30 0-4 0,30 0 1 0,0 0 0 15,-45 0-2-15,45 0 0 0,-32 0 3 16,32 0-4-16,-36 0 5 0,36 0-2 0,-32 0 2 16,32 0 2-16,-33 0-5 0,33 0 4 0,-36 0-7 15,36 0 6-15,-33 0 2 0,33 0-5 0,-31 0 1 16,31 0-3-16,-32 0 7 0,32 0 2 0,-36 0-1 15,36 0-5-15,-34 0 4 0,34 0-4 0,-28 0-1 16,28 0 2-16,-31 0-2 0,31 0 3 0,0 0 1 16,-38 0 5-16,38 0-9 0,0 0 2 0,-36 0 2 15,36 0-2-15,-28 0-2 0,28 0 10 0,0 0-5 16,-43 0-3-16,43 0 2 0,-31 0-2 16,31 0 1-16,-36 0 0 0,36 0-2 0,0 0-2 15,-33 0 0-15,33 0-1 0,0 0 4 0,-36 0-1 16,36 0 3-16,-27 0-3 0,27 0-5 0,0 0 7 15,-41 0 2-15,41 0-3 0,-28 0 1 0,28 0-4 16,0 0-2-16,-35 0 7 0,35 0 3 0,0 0-8 16,-30 0 8-16,30 0-2 0,0 0-4 0,-32 0-3 15,32 0 4-15,0 0 0 0,0 0 0 0,-41 0 6 16,41 0-5-16,-25 0-1 0,25 0 4 0,0 0-8 16,-44 0 5-16,44 0-3 0,-32 0 0 0,32 0 3 15,-32 0-3-15,32 0-3 0,-38 0 7 0,38 0-3 16,-36 0-3-16,36 0 4 0,-32 0 4 0,32 0 4 15,-33 0-4-15,33 0-9 0,-28 0 3 0,28 0 2 16,0 0-1-16,-40 0 0 0,40 0-3 0,-28 0 5 16,28 0-2-16,0 0 6 0,-41 0-10 15,41 0 5-15,-27 0 3 0,27 0 0 0,0 0 2 16,-35 0-5-16,35 0 4 0,0 0 6 0,-35 0-2 16,35 0 7-16,0 0-5 0,-27 0 8 0,27 0-4 15,0 0-3-15,0 0 0 0,0 0-5 0,-32 0 6 16,32 0-6-16,0 0-2 0,0 0 1 0,0 0 0 15,0 0-1-15,0 0 2 0,-32 0 8 0,32 0-14 16,0 0-2-16,0 0 4 0,0 0 3 0,0 0-7 16,-34 0-9-16,34 0 7 0,0 0 8 0,0 0-4 15,0 0 1-15,0 0 2 0,-36 0 0 0,36 0-2 16,0 0-4-16,0 0 1 0,0 0 4 0,0 0-2 16,-29 0-2-16,29 0-1 0,0 0-1 0,0 0 5 15,0 0-1-15,0 0 2 0,-37 0-2 16,37 0-2-16,0 0 1 0,0 0 1 0,-34 0 3 15,34 0-5-15,0 0 8 0,0 0-9 0,0 0 2 16,-29 0-1-16,29 0-1 0,0 0-2 0,0 0 10 16,0 0-3-16,0 0-5 0,-29 0 2 0,29 0 3 15,0 0-5-15,0 0 6 0,0 0-4 0,0 0-7 16,-35 0 12-16,35 0-2 0,0 0-3 0,0 0 2 16,0 0-1-16,0 0 4 0,0 0-2 0,-31 0-2 15,31 0 0-15,0 0 0 0,0 0 3 0,0 0-1 16,0 0 4-16,0 0-7 0,0 0-2 0,-34-1 5 15,34 1 0-15,0 0-5 0,0 0 8 0,0 0-9 16,-27-3 1-16,27 3 5 0,0 0-2 0,0 0 3 16,-29-1-4-16,29 1 6 0,0 0-3 0,0 0 1 15,0 0 0-15,-27-3-3 0,27 3-3 0,0 0 7 16,0 0 0-16,0 0-1 0,0 0 0 0,0 0 1 16,0 0 0-16,0 0 5 0,-27-3-9 15,27 3 7-15,0 0-3 0,0 0 1 0,0 0-3 16,0 0 3-16,0 0-11 0,0 0 7 0,0 0 0 15,0 0 16-15,0 0-13 0,0 0-4 0,0 0-2 16,0 0 0-16,0 0 2 0,0 0-1 0,0 0 2 16,0 0 1-16,0 0-1 0,0-18 2 0,0 18 1 15,0 0-3-15,0 0 1 0,0 0-12 0,0 0 13 16,0 0-6-16,0 0 1 0,0 0 4 0,0 0 2 16,0 0-1-16,22-22-5 0,-22 22 20 0,0 0-8 15,0 0 15-15,0 0 3 0,7-13-3 0,-7 13 3 16,0 0 6-16,0 0 12 0,9-14 8 0,-9 14-9 15,0 0 1-15,5-15-3 0,-5 15-6 16,0 0-13-16,6-18-24 0,-6 18 0 0,0 0 0 16,5-18 0-16,-5 18 0 0,0 0 0 0,2-21 0 15,-2 21 0-15,0-15 0 0,0 15 0 0,0-20 0 16,0 20 0-16,2-20 0 0,-2 20 0 0,1-20 0 16,-1 20 0-16,1-21 0 0,-1 21 0 0,3-22 0 15,-2 7 0-15,-1 15 0 0,0-26 0 0,0 26-225 16,5-24-134-16,-3 13-114 0,6-3-135 0,3 0-480 15,1-2-1179-15,0 2 522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20T09:31:23.67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27620 11872 171 0,'0'0'264'0,"4"-8"-3"0,-3 5 14 16,0-2-15-16,0 3-2 0,1-3 1 0,0 0 9 0,1 2 11 16,-2-1 2-16,2 0 9 0,0-1-4 0,-1 2 0 15,-1-2-5-15,1 2-1 0,0 1-4 0,0-3-5 16,-2 2-8-16,0 3-7 0,2-4-5 0,-2 4-18 15,1-4-7-15,-1 4-24 0,0 0-19 0,0 0-21 16,1-2-14-16,-1 2-13 0,0 0-22 0,0 0-13 16,0 0-6-16,-1 13 14 0,-4-2 4 0,0 1-12 15,-4 4 2-15,1 2-13 0,-5 7 4 0,1 1-2 16,-1-2-2-16,0 0-11 0,0 1-3 0,0 3-4 16,-2-1-13-16,2-1-1 0,-1 0-10 0,1-2 2 15,-2 7-15-15,4-5-8 0,-3-1-26 0,3-2 0 16,2 1 0-16,3 1 0 0,-3-7 0 0,5 3 0 15,2-1 0-15,3 4 0 0,4 1 0 0,0-6 0 16,7 4 0-16,1 1 0 0,4-3 0 0,-6-6 0 16,6 6 0-16,-4-7 0 0,1 0 0 0,-1-3 0 15,2 2 0-15,-8-7 0 0,2 1-63 0,-3 1-92 16,-2-3-41-16,5-2-58 0,-4-2-87 0,0-1-81 16,-5 0-79-16,8-4-75 0,-7-2-372 0,0-4-1026 15,1 0 455-15</inkml:trace>
  <inkml:trace contextRef="#ctx0" brushRef="#br0" timeOffset="609.2322">27881 12016 126 0,'8'-9'406'0,"-3"1"11"0,1-1 14 16,-3 5 4-16,1-3 3 0,0 3 0 0,1-2-20 15,0 2-14-15,-1 0-23 0,-4 1-17 0,0 3-24 16,4-5-24-16,-3 3-24 0,-1 2-26 0,0 0-25 0,4-3-29 16,-4 3-26-16,0 0-7 0,0 0-10 0,4 9-5 15,-7-5-22-15,3 2-4 0,0 0-11 16,-1 6-14-16,2-4-1 0,-1 4-6 0,0-2-16 16,-1 4-15-16,1 0 0 0,0-1-1 0,-2 3-1 0,2-4-16 15,-2 1-9-15,2-1-3 0,-1 1-1 0,-2 1-10 16,3-6-3-16,-1 3 5 0,1 0-6 0,-4-2-7 15,4 2-14-15,0-5 12 0,-5 0-3 16,8 0-6-16,-3-6-19 0,0 6 15 0,0-4 6 0,0-2-4 16,0 0-13-16,7 4 1 0,-7-4 7 0,0 0-8 15,23-9-3-15,-11 3-6 0,-2-1 23 0,7-2-9 16,-7-1-6-16,0 2 2 0,4-2 3 0,-2 3 5 16,-2-2-4-16,-1 4-12 0,0-4 25 0,0 3-5 15,0 0-10-15,-4 2 0 0,1 0 0 0,-2 1 0 16,1 0 0-16,0 0 0 0,-1-1 0 0,1 3 0 15,-5 1 0-15,4-1 0 0,-4 1 0 0,9 2 0 16,-5 1 0-16,-3 1 0 0,5-1 0 0,-2 2 0 16,2 0 0-16,0 0 0 0,-1 1 0 0,4 4 0 15,-4-7 0-15,0 2 0 0,0 2 0 0,-1-2 0 16,3-1 0-16,-1 1 0 0,-1-3 0 0,0 1 0 16,0 0 0-16,2-2 0 0,-2-1 0 0,-5 0 0 15,13-2 0-15,-7-2 0 0,-1 1 0 0,3-2 0 16,-5 1 0-16,3-7 0 0,-3 6 0 0,3-6 0 15,-4-1 0-15,0 0 0 0,0-3 0 0,-1-1 0 16,-2-1 0-16,1 1 0 0,-1-1 0 0,-3 0 0 16,0 1 0-16,0 2 0 0,2 3 0 0,-1 0 0 15,2 1 0-15,-2 1 0 0,2 2 0 0,-2 1 0 16,3 1 0-16,-2 0 0 0,1 0 0 0,-1 2 0 0,2 3 0 16,2-6 0-16,-2 6 0 0,0-5 0 0,0 5-208 15,0 0-103-15,0 0-43 0,0 0-24 16,15 6-27-16,-10-1-26 0,0-3-22 0,0 3-29 15,2-2-32-15,-2-1-263 0,0 0-840 0,1-1 373 0</inkml:trace>
  <inkml:trace contextRef="#ctx0" brushRef="#br0" timeOffset="1062.8115">28493 11729 284 0,'2'-7'374'0,"2"2"12"15,-1 2-3-15,2 0 4 0,-3 1-2 0,2-2-6 16,-1 1-2-16,-1 0-23 0,-2 3-18 0,7-2-20 16,-7 2-28-16,7-1-13 0,-7 1-13 0,14 3-19 15,-9 0-13-15,6 1-10 0,1 4-17 0,1 2-9 16,0 3-9-16,-2 3-12 0,2-1-9 0,4 6-12 16,-4 0-8-16,1 5 2 0,-1-1-12 0,2 1-9 15,-4 3-5-15,2-2-11 0,-5 1-7 0,-1 0-11 16,0 1-7-16,-1-1-8 0,-6 2 2 0,0-2-7 15,0-3-3-15,-6 2-6 0,-2-1 8 0,-1 1-8 16,-5 0-1-16,-4-1-23 0,-5-1-38 0,-1 2 0 16,-4-1 0-16,-1-4 0 0,-12 8 0 0,10-11 0 15,-1 0 0-15,0 0 0 0,0-3 0 0,1 1 0 16,-1-2 0-16,4-1 0 0,5-1 0 0,7-4 0 16,-2 0 0-16,2-2 0 0,4-2 0 0,3-2 0 15,2 1 0-15,0-2 0 0,2 2 0 0,1-2 0 16,0 1 0-16,0-3 0 0,0 3 0 0,4-3 0 15,-5 0 0-15,5 0 0 0,0 0 0 0,-5 3 0 16,5-3 0-16,0 0 0 0,0 0 0 0,0 0 0 16,0 0 0-16,0 0 0 0,-4-6 0 0,4 6 0 15,-4-4-152-15,4 4-172 0,0-7-72 0,0 7-78 16,-2-7-93-16,-1 5-480 0,2-3-1134 0,-3 1 503 16</inkml:trace>
  <inkml:trace contextRef="#ctx0" brushRef="#br0" timeOffset="9762.1953">16424 10818 166 0,'0'0'254'0,"0"0"0"0,3-4-8 15,-3 4-6-15,0 0-5 0,0 0 3 0,0 0 1 16,0 0 9-16,0 0 11 0,0 0 1 0,0 0 7 16,6-2 0-16,-6 2-6 0,0 0-11 0,0 0-18 15,0 0-7-15,0 0-8 0,0 0-10 0,0 0-9 16,0 0-7-16,0 0-11 0,0 0-11 0,0 0-15 0,4 7-11 15,-4-7-21-15,0 0-8 0,0 0-15 16,0 4-12-16,0-4-9 0,0 0-9 0,4 3-9 16,-3 0-29-16,3 4-3 0,-3-1-3 0,3-1-3 15,0 4-5-15,1-1 3 0,3 4-4 0,-2 3 1 0,-2-5 1 16,1 7 1-16,2 0 2 0,-1 1-3 0,-2 0 3 16,1-1 2-16,-1 2 5 0,0 2-4 15,-2-2 2-15,2 0-3 0,-3 0 4 0,1 0 1 16,0 0 0-16,-1 7 5 0,-1-2 2 0,-1-3-5 0,1-1-4 15,-2 5 2-15,2-7-4 0,-2 0-1 0,2 1-1 16,0 1-1-16,-1-3-6 0,2 1 14 0,-1 1-14 16,2 2-2-16,-5 4 5 0,4-7-10 15,-1 3 0-15,2-3 2 0,1 8 2 0,-1-9 1 0,-1 2-4 16,0-1-4-16,0-2 1 0,1-1 1 0,-1 2 3 16,0 0 1-16,1-5-1 0,-1 4 0 0,1 2-4 15,1-2 6-15,-2 0 1 0,1 1-1 0,0 1-1 16,-2-1-4-16,1-2 4 0,1 2-2 0,-1 1-2 15,0 1 0-15,2-2-3 0,-2 0 4 0,-1 1-1 16,0-2-6-16,0 2 6 0,0-5-1 0,0-2-4 16,1 0 5-16,-2 0-3 0,1-1 10 0,-1-5-12 15,2 2 3-15,-2-1-3 0,2-2 3 0,-1 3-3 16,0-4-5-16,-1 2 18 0,2-2-12 0,-1-3 0 16,-1 7 7-16,1-7-8 0,0 0 2 0,1 3-2 15,-1-3 1-15,0 0 4 0,0 5-2 0,0-5 1 16,0 0 0-16,0 0-4 0,0 0 0 0,0 0-2 15,0 0 5-15,0 0-6 0,0 0 1 0,0 3 0 16,0-3 3-16,0 0 4 0,0 0-4 0,0 0 7 16,0 0-3-16,0 0 7 0,0 0-1 0,0 0 17 15,0 0 2-15,0 0 1 0,0 0-8 0,0 0 4 16,0 0 5-16,0 0-10 0,0 0 7 0,0 0-3 16,0 0 1-16,0 0-6 0,0 0-9 0,12-1 9 15,-12 1-11-15,9-2 3 0,-9 2-3 0,11 0 5 0,-6-2 1 16,3 1-2-16,1-1-3 0,0 2-6 15,2-2 0-15,-1 2-1 0,3-1-3 0,-3 0 5 16,3-3 11-16,1 3-1 0,-1 1 0 0,1-1-9 16,0-2 1-16,4 2 16 0,-1-1-7 0,1 1-3 0,2-1 6 15,-3 2-3-15,2-1 6 0,0 0-8 0,-2 1 2 16,0 0-13-16,-4 0-6 0,8 0 0 16,-6 0 0-16,4-1 0 0,-1-1 0 0,0 1 0 0,1 4 0 15,0-5 0-15,4 2 0 0,-5 2 0 0,5-4 0 16,-4 5 0-16,4-4 0 0,-1-1 0 0,0 1 0 15,-2 2 0-15,1 1 0 0,-1-1 0 0,1-1 0 16,-1 0 0-16,3 0 0 0,-4 1 0 0,3 1 0 16,0-2 0-16,6 1 0 0,-8 0 0 0,2 1 0 15,0-1 0-15,-1-1 0 0,7 0 0 0,-7 3 0 16,7-2 0-16,-6 0 0 0,-2 1 0 0,-3 0 0 16,3-2 0-16,2 1 0 0,-1-1 0 0,0 0 0 15,-2 1 0-15,3-1 0 0,-3 0 0 0,-2 1 0 16,5-1 0-16,-3 1 0 0,-1 1 0 0,1-2 0 15,-1-2 0-15,-2 5 0 0,2-3 0 0,0 2 0 16,0 0 0-16,0-2 0 0,1-2 0 0,0 2 0 16,2 2 0-16,-1-2 0 0,1 0 0 0,0 1 0 15,1 0 0-15,1-1 0 0,-4 1 0 0,3 1 0 16,1 0 0-16,-5-1 0 0,5-1 0 0,-1 1 0 0,-1-1 0 16,0 1 0-16,1-1 0 0,-1 4 0 15,1-3 0-15,6 2 0 0,0-3 0 0,2 0 0 16,-2 3 0-16,-5-2 0 0,5 0 0 0,1-1 0 0,-7 3 0 15,6-2 0-15,0-1 0 0,-5 0 0 0,4-2 0 16,-5 3 0-16,-2-1 0 0,2 1 0 0,-2-2 0 16,2 2 0-16,-1-2 0 0,-1 1 0 15,-1-1 0-15,2 1 0 0,0 0 0 0,-1 0 0 0,-1 0 0 16,0 0 0-16,-1 1 0 0,-7-1 0 0,3 1 0 16,-5-1 0-16,-1 0 0 0,2-1 0 0,-3 1 0 15,0-1 0-15,-7 1 0 0,10-2 0 0,-6 4 0 16,-4-2 0-16,9-2 0 0,-9 2 0 0,0 0 0 15,8 0 0-15,-8 0 0 0,0 0 0 0,0 0 0 16,5-1 0-16,-5 1 0 0,0 0 0 0,0 0 0 16,0 0 0-16,0 0 0 0,0 0 0 0,0 0 0 15,0 0 0-15,9 1 0 0,-9-1 0 0,0 0 0 16,0 0 0-16,0 0 0 0,0 0 0 0,0 0 0 16,0 0 0-16,0 0 0 0,0 0 0 0,0 0 0 15,0 0 0-15,0 0-137 0,0 0-177 0,-3-5-55 16,3 5-53-16,0-7-36 0,-6 5-27 0,6-4-14 15,-4-2-13-15,0 2-321 0,3-3-902 0,-3 1 399 16</inkml:trace>
  <inkml:trace contextRef="#ctx0" brushRef="#br0" timeOffset="10137.1079">19043 11823 168 0,'1'-6'197'0,"2"1"15"0,-1 0 19 15,-2-3 4-15,0 3 9 0,4 2 8 0,-3-2 1 0,2 1 18 16,-2 0-9-16,2-1 9 0,-2 3 8 15,-1 2 3-15,4-5-4 0,-4 5-2 0,0-5-4 16,0 5 0-16,0 0-14 0,0 0-5 0,0-5-10 16,0 5-12-16,0 0-11 0,0 0-4 0,0 0-4 0,0 0-15 15,0 0-9-15,0 0-11 0,0 0-12 0,0 0-10 16,0 0-16-16,0 0-4 0,0 0-22 0,0 0-9 16,0 0-10-16,0 0-5 0,0 0 0 15,1 15 3-15,2-10-2 0,-3 6-3 0,1 1-5 0,2 6-1 16,-2 1-3-16,2 0-7 0,-1-1-4 0,-1 8-57 15,-1-7-10-15,0 7 0 0,0 0 0 0,3-2 0 16,-6-3 0-16,2 4 0 0,-1-6 0 0,2-1 0 16,-3-1 0-16,3-1 0 0,-1-1 0 0,-2-2 0 15,3 4 0-15,0-5 0 0,-1 1 0 0,-2-1 0 16,2-1 0-16,1 0 0 0,0-4 0 0,0-1 0 16,-1 1 0-16,1-1 0 0,0-2 0 0,0 3 0 15,0-3 0-15,-3 0 0 0,3-1 0 0,0-3 0 16,0 7 0-16,0-5 0 0,0-2 0 0,0 0 0 15,0 0 0-15,0 0 0 0,0 0 0 0,0 0 0 16,0 0 0-16,0 0-71 0,8-11-190 0,-7 5-45 16,2 0-53-16,-2-5-54 0,2 1-47 0,-1-6-75 15,-1-1-430-15,-2 0-1044 0,-1 1 462 0</inkml:trace>
  <inkml:trace contextRef="#ctx0" brushRef="#br0" timeOffset="10887.7087">19112 11807 246 0,'0'-6'302'0,"-1"1"-4"15,1 0-4-15,0 0-4 0,-4 2-9 0,4-2 4 16,0 5 11-16,0-9 1 0,-1 7-3 0,-2-1-1 16,3 3-1-16,0-7-5 0,0 7-5 0,0-4-12 15,0 4-16-15,0 0-17 0,-1-4-21 0,1 4-19 0,0 0-17 16,0 0-22-16,0 0-15 0,0 0-13 15,0 0-14-15,0 0-6 0,0 0-6 0,0 0-6 16,0 0 1-16,0 0-2 0,0 0-6 0,4 12-2 16,-3-6 2-16,3 0-6 0,0 0-2 0,-2 4-1 0,7-1-7 15,-1 8-2-15,3-2-8 0,2-1 2 0,4 8-13 16,1-3 3-16,1 0-6 0,-1 0-6 0,-4-5-10 16,7 6 4-16,-5-7-11 0,-2 3 0 0,1-4-2 15,-2 2 0-15,0-3-3 0,-2 1 1 0,-3-4-1 16,3-1-6-16,-3 1-6 0,-3-4 3 0,2 2-2 15,-1-1 0-15,-4-1 4 0,1-2 0 0,0 1-10 16,-1 0 11-16,-2-3 5 0,5 5 7 0,-2-4 23 16,-2 1-3-16,-1-2 8 0,4 4 7 0,-4-4 4 15,0 0-45-15,0 0-23 0,8 1 0 0,-8-1 0 16,0 0 0-16,0 0 0 0,0 0 0 0,0 0 0 16,2 3 0-16,-2-3 0 0,0 0 0 0,0 0 0 15,0 0 0-15,0 0 0 0,0 0 0 0,0 0 0 16,0 0 0-16,0 0 0 0,0 0 0 0,0 0 0 15,0 0 0-15,0 0 0 0,0 0 0 0,0 0 0 16,-4 6 0-16,-2-3 0 0,1 1 0 0,0 1 0 16,-4 1 0-16,-1 4 0 0,-2-6 0 0,2 3 0 15,-9 4 0-15,2 1 0 0,-5-1 0 0,-2 1 0 16,-3 1 0-16,0-2 0 0,4 0 0 0,3-5 0 0,0 1 0 16,0 1 0-16,1-1 0 0,0 0 0 0,6-4 0 15,0 1 0-15,3-2 0 0,1 0 0 16,0 2 0-16,0-1 0 0,6-1 0 0,3-2 0 15,-7 4 0-15,3-4 0 0,2 2 0 0,2-2 0 0,0 0 0 16,-7 2 0-16,7-2 0 0,0 0 0 0,-5 3 0 16,5-3 0-16,0 0 0 0,0 0 0 0,0 0 0 15,0 0 0-15,0 0 0 0,0 0 0 0,-9-2 0 16,9 2 0-16,0 0 0 0,0 0 0 0,0 0 0 16,0 0 0-16,0 0 0 0,0 0 0 0,0 0 0 15,0 0 0-15,0 0 0 0,0 0 0 0,-4-3 0 16,4 3 0-16,0 0 0 0,0 0-186 0,0-6-283 15,-1 2-110-15,1-1-111 0,1-2-355 0,1-1-1132 16,4-2 502-16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20T09:31:56.68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1469 347 147 0,'0'0'274'0,"0"0"-3"15,0 0-1-15,0 0-4 0,0 0-1 0,0 0-3 16,0 0 4-16,0 0 1 0,0 0-1 0,0 0-10 15,0 0 0-15,0 0-3 0,0 0-4 0,0 0-3 16,0 0 3-16,0 0-1 0,0 0 1 0,0 0-6 16,0 0-4-16,0 0-12 0,0 0-18 15,0 0-12-15,0 0-15 0,0 0-17 0,0 0-16 16,0 0-13-16,0 0-22 0,0 0-14 0,0 0-16 16,0 0-13-16,0 0-3 0,0 0-7 0,0 0-7 15,0 0-4-15,0 0-6 0,-18 33-6 0,17-21 4 16,-2 4-8-16,3-16-9 0,-2 34 2 0,-1-14 0 15,3-3-2-15,2 3 1 0,-2 1-4 0,0-2 1 16,0 1 0-16,1 4 1 0,-2 1-2 0,2-7-5 16,-1 0-6-16,1 0 2 0,0 0 2 0,2 1 0 15,-3-3-1-15,4 0-5 0,-4-16-2 0,5 22 6 16,-5-22-5-16,5 20 7 0,-5-20-4 0,1 17 2 16,-1-17-4-16,0 0 0 0,4 17 7 0,-4-17-9 15,0 0 0-15,0 0 17 0,4 16-22 0,-4-16 6 16,0 0 7-16,0 0-8 0,0 0-1 0,0 0 19 15,0 0-27-15,0 0-26 0,0 0-26 0,0 0-50 16,0 0-79-16,0 0-67 0,0 0-77 16,0 0-95-16,0 0-87 0,0 0-446 0,0 0-1034 15,0-60 457-15</inkml:trace>
  <inkml:trace contextRef="#ctx0" brushRef="#br0" timeOffset="470.0437">1261 344 143 0,'0'0'306'0,"0"0"-12"0,0 0-14 16,0 0-3-16,0 0-9 0,0 0-10 0,0 0-2 15,0 0 1-15,0 0-9 0,-4-25-16 0,4 25-10 16,0 0-16-16,0 0-13 0,0 0-23 0,10-14-9 16,-10 14-14-16,0 0-4 0,22-16-15 0,-9 11 0 15,-13 5 9-15,28-11-10 0,-6 5-4 0,-3 1-6 16,9-2-8-16,0 1-7 0,0 2-10 0,-5 0-10 16,5 2-11-16,3 0-6 0,-2 2-9 0,-29 0-3 15,56 2-6-15,-29 1-9 0,-6 1-5 0,-21-4-4 16,36 8 0-16,-25-3-8 0,-11-5 0 0,26 13-3 15,-16-6-4-15,-10-7 0 0,12 17-3 0,-9-7 2 16,-3-10 0-16,-6 31 3 0,-4-15 1 0,-9 7-2 16,-8-1 2-16,-3 0-1 0,-11 4-4 0,-2-3 2 15,11-5-3-15,-18 1 1 0,18-5 4 0,4-4-4 16,1-1 5-16,10-4-3 0,17-5-1 0,-24 10 2 16,24-10 1-16,-17 5 4 0,17-5 0 0,0 0-3 15,0 0-45-15,0 0-82 0,0 0-73 16,0 0-85-16,0 0-87 0,0 0-106 0,0 0-313 15,77-22-837-15,-45 14 372 0</inkml:trace>
  <inkml:trace contextRef="#ctx0" brushRef="#br0" timeOffset="923.0482">1758 617 163 0,'0'0'276'0,"0"0"-15"0,0 0-18 0,0 0-15 16,0 0-13-16,0 0-14 0,0 0-11 0,0 0-5 16,0 0-9-16,0 0 0 0,0 0-12 0,0 0-5 15,0 0-9-15,19-27-9 0,-19 27-13 0,0 0-8 16,0 0-16-16,0 0-3 0,0 0-12 0,26-5-12 15,-26 5-11-15,0 0-7 0,0 0-4 0,0 0-6 16,0 0-5-16,0 0-10 0,0 0 3 0,47 15-6 16,-47-15-3-16,12 8-3 0,-12-8-3 0,14 15 3 15,-14-15-5-15,10 21-3 0,-5-10 0 0,-5-11 3 16,1 21-7-16,-1-21 1 0,-1 25 0 0,1-25 0 16,-5 23-1-16,-2-13 3 0,7-10-6 0,-17 19 4 15,9-9 2-15,-4 1 27 0,12-11 27 0,-21 12 31 16,21-12 28-16,-22 6 34 0,22-6 35 15,0 0 34-15,0 0 15 0,0 0 3 0,-41-18 15 16,41 18-13-16,-14-19-17 0,9 8-23 0,5 11-21 16,-4-25-16-16,4 8-21 0,0 2-43 0,0 15-41 15,8-32-65-15,-5 21-79 0,-3 11-88 0,12-17-80 16,0 10-76-16,-12 7-77 0,28-8-73 0,-7 4-69 16,-21 4-318-16,35-2-925 0,-35 2 409 0</inkml:trace>
  <inkml:trace contextRef="#ctx0" brushRef="#br0" timeOffset="1548.8919">2098 628 382 0,'0'0'467'0,"0"0"-10"15,0 0-9-15,-3-27-23 0,3 27-30 0,0 0-20 16,0 0-26-16,0 0-26 0,0 0-28 0,0 0-22 0,0 0-27 16,0 0-28-16,0 0-22 0,0 0-22 0,0 0-20 15,0 0-18-15,0 0-15 0,0 0-13 16,0 0-11-16,0 0-8 0,0 0-9 0,0 0-8 16,0 0-6-16,0 0-9 0,0 0-4 0,0 0-5 15,0 0-6-15,9 54-5 0,-9-54 1 0,0 18-5 16,0-18-2-16,0 17-8 0,0-17 3 0,0 0 2 15,-1 23-8-15,1-23-1 0,1 13-12 0,-1-13-12 16,0 0-13-16,0 0-8 0,0 0-2 0,-1 18 1 16,1-18 7-16,0 0 4 0,0 0 7 0,0 0 5 15,0 0-2-15,0 0-1 0,0 0 1 0,0 0 4 16,0 0-3-16,0 0 3 0,0 0-3 0,0 0 4 16,0 0 2-16,46-34-4 0,-46 34-2 15,12-9 3-15,-12 9 1 0,0 0 1 0,11-13 0 16,-11 13-1-16,0 0-2 0,9-12-3 0,-9 12 1 15,0 0-2-15,0 0 1 0,0 0-5 0,0 0 2 0,0 0 6 16,0 0-7-16,0 0 3 0,0 0-3 16,47 18 6-16,-47-18 1 0,0 0 1 0,14 12 3 15,-14-12-5-15,0 0 9 0,0 0-9 0,11 11-1 16,-11-11 0-16,0 0 5 0,0 0 3 0,0 0 4 16,14 9 8-16,-14-9 30 0,0 0 30 0,0 0-2 15,0 0-4-15,0 0 2 0,0 0 8 0,15-31 8 16,-15 31 9-16,4-25-2 0,-2 12 10 0,-2 13 1 15,3-23 8-15,-3 23-2 0,4-22-12 0,-3 11 10 16,-1 11 5-16,0 0-12 0,0 0-6 0,-1-23-14 16,1 23-3-16,0 0-23 0,0 0-10 0,0 0-6 15,1-15-45-15,-1 15-59 0,0 0-70 0,0 0-53 16,0 0-44-16,0 0-71 0,0 0-81 0,0 0-89 16,0 0-72-16,0 0-416 0,0 0-1040 15,0 0 460-15</inkml:trace>
  <inkml:trace contextRef="#ctx0" brushRef="#br0" timeOffset="2403.2972">2443 646 287 0,'0'0'456'0,"0"0"6"0,0 0-1 0,0 0-19 15,0 0-31-15,0 0-35 0,0 0-34 0,0 0-33 16,0 0-23-16,0 0-29 0,0 0-30 0,0 0-15 15,0 0-30-15,0 0-24 0,0 0-18 0,0 0-15 16,0 0-16-16,0 0-13 0,0 0-11 0,0 0-10 16,0 0-10-16,0 0-6 0,0 0-8 0,0 0-3 15,0 0-3-15,0 0-2 0,0 0 0 0,0 0 0 16,0 0-6-16,0 0-2 0,0 0-1 0,0 0 1 16,0 0-5-16,0 0-1 0,0 0-5 0,42-13 1 15,-42 13-3-15,0 0-1 0,18-14-1 16,-18 14-2-16,10-11-1 0,-10 11-1 0,0 0-2 15,13-14-2-15,-13 14-4 0,0 0-1 0,0 0 1 32,0 0-3-32,10-11-1 0,-10 11-6 0,0 0-2 0,0 0-1 15,0 0-2-15,0 0 2 0,0 0-4 0,0 0-2 0,0 0 1 16,0 0 2-16,0 0-5 0,0 0 3 0,0 0-3 0,0 0 2 16,0 0 0-16,0 0 3 0,0 0-7 0,-61 19-15 15,61-19 3-15,-12 15-6 0,12-15 5 0,-11 18-11 16,11-18-5-16,-8 20-13 0,8-20-8 0,-7 19-2 15,3-9-8-15,4-10-5 0,0 0 11 16,-1 22 13-16,1-22-3 0,0 0 13 0,12 20 10 16,-12-20 0-16,21 11 2 0,-21-11 15 0,29 2 7 15,-29-2 4-15,37-1 22 0,-37 1 14 0,49-12 19 16,-30 5 14-16,8-6 20 0,-9 1 2 0,0 2 8 16,-3-2 11-16,-1-1 7 0,-4 3 2 0,0-2-1 15,1-2 0-15,-2-3-20 0,-9 17-7 0,7-27-5 16,-7 17-16-16,0 10-2 0,-2-21-13 0,2 21-12 15,-7-18-1-15,7 18-8 0,-12-9-2 0,12 9-4 16,0 0-6-16,-20-9-7 0,20 9-4 0,0 0-17 16,0 0-10-16,0 0-6 0,0 0 1 15,0 0-4-15,0 0-3 0,-43 17-8 0,43-17 2 0,0 0 7 16,0 0 8-16,0 16 2 0,0-16 5 0,0 0 6 16,0 0-2-16,0 0 4 0,38 13 6 0,-38-13-1 15,0 0 0-15,45-2-1 0,-45 2 3 0,0 0 1 16,37-5 1-16,-37 5 3 0,24-4-5 0,-24 4 3 15,22-6 1-15,-22 6 9 0,0 0 2 16,0 0-3-16,23-6-1 0,-23 6-8 0,0 0 0 16,0 0-5-16,0 0 3 0,0 0 1 0,0 0-4 15,27 17 4-15,-27-17-3 0,5 13 2 0,-5-13-1 16,1 22 5-16,-1-22-3 0,2 26 4 0,-5-15-2 16,3-11 5-16,-2 22-3 0,2-22 0 0,-2 20-3 15,2-20 7-15,-2 14-5 0,2-14 3 0,0 0-3 16,0 0 5-16,2 21 1 0,-2-21 1 0,0 0 3 15,21 6 2-15,-21-6 0 0,0 0 0 0,41-5-3 16,-41 5-4-16,40-10 2 0,-22 5 1 0,0-3-2 16,-18 8-11-16,36-14-23 0,-23 9-44 0,-13 5-61 15,18-6-72-15,-18 6-93 0,0 0-89 0,16-10-99 16,-16 10-318-16,0 0-869 0,0 0 386 0</inkml:trace>
  <inkml:trace contextRef="#ctx0" brushRef="#br0" timeOffset="3186.7736">3890 356 373 0,'0'0'429'16,"0"0"4"-16,0 0-11 0,0 0-1 0,0 0-16 15,0 0-10-15,0 0-11 0,0 0-13 0,0 0-17 16,0 0-17-16,0 0-31 0,0 0-32 0,0 0-29 16,0 0-27-16,0 0-30 0,0 0-26 0,0 0-23 15,0 0-15-15,0 0-13 0,0 0-1 0,0 0-7 16,-3 29 1-16,7-11 9 0,0 1-22 0,2 6-5 15,-3 2-6-15,1-4-3 0,-3 6-6 0,-1-2-9 16,0-8-5-16,0 9 14 0,0-2-26 0,-1-7-8 16,-2-2 3-16,3 1-10 0,0-2 3 0,0-16-5 15,-4 26 2-15,4-26-21 0,-2 15-37 0,2-15-24 16,0 0-25-16,-8 15-28 0,8-15-24 0,0 0-15 16,0 0-30-16,0 0-71 0,0 0-81 0,0 0-69 15,0 0-74-15,0 0-402 0,0 0-943 0,20-55 416 16</inkml:trace>
  <inkml:trace contextRef="#ctx0" brushRef="#br0" timeOffset="3702.806">3638 386 56 0,'0'0'393'0,"0"0"2"0,-8-28 4 16,8 28-23-16,0 0-27 0,4-21-34 0,-4 21-28 15,8-18-33-15,-8 18-23 0,14-17-26 0,-4 5-15 16,8 1-15-16,-4 2-11 0,6 3-11 0,0-2-15 16,1 3-20-16,6-4-8 0,0 3-10 15,1 1-10-15,3 1-4 0,-2 1-14 0,-2 0-3 0,5 3-8 16,-1-2-5-16,-31 2-1 0,43 3-11 0,-20-1-5 16,-23-2-5-16,32 5-1 0,-14-1-12 0,-18-4 0 15,23 9-4-15,-23-9 5 0,18 12-10 16,-18-12 3-16,10 16 1 0,-10-16-6 0,0 18 3 15,0-18 2-15,-10 26 3 0,0-11-3 0,-11 3 2 16,1 2 2-16,-7-3-4 0,0 0 0 0,2-3 1 16,-2 0 1-16,1 1-4 0,7-7 1 0,1 0 12 15,1-1 8-15,17-7 11 0,-21 9 16 0,21-9 16 16,-17 7 13-16,17-7 9 0,0 0 11 0,0 0 0 16,0 0 5-16,0 0 0 0,-15 9-2 0,15-9-10 15,0 0-11-15,0 0-11 0,0 0-11 0,0 0-8 16,0 0-13-16,0 0-8 0,0 0-8 0,0 0-3 15,0 0 0-15,0 0-5 0,37 16-7 16,-37-16 4-16,23 12-10 0,-4-5 0 0,-19-7-2 16,24 18 5-16,-13-9-8 0,-1 0 0 0,-10-9-2 15,23 19 0-15,-12-9-9 0,-1-1-21 0,-10-9-16 16,18 17-22-16,-9-9-23 0,-9-8-22 0,13 11-21 16,-13-11-29-16,0 0-27 0,14 14-35 0,-14-14-35 15,0 0-31-15,14 7-38 0,-14-7-75 0,0 0-65 0,0 0-261 16,0 0-784-16,0 0 347 0</inkml:trace>
  <inkml:trace contextRef="#ctx0" brushRef="#br0" timeOffset="4171.8354">4236 527 319 0,'0'0'379'0,"0"0"-10"16,0 0-17-16,0 0-17 0,0 0-28 0,0 0-22 15,0 0-29-15,0 0-26 0,0 0-19 0,0 0-24 16,0 0-21-16,0 0-16 0,0 0-18 0,0 0-12 16,0 0-19-16,0 0-7 0,0 0-5 0,0 0 0 15,0 0-9-15,0 0-1 0,0 0 1 16,0 0-11-16,0 0-1 0,41 13 2 0,-41-13-5 16,0 0 5-16,33-5 7 0,-33 5 10 0,23-8 2 15,-23 8 2-15,22-7 7 0,-22 7 4 0,0 0 9 16,24-14 6-16,-24 14 0 0,12-7-6 0,-12 7-13 15,0 0-13-15,0 0-9 0,5-16-15 0,-5 16-9 16,0 0-7-16,0 0-6 0,0 0-6 0,-27-15-2 16,27 15-9-16,0 0 0 0,0 0-5 0,0 0-1 15,-55 10-6-15,55-10 2 0,-19 14-4 0,7-6-2 16,12-8-2-16,-16 20 2 0,8-12-5 0,8-8-20 16,-13 20-8-16,8-9-5 0,5-11-2 0,-5 23-7 15,5-23-5-15,-2 17 2 0,2-17 6 16,3 17 6-16,-3-17 3 0,8 12 6 0,-8-12 3 15,15 14 4-15,-15-14-1 0,26 9 2 0,-8-5 12 0,-18-4-9 16,36 4 0-16,-36-4-5 0,35-2-4 0,-35 2-16 16,32-3-24-16,-32 3-18 0,32-12-37 0,-15 5-38 15,-17 7-38-15,23-11-51 0,-12 4-46 16,-11 7-61-16,26-17-52 0,-20 9-261 0,-6 8-717 16,16-14 317-16</inkml:trace>
  <inkml:trace contextRef="#ctx0" brushRef="#br0" timeOffset="4751.4107">4562 528 128 0,'0'0'395'0,"0"0"0"0,0 0 2 16,0 0-23-16,18-16-10 0,-18 16-11 0,0 0-24 16,0 0-19-16,13-13-28 0,-13 13-19 0,0 0-30 15,0 0-24-15,10-10-20 0,-10 10-20 16,0 0-21-16,0 0-16 0,0 0-13 0,19-8-18 15,-19 8-13-15,0 0-9 0,0 0-10 0,0 0-8 16,0 0-7-16,45 16-3 0,-45-16-9 0,13 15 0 16,-13-15-7-16,7 14-3 0,-7-14-5 0,4 14-1 15,-4-14-5-15,-2 20-2 0,2-20 0 0,-7 21-6 16,7-21-24-16,-19 18-11 0,6-8-3 0,-3 1-5 16,-1 0-2-16,0-3-9 0,17-8 6 0,-30 7 10 15,30-7-1-15,-25 8 12 0,25-8 2 0,0 0 13 16,0 0 7-16,0 0 9 0,-38-10 11 15,38 10-3-15,-5-17-6 0,5 17-1 0,0 0 0 16,9-28-5-16,-9 28-1 0,19-28-3 0,-7 17-2 0,-1-1 0 16,2 0 0-16,-13 12 4 0,22-13-7 0,-13 5-6 15,-9 8 1-15,0 0-2 0,24-9-2 0,-24 9-1 16,0 0 2-16,0 0 3 0,0 0 3 16,37 14 1-16,-37-14 1 0,13 17-5 0,-7-6 2 15,-6-11 4-15,6 31-2 0,-4-11 6 0,-2-2 2 16,-3 7 5-16,1 3 3 0,-2-3 0 0,0 0-2 15,0-1-1-15,-2-5 0 0,2-1 5 0,0 0-9 16,0 0-1-16,2-1 1 0,-1-2-1 0,2-1-2 16,-1-3 2-16,2-1 3 0,2 0 4 0,-1-3 1 15,2-1 2-15,-2-1 17 0,3 0 18 0,0-1 17 16,-4-4 17-16,12 9 14 0,-5-6 9 0,-1-2 11 16,-6-1 0-16,19 1 1 0,-19-1 5 0,17-1-5 15,-17 1-1-15,16-6-5 0,-16 6-18 0,12-4-1 16,-12 4-13-16,13-4-12 0,-13 4-16 0,10-5-17 15,-6 3-53-15,-4 2-54 0,0 0-67 0,4-5-66 32,-4 5-63-32,0 0-86 0,5-7-81 0,-5 7-96 0,0 0-413 0,0 0-1015 0,0 0 450 0</inkml:trace>
  <inkml:trace contextRef="#ctx0" brushRef="#br0" timeOffset="5158.9397">4911 606 44 0,'0'0'449'0,"0"0"2"0,0 0-19 16,0 0-23-16,0 0-29 0,0 0-21 0,0 0-28 16,0 0-18-16,0 0-13 0,2-23-18 0,-2 23-23 31,0 0-23-31,0 0-27 0,0 0-24 0,0 0-12 15,0 0-30-15,17-11-13 0,-17 11-18 0,0 0-11 16,23-3-13-16,-23 3-8 0,0 0-6 0,32 1-7 16,-32-1-14-16,0 0-7 0,34 9-5 0,-34-9-9 15,18 9-6-15,-18-9-15 0,16 11-11 0,-16-11-1 16,9 13 0-16,-9-13-4 0,1 15 8 0,-1-15-4 16,0 0 0-16,-13 30-2 0,4-22-4 0,-7 3-6 15,-2 0 7-15,-1-3-3 0,-3-1 3 0,1-2-3 16,21-5 5-16,-30 6 1 0,30-6 5 15,-25 2 19-15,25-2 19 0,0 0 18 0,0 0 10 0,-32-11 5 16,32 11-4-16,-6-14-8 0,6 14-10 0,-2-24-5 16,2 24-12-16,7-22-28 0,2 6-32 0,3 4-41 15,3 1-43-15,-1-2-53 0,6-3-66 0,-2 9-59 16,8-6-80-16,-7 5-82 0,0 2-313 0,-19 6-828 16,35-15 367-16</inkml:trace>
  <inkml:trace contextRef="#ctx0" brushRef="#br0" timeOffset="5456.1624">5086 416 233 0,'-1'-24'533'16,"1"24"3"-16,0-24 8 0,1 9 6 0,-1 15-15 16,4-22-12-16,-4 22-21 0,1-14-25 0,-1 14-39 15,0 0-28-15,0 0-41 0,0-17-37 0,0 17-41 16,0 0-35-16,0 0-35 0,0 0-27 15,0 0-21-15,0 0-12 0,0 0-21 0,0 0-12 16,0 0-18-16,9 62-4 0,-7-37-13 0,1 1-4 16,-2 1-9-16,-1 0-9 0,2 0-6 0,-4 0-34 15,0 0-31-15,0-8 0 0,0-3 0 0,-3 7 0 0,2-3 0 16,2-2 0-16,1-18 0 0,-2 28 0 0,0-20 0 16,2-8 0-16,0 0-127 0,-1 23-40 0,1-23-6 15,0 0-16-15,5 16-42 0,-5-16-69 16,0 0-70-16,23 3-73 0,-23-3-87 0,0 0-414 15,36-20-1022-15,-21 8 452 0</inkml:trace>
  <inkml:trace contextRef="#ctx0" brushRef="#br0" timeOffset="6831.3746">6101 378 277 0,'0'0'426'15,"0"0"2"-15,0 0 0 0,1-25 3 0,-1 25-3 16,0 0-8-16,0 0-6 0,0-16-12 0,0 16-19 15,0 0-23-15,0 0-33 0,0 0-21 0,0 0-37 16,0 0-38-16,0 0-29 0,0 0-27 0,0 0-19 16,0 0-19-16,0 0-12 0,0 0-12 15,0 0-11-15,0 0-10 0,0 0-12 0,-5 55-4 16,4-38 0-16,-2 0-16 0,-1-1-6 0,3 4-6 16,0 1-2-16,-3-1-2 0,0 4-8 0,-2 1-1 15,6-7-3-15,0 0-4 0,1 0-26 0,-1 0-18 16,0-18-10-16,5 28-10 0,3-13 11 0,-2-2-2 15,0-1 3-15,-6-12-1 0,17 18 3 0,-17-18 4 16,19 12 4-16,-19-12 6 0,19 7 2 0,-19-7 3 16,0 0 4-16,0 0-1 0,0 0 18 0,45-12 4 15,-45 12 8-15,15-18-2 0,-9 9 0 0,-6 9-6 16,9-19 11-16,-9 19-15 0,2-24-1 0,-2 24-8 16,-2-23 2-16,2 23-4 0,-6-22 0 0,6 22-1 15,-9-19-5-15,3 9 1 0,6 10-2 0,-13-14-3 16,13 14 0-16,0 0-4 0,-15-14-1 0,15 14-1 15,0 0-15-15,-15-8-14 0,15 8-11 0,0 0-13 16,0 0-12-16,0 0-16 0,0 0-15 16,0 0-9-16,0 0-11 0,0 0 0 0,0 0 3 15,0 0 9-15,0 0 4 0,0 0 8 0,0 0 11 16,0 0 8-16,0 0 5 0,0 0 14 0,0 0 5 16,0 0 2-16,0 0 5 0,0 0 9 0,28 39 3 15,-28-39 10-15,0 0-1 0,38-4 7 0,-38 4 1 16,35-8 2-16,-35 8 3 0,34-10 5 0,-21 5 5 15,-13 5 6-15,25-12 13 0,-25 12 15 0,20-8 12 16,-20 8 11-16,14-7 11 0,-14 7 7 0,0 0 3 16,16-10-4-16,-16 10-9 0,0 0-8 0,0 0-4 15,0 0-8-15,16-7-5 0,-16 7-2 0,0 0-6 16,0 0-9-16,0 0-1 0,0 0-4 0,0 0-2 16,0 0-1-16,0 0-4 0,0 0-2 0,0 0 0 15,0 0 1-15,0 0-4 0,0 0 1 0,0 0 0 16,0 0 0-16,0 0 2 0,0 0-12 0,9 34-6 15,-9-34-4-15,6 12 0 0,-6-12-5 0,7 14-2 16,-7-14-5-16,8 13 3 0,-8-13 8 16,0 0-5-16,17 16-1 0,-17-16 8 0,18 8-2 15,-18-8 2-15,15 6 4 0,-15-6 6 0,0 0 2 16,27 2 6-16,-27-2-2 0,0 0 3 0,0 0 21 16,43-14 28-16,-28 6 14 0,-15 8 13 0,20-14 15 0,-20 14 12 15,19-14 10-15,-11 6 7 0,-8 8 3 0,13-18-1 16,-13 18 2-16,7-12 3 0,-7 12-17 15,0 0-12-15,5-16-8 0,-5 16-11 0,0 0-5 16,0 0 1-16,4-16-23 0,-4 16-2 0,0 0-11 16,0 0-8-16,0 0-9 0,0 0-4 0,0 0-10 15,0 0-6-15,0 0 7 0,0 0-4 0,0 0-1 16,0 0 1-16,0 0 7 0,0 0 20 0,-6 59 20 16,8-32 2-16,-2-1 8 0,4 0-6 0,-1 3 5 15,1-1 13-15,-1 0-23 0,1-1 1 0,1 1-8 16,0-2-5-16,-2 1 1 0,-1-2-40 0,-2 2 0 15,0-8 0-15,3 6 0 0,-2-6 0 0,2-7 0 16,-3 6 0-16,0-6 0 0,0 0 0 16,1-3 0-16,-1 0 0 0,0-3 0 0,0-6 0 15,0 12 0-15,0-12 0 0,0 5 0 0,0-5 0 0,0 0 0 16,0 9 0-16,0-9 0 0,0 0 0 0,0 0 0 16,0 0 0-16,0 0 0 0,0 0 0 0,0 0 0 15,0 0 0-15,0 0 0 0,-24-19 0 0,18 12 0 16,-1 0 0-16,-3-1 0 0,1 1 0 0,0-2 0 15,4 2 0-15,-4 0 0 0,3-2 0 16,-2 3 0-16,4 0 0 0,0 0 0 0,2-1 0 16,2 7 0-16,0 0 0 0,0 0 0 0,2-35 0 15,3 23 0-15,4-2 0 0,5 2 0 0,-2-2 0 16,2 4 0-16,1-1 0 0,2-1 0 0,-2 1 0 16,-15 11-25-16,28-14-128 0,-15 9-33 0,-13 5-36 15,23-8-43-15,-23 8-49 0,0 0-62 0,24-4-66 16,-24 4-86-16,0 0-419 0,0 0-1026 0,0 0 455 15</inkml:trace>
  <inkml:trace contextRef="#ctx0" brushRef="#br0" timeOffset="7833.3641">7523 359 348 0,'0'0'353'0,"0"0"-4"0,0 0 3 0,0 0-4 16,0 0 3-16,0-27-6 0,0 27 10 0,0 0-8 15,0 0-7-15,0 0-11 0,0 0-16 16,0 0-22-16,0 0-24 0,0 0-27 0,0 0-19 16,0 0-32-16,0 0-22 0,0 0-24 0,0 0-22 15,0 0-11-15,0 0-10 0,0 0-10 0,0 0-7 16,0 0-12-16,0 0-8 0,0 0-3 0,12 52-5 16,-12-52-7-16,6 28-2 0,-1-13 2 0,-4 0-10 15,2 1-6-15,-3-16-2 0,1 25-1 0,-1-25-6 16,-1 23 2-16,1-23-4 0,4 20-5 0,-4-20 1 15,0 13-2-15,0-13 1 0,0 0-2 0,0 0 3 16,0 0 7-16,1 17-6 0,-1-17 9 0,0 0 5 16,0 0 11-16,0 0-5 0,0 0-6 0,0 0-1 15,0 0-6-15,0 0 4 0,0 0-5 0,0 0-2 16,-9-64-2-16,9 46-4 0,0-3-1 0,-1-3-3 16,-2-1 2-16,2 1 6 0,2 4 8 0,3 2-2 15,-4 0 19-15,1 0 17 0,-1 2-4 0,0 16-5 16,3-21-4-16,-3 21-1 0,5-18 3 15,-5 18 4-15,0 0-14 0,5-16-5 0,-5 16-11 0,0 0-12 16,0 0 3-16,0 0-17 0,0 0 2 0,9-11 1 16,-9 11 2-16,0 0-2 0,0 0 0 15,0 0-3-15,31 46 6 0,-21-28 15 0,3 4-4 16,-6-4-10-16,4-1-3 0,-2 0-9 0,-1-1-9 16,2 0 13-16,-4-2-15 0,2-3-26 0,-8-11-4 15,14 21 6-15,-8-12 3 0,-6-9 2 0,14 16-1 16,-14-16-1-16,10 9 3 0,-10-9 0 0,0 0 10 15,17 11-4-15,-17-11 11 0,0 0 4 0,0 0-5 16,0 0 10-16,0 0-3 0,47-18 6 0,-47 18-4 16,22-22 1-16,-12 9 6 0,2-3-3 0,-1 2 4 15,-1-2 0-15,1 1-2 0,-1-1 1 0,-2 0-2 16,-1 4 7-16,-7 12 9 0,13-24 4 0,-9 15 3 16,-4 9 6-16,7-16 6 0,-7 16 8 0,0 0-14 15,9-14 2-15,-9 14-11 0,0 0-7 0,0 0-6 16,8-12-6-16,-8 12-3 0,0 0 1 0,0 0-1 15,0 0 0-15,0 0 5 0,0 0 0 0,0 0 4 16,8 40-2-16,-8-40-7 0,0 30 3 0,0-15-1 16,0 2 20-16,0-17-19 0,1 31 4 0,-1-15-3 15,0-16-2-15,-3 22 0 0,5-6 4 0,-2-16 3 16,0 24-3-16,0-24 4 0,1 20-5 16,-1-20 5-16,1 16-2 0,-1-16-4 0,0 0 5 15,0 21-20-15,0-21-25 0,0 0-20 0,0 0-21 16,0 0-18-16,0 16-28 0,0-16-39 0,0 0-61 15,0 0-87-15,0 0-101 0,0 0-110 0,0 0-380 16,0 0-981-16,0 0 434 0</inkml:trace>
  <inkml:trace contextRef="#ctx0" brushRef="#br0" timeOffset="8349.716">8163 450 297 0,'0'0'390'0,"0"0"-5"0,0 0-17 0,0 0-16 15,0 0-16-15,0 0-16 0,0 0-24 0,0 0-25 16,0 0-31-16,0 0-13 0,0 0-27 0,0 0-27 16,0 0-17-16,0 0-16 0,0 0-23 0,0 0-11 15,0 0-16-15,0 0-6 0,0 0-8 16,0 0-9-16,0 0-12 0,0 0-5 0,0 0-5 15,0 0-7-15,0 0-4 0,0 0-6 0,0 0-3 16,45 2 0-16,-45-2-11 0,8 13-4 0,-8-13 3 16,0 0-5-16,2 20 0 0,-2-20-1 0,0 0-4 15,-5 21-2-15,5-21-5 0,-15 16-5 0,15-16-5 16,-17 14 5-16,17-14 9 0,-23 12-14 0,23-12 4 16,-19 6 2-16,19-6 8 0,0 0 4 0,-19 6 14 15,19-6 8-15,0 0 19 0,0 0 10 0,0 0 5 16,0 0-4-16,0 0-5 0,-21-25-4 0,21 25-7 15,0 0-2-15,6-23-10 0,-6 23-1 0,11-18-4 16,-11 18 1-16,8-13-6 0,-8 13-2 0,9-12 2 16,-9 12-8-16,0 0-4 0,15-13-3 0,-15 13-1 15,0 0-4-15,0 0 0 0,19-6-2 0,-19 6 0 16,0 0-3-16,0 0 1 0,0 0-1 0,0 0 4 16,42 16-6-16,-42-16-20 0,0 0-15 15,17 12-21-15,-17-12-28 0,9 11-24 0,-9-11-32 16,0 0-26-16,10 15-24 0,-10-15-33 0,0 0-42 15,17 11-53-15,-17-11-316 0,18 6-696 0,-18-6 309 16</inkml:trace>
  <inkml:trace contextRef="#ctx0" brushRef="#br0" timeOffset="8648.0832">8552 417 355 0,'0'0'467'0,"0"0"3"0,0 0-5 0,0 0-20 16,0 0-29-16,0 0-30 0,0 0-30 16,0 0-34-16,0 0-37 0,0 0-29 0,0 0-28 15,0 0-23-15,0 0-24 0,0 0-21 0,0 0-13 16,0 0-16-16,0 0-14 0,0 0-11 0,0 0-13 16,-69 14-8-16,69-14-11 0,-15 16-7 0,7-7-2 15,8-9-12-15,-13 21-4 0,8-11-8 0,5-10-17 16,-4 18-17-16,4-18-12 0,-6 17-10 0,6-17-4 15,0 0 0-15,5 20-1 0,-5-20 0 0,13 14-29 16,-13-14-22-16,20 11-27 0,-20-11-17 0,32 7-23 16,-13-4-5-16,-19-3-27 0,39 1-10 0,-39-1-31 15,39-6-23-15,-16 3-27 0,4-6-32 0,0-3-30 16,0 3-289-16,-12-1-663 0,3-1 293 0</inkml:trace>
  <inkml:trace contextRef="#ctx0" brushRef="#br0" timeOffset="9320.0482">8774 266 231 0,'0'0'491'0,"0"0"15"0,0 0 8 0,3-29-1 16,-3 29-6-16,0 0-12 0,0 0-19 0,0 0-15 16,0 0-39-16,0 0-32 0,0 0-42 0,0 0-40 15,0 0-29-15,0 0-31 0,0 0-40 0,0 0-16 16,0 0-20-16,0 0-18 0,0 0-10 0,0 0-15 15,0 0-27-15,2 54 4 0,-4-37-10 0,1 1-11 16,-1 1-3-16,1 7-8 0,1-6-8 0,-1-1-5 16,-2-2-4-16,1 2-19 0,2-2-36 0,0-1-25 15,0-16-19-15,-3 26-23 0,3-26-14 0,0 21-23 16,0-21-7-16,1 16-3 0,-1-16 10 0,0 0 8 16,3 17 11-16,-3-17 13 0,0 0 9 0,0 0 5 15,17 8 7-15,-17-8 6 0,0 0 5 0,0 0 3 16,0 0 4-16,62-22 4 0,-47 16 3 0,1-4 2 15,-16 10 2-15,24-12 7 0,-15 4 5 0,-9 8 3 16,22-14 11-16,-22 14 14 0,19-10 8 0,-19 10 9 16,11-9 2-16,-11 9 4 0,0 0-9 0,0 0-8 15,16-8-2-15,-16 8-11 0,0 0-1 0,0 0-7 16,0 0-2-16,0 0-7 0,0 0 3 16,0 0 1-16,0 0 0 0,0 0 2 0,0 0-1 15,0 0 1-15,0 0 4 0,20 24-6 0,-20-24-3 16,0 0-8-16,5 14-11 0,-5-14-8 0,0 0 1 15,0 0-11-15,0 0-2 0,7 17 16 0,-7-17-10 16,0 0 5-16,0 0 5 0,0 0 4 0,12 7 1 16,-12-7 6-16,0 0 2 0,0 0 2 0,0 0 1 15,0 0 4-15,0 0 0 0,0 0 4 0,58-15-1 16,-58 15 4-16,17-9-2 0,-17 9-3 0,14-11 5 16,-14 11 6-16,0 0 9 0,18-10 8 0,-18 10 5 15,0 0 7-15,15-11 6 0,-15 11 1 0,0 0 0 16,0 0 1-16,18-7 1 0,-18 7-14 0,0 0-4 15,0 0-3-15,0 0-11 0,0 0-4 0,0 0-3 16,0 0-4-16,0 0-7 0,0 0 3 0,0 0 0 16,0 0 1-16,0 0 1 0,0 0-3 0,0 0 3 15,24 20 0-15,-24-20-5 0,0 0-19 16,3 16-5-16,-3-16-20 0,0 0-11 0,5 14-22 16,-5-14-24-16,0 0-22 0,0 0-17 0,0 0-21 0,7 18-25 15,-7-18-26-15,0 0-34 0,0 0-48 16,0 0-58-16,0 0-47 0,0 0-338 0,0 0-802 15,0 0 355-15</inkml:trace>
  <inkml:trace contextRef="#ctx0" brushRef="#br0" timeOffset="9476.1477">9234 367 247 0,'0'0'379'0,"0"0"4"15,0 0-12-15,0 0-17 0,0 0-32 0,0 0-27 16,0 0-37-16,0 0-23 0,0 0-41 0,0 0-54 15,0 0-63-15,0 0-73 0,0 0-76 16,0 0-69-16,0 0-90 0,0 0-239 0,0 0-508 16,0 0 225-16</inkml:trace>
  <inkml:trace contextRef="#ctx0" brushRef="#br0" timeOffset="9930.6055">9393 466 118 0,'0'0'506'0,"0"0"0"0,0 0-6 0,0 0-16 0,0 0-24 16,0 0-22-16,0 0-31 0,0 0-37 0,0 0-37 15,0 0-38-15,0 0-27 0,0 0-39 16,0 0-27-16,0 0-23 0,0 0-23 0,0 0-13 16,0 0-17-16,0 0-12 0,0 0-12 0,0 0-23 15,0 0-24-15,0 0-15 0,0 0-23 0,9 18-17 16,-9-18-20-16,0 0-22 0,0 21-20 0,0-21-14 0,0 0-12 15,0 0 2-15,0 18 1 0,0-18 3 0,0 0 10 16,0 0 6-16,9 16 3 0,-9-16 12 0,0 0 2 16,0 0 9-16,16 5 6 0,-16-5 7 0,0 0 3 15,0 0-1-15,0 0 5 0,0 0 1 0,44-18 8 16,-44 18-4-16,19-14 17 0,-19 14 9 16,15-15 14-16,-15 15 23 0,13-10 10 0,-13 10 3 15,9-10 21-15,-9 10 18 0,0 0 1 0,0 0-7 16,17-10-13-16,-17 10-8 0,0 0-15 0,0 0-11 15,0 0-8-15,0 0-10 0,0 0-3 0,0 0 0 16,0 0-1-16,0 0-5 0,0 0 0 0,0 0-2 16,23 24 0-16,-23-24-1 0,0 0-8 0,5 19-30 15,-5-19-33-15,4 16-26 0,-4-16-23 0,0 0-33 16,10 18-39-16,-10-18-42 0,10 9-45 0,-10-9-53 16,0 0-63-16,24 5-359 0,-24-5-797 0,0 0 353 15</inkml:trace>
  <inkml:trace contextRef="#ctx0" brushRef="#br0" timeOffset="10415.5286">9788 446 60 0,'0'0'304'0,"0"0"-7"0,0 0-16 0,0 0-20 15,0 0-14-15,0 0-17 0,0 0-19 0,0 0-10 16,0 0-20-16,0 0-10 0,0 0-14 0,0 0-14 15,0 0-9-15,0 0-14 0,0 0 1 0,0 0-19 16,0 0-9-16,0 0-8 0,0 0-1 16,0 0-10-16,0 0-3 0,0 0 0 0,0 0 8 0,0 0 5 15,51 7 10-15,-51-7 4 0,32-2-6 0,-32 2 4 16,28-7 3-16,-13 1 4 0,-15 6-1 0,23-7-3 16,-23 7 9-16,21-9 10 0,-21 9 3 0,0 0-3 15,18-7-10-15,-18 7-12 0,0 0-4 0,0 0-15 16,14-10-12-16,-14 10-7 0,0 0-12 0,0 0-7 15,0 0-3-15,0 0-5 0,0 0-5 16,0 0-10-16,0 0 4 0,-36-20-9 0,36 20-2 16,0 0 1-16,0 0-5 0,-49 16-1 0,49-16-7 15,-28 15-16-15,14-4-1 0,4-3-6 0,10-8 1 16,-20 17-2-16,12-7 1 0,8-10-1 0,-8 21 7 16,8-21-2-16,-1 20 6 0,1-20 5 0,8 19 0 15,-8-19 0-15,21 17 8 0,-4-8 17 0,10 1 17 16,-7-4 8-16,8 0 15 0,0-3 7 15,4 0 8-15,0-1 8 0,-2-1 0 0,0-3 2 16,-30 2 14-16,39-4-3 0,-20 2-3 0,-19 2-8 16,38-7-7-16,-22 2-10 0,-16 5-7 0,0 0-2 0,29-6-39 15,-29 6-53-15,0 0-64 0,0 0-78 16,19-6-73-16,-19 6-96 0,0 0-126 0,0 0-407 0,0 0-956 16,0 0 423-16</inkml:trace>
  <inkml:trace contextRef="#ctx0" brushRef="#br0" timeOffset="12512.2577">1546 1165 2 0,'0'0'288'0,"-4"1"-10"15,4-1-10-15,0 0-14 0,0 0-23 0,0 0 8 16,0 0-11-16,0 0-8 0,0 0-10 0,0 0-12 16,0 0-12-16,0 0-7 0,0 0-2 0,0 0-12 15,0 0-12-15,0 0 0 0,0 0-18 0,0 0 6 16,0 0-7-16,0 0-6 0,0 0-4 0,0 0-6 16,0 0-14-16,0 0-5 0,0 0-7 0,0 0-15 15,0 0-8-15,0 0 0 0,0 0-8 0,0 0-8 16,0 0-7-16,0 0-1 0,0 0-11 0,24 1 4 15,-24-1-8-15,12 0-2 0,-6 0-3 0,2-1-4 16,0 1 3-16,-2-1-4 0,4 1-3 0,2 0 0 16,-2 0-3-16,3-1-9 0,-2 1 6 15,2 0 4-15,2 1 6 0,2-2-3 0,2 0 8 16,-6 1-5-16,9 0 1 0,-5 0-15 0,1-3 18 16,3 3 6-16,-3-2 6 0,1 2 0 0,0-1 1 15,-6 0-2-15,2 1 3 0,2-3 5 0,-3 2-4 16,3 1 0-16,-5-3-9 0,1 1 4 0,1 1-3 15,4 1-1-15,1-1-3 0,-6 0-4 0,6 1 0 0,-1-2-6 16,1 0 1-16,-6 0-3 0,1-1-2 16,6 2-1-16,-4 0 2 0,2 0 0 0,0-1-2 15,-1 0-6-15,1 1-5 0,2 0 9 0,-3-2-6 16,1 2-4-16,0-1 3 0,0 2 1 0,4-3 0 16,-3 1 1-16,-2 1-1 0,3-1-3 0,-2 2 2 15,2 0-3-15,-1-3 2 0,1 2 1 0,0-2-1 16,3 1-1-16,-1 1 1 0,-2 0 0 0,2-3-8 15,0-1 8-15,-3 5-1 0,4-1-1 0,5-1 1 16,-7-2-1-16,7 2 0 0,-7 0 0 16,1 1-1-16,-3-2 3 0,3 0-5 0,-3 3 0 0,0-1 0 15,2-2 5-15,-2 3-1 0,-4-1-4 16,3 0 2-16,0 0 0 0,0 1 1 0,-4-2 1 16,4 2-10-16,-4-2 7 0,5 1 3 0,-1-1 0 0,0 2-2 15,0 0-1-15,0-2-3 0,1 0 7 0,-1 1 0 16,0 1-2-16,2 0 2 0,-2 0-9 15,1-3 6-15,3 2 5 0,-4 0-5 0,1 0 2 16,-2 1 0-16,2 0-2 0,-1 0-2 0,0-2 1 16,-3 1 1-16,2 1 0 0,0-1 3 0,-2 1-3 15,-2-1-3-15,3 1 2 0,0 0-1 0,-3-2 1 16,4 2 1-16,-4 0-2 0,4 0 10 0,1 2-10 16,-1-2 1-16,0-2 3 0,2 2 1 0,-3 0-1 15,2 0-6-15,0-1 2 0,1 0 2 0,2-2-2 16,-2 3 3-16,-1-3 2 0,4 2-1 0,-3-1 3 15,-1-1-5-15,2 5 2 0,-2-2-4 0,1 0-3 16,2-3 3-16,-2 0 0 0,0 3-1 0,-1 0 5 16,4 0-1-16,-3-1-9 0,-3-1 9 0,5 1 1 15,-3 2 3-15,0 1-7 0,3-4 4 0,0 2-5 16,-1-2 0-16,2 2 3 0,0-3 1 0,-3 2 2 16,4 1-2-16,-2-2 2 0,0 1-3 0,2-1 1 15,-3 4 0-15,1-2-1 0,-2-2-1 0,0 1-2 16,-2-1 1-16,2 1 4 0,-2 1-1 15,-3-1-2-15,-1 1 1 0,0-2-5 0,4-2 8 16,1 4-4-16,0 0 4 0,-4 2-4 0,4-4-1 16,1 1 2-16,3 1 0 0,-4 0-2 0,2 0 4 15,0-1 1-15,-1 1-3 0,1 0-5 0,0-1 9 16,0 0-9-16,-1 0 1 0,0 1 1 0,1 0 8 16,2-2-5-16,0 2 0 0,-3 0 4 0,3 0-8 15,-1 0 6-15,-1 0-1 0,1-1 0 0,0 1-4 16,-1-1 2-16,1 0 1 0,0-1 0 0,1 0 1 15,-4 1 3-15,4 1-1 0,-3 0-6 0,3-3 1 16,-2 2 3-16,-1-1-2 0,2 2-1 0,-2-1 0 16,1 0 4-16,2-1-2 0,-5 1 0 0,-1 1 0 15,5-2-3-15,-9 2 2 0,1 2-3 0,1-4 0 16,-1 2 6-16,0-2-3 0,-3 2 1 0,2 0-2 16,-2 0-2-16,1-2-3 0,-2 2 2 0,4 0-2 15,-3 0 0-15,3 0 1 0,-3-1-3 0,3 2 4 16,0-2-1-16,-3 0 0 0,3 1-1 15,0 0 3-15,0-2-1 0,-2 2-2 0,-11 0 3 16,22 2 0-16,-10-2-1 0,-1 0-6 0,1 0 0 16,0 0 4-16,2 0-1 0,0-2-9 0,1 2 1 15,6-1 0-15,-2 2 2 0,-1-2 4 0,1 1-2 16,-6 0 1-16,10-2-3 0,-5 2-1 0,-5 0-1 16,6 0 3-16,-7-1-3 0,6 1 2 0,0 0 2 0,0-1 1 15,0 0 1-15,-4 1-3 0,3 0 3 0,-2-2 2 16,2 1 2-16,-3 1 1 0,4 0-5 15,1-1 6-15,0 2-4 0,-1-1-1 0,1-1 7 16,-4 0-4-16,7-2 3 0,-4 5 1 0,-1-2-1 16,-1 0-4-16,-3 0 2 0,1 0 3 0,0 0 1 15,-1 0 3-15,0 0-4 0,-2 0-3 0,-11 0 4 16,14 0 0-16,-5 0 1 0,-9 0-5 0,10 1 1 16,-10-1 1-16,11 0-3 0,-11 0 6 0,9 0-5 15,-9 0-4-15,9 0 14 0,-9 0-6 0,0 0 8 16,11 0-8-16,-11 0-1 0,0 0 5 0,0 0-3 15,9 0-1-15,-9 0 3 0,0 0-3 0,0 0-2 16,0 0-6-16,0 0-13 0,0 0-11 0,0 0-13 16,0 0-31-16,0 0-16 0,5 2-46 0,-5-2-51 15,0 0-71-15,0 0-79 0,0 0-394 0,0 0-795 16,0 0 352-16</inkml:trace>
  <inkml:trace contextRef="#ctx0" brushRef="#br0" timeOffset="14171.9112">7198 980 106 0,'0'0'247'16,"-3"3"-4"-16,3-3-2 0,0 0-18 0,-5 1-8 15,5-1-17-15,-5 1-15 0,5-1-1 0,0 0-13 16,-7 2-8-16,7-2-6 0,-4 2-12 0,4-2 0 16,0 0-10-16,0 0-18 0,-11-2 4 0,11 2-7 15,-8-2-7-15,8 2-2 0,0 0-7 0,-9 0-12 16,9 0-14-16,0 0 6 0,-9-2-14 15,9 2-1-15,-9 0-1 0,9 0 3 0,-9 0 2 16,9 0-10-16,-6 0 1 0,6 0 0 0,-8-2-13 16,8 2 19-16,-9 0 10 0,9 0-3 0,0 0 1 15,-6-1 5-15,6 1 3 0,0 0-1 0,0 0-1 0,0 0 0 16,0 0 2-16,0 0-6 0,0 0-3 16,0 0-1-16,0 0-2 0,-7 3 2 0,7-3-5 15,0 0 0-15,0 0-3 0,0 0 3 0,0 0 0 16,0 0-3-16,0 0-4 0,0 0-4 0,0 0-9 15,0 0-2-15,0 0-3 0,0 0-6 0,13-6-5 16,-13 6 0-16,13-1-2 0,-7-1-2 0,2 1-3 16,6-1-3-16,-5 1-3 0,3 1-1 0,2-1 1 15,0-1-4-15,0-2-2 0,-1 4 1 0,6-1-3 16,-1-1 0-16,-4 1 1 0,5 1-3 0,0-1 1 16,4-2 3-16,-5 2-8 0,1-1 8 0,0 1-5 15,3 2 4-15,-2-1-3 0,-2-1-2 0,2 1-1 16,1-2 2-16,-5 1 1 0,4 1 0 0,-3 0-1 15,-1-1 3-15,3-1-3 0,1 2 0 0,-4 0-1 16,2 0-1-16,3-3 4 0,-2 3-1 0,-1 0-3 16,-1-1-1-16,0 0 1 0,-3 0 0 0,0 1-2 15,0-2 6-15,5 1-6 0,1 1 2 0,-4-1-4 16,3 1 2-16,-2-1 3 0,2 0 0 16,2-2-2-16,-2 3 6 0,-1 0-14 0,2-4 10 15,0 2-5-15,2-1 2 0,0 2 3 0,1-1 0 0,0 2 1 16,-2-2-1-16,7-1 1 0,-5 2 0 15,-4-3-3-15,1 2 6 0,8-1-5 0,-6 1 8 16,1 1 3-16,-5-2 5 0,1 1 3 0,0 1 0 16,2-1 0-16,-2 1-1 0,0-1-6 0,-19 2 3 0,33-4-1 15,-33 4 1-15,30-2-5 0,-30 2 0 16,33-6-2-16,-33 6 1 0,32-3-4 0,-32 3 1 16,37-1-3-16,-37 1 2 0,34-3-2 0,-34 3-1 15,36-3-1-15,-15 0 4 0,-21 3-2 0,35-1-3 16,-35 1-1-16,31 0 4 0,-31 0 0 0,36-3-4 15,-36 3 0-15,36-1 0 0,-36 1 3 0,34 0-5 16,-34 0 4-16,36 1-2 0,-36-1 1 0,38-3 0 16,-38 3 0-16,40-1-1 0,-22 0 0 0,-18 1 2 15,43 0-2-15,-43 0 3 0,39-3-3 0,-39 3 3 16,38-3-6-16,-15 3 3 0,-23 0-1 0,51-1 1 16,-22 1 0-16,-29 0-1 0,44-2 5 0,-17 0-3 15,-27 2-1-15,50 0-2 0,-30-2 1 0,-20 2 0 16,42-1-6-16,-21 0 6 0,-21 1 0 0,41 0 3 15,-41 0-2-15,39-1 0 0,-16-1-4 0,-23 2 1 16,39-3 3-16,-39 3 1 0,39-3-3 0,-17 3-1 16,-22 0 3-16,40-2 0 0,-40 2 3 0,38 0-12 15,-38 0 9-15,37-1-3 0,-37 1 4 0,31 0-2 16,-31 0-4-16,35-1-1 0,-35 1-5 0,36 0 2 16,-36 0-6-16,36-1 2 0,-36 1-1 15,40-3 2-15,-19 3 1 0,-21 0-3 0,50-4 1 16,-31 2 1-16,-19 2 3 0,50-1-6 0,-19 1 3 15,-31 0 3-15,41-3-5 0,-13 2 5 0,-28 1 1 16,38 3 0-16,-38-3 2 0,42-3 2 0,-19 3 0 0,-23 0-3 16,44-2 2-16,-44 2 0 0,42-2 1 0,-22 1 2 15,-20 1-4-15,43 0 4 0,-43 0 0 0,40 0-1 16,-40 0 2-16,40 0-2 0,-17 0 1 16,-23 0 1-16,40 0 1 0,-40 0-2 0,37 0-4 15,-37 0 4-15,36 0 1 0,-36 0-2 0,25 0 4 16,-25 0 1-16,0 0-3 0,32 1 0 0,-32-1-3 15,0 0 3-15,0 0 0 0,0 0 2 0,31 0 0 16,-31 0-2-16,0 0 0 0,0 0 0 0,0 0-2 16,0 0-10-16,0 0-10 0,0 0-9 0,0 0-17 15,0 0-13-15,0 0-17 0,0 0-21 0,0 0-23 16,0 0-32-16,0 0-30 0,0 0-41 0,0 0-48 16,0 0-68-16,0 0-92 0,0 0-240 0,0 0-729 15,0 0 322-15</inkml:trace>
  <inkml:trace contextRef="#ctx0" brushRef="#br0" timeOffset="15828.1827">3885 1731 233 0,'0'0'340'0,"-4"-3"4"0,4 3-5 16,0 0 10-16,0 0 8 0,0 0 6 0,0 0 2 15,0 0-3-15,0 0-6 0,0 0-9 0,0 0-11 16,0 0-10-16,0 0-14 0,0 0-14 0,0 0-11 15,0 0-16-15,0 0-4 0,0 0-18 0,0 0-23 16,0 0-27-16,0 0-18 0,0 0-25 0,0 0-18 16,0 0-16-16,0 0-10 0,0 0-20 0,0 0-21 15,0 0-1-15,0 0-13 0,5 13-5 0,-4-5-7 16,2 0 14-16,-2 4-23 0,2 0 2 0,-2 6-3 16,4 2-8-16,-1-2 0 0,-3-1-6 0,5 3 4 15,0-2-2-15,-5 2-6 0,3 4 9 0,-3-5-11 16,-1-1-1-16,5 3 9 0,-2-2-8 0,-3-1-2 15,1 0-4-15,0-2 1 0,-1-1 4 0,0-1-2 16,1-3-7-16,1 1 4 0,-2-2-4 0,0-3 6 16,0-2-3-16,1 2-8 0,-1-7 7 0,0 11-1 15,3-8 4-15,-3-3-11 0,0 0 7 16,-3 9-4-16,3-9-14 0,3 4-11 0,-3-4-33 0,0 0-17 31,0 0-28-31,0 0-31 0,0 0-36 0,0 0-51 0,0 0-85 0,0 0-85 0,0 0-84 0,11-20-67 16,-2 11-404-16,-1-1-1022 0,-2-2 453 0</inkml:trace>
  <inkml:trace contextRef="#ctx0" brushRef="#br0" timeOffset="16219.0839">4147 1901 272 0,'0'0'390'0,"2"-5"10"16,-1 3 7-16,-1 2-8 0,0-5-18 0,0 5-24 15,0 0-25-15,0 0-20 0,0 0-22 0,0 0-27 0,0 0-26 16,3-4-21-16,-3 4-24 0,0 0-25 16,0 0-17-16,0 0-16 0,0 0-18 0,0 0-9 15,0 0-8-15,0 0-10 0,-9 15-9 0,4-10-8 16,2 0-2-16,-3 3-8 0,2 0-2 0,-1 1-1 16,1 1-9-16,-3 0 2 0,-1 5 5 0,-1-3-2 15,-4 2-7-15,8-3-2 0,-4 5-4 0,0-4-1 16,0 4-4-16,-1-2-6 0,-3 1-2 0,1-3-1 15,2 2-2-15,1-3-5 0,2-1 3 0,1-3-6 16,2-2 2-16,0 1-3 0,1 0 0 0,-1-2-2 16,2-2 2-16,2-2-2 0,-3 5 5 0,3-5-1 15,-1 4 2-15,1-4-1 0,0 0 0 0,0 0-1 16,0 0-19-16,0 0-26 0,0 0-17 0,0 0-21 16,0 0-23-16,0 0-28 0,0 0-43 0,9-17-52 15,-5 12-40-15,-2-1-31 0,2-1-51 0,1 1-48 16,2-2-59-16,-2 0-254 0,0-2-749 15,1 0 331-15</inkml:trace>
  <inkml:trace contextRef="#ctx0" brushRef="#br0" timeOffset="16515.9212">4124 1957 235 0,'0'-4'290'0,"0"4"19"0,0 0 8 0,0-9 7 15,0 4 17-15,0 2 12 0,0 3 5 0,-3-6 3 16,3 6 3-16,0-5-1 0,0 5-3 15,0 0-19-15,0 0-19 0,3-4-24 0,-3 4-28 16,0 0-27-16,0 0-26 0,0 0-31 0,5-2-21 16,-5 2-23-16,0 0-13 0,0 0-12 0,0 0-12 15,10 12-10-15,1-7-10 0,-2 3-12 0,0-1-4 0,1 2-3 16,1 0-11-16,3 0-1 0,0 1-3 16,-2 0-7-16,1-1-8 0,0 1-2 0,-4-2-4 15,4-1-7-15,-4 0-1 0,0 0-10 0,1-1-15 16,-1 0-20-16,-5-1-13 0,1-1-15 0,0-2-17 15,0 2-16-15,-1-2-15 0,-4 1-15 0,0-3-17 16,0 0-9-16,8 3-7 0,-8-3-18 0,0 0-19 16,0 0-53-16,0 0-55 0,1-11-31 0,-1 11-43 15,0-12-25-15,0 2-25 0,0-1-250 0,0-1-720 16,0 0 320-16</inkml:trace>
  <inkml:trace contextRef="#ctx0" brushRef="#br0" timeOffset="16907.3742">4387 1826 146 0,'5'-9'214'0,"-4"2"17"0,3-2 14 0,-3 0 25 16,2 0 7-16,-2 0 19 0,2 3 16 0,-2 1 11 16,0-1 10-16,1 1 10 0,-1 1 5 0,-1 0-1 15,1-1 2-15,-1 5-5 0,2-6-11 0,-2 6-13 16,0 0-9-16,-2-7-9 0,2 7-16 16,2-4-8-16,-2 4-16 0,0 0-18 0,0 0-20 15,0-3-16-15,0 3-22 0,0 0-20 0,0 0-19 0,0 0-19 16,0 0-6-16,0 0-28 0,0 0-12 0,0 0-9 15,0 0-26-15,0 0-47 0,0 0 0 0,-2 19 0 16,1-8 0-16,-2 4 0 0,1 1 0 16,-1 0 0-16,-1 0 0 0,-1 2 0 0,0 3 0 15,1-2 0-15,-2 6 0 0,1 1 0 0,-3-1 0 16,3-7 0-16,0 1 0 0,2-3 0 0,0-3 0 16,0-2 0-16,-1 0 0 0,3-3 0 0,0 2 0 15,-2-2 0-15,3 1 0 0,0-4 0 0,-1 2 0 0,-2-3 0 16,3-4 0-16,0 6 0 0,0-6 0 0,-1 7 0 15,1-7 0-15,0 0 0 0,-3 4 0 16,3-4 0-16,0 0 0 0,0 0 0 0,0 0-80 16,0 0-162-16,0 0-86 0,0 0-70 0,0 0-61 15,0 0-72-15,4-22-495 0,0 11-1111 0,1-5 492 16</inkml:trace>
  <inkml:trace contextRef="#ctx0" brushRef="#br0" timeOffset="17438.5477">4856 1973 352 0,'0'0'370'0,"0"0"-11"0,0 0 6 16,0 0 0-16,0 0-6 0,0 0-4 0,0 0-2 15,0 0-7-15,0 0-2 0,0 0-4 0,0 0-13 16,0 0-11-16,0 0-22 0,0 0-13 0,0 0-20 15,0 0-14-15,0 0-21 0,0 0-21 0,0 0-25 16,0 0-27-16,0 0-13 0,15-11-12 0,-2 9-19 16,1-1-4-16,3-1-7 0,-2 2-9 0,3-1-21 15,-4-1-23-15,0 1-21 0,-2 1-21 0,-1 0-25 16,0 1-26-16,-4-2-33 0,-3 3-42 0,-4 0-61 16,10-1-57-16,-5 0-62 0,-5 1-74 15,0 0-63-15,0 0-55 0,0 0-321 0,0 0-883 16,-24 5 390-16</inkml:trace>
  <inkml:trace contextRef="#ctx0" brushRef="#br0" timeOffset="17704.1393">4843 2078 342 0,'-4'3'404'0,"4"-3"21"0,0 0 2 0,0 0-9 15,-1 1-5-15,1-1-28 0,0 0-21 0,0 0-24 16,0 0-18-16,18 0-18 0,-9-1-22 0,4-2-23 15,-1 0-28-15,5-1-25 0,-3 2-21 0,2-3-16 16,1 1-15-16,4 0-14 0,-2-1-19 0,0 2-9 16,-2 0-13-16,2 0-9 0,-1 0-11 0,-7 1-7 15,2 0-10-15,-2 0-7 0,1 1-4 0,-2-1-6 16,-1 0-3-16,-4 1-4 0,-5 1-7 0,9-1-3 16,-9 1-18-16,8-1-22 0,-8 1-35 0,0 0-34 15,5 0-42-15,-5 0-52 0,0 0-54 0,0 0-63 16,0 0-72-16,6-1-74 0,-6 1-386 0,0 0-893 15,0 0 394-15</inkml:trace>
  <inkml:trace contextRef="#ctx0" brushRef="#br0" timeOffset="18642.8361">5868 1628 388 0,'0'-5'428'0,"0"5"14"0,0-5-11 0,0 5-14 0,0-5-12 15,0 5-12-15,0-6-13 0,0 6-19 0,0-5-16 16,0 5-15-16,0-6-20 0,0 6-19 16,0 0-20-16,-2-2-26 0,2 2-30 0,0 0-17 0,0 0-27 15,0 0-22-15,0 0-18 0,0 0-21 0,0 0-17 16,0 0-3-16,0 0-8 0,6 18-9 0,-5-11-9 16,3 5-7-16,0-1-4 0,0 0-8 0,1 6-2 15,-1-2-7-15,1 2 1 0,-1 0-3 16,-1-1-5-16,-1 1-9 0,0 0-23 0,0 0-14 15,-2-1-15-15,2 1-10 0,-2-6-12 0,0 3-14 16,1-4-13-16,-1 2-18 0,0-2-8 0,2-2-11 16,-2-1-6-16,0 1 3 0,1-5 6 0,-1 1 6 0,1-1 18 15,-1-3 12-15,2 5 11 0,-2-5 8 16,0 0 2-16,0 0 13 0,0 0 0 0,15-6 17 16,-11 1 17-16,-1 0 7 0,3-3 2 0,-2 2 2 15,1-2 11-15,1 1 10 0,-2 2 4 0,2-1 0 16,-3 1-3-16,1 0 1 0,-1 1-4 0,1-1 1 15,1 1 0-15,-1 2-1 0,0-1-4 0,-1-1 1 16,0 1-7-16,3 1-3 0,-6 2 0 0,12 4-3 16,-4-4 2-16,1 2-3 0,0 1 3 0,1 2-6 15,2 0 0-15,-1 0 6 0,-2-1-5 0,3 3 1 16,-1 0-2-16,-2-1 2 0,3 0 3 0,-2 0 0 16,-1-3-1-16,0 1 0 0,-3 0 3 0,2 0-4 15,-3-1 1-15,1-1 0 0,-2 0 0 0,1-2 7 16,-5 0-2-16,8 3 2 0,-8-3 4 0,7-1-2 15,-7 1 8-15,8-5 25 0,-4 0 26 0,-1 0 17 16,0-1 6-16,0-3 1 0,3-2 12 0,-6 0 1 16,4-4 6-16,0-3-3 0,-4 0 8 0,0 1 16 15,0-1-2-15,-3-1 3 0,3-1 12 0,-1 5 14 16,-2-2 11-16,2 5-3 0,1 0-2 0,-1 0-121 16,-2 4-47-16,1 2 0 0,2-2 0 0,0 4 0 15,0 0 0-15,0-2 0 0,0 2 0 0,-3 1 0 16,3-1 0-16,0 4 0 0,-1-7 0 0,1 7 0 31,0 0 0-31,0-5 0 0,0 5 0 0,0 0 0 0,0 0 0 0,0 0-176 0,0 0-217 16,9 16-81-16,-7-12-62 0,5 5-72 0,-2-1-393 0,-1-1-1085 15,4-2 481-15</inkml:trace>
  <inkml:trace contextRef="#ctx0" brushRef="#br0" timeOffset="19285.9648">6393 1770 84 0,'0'0'386'0,"0"0"-6"0,5-11-8 0,-5 11-6 0,0 0-20 0,0 0-18 0,0 0-21 31,0 0-4-31,0 0-12 0,0 0-15 0,0 0-17 16,0 0-21-16,0 0-17 0,0 0-21 0,0 0-22 16,0 0-18-16,0 0-12 0,0 0-20 0,0 0-14 0,0 0-13 0,0 0-11 0,0 0-14 0,0 0-3 15,0 0-13-15,0 0-3 0,3 11-8 0,-3-7-5 32,1 0-3-32,3-1-4 0,-4 2 2 0,0 0-7 15,1 2-2-15,1-2-7 0,0 2 3 0,2-2-1 16,-4 1-4-16,1 3-3 0,1-2-1 0,-1 0-1 15,-1 0-2-15,1-1-1 0,2 1-9 0,-1-1-10 16,-2 0-7-16,1-1-6 0,-1-5 1 0,3 7-2 16,-3-4 3-16,0-3 1 0,3 7 9 0,-3-7 2 0,1 3 4 0,-1-3 13 0,0 0 23 15,0 0-2-15,0 0-3 0,0 0-3 0,12-12 3 32,-6 7 12-32,-4-2 3 0,3-1 9 0,-1-1 13 0,3 1 5 0,-2 1 0 0,-1 1-2 0,2-2 8 0,-2 2 1 15,0 0-1-15,-3 0-5 0,4 2 3 16,-1-3-14-16,-1 3-5 0,-3 4-5 0,2-7-7 15,-2 7-5-15,4-4-7 0,-4 4-10 0,0 0-5 16,5-4 2-16,-5 4-6 0,0 0-6 0,0 0 3 16,0 0-6-16,0 0-2 0,0 0 2 0,13 9 1 15,-11-3 2-15,1-2-3 0,1 2-2 0,0-1 1 16,2 1-2-16,-2 0 2 0,1 0 4 0,-1 1-3 16,4-1-3-16,-5-1 1 0,1 0 2 0,0 0-1 15,0 1 3-15,0-2 1 0,-2 1-7 0,2-2-2 16,0 1-3-16,-4-4 5 0,4 4-1 0,-4-4-2 15,6 6 1-15,-6-6-1 0,3 3-1 0,-3-3 0 16,0 0-6-16,0 0-7 0,5 4-5 0,-5-4-14 16,0 0-18-16,0 0-38 0,0 0-75 0,0 0-84 15,0 0-66-15,0 0-65 0,0 0-87 0,0-16-448 16,0 16-991-16,-3-8 438 0</inkml:trace>
  <inkml:trace contextRef="#ctx0" brushRef="#br0" timeOffset="19894.1435">5866 2175 15 0,'-8'0'370'0,"-1"-2"-11"15,-3 0-14-15,1 2-18 0,2-1 1 0,-4 2-21 16,8-1-26-16,-6-1-10 0,4 1-17 0,-2-1-22 16,9 1-11-16,-10 0-22 0,10 0-20 0,-8 0-10 15,8 0-20-15,0 0-13 0,-7 0-10 0,7 0-13 16,0 0-8-16,0 0-10 0,0 0-5 0,0 0 3 15,-7 1-13-15,7-1-3 0,0 0-10 0,0 0-2 16,0 0-3-16,22-1 4 0,-8 1 10 0,4 1 13 16,14-2 5-16,-1 1-5 0,7-3-5 0,13 1-7 15,9-3-8-15,33 1-7 0,3-9-7 0,3 5-4 16,-1-3-10-16,7 5 3 0,0-7 12 0,1 7 35 16,-12-4 9-16,-32 3-2 0,-5 6-2 0,-4-4-12 15,-14 3-7-15,-6 0-10 0,-2 2-7 0,-8-1-1 16,-8 0-10-16,-3 0-4 0,2 1-8 0,-6 1-8 15,-3-1-3-15,0 0-2 0,-5 0-18 0,10-1-24 16,-10 1-27-16,5 3-12 0,-4 0-20 0,-1-3-33 16,0 0-39-16,-7 8-47 0,2-4-65 0,-4-2-65 15,0 1-64-15,-3-2-84 0,1 1-346 0,-2 2-886 16,-6-4 392-16</inkml:trace>
  <inkml:trace contextRef="#ctx0" brushRef="#br0" timeOffset="20693.3705">5946 2451 109 0,'0'0'372'16,"0"0"1"-16,0 0-8 0,0 0-9 0,0 0-15 15,0 0-15-15,1-5-17 0,-1 5 6 0,0 0-3 16,0 0-11-16,0 0-17 0,0 0-15 0,0 0-9 16,-4-7-11-16,4 7-10 0,0 0-7 0,0-5-13 15,0 5-19-15,0 0-14 0,2-6-18 0,-1 4-21 16,-1 2-14-16,3-6-14 0,-2 5-14 0,2-2-10 15,0 0-7-15,1-1-14 0,0 1-9 0,1 1-7 16,-5 2-6-16,10-1-13 0,-5 1-1 0,4-1-3 16,0 2-6-16,-1-1-7 0,6 1-1 0,-4 1-7 15,3 2 4-15,1 2-3 0,-5-2-5 16,4 2 0-16,-3 2-1 0,4 2-5 0,-5 1 1 0,1-3-3 16,-2 2 3-16,1 4-1 0,0 1 3 0,-3-1-3 15,1 1 1-15,-3 2-2 0,-2-1-1 0,-1 0 0 16,-1-5-1-16,-1 5-7 0,0-2-6 0,-2-2-6 15,-1 0-6-15,-1-1 1 0,3-1-4 16,-2-1-4-16,0 1-3 0,-1-4-1 0,1-1-1 16,2-1 3-16,-1 0 4 0,0-2 6 0,2 2 10 0,1-4 5 15,-1 4 17-15,1-4 9 0,0 0-1 0,0 0-2 16,0 0-4-16,5-15 1 0,-2 9 4 0,0-6 4 16,4 1 3-16,-5 0 3 0,5 0 5 0,-2 0 5 15,3-5 5-15,-1 2-6 0,-1 2 4 16,2 2-6-16,-1-5 7 0,-1 5-2 0,0 1 11 15,1 1-1-15,-1-2-11 0,1 4 0 0,-1-3-6 16,-1 3-7-16,-3 1-1 0,1 1-3 0,-3 4-3 16,8-4-3-16,-7 1-6 0,-1 3-3 0,0 0-7 0,15 3 13 15,-15-3-11-15,13 7 2 0,-5-3 0 16,2 4 2-16,-2 1-3 0,-1 0 0 0,0 1 0 16,2 0 2-16,-2 3-3 0,-1-4 0 0,0 3 3 15,-1 4-2-15,-1-4 4 0,3 2-5 0,-1 0 3 16,-1-1-3-16,-1 3 1 0,-1-5 1 0,0 1 1 15,1-1-1-15,-2 1 3 0,1-1-4 0,-1-2 3 16,2 2 3-16,0-4-2 0,-4 2 0 0,3-3-3 16,-1 0 3-16,2-1-4 0,-3 1 5 0,2-2-5 15,-3-4 5-15,6 9 5 0,-6-9 0 0,8 5-6 16,-3-4-6-16,-5-1-12 0,7 0-31 0,-7 0-40 16,0 0-49-16,13-4-41 0,-9 1-57 0,4-2-76 15,-3 0-93-15,0-2-98 0,0 1-449 0,3-4-1025 16,1-1 454-16</inkml:trace>
  <inkml:trace contextRef="#ctx0" brushRef="#br0" timeOffset="21555.0354">6572 2685 370 0,'7'-4'408'0,"-7"4"-4"0,2-4-16 0,-2 4-3 15,5-2-13-15,-5 2-9 0,2-5-11 0,-2 5-10 16,5-2-15-16,-5 2-21 0,2-2-13 0,-2 2-17 15,0 0-18-15,0 0-20 0,0 0-29 0,0 0-18 16,0 0-25-16,0 0-20 0,0 0-13 0,0 0-23 16,0 0-5-16,7 6-11 0,-6-3-7 0,4 2-12 15,-2-2-3-15,0 2-11 0,0 1-6 0,1-1-5 16,1 3-4-16,-2 1-12 0,-1-4 4 0,2-1-6 16,0 3 0-16,-2 0-7 0,2 0 2 0,-4 2-5 15,3-2 1-15,-3 1-7 0,1-2 5 0,0 1-5 16,3-2-7-16,-4 0-3 0,0-2-5 0,0 2-2 15,0-1-2-15,1 0 2 0,-1-1 2 0,0-3 3 16,0 0-4-16,3 5 10 0,-3-5 1 0,0 0 5 16,0 0 9-16,0 0 7 0,0 0 2 0,0 0-9 15,0 0 1-15,0 0-5 0,3-13 10 0,-1 8-9 16,-2 0-1-16,4-1-3 0,-4 1 10 0,5-2-4 16,-4 1-1-16,3 2 8 0,-3-3-4 0,3 4-4 15,-3-2-1-15,2-1-1 0,-2 1 1 0,2 3-4 16,-2-4-3-16,3 2-3 0,-4 1-3 0,0 3 1 15,5-4-3-15,-5 4 1 0,5-4-3 0,-5 4-1 16,0 0-6-16,0-3-2 0,0 3-9 0,0 0 6 16,0 0 4-16,0 0-7 0,0 0 1 0,9 6 0 15,-5-4-7-15,-1 1-1 0,-1 0-11 0,2 3 1 16,1-2-6-16,-3-1-9 0,1 1-3 0,-3 2 3 16,4-2-8-16,-1-2-4 0,-1 1 1 0,1 3 1 15,-3-6-6-15,1 2-3 0,2 1 5 0,-3-3-9 16,2 3 13-16,-2-3 7 0,0 0 6 0,0 0 0 15,0 0 14-15,0 0 9 0,0 0 9 0,0 0 2 16,0 0-2-16,10-6 1 0,-6 0 3 0,0 1 1 16,1 0 2-16,-1-4 2 0,2 3 4 0,2-3 0 15,-4 3 3-15,1 0 4 0,-3 2 4 0,2-3 3 16,0 1-2-16,1 3-8 0,3-2 0 0,-3 1 4 16,-1 0-3-16,0 2-2 0,-2-1-3 0,-2 3-1 15,10 0-4-15,-10 0 1 0,9 3-4 0,-1 1 5 16,-4-2-4-16,1 2 1 0,1 0 0 0,-2 0-2 15,1 2 2-15,0 1 1 0,-1-2 1 0,3 0 4 16,-1 1-6-16,-2 1 2 0,-3-2 0 0,3 1-1 0,1 0-2 16,-2-2 0-16,-2 0-7 0,2 3-3 15,-1-5-10-15,-2 0-10 0,0-2-6 0,4 5-7 16,-4-5-10-16,0 1-10 0,4 3-13 0,-4-4-21 16,0 0-23-16,0 0-30 0,0 0-62 0,0 0-75 15,0 0-60-15,0 0-79 0,6-10-367 0,-3 6-859 16,-2-4 381-16</inkml:trace>
  <inkml:trace contextRef="#ctx0" brushRef="#br0" timeOffset="23931.7601">7597 1931 168 0,'0'0'258'0,"-1"2"-7"0,1-2-5 0,0 0-10 0,0 0-4 16,0 0-7-16,0 0-6 0,0 0-13 16,0 0 6-16,4 4-5 0,-4-4 6 0,0 0-3 15,0 0 7-15,0 0 0 0,0 0 5 0,0 0 5 16,0 0 4-16,0 0 4 0,0 0 4 0,0 0 7 0,0 0 4 16,0 0 0-16,0 0-6 0,0 0-9 0,0 0-18 15,0 0-29-15,10-6-10 0,-4 1-30 16,6 0-12-16,1 2-5 0,-2-2-19 0,3 1-11 15,2 0-9-15,-2-1-9 0,-1 3-14 0,-1-1-7 16,1 0-6-16,-4 1-4 0,-2 0-11 0,0-1-32 16,-2 2-31-16,0 1-42 0,-5 0-28 0,0 0-36 15,10 0-36-15,-10 0-36 0,0 0-45 0,7 3-1 16,-7-3-31-16,0 0-28 0,-12 8-41 0,7-4-43 16,0 0-60-16,-4 2-292 0,-1-2-803 0,1 2 355 15</inkml:trace>
  <inkml:trace contextRef="#ctx0" brushRef="#br0" timeOffset="24260.9494">7581 2122 267 0,'0'0'405'0,"0"0"1"0,1 6-7 0,-1-6-9 16,0 0-19-16,0 0-13 0,0 0-12 0,0 0-5 15,0 0-2-15,0 0-3 0,0 0-6 0,0 0-13 16,0 0-14-16,0 0-11 0,0 0-24 0,0 0-20 16,0 0 5-16,0 0-39 0,19-9-3 0,-13 7-11 15,5-2-9-15,3-2-7 0,1 3-12 0,4 0-8 16,0-6-8-16,1 6-7 0,-1 1-13 0,0-3-16 16,0 3-12-16,-6-3-7 0,1 1-7 15,-5 2-72-15,5 0-22 0,-9-1 0 0,4 2 0 16,-4-2 0-16,-5 3 0 0,9-2 0 0,-9 2 0 0,9-2 0 15,-9 2 0-15,0 0 0 0,0 0 0 0,8-3 0 16,-8 3 0-16,0 0-109 0,0 0-143 0,0 0-60 16,0 0-47-16,0 0-39 0,0 0-45 0,0 0-42 15,0 0-56-15,0 0-341 0,0 0-956 16,0 0 423-16</inkml:trace>
  <inkml:trace contextRef="#ctx0" brushRef="#br0" timeOffset="33354.2478">8896 1551 134 0,'0'4'273'16,"0"-4"-12"-16,0 4-18 0,0-4-11 0,0 0-13 15,0 0-5-15,0 0 0 0,0 0-12 0,0 0-13 16,1 6-3-16,-1-6-11 0,0 0-11 16,0 0-7-16,0 0-11 0,0 0-8 0,0 0-5 15,0 0-8-15,3 4 7 0,-3-4-3 0,0 0 8 16,0 0 2-16,0 0-16 0,0 0-10 0,11 0-7 15,-11 0-9-15,13 1-9 0,-3-2-4 0,5-1-11 16,-2 1 3-16,6-2-7 0,-3-1-6 0,4 0-7 16,-1-3 3-16,3 3 9 0,-3-3 3 0,-1 1 7 15,1-2 0-15,-1-2-5 0,-5 5 10 0,-3-3 3 16,2 2 5-16,-5-1 5 0,0 0 8 0,-2 2-2 16,0-1-3-16,0 2-8 0,-3-2-5 0,0-1-8 15,-2 1-7-15,0 1-3 0,0 5-6 0,-3-10-7 16,2 6-8-16,-5 0-4 0,1-2-6 0,-3 2 0 15,-1-1-6-15,0 2-3 0,3 1-8 0,-6 2-2 16,3-1 0-16,-5 1-6 0,4 3-1 0,-4 2-1 16,-2 4-2-16,1-1 2 0,-2 0-3 0,2 6 5 15,1-3-5-15,-2 3-2 0,-1 4-1 0,0-5 1 16,3 2 0-16,0 0 1 0,3 2-4 0,-3-2 4 16,2 1-1-16,3 0-1 0,3-1-1 0,-2 2-1 15,3-6 0-15,1 0 2 0,3 1 0 0,-2 1 3 16,6-1-6-16,2-1 7 0,0-3-2 0,5 0 1 15,2 0-3-15,6-2 2 0,0 0 1 0,1-2-1 16,1 0 0-16,2-3 0 0,0 2-2 0,7-2 2 16,-11-1 0-16,4-1-2 0,-2 0 6 0,-2-1 11 15,1-2 14-15,-6 1 8 0,1 1 8 0,-2-2 9 16,-2 1 0-16,-3 0 1 0,0 2-1 0,-1 0-10 16,-6 1 4-16,10-5-6 0,-10 5 0 0,4-3-10 15,-4 3 0-15,4-2-23 0,-4 2-31 0,0 0-32 16,0 0-38-16,0 0-52 0,0 0-61 0,0 0-70 15,0 0-70-15,0 0-67 0,0 0-75 16,0 0-88-16,0 0-286 0,0 0-925 0,0 0 409 16</inkml:trace>
  <inkml:trace contextRef="#ctx0" brushRef="#br0" timeOffset="33902.3773">9399 1578 320 0,'0'0'359'16,"3"-6"-7"-16,-3 6-23 0,0 0-34 0,0 0-28 15,1-5-22-15,-1 5-20 0,0 0-19 0,0 0-8 16,0 0-13-16,0 0-10 0,0 0-18 0,0 0-20 15,0 0-10-15,0 0-2 0,0 0-27 0,0 0-11 16,0 0-11-16,0 0-13 0,0 0 2 0,0 0-9 16,0 0 15-16,0 0-4 0,-2 16-4 0,2-16-4 15,-3 9-2-15,0-2-8 0,2-1-4 0,-1 2-7 16,-1-2-8-16,-2 3 8 0,1-1-2 0,-1 1-18 16,1-1 5-16,2-1 9 0,-1 0-13 0,-1 1-8 15,3-3 3-15,0 1-2 0,-2-2-7 0,3-4-4 16,0 9 7-16,4-4-3 0,-2 0 4 0,2-1-3 15,0-1 2-15,1 2 4 0,3-1 0 0,1 1-8 16,-1-1 4-16,4 1-3 0,-2-2-4 0,2 4 2 16,1-3 10-16,-4 0 2 0,1 2-1 0,0-2-8 15,-5-1-1-15,0 2 8 0,2-2-1 0,-2 0 3 16,-4 1 2-16,3 0 3 0,-3 2 23 0,-2 0 23 16,-4 1 14-16,1-2 6 0,-5 2-5 0,0 0-8 15,-10 1-3-15,2 1-5 0,-1-1-1 16,-2-2-8-16,5 0-7 0,-4 0-2 0,6-1-3 0,0-2-5 15,4 1-4-15,3-3-1 0,-1 1 2 0,1 1-2 16,6-3-5-16,-9 1-22 0,9-1-38 0,0 0-62 16,0 0-64-16,0 0-44 0,9-12-40 15,4 6-43-15,-3 2-59 0,9-4-73 0,-2 2-304 16,1-2-780-16,2 0 345 0</inkml:trace>
  <inkml:trace contextRef="#ctx0" brushRef="#br0" timeOffset="34325.5803">9942 1370 274 0,'4'-6'533'0,"-1"0"17"0,-2-2 7 16,-1 3-8-16,0 1-10 0,0-4-8 0,0 8-19 15,4-6-21-15,-3 3-21 0,-1-2-17 0,0 5-24 16,0 0-27-16,0-6-26 0,0 6-34 0,0 0-30 16,0 0-34-16,0-3-27 0,0 3-28 0,0 0-104 15,0 0-119-15,0 0 0 0,0 0 0 0,0 0 0 16,0 0 0-16,-6 18 0 0,-2-4 0 0,-2 2 0 16,-3 6 0-16,1 5 0 0,-1 0 0 0,-2 2 0 15,3 0 0-15,-1 2 0 0,3 1 0 0,-2 0 0 16,2-2 0-16,2 2 0 0,-1-3 0 0,3-2 0 15,3 2 0-15,2 0 0 0,1-3 0 0,3 0 0 16,3-1 0-16,-2-7 0 0,6 5 0 0,-1-6 0 16,3 4 0-16,-1-4 0 0,1-1 0 0,-1-1 0 15,-2-5 0-15,-1 0 0 0,-1-2 0 0,2 2 0 16,0-5 0-16,-1 2 0 0,-5-3 0 0,0 1 0 16,0 0 0-16,-3-5 0 0,0 0-214 0,7 3-172 15,-7-3-110-15,0 0-104 0,0 0-483 0,12-14-1172 16,-11 4 518-16</inkml:trace>
  <inkml:trace contextRef="#ctx0" brushRef="#br0" timeOffset="34653.6063">10268 1341 188 0,'2'-4'541'0,"0"-1"6"16,1 4-5-16,-3 1-18 0,1-5-31 0,-1 5-34 15,0-6-40-15,0 6-35 0,1-4-33 0,-1 4-33 16,0 0-37-16,0 0-29 0,0 0-33 0,0 0-22 16,0 0-25-16,0 0-14 0,0 0-11 0,-2 23-12 15,-1-13-4-15,-1 3-12 0,2 3-7 0,-2 1-10 16,0 0-10-16,-2 1-1 0,-1 5-12 0,1-5-4 15,0 7-10-15,-1-6 0 0,3 1-7 0,-1-2-6 16,-1-1-2-16,-2 1-10 0,3-3-22 0,0 2-34 16,1-1-47-16,0-5-42 0,-1 0-51 0,4-2-52 15,-3-3-56-15,4-1-43 0,-4-2-49 0,4-3-53 16,0 6-57-16,0-6-389 0,0 0-926 0,0 0 411 16</inkml:trace>
  <inkml:trace contextRef="#ctx0" brushRef="#br0" timeOffset="34997.8226">10268 1363 219 0,'4'-5'492'0,"0"0"27"0,-2 1 10 0,0 0-3 16,-1 1-18-16,-1 3-18 0,3-9-23 15,-3 9-22-15,2-3-14 0,-1 0-29 0,-1 3-22 16,0-4-34-16,0 4-33 0,0 0-34 0,0 0-33 15,2-5-30-15,-2 5-34 0,0 0-19 0,0 0-20 16,0 0-13-16,4 19-16 0,-2-7-10 0,-1 1-12 16,2 5 5-16,3-1 1 0,1 8-11 0,-1-1-12 15,-2 4-6-15,1-10-40 0,3 7-29 0,-6-6 0 16,2-1 0-16,-1 0 0 0,0 0 0 0,0 0 0 16,-3-2 0-16,4 1 0 0,-3-8 0 0,-1 3 0 15,0-4 0-15,2 0 0 0,0-2 0 0,-1-4 0 16,3 2 0-16,-4 1 0 0,0-2-128 0,0-3-10 15,1 4-14-15,-1-4-39 0,0 0-68 0,0 0-53 16,0 0-45-16,13-6-26 0,-10 2-24 0,-2-2-44 16,3 0-44-16,-3-4-325 0,-2 4-888 0,-2 1 393 15</inkml:trace>
  <inkml:trace contextRef="#ctx0" brushRef="#br0" timeOffset="35247.7652">10198 1592 253 0,'0'0'417'0,"-9"2"22"0,9-2 17 0,0 0-2 0,0 0-7 16,0 0-15-16,0 0-19 0,0 0-32 0,0 0-19 15,0 0-33-15,0 0-34 0,0 0-26 16,0 0-31-16,9-14-27 0,-4 10-15 0,5 0-27 16,1-1-17-16,-2 2-14 0,3-1-12 0,0 2-10 15,-1-1-16-15,3 3-10 0,-2-3-7 0,-1 2-12 0,0-3-17 16,0 3-41-16,-1 0-41 0,-1 0-43 15,-4-1-43-15,-5 2-48 0,13-1-43 0,-8 1-57 16,-5 0-55-16,8-3-66 0,-8 3-63 0,5 0-340 16,-5 0-852-16,0 0 377 0</inkml:trace>
  <inkml:trace contextRef="#ctx0" brushRef="#br0" timeOffset="36091.3173">10562 1595 8 0,'0'0'369'15,"0"0"14"-15,0 0-3 0,0 0 4 0,0 0-3 16,0 0 0-16,0 0-4 0,0 0-5 0,0 0-9 15,0 0-2-15,0 0-22 0,0 0-15 0,0 0-22 16,0 0-27-16,0 0-23 0,0 0-23 0,0 0-25 16,0 0-27-16,0 0-19 0,0 0-18 0,0 0-15 15,0 0-19-15,0 0-12 0,0 0-11 0,-2 4-1 16,4 0-14-16,-2 1-5 0,0 1-6 0,1 0-5 16,-1 2-8-16,0 1-2 0,3 1 0 0,-3 1-3 15,1-1-8-15,2-2 3 0,-2 1-11 0,-1 2-7 16,2 0-27-16,0-3-15 0,-4-1-21 15,4-2-8-15,-2 2-14 0,0-1-12 0,0-1-2 0,0-1-11 16,0 2-3-16,1-3 5 0,3-1 12 0,-4-2 14 16,0 7 8-16,0-7 10 0,0 0 3 0,0 0 4 15,0 0 6-15,9-10 5 0,-8 5 4 16,3-1 3-16,0-2 6 0,1 2 7 0,-1-4 18 16,1 4 7-16,-1 0 15 0,-3-1 9 0,3 2 5 15,0-2 5-15,-3 2 7 0,2 0 5 0,1 2-5 16,-3 0-7-16,0 0-3 0,2 1-4 0,-3 2-11 15,1-5-4-15,-1 5-10 0,0 0-2 0,0 0-5 0,9 0 2 16,-9 0-1-16,7 7-5 0,-1-4 3 0,-1 2 1 16,1-2-5-16,-1 1-1 0,3 1-5 15,0 1-15-15,-2-2-17 0,2 3-9 0,-5-2-6 16,1 0-6-16,3-2 6 0,-3 1 6 0,-1-2 5 16,0 2 2-16,2-1 6 0,-5-3 5 0,6 4 3 15,0-4 2-15,-6 0 11 0,0 0-1 0,7-5 8 16,-3 2 15-16,2-3 15 0,-2 0 14 0,0-3 10 15,-1 0 11-15,0-2 6 0,0 1 4 0,-3-3-6 16,1 4 20-16,-1-3-7 0,3 2 16 0,-2 2 4 16,-2-2 4-16,-2 5 12 0,3-3-4 0,3 2 1 15,-6-1-16-15,2 3-2 0,1 4-17 0,-3-8-12 16,2 4-5-16,1 4-12 0,0-6-8 0,0 6-24 16,0-7-49-16,0 7-42 0,0 0-51 0,0 0-58 15,0 0-66-15,0 0-73 0,-4-1-55 0,4 1-47 16,0 0-55-16,0 0-62 0,0 0-320 0,12 13-932 15,-12-13 413-15</inkml:trace>
  <inkml:trace contextRef="#ctx0" brushRef="#br0" timeOffset="36921.6761">11026 1603 59 0,'0'0'329'0,"0"0"1"16,0 0-3-16,0 0-4 0,0 0 8 0,0 0 7 15,0 0 3-15,0 0-4 0,0 0-10 0,0 0 4 16,0 0-5-16,0 0-7 0,0 0-13 0,0 0-7 16,0 0-12-16,-5-13-16 0,5 13-11 0,0 0-16 15,0 0-13-15,0 0-26 0,0 0-22 0,0 0-1 16,-3-5-36-16,3 5-17 0,0 0-17 0,0 0-14 16,0 0-13-16,0 0-20 0,0 0-1 0,0 0-2 15,0 0-16-15,3 20-3 0,-3-12-4 0,-3-2 0 16,3 5 3-16,0-3-11 0,-1 3-2 0,-1 0-1 15,0 1-1-15,2 3-5 0,0-4-36 0,0 6-8 16,0-4-11-16,0-1-16 0,2 0-7 0,-2-1-8 16,2 0 0-16,2 0 10 0,0-1-1 0,1-2 10 15,0-1 4-15,-1 3 6 0,6-3 4 0,-2-3 5 16,1 3 3-16,1-4 4 0,-5 0 7 0,4-2 11 16,-1-1 14-16,-8 0 11 0,14-5 13 0,-7 0 16 15,1 0 23-15,0-2 16 0,-5 3 10 0,1-3-3 16,-1 3-1-16,0-3-8 0,-1-3-18 0,1 4-4 15,-2-4 9-15,0 3-24 0,-2 2-2 0,1-1-8 16,0 6-16-16,-4-8-3 0,2 4-5 0,-2-1 0 16,-2 2-25-16,0-1-41 0,0 2-37 0,-1 1-44 15,0 1-43-15,7 0-51 0,-22 3-64 0,12 1-67 16,-3-1-64-16,3 1-69 0,2 1-71 0,-1-2-332 16,4 2-961-16,-3-2 425 0</inkml:trace>
  <inkml:trace contextRef="#ctx0" brushRef="#br0" timeOffset="37299.2259">11426 1631 56 0,'0'0'419'0,"0"0"-5"0,0 0-2 16,-9-1-3-16,9 1-19 0,0 0-15 0,0 0-20 15,0 0-16-15,0 0-17 0,0 0-19 0,0 0-26 16,0 0-29-16,0 0-21 0,0 0-26 0,0 0-22 16,9-10-18-16,-2 8-17 0,5 2-17 0,0-3-14 15,4 1-9-15,1 2-11 0,2-3-11 0,-1-1-8 16,3 1-2-16,-2 2-10 0,-7-1-4 0,1-1-3 15,1 2-7-15,-1 0-1 0,-3 0-4 0,-3-1-2 16,-7 2-4-16,13-1-3 0,-13 1-3 0,7 0-3 16,-7 0-3-16,0 0-6 0,9-1-17 0,-9 1-23 15,0 0-24-15,0 0-36 0,0 0-38 0,0 0-43 16,0 0-38-16,0 0-38 0,4 2-43 0,-4-2-63 31,0 0-74-31,0 0-336 0,0 0-815 0,0 0 361 0</inkml:trace>
  <inkml:trace contextRef="#ctx0" brushRef="#br0" timeOffset="37644.3081">12138 1395 374 0,'0'-7'483'0,"0"3"18"0,-1 0 9 0,1-3-4 16,0 3-17-16,0 4-12 0,-3-6-16 0,3 6-9 16,0 0-27-16,-4-8-27 0,3 5-34 0,1 3-31 15,0-3-34-15,0 3-36 0,0 0-34 0,0 0-32 16,0 0-17-16,0 0-5 0,0 0-33 0,-5 19-15 16,2-10-9-16,-3 6-8 0,5 1-11 0,-3 1 0 15,0 2-12-15,0 0-8 0,0 0-9 0,0-1-9 16,1 2-2-16,-5 5-35 0,2-1-24 0,-1-6 0 15,5 1 0-15,-5 1 0 0,-2 4 0 0,3-6 0 16,1-8 0-16,1 6 0 0,-1 0-105 16,0-5-109-16,-2 0-59 0,4-2-62 0,0 0-54 0,3 0-48 15,-1-4-41-15,1-1-42 0,1 1-387 0,-1-5-982 16,0 0 434-16</inkml:trace>
  <inkml:trace contextRef="#ctx0" brushRef="#br0" timeOffset="38005.622">12124 1374 205 0,'5'-6'479'0,"0"0"25"0,-2 2 4 0,1-1-14 16,-2 1-21-16,2 0-28 0,0 1-21 0,-4 3-20 15,0 0-24-15,2-5-16 0,-2 5-19 0,4-6-26 0,-4 6-28 16,0 0-33-16,0 0-21 0,0 0-30 0,0 0-31 15,0 0-25-15,0 0-11 0,0 0-9 16,5 13 1-16,-2-7-10 0,-2 3-8 0,3 0-1 16,2 6-2-16,1 1 1 0,-2 1 2 0,0 2 0 15,1 6-4-15,2-2-10 0,-3-5-12 0,0 1-62 16,-1 1-26-16,1-1 0 0,-2 2 0 0,1 2 0 16,-3-5 0-16,0-1 0 0,2 2 0 0,-2-6 0 15,-2-3 0-15,3 8 0 0,1-7 0 0,-2-1 0 16,-1-1 0-16,1-4 0 0,2 0 0 0,-3-1 0 15,2 0 0-15,0-1 0 0,-2-3-127 0,4 2-61 16,-4-2-52-16,0 0-45 0,0 0-26 0,14-5-29 16,-12 0-34-16,4 1-36 0,-2-5-41 0,0 3-17 15,-2 0-8-15,-2-3-278 0,-2 0-817 0,0 0 363 16</inkml:trace>
  <inkml:trace contextRef="#ctx0" brushRef="#br0" timeOffset="38256.4117">12143 1605 133 0,'0'0'320'0,"0"0"15"0,0 0 28 0,0 0-5 16,0 0 5-16,0 0 6 0,0 0 0 0,0 0-17 15,0 0-24-15,0 0-30 0,0-5-26 0,0 5-24 16,10-4-15-16,-6 0-7 0,4 1-15 0,2-1-14 16,0 1-11-16,2 1-5 0,-1-1-10 0,3 2-14 15,-3-2-10-15,0 0-13 0,-2 0-15 0,1 2-12 16,-3 0-14-16,4 0-4 0,-4 0-12 0,-7 1-5 15,11-1-11-15,-11 1-6 0,10-3-18 16,-6 2-32-16,-4 1-38 0,6 0-40 0,-6 0-53 0,0 0-43 16,0 0-52-16,7-1-56 0,-7 1-56 0,0 0-59 15,0 0-66-15,0 0-306 0,0 0-828 0,0 0 366 16</inkml:trace>
  <inkml:trace contextRef="#ctx0" brushRef="#br0" timeOffset="38882.7554">12431 1569 419 0,'11'-4'512'0,"-11"4"24"0,0 0 7 16,5-2-1-16,-5 2-15 0,0 0-24 0,0 0-17 16,4-4-28-16,-4 4-29 0,0 0-28 0,0 0-38 15,0 0-34-15,0 0-36 0,0 0-35 0,0 0-29 16,0 0-28-16,0 0-22 0,0 0-16 0,1 10-16 15,-1-10-9-15,0 9-17 0,0-2-16 0,0 3-6 16,-2-2-7-16,3 3-10 0,-2 1-46 0,1-3-36 16,0 2 0-16,-1 1 0 0,1-5 0 0,0 0 0 15,2-1 0-15,-2 0 0 0,0-1-50 0,0-5-47 16,0 9-16-16,0-6-8 0,1 1-2 0,1-1 15 16,-2-3 7-16,1 5 17 0,-1-5 10 0,5 3 6 15,-5-3 11-15,0 0 4 0,0 0 6 0,13-7 8 16,-8 3 4-16,0 1 3 0,1-1 3 0,-2 0 3 15,0-1 2-15,-1 0 12 0,3 1 20 0,-5 1 9 16,-1 3 8-16,8-7 12 0,-8 2 7 0,5 0 3 16,-5 5 3-16,1-3-6 0,-1 3-3 0,0 0-3 15,4-5-8-15,-4 5 1 0,0 0-6 0,0 0-8 16,5-2-4-16,-5 2-4 0,0 0-3 0,0 0 2 16,0 0 3-16,17 7-5 0,-11-5 0 0,3-1 2 15,-1 1 0-15,-3-1-3 0,5 3-2 0,-2-3-6 16,0 1 2-16,-2 1-3 0,-1 0 0 0,-5-3 3 15,8 1-1-15,-8-1 0 0,7 3 6 0,-7-3 1 16,0 0 8-16,0 0-3 0,0 0 2 0,11-5 4 16,-9 0 7-16,3-2 10 0,-2-3 11 0,-2-1 7 15,2 0 5-15,-2-1 13 0,4-2 3 0,-2-3 3 16,-1-1 0-16,0 0 1 0,1 2 16 0,-1 0-45 16,-2 1-47-16,2 2 0 0,1-2 0 0,-3 6 0 15,0 3 0-15,1 0 0 0,0 1 0 0,-1 5 0 16,-5-7 0-16,5 2 0 0,0 5 0 0,0 0 0 15,3-6 0-15,-3 6 0 0,0 0 0 0,0 0 0 16,0 0 0-16,0 0 0 0,0 0 0 0,-3 24-23 16,3-14-260-16,-2-2-55 0,2-2-53 15,0 4-46-15,1-1-50 0,3 0-63 0,-3-3-397 16,1 2-1027-16,6 0 455 0</inkml:trace>
  <inkml:trace contextRef="#ctx0" brushRef="#br0" timeOffset="39463.2155">12878 1637 219 0,'0'0'285'0,"0"0"-12"0,0 0-20 0,0 0-8 16,0 0-3-16,0 0-5 0,0 0-6 0,-4-16-3 15,4 16-14-15,0 0-9 0,0 0-19 0,0 0-3 16,1-6-21-16,-1 6-17 0,0 0-20 0,0 0-8 0,6-2-12 16,-6 2-17-16,0 0-5 0,11 0-5 15,-11 0-14-15,0 0-6 0,13 0-7 0,-13 0-6 16,9 4-6-16,-2-2-15 0,-2 3 0 0,-2-2-1 16,2 1 0-16,-1 0 1 0,-4-4-7 0,5 9 3 15,-1-6-5-15,-4 3 4 0,1 1 1 0,-1-3-3 16,-1 4-4-16,-2 0-4 0,0-4-1 0,-4 3 5 15,-1 0-3-15,-3 0 3 0,1 0-3 0,-1-2-11 16,0-2-21-16,0 2 11 0,0-3 5 0,0 2 0 16,3-2 1-16,0-2-11 0,8 0 12 0,-12 0-2 15,4-2 9-15,8 2 8 0,-9-6 6 0,8 0 10 16,-2 1 4-16,3-1-10 0,0 0 2 0,3-2-1 16,-2-2-2-16,3 2 9 0,0 2 11 0,0-1 2 15,1-2-4-15,1 5 1 0,-2-2-13 0,1 0 7 16,0 3 4-16,-2-1-3 0,2-1-6 0,-1 2-6 15,-4 3 2-15,7-5-7 0,-2 4-1 0,-5 1-5 16,11-3-2-16,-11 3 2 0,0 0-3 0,15 6 8 16,-10-2 4-16,0 2 4 0,0-2-2 0,2 4 4 15,0 0-11-15,1-1 5 0,-3-1-6 0,-1 1 4 16,1 0-4-16,0 0-9 0,4-1 8 0,-5 0-2 16,1 0-6-16,3 0-22 0,-3 1-31 0,1-1-31 15,3 0-39-15,-1-2-42 0,1 0-44 0,1-4-60 16,2-1-60-16,3 1-61 0,-5-3-224 0,2-3-658 15,0 1 291-15</inkml:trace>
  <inkml:trace contextRef="#ctx0" brushRef="#br0" timeOffset="39933.0739">13164 1248 59 0,'0'0'381'0,"0"0"1"0,-1-6-7 0,1 6-16 16,0 0-4-16,0 0-14 0,1-3-11 0,-1 3-4 16,0 0-11-16,0 0-7 0,0 0-9 0,0 0-16 15,0 0-26-15,0 0-22 0,0 0-23 0,0 0-21 16,0 0-8-16,10 8 15 0,-6-2 2 0,1 4-6 15,3-2-4-15,1 3 4 0,0 3-13 0,-1 3-1 16,3 7 0-16,1 1-3 0,-2-1-13 0,-5-6-16 16,6 8-13-16,-4-1-9 0,-2 2-15 0,0-1-6 15,-4-1-9-15,-1-6-5 0,-1 1-9 0,-1-1-3 16,-2 9-3-16,-1-2-4 0,-3 1-51 0,-5-1-21 16,-1-1 0-16,-1 1 0 0,-2-5 0 0,-5 0 0 15,2 1 0-15,-2-2 0 0,2 0 0 0,-1-3 0 16,6-4 0-16,0-1 0 0,2-2 0 0,1-3 0 15,2-1 0-15,1-1 0 0,4-2 0 0,0 2 0 16,0 0 0-16,1-2 0 0,0 2 0 0,-1-3 0 16,5-2 0-16,-5 5 0 0,5-5 0 0,-4 2 0 15,4-2 0-15,0 0 0 0,0 0 0 0,0 0 0 16,0 0 0-16,0 0 0 0,0 0-234 0,0 0-100 16,0 0-52-16,0 0-88 0,0 0-109 0,0 0-447 15,0 0-1117-15,0 0 494 0</inkml:trace>
  <inkml:trace contextRef="#ctx0" brushRef="#br0" timeOffset="41845.0338">8887 2134 208 0,'0'0'270'0,"0"0"-8"0,0 0-9 0,0 0-5 16,0 0-1-16,0 0-6 0,0 0 0 0,0 0-1 15,0 0 6-15,0 0-4 0,0 0-9 16,0 0-12-16,0 0 0 0,0 0-2 0,0 0 1 16,0 0-4-16,0 0-14 0,0 0-1 0,0 0-12 15,0 0-14-15,0 0-7 0,0 0-3 0,0 0-6 0,0 0-8 16,0 0-6-16,0 0-11 0,0 0-4 0,0 0-16 15,0 0-4-15,0 0-10 0,0 0-7 0,0 0-12 16,0 0-3-16,0 0-7 0,0 0-4 0,0 0-9 16,0 0-3-16,0 0-4 0,0 0-5 15,0 0-14-15,0 0 4 0,0 0-8 0,0 0 4 16,0 0-8-16,0 0-4 0,10-2 4 0,-10 2 0 0,13 0-8 16,-8 3 2-16,4-3-1 0,-2 0-4 0,1-1 1 15,2 1-2-15,2 1 0 0,-1-2-3 0,1 1 1 16,-2 0 1-16,3 0-2 0,-2 0 2 15,2 0-1-15,1 0-2 0,-1 0 0 0,-3 0 5 0,3 1-5 16,1-2-5-16,-4 1-2 0,6 0 5 16,-5-3 0-16,3 3 1 0,-1 0-2 0,2-1 2 0,-2 1-2 15,2 0 0-15,-2 0-7 0,1 0 7 0,-1 0 0 16,1-2-1-16,0 4-4 0,-1-4-3 0,1 2 5 16,0-1-1-16,5-3-1 0,-7 6 2 15,7-2 2-15,-6 0 0 0,1-2-4 0,-1 1 2 16,-1 1 3-16,2-2-11 0,0 3 15 0,-1-2 5 15,0 1 0-15,1 0-1 0,-1 0-2 0,1-1-2 0,1 2 6 16,2-2 2-16,-3-1-3 0,-1 2 3 16,-1-1-10-1,1-2 5-15,3 3 1 0,-4-1-3 0,4 2 4 0,0-2-6 0,-2-1 6 0,0 2-8 16,0-3 6-16,4 3-1 0,3 0-7 0,-6-2 0 16,-1 2 3-16,-1 0 3 0,1 2-1 0,-1-3-2 15,1 0 1-15,4 1-3 0,-6-2 0 0,3 2-1 16,-1-1 2-16,-3 2 3 0,3-2-1 0,0 1-2 0,3-1-4 15,2-1 0-15,3 1 6 0,-7-3-1 16,6 2-5-16,-2 1 3 0,0-1 0 0,0 0-4 16,0 0-1-16,3 3-3 0,-2-2 8 0,-2-1-4 15,5 1-1-15,-1-1 6 0,-4 0-4 0,4 0-2 16,-3 2 2-16,0-2-3 0,0 1 2 0,2 1 3 16,-1-3-8-16,-1 3 2 0,3-1-1 0,-4 1 5 0,1-1-1 15,-1 0 2-15,4 1-3 0,-1 0 1 16,0-3 1-16,-2 4-3 0,1-2 2 0,1-1-1 15,2 2 0-15,-3 1-10 0,3-4 9 0,-1 3 5 16,6-2 3-16,0 2-7 0,-5-1-1 0,5 0 2 16,-1 1-1-16,-5-3-3 0,6 1 3 0,-1 2-1 15,-4-2 1-15,-1 2 0 0,-2-1 7 0,8-2-8 0,0 6 1 16,-6-5 0-16,-3 2 3 0,11-2-1 16,-10 0 1-1,11 2-3-15,-4 0-4 0,1 0 0 0,-2-3 4 0,5 2 3 0,-4 1-11 0,0-1 13 0,1-1-5 16,1 2-1-16,-2-2-11 0,1 2 15 15,2-1-4-15,-1 1 2 0,-1 0-3 0,-6-2 1 16,-3 0 6-16,11 1 1 0,-10 0-8 0,2 1 5 0,5-2-4 16,-7 1 8-16,0 1-6 0,1-2-1 15,2 0 0-15,-3-1-1 0,3 3-1 0,-3-3 3 16,1 2 1-16,0-1-1 0,-1 0-1 0,2 0 2 16,5-1-2-16,-4 2 4 0,6 0-5 0,-8-2 5 15,8 0-5-15,-1 0-2 0,1-1-8 0,-2 3 13 16,3-3-2-16,-1 3-3 0,-1-1 0 0,0-2 8 15,2 1-5-15,-10 1-1 0,10 0 3 0,-1-3 0 0,2 1-1 16,-1 1-3-16,-3 1 3 0,4 0-3 16,-4 1 6-16,3-2-8 0,0 2-1 0,2-3-1 15,-2 1 9-15,2 0-17 0,0 2 22 0,1-1-1 16,-1 2-11-16,-1-4 7 0,-2 4-3 0,2 0 4 16,-3-1-3-16,-5-2-2 0,-2 1 3 0,0 1-4 15,1 0-6-15,0-1 15 0,2 1-11 0,-3 1 6 16,0 0-3-16,-4-1-3 0,3 0 6 0,-7 1-3 15,1-1-2-15,-1 1 0 0,-4-2 6 0,1 1-3 16,-2 0-3-16,-2 1 4 0,-6 0-2 0,9 0-2 16,-9 0 8-16,9 0-6 0,-9 0-5 0,5-1 6 15,-5 1-3-15,0 0 6 0,7-2-1 0,-7 2 1 16,0 0-5-16,0 0-4 0,5-1-12 0,-5 1-4 16,0 0-13-16,0 0-25 0,0 0-13 0,0 0-20 15,0 0-30-15,0 0-34 0,0 0-51 0,0 0-25 16,0 0-68-16,0 0-81 0,0 0-63 0,0 0-60 15,0 0-323-15,0 0-896 0,0 0 397 0</inkml:trace>
  <inkml:trace contextRef="#ctx0" brushRef="#br0" timeOffset="44930.8655">9417 2426 59 0,'0'0'329'15,"1"-5"-5"-15,-1 5-10 0,0-2-3 0,0 2-22 16,0-6 15-16,0 6-10 0,0 0 4 0,0-7-2 16,0 7 7-16,0 0 5 0,-2-4 2 0,2 4-5 15,0-4-11-15,0 4-9 0,0 0-25 0,0 0-10 16,0 0-16-16,1-6-12 0,-1 6-20 0,3-4-18 15,-3 4-26-15,2-2-14 0,-2 2-14 0,3-4-14 16,-3 4-17-16,6-2-12 0,-2 0-17 0,2 2 1 16,1-1-14-16,-7 1-3 0,16 1-4 0,-3 1-11 15,0 0 1-15,-3 2-15 0,4 1 3 0,-1 5-9 16,1-5 2-16,-5 3-5 0,0 0 0 0,5 5-1 16,-5-4-4-16,-1 3 1 0,0 1-2 0,-1-1-3 15,-1 2 4-15,0-2-3 0,-4-1-7 0,-1 2 10 16,-1-1-8-16,0-1 4 0,0 1 1 0,-1-2-6 15,0 1 3-15,-2-3-5 0,1 2-2 0,-1-6 4 16,2 4-2-16,1-5 1 0,-3 1-2 0,2-1 5 16,1 1 1-16,0-4 7 0,0 0 1 0,-1 5 7 15,1-5-4-15,0 0-2 0,0 0-5 0,0 0-1 16,1-13 6-16,0 6-20 0,2-6 12 16,-1 1-3-16,4-3 0 0,2-1-6 0,-1 1 1 15,2-2 0-15,1 2 0 0,4 0-1 0,-2 0-2 0,0 1 2 16,1 2-2-16,0 1 2 0,-2 0 3 0,-2 2-1 15,2 3-7-15,-1 0 3 0,-1-1-6 0,-3 5 0 16,3 1-2-16,-1 0 4 0,-1 1 1 0,5 2-1 16,-2 3-3-16,-1 1 2 0,0 0 4 15,1 4-2-15,2 1 2 0,-6 1 1 0,3 4 4 0,-1 1-1 16,-2 1 1-16,-2 2 3 0,1-2 1 0,-1 8-4 16,-3-8-2-16,4 7 6 0,-1-6 0 0,-3-1 6 15,2 0-3-15,0 1-3 0,-1-2 8 0,3 0 6 16,-1 0 5-16,0 0-6 0,-2-5-2 15,2-2 2-15,0 6 0 0,0-5 1 0,-3-1 1 16,-1 1-2-16,3-4-2 0,-2 0-1 0,3 0-5 16,-4-3 2-16,1 1 0 0,2 0 1 0,-3-5 0 0,1 6-15 15,-1-6-10-15,3 4-18 0,-3-4-29 0,0 0-59 16,0 0-73-16,0 0-88 0,16-7-105 0,-8 1-90 16,7-3-95-16,-2-3-333 0,2 0-978 15,-1 1 432-15</inkml:trace>
  <inkml:trace contextRef="#ctx0" brushRef="#br0" timeOffset="45400.2083">10285 2732 16 0,'0'0'407'0,"0"0"7"16,0 0 7-16,0-7-3 0,0 7-9 0,-1-5 1 16,1 5-8-16,0-4-13 0,0 4-1 0,-3-3-20 0,3 3-13 15,0 0-20-15,0 0-8 0,-4-8-11 16,3 6-23-16,1 2-11 0,-3-3-22 0,3 3-22 16,0 0-15-16,-7-2-25 0,7 2-23 0,0 0-18 15,-7 0-19-15,7 0-5 0,0 0-37 0,-10 5 1 16,4-3-11-16,1 2-4 0,0 1-13 0,-3 1 0 15,0 1-12-15,3 3-4 0,-4-3-6 0,4 5-5 16,-3-2-21-16,3 0-21 0,0 1 0 0,0 1 0 16,1-1 0-16,-1-1 0 0,1 0 0 0,4 1 0 15,-1-2 0-15,-2 0 0 0,6-2 0 0,-2 3-5 16,3-2-19-16,0-1 8 0,5 1 1 0,-3-1 9 16,3-1-3-16,4 0-2 0,0-1 1 0,-3-2 4 15,6-2-1-15,-4 0 4 0,3 3-17 0,-2-3 20 16,-3-2-1-16,3 1 1 0,-3 0 3 0,1 1 8 15,-11-1-10-15,16-1-4 0,-12-3 0 0,-4 4 7 16,9-1-22-16,-9 1-22 0,0 0-32 0,9-1-42 16,-9 1-43-16,0 0-49 0,0 0-55 0,0 0-58 15,0 0-90-15,0 0-80 0,5-1-91 0,-5 1-321 16,0 0-977-16,1-12 432 0</inkml:trace>
  <inkml:trace contextRef="#ctx0" brushRef="#br0" timeOffset="46009.9983">10657 2456 91 0,'-2'-7'506'0,"1"-1"8"15,-1 5-1-15,2-2-7 0,0-1-19 16,0 1-26-16,-3 2-25 0,3-2-31 0,0 5-22 0,0 0-27 15,0-7-19-15,0 7-25 0,4-4-33 0,-4 4-27 16,0 0-29-16,1-2-25 0,-1 2-24 0,0 0-16 16,0 0-15-16,0 0-16 0,8 0-20 15,-8 0-11-15,10 6-17 0,-4-1-5 0,1 0 0 16,2-1-22-16,1 7 17 0,-1-5-22 0,0 4-3 16,5 0-4-16,-4 1-1 0,1 2 0 0,-5-3-5 0,4 0-10 15,-5 2 7-15,-1 0-7 0,1-1-8 0,-1 1 0 16,-4 1-7-16,1-2 1 0,-1 3-16 0,-1-2-2 15,1-3-9-15,-3 0 6 0,2-1-3 0,0-2 0 16,-2 0-5-16,2-1 3 0,1-5 6 0,0 4 7 16,0-4 5-16,-4 5-1 0,4-5-3 15,0 0-1-15,0 0 0 0,8-20 5 0,-7 10-6 0,8-4 4 16,-4-2-4-16,3 1 2 0,-2-4-3 0,7 3 4 16,-5 0-2-16,-2 0-5 0,6 1 6 0,-1 2-2 15,-3 2-2-15,0 1 1 0,-1 0 2 0,2 0 2 16,-1 5-4-16,-3 1 0 0,-1-1-2 0,1 1-2 15,-1 2-5-15,-1 1 1 0,-3 1 1 16,8 1 3-16,-3 1 4 0,2 3 0 0,0 2 5 16,0 0-2-16,0 3 4 0,2 5 1 0,0 0 14 0,-4 0-2 15,3 1 3-15,-3 0 1 0,0 2 2 0,2-1 2 16,-1 0 0-16,-1 1 7 0,-1-2-3 16,1 0-2-16,-1-1-6 0,1-1-2 0,-1 0 2 15,-3-4-4-15,2 3 1 0,-2-4-8 0,0 2 3 16,3-2 7-16,-4-2-10 0,3-1 9 0,-2-1 0 15,3 2-6-15,-3-2 0 0,2-3-7 0,-3-2-1 0,5 7-9 16,-3-4-7-16,-2-3-26 0,0 3-9 0,0-3-36 16,4 1-51-16,-4-1-48 0,0 0-62 15,12-4-83-15,-7-1-109 0,2 0-113 0,-2-2-431 16,2-4-1061-16,-1 3 471 0</inkml:trace>
  <inkml:trace contextRef="#ctx0" brushRef="#br0" timeOffset="46776.7008">11238 2651 337 0,'0'0'484'16,"0"0"7"-16,0 0 0 0,0 0-20 0,0 0-24 15,-9-9-23-15,9 9-30 0,0 0-23 0,0 0-21 16,0 0-21-16,0 0-23 0,0 0-29 0,0 0-19 15,0 0-32-15,0 0-17 0,0 0-26 0,0 0-20 16,0 0-21-16,0 0-16 0,0 0-17 0,0 0-17 16,0 0-6-16,0 0-5 0,0 0-14 0,5 12 0 15,-2-6-11-15,-2-2-15 0,2 4 6 0,-2-2-4 16,-1 1-4-16,4-1-5 0,-4 1-13 0,1 0 5 16,-1 0 5-16,0 1-6 0,3-3-4 0,-2 1-3 15,-1 1-10-15,0-2 1 0,3 2-12 0,-2-2-8 16,-1-3-6-16,0 1-4 0,0-3-3 0,0 8-2 15,0-8 1-15,2 5 2 0,-2-5 1 0,0 3 7 16,0-3 13-16,0 0 4 0,3 1 5 0,-3-1 9 16,0 0-2-16,0 0-2 0,5-9-2 15,-1 1-2-15,-3 4 2 0,2-4-4 0,1-2 16 16,-2 0-1-16,5 2-4 0,-1-3 12 0,-1 2 9 0,-1 0-2 16,1 0 3-16,-1 4 0 0,-2-2 6 0,1 1 3 15,2 2 7-15,-2 0-11 0,-1-1-6 0,1 2-22 16,-2 0 12-16,-1 3-6 0,4-3 3 0,-4 3-10 15,4-4-2-15,-4 4-6 0,0 0 0 0,9 6-1 16,-4-2 3-16,-3-1-6 0,2 1 7 0,0 0-11 16,1 0 0-16,-1 1-1 0,0 0-5 0,1 0-12 15,-1-1-4-15,-2 1-4 0,2 1-4 0,-3-1-6 16,3-2-3-16,-3 1-1 0,2-2 6 0,0 3 3 16,-3-5 4-16,2 4 3 0,-2-4 0 0,3 5 3 15,-3-5 9-15,2 0 4 0,-2 0 12 0,0 0 2 16,0 0-3-16,0 0-1 0,10-8 4 15,-7 2-5-15,3-2 3 0,2 0-4 0,-3 0-2 0,1 0 7 16,-2 1 0-16,4-1 4 0,-4 3 7 0,1-1 15 16,-1 1-2-16,-2 2-11 0,2 0 2 0,0 0-6 15,-3 0-8-15,2-1 2 0,-3 4-7 0,0 0 1 16,5-1-5-16,-5 1 2 0,5 5-3 0,-1-1 2 16,1-1 0-16,-2 2 8 0,-1 0-11 0,2 0 4 15,0 1 0-15,-2 0 4 0,1 0-2 0,1 0-3 16,0-1 1-16,1 2 4 0,-3-2-2 0,1 0 7 15,1 0-2-15,-2-1-6 0,1 1 1 0,1 1 6 16,-2-4-18-16,0 1-10 0,0 0-9 0,1 0-7 16,-3-3-9-16,3 6-16 0,-3-4-17 0,0-2-24 15,3 2-20-15,-3-2-23 0,0 0-35 0,0 0-33 16,1 4-61-16,-1-4-101 0,0 0-104 16,0 0-432-16,4-14-987 0,-3 6 437 0</inkml:trace>
  <inkml:trace contextRef="#ctx0" brushRef="#br0" timeOffset="71320.1237">19498 879 11 0,'5'-1'350'0,"-5"1"8"0,0 0 1 16,0 0-1-16,0 0 5 0,0 0 1 0,0 0 7 15,0 0 3-15,0 0-2 0,0 0-3 0,0 0-4 16,0 0-6-16,0 0-9 0,0 0 12 0,0 0-19 15,0 0-8-15,0 0-9 0,0 0-11 0,0 0-15 16,0 0-11-16,0 0-26 0,0 0-20 16,0 0-18-16,0 0-18 0,4-7-17 0,-4 7-120 0,0 0-70 15,0 0 0-15,0 0 0 0,0 0 0 0,0 0 0 16,0 0 0-16,0 0 0 0,0 0 0 0,0 0 0 16,0 0 0-16,0 0 0 0,0 0 0 0,0 0 0 15,0 0 0-15,0 0 0 0,-1 12 0 0,1-8 0 16,1 1 0-16,-1 3 0 0,0 2 0 15,0 0 0-15,0 3 0 0,0-2 0 0,0 5 0 16,0 1 0-16,-1 2 0 0,1 0 0 0,0 8 0 16,0-4 0-16,-3 3 0 0,6-5 0 0,-2 4 0 0,0 1 0 15,-1-8 0-15,0 8 0 0,4-9 0 0,-3 3 0 16,2-1 0-16,-2-1 0 0,-1 0 0 16,3-2 0-16,-2-3 0 0,-1 0 0 0,0-2 0 15,-1-1 0-15,2 1 0 0,0-4 0 0,-1 4 0 16,0-1 0-16,0-4 0 0,0-1 0 0,3-1 0 15,-3 1 0-15,0-5 0 0,0 7 0 0,0-7 0 16,0 0 0-16,0 7 0 0,0-7 0 0,0 0 0 16,1 5 0-16,-1-5 0 0,0 0 0 0,0 0 0 15,0 0 0-15,0 0 0 0,0 0 0 0,0 0 0 16,0 0 0-16,0 0 0 0,0 0 0 0,0 0 0 16,0 0 0-16,0 0 0 0,0 0 0 0,0 0 0 15,0 0 0-15,0 0 0 0,0 0-379 0,0 0-150 16,-1-26-63-16,-2 19-70 0,3-3-344 0,-1-1-1088 15,-4 1 482-15</inkml:trace>
  <inkml:trace contextRef="#ctx0" brushRef="#br0" timeOffset="71946.0268">19232 928 166 0,'-1'-5'332'0,"1"5"-8"16,-3-4-3-16,3 4-12 0,0 0-12 0,0 0 9 16,-1-6 7-16,1 6-4 0,-2-1 4 15,2 1-3-15,0 0 0 0,0 0-4 0,0 0-3 16,-2-5-6-16,2 5-8 0,0 0 1 0,0 0-19 15,0 0-9-15,0 0-8 0,-4-5-7 0,4 5-11 16,-1-3-13-16,1 3-11 0,0 0-14 0,0-4-19 16,0 4-7-16,0 0-7 0,0 0-8 0,0 0-9 15,0-7-10-15,0 7-10 0,0 0-22 0,0 0-106 16,0 0 0-16,0 0 0 0,0 0 0 0,30-21 0 16,-10 17 0-16,-20 4 0 0,38-8 0 0,-8 0 0 15,-1 5 0-15,0 3 0 0,-29 0 0 0,52 1 0 16,-18 2 0-16,-6 5 0 0,8-1 0 0,-4 4 0 15,0 2 0-15,-3 0 0 0,3 2 0 0,-5 1 0 16,-1-2 0-16,-2 1 0 0,-6-2 0 0,-1-2 0 16,-2 1 0-16,-1 4 0 0,-1 0 0 15,-4 1 0-15,-2 0 0 0,-2 1 0 0,-1-2 0 0,-4 2 0 16,0-2 0-16,-4 2 0 0,-1 0 0 0,-1 1 0 16,-3-2 0-16,-3 0 0 0,2 0 0 0,-1-4 0 15,-3 4 0-15,1-3 0 0,-2 0 0 0,2-3 0 16,-4 2 0-16,3-1 0 0,-4-3 0 0,1 1 0 15,2 0 0-15,1-2 0 0,3-2 0 0,-5 2 0 16,6-2 0-16,-1 1 0 0,4-5 0 0,-2 0 0 16,2 2 0-16,-2-3 0 0,9-1 0 0,-9 2 0 15,9-2 0-15,0 0 0 0,0 0 0 16,-13 2 0-16,13-2 0 0,0 0 0 0,0 0 0 16,0 0-157-16,0 0-43 0,0 0-29 0,-8 2-24 0,8-2-33 15,0 0-43-15,0 0-51 0,0 0-53 0,0 0-60 16,27 6-413-16,-27-6-980 0,0 0 433 0</inkml:trace>
  <inkml:trace contextRef="#ctx0" brushRef="#br0" timeOffset="72853.6179">20106 1252 269 0,'4'-4'353'0,"-4"4"-20"0,1-6-12 0,-1 6 1 16,3-5-16-16,-3 2-11 0,0 3-13 0,1-4-7 15,-1 4-10-15,0 0-12 0,-1-4-12 0,1 4-14 16,0 0-13-16,0 0-17 0,1-5-15 0,-1 5-18 15,0 0-17-15,0 0-13 0,0 0-15 0,0 0-15 16,0 0-14-16,0 0-11 0,0 0-8 0,0 0-7 16,-9 10-7-16,4-7-5 0,-2 2-4 0,-2-2-8 15,2 4-3-15,-3-1-1 0,-1 2-12 0,0 0 6 16,1 1-5-16,-4 3-2 0,1-2-1 16,3 0-3-16,1-4-5 0,0 0-8 0,5 1 3 15,-3-1-5-15,3-1 2 0,-1-3-3 0,2 0 2 16,-1 1-2-16,4-3-1 0,-5 1 1 0,5-1 2 15,-1 7-4-15,1-7 3 0,0 0 2 0,9 2 0 0,-3-1 0 16,1 1-3-16,4 0 2 0,1 1-4 0,0-2 5 16,-1 0-1-16,1 1-1 0,2 1-3 15,-3 3-4-15,1-6 0 0,-3 1 5 0,2 3-1 16,-4-2-4-16,2 2 3 0,0 2 2 0,-2-1 1 16,-1 0-1-16,0 0 5 0,3-1 6 0,-5 1 0 15,-3 0 1-15,3 1-1 0,-4 0 4 0,3 1 3 16,-3 0 17-16,-4 3 11 0,-4-3-1 0,-1 1 7 15,-3 0-5-15,-4 2-1 0,-3 0-5 0,2-3-3 16,-3-1-3-16,0 1 3 0,-1-2 6 0,-2 0 19 16,5-2 5-16,4-1 10 0,3 0 6 0,-1-2 18 15,3 0 12-15,-1 2 19 0,4 0 4 0,6-2 0 16,-9 1-7-16,9-1 5 0,0 0-15 0,0 0-10 16,-16-1-7-16,16 1-8 0,-3 2-9 0,3-2-39 15,0 0-49-15,0 0 0 0,0 0 0 0,0 0-56 16,-2-6-55-16,2 6-48 0,0 0-59 0,0 0-50 15,0 0-55-15,12-5-65 0,-12 5-55 0,11-2-72 16,-4 1-437-16,-7 1-1031 0,14-6 456 0</inkml:trace>
  <inkml:trace contextRef="#ctx0" brushRef="#br0" timeOffset="73653.0685">19287 618 144 0,'0'0'286'0,"0"0"1"0,0 0-5 16,0 0-1-16,0 0-7 0,0 0-12 0,0 0-4 0,0 0-3 16,0 0-5-16,0 0-4 0,0 0-5 0,0 0-8 15,0 0-7-15,0 0-7 0,0 0-10 16,0 0-10-16,0 0-13 0,0 0-15 0,0 0-11 16,0 0-8-16,0 0-9 0,0 0-7 0,0 0-5 15,0 0-9-15,0 0-4 0,0 0-2 0,0 0 1 16,0 0 4-16,0 0 3 0,0 0-6 0,0 0-6 15,0 0-8-15,0 0-10 0,0 0-9 0,45 5-5 16,-15-5 7-16,5-2 11 0,17 0-6 0,6 2-6 16,1 2-6-16,6-2-1 0,27 2-13 0,0-1-3 15,-29-1 16-15,-1-1 22 0,-2-1 7 0,-2 0 6 16,-24 1-8-16,2 0-6 0,-8 0-10 0,-28 1-14 16,37 0-1-16,-37 0-3 0,0 0-15 0,31 1-37 15,-31-1-20-15,0 0 0 0,0 0 0 0,0 0 0 16,0 0 0-16,28-1 0 0,-28 1 0 0,0 0 0 15,0 0 0-15,0 0 0 0,0 0 0 0,0 0 0 16,0 0 0-16,0 0 0 0,0 0 0 0,0 0-56 16,0 0-88-16,0 0-35 0,0 0-38 0,0 0-52 15,0 0-38-15,0 0-52 0,0 0-59 0,0 0-40 16,0 0-60-16,29 2-360 0,-29-2-951 0,0 0 420 16</inkml:trace>
  <inkml:trace contextRef="#ctx0" brushRef="#br0" timeOffset="74137.3288">20919 1152 291 0,'-6'4'406'0,"6"-4"1"0,0 0-2 0,0 0-5 16,0 0-13-16,0 0-3 0,0 0-3 0,0 0-5 16,0 0-15-16,0 0-9 0,0 0-14 0,0 0-14 15,0 0-6-15,0 0-31 0,0 0-24 16,0 0-28-16,0 0-26 0,0 0-33 0,21-7-13 16,-10 4-24-16,0 2 0 0,7 0-13 0,1 1-16 15,-1 0 8-15,0-2-29 0,-8 1-5 0,4 0-11 16,-3 1-13-16,-1-3-1 0,-1 3-7 0,-3-3-4 15,-6 3-5-15,13 0-27 0,-7-1-30 0,1 0-41 16,-7 1-48-16,0 0-59 0,0 0-64 0,0 0-68 16,7-2-94-16,-7 2-74 0,0 0-83 0,0 0-350 15,0 0-971-15,-21 10 430 0</inkml:trace>
  <inkml:trace contextRef="#ctx0" brushRef="#br0" timeOffset="74404.0174">20894 1301 312 0,'0'0'456'0,"0"0"19"16,0 0 6-16,3 6-12 0,-3-6-28 15,0 0-21-15,0 0-21 0,0 0-17 0,9 0-29 16,-9 0-28-16,0 0-30 0,18-4-29 0,-4 2-19 16,-1 0-21-16,1 0-14 0,5 0-13 0,0 1-19 0,3-1-14 15,0 0-9-15,6 0-5 0,-6 2-25 0,-2-1-10 16,-1-2-11-16,-1 1-10 0,0 0-12 0,-4 0-8 15,-3 2 17-15,1-1-31 0,-3 0-3 16,-4-1-8-16,-5 2-2 0,17 2-4 0,-17-2-15 16,9-2-19-16,-9 2-31 0,6-1-39 0,-6 1-45 15,0 0-45-15,7-2-54 0,-7 2-46 0,0 0-70 16,0 0-65-16,0 0-109 0,0 0-448 0,0 0-1017 16,-25-8 451-16</inkml:trace>
  <inkml:trace contextRef="#ctx0" brushRef="#br0" timeOffset="75186.6224">22978 655 92 0,'0'0'380'16,"9"-19"4"-16,-9 19 11 0,0 0-8 0,9-16 0 16,-9 16 3-16,0 0 1 0,5-14-4 0,-5 14-18 15,0 0-6-15,0 0-14 0,0 0 3 0,0 0-19 16,-1-18-7-16,1 18-7 0,0 0-16 16,0 0-13-16,0 0-30 0,0 0-38 0,0 0-17 15,0 0-19-15,0 0-26 0,0 0-24 0,0 0-14 16,0 0-11-16,0 0-9 0,0 0-24 0,0 0 4 15,0 0-9-15,-45 33-8 0,28-13-6 0,2 1-1 16,-4 4-11-16,-2 1-19 0,4 0-28 0,-1 2 0 16,-3-3 0-16,3 7 0 0,-1-3 0 0,4-1 0 15,1-1 0-15,2-1 0 0,2-1 0 0,6 0 0 16,4-4 0-16,4-2 0 0,2-1 0 0,7 5 0 16,0-8 0-16,5-3 0 0,0 0 0 0,5-1 0 15,-3-4 0-15,-1-1 0 0,1-1 0 0,1-3 0 16,0 0 0-16,-5-4 0 0,2 0 0 0,-5-1 0 15,0-1 0-15,-2-2 0 0,-2 0 0 0,0-1 0 16,0-1 0-16,-4 0 0 0,-1-2 0 0,-1 0 0 16,-3 1 0-16,-3-1 0 0,1 3 0 0,-6-3 0 15,-7 1 0-15,-1 2 0 0,-3 1 0 0,-3 0 0 16,-5 2 0-16,8 0 0 0,-2 6 0 0,1 0-76 16,0 0-274-16,3 2-76 0,1 0-78 0,8 3-109 15,-3-1-424-15,0-1-1124 0,2 2 497 0</inkml:trace>
  <inkml:trace contextRef="#ctx0" brushRef="#br0" timeOffset="75860.4725">22250 1437 39 0,'-11'1'321'0,"6"-1"-14"0,-3 2-14 0,1-3 0 16,1 3-17-16,-3 1-20 0,-2-3-2 15,-1 0-10-15,1 1-2 0,-1 0-14 0,0 0-16 16,2 3-28-16,-4 0-3 0,-2-2-14 0,0 1-22 0,3-3-7 15,-1 3-19-15,2-2 1 0,2 2-4 0,0-2-7 16,4 0 2-16,1 0 3 0,5-1 1 16,-8 1 0-16,4 2 4 0,4-3 1 0,-8 1 0 15,8-1-3-15,-5 1 10 0,5-1 2 0,0 0 1 16,0 0-15-16,0 0-8 0,0 0-13 0,0 0-7 16,22-7 5-16,-2 6 7 0,12 0 13 0,0-4 15 0,9-1-6 15,17 1 2-15,6-5-9 0,39-4-7 0,4 3-12 16,15 0-9-16,8-5 5 0,12-2 8 0,16-1-23 15,6 1 13-15,4 2 1 0,5 5 5 0,0-4 10 16,-7 3 10-16,-9 4 25 0,-14 2 12 0,-16 0-53 16,-13 3-99-16,-15-2 0 0,-36 1 0 15,0 3 0-15,-6-1 0 0,-2-1 0 0,-18 2 0 0,0-3 0 16,-4 2 0-16,-2 0 0 0,-12 0 0 0,-1 1 0 16,-4 1 0-16,-2-2 0 0,-6 2 0 0,2 0 0 15,-2-1 0-15,-2 0 0 0,-4 1 0 0,5-2 0 16,-5 2-137-16,0 0-307 0,0 0-34 0,0 0-48 15,0 0-77-15,0 0-398 0,-29 6-1084 0,8-6 480 16</inkml:trace>
  <inkml:trace contextRef="#ctx0" brushRef="#br0" timeOffset="76547.8257">22146 1888 243 0,'0'0'356'0,"-4"-5"2"0,3 3-6 16,1 2 8-16,0-7 2 0,-1 3 0 15,1 4-3-15,-2-6 12 0,2 6 0 0,-2-5-11 16,2 5-14-16,0-7-15 0,0 7-9 0,2-6-14 0,-2 6-21 16,0-8-21-16,2 3-25 0,-1 2-24 0,-1 3-23 15,5-10-20-15,-1 5-15 0,0 2-11 16,2 0-26-16,0-3-22 0,3 4 1 0,2-5-7 16,1 4-8-16,0-1-13 0,2 3-10 0,0-2-13 15,1 3-1-15,3 2-8 0,0-1-9 0,-5 2 1 16,5 6-7-16,-7-5-1 0,7 4-8 0,-6 1 2 0,2 2-1 15,-1 1 0-15,-6-2-5 0,5 3-2 0,-7-3-2 16,0 5 10-16,-4-3-7 0,1 4 3 16,-5 1-5-16,-2 1-3 0,-4-2 1 0,-3 0 4 15,-4 5 1-15,-10-2-1 0,3 0-8 0,-5-3 0 16,-3-2-2-16,1 0-4 0,-2-1-1 0,0-2-8 16,-1-2 8-16,3 0 5 0,0-2-9 0,9-5 6 15,3-2-7-15,-2 1 39 0,7 1 16 0,2-2 40 16,-1-4 7-16,2-3-94 0,0 1 0 0,2-3 0 15,0-6 0-15,4-1 0 0,-2-1 0 0,4-1 0 16,2-7 0-16,2 6 0 0,1 0 0 0,4-5 0 16,0-1 0-16,3 1 0 0,1 8 0 0,2 0 0 15,0 1-26-15,11-1-247 0,3 3-42 0,-3 0-45 16,-6 2-46-16,4 2-44 0,-3 3-52 0,-1 2-32 16,1-2-354-16,-6 4-961 0,1 1 425 0</inkml:trace>
  <inkml:trace contextRef="#ctx0" brushRef="#br0" timeOffset="76985.1957">22215 1630 112 0,'0'-13'495'0,"1"1"27"0,-1 2 18 16,2 0 6-16,-1 2-2 0,1-2 2 0,-2 5 3 15,3-3-1-15,-3 2-11 0,1 2-25 16,-1 0-28-16,0 4-37 0,1-4-39 0,-1 4-36 0,4-3-35 15,-4 3-31-15,0-5-33 0,0 5-160 0,0 0-113 16,0 0 0-16,0 0 0 0,0 0 0 0,0 19 0 16,3-2 0-16,-2 1 0 0,0 0 0 0,2 10 0 15,-2-2 0-15,3 5 0 0,-2-1 0 16,0 0 0-16,4 0 0 0,-4 4 0 0,0-1 0 16,-1-1 0-16,1-1 0 0,0 0 0 0,-2 4 0 15,-2-3 0-15,4 2 0 0,2-2 0 0,-8 3 0 0,8 0 0 16,-3 2 0-16,1-3 0 0,0-1 0 0,-2-3 0 15,4 2 0-15,-6-3 0 0,4 1 0 0,-2-5 0 16,0 3 0-16,1-5 0 0,2-6 0 16,-6 1 0-16,6-5 0 0,-3-3 0 0,0 1 0 15,0-3 0-15,0 0 0 0,0-5 0 0,0 1 0 16,0-4 0-16,1 6 0 0,-1-6 0 0,-1 7 0 0,1-7 0 16,0 0 0-16,0 0 0 0,0 0 0 0,0 0 0 15,0 0 0-15,0 0 0 0,19-17 0 16,-11 10 0-16,-2 0 0 0,4 0 0 0,2-5 0 15,-7 1-237-15,9-2-504 0,-6-1-462 0,2 1-1302 16,0 1 577-16</inkml:trace>
  <inkml:trace contextRef="#ctx0" brushRef="#br0" timeOffset="77547.5643">22730 2042 91 0,'0'0'502'0,"1"-5"18"15,2 2 4-15,-3 3-11 0,0 0-28 0,0 0-34 16,0 0-31-16,1-6-22 0,-1 6-34 0,0 0-26 0,0 0-31 16,0 0-31-16,0 0-30 0,0 0-30 0,0 0-22 15,0 0-18-15,0 0-22 0,0 0-12 16,-14 13-12-16,8-9-16 0,-2 1-13 0,2 1-3 15,-1 1-10-15,-2-1-10 0,0 3-9 0,2-2-11 16,0-1-3-16,1 1 5 0,2-3-17 0,-2-1-9 16,2-1-1-16,4-2-5 0,-4 8-2 0,4-8-9 15,-5 5 0-15,4-3-10 0,1-2 0 0,0 0-4 0,0 0 1 16,0 0-4-16,-3 5 3 0,3-5-4 16,0 0 5-16,0 0-3 0,0 0 0 0,9 4 3 15,-9-4-1-15,10 1 0 0,-3 1-4 0,0-1 2 16,-7-1 1-16,12 3 4 0,-6-1-10 0,2 0-2 15,-2 2 3-15,-1-2-3 0,3-2 3 0,-8 0 0 16,10 7-4-16,-6-5 3 0,-4-2-1 0,5 5 2 16,-3-2 3-16,-2-3-1 0,3 5 4 0,-3-5 3 15,3 6-2-15,-3-6 2 0,-3 8 2 0,3-8 1 16,-1 11 0-16,-4-6 0 0,1 1 0 0,-5-2-3 16,2 1 0-16,-2 0 0 0,-2 2-4 0,-3-2 6 15,3 0-3-15,-3 0 2 0,2-1-4 0,1 1 3 16,-2-3 4-16,4-1-3 0,-1 2 4 0,2 0-7 15,2-3 4-15,6 0-5 0,0 0-1 0,-16 4 5 16,16-4-2-16,-6 0-11 0,6 0-11 0,0 0-13 16,-8 2-16-16,8-2-18 0,0 0-26 0,0 0-34 15,-5 3-39-15,5-3-63 0,0 0-63 0,0 0-54 16,0 0-67-16,9-14-85 0,-2 10-378 0,7-8-945 16,0 3 418-16</inkml:trace>
  <inkml:trace contextRef="#ctx0" brushRef="#br0" timeOffset="78516.3256">23171 1798 108 0,'0'0'364'0,"0"0"-1"15,0 0 7-15,0 0 2 0,0 0 0 0,0 0 7 16,0-7 5-16,0 7-2 0,0 0-2 0,0 0 0 16,0 0-8-16,0 0-11 0,0 0-10 0,0 0-21 15,0 0-16-15,0 0-25 0,0 0-27 0,0 0-32 16,0 0-19-16,0 0-20 0,0 0-33 0,0 0-14 15,0 0-23-15,-5 10-3 0,5-3 12 0,-3 4 7 16,2-2-10-16,-2 3-5 0,2 4-6 0,1-2-7 16,-4 4-4-16,3-1-66 0,-2-1-39 0,2 1 0 15,-3 2 0-15,-1-3 0 0,0 2 0 0,0-2 0 16,1 0 0-16,-1 0 0 0,1-4 0 0,-1 2 0 16,0-3 0-16,1 1 0 0,0 1 0 0,1-4 0 15,-1 1 0-15,1 1 0 0,-1-5 0 0,2 1 0 16,-1-3 0-16,3-4 0 0,-3 8 0 0,3-8 0 15,-2 8 0-15,2-8 0 0,0 0 0 0,0 0 0 16,0 0 0-16,-2 5-107 0,2-5-150 0,0 0-60 16,0 0-78-16,0 0-82 0,0 0-79 0,11-25-51 15,-10 13-306-15,2 0-989 0,-2-5 439 0</inkml:trace>
  <inkml:trace contextRef="#ctx0" brushRef="#br0" timeOffset="78906.8871">23185 1781 247 0,'1'-3'419'0,"3"-1"21"0,-4 1 14 0,4 0 1 0,-4 3-7 16,1-5-8-16,-1 5-7 0,3-6-10 0,-3 6-4 16,0 0-11-16,0 0-20 0,1-5-18 0,-1 5-27 15,0 0-39-15,0 0-28 0,0 0-27 16,0 0-26-16,0 0-27 0,0 0-26 0,0 0-19 15,0 0-19-15,0 0-14 0,0 0-10 0,10 12-7 0,-3-6-17 16,-5 5-8-16,6-3-5 0,-3 4-8 0,4 1 0 16,-1 3 5-16,-2 0-17 0,1-2-51 0,0 2 0 15,-1-1 0-15,0 2 0 0,-3 0 0 16,3 0 0-16,-3 1 0 0,0-2 0 0,-2 0 0 16,2 2 0-16,-1-1 0 0,-2-3 0 0,2-3 0 15,-1 1 0-15,0 0 0 0,-1-1 0 0,1 1 0 0,1-2 0 16,-4-2 0-16,4-2 0 0,-2 1 0 0,0-7 0 15,0 9 0-15,1-3 0 0,-1-6 0 16,0 0 0-16,0 0 0 0,0 8 0 0,0-8 0 16,0 0 0-16,0 4-133 0,0-4-77 0,0 0-52 15,0 0-57-15,0 0-63 0,0 0-41 0,0-22-41 16,1 12-34-16,-2 0-35 0,-2-1-296 0,1 1-896 0,-2-1 397 16</inkml:trace>
  <inkml:trace contextRef="#ctx0" brushRef="#br0" timeOffset="79172.4501">23180 2021 220 0,'0'0'341'16,"-9"-1"13"-16,9 1 33 0,0 0 2 0,0 0 14 15,-13-1 5-15,13 1 1 0,0 0 1 0,-5-3 1 16,5 3-15-16,0 0-20 0,0 0-12 0,0 0-23 16,-3-4-25-16,3 4-26 0,0 0-36 0,0 0-29 15,0 0-18-15,21-6-22 0,-10 5-13 0,2-2-22 16,5-1-17-16,0 4-7 0,0-2-11 0,-1-2-16 15,2 2-6-15,-1 0-14 0,-2-1-8 0,-2 1-2 16,-2 1-6-16,-1 0-14 0,3 0-9 0,-2 1 0 16,-7-2 2-16,-5 2-6 0,11-1-21 0,-4 0-32 15,-7 1-38-15,10-3-48 0,-10 3-49 0,0 0-55 16,0 0-63-16,0 0-62 0,5-1-61 0,-5 1-72 16,0 0-76-16,0 0-384 0,0 0-1000 0,0 0 443 15</inkml:trace>
  <inkml:trace contextRef="#ctx0" brushRef="#br0" timeOffset="79797.9898">23507 2013 360 0,'0'0'556'16,"0"0"23"-16,0 0 2 0,10 0-9 0,-10 0-33 15,0 0-29-15,0 0-43 0,0 0-37 0,0 0-33 16,4 4-47-16,-4-4-37 0,0 0-29 0,3 6-31 15,-3-6-39-15,0 0-22 0,0 0-22 16,-2 5-11-16,2-5-12 0,2 9-18 0,-2-9-9 0,1 13-17 16,-1-7-12-16,0 2-5 0,0-2-13 0,0 5-19 15,0-3-26-15,1 1-19 0,-1-4-16 0,2 1-18 16,-2-6-14-16,1 12-19 0,0-5-7 0,-1-3-6 16,1 2 0-16,-1-6 1 0,4 4 8 15,-4-4 8-15,2 6 4 0,-2-6 10 0,0 0 5 16,8 0 8-16,-8 0 1 0,0 0 4 0,16-4 7 0,-12-2 5 15,2 2-1-15,2-2 7 0,-1-2 13 0,-3 4 9 16,1-2 17-16,-1 0 14 0,0 1 7 0,2-2 10 16,-3 2 5-16,2-1 9 0,-5 6 10 15,5-8 7-15,-5 8 3 0,4-4-1 0,-4 4-10 16,1-4-6-16,-1 4-8 0,4-3-5 0,-4 3-16 16,0 0-8-16,0 0-46 0,0 0 0 0,10-4 0 15,-10 4 0-15,0 0 0 0,0 0 0 0,9 9 0 16,-2-5 0-16,-1 1 0 0,3 0 0 0,1 0 0 15,-2 1 0-15,3 0 0 0,0-1 0 0,-5-2 0 16,3 3-28-16,-2-3-4 0,0 2 11 0,-2-4 0 16,-5-1 5-16,7 7 0 0,-7-7 18 0,0 0-6 15,12 2 14-15,-12-2-3 0,0 0 8 0,0 0 19 16,13-11 20-16,-8 5-38 0,-1-2-16 0,-1-3 0 16,2 0 0-16,-3-2 0 0,-2 1 0 0,1-4 0 15,-1-3 0-15,0 1 0 0,3 1 0 0,-6-1 0 16,2 8 0-16,2-4 0 0,-1 3 0 0,-1-1 0 15,-3 1 0-15,1 2 0 0,1 2 0 0,1 1 0 16,-1 1 0-16,0 1 0 0,2 4 0 0,-2-7 0 0,2 7 0 16,0 0 0-16,0-8 0 0,0 8 0 15,0 0 0-15,0 0 0 0,0 0 0 0,0 0 0 16,0 0 0-16,0 0-261 0,0 0-223 0,0 0-86 16,0 0-98-16,14 18-367 0,-7-14-1121 0,-2-2 496 15</inkml:trace>
  <inkml:trace contextRef="#ctx0" brushRef="#br0" timeOffset="80455.7327">24418 1985 287 0,'0'0'316'0,"0"0"-17"16,-2 5-19-16,2-5-10 0,0 0-2 0,0 0 8 16,0 0-8-16,0 0-28 0,-2 4 3 0,2-4-20 15,0 0-10-15,0 0-10 0,0 0-12 0,0 0-18 16,0 4-14-16,0-4-7 0,0 0-8 0,0 0-3 31,0 0 3-31,0 0 7 0,0 0 8 0,0 0 5 0,0 0 16 0,0 0 9 0,0 0 16 0,0 0 9 16,0 0 15-16,0 0 17 0,0 0-5 0,-16-10-12 15,11 7 2-15,-2 0-5 0,0-2-9 0,-2-2 0 16,-1 1-13-16,-1-3-14 0,0 5-21 0,-1-11-129 16,-3 4-40-16,5 1 0 0,-2-3 0 0,1 1 0 15,-1-1 0-15,2-1 0 0,-1-1 0 0,4 0 0 16,-2-1 0-16,3 0 0 0,1-2 0 0,2 3 0 16,1-3 0-16,2 0 0 0,2 1 0 0,-2 0 0 31,3 0 0-31,2-2 0 0,-1 2 0 0,3 0 0 15,2-1 0-15,0 2 0 0,5 3 0 0,-5-3 0 16,8 2 0-16,-4 1 0 0,1 3 0 0,-5 1 0 16,1 2 0-16,2 0 0 0,0 2 0 0,0 1 0 0,-1 2 0 15,-1 0 0-15,-2-1 0 0,1 1 0 0,1 4 0 16,-1 1 0-16,3-1 0 0,-1 3 0 16,-2 0 0-16,-3 3 0 0,2-3 0 0,-3 1 0 15,-1 2 0-15,4 1 0 0,-7-2 0 0,4 4 0 16,-4-3 0-16,2 2 0 0,-3-1 0 0,0 1 0 15,0 0 0-15,-4 0 0 0,-1 1 0 0,-3-4 0 16,3 4 0-16,-5 3 0 0,-7-4 0 0,3 2 0 16,-2-3 0-16,2-2 0 0,0 0 0 0,2-2 0 15,1 0 0-15,2-3 0 0,1 0 0 0,3 1 0 16,-3-2 0-16,8-1 0 0,-9 2 0 0,7 0 0 16,2-2-42-16,-5 2-97 0,3 1-27 0,2-3-35 15,0 0-43-15,0 0-44 0,-9 3-54 0,9-3-39 16,0 0-52-16,0 0-57 0,0 0-50 0,14 5-282 15,-6-4-889-15,3 2 395 0</inkml:trace>
  <inkml:trace contextRef="#ctx0" brushRef="#br0" timeOffset="80846.6516">24685 1919 256 0,'0'0'464'0,"9"-10"10"0,-9 10 5 16,0 0-9-16,3-6-13 0,-3 6-18 0,0 0-10 15,0 0-3-15,-3-7-10 0,3 7-11 0,0 0-16 16,0 0-11-16,0 0-32 0,4-5-24 0,-4 5-27 16,0 0-31-16,0 0-27 0,0 0-27 0,0 0-23 15,0 0-24-15,0 0-22 0,0 0-19 0,0 0-15 16,0 0-10-16,0 0-15 0,-4 17-3 0,4-7-22 15,-1 2-57-15,1-3 0 0,0 3 0 0,-3 6 0 16,3-2 0-16,-1-2 0 0,1 4 0 0,-1 0 0 16,-2-1 0-16,-2 2 0 0,4-1 0 0,-1 0 0 15,-1 2 0-15,-1-3 0 0,0-2 0 0,4-4 0 16,-2 0 0-16,0 0 0 0,1-3 0 0,1 2 0 16,0-3 0-16,-3 0 0 0,3-7 0 0,-3 8 0 15,3-8 0-15,-3 6 0 0,3-6 0 0,0 0 0 16,0 10-124-16,0-10-69 0,0 0-34 0,-4 4-29 15,4-4-60-15,0 0-72 0,0 0-77 0,13-17-61 16,-12 7-424-16,-1-1-1028 0,2-1 455 0</inkml:trace>
  <inkml:trace contextRef="#ctx0" brushRef="#br0" timeOffset="81252.9547">24655 1917 53 0,'2'-4'341'15,"2"-2"-17"-15,-4 0-18 0,3-1-15 0,-1 2-11 16,0-1-9-16,1 1-1 0,1 1-16 0,-4 4-2 16,4-7-22-16,2 4-19 0,-1-2-14 0,2 3-25 15,-1 1-9-15,2-1-12 0,5 1 2 0,-4 0-14 16,5 0-6-16,-3 2 3 0,1 0-4 0,2 0-5 15,-4 1-17-15,0-1-4 0,-1 0-12 0,-1 1-14 16,-3 1-7-16,1-1-7 0,1 0-6 0,-3 2-7 16,-2-1-2-16,-1 0-6 0,1 1 0 0,-2 2-5 15,0-6-3-15,-5 15-1 0,1-7-2 0,-5 3 2 16,-1 0-6-16,-7 3 0 0,0-3-3 0,-8 2-1 16,-1-2-1-16,7-1 2 0,0-2-5 0,1-1-4 15,0 0 1-15,5-4-3 0,3 1 2 0,1-1-4 16,3-1-2-16,-1 0 3 0,2 1-4 0,5-3-5 15,-7 2-13-15,7-2-7 0,-6 2-21 0,6-2-8 16,0 0-20-16,0 0-32 0,0 0-49 0,0 0-47 16,0 0-52-16,0 0-54 0,0 0-46 0,11-15-47 15,-11 15-278-15,0 0-723 0,9-6 321 0</inkml:trace>
  <inkml:trace contextRef="#ctx0" brushRef="#br0" timeOffset="82786.2653">19586 2988 173 0,'1'-7'397'0,"-1"7"10"0,3-6 15 15,-3 3-15-15,0 3 2 0,1-6 8 0,-1 6 0 16,2-3-3-16,-2 3-7 0,0 0-6 16,1-4-10-16,-1 4-15 0,0 0-18 0,0 0-24 0,0 0-24 15,0 0-24-15,0 0-25 0,0 0-30 0,0 0-24 16,0 0-21-16,0 0-19 0,0 0-16 0,0 0-21 15,0 0-17-15,0 0-14 0,0 0-8 0,0 0-6 16,-4 19 1-16,3-9-28 0,-2 1-58 16,1 1 0-16,-2 4 0 0,-1 1 0 0,1 0 0 0,-2 3 0 15,0 5 0-15,-1-1 0 0,-1 1 0 0,3-6 0 16,-8 6 0-16,4 1 0 0,-6-1 0 0,7-5 0 16,-2 3 0-16,-3 0 0 0,5-7 0 0,2 2 0 15,2-1 0-15,-3-2 0 0,2-1 0 0,1-1 0 16,1-5 0-16,1-1 0 0,3 3 0 0,-4-4 0 15,1-1 0-15,0-1 0 0,1 3 0 0,0-4 0 16,0 1 0-16,1-4 0 0,-2 6 0 0,2-6 0 16,0 0 0-16,0 5 0 0,0-5 0 0,0 0 0 15,0 0 0-15,0 0 0 0,0 0-119 0,0 0-295 16,0 0-99-16,7-23-104 0,-7 11-471 0,7-6-1179 16,2-7 521-16</inkml:trace>
  <inkml:trace contextRef="#ctx0" brushRef="#br0" timeOffset="83208.6592">19570 2961 22 0,'0'-5'436'16,"1"0"20"-16,1-2 5 0,0 1-7 0,-2 3-16 15,0 3-16-15,1-9-20 0,-1 8-16 0,0 1-17 16,0-6-21-16,0 6-14 0,0-6-33 0,0 6-11 15,0-4-34-15,0 4-8 0,0 0-26 0,0 0-24 16,1-2-23-16,-1 2-21 0,0 0-19 0,0 0-19 16,0 0-13-16,0 0-12 0,5 7-10 0,-1-2-4 15,0 0-6-15,0 3-16 0,2 1 4 0,1 1 1 16,-1 5-2-16,-2-3 2 0,4 3-2 0,-2 0-7 16,3 3 8-16,-3 0-7 0,1 0 6 0,2 6-8 15,-2 1 4-15,0 1 8 0,-1-1-17 0,-1 0 1 16,0 1-5-16,4-1-4 0,-5 0-3 0,-3-4-3 15,3-2 1-15,-3 1-5 0,2-1-2 0,-2-1 1 16,-1-1-9-16,0-3 1 0,3-2-2 0,-3-1-2 16,1-1-14-16,-2 0 0 0,1-4 0 0,0 0 0 15,1 0 0-15,-1 0 0 0,0-2 0 0,0 0 0 16,0-4 0-16,0 4 0 0,3-1 0 0,-3-3 0 16,0 0 0-16,2 2-23 0,-2-2-53 0,0 0-54 15,0 0-60-15,0 0-50 0,14-9-45 0,-10 5-47 16,0-2-55-16,-1-1-68 0,2-1-63 0,-2 4-409 15,0-6-1002-15,-4 0 443 0</inkml:trace>
  <inkml:trace contextRef="#ctx0" brushRef="#br0" timeOffset="83521.3784">19575 3317 314 0,'0'0'423'15,"-9"-1"23"-15,9 1-2 0,-5-2-5 0,5 2-14 16,0 0-17-16,0 0-16 0,-8 0-17 0,8 0-22 16,0 0-19-16,0 0-26 0,0 0-29 0,0 0-24 15,0 0-30-15,0 0-28 0,0 0-20 0,13-6-16 16,-4 6-19-16,1-2-14 0,3 2-13 0,1-1-10 16,2-1-12-16,2 1-10 0,1-1-8 0,2 0-3 15,-1 0-1-15,7 2-8 0,-9 0-13 0,4-3 0 16,-3 1-8-16,-6 1-7 0,1 1 0 0,-4-1-8 15,0 1 0-15,-2 0-5 0,-1 0-1 0,-7 0-5 16,11 0-10-16,-11 0-23 0,6 0-23 0,-6 0-35 16,0 0-32-16,7-1-49 0,-7 1-61 0,0 0-62 15,0 0-56-15,0 0-65 0,0 0-81 0,0 0-374 16,0 0-926-16,-25 5 411 0</inkml:trace>
  <inkml:trace contextRef="#ctx0" brushRef="#br0" timeOffset="84287.5764">19981 3411 397 0,'0'0'480'0,"0"0"10"0,0 0 9 0,0 0-5 16,-8-11-9-16,8 11-10 0,0 0 4 0,0 0 1 16,0 0-14-16,0 0-19 0,0 0-25 0,0 0-27 15,0-4-27-15,0 4-33 0,0 0-33 0,0 0-30 16,0 0-29-16,0 0-26 0,0 0-26 0,0 0-24 16,0 0-80-16,0 0-87 0,0 0 0 0,0 0 0 15,0 0 0-15,-2 13 0 0,2-10 0 0,2 4 0 16,-2-2 0-16,3 1 0 0,-2 2 0 0,-1-1 0 15,3 3 0-15,1-1 0 0,-3 3 0 0,-1-3 0 16,1 4 0-16,2-2 0 0,-2-1 0 0,-1-1 0 16,4 2 0-16,-3-4 0 0,-1 4 0 0,2-5 0 15,-2-2-13-15,2 2-106 0,-1-2 9 0,1 0 11 16,-2-1 17-16,0-3 14 0,2 4 10 0,-2-4 13 16,0 0-1-16,0 0 12 0,12-10 15 0,-9 7 18 15,1-5 10-15,1 3 3 0,3-7 7 0,0 5 16 16,-2-2-2-16,1 2 23 0,1-3 5 0,-1 2 8 15,-1 1 1-15,-3 1 7 0,3 2-13 0,-2-1 5 16,-3 2 1-16,4-1-20 0,-3-1-50 0,0 4 0 16,-2 1 0-16,0 0 0 0,5-5 0 0,-5 5 0 15,0 0 0-15,4-3 0 0,-4 3 0 0,0 0 0 16,10 7 0-16,-2-3 0 0,-3 1 0 0,3 1 0 16,1-2 0-16,-3 3 0 0,7 0 0 0,-3 0 0 15,3-1 0-15,-4 2 0 0,1 0 0 0,2-1 0 16,-5-3 0-16,1 1 0 0,2 0 0 0,-2-1-26 15,-3 0-10-15,-1-2 9 0,-4-2 3 0,6 3 2 16,-2-1 17-16,-4-2 12 0,0 0 20 0,0 0 10 16,14-7 19-16,-13 2-43 0,3-3-13 0,-1 0 0 15,-2-5 0-15,2 1 0 0,-1-6 0 0,0 0 0 16,-4 0 0-16,4 2 0 0,0-2 0 0,-1 2 0 16,1-2 0-16,1 0 0 0,-1 4 0 0,-2 2 0 15,0-1 0-15,0 4 0 0,2-2 0 0,-2 5 0 16,0 1 0-16,0-1 0 0,0 0 0 0,0 3 0 15,0 3 0-15,0-5 0 0,0 5 0 0,0 0 0 16,0-6 0-16,0 6 0 0,0 0 0 0,0 0 0 16,0 0 0-16,0 0 0 0,0 0 0 0,0 0 0 15,1 16 0-15,1-9 0 0,-2 1-132 0,4 4-471 16,3-3-84-16,-2 0-442 0,8-1-1221 0,-3-2 540 16</inkml:trace>
  <inkml:trace contextRef="#ctx0" brushRef="#br0" timeOffset="84553.1394">20855 3419 230 0,'-9'-8'507'15,"7"4"17"-15,2 4 9 0,0 0 0 0,-4-4-26 16,4 4-36-16,0 0-33 0,0-5-23 0,0 5-22 15,0 0-30-15,-1-3-33 0,1 3-36 0,0 0-26 16,0 0-35-16,5-4-19 0,-5 4-25 0,11-3-28 16,-4 0-17-16,3 2-15 0,0-2-20 0,-1 2-3 15,0 1-18-15,-1-2-31 0,-1 2-33 0,4 0-30 16,-3 0-38-16,-1-1-40 0,-1 1-42 0,-2 1-52 16,-4-1-64-16,10 0-76 0,-10 0-74 0,0 0-84 15,11 2-423-15,-11-2-975 0,0 0 432 0</inkml:trace>
  <inkml:trace contextRef="#ctx0" brushRef="#br0" timeOffset="84803.1587">20827 3530 169 0,'0'0'416'0,"0"6"52"16,0-6 33-16,3 3 15 0,-3-3-4 15,1 3-13-15,-1-3-7 0,9 1-12 0,-5 1-3 16,-4-2-14-16,9 0-19 0,-9 0-33 0,9 0-29 15,-9 0-28-15,10-2-28 0,-4 2-25 0,1-1-31 0,-1 0-25 16,3-1-23-16,1-1-23 0,-2 1-155 0,0 0-44 16,2 0 0-16,1 0 0 0,-6 1 0 0,4-1 0 15,-2 1 0-15,-1-2 0 0,1 1 0 16,-4 1 0-16,-3 1 0 0,13-1 0 0,-8 1 0 16,-5 0 0-16,4-3 0 0,-4 3 0 0,0 0-383 0,9 0-76 15,-9 0-79-15,0 0-68 0,0 0-429 0,0 0-1120 16,0 0 496-16</inkml:trace>
  <inkml:trace contextRef="#ctx0" brushRef="#br0" timeOffset="85724.9398">23305 2878 367 0,'3'-6'373'0,"-3"3"-8"0,1-2-6 0,-1 1-5 16,0-1 11-16,0 5 7 0,-1-7 5 0,-1 4-6 15,2 3-6-15,-2-6 0 0,2 0-3 0,-1 3 3 16,1 3-4-16,-2-5-10 0,2 5-21 0,-2-3-20 15,2 3-25-15,0 0-33 0,-4-2-30 0,4 2-26 16,0 0-19-16,0 0-25 0,0 0-22 0,0 0-9 16,0 0-22-16,0 0-8 0,0 0-10 0,-13 7 2 15,5 1-15-15,0 2-8 0,-1-1-5 0,-4 6-48 16,-2 5-7-16,-1 3 0 0,1 2 0 0,-1 0 0 16,3 1 0-16,-2 0 0 0,1-1 0 0,4 3 0 15,1-4 0-15,0 1 0 0,5-1 0 0,4-5 0 16,2 0 0-16,6 1 0 0,2-4 0 0,7 6 0 15,1-2 0-15,8-3 0 0,3-3 0 0,1-5 0 16,-4 0 0-16,3-1 0 0,-9-5 0 0,1-2 0 16,-2-2 0-16,0-1 0 0,0-4 0 0,-9 3 0 15,4-4 0-15,-5 0 0 0,2-2 0 0,-5 1 0 16,1-3 0-16,-4 3 0 0,-2-3 0 0,-3-1 0 16,-2 4 0-16,-6-4 0 0,-3 2 0 0,-5 0 0 15,1 2 0-15,-3 4 0 0,-3-3 0 0,2 4 0 16,-1 4 0-16,0 1-97 0,1 0-132 0,2 3-63 15,3-1-68-15,4 3-73 0,-3 2-81 0,3-1-75 16,6 1-358-16,-3-1-1025 0,0-1 454 0</inkml:trace>
  <inkml:trace contextRef="#ctx0" brushRef="#br0" timeOffset="86349.9127">22385 3623 143 0,'-14'5'298'0,"9"-5"-1"0,-3 0 5 0,-1 0 0 16,-1 0 3-16,0 0 6 0,-2 3 0 0,1-4-6 15,-1 2-7-15,1-1-18 0,1 1-10 0,3-1-15 16,-1 2-13-16,8-2-15 0,-12-2-12 0,12 2-7 16,-8 0-17-16,8 0-11 0,-8 0-10 0,8 0-12 15,0 0-9-15,-5 2-8 0,5-2-7 0,0 0-15 16,0 0-11-16,0 0-13 0,0 0-9 0,0 0-12 16,0 0-3-16,28-2-9 0,-8 2-1 0,9-1-10 15,4 1-3-15,22-3-5 0,6 0-5 0,6 1-8 16,31-5 1-16,4 0-6 0,15 0-3 0,4-2 6 15,8 3-9-15,17-3 1 0,1 2 15 0,3-1 29 16,7-5 16-16,1 8 20 0,-4-1 7 0,-5-1 10 16,-10 3 9-16,-15 1 14 0,-19-2 15 0,-8 3-10 15,-40 0-14-15,0 2-8 0,-7-2-13 0,-16 0-75 16,0 0-35-16,-4 1 0 0,-12 1 0 0,-4-2 0 16,-1 2 0-16,-4-1 0 0,1 1 0 0,-5-1 0 15,2 1 0-15,-7 0 0 0,6 0 0 0,-6 0 0 16,9-2 0-16,-9 2 0 0,0 0 0 0,0 0-74 15,4 3-248-15,-4-3-43 0,0 0-46 0,0 0-45 16,-17 7-48-16,12-4-54 0,-4 0-360 0,-5 2-993 16,5-2 441-16</inkml:trace>
  <inkml:trace contextRef="#ctx0" brushRef="#br0" timeOffset="87022.2489">22179 4174 45 0,'0'0'333'0,"0"0"13"15,0 0 14-15,0 0 11 0,0 0-11 0,0 0 4 16,0 0-5-16,0 0-2 0,0 0-3 0,0 0-2 15,-5-12-5-15,5 12-5 0,0-8-10 0,0 4-8 16,1 0-4-16,1 0-28 0,-2-1-18 0,1-1-27 16,0 0-16-16,2 0-28 0,1 0-15 0,2 0-12 15,-1-1-26-15,2 0-11 0,0 0-13 0,3 0-16 16,1 2-9-16,-2-1-10 0,3 1-7 0,-3 0-11 16,0 0-10-16,5 4-7 0,-5-2-6 0,4 2-5 15,0 1-3-15,1 1-8 0,0 2 1 0,-1 3 2 16,3 3-16-16,-2 1-4 0,2 1-2 0,-5 3 10 15,1-2-25-15,-1 2 0 0,-4 1 0 0,0 0 0 16,-3 1 0-16,-2-1 0 0,-4 5 0 0,0-3 0 16,-6 2 0-16,-4 2 0 0,-7-1 0 0,0 1 0 15,-5-2 0-15,-3-1 0 0,0-1 0 0,-1-3 0 16,-1-2 0-16,0-3 0 0,1 2 0 0,2-6 0 16,6 2 0-16,4-3 0 0,-2 1 0 0,1-4 0 15,3-1 0-15,0-4 0 0,3 1 0 0,-1-2 0 16,7-2 0-16,-3 0 0 0,-1-4 0 0,4-1 0 15,0-4 0-15,0 0 0 0,4-5 0 0,0 3 0 16,-1-2 0-16,4 2 0 0,1-3 0 0,5 5 0 0,0-2 0 16,3 2 0-16,-2 0 0 0,5 1-159 15,0 2-195-15,3 0-65 0,-3 2-54 0,1 2-58 16,5 0-46-16,-4 4-370 0,-4-1-1025 0,4-1 453 16</inkml:trace>
  <inkml:trace contextRef="#ctx0" brushRef="#br0" timeOffset="87460.1978">22279 3851 257 0,'0'-6'587'0,"0"-3"39"0,0 2 34 0,4-3 4 16,-2 4-10-16,-2-1-20 0,2 2-27 0,0 2-30 15,-2-1-32-15,0 1-41 0,0 3-36 16,0-5-37-16,0 5-48 0,0 0-32 0,4-2-108 15,-4 2-243-15,0 0 0 0,0 0 0 0,0 0 0 0,-3 12 0 16,2-1 0-16,-1 4 0 0,0 3 0 0,0 4 0 16,-1 0 0-16,2 7 0 0,-3 0 0 0,2 1 0 15,-2 1 0-15,1 0 0 0,3 2 0 0,-4-2 0 16,0 2 0-16,3 0 0 0,-3 1 0 0,-1-2 0 16,5 0 0-16,-1-1 0 0,1 1 0 0,-1-1 0 15,1 1 0-15,0-3 0 0,-3 3 0 0,5-2 0 16,-2-3 0-16,0 1 0 0,1-3 0 0,-1 0 0 15,-1-7 0-15,1 1 0 0,0-1 0 0,0-2 0 16,0-2 0-16,1-2 0 0,-1-4 0 0,1 3 0 16,0-4 0-16,-1 0 0 0,0-3 0 0,0 1 0 15,0-1 0-15,0-4 0 0,0 5 0 0,0-5 0 16,0 0 0-16,0 5 0 0,0-5 0 0,0 0 0 16,9-1 0-16,-9 1 0 0,0 0 0 0,14-7 0 15,-10 3 0-15,6 0 0 0,-1-3 0 0,0-3 0 16,0 2 0-16,0-3-527 0,0-3-77 0,0-1-51 15,-3 1-413-15,3-2-1156 0,-2 4 511 0</inkml:trace>
  <inkml:trace contextRef="#ctx0" brushRef="#br0" timeOffset="87960.1254">22600 4296 27 0,'4'-7'399'0,"2"0"27"0,-1-1 17 0,-1 3-1 15,0-2 8-15,-3 2-5 0,0 2-8 0,0 1-10 16,-1 2-23-16,3-6 1 0,-3 3-14 0,0 3-29 16,0 0-28-16,1-5-30 0,-1 5-37 0,0 0-24 0,0 0-32 15,0 0-19-15,0 0-26 0,0 0-22 16,0 0-7-16,0 0-22 0,-7 12-6 0,0-5-9 16,4-1-10-16,-4 2-6 0,2 0-10 0,0-1-12 15,0-1-1-15,0 1-27 0,0 1-10 0,1-1 0 0,0-3-12 16,1 2-7-16,1-3-14 0,-1 2 12 0,3-3-11 15,0-2-4-15,-4 2 1 0,4-2 3 16,-1 5-1-16,1-5 1 0,0 0 4 0,0 0-3 16,4 7 7-16,-3-6-4 0,6 0-2 0,-2 1 4 15,-1-2 1-15,2 1-6 0,0 1 1 0,1-1-3 0,-1 0 6 16,1 3-2-16,-1-2 0 0,3 1-1 16,-4-1 6-16,1 0-4 0,0 2 8 0,1 0 3 15,-1-2 0-15,-2 2-5 0,1 0 6 0,1 1 2 16,-3-2 1-16,1 1 0 0,1 0 0 0,-5 1 1 0,3-1-3 15,-3 0 2-15,1 2-9 0,-2-1-1 0,1-2 7 16,-3 2 6-16,1-1-11 0,-3-1 1 16,0 2 12-16,-1 0-10 0,1-1 4 0,-5-1 2 15,1 0-10-15,1 1-14 0,2-3 2 0,-2 0-21 0,0 1 0 16,4 0 6-16,4-2-11 0,-7 1 0 0,7-1-15 16,-6 2-23-16,6-2-31 0,-5-5-30 0,5 5-40 15,0-7-31-15,1 2-29 0,2 1-71 16,0-2-52-16,3 2-51 0,0-2-65 0,0 2-392 15,3-3-937-15,3 1 415 0</inkml:trace>
  <inkml:trace contextRef="#ctx0" brushRef="#br0" timeOffset="88351.4452">23180 4121 202 0,'0'-11'499'0,"-3"0"34"0,3 1 18 0,-5 1-8 15,5 2-22-15,0 1-14 0,0-2-12 0,-1 2-7 0,1 3-19 16,0-1-6-16,0 4-19 0,-4-8-24 0,4 4-27 16,0 4-35-16,0 0-31 0,0 0-31 0,0-3-40 15,0 3-21-15,0 0-44 0,0 0-191 0,0 0 0 16,0 0 0-16,0 0 0 0,-5 11 0 0,6-1 0 15,2 0 0-15,-3 2 0 0,0 5 0 0,-3-1 0 16,3 2 0-16,0 0 0 0,0 3 0 0,0-3 0 16,0 0 0-16,-1 1 0 0,1-1 0 0,0 0 0 15,0 0 0-15,-4-1 0 0,4 2 0 0,0-3 0 16,-4 1 0-16,4-6 0 0,0 2 0 0,0-1 0 16,-1-5 0-16,-2 1 0 0,2-1 0 0,1-1 0 15,0 0 0-15,0-4 0 0,0-2 0 0,0 7 0 16,1-4 0-16,-1-3 0 0,0 0 0 0,0 0-200 15,0 0-203-15,0 0-72 0,8-8-55 0,-4-1-46 16,1 1-426-16,-1-3-1084 0,-3-6 479 0</inkml:trace>
  <inkml:trace contextRef="#ctx0" brushRef="#br0" timeOffset="88789.4041">23107 4022 28 0,'-1'-6'423'0,"1"3"15"0,0-3 7 0,1 1-19 16,0-1-43-16,1 1-32 0,0 0-35 0,3-1-28 15,-1-1-25-15,5 0-15 0,0 2-8 0,1-1-12 16,3 3-12-16,-3-3-11 0,8 2-10 0,1-1-23 16,-6 4-1-16,5 1-14 0,-5 0-12 0,6 1-16 15,-2 1-10-15,-3 3-15 0,2 0 10 0,2 2-8 16,-2 1-15-16,1 2 11 0,-2 0-5 0,1 2-4 15,-3 0-7-15,-2 2 1 0,-2 1 7 0,2 0-14 16,-9 1-11-16,9 1 6 0,-7 1 1 0,-1-2-4 16,1 4 2-16,-6-1 4 0,2 2-11 0,-3-1-5 15,-3 1 0-15,-5 5-8 0,2-4 3 0,-4 2-9 16,-3-2-2-16,-1-1-4 0,-3 0 1 0,-1-2-7 16,3-1 2-16,-3-2-9 0,4-3-5 0,2 0-13 15,-3-2 15-15,4-2-1 0,3-3 6 0,-1 0-7 16,0 0 0-16,2 0-9 0,5-3 1 0,-3-1 0 15,3 0 4-15,5-2-1 0,-8 5-2 0,8-5-1 0,-8 2-2 16,8-2 2-16,0 0 1 0,-7 4-9 16,7-4-7-16,0 0-26 0,0 0-34 0,0 0-37 15,0 0-40-15,0 0-48 0,5-13-55 0,-1 8-62 16,5 0-74-16,0-1-63 0,1 2-58 0,7-1-35 16,-6 1-324-16,7-2-926 0,-1 2 410 0</inkml:trace>
  <inkml:trace contextRef="#ctx0" brushRef="#br0" timeOffset="89352.2451">23618 4316 64 0,'3'-5'493'0,"-2"2"-4"0,-1-2 8 0,0 1 3 16,0 4-18-16,0-6-22 0,0 6-24 0,0-4-22 15,0 4-22-15,0-5-30 0,0 5-15 0,0-4-38 16,0 4-27-16,0 0-34 0,0 0-25 0,0 0-26 0,0 0-22 16,0 0-13-16,0 0-21 0,0 0-16 0,-13 6-9 15,7-1-16-15,2 0-14 0,-1-1-4 16,-3 4-12-16,1-2-4 0,-1 3-10 0,2-2-3 16,0-2-13-16,3 2-20 0,-3-1-6 0,4-2-3 0,-1-3 0 15,-2 3-8-15,4 1 0 0,-1-3-5 0,2-2-3 16,-2 5-1-16,2-5-1 0,0 0 2 0,-4 2 5 15,4-2-5-15,0 0 1 0,4 7 2 16,-4-7-2-16,10 1 2 0,-5-1 6 0,-5 0-4 16,8 1-4-16,-3 0 3 0,3-1-1 0,2 3-1 0,-5-2 3 15,7 0-6-15,-7 0-1 0,1 1 4 0,3 2 3 16,-5-1 13-16,4 3-2 0,-3-4 4 16,1 1 1-16,-2 2 4 0,1-1-11 0,-1-1-1 15,-1 3 3-15,-1-1 2 0,-3 0-5 0,1-5 7 0,0 11 2 16,-1-7 0-16,-2 2 6 0,-2 2 5 0,-3-3-6 15,3 1 13-15,-4 1-7 0,0-3 4 0,-1 2-5 16,-3 0 3-16,0-2-8 0,2-3 16 0,-1 1 12 16,5-1 4-16,0 2 8 0,-3-3 1 15,4 2-24-15,1-2-39 0,5 0 0 0,-9 2 0 0,9-2 0 16,-7 0 0-16,7 0 0 0,-5 1 0 0,5-1 0 16,-6 4 0-16,6-4 0 0,0 0 0 0,0 0 0 15,0 0 0-15,0 0 0 0,0 0 0 0,0 0 0 16,0 0-146-16,10-9-95 0,-10 9-55 0,13-6-73 15,-7 5-71-15,1-2-74 0,-1 1-62 0,0-4-360 16,-3 0-1012-16,-1 2 449 0</inkml:trace>
  <inkml:trace contextRef="#ctx0" brushRef="#br0" timeOffset="89914.9036">23171 3848 132 0,'0'0'214'0,"0"0"-17"15,0 0-10-15,0 0-1 0,0 0 5 0,0 0 7 16,0 0 6-16,0 0 5 0,0 0 1 0,0 0 4 16,0 0 4-16,0 0-15 0,0 0 9 15,0 0 17-15,0 0-1 0,0 0-1 0,0 0 3 0,0 0 0 16,0 0 2-16,0 0 1 0,0 0-5 0,0 0-3 15,0 0-11-15,0 0-3 0,0 0 1 0,0 0-6 16,0 0-2-16,0 0-12 0,0 0 5 0,0 0-19 16,0 0 4-16,0 0-4 0,0 0-1 0,0 0 1 15,0 0 0-15,0 0-8 0,0 0-15 0,0 0-12 16,6-7-17-16,3 4-12 0,4 1-10 0,6-3-69 16,11 2-35-16,0-1 0 0,1 2 0 0,2-1 0 15,4-2 0-15,-1 3 0 0,2 0 0 0,-3-1 0 16,-2 0 0-16,-2 2 0 0,-2-3 0 0,-11 4 0 15,1-1 0-15,-3-1 0 0,-5 1 0 0,-2 0 0 16,3 0 0-16,-5 0 0 0,-2 1 0 0,-5 0 0 16,8 0 0-16,-8 0 0 0,0 0 0 0,9 0 0 15,-9 0 0-15,0 0 0 0,8-1 0 0,-8 1 0 16,0 0 0-16,0 0 0 0,0 0-159 0,0 0-173 16,0 0-67-16,0 0-76 0,0 0-100 0,0 0-468 15,0 0-1127-15,0 0 498 0</inkml:trace>
  <inkml:trace contextRef="#ctx0" brushRef="#br0" timeOffset="90697.7124">24390 4440 50 0,'0'0'380'0,"0"0"9"15,0 0-12-15,0 0-8 0,0 0-8 0,0 0-12 16,-6-10-3-16,1 7-1 0,-2-1 23 0,2 2-12 15,-5-5-6-15,0 3-15 0,-2-2-11 0,1-2-14 0,-6 0-1 16,4 1-7-16,-2-4-23 0,-2 4-1 0,2-4-7 16,4 5-19-16,-5-6-17 0,3-1-1 15,2 0-12-15,1-2-19 0,1-1-18 0,-2-1-15 16,4-1-13-16,-2-5-72 0,4-3-85 0,0-3 0 0,1 2 0 16,4-4 0-16,1 4 0 0,2 0 0 0,-1-3 0 15,2 4 0-15,3 2 0 0,1-2 0 0,-1 9 0 16,-1 0 0-16,1-2 0 0,2 5 0 0,1-1 0 15,-4 2 0-15,3 5 0 0,-1-1 0 0,-1 2 0 16,5 0 0-16,-2 1 0 0,4 3 0 0,-5-2 0 16,4 3 0-16,-3 1 0 0,3 1 0 0,0 1 0 15,-4 2 0-15,2 2 0 0,1 0 0 0,-1 1 0 16,-1 2 0-16,-1 1 0 0,-4-1 0 0,1 3 0 16,-2-3 0-16,-2 6 0 0,-1-4 0 0,-1 0 0 15,-1 3 0-15,-4-2 0 0,0 0 0 0,-3 3 0 16,-5-1 0-16,-1 2 0 0,-5 2 0 0,-3 0 0 15,-1-5 0-15,-1 1 0 0,-1 0 0 0,5-6 0 16,1 3 0-16,1-4 0 0,0 1 0 0,6-3 0 16,0-1 0-16,1 1 0 0,-1-2 0 0,6-1 0 15,-1 0 0-15,2 2 0 0,0-2 0 0,5-1 0 16,-9 1 0-16,9-1 0 0,0 0 0 0,-4 2 0 16,4-2-165-16,0 0-219 0,0 0-77 0,0 0-61 15,0 0-55-15,21 1-437 0,-15 0-1098 0,4 2 486 16</inkml:trace>
  <inkml:trace contextRef="#ctx0" brushRef="#br0" timeOffset="91119.3232">24556 4277 287 0,'2'-4'509'0,"-2"4"21"16,-3-6 14-16,2 3-17 0,1 3-19 0,0 0-23 15,-1-8-12-15,1 5-18 0,0 3-12 0,-2-4-18 16,2 4-24-16,0 0-28 0,0 0-26 0,2-5-29 16,-2 5-28-16,0 0-30 0,0 0-27 0,0 0-24 15,0 0-25-15,0 0-23 0,0 0-25 0,0 0-43 16,0 0-93-16,-4 12 0 0,4-2 0 0,0 1 0 15,-2 1 0-15,4 2 0 0,-2 1 0 0,-2 2 0 16,2 0 0-16,0 1 0 0,2 1 0 0,-2-2 0 16,-2 0 0-16,0 0 0 0,-1 0 0 0,2-1 0 15,1 2 0-15,-4-3 0 0,4 0 0 0,-1-1 0 16,0-2 0-16,-1-2 0 0,1 1 0 0,1 0 0 16,0-1 0-16,-1 0 0 0,-2-3 0 0,6-2 0 15,-7 3 0-15,4-3 0 0,-1-2 0 0,-2 2 0 16,3-5 0-16,0 0 0 0,3 7 0 0,-2-3 0 15,-1-4 0-15,4 2 0 0,-4-2-44 0,0 0-349 16,0 0-66-16,18-9-57 0,-12 3-60 0,2-3-41 16,-3-1-314-16,1 1-1010 0,2-6 447 0</inkml:trace>
  <inkml:trace contextRef="#ctx0" brushRef="#br0" timeOffset="91556.8517">24578 4235 140 0,'1'-5'380'0,"2"0"15"16,0-1-7-16,0 1-16 0,0 0-12 0,1-1-19 16,-1 2-12-16,0-2-12 0,-2-2-13 0,2 5-21 15,1 0-19-15,0-2-26 0,2 0-22 0,2 2-23 16,-3 1-12-16,1 2-11 0,3-2-7 0,1-1-13 15,-1 3-8-15,0-1-5 0,4 1-6 0,-7 1-1 16,6 2-16-16,-6-2-10 0,6 0-8 0,-6-1-8 16,1 3-11-16,-2-1-5 0,1 1-6 0,-1 2-4 15,2 0 0-15,-5 0-3 0,2 1-9 0,-1 0 0 16,-1 0-1-16,-2 1-7 0,1 0-4 0,-3 0 0 16,-1 2 0-16,-2 0-3 0,-4 0-1 0,4 0 0 15,-8 2-9-15,3-3-2 0,-3 0-1 0,4-1-3 16,-4 2 4-16,2-3-5 0,0-1-2 0,0 0-3 15,-1-1 1-15,5-2 0 0,3 3-4 0,-1-3-3 16,0-1-3-16,-1 0 7 0,6-1 2 0,-7 1-11 16,7-1-15-16,-5 4-15 0,5-4-7 0,-4 1-13 15,4-1-9-15,0 0-10 0,0 0-17 0,0 0-21 16,-4 3-31-16,4-3-29 0,0 0-32 0,0 0-33 16,0 0-35-16,0 0-34 0,0 0-36 0,0 0-50 15,0 0-42-15,0 0-288 0,0 0-776 0,0 0 344 16</inkml:trace>
  <inkml:trace contextRef="#ctx0" brushRef="#br0" timeOffset="109265.8518">2499 3987 30 0,'0'-6'361'0,"0"6"2"16,0-6-3-16,0 6-1 0,2-6 3 0,-1 3 5 0,-1 3 0 15,0 0-1-15,-1-7-2 0,2 4-7 0,-1 3-12 16,0 0-8-16,0-4-5 0,0 4 3 0,0 0-6 16,1-4-12-16,-1 4-8 0,0 0-10 15,0 0-18-15,1-4-8 0,-1 4-17 0,0 0-21 16,0 0-25-16,0 0-19 0,0 0-19 0,0 0-22 0,0 0-23 16,0 0-90-16,0 0-37 0,0 0 0 0,7 12 0 15,-7-6 0-15,1 3 0 0,0 2 0 16,-1 2 0-16,2 5 0 0,-2 0 0 0,0 8 0 15,-2-2 0-15,1 1 0 0,0-6 0 0,1 9 0 16,-3 0 0-16,1-10 0 0,0 1 0 0,1 0 0 16,0-1 0-16,0 0 0 0,-1-2 0 0,2 2 0 0,0-2 0 15,0-5 0-15,2 4 0 0,-1-4 0 0,-1-1 0 16,0 0 0-16,0-1 0 0,-1 2 0 16,2-5 0-16,-1-1 0 0,1-2 0 0,-1-3 0 15,1 9 0-15,-1-9 0 0,-1 5 0 0,1-5 0 16,0 0 0-16,0 0 0 0,-1 6 0 0,1-6 0 0,0 0 0 15,0 0 0-15,-1 5 0 0,1-5 0 0,0 0 0 16,0 0 0-16,0 0 0 0,0 0-232 16,0-20-231-16,0 15-64 0,1-4-69 0,-1-1-467 15,0 0-1150-15,1-1 509 0</inkml:trace>
  <inkml:trace contextRef="#ctx0" brushRef="#br0" timeOffset="109562.6027">2535 4180 146 0,'0'0'327'0,"0"0"16"0,-11-5 10 15,11 5 7-15,-4-3 11 0,4 3 6 0,-5-3 9 16,5 3 4-16,-3-2-1 0,3 2-3 0,0 0-20 16,0-3-38-16,0 3-26 0,5-7-34 0,2 3-28 15,2-1-19-15,2 2-25 0,7-3-18 0,5 2-20 16,-1-1-14-16,-3 0-16 0,9-1-11 0,-8 3-8 15,10-1-14-15,-10 2-8 0,2-2-8 0,-3 2-13 16,-1 0-5-16,-4-2-7 0,-2 2-14 0,-1 1-13 16,-2-1-11-16,-1 1-10 0,-3 0-9 0,0-1-11 15,-5 2-13-15,7-1-8 0,-7 1-12 0,0 0-26 16,6-1-39-16,-6 1-37 0,0 0-45 0,0 0-46 16,0 0-43-16,-9-6-48 0,9 6-66 0,-13-5-60 15,9 4-335-15,4 1-858 0,-11-4 379 0</inkml:trace>
  <inkml:trace contextRef="#ctx0" brushRef="#br0" timeOffset="109906.8339">2734 3978 102 0,'0'-6'387'0,"0"-2"27"0,2 3 23 16,-1-1 4-16,-1-1 15 0,1 0-4 0,1 2 1 15,-2-3-15-15,0 2-9 0,2 2 2 0,-2 4-14 16,0-9-23-16,0 7-24 0,0 2-31 0,1-5-38 15,-1 5-26-15,0 0-22 0,0 0-10 0,0 0-17 16,0 0-10-16,-1 13-10 0,1-3-5 0,0 2-3 16,0 5-86-16,0 0-112 0,0 3 0 0,0 5 0 15,0-2 0-15,0-2 0 0,0 3 0 0,-2 0 0 16,2 1 0-16,0-4 0 0,-2 4 0 0,2-6 0 16,-2-1 0-16,-1 2 0 0,3-2 0 15,-2-1 0-15,0-1 0 0,1 1 0 0,0-1 0 16,-2 0 0-16,3-4 0 0,-1-2 0 0,-2 1 0 0,3-2 0 15,0-3 0-15,2 0 0 0,-2-1 0 0,0-5 0 16,-2 7 0-16,4-2 0 0,-2-5 0 0,0 6 0 16,0-6 0-16,5 3 0 0,-5-3 0 0,0 0 0 15,0 0 0-15,16-7-312 0,-10 4-210 0,0-5-86 16,5 3-518-16,-2-4-1218 0,5-2 539 16</inkml:trace>
  <inkml:trace contextRef="#ctx0" brushRef="#br0" timeOffset="110423.0056">2922 4305 108 0,'0'0'456'0,"0"0"5"16,0 0 6-16,9-2 0 0,-9 2-18 0,0 0-33 16,0 0-21-16,0 0-31 0,0 0-20 0,0 0-18 15,0 0-24-15,0 0-27 0,0 0-21 0,0 0-25 0,0 0-21 16,0 0-16-16,0 0-19 0,0 0-16 0,0 0-16 15,0 0-16-15,0 0-14 0,0 0-7 0,0 0-17 16,0 0-6-16,0 0-7 0,0 0-8 16,0 0-7-16,14 0-1 0,-14 0-10 0,0 0-1 15,13 2 4-15,-13-2-13 0,9-3 2 0,2 1-6 16,-2 0 0-16,-1-1 5 0,2-2 10 0,-1 2 2 0,-1 0 1 16,-3-1 9-16,3-1 9 0,-3 1-14 0,0 0 11 15,-1-1-1-15,-3 2-5 0,3-2-3 16,-1 0-3-16,-3 5-7 0,1-8 5 0,-1 8-8 15,-4-9-20-15,4 6 9 0,0 3-6 0,-9-6-3 16,5 3-18-16,-2 1-7 0,6 2 0 0,-13-2 0 16,13 2 0-16,-13 1 0 0,4 1 0 0,3 3 0 15,-3 0 0-15,2 2 0 0,0 0 0 0,-1 0 0 16,3 3 0-16,-3-1 0 0,4 1 0 0,2 1 0 16,-2-1 0-16,2-1 0 0,-1 0 0 0,3-1 0 15,0 2 0-15,0 2 0 0,0-3 0 0,4 2 0 16,1-1 0-16,0-3 0 0,0 1 0 0,3-2 0 0,1 2 0 15,1-2 0-15,0-1 0 0,3-2 0 0,1 1 0 16,-1-1 0-16,1-1 0 0,3-1 0 16,-5 0 0-16,0-2 0 0,1 0 0 0,-2 0-48 15,-2-1-59-15,3-2-26 0,-2 0-34 0,-4 2-42 16,2-1-50-16,-1-1-59 0,-1 0-75 0,-6 4-63 16,7-8-77-16,-4 4-395 0,-3 4-1006 0,1-8 445 15</inkml:trace>
  <inkml:trace contextRef="#ctx0" brushRef="#br0" timeOffset="110893.1645">3221 4284 417 0,'4'-4'506'0,"-4"4"12"0,5-6 3 16,-1 1-11-16,-4 0-23 0,0 5-17 0,4-5-25 15,0 2-28-15,-4 3-41 0,5-3-13 0,-5 3-36 16,0 0-40-16,0 0-37 0,5-3-29 0,-5 3-8 15,0 0-31-15,0 0-26 0,9 9-6 0,-6-4-15 16,3 3-23-16,-1-1-7 0,-1 1-6 0,2 1-9 31,-2 2-13-31,0-2-22 0,-2 2-21 0,2-3-20 0,-2 3-9 0,0-2-16 0,1-1-14 0,-3-1-6 32,1 1-12-32,0-4-12 0,-1 2-3 0,2-1 3 15,-2-5 5-15,0 6 12 0,0-6 3 0,3 5 9 0,-3-5 1 0,0 0 2 0,0 0 4 0,0 0 2 16,0 0-5-16,7-19 13 0,-3 10 0 0,1 1 2 15,0-4 2-15,0 2 4 0,4-1 13 0,-1 1 3 16,-2-1 3-16,0 4 6 0,1-2-1 0,-2 3 5 16,5 0 3-16,-7 1-6 0,1 2 2 0,3-1-8 15,-4 2-1-15,-3 2-5 0,7-3 4 0,-7 3 2 16,0 0 3-16,13 6 6 0,-9-3-2 0,1 0-4 16,-1 3-1-16,-2-2-1 0,2 1 5 0,-1 2-2 15,-2-1-5-15,2-1 2 0,-1 2-2 0,1-3 1 31,-2 3-6-31,3-3 5 0,-4 2-4 0,5-2-6 0,-5 2-7 0,0-6-22 0,5 4-24 0,-5-4-22 16,4 6 3-16,-1-4-23 0,-3-2-26 0,0 0-52 16,11 2-56-16,-11-2-56 0,15-5-68 0,-6-1-50 15,3 3-83-15,-1-1-407 0,-4-5-957 0,3 4 423 32</inkml:trace>
  <inkml:trace contextRef="#ctx0" brushRef="#br0" timeOffset="111470.9998">3666 4224 222 0,'0'0'369'0,"4"-5"18"0,-4 5 13 0,9-3 7 16,-9 0-11-16,4 1 2 0,-4 2-13 0,0 0-4 15,2-4-13-15,-2 4-12 0,0 0-16 0,0 0-24 32,0 0-19-32,0 0-23 0,4-5-29 0,-4 5-26 0,0 0-24 0,0 0-19 0,0 0-26 0,0 0-16 15,0 0-12-15,0 0-14 0,0 0-7 0,0 0-11 16,-4 18-7-16,4-12-11 0,-1 2-6 0,0-3-8 15,-3 2-7-15,4 2 1 0,-1 0-12 0,-2 0 3 32,2 0-7-32,-3 4-1 0,4-5-5 0,-4 0-2 0,4 4-2 0,-1-1-5 0,-2-4-2 0,2 2-16 15,1-4-13-15,0 2-7 0,1-3 3 16,2 0-12-16,-3-4 7 0,1 9 3 0,3-6 5 16,1 1-2-16,5 1 0 0,0-2-1 0,3-1 10 0,5 0-1 15,1-2-1-15,1 0-2 0,3-4 7 0,3 2-1 16,2-2 2-16,2-2-1 0,-11 0 2 0,-1-1 6 15,4 0 11-15,-11 0 12 0,8 1 8 0,-7-1 6 16,4-1 8-16,-7-1 13 0,0 0 5 16,0 2-9-16,0 0 3 0,-5-2-4 0,1 1-10 15,-4-2 1-15,2 1-10 0,-3 0-1 0,-3 2-10 0,2 0 2 16,-1 0-12-16,-1 0-3 0,-1 1-7 0,4 6-3 16,-9-9 6-16,3 4-10 0,-1 3 1 15,2 0-6-15,5 2 2 0,-19 0-3 0,13 3 6 16,-2 1-9-16,3 1-3 0,-4-2 11 0,1 7-8 15,2-2 2-15,0 0-1 0,-2 2 11 0,3 0-7 16,1-1-3-16,1 2-7 0,3-1 8 0,-2 0-7 16,1-2 2-16,1 3-7 0,1-2 7 0,3-1-8 0,-3-1 3 15,6 1-5-15,-5 2 4 0,7-6-3 0,0 4 6 16,0-2-12-16,1-2 1 0,0 1-23 16,2-1-10-16,0 0-28 0,0-2-20 0,7-2-28 15,-3 0-35-15,-2-1-47 0,1-2-53 0,-6 1-82 16,5-2-78-16,-4-2-84 0,3 0-421 0,-4-1-1008 15,0 1 446-15</inkml:trace>
  <inkml:trace contextRef="#ctx0" brushRef="#br0" timeOffset="111658.4647">4255 4330 89 0,'0'0'341'16,"13"1"19"-16,-8 0 11 0,-5-1 5 0,10 2 6 15,-3-2-4-15,-2 3-10 0,-5-3 19 0,9 7 2 16,-4-5 1-16,-1 2-13 0,0-2-16 0,-4-2-12 15,5 11-17-15,-4-5-19 0,2 0-30 0,-1 4-17 16,-4-1-35-16,-5 3-11 0,2 4-19 0,-3-2-27 16,-1 2-53-16,-6 5-70 0,-4-2-71 0,-5 1-85 15,8-9-98-15,1 2-125 0,-4-3-158 0,0-3-509 16,7-1-1078-16,-2-1 478 0</inkml:trace>
  <inkml:trace contextRef="#ctx0" brushRef="#br0" timeOffset="112830.061">15118 1896 285 0,'-7'0'342'0,"0"4"3"0,7-4-5 0,-13 1-5 16,7-3-12-16,1 4-7 0,-3-1-11 15,3 0-2-15,5-1-8 0,-8 2-7 0,8-2-6 16,-9 1-12-16,9-1-13 0,-7 0-9 0,7 0-19 0,0 0 0 16,0 0-10-16,0 0-11 0,0 0 1 0,0 0-5 15,0 0-12-15,0 0-1 0,0 0 2 16,0 0-1-16,0 0-29 0,0 0-18 0,0 0-9 16,0 0-13-16,0 0-18 0,38-7-4 0,-10 2-31 15,3 3 15-15,1 0-11 0,1-4-5 0,2 2-8 16,3-2-11-16,0 1 4 0,20-1-12 0,-2-1-3 15,0-4 0-15,-1 4-9 0,-1 2-1 0,-16-1-8 0,-3 0 4 16,-3 2-4-16,-4 1-8 0,-9 2 1 16,0-2 3-16,-5 2-10 0,-1 0 3 0,-4-3 5 15,0 4-9-15,-3-1 6 0,-2 0-9 0,-4 1 0 16,0 0-3-16,16-1-20 0,-14 1-36 0,-2 0-37 16,0 0-55-16,0 0-61 0,0 0-56 0,0 0-41 15,3 3-43-15,-3-3-58 0,0 0-66 0,-12 6-78 16,7-3-334-16,-8-2-957 0,3 5 423 0</inkml:trace>
  <inkml:trace contextRef="#ctx0" brushRef="#br0" timeOffset="113236.2609">15058 2163 183 0,'0'0'337'0,"0"0"-3"0,-6 2-8 16,6-2-11-16,0 0-11 0,0 0-3 0,0 0-4 0,0 0-5 15,0 0-19-15,0 0-19 0,0 0-12 0,0 0-15 16,0 0-9-16,0 0-11 0,0 0-14 0,18-8-10 16,-18 8-10-16,7-2-2 0,-7 2 6 15,13-3 10-15,-6 3 2 0,-7 0 8 0,19-1 0 16,-9-1 3-16,4 1 6 0,-4 1 2 0,12-3-2 15,-3 2 11-15,3-4-16 0,6 1-14 0,-1-1-4 16,5 2-5-16,4-2-19 0,16 0-9 0,-2-5-5 0,3 4-2 16,1-3-112-16,-4 2-31 0,-13 3 0 0,0-2 0 15,-5 1 0-15,-3 3 0 0,-8-1 0 16,-2 2 0-16,-9 0 0 0,0 0 0 0,-2-1 0 16,-3 2 0-16,3 0 0 0,-8 0 0 0,10 2 0 15,-10-2 0-15,5 0 0 0,-5 0 0 0,0 0 0 16,0 0 0-16,0 0 0 0,8-4 0 0,-8 4 0 15,0 0 0-15,0 0 0 0,0 0-37 0,0 0-411 16,0 0-64-16,0 0-96 0,4-5-490 0,-4 5-1189 16,1-7 526-16</inkml:trace>
  <inkml:trace contextRef="#ctx0" brushRef="#br0" timeOffset="113736.2388">16078 1749 309 0,'-1'-9'464'0,"2"4"20"0,-2 2 10 0,0-1 2 0,1 4-13 16,0 0-9-16,0-9-11 0,0 9-7 0,1-5-3 16,-1 3-9-16,0 2-22 0,0 0-31 0,0 0-31 15,0 0-29-15,5-2-30 0,-5 2-25 0,0 0-31 16,0 0-24-16,9 5-3 0,0 2-12 0,1 2-10 15,5 0-192-15,-6 1-4 0,5 0 0 16,0 4 0-16,1 0 0 0,2 7 0 0,-2-7 0 0,5 5 0 16,-10-4 0-16,4 0 0 0,-1 2 0 0,-4 0 0 15,0-2 0-15,-3 0 0 0,-2-3 0 0,0 4 0 16,-4 2 0-16,0-1 0 0,-5 3 0 16,-7 3 0-16,-7-2 0 0,-4 5 0 0,1 0 0 15,-6-3 0-15,-15 5 0 0,-1-3 0 0,11-6 0 16,0 1 0-16,0 1 0 0,-3-2 0 0,8-1 0 15,-3-4 0-15,4-1 0 0,2-1 0 0,8-4 0 0,3 2 0 16,0-5 0-16,5-2 0 0,4 0 0 0,-2 0 0 16,2-2 0-16,5-1 0 0,-8 4 0 0,2-1 0 15,6-3 0-15,0 0 0 0,-5 2 0 16,5-2 0-16,0 0 0 0,0 0 0 0,-8 2 0 16,8-2 0-16,0 0 0 0,-6 4 0 0,6-4 0 15,0 0 0-15,0 0 0 0,0 0 0 0,0 0 0 16,0 0 0-16,0 0 0 0,0 0 0 0,0 0-547 15,9-15-73-15,-4 11-72 0,3-3-364 0,1-1-1143 16,-2-2 506-16</inkml:trace>
  <inkml:trace contextRef="#ctx0" brushRef="#br0" timeOffset="115454.4723">6142 4216 230 0,'0'0'402'0,"0"-7"17"0,1 3 11 0,1 1 12 15,-2 3 7-15,-2-4 9 0,2 4-11 0,0-8 3 16,0 8-13-16,2-3 14 0,-2 3-7 0,2-3-13 15,-2 3-17-15,0 0-20 0,1-4-25 0,-1 4-25 16,0 0-30-16,0 0-26 0,0-5-27 0,0 5-28 16,0 0-149-16,0 0-84 0,0 0 0 0,0 0 0 15,0 0 0-15,0 0 0 0,1 10 0 0,0 0 0 16,-1 0 0-16,-1 5 0 0,1 3 0 0,-1 1 0 16,1 6 0-16,-3 4 0 0,3-5 0 0,-5 5 0 15,2-1 0-15,-1 2 0 0,-4 0 0 0,3 2 0 16,-5-3 0-16,2 3 0 0,-1-5 0 0,0-1 0 15,-1-1 0-15,2 1 0 0,3-8 0 0,-3-1 0 16,2-1 0-16,1 0 0 0,1-4 0 0,-1-3 0 16,1 1 0-16,0-4 0 0,3-1 0 0,-3 1 0 15,3-2 0-15,1-1 0 0,0-3 0 0,0 5 0 16,0-5 0-16,0 0 0 0,0 0 0 0,0 0 0 16,0 0 0-16,0 0-227 0,11-10-188 0,-7 5-42 15,0 1-40-15,1-6-40 0,3 0-41 0,-2 0-336 16,-2-3-989-16,1-3 437 0</inkml:trace>
  <inkml:trace contextRef="#ctx0" brushRef="#br0" timeOffset="115813.764">6162 4279 252 0,'3'-16'384'0,"-1"-1"16"0,2 3 18 0,-3 1 11 15,4 1 7-15,-3 0-6 0,-1 1-5 0,0-1-7 16,2 4-18-16,-2-3-20 0,4 3-11 0,-5 0-8 15,1 3-1-15,2 1-11 0,-3-1-32 0,1 3-27 16,-1 2-35-16,2-5-26 0,-2 5-27 0,2-3-26 16,-2 3-20-16,0 0-22 0,4 9 16 0,0-1-8 15,2 3-6-15,-3 6-11 0,3 0-57 0,1 7-68 16,-4 1 0-16,5 1 0 0,-3 3 0 0,-4 3 0 16,2-4 0-16,-2 3 0 0,2-2 0 0,-6-1 0 15,3 3 0-15,-1-4 0 0,1 1 0 0,-3-3 0 16,2-6 0-16,1 1 0 0,0-2 0 0,0-2 0 15,0-3 0-15,-3-2 0 0,3-1 0 0,0 0 0 16,0-2 0-16,0-3 0 0,3 1 0 0,1 0 0 16,-4-2 0-16,1 0 0 0,-1-1 0 0,4 1 0 15,-4-1 0-15,0-3 0 0,1 4 0 0,-1-4 0 16,0 0 0-16,0 0 0 0,0 0 0 0,0 0-273 16,7-9-171-16,-10 2-65 0,3 7-79 0,-5-13-476 15,1 8-1150-15,-1-3 508 0</inkml:trace>
  <inkml:trace contextRef="#ctx0" brushRef="#br0" timeOffset="116079.4848">6074 4554 232 0,'-4'-2'421'0,"4"2"21"0,-4-3 24 15,4 3 8-15,0 0-7 0,-5-2-13 0,5 2-20 16,0 0-25-16,0 0-42 0,0 0-31 0,8-5-38 15,-3 1-32-15,8 1-15 0,-2-2-18 0,7-1-8 16,3 2-14-16,7-2-19 0,-2-2-11 0,-4 4-23 16,6-1-18-16,0-1-13 0,-7 0-9 0,1 5-12 15,-3-2-14-15,0-1-7 0,-1 2-15 0,-5 1-6 16,-2 0-3-16,-3-1-11 0,-1 0-19 0,1 0-36 16,-4 1-35-16,2-1-42 0,-6 2-45 0,0 0-44 15,0 0-66-15,13 0-72 0,-13 0-58 0,0 0-69 16,0 0-77-16,0 0-350 0,0 0-934 0,0 0 413 15</inkml:trace>
  <inkml:trace contextRef="#ctx0" brushRef="#br0" timeOffset="116721.3087">6548 4597 92 0,'2'-4'530'0,"-2"4"14"0,0 0 9 15,4-4 1-15,-4 4-6 0,0 0-7 0,-1-7-37 16,1 7-27-16,0 0-34 0,0 0-28 0,0 0-31 16,0 0-36-16,0 0-38 0,0 0-36 0,0 0-28 15,0 0-27-15,0 0-27 0,0 0-21 0,0 0-16 16,0 0-16-16,8 15-12 0,-7-7-12 0,4 0-11 16,-2 2-10-16,3-1-9 0,2 7-58 0,-3-8-27 15,1 5 0-15,1-2 0 0,-2-2 0 0,-1 2 0 31,1 0 0-31,-1-1 0 0,-2 1 0 0,-2-4 0 0,1 0 0 0,1-1 0 0,-1 0 0 0,0-1 0 16,3-2 0-16,-4-3 0 0,0 7 0 0,0-7-6 16,0 4-21-16,0-4-3 0,0 0-7 0,0 0 20 15,0 0 16-15,0 0 14 0,10-16 12 0,-10 12-3 16,4-1 16-16,-3-4-18 0,3 1-20 0,1 1 0 16,-2 0 0-16,2 0 0 0,-5 0 0 0,9 0 0 15,-8 2 0-15,0-2 0 0,2 4 0 0,1-1 0 16,-3 1 0-16,3-2 0 0,-3 2 0 0,-1 3 0 15,8-2 0-15,-3 2 0 0,-5 0 0 0,10 0 0 16,-3 2 0-16,-2-2 0 0,4 3 0 0,0 2 0 16,-3-2 0-16,2 2 0 0,2-2 0 0,-1 3 0 15,0-2 0-15,-3 0 0 0,4-1 0 0,-3 1 0 16,3-1 0-16,-2-2 0 0,-3-1 0 0,1 0 0 16,-2 2 0-16,-4-2 0 0,0 0 0 0,15-3 0 15,-10 1 0-15,1-3 0 0,0 1 0 0,-2-5 0 16,1 1 0-16,0-4 0 0,0 0 0 0,-1-4 0 15,-3 0 0-15,3 0 0 0,-4-1 0 0,0-1 0 16,0 6 0-16,0 0 0 0,0-1 0 0,-4 2 0 31,3-1 0-31,1 1 0 0,0 4 0 0,0 1 0 0,-4-2 0 0,4 6 0 0,0-1 0 0,0 3 0 0,0-7 0 16,0 7 0-16,0-6 0 0,0 6 0 0,0 0 0 16,0 0 0-16,0 0 0 0,0 0 0 15,0 0 0-15,0 0 0 0,4 14 0 0,-4-10-54 31,4 3-390-31,-3 2-66 0,3 0-72 0,1 0-63 0,-1 1-348 16,1-4-1076-16,0 0 476 0</inkml:trace>
  <inkml:trace contextRef="#ctx0" brushRef="#br0" timeOffset="117174.3268">7100 4592 394 0,'3'-3'495'0,"-3"-2"26"0,2 1 18 0,-2 4-2 16,0 0-8-16,0 0-10 0,0-7-28 16,1 5-6-16,-1 2-20 0,0 0-22 0,0-4-24 15,0 4-31-15,0 0-33 0,0 0-43 0,0 0-33 0,0 0-31 0,0 0-29 0,0 0-22 0,0 0-22 0,0 0-20 16,0 0-129-16,-1 15-26 0,1-10 0 16,1 6 0-16,-2-2 0 0,1 1 0 0,-2 3 0 15,2-2 0-15,2 0 0 0,-2 1 0 0,-2 5 0 31,2-2 0-31,2 2 0 0,-2-1 0 0,-2 1 0 0,2-2 0 0,-2-1 0 0,4-2 0 0,-2 3 0 0,2-1 0 32,-2-6 0-32,0 3 0 0,4-4 0 0,0 1 0 0,-2-2 0 0,5 1 0 0,3-2 0 31,-5-1 0-31,7-2 0 0,-2-2 0 0,3-1 0 0,-3 0 0 0,3-3 0 0,-2 0 0 0,-2-3 0 16,0 3 0-16,0-3 0 0,-1-1 0 0,-2 1 0 0,-1-3 0 15,0 5 0-15,-2-4 0 0,-2 2 0 16,2-1 0-16,-5-2 0 0,1 4 0 0,-2 0 0 15,-4 0 0-15,1 0 0 0,-1 1 0 0,-2 1 0 16,-2 0 0-16,-1 0 0 0,2 3 0 0,-1 0 0 16,-1 1 0-16,4-2 0 0,1 4 0 0,-1 0 0 0,3 0 0 15,1 1-112-15,0 3-404 0,4-6-73 0,0 7-84 16,0-7-378-16,4 7-1137 0,-4-7 503 0</inkml:trace>
  <inkml:trace contextRef="#ctx0" brushRef="#br0" timeOffset="117456.1829">7855 4557 441 0,'-2'-8'506'0,"1"6"22"0,1 2 0 15,0 0-6-15,0 0-20 0,0 0-21 0,-4-6-16 16,4 6-24-16,0-3-31 0,0 3-20 16,0 0-39-16,0 0-39 0,4-6-31 0,-2 3-37 15,3 1-21-15,2-2-25 0,0 1-17 0,4 0-22 16,-2-2-12-16,3 0-18 0,-2 3-22 0,-1 0-37 0,2 1-27 16,-4-2-33-16,2 1-34 0,-1 2-37 0,-1-3-34 15,0 3-45-15,-2-1-45 0,-5 1-54 0,8-2-57 16,-8 2-51-16,5 2-24 0,-5-2-30 15,0 0-33-15,6 9-36 0,-6-9-298 0,-6 9-832 16,2-3 368-16</inkml:trace>
  <inkml:trace contextRef="#ctx0" brushRef="#br0" timeOffset="117690.3005">7858 4655 50 0,'0'0'347'0,"-3"5"27"15,3-5 35-15,-1 4 32 0,1-4 24 0,0 0 4 16,7 2 0-16,-7-2-8 0,0 0 4 0,17-3-13 15,-5 1-16-15,1 0-12 0,7-2-19 0,-2 1-26 0,0-4-20 16,2 1-28-16,1 1-28 0,-6 0-30 0,-1 2-25 16,-1 1-25-16,-4-2-27 0,2 1-18 15,-3 2-144-15,-1-1-34 0,-1 1 0 0,1-1 0 16,-3 1 0-16,-4 1 0 0,0 0 0 0,8-4 0 16,-8 4 0-16,4-4 0 0,-4 4-22 0,0 0-328 15,4-5-92-15,-4 5-101 0,0 0-108 0,0 0-380 16,-11-8-1116-16,11 8 494 0</inkml:trace>
  <inkml:trace contextRef="#ctx0" brushRef="#br0" timeOffset="118818.3791">10459 3864 22 0,'2'-2'350'0,"1"-6"-6"0,-2 4-7 16,0 0 1-16,2-1-9 0,-2 0-13 0,-1-1-15 15,1 1 4-15,-1 0-5 0,0 1-5 0,0 4-7 16,0-6-3-16,-1 2-12 0,1 4-14 0,-1-5-8 16,1 5-18-16,-4-3-3 0,4 3-15 0,-1-5-7 15,-2 3-17-15,3 2-10 0,-6-3-17 0,6 3-17 16,0 0-10-16,-10 1-16 0,10-1-9 0,-12 4-16 15,6-2-3-15,-4 6-23 0,-2-1 5 0,-2 3-12 16,1 4-5-16,-6 5-1 0,2 2-6 0,2 1 0 16,-3 0-12-16,3 2-2 0,2 1-4 0,-3 0 0 15,4 1-3-15,3 1-7 0,-2-1-1 0,3 1 0 16,3-9-4-16,2 7 1 0,0-7 1 0,6 2-1 16,2-3 1-16,3 0-5 0,10 2 1 0,4-1-1 15,4-4 4-15,5 0-2 0,1-3-3 0,0-2 2 16,5 0-2-16,-5-5-2 0,-5-1-1 0,0-3 6 15,-6 0-2-15,1 0 18 0,-4-3 20 0,-4 1 16 16,-1-1 21-16,-2-3 16 0,-2 2 11 0,2-2-56 16,-5-2-61-16,0 3 0 0,-3-1 0 0,-2-3 0 0,-1 2 0 15,0-2 0-15,-4 1 0 0,-6 1 0 0,1-1 0 16,-1 2 0-16,-8-2 0 0,1 2 0 16,-2 5 0-16,1-2 0 0,4 2 0 0,-2 1 0 15,2 1 0-15,-4 2 0 0,6-3-214 0,2 5-179 0,-4-1-87 16,5-1-98-16,1 2-510 0,1-1-1179 0,2-1 522 15</inkml:trace>
  <inkml:trace contextRef="#ctx0" brushRef="#br0" timeOffset="119458.9946">9762 4624 247 0,'0'0'334'0,"0"0"-17"15,0 0-16-15,0 0-22 0,0 0-15 0,0 0-10 16,0 0-12-16,0 0-7 0,-16 0-12 0,16 0-16 15,-12 2-15-15,4 1-8 0,3-3-13 0,-1 1-14 0,6-1-5 16,-9 2-13-16,3-2-11 0,6 0 2 0,-6 0-1 16,6 0 4-16,-5 3 4 0,5-3 4 15,0 0 2-15,0 0-7 0,0 0-4 0,0 0-4 16,0 0 25-16,0 0-2 0,21-3 5 0,-10 3 8 0,7 0 0 16,4 0-6-16,10 0-8 0,5 0 3 0,15-3-6 15,7-1-9-15,1-1-9 0,36-6-8 0,1 4-11 16,8-5-9-16,9-1-11 0,3 0-6 15,8 1-16-15,7-6 3 0,4 2-4 0,3-3-8 0,-4 5 32 16,-7 3-1-16,-8 0 21 0,-16 5-4 0,-11 2-1 16,-29 3-89-16,-4-2-17 0,-5 1 0 15,-5 0 0-15,-13 0 0 0,-5 1 0 0,-4 1 0 16,-11 0 0-16,-2-1 0 0,-4 0 0 0,-3 1 0 0,0-1 0 16,-2-1 0-16,-6 2 0 0,9-1 0 0,-9 1 0 15,7 0 0-15,-7 0 0 0,0 0 0 0,0 0-103 16,-3 6-238-16,3-6-85 0,-9 5-92 15,3-3-108-15,-2 1-404 0,-4 1-1116 0,2-2 495 0</inkml:trace>
  <inkml:trace contextRef="#ctx0" brushRef="#br0" timeOffset="120522.055">9693 5176 25 0,'-4'-3'72'0,"4"3"-12"0,0 0-6 15,0 0-10-15,0 0-2 0,-6-2-5 0,6 2-7 16,0 0 12-16,0 0 0 0,0 0-2 0,0 0 15 15,0 0 13-15,0 0 7 0,0 0 16 0,0 0 16 16,0 0 15-16,0 0 18 0,0 0 9 0,0 0 7 16,0 0 7-16,0 0 8 0,-4-3-1 0,4 3 3 0,0 0 5 15,0 0 5-15,0 0-3 0,0 0 8 16,0 0 7-16,0 0 0 0,0 0-7 0,0 0 7 16,0 0 1-16,0 0 1 0,0 0-3 0,0 0-2 15,0 0-3-15,0 0-2 0,0 0 0 0,0 0-5 0,0 0 1 16,0 0-5-16,0 0 20 0,0 0-18 0,0 0 3 15,0 0-4-15,0 0-21 0,0 0-12 16,0 0-4-16,5-8-7 0,-2 6 4 0,-3 2-13 16,2-6-9-16,2 3 3 0,-3 0-21 0,2-2-7 0,2 3-11 15,-1-2-14-15,1 0-23 0,4 1 19 0,0-2-22 16,0 2 1-16,2-3-1 0,2 2-13 0,0 1 0 16,6 0-12-16,0-1 9 0,-2 3-10 0,3 1-3 15,2 3-3-15,-4-1 1 0,1 3-4 0,-1 0-1 16,0 4 0-16,-4-1 0 0,0 3-1 0,0 1 3 15,0 1-6-15,-6 1 1 0,1 4-4 0,-2-6-2 16,-3 4 6-16,-1 1 1 0,-3 1-2 0,-4 1 7 16,-2 2-6-16,-3 4 7 0,-5-2-5 0,-7-3 7 15,1 3 0-15,-10 0-6 0,1-2-5 0,1 0 10 16,-5-2-3-16,-2-1 4 0,1-1 10 0,0-5-15 16,5 0-6-16,0-6 0 0,1 0 0 0,7-4 0 15,2 0 0-15,-2-5 0 0,5-1 0 0,-1-2 0 16,3-3 0-16,0-3 0 0,5-2 0 0,1-2 0 15,2-12 0-15,1 2 0 0,1-2 0 0,4-2 0 16,1 4 0-16,2 0 0 0,3 6 0 0,2-5 0 16,-3 7 0-16,7-6 0 0,-2 8 0 0,0 2 0 0,4 4 0 15,3-1-169-15,-1 2-352 0,1 2-72 16,2-2-59-16,-3 6-391 0,-3-2-1130 0,0-1 501 16</inkml:trace>
  <inkml:trace contextRef="#ctx0" brushRef="#br0" timeOffset="120960.387">9783 5016 107 0,'0'-10'501'0,"0"4"17"16,-3-1 21-16,3 2 8 0,0 1-4 0,-1-2-1 16,1 1-24-16,0 5-29 0,-4-6-20 0,3 1-28 15,1 5-21-15,-2-3-25 0,2 3-30 16,0 0-28-16,-1-4-35 0,1 4-28 0,0 0-28 0,0 0-31 15,0 0-22-15,0 0-21 0,0 0-114 0,-5 9-58 16,5 1 0-16,0 3 0 0,-1-1 0 0,1 6 0 16,0 1 0-16,1 6 0 0,-1 2 0 0,0 5 0 15,5-3 0-15,-1 4 0 0,1 5 0 0,3 7 0 16,-7-8 0-16,4 9 0 0,-4-12 0 0,1 13 0 16,-2-11 0-16,1 10 0 0,2-10 0 0,-3-1 0 15,1 0 0-15,0 0 0 0,-2-3 0 0,2-1 0 16,0-1 0-16,2 0 0 0,-2-5 0 0,2 2 0 15,-2-9 0-15,1-2 0 0,0-4 0 0,-1 0 0 16,0-1 0-16,1-2 0 0,-2-1 0 0,0-1 0 16,1-2 0-16,0-1 0 0,1-1 0 0,-2-3 0 15,-2 7 0-15,2-4 0 0,0-3 0 0,2 3 0 16,-2-3 0-16,0 0 0 0,0 0 0 0,0 0 0 16,0 0 0-16,0 0 0 0,0 0 0 0,7-9 0 15,-4 5 0-15,4 0 0 0,-4 1 0 0,3-6-135 16,-2 3-380-16,3-2-56 0,-1-2-56 0,2 3-431 0,-3-4-1145 15,-1 0 507-15</inkml:trace>
  <inkml:trace contextRef="#ctx0" brushRef="#br0" timeOffset="121835.6922">10272 5460 34 0,'0'0'261'0,"0"0"4"16,-2-3-5-16,2 3 1 0,0 0-4 0,0 0 1 15,0 0 4-15,0 0 11 0,0 0-14 0,-4-8-3 16,3 6-7-16,1 2-4 0,0 0-8 0,0 0-5 15,0-5-14-15,0 5-4 0,0 0-9 0,0 0-5 16,0 0-12-16,-3-2-8 0,3 2-11 0,0 0-17 16,0 0-18-16,0 0-17 0,0 0-10 0,0 0-15 15,0 0-9-15,-10 7-10 0,7-1-5 0,-2-1-2 16,-3 1-9-16,2 4-5 0,0-3-8 0,-2 4 1 16,-1-1-6-16,5 1-1 0,-2-3-10 0,-1 2 0 15,2-2 1-15,-5 1-5 0,6-2-8 0,-1-1 5 16,1-1-1-16,0 0-4 0,3-1-1 0,-2-1-3 15,3-3 1-15,-1 4-2 0,1-4 0 0,-1 6 0 0,2-3 2 16,-1-3-7-16,8 4 6 0,-4-2 3 0,2 0-2 16,-2 3 4-16,5-2 1 0,-3-2-2 0,5 2 1 15,-5 1-1-15,8 1 6 0,-8-2-4 0,6 1 1 16,-2 0-1-16,-1 0-1 0,0 2 1 16,1-2-11-16,-1 1 15 0,-2-2-4 0,-1 3-4 0,2-3 3 15,-3 1 2-15,1 0-1 0,-2-1-3 0,1 3 4 16,-2-1-1-16,2-1 0 0,-3 1 1 15,-2 0 0-15,1 1-1 0,-1 0 2 0,-1 0 11 16,-3-1 6-16,-4 3 3 0,1-1 1 0,-2-1-3 0,-2 0-7 16,-6 3-1-16,4-5-6 0,0 1-6 0,1 1 4 15,-6-2-4-15,6-2 2 0,0 1 1 0,0 0-2 16,3-3 3-16,3 2-3 0,-2 0 2 0,4-2-1 16,-4 1-6-16,8-1 3 0,-10 0-3 0,10 0-5 15,0 0-12-15,-10 0-33 0,10 0-47 0,0 0-41 16,0 0-48-16,0 0-43 0,13-12-71 0,-2 10-71 15,-2-2-70-15,4-2-77 0,-3 2-370 0,3 0-946 16,1-3 419-16</inkml:trace>
  <inkml:trace contextRef="#ctx0" brushRef="#br0" timeOffset="122351.8052">10539 5600 369 0,'0'-4'483'0,"0"0"13"15,0 0-3-15,0 4-12 0,-1-8-17 0,0 3-18 16,-1 2-17-16,2 3-15 0,-2-6-19 0,1 3-19 16,1 3-5-16,-2-4-23 0,2 4-26 0,-2-4-23 15,2 4-19-15,-3-3-23 0,3 3-26 0,0 0-24 16,0 0-24-16,0 0-18 0,0 0-15 0,0 0-16 15,0 0-23-15,0 0-10 0,0 0-11 0,0 0-6 16,0 0-72-16,-4 11-12 0,4-6 0 0,-2 2 0 16,-1 0 0-16,3 1 0 0,-2 1 0 0,0 3 0 15,1 0 0-15,0 3 0 0,-2-3 0 0,2 4 0 16,0-4 0-16,-1 1 0 0,1-1 0 0,1 3 0 16,1-3 0-16,1-1 0 0,-1 2 0 0,3-2 0 15,1 1 0-15,1-3 0 0,1 0 0 0,2-1 0 16,1 0 0-16,0-2 0 0,0-2 0 0,-1 0 0 15,4-1 0-15,0-2 0 0,-2-1 0 0,1-2 0 16,-3-2 0-16,2 1 0 0,-3-2 0 0,0 0 0 16,-1-2 0-16,0 1 0 0,-2-2 0 0,-3 1 0 15,1-2 0-15,-2 0 0 0,0 3 0 0,-2-3 0 16,-1 2 0-16,0 0 0 0,-4-1 0 0,-2 1 0 16,1 1 0-16,0-1 0 0,-2 3 0 0,-1 0 0 0,1 2 0 15,0 1 0-15,-2 1 0 0,3 0 0 16,-4 1 0-16,1 1 0 0,2 2 0 0,0-1-119 15,1 1-277-15,2 1-61 0,0 0-65 0,2-3-68 16,-1 4-429-16,2-4-1101 0,3-2 487 0</inkml:trace>
  <inkml:trace contextRef="#ctx0" brushRef="#br0" timeOffset="123401.4957">10983 5300 177 0,'0'0'223'16,"0"0"-1"-16,-2-7-3 0,2 7-2 0,0 0-1 15,0-3-4-15,0 3 6 0,0 0-3 0,-3-3-1 0,3 3 1 16,0 0 2-16,-3-5 14 0,3 5-1 16,-4-3 10-16,4 3 6 0,0 0-1 0,0 0 8 15,-4-2 6-15,4 2 1 0,0 0-3 0,-4-3 0 16,4 3-3-16,-3-2-2 0,3 2 2 0,0 0-5 0,-2-4 6 16,2 4-13-16,0 0-5 0,0 0-9 15,-4-2-7-15,4 2-9 0,0 0-10 0,0 0-15 0,0 0-16 16,-2-5-13-16,2 5-132 0,0 0-26 0,0 0 0 15,0 0 0-15,0 0 0 0,0 0 0 0,0 0 0 16,0 0 0-16,0 0 0 0,0 17 0 0,1-10 0 16,2 3 0-16,-2 3 0 0,4 4 0 0,-5-1 0 15,3 2 0-15,-1 1 0 0,2 1 0 0,-2 5 0 16,0-6 0-16,-2-2 0 0,0 1 0 0,0 0 0 16,1 2 0-16,-1-1 0 0,2-4 0 0,-2 2 0 15,-2-1 0-15,2 1 0 0,0-5 0 0,0 2 0 16,-1-3 0-16,1-2 0 0,1 1 0 0,-1 1 0 15,0-4 0-15,0-1 0 0,0-3 0 0,0 3 0 16,0-2 0-16,0 0 0 0,0-1 0 0,0-3 0 16,0 5 0-16,0-5 0 0,0 0 0 0,0 0 0 15,2 3 0-15,-2-3-81 0,0 0-291 0,0 0-71 16,11-9-54-16,-11 4-70 0,5 0-39 0,-5-3-332 16,1-2-1016-16,2 0 450 0</inkml:trace>
  <inkml:trace contextRef="#ctx0" brushRef="#br0" timeOffset="123901.4804">10829 5308 222 0,'-1'-4'319'0,"1"-2"-9"0,-4 1-10 15,4 2-13-15,-1-1-19 0,1 4-9 0,0-9-3 16,1 5-9-16,-1 4-7 0,4-8-9 16,-3 4-17-16,-1 0-17 0,3 2-11 0,-2-1-14 15,4-2-16-15,-1 1-14 0,3 2-10 0,3-3-6 0,-4 1 0 16,3 1 0-16,5 0-2 0,-2 0-4 0,-1 0-12 16,8 0 3-16,-3 1-11 0,4 3-3 0,0-2-7 15,-8 1-12-15,8 0-5 0,0 0-8 0,0 0-8 16,-1 2-6-16,-2-2-4 0,-1 6-5 0,-3-3 0 15,4 3-8-15,-6 0 1 0,0 1-2 0,0 0 1 16,3 3 0-16,-2 5 2 0,-6-3-1 0,3 3-2 16,-4-1 2-16,0 2-3 0,0 0 4 0,-1 2 18 15,-4 0 13-15,-2 1 3 0,0-1-2 0,-4-1 1 16,2 1 3-16,-1 0 1 0,-4-1-4 0,-2 1-5 16,-2 2-4-16,-3 1-4 0,5-7 3 0,-3 1-15 15,-3-1-1-15,3-1-3 0,-1-4-3 0,-2 1-4 16,3-1 1-16,4 0-4 0,1-4-7 0,-1 2 4 15,2-3-9-15,3 1 4 0,-1-3-2 0,-1 0-6 16,3 1 1-16,1-1-2 0,0 1-1 0,3-3-18 16,-4 1-23-16,4-1-22 0,-4 2-30 0,4-2-28 15,0 0-25-15,0 0-38 0,0 0-56 0,0 0-51 16,0 0-46-16,17-1-61 0,-7-1-71 0,-1 1-385 16,3-5-911-16,-1 5 404 0</inkml:trace>
  <inkml:trace contextRef="#ctx0" brushRef="#br0" timeOffset="124386.1586">11403 5468 347 0,'4'-7'384'0,"2"-1"7"0,-2 1 2 16,-1 0-5-16,-1-4-9 0,0 6-18 0,0 0-19 15,-1 0-16-15,-1 1-16 0,0 4-15 0,0-5-19 0,0 1-22 16,0 4-26-16,3-3-20 0,-3 3-27 0,0 0-22 16,0 0-16-16,0 0-15 0,0 0-14 0,0 0-11 15,-13 12-10-15,7-5-8 0,1 1-11 16,0 0-6-16,-1 3-6 0,3 0-10 0,-1-1-3 0,1 1-5 16,-1-1-4-16,1-1-3 0,1 0-1 0,1-1-8 15,0-3-1-15,1 0-7 0,0 0 2 0,1 0-2 16,0 0-3-16,2 0 0 0,1-2-3 0,-1 2 1 15,3-1-5-15,-3 0 2 0,3 0-2 0,0 0-2 16,0 1-1-16,1-1 2 0,-1 0-5 0,1-1-3 16,-1 2 2-16,1-1 0 0,0 1-4 0,-2-1 1 15,4 2 2-15,-5-2-1 0,1 0-2 0,-4-1 0 16,2 4 1-16,-2-3 2 0,0 1-1 0,2 1 3 16,-6-1 0-16,2-1-1 0,0 1 4 0,-3-2 2 15,-4 3-1-15,2-4 0 0,-2 5-1 0,-1-4 1 16,-5 3-2-16,3 0-3 0,-2-3-1 0,1 1 2 15,1 1-1-15,0-3-10 0,2 1-16 0,2-1-17 16,1 0-25-16,-1-1-32 0,4 1-35 0,3-2-48 16,0 0-53-16,0 0-46 0,0 0-45 0,0 0-48 15,0 0-37-15,20-10-37 0,-12 8-233 0,2-3-734 16,1 1 325-16</inkml:trace>
  <inkml:trace contextRef="#ctx0" brushRef="#br0" timeOffset="124840.8864">11672 5571 66 0,'2'-3'373'15,"-1"0"13"-15,3-1 17 0,-4-1 16 0,0 1 6 16,4 0-1-16,-4-1-11 0,0 1-6 0,0 4-4 16,0-7-10-16,0 7 0 0,0-6-8 0,0 6-15 15,0-5-22-15,0 5-16 0,0-4-22 0,0 4-22 16,0 0-27-16,0 0-27 0,0 0-25 0,-4-2-23 15,4 2-20-15,0 0-20 0,0 0-11 0,0 0-17 16,0 0-17-16,0 11-9 0,-1-6-87 0,2 2-5 0,-1-1 0 16,-4 3 0-16,4-1 0 0,0 3 0 15,0 1 0-15,0-1 0 0,-1 2 0 0,1 4 0 16,1-3 0-16,2 1 0 0,-3-1 0 0,0-1 0 0,1-1 0 16,-1-2 0-16,3 2 0 0,-2-4 0 0,3 1 0 15,-2 0 0-15,2-3 0 0,0-1 0 0,1 1 0 16,3-4 0-16,-3 1 0 0,5-3 0 0,-1 0 0 15,-1-2 0-15,2-1 0 0,-1-2 0 0,0-2 0 16,-1 0 0-16,-1-2 0 0,1 0 0 0,-2-1 0 16,-2 1 0-16,-1 0 0 0,1 0 0 0,-2 2 0 15,1-3 0-15,-3 4 0 0,0-2 0 0,-3 0 0 16,-1 4 0-16,2-5 0 0,-5 4 0 0,3 1 0 16,-1 1 0-16,-1-2 0 0,-3 4 0 0,3 0 0 15,-2 1 0-15,-1 0 0 0,-5 1 0 0,4 1 0 16,-3 3 0-16,3-1-374 0,-2-1-87 0,1 4-62 0,1-1-69 15,-1-2-449-15,1 1-1126 0,5-2 498 16</inkml:trace>
  <inkml:trace contextRef="#ctx0" brushRef="#br0" timeOffset="125419.2494">10878 5105 61 0,'8'-1'364'0,"-8"1"2"0,0 0 0 0,0 0-8 0,0 0-14 15,5-1-6-15,-5 1-4 0,0 0-8 0,0 0-9 16,0 0-5-16,0 0-6 0,0 0-8 0,0 0-8 16,0 0-9-16,0 0-4 0,0 0-6 0,0 0-4 15,0 0-16-15,0 0 8 0,0 0-22 0,0 0-14 16,0 0-5-16,0 0-9 0,0 0-7 0,0 0-11 15,0 0-4-15,0 0-4 0,0 0-9 0,0 0-2 16,0 0 0-16,0 0-135 0,0 0-37 0,0 0 0 16,3-3 0-16,4 2 0 0,4-1 0 0,9-2 0 15,6-1 0-15,6 1 0 0,4-3 0 0,19-2 0 16,5 0 0-16,1 2 0 0,3-2 0 0,3 0 0 16,-3-1 0-16,-2 3 0 0,0-3 0 0,-7 7 0 15,-4-2 0-15,-13-1 0 0,-2 3 0 0,-5 1 0 16,-3 0 0-16,-9 0 0 0,-5-1 0 0,-2 1 0 15,-2 0 0-15,-3 2 0 0,0-2 0 0,-7 2 0 16,9 0 0-16,-9 0 0 0,11 0 0 0,-8-1 0 16,-3 1 0-16,0 0 0 0,6-1 0 0,-6 1 0 15,0 0 0-15,0 0 0 0,0 0 0 0,0 0 0 16,0 0-110-16,0 0-208 0,0 0-44 0,4 2-51 16,-4-2-33-16,0 0-62 0,0 0-58 0,0 0-346 15,0 0-987-15,0 0 437 0</inkml:trace>
  <inkml:trace contextRef="#ctx0" brushRef="#br0" timeOffset="127356.7781">12543 5588 270 0,'0'0'324'0,"0"0"2"0,0 2-2 0,0-2 0 16,0 0 2-16,0 0 17 0,0 0-4 0,0 0 3 15,0 0-19-15,0 0-8 0,0 0-14 0,0 0-8 16,0 0-14-16,-13-9-3 0,8 7-6 0,0 0-13 16,0-2-10-16,-3 1 1 0,3-1-4 0,-3-1-2 15,1 0-10-15,-1-2-7 0,-1 2 0 0,-1-1-7 16,-1-3-10-16,2 0-6 0,-3-3-6 0,-2-1-3 16,1-4-16-16,-2 3-75 0,-2-7-102 0,1 2 0 15,0-3 0-15,1-4 0 0,2 0 0 0,-1 2 0 16,5-4 0-16,0 2 0 0,2-2 0 0,2 1 0 15,1 0 0-15,2 1 0 0,2 8 0 0,2-1 0 16,2-5 0-16,1 6 0 0,2 0 0 0,-2 1 0 16,3-1 0-16,2 3 0 0,-1 1 0 0,0 1 0 15,0-2 0-15,1 7 0 0,-1-3 0 0,0 2 0 16,4 0 0-16,-3 3 0 0,-2 3 0 0,1-2 0 16,2 1 0-16,-3 2 0 0,2 2 0 0,-2 0 0 15,0 0 0-15,-1 2 0 0,0 1 0 0,1 3 0 0,0-3 0 16,0 3 0-16,-3-1 0 0,1 4 0 15,-2-4 0-15,0 5 0 0,-3 0 0 0,-1 1 0 16,-1 0 0-16,0 0 0 0,-4 3 0 0,0 2 0 16,-7-2 0-16,0 3 0 0,-7 1 0 0,-2 0 0 0,-1-1 0 15,-1 0 0-15,-1 0 0 0,-2-3 0 0,8-4 0 16,0 0 0-16,4 0 0 0,2-7 0 0,1 2 0 16,2 1 0-16,3-4 0 0,0 1 0 15,0 0 0-15,4-2 0 0,2-1 0 0,-7 2 0 0,7-2 0 16,0 0 0-16,0 0 0 0,0 0 0 0,0 0-179 15,0 0-104-15,0 0-50 0,0 0-59 16,16-7-55-16,-6 7-47 0,0-2-53 0,3 4-373 16,1-2-995-16,4 3 440 0</inkml:trace>
  <inkml:trace contextRef="#ctx0" brushRef="#br0" timeOffset="128076.8906">12760 5464 371 0,'3'-3'408'0,"-2"0"12"0,-1 3-11 15,4-4-7-15,-3-1 3 0,-1 5-6 0,0-4-3 16,0 4-5-16,0 0-8 0,0 0-14 0,0-5-12 16,0 5-8-16,0-6-16 0,0 6-21 0,0 0-25 15,0 0-13-15,0 0-21 0,0 0-19 0,0 0-19 16,3-3-19-16,-3 3-22 0,0 0-14 0,0 0-18 16,0 0-13-16,0 0-14 0,0 0-14 0,0 0-10 15,0 0-9-15,0 0-48 0,0 0-34 0,-3 15 0 16,3-8 0-16,0-1 0 0,0 6 0 0,0-4 0 15,0 5 0-15,0-3 0 0,-1 4 0 0,1 1 0 16,0 1 0-16,0 2 0 0,0-3 0 0,-4 3 0 16,3-2 0-16,1 1 0 0,-3 2 0 0,3-2 0 15,0 0 0-15,0-2 0 0,0-3 0 0,-1 0 0 16,1-1 0-16,1 0 0 0,2-2 0 0,-3-3 0 16,1 0 0-16,-1 1 0 0,5-3 0 0,-1 1 0 15,1 2 0-15,2-4 0 0,-1-1 0 0,4-2 0 0,2 1 0 16,-2-1 0-16,1-2 0 0,-2-2 0 0,2-1 0 15,1 0 0-15,-3 1 0 0,0-4 0 0,1 2 0 16,-2-2 0-16,-3 0 0 0,1-3 0 16,-1 1 0-16,-3 0 0 0,-1-2 0 0,-2-1 0 0,1 3 0 15,-4-1 0-15,1 2 0 0,-3-2 0 0,1 4 0 16,-3-2 0-16,1 4 0 0,-1-1 0 0,1 0 0 16,0 4 0-16,-3-2 0 0,4 3 0 0,-2 1 0 15,0 0 0-15,-3 0-37 0,3 2-276 0,3 1-81 16,-3 0-92-16,2 2-95 0,-3 0-483 0,5-4-1151 15,-1 1 509-15</inkml:trace>
  <inkml:trace contextRef="#ctx0" brushRef="#br0" timeOffset="129170.8125">12045 4456 28 0,'0'0'164'0,"0"0"-15"0,0 0-6 0,0 0-2 0,-4-4-3 15,4 4 2-15,0 0 2 0,0 0-2 0,0 0-7 16,0 0 0-16,0 0-2 0,0 0-2 0,0 0-1 16,0 0 1-16,-3-4 3 0,3 4-2 0,0 0 5 15,0 0-1-15,0 0 6 0,0 0 4 0,0 0 7 16,0 0 1-16,0 0 14 0,0 0-16 0,0 0 5 16,0 0-10-16,0 0-1 0,0 0-1 0,0 0-3 15,0 0 2-15,0 0-10 0,0 0-11 0,0 0 3 16,0 0-6-16,0 0-5 0,0 0-2 0,0 0-8 15,0 0-7-15,0 0-5 0,0 0-2 0,0 0-1 16,0 0-2-16,-4-2-4 0,4 2 0 0,0 0-7 16,0 0-2-16,-5-3-1 0,5 3-3 0,0 0-1 15,-5-2-5-15,5 2-2 0,0 0 1 0,0 0 3 16,0 0-1-16,0 0-1 0,0 0-1 0,0 0-3 16,0 0 3-16,0 0 2 0,0 0 1 0,0 0 0 15,0 0-6-15,0 0-2 0,0 0-4 0,17-4-9 16,-6 2-3-16,9-2-5 0,6 2-4 0,5-3-2 15,5 0-2-15,4 0-2 0,12-3-1 0,4 4 4 16,0-3-7-16,3 0 1 0,-3 1-3 0,7 2-3 16,-4-4 1-16,-3 2 2 0,-2 2-5 0,-16-1 1 15,-1 2 2-15,-5-1-7 0,-4 1 1 0,-9 2 1 16,2-2-4-16,-8-1-4 0,-1 4 9 0,1-1-6 16,-1 0 3-16,-1 0-7 0,-5 1 1 0,2 0 1 15,-3 0-3-15,0-2 1 0,-5 2-2 0,12 0 2 0,-12 0-12 16,9-1 0-16,-9 1 12 0,0 0-4 15,5-1-1-15,-5 1 5 0,0 0-3 0,0 0 0 16,0 0-15-16,0 0-6 0,0 0-17 0,0 0-11 16,8-3-21-16,-8 3-26 0,0 0-29 0,0 0-37 0,0 0-36 15,0 0-47-15,0 0-65 0,0 0-60 0,0 0-66 16,0 0-86-16,-12-6-298 0,8 3-886 16,-1 1 393-16</inkml:trace>
  <inkml:trace contextRef="#ctx0" brushRef="#br0" timeOffset="132578.1851">5970 6477 30 0,'0'0'455'0,"4"-5"17"0,-4 5 11 16,1-2 3-16,-1 2-10 0,2-4-14 15,-2 4-21-15,0 0-19 0,0 0-20 0,4-3-13 0,-4 3-14 16,0 0-23-16,0 0-17 0,0 0-26 0,0 0-24 16,0 0-28-16,0 0-25 0,0 0-20 0,0 0 12 15,1 10 0-15,-4-4 1 0,1 3-9 16,-1 2-13-16,-5 5-13 0,3 0-156 0,-2 1-34 0,2 0 0 16,-3 9 0-16,-4-2 0 0,2 1 0 0,3-1 0 15,-2 1 0-15,0 2 0 0,1 0 0 0,-1-2 0 16,0 0 0-16,2 0 0 0,-4-3 0 0,5 3 0 15,-3-1 0-15,5-6 0 0,-4 0 0 0,3-3 0 16,1 2 0-16,0-7 0 0,2 1 0 0,-2-1 0 16,3-3 0-16,-2 0 0 0,2-2 0 0,0 1 0 15,-2-2 0-15,2-1 0 0,1-3 0 0,-3 4 0 16,2-1 0-16,1-3 0 0,0 0 0 0,0 6 0 16,0-6 0-16,0 0 0 0,0 0 0 0,0 0 0 15,0 0-216-15,1-18-228 0,2 12-50 0,1-4-59 16,1-1-46-16,0 1-383 0,4-5-1062 0,-3-1 470 15</inkml:trace>
  <inkml:trace contextRef="#ctx0" brushRef="#br0" timeOffset="132953.1894">5956 6571 112 0,'5'-9'376'0,"2"-1"28"0,-1-1 22 16,-3 3 7-16,3-3 6 0,-2 4 4 0,0 0-3 15,-2 1 0-15,2 1-13 0,0-1 3 0,-3 1-8 0,3 2-9 16,-4-1-15-16,0 4-29 0,1-3-26 16,-1 3-38-16,3-5-32 0,-3 5-31 0,0 0-30 15,0 0-19-15,0 0-7 0,6 12-11 0,-3-2-8 16,3 0-44-16,-2 8-123 0,0 6 0 0,1-4 0 0,-4 6 0 16,6 0 0-16,-3 0 0 0,2-1 0 15,-5 2 0-15,3-1 0 0,1 0 0 0,-2-7 0 16,-2 0 0-16,-1 2 0 0,0-2 0 0,0-1 0 0,4 0 0 15,-4 1 0-15,1-2 0 0,2-6 0 0,-6-1 0 16,7 1 0-16,0-2 0 0,-4-2 0 0,1-2 0 16,-1 1 0-16,3-2 0 0,-2 0 0 15,0 0 0-15,2-1 0 0,-3-1 0 0,0-2 0 0,1 5 0 16,-1-5 0-16,4 2 0 0,0 1 0 0,-4-3 0 16,0 0 0-16,0 0 0 0,0 0-327 0,7-8-132 15,-7 4-42-15,0 4-60 0,-3-9-24 0,-1 6-375 16,-1-4-1040-16,-3 1 460 0</inkml:trace>
  <inkml:trace contextRef="#ctx0" brushRef="#br0" timeOffset="133187.4215">5917 6875 250 0,'-7'-1'313'0,"2"-2"25"0,5 3 36 0,-11-4 33 16,8 2 26-16,-2 2 19 0,5 0 3 0,-5-5 6 15,5 5-2-15,-4-3-1 0,4 3-4 0,-4-1-23 16,4 1-37-16,0-5-38 0,0 5-39 0,9-7-30 15,0 3-27-15,0 2-24 0,4-2-24 0,3-3-19 16,1 1-19-16,1 3-20 0,1-2-12 0,2 2-18 16,-1-1-67-16,-5-1-57 0,3 1 0 0,-5 2 0 15,1 1 0-15,-1 0 0 0,-3-1 0 0,-1-1 0 16,0 1 0-16,-1 1 0 0,-1 2-96 0,0-2-146 16,-7 1-62-16,10-1-65 0,-5 0-63 0,-5 1-59 15,0 0-66-15,7 1-393 0,-7-1-1030 0,0 0 456 16</inkml:trace>
  <inkml:trace contextRef="#ctx0" brushRef="#br0" timeOffset="133843.5151">6305 6878 223 0,'12'-4'507'0,"-11"3"36"15,-1 1 22-15,0 0 9 0,4-3 2 16,-3-1-8-16,-1 0-12 0,0 4-22 0,1-3-15 15,-1 3-25-15,0 0-32 0,0 0-31 0,-1-6-40 0,1 6-36 16,0 0-40-16,-1-4-29 0,1 4-29 0,0 0-222 16,0 0-35-16,0 0 0 0,0 0 0 0,2 16 0 15,0-11 0-15,-2 2 0 0,1 2 0 16,-1 0 0-16,1 0 0 0,-1 3 0 0,4 0 0 0,-3 0 0 16,-1 1 0-16,0-1 0 0,1 2 0 0,1-4 0 15,-1 4 0-15,-2-2 0 0,1-2 0 0,2 1 0 16,-2-2 0-16,0-2 0 0,0-1 0 15,0 1 0-15,0-4 0 0,2 0 0 0,-2-3 0 0,0 7 0 16,0-7 0-16,1 4 0 0,-1-4 0 0,0 0 0 16,0 0 0-16,9-8 0 0,-6 2 0 0,0 3 0 15,2-4 0-15,-2 1 0 0,2-3 0 0,-1 4 0 16,-2 0 0-16,4-4 0 0,-3 3 0 0,0 1 0 16,2-2 0-16,-2 2 0 0,-1 0 0 0,2-1 0 15,1 2 0-15,-1 1 0 0,1-1 0 0,-1 2 0 16,2-2 0-16,-1 3 0 0,1 0 0 0,0 0 0 15,-6 1 0-15,15 1 0 0,-7 0 0 0,-3 0 0 16,0 1 0-16,4 1 0 0,0 0 0 0,3 0 0 16,-2 1 0-16,-4-2 0 0,6 1 0 0,-6 1 0 15,2-3 0-15,-1 2 0 0,0-2 0 0,-1-1 0 16,1 1 0-16,0 2 0 0,-2-3 0 0,-5 0 0 16,12-3 0-16,-8-1 0 0,1 1 0 0,0-3 0 15,1 0 0-15,-2 0 0 0,-1-4 0 0,-2-1 0 16,2 0 0-16,-1-6 0 0,-2 2 0 0,0 0 0 15,0 1 0-15,0 2 0 0,-2-4 0 0,2 5 0 16,0-2 0-16,-2 1 0 0,2 3 0 0,-2-1 0 16,0 2 0-16,1 2 0 0,2 0 0 0,-2 1 0 0,1 1 0 15,-1-1 0-15,1 5 0 0,-3-4 0 0,3 4 0 16,-1-4 0-16,1 4 0 0,0 0 0 0,0 0 0 16,0 0 0-16,0 0 0 0,0 0 0 0,0 0 0 15,0 0 0-15,0 0 0 0,9 13-88 0,-6-8-506 16,2 1-53-16,2 1-497 0,-3-2-1239 0,0 2 548 15</inkml:trace>
  <inkml:trace contextRef="#ctx0" brushRef="#br0" timeOffset="134406.0178">6785 6977 306 0,'0'0'378'0,"0"0"17"0,2-10 9 0,-1 7 0 0,-1 3-8 15,0-5-10-15,0-2-21 0,0 4-20 0,2-1-13 16,-2 4-17-16,0-9-22 0,2 6-23 0,-1-1-19 16,2 0-26-16,-2 0-22 0,2 1-18 0,-3 3-21 15,5-5-12-15,-3 3-20 0,4-2-11 0,-3 3-11 16,-3 1-18-16,11-2-1 0,-4 2-15 0,1 4-6 16,-2-2-10-16,3-1 1 0,-4 2-5 0,3 0-5 15,-3 1-3-15,4 2-6 0,-3-1-1 0,1 1-3 16,-2 1-2-16,0 1-4 0,-2-2 0 0,-2 2-7 15,4-3-1-15,-5 6 2 0,-4-3 0 0,2 2-5 16,-5-1 7-16,1-1-1 0,-4 1-10 0,-2-1-9 16,-1 2-16-16,-2-1 0 0,0 0-13 0,-2-4 2 15,6 1 3-15,-1-3 3 0,3-1 6 0,3 0 5 16,-2-2 17-16,8 0 18 0,-13-4 14 0,10 1 23 16,-1-1 29-16,1-2-12 0,1-6 2 0,4 2 4 15,-2 1 1-15,3-3 5 0,1 1 1 0,1 0-6 16,2-2-3-16,0 5-2 0,-1-2-64 0,2 1-25 15,1 0 0-15,0 2 0 0,0-1 0 0,1 4 0 16,-1 0 0-16,0 2 0 0,0 2 0 0,-1 0 0 16,4 3 0-16,-5 0 0 0,3 1 0 0,-4 2 0 15,0 0 0-15,2 3 0 0,-3-1 0 0,3 1 0 0,-3 1 0 16,-1-2 0-16,0 4 0 0,-3-1 0 16,3-1 0-16,-3 0 0 0,-1-2 0 0,3 2 0 15,-3-4 0-15,1 1 0 0,-1-1 0 0,4-2 0 0,-3 3 0 16,-1-3 0-16,1 1 0 0,2-2 0 0,-2 0 0 15,2 1 0-15,1-2 0 0,2 1 0 16,0-2 0-16,3-1 0 0,-1 0 0 0,1-1 0 16,5 1-82-16,-1-4-232 0,1 1-54 0,2-1-54 0,-2 0-65 15,0-4-76-15,-2 4-430 0,-2-3-1075 0,-1 1 475 16</inkml:trace>
  <inkml:trace contextRef="#ctx0" brushRef="#br0" timeOffset="134640.2029">7432 6875 13 0,'8'-3'521'0,"-4"-1"23"0,0 1 15 16,-2-1-6-16,2 0-26 0,-4 4-34 0,8-5-45 16,-4 0-39-16,2 2-41 0,-2-1-36 0,-4 4-32 15,9-5-31-15,-5 4-30 0,1-3-23 0,2 1-22 16,-2-1-19-16,3 2-19 0,-4 1-10 0,1-1-32 15,0 2-43-15,4-1-48 0,-4-1-53 0,-5 2-54 16,0 0-57-16,14 3-60 0,-10-1-59 0,-4-2-38 16,9 3-31-16,-9 3-43 0,4-2-45 0,-7 1-33 15,3-5-232-15,-5 10-738 0,-1-4 327 0</inkml:trace>
  <inkml:trace contextRef="#ctx0" brushRef="#br0" timeOffset="134858.9091">7486 6949 148 0,'-3'4'201'0,"2"2"41"16,1-2 45-16,0-4 36 0,-4 5 60 0,4-3 44 15,0-2 33-15,0 0 17 0,0 0 7 0,0 0 5 16,-1 7-4-16,1-7-3 0,0 0-20 0,0 0-25 16,0 0-25-16,17-6-33 0,-10 3-34 0,1 2-32 15,2-1-33-15,-1 1-29 0,1-1-22 0,2 0-34 0,-3 2-195 16,1-1 0-16,-1-4 0 0,0 4 0 16,4 0 0-16,-6 0 0 0,-1 0 0 0,0 1 0 15,-6 0 0-15,11-1 0 0,-5-1 0 0,-6 2 0 16,7-1 0-16,-7 1-152 0,5-1-192 0,-5 1-79 0,0 0-68 15,0 0-58-15,2-5-490 0,-2 5-1125 0,0 0 497 16</inkml:trace>
  <inkml:trace contextRef="#ctx0" brushRef="#br0" timeOffset="135625.5408">10870 6496 261 0,'-1'-7'359'0,"1"0"10"0,-4-2 2 0,7 2 3 15,-3 0 4-15,0-3 1 0,1 1-4 0,0 0 2 16,-1-1-5-16,3 4 5 0,-3-2-8 0,1 3-13 15,-1-1-11-15,0 1-16 0,0 2-20 0,0-1-26 16,0 4-22-16,0-7-29 0,0 7-27 0,0-4-33 16,0 4-18-16,0 0-18 0,0 0-6 0,0 0-15 15,-5 11-12-15,1-6-9 0,0 5-4 0,2 3-1 16,-6 3-4-16,3-1-8 0,-4 3-5 0,0 4-6 16,-4 2-4-16,3 0-10 0,1 1-39 0,-1-2-13 15,2 0 0-15,3-3 0 0,-3 7 0 0,2-9 0 16,4 6 0-16,2-4 0 0,2 0 0 0,2-2 0 15,3 0 0-15,5-2 0 0,3 3 0 0,-1-6 0 16,4 0 0-16,3-5 0 0,6 2 0 0,-7-8 0 0,2 3 0 16,-2-6 0-16,1 1 0 0,-5-3 0 15,3-5 0-15,-1 2 0 0,-4-2 0 0,-2-5 0 16,-2 3 0-16,-5 1 0 0,-1-1 0 0,0-2 0 0,-3 2 0 16,-1-1 0-16,0-1 0 0,-5 2 0 0,-1 1 0 15,-6 1 0-15,2 1 0 0,-3 3 0 0,-6 0 0 16,2 0 0-16,-2 3 0 0,-1 3 0 15,1 0 0-15,2 4 0 0,-3 0 0 0,2 1 0 0,1 2-229 16,3 2-314-16,0 0-104 0,0 0-482 0,4-2-1223 16,-2-1 541-16</inkml:trace>
  <inkml:trace contextRef="#ctx0" brushRef="#br0" timeOffset="136312.7834">9710 7286 321 0,'0'0'324'0,"0"0"-7"0,0 0-18 15,0 0-17-15,0 0-18 0,0 0-12 0,-4 2-11 0,4-2-2 16,0 0-10-16,-8 0-13 0,8 0-5 16,0 0-6-16,-9 0-5 0,9 0-10 0,-9 2-5 15,9-2-16-15,-6 2 0 0,6-2-17 0,-8 1-5 16,6 1-4-16,2-2 1 0,-4 2 3 0,4-2 4 0,-4 4 3 16,4-4 8-16,0 0-2 0,0 0 6 0,0 0 7 15,0 0-13-15,0 0-11 0,0 0-6 0,0 0 9 16,17 0-11-16,-6 0 9 0,7 0-6 0,5-2 0 15,9 0 1-15,-1 0 0 0,3-1 6 0,19-4 1 16,5 0-2-16,8-1-8 0,27-3-31 0,4-1-111 16,7 1 0-16,8-4 0 0,4-4 0 0,12 1 0 15,11-3 0-15,8 5 0 0,2-6 0 0,0 4 0 16,1-3 0-16,-3 0 0 0,-5 3 0 0,-6-4 0 16,-7 6 0-16,-5 0 0 0,-10 1 0 0,-9-1 0 15,-12-1 0-15,-2 1 0 0,-26 8 0 0,-5-3 0 16,3-2 0-16,-8 1 0 0,-20 5 0 0,1-1 0 15,-3-1 0-15,-3 4 0 0,-8 1 0 0,-3-1 0 16,-5-1 0-16,-3 5 0 0,0-1 0 0,-4 2 0 0,0 0 0 16,-4-4 0-16,-3 4 0 0,9-1 0 15,-6-1 0-15,-3 2 0 0,8-1 0 0,-8 1 0 16,6-1 0-16,-6 1 0 0,0 0 0 0,0 0 0 16,0 0-181-16,0 0-240 0,0 0-39 0,6 4-67 0,-3-2-63 15,-3-2-412-15,1 3-1086 0,-1-3 480 0</inkml:trace>
  <inkml:trace contextRef="#ctx0" brushRef="#br0" timeOffset="137203.2052">9721 7733 17 0,'-4'-2'270'16,"4"2"6"-16,-5-3 11 0,5 3-11 0,0 0 8 16,-2-4 11-16,2 4 16 0,-4-2 7 0,4 2 14 15,-3-2 3-15,3 2 2 0,0 0-7 0,0 0-13 16,0 0-11-16,0 0-15 0,0 0-14 0,0 0-14 16,0 0-24-16,3-8-14 0,-3 8-18 0,5-4-16 15,-5 2-23-15,4 0-13 0,-4 2-3 0,10-6-26 16,-5 4-12-16,-1-1-9 0,4 0-10 0,-2 2-12 15,2-2-12-15,2 2-3 0,-2-2-11 0,2 1-4 0,1-2 0 16,1 3-14-16,2 0-6 0,-1 2-2 16,2-1-4-16,-2 2 1 0,5 3-6 0,-3 2 1 15,4-2-1-15,-5 4-7 0,-1-4 1 0,-3 4-4 16,7 1 5-16,-8-2-8 0,-1 3 1 0,-6 1 0 16,2 0 0-16,-4 3 0 0,-1 2-2 0,-4-1 10 15,-3 1-4-15,-10 5 13 0,0-2 0 0,-7 1 4 16,-2 1 4-16,-4-2-5 0,-2-2-4 0,1-2 1 15,-4-1 1-15,4-3-3 0,1-2 14 0,7-1 16 0,3-5 33 16,4-3 7-16,-1-1-95 0,6-1 0 0,0-2 0 16,1-3 0-16,2-1 0 0,1 0 0 15,1-4 0-15,2-5 0 0,1 0 0 0,4-2 0 0,4 0 0 16,1-1 0-16,-1 0 0 0,6-2 0 0,2-2 0 16,-3 7 0-16,5 3 0 0,-3-2 0 0,2 3-124 15,4 2-262-15,-1-1-49 0,-2 1-38 0,4 5-35 16,-1-3-30-16,-6 4-17 0,2 1-307 0,-1 1-935 15,-2-1 414-15</inkml:trace>
  <inkml:trace contextRef="#ctx0" brushRef="#br0" timeOffset="137625.1426">9801 7628 194 0,'1'-11'350'0,"-2"1"26"0,2-1 5 15,-2-2 20-15,1 4 23 0,-3-6 7 0,2 5-6 16,-2-1 1-16,1 0 4 0,-1 3 10 0,3-2 10 15,-1 3-1-15,-2 1-4 0,2-1-5 0,0 3-23 16,-2 1-20-16,2-1-37 0,-3 0-36 0,4 4-23 16,-1-3-39-16,1 3-194 0,0 0-68 0,0 0 0 15,0 0 0-15,0 0 0 0,0 12 0 0,-2-3 0 16,2 3 0-16,-1 5 0 0,0 2 0 0,0 6 0 16,-2 2 0-16,3 2 0 0,-4 2 0 0,4 2 0 15,0-1 0-15,0 2 0 0,-1-1 0 0,1 4 0 0,0-2 0 16,1 1 0-16,-1 10 0 0,0-15 0 15,0 4 0-15,0-3 0 0,0 1 0 0,0-3 0 16,0 1 0-16,0-3 0 0,3 0 0 0,-2-1 0 16,-1-1 0-16,0-1 0 0,3-8 0 0,-3 0 0 0,1-4 0 15,1 1 0-15,0-1 0 0,-1-5 0 16,-1 2 0-16,0-5 0 0,0 2 0 0,0-3 0 16,0 0 0-16,0-1 0 0,0-3 0 0,0 7 0 0,4-5 0 15,-4-2 0-15,1 2 0 0,-1-2 0 0,0 0 0 16,0 0 0-16,0 0 0 0,13-5 0 0,-8 2 0 15,3-4 0-15,3-3 0 0,-3 3-164 0,3-2-446 16,5-5-55-16,-7 5-461 0,5-4-1219 0,0-2 540 16</inkml:trace>
  <inkml:trace contextRef="#ctx0" brushRef="#br0" timeOffset="138062.3798">10179 8027 31 0,'2'-5'362'15,"2"-2"9"-15,-1 1 25 0,-1 1 11 0,2 0 7 16,-4 2-1-16,4-1-11 0,-4 1-19 0,3-1-20 16,-3 4-18-16,2-4-23 0,-2 4-23 0,0 0-29 15,0 0-34-15,0 0-24 0,0 0-21 0,-10-1-19 16,10 1-21-16,-8 9-17 0,3-5-11 0,-4 5-12 16,0-2-11-16,4 5-12 0,-3-4-7 0,2 3-9 0,1 0-5 15,-1-2-8-15,0 1-4 0,1-3-9 16,0-1-2-16,4 1-5 0,-2-1-6 0,2-1-1 15,1 0-6-15,-2-2 2 0,4 1-5 0,-2-4 3 16,0 7-4-16,1-3-2 0,2-1-3 0,3 0 0 0,-2-2-2 16,3 1 0-16,-1 1-7 0,-1 1 3 15,-1-4 0-15,3 3-4 0,1 0-2 0,-4-2 1 16,4 1-3-16,-2 0-1 0,-1 3-2 0,-1-4-2 16,1 1 3-16,-1 3 4 0,0 0-5 0,-3 0 7 0,3-2-4 15,-4 3 1-15,4-1-2 0,-8 0 7 0,4 0 1 16,-1 3 10-16,-3-3 13 0,-1 0-1 15,-3 3-9-15,3-3 7 0,-5 1-6 0,-2-1-2 0,3 1 0 16,-5-2-6-16,3-1-2 0,-2 1 3 0,0-2-9 16,3 1-11-16,2-2-11 0,3 1-11 0,-1-2-35 15,6 0-50-15,-9-2-59 0,9 2-59 0,-3-5-51 16,3 5-36-16,8-8-51 0,-2 4-45 0,6-2-37 16,-2 0-379-16,0 0-895 0,8-1 396 0</inkml:trace>
  <inkml:trace contextRef="#ctx0" brushRef="#br0" timeOffset="138624.9455">10441 8143 153 0,'0'0'367'0,"-1"-5"1"15,1 5 11-15,-3-7-16 0,3 2-17 0,-1 1-8 16,1 4-17-16,-3-8-8 0,3 5-9 0,0-1-11 15,0 4-15-15,0-6-14 0,0 6-14 0,-1-4-15 16,1 4-19-16,0 0-18 0,1-4-25 0,-1 4-16 16,0 0-15-16,0 0-19 0,3-4-13 0,-3 4-11 15,6 0-11-15,-6 0-9 0,9 4-12 0,-5-3-7 16,2 0-5-16,-1 1-1 0,-1 2-12 0,1-1-2 0,-1 1-8 16,-1 0 3-16,2 1-6 0,-3-2-6 15,1 3 0-15,-1-1 1 0,-2 0-12 0,0 2 9 16,-1-1-5-16,0 2-2 0,-3-2 0 0,-2 0-1 15,-2 1 1-15,-1 0 0 0,-1 0-1 0,0-1-2 16,-2-1 2-16,1 0-10 0,2-2-2 0,1 1 1 0,0-2 3 16,1 1-3-16,0-1 5 0,2-2-3 0,5 0 2 15,-10-2-2-15,6-1 3 0,-1-1-1 16,3 1 0-16,0-3 4 0,2 0 4 0,2 0-3 0,0-3 3 16,-1 0 5-16,3 1-1 0,1 0 2 0,-4 1 5 15,6-2-1-15,-6 2-3 0,4 3-1 0,-1-1 5 16,-1 0 3-16,-1 1 0 0,3 2-2 15,-1-2-6-15,-1 3-1 0,-3 1-2 0,6-1-1 0,-6 1 4 16,9 4 2-16,-5-1 4 0,2 1 0 0,-2 0-3 16,3 5 2-16,-2 0 0 0,-1-2 5 0,1 2-9 15,0 1-1-15,0-1-6 0,0 1 2 0,0 1-3 16,0-3 5-16,0 1-4 0,0-4 1 0,0 3-4 16,1-1 1-16,-3-1-4 0,1-1 1 0,1 1 1 15,2-3 3-15,-2 2-3 0,-1-1 3 0,1-1-15 16,-1 0 4-16,2-2-24 0,-2 1-16 0,3-2-21 15,1 3-30-15,0-3-29 0,-3 0-28 0,4-3-46 16,-9 3-38-16,11 0-49 0,-3 0-40 0,-8 0-43 16,9 0-52-16,-9 0-50 0,0 0-321 0,8 0-849 15,-8 0 375-15</inkml:trace>
  <inkml:trace contextRef="#ctx0" brushRef="#br0" timeOffset="139546.407">11081 7604 302 0,'0'0'389'0,"0"0"18"0,0 0 4 15,0 0 1-15,0-5 0 0,0 5-3 0,0 0-6 16,0 0 27-16,0 0-2 0,0 0-16 0,0 0-7 15,0 0-19-15,0 0-26 0,0 0-14 0,5-3-33 16,-5 3-31-16,0 0-26 0,0 0-23 0,0 0-25 0,0 0 5 16,3 12 7-16,-2-5-6 0,-1 4-9 15,5 4-70-15,-6 3-135 0,1 1 0 0,1-1 0 16,0 5 0-16,2 1 0 0,-2 4 0 0,2-3 0 0,-3 1 0 16,-3 1 0-16,3 1 0 0,4-1 0 15,-3 0 0-15,-1-2 0 0,2 0 0 0,-2-7 0 16,-2 2 0-16,1-4 0 0,0 0 0 0,-2-3 0 0,6-2 0 15,-1-3 0-15,-2 1 0 0,-1-5 0 0,1 2 0 16,0-1 0-16,0-1 0 0,0-4 0 0,1 4 0 16,1-1 0-16,-2-3 0 0,0 0 0 0,0 0 0 15,0 0 0-15,5-10 0 0,-4 2-36 0,-2-3-421 16,2 0-50-16,-1-1-63 0,0-5-36 0,-1 2-397 16,-2-3-1086-16,2 3 480 0</inkml:trace>
  <inkml:trace contextRef="#ctx0" brushRef="#br0" timeOffset="139968.1801">10966 7668 43 0,'-4'-5'337'16,"4"-1"1"-16,-2-1 8 0,2-2 14 0,-2 2-16 15,4 0 11-15,-4 0 6 0,1 2-3 0,2-1-8 0,-1-1-27 16,4 2-24-16,-4-1-20 0,4 0-21 0,1 1-11 15,2-1-13-15,5 1-9 0,-1 0-7 16,1 0-11-16,1 4-1 0,6 1-22 0,-1 0-4 16,5 0 3-16,5 5-7 0,0 1-4 0,4 2-6 0,-1 1-8 15,1 4-13-15,-3 2-11 0,2 0-12 16,-4 0-8-16,-4 2-7 0,1-2-9 0,-1 2-7 0,-11-2-5 16,2 1-1-16,-4-1-16 0,0 0-1 0,-1 3-9 15,-4 0-5-15,-2-1-2 0,-2 3-52 0,-5 7 0 16,-5-4 0-16,-3 4 0 0,-4 0 0 0,-4-1 0 15,-3-1 0-15,-3 1 0 0,2-4 0 0,-3 0 0 16,4-3 0-16,-4-2 0 0,4-1 0 0,1-2 0 16,7-6 0-16,-2 1 0 0,5-4 0 0,2 2 0 15,-1-3 0-15,1 1 0 0,2-3 0 0,2 1 0 16,0-1 0-16,-2-1 0 0,5 0 0 0,3-1 0 16,-7 0 0-16,7 0 0 0,0 0 0 0,-8-2 0 15,8 2 0-15,-1-5 0 0,1 5 0 0,1-8 0 16,3 5 0-16,-2-2 0 0,6-1-350 0,2 0-104 15,-1 0-57-15,3 0-72 0,6 0-45 0,-3 0-317 16,2 0-1022-16,1 0 452 0</inkml:trace>
  <inkml:trace contextRef="#ctx0" brushRef="#br0" timeOffset="140499.8731">11604 7874 68 0,'2'-4'436'0,"1"-4"25"0,-3 3 14 0,2 1-9 16,-2-1-7-16,2 0-17 0,-1 1-25 15,-1-2-25-15,0 6-24 0,0-6-28 0,1 3-19 16,-1 3-33-16,0 0-28 0,0-5-28 0,0 5-21 0,0 0-26 16,0 0-22-16,0 0-18 0,0 0-12 0,-2-4-18 15,2 4-8-15,0 0-16 0,-3 11-4 16,2-6-9-16,-2 2-10 0,1-1-5 0,-1 3 1 0,1-3-15 15,-3 5-8-15,1-4 1 0,1 5-16 0,-1-4 11 16,2 1-7-16,-1-2-7 0,2 0 2 0,0-1-5 16,-2-1 3-16,2-1-6 0,1 1-6 15,-2 0 2-15,1-1 2 0,1-4-2 0,3 5 1 0,-3-5 8 16,1 5-14-16,3-1 0 0,0-2 2 0,1 1-4 16,-1-1 3-16,3 0-4 0,0 1 3 0,0-1-4 15,2 2-5-15,0-3 3 0,-2 3 0 0,-1 0-3 16,1-2 0-16,-1 2-1 0,0-1 1 0,-1 2-2 15,-1-1 6-15,1-1-1 0,-1 2-2 0,-1 0 4 16,-2 0-3-16,-1 0 0 0,1 3 9 0,-2-4 6 16,0 1 2-16,-3 0 5 0,-2 1 2 0,-1 0 0 15,-3 1 1-15,-2-2-4 0,0 1-2 0,0 0-1 16,-3 0-4-16,1-1 7 0,-2 1-8 0,4-3 0 16,0 1-2-16,1-2 4 0,-2 1-4 0,6-2-1 0,1 0 6 15,2 0-1-15,-1 0-6 0,5-1-6 0,0 0-44 16,0 0-35-16,-10-5-28 0,10 5-33 15,1-6-39-15,2 1-40 0,1 0-45 0,3-3-67 16,2 1-43-16,0 2-54 0,5-2-49 0,2 0-393 0,-5 1-936 16,2 2 415-16</inkml:trace>
  <inkml:trace contextRef="#ctx0" brushRef="#br0" timeOffset="141891.5745">11877 7957 287 0,'-9'-5'291'0,"9"5"-10"16,0 0-12-16,0 0-15 0,0 0-4 0,0 0-16 15,0 0-5-15,-1-3-1 0,1 3-3 0,0 0-3 0,0 0 11 16,0 0-10-16,-8-2 7 0,8 2 7 0,0 0 3 15,0 0 2-15,0 0 7 0,0 0 1 16,0 0-4-16,0 0 6 0,-10 2-7 0,10-2-1 16,0 0-8-16,0 0 2 0,-3-4-12 0,3 4-4 0,0 0-7 15,0 0-5-15,-6-2-19 0,6 2-22 0,0 0-12 16,0 0-18-16,0 0-10 0,0 0-5 0,0 0-15 16,0 0-12-16,0 0-29 0,0 0-68 0,0 0 0 15,0 0 0-15,0 0 0 0,0 0 0 0,0 0 0 16,0 0 0-16,-2 6 0 0,2-6 0 0,-2 3 0 15,2-3 0-15,0 0 0 0,-1 5 0 0,1-5 0 16,0 0 0-16,0 0 0 0,0 4 0 0,0-4 0 16,0 0 0-16,-4 2 0 0,4-2 0 0,0 0 0 15,0 0 0-15,0 0 0 0,0 0 0 0,-2 2 0 16,2-2 0-16,0 0 0 0,0 0 0 0,0 0 0 16,0 0 0-16,0 0 0 0,0 0 0 0,0 0 0 15,0 0 0-15,0 0 0 0,0 0 0 0,0 0 0 16,0 0 0-16,-2-9 0 0,2 9 0 0,0 0 0 15,0-6 0-15,0 6 0 0,3-5 0 0,-2 3 0 16,3-2 0-16,-4 4 0 0,1-4 0 0,2 2 0 16,3 0 0-16,-6 2 0 0,4-5 0 0,1 4 0 15,-1-2 0-15,0 2 0 0,-4 1 0 0,9-2 0 0,-3 2 0 16,-6 0 0-16,13 1 0 0,-8 0 0 16,4 2 0-16,-4-1 0 0,0 1 0 0,2 1 0 15,-1 1 0-15,-2-3 0 0,4 7 0 0,-3-2 0 0,-4 0 0 16,3-2 0-16,-3 2 0 0,-1 0 0 0,3 1 0 15,-6-2 0-15,2 2 0 0,-3-3 0 0,0 5 0 16,-1-4 0-16,-4 0 0 0,0 5 0 0,0-6 0 16,-2 1 0-16,-2 0 0 0,-1-1 0 0,5-2 0 15,-3 1 0-15,2-1 0 0,3-2 0 0,0 0 0 16,1-1 0-16,1 1 0 0,5-1 0 0,-10 0 0 16,10 0 0-16,-8-2 0 0,8 2-2 0,-7-6-7 15,6 3-8-15,0 0 17 0,-2-1-7 0,3 4-1 16,0-10 0-16,0 7-6 0,1-1 13 0,-1-2-4 15,0 0-3-15,0 6 2 0,3-5 5 0,-4 2-3 16,1 3 1-16,0-7-3 0,0 7 1 0,1-6 1 16,-1 6 5-16,3-1-7 0,-3 1 1 0,0 0 2 15,0 0-3-15,0 0-3 0,0 0 7 0,1-4-6 16,-1 4-3-16,0 0-1 0,0 0 4 0,0 0 1 16,0 0 2-16,0 0-1 0,4 11-1 0,-3-7 4 15,-1-4-1-15,1 5 0 0,-1-2-4 0,0-3 3 16,2 7-2-16,-1-5-3 0,0 2-4 0,2-2-11 15,-3-2-10-15,1 5-6 0,-1-5-1 0,3 4-9 0,-3-4-1 16,3 2 8-16,-3-2 2 0,8 3 3 0,-3-3 5 16,-1 2 6-16,-4-2 1 0,15-1 3 15,-8 0-3-15,-1-1 10 0,3-1 6 0,-1-1 1 0,2 2 0 16,-4-3 1-16,2 1 1 0,1-1 5 0,-4 1 10 16,4 1 8-16,-4-1 6 0,-1 0 6 0,2 0 4 15,-2 1 6-15,0 2 5 0,0-3 8 0,-3 2 1 16,3-1-5-16,-4 3 14 0,6-1-1 0,-6 1-7 15,3-2 1-15,-3 2-10 0,0 0-1 0,5-3-11 16,-5 3 5-16,0 0-19 0,0 0-6 0,0 0 6 16,0 0 6-16,5 6-13 0,-4-3 2 0,1 1 3 15,-1-2-3-15,0 4-3 0,2 1-2 0,-1-2-7 0,2-1 0 16,0 4 0-16,1-3 0 0,3 3 0 16,-2-2 0-16,3 1 0 0,1-1 0 0,1-1 0 0,0-1 0 15,3 1 0-15,-5 0 0 0,1 1 0 16,3-2 0-16,-4-1 0 0,-4-1 0 0,4 1-1 15,-4-2-56-15,-1 0-13 0,1 1-17 0,-5-2-25 16,8 2-20-16,-8-2-46 0,4 1-60 0,-4-1-88 0,0 0-81 16,0 0-97-16,0 0-85 0,-12-8-326 0,7 4-992 15,0 1 439-15</inkml:trace>
  <inkml:trace contextRef="#ctx0" brushRef="#br0" timeOffset="142548.591">11013 7412 86 0,'0'0'282'0,"-5"-4"6"15,5 4 0-15,0 0 1 0,0 0-5 0,0 0 8 16,0 0 14-16,-5-1-7 0,5 1 1 0,0 0-4 16,0 0-6-16,0 0-3 0,0 0-6 0,0 0-6 15,0 0-10-15,0 0-8 0,0 0-6 0,0 0-9 16,0 0-5-16,0 0-18 0,0 0 6 0,0 0-2 15,0 0-1-15,0 0-5 0,0 0-5 0,0 0-3 16,18 5-11-16,-9-4-10 0,5-1-9 0,4 1-8 0,9 0-7 16,3 1-9-16,6-4-15 0,5 1-66 15,14 1-74-15,0 0 0 0,5-1 0 0,1-4 0 16,-2 3 0-16,4-4 0 0,-4-1 0 0,2 2 0 16,-10-2 0-16,-1 0 0 0,-15 3 0 0,-2-5 0 0,0 6 0 15,-6-1 0-15,-8 2 0 0,-5 1 0 0,-1-1 0 16,-3 0 0-16,-2 1 0 0,-1-2 0 15,-2 2 0-15,1 0 0 0,-6 1 0 0,7 0 0 0,-7 0 0 16,5-1 0-16,-5 1 0 0,0 0 0 0,0 0 0 16,0 0 0-16,0 0 0 0,0 0 0 15,0 0 0-15,0 0 0 0,0 0 0 0,0 0-6 0,0 0-459 16,-23 0-58-16,23 0-74 0,0 0-503 0,-6-2-1192 16,6 2 527-16</inkml:trace>
  <inkml:trace contextRef="#ctx0" brushRef="#br0" timeOffset="143392.6411">12795 7910 73 0,'0'0'325'0,"0"0"-2"0,0 0-1 0,0 0-23 0,0 0-11 16,-18-6-7-16,14 4 1 0,0-1 11 0,-5 0 1 15,4 0 5-15,0 2-4 0,-4-5-1 0,0 2-5 16,2-1 0-16,0 0-1 0,-2 0-10 0,-3-3-11 16,4 3-5-16,-1-4-1 0,-1 3-9 0,1-4-10 15,-3-4-1-15,1 1-8 0,2-3-12 0,-2 1-11 16,1 0-10-16,-1-9-16 0,-2 0 0 0,0 2-12 15,4-2-4-15,3-3-13 0,-3 0-28 0,4-1-127 16,1 4 0-16,0-4 0 0,0 0 0 0,3 4 0 16,1-1 0-16,0 1 0 0,1 4 0 0,2-1 0 15,-1 3 0-15,5-1 0 0,-2 1 0 0,1 0 0 0,3 2 0 16,-1 0 0-16,1 0 0 0,0 3 0 16,1 1 0-16,2 1 0 0,-2 3 0 0,0 2 0 15,-1 0 0-15,4 3 0 0,-2-1 0 0,1 3 0 16,-2 1 0-16,0 1 0 0,2 0 0 0,-6 2 0 0,4 1 0 15,-1 4 0-15,0-2 0 0,-1 3 0 16,-3-2 0-16,0 3 0 0,-1-2 0 0,2 2 0 16,-3 1 0-16,-2 0 0 0,-1 0 0 0,0-1 0 0,-4 3 0 15,-2-2 0-15,2 6 0 0,-10-2 0 0,1 0 0 16,0-3 0-16,-1 5 0 0,-9-4 0 0,-1-1 0 16,5 0 0-16,4-4 0 0,-4 2 0 15,3-2 0-15,1 1 0 0,3-4 0 0,2 1 0 0,1-3 0 16,1 0 0-16,2-1 0 0,2 0 0 0,-1 0 0 15,5-2 0-15,-7 2 0 0,7-2 0 0,0 0 0 16,-4 1 0-16,4-1 0 0,0 0-99 0,-2 4-318 16,2-4-56-16,9 6-61 0,0-5-53 0,-1 0-427 15,2 2-1098-15,8 0 486 0</inkml:trace>
  <inkml:trace contextRef="#ctx0" brushRef="#br0" timeOffset="144111.1912">12975 7781 298 0,'-1'-7'361'0,"1"2"-7"0,-3 2-3 16,3 3-3-16,0-8-13 0,-1 3-8 0,2 0 1 15,-1 2-9-15,0 3-13 0,0-7-16 0,0 2-16 16,3 0-16-16,-3 2-21 0,1 0-16 0,-1 3-16 16,1-10-18-16,2 6-17 0,-3 3-14 0,6-2-17 15,-6 0-16-15,4-2-11 0,1 2-12 0,-1 0-10 16,1 3-11-16,-5 0-6 0,8-2-10 0,-2 0-3 16,-6 2-7-16,9 0-8 0,-2-1-4 0,-7 1-5 15,12 1-3-15,-5-1-2 0,-1 3-4 0,1-2-6 0,-1 3 1 16,0 0 3-16,2 4-8 0,-4-3 4 0,1 1-2 15,-2 1-6-15,-1-1-1 0,-1 2 2 0,2-1 0 16,-3 0 0-16,0 2-4 0,-1 0 5 16,-3 0-4-16,-1 0 1 0,-3-1-1 0,1-1 1 0,-3 2 0 15,0-3-3-15,-1 0 0 0,-2 0 2 0,0-3 0 16,2 4-2-16,-1-5 2 0,2 1 1 16,-3 0 5-16,5-2-9 0,2 2 3 0,0-3 6 15,6 0-3-15,-12-4-2 0,7 1 10 0,1 0 3 0,2 0 7 16,0-1-1-16,0-2 0 0,3-1-3 0,0 0 0 15,3-2-3-15,-3 2 4 0,3-2-7 0,0 1 1 16,1 0-2-16,2 1-2 0,-1 1-1 0,-1 1-4 16,4 0 0-16,-4 1 0 0,3-1-2 0,-2 3-1 15,2-2 9-15,-3 1-14 0,5 2 1 0,-2 0 2 16,0 1-2-16,-2 1 10 0,4 0 3 0,-1 4 1 16,1-1 8-16,0 1 4 0,1 1-5 0,-2 2-7 15,1 0 6-15,-4 0 2 0,2 0-3 0,-1 1-5 16,1 0 4-16,-1 0-3 0,-1 0-1 0,-1 2-5 15,0-3 0-15,-1 4-7 0,3-6 1 0,-5 6 7 16,3-5-8-16,-1 0 0 0,0 2 4 0,0-3-7 16,-3 1 4-16,3-4-1 0,-3 3-2 0,7-1 0 15,-7 0 1-15,4-1-1 0,-2 0 0 0,-2-2 2 16,3 1 4-16,-4-3-9 0,4 5 1 0,-3-3 7 16,-1-2-7-16,0 0 0 0,0 0 4 0,5 1-8 0,-5-1-11 15,0 0-23-15,4 4-12 0,-4-4-31 16,0 0-43-16,0 0-49 0,0 0-53 0,0 0-58 15,-3-12-55-15,3 12-51 0,-3-7-62 0,-1 0-68 16,0 3-362-16,0 0-948 0,0-1 420 0</inkml:trace>
  <inkml:trace contextRef="#ctx0" brushRef="#br0" timeOffset="150035.7904">2204 8598 177 0,'0'0'318'0,"0"0"31"0,-4-3-1 0,3 0 10 15,1 3-7-15,-5-5-3 0,5 5 1 0,0-4 1 16,0 4-4-16,0-6-6 0,0 6-1 0,-4-2-15 16,4 2-6-16,-1-3-12 0,1 3-10 0,-4-3-21 15,4 3-12-15,0 0-10 0,0 0-13 0,0 0-18 16,0 0-15-16,0 0-12 0,0 0-12 0,0 0-23 0,-4-2-13 15,4 2-17-15,0 0-20 0,0 0-9 16,0 0-16-16,0 0-6 0,0 0-10 0,0 12-3 16,-1-5 22-16,-2 3 13 0,2 5-101 0,0 3 0 15,-2 2 0-15,-2-1 0 0,4 10 0 0,-3 0 0 0,0-1 0 16,0 1 0-16,3 1 0 0,-4-3 0 16,-2 2 0-16,-3-3 0 0,5 4 0 0,4-4 0 15,-7 2 0-15,3-9 0 0,1 5 0 0,3-3 0 16,-2-1 0-16,1-2 0 0,1-5 0 0,-1 3 0 0,2 1 0 15,2-7 0-15,-2 2 0 0,1-1 0 0,-1-2 0 16,0-2 0-16,1 0 0 0,-1-2 0 0,0 0 0 16,0 0 0-16,0 0 0 0,0-2 0 0,0-3 0 15,1 4 0-15,-1-4 0 0,0 0 0 0,0 0 0 16,0 0-423-16,8-13-208 0,-8 4-559 0,3-5-1289 16,-1-5 571-16</inkml:trace>
  <inkml:trace contextRef="#ctx0" brushRef="#br0" timeOffset="150614.7954">1980 8642 75 0,'3'-11'307'0,"2"-1"-8"15,3-3-6-15,2 3-6 0,3-3-11 0,0 2-7 16,2 2 3-16,3-2 0 0,6-2-14 0,-5-3-5 16,0 8-8-16,3 3-15 0,4-5-2 0,-1-1-13 15,2 7-10-15,-1-3-11 0,-5 5-9 0,7-6-13 16,-2 0-10-16,1 9-12 0,-8 1-8 0,10 2-8 16,-8 0-10-16,-2 0-9 0,-2 3-6 0,1 2-4 15,-4-2-4-15,1 1-10 0,-2 3-4 0,-3-1-7 16,-1 2-6-16,-3 1 2 0,-1 5 2 0,2-2-4 15,-6 3-1-15,-1 0 7 0,-5-1-6 0,-3 4 4 16,-4 3 0-16,-4 0-5 0,-7 2 3 0,0-1-15 16,-5-1 4-16,-12 7-8 0,10-12-1 0,-1 0-8 15,6-2 0-15,-1-5-6 0,2 1 5 0,3-7 4 16,3 1 3-16,6-2 2 0,0-1 12 0,1 0 2 16,2-1 7-16,2-2 4 0,0 2-1 0,-1-2-2 15,8 0 1-15,-9-1-12 0,9 1-5 0,0 0-6 16,-9-1-7-16,9 1-10 0,0 0-8 0,-3-2-31 15,3 2 0-15,0 0 0 0,0 0 0 0,0 0 0 16,0 0 0-16,0 0 0 0,21 6 0 0,-11-2 0 16,-1 1 0-16,0 2 0 0,1 2 0 0,6 0 0 0,-4 4 0 15,4-3 0-15,-3 4 0 0,0-2 0 0,-2 0 0 16,-1 1 0-16,3 1 0 0,-3-1 0 0,0 2 0 16,-1-1 0-16,-1-4 0 0,-3-1 0 15,0 1 0-15,-1-2 0 0,2 1 0 0,-3-3 0 0,-1-1 0 16,1 0 0-16,1 2 0 0,-3-5 0 0,3 2-63 15,-4-1-92-15,0-3-27 0,0 0-49 0,13 0-82 16,-13 0-70-16,10-6-70 0,-1 2-62 0,4-5-68 16,-4 1-303-16,5-2-960 0,1-5 426 15</inkml:trace>
  <inkml:trace contextRef="#ctx0" brushRef="#br0" timeOffset="151052.7334">2558 8945 354 0,'0'0'415'0,"0"0"4"0,0 0 1 0,0 0-13 16,0 0-18-16,0 0-35 0,0 0-23 0,0 0-23 15,0 0-22-15,0 0-20 0,0 0-21 0,0 0-25 16,0 0-16-16,0 0-19 0,0 0-16 0,0 0-14 16,0 0-11-16,0 0-9 0,0 0-16 0,0 0-5 15,0 0-15-15,5 5 0 0,-5-5-12 0,14-3-1 16,-6 3-5-16,1-2-6 0,4-1 4 0,-3-1 2 15,-1-1 1-15,1-1-1 0,-1 1 3 0,1-1 10 16,-2 1-2-16,-2 1-2 0,-2-2-1 0,0 2-8 16,-2-1-5-16,0 1-9 0,-2-1-7 0,-2-1-7 15,1 3-8-15,-4 0-6 0,-1-1-5 0,-2 1-1 16,0 1-3-16,-1 1 0 0,-2 0-3 0,1 2-2 16,-2 1-3-16,-2 4 6 0,1-3-8 0,2 5-6 15,-2 1 0-15,0 1 3 0,3 1-3 0,1 1-10 16,-4 0 6-16,4 1 7 0,3-2-12 0,2 0 9 15,0 1-9-15,3 0-1 0,-2-2 1 0,5 0 3 16,-1-1-6-16,2 0-7 0,-1 0-3 0,5-2-17 16,-1 1 9-16,4-3-9 0,0 0-15 0,3-4-13 15,1 2-15-15,5-1-20 0,1-1-19 0,0-1-31 16,-3-3-28-16,3 0-30 0,-1-3-38 0,-3 2-43 16,4-2-45-16,-6-2-51 0,0 3-58 0,-1-5-57 15,-4 4-293-15,2-2-844 0,-3-1 373 0</inkml:trace>
  <inkml:trace contextRef="#ctx0" brushRef="#br0" timeOffset="151349.5651">2820 8914 452 0,'3'-3'482'16,"-3"3"27"-16,2-3 18 0,-2 3 6 0,0-5 0 15,3 1-8-15,-3 4-16 0,0-5-7 0,0 5-23 16,0 0-17-16,0 0-28 0,0 0-28 0,0-4-33 15,0 4-38-15,0 0-37 0,0 0-35 0,0 0-28 16,0 0-23-16,0 0-90 0,-3 13-122 0,3-2 0 16,0 0 0-16,-1-1 0 0,2 7 0 0,-1-1 0 15,0 2 0-15,0 2 0 0,-1 5 0 0,0 0 0 16,-2 0 0-16,3-6 0 0,-5 6 0 0,4 3 0 16,-3-9 0-16,0 1 0 0,3 4 0 0,-3-7 0 0,0 0 0 15,3-2 0-15,-2-1 0 0,2-4 0 16,1 1 0-16,0-1 0 0,0-3 0 0,-3-2 0 15,2 2 0-15,1-1 0 0,0-1-319 0,0-2-78 16,0 1-34-16,0-4-52 0,0 0-82 0,0 0-435 16,0 0-1082-16,0 0 478 0</inkml:trace>
  <inkml:trace contextRef="#ctx0" brushRef="#br0" timeOffset="151708.8254">2834 8992 16 0,'4'-9'465'0,"-1"1"-2"0,-1 0 7 0,2 3-12 16,1-6-25-16,-5 6-24 0,6-4-30 15,-3 0-31-15,2 5-35 0,0-3-38 0,-1 3-19 16,4-2-26-16,-3 2-22 0,2 1-15 0,0 1-23 0,4-2-22 16,-2 2-5-16,-1 2-11 0,2 0-15 0,0 1-8 15,2 1-14-15,-3 1-4 0,1 0-8 16,-1 3-9-16,0-3-6 0,1 2-9 0,-1 1-7 15,-5 0 3-15,1 1-7 0,3 1-2 0,-6-1-7 0,1-2-3 16,-6 6 4-16,2-4 9 0,-4 3-5 0,-1 1-1 16,-6-1 2-16,-6 4-5 0,4-2 1 0,-11 2-9 15,0 0-3-15,9-5-3 0,-11 0-1 0,9-2-2 16,0-1-1-16,7-2 0 0,-1-1 0 0,3-3-1 16,0 2-12-16,0-2-7 0,4 0-35 0,5 0-46 15,-4-7-37-15,7 1-50 0,2-2-57 16,3-1-76-16,3 2-60 0,6-1-71 0,2-2-73 15,-1-1-299-15,1 2-868 0,6-5 385 0</inkml:trace>
  <inkml:trace contextRef="#ctx0" brushRef="#br0" timeOffset="152164.2863">3224 8824 99 0,'4'-11'484'0,"-2"-6"21"0,2 0 10 15,-1 2-4-15,-2-1 6 0,-1 3-12 0,0-1 0 16,1 3-13-16,2 0-13 0,-3 1-10 0,0 0-18 16,0 5-20-16,0-2-31 0,-3 3-32 0,2-1-35 15,1 0-35-15,1 2-33 0,-1 3-30 0,0 0-27 16,0 0-87-16,0 0-121 0,0 0 0 0,0 0 0 16,0 0 0-16,0 15 0 0,3-2 0 0,-3-1 0 15,1 4 0-15,-2 0 0 0,1 1 0 0,0 1 0 16,0-3 0-16,-3 5 0 0,3-2 0 0,0 2 0 0,-1-4 0 15,0 2 0-15,-2-2 0 0,3 2 0 16,0 0 0-16,0-1 0 0,-4-1 0 0,3-2 0 16,1-2 0-16,0 0 0 0,0 0 0 0,-1-1 0 15,1-2 0-15,0 2 0 0,1-2 0 0,-1-5 0 0,0 2 0 16,0-2 0-16,4 0 0 0,-3-1 0 0,-1 0 0 16,0-3 0-16,4 3 0 0,-4-3 0 0,5 1 0 15,3-1 0-15,-3 1 0 0,-5-1 0 0,14-2 0 16,-5-1 0-16,2 0 0 0,-2-1 0 0,2 1 0 15,-1-1 0-15,0 0 0 0,-2 2 0 0,0 1 0 16,2-3 0-16,-1 0 0 0,-3 1 0 0,1 1 0 16,-1 0 0-16,-3 1 0 0,-3 1 0 0,8-1 0 15,-4 0 0-15,1-1 0 0,-5 2 0 0,5-1 0 16,-5 1 0-16,0 0-61 0,4-3-409 0,-4 3-60 16,0 0-91-16,0 0-465 0,0 0-1175 0,-4-10 521 15</inkml:trace>
  <inkml:trace contextRef="#ctx0" brushRef="#br0" timeOffset="152651.3841">3528 8916 2 0,'3'-1'392'0,"-1"-4"-4"0,-1 2-4 15,2-1-5-15,0 0-20 0,-1 0-24 0,-1 1-15 16,-1 3-23-16,2-5-13 0,0 1-18 0,-2 4-16 15,3-4-17-15,-1 1-21 0,-2 3-15 0,2-4-24 16,-2 4-15-16,5-1-20 0,-5 1-13 0,5-2-16 16,-5 2-10-16,0 0-12 0,11 2-8 0,-11-2-7 15,9 4-7-15,-4-2-12 0,-1 2-2 0,-1-2-4 16,-1 4-7-16,2-2-1 0,0 2-4 0,-4 1-5 16,0 0-2-16,0-1-1 0,0 2-3 0,-5 0 5 15,-2 3-5-15,0-3-2 0,-3 2-3 0,1-3 2 0,-9 3-3 16,6-3-1-16,1-1-1 0,-1-1-2 15,2-1 3-15,4 0-5 0,-2-1 5 0,2-3 1 16,1 1 0-16,5-1-3 0,-11-3 6 0,11 3 7 16,-6-7-6-16,5 3-1 0,1-1-1 0,1-2 1 15,3 1-3-15,-2-3 1 0,5 1-4 0,-2-2 2 0,3 3-3 16,-1-1 1-16,-3 2 1 0,4 1-1 16,-3 0-1-16,0 0-1 0,1 2 1 0,1 1-6 15,-1 1 1-15,-1-2-3 0,0 3-3 0,-5 0 1 16,15 3-1-16,-8-3 0 0,-2 4 1 0,3-1-4 0,1 4 4 15,-2-2 1-15,1 0 0 0,-3 3-6 0,4-1-4 16,-4 1-14-16,4 0-21 0,-4-1-18 0,3 3-25 16,-3-5-27-16,1 1-38 0,2 1-36 0,0-1-41 15,1 1-48-15,-3-1-53 0,6-3-75 0,-1-3-356 16,-5 2-819-16,5-4 363 0</inkml:trace>
  <inkml:trace contextRef="#ctx0" brushRef="#br0" timeOffset="153166.8688">3904 8879 254 0,'5'-5'387'0,"-3"0"0"0,1 1 17 15,1 0-1-15,-4 0-3 0,3 1-11 0,-3-1-4 16,0 4-13-16,1-5-17 0,-1 5-33 0,0-3-27 16,0 3-30-16,0 0-26 0,0 0-20 0,-11-2-19 15,11 2-16-15,-11 6-21 0,5-3-17 0,-2 2-16 16,0 2-13-16,3 1-14 0,-5-2-7 0,5 6-9 15,-3-4-6-15,3 5-13 0,-1-3-3 0,-2 1-10 16,2 0-5-16,-1 3 0 0,2-1-10 0,1-1-4 16,2-3 1-16,-3 3-15 0,2-5-6 0,2-1 12 15,0 2-5-15,1-3 2 0,1 0-4 0,0-1 0 16,4 1-1-16,0-2 3 0,-1 2-2 0,5-1-3 16,5-3-1-16,-5 1-5 0,1-2 5 0,3-2-1 15,0-2-2-15,0 2-4 0,-2-3 0 0,6 0 2 16,-6-2-1-16,2 2 0 0,-3-2 11 0,3 2 3 15,-3-2 11-15,2 0 10 0,-3 1 8 0,-2-2 0 16,1 2 8-16,-3-1-3 0,0 3-3 0,-4 0 0 16,2-3 6-16,-2 3 0 0,-1 4 4 0,4-6-8 15,-4 2-4-15,0 4 7 0,4-6-1 0,-4 6-2 16,4-4-9-16,-4 4-10 0,0 0-39 0,0 0 0 16,5-4 0-16,-5 4 0 0,0 0 0 0,0 0 0 15,0 0 0-15,0 0 0 0,0 0 0 0,0 0 0 16,1 16 0-16,3-12 0 0,-4-4 0 0,-1 12 0 0,1-6 0 15,1-1 0-15,2 4 0 0,-5-3 0 16,4 1 0-16,-2 0 0 0,2-1 0 0,-2-1 0 16,0 0 0-16,1 0 0 0,2 0 0 0,-3-5-48 15,0 8-69-15,1-5-14 0,1 1-18 0,-2-4-12 0,0 0-21 16,6 2-39-16,-6-2-54 0,9-5-69 0,-3 0-39 16,-1 0-51-16,3-6-61 0,-4 3-381 15,1-3-948-15,0-5 420 0</inkml:trace>
  <inkml:trace contextRef="#ctx0" brushRef="#br0" timeOffset="153338.7016">4134 8784 223 0,'0'-6'382'0,"0"6"21"0,0-6 13 16,0 6-1-16,0-3-9 0,0 3-19 16,2-4-36-16,-2 4-32 0,0 0-32 0,0 0-30 15,0 0-32-15,0 0-34 0,0 0-38 0,0 0-48 0,0 0-58 16,0 0-76-16,-10 7-70 0,10-1-65 0,-1 0-74 15,2-1-76-15,2 5-307 0,-2-5-672 16,2 4 297-16</inkml:trace>
  <inkml:trace contextRef="#ctx0" brushRef="#br0" timeOffset="153776.1265">4241 8946 176 0,'0'0'370'0,"0"0"23"0,0 0 11 0,4-6-2 16,-4 6 7-16,3-5 0 0,-1 3-1 15,-2 2-5-15,0-5-15 0,0 5-17 0,0-6-8 0,0 6-23 16,1-3-18-16,-1 3-24 0,0 0-30 0,0-4-19 16,0 4-34-16,0 0-18 0,0 0-30 0,0 0-11 15,0 0-16-15,0 0-14 0,0 0-19 16,0 0-12-16,4 12-3 0,-4-7-13 0,2 1-9 0,0 1-8 16,-2-2-1-16,0 2-10 0,0 0-14 0,0-3 2 15,0 3-19-15,1-2-13 0,-1-2-29 0,3 0-10 16,-3 1 2-16,0-4-12 0,0 7 1 15,0-7-2-15,4 3 3 0,-4-3-7 0,1 3 15 0,-1-3-1 16,0 0 6-16,0 0 2 0,9-8 3 0,-6 3 2 16,3 0 1-16,-1-1 3 0,-1-2 0 0,2 1 5 15,2-1 2-15,-3 4-1 0,-1-1 10 0,1 0 15 16,0 0 4-16,0 0 12 0,-2 1-1 0,1 2-4 16,-2-2 1-16,-2 4-3 0,4-4-7 0,0 2-3 15,-4 2 0-15,4-2-3 0,-4 2 3 0,0 0-6 16,0 0 1-16,6 5-3 0,-2 0 0 0,0-2-3 15,-3 1 8-15,2 0-16 0,-1 0-17 0,-1 0-24 16,1 0-25-16,0 1-28 0,1 0-31 0,-1 1-30 16,2-4-27-16,4 2-38 0,-3 2-46 0,1-4-40 15,2 2-38-15,1-3-34 0,0 0-42 0,2-1-38 16,-2-1-254-16,2-2-775 0,0-4 344 0</inkml:trace>
  <inkml:trace contextRef="#ctx0" brushRef="#br0" timeOffset="154479.0597">4544 8892 75 0,'1'-4'299'0,"3"1"12"16,-1 0 10-16,-3 3 13 0,5-5 1 0,-4 3 6 15,3-1-12-15,-4 3-15 0,4-7-17 0,-2 6-22 16,-2 1-23-16,7-3-13 0,-4 2-12 0,-3 1-18 16,4-3-20-16,-4 3-18 0,0 0-20 0,6-3-15 15,-6 3-14-15,0 0-18 0,0 0-5 0,12 3-10 16,-5-2-4-16,-5 2-3 0,2 0-4 0,-1 2-10 15,0-2-6-15,0 2-3 0,1 0-3 0,-1 2-11 16,-1-2-3-16,1 2-3 0,-1-1-4 0,-2 0-1 16,-2-1-4-16,0 2 0 0,-1 0 0 0,-1-1-5 15,-2-1-4-15,-3-1 2 0,2 1 0 0,-2 0-2 16,3-1 0-16,-6-1-4 0,3-2 1 0,0 2-1 16,0-2 0-16,2-1 3 0,-1 0 8 0,8 0 7 15,-9-2 9-15,4 0 3 0,-2 0-1 0,5-4-3 16,-1 2 2-16,2-2-1 0,1-1 4 0,0 0-6 15,0-1-5-15,4 0-1 0,1 2-6 0,-4-1-2 16,4 1-4-16,2 0-4 0,-2 2 2 0,0-1-2 16,1 1 1-16,1 0-5 0,-1 1 0 0,-2 3-4 15,5-1 2-15,-2 1 6 0,0 1 4 0,2 6 0 16,2 1 1-16,-2-1 5 0,-1 3-1 0,1 4 0 16,1 2 3-16,-5 1 2 0,3 1-5 0,-2 7 0 15,2 2 12-15,-4-3 5 0,1 0-13 0,-4 4 10 16,1 0-7-16,-4 0-5 0,-2-1 2 0,-1 1 0 15,-1-1-4-15,-2 3-2 0,-1-6-2 0,-3 4-7 16,-1-3 8-16,0-1-12 0,-1-1 2 0,8-4 5 0,-6-3-10 16,1 0 1-16,-1-1 2 0,3-2-8 15,4-3 4-15,-3-1 3 0,6-4-14 0,-2 2 12 16,0-4 9-16,3 1-6 0,-2-2 3 0,-3 0-1 16,6-2-6-16,0 0-5 0,-12-3 11 0,9-1-3 15,0-2-6-15,-4 1 3 0,4-3-3 0,-1-4-2 0,-2 5-1 16,3-5 7-16,-1-4-9 0,4 4 1 15,-4-1-1-15,4-3 2 0,4 1-11 0,-4-1 13 16,4-2 8-16,5 3-3 0,1-1 5 0,3-1-1 16,6-2 6-16,-1 0 6 0,5 1 2 0,0-3 3 0,4 6-5 15,-5-3 3-15,2 4-14 0,0 3-16 0,0 0 0 16,-7 3 0-16,1-1 0 0,-4 3 0 0,-4-2 0 16,3 4 0-16,-4 1 0 0,0 0 0 15,-4 1 0-15,3-1 0 0,-8 3 0 0,7-4-81 16,-7 4-83-16,7-2-42 0,-7 2-31 0,0 0-66 0,0 0-53 15,5 7-61-15,-5-7-86 0,0 0-82 0,0 0-306 16,0 0-963-16,0 0 426 0</inkml:trace>
  <inkml:trace contextRef="#ctx0" brushRef="#br0" timeOffset="155120.064">5731 8760 222 0,'-1'-6'436'0,"0"-1"9"0,2 0 11 0,-1-1 7 15,-1-2 4-15,1 2 2 0,1 2 3 0,-1-2-23 16,1 0-5-16,-1 1-12 0,2 0-13 0,-2 0-16 16,0 1-13-16,0 4-17 0,1-3-27 0,0 1-21 0,-1 4-31 15,2-3-27-15,-2 3-32 0,2-4-29 16,-2 4-28-16,0 0-178 0,0 0 0 0,1 16 0 15,-2-7 0-15,1 4 0 0,0 2 0 0,1 2 0 0,-2 1 0 16,2 3 0-16,-2 2 0 0,0 2 0 16,1 2 0-16,1-2 0 0,-2-1 0 0,-2-5 0 15,1 8 0-15,-1-7 0 0,-1 4 0 0,2-6 0 0,-2 1 0 16,1-2 0-16,1-2 0 0,-2-4 0 0,3 0 0 16,-2-3 0-16,1 0 0 0,2-1 0 0,-2-1 0 15,1-1 0-15,1 0 0 0,-1-2 0 0,1-3 0 16,0 7 0-16,0-7 0 0,-2 4 0 0,2-4 0 15,0 0 0-15,0 0-289 0,0 0-136 0,0 0-29 16,0 0-42-16,0-17-48 0,0 9-40 0,-1-2-317 16,0 3-974-16,1-2 431 0</inkml:trace>
  <inkml:trace contextRef="#ctx0" brushRef="#br0" timeOffset="155729.4773">5615 8971 229 0,'-5'-1'305'0,"0"0"23"0,5 1 30 0,-7-1 31 0,7 1 31 15,-6-3 28-15,6 3 16 0,0 0 2 16,-5-2-8-16,5 2-10 0,0 0-20 0,0-6-27 16,0 6-29-16,0 0-30 0,5-7-34 0,-5 4-32 0,5-1-30 15,0 0-27-15,4-1-17 0,4 0-26 0,0 1-15 16,6-2-18-16,-2 1-16 0,2 1-14 16,-1 0-29-16,7-4-34 0,-2 2-35 0,4-1-22 0,-8 2-14 15,3-1-12-15,6 1-12 0,-2-4-9 0,-6 2-3 16,-1 0 0-16,0 0-4 0,-3 1 4 0,2 0 7 15,-8-1 5-15,1 2 4 0,-2 3 13 16,-1-1-5-16,-2-3 6 0,-2 3 17 0,2-1 14 0,-2 2 12 16,-1-4 16-16,-2 2 19 0,2 0 5 0,-3-1 13 15,1-1 22-15,-2 0-9 0,-2 2 17 0,2-3 4 16,-3 1 13-16,1 1 3 0,2 1-116 0,-4-2-3 16,4 4 0-16,-3-2 0 0,4 4 0 0,-2-4 0 15,2 4 0-15,0 0 0 0,0 0 0 0,0 0 0 16,-6 13 0-16,5-6 0 0,2 2 0 0,-2 4 0 15,1 1 0-15,0 4 0 0,0-2 0 0,0 3 0 16,0-1 0-16,0-2 0 0,-2 4 0 0,0-1 0 16,1 1 0-16,1-4 0 0,-3 1 0 0,2-3 0 15,1 0 0-15,0-5 0 0,0 0 0 0,0-1 0 16,0-3 0-16,0 0 0 0,0-1 0 0,0 0 0 16,0-4 0-16,7 0 0 0,-7 0 0 0,9-7 0 15,2 2 0-15,-5-4 0 0,3 0 0 0,2-2 0 16,-4 2 0-16,5-5 0 0,-3 5 0 0,1 0 0 15,-1 2 0-15,-4 0 0 0,3 2 0 0,-2-1 0 0,-2 0 0 16,1 3 0-16,-4 0 0 0,3 1 0 16,-1 0 0-16,-3 2 0 0,6-2 0 0,-6 2 0 15,0 0 0-15,10 6 0 0,-6-3 0 0,-1 0 0 0,0 0 0 16,1 3 0-16,-1 0 0 0,1 0 0 0,-2 0 0 16,3 0 0-16,0-1 0 0,-1 4 0 0,1-5 0 15,3 4-112-15,0-1-95 0,-2-4-40 16,3 4-48-16,-4-4-43 0,5 1-38 0,-1 0-35 0,3-3-46 15,-2-1-48-15,-2-1-370 0,2-1-945 0,-1-2 418 16</inkml:trace>
  <inkml:trace contextRef="#ctx0" brushRef="#br0" timeOffset="156151.2592">6378 8926 213 0,'0'0'300'0,"0"0"13"0,4-4 17 15,-4 4 14-15,0 0 18 0,2-4 4 0,-2 4-3 16,2-3-13-16,-2 3-14 0,0 0-7 0,0 0-17 15,0 0-20-15,1-4-17 0,-1 4-24 0,0 0-26 16,0 0-22-16,0 0-24 0,0 0-11 0,0 0-28 16,0 0-15-16,0 0-9 0,0 0-11 0,0 0-9 15,0 0-15-15,0 0-3 0,5 10-9 0,-5-10-4 16,5 4-6-16,-1-1-3 0,1-2-3 0,0 2-6 16,3-3 0-16,3 1-8 0,1-1-3 0,-1-2-3 15,6-1 0-15,-3 1-5 0,0-3 2 0,-1-2-6 16,1 1 1-16,0-4-2 0,-3 4-7 0,0-1 2 15,-1 1 0-15,-2-1 6 0,-1 2 2 0,-2-1-5 16,-1 1-3-16,-1 0 0 0,-3-1-1 0,0 1-2 16,-3 1-3-16,-3 1 6 0,-1 1-11 0,1-1-5 15,-5 3 10-15,-1 0-3 0,1 2 3 0,-2 1-2 16,3 2 2-16,-4 0 0 0,-2 5-5 0,1 1-1 16,-2 2-1-16,5 2 1 0,-1-3-2 0,4 2 4 15,-4 1 7-15,4-1-11 0,4-3-2 0,2 1 3 16,2 0-3-16,0-1 5 0,2-1-8 0,3 0 8 15,2-1-2-15,2-1 1 0,2 0 2 0,8-2-5 16,1 0-6-16,8 0-14 0,-4-4-3 0,7 0-18 16,0-7-17-16,2 3-21 0,0-4-28 0,-5 1-34 15,1-2-43-15,-1-2-59 0,-8 4-59 0,-5 0-68 16,-1 0-79-16,0-2-443 0,-4 1-963 0,-5 1 427 16</inkml:trace>
  <inkml:trace contextRef="#ctx0" brushRef="#br0" timeOffset="156886.8326">7829 8796 121 0,'0'0'404'0,"-3"-7"11"16,3 7 5-16,0-5 6 0,0 5-1 0,-3-6-4 15,2 4-4-15,1 2-14 0,0-5-12 0,0 5-12 0,-2-5-12 16,-1 2-12-16,3 3-31 0,0 0-26 16,0-3-26-16,0 3-26 0,0 0-34 0,0 0-13 0,-9 0-28 15,9 0-23-15,-14 9-3 0,5-3-17 0,-1 2-16 16,1 1-6-16,-4 3-13 0,-1 2-12 0,0 1-10 16,-1 0-4-16,2 0-6 0,-1-1-5 0,2 2-5 15,1-2-23-15,3-5-20 0,2 1-1 16,-1-1-8-16,6-1-5 0,-1-1 9 0,-1 0-6 0,6-1-2 15,2 0 9-15,-1 2-5 0,2-2-5 0,4-2-2 16,-1 3-1-16,4-2 6 0,3 0 0 0,-3 1 0 16,5-2 5-16,-4 3-3 0,-1-3-1 0,0 1 0 15,-2 0-4-15,-2 0 2 0,-1-1 0 0,2 1-1 16,-2-1 2-16,-3 0-2 0,-1-1 8 0,-3 3 0 16,3-1-5-16,-4 0 0 0,-4 0 5 0,3 1-8 15,-7 1 10-15,-1 0-2 0,-2 0 3 0,-9 2 0 16,1 1-1-16,0-2-3 0,-1-1 2 0,0-2-5 15,0 1-21-15,3-1-20 0,0-1-17 0,4-1-10 16,1-1-12-16,5-2-20 0,-1 0-51 0,8 0-65 16,-5-3-67-16,5 3-53 0,5-9-55 0,0 5-49 15,12-8-34-15,-2 6-37 0,1-3-256 0,3 0-831 16,6-4 369-16</inkml:trace>
  <inkml:trace contextRef="#ctx0" brushRef="#br0" timeOffset="157935.0242">7997 9019 306 0,'0'0'345'0,"3"-3"0"0,-2-1 13 0,-1 4-19 15,5-6 1-15,-5 3-11 0,3-1-6 0,-3 4-14 16,1-5-10-16,2 1-15 0,-2 0-19 0,-1 4-18 16,1-4-22-16,2 1-21 0,-3 3-21 0,4-4-19 15,1 0-17-15,-5 4-20 0,6-3-12 0,-1 3-13 16,-5 0-12-16,0 0-6 0,13 1-11 0,-6 0-6 15,-1 1-10-15,-1 2-4 0,1-1-9 0,-1-1-2 16,0 2-6-16,-1-2-1 0,-1 4-6 0,-1-2-1 16,0 0-4-16,-2 1 2 0,-2 1-4 0,0 0-1 15,-3-2 0-15,-3 4-4 0,-1 0-4 0,0-3-16 16,-2 1-11-16,-3 3-4 0,-3-2-9 0,4-4-1 16,-5 4-3-16,6-1 3 0,1-4 5 0,-1 0 3 15,3 1 2-15,2-3 4 0,-3 0 7 0,4 0 6 16,0-3 10-16,6 3 8 0,-6-4 5 0,3-1 2 15,2 0 1-15,1-2 4 0,3 1 0 0,1-3-2 16,1 3 4-16,1-2 4 0,2-1-3 0,-1 1 0 16,1 0-2-16,1 1 4 0,-1 1-4 0,2 1-1 15,-4-1-7-15,2 3-2 0,2 1-3 0,-2 0-2 0,1 2 2 16,1 0-1-16,-2 2-2 0,1 2 2 16,0-2 1-16,-1 5-2 0,-1-1 2 0,-1-2-4 15,1 4 1-15,-2 1-6 0,1-1 1 0,-2 2 3 0,1-2-3 16,-2 2-1-16,1-4-1 0,-3 0 0 0,0 2-6 15,2 2-9-15,-3-5-11 0,1 0-6 0,-1 0-8 16,1-1-1-16,-1 2 2 0,2-3 2 0,-2-3 11 16,3 2 4-16,-3-2 2 0,0 0-5 0,0 0 9 15,9-5 1-15,-6-1 13 0,3-1 4 0,-1 1 9 16,-1-3 4-16,5 2 3 0,-2-1 6 0,-1-1 5 16,0 2 9-16,4-2-2 0,-3 2 2 0,-1-1 4 15,2 1 6-15,-2 1-3 0,1 0 2 0,-2 2-3 16,0 1-3-16,0 0-6 0,3 0-8 0,-3 0-5 15,0 3-2-15,0-1-1 0,-5 1-3 0,12 2-5 16,-5 0-3-16,0 2-1 0,-1-1 6 0,-1 1-3 16,0 1 0-16,2 1-6 0,-4-1 0 0,1 1-2 15,0 1-7-15,-1-2-16 0,-2 2-8 0,0 0-9 16,2-2-10-16,-3 0-10 0,1 1-6 0,2 0-10 16,-3-2-4-16,1-1-3 0,2 1 3 0,-3-4 3 15,0 6 7-15,2-4 8 0,-2-2 9 0,0 0 6 16,0 0 1-16,0 0 10 0,0 0 0 0,10-9 2 15,-3 4 9-15,-3-1 13 0,3-2 6 0,3 0 10 16,-2 0 5-16,-3-1-1 0,3 3 9 0,2-2 5 0,-4-1 5 16,5 2 0-16,-5 1 2 0,3-1 3 15,-5 3 2-15,1 0 4 0,0-1-13 0,-1 2 1 16,2 0-4-16,1 2-1 0,-7 1-9 0,9 0-4 16,-9 0-1-16,9 4-1 0,-4-2 0 0,-2 4 0 0,1-1-5 15,0 0 2-15,0 2-3 0,0-1 5 16,0 2-11-16,0 0 8 0,-1 2-8 0,0-3-11 15,-1 1 0-15,1-2-10 0,0 0-8 0,-3 0-2 16,2-2-6-16,-1 0 1 0,1 0 2 0,-2-1 8 0,0-3 3 16,2 4 6-16,-2-4 3 0,0 0 3 0,0 0 0 15,0 0 2-15,12-11 8 0,-10 7 4 0,2 0 7 16,1-2 5-16,0 1 2 0,1-3 4 16,-1 0 2-16,-3 2 10 0,4 1-3 0,0-2 6 0,-2 1 1 15,-1 1 1-15,0 0-2 0,0 1 4 0,-1 0-8 16,2 1 0-16,-2 0-1 0,2 1-5 0,-4 2-5 15,1-4 0-15,-1 4-10 0,8 0 2 0,-8 0-4 16,0 0 2-16,9 3-6 0,-5 0 0 0,1 0 1 16,0 1-6-16,-1 1 2 0,1 0 1 0,-1 0-3 15,1 3 2-15,-1-1-17 0,1-2-26 0,-1 5-31 16,0-2-36-16,-3-2-40 0,4 0-56 0,-1 0-46 16,0 0-43-16,-2-1-56 0,1 1-53 0,4-4-71 15,0 0-375-15,1-4-913 0,-8 2 405 0</inkml:trace>
  <inkml:trace contextRef="#ctx0" brushRef="#br0" timeOffset="158341.806">8873 8993 47 0,'1'-6'346'0,"-1"6"12"0,0 0 5 0,4-2 4 16,-4 2 4-16,0 0-8 0,0-4-8 0,0 4-20 15,0 0-18-15,0 0-20 0,0 0-16 0,0-5-22 16,0 5-19-16,0 0-28 0,0 0-21 0,0 0-20 15,0 0-17-15,0 0-17 0,0 0-16 0,0 0-12 16,0 0-10-16,0 0-12 0,0 0-7 0,0 0-10 0,0 0-4 16,0 0-3-16,0 0-7 0,10 7-2 15,-10-7-3-15,5 4-3 0,-1-3-7 0,1 1 0 16,3 1-4-16,-3-3-1 0,-5 0-4 0,20-3-2 16,-12 1-5-16,5 1 0 0,-6-1-3 0,1-1 1 0,2 0 0 15,-3-4-3-15,-1 4 13 0,-2-1 4 16,1 0-1-16,-1-1-2 0,0 0-4 0,-2 1-2 15,-2 0-6-15,0 4-3 0,-2-6-1 0,-3 3-1 16,0 2 1-16,5 1-7 0,-12-2 0 0,5 2-3 0,-3 2 1 16,0 3-3-16,1 0-3 0,-3 1 3 0,1-1-2 15,1 4 2-15,0-2-4 0,1 3 2 16,1-4-1-16,-2 5-2 0,6-5 7 0,-1-1-14 16,4 0-10-16,-2 3-9 0,3-3-5 0,0 3-3 0,0-3-8 15,4-1-14-15,1 0-27 0,5 1-31 0,3-1-25 16,5 0-60-16,-1-3-35 0,3 4-41 0,-2-4-51 15,4-2-60-15,7-1-55 0,-10-2-295 0,9 1-794 16,-7 1 351-16</inkml:trace>
  <inkml:trace contextRef="#ctx0" brushRef="#br0" timeOffset="158529.4421">9262 9025 178 0,'3'2'463'16,"-3"-2"21"-16,0 0 27 0,0 0 21 0,5 3-5 15,-5-3-14-15,0 0-27 0,0 0-39 0,0 0-36 16,1 4-42-16,-1-4-38 0,0 0-20 0,-1 5-35 16,-1-1-20-16,0 1-28 0,1 2-23 0,-3-2-19 15,0 0-64-15,-2 2-78 0,-2 3-79 0,-3 1-93 16,-1-3-84-16,-2 6-126 0,-10 0-121 0,6-6-493 16,-1 4-1030-16,1-4 455 0</inkml:trace>
  <inkml:trace contextRef="#ctx0" brushRef="#br0" timeOffset="161736.482">3352 10269 197 0,'4'-11'302'0,"1"-1"-4"0,1 5 0 16,-5-1 1-16,2 0 2 0,3-3 0 0,-6 5 6 15,3-1 8-15,-1-2 12 0,1 5 2 0,-1-2 1 0,1 0-1 16,0 1-6-16,-2-1-4 0,2 3-3 0,-1-2 5 16,-1 0-12-16,3 1-24 0,-1 0-10 0,-1 1-6 15,-2 3-16-15,1-3-19 0,-1 3-10 0,0 0-17 16,3-5-17-16,-3 5-17 0,0 0-18 0,4-2-12 15,-4 2-22-15,0 0-14 0,0 0-73 0,0 0-34 16,0 0 0-16,5 13 0 0,-4-6 0 0,2 4 0 16,1 1 0-16,-2 3 0 0,3 5 0 0,0 4 0 15,-2-3 0-15,2-2 0 0,-1 6 0 0,0 0 0 16,-3-6 0-16,2 4 0 0,-3 4 0 0,1-7 0 16,-1-2 0-16,4 0 0 0,-8-2 0 0,8 1 0 15,-4-2 0-15,-4 2 0 0,8-5 0 0,-3-4 0 16,-1 4 0-16,0-6 0 0,0 2 0 0,0-3 0 15,1 0 0-15,-1 1 0 0,3-3 0 0,-3-3 0 16,1 4 0-16,-1-4 0 0,0 5 0 0,0-5 0 16,0 0 0-16,0 0 0 0,0 0 0 0,0 0 0 15,0 0 0-15,9-12 0 0,-5 6 0 0,-1-1 0 16,-1 2 0-16,3-4 0 0,-1-2 0 0,0 2 0 16,0-2 0-16,1 1 0 0,0 1 0 0,1 0 0 15,2 0 0-15,-3-2 0 0,0 2 0 0,4 0 0 16,-4 0 0-16,1-1 0 0,0 4 0 0,-4 1 0 15,3-4 0-15,1 4 0 0,-4 2 0 0,2 0 0 16,0 0 0-16,-1-1 0 0,-1 2 0 0,-2 2 0 16,6-2 0-16,-2-1 0 0,-4 3 0 0,9 0 0 15,-4 4 0-15,0-1 0 0,3 1 0 0,-2 2 0 16,2 0 0-16,1 0 0 0,-3 4 0 0,3-2 0 16,-1 2 0-16,2-1 0 0,-2 1 0 0,0 1 0 15,-1 0 0-15,2-4 0 0,-3 5 0 0,1-3 0 16,-1 0 0-16,2 1 0 0,-2-1 0 0,-1-2 0 15,1-1 0-15,-1 2 0 0,0-5 0 0,-2 1 0 16,0 0 0-16,1 0 0 0,-3 0 0 0,2-3 0 16,-3-1 0-16,4 2 0 0,-2 1 0 0,-2-3 0 15,0 0 0-15,5-6 0 0,-1 1 0 0,-1-2 0 0,0-2 0 16,1-3 0-16,0 1 0 0,1-5 0 16,-1-1 0-16,0-2 0 0,-3-6 0 0,6 0 0 0,-5-4 0 15,-1 0 0-15,2 0 0 0,0 0 0 0,-1 1 0 16,-2-1 0-16,1 2 0 0,-1 2 0 0,3 6 0 15,-3-2 0-15,0 3 0 0,1 3 0 0,2 3 0 16,-3-1 0-16,0 3 0 0,0 2 0 0,1 2 0 16,-1-1 0-16,1 4 0 0,-1 3 0 0,0-10 0 15,0 6 0-15,0 4 0 0,0 0 0 0,0-5 0 16,0 5 0-16,0 0 0 0,0 0 0 0,0 0 0 16,0 0 0-16,0 0 0 0,3 17 0 0,-3-10 0 15,1-1 0-15,3 1 0 0,-4 1 0 0,1 0 0 16,3-3 0-16,-3 5 0 0,2-3 0 0,2 0 0 15,0 2-57-15,3-3-561 0,1 1-82 0,-4-2-436 16,3-2-1231-16,1 0 544 0</inkml:trace>
  <inkml:trace contextRef="#ctx0" brushRef="#br0" timeOffset="162018.0185">4364 10352 210 0,'2'3'489'0,"-2"-3"0"16,0 0-2-16,0 3-11 0,0-3-20 0,0 0-24 15,0 0-36-15,0 0-9 0,0 0-17 0,0 0-24 16,0 0-16-16,0 0-18 0,0 0-30 0,0 0 0 16,0 0-26-16,0 0-28 0,0 0-28 0,0 0-20 15,11-5-16-15,-1 5-21 0,1-1-11 0,1 0-14 16,2-1-2-16,0 1-18 0,0 0-14 0,0 1-6 15,-1 0-14-15,-2-1-1 0,1 1-10 0,-6 0-25 16,3 0-43-16,-1 0-41 0,-8 0-59 0,6 1-69 16,-6-1-63-16,7 1-68 0,-7-1-81 0,0 0-85 15,-12 7-93-15,3-5-321 0,-1 1-969 0,-3-1 429 16</inkml:trace>
  <inkml:trace contextRef="#ctx0" brushRef="#br0" timeOffset="162315.0311">4359 10507 255 0,'0'0'401'0,"1"3"22"0,-1-3 2 16,0 5 13-16,0-5 0 0,3 3-8 0,-3-3-15 15,0 0-11-15,0 0-20 0,0 0-25 0,3 2-15 16,-3-2-26-16,7 3-18 0,-7-3-22 0,11 0-22 16,-2 0-12-16,2 0-7 0,-1 1-20 0,2-2-29 15,0 1 4-15,3 0-15 0,-2-2-8 0,0 2-11 16,1-2-10-16,-4 1-12 0,4-1-7 0,-1 2-13 15,-4-1-12-15,1 1-5 0,2-2-90 0,-7 1-9 16,0 1 0-16,2-1 0 0,-7 1 0 0,10 0 0 16,-10 0 0-16,6-1 0 0,-6 1 0 0,0 0 0 15,0 0 0-15,0 0 0 0,9-2 0 0,-9 2 0 16,0 0 0-16,0 0 0 0,0 0-182 0,0 0-76 16,0 0-53-16,0 0-57 0,0 0-62 0,0 0-60 0,-18 7-73 31,18-7-369-31,-14-2-1009 0,14 2 447 0</inkml:trace>
  <inkml:trace contextRef="#ctx0" brushRef="#br0" timeOffset="164833.8301">5710 10179 89 0,'0'0'274'0,"0"0"-6"15,0 0-10-15,0 0-11 0,-7-1-14 0,7 1-10 16,0 0-16-16,0 0-8 0,0 0-9 0,0 0-10 15,0 0-15-15,0 0-4 0,0 0-9 0,0 0-7 16,0 0-11-16,0 0-3 0,0 0-12 0,0 0 0 16,0 0-9-16,0 0-3 0,0 0-9 0,0 0-10 0,0 0-6 15,0 0 7-15,0 0 10 0,0 0 7 0,0 0 3 16,0 0 1-16,0 0-6 0,13 7-1 16,-9-6-1-16,1 0 1 0,1 1-7 0,1-2-8 15,4 1 4-15,1-2-4 0,-1 1-7 0,7-2 1 0,1-1-25 16,-2-1 5-16,2 0 11 0,-1 0-2 0,2-2 5 15,1-2 17-15,-3 1-1 0,2-2 6 0,-2-1-3 16,-1-2-8-16,-1 2 2 0,-2-4 5 0,3 0 0 16,-4 3-6-16,-4-2 1 0,-2 2-1 0,1 1 0 15,-3-1-9-15,-1-1-1 0,1 3-3 0,-1-2-11 16,0 2-9-16,-3 2 8 0,-1-1-20 0,0 1-1 16,0 1-7-16,0-1-4 0,0 1 8 0,-1 1-13 15,-3 1-4-15,0 1-1 0,3-1-9 0,1 4 4 16,-9-2-3-16,4 2 1 0,5 0-3 0,-18 3 4 15,10 0-9-15,-1 4-1 0,-3-2 0 0,0 6-1 16,-2 1 7-16,-8 3-3 0,7-1-1 0,1 0 6 16,-4 5-8-16,4-4-2 0,-4 6 0 0,8-7 0 15,-3 3 1-15,0-1-4 0,4 2 2 0,-1-1 3 16,2-3-1-16,2 1-6 0,2-4 6 0,1 0-5 0,2 2 2 16,1-1 2-16,1-2 5 0,3 1-3 0,3 0-3 15,-1-3 2-15,8 3 2 0,-1 0 0 0,5-4 5 16,0 0-2-16,9-2 5 0,1 1-7 15,1-3 11-15,-2-1 10 0,1-1 3 0,0-2-3 0,-1-1 3 16,-9 0 5-16,4-1-6 0,-9 1 9 0,4-1 5 16,-4 0-1-16,-1 1 5 0,-3-2-17 0,-2 3-31 15,1-3 0-15,-2 2 0 0,-1 0 0 0,1-2 0 16,0 2 0-16,-5 1 0 0,-1 1 0 0,5-3 0 16,-5 3 0-16,5-2 0 0,-5 2 0 0,0 0 0 15,0 0-74-15,0 0-116 0,0 0-43 0,0 0-45 16,0 0-46-16,0 0-52 0,0 0-63 0,-15 6-64 15,9-3-460-15,1-2-1043 0,-3 1 463 0</inkml:trace>
  <inkml:trace contextRef="#ctx0" brushRef="#br0" timeOffset="165474.882">6400 10160 63 0,'1'-5'342'0,"0"0"-5"0,3 2-3 15,-4-1-8-15,0 0-3 0,0 4-5 0,1-7-7 16,-1 4-1-16,0 3-9 0,0-5-4 0,0 5-9 16,0 0-19-16,0-4-12 0,0 4-20 0,2-3-19 15,-2 3-19-15,0 0-23 0,0 0-16 0,0 0-15 16,0 0-12-16,0 0-16 0,-14 6-12 0,10-4-11 16,-4-1-8-16,2 3-6 0,-1 3-11 0,-2-1-4 15,-1 1-11-15,0-1-4 0,3 1-5 0,-3 2-3 16,3-1-4-16,-2 1-7 0,1-2-2 0,3-2-2 15,1 1-2-15,-1-1-5 0,4-1 0 0,-2 1-1 16,2-1 1-16,-2-1-3 0,3-3-3 0,3 7 3 16,1-3-1-16,0-1-2 0,-2-1 3 0,6 1-4 15,-2 2 0-15,-2-2-1 0,8 0-1 0,-2 0-3 16,-4-2 1-16,4 4-1 0,-2-2 4 0,2 2-1 16,-3-1-1-16,-2-1 2 0,1 1-1 0,-1-2 4 0,2 2 1 15,-4 1 1-15,1-2-5 0,0 1 1 16,-3 0 0-16,2 1 3 0,-3 0 1 0,-1 0 14 15,-1 1-3-15,1 0 2 0,-4-1-7 0,0 1 5 16,-4 0-5-16,3 0 2 0,-3-1 1 0,0 0-6 0,-3 1-1 16,2-1-2-16,1 0-3 0,0 1 0 0,0-3 0 15,0 0 2-15,4-3-7 0,-1 3 7 0,2-2 3 16,4-1-7-16,-8 2-1 0,4-1 0 16,4-1-2-16,-5 1 1 0,5-1 0 0,0 0-2 0,0 0-1 15,-10-4-1-15,10 4-9 0,0 0-22 0,0-4-28 16,0 4-32-16,-1-3-39 0,1 3-33 0,0 0-60 15,0 0-56-15,0-4-48 0,0 4-73 0,0 0-78 16,0 0-371-16,0-6-913 0,0 6 404 0</inkml:trace>
  <inkml:trace contextRef="#ctx0" brushRef="#br0" timeOffset="166115.3596">5451 10644 55 0,'-6'0'338'0,"6"0"1"0,-10 0-6 0,4-1 0 15,-1 1-8-15,-2-1-9 0,0 1-14 0,9 0-5 16,-14 0-2-16,9-1-12 0,-3 0-5 0,2 0-10 15,6 1-14-15,-12 0-9 0,12 0-7 0,-6 0-12 16,6 0-10-16,0 0-13 0,-9 0-11 0,9 0-10 16,0 0-13-16,0 0-9 0,0 0-8 0,0 0-8 15,0 0-5-15,0 0 0 0,0 0 3 0,23 4-3 16,-4-4 10-16,4 3-11 0,9 0-4 0,3 0-4 16,21-2-22-16,0 1-1 0,11-3-17 0,26-4 1 15,-1 3-8-15,9-2 1 0,1 1-14 0,4 2 17 16,-5-8 10-16,-1 0 12 0,-5 0-97 0,-6-3-12 15,-28 3 0-15,3 3 0 0,-5-3 0 0,2 3 0 16,-3-3 0-16,-6 4 0 0,-11-2 0 0,-5 4 0 16,-5-2 0-16,-3-1 0 0,-11 4 0 0,-2 0 0 15,-1 0 0-15,-3 1 0 0,-2 1 0 0,0 0 0 16,-4-2 0-16,-1 2 0 0,-4 0 0 0,9-2 0 16,-9 2 0-16,5-1 0 0,-5 1 0 0,0 0 0 0,9 0 0 15,-9 0 0-15,0 0 0 0,0 0 0 0,8 0 0 16,-8 0 0-16,0 0 0 0,0 0 0 15,0 0 0-15,0 0-43 0,0 0-274 0,0 0-28 0,0 0-8 16,0 0-23-16,5 2-35 0,-5-2-48 0,1 3-53 16,-1-3-385-16,0 0-970 0,-6 5 430 0</inkml:trace>
  <inkml:trace contextRef="#ctx0" brushRef="#br0" timeOffset="167256.5614">5536 11167 322 0,'0'0'331'0,"-2"-5"0"0,1 1 8 0,1 4-20 0,-2-4 1 16,2 4-12-16,-2-5 0 0,0 2 2 0,2 3-1 15,-3-4-7-15,3 4-8 0,2-5-15 0,-2 5-19 16,1-6-22-16,1 3-22 0,1 0-20 0,1 1-16 16,1-3-12-16,0 1-14 0,2 2-10 0,0-2-9 15,2 1-4-15,0 0-11 0,1-1-11 0,3 3-9 16,-4 0-8-16,5 1-10 0,-4 0-9 0,3 0-3 15,0 2-5-15,-3-1-5 0,4 4-5 0,0-1-2 16,-2 3-6-16,0-1-2 0,-1 1 7 0,-2 2-16 16,-1 0-4-16,0 1-3 0,-3-1-1 0,-1 4-5 15,1-4 1-15,-1 2-4 0,-3-1-2 0,-1 1 0 16,-1 1 2-16,0 0-4 0,-3-2 0 0,0 1-2 16,0-3-1-16,-1 1-3 0,0-3 0 0,-1 0 1 15,-1-1-1-15,4 1 2 0,-5-3 0 0,5 1 1 16,-2-3-3-16,0 1 0 0,0 0 3 0,5-2 1 15,0 0 2-15,-8-5-6 0,7 1 2 0,0 0-3 0,2-2 12 16,0-2 2-16,2-2 4 0,3-2 1 16,3-6 3-16,-1 3-6 0,1-2 12 0,2 0-12 15,1 0 1-15,-2 3-6 0,4 0 1 0,0 0 2 16,0 1-11-16,-5 4 7 0,4-2-7 0,-3 5 0 0,2 0 1 16,-1 0-7-16,-2 2-4 0,3 1 16 0,-1 1-12 15,-2 4 10-15,1 0-6 0,2 0 8 0,-2 5 7 16,-1 0-2-16,1 0 7 0,-2 4-8 0,-1 0 8 15,-1 0-2-15,0 4 3 0,0 2 0 0,-2-1-3 16,-3 3-1-16,2-1-1 0,-3 0-10 0,0 0-1 16,-3 0-3-16,2 0-12 0,1 2 0 0,-4-1 0 15,2-1 0-15,-2 2 0 0,4-1 0 0,-4 1 0 16,4-5 0-16,-2-3 0 0,3 3 0 0,-1-5 0 16,0 2 0-16,0-3 0 0,1-3 0 0,0 3 0 15,2-2 0-15,-3 0 0 0,1-3 0 0,2 2 0 16,-2-2 0-16,0 0 0 0,1 1 0 0,0 0 0 15,-2-2 0-15,0-3 0 0,4 5-41 0,-1-3-57 16,-3-2-36-16,7 0-39 0,-7 0-54 0,9 0-61 16,0-2-67-16,-4 2-55 0,3-3-78 0,-3 0-66 15,4 0-351-15,-1-5-978 0,1 6 433 0</inkml:trace>
  <inkml:trace contextRef="#ctx0" brushRef="#br0" timeOffset="167631.6346">6269 11414 334 0,'4'-4'437'0,"-1"-2"25"0,-2 1 21 0,0 3 5 15,-1-2-1-15,0-3-22 0,-1 5-13 0,1 2-17 0,-1-6-21 16,-2 3-11-16,3-3-23 0,0 6-23 0,-1-3-27 16,1 3-20-16,-9-2-29 0,9 2-28 0,-9 1-19 15,9-1-26-15,-9 2-22 0,1 2-16 16,0 3-16-16,1-2-13 0,1 1-17 0,1 1-11 0,-2-2-23 15,2-1-90-15,0 5 0 0,1-1 0 0,-1 2 0 16,1 0 0-16,0-1 0 0,1 1 0 0,1-3 0 16,1 0 0-16,0-1 0 0,3 2 0 0,5 1 0 15,-4-4 0-15,5 3 0 0,1-3 0 0,1 1 0 16,3 0 0-16,-4-1 0 0,6-3 0 0,-3 1 0 16,3-2 0-16,-3 3 0 0,7-5 0 0,-8 2 0 15,1-1 0-15,-2-1 0 0,0 1 0 0,-2-3 0 16,1 0 0-16,-1 2 0 0,-3 1 0 0,0-2 0 15,-1-1 0-15,-4 3 0 0,7-2 0 0,-3 0 0 16,0-1 0-16,1 1-115 0,-5 2-157 0,3-5-56 16,-1 3-49-16,-2 2-46 0,0-7-64 0,0 3-66 15,0-1-387-15,0 5-1017 0,-1-8 449 0</inkml:trace>
  <inkml:trace contextRef="#ctx0" brushRef="#br0" timeOffset="168336.2525">6538 11084 273 0,'-4'-4'407'0,"4"0"22"0,-3 0 8 0,2-2 5 0,-1 5 0 15,-1-3-7-15,-1 0-16 0,4 0-16 16,0 4-18-16,-5-5-28 0,5 5-28 0,3-5-27 16,-3 5-21-16,1-7-31 0,0 3-28 0,-1 4-19 15,8-3-25-15,-3 3-15 0,3-1-17 0,-2-1-7 0,2 2-24 16,2 0-12-16,1 2-5 0,1 0-13 0,-1 1-6 16,2 5-7-16,-3-2-10 0,1 0 8 15,3 6 1-15,-4-1-8 0,1 2-11 0,-2-3-1 16,-1 5-6-16,-3-6 3 0,4 6-12 0,-4-4 4 0,-2 1-12 15,-1 5 1-15,1-6-5 0,-3 0 2 0,0 3 3 16,-3-3-8-16,1-1-2 0,-5 1 1 16,2 0-3-16,0-1 0 0,0-4-1 0,-3 3-2 0,3-3 10 15,-1-1-9-15,2-1 0 0,0-1 6 0,-1 0-2 16,1-1-2-16,0-1 0 0,4-1-1 0,0 0-9 16,-11-6 12-16,10 3-11 0,1-3 7 0,0-3-9 15,0-1-6-15,2 0 0 0,3-3 0 0,0-2 0 16,1-2 0-16,3 0 0 0,2 0 0 0,-2 2 0 15,0-2 0-15,2 1 0 0,1 2 0 0,-2 1 0 16,3 1 0-16,-4 2 0 0,0 2 0 0,2 1 0 16,-3 0 0-16,1 1 0 0,-1 3 0 0,2-2 0 15,-4 3 0-15,2 2 0 0,1 2 0 0,0 3 0 16,-2 1 0-16,1-1 0 0,2 5 0 0,-3-2 0 16,-1 4 0-16,1 0 0 0,0 5 0 0,-2-1 0 15,-1 1 0-15,1 0 0 0,-5 2 0 0,1 1 0 16,2-3 0-16,-7 4 0 0,4-2 0 0,-1-1 0 15,-3 0 0-15,1 0 0 0,2-2 0 0,-1 2 0 16,0-8 0-16,1 4 0 0,-3-1 0 0,4-4 0 0,-1 1 0 16,1 1 0-16,0-4 0 0,0 1 0 15,0-1 0-15,5 0 0 0,-4-3 0 0,4 2 0 16,3-3 0-16,1 1 0 0,-4-2 0 0,8-1 0 16,-4 2 0-16,0-1 0 0,5-2 0 0,-5-1 0 0,4 1 0 15,-3-3 0-15,-1 2 0 0,0 0 0 0,-3 0-6 16,-1 1-307-16,2-4-58 0,-2 1-65 0,-1 1-72 15,1-2-81-15,-5 0-406 0,0 4-1078 0,0 0 478 16</inkml:trace>
  <inkml:trace contextRef="#ctx0" brushRef="#br0" timeOffset="169104.0689">7106 11385 20 0,'0'0'462'0,"4"-5"20"16,-1 3 11-16,-3 2 6 0,1-7-4 15,-1 4-11-15,0 3-12 0,1-3-17 0,-1 3-14 16,3-4-9-16,-3 4-15 0,1-4-24 0,-1 4-20 16,3-4-30-16,-3 4-30 0,0 0-34 0,0 0-25 0,0 0-29 15,0 0-20-15,0 0-24 0,0 0-20 0,0 0-18 16,0 0-13-16,0 0-91 0,0 0-39 15,0 12 0-15,0-12 0 0,0 7 0 0,0-3 0 16,0 1 0-16,-3-1 0 0,3 2 0 0,-1-1 0 0,1 1 0 16,-3-3 0-16,3 3 0 0,-1-3 0 0,1 2 0 15,0-1 0-15,0 1 0 0,-1-1 0 0,1 0 0 16,0-4 0-16,0 6 0 0,0-6 0 0,0 0 0 16,0 5 0-16,0-5 0 0,0 0 0 0,0 0 0 15,0 0 0-15,0 0 0 0,0 0 0 0,0 0 0 16,0 0 0-16,0 0 0 0,14-11 0 0,-9 7 0 15,0-2 0-15,-1 0 0 0,4 0 0 0,-6-1 0 16,6-1 0-16,-2 3 0 0,-2-3 0 0,2 5 0 16,0-2 0-16,-1-2 0 0,1 2 0 0,-2 4 0 15,0-4 0-15,0 2 0 0,-1-1 0 0,0 1 0 16,-3 3 0-16,4-2 0 0,-4 2 0 0,0 0 0 16,10 0 0-16,-10 0 0 0,6 2 0 0,-6-2 0 15,6 5 0-15,-4-1 0 0,1-2 0 0,-2 3 0 16,3-3 0-16,-2 5 0 0,0-4 0 0,-1 2 0 0,0-2 0 15,2 4 0-15,-1-4 0 0,-2 2 0 0,1-1 0 16,1 0 0-16,-2 1 0 0,0-5 0 0,2 4 0 16,-2-2 0-16,0-2 0 0,3 6 0 0,-3-6 0 15,0 0 0-15,3 3 0 0,-3-3 0 0,0 0 0 16,0 0 0-16,12-8 0 0,-5 4 0 0,-2-1 0 16,1 2 0-16,-2-7 0 0,2 7 0 0,2-2 0 15,-3-1 0-15,-1 0 0 0,2 2 0 0,1-3 0 16,-6 5 0-16,3 0 0 0,2-1 0 0,-2 1 0 15,0-2 0-15,-4 4 0 0,8-1 0 0,-8 1 0 16,6 0 0-16,-6 0 0 0,10 5 0 0,-3-2 0 16,-4 1 0-16,3-1 0 0,-2 4 0 0,-1-2 0 15,1-1 0-15,0 4 0 0,-2-5 0 0,0 2 0 16,2-1 0-16,-2 3 0 0,2-2 0 0,-1-1 0 16,0 1 0-16,0-1 0 0,1-1 0 0,-2 1 0 15,1 0 0-15,1-1 0 0,0 0 0 0,-2-2 0 0,-2-1 0 16,7 2 0-16,-4-1-165 0,-3-1-141 15,9-3-51-15,-5 1-49 0,-4 2-55 0,3-8-69 16,-3 3-64-16,2 0-302 0,-7-2-969 0,4 0 428 16</inkml:trace>
  <inkml:trace contextRef="#ctx0" brushRef="#br0" timeOffset="182417.6588">8635 9844 20 0,'0'0'111'0,"0"0"1"0,0 0 2 0,0 0-4 15,0 0 2-15,5-4 2 0,-5 4 3 0,5-1 5 16,-5 1 7-16,0 0 6 0,4-3 4 0,1 2 3 0,-5 1 2 16,0 0 8-16,4-3 4 0,-4 3 7 0,4-3 3 15,-4 3-2-15,4-1-4 0,-4 1 3 16,0 0-1-16,0 0 0 0,7-3-5 0,-7 3 3 0,0 0-6 15,0 0-10-15,0 0-3 0,4-1 1 0,-4 1 1 16,0 0-3-16,0 0 2 0,0 0 4 0,0 0-6 16,0 0 2-16,0 0-4 0,0 0-2 0,0 0-10 15,-19-3-8-15,7 3 0 0,0-1-8 0,-8 1 1 16,0 1-4-16,0 2 2 0,-7-2-6 0,0 0 0 16,-1 4 0-16,-3-3-4 0,-1 0-5 0,1 0 8 15,2-2-14-15,2 2-3 0,4 1-1 0,0-2 0 16,3 2-1-16,-2-2-13 0,3-1 7 0,1 3-2 15,-1 1-5-15,7-3 4 0,-2 0-10 0,4 0-8 16,-1-1 1-16,2 0-2 0,1 0-2 0,3 1-7 0,-2-1 8 16,7 0-7-16,-10 2-11 0,10-2-3 0,-7 0 3 15,7 0-3-15,0 0-7 0,-9-2-6 0,9 2 8 16,0 0-6-16,-6 2-7 0,6-2-6 0,0 0 4 16,0 0 2-16,-3 2-1 0,3-2-8 0,0 0-5 15,0 0 6-15,0 0-4 0,0 0-1 0,-7 1 3 16,7-1 0-16,0 0 10 0,0 0 11 0,0 0 8 15,0 0-3-15,2 5 2 0,-2-5-29 0,0 0-4 16,0 0 0-16,0 0 0 0,0 0 0 0,0 0 0 16,0 0 0-16,-4 4 0 0,4-4 0 0,-4 4 0 15,3-1 0-15,1 3 0 0,-2-1 0 0,0 2 0 16,1 4 0-16,-2 2 0 0,0 5 0 0,2 0 0 0,0 1 0 16,-2 8 0-16,2-1 0 0,0 5 0 0,-6 1 0 15,4 4 0-15,-1-3 0 0,1 3 0 0,2 11 0 16,-3-10 0-16,3-2 0 0,1 10 0 0,1-10 0 15,-1 11 0-15,0-1 0 0,4-9 0 0,-4 12 0 16,1 3 0-16,2-2 0 0,-2-1 0 0,-1 0 0 16,3-12 0-16,-1 10 0 0,-1 1 0 0,1-12 0 15,-1 1 0-15,4 0 0 0,-3-2 0 0,1 4 0 16,1-6 0-16,-1 0 0 0,-1 0 0 0,1 0 0 0,-2-1 0 16,0-3 0-16,1 1 0 0,-2-1 0 0,1 1 0 15,-1-6 0-15,-1 5 0 0,1 2 0 0,1-3 0 16,0 0 0-16,-1-3 0 0,1 0 0 15,1-4 0-15,-1-1 0 0,-1 0 0 0,2 2 0 0,0-3 0 16,-1 2 0-16,0-3 0 0,0-2 0 0,2 2 0 16,-2 0 0-16,1-6 0 0,-1 2 0 0,0-2 0 15,0 0 0-15,1 0 0 0,-2-2 0 0,1 1 0 16,-1-3 0-16,1 0 0 0,1-1 0 0,-4 1 0 16,2-1 0-16,2-1 0 0,-2 3 0 0,-2-5 0 15,2 2 0-15,0 0 0 0,0-5 0 0,-1 7 0 16,1-2 0-16,1-2 0 0,-1-3 0 0,0 5 0 15,0-5 0-15,0 4 0 0,0-4 0 0,0 0 0 16,0 0 0-16,0 3 0 0,0-3 0 0,0 0 0 16,7 3 0-16,0-4 0 0,4-2 0 0,0 1 0 15,10 1 0-15,5-6 0 0,1 3 0 0,5-2 0 16,4-3 0-16,2 1 0 0,-1 2 0 0,-2-1 0 16,-1 1 0-16,-2 2 0 0,-2 0 0 0,-3-2 0 0,-8 5 0 15,1-1 0-15,-3 1 0 0,-3-1 0 0,-3 1 0 16,-2 1 0-16,0 0 0 0,-1 0 0 15,-3-1 0-15,-5 1 0 0,8-1 0 0,-8 1 0 0,6 0 0 16,-6 0 0-16,0 0 0 0,9-2 0 0,-9 2 0 16,0 0 0-16,0 0 0 0,0 0 0 0,5 0 0 15,-5 0 0-15,0 0 0 0,0 0 0 0,4-4 0 16,-4 0 0-16,0 0 0 0,0-3 0 0,1-1-613 16,3-3-650-16,-1-1-1369 0,3-3 605 0</inkml:trace>
  <inkml:trace contextRef="#ctx0" brushRef="#br0" timeOffset="183200.6655">10138 10025 22 0,'0'-6'359'0,"1"0"-8"0,1 1-2 16,-2 0 3-16,0-2-3 0,0 1-10 0,-2 1 3 15,2-2-4-15,0 2-13 0,-1 0-6 16,1-1-7-16,0 1-18 0,-3-1-12 0,2 2-6 0,1-3-6 15,0 4-11-15,0 3-12 0,-4-9-16 0,4 6-6 16,-2 0-21-16,2 3 0 0,0 0-5 0,2-5-8 16,-2 5-19-16,-4-4-15 0,4 4-13 0,0 0-12 15,0 0-19-15,0 0-11 0,0 0-17 0,0 0-9 16,0 0-3-16,0 0-12 0,0 0-5 0,-5 9-10 16,5-3-2-16,-6 3-9 0,2-1-4 0,-1 4-4 15,-1 4 7-15,-2-1-5 0,-1 3 1 0,-3 4-16 16,1 0 9-16,-2 4-1 0,-1 0-2 0,0 1-1 0,0-1-12 15,4 0-7-15,-3 1 0 0,3 0 0 16,-3-2 0-16,8-3 0 0,-3 2 0 0,4-6 0 16,3-2 0-16,-3 2 0 0,5 0 0 0,2-5 0 0,1-2 0 15,2 3 0-15,2 1 0 0,2-5 0 0,3 1 0 16,4-1 0-16,-2-3 0 0,4-2 0 0,-2-2 0 16,3 0 0-16,-1-2 0 0,1 0 0 0,-1-3 0 15,2-2 0-15,-3-1 0 0,0 1 0 0,-5-3 0 16,0 2 0-16,-4-2 0 0,1-2 0 0,-2 1 0 15,-2-1 0-15,0-1 0 0,-1 0 0 0,-2 2 0 0,-2-4 0 16,-1 5 0-16,-1-4 0 0,-4 2 0 0,-2 2 0 16,-3 0 0-16,0 1 0 0,0-1 0 15,-8 3 0-15,0-1 0 0,-4 1 0 0,-6 3 0 0,9 1 0 16,2 0 0-16,-2 3 0 0,3-1 0 0,-2 0 0 16,6 2 0-16,3-2 0 0,3 1 0 0,-3-1 0 15,3 2 0-15,-2-2-122 0,2 4-469 0,2-1-121 16,1-3-416-16,3-2-1222 0,0 0 541 0</inkml:trace>
  <inkml:trace contextRef="#ctx0" brushRef="#br0" timeOffset="184155.0286">9186 10843 132 0,'0'0'238'0,"0"0"-9"0,0 0-8 16,0 0-2-16,-18-4-13 0,18 4 1 0,-9-2-7 15,9 2 3-15,-5 0-9 0,5 0 4 0,-7-2-1 16,7 2-2-16,-7 0-5 0,7 0-2 0,-10 1 11 16,10-1 3-16,-8-1 9 0,8 1-3 0,-8-2 2 0,8 2 1 15,0 0 2-15,0 0-1 0,-9-2 2 0,9 2-8 16,0 0 21-16,-10 0-9 0,10 0-10 15,0 0-9-15,-5-1-12 0,5 1-14 0,0 0-5 16,0 0-3-16,0 0-12 0,0 0-3 0,0 0-9 0,0 0-17 16,0 0-5-16,0 0-10 0,0 0-4 0,28 3-11 15,-14-1-8-15,7-2-2 0,-1 0 0 16,11 1 1-16,3 0 1 0,-2-1-3 0,19 0-43 0,2-1-40 16,6 1 0-16,4 0 0 0,36-1 0 0,-7-3 0 15,6-1 0-15,3 2 0 0,0-1 0 0,8-1 0 16,6-1 0-16,1 2 0 0,12 0 0 0,2-2 0 15,-1-1 0-15,-1 3 0 0,-8-3 0 0,2 6 0 16,-5-1 0-16,-6-3 0 0,-5 4 0 0,-6 0 0 0,1 0 0 16,-9 2 0-16,3-4 0 0,-2-2 0 15,-1 2 0-15,-27 3 0 0,32-1 0 0,-30 4 0 16,-6-5 0-16,7 0 0 0,-4 2 0 0,1-2 0 0,-8 0 0 16,0 4 0-16,-18-4 0 0,-2 2 0 0,-5 2 0 15,-1 1 0-15,-11-3 0 0,1-3 0 16,-11 3 0-16,-1 2 0 0,1-2 0 0,-3 0 0 0,-2 0 0 15,-5 0 0-15,9 0 0 0,-9 0 0 0,0 0 0 16,9 0 0-16,-9 0 0 0,0 0 0 0,3-4 0 16,-3 4 0-16,0 0-192 0,0 0-211 0,0 0-55 15,0 0-64-15,0 0-65 0,-12 12-419 0,8-10-1088 16,-3 1 482-16</inkml:trace>
  <inkml:trace contextRef="#ctx0" brushRef="#br0" timeOffset="184954.2277">9510 11294 134 0,'0'0'287'0,"-6"-3"-2"0,1 1-6 0,1 0-3 15,-1 0-2-15,-1-1 19 0,6 3 5 0,-9-6 14 16,5 6 6-16,0-3 12 0,0 1 6 0,4 2 6 0,-9-3 3 16,9 0 1-16,-4 2-2 0,4 1-5 15,-2-9-9-15,2 7-14 0,0-3-17 0,0 5-15 16,1-8-18-16,2 3-19 0,3 0-18 0,-1 1-24 0,5-3-15 16,3 3-12-16,0-1-19 0,-2-1-9 0,6 0-18 15,2 2-64-15,-1 0-68 0,3 0 0 0,0 1 0 16,1 3 0-16,6 0 0 0,-1 4 0 0,-4 1 0 15,-3 1 0-15,7-1 0 0,-10 3 0 0,2 0 0 16,-2 4 0-16,-7-3 0 0,3 3 0 0,-6 3 0 16,-2-3 0-16,-1 3 0 0,-4-3 0 0,-4 7 0 15,-4 5 0-15,-5-1 0 0,-5-2 0 0,-4 0 0 16,-2 1 0-16,-2 1 0 0,-2-4 0 0,-4 1 0 16,1-3 0-16,0-1 0 0,0-3 0 0,3 2 0 15,-2-6 0-15,10-5 0 0,-2 3 0 0,2-4 0 16,3-3 0-16,3 0 0 0,1 1 0 0,1-5 0 15,0-3 0-15,3 2 0 0,0-5 0 0,3 0 0 0,-2-8 0 16,4-2 0-16,3 1 0 0,-3-7 0 16,7-1 0-16,-2 8 0 0,3 0 0 0,3-4 0 15,-1 6 0-15,-1-2 0 0,5 2 0 0,0 3 0 0,3-1 0 16,9 0 0-16,1 1 0 0,-7 4 0 0,3 1 0 16,-1 0 0-16,-1 1 0 0,5 2-294 0,-9 1-162 15,0 3-25-15,-2 2-16 0,0 0-14 16,2-1-4-16,-3 1-17 0,-3 1-286 0,1-1-886 0,-1 1 392 15</inkml:trace>
  <inkml:trace contextRef="#ctx0" brushRef="#br0" timeOffset="185406.915">9643 11147 103 0,'-1'-8'401'15,"1"-3"45"-15,1 1 18 0,-1 0 22 0,0 1 15 16,2-1-5-16,-2 0 15 0,-2 2-4 0,2 1-2 0,0 0-6 15,-1-2-12-15,1 4-14 0,-1 1-22 16,-1-2-25-16,2 2-29 0,0 4-28 0,-1-4-31 16,1 4-26-16,-1-4-293 0,1 4-19 0,-3-4 0 0,3 4 0 15,0 0 0-15,0 0 0 0,0 0 0 0,0 0 0 16,0 0 0-16,0 0 0 0,-2 12 0 16,2-4 0-16,0 3 0 0,-2 1 0 0,4 0 0 15,-1 5 0-15,0 1 0 0,1 7 0 0,0-1 0 0,1 1 0 16,-2-1 0-16,0 6 0 0,3-3 0 0,-1 2 0 15,-3-1 0-15,0 2 0 0,-1 1 0 0,1 3 0 16,-4-2 0-16,2 1 0 0,-2 0 0 0,2 1 0 16,-2-1 0-16,-1 0 0 0,0-1 0 0,2 2 0 15,1-2 0-15,1-3 0 0,-2-1 0 0,3-2 0 16,0 0 0-16,1-7 0 0,-1-2 0 0,2-3 0 16,1 2 0-16,-3-5 0 0,2-2 0 0,1 1 0 15,-1-3 0-15,-4-1 0 0,5-2 0 0,-2 0 0 16,0 0 0-16,1-2 0 0,-2-2 0 0,0 5 0 15,0-5 0-15,0 0 0 0,0 0 0 0,0 0 0 16,0 0 0-16,0 0 0 0,0 0 0 0,2-13 0 16,0 5 0-16,0-1 0 0,1-2 0 0,5-3 0 15,-3 0 0-15,5-2-514 0,-1 0-766 0,1 0-1386 0,4-6 613 16</inkml:trace>
  <inkml:trace contextRef="#ctx0" brushRef="#br0" timeOffset="185891.3337">10049 11492 303 0,'7'-8'391'0,"-1"0"24"0,-2 3 12 0,-1-1 3 16,-1 0-8-16,1 1-6 0,-2 1-16 0,2 0-17 16,-2 1-23-16,0-1-25 0,-1 4-30 0,0 0-31 15,-3-6-28-15,3 6-24 0,0 0-21 0,-9 2-17 16,9-2-22-16,-9 8-16 0,0-2-18 0,2 0-12 15,0 4-10-15,-1 0-10 0,0 0-11 0,1 3-6 16,-1 3-7-16,0-7-11 0,1 3-7 0,3-1 0 16,-4 0-12-16,6-4 3 0,-2-1-6 0,1-1-3 15,2 2-2-15,-2-6-5 0,2 4-4 0,1 0-2 16,1-1 1-16,3-2 1 0,0 0-7 0,-1 1 5 16,2-2-6-16,1 0 1 0,6 0 3 0,-6 1-2 15,3 0-3-15,4-1 6 0,-3 2-8 0,-1-1 11 16,4 0 3-16,-4 2-2 0,-2-1 5 0,2 0-5 15,0 2 3-15,-4-2 0 0,0 2-1 0,1 1-5 16,-4-2 5-16,2 2-3 0,-4 0-3 0,1-1 21 16,-2 1 7-16,-2 2-2 0,-3 0 3 0,-2-1 9 15,-1 1-13-15,-6 1-3 0,0 1-5 0,-2-3-6 16,3 2 12-16,-4-4-20 0,3 0-2 0,-3 0-23 16,5 0 0-16,-1-1 0 0,5-1 0 0,-4 0 0 0,4 0 0 15,3-3 0-15,-2 2 0 0,3-2 0 16,5 0 0-16,0 0 0 0,-13-3 0 0,12 2 0 15,1 1-49-15,0-8-97 0,1 3-40 0,2 0-47 16,2-1-59-16,5-1-53 0,-2 1-57 0,1 1-77 0,6-6-64 16,-2 6-377-16,2-4-995 0,2 2 440 0</inkml:trace>
  <inkml:trace contextRef="#ctx0" brushRef="#br0" timeOffset="186580.5415">10443 11498 188 0,'0'0'370'0,"-1"-8"7"16,1 4 2-16,0 4 2 0,0-8 3 0,1 3-4 16,-1 5-5-16,0-6-8 0,0 3-9 0,0 3-19 0,0 0-15 15,-1-5-19-15,1 5-18 0,0 0-19 0,0 0-17 32,-1-4-25-32,1 4-15 0,0 0-20 0,0 0-20 0,0 0-21 0,0 0-13 0,0 0-15 15,0 0-4-15,0 0 0 0,-5 10-10 0,2-6-5 0,3 2-8 16,-1 2-10-16,-1 1 3 0,4 1-16 0,-4 2-6 15,0 0 0-15,1 0-8 0,-3 1-8 0,4 4-8 16,-4 0-1-16,3-2-6 0,0 3 7 0,-2-1-8 16,3-1-10-16,-4-1 9 0,3 2-12 0,-2-4 3 15,3 0-7-15,0-3 2 0,3 1-10 0,-3-2-2 16,1 0-8-16,3-2 6 0,0-1-5 0,0-1 7 16,2 0-3-16,-1-2 0 0,2-1 2 0,-1-2 4 15,2 0 1-15,-8 0 9 0,15-3-17 0,-7-1 5 31,2 0 6-31,-1-2 12 0,-2-2-1 0,1 1 12 0,2-1-3 0,-6 0 8 0,1-1-22 0,-2 2-20 16,-1 0 0-16,0 0 0 0,-1 0 0 0,0 0 0 16,-1-1 0-16,-1 1 0 0,-2 3 0 0,-2-2 0 15,0 1 0-15,-1 3 0 0,-4-2 0 0,2 4 0 32,-2-4 0-32,-2 4 0 0,1 2 0 0,2-2 0 0,-4 2 0 0,4 2 0 0,2-2-37 0,-4 2-180 0,6-2-61 15,0 2-58-15,1 0-52 0,0-1-52 16,3 4-59-16,1-3-62 0,0-4-346 0,5 3-980 15,4-1 434-15</inkml:trace>
  <inkml:trace contextRef="#ctx0" brushRef="#br0" timeOffset="186987.0751">10999 11366 90 0,'0'-5'425'0,"-1"-1"17"0,1 0 17 0,0 4 6 15,0 2 1-15,-4-10-3 0,2 7-11 0,0-1-6 32,2 4-9-32,-1-6-8 0,1 4-11 0,0 2-25 0,-3-5-16 0,3 5-23 0,0 0-28 0,-3-3-33 15,3 3-29-15,0 0-27 0,-3-3-28 0,3 3-24 16,0 0-12-16,0 0-3 0,-2 11-4 0,4-4-114 15,-4-1-52-15,4 3 0 0,-4 0 0 0,0 4 0 16,2 2 0-16,-1 2 0 0,1 0 0 0,1 1 0 16,-2 2 0-16,1 0 0 0,0 5 0 0,0-6 0 15,-2 0 0-15,2 2 0 0,-2-3 0 0,-2 6 0 16,3-8 0-16,-2-2 0 0,2-2 0 0,1 0 0 16,0-1 0-16,0-5 0 0,0 4 0 0,0-5 0 31,-2 1 0-31,4-3 0 0,-2 2 0 0,0-1 0 15,0-4 0-15,1 3 0 0,-1-3 0 0,0 0 0 16,0 0-186-16,0 0-223 0,10-15-47 0,-8 6-51 0,-1-9-70 16,4 2-433-16,-1-3-1093 0,0-5 483 15</inkml:trace>
  <inkml:trace contextRef="#ctx0" brushRef="#br0" timeOffset="187408.854">10953 11318 226 0,'-1'-4'362'0,"0"-1"9"0,1-1 8 0,-2 0 0 16,2 1 1-16,2-1-14 0,-2 1-10 0,0 0-19 15,1 1-18-15,1 1-25 0,2-1-21 0,3 1-16 16,-1-1-12-16,3 3-11 0,1-3-12 0,3 4-11 16,1 0-5-16,3 0-14 0,1 2-4 0,1 3-4 15,0-1-11-15,3 3-2 0,-3 1-6 0,7 2-11 16,-2 2-1-16,0 1-11 0,0 2-6 0,-7-5-9 15,-2 2 0-15,-3 2-14 0,-2-3-9 0,3 4-1 16,-7-5-12-16,1 7-7 0,-5-5-2 0,-2 5 3 16,-2-2 2-16,-4 3-5 0,-1 0-51 0,-3 0-31 15,-6 2 0-15,1-2 0 0,-3 3 0 0,-2 0 0 16,-5-5 0-16,3-2 0 0,1 2 0 0,-2-3 0 16,6 0 0-16,-2-6 0 0,6 3 0 0,-1-4 0 15,5-1 0-15,0-2 0 0,3 1 0 0,2-1 0 16,-1 1 0-16,1-2 0 0,-1 0 0 0,5-2 0 0,-4 3 0 15,2-1 0-15,2-2 0 0,0 0 0 16,0 0 0-16,-7 3 0 0,7-3 0 0,0 0 0 16,0 0 0-16,0 0 0 0,0 0-102 0,0 0-161 15,0 0-41-15,9 4-46 0,-4-2-47 0,0-1-55 0,-5-1-64 16,17-3-60-16,-7 1-297 0,-1-3-944 0,4 0 419 16</inkml:trace>
  <inkml:trace contextRef="#ctx0" brushRef="#br0" timeOffset="187862.0193">11450 11543 47 0,'4'-5'421'16,"0"-2"20"-16,0 2 12 0,0-4-7 0,-3 3-9 16,0-1-15-16,2 4-26 0,-6-1-28 0,6-3-29 15,-3 2-30-15,0 5-27 0,0-5-29 0,0 0-17 16,-4 2-24-16,4 3-28 0,-1-5-18 0,1 5-15 15,-8-2-15-15,8 2-14 0,-8 1-18 0,8-1-10 16,-11 5-6-16,7 0-13 0,0 2-2 0,-1 1-13 16,1 0-3-16,2 1-4 0,-1 0-4 0,-1 0-11 15,2-1-1-15,-2 2-4 0,3-2 0 0,-1-1-7 16,2-2 1-16,-1 1-4 0,1 0 1 0,1 0-3 16,1-3 0-16,-1 0-1 0,0 2-3 0,4-1-3 15,-1 0 0-15,-1-1 0 0,3 0-5 0,-1 0-1 16,0 1 0-16,3-2 1 0,-3-1-5 0,0 3-2 15,3-2 4-15,-3 0-1 0,-1 1 2 0,2-2 0 16,-1 2 1-16,-1 0 1 0,0 1 2 0,0-1 0 16,-3-1 6-16,3 3-3 0,-4 0 6 0,3 1 3 0,-6 0 10 15,3-1 10-15,-4 2-3 0,2-1 2 16,-5 1 6-16,1 0-7 0,-7-2-1 0,4 4-6 16,0-4-5-16,-5-2 0 0,3 2-6 0,-6 2 2 0,4-3-15 15,2-1-10-15,-2 1-25 0,3-1-19 0,2-1-23 16,-1-1-29-16,5 1-32 0,-1 0-41 0,5-2-57 0,0 0-60 0,0 0-52 0,0 0-39 15,0 0-41-15,18-9-36 0,-8 8-351 0,3-4-870 0,4-1 385 16</inkml:trace>
  <inkml:trace contextRef="#ctx0" brushRef="#br0" timeOffset="188314.8885">11705 11606 133 0,'1'-2'325'16,"4"-2"13"-16,-5 4 14 0,4-9 17 0,0 5 3 15,-2-1 16-15,0 2 3 0,-1-1 3 0,-1 4-6 16,1-8-7-16,-1 8-8 0,-1-6-16 0,1 6-6 31,-1-7-21-31,2 5-6 0,-1 2-18 0,0 0-13 16,1-4-27-16,-1 4-12 0,0 0-21 0,0 0-18 16,0 0-22-16,0 0-18 0,0-5-19 0,0 5-16 15,0 0-14-15,0 0-15 0,0 0-13 0,0 0-39 16,0 0-59-16,0 0 0 0,0 0 0 0,-2 16 0 15,0-11 0-15,2-1 0 0,-1 4 0 0,-4-1 0 0,5-1 0 0,0 4 0 0,0 0 0 0,0 0 0 16,0 1 0-16,0 0 0 0,0 1 0 0,0 1 0 16,4 3 0-16,-2-4 0 0,1 0 0 0,-2 1 0 31,2-2 0-31,-2 0 0 0,4-3 0 0,-1 2 0 0,0-4 0 0,0 0 0 0,1-1 0 0,-2 1 0 0,3-1 0 16,-2-2 0-16,2 1 0 0,-1-1 0 15,3-3 0-15,-8 0 0 0,11-4 0 0,-4 1 0 31,-1-2 0-31,2-1 0 0,-2-2 0 0,2-1 0 0,-2 0 0 16,-3 0 0-16,-2 1 0 0,3-2 0 0,-2 4 0 0,-2 0 0 0,0-3 0 0,1 3 0 16,-2-1 0-16,1 2 0 0,0 1 0 0,-2-1 0 0,-1-1 0 31,1 4 0-31,2 2 0 0,-5-2 0 0,5 2 0 0,-8 0 0 0,8 0 0 0,0 0 0 0,-15 2 0 31,11 1 0-31,-1 3-68 0,-3-1-261 0,1-2-66 16,0 4-48-16,-1 1-57 0,3-4-52 0,-3 4-432 0,1-5-1066 0,-2 0 471 0</inkml:trace>
  <inkml:trace contextRef="#ctx0" brushRef="#br0" timeOffset="188924.2288">11113 11135 17 0,'0'0'346'0,"0"0"-8"0,0 0 3 16,0 0-1-16,0 0-8 0,0 0-2 0,0 0 2 31,0 0 6-31,0 0 2 0,0 0-16 0,0 0-3 0,0 0-12 0,0 0-11 0,0 0-21 0,0 0-13 16,0 0-15-16,0 0-11 0,0 0-14 0,0 0-2 15,0 0-8-15,0 0 0 0,0 0-9 0,0 0-1 16,0 0-14-16,0 0 1 0,0 0-4 0,0 0 2 16,0 0-5-16,0 0-18 0,0 0-20 0,18-9-16 15,-5 8-10-15,5-1-49 0,12-1-71 0,7 1 0 16,3-1 0-16,14 0 0 0,-1-1 0 0,6 0 0 16,1-2 0-16,-4 4 0 0,2-1 0 0,-2-1 0 15,-19 1 0-15,2 2 0 0,-5 0 0 0,-3 2 0 16,-8-2 0-16,-3 0 0 0,-7 1 0 0,0 0 0 15,-2 0 0-15,-2-2 0 0,-4 4 0 0,3-2 0 16,-3 1 0-16,-5-1 0 0,8 0 0 0,-8 0 0 16,6 0 0-16,-6 0 0 0,0 0 0 0,3 2 0 15,-3-2 0-15,0 0-53 0,0 0-156 0,0 0-39 16,-8 10-31-16,8-10-56 0,0 1-38 0,0-1-43 16,-4 4-62-16,4-4-60 0,0 0-339 0,0 0-951 0,0 0 421 15</inkml:trace>
  <inkml:trace contextRef="#ctx0" brushRef="#br0" timeOffset="189955.2702">12533 11609 319 0,'6'-2'363'0,"-6"2"-1"0,0 0-18 15,7-2-26-15,-7 2-8 0,1-4-18 0,-1 4-9 16,0 0 0-16,-9-7 3 0,4 4-6 0,-3-2-3 16,3-1-1-16,-6 1-6 0,-4-5 5 0,4 5-2 15,0-2-7-15,-5-2 1 0,2-1 1 0,1-2 2 16,-2 2-7-16,2-3-4 0,-2 0-6 0,2 0-18 16,3-3-12-16,-3 1 14 0,3-7-15 0,0 6-23 15,2-3-17-15,3 0-14 0,-3-6-100 0,3 0-68 16,1-2 0-16,8 3 0 0,-3-1 0 0,3 1 0 15,0 5 0-15,5-6 0 0,5 3 0 0,-5 7 0 0,4-1 0 16,-2 0 0-16,5 3 0 0,-1 1 0 16,0 0 0-16,1 4 0 0,-4 1 0 0,0 3 0 15,7-1 0-15,-4 2 0 0,-2 1 0 0,5 2 0 0,0 4 0 16,0 2 0-16,-4 0 0 0,1 3 0 0,2 0 0 16,-3 3 0-16,-4 1 0 0,-2-1 0 0,2 5 0 15,-9-5 0-15,-1 2 0 0,0 3 0 0,-2 0 0 16,-5-2 0-16,0 1 0 0,-4 2 0 0,-2-4 0 15,-7 6 0-15,1-5 0 0,0-4 0 0,-5 4 0 16,7-5 0-16,-5-3 0 0,4 1 0 16,1-2 0-16,4 0 0 0,0-4 0 0,4 0 0 0,0 1 0 15,-1-2 0-15,6 2 0 0,-1 0 0 0,1-1 0 16,0 0 0-16,4-2 0 0,0 0 0 0,-9 0 0 16,9 0 0-16,0 0 0 0,0 0 0 0,0 0 0 15,0 0 0-15,0 0 0 0,17-7-112 0,-8 7-302 16,2 3-50-16,1-1-55 0,7 0-56 0,-2 1-444 15,-1 5-1101-15,3-5 487 0</inkml:trace>
  <inkml:trace contextRef="#ctx0" brushRef="#br0" timeOffset="190707.1047">12787 11474 154 0,'3'-3'252'0,"-3"3"-14"0,1-4-18 15,-1 4-8-15,3-3-12 0,-3 3-10 0,1-4-7 16,-1 4-5-16,0 0-3 0,0 0 2 0,0 0-3 15,0-4 1-15,0 4 2 0,0 0 16 0,0 0 8 16,0 0 9-16,0 0 6 0,0 0 8 0,0 0-5 16,0 0-5-16,6-2-2 0,-6 2 0 0,0 0-4 15,0 0-6-15,0 0-7 0,0 0-6 0,0 0 1 16,0 0-4-16,0 0-13 0,0 0-8 0,0 0-5 16,0 0-6-16,0 0-8 0,3-3-10 0,-3 3-1 15,0 0-14-15,0 0-4 0,0 0-9 0,0 0-7 16,0 0-2-16,0 0-6 0,0 0-4 0,0 0-10 15,0 0-7-15,0 0-5 0,0 0 2 0,0 0 3 16,0 0-17-16,0 0-1 0,0 0-6 0,0 0-1 0,0 0-13 16,0 0-13-16,0 0-21 0,0 0 0 0,0 0 0 15,0 0 0-15,0 0 0 0,0 0 0 0,0 0 0 16,0 0 0-16,-3 14 0 0,1-8 0 16,-2-1 0-16,4 5 0 0,0 1 0 0,-4-4 0 0,4 5 0 31,0-2 0-31,-1 2 0 0,-3 1 0 0,4 0 0 15,-4 3 0-15,3-4 0 0,-2 0 0 0,2 3 0 16,-2-2 0-16,6-1 0 0,-6 1 0 0,6-1 0 16,-3 1 0-16,0-1 0 0,0-1 0 0,0 1 0 15,1 1 0-15,-1-4 0 0,-1 3 0 0,2-3 0 16,-1-1 0-16,3-2 0 0,-2 2 0 0,-1-4 0 0,3 0 0 16,-2 2 0-16,0-3 0 0,3 1 0 15,0-2 0-15,2 0-4 0,-6-2-4 0,13-2 18 16,-5 1-20-16,3-2 4 0,-2-2 3 0,1-1 1 0,6-5 5 15,-2 3-14-15,-2-3 12 0,0 0 4 0,0-1 5 16,0 0-2-16,-4 2-1 0,-3 1-7 0,4 0 0 16,-6 3 0-16,-1-2 0 0,2 1 0 0,-3 1 0 15,1 1 0-15,-2-2 0 0,0 1 0 0,-3 2 0 16,3-2 0-16,-6 1 0 0,3 1 0 0,-6 3 0 16,4-2 0-16,-4 3 0 0,1-1 0 0,-2 1 0 15,0 1 0-15,0 0 0 0,0 1-20 0,2 0-149 16,-4 0-51-16,2 1-52 0,0-3-61 0,2 3-59 15,1-2-72-15,-1 2-81 0,-1-1-418 0,1 1-1043 16,1-2 461-16</inkml:trace>
  <inkml:trace contextRef="#ctx0" brushRef="#br0" timeOffset="191379.7492">13910 10762 174 0,'0'0'333'0,"0"0"-3"0,0 0-6 0,-8-1-3 16,8 1 6-16,0 0-3 0,0 0 2 0,0 0-1 0,0 0 3 15,-8 0-2-15,8 0-7 0,0 0 18 0,0 0-7 16,0 0-9-16,0 0-5 0,0 0-9 15,0 0-17-15,0 0 5 0,0 0-15 0,0 0-9 0,0 0-12 16,0 0-9-16,0 0-27 0,0 0-17 0,0 0-18 16,0 0-18-16,33-3-13 0,-12 1-16 0,-1 0-48 15,8-4-93-15,3 4 0 0,6-1 0 0,0 1 0 16,0-1 0-16,0-4 0 0,0 7 0 0,-2-2 0 16,-2 2 0-16,-5-1 0 0,-10 1 0 0,-3-2 0 15,-2 5 0-15,1-6 0 0,-6 3 0 0,-1 0 0 16,0 0 0-16,-7 0 0 0,9-1 0 0,-4 0 0 15,-5 1 0-15,0 0 0 0,6-1 0 0,-6 1 0 16,0 0 0-16,0 0 0 0,0 0 0 0,0 0 0 16,0 0 0-16,0 0-229 0,0 0-147 0,0 0-30 15,0 0-42-15,0 0-71 0,0 0-57 0,0 0-364 16,0 0-1018-16,0 0 450 0</inkml:trace>
  <inkml:trace contextRef="#ctx0" brushRef="#br0" timeOffset="192113.956">16767 10011 54 0,'4'-5'361'0,"1"0"-11"0,-1 0-3 0,0 1 5 16,-2 0 2-16,2 1 4 0,-1-1-12 0,-2 1-2 15,0 1-4-15,-1 2-6 0,4-7-10 16,-2 5 2-16,1-2-9 0,-3 4-12 0,2-5-6 0,0 3-11 16,-2 2-8-16,-2-6-15 0,2 6-1 0,2-6-10 15,-2 6-6-15,0-4-13 0,0 4-10 0,0 0-21 16,1-3-10-16,-1 3-16 0,0 0-18 0,0 0-14 15,0 0-17-15,0 0-119 0,0 0-10 0,0 0 0 16,0 0 0-16,0 0 0 0,0 0 0 0,-5 14 0 16,0-7 0-16,-1 6 0 0,-2 2 0 0,-4 7 0 15,0 2 0-15,1 1 0 0,1 0 0 0,-5 3 0 16,3-2 0-16,-2 1 0 0,1 2 0 0,2 2 0 16,-1-5 0-16,2-1 0 0,5-1 0 0,-3-5 0 0,7 0 0 15,2 0 0-15,7-1 0 0,-2-1 0 16,6-2 0-16,2 0 0 0,3-3 0 0,7 4 0 15,0-6 0-15,3-1 0 0,-1-2 0 0,1-3 0 0,-6-2 0 16,2-4 0-16,5 0 0 0,-10-2 0 0,1-1 0 16,-2-4 0-16,0 1 0 0,-3 0 0 0,-4 1 0 15,0-2 0-15,-3 1 0 0,-2-2 0 16,1 1 0-16,-6-1 0 0,0 0 0 0,-3-2 0 0,-3 3 0 16,-3-2 0-16,0 3 0 0,-5-1 0 0,-1 2 0 15,-4 0 0-15,2 3 0 0,-2 0 0 0,-3 2 0 16,5 2 0-16,-2 0 0 0,3 1 0 0,2 0 0 15,1 2 0-15,-1-1 0 0,2 3 0 0,1-1-269 16,1 0-204-16,-2 3-67 0,6-4-71 0,-7 3-439 16,5-1-1137-16,-1-3 503 0</inkml:trace>
  <inkml:trace contextRef="#ctx0" brushRef="#br0" timeOffset="192832.5358">15847 10678 250 0,'0'0'256'0,"-8"0"3"15,8 0-5-15,0 0 8 0,-9 0-11 0,9 0 0 16,-9 1-4-16,9-1-2 0,-9-3-3 0,9 3-12 16,-9 0-10-16,9 0-5 0,-10 0-5 0,2 0-10 15,2-1-6-15,6 1-14 0,-9 1-5 0,9-1 2 16,-6 0 4-16,6 0 1 0,0 0 2 0,0 0 2 16,-7 0 0-16,7 0 3 0,0 0-13 0,0 0-16 15,0 0-9-15,0 0-16 0,22-3-20 0,-11 1 1 16,10-1-12-16,7-2-11 0,5 2-6 0,7 1 5 15,0 1-15-15,14-5-6 0,9 4 6 0,29-5-6 16,0-1-9-16,7-1-2 0,3 3-14 0,0-3 0 16,4 0 0-16,5 1-7 0,7 0 9 0,3 2 5 15,2 0 18-15,0-4 16 0,-2 7 6 0,-1-6-2 0,-7 4-10 16,-2 5 0-16,-1-4-10 0,0-4 0 0,-4 4-6 16,-3-1-4-16,-2 0 2 0,-5 3-58 0,-4-4-5 15,-27 1 0-15,-1 0 0 0,4 3 0 0,-7-1 0 16,-1-2 0-16,-5 2 0 0,-15-1 0 0,1 2 0 15,-7 0 0-15,-3 0 0 0,-4-1 0 0,-7 2 0 16,-6 1 0-16,-3-1 0 0,-4 0 0 0,1 1 0 16,-2-1 0-16,-1 2 0 0,-5-1 0 0,9-1 0 15,-9 1 0-15,0 0 0 0,0 0 0 0,7-1 0 16,-7 1 0-16,0 0 0 0,0 0 0 0,0 0 0 16,0 0 0-16,0 0 0 0,0 0 0 0,-20 2 0 15,20-2 0-15,-5 1 0 0,5-1-23 0,0 0-264 16,-10 0-43-16,10 0-40 0,-5 1-31 0,5-1-43 15,-6 1-58-15,6-1-54 0,-7 3-324 0,7-3-953 16,-10-1 422-16</inkml:trace>
  <inkml:trace contextRef="#ctx0" brushRef="#br0" timeOffset="193943.1574">15825 11121 244 0,'0'0'306'0,"0"0"2"0,0 0-4 0,0 0-5 15,0 0 1-15,-9-7 12 0,5 1-1 0,4 6 8 16,-5-4 4-16,1 1 1 0,4 3-3 0,-4-5-6 16,3 3-13-16,1 2-12 0,-4-7-11 0,4 7-6 15,0-7-20-15,0 3-20 0,0 4-8 0,3-5-21 16,-2 0-13-16,0 1-16 0,2 0-17 0,2 1-13 0,-1-3-6 15,2 4-24-15,2-2-11 0,-3 0-14 16,7 0-8-16,3 0-5 0,-2 2-16 0,-1 2-8 16,1-1-7-16,3 2-4 0,0-1-15 0,5 0 7 15,-2 3-2-15,-6 2-7 0,3 1 1 0,-3-1-10 0,0 4-2 16,1 0 8-16,-8 0-4 0,2-1-4 0,-3 3-6 16,3-1 6-16,-6 1-9 0,-2 0 6 0,0 6 1 15,-6-2 0-15,-4 2 1 0,-3 0-2 16,-9 1-5-16,1 1 1 0,-1-1 5 0,-6-1-3 0,-1 0-2 15,4-1-4-15,-3-4 3 0,1-2 2 0,5 0-9 16,3-5 13-16,1 1 1 0,9-2 2 0,-5 0 22 16,5-3 17-16,2-1 1 0,-1-1-9 0,3 0 12 15,-3-2-51-15,3-2-7 0,0-4 0 0,1 0 0 16,3-3 0-16,-1 0 0 0,1-4 0 0,4-1 0 16,1-1 0-16,1-2 0 0,1 5-87 0,2-2-89 15,1 2-56-15,1-2-45 0,3 2-64 0,2 3-59 16,-2 0-52-16,11-1-64 0,-6 6-436 0,-1 0-1031 15,-6 1 456-15</inkml:trace>
  <inkml:trace contextRef="#ctx0" brushRef="#br0" timeOffset="194365.0891">15922 10946 92 0,'0'-11'438'15,"0"2"26"-15,0-3 10 0,1 2 13 0,1 0 1 16,-2-1-4-16,0 6-7 0,0-4-5 0,0 4-10 16,0 1-21-16,1-3-20 0,-1 4-30 0,0 3-33 15,0-6-33-15,1 4-36 0,-1 2-33 0,0 0-24 16,0 0-22-16,0 0-7 0,0 0 4 0,2 18-4 16,-1-9-5-16,0 7-79 0,0 4-119 0,-1 4 0 0,-1 4 0 15,1 1 0-15,1 2 0 0,-1 0 0 0,-1 2 0 16,0 0 0-16,2-1 0 0,-1 1 0 0,-1-2 0 15,1 2 0-15,-3-4 0 0,3 4 0 16,-2-4 0-16,2 2 0 0,-3 0 0 0,3-1 0 0,3 1 0 16,-5-1 0-16,1 1 0 0,1-2 0 0,-1-3 0 15,1-1 0-15,0-6 0 0,0-1 0 16,-1-1 0-16,1-1 0 0,0-5 0 0,2 1 0 0,-3-2 0 16,2 0 0-16,0-4 0 0,1-1 0 0,-2 1 0 15,1-2 0-15,0-3 0 0,-1-1 0 0,2 5 0 16,-2-5 0-16,0 0 0 0,0 0 0 0,16-8 0 15,-11 4 0-15,0-5 0 0,3 2 0 0,0-5-179 16,3-1-321-16,-2-2-49 0,5-9-46 0,-1 8-467 16,1 1-1150-16,-4-1 509 0</inkml:trace>
  <inkml:trace contextRef="#ctx0" brushRef="#br0" timeOffset="194833.5691">16290 11341 271 0,'3'-6'362'0,"1"1"19"0,-2-2 21 0,1 2 18 16,-2-1 11-16,2 1-1 0,-1 1-12 16,-1-1-14-16,1 1-8 0,-2 1-22 0,0 3-29 15,0-6-19-15,0 6-34 0,-2-5-33 0,2 5-24 16,-1-4-33-16,1 4-15 0,0 0-22 0,0 0-20 0,-18 10-10 16,9-4-21-16,2 1-3 0,-1 1-21 0,0 2-2 15,-1-1-4-15,-1 2-18 0,2 0 1 16,-1 2-11-16,4-5-6 0,-3 3 3 0,2 0-16 0,2-5 3 15,-1 2-5-15,3-2-4 0,-1-2-5 0,3 2-3 16,-4-4-11-16,1 3 10 0,3-5-7 0,1 4 3 16,3-1 6-16,-4-3-8 0,5 3-2 15,1-2 2-15,-2 2 2 0,1-3-10 0,4 2 1 0,-3 0-1 16,2-1-2-16,1 0 3 0,0 1-1 0,-1-1-11 16,1 4 10-16,-3-4-8 0,2 2 3 0,-2-1 0 15,0 1 0-15,0 0-7 0,-1 0 4 0,1-1 1 16,-2 3 1-16,0-2-2 0,-2 1-4 0,0 0 8 15,0 3-6-15,-2-5 8 0,0 5-4 0,-1-1 2 16,-3-1 12-16,-1 0-14 0,-3 2-1 0,2-1 6 16,-4-4-2-16,-3 6 0 0,0-1-2 0,0-4 2 15,-5 3-20-15,6-2-9 0,-9 0-6 0,8-1-8 16,3-1-3-16,1 0-1 0,0-1 3 0,2-1-6 16,0-3-19-16,1 3-28 0,3-3-35 0,-2 0-42 15,5 3-29-15,-1-6-41 0,1-1-41 0,4 5-36 16,0-2-39-16,1 0-38 0,5-5-37 0,3 5-37 15,-2 1-262-15,3-2-789 0,-4 2 350 0</inkml:trace>
  <inkml:trace contextRef="#ctx0" brushRef="#br0" timeOffset="195411.5943">16490 11461 140 0,'-3'-6'327'0,"3"1"-10"0,0-1-11 0,3 0-1 16,-6-1-10-16,3-1-3 0,3 0-11 0,-2 2-6 16,-1-4-2-16,4 5-19 0,-4-3 5 0,1 3-7 0,0 0-16 15,2-2-17-15,-2 4-24 0,3-1-9 0,0 1-22 16,-3-2-18-16,6 2-13 0,-4 1-13 0,-3 2-16 16,13 0-5-16,-7 2-14 0,1 0-7 0,-2 0-7 15,2 3-8-15,0-3-5 0,-2 5-6 0,-1 0-4 16,0-2-8-16,0-1-3 0,1 4-1 0,-4 1-3 15,-1-1-5-15,-1 1-3 0,-4 1 2 0,1-1-3 16,0 1-3-16,-1-3-3 0,-4 2 0 0,-3-4-4 16,3 1-9-16,-2 0-6 0,-2 0-2 0,-1-1-1 15,0 0 3-15,1-4-2 0,3 2 5 0,0-2 3 16,1-2-1-16,1 2 1 0,3-1 2 0,-3-4 9 16,3 2 3-16,1-3 4 0,3 0 8 0,-1 2 7 15,2-5 1-15,2 2 5 0,2-3-8 0,-1 0 3 16,-1 0 4-16,7 3-2 0,-3-2-3 0,3-1-1 15,-1 4 2-15,2-2-5 0,-1 1 0 0,-2 1 1 16,-1 3-8-16,3 0-2 0,-1 1-3 0,-2-1 4 16,3 4 2-16,-1-1 6 0,1 3 3 0,0-1 3 15,1 5-5-15,-3-1 2 0,2 7-3 0,-2-5-3 16,0 2-3-16,1 0 0 0,1 2-3 0,-4-2 4 16,-1 2-5-16,6 2-2 0,-9-6-1 0,7 6-6 15,-4-2-3-15,1-1 1 0,-1-2 0 0,4 0-1 16,-5-1 5-16,1 0-2 0,0-2-8 0,0-1 5 15,0 0-5-15,-3-1 6 0,3-2-2 0,2 1-5 0,-3 0 4 16,-2-2-12-16,-1-2-10 0,4 2-17 0,-4-2-16 16,0 0-20-16,8 0-21 0,-8 0-24 15,0 0-22-15,6-5-37 0,-1 1-48 0,-2 0-38 16,-3-2-57-16,0 2-52 0,0-4-76 0,-2 2-399 0,-4 0-910 16,2 0 403-16</inkml:trace>
  <inkml:trace contextRef="#ctx0" brushRef="#br0" timeOffset="196083.2786">17302 11099 146 0,'0'0'380'0,"3"-6"20"0,-2-1 5 0,-1 1 3 0,0 2 6 16,0-1-2-16,0 0-2 0,2-1-7 0,-2 1-11 16,2-1-3-16,-2 3-8 0,1-2-15 0,-1 0-9 15,0 5-14-15,0-6-15 0,0 6-13 0,0-2-22 16,0 2-29-16,3-6-28 0,-3 6-26 0,0 0-23 16,0 0-23-16,0 0-15 0,0 0-1 0,-4 11 15 15,4 0-35-15,0 2-128 0,0 1 0 0,-2 2 0 16,2 4 0-16,-2 5 0 0,2-7 0 0,-1 7 0 15,1-3 0-15,-3-3 0 0,3 0 0 0,-1 0 0 16,1 0 0-16,-3-1 0 0,2 0 0 0,-1-3 0 16,-2-3 0-16,1 0 0 0,2-3 0 0,1 0 0 15,-2 0 0-15,0-4 0 0,2 0 0 0,0 2 0 16,-2-3 0-16,0-2 0 0,2 2 0 0,0-4 0 0,0 5 0 16,0-5 0-16,2 4 0 0,-2-4 0 15,0 0 0-15,0 0 0 0,0 0-47 0,7-14-370 16,-3 10-50-16,1-4-47 0,0 1-52 0,-1-3-37 15,0 2-327-15,1-2-1007 0,-1 1 446 0</inkml:trace>
  <inkml:trace contextRef="#ctx0" brushRef="#br0" timeOffset="196521.7297">17174 11087 174 0,'-2'-6'411'0,"1"-2"20"0,-3 1 5 0,3 1 1 16,-2-3-3-16,2 4-4 0,1-2-15 0,-1 0-22 0,-2 4-17 16,3-3-33-16,0 0-23 0,0 1-33 0,3-1-25 15,-2 3-25-15,1-1-27 0,1-1-19 0,6 2-22 16,0-1-7-16,2 3-26 0,2-2-4 16,1 2-8-16,5-1-8 0,-1 5-7 0,3 1 1 0,-1 1-6 15,8 3-3-15,-2 2 0 0,-2 2 1 0,2-1-9 16,-2 3-3-16,0 1-6 0,-2 1-5 0,-2 0-5 15,-2-2-3-15,-1 4-2 0,-6-2-4 0,2-1-10 16,-4 1-6-16,1 0-4 0,-3-2 3 0,-5 1-6 16,0 2-4-16,-4 0-5 0,0 0-30 0,-5 0-3 15,-3 0 0-15,0-1 0 0,-8 5 0 0,-4-1 0 16,-1-1 0-16,-2-2 0 0,-2-1 0 0,1 0 0 16,2-5 0-16,-3-1 0 0,8-2 0 0,5 0 0 15,0-2 0-15,2-3 0 0,1 1 0 0,3-2 0 16,3 1 0-16,1-2 0 0,-1 1 0 0,5-2 0 0,0 0 0 15,0 0 0-15,0 0 0 0,0 0 0 16,10-13 0-16,-1 8-23 0,4 2-197 0,0-2-45 16,6 1-47-16,-2-1-54 0,3 2-48 0,-1-1-59 15,-1-1-57-15,1 3-402 0,-1-3-1008 0,3 2 446 0</inkml:trace>
  <inkml:trace contextRef="#ctx0" brushRef="#br0" timeOffset="196959.3791">17854 11293 77 0,'3'-5'424'15,"2"-3"21"-15,-2 0 2 0,-2 1 4 0,2 2-4 16,-2-3-16-16,0 2-18 0,-1 0-17 0,1 1-12 16,-1 0-21-16,0 1-22 0,0 0-27 0,0 4-33 15,0-6-33-15,0 6-26 0,0 0-22 0,0 0-28 16,0 0-15-16,0 0-15 0,-15 7-12 0,9 0-13 15,1-2-14-15,-3 3-13 0,1-2-4 0,1 3-7 16,2 0-14-16,-2-1-6 0,1 0 2 0,2 0-4 16,1 0-16-16,-1-1-5 0,1-2-3 0,0 0-9 15,1 0-10-15,0-1-7 0,1 1 4 0,-3-1-5 16,6-1 2-16,1 2 1 0,-2-1 8 0,2-2-12 16,1-1 2-16,1 1 0 0,-1 1-7 0,2 0 3 15,-1 0-3-15,0-2 0 0,1 2 3 0,-2-1-4 16,-1-1 0-16,1 0 1 0,-1 2-4 0,1 1 6 15,-2-3-4-15,-1 2-2 0,2-1-7 0,-1 1 7 16,-1-2 1-16,-2-1 6 0,3 8-2 0,-2-4 7 16,-2 0-9-16,1-4 7 0,-3 8-6 0,1-3 3 15,-1-2-4-15,-5 1 2 0,1 3 10 0,-1-4-7 16,-1 1-1-16,-1 0 6 0,0 1-14 0,-1 0 6 16,-6 2 7-16,5-3-7 0,-6 0-12 0,9-1-11 15,0-2-9-15,3 2-28 0,-2-1-21 0,3-1-28 16,1 0-46-16,4-1-78 0,0 0-75 0,0 0-64 0,0 0-66 15,0 0-53-15,13-9-370 0,-4 5-931 0,5-1 413 16</inkml:trace>
  <inkml:trace contextRef="#ctx0" brushRef="#br0" timeOffset="197524.6125">18083 11359 168 0,'0'0'354'0,"0"-8"-5"0,2 5-3 0,-2 3-5 15,2-7-13-15,-2 3-7 0,1-1-19 0,-1 5-3 16,0-6-12-16,0 6-19 0,2-4-17 0,-2 4-19 16,1-5-20-16,-1 5-24 0,4-3-17 0,-4 3-19 15,2-2-19-15,-2 2-15 0,7-1-15 0,-7 1-10 16,0 0-12-16,13 3-6 0,-10-3-9 0,4 4-5 15,-4-1-1-15,1 0-7 0,1-1-9 0,-1 3 4 16,0 0-5-16,-2 0-7 0,0 2-2 0,-1-2 1 16,-2 3-5-16,1-2 0 0,-4 5-3 0,-1-4-3 15,1 2-1-15,-4-1-1 0,-3 0 0 0,1-1-6 16,-3-1 5-16,0 1-9 0,2-4-8 0,-3 2-6 0,1-4-3 16,3 3 4-16,-2-3-4 0,2 1 3 0,2-5 4 15,2 2 3-15,2-2-2 0,0-1-2 16,4 0 10-16,0-1 12 0,0-1-2 0,3 0 7 15,1 1 7-15,2-5-1 0,2 3 9 0,-2-1 5 0,3 0-1 16,1 0 6-16,-1 4 0 0,-1-3 2 0,3 0-4 16,0 4-4-16,-2-3-1 0,2 4-1 0,-3 0 2 15,-1 2 9-15,2 2 4 0,0-1 1 0,-2 3 2 16,2 1 1-16,-3 1-3 0,2 3-4 0,-1-2-8 16,-3 5-4-16,1-1 2 0,-1-1-2 0,0 3-10 15,-3-1-2-15,3-3 0 0,-3 2 1 0,-1 1-8 16,3-1 0-16,-3 1 1 0,1-5-5 0,-1 0 3 15,0-1-10-15,0 2-4 0,1-3 9 0,-1-1-14 16,3 1-4-16,-3-2-15 0,0-3-17 0,1 6-10 16,-1-5-17-16,0-1-17 0,0 0-45 0,0 0-35 15,9-1-44-15,-9 1-51 0,13-5-41 0,-8-2-42 0,-2 2-52 16,2-4-65-16,-4 1-401 0,2-4-922 16,-2-5 408-16</inkml:trace>
  <inkml:trace contextRef="#ctx0" brushRef="#br0" timeOffset="198103.08">17460 10953 269 0,'-4'-2'308'0,"4"2"2"0,-4-2-1 15,4 2 7-15,-4-3 15 0,4 3 7 0,0 0 13 16,-6-3 10-16,6 3 6 0,0 0-3 0,0 0 0 16,0 0-7-16,0 0-10 0,-8 0 2 0,8 0 7 15,-4-2-8-15,4 2-5 0,0 0-14 0,0 0-11 16,-6-1-20-16,6 1-13 0,0 0-18 0,-4-3-11 16,4 3-15-16,0 0-132 0,0 0-109 0,0 0 0 15,0 0 0-15,6-4 0 0,2 1 0 0,4 2 0 0,8-4 0 16,11-1 0-16,3 2 0 0,2-2 0 15,16-1 0-15,6 4 0 0,2-2 0 0,-4 1 0 16,0-3 0-16,-2 4 0 0,-14 2 0 0,-1-2 0 0,-3 2 0 16,1-1 0-16,-7-1 0 0,-10 2 0 0,0 1 0 15,-7-1 0-15,-2 1 0 0,1-2 0 0,-7 2 0 16,0-1 0-16,3 1 0 0,-8 0 0 16,9 0 0-16,-9 0 0 0,5 0 0 0,-5 0 0 0,0 0 0 15,0 0 0-15,8 0 0 0,-8 0 0 0,0 0 0 16,0 0 0-16,0 0 0 0,0 0-243 0,0 0-205 15,0 0-45-15,0 0-70 0,0 0-56 0,0 0-353 16,0 0-1051-16,-3-6 466 0</inkml:trace>
  <inkml:trace contextRef="#ctx0" brushRef="#br0" timeOffset="198962.1904">18973 11322 132 0,'0'0'329'0,"0"0"-3"0,0 0-11 15,0 0-10-15,-12-1-6 0,12 1-7 0,-10-3-6 16,4 2-4-16,1 0-3 0,-3-1-3 0,0 2 1 16,1-2-9-16,-1 0-5 0,0-1-1 0,-2 1-5 15,0 0-2-15,-2-2 0 0,1-1 0 0,-1-1 5 16,-1 1 8-16,-1-2 3 0,0-5-6 0,-1 1-1 16,1-2-21-16,-1-1-4 0,-3-7-6 0,0-1-16 15,5 1-12-15,0-2-21 0,2-4-16 0,-2-1-7 16,8-1-161-16,-3-1 0 0,6 1 0 0,-1 0 0 15,3 1 0-15,4 0 0 0,-3 2 0 0,6 1 0 16,-1 4 0-16,4-1 0 0,-3 6 0 0,2 0 0 16,1 2 0-16,1-1 0 0,1 3 0 0,-1 3 0 15,5 2 0-15,-1-2 0 0,0 3 0 0,3 3 0 0,0 0 0 16,-4 2 0-16,4 3 0 0,1 2 0 16,-1 2 0-16,-4 4 0 0,4-1 0 0,-4 2 0 15,-1-1 0-15,0 4 0 0,-4-1 0 0,-3 3 0 0,0 0 0 16,-1-2 0-16,-5 4 0 0,-1-3 0 0,-3 2 0 15,-4 0 0-15,0-1 0 0,-4 0 0 0,-2 0 0 16,-4 2 0-16,-2-2 0 0,-2 1 0 16,-1-2 0-16,5-4 0 0,-1-1 0 0,1-1 0 0,-1-2 0 15,4 2 0-15,-2-2 0 0,5-4 0 0,2 2 0 16,0-2 0-16,4 1 0 0,-1-1 0 0,2-2 0 16,0 1 0-16,1-1 0 0,4-1 0 0,-6 2 0 15,6-2 0-15,-3 2 0 0,3-2 0 0,0 0-207 16,0 0-43-16,0 0-48 0,0 0-40 0,16-6-45 15,-9 6-44-15,0 2-54 0,2-3-49 0,1 2-350 16,3 1-953-16,-2 0 422 0</inkml:trace>
  <inkml:trace contextRef="#ctx0" brushRef="#br0" timeOffset="199634.6614">19098 11229 61 0,'-4'-6'338'0,"4"1"1"0,-1 3-5 16,1 2-13-16,-3-8-4 0,3 3-14 0,-1 1-2 16,1 4-8-16,0-6-13 0,1 0-8 0,-1 2-15 15,2 1-12-15,-2 3-12 0,2-6-25 0,2 4-19 0,-1-2-18 16,-1 1-18-16,2 2-16 0,1-3-15 15,0 2-11-15,0 1-12 0,2 0-9 0,-2 0-8 16,2 0-6-16,-7 1 1 0,12 1-10 0,-6 0-1 16,1 1 2-16,0 2 2 0,0-2-4 0,-1 3-5 0,-1-2 2 15,0 3-9-15,2-3-6 0,-3 2-2 16,-1 2-4-16,-1 1-1 0,-2-1-4 0,0 0-3 16,-2 0 0-16,0 2 1 0,-1 0-6 0,-6-1-2 15,4 1 2-15,-2-1-3 0,-4-2-4 0,0 2-1 0,-2-2 1 16,0-2-3-16,1 0 0 0,0 1-1 0,-2-3-2 15,4 1-2-15,2-2 4 0,-1 0-1 0,0-1 7 16,9 0 9-16,-10-1 17 0,2-2 4 0,7 1 1 16,-3-1 1-16,0-2 0 0,4 0 8 0,0-2-3 15,4-1-3-15,0-1-1 0,2-1-9 0,-1 2 8 16,3-2-8-16,0-1 3 0,-3 3-6 0,4-2-5 16,-1 3 5-16,-2-2-13 0,-1 3-1 0,5 2-4 15,-3-1-5-15,0 2 6 0,0 0-6 0,0-1 0 16,1 4 5-16,-4-2 4 0,4 2 0 0,-1 2 4 15,2-1 3-15,1 3 3 0,-1 2 3 0,3 0-2 16,-2 2-7-16,-5 1 2 0,3-2-2 0,-2 3-4 16,1 1-3-16,-1-2-4 0,-1 2 7 0,-1 0-9 15,0 0-6-15,1 0 2 0,-4 1-16 0,4 0-2 16,-2-4 0-16,-2 0 0 0,-1 2 0 0,3-4 0 16,-2 1 0-16,-1-1 0 0,1-1 0 0,3 3 0 0,-4-3 0 15,4 0 0-15,0 0 0 0,-2 0 0 16,1-1 0-16,-2 2-60 0,4-3-14 0,-1-1-21 15,0-1-10-15,-1 1-20 0,-3-2-22 0,5 3-33 0,-5-3-30 16,6 0-39-16,-6 0-40 0,0 0-37 0,9-6-36 16,-8 2-59-16,2-3-60 0,-3 1-364 15,1-5-915-15,-1 0 405 0</inkml:trace>
  <inkml:trace contextRef="#ctx0" brushRef="#br0" timeOffset="200588.2953">19176 9829 88 0,'-8'-4'366'0,"2"-2"2"0,-1 0 3 0,2 0 13 15,1 1-4-15,1-1-3 0,-1 0-13 16,1 2-13-16,1 0-9 0,-1-2-9 0,2 2-17 16,1 4-17-16,1-6-30 0,1 0-28 0,-2 2-21 15,3 2-16-15,2-1-21 0,2-1-16 0,0 2-21 0,4-1-8 16,1 0-14-16,0 1-3 0,6 0 3 15,-1-3-6-15,2 3-11 0,2-1-3 0,-4 0-2 16,11 0-7-16,-6 1-12 0,10-2 3 0,-14 1-7 16,3-1-4-16,9-1-13 0,-3 0 15 0,-6 3-2 0,0-2-12 15,-1 1 7-15,-3 1-6 0,2-1 2 0,-7 0-1 16,2 2-22-16,-3-1 10 0,1 1-17 0,-2-2 2 16,-4 3-14-16,1-1-5 0,0 1 15 0,-2 1-17 15,-5-1-2-15,9 2 2 0,-3-1-9 0,-3 2 8 16,2-2-8-16,-1 5-2 0,0-4-3 0,1 3 2 15,-4-2-1-15,2 2 0 0,1 1 4 0,-1 3 8 16,0 1 1-16,2 0 11 0,-3 0 11 0,0 5 3 16,-1 1-18-16,2 0-24 0,-2 10 0 0,-1 2 0 15,4 1 0-15,-4 4 0 0,0 2 0 0,-4 12 0 16,0 2 0-16,1 2 0 0,5 1 0 0,-7 0 0 16,-4 1 0-16,1 1 0 0,5 2 0 0,-4-2 0 15,3 0 0-15,-2 0 0 0,2 2 0 0,4-2 0 16,-5-2 0-16,5 2 0 0,1-2 0 0,-2-1 0 15,0 2 0-15,2-7 0 0,-1 2 0 0,-1-14 0 16,0 13 0-16,1-12 0 0,0-1 0 0,0-5 0 16,0 4 0-16,1-4 0 0,-1 0 0 0,-1-1 0 15,2 1 0-15,-2-2 0 0,1-6 0 0,2-2 0 0,-3 0 0 16,2 6 0-16,-1-5 0 0,-1-4 0 0,2-1 0 16,-3 2 0-16,0-3 0 0,2 2 0 0,-2-3 0 15,0-3 0-15,2-1 0 0,-1 0 0 16,0-2 0-16,1-3 0 0,-2 3 0 0,1-2 0 0,1-2 0 15,0 1 0-15,-1 0 0 0,0-1 0 0,1-3 0 16,-3 6 0-16,1-4 0 0,2-2 0 0,-7 3 0 16,2-1 0-16,1 1 0 0,-2-1 0 0,1-1 0 15,-3 2 0-15,-3-3 0 0,0 1 0 0,-3 1 0 16,1 0 0-16,-16-3 0 0,10 2 0 0,-9 3 0 16,1-2 0-16,7-1 0 0,-2 0 0 0,4 0 0 15,-1 1 0-15,1-2 0 0,0 0 0 0,5 3 0 16,2-3 0-16,-2 1 0 0,3-1 0 0,-1 0 0 15,4 0 0-15,1 0 0 0,-1 1 0 0,7-1 0 16,-9 0 0-16,9 0 0 0,-10-1 0 0,10 1 0 16,-4-2 0-16,4 2 0 0,0 0 0 0,0 0 0 15,-8 0 0-15,8 0 0 0,0 0 0 0,0 0 0 16,0 0 0-16,0 0 0 0,0 0 0 0,0 0 0 16,0 0 0-16,-5-2 0 0,5 2 0 0,0 0 0 15,0 0 0-15,0 0 0 0,0 0 0 0,0 0-154 0,0 0-388 16,4-7-63-16,1 3-53 0,-5 4-381 15,5-9-1125-15,2 2 497 0</inkml:trace>
  <inkml:trace contextRef="#ctx0" brushRef="#br0" timeOffset="207483.7661">22320 10244 6 0,'0'0'77'0,"5"-2"1"15,-5 2 9-15,1-3 12 0,-1 3 1 0,0 0 12 0,4-4-6 16,-4 4 2-16,0-4-11 0,0 4-2 0,0 0-13 16,4-3 0-16,-4 3-11 0,0 0-10 15,0 0-1-15,1-4 1 0,-1 4 2 0,0 0 1 0,0 0 1 16,4-1-2-16,-4 1 14 0,0 0 7 0,10-2 21 15,-7-1 24-15,-3 3 19 0,0 0 13 0,0 0 19 16,10 5 16-16,-10-5 23 0,0 0 7 16,6-2 10-16,-6 2 5 0,0 0 6 0,0 0 5 0,0 0 4 15,0 0-3-15,0 0-2 0,7 2 0 0,-7-2 3 16,0 0-6-16,0 0 7 0,0 0-7 0,0 0-11 16,0 0-11-16,0 0-13 0,0 0-13 0,0 0-7 15,0 0-12-15,0 0-20 0,0 0-3 0,0 0-16 16,0 0-3-16,0 0-14 0,0 0-63 0,0 0-62 15,0 0 0-15,0 0 0 0,0 0 0 0,0 0 0 16,-26 0 0-16,16 0 0 0,-3 0 0 0,-5 0 0 16,4 0 0-16,-4 0 0 0,2 0 0 0,-3 0 0 15,1 1 0-15,-1 0 0 0,3 0 0 0,3 1 0 16,-4-2 0-16,1 1 0 0,6-1 0 0,-3 2 0 0,4-2 0 16,3 2 0-16,-3-2 0 0,9 0 0 15,-12 0 0-15,7 2 0 0,5-2 0 0,-5 0 0 16,5 0 0-16,0 0 0 0,-10 0 0 0,10 0 0 15,0 0 0-15,-4 1 0 0,4-1 0 0,0 0 0 0,0 0 0 16,0 0 0-16,-8 0 0 0,8 0 0 0,0 0 0 16,0 0 0-16,0 0 0 0,0 0 0 15,0 0 0-15,0 0 0 0,0 0 0 0,0 0 0 0,0 0 0 16,0 0 0-16,0 0 0 0,0 0 0 0,0 0 0 16,0 0 0-16,0 0 0 0,0 0 0 0,0 0 0 15,4 11 0-15,-4-2 0 0,0 2 0 0,0 1 0 16,-5 5 0-16,3 0 0 0,4 3 0 0,-2 5 0 15,-2 2 0-15,-2 0 0 0,6 3 0 0,-4-3 0 16,-1 2 0-16,1-1 0 0,0 2 0 0,2 0 0 16,-6-1 0-16,5 2 0 0,0 1 0 0,-1 0 0 15,0 0 0-15,-3-2 0 0,2 0 0 0,-1-1 0 16,1 0 0-16,-3 1 0 0,4-4 0 0,-1 0 0 16,-1 0 0-16,3-7 0 0,-2-1 0 0,2 0 0 15,0 0 0-15,1-2 0 0,-1-6 0 0,2 3 0 16,-2-2 0-16,-1-1 0 0,2-1 0 0,0 1 0 15,0-4 0-15,0 1 0 0,-1-1 0 0,1-1 0 16,-1 0 0-16,1 0 0 0,0-2 0 0,0 2 0 0,0-5 0 16,1 5 0-16,-1-5 0 0,0 5 0 15,0-5 0-15,0 3 0 0,0-3 0 0,1 4 0 16,-1-4 0-16,0 0 0 0,0 0 0 0,0 0 0 16,2 2 0-16,-2-2 0 0,0 0 0 0,0 0 0 0,0 0 0 15,5 1 0-15,-5-1 0 0,10 0 0 0,-3 0 0 16,3 0 0-16,1-1 0 0,4 1 0 0,-2 0 0 15,1-2 0-15,4 2 0 0,-4 0 0 0,-1 0 0 16,1-4 0-16,-4 4 0 0,3-1 0 0,0 1 0 16,-3-1 0-16,-2 1 0 0,-1-1 0 0,1 1 0 15,-2 0 0-15,-6 0 0 0,9 0 0 0,-9 0 0 16,10 0 0-16,-6 1 0 0,-4-1 0 0,0 0 0 16,11-2 0-16,-11 2 0 0,0 0 0 0,5 0 0 15,-5 0 0-15,0 0 0 0,0 0 0 0,7-2 0 16,-7 2 0-16,0 0 0 0,0 0 0 0,4-2 0 15,-4-1 0-15,1-3 0 0,1 2-473 0,0-3-261 16,-2-4-430-16,2-5-1261 0,0-2 557 0</inkml:trace>
  <inkml:trace contextRef="#ctx0" brushRef="#br0" timeOffset="208142.1567">22753 10814 51 0,'0'3'348'0,"0"-3"5"0,0 0 4 0,0 0 6 15,0 0 6-15,1 3 3 0,-1-3 5 0,0 0 5 16,0 0-4-16,0 0-16 0,0 0-6 0,0 0-4 16,0 0-1-16,-5-12-12 0,4 8-10 0,-4-1-13 15,1-1-4-15,0 2-12 0,-1-1-8 0,1-4-8 16,-4 1-9-16,1-3-10 0,1 3-14 0,-1-3-16 15,-2-3-13-15,0 1-222 0,2-3 0 0,-2 0 0 16,0 0 0-16,0 0 0 0,4-2 0 0,-4 0 0 16,3-1 0-16,1-8 0 0,2 9 0 0,0-8 0 15,2 7 0-15,1-7 0 0,1 1 0 0,2 5 0 16,0 2 0-16,2 0 0 0,1 2 0 0,-1-1 0 16,1 3 0-16,-1 3 0 0,3 0 0 0,-2 2 0 15,3-1 0-15,-2 2 0 0,2 2 0 0,2 0 0 16,-2 2 0-16,2 1 0 0,1-1 0 0,-2 4 0 15,4 0 0-15,-6 0 0 0,6 1 0 0,-4 2 0 16,1 0 0-16,-1 1 0 0,-4-1 0 0,1 2 0 0,-1 0 0 16,-1 1 0-16,-1 0 0 0,3 1 0 0,-5 1 0 15,-1 2 0-15,-4 1 0 0,1-3 0 0,-6 3 0 16,2-1 0-16,-4 4 0 0,-6-1 0 16,2-2 0-16,-2 3 0 0,-1-4 0 0,-1 0 0 0,0-2 0 15,6-2 0-15,-5 0 0 0,4 0 0 0,3-2 0 16,2-1 0-16,3 0 0 0,-2 0 0 0,1 0 0 15,2-1 0-15,1 0 0 0,3-2 0 0,-4 3 0 16,4-3 0-16,0 0 0 0,0 0-46 0,7 5-463 16,0-3-80-16,1-1-72 0,2 1-404 0,1-1-1153 15,3 1 510-15</inkml:trace>
  <inkml:trace contextRef="#ctx0" brushRef="#br0" timeOffset="208781.4082">22965 10700 121 0,'0'0'344'0,"-1"-4"7"0,1 4-7 15,-3-4 0-15,3-1-10 0,0 5 1 0,0-7-19 16,0 7-3-16,0-5-16 0,0 5-10 15,-1-2-18-15,1 2-16 0,0 0-16 0,1-5-17 0,-1 5-13 16,0 0-14-16,4-3-8 0,-4 3-19 0,0 0-7 16,1-4-17-16,-1 4-6 0,0 0-12 0,8-1-10 15,-8 1-9-15,4-2-6 0,-4 2-10 16,0 0-11-16,8 0-4 0,-8 0-12 0,0 0-4 0,11 2-8 16,-6-1-8-16,-1 1-2 0,1 2-2 0,2-2-7 15,-2 4-4-15,1-2-3 0,-3 2-1 0,-1-2-2 16,2 3-3-16,-1-1-1 0,-2 2-3 0,0-4 2 15,-1 5-4-15,-1-3 8 0,0 0-7 0,-3 1 6 16,-1-1-6-16,1 1-5 0,-4 1 4 0,1 0-2 16,-2-4-1-16,-2 4 1 0,1-2 0 0,-3-1-2 15,-1 0 0-15,4-2 1 0,4-2-2 0,-1 1 6 16,3 0-2-16,-6-2 5 0,10 0-6 0,-9 0 5 16,9 0-1-16,-6-5-1 0,5 3 3 0,1-4-1 15,2 1 5-15,1-1 4 0,3-3-12 0,-3 4 6 16,3-4-7-16,0-2 0 0,3 3 0 0,-4-3 6 15,3 5-14-15,1-4 4 0,-4 7-4 0,0-1 1 16,2 1-6-16,-1-1 2 0,-2 3 2 0,5-1-5 0,-4 1 5 16,-5 1 0-16,13 1 5 0,-7 1 1 0,2 1 4 15,-2 5 9-15,2-1-4 0,-2 4 1 16,1-4-2-16,-1 4-2 0,0-1 4 0,-2-1 5 16,0 0-5-16,1 2-1 0,-1-2-4 0,-3 1-3 0,2 0 7 15,-2-3 4-15,0 0-12 0,1 1-1 0,-1-1 0 16,0 0 0-16,1-1-1 0,-1 0 0 0,0 0-1 15,0 0 1-15,1-1-3 0,-4-3-6 0,2 2-18 16,2 1-7-16,-2-5-25 0,2 3-20 0,-2-3-24 16,0 0-29-16,0 0-38 0,0 0-67 0,0 0-92 15,0 0-76-15,9-10-94 0,-6 6-420 0,4-4-986 16,1 1 437-16</inkml:trace>
  <inkml:trace contextRef="#ctx0" brushRef="#br0" timeOffset="209078.187">23489 10722 318 0,'-5'-5'468'0,"-1"2"-16"15,-1-1 4-15,2 0-3 0,3-1-16 0,-2 1-18 16,0 1-19-16,-1 1-10 0,5 2-21 0,-5-5-21 0,4 1-13 15,1 4-30-15,-2-4-20 0,2 4-34 0,3-4-27 16,-3 4-19-16,9-1-26 0,-3-2-22 16,2 3-17-16,2 2-14 0,4-4-10 0,-1 4-10 0,0-2-9 15,3-2-4-15,-1 5-21 0,-2-2-4 0,1-1-5 16,-1 1-6-16,-4-1-7 0,4 3-5 0,-7-2-13 16,2-1-40-16,-3 1-36 0,0-1-50 0,-5 0-52 15,9 0-56-15,-4 2-74 0,-5-2-58 0,4 4-50 16,-4-4-52-16,0 5-58 0,0-5-356 0,-5 5-920 15,1-2 406-15</inkml:trace>
  <inkml:trace contextRef="#ctx0" brushRef="#br0" timeOffset="209359.3983">23512 10826 271 0,'0'0'370'0,"0"0"42"15,0 5 29-15,0-5 24 0,3 5 0 0,-2-2 4 16,-1-3-6-16,1 3-11 0,-1-3-13 0,7 1-14 15,-7-1-21-15,11 1-27 0,-11-1-30 0,7 0-21 0,-7 0-26 16,10 0-20-16,-4-1-22 0,-2 0-17 16,-4 1-21-16,15 0-20 0,-10-1-13 0,3-1-15 15,1 0-16-15,1 2-105 0,3-1-51 0,-4 0 0 0,1-3 0 16,-1 3 0-16,-1 1 0 0,0-4 0 16,-1 4 0-16,0-1 0 0,-7 1 0 0,7-1 0 15,-7 1 0-15,7-1 0 0,-2-1 0 0,-5 2 0 0,6-2 0 16,-6 2 0-16,7-1 0 0,-7 1 0 0,1-6-336 15,1 4-92-15,1 0-88 0,2-1-91 0,-5-1-444 16,4-1-1138-16,2 0 503 0</inkml:trace>
  <inkml:trace contextRef="#ctx0" brushRef="#br0" timeOffset="209890.4952">24149 10828 135 0,'4'1'430'0,"-1"-1"10"0,-3 0 10 0,8 1-2 15,-8-1-11-15,0 0-27 0,0 0-37 0,0 0-35 16,0 0-22-16,0 0-25 0,-11-7-15 0,4 4-18 16,1 0-12-16,-2-2-13 0,-5 0-11 0,3 0-18 15,-5-3-12-15,2 4-9 0,-1-1 0 0,1-1-5 16,0-1-1-16,-2-2-6 0,3 2 6 0,-2-3 4 15,2-3 2-15,-2 3 10 0,3-3-9 0,1-1-1 16,-1-3-9-16,0 0-13 0,2 2-20 0,3-4-118 0,0-1-23 16,2-3 0-16,3 3 0 0,-1-3 0 15,2 2 0-15,2-4 0 0,1 5 0 0,5 2 0 16,-2-5 0-16,2 2 0 0,1 6 0 0,5-8 0 16,-2 5 0-16,2 4 0 0,0 1 0 0,2 3 0 0,-5 2 0 15,5 1 0-15,2 1 0 0,1 3 0 0,-1 0 0 16,0 1 0-16,-1 2 0 0,-2 0 0 15,-2 1 0-15,1 2 0 0,-3 0 0 0,0 1 0 0,1 3 0 16,-3 0 0-16,-1 2 0 0,0 2 0 0,-3 0 0 16,1 3 0-16,-2-1 0 0,-3 1 0 0,-1 0 0 15,-4 3 0-15,1-1 0 0,-4-1 0 0,-4 1 0 16,-1 0 0-16,-1-1 0 0,-8 2 0 0,-2-2 0 16,-2 1 0-16,2-4 0 0,3-3 0 0,-2 2 0 15,5-7 0-15,1 5 0 0,3-6 0 0,3 0 0 16,-3 0 0-16,3 0 0 0,4-1 0 0,1-2 0 15,-1 1 0-15,3 1 0 0,3-2 0 0,0 0 0 16,-7 3 0-16,7-3-220 0,0 0-110 0,0 0-67 16,9 6-58-16,-1-5-55 0,3 2-50 0,1 0-394 15,2-1-1032-15,-1 3 456 0</inkml:trace>
  <inkml:trace contextRef="#ctx0" brushRef="#br0" timeOffset="210421.6232">24328 10756 108 0,'0'-5'340'0,"0"2"9"0,0-2-4 15,1 1 11-15,0 0 7 0,0 0 15 16,-1 4-2-16,2-2 1 0,-2 2-2 0,0-5-3 15,0 5-3-15,0 0-8 0,0 0-1 0,0-6-12 0,0 6-8 16,0 0-10-16,0-4-4 0,0 4-12 0,0 0-18 16,0 0-16-16,0 0-16 0,-3-3-15 0,3 3-15 15,0 0-14-15,0 0-59 0,0 0-161 16,0 0 0-16,-2-4 0 0,2 4 0 0,0 0 0 0,0 0 0 16,0 0 0-16,0 0 0 0,0 0 0 0,0 0 0 15,0 0 0-15,0 0 0 0,0 0 0 0,0 16 0 16,-2-10 0-16,2 2 0 0,-2 1 0 15,-1 1 0-15,3 2 0 0,-1 0 0 0,-2 2 0 0,2 4 0 16,-4-5 0-16,5 4 0 0,0-4 0 0,0 1 0 16,0 2 0-16,4 3 0 0,-3-7 0 0,0 0 0 15,3 0 0-15,1-1 0 0,0-2 0 16,2 0 0-16,2-2 0 0,-3-1 0 0,-1 0 0 0,2-1 0 16,0-4 0-16,2 1 0 0,0-2 0 0,-1-2 0 15,0 0 0-15,2-3 0 0,-3 0 0 0,1-2 0 16,-3 1 0-16,2-2 0 0,-4 4 0 0,1-4 0 15,-2 2 0-15,0 0 0 0,-2 0 0 0,0 1 0 16,-2 0 0-16,-2-1 0 0,-1 1 0 0,-2 3 0 16,2-2 0-16,-4 1 0 0,0 3 0 0,-1-1 0 15,-3 2 0-15,2 2 0 0,-2-1 0 0,3 2-160 16,-2 0-300-16,2 0-52 0,0 1-57 0,3-2-51 16,-3 2-359-16,4-1-1060 0,-1 0 470 0</inkml:trace>
  <inkml:trace contextRef="#ctx0" brushRef="#br0" timeOffset="210952.7459">25037 10649 41 0,'0'0'381'0,"-3"3"6"0,3-3 9 16,0 0 11-16,0 0 2 0,0 0-3 0,0 0-4 15,0 0-10-15,0 0-9 0,0 0-12 0,0 0-24 16,0 0-26-16,0 0-21 0,0 0-28 0,0 0-28 15,8-12-24-15,-3 11-20 0,0-1-24 0,4 0-22 16,1 1-14-16,4-2-10 0,-3 2-15 0,0-1-16 16,3 0-15-16,-1 0-21 0,-3 0-19 0,3 1-23 15,-4-3-17-15,-4 3-21 0,3 0-22 0,-3-1-24 16,1 1-29-16,-6 1-32 0,7-2-42 0,-3 0-44 16,-4 2-49-16,0 0-43 0,8 0-20 0,-8 0-35 15,3 4-12-15,-3-4-11 0,1 5-23 0,-3 0-232 0,2-5-687 16,-7 7 304-16</inkml:trace>
  <inkml:trace contextRef="#ctx0" brushRef="#br0" timeOffset="211218.3123">25068 10772 297 0,'-2'3'360'0,"2"-3"22"16,0 0 24-16,0 0 1 0,0 0 4 0,4 5-2 15,-4-5 2-15,9 0-4 0,-3 0-15 0,-6 0-4 16,14 0-24-16,-1-2-4 0,1 0-28 0,-1 2-27 15,5 0-9-15,-1-2-32 0,1 1-20 16,-1 0-17-16,-4 1-17 0,0 1-29 0,0-2-25 0,-2 1-6 16,2 0-21-16,-3-3-8 0,-5 3-18 0,3 0-3 15,-8 0-13-15,10 2-12 0,-5-1-1 0,-5-1-24 16,0 0-17-16,8-1-42 0,-8 1-30 0,0 0-16 16,5-2-33-16,-5 2-29 0,4-2-35 0,-4 2-45 15,1-5-78-15,4 3-51 0,-5 2-51 0,4-5-49 16,-3-1-70-16,6 4-42 0,-6-4-302 0,4 2-909 15,2-2 402-15</inkml:trace>
  <inkml:trace contextRef="#ctx0" brushRef="#br0" timeOffset="211751.337">25778 10830 206 0,'0'0'471'16,"0"0"12"-16,0 0 4 0,0 0-13 0,0 0-20 0,0 0-25 16,0 0-27-16,4-5-19 0,-4 5-26 15,-6-6-15-15,4 1-16 0,-3-1-11 0,0 2-19 16,-4-3-9-16,1-4-8 0,1 3-21 0,-5 1-2 0,3-1-18 16,0-4 5-16,-5 0-4 0,4-2-11 0,-2 1-10 15,0 0-8-15,0-1-10 0,3-1-90 16,-3-1-110-16,3-2 0 0,-4-3 0 0,3-3 0 15,2 4 0-15,0-5 0 0,2-2 0 0,2 1 0 0,0-1 0 16,4-2 0-16,0 2 0 0,4-4 0 0,0 4 0 16,2 1 0-16,-1 0 0 0,6 1 0 0,-2-1 0 15,2 3 0-15,1 2 0 0,-1 3 0 0,2 5 0 16,-2 1 0-16,3 1 0 0,1 2 0 0,0 0 0 16,0 2 0-16,2 2 0 0,-4 3 0 0,7-2 0 15,-6 4 0-15,4 3 0 0,-5-1 0 0,-2 2 0 16,3 1 0-16,-1-1 0 0,-4 5 0 0,1-1 0 0,-1 2 0 15,-1 1 0-15,0 3 0 0,-6-2 0 16,1 3 0-16,-5 2 0 0,0 0 0 0,-3-1 0 16,-3 3 0-16,-3-2 0 0,-5 3 0 0,-4-1 0 0,-2-1 0 15,0 0 0-15,-1-6 0 0,0 5 0 0,5-8 0 16,-1 1 0-16,1-2 0 0,4 0 0 0,3-2 0 16,-2-1 0-16,4-2 0 0,0 0 0 15,0 0 0-15,3 0 0 0,1-2 0 0,1 1 0 0,0 0 0 16,-1 0 0-16,5-2 0 0,0 0 0 0,-5 2 0 15,5-2 0-15,0 0 0 0,0 0 0 0,-3 4-291 16,3-4-128-16,8 5-44 0,-2 0-56 0,3 1-56 16,2 2-413-16,1-3-1069 0,2 5 472 0</inkml:trace>
  <inkml:trace contextRef="#ctx0" brushRef="#br0" timeOffset="213104.2759">25972 10702 34 0,'0'0'211'0,"0"0"4"0,0 0-2 15,0 0 1-15,0 0-3 0,-1-3-3 16,1 3 6-16,0 0-3 0,0 0 1 0,0 0-1 16,0 0-2-16,0 0 7 0,0 0-5 0,-2-3-3 15,2 3 1-15,0 0-1 0,0 0-2 0,0 0-1 0,0 0-7 16,0 0 1-16,0 0-2 0,0 0-5 15,0 0-9-15,0 0-3 0,0 0-6 0,0 0-12 16,0 0-6-16,0 0-6 0,0 0-7 0,0 0-5 16,0 0-9-16,0 0-7 0,0 0-9 0,0 0-12 0,0 0-9 15,0 0-17-15,0 0-4 0,0 0-7 0,0 0 3 16,-2 11 14-16,4-5-1 0,-2 4-3 0,-2 0 12 16,2 4 19-16,-1-3-8 0,1 7-6 0,-3-1 1 15,3 1-2-15,-1 1-1 0,-3 1 4 0,4-1-9 16,-5 6-10-16,3-5 6 0,0-3-19 0,-5 9-8 15,4-8 9-15,1 0-43 0,0 1-22 0,0-1 0 16,0 0 0-16,0-1 0 0,1-3 0 0,-1 3 0 16,0-3 0-16,0-3 0 0,2 0 0 0,0-1 0 15,-1-3 0-15,1 0 0 0,0 1 0 0,0-3 0 16,0 0 0-16,0 0 0 0,0-1 0 0,0-4 0 16,0 7 0-16,-1-4 0 0,1-3 0 0,0 0 0 15,0 4 0-15,0-4-10 0,0 0-155 0,0 3-41 16,0-3-54-16,0 0-85 0,0 0-62 0,0 0-57 15,6-14-65-15,-3 8-439 0,1-3-1048 0,0-1 464 16</inkml:trace>
  <inkml:trace contextRef="#ctx0" brushRef="#br0" timeOffset="213463.3759">25998 10803 294 0,'1'-6'331'0,"-1"0"2"16,0-1-8-16,0 1 9 0,0-1-13 0,4-3 1 0,-3 5-15 16,2-3-22-16,-1 3-23 0,2 0-18 0,1-1-30 15,-1 3-22-15,3 0-12 0,-1 1-16 16,4-4-9-16,2 5-9 0,-3 1-3 0,2 2-16 16,1 1-6-16,-3-1-4 0,3 2-11 0,-1 0-9 0,0 2 3 15,-1 3-2-15,-1-2-2 0,0 1-6 0,-2-1-5 16,0 3-6-16,-3 1-6 0,-1-2-7 0,1 0-7 15,-2 1-6-15,-1-3-2 0,2 3-1 16,-6-1 1-16,0 2-1 0,-1-2-3 0,-1-1 2 0,-2-1-7 16,-2 0-2-16,0 1-1 0,-2-3-4 0,-3 1-3 15,2-1-2-15,-4 0 0 0,3-2-6 0,1 0-1 16,-2-1-2-16,4 1 1 0,2-3-3 0,2 3 1 16,0-2 0-16,2 0-11 0,4-1-13 0,-7 2-24 15,7-2-27-15,-6 1-31 0,6-1-40 0,0 0-52 16,0 0-66-16,0 0-58 0,-5-5-53 0,5 5-64 15,0 0-386-15,2-5-871 0,-2 5 386 16</inkml:trace>
  <inkml:trace contextRef="#ctx0" brushRef="#br0" timeOffset="215744.9044">26651 10644 259 0,'-4'2'399'0,"4"-2"10"0,0 0 2 16,0 0-6-16,0 0 1 0,0 0-14 0,0 0-13 15,0 0-22-15,0 0-25 0,0 0-21 0,0 0-25 16,0 0-20-16,0 0-22 0,0 0-14 0,0 0-17 0,18-6-13 16,-13 5-27-16,0-1-23 0,2 2-37 0,0-1-9 15,1 1-8-15,1-2-14 0,1 1-29 16,2-2-37-16,-3 2-46 0,-2 0-45 0,2-1-53 0,-4 2-51 15,-5 0-56-15,12 0-42 0,-6 2-49 0,-6-2-42 16,7 3-23-16,-6 0-28 0,-2 2-224 0,1-5-698 16,-7 7 309-16</inkml:trace>
  <inkml:trace contextRef="#ctx0" brushRef="#br0" timeOffset="215947.9821">26619 10812 256 0,'-4'3'326'0,"4"-3"18"15,0 6 26-15,0-6 23 0,0 0 11 0,0 3-3 16,0-3-12-16,0 0-20 0,0 0-31 0,0 0-34 16,8 1-31-16,-8-1-25 0,14-2-23 0,-5-1-20 15,2 1-23-15,-2-2-20 0,4 0-14 0,1 1-17 16,-1 0-15-16,1-1-30 0,-3 3-38 0,1-4-45 16,-1 3-43-16,2-1-47 0,-1 0-34 0,-1 1-44 15,1-2-39-15,-1 0-41 0,0 2-41 0,-2 1-36 16,3-1-27-16,-3-2-22 0,-1 2-218 0,-2-3-638 15,3 1 283-15</inkml:trace>
  <inkml:trace contextRef="#ctx0" brushRef="#br0" timeOffset="216213.5502">26921 10641 297 0,'0'0'391'16,"1"-8"17"-16,0 5 18 0,2-2-1 0,-2 2-9 0,-1-1-16 15,4 1-21-15,0-1-19 0,-1 3-22 0,1-2-23 16,-4 3-21-16,7-3-17 0,-2 3-18 16,1-1-8-16,-6 1-14 0,14 3-7 0,-7 1-15 0,0 2 1 15,2-1-29-15,-1 2 4 0,-3 1-27 0,0 0-13 16,-1 3-17-16,-1 2-14 0,0-1-7 0,-6 0-12 16,1 6-7-16,-3-2-18 0,-1 1-55 15,-3-4-43-15,-3-1-51 0,1 0-56 0,-4 0-58 0,0-2-72 16,5-2-76-16,-6 0-73 0,4-2-93 0,-2-1-428 15,4-1-1007-15,1-1 446 0</inkml:trace>
  <inkml:trace contextRef="#ctx0" brushRef="#br0" timeOffset="216684.1831">27575 10426 326 0,'-2'-3'501'0,"-2"-1"20"0,1-2 6 16,-1 3-1-16,3-2-10 0,-2 2-19 0,1-2-19 16,-1 2-26-16,3 3-14 0,-4-4-16 0,4 4-25 15,0-6-28-15,0 6-24 0,0 0-29 0,-3-3-30 16,3 3-31-16,0 0-28 0,0 0-27 0,0 0-22 16,0 0-23-16,0 0-16 0,0 0-19 0,-3 11-120 0,3-7 0 15,3 7 0-15,0 1 0 0,-3-1 0 0,3 5 0 16,-2 0 0-16,3 1 0 0,0 0 0 15,-3-2 0-15,3 3 0 0,-1-1 0 0,-1 0 0 16,0 2 0-16,0 0 0 0,-2-3 0 0,3 0 0 0,0-5 0 16,-3 2 0-16,0-2 0 0,0 0 0 0,0-1 0 15,0-2 0-15,0 3 0 0,0-6 0 16,0 0 0-16,-1 1 0 0,-1-1-264 0,2-5-52 0,2 4-22 16,-2-4-56-16,0 0-44 0,0 0-50 0,0 0-38 15,-2-16-379-15,2 7-980 0,-3-3 434 0</inkml:trace>
  <inkml:trace contextRef="#ctx0" brushRef="#br0" timeOffset="217073.7515">27413 10414 158 0,'-2'-4'434'0,"1"-2"5"15,2-1 0-15,-1 2-9 0,0-4-29 0,3 2-22 16,3-2-23-16,1 0-21 0,2-1-23 0,2-1-18 15,3 2-23-15,2-1-23 0,0 3-20 0,2-1-19 16,0 1-17-16,2 0-13 0,-2 3-13 0,3-2-18 16,-2 5-15-16,0-2-10 0,1 3-14 0,-3 1-16 15,4 4-3-15,-2 1-8 0,-3 1 2 0,3 3 6 16,5 4-3-16,-8-2 4 0,2 2-6 0,0 7-3 0,-2-1-6 16,-5-3-5-16,0 5 3 0,-2-4-17 0,-2 0-3 15,-4-2 3-15,-1 4 1 0,-2-3 1 16,-3 0-1-16,-3 2-4 0,-1-1 7 0,-9 6-4 15,-1-2-2-15,-2 2-9 0,-3-4-3 0,-2-1 3 0,-3-1-5 16,2-2-14-16,0 0 5 0,2 0-3 0,2-7-1 16,4-2 3-16,2 2-6 0,4-4 3 0,2-1-6 15,3 0 1-15,-1-1-6 0,3-2 2 16,-3 0-2-16,7-1-22 0,-2 2-22 0,2-2-29 0,0 0-38 16,0 0-46-16,0 0-53 0,0 0-68 0,18-7-66 15,-8 3-68-15,0 3-58 0,8-3-67 0,-4 2-408 16,4 0-1003-16,0-3 444 0</inkml:trace>
  <inkml:trace contextRef="#ctx0" brushRef="#br0" timeOffset="217918.2871">27994 10658 22 0,'0'0'345'15,"0"-5"1"-15,0 5-1 0,0-4-7 0,0 4-8 16,0 0-19-16,-1-7-18 0,1 7-23 0,0 0-17 16,0-3-30-16,0 3-24 0,0 0-15 0,0 0-17 15,0 0-17-15,0 0-14 0,0 0-11 0,0 0-17 16,1-4-10-16,-1 4-15 0,0 0-3 0,0 0-3 16,0 0-8-16,0 0-10 0,0 0 1 0,0 0 0 15,12 1 2-15,-12-1-3 0,9-1 5 0,-9 1 6 16,10 0 6-16,-5-1 3 0,1 0 8 0,3-2 7 0,0-1 8 15,0 2 6-15,-1-1 4 0,1-2 3 0,0 0 0 16,-3 2 6-16,-1-2 2 0,2-1-5 16,-2 1-1-16,-1 0-6 0,-1-2-4 0,1 3-11 15,0-1-8-15,0-1-10 0,-3 2-4 0,2 1-9 0,-1 0-4 16,-2-2-8-16,0 5-4 0,0-6-10 0,-5 4 0 16,5 2-9-16,-4-7 0 0,3 5-2 15,-5 0-3-15,6 2-5 0,-12-1-5 0,12 1 3 16,-14 3-9-16,4 1-3 0,2 0 5 0,-2-2-5 0,1 1 0 15,0 3 3-15,-1 2-5 0,2-3-1 0,1 4-3 16,0-2 3-16,1 1 0 0,-2 1-5 0,6 0-5 16,-1 1-7-16,4-1-2 0,-1 1-13 15,0 0-2-15,3-1 7 0,-2-3 3 0,8 4 3 0,-4-3 3 16,5 2 0-16,1-3 2 0,0 0 6 0,2 1-4 16,0-3 5-16,3 0 1 0,1-1 3 0,-4-2 0 15,-2 0 2-15,3-2 4 0,-1 0-1 0,1-3 0 16,-1-1 0-16,2-3 12 0,-3 2 2 0,-2-1 3 15,1-2 4-15,-2 0 6 0,-1 0 4 0,1-1-5 16,-3 1-4-16,1-1 14 0,-1 2-12 0,1 0 2 16,-2 1 2-16,-2 2-2 0,1 0-1 0,-1 0 4 15,-1 1-3-15,0 1-9 0,0-1-6 0,-2 4-5 0,5-3-7 16,-5 3 7-16,2-3-13 0,-2 3 4 0,0 0 3 16,7 5-7-16,-2 1 6 0,-5-2-3 15,4 1-3-15,-2 0 5 0,0 0 1 0,-1-1-11 0,3 1-11 16,-2-1-13-16,0 0-12 0,-2-4-11 0,3 6 1 15,-1-4-6-15,-2 1 1 0,0-3 2 0,3 3 6 16,-1 0 3-16,-2-3 9 0,0 0 2 16,5 2 4-16,-5-2 0 0,0 0 7 0,13-6 1 0,-9 4 5 15,2-3 1-15,2 0 3 0,-3 2 5 0,0-5 0 16,4 2-1-16,-4 2 12 0,4-3 3 0,-5 2 7 16,1-1 10-16,-1 0 9 0,4 2 7 0,-5 2 4 15,1-2 3-15,0 2 8 0,-1-1-12 0,-3 3-5 16,4-3-8-16,-4 3 5 0,4-1-10 0,-4 1 0 15,0 0 0-15,0 0-6 0,10 2 2 0,-8 1 1 16,2 1-6-16,-1 1 2 0,-1-1 0 0,3-1 4 16,-2 2-11-16,1 1-2 0,2-2-23 0,-2 0-28 15,1 1-32-15,0 0-27 0,0 0-32 0,2 1-31 16,0 1-49-16,0-2-54 0,-1-2-64 0,1 1-70 16,1-3-66-16,1 0-390 0,-1-1-932 0,-8 0 412 15</inkml:trace>
  <inkml:trace contextRef="#ctx0" brushRef="#br0" timeOffset="218528.501">28739 10490 119 0,'3'-4'384'16,"-1"-2"11"-16,2 1 32 0,-1 1 20 0,-2 0 1 16,0-1-10-16,0 0-19 0,-1 5-36 0,2-4-34 0,-2 4-36 15,2-5-29-15,-2 5-35 0,0 0-29 0,0-2-26 16,0 2-22-16,0 0-16 0,0 0-17 15,-10 9-16-15,6-3-10 0,1 2-15 0,-1 2-5 16,-1 0-14-16,-1-1-14 0,1 3-17 0,3-2-15 0,-2-1-14 16,1 4-8-16,1-4-9 0,1 0 0 0,-1-2-13 15,2 1 3-15,0-3-8 0,0 1 1 0,0-1 0 16,0 0-1-16,2 0 2 0,-1-1 8 16,0 1-3-16,2-3-1 0,2 2 1 0,-3-2 3 0,2 1 2 15,-4-3-1-15,5 3 0 0,-2 1-3 0,1-3 0 16,-2 3 2-16,1-2-1 0,-1 0-1 0,2 1 1 15,-4-3 0-15,5 3-1 0,-4 0 2 0,-1-3-2 16,2 6 3-16,0-3 2 0,-2-3 0 0,-2 5 2 16,0 0 2-16,0-2-4 0,2-3 7 0,-8 5 0 15,3-2-2-15,-1 1 2 0,-1 1-1 0,1-3-3 16,-3 0-5-16,3 1-8 0,-2-1-11 0,2 0-6 16,-1-2 0-16,7 0 5 0,-9 0 3 0,9 0-4 15,-6 0-16-15,6 0-8 0,0 0 4 0,1-8 2 16,3 0-2-16,4 2 11 0,2-1 0 0,3-6-2 15,2 3 6-15,-1 2 0 0,0-2 6 0,2 1 2 0,-2 0 6 16,-2 4-1-16,1-1 1 0,1 0-1 16,-5 1 12-16,4 1 3 0,-2 1 3 0,-3 2 12 15,1-1-5-15,-1 1 0 0,-2 1 7 0,2 1-3 16,-3 1 7-16,3-1 1 0,-2 0 0 0,-1 1 3 0,-1 3-4 16,1 0 1-16,0-1-4 0,-1-2-2 0,0 5-1 15,-2-2-1-15,3 0-2 0,-5-1-2 16,2 1 5-16,0-1 1 0,0 2-3 0,-2-1-5 0,2-2-8 15,-1 2 12-15,-1 0-1 0,2-2-13 0,-2 0-12 16,0 1-14-16,0-4-13 0,0 7-18 0,2-5-16 16,-2-2-25-16,3 4-9 0,-3-4-13 15,1 1-16-15,-1-1-20 0,0 0-46 0,0 0-69 0,0 0-67 16,5-7-305-16,-2 1-702 0,-3 1 311 0</inkml:trace>
  <inkml:trace contextRef="#ctx0" brushRef="#br0" timeOffset="218700.3345">28970 10472 239 0,'0'0'431'15,"2"-7"3"-15,-4 3-12 0,2 4-13 0,0-6-30 16,0 2-34-16,0 4-35 0,0 0-30 0,0-5-37 16,0 5-53-16,0 0-51 0,0-4-52 0,0 4-76 15,0 0-74-15,0 0-61 0,0 0-51 0,0 0-60 16,0 0-53-16,0 0-218 0,0 0-548 0,10 8 242 15</inkml:trace>
  <inkml:trace contextRef="#ctx0" brushRef="#br0" timeOffset="219013.7171">29152 10418 348 0,'3'-6'431'15,"-1"1"6"-15,-2-2 27 0,1 3 13 0,-1-2-2 16,0 0-8-16,0 0-2 0,-1 2-11 0,1 0-11 0,0 4-14 15,-1-8-15-15,1 8-24 0,0-4-31 0,0 4-35 16,-1-3-34-16,1 3-29 0,0 0-33 16,0 0-24-16,0 0-32 0,0 0-14 0,0 0-7 15,0 0-21-15,0 0-14 0,-4 20-14 0,5-11-100 0,-1 3-2 16,0 0 0-16,-1 1 0 0,1 1 0 0,-3 4 0 16,2 0 0-16,0 1 0 0,-1-1 0 15,1 2 0-15,-1-4 0 0,-1 0 0 0,-1 2 0 0,2-8 0 16,-1 3 0-16,2-2 0 0,-2-1 0 0,2 1 0 15,0-3 0-15,-1-2 0 0,2 0 0 0,0-1 0 16,0 0 0-16,-1 2-79 0,1-7-199 0,0 6-30 16,1-3-34-16,1-1-66 0,-2-2-61 0,0 0-57 15,0 0-46-15,14-6-297 0,-12 2-940 0,1 0 416 16</inkml:trace>
  <inkml:trace contextRef="#ctx0" brushRef="#br0" timeOffset="219842.6377">29097 10587 312 0,'-11'4'383'0,"11"-4"22"16,0 0 18-16,0 0-4 0,0 0-2 0,0 0-11 15,-7-3-21-15,7 3-15 0,0 0-16 0,0 0-16 0,0 0-26 16,0 0-20-16,0 0-19 0,0-6-18 16,0 6-22-16,0 0-21 0,0 0-18 0,0 0-27 15,0 0-19-15,4-7-13 0,0 5-16 0,2-1-11 0,-2 0-15 16,2-1-9-16,4 1-10 0,1-1-5 0,2-2-10 15,1 2-6-15,1 0 2 0,3-1-8 0,-1-2-9 16,-3 5-6-16,2-3-1 0,2 0-5 16,-5 0 13-16,-3 3-19 0,0-2 5 0,1 1-3 0,-5 4-4 15,2-3-3-15,-3 1-1 0,-5 1 1 0,7-1-6 16,-7 1 4-16,6-3-4 0,-6 3-3 0,3-1-5 16,-3 1-9-16,0 0 9 0,7-1-8 0,-7 1 3 15,0 0-4-15,0 0 2 0,0 0-2 0,0 0-1 16,0 0 2-16,5 5 1 0,-5-5 7 0,2 6-6 15,-2-2 3-15,2 0 6 0,0 0-9 0,1 1-6 16,-1-1-14-16,1 2-9 0,0 1-5 0,0-2-1 16,1-1-8-16,4 6 4 0,-2-5-11 0,1 1-6 15,0 1 1-15,2-3-3 0,0 2 1 0,0 0 5 16,1-2 0-16,-5-2 7 0,3 1 2 0,-1-2 7 16,0 0 9-16,-2 0 3 0,4 0 4 0,-9-1 5 0,13-2 17 15,-7-2 20-15,1 0 3 0,-1-1 8 16,-2-1 18-16,1-1 3 0,2-1 8 0,-4-1 8 15,1 2 17-15,0-4 2 0,-3 4 1 0,3-2-4 16,-3 2 6-16,2-1 18 0,-2 3 2 0,2 0 3 0,-2 0 8 16,2 0-14-16,-3 2-9 0,1 0-8 0,-1 3-18 15,1-3 4-15,-1 3-20 0,0 0-38 16,3-4-15-16,-3 4 0 0,0 0 0 0,0 0 0 0,0 0 0 16,0 0 0-16,0 0 0 0,-3 14 0 0,2-5 0 15,1 0 0-15,-1 3 0 0,-1-2 0 0,2 3 0 16,0 0 0-16,-1 0 0 0,1 1 0 0,0 3 0 15,0 0 0-15,1 1 0 0,-2 1 0 0,2-1 0 16,1 0 0-16,-1-2 0 0,-1 3 0 0,1-2 0 16,-1-2 0-16,4-1 0 0,-4 0 0 0,1-2 0 15,1-2 0-15,-2 3 0 0,0-4 0 0,1 2 0 16,-2-2 0-16,2-2 0 0,-1-2 0 0,0 1 0 16,0 1 0-16,-1-5 0 0,2 3 0 0,-1-5 0 15,-1 6 0-15,-1-4 0 0,2-2 0 0,-1 4 0 16,1-4 0-16,-6 1 0 0,6-1 0 0,0 0 0 15,-13-4 0-15,8 1 0 0,0-2 0 0,-3 0 0 16,3 0 0-16,-3-4 0 0,3 0 0 0,0 0 0 16,0-2 0-16,1 2 0 0,0-1 0 0,0-1 0 0,4 2 0 15,3-3 0-15,-3 0 0 0,1 3 0 16,3-1 0-16,2 3 0 0,-2-1 0 0,4-3 0 16,1 3 0-16,-1-1 0 0,2 6 0 0,1-3-54 15,2 1-181-15,-1 2-65 0,0-1-74 0,1 4-92 0,-1 0-90 16,0-3-479-16,1 3-1121 0,1-2 497 0</inkml:trace>
  <inkml:trace contextRef="#ctx0" brushRef="#br0" timeOffset="220264.9741">30155 10472 126 0,'-1'-3'322'0,"1"3"28"15,-5-4 2-15,2 1-4 0,3 3-4 0,-5-5-11 16,5 2-11-16,0 3-2 0,-1-4-9 0,1 4-7 16,0 0-6-16,-3-3-11 0,3 3-7 0,0 0-20 15,0 0-19-15,0-5-21 0,0 5-23 0,0 0-24 16,0 0-19-16,7-3-16 0,-7 3-19 0,5-2-11 15,-5 2-10-15,10-1-13 0,-10 1-4 0,10 1-16 16,-3 0-3-16,-1 0-12 0,-6-1-15 0,9 3 4 16,-5-1-7-16,1 1-6 0,-1-1-16 0,0 0 15 15,-2 3-3-15,0-1-2 0,-1-1-4 0,0 5 2 16,-1-3-5-16,-1 3-6 0,-3-2 7 0,-1 2 0 16,-3 1-3-16,1-3 0 0,-1 2-2 0,-4-1-1 15,-2-2-6-15,5 3-3 0,-1-6 1 0,-3 2-2 16,0 0 1-16,2 0-3 0,0-2-4 0,4-1-1 15,-2 1-1-15,4-2 3 0,-3 0-6 0,3-3-27 16,-1 1-35-16,3-2-24 0,0-1-26 0,1 0-31 16,2-5-43-16,2 3-45 0,3-4-37 0,2 2-43 15,2-1-46-15,5-3-39 0,2 4-309 0,1-2-776 0,5-2 343 16</inkml:trace>
  <inkml:trace contextRef="#ctx0" brushRef="#br0" timeOffset="220656.1975">30415 10279 242 0,'1'-6'418'15,"-2"-5"3"-15,-3 2 19 0,4 2 4 0,-1 1 7 16,-2-3 3-16,2 3-3 0,0-2-2 0,-1 3-7 16,4-1-1-16,-4 0-6 0,1 2-8 0,0 0-18 0,1 4-29 15,0-7-40-15,-2 4-27 0,2 3-35 0,0 0-25 16,-3-3-30-16,3 3-23 0,0 0-1 0,1 13-118 15,-1-2-81-15,0 7 0 0,1 5 0 16,0 3 0-16,1 2 0 0,-1 3 0 0,2 0 0 0,-1 2 0 16,1 0 0-16,3-1 0 0,-4 3 0 0,1 0 0 15,2 11 0-15,-2-13 0 0,-2 2 0 16,0-1 0-16,2 1 0 0,-3-3 0 0,1-1 0 16,2-1 0-16,-3-1 0 0,4-2 0 0,-4-8 0 0,3 0 0 15,0-2 0-15,-1-2 0 0,1-3 0 0,0 0 0 16,-2-2 0-16,0 0 0 0,0-5 0 0,1 3 0 15,-2-2 0-15,0-2 0 0,1 0 0 0,-1 1 0 16,0-1 0-16,1 0 0 0,-1-4 0 0,0 0 0 16,0 0 0-16,0 0 0 0,0 0 0 0,-2-21-394 15,-1 8-130-15,2 3-46 0,0-7-36 0,-3 1-411 16,1-3-1100-16,1 0 486 0</inkml:trace>
  <inkml:trace contextRef="#ctx0" brushRef="#br0" timeOffset="220874.9332">30439 10780 425 0,'1'-6'150'0,"-1"1"39"0,2 2 26 0,-2 3 24 15,2-6 24-15,-2 6 48 0,-2-4 32 0,2 4 30 16,0-5 29-16,0 5 12 0,0 0 6 0,0 0 8 16,5-5-5-16,-5 5-12 0,1-4-22 0,-1 4-37 15,5-5-29-15,0-1-40 0,4 4-26 0,1-5-30 16,8-2-20-16,1 2-23 0,3-2-19 0,2 4-15 16,6-2-22-16,-3 0-3 0,-8 2-12 0,0 2-11 15,3-2-12-15,-11 2-14 0,8-1-62 0,-8 1-14 16,1 1 0-16,-3 0 0 0,0-2 0 0,-2 1-27 15,-4 1-141-15,-3 2-74 0,8-2-66 0,-8-1-103 16,0 3-131-16,0 0-81 0,0 0-356 0,-14-6-1060 16,3 1 470-16</inkml:trace>
  <inkml:trace contextRef="#ctx0" brushRef="#br0" timeOffset="221484.1338">31450 10321 228 0,'-3'-4'489'0,"3"0"16"0,0 4 15 0,-1-6 9 16,0 2-4-16,-2 0-1 0,3-1-3 0,-1 0-15 16,-2 1-16-16,3 0-8 0,4-1-12 15,-4 5-20-15,-4-5-27 0,4 5-32 0,0-4-29 16,0 4-35-16,0 0-38 0,-1-5-129 0,1 5-160 0,0 0 0 15,0 0 0-15,0 0 0 0,0 0 0 0,-4 12 0 16,7-3 0-16,-3 5 0 0,2 1 0 0,2 3 0 16,-4 0 0-16,0 2 0 0,5 5 0 15,-5 0 0-15,0 1 0 0,0-1 0 0,3-5 0 0,-2 4 0 16,-1-6 0-16,0 2 0 0,3-1 0 0,-3-3 0 16,1-1 0-16,-1-3 0 0,1 1 0 0,-1-3 0 15,0 1 0-15,2-4 0 0,-4 0 0 16,4 0 0-16,-2-2 0 0,2-2-200 0,-1 1-191 0,-1-4-35 15,4 7-36-15,3-6-53 0,-7-1-46 0,0 0-379 16,12-9-1017-16,-9 5 449 0</inkml:trace>
  <inkml:trace contextRef="#ctx0" brushRef="#br0" timeOffset="221874.6641">31128 10358 35 0,'-10'-5'390'0,"2"-1"18"0,0-1 14 0,1 1 8 0,-1-2 8 16,0 1-8-16,3 1 1 0,0-1-8 0,1 1-17 15,-1-2-15-15,1 2-10 0,2-1-14 0,2-1-23 16,-1-2-18-16,1 0-29 0,2-1-24 0,4-4-31 16,2 1-24-16,2 0 3 0,4-1-16 0,-1 0-14 15,9-1-17-15,3 3-4 0,-3-1-5 0,5 0-12 16,1 3-11-16,0 1-24 0,0 0-118 0,3 4 0 15,5-1 0-15,-6 2 0 0,2 4 0 0,-1-2 0 16,-3 2 0-16,4 3 0 0,-2 1 0 0,-9-1 0 16,0 8 0-16,-1-5 0 0,-1 6 0 0,-2-1 0 15,-2 1 0-15,-1 2 0 0,0-1 0 0,-1 8 0 16,-4-4 0-16,-4-2 0 0,2 1 0 0,-9 2 0 16,0 2 0-16,-3 0 0 0,-2-3 0 0,-3 6 0 15,-8-2 0-15,0 1 0 0,-3-4 0 0,0-2 0 16,-6-1 0-16,0 0 0 0,2-3 0 0,4-4 0 15,2 2 0-15,5-4 0 0,1-1-34 0,2 1-245 16,2-2-37-16,4-1-45 0,-2 0-59 0,5 2-57 16,2-4-86-16,2 5-395 0,7-3-1036 0,0 0 459 15</inkml:trace>
  <inkml:trace contextRef="#ctx0" brushRef="#br0" timeOffset="222312.0645">31618 10636 67 0,'0'0'465'15,"0"0"2"-15,-11-10-5 0,9 7 0 0,0 1-14 16,2 2-16-16,-5-5-22 0,5 1-30 0,0 4-37 0,0-6-16 16,-2 3-30-16,4-2-31 0,-2 1-24 15,0 4-28-15,3-6-31 0,-1 4-17 0,-2 2-13 16,5-5-16-16,2 3-19 0,0 2-14 0,-7 0-10 15,9 1-7-15,-2 1-14 0,0 2-6 0,1-1-7 0,1 2-15 16,-4-1-3-16,2 2 3 0,0-3-8 0,-2 3-6 16,-1-1-4-16,1 1-16 0,0 0-10 15,-1-1-13-15,0 0-10 0,-3-1-9 0,2 2-11 16,-2-2-10-16,-1-1-12 0,0 0-6 0,-1 2-3 0,0 0 2 16,1-5 10-16,-2 6 7 0,1-3 8 0,1-3 4 15,0 4 10-15,0-4 0 0,0 0-2 0,0 0 5 16,0 0 5-16,1-15 10 0,3 9-2 15,-1-1 8-15,3-1-2 0,1-3 2 0,-1 1 6 16,4 2-4-16,-2-3 4 0,0 4-5 0,-1 0 7 0,1 0-2 16,-4 2-4-16,5 0-1 0,-4 2-1 0,2-1 0 15,-2 0-11-15,1 3-31 0,-1-1-34 0,1 2-38 16,-1-1-42-16,-5 1-38 0,13 0-42 16,-13 0-34-16,6 2-35 0,-2-1-42 0,1 2-25 0,-5 0-230 15,0-3-661-15,8 5 294 0</inkml:trace>
  <inkml:trace contextRef="#ctx0" brushRef="#br0" timeOffset="222690.3681">31932 10597 302 0,'0'0'401'16,"0"0"-5"-16,4-5-6 0,-2 1-7 0,-2 4-17 15,5-3-16-15,-2-2-20 0,-3 5-30 0,4-4-19 16,-1 3-27-16,-3 1-21 0,5-6-25 0,-2 4-20 15,-3 2-20-15,6-3-19 0,-6 3-18 0,4-2-13 16,-4 2-15-16,7 0-11 0,-7 0-9 0,0 0-11 16,12 2-5-16,-8 3-9 0,0-3-11 0,1 3 2 15,-1-1-10-15,1 2-5 0,-2-1-1 16,1 1-7-16,-1 1-10 0,1 2-4 0,-4-3-7 16,0 1-2-16,0 0-5 0,0-1-2 0,-4 2-11 0,-1-3-15 15,-2 1-1-15,0-2-3 0,-2 1-13 0,-1-2-4 16,-4 1 3-16,2-3-2 0,1 0 9 0,0 1 0 15,0-2 4-15,1-2 7 0,5 2 7 0,-1-2 3 16,0-2 4-16,1-1 9 0,4-2 7 0,0 1-1 16,1 0-9-16,1-4 2 0,3 2 5 0,0 1-5 15,1-3 1-15,4-3-5 0,0 4-11 0,-2-1-35 16,4 5-36-16,1-4-39 0,0 5-46 0,7 0-50 16,-5-1-56-16,5 2-46 0,-1 0-300 0,-4 3-681 15,-1 0 302-15</inkml:trace>
  <inkml:trace contextRef="#ctx0" brushRef="#br0" timeOffset="223063.2091">32195 10598 307 0,'1'-2'340'0,"-1"2"-9"15,3-8-6-15,-2 5-15 0,2-2-28 0,-2 3-19 16,1-3-29-16,1 1-27 0,0-1-21 0,0 2-14 15,1-1-24-15,3 2-14 0,0-2-19 0,2 2 8 16,0 0-27-16,3 4-8 0,-5-2-16 0,2 0-5 16,0 2-13-16,1 2-3 0,-2-2 0 0,4 1-9 15,-1-1-3-15,-1 1-5 0,-3 2 10 16,0 0-18-16,-4-1-3 0,1-1 5 0,-2 4-7 0,0-2 0 16,-4 1 14-16,2-6 16 0,-9 12 1 0,1-5-4 15,-3-2 1-15,1 0-5 0,-8 0-4 0,0-2-4 16,0 0-2-16,1-1 1 0,0-1 12 0,3-1 17 15,1-1 14-15,0 0 17 0,3-1 26 0,2 2 11 16,-3-2-3-16,3 0-5 0,-1 0-13 0,5-2-11 16,0-1-10-16,4-2-16 0,0-3-25 0,4 1-31 15,2 2-39-15,0-3-56 0,3 4-57 0,2-2-51 16,7 1-48-16,-5 2-52 0,6-1-49 0,0-1-55 16,-3 2-317-16,-4 1-764 0,1-1 339 0</inkml:trace>
  <inkml:trace contextRef="#ctx0" brushRef="#br0" timeOffset="223345.5652">32288 10346 272 0,'-3'-10'417'0,"1"-3"37"0,1 3 26 16,-2 0 2-16,2-1-3 0,-2 1-13 0,2 3-9 16,1 0-7-16,0-1-5 0,-2 0-9 0,2 2-16 15,2 2-14-15,-2 4-19 0,-2-6-19 0,2 6-36 16,0-5-23-16,0 5-39 0,0 0-29 0,2-3-22 15,-2 3-32-15,0 0-13 0,4 11-134 0,-3-4-40 16,3 3 0-16,-2 3 0 0,1 3 0 0,1 0 0 16,-3 4 0-16,2 3 0 0,-2-4 0 0,0 7 0 15,3-3 0-15,-1-3 0 0,-3 6 0 0,1-8 0 16,-1 3 0-16,4-5 0 0,-3 1 0 0,-1 0 0 16,0-1 0-16,3-1 0 0,-2-5 0 0,2-1 0 15,-2 1-110-15,0-1-268 0,4-3-46 0,-1 1-36 16,0 1-40-16,1-3-57 0,0-1-404 0,5-1-1040 15,-2-3 461-15</inkml:trace>
  <inkml:trace contextRef="#ctx0" brushRef="#br0" timeOffset="223751.7237">32527 10579 64 0,'0'0'349'15,"4"-1"15"-15,-4 1 13 0,0 0 13 0,3-4 3 16,-3 4-5-16,0 0-10 0,0 0-12 0,0-5-24 15,0 5-26-15,0 0-24 0,0 0-26 0,0 0-29 16,0 0-23-16,0 0-27 0,0 0-17 0,0 0-20 16,0 0-17-16,0 0-18 0,0 0-7 0,0 0-11 15,0 0-11-15,0 0-7 0,0 0-15 0,0 0-21 16,2 11-20-16,3-6-9 0,-5-5-11 0,4 3-8 16,-1 1-6-16,-2-2-1 0,0 2-9 0,-1-4-3 15,5 0 0-15,-5 0-3 0,4 5-2 0,0-4-4 16,-4-1 3-16,0 0 3 0,10-1-4 0,-10 1 4 15,7 0-2-15,-7 0 10 0,7-5 2 0,-1 1 0 16,-3-1 3-16,2 1 3 0,-1-1 17 0,0 1 2 16,0 1 15-16,0-3 10 0,-2 3 10 0,1 0 18 15,-1 0 4-15,-2 3 9 0,7-6 1 0,-6 1 4 16,0 4 3-16,-1 1-2 0,5-4-8 0,-5 4-4 16,0 0-7-16,0 0-7 0,0 0 0 0,2-1-11 15,-2 1-8-15,0 0-6 0,0 0-2 0,0 0-4 16,0 0-19-16,0 0-25 0,11 1-31 0,-6 1-31 15,2 3-32-15,0-2-40 0,-2 2-46 0,3-2-40 16,-1 2-44-16,4 3-49 0,-1-2-63 0,-1-4-42 16,1 3-291-16,2-2-790 0,-3-1 350 0</inkml:trace>
  <inkml:trace contextRef="#ctx0" brushRef="#br0" timeOffset="224048.5318">32890 10503 281 0,'0'0'401'0,"0"0"8"0,0 0-7 0,9-20-3 16,-9 20-6-16,0 0-12 0,0 0-16 0,0 0-23 15,0 0-19-15,0 0-24 0,0 0-24 0,0 0-29 16,0 0-16-16,0 0-36 0,0 0-17 0,0 0-15 16,0 0-12-16,0 0-18 0,0 0-12 0,0 0-14 15,0 0-10-15,0 0-12 0,0 0-9 0,0 0-10 16,0 0-5-16,0 0-4 0,-39 33-6 0,39-33-22 15,-8 17-14-15,3-7-10 0,1-2-13 16,4-8-20-16,-5 20-13 0,4-10-10 0,1-10-13 0,0 0-11 16,0 0-12-16,6 27-19 0,-6-27-28 0,15 14-31 15,-15-14-37-15,22 11-38 0,-9-7-28 16,-13-4-23-16,34 3-22 0,-34-3-33 0,42-7-29 16,-42 7-209-16,36-10-634 0,-17 3 281 0</inkml:trace>
  <inkml:trace contextRef="#ctx0" brushRef="#br0" timeOffset="224564.723">33156 10305 140 0,'0'0'427'0,"0"0"8"0,-17-23 16 0,17 23 7 16,0 0 9-16,0 0-2 0,0 0-6 0,-5-12-14 15,5 12-3-15,0 0-6 0,0 0-19 0,0 0-19 16,0 0-20-16,0 0-24 0,0 0-28 0,0 0-33 15,0 0-28-15,0 0-28 0,0 0-24 0,0 0-28 16,0 0-16-16,0 0-19 0,0 0-14 0,0 0-91 16,0 0-45-16,0 0 0 0,-4 46 0 0,4-46 0 15,2 31 0-15,0-13 0 0,3 0 0 0,-5-2 0 16,4 3 0-16,-2-2 0 0,-2-17 0 0,2 25 0 16,-2-9 0-16,4 0 0 0,-4-16 0 0,0 20 0 15,0-20 0-15,1 18 0 0,-1-18 0 0,0 16 0 16,0-16 0-16,0 0 0 0,5 15 0 0,-5-15 0 15,0 0 0-15,0 0-153 0,0 0-73 0,8 17-21 16,-8-17-6-16,0 0-29 0,0 0-53 0,0 0-33 16,0 0-13-16,0 0-10 0,0 0-7 0,0 0 6 15,0 0-1-15,0 0 15 0,0 0 22 0,9-45 32 16,-9 45 34-16,0 0 47 0,0 0 40 0,0 0 56 16,-9-22 38-16,9 22 57 0,0 0 28 0,0 0 36 15,0 0 39-15,-13-11 38 0,13 11 37 0,0 0 31 31,0 0 40-31,0 0 27 0,0 0 31 0,0 0 23 0,0 0 16 0,0 0 14 0,0 0 3 0,0 0-13 16,-7-14-15-16,7 14-28 0,0 0-25 0,0 0-24 16,0 0-21-16,34-13-18 0,-15 8-18 0,-19 5-11 15,40-10-23-15,-13 3-5 0,1-1-11 0,-7 3-8 16,-1-1-18-16,-20 6-5 0,39-8-31 0,-21 5-47 16,-18 3-55-16,0 0-59 0,26-3-74 0,-26 3-94 15,0 0-126-15,0 0-70 0,0 0-422 0,0 0-986 16,0 0 437-16</inkml:trace>
  <inkml:trace contextRef="#ctx0" brushRef="#br0" timeOffset="226861.9549">27670 11573 17 0,'0'0'369'0,"-2"-8"7"0,2 8 5 0,0 0 4 15,0 0-4-15,2-5-7 0,-2 5-5 0,3-7-9 16,-3 3-19-16,0-1-19 0,0 5-11 0,-3-5-16 15,1 1-10-15,1 0-9 0,-3-1-17 0,0-3-8 16,0 2-10-16,-1-4 1 0,-1 4-8 0,-3-4-3 16,1 2 3-16,-1-1-16 0,2-1-11 0,-5-2-2 0,1-2-14 15,-2 1-14-15,0 0-20 0,4 0-15 16,-5-3-14-16,-1-7-12 0,2 8-10 0,4-2-96 16,-2 1-10-16,3 1 0 0,-2-1 0 0,3 1 0 0,3 3 0 15,2 0 0-15,1 1 0 0,-1-3 0 16,2 3 0-16,0 2 0 0,3-1 0 0,-2 3 0 15,4-3 0-15,-1 2 0 0,-3 4 0 0,3 0 0 16,0 1 0-16,0-2 0 0,-3 1 0 0,4 2 0 0,-5 2 0 16,4-5 0-16,-4 5 0 0,4-2 0 0,-4 2 0 15,0 0 0-15,0 0 0 0,10 8 0 0,-6-3 0 16,0 0 0-16,1 2 0 0,-4 2 0 0,-1 1 0 16,3 0 0-16,-3 2 0 0,1 4 0 0,-5-4 0 15,3 3 0-15,-3 3 0 0,0-2 0 0,-1 1 0 16,0-2 0-16,-3-1 0 0,1 4 0 0,-1-3 0 15,-1 1 0-15,1 1 0 0,0-3 0 0,1-2 0 16,-2 0 0-16,1-2 0 0,1 2 0 0,-2 1 0 16,4-2 0-16,0-2 0 0,0 0 0 0,2-3 0 15,-1 1 0-15,2-4 0 0,0 0 0 0,2 2 0 16,-1 0 0-16,1-5 0 0,-2 2 0 0,2-2 0 16,0 0 0-16,0 0 0 0,11 0 0 0,-2-5 0 15,3-1 0-15,7-2 0 0,5-4 0 0,0 0 0 0,4-4 0 16,3 2 0-16,1-1 0 0,1-1 0 0,2 0 0 15,-1 0 0-15,-1 1-212 0,3-1-128 16,0 3-67-16,-4 2-59 0,-3 3-88 0,-2-4-66 16,5 4-312-16,-8-3-1010 0,-7 1 446 0</inkml:trace>
  <inkml:trace contextRef="#ctx0" brushRef="#br0" timeOffset="227300.6344">28270 11091 84 0,'-2'-8'377'15,"0"1"-1"-15,1-2-3 0,-3 0 7 0,-2 0-11 32,1 2-11-32,0-2-11 0,-2 4-10 0,0-4-8 15,-2 4-11-15,4 1-13 0,-2-1-12 0,1 3-20 16,-1-1-20-16,0 3-26 0,0 0-11 0,7 0-17 15,-13 5-2-15,6 1-2 0,-1 1-1 0,3 5 1 16,-1 4 7-16,3 2-1 0,-1-3-10 0,-1 4-3 16,5 6-4-16,0-1 0 0,3-3-17 0,-1 5-17 0,-1 2-4 15,3-3-8-15,0 0-6 0,4 0-19 16,-5 0-113-16,5 1 0 0,-4 2 0 0,1-3 0 16,4 2 0-16,-2 1 0 0,3 0 0 0,-4 0 0 15,-2 2 0-15,5-2 0 0,-1 1 0 0,-3-2 0 0,1 0 0 16,1 3 0-16,-5-4 0 0,1-6 0 15,-1-1 0-15,-2 0 0 0,0-1 0 0,-1 0 0 16,-1-1 0-16,-2-1 0 0,-4 2 0 0,2-8 0 16,-6 4 0-16,-1-3 0 0,4-2 0 0,-1-1 0 0,-4 0 0 15,-2-1 0-15,3-4 0 0,0 1 0 0,0-4 0 16,0-2 0-16,-1 0 0 0,4 0 0 16,-1-3-106-16,7-5-333 0,-1 2-66 0,2-3-87 0,4-1-62 15,2-2-329-15,6-2-1064 0,1 0 471 0</inkml:trace>
  <inkml:trace contextRef="#ctx0" brushRef="#br0" timeOffset="227550.5712">28067 11518 496 0,'-2'-4'497'0,"-1"-1"4"0,0 0-2 16,1 3-12-16,-1-3-22 0,1-1-37 0,0 2-39 15,4-2-37-15,-1 1-35 0,0 0-32 0,2 1-31 16,5-3-21-16,2 0-30 0,-3 1-17 0,2 0-22 16,5-2-29-16,4 3-38 0,1-3-32 0,-2 0-40 15,5 0-32-15,-2 2-22 0,-2 2-28 0,3-4-45 16,-1 5-26-16,-1 0-52 0,2 1-32 0,-5 0-32 16,5 1-32-16,-7 2-39 0,5-1-42 0,-3-1-28 15,-3 2-246-15,1 2-685 0,-5-1 303 0</inkml:trace>
  <inkml:trace contextRef="#ctx0" brushRef="#br0" timeOffset="228331.6428">28458 11459 199 0,'0'0'350'0,"0"0"6"15,0 0 13-15,0 0 1 0,0 0 0 0,0 0-11 16,0 0-14-16,0 0-15 0,0 0-15 0,0 0-18 0,0 0-15 15,0 0-16-15,0 0-19 0,0 0-15 0,0 0-24 16,0 0-18-16,0 0-20 0,0 0-17 0,0 0-15 16,0 0-12-16,0 0-17 0,0 0-6 15,0 0-12-15,0 0-10 0,0 0-8 0,0 0-4 0,0 0-11 16,1 5-6-16,-1-5-4 0,0 0-4 0,0 0-7 16,0 0 1-16,0 0-7 0,0 0-1 0,12 1-3 15,-6-1 0-15,1 1-4 0,-2-1 0 16,1 0-1-16,3-1-2 0,-9 1 0 0,13 0-2 0,-5 0-5 15,-1-1-1-15,0 1 6 0,0-3-6 0,-3 2 4 16,1-2-5-16,0 2 3 0,0-1 1 0,0 1-5 16,-5 1 3-16,6-5-6 0,-4 3 0 0,-2 2 0 15,4-4-5-15,-4 4 3 0,1-5-1 0,-2 1-5 16,1 4 0-16,-4-5 5 0,4 5-5 0,-4-5 2 16,0 2-4-16,4 3 3 0,-5-2-5 0,0-1 1 15,5 3 0-15,-5-1-2 0,5 1 3 0,0 0 1 16,0 0-6-16,-13 3 3 0,10-2 0 0,-4 1 2 15,2 1-1-15,1 2 2 0,0-3-5 0,-1 1 3 16,0 3-3-16,1-2 6 0,-2 1-6 0,2 2 0 16,0-2-3-16,-1 3-14 0,1-3-2 0,0 3-8 15,2-2-6-15,1-1-1 0,-3 1-6 0,4-1 7 16,0 0-5-16,0 1 2 0,2-2 7 0,1 4 2 16,1-6 6-16,0 4 5 0,2-4 1 0,2 5 2 15,4-6 3-15,1 1 3 0,1-1 3 0,4-2-2 16,1 1 2-16,-2-3 5 0,2-5 2 0,0 3-4 15,-2-4 8-15,2 4 8 0,-2-3 5 0,-1 1 3 16,0-2 14-16,-5 2-2 0,-1-2-1 0,-1 1 6 16,0 1 6-16,0 0 0 0,-2-1-2 0,-1 3 0 15,-3 0-4-15,0 0-1 0,1 0-4 0,0 1-6 16,-3 3-4-16,3-1 0 0,-3-2-5 0,-1 4-3 16,0 0-1-16,0 0-4 0,0 0 1 0,0 0-4 15,-9-3-1-15,9 3 0 0,-10 5-1 0,5-3-4 0,-1 2 4 16,-1 1 3-16,2-1-3 0,0 1-2 15,-1 0-16-15,-1 3-9 0,4-4-4 0,-1 1-9 16,0 3-6-16,3-2-4 0,-1 0-4 0,2 0 3 16,2 0 6-16,0 0 1 0,5-1 5 0,2 1 3 0,2 0-5 15,2-2-7-15,3-1 3 0,2-1 0 0,0 1-9 16,4-3-7-16,6-3-15 0,-1 1-6 16,-5-3-20-16,6 3-22 0,0-5-25 0,1 2-20 0,-11 1-25 15,6-7-32-15,-6 5-24 0,0 1-29 0,0 1-17 16,-4-3-34-16,-1 1-279 0,-4 0-659 0,-4 1 292 15</inkml:trace>
  <inkml:trace contextRef="#ctx0" brushRef="#br0" timeOffset="228675.8549">29143 11414 59 0,'0'0'281'0,"0"0"7"0,0 0 0 15,18 3-4-15,-18-3 2 0,5-2-3 0,-5 2 0 16,5-3-7-16,-5 3-2 0,4-1-10 0,-4 1-8 15,6-4-15-15,-6 4-17 0,5-4-16 0,-1 3-19 16,-4 1-14-16,9 0-14 0,-9 0-13 0,8 0-16 16,-8 0-10-16,10 0-17 0,-7 2-5 0,3-1-15 15,-1 4-4-15,-1-3-5 0,0 1-14 0,1 1 0 16,-2-1-7-16,-1 4-7 0,-1-3-9 0,2 1-4 16,-3 1 6-16,0 0-5 0,-4 1-5 0,0 3 2 15,-5-2-1-15,-1 4-5 0,1-3-5 0,-3-4 2 16,-3 1-2-16,-4 3-3 0,5-2 0 0,-4 0-3 15,7-4-1-15,-3-1 2 0,3 1-4 0,4-2 3 16,-2 3-3-16,1-3 4 0,3-2-14 0,0-3-13 16,1 0-19-16,0 0-21 0,3-1-20 0,-3-3-23 0,4 4-25 15,5-5-18-15,0 0-27 0,2-2-13 0,2 4-28 16,0-3-20-16,2-1-25 0,3 0-12 16,-4 2-13-16,3-2-5 0,-1 3-21 0,-2 0 5 15,0-1-198-15,2 2-534 0,-1-2 237 0</inkml:trace>
  <inkml:trace contextRef="#ctx0" brushRef="#br0" timeOffset="228894.5987">29231 11357 1222 0,'4'-6'-43'0,"1"2"35"15,-1-2 33-15,-3-1 21 0,1 2 36 0,0-6 24 16,-2 4 35-16,0-3 22 0,-4 1 11 16,3-1 17-16,-3-1 16 0,-1 2 12 0,3-1 23 0,-1 0 17 15,-1-1 21-15,-2 3 15 0,3 0 13 0,-4-2 13 16,4 4 17-16,-1-1 11 0,0 0 27 0,0 2-7 16,1 0-9-16,1 2 6 0,-2-1-15 0,2 0-20 15,2 4-27-15,-3-3-30 0,3 3-30 0,-3-3-27 16,3 3-135-16,0 0-82 0,0 0 0 0,0 0 0 15,0 13 0-15,0-4 0 0,5 4 0 0,-2 2 0 16,3 3 0-16,-3 2 0 0,1-4 0 0,2 3 0 16,-1-2 0-16,2 1 0 0,-2 1 0 0,0-3 0 15,-1 4 0-15,0 1-153 0,1-4-300 0,2 0-59 16,-4 3-81-16,1-4-487 0,0-5-1170 0,0-1 517 16</inkml:trace>
  <inkml:trace contextRef="#ctx0" brushRef="#br0" timeOffset="230050.8565">30077 11319 143 0,'0'-5'380'0,"-2"2"8"15,2 3 8-15,0-6 14 0,2 1 7 0,-2 5 2 16,-2-6-6-16,2 3-4 0,0 3-3 0,-3-5-3 16,3 5-7-16,0-5-2 0,0 5-24 0,0-5-23 15,0 5-21-15,0 0-19 0,-2-3-37 0,2 3-31 16,0 0-24-16,0 0-24 0,0 0-25 0,0 0-19 16,0 0-11-16,0 0-5 0,5 13-8 0,-3-7-11 15,2 2-5-15,-1 2-77 0,-1-1-30 0,2 2 0 16,-1 1 0-16,-1-1 0 0,2 1 0 0,-3 1 0 15,2-2 0-15,-3-1 0 0,2 3 0 0,-2-3 0 16,0-1 0-16,2-1 0 0,-2 0 0 0,0 1 0 0,2-1 0 16,-2-6 0-16,-2 1 0 0,2-3 0 15,3 4 0-15,0-2 0 0,-3-2 0 0,0 0-99 16,0 0-193-16,0 0-66 0,0 0-52 0,1-11-37 16,-1 4-42-16,3-3-39 0,-3 0-400 0,1-1-1006 15,-1 0 445-15</inkml:trace>
  <inkml:trace contextRef="#ctx0" brushRef="#br0" timeOffset="230222.674">30095 11234 248 0,'0'-4'356'0,"0"4"22"0,0-11 25 16,-2 9 11-16,2 0 8 0,0 2-10 0,-2-7-20 16,2 7-26-16,0-5-34 0,0 5-25 15,-3-5-38-15,3 5-27 0,-2-2-25 0,2 2-31 16,0 0-49-16,0 0-63 0,0 0-78 0,0-6-85 0,0 6-80 15,0 0-51-15,0 0-58 0,0 0-60 0,9 10-42 16,-5-5-234-16,2 0-663 0,-2 0 294 16</inkml:trace>
  <inkml:trace contextRef="#ctx0" brushRef="#br0" timeOffset="230675.6949">30270 11280 132 0,'3'-4'341'0,"-1"1"9"0,2 1 20 15,-4-1 6-15,4-1-1 0,-4-2 2 0,0 2 3 0,1 1-10 16,1-2-8-16,-2 5-11 0,-3-9-17 0,3 7-18 16,0 2-15-16,0-5-29 0,0 5-25 0,0 0-24 15,0-4-20-15,0 4-34 0,0 0-15 0,0 0-18 16,0 0-16-16,0 0-15 0,0 0-3 0,-9 11-15 16,8-4-7-16,0-4-9 0,-1 4-9 0,0 0-6 15,0-1-3-15,2-2-7 0,0 1-4 0,-3 2-11 16,3-2-11-16,0 1-4 0,-2-2-2 0,2-1-5 15,0 2-2-15,0-5-4 0,2 5 4 0,1-2-1 16,1-1-3-16,-1 1 5 0,3-1-4 0,-2 0 2 16,-4-2-2-16,10 3 3 0,-3 0-5 0,0-3-2 15,-1 2 0-15,2-1 2 0,-3 2 1 0,2-1-2 16,-2 0-5-16,0 0 2 0,0 1 0 0,4 1-4 16,-4-1 2-16,-1 1 1 0,1 1-1 0,-2-1 0 15,1 0-4-15,-2 0 4 0,2 3 2 0,-3-2-1 16,-1 0 0-16,0 0-3 0,0-1-7 0,-1 0-5 15,-3 3-9-15,2-2-2 0,-2-2-8 0,-1 1-10 16,-3 1-11-16,0-2-7 0,-2-1-2 0,0 0-7 16,-2 1-2-16,2 0-9 0,1 1-4 0,-2-1-8 15,3-1-8-15,0-2-3 0,3 1-11 0,-1 0-14 16,6-1-16-16,0 0-23 0,-10-2-22 0,10 2-29 16,-3-5-37-16,3 5-51 0,5-7-43 0,2 2-29 15,0 3-245-15,6-4-681 0,0 2 301 0</inkml:trace>
  <inkml:trace contextRef="#ctx0" brushRef="#br0" timeOffset="231036.424">30961 11216 176 0,'3'-13'502'0,"-1"3"12"0,-2 2 8 16,0 2 9-16,0-1 8 0,0-1-16 0,0 1-14 16,0 1-15-16,0 1-16 0,0 0-14 0,-2 0-20 0,2 5-28 15,2-6-25-15,-2 2-32 0,0 4-32 16,0-5-36-16,0 5-36 0,0 0-19 0,0-3-31 16,0 3-190-16,0 0-15 0,0 0 0 0,0 0 0 15,0 0 0-15,3 13 0 0,-3-3 0 0,0 0 0 0,0 1 0 16,2-1 0-16,0 1 0 0,-6 5 0 0,4 0 0 15,0-3 0-15,2 2 0 0,-2-3 0 0,0 0 0 16,2 1 0-16,-1-1 0 0,-1 0 0 16,-1-2 0-16,1-2 0 0,0 1 0 0,0-1 0 0,1-3 0 15,-1 0 0-15,0 1 0 0,0-1 0 0,0 0 0 16,0-5-172-16,0 3-180 0,0 0-42 0,0-3-36 16,3 4-67-16,-3-4-76 0,0 0-390 0,0 0-1042 15,0 0 462-15</inkml:trace>
  <inkml:trace contextRef="#ctx0" brushRef="#br0" timeOffset="231645.7068">30828 11323 147 0,'0'0'356'16,"-8"-1"5"-16,8 1 2 0,-5-1-7 0,5 1-14 15,0 0-12-15,-8-3-14 0,8 3-5 0,0 0-15 16,-4-2-12-16,4 2-20 0,0 0-20 0,0 0-23 15,0-5-25-15,0 5-23 0,0 0-22 0,9-6-8 16,-1 4-12-16,1-1-15 0,1 1-13 0,3 0-9 16,0-1-10-16,4-1-13 0,-5 2-5 0,8-3-6 15,-4 2-3-15,2 0-5 0,0-2-13 0,-1-1-29 16,4 2-21-16,-2-2-16 0,-5 2-12 0,-1-1-4 16,0 1-4-16,-3-3-7 0,1 3-9 0,-2-1-7 15,0-2 17-15,-2 4 9 0,-2-1 0 0,0 0 17 16,0 1 14-16,-1-1 10 0,2 2 11 0,-3 0 19 15,-1-1 18-15,0-1 11 0,-2 4 18 0,4-5 17 16,-4 5 13-16,1-5 13 0,-1 5 13 0,0-2 9 16,0 2 10-16,0 0 11 0,2-5-9 0,-2 5 10 15,0 0-12-15,0 0-14 0,0 0-14 0,0 0-22 16,5-2-5-16,-5 2-7 0,0 0 13 0,0 0-6 16,0 12-8-16,2-6 1 0,-2-1-13 0,0 0-5 15,0 4-11-15,0-2 3 0,-2 0-4 0,2 4-8 16,0-1-5-16,-3 0-2 0,1 1-19 0,2-3 9 15,0 0-13-15,-2-2-19 0,1 1-20 0,1-1-22 16,-2 0 4-16,2-1-20 0,0-1-17 0,0 0-11 16,2 1-2-16,-2-5-4 0,3 6 17 0,2-5 7 15,-1 1 6-15,3-2 6 0,-7 0 2 0,15-3 9 16,-5-1 5-16,-1 1 4 0,1-1 5 0,2-2-1 16,-2 1 7-16,-2 2 6 0,2-2 13 0,-4 2 13 15,1-1 10-15,-2 0 15 0,0 2 8 0,3-1-4 0,-5 2 18 16,-3 1-11-16,7-2 0 0,-7 2-7 0,5-4 3 15,-5 4-13-15,0 0-5 0,5-1-4 16,-5 1-2-16,0 0 0 0,8 5-5 0,-5-3-30 16,1 2-30-16,-1 1-45 0,1-3-54 0,0 2-57 15,2-1-63-15,-2 1-74 0,1 1-66 0,1-3-79 0,-2 1-63 16,1 1-285-16,4-4-906 0,-2 3 402 0</inkml:trace>
  <inkml:trace contextRef="#ctx0" brushRef="#br0" timeOffset="232098.5439">31498 11303 227 0,'0'0'350'0,"3"-3"21"0,-3 3 1 0,1-3-13 0,-1 3-12 16,0 0-18-16,0 0-21 0,0 0-20 0,0 0-29 16,0 0-28-16,7-1-14 0,-7 1-18 0,0 0-22 15,0 0-19-15,0 0-13 0,0 0-21 0,0 0-12 16,0 0-14-16,0 0-6 0,0 0-9 0,0 0-8 15,7 0-7-15,-7 0-3 0,0 0-10 0,13 0-2 16,-8-2-9-16,3 2 1 0,3-1-3 0,-2-4 2 16,3 0 5-16,-1 3 13 0,0-3 8 0,0 1 9 15,-1-3 13-15,-1 4 5 0,0-2-4 0,-5 0-5 16,5 1-9-16,-7 2 4 0,2-2-6 0,0 1-3 16,0-1-6-16,-4 0-5 0,0 4-10 0,-4-6-10 15,0 3-4-15,-1-2-2 0,5 5 0 0,-11-1-1 16,3 1-1-16,-4 0-2 0,1 1-4 0,2 4-5 15,-4-1-4-15,-1 3 3 0,5-1-5 0,-7 3 0 16,3 1 0-16,-2 0 1 0,4-2-7 0,1 1-2 16,4-1 1-16,-2 0-1 0,3 0-2 0,0 0 2 15,1-2-6-15,3 3 5 0,-2-1 0 0,3-2 1 16,5-1-6-16,-5 1 4 0,7-1-5 0,-1 0-9 16,6 0-10-16,0 2-10 0,5-5-12 0,1 2-12 15,2-3-15-15,1 4-19 0,-1-7-18 0,8-1-30 16,-5 2-22-16,4-3-35 0,1-1-48 0,-10 1-43 15,1-1-49-15,-1 2-57 0,1-4-59 0,-6 3-299 16,5-3-806-16,-4-2 357 0</inkml:trace>
  <inkml:trace contextRef="#ctx0" brushRef="#br0" timeOffset="232567.2165">32333 11010 387 0,'5'-11'452'0,"0"1"-8"0,-5 0-6 0,3 1-3 15,-2 3-10-15,-1 0-25 0,0 0-28 0,0 1-34 0,0 0-32 16,0 5-29-16,-6-6-31 0,2 5-25 0,4 1-19 15,-12 0-22-15,2 4-17 0,1 0-19 0,-4 4-12 16,3 1-15-16,-3 2-10 0,-1 1-11 16,4 1-12-16,-3-2-5 0,3 4-6 0,4-1-8 0,3-2-6 15,-1 0-5-15,2-1-7 0,0 1-2 0,2-1-2 16,2-2-4-16,-1 2 0 0,4 0-5 0,-2-3-2 16,3 1-3-16,4-2-2 0,-1 0-3 0,-2-1-3 15,0 0-4-15,3 1-2 0,-2-2 2 0,1 1-5 16,-4-2 0-16,3-1-3 0,-3 1-4 0,0-2-2 15,0 0 2-15,-1 1-4 0,0 3 1 0,-3-4 1 16,3 2-2-16,-3-2 6 0,-1 5-4 0,0-4 0 16,-5 0 3-16,3 1 3 0,-5 3-3 0,2-3 8 15,-3 1-7-15,-3-1 0 0,2 1 1 0,-4-1-2 16,3-1-27-16,-1 0-24 0,0-1-32 0,-3 1-39 16,4 1-46-16,2-3-42 0,2 0-50 0,2 0-31 15,-1 0-38-15,0 2-47 0,5-3-72 0,0 0-318 16,0 0-822-16,0 0 364 0</inkml:trace>
  <inkml:trace contextRef="#ctx0" brushRef="#br0" timeOffset="233662.0015">32485 11198 145 0,'1'-2'291'0,"3"-2"-11"0,-4-1-5 15,0 5-8-15,1-8-4 0,2 4-4 0,-2 1-9 16,2 0-14-16,-3 3 1 0,2-5-7 0,1 3-17 16,-3 2-9-16,1-5-21 0,4 3-15 0,-1 0-17 15,-4 2-16-15,4-4-12 0,0 2-10 0,-4 2-4 16,6-1-23-16,1-1 4 0,-7 2-4 0,11 2-6 16,-11-2-4-16,8 0-3 0,-3 1-3 0,-1 3-3 15,1 0-3-15,1 1-3 0,-1-1-9 0,-2 3-4 16,-1 0-7-16,1-3-5 0,-2 4 3 0,-1-1-5 15,-1 1-5-15,-2-1 1 0,1 3-7 0,-1-3 2 16,-3 1-5-16,-2 1 1 0,1-2-2 0,-2 1 0 16,1-2-3-16,-5-1-3 0,4-1 2 0,0 1-3 15,3-1-4-15,-2-3 0 0,1 1-4 0,0-1 2 16,3 1 2-16,4-2 0 0,0 0-2 0,-14-5-3 16,12 0 4-16,1 0-7 0,-1 2 4 0,2-2-5 0,0-1-3 15,3-2 7-15,1 0 6 0,2-3-4 16,-3 2 1-16,4 0-2 0,0 2 23 0,0-2 1 15,1 2 1-15,2-1 4 0,-2 1 6 0,-2 1 11 16,1 1 9-16,-1 1 6 0,-2 1-6 0,1 0-5 0,-1 1-9 16,-2 0-1-16,-2 2-5 0,9 1-1 0,-9-1-4 15,12 5 0-15,-7-3-3 0,1 3-8 16,-2 0 2-16,1 2-5 0,2-4 0 0,-2 7-1 16,-1-3-4-16,-2 2 0 0,2-1-3 0,-1-2 1 15,0 0-1-15,-1 0-2 0,0 2 0 0,1-4 0 0,-1-1-6 16,0 2-8-16,-1-2-12 0,1 2 0 0,-2-2 0 15,2 0 1-15,-2-3 6 0,4 3 1 16,-4-3 1-16,0 0 3 0,5 1-2 0,-5-1-3 16,0 0-1-16,12-5 6 0,-5 0 1 0,-1 1-3 0,-1-1 1 15,3-2 4-15,0 0-1 0,-1-1 7 0,1 3 3 16,-3-5 22-16,4 2 9 0,-4 4 6 0,0-1 1 16,-1 3 3-16,1-2 12 0,-1 1 5 15,-1 0 1-15,-1 1-3 0,3-1-7 0,-2 1-3 16,-3 2-14-16,4-1-3 0,-4 1-7 0,0 0-4 0,0 0-6 15,0 0 0-15,0 0-2 0,5 7 1 0,-4-3-2 16,3 2-1-16,-3-2-2 0,3 4-6 0,-3-2 6 16,1-3-3-16,1 5-2 0,-1-3-4 15,-1 0-7-15,0-1-7 0,-1 1-9 0,0-1-9 0,5 1-4 16,-3-1 0-16,-1-1-7 0,1-1 3 0,-2-2 6 16,3 6 4-16,-3-6 1 0,3 2 9 0,-3-2-2 15,0 0-5-15,0 0 3 0,0 0 0 0,0 0 5 16,0 0-2-16,33-19 2 0,-33 19 4 0,16-14 0 15,-16 14 5-15,16-14-1 0,-16 14 9 0,16-13 6 16,-16 13 2-16,9-10 9 0,-9 10 2 0,0 0 6 16,14-13 6-16,-14 13 6 0,0 0-4 0,0 0-2 15,13-12-3-15,-13 12-5 0,0 0-10 0,0 0 3 16,0 0-12-16,0 0 4 0,0 0-4 0,0 0 0 16,0 0-1-16,0 0 2 0,0 0 1 0,0 0-4 15,0 0 3-15,0 0-5 0,0 0 1 0,0 0 1 16,24 30-3-16,-24-30-3 0,0 0 2 0,7 12-7 15,-7-12-7-15,0 0-7 0,0 0 0 0,0 0-3 16,5 17 4-16,-5-17 1 0,0 0 5 0,0 0 2 16,0 0 5-16,0 0 2 0,0 0-1 0,0 0 1 15,0 0-5-15,0 0 9 0,0 0-3 0,0 0 5 16,54-18 7-16,-54 18 4 0,0 0 5 0,12-13 7 16,-12 13 9-16,0 0 3 0,16-9 5 0,-16 9 10 15,0 0-4-15,11-11 2 0,-11 11 0 0,0 0-13 16,0 0-5-16,0 0 5 0,0 0-7 0,0 0-6 15,0 0-1-15,0 0-3 0,0 0-3 0,0 0-7 16,0 0 0-16,0 0 1 0,0 0 0 0,0 0-12 16,39 15-15-16,-39-15-17 0,0 0-18 0,16 14-19 15,-16-14-21-15,10 14-30 0,-10-14-34 0,11 9-42 16,-11-9-56-16,0 0-54 0,11 13-51 0,-11-13-47 16,0 0-79-16,0 0-355 0,0 0-909 0,0 0 403 15</inkml:trace>
  <inkml:trace contextRef="#ctx0" brushRef="#br0" timeOffset="234132.1672">33185 11165 58 0,'0'0'301'0,"0"0"1"16,0 0 2-16,0 0-6 0,0 0-9 0,0 0-11 16,0 0-6-16,0 0-24 0,0 0 2 0,0 0-11 15,0 0-20-15,0 0-21 0,0 0-16 0,0 0-27 16,0 0-4-16,0 0-22 0,0 0-9 0,0 0-14 15,0 0-9-15,0 0-7 0,0 0-11 0,0 0-4 16,0 0-6-16,0 0-11 0,0 0-1 0,0 0-5 16,0 0 1-16,0 0-3 0,0 0 2 0,0 0-7 15,46 14 6-15,-46-14 5 0,0 0 3 0,0 0 2 16,0 0-2-16,0 0 2 0,27 1 5 0,-27-1 2 16,0 0-7-16,0 0-2 0,21-15-1 0,-21 15-9 15,9-10-2-15,-9 10-5 0,0 0-3 0,11-18-3 16,-11 18-4-16,0 0 1 0,5-16-5 0,-5 16-3 15,0 0-4-15,0 0-3 0,0-18-8 0,0 18 2 16,0 0-5-16,0 0 0 0,0 0-2 0,-19-10 1 16,19 10-4-16,0 0 3 0,0 0 1 0,0 0-6 15,0 0 3-15,-60 25-1 0,47-20 1 0,-1 7 1 16,14-12 0-16,-16 14 0 0,16-14-1 0,-16 15-2 16,16-15 1-16,-4 15 3 0,4-15-1 0,-5 14-1 15,5-14 1-15,0 0 0 0,13 23 4 0,-13-23-2 16,15 17-2-16,1-8 2 0,3 0 1 0,-1-2-1 0,4 2-2 15,-2-6 0-15,2 2-10 0,-22-5-24 16,52 6-18-16,-24-6-19 0,0-2-15 0,-28 2-26 16,41-6-20-16,-20 4-50 0,-21 2-45 0,28-6-75 15,-28 6-51-15,25-5-47 0,-25 5-295 0,16-7-748 16,-16 7 331-16</inkml:trace>
  <inkml:trace contextRef="#ctx0" brushRef="#br0" timeOffset="237399.5558">33247 10867 125 0,'0'0'218'0,"0"0"-3"0,0 0-3 0,0 0 3 16,0 0-9-16,0 0-2 0,-25-11-6 0,25 11-5 0,0 0-3 16,0 0-3-16,0 0-2 0,0 0 4 15,0 0-9-15,0 0 4 0,0 0 9 0,-24-6 3 16,24 6 8-16,0 0 3 0,0 0 8 0,0 0 9 15,0 0 8-15,0 0 5 0,0 0-1 0,0 0-21 0,0 0-23 16,0 0-19-16,0 0-15 0,0 0-21 16,0 0-6-16,54-25-10 0,-36 20-12 0,1-1-11 15,1 0-9-15,-20 6-4 0,43-7-9 0,-22 0-5 16,-3 3-7-16,-18 4-9 0,36-7-7 0,-36 7 1 16,24-5-2-16,-24 5-2 0,18-5-1 0,-18 5-7 0,0 0-3 15,0 0-2-15,0 0 3 0,26-5-14 16,-26 5 11-16,0 0-1 0,0 0-3 0,0 0-1 15,0 0-1-15,0 0-1 0,0 0-6 0,0 0 3 16,0 0-9-16,0 0 6 0,23-3-4 0,-23 3 0 16,0 0-5-16,0 0 3 0,0 0 0 0,0 0-1 0,0 0 6 15,0 0 1-15,0 0-2 0,0 0 6 16,0 0 1-16,0 0-1 0,0 0-6 0,0 0 6 16,0 0-13-16,0 0 8 0,0 0-15 0,0 0 13 15,0 0-1-15,0 0 30 0,12 21 19 0,-12-21 3 0,4 29-14 16,-1-13 23-16,1 6 2 0,0 5 9 0,1 5 6 15,-3-3-22-15,3 5-71 0,0-2 0 16,-3 4 0-16,4 11 0 0,-5-14 0 0,3 1 0 16,1 3 0-16,0 12 0 0,-1-16 0 0,-4 0 0 15,4-1 0-15,-3 3 0 0,3-4 0 0,1 1 0 0,-6-2 0 16,2 2 0-16,-1-4 0 0,0-3 0 0,-1-4 0 16,-2-3 0-16,3-1 0 0,0-1 0 0,0-16 0 15,-1 23 0-15,1-23 0 0,0 22 0 0,0-22 0 16,1 18 0-16,-1-18 0 0,0 0 0 15,3 16 0-15,-3-16 0 0,0 0 0 0,0 0 0 0,1 15 0 16,-1-15 0-16,0 0 0 0,0 0 0 0,0 0 0 16,0 0 0-16,0 0 0 0,0 0 0 0,0 0 0 15,0 0 0-15,0 0 0 0,0 0 0 0,0 0 0 16,0 0 0-16,0 0 0 0,0 0 0 16,4 16 0-16,-4-16 0 0,0 0 0 0,0 0 0 0,0 0 0 15,0 0 0-15,0 0 0 0,0 0 0 0,0 0 0 16,0 0 0-16,0 0 0 0,0 0 0 0,0 0 0 15,0 0 0-15,0 0 0 0,-55-8 0 0,55 8 0 16,0 0 0-16,-50-8 0 0,30 5 0 16,20 3 0-16,-50-3 0 0,22 3 0 0,-2-3 0 0,2 2 0 15,28 1 0-15,-42 0 0 0,42 0 0 0,-38 1 0 16,38-1 0-16,-27 1 0 0,27-1-253 0,0 0-1070 16,0 0-1434-16,0 0 634 0</inkml:trace>
  <inkml:trace contextRef="#ctx0" brushRef="#br0" timeOffset="241766.4588">27795 11778 28 0,'0'0'393'0,"0"0"9"15,0 0 0-15,9-3-5 0,-5 1-4 0,-4 2 4 16,5-2-3-16,-5 2-10 0,0 0-10 15,0 0-18-15,6-2-12 0,-6 2-16 0,0 0-16 0,0 0-16 16,0 0-17-16,0 0-9 0,0 0-14 0,0 0-22 16,0 0-6-16,0 0 2 0,0 0-3 0,0 0-8 15,0 0-8-15,-13 7-12 0,6-3-1 0,-1-1-18 16,-1 1-5-16,0 1-90 0,-2 0-85 0,0-1 0 16,-2 0 0-16,2 3 0 0,-3 3 0 0,1-2 0 15,-1 1 0-15,-4 3 0 0,2 1 0 0,-7 2 0 16,0 0 0-16,0 1 0 0,-4 2 0 0,0-3 0 15,0 1 0-15,-2 1 0 0,-2 1 0 0,-2 0 0 16,-12 5 0-16,11-8 0 0,-1 2 0 0,-19 2 0 16,3-1 0-16,3-2 0 0,11-6 0 0,2 1 0 15,1 3 0-15,3-4 0 0,2-2 0 0,2 1 0 16,9-2 0 0,1-2 0-16,7 0 0 0,0-1 0 0,2 0 0 0,0-3 0 0,6 1 0 0,-2-1 0 15,-1 2 0-15,5-3 0 0,-8 3 0 0,8-3 0 0,-1 2 0 16,1-2 0-16,0 6 0 0,0-6 0 0,4 4 0 15,-1-3 0-15,0 3 0 0,-3-4 0 0,10 0 0 16,-3 1 0-16,-7-1-124 0,10-5-408 0,-5 2-74 16,3-1-47-16,-2-4-393 0,-2 0-1134 0,1-2 502 15</inkml:trace>
  <inkml:trace contextRef="#ctx0" brushRef="#br0" timeOffset="242200.1078">26917 12036 129 0,'-3'-3'411'0,"3"3"6"0,-2-3 14 15,2 3 16 1,-7-6 12-16,7 5-10 0,0 1-11 0,-6-4-14 0,6 4-20 0,-5-3-18 16,5 3-18-16,0 0-21 0,0 0-8 0,0 0-25 15,-5-1-31-15,5 1-18 0,0 0-23 0,0 0-26 16,0 0-14-16,0 0-13 0,-8 7-9 0,4-4-11 15,0 4 1-15,-1 2-2 0,0 1-18 0,1 0-12 16,-1 1-82-16,0 3-56 0,-3-1 0 0,0 3 0 0,1 1 0 16,3 1 0-16,-5-4 0 0,2 4 0 15,2-1 0-15,-2 0 0 0,1-1 0 0,2-1 0 16,0-4 0-16,-2 3 0 0,2-4 0 0,3-1 0 0,-1 1 0 16,1-5 0-16,1 1 0 0,0 1 0 15,3-3 0-15,2 5 0 0,2-2 0 0,5 0 0 16,3-2 0-16,3 1 0 0,10 1 0 0,-9-4 0 15,11-1 0-15,-10 2 0 0,10 1 0 0,-4-1 0 0,-4 0 0 16,-1 0 0-16,-1-3 0 0,-8-1 0 0,2 3 0 16,-7-1 0-16,1-1 0 0,1 0 0 0,-3 1 0 15,2-1 0-15,-3-1 0 0,-5 0 0 0,8 0 0 16,-8 0 0-16,6 1 0 0,-6-1 0 0,3 2 0 16,-3-2-60-16,0 0-337 0,0 0-69 0,-13 6-78 15,13-6-93-15,0 0-378 0,-14-5-1099 0,7 3 486 16</inkml:trace>
  <inkml:trace contextRef="#ctx0" brushRef="#br0" timeOffset="242983.1795">24042 12288 22 0,'0'-2'404'0,"0"2"16"16,0-9 26-16,0 4 7 0,0 2 8 0,0 3 1 15,3-7 3-15,-3 5-3 0,0 2-7 0,0-6-7 16,0 6-13-16,1-2-7 0,-1 2-14 0,0 0-17 16,3-4-21-16,-3 4-26 0,0 0-27 0,0 0-22 15,0 0-26-15,0 0-26 0,0 0-104 0,0 0-145 16,0 0 0-16,0 0 0 0,0 11 0 0,1-5 0 16,-1 4 0-16,3 2 0 0,-2 0 0 0,0 8 0 15,3-2 0-15,-1 6 0 0,1 1 0 0,-1 1 0 16,0 1 0-16,-3-2 0 0,1 2 0 0,-1-2 0 0,0 3 0 15,0-2 0-15,0 0 0 0,0 1 0 16,0 0 0-16,0-9 0 0,0 2 0 0,-1-3 0 0,-2 1 0 16,1-2 0-16,1 0 0 0,1-4 0 0,0-1 0 15,0 0 0-15,-3-4 0 0,3 0 0 0,0-1 0 16,0-3 0-16,-1 4 0 0,1-4 0 0,0-3 0 16,-3 5 0-16,3-5 0 0,0 5 0 0,0-5 0 15,0 3 0-15,0-3 0 0,0 0 0 0,0 0 0 16,0 0 0-16,0 0 0 0,0 0 0 0,0-15 0 15,0 6 0-15,0 1-385 0,-1-3-284 0,-3-2-521 16,0-4-1289-16,-4 1 571 0</inkml:trace>
  <inkml:trace contextRef="#ctx0" brushRef="#br0" timeOffset="243389.2692">23884 12233 125 0,'0'-7'386'16,"0"0"27"-16,0 2 19 0,1-5-4 0,1 0-3 15,0 1-11-15,-2-1-16 0,4 0-19 0,0 0-23 16,1-1-24-16,3 3-22 0,2-1-11 0,4-3-6 0,1 2-14 16,2 1 0-16,8-4-8 0,2 3-7 15,0 2-9-15,1 1-2 0,4-1-9 0,-1 4-5 16,1 2-7-16,-2 2-3 0,1 0-13 0,-2 4-13 0,2 1-12 15,-10 0-145-15,-1-2-46 0,-1 3 0 0,1 1 0 16,-3 2 0-16,-1 1 0 0,-2 0 0 0,-3 2 0 16,1 1 0-16,-3 0 0 0,-3 1 0 0,-1 3 0 15,-3 0 0-15,-2 2 0 0,-2 6 0 0,-5-1 0 16,-6-1 0-16,-5 1 0 0,-4-1 0 0,-2 1 0 16,-2-3 0-16,-4 0 0 0,-4-2 0 0,5-4 0 15,-2-1 0-15,3 0 0 0,4-1 0 0,5-6 0 16,7-2 0-16,1 1 0 0,-1-1 0 0,6-4 0 15,1 3 0-15,1 0 0 0,-2-4 0 0,2 1 0 16,4-1 0-16,-4 3 0 0,4-3 0 0,0 0 0 16,0 0 0-16,0 0-280 0,0 0-209 0,24-3-42 15,-16 3-39-15,3 2-40 0,0-1-343 0,0 2-1030 16,2-1 456-16</inkml:trace>
  <inkml:trace contextRef="#ctx0" brushRef="#br0" timeOffset="243935.9267">24321 12715 282 0,'0'0'331'0,"0"0"-2"0,-10-6-9 0,9 4 0 16,-2-2-19-16,1 1-4 0,0-1-12 0,1-1-6 0,1 5-16 15,-1-8-10-15,2 4-14 0,0 0-12 0,2-1-10 16,-2 0-10-16,3 1-7 0,2 0-15 15,-2 0-11-15,3 1-4 0,2-5-8 0,-3 8-8 16,1-2-5-16,4-1-8 0,-1 2-6 0,1 1-3 0,0 0-10 16,-1 3-8-16,1-1-10 0,0-1-4 0,0 3-2 15,1 2-10-15,-1-3 1 0,-1 3-9 0,-1 1-8 16,-5 0-6-16,4 1-7 0,-3 0-8 16,1 1 0-16,-2-1-6 0,-4-1-3 0,0 3 1 0,-4-1-7 15,-2 1-3-15,1-1 3 0,-4 0-8 0,-3-2 2 16,-2 3-3-16,0 0-8 0,-2-5 9 0,3 3-7 15,0-5-2-15,0 1-1 0,1-2 0 0,0-2 2 16,3 0 0-16,0 0-1 0,3 0 15 0,-2-2 23 16,3-2 12-16,1-1 17 0,2-2 11 0,0 3 1 15,2-8 2-15,2 3 2 0,0-1-9 0,1 0 10 16,-1 0-99-16,3 2-4 0,1-2 0 0,1 1 0 16,-2-1 0-16,0 2 0 0,2-1 0 0,-2 2 0 15,0 1 0-15,-1 2 0 0,3-2 0 0,-1 4 0 16,-1-2 0-16,1 1 0 0,1 2 0 0,1 0 0 15,-1 1 0-15,3 1 0 0,0 2 0 0,1 1 0 16,-2-1 0-16,2 2 0 0,-1 1 0 0,-1 1 0 16,-4 0 0-16,4 1 0 0,0 0 0 0,-4 1 0 0,2-3 0 15,0 4 0-15,-3-3 0 0,1 0 0 0,-1 2 0 16,-1-5-285-16,1-1-92 0,-2 2-46 16,-1-1-36-16,2-1-32 0,1 0-45 0,-4-3-401 15,7 0-1015-15,-7 0 449 0</inkml:trace>
  <inkml:trace contextRef="#ctx0" brushRef="#br0" timeOffset="244389.235">24758 12686 360 0,'0'0'374'0,"0"0"-4"0,3-4 15 16,-3 4-5-16,0-5-1 0,0 5-6 0,1-4-10 16,-1 4-9-16,3-2-17 0,-3 2-11 0,0 0-13 15,4-3-16-15,-4 3-15 0,0 0-16 0,0 0-18 16,6-1-20-16,-6 1-12 0,0 0-14 0,10 5-21 16,-7-4-10-16,2 2-19 0,-1 0-16 0,1 2-2 15,-1 0-13-15,4 0-5 0,-2 2-17 0,-1 0-19 16,1 1 4-16,-1-1-11 0,0 2-12 0,-1-1-3 15,-1-1 0-15,-1 0 6 0,-2 3-19 0,0-2-5 16,0-3-3-16,0 5-6 0,-4-5-1 0,2 1-5 0,-3 1-5 16,-2-3-1-16,4-1-18 0,-3 0-6 0,3 1 9 15,-1-2 5-15,-1 0 3 0,5-2-1 16,-9-1 3-16,9 1-9 0,0 0 3 0,-4-10 4 0,3 6-7 16,2-4 3-16,2-2 2 0,-1-2-2 0,3 1-4 15,3-5 3-15,-1 2-3 0,2-1-4 16,0 1 2-16,3 0-2 0,-2 0 0 0,0 6 1 0,-1-3-2 15,4 2-13-15,-2-2-23 0,2 3-33 0,-4 0-25 16,5 4-39-16,-3-3-49 0,0 2-56 0,1 1-40 16,-2 0-74-16,-1 3-47 0,2 1-57 0,1-3-30 15,-1 3-390-15,-2-3-950 0,1 3 421 0</inkml:trace>
  <inkml:trace contextRef="#ctx0" brushRef="#br0" timeOffset="244701.6621">25175 12521 151 0,'1'-6'378'0,"3"-5"37"0,-3 0 32 16,-1 3 30-16,0 0 21 0,0 2 10 0,0-3 5 15,0 3-1-15,3 0-2 0,-3 0-12 0,-3 1-10 16,3 1-21-16,0 1-28 0,0 3-32 0,0-7-37 16,0 7-35-16,0 0-33 0,0 0-32 0,0-5-64 15,0 5-206-15,0 0 0 0,0 0 0 0,-1 15 0 16,1-9 0-16,-1 6 0 0,1-3 0 0,-3 7 0 15,2 0 0-15,1 5 0 0,0-3 0 0,-1 6 0 16,-2-4 0-16,3-1 0 0,-4 6 0 0,4-5 0 16,-1-2 0-16,0 1 0 0,1-3 0 0,-3 2 0 15,2-2 0-15,-3-1 0 0,3-2 0 0,-2-2 0 0,3 0 0 16,0 2 0-16,-4-6 0 0,4 2 0 16,-1-4 0-16,-3 3 0 0,4-3 0 0,0-2-75 15,0 1-428-15,0-4-42 0,-1 3-44 0,1-3-42 16,0 0-344-16,0 0-1056 0,0 0 467 0</inkml:trace>
  <inkml:trace contextRef="#ctx0" brushRef="#br0" timeOffset="245076.5771">25073 12748 66 0,'0'0'360'0,"-9"-1"28"0,5 0 39 0,4 1 14 15,-8-3 8-15,8 3-11 0,-6-3-13 0,6 3-18 16,-5-3-16-16,2 0-25 0,3 3-28 0,-2-2-28 15,2 2-23-15,-2-5-30 0,2 5-23 0,3-6-32 16,1 4-17-16,1-2-21 0,1 1-17 0,4 0-17 16,3-1-13-16,1 2-7 0,2-3-14 0,-2 3-10 15,2-1-3-15,-2 0-14 0,4 1 0 0,1-1-14 16,-7 3-6-16,3-2-10 0,-3 2-2 0,2-1-3 16,-3-2 1-16,-3 3 2 0,2 0-15 0,0 1 1 15,-3-1 5-15,-1 0-16 0,4 3 1 0,-5-1 1 16,3-1-2-16,-3 2-1 0,1 1 0 0,1-1 4 15,-2 2-3-15,-5-2 10 0,5 4-16 0,-1-3 4 16,0 2 3-16,0 0-2 0,0-1-6 0,-2 1-2 16,2 0 8-16,-3 0-5 0,-1 0 0 0,0 0 1 15,4 0-4-15,-5 0-13 0,2-2-25 0,0 0-20 16,-1 0-21-16,0 0-37 0,0-4-24 0,0 4-30 16,0-4-21-16,3 4-28 0,-3-4-31 0,0 0-36 15,0 0-47-15,0 0-46 0,8-7-40 0,-6 0-26 16,2 2-311-16,5-5-814 0,-4 0 360 0</inkml:trace>
  <inkml:trace contextRef="#ctx0" brushRef="#br0" timeOffset="245248.4092">25461 12594 237 0,'0'0'340'0,"3"-5"5"0,-2 3 0 0,-1 2-17 15,1-5-20-15,-1 5-41 0,0 0-28 0,2-4-29 16,-2 4-46-16,0 0-46 0,0 0-56 0,0 0-58 0,7 0-80 15,-7 0-80-15,9 4-70 0,-4-1-193 0,0 0-453 16,1-1 201-16</inkml:trace>
  <inkml:trace contextRef="#ctx0" brushRef="#br0" timeOffset="245513.9712">25618 12661 236 0,'4'-6'379'0,"-4"6"19"0,-1-4 27 15,1 4 1-15,0-5 1 0,0 5-4 0,0 0-12 0,0 0-18 16,-3-4-22-16,3 4-28 0,0 0-25 0,0 0-37 16,0 0-25-16,0 0-16 0,0 0-12 0,0 0-8 15,-11 8-23-15,7-5-19 0,0 2-10 0,2-1-24 16,-2 4-9-16,-3 1-17 0,2-2-10 0,0 3-10 16,0-2-11-16,4 0-10 0,-3 0-9 0,0 0-5 15,4-2-26-15,-4 0-28 0,4 1-13 0,0-1-28 16,0-2-11-16,3 4-14 0,-2-5-30 0,7 2-29 15,-3 0-25-15,5 0-31 0,-1-1-21 0,8-2-20 16,-1-1-26-16,3-2-25 0,1-1-23 0,1-2-23 16,2-1-33-16,-5 0-31 0,9-9-29 0,-9 5-261 15,-4 0-720-15,1 0 319 0</inkml:trace>
  <inkml:trace contextRef="#ctx0" brushRef="#br0" timeOffset="245779.5373">25857 12484 209 0,'2'-7'353'0,"1"3"14"16,-1-3 31-16,0 1 16 0,1 1 24 0,-2 0 12 16,0 2 6-16,-1 3 4 0,-1-8-4 0,2 6 0 15,-1 2-3-15,2-4-16 0,-2 4-14 0,0 0-21 0,0 0-22 16,0 0-34-16,0 0-31 0,0 0-33 0,0 0-28 16,0 0-26-16,0 0-21 0,0 0-200 15,0 0-7-15,-7 14 0 0,6-5 0 0,-3 3 0 16,2-1 0-16,0 2 0 0,-3 4 0 0,3 0 0 0,0 1 0 15,-1-1 0-15,1 1 0 0,-3-1 0 0,5-1 0 16,0 2 0-16,-1-1 0 0,1-2 0 16,0-1 0-16,1 1 0 0,-1-6 0 0,3 2 0 0,-2-5 0 15,3 5-280-15,-2-5-155 0,1 4-58 0,2-4-62 16,1-1-49-16,0-3-367 0,0 0-1052 0,2-2 466 16</inkml:trace>
  <inkml:trace contextRef="#ctx0" brushRef="#br0" timeOffset="246248.6341">26034 12667 164 0,'0'0'380'0,"0"0"8"16,0 0 9-16,1-5-21 0,-1 5-2 0,0 0-24 16,0 0-20-16,0 0-14 0,0 0-20 0,0 0-16 15,0 0-24-15,0 0-13 0,0 0-16 0,0 0-15 16,0 0-11-16,0 0-19 0,0 0-15 0,0 0-12 15,0 0-11-15,0 0-15 0,0 0-10 0,0 0-12 16,0 0-11-16,14 4-10 0,-14-4-4 0,9 0-7 16,-4 1-4-16,4-1-6 0,-1-1-3 0,1 0 6 15,1 1-12-15,1-4-1 0,0 4-5 0,1-4-5 16,-1 1 3-16,0 0-5 0,-1-2-3 0,-1 1 0 16,-4 1 4-16,3-1-4 0,-3-1 3 0,1 2 1 15,-2-1 0-15,0 2-8 0,0-3 1 0,-4 1-5 16,4 1-8-16,-4 3-6 0,-3-8-1 0,2 5-3 15,1 3 0-15,-8-5-8 0,4 2 5 0,-2 2-3 16,-1 0-4-16,7 1-2 0,-15 1 4 0,5 1-6 16,1 3 8-16,-2-1-12 0,1 2 6 0,-2 2 0 15,2 0-4-15,-2-2 0 0,5 5 1 0,-1-4-4 16,3 4 4-16,-3-2 0 0,6 1 2 0,-1-2-1 16,2 2-1-16,3-1-1 0,1 0 2 0,3-1 1 15,1 2-1-15,2-3 3 0,2 0 2 0,7 0-5 0,0-1-3 16,1 1 8-16,7-2-1 0,3-1-10 0,-10-2-15 15,9-3-17-15,-7 2-35 0,-2-2-34 16,-2 0-44-16,0 0-53 0,-4-3-54 0,1 2-46 16,-9 1-74-16,3 0-76 0,-3-2-419 0,-2 0-945 0,-3 3 418 15</inkml:trace>
  <inkml:trace contextRef="#ctx0" brushRef="#br0" timeOffset="246842.2398">24661 13420 205 0,'0'-4'460'0,"-4"2"12"0,4 2-7 15,0-7-9-15,0 2-14 0,-2 0-14 0,-1 2-10 16,3-2-20-16,0 5-21 0,0-9-7 0,0 6-13 15,0-2-23-15,0-1-22 0,0 1-26 0,0 1-18 16,0-2-15-16,0 2-24 0,0-1-25 0,5 0-12 16,-4 1-19-16,2 1-18 0,2 0-17 0,0 0-11 15,3 1-11-15,-2 1-11 0,3-1-9 0,3 4-8 0,-1-2-11 16,2 2-3-16,-1 2-3 0,-1-1-26 16,2 2-45-16,-2 0 0 0,1 0 0 0,-4 1 0 15,1 2 0-15,-3 1 0 0,0 0 0 0,-2 0 0 16,-3 2 0-16,1 1 0 0,-4-2 0 0,0 1 0 0,-5 0 0 15,2-2 0-15,-5 3 0 0,-1-2 0 16,-3-2 0-16,2 2 0 0,-2-4 0 0,-4 2 0 16,8-3 0-16,-3-3 0 0,0 2 0 0,-1-4 0 0,4 0 0 15,2-1 0-15,-2-2 0 0,1 0 0 0,0-1 0 16,3 0 0-16,-3-4 0 0,5-1 0 0,2 2 0 16,2-1 0-16,0-3 0 0,1 1 0 0,1 0 0 15,6 0 0-15,-2-2 0 0,2 4-86 0,4-4-224 16,2 1-40-16,1 0-42 0,0 3-27 0,-2-2-29 15,5 5-34-15,-6-4-23 0,0 3-362 0,0 1-938 16,-2 0 414-16</inkml:trace>
  <inkml:trace contextRef="#ctx0" brushRef="#br0" timeOffset="247154.6766">24859 13214 214 0,'0'-11'284'15,"0"4"18"-15,-2-2 21 0,0-3 35 0,1 2 25 16,1 1 23-16,-1 1 13 0,0 3 11 0,1-3 4 15,-2 2 5-15,2 0 17 0,-2-1-2 0,2 2 0 0,-2 1-3 16,1 0-15-16,1 4-17 0,-2-7-25 0,2 7-31 16,-3-3-25-16,3 3-23 0,0 0-196 15,0 0-119-15,-1-2 0 0,1 2 0 0,0 0 0 16,0 0 0-16,-3 17 0 0,3-9 0 0,0 8 0 0,-2 0 0 16,2 0 0-16,2 2 0 0,-2 0 0 0,0 0 0 15,0 0 0-15,0 1 0 0,-2 2 0 16,2 1 0-16,0-1 0 0,-2-5 0 0,1 1 0 0,2 0 0 15,1 1 0-15,-2-2 0 0,2 0 0 0,1-5 0 16,1 3 0-16,-2-6 0 0,3 2 0 0,-1 0 0 16,3-5 0-16,0 1-20 0,3 2-544 0,-4-3-55 15,1-3-40-15,-2 0-397 0,8-2-1142 0,-7 1 506 16</inkml:trace>
  <inkml:trace contextRef="#ctx0" brushRef="#br0" timeOffset="247998.3087">25052 13433 146 0,'0'0'375'0,"0"0"19"0,3-3 5 16,-3 3-5-16,0 0 6 0,0 0-22 0,0 0-9 16,0 0-27-16,0 0-25 0,0 0-18 0,0 0-18 15,0 0-21-15,0 0-15 0,0 0-17 0,0 0-13 16,0 0-19-16,0 0-17 0,0 0-10 0,0 0-4 15,0 0-19-15,0 0-11 0,0 0-15 0,11 0-13 16,-7 0-13-16,1 0-8 0,0-2-4 0,4-1-7 16,-2-1-1-16,4 2-12 0,-1-3-3 0,2 3 10 0,-3-6 5 15,2 4 4-15,-3-2 9 0,0-1-3 16,-2 2 2-16,4-1 8 0,-5-1-10 0,-1 2-25 16,0 0 22-16,0-2-1 0,-1 3 0 0,-1-1-17 15,1-1-4-15,-3 2-14 0,0 1-4 0,0-2 3 0,0 5-5 16,-5-6-10-16,1 3-4 0,1 1-3 0,-2 0 0 15,5 2-1-15,-10-1-8 0,2 1-2 16,8 0-4-16,-13 1-4 0,8 1-3 0,-4 2 0 16,4-1 0-16,-3-1 0 0,3 3 0 0,0-1 0 0,-4 4 0 15,4 0 0-15,0-1 0 0,1 3 0 0,0-3-12 16,3-2-15-16,-3 4-6 0,0 1-5 0,4-4 2 16,0 4 4-16,0-3-2 0,4 1 3 0,1 0 2 15,0 1 9-15,3-1 2 0,2-1 8 0,2-1-11 16,-2 1 7-16,8 1 2 0,-4-4 4 0,1 1 3 15,2-3 2-15,1-1-5 0,0-2 4 0,-2 0 16 16,2-2-11-16,-5-1 10 0,6-2 18 0,-5 0 3 16,2-3 12-16,-1-2 9 0,-1 1 11 0,-1-1 6 15,-3-3 5-15,3 1-71 0,-6 0-4 0,0 3 0 16,-2-1 0-16,1 2 0 0,-3-1 0 0,-1 5 0 16,1-1 0-16,0-1 0 0,-2 4 0 0,0-1 0 15,2 1 0-15,-1 0 0 0,-2 3 0 0,3-4 0 16,-3 4 0-16,4-3 0 0,-4 3 0 0,0 0 0 15,0 0 0-15,0 0 0 0,2 10 0 0,2-5 0 16,-3 0 0-16,1 2 0 0,-1-3 0 0,0 3 0 16,0 1 0-16,3 0 0 0,-2 3 0 0,1-3 0 15,0-2 0-15,-2 0 0 0,-1 0 0 0,2 0 0 16,0-3 0-16,-1 0 0 0,3 1 0 0,-1-1 0 0,-1 1 0 16,3-2 0-16,-1 0 0 0,-4-2 0 15,7 0 0-15,-7 0 0 0,12-4 0 0,-5-2 0 0,-1 2 0 16,-1 0 0-16,0-4 0 0,3 1 0 0,-3 0 0 15,4 1 0-15,-4 0 0 0,0 0 0 0,-1 0 0 16,1 0 0-16,0 1 0 0,-1 1 0 0,0 3 0 16,0-4 0-16,-3 2 0 0,2 0 0 15,-3 3 0-15,5-6 0 0,-5 6 0 0,4-1 0 0,-4 1 0 16,0 0 0-16,0 0 0 0,0 0 0 0,10 7 0 16,-8-5 0-16,1 2 0 0,1 1 0 0,0 0 0 15,-3 1 0-15,5-1 0 0,-1 0 0 0,1 1 0 16,-1-1 0-16,1 0 0 0,-1 2 0 0,3-1-74 15,1-2-343-15,-3 1-32 0,1-2-26 0,-1-1-28 16,2-2-27-16,-1 0-24 0,-7 0-312 0,14-5-936 16,-10-1 415-16</inkml:trace>
  <inkml:trace contextRef="#ctx0" brushRef="#br0" timeOffset="248560.562">25778 13312 338 0,'5'-12'117'0,"-1"2"47"16,-3-1 30-16,3 1 23 0,-4 2 19 0,5-1 13 15,-1 3 26-15,-3-1 19 0,2 1 6 0,-2-1 5 0,2 3-1 16,-2 0-6-16,-1 0-12 0,0 4-12 15,3-4-24-15,-3 4-31 0,0-4-19 0,0 4-23 16,0 0-3-16,0 0 4 0,0 0-11 0,-4 13-16 16,1-6-11-16,2 1-5 0,-2 1-11 0,1 3-12 0,-1 3-13 15,-2-5-4-15,5 3-12 0,-4-3-6 0,3-1-6 16,1 2-9-16,0-4 3 0,0 0-5 16,1-1 4-16,-1 1 2 0,3 0 1 0,2-3-8 15,-1 3-5-15,-2-3 0 0,5 1-7 0,-1-2-8 0,-2 2 12 16,5-1-5-16,-1 0 0 0,-2 0 0 0,0-1 2 15,1 1-4-15,2 2-7 0,-4-4 8 0,0 4-9 16,0-2-1-16,-2 2 1 0,2-1-7 16,-3 2-2-16,-1-1-4 0,-1-2 8 0,2 4-14 0,-5-2 2 15,-3 2-1-15,0-1 11 0,-3-2-11 0,0 2-3 16,-2-2 5-16,1-1-4 0,1 0-2 0,-2 0-5 16,-1-1-3-16,3-2-4 0,0-1 3 0,4 0-1 15,-2 0 3-15,7 0-4 0,-11-2-4 0,6-1-5 16,4-2-4-16,-2 1-4 0,6-1-3 0,-2-1 8 15,3-1-6-15,1-2 6 0,4-1-1 0,1-1-2 16,4-4 1-16,-3 5 9 0,3-3-5 0,0 2-2 16,0 0-1-16,-1 1 4 0,-2 3-1 0,2 2 4 15,-3-2-4-15,-1 3 5 0,1-1-6 0,-3 3 3 16,0 0-3-16,-1 1 1 0,-1 0 0 0,2-2 3 16,-7 3 1-16,9 2 0 0,-4-1 13 0,-5-1 1 15,8 4 0-15,-4-2 0 0,-1 3-1 0,1-1-2 16,-1 1 1-16,0 1 2 0,-1-1-6 0,2 1-1 15,-3 0 5-15,2 1-2 0,-2-1-6 0,-1 2 7 16,1-3-3-16,-1 1 1 0,3 1-1 0,-3-2-1 16,2 1 3-16,-2-2-15 0,0-1-14 0,0-3-9 15,0 5-15-15,0-1-14 0,0-4-14 0,0 0-6 16,0 4-28-16,3-1-14 0,-3-3-8 0,0 0-30 16,0 0-35-16,0 0-44 0,0 0-48 0,15-7-23 0,-11 3-32 15,0 0-37-15,2 0-48 0,1-5-345 16,-3 2-837-16,-2-4 370 0</inkml:trace>
  <inkml:trace contextRef="#ctx0" brushRef="#br0" timeOffset="248732.496">26035 13216 129 0,'0'-4'347'0,"0"2"24"0,5-3 15 0,-4 1 22 16,-1 4 4-16,3-6-12 0,-2 4-31 0,-1 2-33 15,0-4-32-15,0 4-33 0,0-6-28 0,0 6-21 0,0 0-32 16,3-4-43-16,-3 4-52 0,0 0-68 0,1-2-69 15,-1 2-63-15,0 0-50 0,0 0-56 0,0 0-55 16,13 5-53-16,-9-4-275 0,2 1-642 0,-1 0 284 16</inkml:trace>
  <inkml:trace contextRef="#ctx0" brushRef="#br0" timeOffset="249044.8276">26266 13132 280 0,'3'-3'383'0,"-3"3"12"0,4-10 18 0,0 6 5 16,-4 4 3-16,0-4 2 0,0 4 0 0,1-4-5 16,-1 0 2-16,0 4-8 0,0-5 10 0,0 5-22 15,1-3-14-15,-1 3-24 0,0 0-27 0,0 0-28 16,0 0-29-16,0 0-25 0,0 0-12 0,0 0-9 16,0 0-13-16,-2 19-21 0,0-7-46 0,2-1-152 15,0 0 0-15,3 7 0 0,-3 0 0 0,1 1 0 16,2 6 0-16,-3-8 0 0,1 3 0 0,-1 5 0 15,1-4 0-15,4-3 0 0,-5 0 0 0,1 1 0 16,-1-1 0-16,2-2 0 0,-1-4 0 0,-1-3 0 16,1 2 0-16,1 1 0 0,-4-6 0 0,2 1 0 15,2-2 0-15,-2 1 0 0,0-2 0 0,0-4-254 16,0 4-113-16,0-4-44 0,0 0-53 0,0 0-59 16,0 0-26-16,-4-14-389 0,1 8-1015 0,1-3 450 15</inkml:trace>
  <inkml:trace contextRef="#ctx0" brushRef="#br0" timeOffset="249888.3792">26210 13323 279 0,'0'0'295'0,"-4"-2"15"0,4 2 13 0,0 0 20 15,-4-5 19-15,4 5 1 0,-5-1-3 0,5 1-2 16,0 0-15-16,0 0-16 0,0 0-22 16,-5-3-18-16,5 3-20 0,0 0-20 0,0 0-19 15,0 0-13-15,0 0-13 0,0 0-20 0,0 0-15 0,0 0-12 16,0 0-12-16,0 0-8 0,0 0-3 0,0 0-1 15,0 0-23-15,0 0-9 0,0 0-12 16,18-1-11-16,-9-1-10 0,5 1-4 0,-4-1-14 16,4 1 2-16,4-1-7 0,1-3 2 0,-2 4-8 0,-2 0-8 15,1-2 2-15,-4 0-1 0,1 1-2 0,1 2-10 16,-5-3 8-16,0 2-6 0,-4 0-5 0,2-2-3 16,0 3-1-16,-3-1 3 0,-4 1-1 0,9 0-5 15,-9 0-1-15,5-1 10 0,-5 1-6 0,0 0 4 16,8-1-2-16,-8 1-2 0,0 0 3 0,0 0-8 15,5-1-1-15,-5 1 3 0,0 0-4 0,0 0 5 16,0 0-4-16,0 0-5 0,0 0 0 0,0 0 0 16,4 3 3-16,-3 1-1 0,-1 1-1 0,0 1-3 15,0-6 2-15,3 4 4 0,-2 3-6 0,0-3 1 16,3-1 5-16,-1 4-24 0,-1-2-10 0,3-1-6 16,-1-2-7-16,1 2-9 0,-1 1-8 0,3-1-6 15,-1-1 1-15,1-1-4 0,1 0 1 0,-1-2 0 16,0 0 8-16,5 0 9 0,-3-2 2 0,0 0 5 15,2-3 9-15,-2-1 8 0,0 0 20 0,1-1 14 16,-1-3 10-16,-4 4 16 0,1-3 19 0,2 1 10 16,-4-2 8-16,1 4 13 0,-1-1 6 0,-4 1 4 15,4-1 6-15,-3 2 12 0,-1 0-8 0,3 1 5 16,-3 4-4-16,0-9-6 0,0 6-8 0,0-1-6 16,0 4 3-16,0-5-22 0,0 5-48 0,0 0-17 0,0 0 0 15,0 0 0-15,0 0 0 0,-8 12 0 16,4-2 0-16,4 3 0 0,-1 3 0 0,1 0 0 15,-3 5 0-15,3 0 0 0,0 2 0 0,3 4 0 0,-3-2 0 16,1 3 0-16,-2-6 0 0,2 5 0 0,-1-2 0 16,0 0 0-16,0-6 0 0,3 5 0 15,-3 2 0-15,1-6 0 0,-1-2 0 0,0 3 0 16,0 2 0-16,0-3 0 0,0-1 0 0,0-3 0 0,0 1 0 16,0-3 0-16,-1-4 0 0,1 0 0 0,0-3 0 15,-3 1 0-15,3-2 0 0,0 0 0 0,0-1 0 16,0-2 0-16,0 1 0 0,0-4 0 0,0 4 0 15,0-4 0-15,0 0 0 0,0 7 0 0,0-7 0 16,0 0 0-16,-1 2 0 0,1-2 0 0,0 0 0 16,0 0 0-16,0 0 0 0,-13-9 0 0,12 5 0 15,-5-3 0-15,3 3 0 0,-1-1 0 0,-4-2 0 16,5 1 0-16,-4-4 0 0,2 4 0 0,-1-2 0 16,1 1 0-16,0-3 0 0,-2 3 0 0,2-2 0 15,0 0 0-15,1 1 0 0,0-1 0 0,2 3 0 16,0-1 0-16,1 0 0 0,2-4 0 0,3 2 0 15,3-1 0-15,2 1 0 0,7-3 0 0,2 0 0 16,9 0 0-16,5 0 0 0,6-1 0 0,-5 0 0 16,2 4 0-16,-2 0 0 0,3-1-502 0,-4 1-207 0,-4 0-455 15,-2 0-1260-15,-11 0 558 0</inkml:trace>
  <inkml:trace contextRef="#ctx0" brushRef="#br0" timeOffset="252389.783">3987 13239 243 0,'-4'3'384'0,"4"-3"-4"16,0 0 14-16,0 0-6 0,0 0-21 15,0 0-23-15,0 0-19 0,0 0-10 0,0 0-3 0,-1 1-11 16,1-1-7-16,0 0-12 0,0 0-8 0,0 0-14 16,0 0-9-16,10 3-5 0,-10-3-14 0,8 1-10 15,-3 0 1-15,1 1-10 0,3-2-19 16,-1 1-16-16,3-2-8 0,2 2-19 0,-1 0-13 0,0 1-8 16,2-1-21-16,2-1-7 0,-5 0-10 0,2 3-5 15,1-3-10-15,-2 0-7 0,-1-3-13 0,-1 3-5 16,1 0-6-16,-5-1-7 0,-1 2-35 0,-5-1-21 15,11-1-28-15,-11 1-29 0,6 1-29 0,-6-1-37 16,5 3-51-16,-5-3-61 0,0 0-45 0,0 0-47 16,0 0-46-16,0 0-64 0,-13 6-63 0,5-2-337 15,-2 0-925-15,0 0 409 0</inkml:trace>
  <inkml:trace contextRef="#ctx0" brushRef="#br0" timeOffset="252686.6792">3954 13455 72 0,'0'0'308'16,"-4"4"-3"-16,4-1 6 0,0-3 4 0,-3 3 7 15,3-3 21-15,0 0-4 0,0 7-5 0,0-7 0 0,0 3-9 16,0-3-5-16,0 0-12 0,4 4-8 16,-4-4-6-16,5 1-15 0,-5-1-12 0,5 3-2 15,0-2 0-15,2 2-6 0,3-1-7 0,3-2-5 0,1 1-11 16,1 0-12-16,4-1-18 0,3 1-18 0,0-2-10 15,0 1-14-15,-2 0-9 0,2 1-15 0,-2-1-7 16,3 0-9-16,-5 1-45 0,-4-1-79 16,0 0 0-16,-4 2 0 0,-2-2 0 0,1 0 0 0,-3-2 0 15,-6 2 0-15,9-1 0 0,-9 1 0 0,8 0 0 16,-8 0 0-16,0 0 0 0,9 1 0 0,-9-1 0 16,0 0 0-16,0 0 0 0,0 0-90 0,0 0-285 15,0 0-104-15,0 0-134 0,0 0-493 0,-9-11-1198 16,9 8 530-16</inkml:trace>
  <inkml:trace contextRef="#ctx0" brushRef="#br0" timeOffset="253420.8952">5344 13030 11 0,'-2'-3'386'0,"2"3"9"0,-3-4-1 16,3 4-1-16,0 0-7 0,-2-6-12 0,2 6-12 15,0 0-15-15,0 0-16 0,0 0-7 16,0 0-24-16,0 0-18 0,0 0-19 0,-3-3-14 15,3 3-18-15,0 0-14 0,0 0-20 0,0 0-16 0,0 0-15 16,0 0-15-16,0 0-4 0,0 0-13 0,0 0-13 16,0 0-7-16,0 0-6 0,0 0-4 0,0 0 5 15,0 0 7-15,5 11-4 0,-5-11-5 0,10 4-6 16,-1-4-1-16,0 1-9 0,5 1-10 0,4-2-9 16,0 2-7-16,4-3-4 0,-3 1-7 15,3-3-3-15,-1 1-1 0,7-6-3 0,-8 3-3 0,1 1 9 16,-4-2-5-16,6-2 9 0,-8 1-2 0,2-1-6 15,-1 3-49-15,-5-1 0 0,-1-3 0 0,0 6 0 16,-2-5 0-16,-2-1 0 0,-2 3 0 0,-3 0 0 16,-1 3 0-16,3-3 0 0,-3 1 0 0,-3-2 0 15,0 2 0-15,-1 1 0 0,-1-1 0 0,-1 0 0 16,-1-1 0-16,-2 4 0 0,1 0 0 0,-2 0 0 16,-1-1 0-16,-1 2 0 0,-2 1 0 0,1 3 0 15,4 0 0-15,-5 0 0 0,-3 4 0 0,0 3 0 16,1-2 0-16,2 5 0 0,1-2 0 0,-2 3 0 15,2 2 0-15,-4 6 0 0,1 0 0 0,-3 0 0 16,5 1 0-16,-4-1 0 0,4 0 0 0,1-6 0 16,4 1 0-16,0-4 0 0,2 0 0 0,4-5 0 15,-2 3 0-15,2-4 0 0,5 3 0 0,0-3 0 16,5 1 0-16,4 1 0 0,4-2 0 0,6-1 0 0,-1 0 0 16,11-3 0-16,2 3 0 0,-2-5 0 0,1 3 0 15,1-3 0-15,-1-1 0 0,-4 2 0 0,-10-4 0 16,11 0 0-16,-8-1 0 0,-3 2 0 15,-7-2 0-15,1 0 0 0,-2 0 0 0,-2 0 0 0,-2 1 0 16,1 0 0-16,-1-1 0 0,0 2 0 0,-6 1 0 16,7-3 0-16,-5 2 0 0,-2 1 0 0,0 0 0 15,9-2 0-15,-9 2 0 0,0 0 0 0,0 0 0 16,0 0-9-16,0 0-453 0,0 0-57 0,0 0-64 16,1 7-41-16,-1-7-375 0,3 4-1083 0,2-2 479 15</inkml:trace>
  <inkml:trace contextRef="#ctx0" brushRef="#br0" timeOffset="253873.9458">6019 13121 101 0,'5'-7'435'0,"0"2"20"0,-5-2 11 15,4 2-8-15,-4 1-11 0,4-2-24 0,-4 4-24 16,0 2-33-16,0-7-30 0,-4 3-33 0,1 1-26 0,2 0-22 15,-4 1-29-15,5 2-24 0,-14 1-20 16,6 1-16-16,-1 3-18 0,-1 1-12 0,1 0-16 16,-1 3-13-16,-4 1-9 0,2 3-12 0,0-2-8 15,4-2-6-15,0 1-6 0,2 0-11 0,1-2-3 0,-2 1-4 16,5-1-6-16,1 1-3 0,-2-3-1 0,3-1-4 16,4 2-3-16,0 1-2 0,2-5 0 15,3 4-4-15,0 0-5 0,2 0-3 0,1-1-2 16,3 1-3-16,-2-1 3 0,-1 1-3 0,0 0 0 0,1-3-5 15,-3 1-1-15,0 1 0 0,-2-1-3 0,0-2-1 16,-3 2 4-16,-1 0-1 0,2-2 2 16,-3 1 5-16,-2 3 4 0,-1-4 5 0,0 2 15 0,-4 0 3 15,-2 2 2-15,-3-2-4 0,0 1-3 0,-9 2-1 16,1-1-3-16,-4 0-3 0,2-3 3 0,-1 1 2 16,1-2-5-16,0 1 0 0,1-1-9 0,7-1 0 15,1 0 1-15,-1 0 0 0,5-1-3 0,-1-1 3 16,1 1-5-16,6-1-13 0,-8 0-23 0,8 0-47 15,0 0-41-15,-5-4-52 0,5 4-47 0,0 0-56 16,0 0-59-16,8-7-59 0,-8 7-62 0,8-4-60 16,-8 4-337-16,7-2-911 0,-3 2 404 0</inkml:trace>
  <inkml:trace contextRef="#ctx0" brushRef="#br0" timeOffset="254389.2688">4797 13559 157 0,'0'0'302'0,"-5"-2"-1"15,5 2-8-15,-5-3-9 0,5 3-3 16,0 0 4-16,-9-1 22 0,9 1-8 0,0 0 13 16,-9 0-2-16,9 0 5 0,-5-1 3 0,5 1-5 0,-9-1-3 15,9 1-8-15,-8 0-12 0,8 0-15 0,0 0-10 16,0 0-17-16,-9 0-1 0,9 0-25 0,0 0-8 16,0 0-20-16,0 0-8 0,0 0-15 0,0 0-1 15,0 0-12-15,0 0-9 0,0 0-17 0,0 0-8 16,22 2-15-16,-9 0-5 0,6-2-3 0,8 0-1 15,7 4-57-15,6-1-43 0,20 0 0 0,3 1 0 16,35 4 0-16,3-5 0 0,5 1 0 0,-1 0 0 16,10 1 0-16,1-3 0 0,3-3 0 0,-4 2 0 15,0 4 0-15,-9-5 0 0,-14 0 0 0,-28 0 0 16,-6 0 0-16,-18 0 0 0,10 0 0 0,-15 1 0 16,-2-1 0-16,-2 1 0 0,-9-1 0 0,-3 1 0 15,-6-1 0-15,-1 0 0 0,-3 0 0 0,-1 3 0 16,1-3 0-16,-2 0 0 0,0 1 0 0,-1-1 0 15,2 1 0-15,-1 2 0 0,1-2 0 0,0 0 0 16,-3 4 0-16,4-5 0 0,-4 6-5 0,0-3-343 16,-1 2-53-16,0-1-61 0,-3 1-66 0,-1 0-74 15,0-5-373-15,-8 4-1055 0,2-3 468 0</inkml:trace>
  <inkml:trace contextRef="#ctx0" brushRef="#br0" timeOffset="255154.756">4691 13926 132 0,'0'0'368'0,"-4"-3"10"0,4 3 0 15,0 0 1-15,-2-5 7 0,2 5-6 0,-2-2-7 0,2 2-11 16,0 0-9-16,2-5-21 0,-2 5-12 0,0-6-13 16,0 6-18-16,1-5-19 0,-1 3-20 15,0 2-17-15,1-5 0 0,3 2-28 0,-4 3-2 16,4-4-20-16,-3 1-10 0,4 0-6 0,-1 3-24 0,0-3-12 15,2 1-2-15,1 2-21 0,-1-2-8 0,0 0-8 16,2 2-11-16,1 0 1 0,5 1-21 16,-5-1-9-16,4 1 13 0,-3 2-20 0,-1 1-8 0,1-2-1 15,2 2 10-15,-1 1-13 0,2 2 1 0,-3 0-7 16,1 3-1-16,-1-3 5 0,-4 1-2 0,1 1-4 16,-1 2-8-16,-1-2-5 0,-4 1 3 0,2-1 2 15,-1 1-1-15,0 0-1 0,-4 1-2 0,0 0-2 16,-1-1-3-16,-2 0-8 0,0 1 0 0,-4-3 0 15,4 1 0-15,-4-3 0 0,3 2 0 0,-2-3 0 16,2 0 0-16,-1 0 0 0,5-2 0 0,-2 0 0 16,0-2 0-16,4-1 0 0,0 0 0 0,0 0 0 15,0 0 0-15,-5-7 0 0,5 0 0 0,2 3 0 16,2-7 0-16,0 4 0 0,5-4 0 0,-1 2 0 16,-1-2 0-16,5-1 0 0,-1 0 0 0,1 0 0 15,3 1 0-15,-6 3 0 0,5-1 0 0,-1 1 0 16,-4 2 0-16,4 0 0 0,-4 1 0 0,1 0 0 15,3 3 0-15,-4-2 0 0,1 6 0 0,0-2 0 16,-1 3 0-16,0 1 0 0,-3 1 0 0,3 1 0 16,-2 1 0-16,-1 0 0 0,-1 2 0 0,-1 1 0 15,0 1 0-15,0 1 0 0,-3 1 0 0,1 4 0 16,-2-2 0-16,-1 2 0 0,0 0 0 0,-3-1 0 0,0 2 0 16,2-6 0-16,-1 1 0 0,-1-1 0 0,3 0 0 15,0 0 0-15,0-2 0 0,-1 0 0 0,1 1 0 16,1-4 0-16,3 2 0 0,-1-3 0 0,2 2 0 15,0-3 0-15,1-1 0 0,2 2 0 0,1-1 0 16,1-1 0-16,-1-1 0 0,2 0 0 0,0-2 0 16,-1 2 0-16,0-3-85 0,-1 0-213 0,1-2-68 15,0 1-65-15,-3 1-75 0,2-2-72 0,-3 0-411 16,0-1-1069-16,-1 0 474 0</inkml:trace>
  <inkml:trace contextRef="#ctx0" brushRef="#br0" timeOffset="255516.2529">5402 14229 278 0,'7'-4'460'16,"-3"2"15"-16,4-1 8 0,-3 2-13 0,-2 0-15 15,-1-1-21-15,-2 2-22 0,4-3-27 0,-4 3-28 16,0 0-28-16,5-4-25 0,-5 4-13 0,0 0-28 15,-5-7-16-15,5 7-13 0,-5-2-16 0,5 2-6 16,-8-2-12-16,3 1-16 0,5 1-22 0,-9 1-4 16,9-1-17-16,-9 0-13 0,9 0-20 0,-10 2-5 15,3 1-1-15,1 1-9 0,1 0-8 0,0 3-5 0,-3-2 3 16,-1 4-6-16,2-2-7 0,2 1-14 16,-2-1-4-16,1 2-50 0,-1-2-2 0,1 3 0 15,1-1 0-15,1 0 0 0,0 1 0 0,2-2 0 16,-1 0 0-16,3 0 0 0,0 0 0 0,4 0 0 0,1 0 0 15,1 2 0-15,6-5 0 0,2 8 0 0,6-8 0 16,-2 3 0-16,9-2 0 0,0-1-141 0,-5-2-87 16,-2 1-48-16,2-1-35 0,-2-3-58 0,-1-3-32 15,-6 1-55-15,5-4-54 0,-6 3-407 0,-1-3-993 16,-6 4 440-16</inkml:trace>
  <inkml:trace contextRef="#ctx0" brushRef="#br0" timeOffset="256188.5937">5705 14019 355 0,'1'-5'487'15,"-1"-1"0"-15,1 1-12 0,-1 0-21 0,1 0-30 0,-1 1-28 16,0-1-32-16,2 1-27 0,-2 0-23 0,1-1-19 16,-1 2-20-16,1-1-21 0,3 0-19 15,-4 4-22-15,1-6-20 0,0 3-17 0,-1 3-15 16,4-6-20-16,0 3-17 0,0-2-4 0,3 4-16 0,-2-1-9 16,0 0-5-16,2-1-3 0,4 1-12 0,0 1-4 15,1 2-6-15,-1-1-8 0,3 3-1 16,-1 0-8-16,1 0-7 0,-1 3-12 0,2 2 4 0,-6-1-5 15,4 4 0-15,1-1-6 0,-4 2-1 0,-3 4-4 16,-1-2 0-16,-4-1 1 0,0 1-2 0,-2 2-7 16,-4 0 5-16,3 0-3 0,-4-2 2 0,-2 2-1 15,1-5-4-15,-2-1-1 0,-1 0-5 0,0-1 1 16,0 0-3-16,4-3-1 0,-1-2 5 0,1-1-1 16,-2 1 3-16,5-4 0 0,2 0-2 0,-7 1-2 15,7-1 4-15,0 0-2 0,0-10-3 0,3 3 2 16,2-2-5-16,-1 0 1 0,4-4-2 0,2-1 5 15,0 0-2-15,-1 0-3 0,4-2 3 0,-2 3 4 16,1 3 0-16,2-5 11 0,-3 5-1 0,1 2 1 16,-3 0-2-16,0 2 3 0,2 1 5 0,-2 0 4 15,-4 1 5-15,2 3-10 0,-1 0 0 0,1 1 0 16,0 1 9-16,-1 0-5 0,2 4 12 0,-4 1 1 16,2 3 8-16,1 1-8 0,-2 1 2 0,-4 1-11 15,2 1 18-15,-1 5-7 0,1-3-2 0,-3 3-2 16,-3-1 6-16,2-1 6 0,1 0-10 0,-4 0-28 0,3 0-9 15,-2 2 0-15,2-2 0 0,0-4 0 16,-2 1 0-16,3-3 0 0,0 1 0 0,-4-1 0 16,4 1 0-16,0-1 0 0,0-2 0 0,3-1 0 0,-3 0 0 15,1 1 0-15,2-4 0 0,-1 3 0 0,1-1 0 16,2-3 0-16,0 4 0 0,3-7 0 16,-2 2-99-16,3 1-125 0,0-3-55 0,4-2-57 15,-2 1-67-15,1 0-55 0,-1 0-73 0,1-3-447 0,-1 1-1058 16,-2-2 469-16</inkml:trace>
  <inkml:trace contextRef="#ctx0" brushRef="#br0" timeOffset="256892.8284">6282 14261 367 0,'0'0'428'0,"3"-4"24"15,-3 4 1-15,1-3-5 0,-1 3-9 0,0-3-8 16,0 3-20-16,0 0-12 0,0-5-4 0,4 1-14 31,-4 4-27-31,0 0-24 0,0 0-19 0,0 0-34 0,0 0-37 0,0 0-7 0,0 0-35 0,0 0-14 16,0 0-18-16,0 0-7 0,1 11-10 0,-1-7-19 16,0 2-13-16,0-1-6 0,0 0-11 0,0 1-13 15,0 2-10-15,0-1-5 0,0-1-8 0,0 1-8 0,-1 0-6 16,1-1 0-16,-1 1-7 0,-2-1-14 0,3 1-29 15,-1-2 0-15,1 1 0 0,-3-1 0 0,3 0 0 16,-1 2 0-16,1-6 0 0,0-1 0 16,0 7 0-16,0-7 0 0,-4 3 0 0,4-3 0 0,0 0 0 15,0 0 0-15,0 0 0 0,0 0 0 0,0 0 0 16,9-10 0-16,-5 9 0 0,0-7-6 16,5 0 6-16,-4 0-7 0,1 4 3 0,1-4 1 15,-2 0 8-15,2-1 3 0,1 2-1 0,-2-1-7 0,2 1 0 16,-2 1 0-16,-1 1 0 0,1 0 0 0,-1 3 0 15,-1-2 0-15,-1 1 0 0,1 0 0 0,-4 3 0 16,9-1 0-16,-9 1 0 0,9 1 0 0,-9-1 0 16,4 4 0-16,1-1 0 0,-4 1 0 0,2-1 0 15,1 4 0-15,-2-4 0 0,-2 3 0 0,1 0 0 16,2 0 0-16,-3-1 0 0,1 1 0 0,1 0 0 16,-2 0 0-16,0-2 0 0,0 1 0 0,1-2 0 15,-1 0 0-15,0-3 0 0,1 3 0 0,-1-3 0 16,4 3 0-16,-4-3 0 0,0 4 0 0,0-4 0 15,0 0 0-15,15-7 0 0,-10 4 0 0,3-1 0 16,0-3 0-16,-2 0 0 0,6 0 0 0,-3 1 0 16,-3 0 0-16,2 1 0 0,1 0 0 0,0 0 0 15,-4 1 0-15,0 2 0 0,2-1 0 0,-1 1 0 16,0 0 0-16,1 2 0 0,-7 0 0 0,12 2 0 16,-5 0 0-16,-1 2 0 0,-1 1 0 0,0-2 0 0,0 1 0 15,0 2 0-15,2-1 0 0,-3 0 0 16,2 2 0-16,-3-1 0 0,-1-2 0 0,4 5 0 15,-3-3 0-15,-2-1 0 0,2 0 0 0,0 0 0 0,-1 0 0 16,2-5 0-16,-4 3 0 0,0-3-171 0,3 6-98 16,-3-6-34-16,0 0-49 0,2 5-47 0,-2-5-70 15,0 0-80-15,0 0-398 0,0 0-1025 0,-11-14 454 16</inkml:trace>
  <inkml:trace contextRef="#ctx0" brushRef="#br0" timeOffset="258018.6396">6655 13608 116 0,'0'0'198'0,"0"0"-14"0,0 0-4 15,-6-2-7-15,6 2-5 0,0 0-4 0,-3-4-2 16,3 4-4-16,-4-2-1 0,4 2-3 0,0 0-6 15,-6-2 3-15,6 2-2 0,0 0-3 0,0 0 0 16,0 0 0-16,0 0-13 0,0 0 4 0,0 0-1 16,0 0-1-16,0 0-6 0,0 0-5 0,0 0 0 15,0 0-3-15,0 0-8 0,-4-3 1 0,4 3-11 16,0 0 0-16,0 0-2 0,0 0-2 0,0 0-11 16,0 0-4-16,0 0-8 0,0 0-7 0,0 0 0 15,0 0-15-15,0 0-2 0,0 0-9 0,0 0-3 16,0 0-4-16,0 0-5 0,0 0 0 0,0 0-13 15,0 0 7-15,0 0 3 0,0 0 7 0,0 0 9 16,0 0 3-16,0 0 3 0,0 0 4 0,0 0 3 16,0 0 0-16,0 0 1 0,0 0 3 0,0 0 1 15,0 0-4-15,0 0 1 0,0 0-3 0,0 0 5 16,0 0 5-16,0 0 10 0,0 0 6 0,0 0 8 0,0 0-3 16,0 0-3-16,0 0 8 0,0 0 2 15,27 2-1-15,-13-1 6 0,3-1 4 0,3-1-1 16,11 1-9-16,2-4 1 0,3 0-4 0,1 3 2 0,18-3-5 15,4 0-1-15,-4 1 0 0,6-1 10 0,-6 1-3 16,3-2 2-16,-19 2 9 0,12-4 0 0,-14 4-12 16,-1 1-56-16,0-3-36 0,-5 3 0 0,-10 0 0 15,0-2 0-15,-1 2 0 0,-7 1 0 0,1 0 0 16,0 0 0-16,-4-2 0 0,3 2 0 0,-4 0 0 16,1 0 0-16,-2 0 0 0,0 2 0 0,-2-2 0 15,2-1 0-15,-2 2 0 0,-6 0 0 0,9 0 0 31,-9 0 0-31,8-1 0 0,-8 1 0 0,6-1 0 16,-6 1 0-16,0 0 0 0,6 0 0 0,-6 0 0 16,0 0 0-16,0 0-166 0,0 0-47 0,0 0-37 15,0 0-39-15,0 0-32 0,0 0-49 0,0 0-43 0,0 0-56 16,0 0-56-16,0 0-338 0,0 0-934 16,0 0 413-16</inkml:trace>
  <inkml:trace contextRef="#ctx0" brushRef="#br0" timeOffset="259910.3187">7127 14296 203 0,'0'0'260'0,"5"1"-8"0,-5-1-3 0,0 0-2 15,0 0-2-15,0 0-1 0,0 0-9 0,0 0 3 16,0 0 2-16,0 0 4 0,-18 0 2 0,18 0 1 16,-9-1-2-16,9 1-4 0,-10-2 1 0,6 1-3 0,4 1-4 15,-9-3-9-15,5 1-4 0,3 0-6 16,-5 0-4-16,1 0-14 0,5 2-7 0,-9-6-8 15,4 2-5-15,-1 1 4 0,2-2-4 0,-4-4 7 16,3 6-13-16,-2-5-3 0,-1 0-14 0,1-3-15 0,-3 4-9 16,-2-9-1-16,2 1-11 0,1-1-8 0,0 1-10 15,1-3 3-15,2 0-14 0,-3-6-7 0,4 3-7 16,0 3-1-16,2-9-63 0,-1 10-12 0,4-2 0 16,3-2 0-16,-2-2 0 0,3 5 0 0,1-1 0 15,4 2 0-15,0-3 0 0,0 5 0 0,3-1 0 16,0 1 0-16,1 1 0 0,4 6 0 0,-3-3 0 15,1 0 0-15,0 4 0 0,1-1 0 0,-4 5 0 16,6-3 0-16,-5 5 0 0,0-1 0 0,0 1 0 16,-3 1 0-16,3 3 0 0,-4 1 0 0,-3-1 0 15,1-3 0-15,0 4 0 0,-1 4 0 0,-2-2 0 16,0 3 0-16,-1 0 0 0,-2 0 0 0,-2 0 0 16,-1 3 0-16,-3-1 0 0,-2 5 0 0,-3 0 0 15,-2-2 0-15,-2 2 0 0,-3 4 0 0,2-5 0 16,-2-2 0-16,0-2 0 0,1 0 0 0,-3-1 0 15,5-2 0-15,-3 0 0 0,6-3 0 0,-1-1 0 16,2-1 0-16,4 0 0 0,-2-1 0 0,2 0 0 16,1 1 0-16,-2 1 0 0,6-3 0 0,1-1 0 15,0 0 0-15,-12-1 0 0,12 1 0 0,0 0-194 0,-2-4-102 16,2 4-68-16,0 0-64 0,0 0-61 16,0 0-53-16,15-3-438 0,-15 3-1062 0,18 4 471 15</inkml:trace>
  <inkml:trace contextRef="#ctx0" brushRef="#br0" timeOffset="260988.1919">7330 14240 42 0,'0'0'191'0,"0"0"11"0,0-6-1 0,0 6-1 0,0 0 0 15,0-4-3-15,0 4-1 0,0 0-4 0,-1-5-7 16,1 5-4-16,0 0-3 0,0 0-9 0,0-5-9 15,0 5-8-15,0 0 8 0,0 0-10 0,0 0-1 16,0 0 3-16,0 0-2 0,0 0 1 0,0 0 3 16,0 0 2-16,0 0-1 0,0 0 3 0,0 0 2 15,0 0 5-15,5-2 3 0,-5 2-5 0,0 0-5 16,0 0-6-16,0 0 0 0,0 0-11 0,0 0-8 16,0 0-5-16,0 0-13 0,0 0-7 0,0 0-10 15,0 0-5-15,0 0-12 0,0 0-4 0,0 0-6 16,0 0-11-16,0 0-5 0,0 0-3 0,0 0-3 15,0 0-7-15,-8-2-4 0,8 2 0 0,0 0 2 16,0 0 2-16,0 0 3 0,0 0 6 0,0 0 0 16,0 0-1-16,0 0-1 0,0 0 5 0,0 0-5 15,0 0-1-15,0 0-6 0,0 0-2 0,0 0-9 16,0 0-1-16,0 0 4 0,-5 7 6 0,5-7 18 16,-2 7-2-16,0-1 5 0,2-1 12 0,-5 2 7 0,4 4 6 15,-2-4-3-15,2 3 1 0,-3 1-1 16,0-1 5-16,3 2-23 0,-3 0-65 0,0 3 0 15,-1 1 0-15,0-2 0 0,4 2 0 0,-4-6 0 16,2 9 0-16,1-7 0 0,-2-1 0 0,1 3 0 0,1-3 0 16,0 0 0-16,0 0 0 0,-2-1 0 15,2-3 0-15,0 4 0 0,1-5 0 0,0-1 0 0,1 1 0 16,-1-1 0-16,1 0 0 0,-2-4 0 16,2-1 0-16,0 7 0 0,-1-5 0 0,1-2 0 0,0 6 0 15,0-6 0-15,0 0 0 0,0 0 0 0,-4 2 0 16,4-2 0-16,0 0 0 0,0 0 0 0,0 0 0 15,0 0 0-15,0 0 0 0,0 0-203 0,0 0-84 16,0-13-37-16,0 8-42 0,1 0-37 0,-1-1-40 16,0-1-50-16,2 0-35 0,-2-1-330 0,1 0-929 15,0 0 411-15</inkml:trace>
  <inkml:trace contextRef="#ctx0" brushRef="#br0" timeOffset="261395.1271">7256 14251 247 0,'0'-5'307'16,"0"-1"-2"-16,0 2-1 0,-1-2 2 0,1-1-21 15,1 2 10-15,-1 0 7 0,1-1 5 0,-1 1-5 16,0 0-10-16,4-1-9 0,-1-1-6 0,-2 2-12 16,3-1-9-16,2-2-11 0,-2 2-14 0,0 2-12 15,5-3-2-15,1 0-8 0,-4 3-15 0,5-1-22 16,1 1-12-16,0 1 2 0,2 1-23 0,-1 2 1 15,2-1-11-15,2 1-17 0,-3 0-2 0,-3 3-14 16,2-1-10-16,-1 0-12 0,-2 2 8 0,-3 1-6 0,2-2-1 16,-2 3-3-16,-2-1-4 0,-1 1-13 0,-2 1-5 15,2 2-3-15,-3-3 8 0,-4 3 2 16,0 0-9-16,-2 2-1 0,-2-2-10 0,-2 6 5 16,-2-8-6-16,-3 5-2 0,5-4-5 0,-4 0-5 0,2-1 2 15,-2-2 1-15,0 1-5 0,2-1 5 0,-1-1-3 16,2-2-3-16,5 1 5 0,-4-2 2 0,5 0 0 15,-1 0-28-15,1 1 0 0,4-2 0 0,-9 2 0 16,9-2 0-16,0 0 0 0,0 0 0 0,0 0-62 16,-5-5-76-16,5 5-41 0,0 0-50 0,0 0-62 15,14-6-52-15,-5 4-55 0,1 1-57 0,2-2-47 16,6 0-431-16,-3-2-1010 0,4 0 447 16</inkml:trace>
  <inkml:trace contextRef="#ctx0" brushRef="#br0" timeOffset="262365.2414">8958 12997 351 0,'3'-1'409'0,"1"-2"-7"0,-2-1-10 0,0-1-11 16,-1 0-13-16,-1 5-22 0,1-6-16 0,0 3-18 15,-3-2-15-15,-1 1-16 0,1 2-11 0,-3-2-6 0,-1 1-17 16,-5 1-32-16,1-1-7 0,-1 1-11 0,-2-1-10 16,-4 3-2-16,-2 0-10 0,-2 0-3 0,2-1-6 15,-3 2-3-15,-7-1-3 0,2 3-13 0,-1 0 2 16,-3 0 1-16,2 1-4 0,-2 1-6 0,4-3 0 16,-3 2-10-16,8 0-8 0,3-2-5 0,0 2-3 15,0-3 3-15,-1 1-2 0,9-2 0 0,-1 0-104 16,2 0-11-16,4 1 0 0,-2-1 0 0,0 0 0 15,8 0 0-15,-11 0 0 0,4 0 0 0,7 0 0 16,0 0 0-16,-9 0 0 0,9 0 0 0,-7 0 0 16,7 0 0-16,0 0 0 0,0 0 0 0,0 0 0 15,-8 2 0-15,8-2 0 0,0 0 0 0,0 0 0 16,0 0 0-16,0 0 0 0,-2 3 0 0,2-3 0 16,0 5 0-16,-2-1 0 0,1-1 0 0,1-3 0 15,0 10 0-15,1-3 0 0,1 1 0 0,-5 0 0 16,6 4 0-16,-3 0 0 0,0 5 0 0,0-1 0 15,0 5 0-15,0 3 0 0,-2 6 0 0,1-1 0 16,1 3 0-16,-4 0 0 0,0 16 0 0,-1-12 0 16,0-2 0-16,0 13 0 0,-3 1 0 0,2-12 0 15,2 0 0-15,-6 12 0 0,2-2 0 0,-1 0 0 16,2-11 0-16,-2 12 0 0,1-1 0 0,2-13 0 0,-2 2 0 16,0 2 0-16,-3 7 0 0,2-11 0 0,0-2 0 15,4-1 0-15,-4 5 0 0,1-6 0 0,3 1 0 16,-4-2 0-16,5-1 0 0,-1-1 0 0,0 2 0 15,1-4 0-15,-2-5 0 0,2-1 0 0,2-1 0 16,-1-1 0-16,0 0 0 0,2-4 0 0,-1-2 0 16,2 1 0-16,-2-3 0 0,2 3 0 0,0-4 0 15,0-1 0-15,-1-1 0 0,1 2 0 0,0-1 0 16,0-1 0-16,0 0 0 0,1 2 0 0,1-2 0 16,0 0 0-16,-1 0 0 0,3-1 0 0,4 0 0 15,-2 1 0-15,3 0 0 0,4-2 0 0,-3 2 0 16,6-1 0-16,0 2 0 0,3-3 0 0,3-3 0 15,0 2 0-15,5-1 0 0,-6 1 0 0,1 0 0 0,-2-1 0 16,1-4 0-16,-2 1 0 0,0 2 0 16,-6 2 0-16,0-5 0 0,-2 1 0 0,0 2 0 15,0 0 0-15,-5 0 0 0,1 0 0 0,-7 0 0 0,10 0 0 16,-6 0 0-16,-4 0 0 0,0 0 0 0,10 0 0 16,-10 0 0-16,4 1 0 0,-4-1 0 15,0 0 0-15,0 0 0 0,0 0 0 0,0 0 0 0,9-1 0 16,-9 1 0-16,0 0 0 0,0 0 0 0,0 0 0 15,0 0 0-15,0 0 0 0,0 0 0 0,0 0 0 16,5 0 0-16,-5 0 0 0,0-7-71 0,0 7-556 16,-2-8-77-16,0 3-428 0,2-1-1226 0,0-4 542 15</inkml:trace>
  <inkml:trace contextRef="#ctx0" brushRef="#br0" timeOffset="263147.4761">10622 13203 43 0,'8'-8'344'0,"1"-3"-11"0,1 1 2 0,-2-2 1 0,-2 4 1 15,1-3 1-15,-1 0-3 0,-1 4-4 0,-1-4-17 16,0 4-10-16,0-3 0 0,-2 5-14 15,1 0-5-15,-2 2-13 0,3-1-15 0,-3 1-14 0,0-1-10 16,-1 4-12-16,0-8-14 0,0 5-16 0,0 3-7 16,-5-5-14-16,5 5-12 0,-2-3 1 0,2 3-4 15,0 0 5-15,-13 5-25 0,8 0-8 16,1-1-2-16,-2 2 4 0,-2 6-6 0,0-1-13 0,0 3-6 16,-3 1-8-16,2 2-2 0,0-2-17 0,-5 9 5 15,4-3-4-15,-3 5-6 0,-1-1-72 0,2 1 0 16,-3 3 0-16,6-3 0 0,-2-1 0 0,-1 1 0 15,5 0 0-15,-1-1 0 0,4-6 0 0,3 0 0 16,1 1 0-16,1-3 0 0,4 3 0 0,3-4 0 16,2 0 0-16,4 0 0 0,2-3 0 0,3-4 0 15,6 5 0-15,2-4 0 0,-6-6 0 0,7-2 0 16,-7 0 0-16,0-4 0 0,-2 0 0 0,-1-2 0 16,-1-3 0-16,-5 4 0 0,5-6 0 0,-7 2 0 15,-1 0 0-15,-3-3 0 0,1 3 0 0,-3-3 0 0,-4-1 0 16,-3 3 0-16,2 0 0 0,-7-1 0 15,-1 4 0-15,-1-2 0 0,-8-1 0 0,-2 3 0 16,-1 0 0-16,-1 5 0 0,-6 0 0 0,4 1 0 0,4 2 0 16,-1 0 0-16,2 0 0 0,1 3 0 0,1 1 0 15,7 0-198-15,-2 3-309 0,3-2-79 0,2-1-89 16,-2 0-363-16,5-1-1124 0,1-3 498 0</inkml:trace>
  <inkml:trace contextRef="#ctx0" brushRef="#br0" timeOffset="263678.5847">9611 13984 32 0,'0'0'314'15,"-7"-1"-2"-15,3 0-1 0,4 1-9 0,-10-3 8 16,6 1-2-16,4 2 3 0,-7-1 3 0,7 1 4 0,-7-3 2 16,7 3-2-16,-8-1-9 0,8 1-8 0,-6-1 0 15,6 1-22-15,-4-1-9 0,4 1-10 16,0 0-8-16,-8-1-18 0,8 1-7 0,0 0-3 15,0 0-26-15,0 0-19 0,0 0-9 0,0 0-11 0,0 0-14 16,0 0-8-16,0 0-6 0,0 0 0 0,18 3-6 16,-4-2-1-16,8 3 0 0,8-2 6 0,6 2-5 15,19 1-7-15,4-4-50 0,6 0-68 0,35 3 0 16,2-3 0-16,5-1 0 0,11-1 0 0,15-4 0 16,-5-1 0-16,14-1 0 0,2-4 0 0,-1 0 0 15,3 3 0-15,-3-1 0 0,-8 4 0 0,-9-6 0 16,-18 3 0-16,-13 2 0 0,-35 2 0 0,0-1 0 15,-8 5 0-15,-12 0 0 0,-5 0 0 0,-5 0 0 16,0 0 0-16,-11 0 0 0,1 0 0 0,-7 0 0 16,-3 2 0-16,3-2 0 0,-7-2 0 0,2 2 0 15,-4 2 0-15,-4-2 0 0,10 1 0 0,-10-1 0 16,9-1 0-16,-9 1 0 0,0 0 0 0,4 1-360 16,-4-1-85-16,0 0-31 0,0 0-60 0,0 0-63 15,0 0-364-15,0 0-1042 0,0 0 460 0</inkml:trace>
  <inkml:trace contextRef="#ctx0" brushRef="#br0" timeOffset="264397.1941">9766 14324 11 0,'0'0'300'0,"0"-6"-3"16,0 6-7-16,-1-4-6 0,-2 1-6 0,3 3-8 15,-6-5 12-15,2 4 3 0,0-3 11 0,4 4-6 16,-5-5 19-16,1 4-2 0,4 1 3 0,-1-4-6 16,1 4-2-16,0 0-15 0,-4-3-14 0,4 3-18 15,0 0-23-15,0-5-15 0,0 5-10 0,4-5-8 16,-4 5-22-16,5-6-22 0,0 3-5 0,0 0-22 16,2 0-8-16,-1 0-11 0,7 0-5 0,-3 1-3 0,9-1-20 15,-1 2-11-15,0 0-9 0,0 2-4 16,6 1-4-16,-5 0-6 0,1 6-9 0,0-2 2 15,-1 1-6-15,-2 3 3 0,-7-3-3 0,4 5-4 16,0-2-2-16,-1 2-3 0,-8 0-2 0,-3-1 6 16,2 5-7-16,-5 0-2 0,-5-1 8 0,-7 9 21 15,-6-4-16-15,-7 3 1 0,-2-5-5 0,-4 0-4 16,-4 0 1-16,-12 4-2 0,12-7-1 0,0-1 3 0,0-7 10 16,4 1-36-16,3 1 0 0,7-5 0 0,2 0 0 15,3-1 0-15,6-6 0 0,-2 2 0 0,4-2 0 16,0-4 0-16,2-1 0 0,0-2 0 15,3-3 0-15,4 0 0 0,0 1 0 0,3-7 0 0,2 1 0 16,0 1 0-16,3 0 0 0,-3 1 0 0,1 1 0 16,-2 3 0-16,2-3 0 0,2 3 0 0,-2 5 0 15,2-2 0-15,1 1-78 0,1 2-441 16,-1 1-51-16,4-1-48 0,-2 2-450 0,0 4-1157 0,-1-4 512 16</inkml:trace>
  <inkml:trace contextRef="#ctx0" brushRef="#br0" timeOffset="264772.1027">9771 14224 315 0,'-5'-9'366'15,"1"-8"25"-15,2 6 33 0,-5-1 28 0,3 1 23 16,1 0 8-16,-1 1 3 0,0 0-7 0,0 0 3 16,0 2-7-16,0 2-9 0,3-1-11 0,-2 3-21 15,2-1-23-15,0 1-31 0,-4 1-34 0,5 3-30 16,0-4-30-16,0 4-33 0,0 0-237 0,0 0-16 15,0 0 0-15,0 0 0 0,-3 13 0 0,2-4 0 0,0 8 0 16,-3 1 0-16,1 0 0 0,2 5 0 16,-4 6 0-16,2-2 0 0,0 3 0 0,-4-1 0 15,2 1 0-15,1 1 0 0,-1-1 0 0,-1 2 0 16,1-3 0-16,0 1 0 0,-2 3 0 0,-1-2 0 16,3 1 0-16,-1 2 0 0,0-2 0 0,2-2 0 15,-1-2 0-15,1-2 0 0,0-1 0 0,0-5 0 16,1-4 0-16,2-2 0 0,-1-1 0 0,-1-1 0 15,2-1 0-15,1-1 0 0,0-2 0 0,1-2 0 0,2 0 0 16,-1 0 0-16,1-3 0 0,1 1 0 16,1-1 0-16,0 0 0 0,1 0 0 0,3-2 0 15,3-4 0-15,-2 1-363 0,1 0-245 0,1-3-76 16,1 0-406-16,2-3-1180 0,0 0 523 0</inkml:trace>
  <inkml:trace contextRef="#ctx0" brushRef="#br0" timeOffset="265209.5077">10102 14612 43 0,'4'-5'401'16,"2"-4"11"-16,1 5-5 0,-1-2-4 0,-1-1-11 16,-1 1-14-16,0 2-12 0,-1-1-16 0,-5 2-18 15,6-2-18-15,-3 2-21 0,-1 3-19 0,3-2-17 16,-3 2-26-16,0 0-23 0,0 0-24 0,0 0-24 15,-9-3-5-15,9 3-18 0,-8 5-15 0,3 0-18 16,1 3-12-16,-2-1 0 0,-3 5-10 0,3-3-11 16,0 2-1-16,1 0-9 0,-6 2-6 0,4-3-6 15,4 0-5-15,-3 2-3 0,3-4-8 0,-4 2 1 16,6-1-5-16,0-3 2 0,0 2-6 0,-1-1 5 16,5 0-4-16,1 0 8 0,1 1-1 0,2-2-4 15,1 0 0-15,-2 1-1 0,3 0 1 0,-1 0-10 16,0-2 9-16,-2 0 4 0,-2 1-3 0,2-2 0 15,-1-1 0-15,1 2-4 0,-3-1 2 0,1 2-5 16,0-2-1-16,-3-1 4 0,2 2 0 0,-3 0-9 16,0 1 14-16,-4-1 0 0,0 0 2 0,-1 2 4 15,-1-3-8-15,0 2 5 0,-7-2-13 0,-3 1 3 16,1 0-4-16,2-1-2 0,-1-3 4 0,1 3-8 16,0-1 4-16,2 1 2 0,1-2-20 0,3-1-11 15,0 0-14-15,2-1-10 0,5 0-40 0,-7 0-38 16,7 0-51-16,0 0-50 0,0 0-55 0,0 0-55 15,9-11-44-15,4 7-59 0,-2 1-60 0,1-3-364 16,2 1-923-16,3 0 408 0</inkml:trace>
  <inkml:trace contextRef="#ctx0" brushRef="#br0" timeOffset="265693.7699">10440 14668 305 0,'2'-5'416'0,"1"-3"14"0,-2 1 4 0,3 1 1 16,-4 0 1-16,1-1-2 0,-1 2-8 0,1 2-6 15,1-2-9-15,-4 1-8 0,2 4-11 0,0-7-12 16,0 3-18-16,-1 0-10 0,1 4-14 0,0 0-19 0,0-6-21 16,0 6-22-16,0-3-25 0,0 3-21 15,0 0-24-15,0 0-23 0,0 0-129 0,0 0-54 16,0 0 0-16,0 0 0 0,0 0 0 0,0 0 0 15,-5 10 0-15,5-3 0 0,-1 2 0 0,-1 3 0 0,0 2 0 16,-1 0 0-16,2 5 0 0,-3 1 0 0,3-1 0 16,-3 1 0-16,-1-1 0 0,4 5 0 15,-2-4 0-15,1 0 0 0,-1-1 0 0,2 1 0 16,-2-5 0-16,6 0 0 0,-2 1 0 0,2-4 0 0,-2-3 0 16,4 3 0-16,0-4 0 0,3 2 0 0,-3-4 0 15,0 0 0-15,4-3 0 0,2 1 0 0,-4-3 0 16,-1 0 0-16,3-2 0 0,-3 0 0 0,1-4 0 15,2 0 0-15,-3-1 0 0,0-3 0 0,2 1 0 16,-6 1 0-16,3-2 0 0,-3 4 0 0,2-3 0 16,-3 2 0-16,-1-1 0 0,2 2 0 0,-2-1 0 15,-2 1 0-15,1-1 0 0,-3 4 0 0,0-1 0 16,-1-1 0-16,0 2 0 0,1 1 0 0,4 1 0 16,-15-2 0-16,15 2 0 0,-15 3 0 0,3-2 0 15,3 4-100-15,1-4-321 0,0 2-55 0,0 1-56 16,2-1-63-16,-2 2-417 0,4-2-1095 0,-1-2 485 15</inkml:trace>
  <inkml:trace contextRef="#ctx0" brushRef="#br0" timeOffset="266118.2645">11131 14432 364 0,'-1'-6'436'0,"-1"0"-2"0,0 0 7 0,-1 0-2 16,1 1-1-16,0 0-1 0,0-1-14 0,-1 1-9 15,2 1-8-15,0-1-13 0,-1 1-21 0,2 4-4 16,-1-5-26-16,1 5-16 0,-1-3-27 0,1 3-25 15,-3-3-24-15,3 3-26 0,0 0-24 0,0 0-20 16,0 0-15-16,0 0 1 0,0 0 3 0,-1 10-4 16,2 1-99-16,-1 1-66 0,-1 0 0 0,0 6 0 15,1-1 0-15,0 3 0 0,0-1 0 0,0 0 0 16,-3 7 0-16,2 1 0 0,1 0 0 0,-1-10 0 16,-2 11 0-16,1-9 0 0,-2 1 0 0,1 1 0 15,1-3 0-15,-1-3 0 0,-1 0 0 0,3-4 0 0,-4-1 0 16,4-1 0-16,-2-3 0 0,3 0 0 15,0-1 0-15,-1 0-64 0,-2-2-239 0,3-3-26 16,4 2-62-16,-4-2-66 0,0 0-73 0,0 0-56 16,0-14-337-16,0 3-997 0,3-7 441 0</inkml:trace>
  <inkml:trace contextRef="#ctx0" brushRef="#br0" timeOffset="266506.6673">10966 14433 75 0,'0'-5'376'0,"-1"0"-6"0,1 2-11 16,1-3-1-16,0 0-14 0,3 2-19 0,-4 0-21 16,5-3-25-16,2 1-6 0,-1 3-12 0,-1-3-10 15,4 1-7-15,1 0-12 0,-1 0-7 0,3 1-10 16,-1 1-17-16,2 2-5 0,0-2-11 0,1 2-6 16,0 0-6-16,5 1-5 0,0 1 2 0,2 3-8 15,-1 1-3-15,6 3 4 0,1-2-11 0,-7 6-22 16,-2-6-5-16,1 6 11 0,3 4-10 0,-4-3-3 15,-4 0-7-15,0 2-9 0,-1 1-6 0,-3 0-16 16,-3 1-9-16,-1 2 6 0,-4 6-9 0,-2 1 1 16,-2-10 3-16,-2 3 1 0,-9 7 4 0,2-4-11 15,-9 1-7-15,0-4-2 0,-2 1-11 0,-3-2-2 16,-2 1-46-16,-3-2 0 0,2-4 0 0,4 2 0 16,-2-4 0-16,7-2 0 0,3-2 0 0,2-4 0 15,2 0 0-15,-2 1 0 0,8-3 0 0,-1 1 0 16,2-1 0-16,0-1 0 0,5 0 0 0,0 0 0 15,-5-4 0-15,5 4 0 0,6-8-138 0,1 4-82 16,-1 0-47-16,6-1-65 0,2 0-69 0,5 2-58 16,0-2-62-16,9 0-44 0,-9 0-317 0,9-1-955 15,-2-1 423-15</inkml:trace>
  <inkml:trace contextRef="#ctx0" brushRef="#br0" timeOffset="266928.3013">11542 14666 201 0,'7'-7'352'0,"-2"-2"19"16,-1 1 22-16,-2-2 9 0,1 1 7 0,-1 0-9 16,-2 0-9-16,0 2-18 0,2-2-13 0,-4 4-17 15,0-1-18-15,1 1-27 0,-1 0-5 0,1 1-9 16,-1-2-24-16,-1 3-28 0,2 1-26 0,1 2-20 16,-5-2-19-16,5 2-22 0,-9-1-7 0,2 5-18 0,3 0-14 15,-2 4-8-15,2 1-14 0,-1 2-6 16,0 0-8-16,1-1-13 0,-5 1 3 0,8 0-6 15,-3-1-6-15,0-2-1 0,4-1-7 0,0 2-10 16,-4-2 1-16,4 1-4 0,0-3-5 0,-1-1 2 0,5 2 2 16,-3 1-6-16,3-3-1 0,-1-1-12 15,-1 1 15-15,5 0-5 0,-1 0-1 0,-1 0-9 16,-1-1 6-16,0 1 0 0,1 0-9 0,-1-2 4 16,1 1-7-16,-1-1 18 0,-2 0 3 0,1 3-7 0,-1-3 3 15,1 2 3-15,-3-4 2 0,2 3-1 0,0 1 5 16,-2-4-8-16,-2 7-3 0,0-4 2 15,-1 2 5-15,-1 0-4 0,1 0-2 0,-4 0 1 16,1-2-8-16,-1 1 1 0,1-1 0 0,-5 3 0 0,4-3-3 16,-2 2-13-16,0-1-26 0,-1 0-14 0,5-1-17 15,0-1-17-15,-2 1-18 0,2-2-25 0,-1 1-19 16,3 0-29-16,3-2-27 0,-6 1-27 16,6-1-35-16,0 0-63 0,0 0-53 0,-6-4-41 15,6 4-29-15,9-7-19 0,-3 4-302 0,0-1-829 0,6 1 367 16</inkml:trace>
  <inkml:trace contextRef="#ctx0" brushRef="#br0" timeOffset="267443.8063">11775 14738 213 0,'0'0'344'0,"1"-6"7"0,1 0 2 16,-2 3 0-16,3-1-7 0,-6-2-5 0,3 1-1 15,-2 1-4-15,2 0-2 0,-1-3-1 0,0 0-2 16,0 0-3-16,-2 1-20 0,3 1 5 0,0 3-7 16,-1-3-6-16,-2 1-8 0,3-1-8 0,0 5-7 15,-2-4-10-15,2 4-11 0,-2-5-10 0,2 5-16 16,0 0-17-16,-1-6-19 0,1 6-21 0,0 0-21 16,-1-3-75-16,1 3-77 0,0 0 0 0,0 0 0 15,0 0 0-15,-6 11 0 0,5-5 0 0,0 3 0 16,-4-1 0-16,4 2 0 0,-2-1 0 0,1 5 0 15,-1-3 0-15,0 0 0 0,1 6 0 0,-2-2 0 16,4-2 0-16,0 3 0 0,-1-2 0 0,-2 1 0 16,7-3 0-16,-5-1 0 0,1 3 0 0,0-3 0 15,1 0 0-15,4-1 0 0,-1-1 0 0,2 0 0 16,4-1 0-16,1-1 0 0,2-3 0 0,-1 0 0 16,3-3 0-16,-2-1 0 0,0-3 0 0,5 0 0 15,-9 0 0-15,6-7 0 0,-3 3 0 0,-3-1 0 16,1-3 0-16,-5 4 0 0,-1-3 0 0,-3 2 0 15,2-3 0-15,-2-1 0 0,-5 2 0 0,3 0 0 16,-3 0 0-16,-1 3 0 0,-1 2 0 0,-1-3 0 16,2 3 0-16,0 2 0 0,-1-1 0 0,-2 3 0 15,-3-1 0-15,4 2 0 0,-2 2 0 0,0-1 0 0,2 3 0 16,-2 0 0-16,2 1-151 0,2-1-216 16,-1 2-62-16,2-1-54 0,-1 3-64 0,3-2-55 15,-1-1-334-15,1-2-1013 0,2-3 448 0</inkml:trace>
  <inkml:trace contextRef="#ctx0" brushRef="#br0" timeOffset="268006.9301">11220 14232 79 0,'8'-2'367'16,"-8"2"3"-16,0 0-1 0,0 0-7 0,0 0-7 16,0 0-16-16,0 0-15 0,-14-5-13 15,14 5-14-15,-10-1-7 0,3 0-9 0,1-2-5 0,6 3-8 16,-10-1-4-16,5 1-12 0,5 0-11 0,-9-1-4 16,9 1-13-16,-8 0 8 0,8 0-1 0,0 0-11 15,-8 0-1-15,8 0-5 0,0 0-4 0,0 0 2 16,0 0-9-16,-7 0 0 0,7 0-6 0,0 0-8 15,0 0-12-15,0 0-14 0,0 0-148 0,0 0-15 16,28 0 0-16,-9-2 0 0,4 2 0 0,5-1 0 16,4 1 0-16,4-2 0 0,2 0 0 15,13 1 0-15,-11 1 0 0,11 0 0 0,0 0 0 0,-13-4 0 16,-2 4 0-16,1 0 0 0,-2-3 0 0,-1 2 0 16,-4 2 0-16,-11-3 0 0,-5 2 0 0,0-3 0 15,-2 3 0-15,0 0 0 0,-3 0 0 0,-2 0 0 16,0 0 0-16,-7 0 0 0,9 0 0 0,-5 2 0 15,0-1 0-15,-4-1 0 0,5 5 0 0,-4-2 0 16,2-1 0-16,-1 3 0 0,-2-3 0 0,0-2 0 16,-2 6-297-16,2-6-63 0,-4 8-65 0,0-4-62 15,3-4-73-15,1 0-451 0,-8 3-1095 0,8-3 486 16</inkml:trace>
  <inkml:trace contextRef="#ctx0" brushRef="#br0" timeOffset="268772.4033">13059 13809 263 0,'-6'-2'341'0,"5"-1"-3"0,-4 1 3 0,0-2-3 15,1 2-5-15,-1-1-8 0,2 1-6 0,3 2-19 16,-5-2-1-16,5 2-9 0,0 0-13 0,0 0-10 15,-8 0-17-15,8 0-9 0,0 0-10 0,0 0 1 16,0 0-18-16,-6-3-7 0,6 3-3 0,0 0-17 16,0 0-7-16,0 0-8 0,0 0-3 0,23 3 6 15,-9-3-11-15,5 0-1 0,11 0-6 0,0-3-14 16,0 3-11-16,0-2 3 0,6 1-16 0,-4-2-13 16,5 0 3-16,-5 1 0 0,1 2-2 0,-1-7-6 15,-1 7 1-15,-12-3-51 0,0 0-51 0,-6 2 0 16,2-1 0-16,-3 1 0 0,-3 1 0 0,-3-2 0 15,0 1 0-15,-2-1 0 0,-4 2 0 0,9 2 0 16,-9-2 0-16,7 1 0 0,-7-1 0 0,0 0 0 16,0 0 0-16,6-3 0 0,-6 3 0 0,0 0-275 15,0 0-180-15,0 0-76 0,5 3-75 0,-4 2-448 16,5-4-1143-16,1 1 506 0</inkml:trace>
  <inkml:trace contextRef="#ctx0" brushRef="#br0" timeOffset="269350.7898">15590 13366 195 0,'15'-15'321'0,"-2"1"-9"15,1-1-3-15,-1-7-3 0,-3 10 8 0,-2 1 2 16,-1-1-13-16,1 1-5 0,-1 2-10 0,0-1-4 16,-2 2-10-16,0-1-5 0,-1 3-4 0,-1 0-8 15,-2 0-10-15,2 2-10 0,-2-1-13 0,0 1-2 16,0-1-18-16,1 3-7 0,-2 2-10 0,0-6-10 16,1 4-10-16,-1 2-16 0,1-4-8 0,-1 4-11 15,0 0-10-15,0 0-8 0,0 0-12 0,0 0-6 16,-13 0-6-16,13 0-5 0,-12 5-15 0,2-1 4 15,-1-1-4-15,-4 4 3 0,2 1-9 0,-2-2-6 16,-2 5 0-16,-1 1-6 0,-1 4-3 0,-3 3-1 16,1-2-3-16,0 3-1 0,3 2-9 0,2-3-6 15,-2 4 3-15,1 0-7 0,4-1 4 0,2 3-13 16,-2-4 3-16,8 5 2 0,-4-2-8 0,5-3 0 16,3-3 3-16,1 0-1 0,1 3-3 0,4-3-9 15,3-1-3-15,1 1 0 0,4-2 0 0,0 0 0 16,3-3 0-16,-2-3 0 0,3 0 0 0,-2-2 0 15,0 0 0-15,2 0 0 0,-6-6 0 0,2 4 0 0,-4-9 0 16,4 3 0-16,-4-3 0 0,0 0 0 16,0-1 0-16,-4 0 0 0,0-4 0 0,-1 0 0 15,0 2 0-15,-3-4 0 0,-1 2 0 0,0-1 0 16,-1 1 0-16,-4 0 0 0,-2 1 0 0,2-3 0 0,-5 5 0 16,-2-2 0-16,2 3 0 0,-2-1 0 0,1 3 0 15,-3 1 0-15,3 1 0 0,-2 1 0 16,-1 1 0-16,2 2 0 0,-4 2-17 0,2 4-245 0,0 0-51 15,0-1-43-15,-3 1-43 0,0 0-62 0,2-2-78 16,-3 0-435-16,0-1-1056 0,2-1 468 0</inkml:trace>
  <inkml:trace contextRef="#ctx0" brushRef="#br0" timeOffset="270069.994">14726 14052 166 0,'-5'-2'184'0,"1"0"4"0,-2 2 6 0,6 0 8 15,-8-5 7-15,3 1 7 0,-2 4 0 0,7 0 5 16,-9-2 13-16,4 1-6 0,0-2-2 0,0 2 7 16,5 1-3-16,-9-2 7 0,4 1-3 15,5 1-3-15,-10-2-6 0,6 0-8 0,4 2-8 0,-9-1-9 16,9 1-7-16,-6-4-10 0,3 3-8 0,3 1-12 15,-6-1-7-15,6 1-13 0,-7-3-2 0,7 3-4 16,0 0-4-16,0 0 0 0,-3-1-3 0,3 1-6 16,0 0-10-16,0 0-10 0,17 2-11 0,-2-2-8 15,13 3 1-15,6-2-3 0,24 1 1 0,7 2-15 16,29-1 2-16,6 0-2 0,4 3-5 0,9-1-7 16,11-3-7-16,7 1 23 0,8-1 3 0,2 3 14 15,-1-2 26-15,-6 3 11 0,1-5 11 0,-8 2 7 16,-4-2-59-16,-7 1-86 0,-10 0 0 0,-3-2 0 15,-40 0 0-15,-2-2 0 0,-4 0 0 0,-6 1 0 16,-11-1 0-16,-2-5 0 0,-6 3 0 0,0-1 0 16,-4 2 0-16,-6-4 0 0,6 4 0 0,-11-1 0 15,0 1 0-15,0 2 0 0,-5-1 0 0,-1 0 0 16,-2-1 0-16,-4 2 0 0,9-1 0 0,-9 1 0 16,-1 1 0-16,1-2 0 0,-5 2 0 0,12 2-353 15,-10 1-69-15,1 0-40 0,-3 2-49 0,1-2-62 16,-1-3-406-16,-6 7-1060 0,-1-4 470 0</inkml:trace>
  <inkml:trace contextRef="#ctx0" brushRef="#br0" timeOffset="275045.5306">14951 14483 87 0,'0'0'294'0,"0"0"-9"16,0 0-2-16,-4-7 11 0,4 7 1 0,0 0 3 15,-4-6-1-15,4 6 1 0,-1-4-3 0,1 4-3 16,-3-3 0-16,3 3-9 0,-1-4-12 0,-3 2-8 16,4 2-7-16,-1-4-10 0,-3 1-15 0,4 3-10 15,0-4-9-15,0 4-9 0,0 0-9 0,-4-5-10 16,4 5-7-16,-1-2-10 0,1 2-8 0,0 0-10 16,1-5-15-16,-1 5-17 0,4-5-15 0,-4 5-12 15,9-1-5-15,-1 0-13 0,2 0-10 0,0-2-15 16,2 3 7-16,2 0-10 0,-1 3-7 0,4-2-5 15,1 5 7-15,-4-3-16 0,2 2-1 0,0 0-5 16,1 2 2-16,-6-1-1 0,1 1-12 0,-3 1 5 16,1 0-5-16,-2 2 6 0,-3 0-3 0,-1 2-2 15,-3-3 3-15,-2 8 0 0,-6 0 5 0,2-1 10 16,-9 1-6-16,1-1 3 0,-7 4-6 0,-2-3 2 0,-3-1 2 16,-1 0 2-16,-2-1-5 0,-1-1 2 15,-2-2-10-15,-1-3 10 0,3-1 11 0,6-5 20 16,3 0 9-16,0-1 31 0,7-2 6 0,-2-1-62 15,2-2-34-15,2-3 0 0,2-3 0 0,2-2 0 16,2-7 0-16,1 1 0 0,8-2 0 0,-1-1 0 16,3-5 0-16,3 7 0 0,5-6 0 0,-5 6 0 15,9-1 0-15,-5 4-23 0,2-1-222 0,-1 6-59 16,3-2-55-16,1 2-62 0,-1 3-58 0,4 0-58 0,-2 2-434 16,-1-1-1051-16,-8 2 465 0</inkml:trace>
  <inkml:trace contextRef="#ctx0" brushRef="#br0" timeOffset="275467.3412">15028 14313 43 0,'1'-7'382'0,"0"-3"29"0,0 2 39 16,2 0 17-16,-2 0 8 0,-1 1 1 0,2-1 6 15,-1 4-17-15,-2-2 10 0,1 0-20 0,0 2-14 16,0 4-13-16,-3-4-22 0,4 0-22 0,-1 4-26 15,-1-5-26-15,1 5-29 0,0 0-24 0,1-4-26 16,-1 4-27-16,0 0-26 0,0 0-200 0,0 0 0 16,0 0 0-16,0 0 0 0,0 0 0 0,-2 16 0 15,-1-5 0-15,1-1 0 0,-1 2 0 0,-1 3 0 16,0 3 0-16,-2 1 0 0,0 7 0 0,-2 0 0 16,0 2 0-16,-2 0 0 0,4 1 0 0,-1 3 0 15,-2-1 0-15,3 3 0 0,-2 1 0 0,2 0 0 16,-1-1 0-16,2 0 0 0,-1 0 0 0,0 0 0 15,3-2 0-15,-1 1 0 0,0-4 0 0,3 2 0 16,-2-5 0-16,2-7 0 0,1-2 0 0,0 3 0 16,0-4 0-16,1-4 0 0,2-3 0 0,-2 2 0 15,-1-4 0-15,0 1 0 0,2-1 0 0,0-2 0 16,-2 0 0-16,4-1 0 0,-4 0 0 0,0-1 0 16,0-3 0-16,3 6 0 0,-3-6 0 0,6 0 0 15,-6 0 0-15,10-4 0 0,-5 0 0 0,-1-1-384 16,0 0-250-16,4-2-74 0,-1-3-370 0,0 2-1168 15,-1-3 518-15</inkml:trace>
  <inkml:trace contextRef="#ctx0" brushRef="#br0" timeOffset="275889.6017">15336 14705 441 0,'2'-3'429'0,"2"-3"13"0,-3-3 0 15,-1 8-19-15,0-6-18 0,-1 3-28 0,-3-1-17 16,2 1-26-16,0 2-27 0,2 2-28 16,-5-4-25-16,-4 4-21 0,9 0-27 0,-10 5-14 15,6-4-18-15,-2 6-18 0,-1 1-13 0,0-2-16 0,2 4-11 16,-1-2-12-16,0 5-9 0,1-5-7 0,-1 5-18 16,2-2 0-16,0 0-6 0,1 1-10 0,1-1-5 15,-1-1-4-15,2 0-3 0,-2 0-5 16,2-3-1-16,1-1-2 0,1 0-4 0,2 1-1 0,2-2-3 15,0 0 2-15,2-1-8 0,-1-1-1 0,4 2-1 16,-3-3-1-16,5 3-4 0,-4-3 1 16,1 0-6-16,4 1 1 0,-4 0-1 0,-2-2-1 0,1 2-4 15,1 0 4-15,-4-1-2 0,0 0-7 0,-1-1 3 16,1 1-2-16,-1 3 5 0,2-3-2 0,-3 2 3 16,-2 0 1-16,-1 1 1 0,-1 1 5 0,-2-1 9 15,-3 1 1-15,-3 0-4 0,0 0 2 0,-5-1-5 16,-1 2 0-16,1-2 1 0,2 1-3 0,-1-3-3 15,-1 1 0-15,-2 1-6 0,3-1-8 0,3-3-18 16,2 3-18-16,0-4-15 0,2 2-25 0,2-1-28 16,4-1-50-16,0 0-64 0,-5-5-69 0,5 5-57 15,0 0-75-15,14-12-76 0,-4 6-308 0,4-1-873 16,3-4 387-16</inkml:trace>
  <inkml:trace contextRef="#ctx0" brushRef="#br0" timeOffset="276405.5992">15564 14804 297 0,'-1'-6'368'0,"1"6"0"16,0-6-19-16,0 3-2 0,0 0-18 0,0-3-33 15,-2 2-4-15,2 4-19 0,2-6-10 0,-2 2-14 16,0 4-14-16,0-4-16 0,0 4-22 0,1-6-19 15,-1 6-19-15,5-4-15 0,-1 2-17 0,-4 2-14 16,9-2-11-16,-5 2-10 0,4 0-7 0,-8 0-13 16,11 2-7-16,-3 0-3 0,-3 2-9 0,0-2-4 15,-1 3-1-15,1 0-3 0,-2 0 0 0,-1 1-5 16,-2 1-1-16,0-2-1 0,-1 4-3 0,0 0-2 16,-2-2-2-16,-2 2-4 0,-4 0 0 0,1 0-1 15,-1 0-6-15,-1-3-1 0,0 0 1 0,-2 2-2 16,2-4 0-16,1 0 1 0,0 0-1 0,2 0 2 15,0-3 0-15,3-1-1 0,4 0-7 0,-10-1 10 16,8-3 7-16,0-1 4 0,2-1-2 0,0 2-1 16,0-6 2-16,0 5 4 0,3-3-1 0,1-2 1 15,0 2-2-15,1 3 0 0,1-3 1 0,-1 0-4 16,4 1 2-16,-4 2 1 0,0 2 2 0,-1 0-6 16,4 0 1-16,-2 1 1 0,2 2 0 0,-3-2 5 15,-5 2 1-15,14 4 7 0,-6-1 0 0,-3 2-1 0,0 2-1 16,4 0-4-16,-3 1-4 0,1 2-1 0,-2-2-6 15,0 2 0-15,-1 0-4 0,0 0-3 16,-3-1 1-16,4 2-5 0,-3-2-2 0,1 0-4 16,1 0-35-16,-2-2-34 0,1-1-35 0,0 1-29 0,1-2-43 15,1-2-53-15,2 1-81 0,0 0-80 0,4-4-97 16,1-2-417-16,4-1-968 0,7-3 428 0</inkml:trace>
  <inkml:trace contextRef="#ctx0" brushRef="#br0" timeOffset="276733.6768">16230 14554 256 0,'1'-8'540'16,"2"1"15"-16,-3 2 8 0,0-2 2 0,0 0-23 15,0 2-12-15,0 1-28 0,-3 0-27 0,3-2-31 16,0 6-28-16,0-3-34 0,0 3-37 0,0-5-31 15,0 5-34-15,0 0-31 0,0 0-28 0,0 0-26 16,0 0-9-16,0 0-20 0,-2 15-14 0,2-5-14 16,-3-1-11-16,3 3-79 0,-1 4-48 0,-2 2 0 15,3 0 0-15,-1 0 0 0,1 2 0 0,-2-1 0 16,0 4 0-16,2-4 0 0,0-1 0 0,0 1 0 16,0 2 0-16,-1-5 0 0,-4 0 0 0,5 1 0 15,-2-1 0-15,0-6 0 0,2 1 0 0,0-1 0 16,-2-2 0-16,2-3-128 0,-2 1-177 0,2-1-42 15,2-2-44-15,-2-3-54 0,2 2-63 0,-2-2-60 16,0 0-349-16,12-5-993 0,-9-1 440 0</inkml:trace>
  <inkml:trace contextRef="#ctx0" brushRef="#br0" timeOffset="277124.7381">16115 14528 269 0,'0'-5'374'0,"-1"0"10"16,0 1-9-16,1-1-14 0,0-2-22 0,2 3-30 16,1-1-23-16,3 2-12 0,-1-3-13 0,2 3-10 15,3-2-8-15,-1 3-8 0,2-2-5 0,0 2-12 16,2 0-13-16,-1 2-16 0,3 0-9 0,3 2-9 16,0-1-12-16,3 4-12 0,-4-2-4 0,3 1-16 15,0 2-7-15,-1 2-10 0,2 0-11 0,-1 2 3 16,-3 0-7-16,-2 3-5 0,3 1-3 0,-5-1-5 15,3 7-2-15,0 1-2 0,-11-5 4 0,4 1-1 16,-8 0 1-16,2 0 2 0,-3 3-16 0,-4 0 20 16,-5 6 9-16,-1-5-5 0,-2 2 3 0,-6 0-3 0,-1-1-4 15,-5-2-13-15,0 2 3 0,-3-4-13 0,0 1-5 16,3-3-5-16,-1-1 0 0,1-3-12 16,5-2 2-16,2-5-6 0,3 0-1 0,5-1-22 15,0 0-16-15,0-3 0 0,4 1 0 0,1-2 0 0,4 0 0 16,-7 0 0-16,7 0 0 0,0 0 0 0,-2-8 0 15,2 8-40-15,7-8-118 0,1 2-43 0,0 0-55 16,3-1-67-16,2 2-79 0,4 0-66 16,0-2-81-16,2 4-417 0,3-3-1046 0,-3 1 463 0</inkml:trace>
  <inkml:trace contextRef="#ctx0" brushRef="#br0" timeOffset="277562.3175">16771 14756 196 0,'1'-9'472'0,"1"-2"0"0,-3 0-6 0,1 2-16 15,0 0-26-15,0 6-20 0,0-5-42 0,-2 3-13 16,2 0-33-16,-4 2-32 0,4 3-28 0,-1-5-26 16,-3 3-24-16,4 2-21 0,0 0-20 0,-16 6-20 15,10 1-14-15,-3 4-13 0,-1 0-13 0,1 0-7 16,0 0-12-16,5 1-9 0,-2 2-6 0,-3 1-4 15,6-3-11-15,-3 0-3 0,2 0-7 0,3-1-2 16,-2-1-6-16,3 0-11 0,0-1 7 0,0-2-2 16,0 0-3-16,3 0-4 0,-2-2-3 0,0 1 0 15,7-1-3-15,-3-1 0 0,0-1-9 0,2 1 7 16,-2 0 0-16,2 0-3 0,0-1-14 0,-2 0 11 16,0 1-4-16,-1-1 0 0,-2 1-2 0,1-1-3 15,2 1 2-15,-2 2 1 0,-1-3-1 0,-2 3 0 16,-1 1 9-16,0-1 8 0,-3-1 8 0,-4 5 11 15,-1-1-4-15,0-2-3 0,-2 1 0 0,-1 0 0 16,-6-1 2-16,4 0-8 0,0-3-14 0,-2 2 11 16,-3 1-4-16,6-4-10 0,-4 1-23 0,6-4-17 15,0 2-19-15,2 0-22 0,6-1-25 0,-4-1-51 16,7 0-51-16,-5-5-58 0,5 5-53 0,0 0-42 0,10-11-57 16,2 4-54-16,-2 2-320 0,5-3-845 15,4 1 375-15</inkml:trace>
  <inkml:trace contextRef="#ctx0" brushRef="#br0" timeOffset="278077.8667">16896 14898 171 0,'1'-3'344'0,"3"-1"19"0,-4 0-11 15,4-1-5-15,-3 0-5 0,3 0-11 0,-1 2-11 0,-1-2-9 16,1 0-11-16,-2 1-19 0,2-1-21 0,0 2-17 15,1 0-21-15,-1 0-20 0,1 1-22 0,-2-1-22 16,-2 3-11-16,10-2-16 0,-7 1-13 16,-3 1-12-16,11 0-13 0,-11 0-9 0,12 3-8 0,-7-2-5 15,0 3-4-15,1 0-4 0,-2 1-7 0,2 0-1 16,-4 1-4-16,1 2-3 0,1-2-6 0,-2 5-2 16,-2-6-3-16,-1 6-7 0,-2-4 0 15,-2 2-4-15,1-1-1 0,-2 2-1 0,-3-3-1 0,1 1-2 16,-2-1 0-16,1-2-1 0,-2 2-9 0,3-4 6 15,-2 2-3-15,1-2 5 0,1-1-4 0,3-1-7 16,-3-2 9-16,8 1-3 0,-9-2 0 0,7-2 0 16,-1-2-4-16,3 0 3 0,0-1-7 0,0-3-2 15,4-1 4-15,0 1-5 0,2-1 0 0,-1 2 3 16,3 0 0-16,-3 0-1 0,5 0 4 0,-3 2-2 16,-1 2 2-16,3-1 1 0,-1 3-3 0,-2 1 8 15,1 2 5-15,-7 0 7 0,11 2 7 0,-1 2 8 16,-1 3 3-16,-1-1 12 0,-2 5-4 0,3-3 3 15,-4 5-13-15,4 0 7 0,-5-1 3 0,6 2-2 16,-6-2-5-16,1 0-1 0,0 0-5 0,-1-1-7 16,0 0-16-16,0 0 11 0,0-1-3 0,-2 0-1 15,2-2-2-15,-3-1-5 0,2 0-21 0,-2-3-16 16,1 2-18-16,0-3-18 0,-2 1-9 0,1 0-4 16,-1-4-18-16,4 1-50 0,-4-1-51 0,0 0-41 15,13-7-50-15,-9 2-46 0,1-4-55 0,3-6-71 16,-3 1-382-16,1-4-903 0,-5-1 400 0</inkml:trace>
  <inkml:trace contextRef="#ctx0" brushRef="#br0" timeOffset="278610.2153">16483 14348 294 0,'0'0'337'15,"-5"-3"-1"-15,5 3 12 0,-8-3 9 0,6 1-8 16,2 2 0-16,-9-1-2 0,9 1 3 0,-4-5-3 0,4 5 2 16,-5-1-11-16,1-2-9 0,4 3-14 15,0 0-22-15,0 0-13 0,0 0-14 0,-8 0-19 16,8 0-22-16,0 0 10 0,0 0-22 0,0 0-14 16,0 0-10-16,0 0-19 0,0 0-13 0,0 0-4 0,0 0-2 15,0 0-5-15,0 0-9 0,0 0-9 16,0 0-10-16,0 0-19 0,22 0-59 0,-5 0-40 15,2-1 0-15,10-1 0 0,-7 1 0 0,8-2 0 16,4 3 0-16,4-4 0 0,2 0 0 0,-3 1 0 0,3-1 0 16,0 1 0-16,-6 1 0 0,0 1 0 0,-2 0 0 15,-1 0 0-15,-11-1 0 0,-4 1 0 0,-2 1 0 16,-5 0 0-16,0 0 0 0,-3 0 0 0,2-1 0 16,-8 1 0-16,6 0 0 0,-6 0 0 0,0 0 0 15,9 0 0-15,-9 0 0 0,0 0 0 0,0 0 0 16,0 0 0-16,0 0 0 0,0 5-141 0,0-5-162 15,0 0-53-15,0 0-55 0,0 0-49 0,0 0-77 16,0 0-461-16,0 0-1080 0,0 0 478 0</inkml:trace>
  <inkml:trace contextRef="#ctx0" brushRef="#br0" timeOffset="279422.3077">17347 13279 246 0,'-1'-4'350'0,"-3"-2"5"0,0 2-6 15,0 0 3-15,3 2-1 0,-3-3-4 0,4 2-25 16,0 3-13-16,-4-5-28 0,4 5-17 0,3-7-26 16,-2 4-17-16,3 0-19 0,1 0-18 0,4 2-14 15,5-1-12-15,0-1-12 0,4 1-7 0,1 1-8 16,10-2-9-16,-1 1-4 0,0 1-1 0,1 1-2 16,-1 0-3-16,2 0-5 0,-2 0-4 0,-8 0-3 15,-1 0-6-15,2-1-2 0,-2 2-3 0,1-2-1 16,-2 1-10-16,-5 0 4 0,1-2-8 0,-5 1 1 15,-1 1-7-15,-2 1-9 0,-6-1 1 0,13 0-13 16,-8 2-1-16,-5-2-5 0,5 0-7 0,-5 0-1 16,0 0-9-16,8-2 4 0,-8 2-3 0,5 3-3 15,-5-3 4-15,5 3 4 0,-4 1 7 0,0 0 6 16,2 0 14-16,-3 2 0 0,4 3 17 0,0 1 11 16,0 3 7-16,0 3 10 0,-1 6 10 0,1 2 7 15,0 5-1-15,-3 3-47 0,-1 3-71 0,3 14 0 16,-5-2 0-16,2 2 0 0,-1 6 0 0,-1 1 0 15,-3-1 0-15,0 3 0 0,-3-2 0 0,5 2 0 16,-6-2 0-16,2 0 0 0,-5 0 0 0,3-3 0 16,-2-4 0-16,-2-2 0 0,1 2 0 0,2-16 0 15,2 1 0-15,-1 1 0 0,4-3 0 0,-1 0 0 0,2-2 0 16,-1 0 0-16,3-2 0 0,0-2 0 16,-4 3 0-16,4-9 0 0,1-4 0 0,1 1 0 15,0 0 0-15,-2-2 0 0,-1-2 0 0,1-4 0 16,2 1 0-16,1-6 0 0,-2 3 0 0,2 0 0 0,-1-3 0 15,0 3 0-15,0-4 0 0,0 2 0 0,1-2 0 16,-1-3 0-16,-1 7 0 0,0-5 0 16,1-2 0-16,0 0 0 0,0 5 0 0,0-5 0 0,-4 2 0 15,4-2 0-15,-9 4 0 0,0-2 0 0,-4 1 0 16,-5-1 0-16,0-1 0 0,-3 1 0 0,-10 1 0 16,-1 0 0-16,0 0 0 0,-4 1 0 0,4-1 0 15,-2-1 0-15,3 0 0 0,2-1 0 0,-1 1 0 16,10-1 0-16,3 1 0 0,2-1 0 0,3-1 0 15,5 0 0-15,-1 0 0 0,1 2 0 0,7-2 0 16,-10 0 0-16,10 0 0 0,-7 0 0 0,7 0 0 16,-7 0 0-16,7 0 0 0,0 0 0 0,0 0 0 15,-7 1 0-15,7-1 0 0,0 0 0 0,0 0 0 16,0 0 0-16,0 0 0 0,0 0 0 0,0 0 0 16,0 0-423-16,0 0-164 0,0 0-76 0,0 0-424 15,0 0-1177-15,0 0 521 0</inkml:trace>
  <inkml:trace contextRef="#ctx0" brushRef="#br0" timeOffset="286258.2707">19396 13825 166 0,'5'-3'236'0,"-1"-1"0"16,2 4 1-16,-6 0-5 0,13-4 1 0,-7 1-4 16,-1 1 1-16,3 0-6 0,-2-1 3 0,-1 2 6 15,3-1 6-15,-3-1-3 0,1 2 4 0,-3-1-3 16,-3 2 7-16,10-3-8 0,-6 2 2 0,-4 1-5 16,0 0 6-16,8 0-6 0,-8 0-6 0,0 0-5 15,5-1-7-15,-5 1-3 0,0 0-12 0,0 0-6 16,0 0-4-16,4-4-10 0,-4 4 4 0,0 0-16 15,0 0-9-15,-22 0-10 0,10 3-12 0,-4-6-5 16,-6 2-16-16,-8 2-11 0,3-1-5 0,-2 3-7 16,-1-1-10-16,-2 2-18 0,0-1 5 0,0 1 4 15,-2-1-16-15,0 0-58 0,1 0 0 0,3 0 0 16,0 1 0-16,7-2 0 0,0 0 0 0,5-1 0 16,-1 2 0-16,6-3 0 0,2 1 0 0,1 0 0 15,2 0 0-15,1 0 0 0,1 1 0 0,0-2 0 0,6 0 0 16,-8 1 0-16,8-1 0 0,0 0 0 0,-9 0 0 15,9 0 0-15,-4 1 0 0,4-1 0 0,0 0 0 16,0 0 0-16,-6 2 0 0,6-2 0 0,0 0 0 16,0 0 0-16,0 0 0 0,0 0 0 0,0 0 0 15,0 0 0-15,0 0 0 0,-6 3 0 0,6-3 0 16,0 0 0-16,0 0 0 0,0 0 0 0,0 0 0 16,0 0 0-16,0 0 0 0,0 0 0 0,0 0 0 15,0 5 0-15,0-5 0 0,0 0 0 0,0 4 0 16,0-4 0-16,0 0 0 0,0 6 0 0,0-6 0 15,-3 5 0-15,3-5 0 0,0 6 0 0,-1-2 0 16,1 0 0-16,-3 0 0 0,2 2 0 0,0 0 0 16,-1 2 0-16,2-2 0 0,-1 6 0 0,0-5 0 15,-2 4 0-15,3-2 0 0,-1 1 0 0,1 2 0 0,1-1 0 16,-1 1 0-16,3-1 0 0,-3 2 0 16,1 0 0-16,0 0 0 0,2 3 0 0,-2 0 0 15,-1 1 0-15,4 2 0 0,-4-3 0 0,4 0 0 16,-4 0 0-16,1 0 0 0,2 3 0 0,-3-1 0 0,1 0 0 15,4 0 0-15,-4 1 0 0,1-1 0 0,0 0 0 16,2 0 0-16,-3-1 0 0,1 3 0 16,-1-2 0-16,1 2 0 0,-2-1 0 0,2 8 0 15,-1-4 0-15,-2-3 0 0,-1-1 0 0,1 6 0 16,1 0 0-16,0 0 0 0,-1 0 0 0,0 3 0 0,-2-3 0 16,-1 2 0-16,3-1 0 0,-2 0 0 0,1 0 0 15,-2 0 0-15,0 1 0 0,3 0 0 16,-3-2 0-16,0 1 0 0,0 0 0 0,2 0 0 15,-1-6 0-15,-1 7 0 0,1-1 0 0,0 0 0 0,2 1 0 16,-2 0 0-16,2 1 0 0,-2-2 0 0,2 2 0 16,0 0 0-16,-6 2 0 0,6-2 0 0,1 3 0 15,-3 2 0-15,2 0 0 0,0-2 0 0,-2 1 0 16,3-1 0-16,-5 0 0 0,4 0 0 0,1 5 0 16,-2-4 0-16,0 1 0 0,2 1 0 0,0-1 0 15,0 1 0-15,-1-2 0 0,-2 1 0 0,2 0 0 16,5 0 0-16,-8-2 0 0,4 1 0 0,-2 1 0 15,0 1 0-15,2 1 0 0,-1 11 0 0,2-12 0 16,-2 11 0-16,-3-11 0 0,4 14 0 0,0-3 0 16,-2-8 0-16,0 8 0 0,0 2 0 0,-1-1 0 15,2-11 0-15,-3 15 0 0,2-14 0 0,2 0 0 16,-3 1 0-16,-1 10 0 0,2-12 0 0,0 1 0 16,-4 9 0-16,0 1 0 0,2 1 0 0,3-15 0 15,-1 4 0-15,1 10 0 0,-3-10 0 0,0-1 0 16,-1 12 0-16,2-13 0 0,-2 13 0 0,2-14 0 15,-1 3 0-15,0-2 0 0,1 2 0 0,-2 9 0 16,4-10 0-16,-2-2 0 0,2-1 0 0,0 1 0 16,-3 1 0-16,0 1 0 0,3-2 0 0,0 5 0 15,-1-6 0-15,1 1 0 0,1 0 0 0,0 1 0 16,0-5 0-16,1 3 0 0,-3-4 0 0,-1 4 0 16,-2-3 0-16,5-1 0 0,-2 2 0 0,-2-2 0 15,1-1 0-15,-1-1 0 0,-2-7 0 0,5 6 0 16,1-7 0-16,-5 1 0 0,2 0 0 0,-1-3 0 15,3 0 0-15,0 2 0 0,-2-2 0 0,3-16 0 16,-8 27 0-16,5-15 0 0,3-12 0 0,-7 21 0 16,1-11 0-16,6-10 0 0,-12 22 0 0,12-22 0 15,-6 17 0-15,6-17 0 0,-8 13 0 0,8-13 0 16,-5 13 0-16,5-13 0 0,0 0 0 0,0 0 0 16,-8 15 0-16,8-15 0 0,0 0 0 0,0 0 0 15,0 0 0-15,0 0 0 0,-11 14 0 0,11-14 0 16,0 0 0-16,0 0 0 0,0 0 0 0,0 0 0 15,0 0 0-15,0 0 0 0,0 0 0 16,0 0 0-16,0 0 0 0,0 0 0 0,0 0 0 16,0 0 0-16,0 0 0 0,0 0 0 0,37 6 0 0,-37-6 0 15,0 0 0-15,42-5 0 0,-42 5 0 0,41-4 0 16,-41 4 0-16,41-6 0 0,-22 4 0 0,-19 2 0 16,40-4 0-16,-20 2 0 0,-20 2 0 0,41-2 0 15,-23-2 0-15,-18 4 0 0,0 0 0 0,33-3 0 16,-33 3 0-16,0 0 0 0,0 0 0 15,27-4 0-15,-27 4 0 0,0 0 0 0,0 0 0 16,0 0 0-16,0 0 0 0,0 0 0 0,0 0 0 16,0 0 0-16,0 0 0 0,27-2 0 0,-27 2 0 0,0 0 0 15,0 0 0-15,0 0 0 0,0 0 0 0,0 0 0 16,0 0 0-16,0 0 0 0,0 0 0 16,0 0 0-16,0 0 0 0,0 0 0 0,0 0 0 15,5-14 0-15,-5 14 0 0,0 0 0 0,0 0 0 16,0 0 0-16,0 0 0 0,0 0 0 0,0 0 0 15,0 0 0-15,0 0 0 0,0 0 0 0,0 0 0 16,0 0 0-16,0 0 0 0,0 0 0 0,0 0 0 16,0 0-200-16,-46-20-1133 0,29 14-1442 0,1-1 638 15</inkml:trace>
  <inkml:trace contextRef="#ctx0" brushRef="#br0" timeOffset="287508.2298">19352 14356 295 0,'0'0'379'0,"0"-6"0"0,3 4-1 0,-3 2-13 15,0 0-9-15,0-6-14 0,0 6-11 0,0 0-18 16,-1-5-12-16,1 5-7 0,0-4-18 0,0 4-5 15,0 0-13-15,1-6-7 0,-1 6-8 0,0-3-6 16,0 3-7-16,2-5-11 0,0 1-11 0,-2 4-15 16,5-4-18-16,0 0-21 0,4-1-17 0,1 1-11 15,2 1-20-15,-1-1 0 0,11 0-4 0,2 1-2 16,-6-1-12-16,10 3-5 0,2 1-2 0,-7 1 1 16,-3-1-9-16,-1 3-6 0,2 1-2 0,-5 2-12 15,3-1-2-15,-1 2-6 0,-5 2-2 0,-3-2-1 16,-1 2-7-16,1 4 1 0,-3-3-6 0,-6 5 1 15,3-5 2-15,-4 8-4 0,-5 0 2 0,-3 0-2 16,-5 2 0-16,-6 2-19 0,-4-3-10 0,-1 3 0 16,-3-1 0-16,-4-4 0 0,-3 0 0 0,2 0 0 0,0-6 0 15,0 2 0-15,4-5 0 0,7-1 0 16,1-3 0-16,1 0 0 0,6-2 0 0,0 1 0 16,-1-6 0-16,3 0 0 0,-2 0 0 0,3-3 0 15,-1-3 0-15,4 0 0 0,-1-3 0 0,3-4 0 0,1-2 0 16,0 1 0-16,3-1 0 0,1 0 0 0,3 2 0 15,1-4 0-15,-1 4 0 0,5-2 0 16,3 2 0-16,1 2 0 0,-4 4 0 0,7-1-338 16,-5 1-193-16,7 2-51 0,-2 3-71 0,2-2-362 0,0 3-1099 15,-1 2 486-15</inkml:trace>
  <inkml:trace contextRef="#ctx0" brushRef="#br0" timeOffset="287945.9004">19466 14137 393 0,'-4'-14'490'0,"4"2"17"16,-2 1 13-16,2-3 10 0,-3 2 0 0,0 3-9 16,2-1-14-16,-1 2-14 0,0-1-17 0,2 4-19 15,0 1-28-15,-3-1-30 0,1 1-35 0,2 4-32 16,-1-5-30-16,-1 3-34 0,2 2-26 0,0 0-24 15,0 0-5-15,0 0-213 0,-7 14 0 0,7-4 0 16,-2 3 0-16,0 5 0 0,2 9 0 0,0-1 0 16,-2 1 0-16,-1 4 0 0,2-1 0 0,-2 0 0 15,1 3 0-15,-3-2 0 0,2 0 0 0,1 3 0 16,0-4 0-16,-2 0 0 0,1 4 0 0,-1-3 0 16,1 2 0-16,-1-4 0 0,-1 3 0 0,4-1 0 15,-4-1 0-15,2-1 0 0,-1-2 0 0,3-1 0 16,0-8 0-16,0 2 0 0,-2-2 0 0,2 0 0 15,-2-3 0-15,2-2 0 0,-2-1 0 0,3-2 0 16,0-3 0-16,0 3 0 0,-2-6 0 0,2 3 0 16,-1-2 0-16,-1-1 0 0,2-4 0 0,-1 7 0 15,1-5 0-15,0-2 0 0,0 0 0 0,0 0 0 0,0 0 0 16,0 0 0-16,0 0 0 0,0 0 0 16,11-9 0-16,-5 5 0 0,5-8 0 0,2 6 0 15,5-6-448-15,-2 1-843 0,11-1-1398 0,-5-3 618 16</inkml:trace>
  <inkml:trace contextRef="#ctx0" brushRef="#br0" timeOffset="288415.6034">19851 14575 286 0,'3'-5'463'0,"1"-1"11"16,-4-1 3-16,4 2-7 0,-2-2-22 0,-2 2-24 15,1 1-34-15,-1 4-31 0,1-3-41 0,-1 3-29 16,-1-6-34-16,1 6-21 0,-3-2-29 0,3 2-19 16,0 0-15-16,-14 4-20 0,8 1-13 0,-1-2-17 15,1 5-12-15,-2 1-14 0,-2 1-9 0,2-1-3 16,-2 5-11-16,0 0-7 0,4-4-8 0,-1-1-4 16,2 2-5-16,-1-1-4 0,-2-3-9 0,6 0 0 15,-2-1-3-15,1-1 3 0,2-1-6 0,-2 1-7 16,3 1-1-16,-2-1-1 0,2-5 3 0,1 3-3 15,-1-3-2-15,4 4 4 0,0-2-1 0,-2 0 0 16,2 3 3-16,4-3 0 0,-2-1-6 0,-1 3-3 16,2-1 12-16,-2 1-5 0,2 0 0 0,-2-1 6 15,2 0-4-15,-2 2-2 0,0 0 3 0,-2-3-5 16,2 1-2-16,0 3 1 0,-4-3-2 0,2 1-6 16,-2 0 3-16,-1 1 9 0,0-2-11 0,-1 4 4 15,-2-3 1-15,-1 0 6 0,-2 2 3 0,-2 0 5 16,1-1-10-16,-1 1 4 0,-3-2-3 0,-1 2 5 15,0-4-11-15,1 3 2 0,1-1-2 0,-3-1-6 0,5 0 4 16,3-2 8-16,1 1-6 0,-1 0-2 0,1-2-29 16,4 0-18-16,0 0-49 0,-8-3-44 15,8 3-34-15,0-5-32 0,0 5-59 0,8-9-51 16,-3 5-53-16,3-1-49 0,1 2-44 0,1-4-45 16,2 2-305-16,1 2-863 0,4-3 382 0</inkml:trace>
  <inkml:trace contextRef="#ctx0" brushRef="#br0" timeOffset="288868.5975">20124 14665 106 0,'4'-6'403'0,"-3"-5"20"0,3 3 16 0,-4-1 0 15,0 2 4-15,0-1-3 0,1 4-2 0,-1-2-13 16,3 0-6-16,-3 0-21 0,0 1 7 0,0 0-20 15,0 5-19-15,1-6-4 0,-1 3-23 0,0 3-19 16,0 0-24-16,0-4-30 0,0 4-23 0,0 0-25 16,0 0-24-16,0-5-18 0,0 5-20 0,0 0-64 15,0 0-92-15,0 0 0 0,0 0 0 0,-5 17 0 16,3-11 0-16,0 3 0 0,1 1 0 0,-4 1 0 16,1 1 0-16,-1 2 0 0,1 4 0 0,-2-2 0 15,3 0 0-15,-6 1 0 0,4-7 0 0,1 6 0 16,0 1 0-16,1-4 0 0,1-1 0 0,1 0 0 15,1-3 0-15,1 3 0 0,3-2 0 0,-1 1 0 16,3-4 0-16,-2 4 0 0,2-8 0 0,5 4 0 16,-4-1 0-16,2-2 0 0,0-3 0 0,-4 1 0 15,0-4 0-15,-5 2 0 0,17-1 0 0,-12-2 0 16,3-2 0-16,-2 0 0 0,-2 1 0 0,2-3 0 16,-2 3 0-16,0-3 0 0,-3 1 0 0,2 1 0 15,-3 0 0-15,0-1 0 0,-3 1 0 0,-2 0 0 16,3 0 0-16,-6 2 0 0,2 1 0 0,-1-1 0 15,1 2 0-15,-3 1 0 0,-3 1 0 0,2 1 0 16,1 1 0-16,0 0-394 0,-2 5-213 0,-1-2-104 0,3-1-370 16,-1 2-1169-16,-1 0 518 0</inkml:trace>
  <inkml:trace contextRef="#ctx0" brushRef="#br0" timeOffset="289728.9947">19115 15523 177 0,'1'-7'343'0,"-1"7"4"0,1-4-12 16,2 2 2-16,-1-2-9 0,1-1-13 0,-3 5-4 16,4-6-3-16,-3 5-12 0,-1 1-10 0,3-5-10 15,-2 0-7-15,1 1-13 0,1 1-19 0,1 0-10 16,-2-2-18-16,2 0-12 0,0 2-16 0,1-2-18 15,2 1-6-15,0-1-5 0,2 2-11 0,3-2-6 16,0 2-8-16,-1-1-3 0,1 1-7 0,2 1-1 16,3 2-6-16,2 0-12 0,-2 4-7 0,-2-1-11 15,3 2-3-15,-3 2-3 0,2 3 0 16,-4 0-10-16,-2 4-5 0,1 0-8 0,-5 2 1 0,-1-4-3 16,0 3-9-16,-2 2-18 0,-2 1 20 0,-4-2 3 15,-6 1 3-15,0 0 8 0,-3-1 2 0,-6 3-6 16,-3 1 4-16,-3-5-9 0,-4-2-1 0,4 0 0 15,1-4-7-15,3-3 6 0,-4 0 16 0,1-1 7 16,-4 0 6-16,9-3-74 0,2-1 0 0,2-1 0 16,1 0 0-16,2-1 0 0,4-3 0 0,1 2 0 15,-3-5 0-15,-1 1 0 0,5-1 0 0,0-3 0 16,3-1 0-16,0-1 0 0,-2 1 0 0,6-2 0 16,-2 1 0-16,-1-5 0 0,5 2 0 0,-2 3 0 15,1 0 0-15,6-2 0 0,-4-2 0 0,1 5 0 16,-1-1 0-16,4 2-164 0,-1 1-298 0,0 0-59 15,1 1-50-15,0-2-43 0,1 4-363 0,0-2-1058 16,-2 3 468-16</inkml:trace>
  <inkml:trace contextRef="#ctx0" brushRef="#br0" timeOffset="290103.9073">19297 15282 254 0,'0'-11'500'0,"0"1"22"0,-1 1 30 15,0-1 18-15,-3 1 0 0,4-1 4 16,0 3-6-16,-1 2-20 0,1 0-14 0,0 0-27 16,-3 1-40-16,3 4-43 0,0-5-39 0,0 1-40 15,0 4-35-15,0 0-17 0,0 0-25 0,0 0-268 0,-5 18 0 16,4-8 0-16,-3 7 0 0,-3 0 0 0,2 6 0 16,-1 4 0-16,1-1 0 0,-3 3 0 15,-1 2 0-15,-1-4 0 0,2 3 0 0,1-3 0 16,-2 2 0-16,1 3 0 0,-1-3 0 0,3-1 0 15,1-2 0-15,-3 3 0 0,2-4 0 0,0 2 0 16,0-2 0-16,2 0 0 0,2-5 0 0,-2-2 0 16,1 1 0-16,1-1 0 0,1 1 0 0,-1-1 0 15,1 1 0-15,0-6 0 0,1-2 0 0,0 1 0 16,0-2 0-16,-2-2 0 0,2-1 0 0,0 0 0 0,-1-1 0 16,1 0 0-16,-1 0 0 0,1-2 0 0,0 2 0 15,-1-2 0-15,1-4 0 0,0 4 0 16,1 0 0-16,-1-4 0 0,0 3 0 0,0-3 0 15,0 0 0-15,1 6 0 0,-1-6 0 0,0 0-394 0,0 0-184 16,15-6-64-16,-10 5-455 0,1-2-1187 0,-6 3 526 16</inkml:trace>
  <inkml:trace contextRef="#ctx0" brushRef="#br0" timeOffset="290729.1171">19565 15755 239 0,'0'0'355'0,"-3"-8"8"0,3 8 5 0,0-6 18 15,1 2 1-15,-1 0-2 0,0 4-16 0,-1-6-9 16,1 6-8-16,0-5-10 0,0 5-16 0,-1-3-20 0,1 3-26 16,0 0-26-16,-3-4-23 0,3 4-28 15,0 0-25-15,0 0-16 0,0 0-14 0,-12 7-19 16,5-2-10-16,2 1-10 0,0 0-12 0,-3 2-13 15,0 0-9-15,-2-1-6 0,5 1-2 0,-3-1-8 16,2 2-3-16,-3-1-12 0,4-2-2 0,-2 3-6 16,2-5-2-16,1 1-5 0,3 0-5 0,-3-1-2 15,4-1-4-15,-5-2 4 0,4 2-4 0,1-3 1 16,0 9-5-16,0-9 4 0,6 3-3 0,-2 0-1 16,0-2 3-16,1 3-7 0,-1-3-4 0,1 1 2 15,-1 0-2-15,5 1 0 0,-4-1-2 0,0 1 3 0,0-1-5 16,3 1 3-16,-2-2-2 0,-2 3-3 15,1-1-3-15,2 0 4 0,-2 1 1 0,0-1 1 16,0 1-2-16,-1 1 6 0,-3 1-4 0,3-3 4 16,-3 2-9-16,-2 0 5 0,2-1 3 0,-2 0 0 15,0 1-1-15,-2-2 4 0,-1 2-5 0,-2-1 3 0,1 0 5 16,-3-1-1-16,3 1 2 0,-8-2-3 16,3 2-5-16,-2-2-1 0,1-2-5 0,2 3-6 15,0-2-15-15,1-1-11 0,0 0-15 0,8 0-17 16,-9-1-30-16,9 1-42 0,-9-3-51 0,7 2-60 15,2-5-47-15,0 6-52 0,4-8-66 0,3 3-63 16,2 1-364-16,3-2-910 0,-2 0 402 0</inkml:trace>
  <inkml:trace contextRef="#ctx0" brushRef="#br0" timeOffset="291307.1101">19751 15850 42 0,'0'0'332'0,"4"-5"6"0,-4 3-14 16,0-5 0-16,0 7-6 0,2-6-3 0,0 3-8 15,-1-4-10-15,0 3-7 0,-1 4-4 0,1-4-16 16,1 1-14-16,-1-2-19 0,2 2-21 0,-2 0-22 0,-1 3-21 16,5-5-16-16,-1 3-17 0,0 0-14 15,-4 2-11-15,7-1-12 0,-7 1-9 0,12 0-10 16,-7 0-8-16,0 1-2 0,-5-1-8 0,8 4-5 15,-4-2-4-15,1 2 1 0,-1-1 1 0,-1 1-10 16,0 2-3-16,0-2-4 0,-1 0-3 0,-2 5-4 16,-1-4 0-16,0 4-3 0,-1-3-1 0,-2-1-3 15,1 4 0-15,-4 0-3 0,1-1-4 0,-3-2 0 16,0-1 0-16,0 3-2 0,-2-2-4 0,0-2 0 16,1 3 1-16,1-5 2 0,-1-1-2 0,5 0-1 15,-3 1 1-15,8-2 0 0,-10 0 1 0,10 0 7 16,-8-5 9-16,7 2 10 0,-2-2 4 0,3 0-2 15,3-1 0-15,-2-1-5 0,3 0 4 0,0-1 1 16,1 0 6-16,1-1-16 0,2 1 3 0,-3 2 0 16,0-1-1-16,2-1-2 0,-1 6 4 0,-2-3-3 15,0 0-8-15,1 2-4 0,-4 1-3 0,6 1 9 16,-7 1 8-16,0 0-5 0,12 4 2 0,-7-2 5 16,-1 3-5-16,1 1 5 0,0-1-2 0,-1 4 6 15,1-2-11-15,-1 4 3 0,-1-2-4 0,1 1-11 16,-3-1 7-16,1 3-7 0,0-4-6 0,-1 3-1 15,0-2 7-15,1-2-8 0,-2 4-4 0,1-4 11 16,0 0-6-16,0-2-3 0,1 1 3 0,-2 1-3 16,1-3-1-16,0 0-5 0,2 3-31 0,-3-4-7 15,1 0-11-15,-1-3-5 0,2 5-14 0,-2-5-21 16,3 3-36-16,-3-3-35 0,7 0-34 0,-7 0-51 16,0 0-56-16,9-3-66 0,-9 3-70 0,8-6-86 15,-8 1-350-15,0-3-939 0,-3 2 416 0</inkml:trace>
  <inkml:trace contextRef="#ctx0" brushRef="#br0" timeOffset="291947.5847">20611 14623 146 0,'-2'-3'317'0,"2"3"0"16,0 0 25-16,0 0-19 0,0 0 6 0,0 0-4 0,0 0-6 16,-8 0-3-16,8 0-8 0,0 0-3 0,0 0-4 15,0 0-7-15,0 0-10 0,0 0-14 0,0 0-16 16,0 0-22-16,0 0-17 0,0 0-20 0,0 0-12 15,0 0-14-15,19-2-12 0,-9-1-5 0,-3 2-16 16,3 0-7-16,4-3-12 0,0 1-6 0,4-1-20 16,-4 3-5-16,4-2-6 0,-5 2-8 0,7 0-1 15,-10-1-18-15,-1 1 0 0,-1-1-10 0,1 1-3 16,-4 0-34-16,1 1-45 0,-6 0-54 0,9-2-64 16,-9 2-53-16,0 0-53 0,7 1-31 0,-6 4-28 15,-1-5-30-15,0 4-37 0,0 0-24 0,-4 1-8 16,0 1-277-16,-2 2-757 0,-3-1 335 0</inkml:trace>
  <inkml:trace contextRef="#ctx0" brushRef="#br0" timeOffset="292150.6586">20643 14761 13 0,'0'0'279'0,"-2"2"39"16,2-2 14-16,0 0 18 0,0 0 4 0,0 0-16 15,0 0-18-15,0 0-12 0,0 0-27 0,0 0-29 16,12-8-25-16,-8 5-25 0,3 2-20 0,0 0-21 15,-2-1-10-15,7 1-19 0,-5 1-14 0,4-2-22 16,3 0-38-16,-3 2-49 0,-2 2-44 0,3-2-41 16,-1 2-46-16,-2-1-53 0,5 1-58 0,-5-2-68 15,1 1-290-15,-1-1-638 0,-1 0 282 0</inkml:trace>
  <inkml:trace contextRef="#ctx0" brushRef="#br0" timeOffset="292447.4689">20926 14644 17 0,'2'-2'423'0,"-1"-1"34"0,1-2 11 0,-2 5 0 16,2-3-11-16,-1-1-12 0,-1 4-7 0,4-4-27 16,-4 4-20-16,0-3-17 0,0 3-27 0,0 0-9 15,3-4-31-15,-3 4-28 0,0 0-33 0,0 0-13 0,4-2-24 16,-4 2-19-16,0 0-15 0,0 0-15 15,0 0-5-15,10 5-6 0,-4-3-19 0,-2 3 16 16,-1 1-14-16,-1 1-5 0,2-1-5 0,1 1-4 16,-3 4-9-16,0-1-4 0,-1 0-40 0,2 1-65 0,-1 0 0 15,-2 3 0-15,-2-3 0 0,-2 0 0 0,0 3 0 16,3-3 0-16,-9 4 0 0,-2-1 0 16,1 0 0-16,-2-1 0 0,-2 1 0 0,-2-2 0 15,-6 3 0-15,-4-3-195 0,8-3-202 0,-7 1-114 0,7-3-113 16,-4-2-454-16,5-3-1167 0,-1-1 517 0</inkml:trace>
  <inkml:trace contextRef="#ctx0" brushRef="#br0" timeOffset="293229.9006">21438 14408 26 0,'0'-4'358'0,"0"4"18"0,0-6-12 0,-3 1 1 0,3 5 9 15,-1-7-2-15,1 4-8 0,0-2-6 0,-4 0-10 16,4 1-10-16,0 4-12 0,-4-6-12 0,3 2-16 16,1 0-14-16,-4 0-16 0,4 4-7 15,0-6-21-15,0 6-18 0,-5-2-27 0,5 2-18 0,0 0-20 16,0 0-24-16,0 0-9 0,0 0-7 0,0 0-20 15,-14 8-11-15,9-3 0 0,-1 3-13 0,-2 1-4 16,-3 4-11-16,0-2-4 0,-1 3 1 0,-1-2-10 16,0 3-5-16,0-2-9 0,0 1 4 0,5-4-8 15,0-1-3-15,4-2 1 0,-4 0 0 0,2-3-8 16,5 2-9-16,-2-3 11 0,3 2 1 0,0-1-3 16,4-1-5-16,2 1 2 0,1-2-4 0,3 2 1 15,4-1-1-15,3 0-4 0,-5-1 1 16,8 3-4-16,-1 0 2 0,-1-1-9 0,2 1 5 0,-1 0 2 15,-1 1-6-15,-4-1-2 0,-1 3 3 0,-4-2-2 16,1 0 2-16,-2 0-4 0,-2 1 8 0,-2 0-1 16,-1 2-1-16,-3-1 2 0,-2 0 6 0,0 1 0 15,-6 0 8-15,-1 2-1 0,-5 2 1 0,-3-2 5 16,-2-1-9-16,1-2 7 0,-9 2-7 0,3-1-6 16,1-1 7-16,5-4-3 0,-2 1 3 0,2-1 0 15,7 0-11-15,3-2 8 0,3-1-9 0,-3-1-18 16,3 2-27-16,5-2-36 0,0 0-59 0,0 0-49 15,0 0-53-15,0 0-58 0,19-10-64 0,-6 7-65 16,2 2-73-16,2-3-437 0,2 1-1016 0,-2 1 449 16</inkml:trace>
  <inkml:trace contextRef="#ctx0" brushRef="#br0" timeOffset="293558.5452">21677 14602 372 0,'1'-7'481'0,"-1"1"26"0,3 0 9 0,-3-1-3 0,-3 2-8 16,3-1-3-16,0 0-10 0,0 2-20 15,0 0-19-15,0 4-24 0,-1-6-34 0,-2 2-35 16,3 4-35-16,0 0-39 0,-1-5-33 0,1 5-24 0,0 0-25 16,0 0-16-16,0 0-17 0,0 15-17 0,0-7-14 15,0 3-14-15,-1 1-8 0,1 1-118 0,0 1 0 16,-3 3 0-16,3-1 0 0,-1 0 0 15,-4 2 0-15,5-1 0 0,-3 2 0 0,2-1 0 0,1 0 0 16,-4 0 0-16,3 0 0 0,-3-2 0 0,0 3 0 16,4-1 0-16,-4 0 0 0,3-1 0 0,-1-5 0 15,0-1 0-15,2 1 0 0,-5-1 0 16,4-2-127-16,1 1-155 0,0-5-37 0,0 1-46 0,0-2-31 16,0-1-21-16,-2 1-21 0,2-4-43 0,0 0-34 15,0 0-294-15,0 0-876 0,0 0 388 0</inkml:trace>
  <inkml:trace contextRef="#ctx0" brushRef="#br0" timeOffset="293855.2398">21651 14678 425 0,'4'-10'450'16,"1"1"-5"-16,3 0-6 0,-3 0-6 0,0-2-13 15,3 2-22-15,-3 0-17 0,5 1-32 0,-2-1-23 16,1 2-24-16,1 3-25 0,0 0-29 0,1-3-12 15,0 5-18-15,1 0-8 0,-2 1-21 0,-1 1-14 16,2 1-17-16,-2 1-9 0,3-1-15 0,-3 0-10 16,2 2-13-16,-6 2-7 0,4 1-6 0,-4 2-10 15,0-1-9-15,-1 2-4 0,0-2-10 0,-3 1-13 16,-1 0 1-16,-1 2-1 0,-3 0-3 0,-1 0-10 16,-3-3 0-16,-2 3 1 0,0-4 0 0,-5 2-10 15,-1 1-7-15,1-4-22 0,-3 5-26 0,3-6-38 16,3 0-36-16,2 1-41 0,-4-3-35 0,5 0-38 15,3-1-43-15,2-1-62 0,-5 0-62 0,9 0-66 16,-5-5-63-16,2-1-308 0,7 1-885 0,-4 5 392 16</inkml:trace>
  <inkml:trace contextRef="#ctx0" brushRef="#br0" timeOffset="295325.5291">22025 14732 426 0,'0'0'458'0,"0"0"-9"0,0 0-2 0,0 0-15 16,0 0-26-16,-13-9-20 0,13 9-22 0,-4-2-17 16,4 2-14-16,0 0-24 0,-4-6-19 0,3 4-14 15,1 2-21-15,1-6-20 0,-1 3-23 0,3-5-21 16,3 5-16-16,-2-4-15 0,2-2-19 0,3 1-2 15,0-1-11-15,1-1-15 0,3 0 3 0,1-5-13 16,-1 3 8-16,1-1-4 0,-5 0-7 0,4-2-5 16,0 0-14-16,-3-2 4 0,3 3 2 0,-4-1-1 15,0 2 0-15,-4 2-10 0,0 0-10 0,0 1-6 16,-3 1 3-16,1 2-11 0,-2 0-10 0,-1 0-7 16,-1 2-2-16,-2-3-7 0,2 4-17 0,-3 0-9 15,-1 0 0-15,0 1 0 0,0 0 0 0,5 3 0 16,-12 0 0-16,6 4 0 0,0 0 0 0,-2 2 0 0,3 2 0 15,-3 1 0-15,4 1 0 0,-2 1 0 0,2 1 0 16,4 5 0-16,-1-1 0 0,0-2 0 16,-2 4 0-16,3 1 0 0,0 0 0 0,0 0 0 15,3-2 0-15,-3 1 0 0,0 0 0 0,-3-1 0 0,3 0 0 16,4-1 0-16,-3-5 0 0,-1-1 0 0,3 0 0 16,-2-2-44-16,-2-1-11 0,2 0 2 0,-1-3 5 15,4 2-3-15,-2-1 8 0,2-3 4 16,0 2 13-16,0-4-3 0,1 1-2 0,-5-1 13 15,12-3-2-15,-5-1 2 0,-2-1 4 0,3 2-6 0,0-3 10 16,0-1 3-16,-1 4-2 0,1-4 8 0,-2-1 10 16,2 3 1-16,-1-1 4 0,-3 1 11 0,1 2 0 15,1-4 8-15,-4 4 2 0,4 0 0 16,-2 1 4-16,-3-1-4 0,3 0-11 0,-2 1 7 0,0-2-4 16,-2 4-8-16,0 0 3 0,5-4-9 0,-5 4-3 15,0 0-3-15,4-2 2 0,-4 2-7 0,0 0 3 16,4 7 0-16,-4-7 1 0,6 8-3 15,-4-7-7-15,1 3 6 0,1 1 1 0,-2 0-4 0,0-2 1 16,3 0 1-16,-2 2 3 0,2-1-1 0,1 0-3 16,-2-1-4-16,5 1 2 0,-1 0 2 0,3-1-1 15,-2 0-2-15,4-3 2 0,2 0 8 0,-2-1-3 16,5-1-5-16,-1-1 2 0,-1-3 0 0,-3 3 1 16,4-4-3-16,-2-1 4 0,-5 3-1 0,0-6 1 15,-1 6-7-15,1-3 3 0,-2 0 1 0,0 2-8 16,-3 1-7-16,0-2 12 0,-4 3 1 0,3-2-7 15,-4 1 8-15,0-2-5 0,0 2 7 0,-1 0-8 16,-3 1 2-16,-1 1-1 0,1 1-6 0,-1 0 2 16,5 2 1-16,0 0 0 0,-13 5 2 0,4-1 0 15,4 1-14-15,0-1-6 0,1 5 7 0,-4-1-10 16,2 0-6-16,2 3-2 0,3-3-1 0,-3 3-2 16,0 0-8-16,4 0 4 0,-1-4-13 0,1 2 18 15,0-3-3-15,1 5 6 0,1-5 10 0,0 1 1 16,2-2 1-16,4 2 5 0,-2-3 4 0,3 1-1 15,4-1 3-15,1 0 2 0,-4-3-2 0,9-1 6 16,-2 0 2-16,1-4 3 0,-5 3 3 0,1-5 8 16,1-1-6-16,-2 1 21 0,1-2 1 0,-3 0 2 0,0 0 12 15,0-4-10-15,-1 1-2 0,-5 2 1 16,3-2-7-16,-3-1-3 0,-1 1 2 0,2 0-4 16,-6 1-3-16,3 2 2 0,-2 1-6 0,-1 1-3 15,0 0 1-15,0 1-3 0,0 0-3 0,0 2-2 16,0 3-4-16,-1-7 3 0,1 7-9 0,-3-2 8 15,3 2 6-15,0 0-5 0,0 0-2 0,0 0 5 16,0 0 2-16,-2 12-2 0,2-8 4 0,0-4 3 16,2 4-18-16,-2-4 16 0,5 5-3 0,2-1-1 15,-3-2 3-15,-2 0 2 0,6-1-2 0,-2 1 3 16,-2-1 0-16,4 2-10 0,-2 0 3 0,-1-3 1 16,3 1-1-16,-3 0-8 0,-5-1 13 0,10 0-5 15,-4 0 5-15,-6 0-3 0,8 0-13 0,-8 0 14 16,0 0 1-16,8 1 8 0,-8-1-3 0,0 0-1 15,0 0 1-15,8-1-2 0,-8 1-1 0,0 0-12 0,6 2 14 16,-6-2-6-16,0 0-4 0,2 2 11 16,-2-2-2-16,1 5-6 0,-1-5 3 0,0 8-1 15,-1-5-4-15,1 2 1 0,0-1 1 0,1 2-5 16,-1-1 9-16,2 0-4 0,-3 2 1 0,2-3 4 0,-2 3-4 16,1-4 4-16,1 1-3 0,-1 1-9 0,2-1 4 15,0-1-3-15,-4 1-2 0,7 1 0 16,-2-3 0-16,1 2 1 0,5-2-1 0,-5 1-15 15,8 1 21-15,-5-4 1 0,4 1 0 0,2-2-6 0,-1-3 6 16,-2 2 2-16,4-1-4 0,-2-2 2 0,-1-1 2 16,1 0-9-16,-2-2 9 0,1 0 5 0,-1 3 11 15,-1-5-1-15,-3 3 0 0,1 2 2 16,-1-2-4-16,-3 2-3 0,0 2 2 0,1-3-2 16,-1 1-2-16,-2 1 3 0,0-1 2 0,3 1-5 0,-3-1 8 15,-1 5 5-15,1-5 9 0,-1 5-11 0,0 0 9 16,2-5-5-16,-2 5-6 0,0-3 0 0,0 3-7 15,0 0-4-15,0 0 5 0,0 0-6 0,0 0-2 16,0 0-5-16,0 13 7 0,0-7 0 0,-2-2-4 16,1 0 6-16,1 2-4 0,-1 1 1 0,1-2-8 15,0 2-3-15,-3-1 0 0,2 1 14 0,0-2 3 16,1 1-6-16,0 1-4 0,0-3 8 0,0 1-20 16,0 1-30-16,0-2-19 0,1-1-25 0,0 2-29 15,3 0-37-15,-1-3-47 0,-3-2-53 0,9 0-73 16,-9 0-77-16,10-2-82 0,-4-3-90 0,3-4-332 15,-2 3-979-15,0-2 433 0</inkml:trace>
  <inkml:trace contextRef="#ctx0" brushRef="#br0" timeOffset="295528.5075">23139 14543 36 0,'0'-7'436'15,"-2"4"22"-15,2-2-9 0,-2 2-24 0,2 3-32 16,-4-7-39-16,4 7-33 0,-1-3-34 0,-1 1-28 15,2 2-33-15,0 0-31 0,-2-5-47 0,2 5-62 16,0 0-52-16,0 0-59 0,0 0-63 0,0 0-63 16,0 0-70-16,5 13-61 0,-1-6-47 0,-2 1-174 15,3-5-542-15,0 2 239 0</inkml:trace>
  <inkml:trace contextRef="#ctx0" brushRef="#br0" timeOffset="296028.6316">23287 14651 263 0,'0'0'323'16,"0"0"14"-16,2-4 3 0,-2 4-7 0,0-6 2 16,-3 1-2-16,2 1-3 0,1 4-10 0,-2-8 0 15,1 5-5-15,1-3-8 0,-2 2-13 0,2-1-13 16,-3 0-13-16,3 5-22 0,-3-5-11 0,2 2-16 16,1 3-23-16,-2-4-21 0,2 4-18 0,-5-2-19 15,5 2-13-15,0 0-27 0,-8 7 7 0,3-3-10 0,1 0-9 16,0 2-11-16,0 0-10 0,-3 4-4 15,0-2-10-15,1 2-4 0,1-2 0 0,-2 0-7 16,1 0-1-16,2 1 1 0,0-2-13 0,-1-2-2 16,4 3-6-16,-3-2-3 0,1-2-15 0,2 3 0 15,1-1-8-15,0-2-1 0,1 1 0 0,3 2 3 0,3-2-2 16,-2-1 4-16,4 0-1 0,0-3-12 16,2 3 16-16,2-2-14 0,0-1 17 0,-2-2 2 15,1-1-8-15,1 1 5 0,-1-2 0 0,0-2 0 16,-1 1 1-16,-1-1 0 0,1 1 8 0,2-3 1 0,-5 4 5 15,-2-2 7-15,1-5 0 0,1 9 4 0,-3-6 7 16,0 1 2-16,-1 2-6 0,-3 3 2 16,3-3-3-16,0-1 1 0,-3 1-1 0,2 0-3 15,-2 1 3-15,-1 3-8 0,3-2-1 0,-3 2-2 16,2-4-15-16,-2 4 13 0,0 0-2 0,0 0-17 0,4-3 10 16,-4 3-3-16,0 0-2 0,0 0-10 15,0 0 8-15,0 0 0 0,0 0 1 0,0 0-14 16,4 9 11-16,-3-5 5 0,-1 2 2 0,3-1-4 15,-3 0-1-15,1 0-2 0,0 0-9 0,-1 1-16 0,0-3-9 16,3 3-11-16,-2-1-19 0,-1 0-22 0,0-3-28 16,4 2-26-16,-3 1-28 0,-1-5-31 0,3 4-37 15,-3-4-52-15,5 2-48 0,-5-2-56 16,0 0-57-16,11-8-40 0,-7 1-259 0,-1 0-811 16,2-4 359-16</inkml:trace>
  <inkml:trace contextRef="#ctx0" brushRef="#br0" timeOffset="296231.8201">23477 14513 85 0,'-2'-3'323'0,"2"3"15"16,-1-8 1-16,0 4 9 0,1 4-44 15,0-7-29-15,-2 5-30 0,2 2-21 0,-4-5-28 0,4 5-27 16,0-3-53-16,0 3-39 0,0 0-44 0,0 0-51 16,0 0-57-16,0 0-70 0,0 0-57 0,0 0-57 15,0 0-137-15,0 0-428 0,8 14 189 0</inkml:trace>
  <inkml:trace contextRef="#ctx0" brushRef="#br0" timeOffset="296497.3749">23636 14490 234 0,'4'-7'385'0,"-3"1"16"16,3 0 14-16,-4-1 24 0,0 1 1 0,0 0-2 15,0-1-4-15,0 1-10 0,0 0-6 0,0 1-8 16,0-1-16-16,0 3-21 0,0 3-16 0,0-6-29 15,0 2-24-15,0 4-35 0,-1-4-37 0,1 4-14 16,0 0-25-16,0 0-24 0,0 0-17 0,0 0-13 16,0 0-7-16,-4 14-7 0,0-5-14 0,4 3-11 15,-1-1-8-15,0 1-27 0,-3 5-65 0,1 0 0 16,2-1 0-16,-2 2 0 0,2 6 0 0,0-7 0 16,-2 1 0-16,3-1 0 0,-1-1 0 0,2-2 0 15,-1 3 0-15,0-5 0 0,0-1 0 0,3-1 0 16,-3 3 0-16,1-6 0 0,-1 2 0 0,1-2-27 15,2 1-186-15,-2-1-37 0,2-2-53 0,-2-1-46 16,2-1-56-16,-1-1-58 0,-2-2-62 0,9 0-418 16,-9 0-1021-16,0 0 451 0</inkml:trace>
  <inkml:trace contextRef="#ctx0" brushRef="#br0" timeOffset="297341.2171">23641 14658 31 0,'-5'-3'232'0,"0"0"21"0,0-1 19 0,1 4 7 0,-1-3 5 15,-3 2-1-15,8 1-8 0,-9-3-11 0,4-1-5 16,1 1-10-16,4 3-8 0,-5-3-3 0,5 3-8 16,-7-1-4-16,7 1-10 0,-2-3-12 0,2 3-4 15,0 0-12-15,0 0-9 0,0 0-8 0,0 0-9 16,-8-1-10-16,8 1-16 0,0 0-13 0,0 0-14 16,0 0-9-16,12-3-11 0,-12 3-8 0,10-2-10 15,-2 2-12-15,1-2 0 0,1-1-5 0,-1 0-7 16,4 1-1-16,-3-2-8 0,6 3-3 0,-5-3-2 15,3 2-10-15,-2-1 5 0,0 2-5 0,0-1-3 16,-3 1 2-16,1-2 10 0,-2 1 5 0,-1 1-1 16,-2 1 11-16,1-1 10 0,-6 1-1 0,6-2 3 15,-6 2-3-15,9-1 3 0,-9 1-10 0,6-1 6 16,-6 1-1-16,0 0-10 0,4-1-4 0,-4 1-8 16,0 0 0-16,0 0-5 0,0 0-2 0,0 0-2 15,0 0-6-15,0 0-6 0,0 0 0 0,7 2-3 16,-7-2 2-16,2 7-8 0,-2-2 4 0,0 1 0 15,0 0 2-15,1 0 3 0,2 0-10 0,-2 1 6 16,-1-1-5-16,4 3-7 0,-3-3-12 0,3-1-8 0,1 3 5 16,-3-2-9-16,0-1 2 0,2 0 2 15,-3-2-1-15,-1 1 3 0,4-1 2 0,-4-3 4 16,1 4 3-16,3-3 1 0,-4-1 0 0,7 2 2 16,-7-2 5-16,0 0 2 0,12-7 1 0,-8 2 1 0,0 0 0 15,3-1 1-15,-2-1 0 0,1-2 3 16,-2 0 13-16,-2 3 6 0,2-4 2 0,1 0 2 15,-2 2 5-15,-1 1-1 0,1-1 9 0,-2 3 6 16,3-2 9-16,-1 3 9 0,-2-3 3 0,0 4 1 16,0-1 5-16,-1 4-8 0,2-3-2 0,-2 3-12 0,1-5-7 15,-1 5-8-15,0 0-6 0,0 0-3 16,0 0 1-16,0 0 7 0,-4 18 8 0,3-6-3 16,-3 4 13-16,3-5 10 0,-3 7 5 0,-1 0-15 15,2 0 8-15,1 0-39 0,-3 2-20 0,1-1 0 0,0 0 0 16,0 2 0-16,-1-1 0 0,3-2 0 0,-2 0 0 15,0 1 0-15,1-1 0 0,-1-1 0 0,2 1 0 16,-2 0 0-16,1 0 0 0,0 0 0 16,3-3 0-16,-4 3 0 0,1-3 0 0,3 1 0 0,-1-3 0 15,1 0 0-15,-3-1 0 0,6-1 0 0,-6-2 0 16,3 3 0-16,0-6 0 0,0-1 0 0,0 2 0 16,-1-3 0-16,1 0 0 0,0 0 0 0,0-4 0 15,0 4 0-15,-1 1 0 0,1-5 0 16,0 0 0-16,-3 4 0 0,3-4 0 0,0 0 0 0,0 0 0 15,0 0 0-15,-14-9 0 0,9 5 0 0,0 0 0 16,-3-4 0-16,3 1 0 0,-4 0 0 0,2-2 0 16,0 1 0-16,1 1 0 0,-1-3 0 0,0 1 0 15,4 0 0-15,-1 0 0 0,1 4 0 0,1-3 0 16,1 1 0-16,1-1 0 0,1 1 0 0,3 1 0 16,3-2 0-16,1 0 0 0,5 1 0 0,-2 1 0 15,10-1 0-15,-2 4 0 0,2 1 0 0,-1 0-29 16,2-1-301-16,-2 2-100 0,0 1-119 0,0 0-124 15,-3-1-357-15,-5-1-1117 0,1-1 494 0</inkml:trace>
  <inkml:trace contextRef="#ctx0" brushRef="#br0" timeOffset="299498.7405">24601 14590 62 0,'0'0'321'0,"-3"-2"2"0,3 2-2 0,0 0-7 15,-2-4-1-15,2 4-2 0,-1-4 1 0,1 4-2 16,-2-5-8-16,2 5-9 0,-2-3-7 0,2 3-18 16,-3-4-14-16,3 4-8 0,-2-4-12 0,2-1-11 15,-3 1-31-15,3 4-8 0,-1-2-5 0,1 2-10 16,0-7-15-16,1 4-10 0,4-1-14 0,0 1-17 16,2 1-9-16,2-4-10 0,0 4-4 0,3 1-10 15,-1-3-11-15,0 2-6 0,1 1-7 0,-1 1-3 16,-1 0-9-16,-1 2-9 0,-1 1-3 0,1 2-3 15,0 1-5-15,-3-3 0 0,-2 4-4 0,1 3-1 16,-3-4 3-16,0 7-6 0,-2 0-1 0,-1 2 0 16,-3-3-2-16,-4 2-1 0,-2 0-1 0,-3-3-4 15,-2 3 6-15,-5-2-2 0,-3 0 0 0,-2 2-2 16,9-10 0-16,-2 1 1 0,2 2 16 0,2-4 31 16,2-1 31-16,1-2 15 0,1-2 6 0,6 1 1 15,-1-2-9-15,1-4-5 0,-1 2-14 0,5-7-14 0,0 3-4 16,4-4-18-16,0-5-47 0,4 2-30 0,2-2-51 15,0 3-46-15,2 0-53 0,1 0-57 0,8-3-82 16,-7 8-73-16,3 1-75 0,-1-1-75 0,0 1-380 16,0 2-999-16,1 2 443 0</inkml:trace>
  <inkml:trace contextRef="#ctx0" brushRef="#br0" timeOffset="299904.7539">24887 14386 187 0,'3'-10'466'0,"-2"2"26"0,-2-5 29 16,1 2 13-16,-3 1-8 0,2 1-4 0,1-1-8 15,0 3-7-15,-2-3-7 0,0 3-16 0,2 2-19 16,0-3-14-16,-2 3-23 0,0 1-25 0,2 0-28 16,0 4-33-16,0-6-32 0,0 6-146 0,-1-4-164 15,1 4 0-15,0 0 0 0,0 0 0 0,0 0 0 16,0 0 0-16,0 0 0 0,3 18 0 0,-1-4 0 15,0 4 0-15,1 1 0 0,5 7 0 0,-2 3 0 16,3 3 0-16,-4 3 0 0,7 12 0 0,-2-1 0 16,-1 2 0-16,-2-12 0 0,-1-1 0 0,0 12 0 15,-6 3 0-15,5-1 0 0,-6-14 0 0,-3 14 0 16,3-13 0-16,-3-1 0 0,2 0 0 0,-1-3 0 16,1 1 0-16,-1-3 0 0,-1-3 0 0,4 1 0 15,-4-9 0-15,3-1 0 0,0 2 0 0,-2-5 0 0,3-4 0 16,0-1 0-16,-1-3 0 0,1 1 0 15,0-3 0-15,0 0 0 0,-3-1 0 0,6 0 0 16,-6-1 0-16,3-3 0 0,3 4 0 0,-3-4 0 16,0 0 0-16,0 0 0 0,0 0 0 0,6-9-426 0,-3-1-246 15,-6 3-511-15,3-6-1280 0,3-4 566 0</inkml:trace>
  <inkml:trace contextRef="#ctx0" brushRef="#br0" timeOffset="300107.7851">24896 14918 194 0,'-1'-7'405'0,"-3"0"44"0,3-3 50 16,-3 6 45-16,0 0 18 0,4-3 6 0,-4 1-11 15,3 3-14-15,-2-3-24 0,2 3-32 0,1-1-41 0,-2 1-42 16,2-5-41-16,2 5-37 0,-1-4-33 0,7-1-32 16,3-4-31-16,6 4-47 0,0-3-48 0,14 0-61 15,-1-4-51-15,2 5-75 0,4-3-61 0,1 4-72 16,-5-3-67-16,1 1-76 0,1 4-73 0,-13 3-88 15,0 1-98-15,0-2-356 0,-3 1-1023 0,-6 0 453 16</inkml:trace>
  <inkml:trace contextRef="#ctx0" brushRef="#br0" timeOffset="302452.9256">25930 14415 312 0,'0'0'331'0,"5"-6"-6"0,-5 4 7 15,0 2-4-15,4-5 7 0,-4 1 2 16,0 4-1-16,3-7 1 0,-3 7-7 0,0-5-5 15,0 5-8-15,-1-7-8 0,1 7 3 0,-2-6-6 16,0 3-16-16,0 1 6 0,2 2 3 0,-5-5-2 16,5 5-7-16,-1-4-12 0,1 4-12 0,-3-4-19 15,3 4-25-15,0 0-25 0,0 0-21 0,0 0-17 16,0 0-15-16,0 0-12 0,0 0-106 0,-2 11-26 16,2-6 0-16,-2 3 0 0,1 2 0 0,1 3 0 0,-2 3 0 15,2-1 0-15,0 2 0 0,0-1 0 0,0 4 0 16,0-5 0-16,-2 4 0 0,0 0 0 0,1 0 0 15,1-1 0-15,-2 1 0 0,2-1 0 16,0-1 0-16,-1 0 0 0,0-5 0 0,0-2 0 0,1 2 0 16,0-4 0-16,0-1 0 0,0 1 0 0,0-4 0 15,1 3 0-15,-2-3 0 0,1 0 0 0,0-4 0 16,1 4 0-16,-1 0 0 0,0-4 0 0,1 3 0 16,-1-3 0-16,0 0-102 0,0 0-303 0,0 0-62 15,0 0-55-15,3-18-71 0,-5 11-424 0,1-2-1102 16,-1-5 487-16</inkml:trace>
  <inkml:trace contextRef="#ctx0" brushRef="#br0" timeOffset="302859.2641">25694 14298 261 0,'-9'-5'301'0,"0"0"10"15,-3-1 4-15,5-1 7 0,-1 1 23 0,3 0 19 16,-4-2 8-16,7-1-16 0,-2-1-9 0,2-2-14 16,4 1-20-16,0-2-13 0,5-4-26 0,4 3-5 0,3 0-23 15,8-4-8-15,5 3-11 0,3 1-14 16,2-1 18-16,4 4-7 0,4-3-5 0,-1 5-7 16,11 1-9-16,-13 5-14 0,0 2-13 0,0-1-17 15,-6 4-16-15,0-1-12 0,-1 3-17 0,-7 2-12 0,-5 4-17 16,0 2 1-16,-4 0-17 0,-4 1 0 0,-1 5-9 15,-5 3-48-15,-1-2-12 0,-6 6 0 16,-6 5 0-16,-6-6 0 0,-4 6 0 0,-4-4 0 16,-11 9 0-16,6-9 0 0,0 1 0 0,-10 1 0 0,6-6 0 15,1-3 0-15,3-1 0 0,1-5 0 0,7-5 0 16,2 0 0-16,3 1 0 0,4-2 0 16,4-5 0-16,-1 3 0 0,2-2 0 0,1 0 0 0,1-1 0 15,4-2 0-15,0 0-122 0,-7-6-136 0,7 6-52 16,0 0-53-16,0 0-42 0,16-9-40 0,-6 9-38 15,4-2-34-15,-1 2-365 0,1 0-955 0,3 0 423 16</inkml:trace>
  <inkml:trace contextRef="#ctx0" brushRef="#br0" timeOffset="303249.7964">26112 14654 309 0,'0'0'369'16,"0"0"10"-16,0 0-3 0,-2-7-7 0,2 7-7 16,0-5-15-16,0 2-12 0,0 3-3 0,0-7-18 15,0 7-19-15,2-5-19 0,-2 5-17 0,4-4-30 16,-2 1-25-16,2 1-22 0,-1-1-13 0,-3 3-23 16,0 0-12-16,17 3-18 0,-12-2-9 0,4 0-12 15,2 3-9-15,-4-1-8 0,2 1-8 0,-5 1-5 16,4 0-9-16,-2 2-5 0,-1 2-6 0,-1-1-1 15,0 0-5-15,-3 2-10 0,-1 0 5 0,0-1-4 16,0 0-10-16,-4-1-18 0,3-2-6 0,-3 1-14 16,0 1-9-16,3-1-2 0,-3-2 8 0,-2-1-2 15,2-1 2-15,2 0 8 0,2-3 2 0,-6 1 2 16,6-1 8-16,0 0 17 0,-5-8 16 0,5 1 3 16,0-3 0-16,2 3-5 0,1-5 0 0,1-3-6 15,5 0-1-15,1 1-5 0,-6 3-1 0,5-5-2 0,-1 7-4 16,3-4 3-16,-2 5-16 0,-1-6-23 15,2 7-21-15,-2 0-34 0,1 3-34 0,0-2-43 16,0 1-17-16,-2 3-57 0,1 2-28 0,1 0-30 16,-3 2-32-16,3 1-28 0,0 1-30 0,-1 1-296 15,-2 1-732-15,-3-1 324 0</inkml:trace>
  <inkml:trace contextRef="#ctx0" brushRef="#br0" timeOffset="303640.8624">26444 14655 244 0,'0'-4'338'15,"0"4"-8"-15,1-4-1 0,-1 0-7 0,0 4-7 16,5-6-17-16,-2 3-14 0,-2 1-11 0,3-1-25 0,-3-1-17 16,-1 4-10-16,7-4-28 0,-6 2-18 0,-1 2-13 15,9-3-14-15,-3 3-16 0,-6 0-13 0,11 0-8 16,-6 0-5-16,3 3-10 0,-1-3-9 0,-2 2-9 15,2 1 9-15,-2 0-14 0,1 2-11 0,-1 0-3 16,0 0-4-16,-2 1-4 0,-1 0-6 0,1 1-1 16,-4-2-7-16,-1 4-2 0,0 2 0 0,-2-4-6 15,-3 4-1-15,0-4-1 0,-2 1-2 0,-3-2 0 16,0 1-3-16,0-1 0 0,-1-1-11 0,2 0 13 16,-1-5-6-16,-2 2 10 0,8-2 22 0,-2-2 24 15,-1 2 8-15,4-3-11 0,0-2 0 0,1-1-8 16,2-5-4-16,-1 1-11 0,3 2-4 0,3-8-7 15,1 5-19-15,2-1-20 0,1 4-22 0,1-2-34 16,1 1-42-16,4-3-35 0,-3 1-55 0,4 2-52 16,-1 3-44-16,0 1-45 0,-1 2-45 0,5 0-35 15,-3 1-280-15,-1 0-748 0,-1 2 330 0</inkml:trace>
  <inkml:trace contextRef="#ctx0" brushRef="#br0" timeOffset="304015.7806">26705 14615 63 0,'1'-3'318'15,"3"-1"-4"-15,-2-2-16 0,2 1-19 0,1 1-13 16,-1-1-16-16,0 0-14 0,1 2-10 0,0-2-7 16,0 2-8-16,3 1-4 0,0 1-3 0,-1-2-1 0,2 2-20 15,-1 0-4-15,3 1-8 0,0-1-17 0,1 2-7 16,-3 1-15-16,3 2-11 0,-2-2-9 15,-1 2-13-15,0 2-10 0,-4-1-7 0,0 1-8 16,0 2-6-16,-2-2-7 0,1 1-4 0,-3 2-4 0,0-1-6 16,-3 0-3-16,-2 0-3 0,-3 0 0 0,-3 1-9 15,1-4 0-15,-5 5-11 0,-4-3 6 16,-1 1-5-16,3-1 0 0,-2-3-4 0,1-1 11 16,-3-3-10-16,9 3 11 0,0-2 18 0,1-1 26 0,2-1 16 15,0-2 5-15,1 0-1 0,0-2-5 0,2-1-1 16,4-2-14-16,-3 0-4 0,1-1-6 15,6 0-11-15,-2-3-13 0,3 4-21 0,1-5-30 16,3 2-44-16,2-1-40 0,2-1-61 0,3 2-52 0,-1 0-52 16,1 0-42-16,1 6-53 0,2-7-52 0,-2 5-352 15,-4 1-822-15,1-3 365 0</inkml:trace>
  <inkml:trace contextRef="#ctx0" brushRef="#br0" timeOffset="304344.0026">26895 14307 200 0,'0'-12'460'0,"-1"0"23"0,1 2 34 16,-3 3 15-16,3-4-3 0,-1 3 3 0,0 1-6 15,-2 1-11-15,3-2-12 0,-1 2-18 0,1 4-24 16,-3-3-32-16,3 1-27 0,0 4-34 0,-1-6-38 16,1 6-36-16,0 0-30 0,0 0-33 0,-3-3-101 15,3 3-130-15,0 0 0 0,-1 16 0 0,1-8 0 16,-1 4 0-16,-2 0 0 0,3 1 0 0,-1 3 0 15,1 3 0-15,0-1 0 0,1 1 0 0,-1 0 0 16,0 7 0-16,0 0 0 0,4 1 0 0,-4-7 0 16,1 5 0-16,2-6 0 0,1 6 0 0,-3 1 0 15,-1-7 0-15,0 0 0 0,4 1 0 0,-3-4 0 16,-1-3 0-16,3-1 0 0,-2 0 0 0,2-3 0 16,-3 2 0-16,1-2 0 0,0-4 0 0,-1 0 0 15,0 1-135-15,4-3-286 0,-4-3-51 0,1 3-66 16,-1-3-86-16,0 0-377 0,0 0-1083 0,16-11 480 15</inkml:trace>
  <inkml:trace contextRef="#ctx0" brushRef="#br0" timeOffset="304765.6077">27092 14581 93 0,'0'0'439'15,"5"-5"32"-15,-5 5 15 0,0 0 2 0,1-3-19 16,-1 3-24-16,0 0-33 0,4-2-31 0,-4 2-12 15,0 0-24-15,0 0-34 0,0 0-30 0,0 0-28 16,0 0-20-16,0 0-30 0,0 0-19 0,0 0-17 16,0 0-18-16,0 0-12 0,0 0-22 0,0 0-8 15,0 0-13-15,-1 15-11 0,1-10-5 0,0 1-9 16,1 2-6-16,-1-2-5 0,4-2-4 0,-3 2-7 16,2 0-30-16,-2 0-10 0,-1-2-17 0,3 2-13 0,-1-2-12 15,2 0-3-15,0-1-12 0,-2 1 2 16,2-2 0-16,3-1-5 0,-7-1 4 0,10-1 4 15,-1 0 3-15,0-1 6 0,-1-1 5 0,0-3 5 16,-1 2 6-16,0 2 19 0,-3-4 16 0,3 2 7 16,1-2 10-16,-2 0 13 0,-2 0 11 0,1 3 9 0,1-2 21 15,0 0 10-15,-4 0 14 0,0 2-4 0,1-1 25 16,1 1-6-16,-2-1-3 0,-2 4-8 16,1-4-10-16,3-1-18 0,-4 5-9 0,0 0-6 15,0 0-15-15,0 0-4 0,0 0-2 0,4-2-33 0,-4 2-17 16,0 0 0-16,0 0 0 0,7 7 0 0,-2-1-33 15,-2-1-66-15,3 1-40 0,-3 0-44 16,4-2-42-16,-1 0-34 0,2-1-49 0,-2 1-47 16,3 1-29-16,1-3-36 0,-2 0-41 0,4-3-19 15,-1 1-328-15,-1-3-875 0,1 1 387 0</inkml:trace>
  <inkml:trace contextRef="#ctx0" brushRef="#br0" timeOffset="305046.79">27470 14571 13 0,'1'-5'95'0,"5"-2"49"0,-4 2 34 16,2 1 23-16,-3-2 21 0,-1 2 17 0,0 0 19 15,5-3 13-15,-5 4 14 0,0-3 13 0,0 2 8 0,0 4 2 16,2-6 5-16,-2 6 8 0,-2-5 1 0,2 5-8 16,0-5 1-16,0 5-13 0,0 0-11 0,0 0-16 15,0 0-22-15,-2-3-15 0,2 3-24 16,0 0-21-16,0 0-20 0,0 0-20 0,-17 6-13 0,13-1-10 16,0 0-21-16,-1 0 0 0,0-2-17 0,0 5-9 15,0-1-8-15,1 2-4 0,0 1-18 0,0 0 2 16,1-2-3-16,-1 2-7 0,1-2-24 0,2 2-17 15,1-3-23-15,1 1-17 0,-1 0-23 16,7 0-22-16,-2 1-22 0,4-2-31 0,1 0-37 0,3 1-17 16,2-5-38-16,4 2-38 0,-1-3-36 0,4-2-28 15,-2-2-30-15,0-1-30 0,8-1-23 16,-7-2-29-16,0-2-232 0,4-5-727 0,-11 3 322 16</inkml:trace>
  <inkml:trace contextRef="#ctx0" brushRef="#br0" timeOffset="305343.5975">27822 14352 154 0,'1'-7'358'0,"3"2"9"0,-3-2 29 0,0 1 8 0,-1 2 12 15,1-1 17-15,1 0 4 0,-2 1 12 0,-2 0 4 16,2 4 2-16,0-5-8 0,-1 1-9 0,1 4-11 16,0-6-16-16,0 6-20 0,0-3-26 0,0 3-31 15,0 0-27-15,0 0-35 0,0 0-26 0,0 0-15 16,0 0-231-16,0 0 0 0,0 0 0 0,-9 13 0 15,8-7 0-15,0 3 0 0,0 2 0 0,-1 2 0 16,0-2 0-16,3 7 0 0,-2-2 0 0,-1 1 0 16,1 2 0-16,1-1 0 0,0 7 0 0,-1-6 0 15,0-3 0-15,2 7 0 0,-2-5 0 0,1-2 0 16,0 2 0-16,0-2 0 0,0 0 0 0,-2-6 0 16,2 0 0-16,0-3 0 0,0 0 0 0,2-1 0 15,-4 0 0-15,4-2 0 0,-2 0 0 0,0-4-285 16,5 1-231-16,-5-1-62 0,0 0-37 0,15-9-419 15,-7 2-1118-15,-3-1 495 0</inkml:trace>
  <inkml:trace contextRef="#ctx0" brushRef="#br0" timeOffset="305578.094">27801 14503 78 0,'-4'-1'360'0,"-3"0"38"0,7 1 42 0,-12-1 26 15,8-1 25-15,-1-1 1 0,5 3-13 0,0 0-18 16,-11-1-16-16,11 1-21 0,-3-2-18 0,3 2-16 15,0 0-27-15,0 0-16 0,0 0-16 0,-4-2-33 16,4 2-22-16,0 0-27 0,0 0-25 0,21-3-23 16,-11 2-27-16,3-2-10 0,0 1-13 0,-1 0-68 15,2-1-83-15,4 0 0 0,0-2 0 0,1 1 0 16,-6-1 0-16,6-1 0 0,-1 0-12 0,0 2-176 16,-4 0-50-16,0-1-73 0,-1 3-62 0,0 1-69 15,-4 1-76-15,-2 1-67 0,0 1-336 0,-7-2-998 16,0 0 442-16</inkml:trace>
  <inkml:trace contextRef="#ctx0" brushRef="#br0" timeOffset="306515.2007">20367 15783 129 0,'0'0'223'0,"0"0"7"0,0 0 3 0,0 0 10 15,0 0 6-15,0 0 14 0,-4 4 12 0,4-4 9 16,0 0 8-16,0 0 6 0,0 0 6 0,-4 1 10 16,4-1 4-16,0 0 5 0,0 0 4 0,0 0-7 15,0 0 2-15,0 0-12 0,0 0-6 0,0 0-17 16,0 0-25-16,0 0-20 0,0 0-22 0,0 0-24 16,18-7-24-16,-14 5-11 0,1-1-25 0,4 1-7 15,1-2-17-15,-1 2-8 0,2-1-16 0,-4 2-24 16,3-2-33-16,-2 1-32 0,-1 1-27 0,-1 0-30 15,1 0-33-15,0 1-36 0,-7 0-38 0,8-1-39 16,-8 1-45-16,9 0-46 0,-9 0-28 0,0 0-28 16,8 2-37-16,-8-2-32 0,0 0-25 0,0 4-7 15,0-4-243-15,-1 3-753 0,1-3 334 0</inkml:trace>
  <inkml:trace contextRef="#ctx0" brushRef="#br0" timeOffset="306733.92">20377 15879 190 0,'-6'2'266'0,"2"1"28"0,0 0 32 0,-1-1 24 0,5-2 17 16,0 0 10-16,0 0 5 0,-4 4-6 0,4-4-17 16,0 0-23-16,0 0-31 0,0 0-28 0,0 0-24 15,0 0-30-15,0 0-25 0,22-4-20 0,-17 3-18 16,3 0-16-16,-2 0-32 0,7-1-37 0,-2 1-42 16,1-1-39-16,-1 1-42 0,2 1-37 0,0-1-41 15,0-5-43-15,3 5-45 0,-7-1-42 0,4-3-47 16,1 2-58-16,0-4-309 0,0 2-724 0,-2 0 321 15</inkml:trace>
  <inkml:trace contextRef="#ctx0" brushRef="#br0" timeOffset="306952.5963">20684 15754 369 0,'1'-4'407'15,"-1"4"30"-15,7-3 5 0,-5 2-6 0,-2 1-18 16,5-1-13-16,-5 1-10 0,0 0-6 0,14 0-5 15,-9 1-18-15,1 0-4 0,1 3-10 0,0 1-30 16,0-2-15-16,2 2-29 0,-1 3-22 0,-3-1-21 16,4 1-28-16,-4-1-21 0,-1 3-19 0,-3-1-14 15,-1 3-19-15,2-6-9 0,0 7-11 0,-6-3-12 16,3 0-19-16,-3-1-48 0,-1 2-51 0,-3 0-52 16,3 0-56-16,-6 1-62 0,2-1-63 0,1-3-77 15,-5 3-82-15,3-2-96 0,3-1-75 0,-1-1-322 16,4-3-977-16,3-1 432 0</inkml:trace>
  <inkml:trace contextRef="#ctx0" brushRef="#br0" timeOffset="307452.4789">22109 15802 61 0,'4'-1'395'0,"-3"-2"1"15,-1 3 13-15,9-5-1 0,-6 1 3 0,-2 2-1 16,4-1 5-16,-5 3-2 0,0 0-3 0,-3-5-7 15,6 2-19-15,-3 3-9 0,0 0-40 0,4-3-11 16,-4 3-37-16,0 0-32 0,0-4-26 0,0 4-25 16,0 0-20-16,0 0-7 0,0 0-24 0,0 0-13 15,1 14-22-15,0-9-9 0,1 2-10 0,-2-1-18 16,1 3 11-16,-2-1-18 0,-1 2-12 0,5-2-3 16,-4 3-8-16,-1-2-5 0,1 2 0 0,1-6-12 15,0 0-16-15,0 1-9 0,-1-2-22 0,-2-1-3 16,6 2-8-16,-3-5-11 0,1 5 6 0,-1-5-2 15,0 4-2-15,0-4 2 0,8-2 1 0,-8 2-3 16,10-8 4-16,0 2 0 0,-1 0 1 0,0-1 14 16,1 0-3-16,-1 2 4 0,0-2-2 0,-1 2 2 15,-2 1 4-15,-1 1 0 0,0-2 6 0,-1 2 0 16,2 0 6-16,-3 0-13 0,2 2 14 0,-5 1-10 16,5-1-2-16,-5 1 8 0,9 2 3 0,-5-1-18 15,0 2-32-15,4 1-42 0,-6 2-53 0,3-3-72 16,-1 0-87-16,0 2-91 0,0 1-106 0,-3-3-487 15,3 1-1067-15,0-3 473 0</inkml:trace>
  <inkml:trace contextRef="#ctx0" brushRef="#br0" timeOffset="308171.8718">24464 15765 93 0,'9'-2'406'0,"-5"1"-7"16,1-2-12-16,0 0-20 0,3-1-9 16,-3 2-17-16,0-2-9 0,0 2-9 0,-1 1-15 0,-4 1-14 15,7-3-17-15,-7 3-18 0,2-3-18 0,-2 3-18 16,0 0-22-16,0 0-14 0,5-1-16 15,-5 1-18-15,0 0-16 0,0 0 2 0,0 0-3 16,0 0-18-16,5 7-8 0,-3-4-3 0,-1 1-10 16,-1 0-5-16,1-1-11 0,-1 1-7 0,0 0-5 0,4 3-7 15,-4-3-10-15,1 0-8 0,2 0 2 0,-2 1-6 16,0 0-4-16,-1-1-11 0,2 0-23 16,-1 0-12-16,-1-4-16 0,3 6-10 0,0-3-11 15,-1-2-3-15,-2-1 3 0,2 4 4 0,-2-4 5 0,0 0 4 16,8 0 2-16,-8 0 9 0,8-4 0 0,-3 3 3 15,0-2 2-15,0 0 5 0,1-2 7 0,-1 0 7 16,0 1 12-16,4 0 11 0,-1 1 5 0,2-2-2 16,-3 2 0-16,-1 0-8 0,5 0 9 15,-3 1-5-15,0-1-3 0,3 2 0 0,-3 1-5 0,2 0-6 16,-1 0-38-16,5 1-49 0,-2 3-67 0,2-4-83 16,-4 3-100-16,3 1-136 0,-6-2-420 0,4-1-958 15,-3 0 423-15</inkml:trace>
  <inkml:trace contextRef="#ctx0" brushRef="#br0" timeOffset="308735.2465">25935 15281 14 0,'0'-5'512'0,"0"0"-2"0,0 5 16 0,0-6-11 15,0 6-17-15,0-5-27 0,0 5-21 0,0-6-30 16,0 6-23-16,0 0-19 0,0-3-28 0,0 3-21 0,0 0-36 16,0 0-24-16,0 0-11 0,0 0 7 0,0 0-7 15,-6 10-5-15,5-3-8 0,-1 2-3 16,0 7-17-16,0-3-11 0,2 5-7 0,-1 0-115 15,1-1-92-15,-1 2 0 0,1 7 0 0,-1-7 0 0,-1-1 0 16,2 9 0-16,0-2 0 0,0-6 0 0,0 2 0 16,-2 0 0-16,4-3 0 0,-2 1 0 0,-2 2 0 15,1-3 0-15,-1 0 0 0,1 0 0 0,0-1 0 16,-3 0 0-16,1-4 0 0,2-3 0 0,0-1 0 16,0-2 0-16,-1-1 0 0,2 0 0 0,0-1 0 15,0 0 0-15,-2-2 0 0,0 1 0 0,2-4 0 16,0 5 0-16,0-5 0 0,0 0 0 0,4 3 0 15,-4-3 0-15,0 0 0 0,13-10-470 0,-5 6-88 16,-1-4-59-16,-3 0-474 0,1-2-1183 0,1 1 524 16</inkml:trace>
  <inkml:trace contextRef="#ctx0" brushRef="#br0" timeOffset="308969.5767">25933 15392 307 0,'-2'-9'424'0,"4"1"35"0,-2 1 29 16,0 1 16-16,0 0-1 0,2 0-13 0,0 0-16 16,0 1-22-16,3-2-20 0,2-1-37 0,0 2-27 15,2-1-26-15,0-2-33 0,4 2-29 0,0 1-25 16,1 1-22-16,1-2-27 0,-1 3-18 0,3-1-23 16,-1 0-14-16,-3 2-28 0,1 1-50 0,3-1-56 15,-3 2-47-15,-3-2-46 0,-2 2-54 0,4 2-59 16,-6-1-56-16,0 0-48 0,2 0-43 0,-4 1-41 15,-1 2-43-15,0 0-61 0,-3 0-363 0,-1-3-914 16,0 0 404-16</inkml:trace>
  <inkml:trace contextRef="#ctx0" brushRef="#br0" timeOffset="309188.4881">26034 15445 297 0,'-3'4'395'16,"2"-2"42"-16,1-2 38 0,-3 4 21 0,3-4 1 15,-5 2-6-15,5-2-4 0,0 0-11 0,0 0-19 16,0 0-57-16,0 0-35 0,0 0-41 0,0 0-31 16,23-5-31-16,-16 3-21 0,-1-2-32 0,4 1-16 15,2-1-14-15,-2 2-57 0,4-3-53 0,-4 2-61 16,2 0-68-16,-1 2-61 0,7-2-66 0,-4 1-64 16,-2 0-65-16,2-1-52 0,-3 3-62 0,2-2-48 15,1 4-349-15,-4-2-897 0,1 3 397 0</inkml:trace>
  <inkml:trace contextRef="#ctx0" brushRef="#br0" timeOffset="309735.0205">26247 15633 16 0,'0'0'423'16,"0"0"19"-16,0 0 2 0,0 0-2 0,0 4-14 15,0-4-21-15,0 0-15 0,0 0-16 0,0 0-15 16,0 0-19-16,0 0-29 0,0 0-8 0,0 0-29 16,0 0-9-16,0 0-23 0,0 0-18 0,0 0-12 15,0 0-24-15,0 0-8 0,0 0-20 0,0 0-13 16,0 0-16-16,0 0-16 0,0 0-8 0,0 0-10 16,0 0-12-16,0 0-14 0,0 0-2 0,0 0 0 15,0 0-23-15,0 0-1 0,0 0-5 0,0 0-5 16,21-5-4-16,-14 4 1 0,5-1-13 0,-1-1 7 15,8-1-4-15,-2-2 7 0,1 1-10 0,-1-1 3 16,2-3-6-16,-4 1 2 0,3-1-4 0,-4 2-6 16,0-1 5-16,-5 1 9 0,-1 0-12 0,-1 0-1 15,0 1 2-15,-3 0 0 0,-2 1 7 0,5-1-5 16,-5 1 0-16,1 2-3 0,-3 0-2 0,0 3 3 16,0-7 6-16,-4 3-8 0,4 4-2 0,-8-3 3 15,4 2-1-15,4 1 3 0,-14 0-9 0,5 1-2 16,0 2 6-16,0 0-4 0,-1 3 4 0,0-2-4 15,-4 1 7-15,2 3-8 0,1-1 1 0,-4 1-3 16,4 2 16-16,2-2-19 0,1 1 0 0,-2 0 0 16,4-1 2-16,-2 2-6 0,2-2 10 0,2 0-10 15,-1-3 2-15,3 1-2 0,2 1-1 0,0-2-7 16,1 1-10-16,0-1-11 0,3 2 8 0,4-1-13 16,3 0-3-16,1-2-13 0,2-1-4 0,2 1-17 15,7-1-10-15,9-2-13 0,-4-1-26 0,-1-4-29 16,1-3-30-16,-2 3-36 0,2 1-37 0,-6-4-44 15,-1 0-37-15,-4 5-43 0,2-7-49 0,-5 2-44 16,0 2-310-16,2-2-850 0,-5 3 376 0</inkml:trace>
  <inkml:trace contextRef="#ctx0" brushRef="#br0" timeOffset="310220.7486">26693 15627 27 0,'0'0'358'0,"9"-5"-6"0,-9 5-19 15,0 0-15-15,0 0-23 0,0 0-3 0,-5-8 0 16,5 8-3-16,0 0-4 0,-4-5-17 0,4 5-11 16,0 0-11-16,0-3-7 0,0 3-14 0,0 0-10 15,0 0-10-15,0 0-13 0,0 0-12 0,0 0-7 16,0 0-10-16,0 0-13 0,0 0-17 0,0 0-11 15,7-2-16-15,-7 2-6 0,5-2-13 0,-5 2-6 16,7-2-8-16,0-1-6 0,-1 0-11 0,0 2-3 16,1-3-2-16,3-1-5 0,-1 0 4 0,-1-1-3 15,1 2 1-15,0-4 6 0,-3 4 2 0,0-3-2 16,2-1-2-16,-3 3 1 0,1-1 4 0,-2 2-12 16,0-3 2-16,-2 2-7 0,0 1 12 0,-2 0-19 15,0-2-6-15,1 2 2 0,-2 0-7 0,-3 2-1 16,4 2-2-16,-4-5-6 0,-3 3-1 0,0 0-4 15,0 3 1-15,7-1 0 0,-16 6-5 0,6-2-4 0,1 1 14 16,-1 2 1-16,0-1-15 0,1 2 8 16,1 1-5-16,-1-1 4 0,2 2-5 0,0-2 0 15,1 2 3-15,2-2 7 0,1 1-9 0,1-2-5 16,-1 2-12-16,3-1-13 0,3-2-9 0,-1-1-18 16,6 3-15-16,0 0-14 0,2-2-15 0,5 0-5 0,3 1-16 15,3-1-23-15,-1-3-26 0,7-1-21 0,2-2-25 16,-9-1-30-16,6-4-19 0,1 0-30 0,-4 2-36 15,4-7-40-15,0 3-40 0,-7-1-264 0,4-3-729 16,-4 1 323-16</inkml:trace>
  <inkml:trace contextRef="#ctx0" brushRef="#br0" timeOffset="310846.0666">27216 15510 366 0,'0'0'390'0,"4"-1"9"15,-4 1-2-15,0 0-16 0,2-4-22 0,-2 4-16 0,0 0-14 16,4-5-13-16,-4 5-9 0,0 0-12 0,1-3-14 16,-1 3-13-16,0 0-14 0,4-3-15 0,-4 3-20 15,0 0-17-15,0 0-21 0,5-2-17 0,-5 2-19 16,0 0-17-16,7-1-17 0,-7 1-12 16,0 0-7-16,11 2-12 0,-6-1-9 0,-1 2-8 0,0 0-10 15,2 2-7-15,-2 0-5 0,0 0-3 0,-3 0-2 16,-1 2-4-16,2-1-4 0,-2 4 0 0,-2-1-3 15,-3 2-4-15,-5-2 0 0,2 2 1 0,-5-1-2 16,-2-1 0-16,2 1-7 0,-7-2 2 0,3 1 1 16,-1-2-4-16,-2-1-1 0,7-3-1 0,-3 1 2 15,-1-1 0-15,3-1-1 0,1-2 1 0,4 0 1 16,-3-2-4-16,2-1 3 0,3-1-5 0,2 2 7 16,-2-4-7-16,2 0-2 0,5-1-5 0,-2-3-8 15,2-2-18-15,2 1-19 0,1-5-15 0,6 1-29 16,-2 0-23-16,2 1-24 0,0-1-33 0,5 0-26 15,-1 1-32-15,0 1-11 0,0 1-7 0,1-1-2 32,-3 0 5-32,2 2 9 0,-2 2 16 0,-2 0 20 0,2 1 19 0,-4-3 20 0,0 2 25 15,-1-1 22-15,-2 2 23 0,-1 2 23 0,-3-2 25 0,-2 3 18 16,0-4 21-16,-1 1 28 0,-2-1 15 0,-1 0 21 16,-2 1 22-16,4-1 27 0,-4 0 13 0,1 1 28 15,2 0 27-15,-4 0 14 0,1 0 16 0,2 0 15 16,-1 1 10-16,-3 2 21 0,6 0 5 15,-1 0-6-15,0-1-7 0,1 5-3 0,0-2-21 0,3 1-15 16,1 2-21-16,-8-2-24 0,8 2-17 0,0 0-11 16,0 0 15-16,-5 11-1 0,5-3-4 0,0 4-6 15,0 3-139-15,0 3-1 0,0 1 0 0,3 7 0 16,-2 2 0-16,0-2 0 0,3 0 0 0,0 3 0 16,-3-2 0-16,-1-2 0 0,4 1 0 0,-4-8 0 15,4-1 0-15,-7 1 0 0,6-2 0 0,-2-3-263 16,-1-2-184-16,0 1-76 0,0-3-96 0,0-2-438 15,0-2-1145-15,3 0 508 0</inkml:trace>
  <inkml:trace contextRef="#ctx0" brushRef="#br0" timeOffset="312987.8029">19282 16695 176 0,'0'0'375'15,"1"-4"3"-15,-1 4 16 0,0-4 14 0,0 4 11 16,0 0 4-16,0-4 5 0,0 4 7 0,-1-5-2 16,1 5 2-16,0 0 2 0,0-6 2 0,0 6-13 15,1-4-12-15,-1 4-17 0,0 0-17 0,0-5-21 16,0 5-17-16,0 0-20 0,0 0-25 0,0 0-223 16,3-3-74-16,-3 3 0 0,0 0 0 0,0 0 0 15,0 0 0-15,0 0 0 0,0 0 0 0,5 9 0 16,-5-1 0-16,4-1 0 0,-2 4 0 0,-2 4 0 15,3 2 0-15,-2 1 0 0,2 2 0 0,-1 3 0 16,2 5 0-16,1-2 0 0,-3-1 0 0,0 1 0 16,2 0 0-16,1-2 0 0,-4-5 0 0,0 0 0 15,2 1 0-15,-3-2 0 0,0 0 0 0,3-3 0 16,-3 2 0-16,0-1 0 0,0-8 0 0,1 3 0 16,-5-3 0-16,4 0 0 0,3 1 0 0,-6-2 0 15,6-2 0-15,-3 0 0 0,1-2 0 0,-1-3 0 16,-4 5 0-16,4-5 0 0,-1 2 0 0,1-2 0 0,0 0 0 15,0 0 0-15,0 0 0 0,-9-13 0 16,13 3 0-16,-4 0 0 0,-4-7-383 0,4 2-919 16,0-3-1410-16,0-3 624 0</inkml:trace>
  <inkml:trace contextRef="#ctx0" brushRef="#br0" timeOffset="313395.3448">19214 16680 256 0,'0'-5'398'0,"-2"-1"5"0,2 0-11 0,-3 2-20 15,3-3-14-15,-1 3-13 0,1-1-12 0,-1 0-6 16,1 5-12-16,0-6-18 0,0 3-29 0,1-2-22 16,3 1-21-16,2 3-13 0,-1 0-3 0,7-2-4 15,-1 3-9-15,8 0 4 0,-1 3 0 0,3-1-8 16,7 3 11-16,-8 1-7 0,10 0-17 0,-2 4-5 15,-8-2-8-15,7 5 0 0,-3 0-2 0,-3 3-17 16,-1 1-10-16,-3 2-16 0,3 2-8 0,-3 0-1 16,-7-4-19-16,0 7-8 0,-2 1-8 0,-2-1-9 15,-4 1-27-15,-1-1-41 0,-4-5 0 0,-2-1 0 16,-5 6 0-16,-3 3 0 0,1-5 0 0,-4 2 0 16,-5-3 0-16,-5 0 0 0,5-2 0 0,1-3 0 15,3-4 0-15,2-1 0 0,4-4 0 0,-1 0 0 16,3-2 0-16,0 1 0 0,0-2 0 0,4-1 0 15,1 0 0-15,0 0 0 0,1-2 0 0,-1 2 0 16,4-3 0-16,-5 0 0 0,5 0 0 0,0 0 0 16,-8 2 0-16,8-2 0 0,0 0 0 0,0 0 0 15,0 0 0-15,-5-5 0 0,5 5 0 0,1-8-21 16,4 3-448-16,2 1-81 0,0-2-89 0,1-2-447 16,4 1-1176-16,5 1 521 0</inkml:trace>
  <inkml:trace contextRef="#ctx0" brushRef="#br0" timeOffset="313911.8071">19828 16955 73 0,'2'-6'463'0,"-2"-1"11"0,3 0-2 0,-1-2-14 15,-2 5-18-15,2-1-12 0,-2-4-12 0,1 3-14 16,-1 0-18-16,0 0-24 0,0 3-29 0,0-2-34 16,1 1-15-16,-1 4-27 0,-1-5-24 0,1 5-20 15,-1-3-25-15,1 3-16 0,0 0-12 0,-13 5-26 16,4 1-7-16,0 3-15 0,1-2-10 0,-1 4-9 16,-2 1-14-16,-2 3-6 0,3-2-7 0,-3 1-7 15,4-1-4-15,0 2-4 0,3-4-5 0,-1-1-7 16,2-4-6-16,5-1 2 0,-5 2 1 0,1 0-9 15,4-2-3-15,-1 0-6 0,2 0 6 0,1 2-3 16,0-4 0-16,3 2-7 0,0-2 5 0,3 1-7 16,1-1 1-16,1 2-1 0,1 0 1 0,0-1-2 15,-1-1 1-15,-1 1-6 0,1 0 2 0,-3 0-5 16,-1-1 7-16,1-1-9 0,-1 4 5 0,2-3-2 16,-3 2 3-16,-1-4-2 0,-1 5-2 0,0-2 3 15,-2-1-4-15,1 2 6 0,-1 0-4 0,-2-1 7 16,-1 2-2-16,1-1 2 0,-3 1 1 0,-2-2 2 15,-2 3-6-15,-2-1 6 0,0-2 3 0,-2 1-4 16,-5 1-8-16,5-1-4 0,-5-2 2 0,-2 3 12 16,7-3-12-16,2-1 3 0,-4 0-5 0,3 0-15 15,2-2-19-15,1 1-32 0,8-1-40 0,-11-1-45 16,5 0-66-16,4-2-48 0,0 0-94 0,2 3-61 16,0 0-74-16,11-12-63 0,-5 7-322 0,8-4-951 15,3 1 421-15</inkml:trace>
  <inkml:trace contextRef="#ctx0" brushRef="#br0" timeOffset="314444.1067">19993 17090 150 0,'1'-4'257'16,"0"-1"-6"-16,-1 5-3 0,0-5-5 0,2 2 0 15,-2 3-1-15,1-4 7 0,-1 4 2 0,1-6 8 16,-1 6 0-16,3-5 3 0,-1 2 8 0,-2 3 3 16,1-6 1-16,1 3 1 0,-2 3 1 0,2-5 3 15,-2 5-2-15,0 0-5 0,1-4 3 0,-1 4 2 16,0 0-20-16,4-2 21 0,-4 2-15 0,0 0 5 16,0 0-11-16,2-5-7 0,-2 5-9 0,0 0-9 15,-2-6-22-15,2 6-11 0,0 0-125 0,0 0-74 16,0 0 0-16,0 0 0 0,0 0 0 0,0 0 0 15,0 0 0-15,0 0 0 0,0 0 0 0,-4 16 0 16,4-8 0-16,2 2 0 0,-1 1 0 0,-1 1 0 16,1-1 0-16,-1 2 0 0,0 4 0 0,0-1 0 0,0 0 0 15,0 0 0-15,2 0 0 0,-4-3 0 16,4 0 0-16,-4-2 0 0,2 2 0 0,0-4 0 16,0 1 0-16,2-3 0 0,-1 1 0 0,1-3 0 15,2-1 0-15,0 2 0 0,-1-1 0 0,4-2 0 16,1-3 0-16,0 4 0 0,4-4 0 0,-3-1 0 15,2-2 0-15,1 0 0 0,-3-2 0 0,0-3 0 16,-1 1 0-16,2-2 0 0,-5 0 0 0,3-1 0 16,-3 1 0-16,-1-1 0 0,1 2 0 0,-4 1 0 15,2 0 0-15,-3-1 0 0,0 2 0 0,0 0 0 16,-4 0 0-16,0 1 0 0,-1 2 0 0,5 3 0 16,-10-3 0-16,10 3 0 0,-12 0 0 0,12 0 0 15,-18 3 0-15,8 3 0 0,-2 0 0 0,2-2-270 16,-1 1-219-16,1-2-76 0,-2 3-110 0,-2-4-357 15,3 0-1118-15,-1-1 494 0</inkml:trace>
  <inkml:trace contextRef="#ctx0" brushRef="#br0" timeOffset="315037.6951">19318 16434 292 0,'0'0'375'0,"0"0"1"0,-1-5 8 16,1 5 1-16,0 0-1 0,-4-4-15 0,4 4-15 15,0 0-14-15,-7-2-26 0,7 2-13 0,-2-1-8 0,2 1-8 16,-4-3-10-16,4 3-19 0,0 0-5 0,0 0-15 15,-9-4-7-15,9 4 2 0,0 0-5 16,0 0-1-16,-5-3-14 0,5 3 2 0,0 0-11 16,0 0-3-16,0 0-17 0,0 0-4 0,0 0-24 15,18-2-16-15,-5 1-11 0,10-1-13 0,5 0-22 16,5-1-92-16,19 2 0 0,-2 0 0 0,4 0 0 16,2-3 0-16,-2 1 0 0,7-1 0 0,-5 0 0 15,3 0 0-15,-7 0 0 0,1 0 0 0,-17 0 0 16,-3 2 0-16,-4-2 0 0,-8 3 0 0,-3-2 0 15,-2 1 0-15,-6 2 0 0,2-1 0 0,-6 0 0 16,3 1 0-16,-9 0 0 0,9-2 0 0,-9 2 0 16,8-1 0-16,-8 1 0 0,0 0 0 0,0 0 0 15,6-1 0-15,-6 1 0 0,0 0 0 0,0 0-300 16,0 0-116-16,0 0-83 0,0 0-93 0,-27 7-472 16,22-6-1153-16,5-1 509 0</inkml:trace>
  <inkml:trace contextRef="#ctx0" brushRef="#br0" timeOffset="315568.9077">20448 16896 208 0,'0'0'383'0,"-4"-2"2"16,4 2 9-16,0 0-2 0,0 0 12 0,0 0 5 15,0 0-5-15,-2-4-3 0,2 4-16 0,0 0-29 16,0 0-31-16,0 0-35 0,9-5-28 0,-3 3-22 16,1 1-27-16,5-2-22 0,-1-1-15 0,3 1-24 15,4-2-14-15,-3 3-10 0,3 0-18 0,4 1-8 16,1-2-15-16,-6 0-31 0,2 3-39 0,-8-1-42 16,2 0-40-16,-3-1-39 0,-2 2-50 0,0 0-29 15,-2 0-64-15,-6 0-42 0,8 2-32 0,-8-2-59 0,1 3-48 16,-1-3-308-16,0 0-796 0,-12 8 352 15</inkml:trace>
  <inkml:trace contextRef="#ctx0" brushRef="#br0" timeOffset="315803.2308">20497 17029 6 0,'0'0'427'0,"-3"2"23"0,3-2 20 0,0 0 12 15,-3 4 3-15,3-4-9 0,0 0-16 16,0 0-38-16,0 0-31 0,0 0-47 0,0 0-27 15,0 0-35-15,15-10-26 0,-10 8-26 0,3-1-30 16,2 1-14-16,3-2-19 0,-4 1-19 0,5-2-15 16,-1 3-16-16,-2 0-20 0,2 1-33 0,0-3-29 15,-3 3-33-15,3-1-28 0,-7 2-32 0,7-1-29 16,-3-2-48-16,1-1-41 0,1 4-66 0,-3-2-56 16,-1 1-58-16,3-2-76 0,0 2-375 0,-4-3-873 15,4 3 387-15</inkml:trace>
  <inkml:trace contextRef="#ctx0" brushRef="#br0" timeOffset="316053.1675">20860 16846 116 0,'3'-5'490'0,"-3"0"32"0,5 3 34 0,-4-3 19 0,-1 5-4 16,7-7 23-16,-5 3-5 0,1 1-2 0,-1 1-12 15,-2 2-28-15,2-6-25 0,-2 6-43 0,0 0-38 16,5-1-37-16,-5 1-38 0,0 0-109 0,0 0-257 15,0 0 0-15,0 0 0 0,11 9 0 0,-8-5 0 16,-1 2 0-16,1 3 0 0,-2 1 0 0,0 1 0 16,-1 6 0-16,-3 1 0 0,-1 0 0 0,-5-1 0 15,1 0 0-15,-1-1 0 0,-2-1 0 0,-7 3 0 16,0-4 0-16,4-2 0 0,-3 0 0 0,-2 2 0 16,1-5 0-16,2 2 0 0,-4-2-467 0,-4 5-283 15,10-9-413-15,0-1-1259 0,4 1 557 0</inkml:trace>
  <inkml:trace contextRef="#ctx0" brushRef="#br0" timeOffset="321919.2286">21331 16768 224 0,'1'-6'440'0,"1"-1"-6"15,1 2 4-15,-2-1 5 0,1 0 4 0,-1 0-4 16,-1-1-8-16,1 4-10 0,0-2-7 0,2-2-17 16,-2 2-3-16,-1 2-20 0,2-1-15 0,-1-1-22 15,-1 5-14-15,0-6-23 0,1 4-25 0,-1 2-23 0,1-4-25 16,-1 4-18-16,0 0-27 0,0 0-20 0,0 0-23 15,0 0-85-15,0 0-58 0,11 11 0 0,-8-2 0 16,3 0 0-16,-1 3 0 0,1 3 0 16,2 2 0-16,-2-2 0 0,-1 2 0 0,4-1 0 15,-5 9 0-15,4-1 0 0,-5-5 0 0,4 1 0 0,-2 3 0 16,0-3 0-16,-1-2 0 0,1 0 0 0,-4-2 0 16,2 0 0-16,-2-3 0 0,0-4 0 0,2 4 0 15,-2-6 0-15,-1-1 0 0,3 1 0 0,-2-2 0 16,2-2 0-16,-2 2 0 0,-1-2 0 15,1 0 0-15,-1-3 0 0,0 0 0 0,14-3 0 0,-10-2 0 16,8-4 0-16,-5 1 0 0,7-5 0 0,-3-1 0 16,5-7 0-16,-2 0 0 0,0-1 0 0,0-1 0 15,-3-4 0-15,1 4 0 0,-4-3 0 0,-1 1 0 16,1 1 0-16,-4 4 0 0,1-4 0 16,-2 4 0-16,-1 1 0 0,2 4 0 0,-4 3 0 0,3-2 0 15,-1 4 0-15,1 1 0 0,-3 2 0 0,1 0 0 16,-1 0 0-16,4 1 0 0,-4 2 0 0,1 0 0 15,-1 1 0-15,0 3 0 0,0-6 0 0,0 6 0 16,3-2 0-16,-3 2 0 0,0 0 0 0,0 0 0 16,0 0 0-16,0 0 0 0,6 11 0 15,-3-7 0-15,-2 3 0 0,-1-1 0 0,3 0 0 0,-1 1-390 16,2 2-113-16,0 2-65 0,2-2-79 0,-2 0-368 16,1-1-1097-16,-1 1 486 0</inkml:trace>
  <inkml:trace contextRef="#ctx0" brushRef="#br0" timeOffset="322653.9434">21835 16950 212 0,'0'0'422'15,"0"0"-2"-15,0 0-15 0,0 0-19 0,0 0-16 16,-3-14-13-16,3 14-9 0,0-6-13 0,2 2-20 15,-4 0-14-15,2 4-16 0,2-5-20 0,-2 0-11 16,0 5-16-16,0-4-13 0,0 4-22 0,4-6-18 16,-4 6-23-16,1-5-9 0,3 3-16 0,0 1-12 15,-4 1-15-15,10-1-12 0,-5-1-6 0,3 2-10 16,-8 0-8-16,15 2-6 0,-7-1-6 0,-3 0-8 16,3 1-3-16,-1 2-4 0,0 1-4 0,-2-2-5 15,0 5-6-15,0-5 1 0,-1 1-6 0,1 7-5 16,-2-6 1-16,-1-1-1 0,-2 6 1 0,-1-5-7 15,-3 3 0-15,-2 0 1 0,1 1-2 0,-4 0 7 16,-2-3-3-16,0 0-7 0,-2 1 3 0,-1-2-1 16,5-2-2-16,-2 0 0 0,1-2 2 0,3 2 6 15,-1-3 20-15,3 0 11 0,-4-3 14 0,6 1-5 16,-1-1-1-16,2-2 2 0,0-1-2 0,3-1-8 16,4-6-9-16,-1 4 0 0,6-5 6 0,3-2-25 15,2-4 13-15,3-1-10 0,4 1-5 0,1 1-13 16,-2 1-1-16,4 0-21 0,-1 0-6 0,2 2-2 15,-1-1-8-15,-2 3 1 0,-5 1-8 0,-1 2-5 16,6-5 1-16,-9 7 3 0,0-3 5 0,0 1 2 16,-5 2 3-16,1 1 10 0,-3 1-1 0,1 1 4 15,-1-1 2-15,-3 3-2 0,0-2 1 0,-2 1-4 16,0-1 6-16,-2 3-3 0,0-2 3 0,-2-1-1 16,0 1-4-16,-2 3 11 0,0-2 0 0,-1-1 3 15,1 2 5-15,-2 2 13 0,3-2 17 0,3 3 3 16,-8-3-5-16,8 3 4 0,-5-5-1 0,5 5-3 15,0 0-1-15,0 0 27 0,-7 6 8 0,5-1 3 16,2 0 11-16,2 4 10 0,-1-1 12 0,-2 3-48 16,2 1-52-16,0 1 0 0,0 2 0 0,3 3 0 15,-1-2 0-15,-1 2 0 0,1 3 0 0,-2-6 0 16,2 3 0-16,-1 3 0 0,0-5 0 0,-2 4 0 16,2-1 0-16,2 0 0 0,-3-3 0 0,-1 3 0 15,0-2 0-15,0-4 0 0,0 3 0 0,1-6 0 16,-1 0 0-16,-1-1 0 0,2-2 0 0,1 0 0 15,-2-1 0-15,0-1 0 0,1-1 0 0,-1-4 0 16,0 3 0-16,3 0 0 0,-3 1 0 0,0-4 0 16,0 0 0-16,7 0-215 0,-7 0-136 0,8-5-59 15,-4 3-59-15,2 1-35 0,-1 0-65 0,2-2-377 16,-1 0-1025-16,-1 0 455 0</inkml:trace>
  <inkml:trace contextRef="#ctx0" brushRef="#br0" timeOffset="322872.5045">22377 16938 338 0,'0'0'447'16,"2"-2"24"-16,-2 2 21 0,3-4 24 0,-3 4 4 15,3-7-1-15,-2 5 19 0,2-2-11 0,-3 4-26 16,4-6-39-16,0 2-44 0,-1 1-39 0,4-2-41 16,-2 3-34-16,5-3-32 0,0 1-33 0,8-3-45 15,-2 2-53-15,1-1-58 0,2 1-53 0,1 1-57 16,-5 3-57-16,-1-4-59 0,5 4-62 0,-6 0-55 15,0 0-63-15,-2-1-80 0,0 2-61 0,0 0-86 16,-5-1-329-16,2-2-952 0,-1 1 423 0</inkml:trace>
  <inkml:trace contextRef="#ctx0" brushRef="#br0" timeOffset="323403.607">23006 16655 264 0,'-1'-7'453'0,"1"2"-14"0,-4-2-5 16,3 0 0-16,-2-2-9 0,-1 4-12 15,2-2-11-15,-2 1-18 0,3 2-24 0,-2-3-14 16,3 7-21-16,-4-7-29 0,4 7-26 0,-1-5-21 0,1 5-23 15,-4-2-26-15,4 2-18 0,0 0-14 0,0 0-16 16,-13 9-14-16,7-4-10 0,1 3-10 0,-3 2-12 16,-1 3-8-16,-1 2-16 0,1-2-7 15,0 3-2-15,-2-2-6 0,2 2-7 0,2-1-24 16,1 1 9-16,-2-5-4 0,3 1-5 0,1-4-5 0,3 3-2 16,-2-5 2-16,3 5-8 0,-1-6 7 15,2 3-8-15,2-2 7 0,1 1-12 0,0-1 2 16,2-1 5-16,0 1-11 0,2 0 4 0,2 0-6 15,-1-1 0-15,0 1 4 0,4 1-13 0,-2 1 4 16,1-2 1-16,-2 2 6 0,3-1 1 0,-3 0 3 16,-2-1-1-16,2 2-2 0,-3 0 4 0,-2-2 6 0,-1-2-6 15,1 6-5-15,-4-4 7 0,0 2-6 16,-1-1 7-16,-1 1-9 0,-3-1 4 0,2 1 6 16,-5 1 1-16,-2-1-8 0,-2 3 4 0,-1-5-7 15,2-1-5-15,-11 2-6 0,5-1-1 0,-3-1 0 16,1 0 0-16,5-3 0 0,0 1 0 0,3-2 0 0,2-1 0 15,2 0 0-15,1 1 0 0,5-1 0 16,-9-2 0-16,9 2 0 0,-5-5 0 0,2 2 0 16,3 3 0-16,7-7 0 0,-3 1 0 0,1-1-65 15,3 1-177-15,3-2-79 0,0 4-92 0,2 0-100 16,6 0-107-16,0-2-384 0,0 3-1085 0,2-1 480 0</inkml:trace>
  <inkml:trace contextRef="#ctx0" brushRef="#br0" timeOffset="324559.6304">23190 16958 306 0,'0'-4'470'0,"0"-2"12"0,0 0 12 0,0 1-8 0,3 0-15 16,-2-2-16-16,-1 2-18 0,0-1-23 16,0 6-13-16,0-9-22 0,0 5-15 0,0-1-27 15,0 5-18-15,0-3-33 0,0 3-46 0,0 0-18 16,0-6-26-16,0 6-22 0,0 0-17 0,0 0-14 15,0 0-19-15,0 0-9 0,5 15-13 0,-2-8-10 16,-2 2-10-16,4-1-4 0,-4 2-15 0,2 2-2 0,-2-4-7 16,2 4-20-16,-3-1 17 0,2 0-18 15,-2-4 0-15,0-2-23 0,0 4-15 0,0-3-3 16,3-1-12-16,-2 0 0 0,-1-1-2 0,0-4-16 16,3 4 15-16,-3-4-4 0,1 3-6 0,-1-3 1 0,0 0-5 15,0 0 1-15,8-8 5 0,-2 2-4 16,-1 2 6-16,1-3 2 0,2-2 1 0,1 2 3 15,0 0 8-15,-1-2-4 0,-1 3-4 0,1 3 10 16,-2-1 0-16,1 1-3 0,-1-6 8 0,-2 4 1 16,1 2 12-16,0-3 6 0,-2 4-2 0,-1 0-3 15,2 1-3-15,0-3-3 0,-4 4 7 0,0 0-3 16,10 4-1-16,-10-4-3 0,9 4 5 0,-5-1-5 16,-1 1 4-16,0-1-1 0,4 2-6 0,-6-2 7 15,3 3-14-15,-3-2 17 0,4 1-2 0,-1-1 0 16,-4-1 4-16,4 0-8 0,-3 1-3 0,3 1-3 15,-4-1 11-15,4 0-4 0,-3-1-2 0,2-1-2 16,-2 1 2-16,-1-3 2 0,3 5-4 0,-2-2-1 16,-1-3 6-16,0 0-1 0,1 3-4 0,-1-3 9 15,0 0-1-15,0 0 2 0,5 3 4 0,-5-3 3 16,0 0-2-16,0 0-4 0,0 0 2 0,0 0-4 16,0 0 0-16,0 0 6 0,0 0 2 0,-7-14 7 15,4 11 1-15,3 3 8 0,0-4-6 0,0 4 8 16,3-4 0-16,-3 4-8 0,0-4 5 0,0 4-9 15,0-4-2-15,0 4 4 0,0 0-1 0,1-5-11 16,-1 5 3-16,0 0-8 0,1-4 7 0,-1 4 6 16,5-3-14-16,-5 3 1 0,0-4 3 0,0 4-8 0,7-2 11 15,-7 2-13-15,9-5-1 0,-4 4-3 16,-5 1 3-16,14-1 1 0,-8-1-2 0,5 1-3 16,-3 1 15-16,3 1-10 0,-2-1-1 0,-2 2 8 15,5 0-9-15,-5-1 3 0,2 1-2 0,-1 2 0 16,-2-3-7-16,-2-1 3 0,-4 0 2 0,7 5-3 0,-5-4 7 15,0 3 1-15,-2-4-5 0,2 5-1 0,-2-5 8 16,0 3-2-16,0-3-8 0,-4 5 16 16,2-2-3-16,-2-2 7 0,1 3-3 0,-1-2 1 15,4-2-5-15,-9 1 0 0,4 1-6 0,5-2 0 16,0 0 0-16,-10-5 0 0,9 1 0 0,0 1 0 0,-1-1 0 16,1-3 0-16,4 0 0 0,-2-2 0 15,3-3 0-15,2-1 0 0,3-1 0 0,1 0 0 16,3-1 0-16,2-1 0 0,2-5 0 0,3 0 0 15,2 0 0-15,-1 2 0 0,5-5 0 0,3 0 0 16,-5 4 0-16,1-3 0 0,-5 1 0 0,1 4 0 16,-3 4 0-16,-1-6 0 0,-6 9 0 0,1-2 0 15,-6 3 0-15,-2 2 0 0,2 0 0 0,-3 3 0 16,1 0 0-16,-4-1 0 0,0 3 0 0,0 3 0 16,-4-5 0-16,4 5 0 0,-9-4 0 0,9 4 0 15,-14 0 0-15,2 4 0 0,2-3 0 0,0 1 0 0,2 2 0 16,-3 1 0-16,-1 2 0 0,3-3 0 0,-1 4 0 15,2-1 0-15,3 1 0 0,-2-1 0 16,-1 4 0-16,3-4 0 0,1 5 0 0,0 0 0 16,0-2 0-16,2 5 0 0,-1 2 0 0,3-1 0 15,0 2 0-15,0 0 0 0,3 2 0 0,-1 1 0 16,1 6 0-16,2 3 0 0,0-2 0 0,0 2 0 0,3 0 0 16,-2 2 0-16,1-2 0 0,-5 2 0 15,2-1 0-15,0-1 0 0,-3 0 0 0,1-1 0 16,1 3 0-16,-8-2 0 0,5-5 0 0,-1-6 0 15,-3 3 0-15,4-5 0 0,-5-2 0 0,1-2 0 16,0-2 0-16,-2-1 0 0,3-2 0 0,-2-1 0 0,4-3 0 16,-1 1 0-16,2 0 0 0,-2-1 0 15,0-2 0-15,2-2 0 0,-2 5 0 0,2-5 0 16,0 0 0-16,0 0 0 0,0 0 0 0,0 0 0 16,0 0 0-16,8-14-172 0,-2 11-270 0,-3-4-61 15,3-1-68-15,-4 2-514 0,1-4-1173 0,0 4 520 0</inkml:trace>
  <inkml:trace contextRef="#ctx0" brushRef="#br0" timeOffset="325216.4308">23686 17124 334 0,'-3'-5'512'0,"2"2"4"0,1-4-8 15,-2 3-17-15,3-2-35 0,-4 1-37 16,3 1-34-16,0 0-38 0,-1-2-39 0,1 0-26 15,0 6-29-15,1-8-30 0,1 4-17 0,-1 0-21 16,1 0-18-16,2 0-22 0,0-1-25 0,-1 3-32 16,4-1-39-16,2-1-33 0,3-1-32 0,2 1-24 0,-3 1-28 15,8-1-31-15,2 2-40 0,-2-2-29 0,0-1-30 16,2 2-30-16,-2 1-28 0,-2-3-32 16,-1 2-9-16,2 0-17 0,-5 0-18 0,0-1 9 15,-2 1 13-15,-2 0 21 0,0 1-153 0,-1 2 381 16,-1-4-142-16,-3 3 42 0,1 0 28 0,-5 1 41 0,0 0 34 15,8-4 49-15,-2 4 23 0,-6 0 36 16,4-1 30-16,-4 1 25 0,0 0 26 0,1-4 26 16,-1 4 29-16,0 0 15 0,0 0 24 0,6-4 14 15,-6 4 10-15,2-3 3 0,-2 3 13 0,0 0 5 16,4-2 6-16,-4 2 3 0,0 0 3 0,1-3-19 0,-1 3 9 16,0 0-10-16,0 0-2 0,4-3-2 15,-4 3-14-15,0 0-35 0,0 0 0 0,0 0-28 16,0 0-16-16,0 0-15 0,0 0-12 0,0 0-22 15,5 8-6-15,-1-4-18 0,-3 1-10 0,0 0-9 16,2 0-2-16,-3 3-11 0,-3-1-6 0,2-1-8 16,0 0-1-16,-4 3-11 0,-1-2-1 0,-1 0-16 15,-1 1-17-15,-2-1-10 0,1-2-17 0,-2 1-4 16,1-2-3-16,-1 0 3 0,1 0 3 0,0-1 4 16,4-2 3-16,0 1 7 0,0-2 5 0,6 0-2 15,0 0 3-15,-9-5-2 0,8 2 0 0,-2-2 5 0,3-1-1 16,3-1-6-16,-1 1 3 0,2-2-1 0,3-1 4 15,0 0 6-15,1-1-9 0,1 2 1 16,0 0 0-16,-1 1 2 0,2-1-4 0,-3 3 7 16,-2 0 1-16,3 3-5 0,-4-2 4 0,4 2-1 15,-1 4-2-15,-7-2-10 0,11 1 4 0,-4 0 2 0,-2 3-11 16,0 1 18-16,3 2-15 0,-3-1 4 0,-1 0-12 16,0-2-25-16,2 5-31 0,-1-1-37 0,-1 1-49 15,-1-3-40-15,-1 4-56 0,2-2-60 0,0 2-57 16,2-3-59-16,-2-1-68 0,3 2-350 15,-1-5-929-15,2-1 411 0</inkml:trace>
  <inkml:trace contextRef="#ctx0" brushRef="#br0" timeOffset="325748.7364">24307 16911 221 0,'4'-7'387'0,"-4"-2"-3"0,6 4 11 0,-3-2-8 16,-2 2-7-16,3 0 2 0,-4 2-10 0,3-2-11 15,-2 2-21-15,-1 3-14 0,1-5-27 0,-1 5-20 0,3-3-23 16,-3 3-23-16,0 0-26 0,0 0-19 0,0 0-26 16,0 0-11-16,0 0-14 0,0 0-14 0,0 0-11 15,-12 11-8-15,10-4-14 0,-6 0-3 16,4 2-14-16,-1 2-12 0,0-2 5 0,0 2-10 16,1 2-4-16,-2-2-8 0,-1 2-7 0,2-2-2 15,-3 3-5-15,2 1 0 0,-2-5-7 0,3 1 6 16,4-3-5-16,-3-1-8 0,4 1 2 0,-2-5 1 15,2 5-7-15,0-1 10 0,2-1-6 0,2 2-6 16,1-4 4-16,5 1 1 0,-1 0-8 0,4-3-1 16,1 0-7-16,3-1-1 0,1-1-1 0,2-1 1 15,1-2-3-15,-1 1 4 0,2-6 1 0,-4 1-6 0,3 0 7 16,-7 0 0-16,4-1-2 0,-5 0 1 16,-3-1 0-16,3-2-1 0,-5 3 4 0,1-2 0 15,-2 2-1-15,0-1-1 0,-3 4 2 0,-1-5 6 16,0 5 2-16,1-2-6 0,-4 3 5 0,0 4 0 15,-4-11-2-15,1 8 0 0,3 3-3 0,-5-5-2 0,0 3 3 16,5 2-2-16,-9 2-2 0,3 0-2 16,-2 1 0-16,3 5 3 0,-4-1-1 0,4 1 3 15,-4 2-1-15,4 0-5 0,-3 5-2 0,4-7-2 16,0 4 5-16,2-1 1 0,2 0 0 0,0-2 0 16,0 0 0-16,1-1 0 0,4 0 8 0,-1 1 1 15,5-4-2-15,4 1-1 0,-3-1-2 0,7-4-3 0,3 1 3 16,8-2-14-16,-6-1-23 0,6-5-25 15,-7 2-35-15,-1-1-37 0,-1-1-43 0,2 0-65 16,-1-1-91-16,-2-1-77 0,0-1-79 0,-5 4-393 16,-4 0-951-16,-2-2 421 0</inkml:trace>
  <inkml:trace contextRef="#ctx0" brushRef="#br0" timeOffset="327737.2593">25278 16935 164 0,'0'0'374'0,"0"0"-9"15,0-5 13-15,0 5-15 0,0 0 15 0,0 0-3 16,-2-8 2-16,2 8-1 0,-5-4-5 0,2-1-9 15,-2 1-8-15,3 1-8 0,-1-2-3 0,0 3-13 0,1-2-3 16,2 4-13-16,-4-5-16 0,3 3-13 16,1 2-30-16,0 0-16 0,-3-3-29 0,3 3-22 15,0 0-26-15,0 0-21 0,0 0-13 0,0 0-12 16,0 0-11-16,-1 11-7 0,1-3-29 0,0-1-69 16,0 1 0-16,0 2 0 0,0 2 0 0,0-2 0 15,-1 1 0-15,1-1 0 0,-2-1 0 0,2 1 0 16,-1-2 0-16,1 2 0 0,-1-2 0 0,-3-3 0 15,4 2 0-15,0-3 0 0,0 1 0 0,1 0 0 16,-1-5 0-16,0 6 0 0,0-4 0 0,0-2 0 16,3 4 0-16,-3-4 0 0,0 0 0 0,0 0 0 15,0 0 0-15,10-7 0 0,-6 2 0 0,1 0-17 16,1-2 6-16,2-2 0 0,0 1 3 0,-2-1 2 16,3 0-1-16,-3 0 0 0,-1 2 6 0,-1 1 1 15,0 2 10-15,1 0 5 0,-1-3 7 0,0 6-1 0,-3-3-21 16,4 1 0-16,-5 3 0 0,2-7 0 0,-2 7 0 15,3-1 0-15,-3 1 0 0,0 0 0 16,9 1 0-16,-9-1 0 0,4 5 0 0,0-3 0 16,-1 1 0-16,-2-1 0 0,0 2 0 0,3 3 0 15,-3-2 0-15,-1-2 0 0,3 1 0 0,-2 0 0 0,0 0 0 16,2 0 0-16,-2 0 0 0,2-2 0 0,-3-2-31 16,1 4-3-16,-1-4 3 0,0 0 6 0,4 3-1 15,-4-3 3-15,0 0 9 0,0 0 0 16,9-6 2-16,-3 3 1 0,-1-1 0 0,2-1 0 15,2-2 1-15,1 1-4 0,-2-2-4 0,1-1 15 0,2 3-2 16,-3-2 2-16,1 2 1 0,-2-4 9 0,3 6 5 16,-2 0 6-16,-1-1-1 0,-2 0-2 0,-1 2 6 15,-4 3-5-15,10-5-10 0,-8 4 7 0,-2 1-1 16,9-3 5-16,-9 3-6 0,0 0 0 16,14 6-7-16,-12-2 6 0,0-1-2 0,3 0 6 0,-2 3-2 15,-2-2-2-15,0 0-5 0,3 3-1 0,0-3-3 16,-3 1-1-16,3 1 3 0,0-2-1 0,-3 0 1 15,3 2-8-15,-3-1-3 0,3-2 2 0,0 2-3 16,1 0 0-16,-1 0-4 0,6-2 2 16,-2 2 2-16,4-3-2 0,0 0 2 0,1 0 3 0,1 0 2 15,3-4-8-15,0 1 3 0,0 0 1 0,2-3-1 16,-2-1 6-16,0-2-5 0,-1 1 5 0,2-1 6 16,-1-3-3-16,-3 1 1 0,-4 1 3 0,1 3 7 15,-2-5-4-15,-1 3 7 0,0 0 5 16,-3 1-7-16,-1 0 1 0,-2 1-1 0,1 0-1 0,-2 0-2 15,0-1 4-15,-1 6-9 0,2-6 6 0,-2 6-8 16,-3-4 0-16,2 2 1 0,1 2-6 0,0 0 1 16,-9 0-2-16,9 0 1 0,-10 3 0 0,6 2 1 15,-1 1 1-15,0 3-3 0,-2-2 3 0,2 4 2 16,-1-2 0-16,1-1-5 0,1 2 1 0,0-3 8 16,0 3-5-16,3-2-6 0,-2 0-22 0,3-1 12 15,0-1-14-15,3 0 5 0,-3 1-1 0,2-2 2 16,2 1-4-16,1 0 2 0,2 0-8 0,0-3-4 15,5 0-1-15,-1 1-2 0,3-4 5 0,-1 0 2 16,6 0 4-16,1-3 1 0,0 1-1 0,-1-1 4 16,-1-2 9-16,1 0 0 0,0-2-2 0,-2 0 7 15,0-1 7-15,-6 2 0 0,3-3-10 0,0 0 14 16,-3 1-3-16,-1 0 14 0,-1-2 11 0,-2 3 4 16,2 0 3-16,0-2-9 0,-2 3-3 0,0-2 2 15,-3 4 12-15,1-1-3 0,0 4-2 0,0-3-11 16,-1-1 6-16,0 2 2 0,0 0-11 0,-3 1-5 15,-1 2 5-15,5-3-9 0,-5 3 2 0,9-1-4 16,-9 1-1-16,8 1-4 0,-4 2-2 0,-2-1-5 16,2 4 6-16,0-1 8 0,-1-1-4 0,-1 3-1 15,-1 2 5-15,-1 2-4 0,0-4 1 0,0-1-1 0,0 2-3 16,-6 3 2-16,5-4-2 0,-6 0 5 16,2-1-1-16,-1 0-6 0,-6 2 4 0,2-4 1 15,2 3 0-15,-2-4 1 0,1 1 2 0,0-3-1 16,4-1 8-16,-4 2-6 0,9-2-1 0,-11-2 2 15,6 2 6-15,-1-1-3 0,3-3-7 0,0 1 5 0,-2-4-2 16,5 1 7-16,0-2-4 0,3-2-16 0,0 2 11 16,1-4 1-16,1 4-4 0,-1-3 5 15,1 1 3-15,2 2-2 0,0 1-6 0,-2 1-15 16,-1 3 9-16,1-2 11 0,1-2-7 0,0 4 0 16,0 0 1-16,-2 1-1 0,-4 2-10 0,9 2 7 0,-9-2 2 15,9 5 0-15,-3 0 2 0,1 1-1 0,-2 0-1 16,0 2 2-16,-1 2-4 0,-3-2 7 15,6 1-3-15,-4-1 2 0,0-1-9 0,-2 4 11 16,3-4 0-16,-1 0 3 0,-1-1-6 0,-2 0 4 16,4-2 4-16,-3 1-5 0,1-1 3 0,-1-1 1 0,0 1 2 15,-1-4 4-15,1 3 4 0,-1-3-4 0,0 0 5 16,0 0-7-16,0 0 1 0,0 0-1 0,16-9 5 16,-11 4-4-16,3-2-2 0,0-2-5 15,0 2 4-15,0-1-2 0,0 3 4 0,0-2-3 16,1 0-2-16,-5 3 2 0,3-2 0 0,-2-1-3 0,2 3 3 15,-3 2-1-15,1-2-2 0,-1 2 3 0,-1 0-11 16,-3 2 6-16,10 0-8 0,-10 0 5 0,10 4 0 16,-5 1 0-16,-1-3 6 0,0 3-4 15,1 0-4-15,0 1 2 0,0 0 2 0,0 1 1 16,-1-2-8-16,0 0 3 0,0 2-12 0,0-3-3 0,-2 1-6 31,2-1-1-31,-3 1 9 0,2-3-4 0,-2 2 6 16,-1-4 7-16,4 4-4 0,-4-4 7 0,4 1 3 15,-4-1-2-15,0 0 5 0,8-5 2 0,-5 1-13 16,4 1 10-16,-2-2 0 0,3-4 1 0,-2 2 5 16,0 0 1-16,3-4-4 0,-2 4 12 0,-1 0 9 15,1 0 2-15,-4 2 6 0,4-1 6 0,-2 2-5 16,-1 0-2-16,-1 0-13 0,1 0 0 0,-1 3-1 16,-1-1-9-16,-2 2 0 0,9 0 4 0,-9 0-3 15,9 0-17-15,-9 0 14 0,11 2-4 0,-5 0-14 16,0 2-26-16,-1 0-23 0,-1 0-29 0,1 0-38 15,-1 2-40-15,1-2-47 0,3 0-54 0,-3-1-64 16,0-1-71-16,-2 2-79 0,-1-2-81 0,-2-2-284 16,9 2-919-16,-9-2 406 0</inkml:trace>
  <inkml:trace contextRef="#ctx0" brushRef="#br0" timeOffset="328926.1197">27225 16806 38 0,'0'0'358'0,"-4"-2"2"0,4 2 4 0,0 0-16 15,0 0 12-15,0-5-14 0,0 5-12 0,0 0-14 16,0-8-23-16,0 8-15 0,0-4-16 0,0 4-17 15,4-4-13-15,-4 4-16 0,1-6-14 0,-1 6-13 16,3-3-17-16,-3 3-16 0,4-4-16 0,-4 4-14 16,8-1-10-16,-4 0-13 0,1 0-11 0,-5 1-10 15,9-2-11-15,-1 2-7 0,3 2-6 0,-2 0-4 16,3 1-8-16,-1-1-4 0,-3 1-6 0,1 5-4 16,0-5-2-16,-1 4-3 0,-3 0-6 0,1 2 0 15,-2-2-3-15,-4-1 0 0,0 4-1 0,-1-2-1 16,-3 2-3-16,-1 1 3 0,-7 1-2 0,-2 1-3 15,-4-5 2-15,0 1-3 0,1-2 2 0,-1 0-1 16,-1 0 0-16,0 0 0 0,3-3-1 0,2-3-2 16,1-1 25-16,2-1 32 0,3 1 40 0,-2 0 5 15,2-4 13-15,3 1-10 0,1-2 5 0,0-1 0 16,4-5-8-16,-1 2-6 0,1-2-7 0,4 0-14 16,2-4-7-16,2 5-4 0,0-6-9 0,3 2-14 15,-1-1-4-15,-1 7-29 0,4-5-20 0,-1 0 0 16,0 1 0-16,1 1 0 0,2-3 0 0,-2 1 0 15,0 1-31-15,4 2-2 0,-5-4-12 0,5 4 6 16,-3-2 3-16,0 1 2 0,0 0 1 0,1-2 8 16,-3 2-2-16,2-1 9 0,-5 4 3 0,0-1 5 15,-1-1-3-15,0 2 14 0,-1-2-1 0,-2 0 6 16,0 0-3-16,-2-2 3 0,-2 1 0 0,-1-2 3 16,1-5 5-16,-3 2 1 0,-1-1 11 0,-2-1 15 15,-1 3 7-15,-1-2 14 0,1 6 10 0,1-4-22 16,-2 5-50-16,4 0 0 0,-3 1 0 0,1-1 0 15,3 3 0-15,-3-1 0 0,2 2 0 0,1 4 0 16,0-2 0-16,2 4 0 0,-2-6 0 0,0 4 0 16,2 2 0-16,0 0 0 0,0 0 0 0,0 0 0 15,-2 14 0-15,3-2 0 0,-1-1 0 0,3 5 0 16,-2 5 0-16,-1-1 0 0,1 5 0 0,-1 3 0 16,-1 2 0-16,1-1 0 0,-1 0 0 0,-1-1 0 15,1 3 0-15,1-4 0 0,-2 1 0 0,2-2 0 16,-2-5 0-16,0-2 0 0,0 6 0 0,4-5 0 15,-4-4 0-15,4 2 0 0,-1-5 0 0,2-1 0 16,-1 4 0-16,2-4 0 0,-1-2 0 0,-1-2 0 16,1 0 0-16,2 1 0 0,0-1 0 0,-1-2 0 15,0 1 0-15,2-4 0 0,-1 0 0 0,5 2 0 16,-5-2 0-16,1-1 0 0,1-2-363 0,0 0-116 16,0-4-30-16,-7 4-31 0,14-6-32 0,-8 3-383 15,0 0-1034-15,0-1 457 0</inkml:trace>
  <inkml:trace contextRef="#ctx0" brushRef="#br0" timeOffset="329175.9432">27589 16828 81 0,'4'-4'264'0,"0"0"50"15,0 1 16-15,-1 1 13 0,1-2 19 0,1-1-4 16,-2 5 1-16,-3 0 2 0,4-5-1 0,-3 2 1 16,-1 3 2-16,4-1-13 0,-4 1-15 0,1-6-10 15,-1 6-15-15,1-3-13 0,-1 3-21 0,0 0-16 16,0 0-32-16,0 0-22 0,0 0-13 0,0 0-31 15,0 0-20-15,0 0-10 0,0 0-10 0,0 0-14 16,7 11-13-16,-7-6 2 0,1-2-16 0,-1 6 2 16,1-3-14-16,-1 1-16 0,3 2 1 0,-3 0-10 15,4 0-26-15,-3-2-32 0,1-1-27 0,-2 2-27 16,4-2-40-16,-4 1-31 0,0-3-47 0,0-4-28 16,2 7-31-16,-1 0-54 0,0-7-33 0,-1 0-81 15,0 0-83-15,0 0-395 0,12-9-964 0,-10 3 427 16</inkml:trace>
  <inkml:trace contextRef="#ctx0" brushRef="#br0" timeOffset="329394.6141">27723 16670 147 0,'0'-4'378'16,"0"4"10"-16,3-5 4 0,-2 3-20 0,-1 2-22 16,0-5-37-16,0 5-29 0,0 0-33 0,0 0-21 15,0 0-22-15,0 0-30 0,0 0-46 0,0 0-42 16,0 0-49-16,5 13-56 0,-1-8-41 0,-4 0-50 15,0 1-49-15,1-2-49 0,0 2-53 0,3 2-237 16,-1 0-535-16,2 1 237 0</inkml:trace>
  <inkml:trace contextRef="#ctx0" brushRef="#br0" timeOffset="346238.3092">27962 16820 33 0,'4'-3'264'0,"-4"3"-6"0,0 0-5 16,0 0 31-16,-4-6-4 0,4 6-5 0,-1-5-4 0,1 5-6 15,-3-4 5-15,3 4-23 0,0-5 9 0,0 5-3 16,3-5 2-16,-3 5-6 0,0-5-5 0,0 5-7 16,0 0-3-16,0-5-12 0,0 5-4 0,0-6-7 15,0 6-8-15,0-3-7 0,0 3-13 0,1-4-9 16,-1 4-12-16,3-7-7 0,-3 4-15 0,0 3-6 15,2-4-15-15,2 0-8 0,3 3-10 0,-4-3-11 16,1 2-8-16,0-1-12 0,-4 3-3 0,5-1-6 16,2-1-6-16,-7 2-9 0,11-1-5 0,-6 4-7 15,4-3-7-15,-2 1 3 0,4 4-5 16,-3-1 0-16,-3 1-5 0,1-1-2 0,-1 6-11 16,3-3 3-16,-4 0 3 0,0 2 1 0,-2-1-4 0,-1-1-2 15,-1 5 0-15,-1-2-1 0,-3 1 0 0,-1-2-11 16,-4 6 9-16,-2-4-1 0,-2 2 2 0,-4 0 0 15,1-5-4-15,-2 1 3 0,-1-4 4 16,2 2 2-16,-1-1-2 0,5-2 2 0,3-2 8 16,-1-1 23-16,4 0 24 0,0-2 11 0,-2 0-7 0,4-1 20 15,-2-1 9-15,5 1 1 0,-2-7-68 0,2 2-32 16,1 1 0-16,1-5 0 0,3 0 0 16,1 1 0-16,3-4 0 0,-1-2 0 0,-1 6 0 0,2-1 0 15,0 1 0-15,0 1 0 0,-2 0 0 16,4 0 0-16,-4 4 0 0,-1 2 0 0,0-2 0 0,1-1 0 15,0 2 0-15,0 3 0 0,-1-3 0 0,-4 4 0 16,9-2 0-16,-9 2 0 0,9 2 0 0,-5 1 0 16,2-1 0-16,1 3 0 0,-2 1 0 0,-1 0 0 15,1-1 0-15,-4 2 0 0,8 0 0 0,-4 2 0 16,0-1 0-16,-1 2 0 0,3 1 0 0,-1-3 0 16,1 4 0-16,-1-3 0 0,1 3 0 0,0-4 0 15,3 1 0-15,0 6 0 0,4-8 0 0,-2 1 0 16,3 0 0-16,0 1-85 0,-2-2-138 0,5-1-58 15,0-5-69-15,0 2-82 0,0-2-80 0,-2-3-104 16,2-3-333-16,-5 1-1028 0,4-3 455 0</inkml:trace>
  <inkml:trace contextRef="#ctx0" brushRef="#br0" timeOffset="346598.0367">28628 16548 45 0,'13'-14'390'0,"-3"2"-16"16,4 1 30-16,-2-2-13 0,-3 1-9 0,-3 2 5 0,0-1 2 15,-2 1-9-15,1-1-9 0,-1 1-21 0,-1 0-14 16,-1-1 5-16,3 3-3 0,-3-2-2 16,-1 3-3-16,0-4-4 0,-1 6-8 0,1 0-14 15,1 0-13-15,-2 5-14 0,1-6-23 0,-1 6-27 16,1-6-25-16,-1 6-20 0,0 0-22 0,2-5-90 15,-2 5-73-15,0 0 0 0,0 0 0 0,-4 16 0 0,1-2 0 16,-2 5 0-16,-5 9 0 0,0 1 0 16,-3 4 0-16,1 1 0 0,1 10 0 0,-8 2 0 15,3-2 0-15,-3 1 0 0,0-2 0 0,6 2 0 16,-3 1 0-16,4 1 0 0,2-13 0 0,2 1 0 16,-1-3 0-16,5 3 0 0,1-4 0 0,6 3 0 15,3-2 0-15,6 2 0 0,-1-5 0 0,6 1 0 16,5-1 0-16,1-6 0 0,1 0 0 0,-2 0 0 15,3-8 0-15,0 1-402 0,-8-8-232 0,1 1-559 16,3-5-1292-16,-7-3 572 0</inkml:trace>
  <inkml:trace contextRef="#ctx0" brushRef="#br0" timeOffset="347506.1566">29087 16490 123 0,'6'-3'401'0,"-1"-2"-16"0,0 0 6 0,-1-2-3 15,3 1-4-15,-3 0-24 0,1 0-9 0,-2 3-13 16,1-5-9-16,-1 3-10 0,1-2-8 0,-2 1-16 16,1 1-8-16,-1-1-5 0,0-1-21 0,-2 3-9 15,1-2-14-15,0 2-10 0,-1 0-16 0,0 4-8 16,3-6-28-16,-2 4-17 0,-1 2-23 0,0 0-23 16,0 0-14-16,0 0 0 0,0 0-10 0,-6 12-26 15,2-3 3-15,-3 6-2 0,0 1-8 0,-5 8-4 16,1 0-6-16,-3-1-2 0,-3 1-8 0,-1 1-4 15,0-3-2-15,0 1 5 0,4 0-4 0,-5-4-8 16,6-2-5-16,-7 1 0 0,10-5-1 0,1-4-16 16,-1-2 13-16,4 2-6 0,1-2-2 0,1-3-2 15,1-1 12-15,0 1-5 0,3 2-12 0,4-4 2 16,1 1-11-16,1-3 15 0,6 1 0 0,2 1 9 16,3-1-14-16,2 0 5 0,1 1-6 0,2 1 8 15,-2-2 4-15,2 2 5 0,-4 0 0 0,2-1 4 16,-2 2 4-16,0 3 0 0,-5-2 1 0,2 3 0 15,-4-1-8-15,1 0 5 0,-5-2-1 0,3 3-3 16,-4-2-2-16,-1 1-6 0,-1 1-10 0,0 1 0 16,-4-2 0-16,-4 1 0 0,-1 5 0 0,-4-4 0 15,-2 4 0-15,-5-2 0 0,1 0 0 0,-8 2 0 16,0 0 0-16,4-3 0 0,1-2 0 0,0-2 0 16,-1-1 0-16,1 1 0 0,0-4 0 0,0 3 0 15,7-2 0-15,0-2 0 0,3-1 0 0,0 1 0 16,-1-1 0-16,9 0 0 0,0 0 0 0,-13-4 0 15,11 2 0-15,0-2 0 0,2 4-207 0,0 0-60 16,4-9-44-16,3 3-51 0,0 1-41 0,2 1-55 16,3 0-63-16,-1-1-423 0,2 0-1023 0,4-3 453 15</inkml:trace>
  <inkml:trace contextRef="#ctx0" brushRef="#br0" timeOffset="348413.494">29328 16802 95 0,'2'-4'389'0,"-2"-1"-8"16,1-1-2-16,3 4-20 0,0-3-17 0,-3-1-5 16,0 1-9-16,0 4-16 0,1-4-14 0,-2 5-11 15,2-6-27-15,1 3-12 0,-2 0-22 0,-1 3-22 16,0 0-24-16,5-4-16 0,-5 4-18 0,0 0-23 15,0 0-8-15,13 7-9 0,-8-5-11 0,-2 1-10 16,4 1-8-16,-4 2-5 0,2 0-12 0,1 4-7 16,-2-5-2-16,1 2-3 0,-5 0-6 0,2-4-6 15,0 8-5-15,-2-1 0 0,0-3-2 0,-4 3-6 16,4-3 4-16,-6 0-5 0,3 1 3 0,-5-3-4 16,0 1 1-16,-3 1-2 0,1-2-3 15,0 0 3-15,4-3-7 0,-7 0 5 0,1-1-5 0,2-4 5 16,0 2 4-16,2-1 18 0,3 1 2 0,0-4 4 15,0 0 12-15,0 0 10 0,1-3-5 0,4 3-4 16,0-5-3-16,0 2 5 0,5-2-5 0,-1 0-11 16,1 1-4-16,0-2-2 0,0 3-2 0,3 0-10 15,1 0 4-15,-1 0-10 0,-1 2 2 16,1 2-6-16,0 0-8 0,-2 1 1 0,2 2 3 16,-1 1-7-16,2-1 2 0,-1 3-5 0,2-1 5 0,0 3-1 15,-1 2-2-15,-2-3 0 0,1 2-5 0,-3 1 6 16,2-2-1-16,0 4 1 0,-1-1-10 0,-1 1 3 15,-4 1 0-15,3 1 5 0,1-2 4 16,-5 0-6-16,4-1 2 0,-3-2-2 0,-1 2-1 16,0-1 0-16,0-2-1 0,0-4 3 0,3 8-2 15,-2-4-4-15,-1-4 3 0,3 4 4 0,-3-4 2 16,0 0 1-16,5 3-5 0,-5-3 1 0,0 0-7 0,0 0 4 16,20-8 2-16,-13 1 3 0,2 2-2 0,1 0-3 15,0-4 6-15,0 2-6 0,4-4 1 0,-2 4 6 16,-2 1-6-16,2-3 0 0,-3 3 2 0,0-1 5 15,1 0 3-15,-1 0 10 0,-3 2 16 0,2 1 4 16,-2-2-2-16,-1 3 0 0,-1-1-2 16,-4 4-13-16,7-2-2 0,-7 2-3 0,7-1-9 0,-7 1 9 15,0 0-5-15,0 0-11 0,0 0 3 0,10 6 5 16,-6-2-6-16,-4-4-8 0,2 9 4 16,0-4 6-16,-1 1 0 0,-1-1 1 0,0-5-8 0,0 11 5 15,3-5-1-15,-3 2-1 0,1 0-7 0,-1-3 12 16,0-1-4-16,0-4-4 0,0 7-10 15,0-7 4-15,0 5 2 0,0-5 3 0,3 4-5 16,-3-4 8-16,0 0 6 0,0 0-7 0,2 4 0 0,-2-4 3 16,0 0-1-16,0 0 2 0,14-9-6 0,-6 6 6 15,-3-1-1-15,0-2-4 0,0 2-1 0,2-1 3 16,2-1 1-16,-4 1-4 0,1 1 4 16,0-2-5-16,0 0 4 0,-1 2-4 0,0 1 1 15,-1-1 2-15,-4 4 12 0,9-4-10 0,-7 1 9 16,-2 3-11-16,7-2 3 0,-7 2-3 0,7-1 2 15,-7 1-2-15,0 0 1 0,0 0 2 0,17 2-3 0,-15 3-2 16,2 0 8-16,-1-2-5 0,-1 2-4 16,2-3-5-16,0 4 10 0,1-1-3 0,-2-1-30 15,1-1-28-15,-1 3-37 0,1-1-43 0,0 0-44 16,-3-1-48-16,3-3-59 0,0 1-78 0,-4-2-77 16,8 1-101-16,-8-1-346 0,0 0-963 0,15-7 426 15</inkml:trace>
  <inkml:trace contextRef="#ctx0" brushRef="#br0" timeOffset="348741.6105">29988 16618 146 0,'0'-9'473'0,"2"1"13"16,-2-3 2-16,3 4-12 0,-2-1-20 0,-1-2-5 15,2 2-12-15,-1 2-11 0,0-1-23 0,0 1-6 16,1 2-17-16,-2-2-12 0,1 1-15 0,-1 0-19 15,1 3-20-15,-1 2-21 0,0-6-25 0,0 6-20 16,2-4-38-16,-2 4-12 0,0 0-20 0,0 0-19 16,0 0-7-16,0 0-91 0,3 14-63 0,0-3 0 15,1 2 0-15,-1 4 0 0,0 1 0 0,2 1 0 16,-1 1 0-16,-1-2 0 0,1 2 0 0,-1-2 0 16,-1 9 0-16,0-9 0 0,1 0 0 0,-1-1 0 15,1-2 0-15,-1 3 0 0,0-5 0 0,-2-2 0 16,2-2 0-16,-1 2-206 0,3-5-155 0,-2 4-43 15,0-5-41-15,-1 6-51 0,3-6-55 0,1 1-404 16,0-2-1034-16,-1-1 457 0</inkml:trace>
  <inkml:trace contextRef="#ctx0" brushRef="#br0" timeOffset="349383.5873">30213 16831 36 0,'0'0'350'15,"0"0"-3"-15,0 0-11 0,2-3-20 0,-2 3-17 16,0 0-30-16,0 0-9 0,0 0-13 0,0 0-10 16,0 0-8-16,0 0-19 0,0 0-4 0,0 0-10 15,0 0-15-15,4-3-6 0,-4 3-9 0,0 0-10 16,0 0-9-16,0 0-5 0,0 0-6 16,0 0-11-16,0 0-7 0,0 0-10 0,0 0-6 15,0 0-4-15,0 0-3 0,0 0 1 0,0 0 2 0,0 0 3 16,0 0 1-16,0 0-11 0,10 2 0 0,-10-2-4 15,8-2-6-15,-3 0-5 0,0-1 0 0,0 1 0 16,4 0-4-16,0-1-5 0,-2 0-6 16,0-1 1-16,2 2 3 0,-2-1-4 0,-1 0-8 15,-1-2 3-15,3 2 7 0,-6 0-4 0,2-1 6 16,1 2-11-16,-5 2 5 0,3-5 2 0,-2 3-2 16,-1 2-10-16,0-4-7 0,0 4-6 0,0 0 1 15,0 0-12-15,1-3 4 0,-1 3-10 0,0 0-5 16,0 0 1-16,0 0-4 0,0 0-6 0,0 0 9 15,-14 9-7-15,12-3 0 0,-2-1-1 0,0 0-5 16,2 1-2-16,0 0 4 0,1 0 7 0,-1 0-6 16,2-2 1-16,-2 1-1 0,2 0 0 0,0 0-1 15,-2-2 1-15,0 3-5 0,2-2 4 0,2 0 3 16,-2-4 2-16,7 5-2 0,-5-2 0 0,-2-3-3 16,12 4 4-16,0-4 2 0,-2 1-6 0,0-2 2 15,3 0-13-15,-1-2 8 0,2 0-1 0,-3 0 7 16,3-2-5-16,-2 1 2 0,1-3 4 0,-1 3-3 15,-1-5 0-15,1 3 2 0,1-3 0 0,-5 3-3 16,3 0 4-16,-4 0-5 0,0 1 1 0,-3 3-3 16,0-2-5-16,-3-1 10 0,-1 5-10 0,0 0 0 15,9-3 4-15,-9 3-4 0,5-1-7 0,-5 1 1 16,0 0 1-16,0 0-3 0,0 0 5 0,8 14-3 16,-7-10 4-16,-1 1 3 0,4 1 2 0,0 0-8 15,1 4 5-15,-1 0 2 0,-2-3 3 0,2 1-3 16,0-2 8-16,0 0 0 0,-3-1-24 0,3 1-18 15,1-1-28-15,0-3-20 0,-2 1-18 0,-1 0-21 16,-2-3-30-16,0 0-49 0,12-3-33 0,-7 0-54 16,-1 0-51-16,0-2-56 0,-2-2-62 0,-2 2-377 15,-1-5-904-15,0-1 400 0</inkml:trace>
  <inkml:trace contextRef="#ctx0" brushRef="#br0" timeOffset="349617.8993">30394 16619 16 0,'-2'-2'403'0,"-1"-2"40"0,3-1 26 16,0 5 10-16,-4-4 11 0,3-1 1 0,1 5 3 15,0 0-5-15,0-9-3 0,1 3-19 0,-1 2-22 16,3 1-40-16,-1-2-37 0,2 0-43 0,3-2-32 16,0 1-31-16,5-1-24 0,-2 1-26 0,4-2-22 15,-2 1-23-15,4-1-37 0,-6 2-59 0,3 3-53 16,4-6-61-16,-6 6-53 0,3-1-67 0,-6 3-88 15,-3-4-94-15,4 5-117 0,1-4-121 0,-2 3-402 16,-3 0-1067-16,-5 1 472 0</inkml:trace>
  <inkml:trace contextRef="#ctx0" brushRef="#br0" timeOffset="350655.0318">30884 16833 171 0,'0'0'327'0,"2"-5"2"0,-2 5-8 16,2-4 4-16,-2 4-4 0,2-6 0 0,-1 4 3 0,-1 2-7 15,3-4-10-15,-3 4-11 0,3-6-18 0,-2 4-17 16,0-2-16-16,3 2-17 0,1-1-12 16,-3-1-14-16,2 0-7 0,-1 2-13 0,1-3-13 15,2 0-14-15,-2 2-7 0,2 0-18 0,3 1-8 16,-4-2-10-16,5 0-9 0,3 2-11 0,-4 1-11 15,4 2-9-15,0 0-9 0,-3 2-8 0,4-1-5 16,-2 3-5-16,-1 0-7 0,2 3-1 0,0 1-9 0,1 3 4 16,-6-3-10-16,-1 2-4 0,-3 0 5 15,0-2-7-15,-3 4 0 0,-1 0-1 0,-2-3-7 0,-6 0 14 16,2 1-7-16,-3-2-3 0,-7 2 1 16,2-4-4-16,-5 0-1 0,-1-2 1 0,3 0 3 15,-5 0-1-15,4-3-3 0,4-2 2 0,0 1-1 16,0-4 3-16,4-3 5 0,1 2 16 0,0-1 16 0,3-3 3 15,-2 2 7-15,5-4-5 0,2 2 5 0,1-3-5 16,4 2-10-16,1-7-2 0,0 0-3 0,8 2-9 16,-1 1 3-16,2-3-9 0,6-2-6 0,-5 5-31 15,2 3-25-15,-2-3-28 0,1 2-23 0,-1 2-24 16,2-1-21-16,-1 2-12 0,-2-1-3 0,-1 5-3 16,-3-2-3-16,-1-1 6 0,-1 3 3 0,-2 0-2 15,1-1-2-15,-2 2-9 0,-1-2-13 0,0-1 1 16,-3-1-3-16,-1 1 5 0,-1-2 6 0,-1-1 7 15,0 0 16-15,0-2 8 0,0-1 10 0,-2 3 18 16,1-3 9-16,-1 1 13 0,2-2 22 0,-3-4 15 16,5 5 27-16,-3-3 15 0,2-1 17 0,1 3 5 15,-1-3 24-15,1 3 34 0,2 2 11 0,-2 0 21 16,2 1 15-16,0 0 21 0,1 1 18 16,-3 2 18-16,2 0 17 0,-2 0 17 0,0 2 9 15,0 5 14-15,0-9 12 0,-1 4 13 0,1 5-2 0,0-7-3 16,0 7-15-16,1-5-15 0,-1 5-15 0,0 0-6 15,0 0-34-15,0 0-18 0,3-6-17 0,-3 6-134 16,0 0-4-16,0 13 0 0,0-3 0 0,0 1 0 16,0 2 0-16,0 3 0 0,-2 2 0 0,2 7 0 15,-1 0 0-15,0-5 0 0,0-1 0 0,2 2 0 16,-1 4 0-16,0 0 0 0,1-5 0 16,2 5 0-16,-1-6 0 0,0 1 0 0,0-2 0 15,-1 0 0-15,3 1 0 0,0-2 0 0,-1 2 0 0,1-1 0 16,3 0 0-16,-4-2 0 0,1 0 0 0,1-6 0 15,-1 4 0-15,-1-5 0 0,1 1 0 0,3-1 0 16,-4 0 0-16,0-3 0 0,-2 0-252 0,3-1-106 16,-3-2-24-16,2-2-32 0,-3-1-34 15,5 4-35-15,-5-4-41 0,0 0-365 0,0 0-962 16,10-9 426-16</inkml:trace>
  <inkml:trace contextRef="#ctx0" brushRef="#br0" timeOffset="350905.0657">31270 16776 275 0,'2'-3'338'0,"-2"3"18"0,7-4 10 0,-5 2 12 16,1-2 6-16,-3 4 1 0,5-4 6 0,-5 4 2 15,2-3 1-15,-2 3-9 0,0 0-10 16,0 0-10-16,0 0-20 0,0 0-18 0,0 0-28 16,0 0-25-16,0 0-23 0,0 0-34 0,0 0-17 15,0 0-32-15,0 0-10 0,0 0-22 0,0 0-4 16,0 0-15-16,6 13-11 0,-6-8 1 0,1 2-21 15,0-1-13-15,0 2-6 0,2-1-8 0,-3-2-1 16,1 5-35-16,2-5-29 0,-2 2-29 0,-1-2-40 16,1 1-44-16,0-1-38 0,-1-5-41 0,2 9-48 15,-1-7-36-15,-1-2-34 0,1 3-35 0,-1-3-54 16,0 0-44-16,0 0-50 0,0 0-310 0,0 0-875 16,2-19 387-16</inkml:trace>
  <inkml:trace contextRef="#ctx0" brushRef="#br0" timeOffset="351139.3247">31342 16633 185 0,'0'0'349'0,"0"0"-11"0,0 0-21 0,0 0-35 0,0 0-29 16,0 0-25-16,2-3-30 0,-2 3-46 0,0 0-48 16,0 0-62-16,0 0-55 0,0 0-65 0,0 0-92 15,0 0-195-15,0 0-395 0,0 0 175 0</inkml:trace>
  <inkml:trace contextRef="#ctx0" brushRef="#br0" timeOffset="351561.0744">31451 16773 281 0,'0'0'403'0,"3"-4"-7"16,-3 4-15-16,0-7-16 0,0 7-20 0,6-5-17 15,-8 3-17-15,4-2-16 0,-1 0-17 0,-1 4-24 16,3-4-18-16,-2 1-24 0,-1 3-18 0,0 0-27 16,4-3-14-16,-4 3-19 0,0 0-13 0,0 0-18 15,9 1-10-15,-9-1-11 0,6 6-8 0,-2-3-11 16,0 1-7-16,-1 0-2 0,0-1-8 0,0 2-2 16,0 1-9-16,-2-1 0 0,-2 2-8 0,2-1 1 15,0-1-5-15,-3 1-4 0,2-6-1 0,-6 8-3 16,3-4 0-16,0-2-4 0,3-2 4 0,-9 1-1 15,9-1-5-15,-10-1 4 0,10 1-2 0,-9-5 3 16,3 4-3-16,-1-3 4 0,6 1-2 0,-3-1 10 16,0-1 9-16,0 2 4 0,7-3 5 0,-3 1 0 15,0 1-5-15,0-1 4 0,0-1-1 16,1 1-2-16,-1 0 4 0,3-1-6 0,-1 2-4 16,1 1-4-16,-2 1-6 0,4-1 0 0,-1 0-8 15,-4 3-2-15,5-3-6 0,2 3 3 0,-7 0-3 0,10 2-1 16,-6-1 1-16,2 4-4 0,-1-3-3 0,-1 1 4 15,0 1 1-15,-2 2-2 0,2-4-3 0,-2 3 3 16,0 1 2-16,1 0 0 0,-1-2-3 16,3 0 0-16,-5 2-1 0,3-2-15 0,-1-1-14 15,1 4-20-15,-2-3-22 0,2 0-27 0,2 1-31 16,1-2-33-16,4-1-37 0,1 3-24 0,0-2-29 0,7 1-22 16,1-2-29-16,-1-2-36 0,1-1-24 0,-1-4-279 15,0 2-694-15,-5-1 307 0</inkml:trace>
  <inkml:trace contextRef="#ctx0" brushRef="#br0" timeOffset="352014.3339">31749 16473 27 0,'0'0'86'0,"0"0"12"15,0 0 7-15,2-5 10 0,-2 5 15 0,0 0 18 16,2-5 15-16,-2 5 25 0,0 0 17 0,0 0 21 15,0-6 20-15,0 6 27 0,0 0 32 0,0-5 30 16,0 5 20-16,0 0 16 0,0 0 9 0,0 0 7 16,0 0-4-16,0 0-6 0,0 0-19 0,0 0-23 15,2-3-30-15,-2 3-34 0,0 0 4 0,6 15 33 16,1 0-4-16,2 1-23 0,-4 2-22 16,9 9-19-16,0 1-12 0,-1-1-104 0,1 3-124 0,-4 0 0 15,-1 0 0-15,-4 0 0 0,3-2 0 0,-7 1 0 16,-1-1 0-16,0 2 0 0,-1 3 0 0,-4-3 0 15,-6-3 0-15,2 3 0 0,-4-2 0 16,-3-4 0-16,2 1 0 0,-5-4 0 0,1 0 0 16,-1-2 0-16,-3-1 0 0,7-6 0 0,-5 6-383 15,-1-7-211-15,7-3-88 0,0-1-407 0,1-4-1180 16,-1 2 522-16</inkml:trace>
  <inkml:trace contextRef="#ctx0" brushRef="#br0" timeOffset="352671.5826">32203 16767 219 0,'0'-8'459'0,"1"5"-15"15,-1 3-7-15,2-6-18 0,0 1-15 0,0 1-20 16,1 1-22-16,-1-2-22 0,2 1-28 0,-2-1-18 16,1 3-28-16,1-1-22 0,1-1-19 0,-4 2-19 15,3-2-15-15,0 1-9 0,0-1-21 0,-4 4-17 16,5-3-14-16,0 2-16 0,-5 1-11 0,13 0-12 15,-8 3-9-15,3-2-2 0,2 3-16 0,-4 3-5 16,5-2-5-16,-2 1-8 0,1 3-5 16,-4-1-1-16,-1 2-8 0,2 0-2 0,-3-2-2 15,-4-1-5-15,0 4 1 0,-3-5-2 0,-3 3-1 16,-1 1 3-16,-3-3-3 0,-5 3-3 0,3-5 4 0,-6-1-4 16,8 3 3-16,-4-5-2 0,1-1 12 0,-1-1 7 15,5 0 15-15,-2 1 18 0,2-2 5 0,0 0 7 16,9 1-6-16,-9-5 8 0,4 0-21 15,0 1 1-15,0-2-7 0,5-2-5 0,1-1-13 16,3-3-4-16,-1 1-29 0,4-1-33 0,2 0-33 16,5-1-42-16,-4 1-38 0,2-1-38 0,2 3-42 15,2 0-42-15,2 1-44 0,0 0-38 0,0 1-29 0,0-1-34 16,-1 2-24-16,3 0-37 0,-3 0-275 0,-1 1-805 16,-3 0 356-16</inkml:trace>
  <inkml:trace contextRef="#ctx0" brushRef="#br0" timeOffset="353016.2157">32541 16522 284 0,'0'-6'321'0,"-1"-1"45"0,1 0-5 0,-4 0 32 15,4-2-4-15,-1 0 16 0,-3 1 8 0,3 1 8 0,-2-3 10 16,-2 5 9-16,4-2 10 0,-2-2 2 0,-1 5 2 16,4 0-14-16,-2 1-15 0,-1 0-27 0,3-2-21 15,0 5-41-15,-5-5-34 0,5 5-30 0,0 0-211 16,0 0-61-16,0 0 0 0,0 0 0 15,0 0 0-15,-1 18 0 0,2 0 0 0,3 1 0 16,-3 6 0-16,2 5 0 0,-1-1 0 0,2 2 0 16,0 6 0-16,-3-1 0 0,3-1 0 0,-1 10 0 0,-2-7 0 15,2-4 0-15,-2 16 0 0,0-5 0 0,-2-9 0 16,-3-2 0-16,3-3 0 0,-3 1 0 0,0-3 0 16,4 0 0-16,-4-2 0 0,3-4 0 15,-2-3 0-15,3-1 0 0,0-3 0 0,-1-1 0 16,1 0 0-16,0-4 0 0,-1-4 0 0,-2-1 0 15,3 2 0-15,0-4 0 0,0-4 0 0,0 11 0 16,0-8 0-16,0-3 0 0,0 0 0 0,0 5 0 0,0-5 0 16,0 0 0-16,3 5-19 0,-3-5-480 15,0 0-44-15,0 0-61 0,2-21-484 0,1 11-1179 16,-6-1 522-16</inkml:trace>
  <inkml:trace contextRef="#ctx0" brushRef="#br0" timeOffset="353281.7375">32494 17017 76 0,'0'0'436'0,"-8"-8"51"15,8 8 41-15,-4-7 23 0,4 7 15 0,0-8 18 16,0 8-25-16,-1-9-22 0,1 9-39 0,0 0-45 16,1-10-39-16,-1 10-30 0,8-7-38 15,-4 4-36-15,2-6-31 0,6 4-32 0,-2-2-26 16,9 0-22-16,-2-1-15 0,1 1-23 0,-1-1-12 0,0 2-127 15,-1 0-22-15,-2 3 0 0,2-2 0 0,-2 1 0 16,4 1 0-16,-5 2-54 0,-3 0-187 0,3-1-65 16,-3 1-82-16,2 1-92 0,-2-1-99 15,-4 3-446-15,-6-2-1108 0,12 3 491 0</inkml:trace>
  <inkml:trace contextRef="#ctx0" brushRef="#br0" timeOffset="354423.6854">21485 17466 311 0,'0'-4'392'0,"0"0"-6"16,0-1 9-16,0 0 3 0,0-2-1 15,0 1-4-15,0 0-4 0,0 1-12 0,0 1-12 16,0-1-15-16,0 5-16 0,0-6-15 0,0 3-24 0,0 3-27 15,0-5-29-15,0 5-25 0,-1-4-20 0,1 4-19 32,0 0-28-32,0 0-21 0,0 0-13 0,0 0-12 0,0 0-8 0,0 0-8 0,1 14 19 15,3-1 28-15,-4 3 6 0,0-2 3 0,0 7 6 16,3-2-6-16,-6 7-9 0,3 2-10 0,0-1-13 0,0-9-6 16,-1 13-37-16,2-5-66 0,-2 0 0 15,1-8 0-15,0 0 0 0,0 0 0 0,-3 1 0 0,3 1 0 16,0-6 0-16,0 2 0 0,0-4 0 0,0-1 0 15,-1 1 0-15,-4-3 0 0,5-1 0 16,-1-1 0-16,1-1 0 0,0-1 0 0,2 2 0 0,-3-5 0 16,1 2 0-16,0-4 0 0,0 6 0 15,-1-3 0-15,1-3 0 0,0 4-6 0,0-4-236 16,0 0-58-16,1 3-74 0,-1-3-85 0,0 0-92 16,0 0-493-16,5-15-1130 0,-4 10 501 0</inkml:trace>
  <inkml:trace contextRef="#ctx0" brushRef="#br0" timeOffset="354815.458">21384 17580 198 0,'-3'-5'351'0,"-4"-4"-2"0,1-1-8 15,2 1-1-15,0-1-6 0,-1 0-6 0,2 2-10 16,1 0-13-16,1 1-14 0,2 0-27 0,0-3-17 15,3 0-13-15,2 0-19 0,1 1-8 0,0 0-14 16,1 2-16-16,5-1-13 0,-2 1-9 0,3 2-11 16,-1-1-6-16,5 2-11 0,0 0-10 0,1 2-4 15,-1 1-5-15,4 0-6 0,-1 2-7 16,0 0-7-16,1 1-5 0,4 5-14 0,-6 0 1 16,-4-2-7-16,2 3-4 0,-4 0-5 0,0 2-6 15,-5-1-3-15,0-2-4 0,-2 1-4 0,-4 3 6 16,0 1 0-16,-3-1 13 0,-1 1 7 0,-7 2-2 15,-1 1 1 1,-1-2-10-16,-4 0 5 0,-3-3-4 0,-6 6-4 16,-4-4-2-16,9-4-1 0,-5-2 6 15,3 2 6-15,2-3 5 0,4 0 2 0,1-4 10 16,-1-1-7-16,4 1-9 0,10-1 3 0,-19 1-9 16,11-1-2-16,8 0-28 0,-9 0-69 0,9 0-62 15,-5-3-64-15,5 3-65 0,0 0-67 0,0 0-59 16,22-10-65-16,-8 10-64 0,4 0-73 0,2 3-295 15,2-2-932-15,6 0 413 0</inkml:trace>
  <inkml:trace contextRef="#ctx0" brushRef="#br0" timeOffset="355237.2122">21848 17660 375 0,'-1'-6'366'0,"1"6"-8"0,-4-11-15 15,4 11-16-15,-2-7-20 0,0 1-22 0,2 6 6 16,0-10-13-16,0 6-10 0,0 4-23 0,-1-7-11 16,1 7-17-16,0-5-20 0,0 5-20 0,3-7-22 15,-3 7-16-15,6-2-16 0,-6 2-17 0,10-2-12 16,-10 2-6-16,10 0-10 0,-10 0-8 16,12 0-8-16,-3 2-3 0,-4 2-5 0,0-1-8 15,3 3-4-15,1-3-8 0,-4 1-2 0,1 1-2 16,-2 4-4-16,-1-5-3 0,-2 1-2 0,2 2-3 15,-1-1 0-15,-3 1-5 0,2-2 0 0,-1-5 0 16,-2 10-1-16,2-5-1 0,-3-2 2 0,3-3-3 16,-8 7 4-16,8-7-5 0,-4 3 8 0,4-3 16 15,0 0 8-15,0 0 0 0,0 0 6 0,-11-8 2 16,11 8-6-16,-1-11 4 0,1 1-3 0,3 1-6 16,-1-2-5-16,0-1-5 0,2 1 0 0,1 1-8 15,-1 0 2-15,5 1-8 0,0-1-11 0,0 4-17 16,0-2-17-16,1 3-21 0,2 2-12 0,0-2-27 15,0 1-23-15,1 2-32 0,4-2-25 0,-4 4-30 16,-1 1-25-16,-5 0-32 0,-7-1-27 0,16 6-33 16,-11-4-59-16,1 4-272 0,-1-3-704 0,2 2 312 15</inkml:trace>
  <inkml:trace contextRef="#ctx0" brushRef="#br0" timeOffset="355644.3996">22204 17638 171 0,'-3'-6'359'0,"3"6"-26"0,0 0 2 15,0-8-19-15,0 8-6 0,0 0-14 0,0 0-23 16,-1-11-16-16,1 11-11 0,0-5-15 0,0 1-16 16,0 4-10-16,0-8-12 0,2 5-11 0,-2 3-18 15,0 0-16-15,4-6-18 0,-3 2-9 0,-1 4-10 16,8-5-11-16,-2 4-14 0,-6 1-9 0,12-2-9 15,-4 2-6-15,-8 0-11 0,16 2-5 0,-6-1-5 16,-1 1-3-16,2 5-5 0,-2-3 0 0,1-2-2 16,-4 7-6-16,2-2-3 0,-6 1-1 0,2 0-2 15,0-1 1-15,-4 2-5 0,0 0-1 0,0-3-1 16,-4 4-7-16,-1-3 11 0,1 1 1 0,-5-1-5 16,-1 1-4-16,1-3 1 0,-5 0-1 0,5-3 2 15,-4 1 13-15,1-2 21 0,1 2 13 0,-1-2 15 16,1-2 9-16,11 1-4 0,-14-3-2 15,8-1-5-15,-2 0-6 0,6-3-6 0,-1 2-10 16,-1-2-2-16,2 1-5 0,2-4-18 0,0 1-31 16,1 0-35-16,2 2-25 0,-1-2-32 0,2 4-34 15,5-2-44-15,0 0-46 0,0 4-44 0,2-2-48 16,8 2-57-16,-1-3-69 0,-2 4-252 0,4 0-750 16,-3 2 332-16</inkml:trace>
  <inkml:trace contextRef="#ctx0" brushRef="#br0" timeOffset="356051.2366">22489 17638 149 0,'-4'-7'361'0,"4"7"-9"0,-3-6-13 16,3 6-11-16,0-9-4 0,0 9-13 0,0-7-9 15,0 7-17-15,1-5-10 0,-1 5-23 0,4-9-18 16,-4 9-17-16,2-5-20 0,0 2-14 0,3-1-19 15,-5 4-16-15,5-5-14 0,0 2-15 0,-5 3-16 16,13-2-6-16,-8-1-10 0,-5 3-12 0,17 0-7 16,-12 0-6-16,7 0-2 0,-5 2-9 0,5 0-8 15,-6 1-9-15,4 0 2 0,-2 4-6 16,-3-3 2-16,0 4-4 0,2 1-4 0,-2-5-1 0,-2 0-4 16,-1 5-2-16,-2 1-3 0,-2-2 1 0,1-1 2 15,-3-1-2-15,-1 1-3 0,-4 0 3 0,0 1 1 16,-3-2 4-16,-1-2-11 0,1 0 3 0,-7 1 10 15,9-1 17-15,-3-2 20 0,0-1 13 16,2-1 8-16,1-2-2 0,3-1-4 0,-2-2-9 16,2 2 0-16,2-3-9 0,2 0-7 0,-1-4-8 15,3-1-9-15,0 2-33 0,3-2-21 0,1 0-39 16,1 1-27-16,2 1-37 0,4 0-28 0,0 1-59 16,2 0-39-16,-1 2-31 0,2 3-30 0,5-6-36 15,-8 4-24-15,4 1-23 0,-2 0-242 0,-2 1-689 16,2-1 305-16</inkml:trace>
  <inkml:trace contextRef="#ctx0" brushRef="#br0" timeOffset="356364.8155">22615 17425 195 0,'1'-5'353'0,"1"-4"2"0,-1 2 19 16,-1 0 6-16,4-2-3 0,-3 2 5 0,0 0 6 15,0 1 1-15,2 0-10 0,-3 6 2 0,3-11 0 16,-3 11 5-16,1-7-14 0,0 4-12 0,-1 3-19 15,1-4-24-15,-1 4-23 0,0 0-28 0,3-6-25 16,-3 6-29-16,0 0-24 0,0 0-14 0,0 0-20 16,0 0-14-16,0 0-13 0,3 14-11 0,-2-7-14 15,-1 4-35-15,1 1-67 0,1 1 0 0,-1 5 0 16,-1-1 0-16,1 1 0 0,-1 2 0 0,1-2 0 16,-1 1 0-16,2-1 0 0,-4 6 0 0,1-4 0 15,0-2 0-15,0 0 0 0,2 3 0 0,-2-5 0 16,-1 1 0-16,2-1 0 0,-2 1 0 0,0-7-198 15,1-2-58-15,1 2-40 0,0-2-39 0,1-3-42 16,1-1-46-16,3 1-52 0,4-3-69 16,-9-2-338-16,20 2-954 0,-6-6 422 0</inkml:trace>
  <inkml:trace contextRef="#ctx0" brushRef="#br0" timeOffset="356802.7236">22887 17638 51 0,'-2'-11'410'16,"2"11"0"-16,-2-8-5 0,2 8-15 0,-2-6-6 16,2 6-16-16,0 0-10 0,0-5-18 0,0 5-27 15,0 0-23-15,0 0-30 0,0-7-25 0,0 7-29 16,0 0-20-16,0 0-20 0,0 0-18 0,0 0-13 16,0 0-10-16,0 0-14 0,0 0-9 0,0 0-14 15,4 23-6-15,-4-18-8 0,2 1-9 0,-2-6-3 16,2 12-9-16,-4-8-6 0,2-4-7 0,5 11-1 15,-2-7-3-15,-3-4-4 0,1 10-1 0,-1-10-3 16,7 4-4-16,-4 1 0 0,-3-5-1 0,0 0 0 16,2 6-2-16,-2-6-2 0,6 3-3 15,-6-3 0-15,0 0-3 0,15-1 5 0,-15 1-1 16,0 0-1-16,11-10-7 0,-5 5 4 0,-1 1 3 16,4-1-6-16,-3-2 1 0,2 0-2 0,-3 2-5 15,3-1 3-15,-2 0-3 0,-2 3 0 0,1-1 0 16,-2 0 2-16,1 1-4 0,-4 3 1 0,6-4 1 15,-6 4-4-15,9-1 1 0,-9 1 2 0,5-3 1 16,-5 3-1-16,0 0-2 0,0 0 0 0,16 4 1 16,-13 0 2-16,-3-4-3 0,8 7 0 0,-6-2 0 15,1-3-2-15,0 4-27 0,-1 0-27 0,-2-6-33 16,4 11-27-16,-3-7-34 0,3 0-60 0,-2 3-30 16,1-2-49-16,1 2-54 0,2-3-62 0,1 0-348 15,-1-1-815-15,3 0 361 0</inkml:trace>
  <inkml:trace contextRef="#ctx0" brushRef="#br0" timeOffset="357083.9136">23242 17644 78 0,'2'-6'291'0,"-2"6"4"0,-2-7 6 16,2 7 4-16,0-6 6 0,0 6-2 0,2-8-1 16,-2 8 5-16,-2-5-10 0,2 5-9 0,-1-4-4 15,1 4-11-15,0 0-9 0,-4-9-18 0,4 9-10 16,-6-4-16-16,6 4-21 0,0 0-19 0,-9-2-15 15,9 2-17-15,0 0-13 0,0 0-12 0,-15 8-20 16,10-3-4-16,1 0-8 0,-1 0-10 16,1-1-13-16,0 3-5 0,-1 2-11 0,1-2 0 15,-1 3-11-15,1-1 1 0,3 1-3 0,-3-3-6 16,1 2-5-16,2 1-2 0,1-2-7 0,0 2-20 16,1 0-18-16,3-6-22 0,2 6-29 0,2-4-28 15,0 3-33-15,1-3-28 0,4-3-43 0,5 5-50 16,1-6-35-16,-1 0-45 0,3-4-41 0,8 0-57 15,-8-1-287-15,1-3-769 0,6 1 340 0</inkml:trace>
  <inkml:trace contextRef="#ctx0" brushRef="#br0" timeOffset="357443.2372">23457 17530 197 0,'1'-6'349'0,"-1"0"18"0,2-1 10 16,-1 2-6-16,-1-1 3 0,1 1-5 0,1 0 2 15,-2 5 4-15,1-7 0 0,-1 7-3 0,1-7 0 16,-1 7 2-16,1-6-6 0,-1 6 4 16,2-5-16-16,-2 5-11 0,0 0-21 0,2-4-23 15,-2 4-19-15,0 0-28 0,0 0-14 0,0 0-21 16,0 0-26-16,2-5-22 0,-2 5-48 0,0 0-123 0,0 0 0 16,0 0 0-16,0 0 0 0,0 0 0 0,-2 19 0 15,1-9 0-15,1 0 0 0,-1 1 0 16,1 5 0-16,0 0 0 0,-3 2 0 0,4 1 0 15,-1-1 0-15,0 6 0 0,-1-4 0 0,0-2 0 16,1 0 0-16,-1-1 0 0,1-1 0 0,0 1 0 16,0-7 0-16,-2 0 0 0,4 3 0 0,-4-6 0 15,2 0 0-15,-1-1 0 0,1-6 0 0,0 6 0 16,0-6 0-16,-1 6 0 0,1-6-113 0,0 0-138 16,0 0-49-16,0 0-41 0,0 0-34 0,0 0-38 15,9-12-34-15,-9 12-28 0,8-13-37 0,-6 8-316 16,1-7-896-16,-1 4 397 0</inkml:trace>
  <inkml:trace contextRef="#ctx0" brushRef="#br0" timeOffset="357693.427">23447 17667 32 0,'0'0'113'16,"-10"-9"26"-16,5 9 23 0,-2-5 35 0,2 1 27 15,0 0 35-15,0 2 10 0,5 2 31 0,-13-8 26 16,9 6 17-16,-1-1 19 0,5 3 20 0,-6-5 1 16,2 3-6-16,4 2-13 0,0 0-12 15,0 0-15-15,-6-7-10 0,6 7-45 0,0 0-14 16,0 0-27-16,24-5-26 0,-11 2-13 0,7 1-29 15,1-2-25-15,7-1-25 0,1 1-47 0,-7 1-40 16,7 0-46-16,-13-3-44 0,4 5-55 0,-2-4-50 16,-3 4-59-16,3-1-64 0,-5 2-61 0,0 0-63 0,-3 1-66 15,-10-1-355-15,11 4-895 0,-4-1 396 0</inkml:trace>
  <inkml:trace contextRef="#ctx0" brushRef="#br0" timeOffset="358474.5141">19362 18167 64 0,'2'-7'360'0,"-1"3"-4"0,-1 4 1 16,0-5-6-16,0 5 2 0,1-8 5 0,1 5-2 15,-1 0 3-15,-1 3-1 0,0-4 0 0,0 4-15 16,0-4-4-16,0 4-6 0,0 0-3 0,0 0-20 16,0 0-22-16,0 0-13 0,0 0-27 0,0 0-20 15,0 0-17-15,0 0 0 0,0 0 3 0,0 0-3 16,0 0-7-16,0 0-8 0,0 0-7 0,0 0-20 15,12 36-10-15,-12-36-56 0,3 22-103 0,1-9 0 16,-4-13 0-16,4 26 0 0,-3-11 0 0,2 0 0 16,-3-15 0-16,2 29 0 0,1-13 0 0,-4 0 0 15,1-16 0-15,-2 30 0 0,1-18 0 0,1-12 0 16,-1 27 0-16,1-14 0 0,0-13 0 0,-2 18 0 16,2-18 0-16,0 0 0 0,-1 20 0 0,1-20 0 15,0 0 0-15,3 16 0 0,-3-16 0 0,0 0 0 16,-2 17-143-16,2-17-148 0,0 0-36 0,0 0-37 15,0 0-24-15,2 18-26 0,-2-18-36 0,0 0-34 16,0 0-40-16,0 0-277 0,0 0-868 16,11 11 384-16</inkml:trace>
  <inkml:trace contextRef="#ctx0" brushRef="#br0" timeOffset="358912.2618">19290 18171 146 0,'-3'-5'412'16,"3"-2"7"-16,0 1 16 0,0-1 2 0,0-1 2 16,4 0-7-16,0 2-10 0,1-2-17 0,1 1-26 15,1-1-19-15,2 1-29 0,5 1-16 0,-5-1-9 16,5 3-51-16,-2 3-16 0,6-3-20 0,-1 0-18 15,1 2-8-15,1 2-15 0,1 4-2 0,2 2-16 16,-1-3-11-16,-1 4-13 0,2 0-10 0,-3 1-14 16,1 1-8-16,0 0-6 0,1 7-15 0,-3-3-3 15,-5-1-12-15,1 5-8 0,-5-2-4 0,0 1-7 16,-3 2-2-16,-2 0-1 0,-4 0-6 0,0 0 0 16,-2 1-9-16,-6-1-24 0,-4 3-7 0,0 2 0 15,-4-3 0-15,1 1 0 0,2-5 0 0,-2-3 0 16,-2 2 0-16,2-5 0 0,-2 1 0 0,2-2 0 15,-3-1 0-15,18-8 0 0,-28 13 0 0,28-13 0 16,-17 7 0-16,17-7 0 0,-15 8 0 0,15-8 0 16,0 0 0-16,0 0 0 0,-17 6 0 0,17-6 0 15,0 0 0-15,0 0 0 0,0 0 0 16,0 0-16-16,0 0-213 0,0 0-62 0,0 0-63 16,0 0-57-16,0 0-68 0,0 0-56 0,0 0-445 15,0 0-1060-15,0 0 469 0</inkml:trace>
  <inkml:trace contextRef="#ctx0" brushRef="#br0" timeOffset="359444.9183">19834 18391 463 0,'0'0'475'0,"10"-22"-9"15,-10 22-9-15,0 0-10 0,4-15-18 0,-4 15-18 16,0 0-30-16,0 0-33 0,0 0-31 0,4-17-28 16,-4 17-36-16,0 0-29 0,0 0-16 0,0 0-22 15,0 0-19-15,0 0-18 0,0 0-16 0,0 0-12 16,0 0-14-16,-42 34-9 0,42-34-8 0,-12 20-13 16,12-20-5-16,-10 18-8 0,6-7-9 0,4-11-21 15,-10 17-9-15,10-17-3 0,0 0-3 0,-9 17-3 16,9-17-2-16,0 0 0 0,0 0 2 0,-1 15 0 15,1-15-1-15,0 0-5 0,0 0 0 0,0 0 0 16,17 13 0-16,-17-13 0 0,0 0 2 0,0 0-3 16,24 8-1-16,-24-8-4 0,0 0 3 0,18 7-6 15,-18-7-1-15,0 0 2 0,21 9 1 0,-21-9-5 16,0 0 4-16,18 9 1 0,-18-9 0 0,0 0-2 16,13 12 1-16,-13-12-2 0,0 0 2 0,8 15 1 15,-8-15 2-15,0 0 3 0,0 0-18 0,-2 20 13 16,2-20 0-16,0 0-5 0,-15 17 7 15,15-17-4-15,-14 11 6 0,14-11-2 0,-20 13 1 16,8-6-1-16,12-7-1 0,-28 11 10 0,28-11-8 16,-24 10 1-16,24-10-4 0,-23 4 9 0,23-4-6 15,-22 3 1-15,22-3-11 0,0 0-16 0,0 0-28 16,0 0-30-16,0 0-39 0,0 0-47 0,0 0-40 16,0 0-33-16,-17-18-36 0,17 18-42 0,0 0-37 15,0 0-45-15,0 0-68 0,41-21-237 0,-41 21-760 16,23-8 337-16</inkml:trace>
  <inkml:trace contextRef="#ctx0" brushRef="#br0" timeOffset="359991.7268">20076 18527 78 0,'0'0'382'0,"0"0"-12"0,0 0-15 16,7-19-24-16,-7 19-7 0,0 0-9 0,0 0-6 15,6-16-12-15,-6 16-8 0,0 0-6 0,0 0-17 16,2-15-8-16,-2 15-12 0,0 0-5 0,0 0-17 16,0 0-15-16,8-16-15 0,-8 16-11 0,0 0-23 15,0 0-12-15,0 0-15 0,0 0-13 0,0 0-10 16,0 0-10-16,0 0-17 0,0 0-2 0,0 0-4 16,0 0-18-16,0 0 9 0,0 0-18 0,0 0-5 15,42 29-2-15,-42-29-9 0,0 0 0 0,0 19 0 16,0-19-8-16,0 0-2 0,-8 22 2 0,8-22-5 15,-13 13-5-15,13-13-1 0,-16 14-8 16,16-14-2-16,-17 9-4 0,17-9 5 0,0 0-2 16,-22 5 4-16,22-5 0 0,0 0 0 0,0 0 2 0,0 0 4 15,0 0 8-15,0 0 9 0,-39-13 6 16,39 13 5-16,0 0-8 0,-4-21 9 0,4 21 4 0,0 0-5 16,4-22 3-16,-4 22-4 0,0 0-5 15,9-22 1-15,-9 22-1 0,11-17-2 0,-11 17 0 16,16-14-9-16,-16 14 4 0,12-8-10 0,-12 8 3 15,18-6-2-15,-18 6 5 0,0 0-1 0,0 0 5 16,0 0-5-16,46 18 2 0,-46-18-4 0,16 16 1 16,-9-5 1-16,0 1-3 0,-7-12-2 0,6 21-2 15,-1-11 2-15,-5-10-2 0,4 23-6 0,-4-23 2 16,3 21-5-16,-3-21 4 0,-3 18 3 0,3-18-2 16,0 0-3-16,-1 21-6 0,1-21 2 0,0 0-6 15,-3 14-1-15,3-14 6 0,0 0 6 0,0 0-8 16,0 0-16-16,0 0-14 0,0 0-30 15,0 0-28-15,0 0-37 0,13 13-44 0,-13-13-32 16,0 0-51-16,0 0-31 0,0 0-43 0,0 0-41 16,0 0-53-16,0 0-61 0,0 0-361 0,0 0-908 15,11-45 402-15</inkml:trace>
  <inkml:trace contextRef="#ctx0" brushRef="#br0" timeOffset="360477.0144">19466 17965 399 0,'0'0'507'0,"0"-7"-14"16,0 7-10-16,0 0-15 0,0-9-23 0,0 9-25 16,0 0-20-16,-4-7-21 0,4 7-20 0,0 0-18 15,0 0-15-15,-5-7-11 0,5 7-24 0,0 0-27 16,5-11-22-16,-5 11-19 0,9-9-7 0,4 5-8 15,6-2-9-15,8-2-1 0,1 2-3 0,4-3-4 16,3 3-13-16,-1-3-7 0,4 1-15 0,16 1-32 16,0 0-124-16,3 0 0 0,-4 3 0 0,-1-3 0 15,-15-1 0-15,0 1 0 0,-8 1 0 0,-8 4 0 16,-6-1 0-16,-4 1 0 0,0 0 0 0,-2-1 0 16,-9 3 0-16,0 0 0 0,14 0 0 0,-14 0 0 15,0 0 0-15,13-2 0 0,-13 2 0 0,0 0 0 16,0 0 0-16,0 0 0 0,0 0 0 0,0 0 0 15,0 0-322-15,0 0-108 0,0 0-72 0,-30 14-78 16,30-14-480-16,0 0-1148 0,-3 6 508 16</inkml:trace>
  <inkml:trace contextRef="#ctx0" brushRef="#br0" timeOffset="361009.0763">20489 18490 140 0,'0'0'500'0,"0"0"9"15,0 0 6-15,0 0-2 0,0 0-9 0,0 0-13 16,0 0-15-16,0 0-19 0,0 0-29 0,0 0-34 16,0 0-19-16,0 0-52 0,26-25-27 0,-26 25-29 15,18-9-29-15,-18 9-21 0,19-5-18 0,-19 5-25 16,0 0-19-16,32-6-23 0,-32 6-41 0,25-4-52 15,-25 4-47-15,0 0-41 0,0 0-46 0,30 1-44 16,-30-1-54-16,0 0-46 0,0 0-46 0,0 0-38 16,27 12-35-16,-27-12-35 0,0 0-34 0,3 12-15 15,-3-12-305-15,0 0-810 0,0 0 358 0</inkml:trace>
  <inkml:trace contextRef="#ctx0" brushRef="#br0" timeOffset="361243.4227">20561 18585 231 0,'0'0'301'0,"0"0"45"15,0 0 34-15,0 0 23 0,0 0 15 0,0 0 9 16,0 0-4-16,0 0-5 0,0 0-33 0,0 0-26 16,0 0-35-16,0 0-33 0,0 0-27 0,0 0-33 15,0 0-34-15,0 0-51 0,0 0-66 0,0 0-75 16,0 0-71-16,0 0-76 0,41-26-77 0,-41 26-70 16,27-7-70-16,-27 7-67 0,25-5-262 0,-25 5-746 15,25-11 330-15</inkml:trace>
  <inkml:trace contextRef="#ctx0" brushRef="#br0" timeOffset="361493.3649">20830 18445 18 0,'0'0'415'0,"0"0"39"0,0 0 4 0,11-22 15 16,-11 22 12-16,0 0 3 0,0 0 1 0,8-12-4 15,-8 12-9-15,0 0-24 0,0 0-35 0,0 0-33 16,0 0-35-16,0 0-33 0,18-8-19 0,-18 8-26 15,0 0-13-15,0 0-14 0,0 0-15 0,0 0-18 16,37 23-19-16,-37-23-13 0,15 16-28 0,-6-6-151 16,-9-10 0-16,10 20 0 0,-5-9 0 0,-5-11 0 15,4 21 0-15,-4-21 0 0,0 22 0 0,0-22 0 16,-5 21 0-16,5-21 0 0,-6 16 0 0,6-16 0 16,-12 16 0-16,3-7 0 0,9-9-296 0,-16 13-91 15,16-13-63-15,-21 13-59 0,21-13-57 0,-18 10-432 16,18-10-1080-16,0 0 478 0</inkml:trace>
  <inkml:trace contextRef="#ctx0" brushRef="#br0" timeOffset="362048.7011">22092 18383 193 0,'0'0'325'0,"0"0"-16"0,0 0-7 16,0 0-11-16,0 0-14 0,0 0-3 0,0 0-12 15,0 0-26-15,0 0-19 0,0 0-25 0,0 0-12 16,0 0 0-16,0 0-8 0,0 0-1 0,0 0-15 16,0 0 1-16,0 0-21 0,0 0-10 0,0 0-11 15,0 0-5-15,0 0-15 16,0 0-13-16,26 39-9 0,-26-39-3 0,1 13 5 0,-1-13-18 0,0 0-8 0,4 16-4 0,-4-16-3 16,0 0-4-16,0 0-5 0,0 0-1 0,6 15 3 15,-6-15-11-15,0 0 4 0,0 0 3 0,0 0-10 16,0 0 1-16,0 0 0 0,0 0-1 0,0 0-1 15,0 0 5-15,0 0 12 0,45-26 6 16,-45 26 6-16,17-12 5 0,-17 12-12 0,14-7-1 16,-14 7-3-16,0 0-10 0,20-8-4 0,-20 8-1 15,0 0-7-15,0 0-24 0,37 4-44 0,-37-4-50 16,0 0-64-16,0 0-53 0,31 13-88 0,-31-13-104 16,9 8-332-16,-9-8-802 0,0 0 354 0</inkml:trace>
  <inkml:trace contextRef="#ctx0" brushRef="#br0" timeOffset="362694.4339">24964 18284 300 0,'0'0'347'0,"0"0"-6"0,0 0 7 0,0 0 5 16,0 0-10-16,0 0 0 0,0 0-9 0,0 0-10 16,0 0-24-16,18 15-21 0,-18-15-26 0,0 0-26 15,0 0-24-15,0 0-15 0,0 0-24 0,16 10-16 16,-16-10-16-16,0 0-14 0,12 12-13 0,-12-12-8 16,0 0-14-16,8 14-6 0,-8-14-7 0,0 0-15 15,6 18-23-15,-6-18-16 0,0 0-14 0,0 0-5 16,0 0 5-16,1 15-1 0,-1-15 0 0,0 0 5 15,0 0 2-15,0 0-2 0,0 0-1 0,0 0-2 16,0 0 0-16,0 0 6 0,0 0 14 0,0 0 6 16,0 0 0-16,0 0 1 0,0 0 5 0,31-33 2 15,-31 33-6-15,0 0-2 0,19-11-5 0,-19 11-4 16,0 0-3-16,23-7 0 0,-23 7-2 0,0 0-6 16,0 0-20-16,31 0-44 0,-31 0-39 0,0 0-44 15,0 0-56-15,0 0-48 0,32 7-57 0,-32-7-72 16,0 0-68-16,0 0-249 0,0 0-745 0,31 3 330 15</inkml:trace>
  <inkml:trace contextRef="#ctx0" brushRef="#br0" timeOffset="363318.6519">28751 18174 32 0,'0'0'367'0,"0"0"-11"0,0 0-9 16,0 0-13-16,0 0 3 0,0 0-2 0,0 0-17 16,0 0-5-16,0 0-18 0,0 0-24 0,0 0-20 15,0 0-24-15,0 0-26 0,0 0-21 0,0 0-22 16,0 0-14-16,0 0-18 0,0 0-8 16,0 0-11-16,0 0-13 0,0 0-10 0,0 0-9 15,11 26-7-15,-11-26-5 0,0 0-7 0,0 0-3 0,0 0-8 16,0 0-3-16,0 0-6 0,0 0-3 0,-9 23 1 15,9-23-5-15,0 0-3 0,0 0-5 0,0 0 2 16,0 0 1-16,0 0-2 0,0 0-16 0,0 0-4 16,0 0-10-16,0 0 5 0,0 0-4 15,0 0-8-15,0 0-1 0,0 0 3 0,62-18-7 16,-62 18 3-16,0 0 2 0,25-6-16 0,-25 6-14 16,0 0-17-16,27-4-14 0,-27 4-27 0,0 0-29 15,0 0-37-15,33 1-46 0,-33-1-55 0,0 0-88 16,0 0-322-16,0 0-737 0,31 0 327 0</inkml:trace>
  <inkml:trace contextRef="#ctx0" brushRef="#br0" timeOffset="364099.9112">32406 17983 160 0,'0'0'380'0,"0"0"-28"16,0 0-21-16,0 0-26 0,0 0-12 0,0 0-16 16,0 0-2-16,0 0-17 0,0 0-15 0,0 0-3 15,0 0-10-15,0 0-6 0,0 0-14 0,0 0-10 16,0 0-7-16,1 10 1 0,-1-10 1 16,0 0-1-16,0 10-4 0,3-5-6 0,-2 0-8 15,-1-5-12-15,0 9-7 0,1-4-19 0,3 0-11 16,-4 0-9-16,0-5-17 0,0 9-5 0,0-5-14 15,0-4-5-15,1 6-12 0,-1-6-3 0,0 0-3 16,0 0-2-16,-1 5-6 0,1-5-3 0,0 0 0 16,0 0 0-16,0 0-6 0,4 3 3 0,-4-3-5 15,0 0-6-15,0 0-6 0,0 0-3 0,18-6-2 16,-7 2-4-16,-4 4-18 0,4-1 6 0,3 1-3 16,-4 0 8-16,2-2-4 0,-1 4-3 0,2-1-5 15,0 3 0-15,1-1 5 0,-1 1-2 0,0 4-6 16,-2-4-42-16,-2 1-55 0,1 3-65 0,-2-5-71 15,-3 2-89-15,0-3-113 0,-5-2-528 0,0 0-1045 16,0 0 462-16</inkml:trace>
  <inkml:trace contextRef="#ctx0" brushRef="#br0" timeOffset="365257.806">21749 18566 399 0,'0'0'453'0,"0"0"-16"16,0 0-2-16,5-24-9 0,-5 24-18 0,0 0-16 16,0 0-23-16,0 0-31 0,0 0-27 0,0 0-29 15,0 0-22-15,0 0-23 0,0 0-14 0,0 0-21 16,0 0-5-16,0 0 0 0,0 0-2 0,0 0 2 15,0 0-10-15,-50 38 8 0,42-22 6 0,3 1-10 16,-1 2 5-16,-1 5-52 0,1 1-7 0,-3 0-4 16,4 2-4-16,2-2-4 0,-1 0-7 0,3 0-10 15,-3-5-9-15,4 1-6 0,-1-1-12 16,-3-1-9-16,0 1-48 0,-2-2-24 0,2 0 0 16,4 0 0-16,-5-1 0 0,-1-1 0 0,0-5 0 0,6-11 0 15,-8 21 0-15,8-21 0 0,-9 13 0 0,9-13 0 16,0 0 0-16,-7 16 0 0,7-16 0 0,0 0 0 15,0 0-35-15,0 0-155 0,0 0-43 0,0 0-36 16,0 0-40-16,0 0-21 0,0 0-32 16,0 0-27-16,0 0-24 0,0 0-35 0,0 0-15 15,0 0-329-15,0 0-858 0,0 0 380 0</inkml:trace>
  <inkml:trace contextRef="#ctx0" brushRef="#br0" timeOffset="365523.3783">21394 18924 124 0,'0'0'303'16,"0"0"13"-16,0 0 10 0,-28-13 7 0,28 13 6 16,0 0 23-16,-15-8 17 0,15 8 13 0,0 0 1 0,0 0 2 15,0 0-6-15,-13-9-6 0,13 9-13 0,0 0-10 16,0 0-31-16,0 0-18 0,0 0-29 16,0 0-24-16,0 0-19 0,0 0-20 0,30-25-13 15,-15 17-21-15,-15 8-18 0,40-8-16 0,-17 4-16 16,2-1-14-16,2-1-11 0,4 2-11 0,-3 0-10 15,-7 0-11-15,10-1-52 0,-3 3-52 0,-1-2-34 16,3 0-38-16,-30 4-50 0,52-5-56 0,-32 4-51 16,-20 1-46-16,38-4-44 0,-38 4-53 0,26 0-71 15,-26 0-92-15,0 0-323 0,31-1-958 0,-31 1 423 16</inkml:trace>
  <inkml:trace contextRef="#ctx0" brushRef="#br0" timeOffset="366088.4408">21999 18860 283 0,'0'0'299'0,"0"0"-17"0,0 0-15 0,0 0-16 15,0 0-12-15,0 0-13 0,0 0-18 0,0 0-8 16,0 0 0-16,0 0-11 0,0 0-1 0,0 0-3 15,0 0-3-15,0 0 5 0,0 0-8 0,0 0-4 16,0 0-3-16,0 0-7 0,0 0-6 0,0 0-11 16,0 0-18-16,0 0-7 0,0 0-15 0,0 0-10 15,0 0-11-15,0 0-11 0,0 0-9 0,0 0-5 16,0 0-4-16,0 0-9 0,0 0 0 0,0 0-2 16,0 0 4-16,0 0 12 0,0 0-7 0,0 0-1 15,0 0-1-15,0 0 0 0,8 19-4 16,-8-19 2-16,0 0-1 0,37-1-3 0,-37 1-5 15,0 0 0-15,38-6-4 0,-38 6 3 0,23-5-5 16,-23 5-3-16,0 0 2 0,27-9 6 0,-27 9 4 16,0 0-1-16,14-9 3 0,-14 9-3 0,0 0 2 15,7-13 2-15,-7 13-2 0,0 0 3 0,0 0 2 16,0 0 4-16,-8-23 2 0,8 23 3 0,0 0 5 16,-22-10-9-16,22 10-4 0,0 0-8 0,-23-5-8 15,23 5-3-15,0 0-2 0,-37 1-4 0,37-1 0 16,0 0-3-16,-34 7-2 0,34-7 1 0,-19 13-7 15,19-13 0-15,-20 14-2 0,10-7-4 0,10-7-2 16,-15 15 4-16,15-15 1 0,-13 16 0 0,6-7-5 16,7-9-2-16,0 0 0 0,-10 19 1 0,10-19-2 15,0 0 0-15,-5 18 2 0,5-18-3 0,0 0 10 16,15 17-11-16,-15-17 4 0,16 10-10 0,-16-10-25 16,28 7-21-16,-28-7-30 0,38 5-27 0,-19-5-36 15,-19 0-26-15,0 0-38 0,55-4-42 0,-27-1-34 16,-11 2-45-16,-17 3-51 0,33-9-56 0,-14 3-62 15,-19 6-257-15,32-8-812 0,-19 3 359 0</inkml:trace>
  <inkml:trace contextRef="#ctx0" brushRef="#br0" timeOffset="366588.4168">22348 18899 46 0,'0'0'347'0,"0"0"-8"16,0 0-20-16,0 0-10 0,0 0-17 0,0 0-21 15,0 0-12-15,0 0-12 0,0 0-10 16,0 0-17-16,0 0-9 0,0 0-11 0,0 0-12 16,0 0-8-16,0 0-11 0,0 0-11 0,0 0-3 15,0 0-6-15,0 0-7 0,0 0-8 0,0 0-10 16,0 0-7-16,0 0-14 0,0 0-3 0,19-16-12 15,-19 16-3-15,0 0-6 0,26-7-6 0,-26 7-9 16,24-6-4-16,-24 6-6 0,24-9-6 0,-24 9-4 16,28-12-2-16,-15 5-6 0,-13 7-4 0,23-11-2 15,-23 11-4-15,14-9 2 0,-14 9 3 16,13-10-1-16,-13 10-5 0,0 0 2 0,9-13-1 16,-9 13-4-16,0 0 0 0,0 0 5 0,0 0 9 0,0 0-5 15,0 0-3-15,-27-20 1 0,27 20-4 0,0 0 0 16,-31 0-4-16,31 0-2 0,0 0-5 15,-37 15 4-15,21-8-3 0,2 3-1 0,14-10-3 16,-21 19 0-16,11-9 2 0,1 1-6 0,9-11 1 16,-13 16 0-16,13-16 1 0,-7 17-1 0,7-17 1 15,-3 13 0-15,3-13-9 0,0 0 7 0,0 0 0 16,10 24 1-16,-10-24-12 0,12 7-22 0,-12-7-18 16,16 9-16-16,-16-9-42 0,25 5-14 0,-25-5-31 15,32 2-13-15,-32-2-31 0,35-4-19 0,-35 4-37 16,40-7-34-16,-22 1-27 0,1 1-15 0,-19 5-47 15,35-13-266-15,-19 5-689 0,1-1 304 0</inkml:trace>
  <inkml:trace contextRef="#ctx0" brushRef="#br0" timeOffset="366963.3427">22730 18831 67 0,'0'0'234'0,"0"0"-1"16,0 0 1-16,0 0-2 0,0 0-2 0,0 0-8 15,0 0-5-15,0 0 3 0,0 0-6 0,27-12 0 16,-27 12 3-16,0 0-12 0,0 0-6 0,0 0 6 16,13-9-26-16,-13 9-6 0,0 0-11 15,0 0-21-15,0 0-9 0,24-7-12 0,-24 7-13 16,0 0-10-16,0 0-7 0,0 0-14 0,0 0-11 16,40 14-2-16,-40-14 1 0,14 9-16 0,-14-9-5 15,11 15-2-15,-11-15-2 0,7 13-6 0,-7-13 2 16,3 16-7-16,-3-16 0 0,0 0-2 0,-3 18-9 15,3-18 5-15,0 0 4 0,-16 18-4 0,16-18-4 16,-21 11-2-16,21-11 3 0,-27 9-1 0,27-9 5 16,-35 1-5-16,35-1-3 0,-32 0 2 15,32 0 2-15,0 0 2 0,-37-8-5 0,37 8-6 0,-19-11 1 16,19 11 3-16,-8-13-7 0,8 13 2 16,-4-19-2-16,4 19-6 0,4-21-23 0,-4 21-32 15,8-20-20-15,-8 20-38 0,15-18-37 0,-6 7-38 16,-9 11-31-16,19-12-34 0,-19 12-44 0,23-13-34 15,-23 13-268-15,17-8-648 0,-17 8 288 0</inkml:trace>
  <inkml:trace contextRef="#ctx0" brushRef="#br0" timeOffset="367291.9034">22804 18626 103 0,'0'0'333'0,"5"-27"16"0,-5 27 6 15,3-14 12-15,-3 14 17 0,0 0 23 16,5-18 17-16,-5 18 14 0,0 0 9 0,0 0-20 16,3-15-18-16,-3 15-23 0,0 0-18 0,0 0-31 15,0 0-33-15,0 0-38 0,0 0 5 0,0 0-5 16,0 0-25-16,0 0-17 0,0 0-18 0,0 0-18 16,-20 45-17-16,17-28-16 0,0 1-17 0,-2 1-10 15,4-1-29-15,-6 1-99 0,3 2 0 0,2-2 0 16,-3-1 0-16,2-1 0 0,-1-2 0 0,4-15 0 15,-1 23 0-15,1-23 0 0,0 21 0 0,0-21 0 16,-1 20 0-16,1-20 0 0,0 0 0 0,5 20 0 16,-5-20 0-16,0 0-279 0,11 14-87 15,-11-14-50-15,0 0-56 0,17 8-48 0,-17-8-43 16,0 0-367-16,0 0-1006 0,35-3 445 0</inkml:trace>
  <inkml:trace contextRef="#ctx0" brushRef="#br0" timeOffset="368041.7064">22883 18487 73 0,'0'0'172'0,"0"0"-27"0,0 0-25 16,0 0-33-16,0 0-21 0,0 0-16 0,0 0-9 16,0 0-30-16,0 0-9 0,0 0-11 0,0 0-15 15,0 0 5-15,0 0 5 0,0 0 7 16,0 0 0-16,0 0 26 0,0 0 17 0,0 0 16 16,0 0 25-16,0 0 20 0,0 0 18 0,-32-8 22 15,32 8 18-15,0 0 15 0,0 0 15 0,0 0 14 16,0 0 16-16,0 0 25 0,-9-15 15 0,9 15 6 15,0 0 9-15,0 0 14 0,0 0 9 0,-7-13 3 16,7 13 2-16,0 0-16 0,0 0 8 0,0 0-14 16,-5-16-15-16,5 16-25 0,0 0-21 0,0 0-32 15,0 0-13-15,14-18-28 0,-14 18 6 0,22-11-9 16,-3 5 8-16,1 0-17 0,-1-1 5 16,8 3-12-16,-4 1-15 0,4-1-4 0,-27 4-5 15,41-7-11-15,-22 5-10 0,-19 2-10 0,36-4-4 16,-36 4 1-16,23-3-5 0,-23 3-6 0,0 0-10 15,0 0-18-15,30-4-9 0,-30 4 19 0,0 0-8 16,0 0-5-16,0 0-12 0,0 0-11 0,0 0 0 16,0 0 0-16,0 0 0 0,0 0 0 0,30 7 0 15,-30-7 0-15,0 0 0 0,0 0 0 0,0 20 0 16,0-20 0-16,0 16 0 0,0-16 0 0,-4 21 0 16,4-21 0-16,-4 28 0 0,4-12 0 0,0 3 0 15,-1 10 0-15,6-4 0 0,-9 7 0 0,4 0 0 16,4 1 0-16,-3 1 0 0,-2-1 0 0,1 0 0 15,4-1 0-15,-4-1 0 0,1-2 0 0,-1-2 0 16,0-1 0-16,-1-2 0 0,-2-5 0 0,3-6 0 16,0-13 0-16,0 25 0 0,0-25 0 0,0 20 0 15,0-20 0-15,-1 15 0 0,1-15 0 16,0 0 0-16,0 0 0 0,0 21 0 0,0-21 0 16,0 0 0-16,0 0 0 0,0 0 0 0,0 0 0 15,0 0 0-15,-4 16 0 0,4-16 0 0,0 0 0 16,0 0 0-16,0 0 0 0,0 0 0 0,0 0 0 15,0 0 0-15,0 0 0 0,0 0 0 0,-22 3 0 16,22-3 0-16,0 0 0 0,0 0 0 0,-47-3 0 16,47 3 0-16,-33-3 0 0,33 3 0 0,-37 4 0 15,37-4 0-15,-37 4 0 0,15-3 0 0,22-1 0 16,-34 6-465-16,34-6-823 0,-32 1-1395 0,32-1 617 16</inkml:trace>
  <inkml:trace contextRef="#ctx0" brushRef="#br0" timeOffset="375848.929">1301 15251 188 0,'0'0'224'16,"0"-4"0"-16,0 4 1 0,0 0-3 0,-3-5-3 15,3 5-4-15,0 0 2 0,0-6 0 0,0 6-7 16,0 0-11-16,0 0 10 0,-1-4-7 0,1 4 12 16,-3-6 4-16,3 6 5 0,0 0 0 0,0 0 9 15,-1-3 4-15,1 3 0 0,0 0 1 0,0 0-4 16,0 0-8-16,0 0-1 0,-4-3-8 0,4 3-11 16,0 0-11-16,0 0-8 0,0 0-14 0,0 0-12 15,0 0-16-15,0 0 4 0,0 0-13 0,0 0-15 16,0 0 7-16,0 0-10 0,0 0-9 0,0 0-7 15,0 0-8-15,0 0-17 0,0 0-8 0,0 0-5 16,0 0 17-16,0 0 11 0,0 13 9 0,0-7 10 16,0 5-5-16,0-1-105 0,1 7 0 0,-1 1 0 0,4 10 0 15,-4-4 0-15,0-5 0 0,3 8 0 0,-2-1 0 16,-1 0 0-16,4 2 0 0,-4-1 0 16,0 4 0-16,1-3 0 0,-1 1 0 0,-1-1 0 15,1 1 0-15,-1 1 0 0,-2-3 0 0,-1-2 0 16,0 0 0-16,3 2 0 0,-3-4 0 0,4-5 0 0,-1 0 0 15,-2-6 0-15,2 5 0 0,0-5 0 16,2-3 0-16,-1 2 0 0,0-5 0 0,0 1 0 0,-1-1 0 16,1-1 0-16,0 1 0 0,-4-1 0 0,4 0 0 15,0-1 0-15,0 0 0 0,0-4 0 16,0 7 0-16,0-7 0 0,0 0 0 0,0 0 0 16,0 2 0-16,0-2 0 0,0 0 0 0,0 0 0 0,0 0 0 15,0 0 0-15,0 0 0 0,-1 5 0 0,1-5 0 16,0 0 0-16,0 0 0 0,0 0 0 0,0 0 0 15,6-18 0-15,-5 11-538 0,-1-2-738 0,4-1-1382 16,0-2 611-16</inkml:trace>
  <inkml:trace contextRef="#ctx0" brushRef="#br0" timeOffset="376365.1217">1108 15288 47 0,'-4'-9'381'16,"0"5"-8"-16,0-3 8 0,-1 0-18 0,0 0-11 15,1 0-3-15,0 1 1 0,-1 1 4 0,1 0-4 16,-1-1-4-16,3 2-3 0,-2-1-9 0,0 0-9 15,0 0-9-15,3 1-8 0,-3-1-8 0,4 1-11 16,-4 1-18-16,4 0-14 0,-3-2-11 0,3 5-9 16,-1-6-15-16,1 4-19 0,0 2-25 0,4-8-14 15,-3 5-18-15,7-3-17 0,1-1-11 0,4 2-15 16,0-2-47-16,3 0-56 0,3-1 0 0,3 4 0 16,7-4 0-16,2 5 0 0,1 2 0 0,1-1 0 15,6 1 0-15,1 1 0 0,0 1 0 0,-4 4 0 16,1-2 0-16,-4 4 0 0,-2 1 0 0,-11-3 0 0,1 3 0 15,-6 2 0-15,-3-3 0 0,-1 4 0 16,-2 2 0-16,-4-2 0 0,-1 5 0 0,-8 1 0 16,-1 2 0-16,-5 4 0 0,-12 0 0 0,4 1 0 15,-6 4 0-15,-4-3 0 0,-3-4 0 0,-9 12 0 16,10-12 0-16,0-5 0 0,2 1 0 0,2-2 0 16,5-6 0-16,7-2 0 0,0-2 0 0,4 2 0 15,-1-3 0-15,5-1 0 0,-1 2 0 0,1-5 0 16,2 3 0-16,1-1 0 0,3-2 0 0,0 0 0 15,0 0 0-15,0 0 0 0,0 0 0 0,0 0-232 16,0 0-271-16,15-8-104 0,-9 6-535 0,10-1-1237 16,3 3 548-16</inkml:trace>
  <inkml:trace contextRef="#ctx0" brushRef="#br0" timeOffset="376818.5739">1568 15811 132 0,'0'0'389'0,"-3"-7"-5"0,3 7-7 0,-3-7-19 16,3 7-13-16,0-6-12 0,0 2-9 0,0 4-14 15,-1-7-15-15,1 4-14 0,1 0-14 0,2-1-24 16,-3 4-15-16,3-6-15 0,-2 3-19 0,4 0-13 15,-2 1-12-15,2 0-9 0,0-1-16 0,0 2-4 16,3 0-4-16,-3-1-9 0,2 1-6 0,5 1-3 16,-4-1-14-16,-1 2-2 0,1 0-4 0,2 2-8 15,0 2-5-15,-1-1 0 0,1 0-10 0,-2 1-7 16,0 1-4-16,-3 0-7 0,1 2-6 0,1 1-4 16,-6-2-11-16,-1 1 5 0,0 0-8 0,-1 2 1 15,-3-1-4-15,-4 2 2 0,2-2-1 0,-7 2-3 16,-1-1-2-16,0-1-4 0,-3 1 3 0,-1-3-2 15,1 0 3-15,-1-3 12 0,0 2 22 16,5-5 24-16,4 0 35 0,-1-1 17 0,2-1 12 0,-2-3-1 16,1 1-2-16,0-3-113 0,5 0-32 0,-1-4 0 15,0-1 0-15,4-1 0 0,2-1 0 0,0 1 0 16,7-5 0-16,-3 2 0 0,4-2 0 16,0 2 0-16,5 4-144 0,-1 0-186 0,5 1-84 15,-2 2-101-15,15-3-106 0,-9 5-408 0,7 2-1113 16,0-2 494-16</inkml:trace>
  <inkml:trace contextRef="#ctx0" brushRef="#br0" timeOffset="377444.3044">1959 15751 212 0,'-4'-6'517'0,"4"1"12"15,-1-1 2-15,-2 2-14 0,1-3-11 0,-1 3-29 0,3 0-23 16,0 4-21-16,-4-9-17 0,0 7-25 0,4 2-27 16,-2-4-26-16,2 4-26 0,-3-3-33 15,3 3-29-15,0 0-32 0,0 0-21 0,0 0-13 16,0 0-20-16,0 0-11 0,-5 13-13 0,5-7-10 16,0 0-12-16,-4 2-11 0,4-1-15 0,-1 3-8 15,0-1-15-15,1 0-60 0,0 1-9 0,-3 1 0 0,3 0 0 16,-4-3 0-16,4 3 0 0,-1-2 0 15,1-4 0-15,-3 3 0 0,2 0 0 0,1-3 0 16,0 0 0-16,0 1 0 0,0-6 0 0,0 5 0 16,0-2 0-16,0-3 0 0,1 3 0 0,-1-3 0 15,0 0 0-15,0 0 0 0,0 0 0 0,8-6 0 16,-4 3 0-16,1-4 0 0,0 1 0 0,0-1 0 16,-1 1 0-16,5-2 0 0,-5 5 0 0,2-4 0 15,-2 2-2-15,0 2 3 0,1 0 0 0,-1 0-1 16,-4 3 0-16,10-5 0 0,-4 4 0 0,-6 1-6 15,13 1 6-15,-6 2 2 0,0-1-4 0,0 3 8 16,-1-3-6-16,1 4-1 0,1 2 2 0,0-2-1 16,-2 0 0-16,2 2 0 0,-1-1 0 0,1 0 0 0,0 0 0 15,-4 0 0-15,1-2 0 0,0-2-26 16,0 0 5-16,-1 0 6 0,0 1-1 0,-4-4 12 16,4 3 0-16,-4-3 9 0,0 0 5 0,0 0 4 15,0 0 12-15,10-8 5 0,-7 2-31 0,0-4 0 16,0 1 0-16,1-7 0 0,-3-2 0 0,2 1 0 15,-3-2 0-15,1 0 0 0,-2 1 0 0,2 0 0 16,0 2 0-16,-2 3 0 0,1 1 0 0,0 1 0 16,0 2 0-16,-1-2 0 0,-2 6 0 0,3 0 0 15,0-1 0-15,0 0 0 0,0 6 0 0,-1-2 0 16,1 2 0-16,0 0 0 0,0 0 0 0,0 0 0 16,0 0 0-16,0 0 0 0,5 15 0 0,0-6-49 15,3 2-345-15,-4-2-76 0,3 1-69 0,1-1-76 16,0 0-406-16,2-1-1106 0,-3 1 490 0</inkml:trace>
  <inkml:trace contextRef="#ctx0" brushRef="#br0" timeOffset="378289.9666">2333 15804 224 0,'0'0'382'0,"0"-7"5"15,0 7 2-15,4-4-5 0,-4 4-11 0,0 0-20 16,0-6-5-16,0 6-13 0,0 0-12 0,0 0-17 15,0 0-18-15,-4-8-19 0,4 8-17 0,0 0-24 16,-3-4-16-16,3 4-18 0,0 0-21 0,0 0-17 16,0 0-17-16,0 0-16 0,0 0-14 0,0 0-12 15,0 0-9-15,0 0-3 0,0 0-11 0,0 0-8 16,0 0-2-16,0 0-8 0,0 0-7 0,0 0 3 16,0 0-3-16,20 8-7 0,-20-8-2 0,11 0 1 15,-11 0-6-15,13-1-1 0,-4-2-5 0,4 1 2 16,-3-2 1-16,-4 0 3 0,2-1 6 0,0-1-3 15,-2 3 6-15,-1-3-2 0,2 1-2 0,-1 0 0 16,-4 0-6-16,2 1 3 0,0-3-5 0,-3 4-10 16,1-2 11-16,-2 5-5 0,0-8-1 0,0 8 1 15,-7-5-4-15,5 3-12 0,2 2 12 0,-9-3-4 16,9 3-2-16,0 0-11 0,-18 3 5 0,13 1-3 16,0-1 1-16,-4 4-1 0,1 1-2 0,-1 0-1 15,-1-1 0-15,5 2 0 0,1 2 0 0,-4 0-1 16,3 1 2-16,1-3-5 0,1 2 2 0,0 1-6 15,2-1-12-15,2-3 0 0,-1 4 5 16,4-4-2-16,-4 4 2 0,6-3 0 0,3 0 0 0,0 0 6 16,3-1-1-16,2 0-2 0,-3-2 5 0,2-1-4 15,1-2 4-15,0 0 1 0,-2-1 2 0,0-1 6 16,1-1 6-16,-1-2 17 0,-1-2 7 0,2-2 12 16,-4 0 12-16,1 0 1 0,-1-2 3 15,-1 0-8-15,-6-2-9 0,6 1-2 0,-7-2-4 0,2 0 0 16,-6 0-3-16,3 3-4 0,0-2-24 0,-1 4-12 15,-2 0 0-15,1 0 0 0,-2 1 0 0,0 1 0 16,4 4 0-16,-1-6 0 0,1 6 0 0,-4-4 0 16,4 4 0-16,0 0 0 0,0 0 0 0,0 0 0 15,-4-4 0-15,4 4 0 0,0 0 0 16,0 0 0-16,0 0 0 0,0 0 0 0,0 0 0 0,0 0 0 16,0 0 0-16,26 2 0 0,-26-2 0 0,14-1 0 15,-4 0 0-15,2 0 0 0,-3-1 0 0,1 2 0 16,-1-3 0-16,-2 3 0 0,4-1 0 0,-4-2 0 15,-7 3 0-15,14 0 0 0,-14 0 0 0,13 3 0 16,-7-2 0-16,-6-1 0 0,13 5 0 0,-8-3 0 16,2 2 0-16,-3 0 0 0,-1 0 0 0,1 1 0 15,0-3 0-15,0 3 0 0,-3 1 0 0,1 0 0 16,0 0 0-16,-2 3 0 0,0-5 0 0,0 3 0 16,0 1 0-16,0 1 0 0,-2-2 0 0,2 0 0 15,-2-1 0-15,2 0 0 0,-1 0 0 0,1-2 0 16,-3 3 0-16,2-1 0 0,1-6 0 0,1 7 0 15,-1-7 0-15,0 5 0 0,0-5 0 0,0 6 0 16,0-6 0-16,3 3 0 0,-3-3 0 0,5 2 0 16,-5-2 0-16,10 0 0 0,-10 0 0 0,0 0 0 15,21-5-31-15,-11 0-96 0,-1 0-40 0,-1 1-54 16,3-3-60-16,1 2-76 0,-3-1-82 0,1 2-82 16,0-1-488-16,2-3-1091 0,0 4 483 0</inkml:trace>
  <inkml:trace contextRef="#ctx0" brushRef="#br0" timeOffset="378555.5349">3134 15806 339 0,'0'-4'559'0,"0"4"21"0,-1-9-3 0,2 4-15 16,-1 5-26-16,0 0-31 0,0-11-27 0,0 7-41 0,0 4-43 15,3-7-37-15,0 4-33 0,-3 3-43 0,6-5-25 16,-1 3-26-16,0 0-23 0,-5 2-35 0,16-3-38 16,-9 2-44-16,-7 1-35 0,15 1-37 0,-7-1-36 15,4 3-36-15,-6-2-42 0,2 1-50 16,-3 0-28-16,-5-2-40 0,10 3-39 0,-6-1-36 16,1 2-29-16,-5-4-23 0,0 0-38 0,0 7-39 0,0-7-315 15,0 0-792-15,-6 7 351 0</inkml:trace>
  <inkml:trace contextRef="#ctx0" brushRef="#br0" timeOffset="378805.491">3123 15876 19 0,'-3'4'259'0,"3"-4"40"15,0 0 31-15,0 0 31 0,0 9 29 0,0-9 25 16,0 0 18-16,0 5 6 0,0-5 0 0,0 0-3 0,0 0-2 16,0 0-8-16,0 0-12 0,18-1-11 0,-18 1-16 15,13-3-41-15,-4 1-27 0,0-2-26 16,1 2-31-16,-2 1-22 0,2-1-33 0,-4-1-16 15,2 0-20-15,-8 3-18 0,14-1-28 0,-6 1-125 16,-8 0 0-16,10-3 0 0,-2 2 0 0,-8 1 0 16,0 0-113-16,10-3-41 0,-10 3-43 0,0 0-41 0,0 0-42 15,0 0-56-15,0 0-69 0,0 0-83 16,0 0-109-16,0 0-301 0,0 0-971 0,0 0 430 16</inkml:trace>
  <inkml:trace contextRef="#ctx0" brushRef="#br0" timeOffset="379868.5042">4286 15531 246 0,'0'-4'350'16,"4"1"10"-16,-3-2 29 0,3-1-19 0,-4 2 7 0,2 0 4 15,1-2 3-15,-2 0-1 0,-1 2 4 0,3-3-6 16,-3 0-8-16,1 2-1 0,-1 0-9 0,0-1-14 15,0 4-3-15,0 2-17 0,0-6-17 16,0 2-19-16,0 4-21 0,0-6-24 0,0 6-29 0,0 0-22 16,0-4-34-16,0 4-11 0,0 0-11 0,0 0-87 15,0 0-54-15,4 14 0 0,-4-4 0 0,0-1 0 16,1 2 0-16,2 5 0 0,-3-1 0 16,1 2 0-16,-1 1 0 0,0 0 0 0,3-1 0 0,-2 3 0 15,-1 0 0-15,-1-3 0 0,1 4 0 0,-3-4 0 16,2 1 0-16,1-3 0 0,-3-3 0 0,2 0 0 15,1-2 0-15,0-3 0 0,0 0 0 0,0-1 0 16,0-1 0-16,0 0 0 0,0-5 0 0,0 5 0 16,0-3 0-16,0-2 0 0,0 0 0 0,9-8 0 15,-1 0 0-15,-5 0 0 0,8-6 0 0,-6 3 0 16,5-2 0-16,-1-2 0 0,0 0 0 0,-3 5 0 16,2-3 0-16,-1 6 0 0,1-3 0 0,-1 3 0 15,-2-3 0-15,-1 4 0 0,2 2 0 0,-1 0 0 16,-1 1 0-16,1 2 0 0,3 0 0 0,-2 1 0 15,-6 0 0-15,10 3 0 0,-5 0 0 0,1 1 0 16,-3 0 0-16,6 1 0 0,-4 1 0 0,3 3 0 16,-4-2 0-16,2 2 0 0,3 0 0 0,-4 0 0 15,3-1 0-15,1 2 0 0,0-3 0 0,-1 0 0 16,-2 2 0-16,3-4 0 0,-2 1 0 0,3 0 0 16,-5-2 0-16,4 0 0 0,-3-1 0 0,-1-1 0 15,1-2 0-15,2 0 0 0,-8 0 0 0,14-3 0 16,-6-2 0-16,0-1 0 0,-2-2 0 0,0-2 0 15,2 0 0-15,-2-5 0 0,0-2 0 0,0 0 0 16,-2-1 0-16,2-7 0 0,-2 6 0 0,-2-2 0 16,2-3 0-16,0 6 0 0,0-2 0 0,-4 2 0 15,1 4 0-15,-1 3 0 0,4 0 0 0,-4 3 0 0,0 0 0 16,1 2 0-16,-1 0 0 0,3 1 0 0,-3 2 0 16,1-1 0-16,-1-2 0 0,0 6 0 15,0-5 0-15,0-1 0 0,0 6 0 0,0 0 0 16,0 0 0-16,0 0 0 0,0 0 0 0,0 0 0 0,0 15 0 15,0-9 0-15,1 0 0 0,2 3 0 0,1 1 0 16,-3 1-282-16,3 0-258 0,-3 2-54 16,6 1-43-16,-6-2-386 0,4 0-1109 0,0-2 490 15</inkml:trace>
  <inkml:trace contextRef="#ctx0" brushRef="#br0" timeOffset="380244.551">4879 15647 138 0,'0'0'361'0,"7"-2"19"16,-7 2 23-16,4-2-6 0,-2-2-4 0,0 1-5 16,0-1-7-16,0 1-15 0,-2 3-15 0,4-6-18 0,-3 2-24 15,3 1-21-15,-4 3-25 0,4-4-21 0,2 1-23 16,-2 2-26-16,1 0-6 0,-5 1-16 0,11-1-13 16,-3 2-8-16,0 1-16 0,1 1-10 15,-1-1-7-15,2 2-9 0,-1 2-14 0,-4 0-7 16,4 2-11-16,-4-1-4 0,0 4-6 0,-1-4-7 0,0 5-1 15,-3-6-9-15,0 7-10 0,-2-3 4 0,-4-1-4 16,1 1-1-16,-6-1-1 0,4 0-9 0,-3 0-4 16,-3-3-3-16,-3 3 3 0,-6-4-2 15,5 0-1-15,3-3 4 0,0 1 32 0,1-3 20 0,1 0 23 16,3-3 9-16,1 2 3 0,-1-3-2 0,2-3-5 16,1-1-60-16,2-2-45 0,-1 2 0 0,4-3 0 15,3-2 0-15,-3 2 0 0,4-1 0 0,1 1 0 16,1-2 0-16,-1 5 0 0,4-3 0 15,0 1 0-15,1 3 0 0,3 1-193 0,-4 2-82 0,5-2-57 16,-4 4-53-16,7 1-33 0,-7 1-32 0,2 1-37 16,-1 0-27-16,-2 2-343 0,-1-1-927 0,-3 1 411 15</inkml:trace>
  <inkml:trace contextRef="#ctx0" brushRef="#br0" timeOffset="380900.6569">5040 15663 42 0,'0'0'292'0,"0"0"14"15,0 0 18-15,0 0 11 0,6-12 6 0,-3 10-11 16,-3 2-1-16,4-5-2 0,-2 3-3 0,1-2-8 16,-2 0-13-16,-1 4-15 0,5-4-15 0,0 3-28 15,0-2-10-15,1 2-19 0,-1-1-12 0,-5 2-22 16,14 1-11-16,-5 0-15 0,0 1-16 0,3 2-10 16,-1-1-12-16,0 2-9 0,-1 1-13 0,2-1-10 15,-2 4-8-15,-1-3-8 0,0 2-33 0,-4 0-2 16,3-1-6-16,-3 2-3 0,1 0 0 0,-3 0 0 15,-2-2-2-15,-1 3-5 0,0-4 1 0,-3 1 0 16,1-1-3-16,-7 1-3 0,7-1 2 0,-5-1-1 16,2-1 1-16,1-1-2 0,-2 1-2 0,-2-2 3 15,4-2 11-15,4 0 19 0,-6 1 12 0,6-1 11 16,-8-4-4-16,4 1 16 0,4-1-7 0,-1-4-3 16,5-1-8-16,-2-1 2 0,5 1-10 0,-1-2-13 15,7-4 9-15,1 0-10 0,-1 1-9 0,9-5-4 16,1 2-5-16,-3 1-2 0,-5 2 3 0,10-4-3 15,-4 4-10-15,-4 3 8 0,2-1-7 0,-2 2-1 16,-2-3 3-16,-2 3-1 0,5-4-2 0,-5 2 1 16,1 3-1-16,-5 0 2 0,-2 2 6 0,1 0 2 15,-2 2 3-15,-3 0-4 0,2 1-7 0,-4 0 15 16,2-1-10-16,-1 0-8 0,-2 2 5 0,2-2-6 16,-2 5 1-16,-4-7-4 0,0 3 10 0,0 1 8 15,4 3 7-15,-10-6 12 0,6 2 14 0,0 2-13 16,-2-1-43-16,-2 1 0 0,3 1 0 0,0 0 0 15,5 1 0-15,-8-4 0 0,6 2 0 0,2 2 0 16,0 0 0-16,0 0 0 0,-13 6 0 0,12-2 0 16,-4 5 0-16,2 1 0 0,3 3 0 0,-2-2 0 15,-1 6 0-15,3 1 0 0,0 1 0 0,0 2 0 16,-1-1 0-16,2 4 0 0,-1 3 0 0,0-8 0 16,0 6 0-16,0-6 0 0,0 1 0 0,0-2 0 15,-1-2 0-15,1 1 0 0,0 0 0 0,-3-5 0 16,3-2 0-16,0 1 0 0,0-1 0 0,0-3 0 15,-1 0 0-15,-2 1 0 0,3-5 0 0,-1 1 0 16,1 0 0-16,0-4 0 0,-1 7 0 0,1-7 0 16,-3 2 0-16,3-2 0 0,0 0 0 0,0 0-314 0,9-13-265 15,-1 6-79-15,-3-5-449 0,5-4-1199 16,-1 1 530-16</inkml:trace>
  <inkml:trace contextRef="#ctx0" brushRef="#br0" timeOffset="381275.9636">5592 15576 132 0,'4'-4'297'0,"-2"-3"26"0,2 1 37 0,1-2 24 16,-1 4 23-16,0-2 23 0,-1 1 13 0,-2 0 5 16,5 1-2-16,-6-1-5 0,4 2-9 15,-4-1-17-15,4 1-23 0,-3 1-25 0,-1 2-29 16,0 0-25-16,4-5-34 0,-4 5-28 0,0 0-26 16,0 0-19-16,0 0-11 0,0 0-6 0,-10 8-16 0,1-1-13 15,0 2-15-15,0-1-145 0,-4 5 0 0,3 0 0 16,-3-3 0-16,1 4 0 0,1-1 0 15,0-1 0-15,-2 1 0 0,4-4 0 0,1 1 0 16,-1 0 0-16,2-1 0 0,0 0 0 0,1 0 0 16,2-4 0-16,-1 1 0 0,0-1 0 0,5 0 0 0,-1-2 0 15,-2 1 0-15,0 0 0 0,2-2 0 0,1-2 0 16,3 8 0-16,2-4 0 0,1 0 0 16,4 1 0-16,2-1 0 0,6 1 0 0,-3 1 0 15,2 0 0-15,0 0 0 0,0-1 0 0,1 0 0 0,0 1 0 16,0-2 0-16,-5-1 0 0,5 2 0 0,-8-3 0 15,-1 2 0-15,0-2 0 0,-4 0 0 16,0-1 0-16,-1 2 0 0,0-2 0 0,0 2 0 16,-4-3 0-16,5 1 0 0,-5-1 0 0,0 0 0 15,6 1 0-15,-6-1 0 0,0 0 0 0,0 0 0 0,0 0-272 16,0 0-203-16,-14 1-87 0,14-1-91 0,-10 0-386 16,2-2-1124-16,-2-3 497 0</inkml:trace>
  <inkml:trace contextRef="#ctx0" brushRef="#br0" timeOffset="382356.2573">4042 16120 53 0,'0'0'146'0,"0"0"6"0,0 0-8 0,0 0 5 0,6-2 0 16,-6 2-2-16,0 0-10 0,0 0 2 0,9-3-4 15,-9 3 3-15,0 0 8 0,0 0 4 0,0 0 5 16,0 0-5-16,0 0 6 0,0 0 0 0,0 0 4 16,0 0 7-16,-19-2 4 0,19 2 3 0,-6 0 1 15,6 0-2-15,-6-3 4 0,6 3-6 0,0 0 15 16,-6 0-4-16,6 0 0 0,0 0-4 0,-9-1 5 15,9 1-4-15,0 0-6 0,0 0-6 0,0 0-9 16,0 0-17-16,-10 1 2 0,10-1-8 0,0 0-3 16,-8 0-4-16,8 0 5 0,-2 2 8 0,2-2-5 15,0 0 15-15,16 4 3 0,-2-2 6 0,6 2 1 16,9-3 1-16,3 3-1 0,4-8-9 0,19 3-14 16,2-1-2-16,6 0-10 0,2-1-10 0,27 3-12 15,3 1-81-15,-1-5-23 0,8 2 0 0,1-1 0 16,9 0 0-16,-1 1 0 0,7-2 0 0,-5 4 0 15,-1 0 0-15,-9-1 0 0,1-1 0 0,-6 4 0 16,-33-4 0-16,3 2 0 0,-4 0 0 0,-8 2 0 16,-2-1 0-16,-17 0 0 0,0-1 0 0,-5 0 0 15,0 0 0-15,-5 1 0 0,-8-1 0 0,-4 2 0 16,2-2 0-16,-6 2 0 0,-2-4 0 0,-1 4 0 16,0-2 0-16,-2 0 0 0,-6 0 0 0,5 1 0 15,-1 0 0-15,-4-1 0 0,0 0 0 0,8-2-71 16,-8 2-139-16,0 0-33 0,0 0-41 0,0 0-55 15,-9-7-45-15,4 4-62 0,-3 1-31 0,4-1-43 16,-1 1-350-16,0-1-942 0,1-1 417 0</inkml:trace>
  <inkml:trace contextRef="#ctx0" brushRef="#br0" timeOffset="384107.4563">4333 16438 228 0,'0'0'408'0,"4"-4"15"15,-4 4 4-15,5-4 1 0,-5 4-8 0,0-2-14 16,0 2-17-16,0 0-18 0,0 0-8 0,0 0-17 16,4-3-23-16,-4 3-21 0,0 0-23 0,0 0-23 15,0 0-23-15,0 0-18 0,0 0-13 0,0 0 7 16,0 0 5-16,-4 13-3 0,4-5-9 0,0 2 2 16,0 3 0-16,0-1-9 0,0 4-8 0,4 2 0 15,-4 0-16-15,0 1-6 0,3 1-142 0,-2-2-23 16,1 1 0-16,1 1 0 0,-3-1 0 0,0 0 0 15,4 6 0-15,-8-7 0 0,4 0 0 0,4-1 0 16,-4 0 0-16,-4 1 0 0,4-7 0 0,0 3 0 16,-1-4 0-16,1-1 0 0,0-2 0 0,0 0 0 15,-2 1 0-15,2-2 0 0,0-3 0 0,-2 1 0 16,2 0 0-16,0-4 0 0,4 5 0 16,-4-5 0-16,1 4 0 0,-1-4 0 0,0 0 0 0,0 0 0 15,0 0 0-15,0 0 0 0,0 0 0 0,0 0 0 16,0-13 0-16,5 6 0 0,-1 1-438 0,0-3-82 15,-3 2-71-15,4-4-72 0,-4-2-334 0,1 2-1080 16,-1-1 479-16</inkml:trace>
  <inkml:trace contextRef="#ctx0" brushRef="#br0" timeOffset="384435.6911">4200 16487 2 0,'-7'-6'428'0,"-2"-3"28"15,0 2 19-15,0 0 15 0,1 3 7 0,-1-1-8 16,4 0-9-16,-1 1-8 0,2 0-13 0,-1 1-3 16,1-1-18-16,0 2-14 0,4 2-28 15,-4-4-20-15,4 4-24 0,-2-3-24 0,2 3-26 16,0 0-18-16,-3-3-22 0,3 3-31 0,0 0-137 16,13-6-94-16,-4 2 0 0,6 2 0 0,3-1 0 0,10 0 0 15,4-3 0-15,4 0 0 0,15-4 0 16,1 2 0-16,-3 0 0 0,-9 1 0 0,-5 1 0 15,1 0 0-15,-4 0 0 0,1 2 0 0,-6-1 0 16,-8 3 0-16,-1-3 0 0,-5 3 0 0,1 1 0 16,-5-2 0-16,-4 2 0 0,1-1 0 0,-6 2 0 0,8-2 0 15,-8 2 0-15,0 0 0 0,0 0 0 0,0 0 0 16,0 0 0-16,0 0 0 0,0 0 0 16,-1 10-100-16,-3-7-409 0,-2 5-78 0,-1-1-93 15,4-1-373-15,-4 2-1140 0,2 2 504 0</inkml:trace>
  <inkml:trace contextRef="#ctx0" brushRef="#br0" timeOffset="384763.7402">4621 16697 361 0,'0'0'488'16,"0"0"15"-16,0 0 1 0,0-10-11 0,0 10-12 15,1-4-14-15,0 0-21 0,-1 4-5 0,3-5-17 16,-3 5-14-16,3-4-21 0,-3 4-18 0,2-3-25 16,-2 3-28-16,0 0-31 0,0 0-31 0,0 0-29 15,0 0-21-15,0 0-22 0,0 0-9 0,0 0-10 16,0 0-9-16,-1 17-63 0,1-11-93 0,-1 0 0 16,1 0 0-16,1 3 0 0,-2-1 0 0,1-2 0 15,0 5 0-15,-2-3 0 0,1-1 0 0,0 0 0 16,1 2 0-16,0-3 0 0,0 1 0 0,0-1 0 15,-2-2 0-15,1 3 0 0,0-3 0 0,1-4 0 16,0 6 0-16,0-2 0 0,0-4 0 0,0 0 0 16,0 0-263-16,0 0-83 0,0 0-29 0,0 0-49 15,0 0-49-15,10-23-71 0,-7 17-417 0,4-6-1042 16,-3-3 461-16</inkml:trace>
  <inkml:trace contextRef="#ctx0" brushRef="#br0" timeOffset="385029.331">4664 16546 191 0,'3'-5'450'0,"-2"1"28"0,-1 1 25 16,0 3 16-16,0-9-8 0,0 9-20 0,0 0-37 15,1-5-42-15,-1 5-46 0,0 0-39 0,0-4-29 16,0 4-40-16,0 0-62 0,0-4-60 16,0 4-77-16,0 0-74 0,0 0-70 0,0 0-84 15,5 14-96-15,1-6-83 0,0-4-86 0,-1 7-289 0,5-3-782 16,-2 3 347-16</inkml:trace>
  <inkml:trace contextRef="#ctx0" brushRef="#br0" timeOffset="385576.1897">4876 16704 165 0,'0'0'492'0,"0"-12"5"0,-1 8 14 15,-1 1-7-15,2 3-12 0,0 0-20 0,-4-7-18 0,4 7-15 16,-2-5-21-16,2 5-26 0,0 0-25 15,0 0-20-15,-3-4-35 0,3 4-33 0,0 0-34 16,0 0-23-16,0 0-22 0,0 0-22 0,0 0-10 16,0 0-23-16,-2 15-7 0,4-9-19 0,-2 1-12 15,0 0-10-15,0-1-7 0,0 4-15 0,0-1-1 16,-2 2-7-16,1-1-14 0,0-3-9 0,1 5-21 16,-2-5-18-16,4 4-5 0,-4-6-9 0,2 1-11 15,0-6 0-15,2 8 3 0,-2-4-4 0,0-4 12 16,0 0-2-16,0 0 7 0,4 5 3 0,-4-5-6 15,0 0 2-15,0 0 2 0,6-11 2 0,-1 6-1 16,3-4-4-16,-2 0 7 0,-1-2-5 0,2 0 4 16,-1 2 9-16,2-1 0 0,-2-2 3 0,0 3 8 15,1-1-8-15,-2 3 11 0,4 0-7 0,-4 0-1 16,0 3-6-16,-1 0-1 0,0 2-4 0,1-2-3 16,-5 4 0-16,10-1-1 0,-10 1 0 0,0 0 0 15,17 5 0-15,-12 0 0 0,0-3 0 0,-1 3 0 16,0 0 0-16,-1 1 0 0,0-1 0 0,1 2 0 15,-4 0 0-15,5-2 0 0,-4 3 0 0,1-1 0 16,1-2 0-16,-1 2-29 0,-2-2-9 0,1 0-8 16,-1-5 6-16,1 7 3 0,-1-7 4 0,3 4 7 15,-3-4 4-15,0 0 0 0,0 0 2 0,9 0 6 16,-9 0 4-16,11-6-8 0,-1 0 1 0,1 0 6 16,-1-3 4-16,0 1 2 0,0 0-3 0,1 0-5 15,0-1 14-15,-2 1 6 0,0 2 12 0,-4 2 1 16,1-1 14-16,1 0 3 0,-2 1 1 0,-1 1-3 15,1 0-11-15,-1 2-1 0,-4 1 3 0,2-2-3 16,-2 2-7-16,0 0 11 0,0 0-21 0,9 7 12 16,-6-5 4-16,-2 2-5 0,2 1-3 0,-2 1-5 15,-1 0-9-15,0-1 0 0,3 1 0 0,-3 0 0 16,1-1-34-16,0 0-57 0,-1 2-37 0,0-2-33 16,4 1-39-16,2-1-44 0,-2-2-56 0,4 1-71 15,1 0-73-15,3-4-87 0,-1 4-418 0,3-8-1026 16,-3 2 454-16</inkml:trace>
  <inkml:trace contextRef="#ctx0" brushRef="#br0" timeOffset="386108.0829">5377 16692 192 0,'0'0'360'0,"0"-5"13"0,0 5 0 0,0 0-18 15,0 0-15-15,0 0-8 0,0 0-9 0,0 0-17 16,0 0-10-16,0 0-16 0,0 0-18 0,0 0-17 15,0 0-10-15,0 0-12 0,0 0-16 0,0 0-20 16,0 0-17-16,0 0-15 0,0 0-17 16,0 0-5-16,0 0-11 0,0 0-2 0,0 0-7 0,0 0-1 15,0 0-10-15,0 0 4 0,4 12 0 0,-4-12-4 16,1 5 6-16,3-3-2 0,0-1-12 0,4 1 0 16,-2-1-7-16,3 0-4 0,4-1-4 0,0 0-6 15,3-4-2-15,1 1 5 0,0 0-6 16,2-3-2-16,-3-2-1 0,3 0-2 0,-4 1 12 15,-4 0 3-15,-1-2-1 0,3 2-8 0,-4-1 9 0,-3 0-19 16,2 0-1-16,-4 2 1 0,-2 1-5 0,5-3-11 16,-6 1-33-16,-1 4-12 0,0 3 0 15,-4-8 0-15,-2 3 0 0,2 2 0 0,-1 0 0 16,0 1 0-16,-3 1 0 0,-2 2 0 0,1 1 0 16,-3 0 0-16,1 3 0 0,-4 5 0 0,-2-2 0 15,2 3 0-15,1-1 0 0,2 3 0 0,-2 1 0 16,7-3 0-16,-3-2 0 0,1 6 0 0,2-1 0 15,2 2 0-15,1-6 0 0,4 2 0 0,-4-3 0 16,8 3 0-16,-4-1 0 0,5-4 0 0,-1 4 0 16,5-5 0-16,-2 3 0 0,3 0 0 0,5-1 0 15,1-4 0-15,-2 0 0 0,3 0 0 0,3 0 0 0,2-5 0 16,-3 1 0-16,3-1 0 0,-3 1 0 16,1-5 0-16,-1 1 0 0,1-1 0 0,-2 1 0 15,-5 0 0-15,-2-1 0 0,0 3 0 0,0-5 0 16,-5 3 0-16,3-2 0 0,-3 4 0 0,-4-1 0 15,-2 3-223-15,8-2-87 0,-6-1-59 0,-2 3-53 16,0 0-45-16,0 0-51 0,0 0-60 0,0 0-306 16,0 0-958-16,0 0 423 0</inkml:trace>
  <inkml:trace contextRef="#ctx0" brushRef="#br0" timeOffset="397947.8131">7289 16072 166 0,'0'0'219'0,"0"0"0"0,0 0-6 15,-7 1 0-15,7-1-1 0,0 0-2 0,0 0-5 0,0 0 5 16,0 0-3-16,0 0 0 0,-8 1 6 0,8-1 7 16,0 0-22-16,0 0 26 0,0 0 11 0,0 0 13 15,0 0 8-15,-5 1 8 0,5-1 9 16,0 0 6-16,0 0-1 0,0 0-4 0,0 0-6 0,0 0-11 15,0 0-19-15,0 0-19 0,0 0-23 0,0 0-19 16,0 0-24-16,20-2-10 0,-13 1-19 0,4-1-4 16,-1 1-12-16,3 0-13 0,0-1-14 0,-2 1-29 15,1-1-35-15,2 1-28 0,-1 0-38 16,-2 1-14-16,3-2-26 0,-3 2-36 0,-4 2-33 0,1-2-41 16,0 0-51-16,-2-2-51 0,-6 2-34 0,8 2-17 15,-7 0-43-15,1 2-31 0,-2-4-31 0,-8 3-257 16,2-1-773-16,0 0 343 0</inkml:trace>
  <inkml:trace contextRef="#ctx0" brushRef="#br0" timeOffset="398196.7398">7343 16158 33 0,'-1'5'175'0,"-2"1"24"0,2 0 18 0,-3 0 9 16,1 0 13-16,2 0 12 0,1 0 9 0,-5-1 18 16,1-2 11-16,4 2 4 0,-2-1 14 0,0-1 6 15,2-3 12-15,-6 5 6 0,6-5 7 0,0 3-5 16,0-3-10-16,0 0-11 0,0 0-14 0,0 0-34 15,0 0-20-15,11 3-23 0,-11-3-17 0,12-4-21 16,-3 2-23-16,0 1-14 0,0-2-7 0,-3 2-24 16,6-2-44-16,3-1-48 0,-1 1-57 0,-1 1-51 15,-3-1-59-15,3-1-47 0,-2 1-63 0,0 0-70 16,1-1-59-16,-1-2-64 0,1-1-37 0,-1 0-310 16,-2 2-861-16,2 1 381 0</inkml:trace>
  <inkml:trace contextRef="#ctx0" brushRef="#br0" timeOffset="398462.3023">7618 16072 186 0,'0'0'374'0,"1"-5"26"0,-1 5 14 15,5-4 2-15,-2 3 4 0,-3 1-9 0,0 0-8 16,0 0-13-16,0 0-21 0,2-4-23 0,-2 4-4 16,0 0-7-16,0 0-8 0,8 8-6 0,-6-5-6 15,4 2-14-15,-1 1-19 0,1 3-19 0,-1 2-31 16,0 1-13-16,3 3-18 0,-3 1-23 0,-1-7-13 15,2 9-17-15,-3-5-16 0,-1 3-12 0,-2 1-8 16,0-2-43-16,0-2-69 0,-6 3 0 0,1-4 0 0,-1-1 0 16,-3 3-48-16,-3 0-134 0,-3-3-56 15,-2 0-57-15,0-2-60 0,0-1-72 0,0-2-73 16,-1-1-63-16,4-3-368 0,5 1-1008 0,-4-1 446 16</inkml:trace>
  <inkml:trace contextRef="#ctx0" brushRef="#br0" timeOffset="399056.0908">8535 15700 70 0,'7'-11'411'0,"-1"1"9"0,-2 0-6 0,1 0 5 15,-1-1 3-15,-2 2-11 0,1 0-8 0,-2 2-12 16,-1 0-8-16,-1 0-16 0,-2 0-7 0,2 1-18 16,-4 0 3-16,2 2-10 0,0-3-7 0,-4 3-17 15,2 1-4-15,-1-1-16 0,-1 0-12 0,0 1-9 16,-2 5-12-16,-1-4-15 0,0 6-8 0,-1 1-59 16,1 1-176-16,-4 2 0 0,-7 10 0 0,5 3 0 15,-7 1 0-15,4 6 0 0,-1-1 0 0,2 0 0 16,-1 2 0-16,-1 1 0 0,5-1 0 0,-3 0 0 15,5-1 0-15,0-4 0 0,-1 2 0 0,6-7 0 16,3 0 0-16,0-1 0 0,1-2 0 0,4 1 0 16,4-2 0-16,4 2 0 0,1-4 0 0,1-2 0 15,13 6 0-15,3-6 0 0,-1 1 0 0,4-1 0 16,2 0 0-16,1-6 0 0,-4 1 0 0,-1-6 0 16,0 0 0-16,1-4 0 0,-8 2-392 0,7-3-256 15,0-2-545-15,-8 1-1290 0,3-4 571 0</inkml:trace>
  <inkml:trace contextRef="#ctx0" brushRef="#br0" timeOffset="400322.5073">8769 16023 296 0,'0'0'453'0,"-4"-4"6"0,3-1-4 16,-3 2-15-16,2 0-15 0,-2-3-19 0,4 6-21 15,-4-2-14-15,3-2-11 0,-1 1-19 0,2 3-20 16,0-9-21-16,0 9-14 0,2-4-27 0,0 1-22 16,3-1-30-16,-1 3-18 0,3-4-22 0,-1 3-12 15,4-1-20-15,2 3-10 0,-3 0-13 0,2 0-13 16,1 0-5-16,-1 0-16 0,2 3-11 0,-3-1 4 16,2 0-15-16,-3 2-6 0,1 2-3 0,-2-2-9 15,-3 0 0-15,0 3-6 0,-1-1-4 0,1 2 0 16,-5-1-2-16,0 1-1 0,-4 2 1 0,0 1-5 15,-1-3 0-15,0 2-14 0,-7-2 15 0,-2 5-6 16,-1-4-2-16,-3-1 1 0,0 4 5 0,-2-6 7 16,1 4-12-16,3-5 0 0,2-2-6 0,4 1 25 15,0 0 17-15,1-5 11 0,2-2 14 0,2-3 3 16,0 1-79-16,1-6 0 0,3 3 0 0,1-4 0 16,1 0 0-16,3-2 0 0,2-1 0 0,0-1 0 15,3 2 0-15,1 0 0 0,0 1 0 0,0-1 0 16,2 7 0-16,-2 0 0 0,6-3 0 0,0 3 0 15,-1 1 0-15,3 1 0 0,-4 3 0 0,-1-1 0 16,6 2 0-16,-6 2 0 0,5 2 0 0,-5 0 0 16,3 3 0-16,-4 0 0 0,-2 2 0 0,5 3 0 15,-6-3 0-15,3 2 0 0,-5-2 0 0,1 4 0 16,-1-1 0-16,0-2 0 0,-2 1 0 0,-1 0 0 16,-1 1 0-16,-1-2 0 0,-1 1 0 0,2-5 0 15,-3 1 0-15,0 1 0 0,0-3 0 0,0 0 0 0,0 1 0 16,1-2 0-16,-1-3 0 0,3 4 0 0,-3-4 0 15,0 0 0-15,0 0 0 0,0 0 0 16,1-16 0-16,3 10 0 0,-3-3 0 0,4-1 0 16,0-1 0-16,2 0 0 0,-2 1 0 0,0 0 0 15,5 1 0-15,-3-2 0 0,-1 4 0 0,3-3 0 0,1 4 0 16,-1 0 0-16,0-1 0 0,-4 4 0 0,4 2 0 16,-2-2 0-16,-1 3 0 0,2 0 0 0,0 1 0 15,-1 1 0-15,-1 0 0 0,0 3 0 16,0 0 0-16,0 1 0 0,-2-1 0 0,1 2 0 0,-1 2 0 15,1 0 0-15,0 0 0 0,-6 2 0 0,2-2 0 16,3 0 0-16,-3 1 0 0,3 1-3 0,-3-2 6 16,2-2-3-16,-3 3 0 0,0-4 0 0,5 1 0 15,-4-2 0-15,3-1 0 0,1 0 0 0,4 1 0 16,3-4 0-16,-2-1 0 0,4-6 0 0,4-1 0 16,0-2 0-16,-3-1 0 0,3-2 0 0,-1 0 0 15,-2-1 0-15,2 0 0 0,3-5 0 0,-6 3 0 16,-4-1 0-16,2 0 0 0,-2-1 0 0,-1 3 0 15,-1 3 0-15,-3 0 0 0,0-1 0 0,-1 5 0 16,-3 0 0-16,3 1 0 0,-4 1 0 0,0 0 0 16,0 2 0-16,0 3 0 0,-8-1 0 0,8 1 0 15,0 0 0-15,-14 7 0 0,10-1 0 0,-1 3 0 16,0-2 0-16,1 3 0 0,-1 0 0 0,4-1 0 16,-2 2 0-16,3 2 0 0,3-2 0 0,-3 0 0 15,5 1 0-15,-4-1 0 0,3 0 0 0,1-2 0 16,3 1 0-16,-3 0 0 0,4-1 0 0,-4 0 0 15,0-3 0-15,2 0 0 0,-2 1 0 0,-1 1 0 16,2 0 0-16,-2-1 0 0,0-3 0 0,-2-2 0 16,1 1-5-16,-2 3 1 0,3-2 0 0,-3-2-5 15,-1-2 2-15,0 6 3 0,-1 0 0 0,-3-3-1 16,1 1 1-16,-3-1 7 0,0-2-9 0,-4 2 0 16,-1 1 8-16,-2-1 1 0,2-3-8 0,2 1 1 15,0 1 1-15,-4 2 12 0,8-4-9 0,0 2 7 16,1-2 2-16,4 0 6 0,-10-2 7 0,10 2-22 15,0 0 0-15,-4-5 0 0,4 5 0 0,4-9 0 16,-3 4 0-16,4-3 0 0,4-1 0 0,-1 3 0 16,2-2 0-16,3 2 0 0,1-2 0 0,0 1 0 15,2-2 0-15,-4 3 0 0,4 0 0 0,-4 1 0 16,0 3 0-16,1-1 0 0,-2 2 0 0,-1-2 0 16,1 0-12-16,-4 2-5 0,0 0-5 0,-2-1 4 15,1 1 5-15,-2-1-5 0,-4 2 6 0,0 0-6 16,11 5 7-16,-7-3 5 0,0 2 0 0,-3-1-4 15,2 1 4-15,-2 0 0 0,2-2-5 0,-3 4 9 16,1-1-6-16,-1 2 0 0,0-2 9 0,1 0-8 16,2 1 6-16,-3-3 7 0,0 2-17 0,5 2-2 15,-4-4-13-15,-1 1-5 0,1-2-23 0,2 0-20 16,1 5-9-16,-3-5-12 0,-1-2-6 0,0 5-11 0,4-4-18 16,-4-1-28-16,5 1-42 0,-5-1-62 15,13-5-62-15,-4 1-50 0,-1-3-57 0,2 3-63 16,-5-2-342-16,0-4-905 0,1 3 401 0</inkml:trace>
  <inkml:trace contextRef="#ctx0" brushRef="#br0" timeOffset="400603.5814">9804 15947 192 0,'2'-4'431'0,"-2"4"23"0,0-6-1 15,0 6-15-15,0-3-40 0,0 3-40 0,0 0-36 16,0 0-35-16,1-4-53 0,-1 4-71 0,0 0-75 15,0 0-61-15,0 0-71 0,0 0-63 0,0 0-76 0,0 0-85 16,5 15-273-16,-4-10-586 0,0 1 260 16</inkml:trace>
  <inkml:trace contextRef="#ctx0" brushRef="#br0" timeOffset="401087.8792">9931 16063 312 0,'0'0'357'0,"5"-6"-9"0,-4 3-1 16,-1-2-8-16,4 3-1 0,-3-5-17 0,3 4-21 16,-1 0-20-16,-2 0-17 0,3-1-23 0,1 2-17 15,-2-1-19-15,3 0-15 0,-1 3-22 0,0-2-12 16,3 2-17-16,-8 0-15 0,15 1-16 0,-6 3-13 16,-1-3 0-16,2 6-13 0,-1-4-8 0,-4 2-5 15,0 1-11-15,2 1-4 0,-2-1-3 0,-3 2-9 16,1 1-2-16,-2-2-2 0,-2 0-5 0,-2 0-3 15,1 4-1-15,-3 0 3 0,-2 0-6 0,-1-5-3 16,-4 7 0-16,-1-8-4 0,-1 4-2 0,-4-3 2 16,5-3 0-16,2-1-2 0,-1 2-1 0,3-1 5 15,0-3 7-15,3 0 18 0,0 0 3 0,0-4-6 16,6 4-1-16,-7-6-1 0,3 2-6 0,1-2-3 16,3-3-5-16,3-1-4 0,1-2-6 0,2-1-12 15,-1-2-11-15,-1 3-17 0,6-2-10 0,-1 3-13 16,-4-1 0-16,3-2 0 0,4 2 5 0,-1-4 2 15,-2 3 6-15,4-2 0 0,-3 0 5 0,2-1 5 16,-2 2 19-16,-1 1 8 0,0-1 12 0,-3 5 6 16,0-1 14-16,-1 0 9 0,-1 0 7 0,-1 2 2 15,-2 0 4-15,0-1 9 0,1 0 3 0,-2 3 7 16,-2-1 1-16,2 0 3 0,-1 2 3 0,0-4 11 16,-2 4 8-16,-1 1 16 0,2-2 18 0,-2 1 3 15,0-1 11-15,2 4 14 0,-1-2 6 0,3 4-1 16,-2-5-6-16,2 5-9 0,-3-3-14 0,3 3-88 15,-3-3-52-15,3 3 0 0,0 0 0 0,0 0 0 16,0 0 0-16,-6 13 0 0,5-8 0 0,-1 5 0 16,4 0 0-16,-4 3 0 0,2 3 0 0,-1-3 0 15,4 5 0-15,-3 2 0 0,1-3 0 0,-1 1 0 16,0-1 0-16,0 1 0 0,3 1 0 0,-2-1 0 16,0-2 0-16,2 3 0 0,-2 2 0 0,2-5 0 0,-1-5 0 15,1 1 0-15,1 2 0 0,-2-2-121 16,1-1-309-16,-1-2-80 0,3-5-104 0,0 1-472 15,4-1-1177-15,4-2 520 0</inkml:trace>
  <inkml:trace contextRef="#ctx0" brushRef="#br0" timeOffset="401900.3141">10313 16074 289 0,'0'0'369'0,"1"-4"-8"0,-1 4-12 0,0 0-17 16,0 0-16-16,0 0-29 0,0 0-20 0,0 0-16 16,0 0-26-16,0 0-13 0,-5-5-16 0,5 5-7 15,0 0-14-15,-6-2-9 0,6 2-16 0,0 0-7 16,0 0-18-16,-5-2-12 0,5 2-13 0,0 0-8 16,0 0-5-16,0 0-15 0,0 0 0 0,0 0 2 15,0 0 1-15,0 0 9 0,0 0-2 0,0 0 0 16,0 0-6-16,0 0-7 0,0 0-7 0,15 7-1 15,-9-7-5-15,-6 0-5 0,11-1-1 0,-4 1-7 16,-7 0-4-16,13-4-2 0,-8 2-1 0,4-1-1 16,-4-1 1-16,0 0 0 0,2 1-1 0,-2-4-3 15,-1 4 0-15,-2-1-4 0,3 1 0 0,-2-1 1 16,-2 1 3-16,-1-1 0 0,0 4-1 0,3-5 5 16,-3 2-2-16,0 3 2 0,-3-6-1 0,3 6-4 15,-4-5 0-15,-1 4-6 0,5 1-6 0,-6-2 2 16,6 2-2-16,-9 2-5 0,9-2 0 0,-13 3-1 15,6 0-3-15,-3 4-2 0,4-1 2 0,0-2-1 16,-2 3-3-16,2-3 2 0,-1 4-3 0,3-2-2 16,-1 2 1-16,0-1-3 0,1 0 4 0,2-1 1 15,2 2-1-15,0-2-5 0,0 0 4 0,2 1 2 16,7 0-1-16,-4 1 0 0,4 0 3 0,2-2 1 16,3-1-3-16,1 3-1 0,4-5 4 0,0 0-1 15,-2-1-4-15,2-2 4 0,0-2 0 0,-1-4 0 16,-1-4 9-16,-2 5 7 0,-5-1 11 0,2-1-5 15,-1-5 2-15,-2 5 2 0,0-3 3 0,-2 0 0 16,-1 0 0-16,-2 0-3 0,1 0-4 0,-5 0 1 16,1 3 12-16,3-1 5 0,-3 4-4 0,2-1-2 15,-2 0-11-15,-1-1-6 0,0 6-4 0,0-3-6 16,0 3-6-16,1-4-2 0,-1 4 0 0,0 0 0 16,0 0 3-16,0 0-2 0,0 0 0 0,0 0-1 15,0 0 4-15,8 7-7 0,-8-7 4 0,1 3-3 16,2 1 1-16,1-2-3 0,0 0 8 0,2-1-6 15,-1 2 7-15,0-2-7 0,3 0-2 0,-3-1 4 16,8 0-1-16,-7 3-1 0,-2-2 2 0,4-1-1 16,-8 0-1-16,12 3-3 0,-6-2-4 0,-1-1 6 15,-5 0-8-15,9 2 0 0,-4 0-5 0,-5-2 4 16,6 5-3-16,-2-4 7 0,0 3-3 0,0 0-1 16,-2 1 1-16,0 2 2 0,0-1-1 0,-1-1 2 15,2 1-2-15,-6 3 5 0,3-3 6 0,0 3-2 16,-1 2 3-16,-3-2-2 0,2 2 2 0,-1-4-6 15,1 1 4-15,0-2 4 0,2-2-9 0,-2 1 2 16,2-1-2-16,-2 0-5 0,2-4 15 0,0 0 2 16,2 3-1-16,2-1-33 0,2-2-33 0,2 0-40 15,4-2-42-15,0-1-54 0,1-3-77 0,-1-1-76 16,0 3-77-16,-2-3-102 0,-1-2-419 0,0 5-1019 16,-5-1 451-16</inkml:trace>
  <inkml:trace contextRef="#ctx0" brushRef="#br0" timeOffset="402556.2856">11941 15963 230 0,'0'-6'477'0,"3"0"14"0,-2 0 14 16,-2-1-2-16,2 0-9 0,-2 2-16 0,-2-2 1 0,3 1-11 15,4 0-8-15,-4 1-16 0,0-1-14 0,0 1-7 16,0 1-28-16,-1 0-32 0,1 4-37 0,0-4-34 16,0 4-31-16,0 0-29 0,0 0-22 15,0 0-23-15,0 0-144 0,0 0-43 0,0 0 0 16,0 22 0-16,0-12 0 0,0 5 0 0,-3 2 0 0,3 2 0 16,0-2 0-16,-2 3 0 0,-2 6 0 0,0-2 0 15,0 2 0-15,2-1 0 0,-2 0 0 0,1 0 0 16,-2-6 0-16,0 6 0 0,-3 1 0 15,3-8 0-15,1 0 0 0,-1 1 0 0,1-3 0 0,3-1 0 16,-3 1 0-16,2-4 0 0,-2 1 0 0,4-3 0 16,-3 0 0-16,3-1 0 0,0-1 0 0,0-1 0 15,3 2 0-15,-3-3 0 0,0-1 0 0,0 2 0 16,0-3 0-16,0-2 0 0,0-2 0 16,2 5 0-16,-2-5 0 0,0 0-243 0,0 0-520 0,0 0-435 15,0 0-1298-15,9-18 575 0</inkml:trace>
  <inkml:trace contextRef="#ctx0" brushRef="#br0" timeOffset="402994.0443">11719 15942 109 0,'-8'-10'377'0,"2"1"11"16,2 0 22-16,0 1 9 0,4-2-4 0,-4 1-14 15,4-1-15-15,0 0-14 0,4-2-13 16,-4 3-17-16,5-3-15 0,2 3-16 0,-1-3-11 0,8 0-16 16,-1 2-8-16,3 0-11 0,2 1-25 0,9-2-2 15,0 4-4-15,5-1-2 0,0 2-5 0,1 4-4 16,3 0-9-16,3 0-12 0,1 5-10 0,-1-2-12 16,1 2-16-16,0 3-60 0,-6 1-104 15,-2-2 0-15,-2 5 0 0,-1 1 0 0,-11-3 0 0,-3 3 0 16,3 0 0-16,-10-3 0 0,1 4 0 0,-5-1 0 15,0 2 0-15,-3-2 0 0,-5 3 0 16,-2 1 0-16,-6 0 0 0,-7 6 0 0,-6-4 0 16,-1 1 0-16,-7-2 0 0,-2 3 0 0,-2-4 0 15,5 0 0-15,-1-1 0 0,2-3 0 0,3-3 0 0,10-3 0 16,5 0 0-16,3-2 0 0,1 0 0 0,3-1 0 16,1 0 0-16,0-1 0 0,1 1 0 0,4-2 0 15,0 0 0-15,-5 2 0 0,5-2 0 0,0 0 0 16,0 0 0-16,19-2 0 0,-13 4 0 15,7-3 0-15,-3 1-9 0,3 0-488 0,-4 2-59 0,3-3-74 16,-5 4-454-16,-7-3-1173 0,18-3 519 0</inkml:trace>
  <inkml:trace contextRef="#ctx0" brushRef="#br0" timeOffset="404588.7597">12638 16197 296 0,'0'0'318'0,"0"0"-7"0,0 0-7 0,0 0-13 16,0 0-7-16,0 0-8 0,0 0-10 0,0 0-10 15,0 0-9-15,0 0-12 0,0 0-8 0,0 0-5 16,0 0-5-16,0 0-5 0,0 0-1 0,0 0 1 15,0 0 3-15,0 0 7 0,0 0-1 0,0 0-5 16,0 0-10-16,10-6-15 0,-6 5-18 0,1-1-13 16,1 0-16-16,2-1-13 0,3 1-14 0,-2 0-8 15,2-2-8-15,1-1-19 0,-1 4-7 0,1 0-4 16,1 0-11-16,-4-3-7 0,4 4-5 0,-4-1-4 16,-4 0-16-16,4 1-24 0,-3-2-30 0,-6 2-31 15,12-1-35-15,-8 4-43 0,-4-3-48 0,6-3-31 16,-6 3-49-16,0 0-23 0,0 0-11 0,0 0-26 15,3 5-38-15,-3-5-41 0,0 0-335 0,-13 4-797 16,5-3 353-16</inkml:trace>
  <inkml:trace contextRef="#ctx0" brushRef="#br0" timeOffset="404979.2929">12606 16336 316 0,'-4'1'359'16,"4"-1"5"-16,0 0-4 0,-4 3 2 0,4-3-12 15,0 0 2-15,0 0 3 0,0 0-9 0,0 0-13 16,0 0-12-16,0 0-12 0,0 0-16 0,-13-3-14 0,13 3-5 15,0 0-16-15,0 0-15 0,0 0-12 16,0 0-13-16,0 0 3 0,0 0-23 0,0 0-11 16,0 0-25-16,0 0-15 0,0 0-8 0,13-6-21 15,-5 4-8-15,3 0-6 0,-1 0-17 0,3-1-7 16,6 1-4-16,-1 0-7 0,-1-1-4 0,2-1-14 0,-1 0-1 16,1-1-13-16,0 3 0 0,-6-1-9 15,0 1-12-15,1-2-39 0,-2 3-45 0,1 1-37 16,-6-2-49-16,-1 2-55 0,2-1-62 0,-2-2-73 15,-6 3-66-15,8 0-72 0,-8 0-84 0,4-3-314 16,-4 3-951-16,0 0 421 0</inkml:trace>
  <inkml:trace contextRef="#ctx0" brushRef="#br0" timeOffset="405322.9579">12893 16180 67 0,'0'0'308'0,"3"-4"5"0,-3 4 3 0,0 0 11 16,2-7-6-16,-2 7 12 0,3-1-4 0,-2-2 2 15,1 0-9-15,-2 3-12 0,2-8-9 0,1 6-7 16,-3 2-6-16,6-1-12 0,-1-1-10 0,0 0-13 16,-5 2-14-16,13 2-7 0,-7-2 0 0,5 1-14 0,-5 0-4 15,4 6 1-15,3-2-4 0,-3 1-9 16,-1 0-2-16,-1 1-8 0,5 1-4 0,-7 1-13 15,3 1-13-15,0 1-12 0,-5-1-13 0,1 1-12 16,0 0-13-16,-4 2-80 0,-1-3-32 0,-1 5 0 16,-4-4 0-16,-4 5 0 0,-2-3 0 0,-1 0 0 15,-6 0 0-15,1-1 0 0,2-3 0 0,-3 0 0 16,-4-2 0-16,5 0 0 0,-1-1-123 0,4-2-124 16,2-1-40-16,4 1-33 0,3-2-25 0,-1-1-32 15,6-1-48-15,-5 0-68 0,5 0-49 0,0 0-297 16,0 0-909-16,22-8 403 0</inkml:trace>
  <inkml:trace contextRef="#ctx0" brushRef="#br0" timeOffset="405682.2487">13448 16030 232 0,'0'-8'445'0,"0"1"15"0,-3 0 19 16,3 0-3-16,-1 2-2 0,-1 0-2 0,-1-2-3 15,2 3-11-15,-2 2-3 0,-1-3-12 0,3 4-24 16,1 1-22-16,0-6-31 0,0 6-33 0,0 0-33 16,-4-4-29-16,4 4-29 0,0 0-24 0,0 0 2 15,0 0-2-15,0 0-12 0,0 16-68 0,0-10-138 16,0 6 0-16,0 0 0 0,3-1 0 0,-2 7 0 15,-1 0 0-15,5-1 0 0,-5 2 0 0,0 5 0 16,0-5 0-16,0 8 0 0,-1-9 0 0,1 1 0 16,0-1 0-16,-4 0 0 0,3-1 0 0,-2-2 0 15,2 0 0-15,-2-1 0 0,2-4 0 0,1 0 0 16,0 0 0-16,0-2 0 0,-1-1-192 0,1 0-228 16,0-4-28-16,1 1-21 0,-1-1-2 0,0-3-26 15,0 0-39-15,0 0-324 0,0 0-932 0,0 0 413 16</inkml:trace>
  <inkml:trace contextRef="#ctx0" brushRef="#br0" timeOffset="406072.966">13298 15969 405 0,'-5'-4'469'0,"4"-1"22"16,-3-1 16-16,2-1 11 0,-2 2-2 0,1-1-7 15,2 1-1-15,0-1-16 0,-2 0-13 0,2 0-16 16,1-1-22-16,0 0-24 0,1 1-29 0,2-4-34 16,1 0-30-16,1 1-35 0,3-1-27 0,3-3-26 15,2 1-113-15,3-1-123 0,3 1 0 0,7 1 0 16,2-1 0-16,3 4 0 0,-1 1 0 0,2 0 0 16,-1 2 0-16,2 1 0 0,-1 3 0 0,-1-2 0 15,-3 3 0-15,-5 3 0 0,-4-2 0 0,0 4 0 16,-1-2 0-16,-6 2 0 0,0 2 0 0,-1 0 0 15,-4 2 0-15,2-1 0 0,-6 2 0 0,-2 2 0 16,-2 2 0-16,-4 2 0 0,-7 1 0 0,-6 1 0 16,-3 2 0-16,-6-1 0 0,-1-1 0 0,-4 1 0 15,-3 2 0-15,3-4 0 0,-1-3 0 0,2-1 0 16,5-2 0-16,9-3 0 0,3 0 0 0,2-3 0 16,5-3 0-16,-1 1 0 0,3 1 0 0,2 0 0 15,3-4-219-15,7 5-287 0,-1-2-74 0,8 1-72 16,-2 1-387-16,9-1-1127 0,-1 1 499 0</inkml:trace>
  <inkml:trace contextRef="#ctx0" brushRef="#br0" timeOffset="406869.4742">13672 16243 229 0,'0'0'367'0,"0"0"11"16,0 0 2-16,-7-9-8 0,7 6-9 0,0-2-13 15,0 5-6-15,0-6-11 0,0 3-14 0,0-2-11 16,0 5-14-16,-1-6-15 0,2 1-7 0,-1 5-16 16,3-2-24-16,-3 2-22 0,1-4-17 0,-1 4-23 15,8-4-18-15,-3 4-20 0,-5 0-11 0,12 0-12 16,-5 0-12-16,1 3-8 0,-2 0-10 0,3-1-12 16,-3 3-4-16,1-2-10 0,-1 2-6 0,3 1-6 15,-5-1-5-15,0-1-2 0,0 3-8 0,-3 0 2 16,-1 2-2-16,-1-2-2 0,-1 1-1 0,-2-1-1 15,1 1-3-15,-5 0 3 0,-1 0-1 0,-1-3-4 16,-3 3 10-16,2-3-2 0,-7 1-11 0,6-1-2 16,2-4 1-16,0 2 6 0,1-3-1 0,1 0-4 15,0 0 7-15,2-3-1 0,2-1 4 0,-1 1 1 16,3-3 7-16,2-1-7 0,0 0-2 0,2-5 0 16,-1 0-5-16,7-2-11 0,2 5 5 0,2-5 2 15,1 1 0-15,2 1-7 0,-1 1 1 0,4 2-1 16,0 0-4-16,-2 1 0 0,1 1-3 0,0 0-1 15,-3 0-4-15,-2 4-1 0,1 3 4 0,1 2 1 16,-1 2-2-16,-3 0-6 0,2 1 3 0,-2-2-1 16,-1 4 3-16,-3 2-4 0,1-1 1 0,-1 0 4 15,-2 2-1-15,1 0 0 0,-3 1 3 0,1-3-4 16,-4 2 5-16,1-1-3 0,0 1 5 0,-2 0-5 16,0 0-8-16,1-4-7 0,-3 0-11 0,3-1-8 15,-2 1-9-15,3-1 0 0,-1-3 3 0,1-2 5 16,-1 6 4-16,1-6 7 0,0 4 3 0,0-4 0 15,0 0 4-15,0 0 2 0,0 0 3 0,12-12 0 16,-8 8 3-16,4-5 0 0,-2 3 4 0,2-3-4 16,-2 3 5-16,-1-3 3 0,0 6 10 0,1-4 7 15,-1 1 11-15,1 1 6 0,-1 2-1 0,0-1 5 16,-1 1-4-16,3 1 0 0,-2-2-7 0,2 4 0 16,2 0-3-16,-9 0-1 0,13 2 1 0,-5 0-2 15,-2-1-2-15,-1 3-5 0,4 0-1 0,0-1 0 16,-4-1 1-16,3 2-5 0,-3 1 2 0,3 0 0 15,-2-2-2-15,-1 3 2 0,0-4-4 0,-2 0 1 16,1-1 9-16,-3 3-5 0,4-2 8 0,-5-2-4 16,9 0 2-16,-9 0-1 0,9-6 2 0,-3 2 13 15,0-1 13-15,-1-1 0 0,2-3 0 0,0 0 6 16,-2-2 1-16,2-4 6 0,1 1-4 0,-3-3-2 16,0 5 8-16,-1 2-7 0,-3 1 7 0,2-2-1 15,-2 3-1-15,-1 0-8 0,0 2-5 0,0 1-5 16,0 0-19-16,0 1-18 0,0 4 0 0,0 0 0 15,-4-6 0-15,4 6-56 0,0 0-71 0,0 0-58 16,-9 10-62-16,7-5-71 0,2 1-73 0,-1 3-68 16,2 0-86-16,1 3-433 0,4-4-1058 0,0 0 468 15</inkml:trace>
  <inkml:trace contextRef="#ctx0" brushRef="#br0" timeOffset="407698.496">14374 16283 202 0,'0'0'372'0,"0"0"25"0,7-8 11 0,-5 6-2 16,-2 2-6-16,0-4-7 0,0 4-9 0,0-6-15 15,0 6-12-15,-1-4-20 0,1 4-18 0,0 0-29 16,-1-4-22-16,1 4-23 0,0 0-23 0,0 0-27 16,0 0-15-16,0 0-19 0,-4-4-24 0,4 4-10 15,0 0-13-15,0 0-11 0,0 0-13 0,0 0-7 16,0 0-6-16,0 0-13 0,0 0-5 0,0 0 0 15,15 5-8-15,-15-5-6 0,9 3 1 0,-4-2-2 16,1-1-8-16,-6 0-1 0,11-1-1 0,-3-1-8 16,-1 0 3-16,0-1-2 0,-1 2-5 0,1-3 1 15,0 0-1-15,-2 1-5 0,-1-1-2 0,1 1 0 16,-1-1 3-16,0-1-5 0,-4 0-2 0,0-1-1 16,0 2 2-16,0 4-2 0,-4-7-1 0,4 4-3 15,-4-2 4-15,0 1-2 0,-1 2-3 0,0 1 3 16,-2-3-3-16,7 4-5 0,-16-2-1 0,8 2 0 15,0-1 0-15,8 1 2 0,-13 1-5 0,6 1 1 16,0 2-2-16,0 0 3 0,1 3 1 0,2-1-2 16,0-1-1-16,2 2 1 0,-1 0 5 0,1 1 0 15,-1 1-4-15,3-1 2 0,1-1-3 0,-1-1 2 16,3 2-2-16,-1-2 0 0,2-1-2 0,0 2 4 16,4 1 3-16,-2-4 0 0,3-3 2 0,1 1 0 15,-2 2 0-15,3-4 0 0,2-1 6 0,5-3-2 16,-1 3-5-16,-3-3 6 0,-4-2-6 0,4-3 9 15,-1 3 1-15,0-7 7 0,-1 1-2 0,-4 2 1 16,-1-1 3-16,-1 1-6 0,0-2-10 0,-2 3 10 16,1-1-1-16,-2 3-1 0,-1 1-6 0,2 0 14 15,-2 1-9-15,-1-1-8 0,0 0-4 0,2 5 1 16,-3 1-1-16,1-4-1 0,0 2-4 0,-1 2 4 16,0 0-4-16,0 0 3 0,0 0-2 0,0 0 5 15,0 0-12-15,0 0-2 0,0 0 10 0,0 0-2 16,9 5 0-16,-9-5 3 0,5 2 1 0,-5-2-2 15,9 2 0-15,-4-1 8 0,2 2-2 0,0-3 4 16,1 1-3-16,1 1-7 0,-3-2 0 0,2 0 4 16,-3 1-2-16,4-4-1 0,-9 3 2 0,12 2 0 0,-6-2-4 15,-6 0-2-15,9 1 1 0,-4-1-2 16,-5 0-1-16,6 1 5 0,-2 1-3 0,0 2-1 16,0-3 3-16,-3 5-2 0,2-1-4 0,-2-2 6 15,-1 3 0-15,3-2-1 0,-2 1-3 0,-1 2 6 16,-1-1 3-16,2 0-3 0,-1 0-2 0,0 0 5 0,-4-2-1 15,4 3 0-15,0-1 3 0,0-2 0 16,0 1-13-16,0-1 5 0,3-1 5 0,-3-3-1 16,0 7 3-16,1-4 9 0,3 1-10 0,-3-1 1 15,4 1 6-15,-2 2-4 0,-1-3-8 0,2 1-6 16,1-2-11-16,2 0-26 0,-2-1-21 0,1-1-30 16,0 0-39-16,-6 0-55 0,15-1-53 0,-10-1-83 15,2-1-81-15,1-3-102 0,-5-1-414 0,-1 1-1000 16,-2 1 442-16</inkml:trace>
  <inkml:trace contextRef="#ctx0" brushRef="#br0" timeOffset="408339.0384">15529 16220 443 0,'-2'-4'543'0,"0"-3"21"0,2 3-1 0,0-1-13 0,0 5-12 15,1-9-9-15,0 4-22 0,1-1-21 0,-4 1-23 16,4-1-25-16,-2 4-25 0,2-2-25 15,-2 4-31-15,0-8-33 0,0 8-35 0,0-3-32 16,0 3-28-16,0 0-27 0,0 0-94 0,0 0-108 0,0 0 0 16,0 0 0-16,0 21 0 0,0-11 0 0,0 1 0 15,-4 0 0-15,3 0 0 0,0 0 0 16,-1 0 0-16,0 3 0 0,-1-3 0 0,1 1 0 16,-1-3 0-16,1 3 0 0,0-6 0 0,0 1 0 15,-1-2 0-15,3 0 0 0,-1-2 0 0,1-3 0 0,-1 5-359 16,1-5-127-16,0 0-75 0,0 0-69 0,7-10-397 15,-5 2-1110-15,1-1 491 0</inkml:trace>
  <inkml:trace contextRef="#ctx0" brushRef="#br0" timeOffset="408620.2507">15529 16067 50 0,'2'-5'377'0,"2"-1"21"0,0 0 20 0,-1 1 11 16,0-1-2-16,0-1-18 0,-1 2-36 0,0 0-34 15,0 1-35-15,-2 0-33 0,0 4-34 0,5-5-50 16,-5 5-62-16,0-3-69 0,0 3-53 0,0 0-46 16,0 0-58-16,0 0-60 0,8 12-69 0,-2-4-73 0,-2 2-292 15,-4 1-643-15,4-1 285 0</inkml:trace>
  <inkml:trace contextRef="#ctx0" brushRef="#br0" timeOffset="408932.6499">15706 16234 278 0,'4'0'440'16,"0"-4"2"-16,-2 0-6 0,1 1-7 0,1-1-14 15,0 0-20-15,-2 0-15 0,1 1-25 0,-1-1-20 16,2 0-21-16,-1 1-24 0,-1-1-27 0,2 1-27 16,-4 3-30-16,10-2-16 0,-10 2-22 0,9 2-15 15,-5 2-14-15,1-1-9 0,0 2-11 0,4 1-15 0,-5 3-12 16,1-1-5-16,-4 0-11 0,2 0-8 15,1 2-6-15,-3 0-8 0,-1 1-8 0,0-3-20 16,0 0-11-16,0 3-11 0,-4-5-11 0,3 2-5 16,1-2 0-16,-3 0-4 0,2-1 2 0,0-2 3 15,1-3 12-15,-3 4 1 0,3-4 10 0,0 0 5 0,0 0 7 16,0 0 10-16,0 0 1 0,8-11-3 16,-7 5 0-16,3 1-1 0,0-3 2 0,2 0-6 15,3-1 0-15,-2 0 3 0,-1 3-3 0,2 1 1 16,-2 0-2-16,-1 0-4 0,2 2 0 0,-1 0 1 15,2 1 5-15,-1 1-4 0,2 0-7 0,-1 1 7 0,0 1 1 16,-2 0 9-16,0 3-6 0,1-1 1 16,-1 0-2-16,1 4-11 0,-2-3 5 0,0 3 1 15,-1-3 1-15,2 5-6 0,-2-2-9 0,2-2-33 16,-5 2-37-16,2-1-41 0,0-2-52 0,-1 0-54 16,-1 0-53-16,2-1-62 0,-3 1-50 0,0-4-60 0,0 0-97 15,0 0-307-15,0 0-907 0,0 0 402 16</inkml:trace>
  <inkml:trace contextRef="#ctx0" brushRef="#br0" timeOffset="409731.8511">16596 16051 469 0,'-2'-6'504'0,"2"0"18"0,2 0 15 16,-1-1-10-16,-1 0-12 0,1 2-9 0,0-1-18 16,-1-1-21-16,0 3-17 0,0 0-29 0,2-2-28 15,-2 6-31-15,0-6-31 0,1 5-36 0,-1 1-32 16,0 0-29-16,0-4-27 0,0 4-23 0,0 0-15 16,0 0-14-16,0 0-9 0,0 0-100 0,0 19-46 15,-1-12 0-15,1 4 0 0,-3 1 0 0,2 3 0 16,1-1 0-16,-1-2 0 0,-1 6 0 0,2 0 0 15,-1 2 0-15,0-4 0 0,-2 0 0 0,2 0 0 16,0 1 0-16,-1-4 0 0,0-1 0 0,1 0 0 16,2-3 0-16,-2-2 0 0,2 0 0 0,-2-2 0 15,2 0 0-15,-1-1 0 0,0 0 0 0,0 0 0 16,0-4 0-16,0 0 0 0,6 3 0 0,-6-3 0 16,0 0 0-16,12-7 0 0,-6 2 0 0,-2 0 0 15,4-2 0-15,-2 0 0 0,0 2 0 0,0 0 0 16,-3-1 0-16,6 1 0 0,-5 3 0 0,1-4 0 15,-1 2 0-15,0 1 0 0,1-1 0 0,-1 4 0 16,2-2 0-16,-6 2 0 0,16 1 0 0,-5 3 0 16,-6-2 0-16,3 1 0 0,0 4 0 0,-2-1 0 15,4-1 0-15,-1 2 0 0,1-3 0 0,-1 3 0 16,0 0 0-16,-1 0 0 0,-2 0 0 0,2-1 0 16,-3-3 0-16,0 2 0 0,2-1 0 0,-3 0 0 15,1-1 0-15,-2 1 0 0,1-2 0 0,-4-2 0 16,7 0 0-16,-7 0 0 0,9-2 0 0,-6-2 0 15,5 0 0-15,-6-3 0 0,1-4 0 0,1-2 0 16,2-10 0-16,1-3 0 0,-2 1 0 0,0-6 0 16,-4 3 0-16,-1-1 0 0,4 2 0 0,-4 1 0 15,1 0 0-15,-1 7 0 0,3 1 0 0,-2 2 0 16,-1 4 0-16,3 3 0 0,-3 2 0 0,1 2 0 16,-1 0 0-16,0 0 0 0,0 0 0 0,0 2 0 0,0 3 0 15,3-5 0-15,-3 5 0 0,0 0 0 0,0 0 0 16,0 12 0-16,2-4 0 0,-3 0 0 15,1 3 0-15,1 0 0 0,-2 1-491 0,0 1-129 16,2 1-56-16,-1-4-392 0,-1 4-1156 0,1-2 512 0</inkml:trace>
  <inkml:trace contextRef="#ctx0" brushRef="#br0" timeOffset="410201.2581">17022 16176 33 0,'0'0'389'0,"4"-6"2"0,-1 5 12 0,-1-3-4 16,1 2-8-16,-2-3-15 0,1-1-21 0,0 4-16 16,-2 2-22-16,4-4-16 0,0 2-22 15,-2-4-23-15,2 2-20 0,1 0-20 0,-1 3-21 16,0 0-23-16,-4 1-17 0,9 1-11 0,-3 1-20 16,2 1-10-16,-3 3-9 0,0-2-12 0,0 2-11 0,4 3-7 15,-5-1-7-15,1-5-7 0,-1 7-9 0,-1-2-4 16,-1 2-6-16,-2-1-6 0,0 2-2 15,0 0 0-15,-2-6-7 0,-1 5 0 0,-1-2-1 16,-1-1-4-16,-3-1-1 0,1 1 0 0,-1-2-2 16,-1-2 1-16,-1 1-6 0,1-1 4 0,1-3 0 0,1 1 0 15,-1-2-4-15,4-2 7 0,-4 0 18 0,7 1 17 16,-3-5 16-16,0-2 2 0,2 1 3 16,2-3 1-16,0 3 0 0,2-2 1 0,2 1-16 15,-1-2-4-15,2 3 3 0,0 0-14 0,3 1 0 16,-2-1-2-16,1 2 1 0,0-1-17 0,-2 0-3 0,4 4-8 15,-5 1 0-15,3-1 6 0,-4 2-8 0,5 1 0 16,-8 0-8-16,10 4-6 0,-5-3 14 0,3 7 5 16,-3-3-10-16,-1 0-1 0,2 3-4 0,1-1 1 15,-3 2-3-15,-2-2 2 0,2 1-29 0,0 1-35 16,0-1-28-16,2 1-37 0,-4 0-27 0,5-1-39 16,-2-2-31-16,2-1-54 0,-1 2-51 0,1-3-42 15,-1-2-47-15,4 2-54 0,1-3-383 16,-2-2-921-16,4-1 409 0</inkml:trace>
  <inkml:trace contextRef="#ctx0" brushRef="#br0" timeOffset="410514.9798">17458 15990 21 0,'0'-6'412'0,"0"1"28"15,0-2 21-15,0 3 11 0,0-1 7 0,0 3-9 16,0-3-15-16,2 3-15 0,-2 2-16 0,-2-7-13 15,2 7-19-15,-2-5-20 0,2 5-24 0,-3-4-20 16,3 4-18-16,0 0-23 0,-2-2-21 0,2 2-26 16,0 0-17-16,0 0-20 0,0 0-21 0,0 0-15 15,0 0-20-15,0 0-13 0,0 0-27 0,0 0-107 16,1 12 0-16,-1-5 0 0,1 1 0 16,0 2 0-16,-1 1 0 0,4 5 0 0,-4-2 0 0,2 3 0 15,1 0 0-15,0 0 0 0,0 2 0 0,-1-3 0 16,-1 1 0-16,3 0 0 0,-1 0 0 0,-1 0 0 15,-1-4 0-15,1-3 0 0,0 1 0 0,0-1 0 16,0 2-91-16,-2-5-226 0,4 0-41 0,-3 0-29 16,3 0-39-16,0 0-48 0,0-4-61 0,3 0-400 15,1-2-1010-15,0-2 446 0</inkml:trace>
  <inkml:trace contextRef="#ctx0" brushRef="#br0" timeOffset="410827.4202">17644 16133 225 0,'0'-10'269'0,"0"3"35"15,0 0 16-15,0-3 19 0,-2 2 37 0,2 1 18 16,-1 2 19-16,0-2 13 0,-2 1 2 0,2-2 4 16,0 2 9-16,-1 1-3 0,1-2-3 0,-3 3-11 15,3-1-14-15,0 1-19 0,1 4-22 0,0-8-26 16,0 8-27-16,-1-4-24 0,-1 2-29 0,2 2-120 16,0 0-143-16,0 0 0 0,0 0 0 0,0 0 0 15,0 0 0-15,0 0 0 0,-1 12 0 0,1-3 0 16,0 1 0-16,0 2 0 0,-1 0 0 0,1 1 0 15,0 4 0-15,0 1 0 0,0 0 0 0,-2 0 0 16,2-1 0-16,-1 0 0 0,2-6 0 0,1 0 0 16,-2 0 0-16,0-1 0 0,0-3 0 0,0-1 0 15,1-1 0-15,-1-1 0 0,0 0 0 0,1-2 0 16,1 2 0-16,-2-4 0 0,1 4-137 0,-1-4-217 16,0 0-40-16,9-2-24 0,-9 2-24 0,5-7-26 15,-3 3-29-15,1-1-20 0,-3-1-311 0,-1-1-896 16,1 2 397-16</inkml:trace>
  <inkml:trace contextRef="#ctx0" brushRef="#br0" timeOffset="411092.7847">17527 16161 118 0,'-5'-3'172'0,"5"3"16"16,-9 0 23-16,9 0 23 0,-10 0 21 0,10 0 15 16,0 0 16-16,-13 0 20 0,9-3 30 0,4 3 14 15,0 0 17-15,-10-1 20 0,10 1 12 0,0 0 4 16,-9-4 8-16,8 3 6 0,1 1-4 0,-3-5-18 15,3 5-18-15,-1-4-29 0,1 4-28 0,0-6-29 16,0 6-29-16,4-4-29 0,-1 1-24 0,2-2-22 16,2 1-141-16,2 1-46 0,0-2 0 0,5 1 0 15,0-3 0-15,5 2 0 0,-7 2 0 0,3 3 0 16,5-4 0-16,1 1 0 0,-3 3 0 0,0-3 0 16,-1 2-150-16,-5 0-121 0,4-1-55 0,-3 0-47 15,-2 3-34-15,0 2-38 0,1-2-50 0,3 2-19 16,-6-2-355-16,-1 1-940 0,0-1 416 0</inkml:trace>
  <inkml:trace contextRef="#ctx0" brushRef="#br0" timeOffset="411592.9541">17888 16110 244 0,'5'-5'366'0,"-5"5"12"0,2-5 10 16,-2 5 2-16,4-6 7 0,-4 4 3 0,3-3-2 15,-2 2-10-15,0-1-11 0,-1 4-23 0,2-5-12 16,-1 2-22-16,-1 3-14 0,4-5-27 0,-4 5-25 16,2-4-29-16,-2 4-22 0,0 0-28 0,0 0-18 15,0 0-22-15,0 0-11 0,0 0-11 0,-11 10-9 16,8-4-11-16,-2 1-10 0,0 1-12 0,0 0-7 16,1 5-4-16,-1-1-6 0,1-1 0 0,0 0-8 15,0-1-4-15,2-2-14 0,-2 0 8 0,1 0-7 16,2-1-3-16,0-3-7 0,0 1 7 0,1-2-4 15,-2 2 1-15,4 0-5 0,-1-1 14 0,0-1-18 16,2 1 4-16,1-1-6 0,1 1-2 0,-1 0 2 16,2-1-5-16,0 1 1 0,-1-1-3 0,1 0 2 15,-1 1-6-15,1-1 3 0,-2-1 2 0,2 1-2 16,-2-1-4-16,1 2-3 0,-1-2 1 0,1 1-3 16,-3 0 7-16,0-1-3 0,-1 3 2 0,4-1-4 15,-5 2 6-15,0-1-1 0,2-1-8 0,-4-1 4 16,-3 4 3-16,4-2-3 0,-5 0 4 0,0-2 3 15,0 4-3-15,-3-4 1 0,0 1 0 0,2-3 8 16,-1 4-14-16,-1-3 7 0,1-1 1 0,2-1 6 16,-1 0-5-16,7 0-1 0,-11 2 2 0,5-2 4 15,6 0 4-15,-9-3-3 0,9 3-6 0,-6-1-2 16,6 1 1-16,-5-1-16 0,5 1-9 0,-6-5-20 16,6 5-19-16,0 0-26 0,-4 0-24 0,4 0-35 15,0 0-33-15,0 0-41 0,0 0-52 16,8-5-53-16,-8 5-44 0,0 0-41 0,9 0-54 0,-9 0-398 15,0 0-931-15,14 1 412 0</inkml:trace>
  <inkml:trace contextRef="#ctx0" brushRef="#br0" timeOffset="415064.8391">10138 17138 131 0,'-4'5'265'0,"4"-5"11"0,0 0 7 16,0 0 11-16,0 0 16 0,0 0 8 15,0 0 5-15,-4 2 3 0,4-2-3 0,0 0 6 0,0 0 2 16,0 0-4-16,0 0-7 0,0 0-10 0,0 0-13 16,-2 2-7-16,2-2-6 0,0 0-18 0,0 0-7 15,0 0-9-15,0 0-11 0,0 0-11 0,-6-9-10 16,6 9-4-16,0 0-19 0,0 0-2 0,0 0-17 16,0 0-16-16,3-5-12 0,-3 5-15 0,0 0-14 15,0 0-63-15,5-3-56 0,-5 3 0 0,5-1 0 16,1-1 0-16,-6 2 0 0,16 2 0 0,-7-1 0 15,0 2 0-15,1 0 0 0,7 4 0 0,-5-3 0 16,4 4 0-16,0 1 0 0,-5-1 0 0,0 5 0 16,1-6 0-16,-3 3 0 0,0 4 0 15,0 0 0-15,-2-2 0 0,-2 1 0 0,1-1 0 0,-4-2 0 16,-1 3 0-16,1-2 0 0,-2 1 0 0,-2-3 0 31,1 2 0-31,-1 0 0 0,-1-1 0 0,2-3 0 0,-2-2 0 0,3 1 0 0,-2-2 0 0,2 1 0 16,0-5 0-16,-3 6 0 0,3-6 0 0,0 0 0 15,0 0 0-15,0 0 0 0,0 0 0 0,0 0 0 16,1-18 0-16,3 10 0 0,-3-3 0 0,2-1 0 16,0 0 0-16,-1-1 0 0,1 1 0 0,4-4 0 15,-3 4 0-15,1 0 0 0,3-4 0 0,-3 7 0 16,1-4 0-16,-1 3 0 0,3 2 0 0,0 0 0 16,-3 1 0-16,5 2 0 0,-1-1 0 0,0 0 0 15,2 2 0-15,0 0 0 0,-3 4 0 0,3 2 0 16,-1 0 0-16,-1 1 0 0,-1 2 0 15,2-1 0 1,-2 3 0-16,-1 2 0 0,2-2 0 0,-5 4 0 0,1 0 0 0,0 1 0 0,-2-2 0 0,-2 1 0 16,1 2 0-16,-4-2 0 0,4-1 0 0,-4-1 0 15,2 1 0-15,-1-3 0 0,1 0 0 0,0-1 0 16,-1 0 0-16,-1-3 0 0,2 3 0 0,0-3 0 31,0-3 0-31,-1 6 0 0,2-4 0 0,-1-2 0 0,0 0 0 0,0 0 0 0,0 0 0 0,0 0 0 31,4-14 0-31,0 6 0 0,0-2 0 0,6-4 0 0,-5 3 0 0,4-5 0 0,0 1 0 0,0 0 0 16,0 1 0-16,-1 3 0 0,3-2 0 0,-6 4 0 16,6 0 0-16,-5 2 0 0,4 3 0 0,-5-1 0 15,3 3 0-15,-2 0 0 0,3 0 0 16,-9 2 0-16,16 2 0 0,-10-1 0 0,2 1 0 16,2 2 0-16,-1 0 0 0,-3 4 0 0,6-2 0 0,-7 1 0 15,1 1 0-15,-1 2 0 0,0 1 0 0,-1 1 0 16,1-2 0-16,-1 2 0 0,-3-1 0 0,-1-3 0 15,3 3 0-15,-3-1 0 0,1-1 0 16,-1-1 0-16,0-1 0 0,3-1 0 0,-2 0 0 16,0-2 0-16,-2 0 0 0,1-4 0 0,4 8 0 31,-4-5 0-31,0-3 0 0,5 5 0 0,-5-5 0 0,0 0 0 0,5 6 0 0,-4-3 0 0,2-1 0 0,-3-2-213 16,0 0-73-16,9 2-26 0,-8-1-60 0,-1-1-70 15,0 0-75-15,0 0-492 0,0 0-1091 0,0 0 483 16</inkml:trace>
  <inkml:trace contextRef="#ctx0" brushRef="#br0" timeOffset="415784.6443">10532 16855 235 0,'0'0'298'0,"0"0"-7"0,0 0-12 0,0 0-4 16,0 0-5-16,0 0-2 0,0 0 1 0,0 0-10 16,0 0 5-16,-2-13 0 0,2 13-16 0,0 0-5 15,0 0-12-15,0 0-13 0,0 0-11 16,0 0-15-16,4-2-12 0,-4 2-14 0,0 0-14 15,0 0-14-15,0 0-12 0,7-3-12 0,-7 3-11 16,0 0-10-16,0 0-9 0,13 1-9 0,-13-1-7 16,0 0-10-16,12 4-5 0,-7-2-6 0,-1 1-5 15,2 1-4-15,-1-1-2 0,-2 0-10 0,2 2 2 16,-1-2-3-16,0 2-3 0,-4-1-4 0,1 1 1 16,-1-5-2-16,-1 9 1 0,-2-4 1 0,2-1-5 15,-3 0-3-15,-1 0-1 0,5-4 3 0,-9 6 0 16,4-5-2-16,0 1 2 0,5-2 0 0,-12 0 0 15,12 0 0-15,0 0 3 0,-14-6 2 0,11 3 4 16,-1-1 3-16,4 4 3 0,-5-7 0 0,3 3-1 16,2 4 3-16,0-8-5 0,-2 1-3 0,2 2 0 15,0 5-2-15,0-7-5 0,2 3-6 0,-2 4-2 16,4-7 0-16,-4 7-2 0,3-4 0 0,-3 4 0 16,0 0-5-16,9 0 4 0,-9 0-5 0,0 0-2 15,0 0 1-15,12 4 0 0,-12-4 2 0,5 3-1 16,-5-3-1-16,3 7-1 0,-3-7 3 0,1 8 0 15,-1-8-4-15,-1 5 3 0,1-5-9 0,-4 8-6 16,0-4-7-16,3-1-13 0,-3 2-13 0,4-5-9 16,0 0-9-16,-12 2-9 0,12-2-12 0,0 0-20 15,0 0-23-15,0 0-35 0,-15-6-40 0,15 6-36 16,-1-6-62-16,1 6-70 0,1-7-79 0,-1 7-233 16,0 0-743-16,15-8 328 0</inkml:trace>
  <inkml:trace contextRef="#ctx0" brushRef="#br0" timeOffset="416317.6679">11254 17293 291 0,'-12'-1'407'0,"12"1"-15"0,-11-2 7 16,4-2-5-16,2 2-18 0,0 1-4 0,1-1-9 16,4 2-15-16,-9-3-10 0,5 2-18 0,4 1-12 15,-6-2-13-15,6 2-10 0,0 0-20 0,-8-3-21 16,8 3-7-16,0 0-12 0,0 0-10 0,0 0-8 15,0 0-14-15,0 0-28 0,0 0-8 0,14-9-16 16,-7 8-17-16,-1-1-11 0,4 2-15 0,3-2-7 16,-3 0-17-16,4 0-2 0,-1 0 4 0,0 2-19 15,1-3-18-15,1 2-32 0,-4 1-35 0,0 0-41 16,-3 0-44-16,-2 4-42 0,-6-4-55 0,14 0-58 16,-10 2-49-16,3-2-44 0,-5 2-42 0,-2-2-53 15,3 4-42-15,-3-4-304 0,0 0-868 0,-12 10 383 16</inkml:trace>
  <inkml:trace contextRef="#ctx0" brushRef="#br0" timeOffset="416598.7897">11223 17405 251 0,'0'0'371'0,"0"0"27"16,0 4 31-16,0-4 14 0,0 0 11 0,0 0-2 15,0 0 0-15,0 0-18 0,0 0-23 0,0 0-13 16,0 0-26-16,0 0-32 0,0 0-27 15,0 0-40-15,10 0-28 0,-10 0-15 0,0 0-29 16,13-3-19-16,-8 3-18 0,5 0-21 0,-5 0-23 0,7-1-47 16,-2 0-41-16,2 0-39 0,-2-1-39 0,0-1-46 15,0 3-35-15,2-1-42 0,-1-3-48 0,0 4-36 16,0-5-39-16,0 4-40 0,1-2-55 16,-3 0-43-16,2-2-376 0,-7 2-871 0,4 0 386 15</inkml:trace>
  <inkml:trace contextRef="#ctx0" brushRef="#br0" timeOffset="416864.3605">11499 17248 126 0,'0'-5'475'0,"5"0"21"0,-2 1 18 16,-2-1 13-16,0 0 2 0,-1 5 11 0,4-7 2 15,0 3-6-15,-2 0-11 0,-2 3-17 0,2-3-32 16,-2 4-34-16,0 0-29 0,1-5-33 0,-1 5-24 15,0 0-15-15,0 0-15 0,0 0-187 0,17 9-139 16,-12-2 0-16,1 1 0 0,-1-1 0 0,2 3 0 16,-1-2 0-16,-1 2 0 0,-1 0 0 0,0 1 0 15,1 3 0-15,-5 1 0 0,1-4 0 0,-2 3 0 16,0 3 0-16,-3-1 0 0,-1-5 0 0,-3 5 0 16,-2-3 0-16,0 3 0 0,-2-1 0 0,-3-1 0 15,1-2 0-15,-3 1 0 0,3-2 0 0,0-5 0 16,5 1 0-16,-4-1-361 0,6-1-280 0,0 0-76 15,-1-4-362-15,3 1-1169 0,5-2 518 0</inkml:trace>
  <inkml:trace contextRef="#ctx0" brushRef="#br0" timeOffset="419307.6703">12239 16942 113 0,'-1'-5'305'0,"1"1"-11"0,-2-2 3 0,1 2 0 16,0-1-13-16,-2-1 1 0,3 2-12 0,-1 0 0 16,-3 0-5-16,2 0-10 0,-2 1-3 0,0 0-3 15,-2 1-8-15,6 2 0 0,-12-2-7 0,7 1-4 16,-2 1-7-16,7 0-5 0,-13 2 2 0,6-1 0 15,3 1-5-15,-2 2-7 0,1 1-11 0,-5 1-11 16,3 3 7-16,-2 4-17 0,-1 2 17 0,5 2-9 16,-3-1-3-16,3 11-3 0,1-2-2 0,2 2 6 0,0 2-6 15,4-2-10-15,-2 3 2 0,2 0-109 0,2 1-62 16,-3-1 0-16,4 2 0 0,-1 1 0 16,3-2 0-16,-1 3 0 0,-1-3 0 0,-1-3 0 15,-3-2 0-15,6 4 0 0,-6-2 0 0,2-1 0 16,-3-7 0-16,0 4 0 0,1 5 0 0,-1-10 0 0,-4 0 0 15,4-1 0-15,-4 1 0 0,4-7 0 0,-4 6 0 16,3-4 0-16,-4 1 0 0,-3-6 0 16,3 3 0-16,0-2 0 0,1 0 0 0,-1-4 0 15,1-3 0-15,-2 3 0 0,0 1 0 0,0 0 0 16,6-7 0-16,-5 3 0 0,5-3 0 0,-9 0 0 16,9 0 0-16,-6-7-409 0,3 3-115 0,2-6-50 0,-1-1-62 15,0-1-372-15,0-6-1092 0,-2 0 483 0</inkml:trace>
  <inkml:trace contextRef="#ctx0" brushRef="#br0" timeOffset="419588.8581">11898 17464 190 0,'-3'-5'459'0,"-1"2"33"15,4 3 25-15,-5-7 8 0,5 7-5 0,0-7-2 16,0 7 0-16,-4-4-13 0,4 4-17 0,-1-8-25 15,1 8-29-15,-3-5-25 0,3 5-33 0,0 0-36 16,4-5-38-16,-1 0-32 0,-3 5-27 0,10-6-26 16,-1 3-24-16,9-5-18 0,4 1-138 0,8-1-37 15,1-1 0-15,2 1 0 0,1 1 0 0,-4 2 0 16,-3 0 0-16,4-2 0 0,-3 5 0 0,-9-2 0 16,0 3-99-16,-6-1-171 0,6 1-54 0,-7 0-65 15,0-1-53-15,1 0-65 0,-1 0-48 0,-5 2-380 16,2-5-1012-16,-1 5 448 0</inkml:trace>
  <inkml:trace contextRef="#ctx0" brushRef="#br0" timeOffset="420355.2531">12346 17461 81 0,'-9'1'425'0,"9"-1"11"0,0 0 0 0,-10 1-7 16,10-1-13-16,0 0-7 0,0 0-15 0,0 0-11 16,0 0-14-16,-9-5-19 0,9 5-16 0,0 0-15 15,0 0-22-15,-5-4-17 0,5 4-23 0,0 0-19 16,0 0-21-16,0 0-23 0,0 0-13 16,0 0-16-16,0 0-14 0,0 0-21 0,0 0-11 15,0 0-16-15,0 0-4 0,0 0-10 0,0 0-13 16,0 0-8-16,0 0 6 0,0 0-14 0,0 0-12 0,0 0 14 15,17-5-21-15,-17 5 6 0,14-3-18 0,-8 0 2 16,-6 3 8-16,22-2-11 0,-3-1-2 16,-6-1 8-16,4-2-16 0,0-2 7 0,-1 0-3 15,0 2 5-15,1-2-6 0,-1-2-1 0,1 2-3 16,-8 0 9-16,4 1 7 0,-3 0-15 0,-1 0-18 16,-4 0 0-16,0 3 0 0,-1 0 0 0,4-1 0 15,-8 5 0-15,5-9 0 0,-4 4 0 0,-1 5 0 16,0-6 0-16,0 6 0 0,-4-9 0 0,4 9 0 15,-10-9 0-15,10 9 0 0,-6-2 0 0,6 2 0 16,-8-3 0-16,8 3 0 0,-9-3 0 0,9 3 0 16,0 0 0-16,0 0 0 0,-23 6 0 0,19-4 0 15,-5 6 0-15,4-4 0 0,0 2 0 0,-3-1 0 16,3 4 0-16,-2-1 0 0,2 1 0 0,-1 0 0 16,1 1 0-16,0-3 0 0,1 4 0 0,-1-2 0 15,3 1 0-15,-1-2 0 0,1 1 0 0,0-1 0 16,2-8 0-16,2 12 0 0,-1-6 0 0,1-2 0 15,2 3 0-15,4-3 0 0,0 2 0 0,-2-3 0 16,7-1 0-16,-2 1 0 0,2-1 0 0,1 0 0 16,4-4 0-16,1-1 0 0,9-1 0 0,-10 0 0 15,3-3-9-15,4-4 7 0,-8 8 10 0,-2-8-8 16,2 2-9-16,-6 2 9 0,3-1-5 0,-1 0 2 16,-4-1-1-16,0 1 3 0,1-2 0 0,-5 3 7 15,-1 2 5-15,-1-1-11 0,-1 1-4 0,2-2 0 16,-4 7 3-16,3-9-7 0,-3 9 1 0,0-8-3 15,0 8 6-15,-7-6-4 0,7 6-2 0,-5-3-1 16,5 3 3-16,0 0 4 0,0 0-2 0,0 0-4 16,-28 8-2-16,24-3 1 0,-5 0 1 0,5 3 1 15,-4-1 0-15,2 1 0 0,5-1 1 0,-3 1-14 16,4-1-20-16,-2 3-10 0,4 0-10 0,-2-1-9 16,4 0-9-16,1-1-4 0,-1-2-18 0,4 2-22 15,3-2-26-15,-2 0-33 0,5-1-45 0,-1-1-31 16,6-4-26-16,-1 0-26 0,2-5-25 15,1 3-30-15,-2-6-42 0,2 5-41 0,-4-7-286 0,3 4-795 16,-4-7 353-16</inkml:trace>
  <inkml:trace contextRef="#ctx0" brushRef="#br0" timeOffset="420715.5718">13033 17340 157 0,'0'0'416'0,"0"0"4"0,0 0 8 15,0 0-15-15,0 0-15 0,0 0-17 16,-12-2-18-16,12 2-20 0,0 0-22 0,0 0-19 0,5-8-29 16,-5 8-17-16,0 0-19 0,3-5-18 0,-3 5-16 15,0 0-23-15,5-5-18 0,-5 5-20 0,5-1-11 16,-5 1-14-16,13-3-14 0,-13 3-10 0,11 1-10 16,-11-1-7-16,15 2-6 0,-7-1-11 0,-1-1-3 15,-1 3-8-15,3 0-3 0,-3 1-3 16,1-1-3-16,-1 2-1 0,-1-1-7 0,0 2-2 15,-1 0-1-15,-3-1-3 0,1 2 0 0,-1 0-5 0,-1 1 3 16,-3-2-7-16,-3 2 3 0,-1 3-2 0,-3-5 0 16,-4 6 0-16,0-6-5 0,0 4 1 0,-2-5 3 15,4-1-5-15,0 0 4 0,0 1-4 16,3-4 1-16,0 1 5 0,0-1-4 0,9-1-1 16,-13-3 6-16,7 2-5 0,1-4-7 0,1 0-23 15,0-2-19-15,0 1-21 0,3-4-29 0,1-2-36 16,3 3-50-16,0-4-55 0,9 1-58 0,-2-2-56 0,2 0-57 15,3 1-60-15,4-5-351 0,-1 7-876 16,-3 1 388-16</inkml:trace>
  <inkml:trace contextRef="#ctx0" brushRef="#br0" timeOffset="421012.373">13163 17117 36 0,'-8'-11'394'16,"4"2"34"-16,-1-1 38 0,0-2 38 0,0 3 14 15,-1-2 16-15,-1-1 18 0,1 2 13 0,1 0 3 16,0 2-7-16,0 2-19 0,2-1-27 0,2 3-29 16,1 4-45-16,-5-5-39 0,5 5-47 0,0 0-40 15,-3-6-306-15,3 6-9 0,0 0 0 0,0 0 0 16,0 0 0-16,0 0 0 0,9 27 0 0,-6-16 0 16,2 4 0-16,-2 1 0 0,1 1 0 0,-4 2 0 15,4 6 0-15,-4-6 0 0,0 6 0 0,-1-5 0 16,0 4 0-16,-2-4 0 0,0-2 0 0,1 0 0 15,-1 0 0-15,-2 1 0 0,4-6 0 0,0-1 0 16,-2 3 0-16,2-3 0 0,1 0 0 0,1-4-287 16,3 1-390-16,2-1-528 0,5-3-1305 0,2-3 578 15</inkml:trace>
  <inkml:trace contextRef="#ctx0" brushRef="#br0" timeOffset="421512.2904">13510 17340 283 0,'0'0'404'0,"-3"-9"3"0,3 9-12 0,0-9-10 16,0 9-15-16,1-6-4 0,-1 6-12 15,-1-8 1-15,1 8-8 0,-3-10-12 0,3 10-12 16,3-6-21-16,-3 6-15 0,0-8-19 0,0 8-14 15,1-7-25-15,-1 7-28 0,2-5-23 0,-2 5-14 0,4-5-12 16,-4 5-22-16,0 0-8 0,13-4-16 0,-13 4-12 16,13 0-10-16,-13 0-9 0,15 5 0 0,-6-1-13 15,1 1-6-15,-1 3-1 0,-1-2-6 16,2 2-7-16,-1 1-2 0,-4 0-1 0,3 0-8 16,-2 2 4-16,2 0-8 0,-3-1-2 0,0 1 2 15,-1 0-10-15,-4 0 0 0,0-1 4 0,0 0-10 16,0 1 0-16,-1-5 2 0,-3 4-2 0,3-6 2 15,-2 2-2-15,2-2 0 0,1-4 6 0,0 0 2 16,-4 9 1-16,4-9-3 0,0 0-5 0,0 0 2 16,0 0-1-16,0 0-3 0,-4-20-1 0,5 9 4 15,2 1 0-15,1-2-2 0,1-3 4 0,0-1-6 16,5 4 0-16,-2-3-7 0,-3 5 1 0,5-5 0 16,0 5 0-16,-3 3 0 0,-1-2-6 0,0 3 3 15,2-1-10-15,-3 2-20 0,1 1-30 0,-1 2-31 16,-1 0-28-16,-4 2-28 0,7-3-24 0,-7 3-38 15,0 0-30-15,12 0-20 0,-12 0-38 0,6 2-31 16,-6-2-34-16,8 3-33 0,-4 0-36 0,-2-2-30 16,-2-1-251-16,5 7-772 0,-3-3 342 0</inkml:trace>
  <inkml:trace contextRef="#ctx0" brushRef="#br0" timeOffset="422566.7537">13825 17345 40 0,'0'0'342'0,"0"0"18"0,0 0 15 0,0 0 20 16,6-9-3-16,-6 9-4 0,3-5-5 0,-3 5-6 16,0-6-13-16,0 6-19 0,1-5-18 0,-1 5-21 15,0 0-22-15,0-7-21 0,0 7-19 0,4-4-18 16,-4 4-20-16,0 0-16 0,1-5-25 0,-1 5-13 16,0 0-19-16,0 0-10 0,0 0-12 15,8-3-19-15,-8 3-11 0,0 0-7 0,0 0-9 0,14 1-3 16,-14-1-8-16,13 3-9 0,-7 0 1 0,1 0-8 15,-1 0-9-15,-1 0 0 0,-1 0-7 0,2 4-3 16,-2-2 2-16,-1 1-11 0,1-2-6 16,-1 3-3-16,-1-1 0 0,-1 1-6 0,-1 1-1 15,-1-2-4-15,-2 2-3 0,1-2-2 0,-1-1-4 16,-4 4 2-16,0-5-3 0,-2 1-2 0,3 2 3 16,-1-4 2-16,-3-1 6 0,5 0-1 0,-3-1 7 0,8-1 1 15,-10 0-1-15,10 0 1 0,-9-4 1 0,5 0-1 16,-1-1 2-16,2-1-1 0,2 0 5 0,1-5-1 15,4 0-3-15,-3 0 1 0,7 2 1 16,-3-1 0-16,1 0-2 0,2 1 3 0,-4 0-7 16,5 0 8-16,1 3-4 0,-2 0 1 0,-4 2-2 15,1-1 3-15,0 3-4 16,1-1 4-16,-6 3 5 0,0 0 2 0,0 0 0 16,17 5-2-16,-13 1 1 0,0 0-1 0,-1 2-2 15,1-1-3-15,-1 3 2 0,-2 0-2 0,2 0 2 16,-3 1 6-16,0-2-5 0,0 2 0 0,0-2 0 15,0 0-12-15,0-2-9 0,0-1-8 0,1 2-4 16,0-3-9-16,0 0 1 0,2 0 4 0,0 0 7 16,2-4 2-16,-5-1 1 0,15 1 3 0,-15-1 6 15,18-2 2-15,-5-4-2 0,0 0 1 0,3-2 3 16,-2-1 1-16,0 2 2 0,3-5 3 0,-2 0-2 16,1 0 2-16,-4-1 3 0,1-2 2 0,-1 1 8 15,2-1 3-15,-5-3 9 0,2 0 20 0,-2 1 9 16,3-5 7-16,-2 4-2 0,-4 0 0 0,3 1 8 15,-4 1 2-15,-1 4 11 0,2-3 8 0,-2 2 12 16,-4 4-3-16,4-1 3 0,-4 3 6 16,3-1-13-16,-3 8 7 0,2-13 2 0,-2 7-4 0,0 6 1 15,1-7-7-15,-1 7-25 0,0-6-62 0,0 6 0 16,0 0 0-16,0 0 0 0,3-7 0 0,-3 7 0 16,0 0 0-16,0 0 0 0,0 0 0 15,0 0 0-15,0 0 0 0,0 0 0 0,0 22 0 16,-3-11 0-16,2-1 0 0,1 2 0 0,-2 1 0 15,-1 2 0-15,4 2 0 0,-1-1 0 0,-1 4 0 0,1-4 0 16,0 1 0-16,-3 0 0 0,6-1 0 0,-6-2 0 16,3 1 0-16,0-4 0 0,4 1 0 0,-2-3 0 15,0 3 0-15,3-1 0 0,-1-3 0 0,5 2 0 16,-4-2 0-16,4-1 0 0,0-1 0 16,4-1 0-16,0-1 0 0,1 0 0 0,-2-4 0 15,8 1 0-15,-5-3 0 0,3-2 0 0,-1-3 0 0,-1 1 0 16,0-2 0-16,0 0 0 0,-3-1 0 0,-2 0 0 15,1-4 0-15,-6 2 0 0,3-1 0 16,0 1 0-16,-4 2 0 0,3-1 0 0,-5-1 0 16,2 4 0-16,-4-2 0 0,3 2 0 0,-3 3 0 15,-1 4 0-15,2-12 0 0,-2 12 0 0,-1-7 0 16,1 7 0-16,0 0 0 0,-6-8 0 0,6 8 0 0,0 0 0 16,0 0 0-16,0 0 0 0,0 0 0 15,-17 13 0-15,16-6 0 0,-3 1 0 0,0 0 0 0,-1 2 0 16,3 1 0-16,-1-2 0 0,-1 1 0 15,4-2 0-15,0 1 0 0,-1-2 0 0,2 3 0 0,-1-3 0 16,4 0 0-16,0 0 0 0,5 1 0 16,-4-2 0-16,3-2 0 0,1 1 0 0,2 0 0 15,3-1 0-15,4-3 0 0,-1 0 0 0,1-1 0 0,-6 0-41 16,9-4-20-16,-1 1-20 0,-3 1-24 0,-1-2-27 16,-3 1-12-16,0-3-30 0,-3 1-43 0,3-2-41 15,1-2-33-15,-5 3-42 0,0 0-38 0,-1-1-52 16,-3-3-64-16,-4 4-359 0,-2-4-916 15,-3 1 406-15</inkml:trace>
  <inkml:trace contextRef="#ctx0" brushRef="#br0" timeOffset="422863.5589">14557 17152 233 0,'-7'-6'480'0,"0"1"37"0,2-1 43 15,0-4 20-15,1 7 7 0,-1-3-14 0,0-1-19 16,4-1-29-16,-2 0-32 0,3 8-39 0,4-16-44 15,2 8-42-15,-2 0-40 0,5-1-24 0,4 3-41 16,5-3-28-16,7-3-18 0,-1 1-29 0,-4 8-55 16,0-2-57-16,3 1-90 0,-5 3-66 0,1 1-62 0,-6 0-65 15,4 0-71-15,-6 1-75 0,1 1-72 16,-6 0-65-16,6-2-76 0,-12 0-355 0,0 0-997 16,0 0 441-16</inkml:trace>
  <inkml:trace contextRef="#ctx0" brushRef="#br0" timeOffset="423504.6127">15416 17308 156 0,'0'0'474'16,"-1"-7"14"-16,-3 2 4 0,3 0 0 0,1 5 2 0,-3-10-10 15,3 4-4-15,0 1 3 0,0 5-9 0,-2-11-8 16,-1 8-16-16,3-1-18 0,0-5-18 15,-4 6-18-15,4 3-27 0,-1-4-25 0,1-1-29 16,0 5-31-16,0 0-80 0,-4-4-204 0,4 4 0 16,0 0 0-16,0 0 0 0,0 0 0 0,0 0 0 15,0 0 0-15,0 0 0 0,-1 13 0 0,-2-6 0 0,3 0 0 16,-1 1 0-16,-2 0 0 0,3 1 0 16,-5 3 0-16,4-1 0 0,1-1 0 0,-1-2 0 15,-2 3 0-15,3-2 0 0,-4 1 0 0,4-1 0 16,0 1 0-16,0-3 0 0,-1 2 0 0,0-2 0 15,1-2 0-15,-3 2 0 0,2-2 0 0,-3-2 0 16,4 4 0-16,0-7-131 0,0 4-263 0,0-4-44 0,0 0-47 16,0 0-47-16,0 0-29 0,0 0-381 15,0 0-1020-15,1-28 451 0</inkml:trace>
  <inkml:trace contextRef="#ctx0" brushRef="#br0" timeOffset="423801.4047">15361 17141 301 0,'0'0'386'0,"1"-11"39"16,-1 5 17-16,0 1-3 0,3 1-10 0,-3-2-28 16,0 6-34-16,1-8-38 0,-1 8-33 0,0-6-40 15,0 6-51-15,0 0-70 0,0 0-77 0,0 0-74 16,0 0-62-16,0 0-62 0,0 0-69 0,8 14-83 16,-3-5-79-16,-5-2-190 0,6 4-607 0,2-1 268 15</inkml:trace>
  <inkml:trace contextRef="#ctx0" brushRef="#br0" timeOffset="424098.5612">15531 17293 222 0,'0'0'475'16,"4"-5"16"-16,0 0 13 0,-4-1-6 0,2 2-8 16,-2-2-22-16,1 0-14 0,-1 6-13 0,3-6-16 15,-2 0-21-15,-1 6-28 0,0 0-23 0,4-5-39 16,-4 5-29-16,0 0-29 0,4-3-25 0,-4 3-25 15,0 0-22-15,0 0-14 0,5 8-12 0,-1-1-17 16,-4-1-7-16,4 0-15 0,-2 0-17 0,2 5-7 16,0-3-10-16,-3 3-8 0,3-1-44 0,-4 1-33 15,0-3 0-15,1-1 0 0,2 0 0 0,-6-2 0 16,3 1-50-16,0-2-12 0,0 0 10 0,0-4 11 16,0 7 4-16,0-7 7 0,3 2 9 0,-3-2 4 15,0 0 8-15,0 0 7 0,0 0 13 0,9-16 6 16,-4 9 2-16,-1 2 15 0,1-4 3 0,3-2 15 15,-2 1 20-15,3 2 7 0,-4 0-79 0,3-1 0 16,-6 3 0-16,4-1 0 0,-3 3 0 0,0-1 0 16,2 1 0-16,-1 0 0 0,-3 2 0 0,2 0 0 15,-3 2 0-15,0 0 0 0,6-2 0 16,-6 2 0-16,0 0 0 0,8 5 0 0,-4 0 0 0,-1 1 0 16,2-1 0-16,-1 2 0 0,0-1 0 0,3 1 0 15,-1 0 0-15,2 2 0 0,-1-2 0 0,-3 3 0 16,5-2 0-16,1-2-330 0,-1 0-77 0,0 0-51 15,3-3-58-15,0 0-49 0,0-2-422 16,1-2-1067-16,0 0 472 0</inkml:trace>
  <inkml:trace contextRef="#ctx0" brushRef="#br0" timeOffset="424958.7795">16050 17074 171 0,'3'-10'442'0,"-2"4"45"0,-1-1 28 0,1-3 15 15,-1 5 8-15,0-2-4 0,0-2 10 0,0 9-7 16,0-7-3-16,0 7-18 0,3-8-24 0,-3 8-22 16,0 0-38-16,-3-7-38 0,3 7-37 0,0 0-37 0,0 0-30 15,0 0-202-15,0 0-88 0,0 0 0 16,0 0 0-16,-2 22 0 0,-2-10 0 0,1-1 0 16,2 0 0-16,-3 4 0 0,0 3 0 0,0 1 0 15,-1-2 0-15,4 3 0 0,-3 4 0 0,0-5 0 16,3-1 0-16,-3 1 0 0,-1-1 0 0,1-1 0 15,2-1 0-15,-1-4 0 0,-2 0 0 0,3-1 0 0,0-3 0 16,2 1 0-16,0 0 0 0,0-4 0 16,-2 0 0-16,0 0 0 0,2-5 0 0,2 8 0 15,-2-4 0-15,0-4 0 0,2 5 0 0,-2-5-214 16,0 0-224-16,0 0-13 0,0 0-1 0,19-9-15 16,-15 3-1-16,0 2-4 0,-3-3 15 0,3 3 31 15,-4-1 30-15,3-1 36 0,-3 6 37 0,-4-9 29 16,-3 5 43-16,5 0 35 0,-5 0 40 0,2 1 43 15,-1-1 42-15,-2 2 30 0,3-2 44 0,-4 2 44 16,-1 0 35-16,2 0 48 0,-2 1 39 0,0 0 45 16,1 0 54-16,0-4 45 0,0 4 50 0,-1-2 26 15,0-1 31-15,2 2 25 0,-1 0 15 0,3-1-7 16,1 0-18-16,-2 1-6 0,4 0-24 0,3 2-21 16,-8-4-23-16,5 1-21 0,3 3-33 0,-2-4-138 15,2 4-149-15,0 0 0 0,15-8 0 0,-5 2 0 16,8 1 0-16,1 1 0 0,9-2 0 0,2 2 0 15,-1 0 0-15,0-2 0 0,5 4 0 0,-5 0 0 16,6-3 0-16,-5 2 0 0,0 0 0 0,-1 1 0 16,-9 0 0-16,1-1 0 0,-3 2 0 0,-5 1 0 15,-2 0 0-15,-3-2 0 0,0 2 0 0,-8 0 0 16,12-3 0-16,-12 3 0 0,9 0 0 0,-9 0 0 16,0 0-36-16,9 1-74 0,-9-1 8 0,0 0 12 15,5-2 11-15,-5 2 8 0,0 0 10 0,0 0 16 16,0 0 20-16,0 0 13 0,5-4 19 0,-5 4 18 15,0 0 12-15,0 0 10 0,0-6 14 0,0 6 9 16,0 0 9-16,0 0-14 0,0 0 6 0,3-5-4 16,-3 5-8-16,0 0-16 0,2-4-43 0,-2 4 0 15,0 0 0-15,11-2 0 0,-11 2 0 0,0 0 0 16,16 6 0-16,-9-3 0 0,4 3 0 0,-6 0 0 16,4 2 0-16,0 1 0 0,-4-1 0 0,3 2 0 15,-2 1 0-15,-4 0 0 0,1 3 0 0,1-2 0 16,-4-1 0-16,-1 0 0 0,-3 4 0 0,0-3 0 15,-2-1 0-15,-3-1 0 0,-3 2 0 0,-1-2 0 16,-2-2 0-16,-1-1 0 0,0-1 0 0,2-2 0 16,2-2 0-16,0-2 0 0,-3 0 0 0,6-2 0 15,0-3 0-15,1-1 0 0,3-1 0 0,1-4 0 16,-1-4 0-16,4 1 0 0,2-3 0 0,2 0 0 16,-1 2 0-16,5-2 0 0,-1 4 0 0,3 1 0 15,1-1 0-15,-2 4 0 0,2 2 0 0,7-1 0 16,-8 4 0-16,2 2 0 0,1 0-156 0,-2 3-464 15,1 1-118-15,-2 1-376 0,0 0-1205 0,-2 1 534 16</inkml:trace>
  <inkml:trace contextRef="#ctx0" brushRef="#br0" timeOffset="425833.7079">12943 17915 163 0,'0'0'371'0,"0"5"-4"15,0-5-4-15,0 0-16 0,0 0 10 0,0 0-13 16,0 0-2-16,0 0-15 0,0 0-8 0,0 0-24 16,0 0-18-16,0 0-17 0,0 0-19 0,0 0-16 15,0 0-23-15,0 0-16 0,0 0-20 0,0 0-8 16,0 0-4-16,0 0-5 0,0 0-1 16,0 0-5-16,0 0-13 0,0 0-13 0,12-7-9 0,-1 5-15 15,8 0-5-15,-1-2-10 0,9-1-3 0,2-2-6 16,2 2-6-16,-3-3-9 0,0 2 0 0,-1-3-3 15,-8 3 5-15,12-4-1 0,-13 4-2 0,-4-1-2 16,-1 2 4-16,-4 2 8 0,-2 1 6 16,1-1 9-16,-4 0-3 0,0-1-4 0,-4 4-7 15,4-5-1-15,-4 5-12 0,0 0-2 0,-7-7-12 16,-3 6-1-16,10 1-13 0,-19-2 1 0,0 4 2 0,-1-1-6 16,1 4 8-16,-1 1 4 0,-1 1 9 0,2 0-9 15,-2 1-1-15,1 1 21 0,-3 4-10 0,4-2-12 16,1 1-30-16,3-1 0 0,-2 2 0 0,3-3 0 15,1 4 0-15,3-3 0 0,4-3 0 16,-2 1 0-16,3 0 0 0,1 1 0 0,0-2 0 16,4-2 0-16,0 0 0 0,4 3 0 0,1 0 0 15,3-4 0-15,1 2 0 0,5-2 0 0,3 0 0 0,3-1 0 16,8-2-3-16,-6 0-128 0,5 0-23 16,-7 1-29-16,1-3-31 0,0 1-31 0,1-2-31 15,0-3-32-15,-2 1-28 0,-2-2-37 0,0 0-41 16,0-2-49-16,0-2-386 0,-4 1-919 0,1 0 406 15</inkml:trace>
  <inkml:trace contextRef="#ctx0" brushRef="#br0" timeOffset="426489.6765">13439 17916 375 0,'0'0'419'0,"6"-5"6"0,-6 2-18 0,0 3 3 0,4-10-10 16,-1 8-13-16,1-1-15 0,-2-2-6 0,2 2-17 15,-4 3-20-15,4-9-18 0,-4 9-28 0,9-7-19 16,-9 7-26-16,6-5-24 0,-6 5-28 0,8-4-13 16,-8 4-20-16,10 0-16 0,-10 0-9 0,13 1-15 15,-13-1-12-15,11 5-1 0,-5-1-11 0,-3 0-6 16,5 1-12-16,-3 1-5 0,3 1-6 0,-4-2-1 16,-2 6-8-16,-1-6-5 0,1 6-3 0,-4-4-6 15,-1 4-4-15,-1-2 3 0,-1 1-3 0,-2-1-6 16,-2-1 0-16,-1 0-10 0,0 1-9 0,-3-2-7 15,-1-1-12-15,0-1 3 0,1-1 2 0,3-1 3 16,1-1-7-16,5-1 11 0,4-1 11 0,0 0-10 16,-15-4 1-16,12 0 7 0,-3-1 4 15,6 5 4-15,6-13 2 0,-6 3 3 0,4-1 1 16,1 0 7-16,-1 1-1 0,4-1 0 0,3-2 3 16,-4 5 4-16,-1-2-8 0,3 3-1 0,2-2 5 15,-3 4-17-15,-4 0 6 0,2 3-1 0,3-3-5 0,-9 5 6 16,12-4-5-16,-4 4 11 0,-8 0 3 0,12 1 5 15,-5 1 4-15,-1 2 2 0,-1 1 6 16,0 2 6-16,0 3-23 0,-3-1-31 0,1 3 0 16,1-3 0-16,-6 4 0 0,4 4 0 0,-2-1 0 15,-2 1 0-15,-2 0 0 0,1 0 0 0,-3 0 0 16,0-2 0-16,0 2 0 0,0-1 0 0,-3 0 0 16,0-1 0-16,4 0 0 0,5-15 0 0,-10 23 0 15,6-9 0-15,4-14 0 0,-8 21 0 0,5-9 0 16,3-12 0-16,-3 20 0 0,3-20 0 0,-5 21 0 15,5-21 0-15,0 14 0 0,0-14 0 0,0 0 0 16,-1 17 0-16,1-17 0 0,0 0 0 0,0 0 0 16,0 0 0-16,0 20 0 0,0-20 0 0,0 0 0 15,0 0 0-15,0 0 0 0,11 11 0 0,-11-11 0 16,0 0 0-16,0 0 0 0,24 4 0 0,-24-4 0 16,0 0 0-16,32 0 0 0,-32 0 0 0,0 0 0 15,37-7 0-15,-37 7 0 0,27-5 0 0,-27 5 0 16,27-7 0-16,-27 7 0 0,26-8 0 0,-26 8 0 15,22-6 0-15,-22 6 0 0,20-7 0 0,-20 7 0 16,0 0 0-16,21-7-186 0,-21 7-285 0,0 0-83 16,17-8-88-16,-17 8-415 0,0 0-1144 0,0 0 507 15</inkml:trace>
  <inkml:trace contextRef="#ctx0" brushRef="#br0" timeOffset="427162.4702">13783 17973 465 0,'2'-7'516'0,"1"3"13"0,-1-2-1 15,2 3-4-15,-4-2-11 0,0 5-11 0,4-6-22 16,-4 6-13-16,0-7-32 0,0 7-30 0,0 0-38 16,1-4-34-16,-1 4-34 0,0 0-36 0,0 0-26 15,0 0-25-15,0 0-15 0,0 0-24 0,0 0-13 16,0 0-17-16,0 0-16 0,3 20-13 0,-2-13-11 15,1 1-12-15,0-2-83 0,-2 1-8 0,0 0 0 16,0 3 0-16,1-4 0 0,-2 1 0 0,2-1 0 16,-1-1 0-16,0 1 0 0,3 0 0 0,-3-1 0 15,1 0 0-15,-1-5 0 0,5 5 0 0,-5-5 0 16,0 4 0-16,0-4 0 0,0 0 0 0,0 0 0 16,0 0 0-16,0 0 0 0,18-9 0 0,-14 5 0 15,5-2 0-15,-4 0 0 0,3-3 0 0,-2 2 0 16,4 1 0-16,1 0 0 0,-5-1 0 0,3 2 0 15,0-1 0-15,0-1 0 0,-1 2 0 0,-2 2 0 16,1-2 0-16,-3 4 0 0,3-3 0 0,-2 2 0 16,-5 2 0-16,10-3 0 0,-10 3 0 0,0 0 0 15,13 4 0-15,-13-4 0 0,8 4 0 0,-6-2 0 16,-2-2 0-16,8 7 0 0,-6-2 0 0,1-1 0 16,-2-1 0-16,-1-3 0 0,3 7 0 0,-1-2 0 15,-2-5 0-15,0 6 0 0,0-6 0 0,4 4 0 16,-4-4 0-16,0 0 0 0,3 3 0 15,-3-3 0-15,0 0 0 0,0 0 0 0,0 0 0 16,0 0 0-16,20-7 0 0,-15 3 0 0,3 1 0 0,-2-3 0 16,3 0 0-16,-1 1 0 0,-3 1 0 0,4 0 0 15,-3 0 0-15,-2-1 0 0,-4 5 0 16,9-5 0-16,-2 3 0 0,-7 2 0 0,6-4 0 16,-6 4 0-16,9-1 0 0,-9 1 0 0,0 0 0 15,0 0 0-15,13 6 0 0,-11-1 0 0,3-2 0 16,-5-3 0-16,7 5 0 0,-5 0 0 0,-1-1 0 15,-1-4 0-15,4 9 0 0,-1-5 0 0,-2-1 0 16,-1-3 0-16,3 7 0 0,-3-7 0 0,2 4 0 16,-2-4 0-16,0 5-81 0,0-5-97 0,0 0-29 15,0 0-22-15,0 0-48 0,8 2-71 0,-8-2-77 16,0 0-69-16,14-10-95 0,-5 4-306 0,-1-1-967 16,-1-3 428-16</inkml:trace>
  <inkml:trace contextRef="#ctx0" brushRef="#br0" timeOffset="427474.5915">14250 17858 261 0,'-1'-7'502'15,"1"7"16"-15,-2-6-3 0,2 6-28 0,0 0-43 16,-4-7-49-16,4 7-34 0,0 0-38 0,0 0-31 16,0 0-35-16,-4-5-52 0,4 5-68 0,0 0-76 15,0 0-63-15,0 0-61 0,0 0-80 0,0 0-75 16,0 0-74-16,11 16-94 0,-11-16-223 0,12 9-660 15,-5-3 292-15</inkml:trace>
  <inkml:trace contextRef="#ctx0" brushRef="#br0" timeOffset="427755.7764">14372 17937 14 0,'0'0'437'0,"0"0"14"0,8-8 38 15,-8 8 25-15,0 0 16 0,0 0 9 0,-3-14 17 16,3 14 4-16,0-4-10 0,0 4-6 0,0 0-13 15,0 0-31-15,0 0-31 0,0 0-34 0,0 0-31 16,0 0-37-16,0 0-66 0,0 0-301 0,0 0 0 16,0 0 0-16,0 0 0 0,-4 20 0 0,0-9 0 15,3 5 0-15,-3 2 0 0,2-1 0 0,1 3 0 16,-3-1 0-16,2 8 0 0,-3-3 0 0,3 2 0 16,-1-6 0-16,-2 3 0 0,-5-1 0 0,2-3 0 15,3-2 0-15,-3 0 0 0,2-1 0 0,2-4 0 16,4-12 0-16,-6 23 0 0,3-11 0 0,3-12 0 15,-5 20 0-15,5-20 0 0,-3 14 0 0,3-14 0 16,0 0 0-16,0 0 0 0,-1 19 0 0,1-19 0 16,0 0 0-16,0 0-451 0,0 0-51 0,12 13-55 15,-12-13-65-15,0 0-389 0,0 0-1093 0,0 0 484 16</inkml:trace>
  <inkml:trace contextRef="#ctx0" brushRef="#br0" timeOffset="428052.6633">14326 18009 199 0,'3'-13'458'0,"-2"1"12"0,0-2 13 0,3-1 8 15,1 3 6-15,-1 0 5 0,0 3-12 0,-1-2-3 16,1 1-34-16,-1 1-11 0,3-3-20 0,2 2-35 16,1 2-28-16,0 1-24 0,4 1-26 0,-2 0-27 15,1 1-23-15,2 2-29 0,-1-1-17 0,0 3-22 16,-1 0-21-16,3 1-108 0,-3 2-62 0,-2 2 0 15,0-1 0-15,-1 1 0 0,0 1 0 0,-1 0 0 16,-1 2 0-16,-4-1 0 0,2 2 0 0,-4 1 0 16,1 1 0-16,-4 2 0 0,-1-3 0 0,-3 4 0 15,-5 1 0-15,2 0 0 0,-5-1 0 0,-3-1 0 16,2 0 0-16,-12 1 0 0,4 0 0 0,-4-3 0 16,7-3 0-16,2 2 0 0,2-5 0 0,5 0 0 15,1-2 0-15,1-1 0 0,9-1 0 0,0 0 0 16,-13-1 0-16,13 1 0 0,-1-6 0 0,1 6-99 15,0 0-245-15,18-9-59 0,-8 5-51 0,2 1-53 16,7-2-66-16,-3-1-396 0,5 1-1049 0,-1 1 464 16</inkml:trace>
  <inkml:trace contextRef="#ctx0" brushRef="#br0" timeOffset="428661.8958">14769 17966 55 0,'2'-6'447'0,"-1"0"-1"15,0 0-3-15,3 1 1 0,-4-1-10 0,3 0-3 16,-2 2-4-16,1 0-15 0,-2 4-10 0,2-10 10 16,-2 10-24-16,1-5-11 0,-1 5-14 0,0-8-18 15,0 8-28-15,3-5-22 0,-3 5-28 0,0 0-29 16,0 0-21-16,0 0-26 0,0 0-18 0,0 0-18 15,0 0-10-15,0 0-15 0,7 13-16 0,-3-8-7 16,-3 4-91-16,2-2-16 0,-1 1 0 0,0 2 0 16,0 1 0-16,0-2 0 0,-1 1 0 0,0-1 0 15,-1 1 0-15,0-3 0 0,0 0 0 0,0 0 0 16,0 2 0-16,0-6 0 0,0 3 0 0,0-6 0 16,1 8 0-16,-1-4 0 0,0-4 0 0,0 0 0 15,-1 7 0-15,1-7 0 0,0 0 0 0,0 0 0 16,0 0 0-16,14-13 0 0,-5 5 0 0,-2 1 0 15,-1-3 0-15,5-3 0 0,-3 3 0 0,1 1 0 16,0-1 0-16,1 2 0 0,-3-2 0 0,0 3 0 16,1 0 0-16,-1 0 0 0,1 3 0 0,-4 2 0 15,-4 2 0-15,9-6 0 0,-9 6 0 0,14-3 0 16,-14 3 0-16,12 2 0 0,-12-2 0 16,11 4 0-16,-6 0 0 0,-1-1 0 0,0 2 0 0,0 1 0 15,-3-1 0-15,4 1 0 0,-4 0 0 0,3 0 0 16,-1 0 0-16,-2 0 0 0,0 0 0 0,1 0 0 15,-2-2 0-15,0-4 0 0,2 8 0 0,-1-6 0 16,-1-2 0-16,0 0 0 0,2 5 0 16,-2-5 0-16,0 0 0 0,0 0 0 0,0 0 0 15,0 0 0-15,16-15 0 0,-8 7-3 0,-3 1-1 16,3-3-2-16,-2 1-1 0,4 1 0 0,-2 0 3 16,-2 0 0-16,2 1 13 0,-3 1 1 0,2 2 6 0,-4-1-16 15,-3 5 0-15,8-4 0 0,-8 4 0 16,0 0 0-16,9-3 0 0,-9 3 0 0,0 0 0 15,0 0 0-15,14 5 0 0,-13 1 0 0,-1-6 0 16,8 10 0-16,-8-4 0 0,4 0 0 0,-4-6 0 16,1 10 0-16,3-3-59 0,-4-2-99 0,0 2-47 15,3-1-53-15,-3-6-56 0,6 10-51 0,-5-6-48 16,2 1-37-16,-3-5-65 0,9 2-394 0,-9-2-985 16,0 0 435-16</inkml:trace>
  <inkml:trace contextRef="#ctx0" brushRef="#br0" timeOffset="429489.833">15306 17943 219 0,'0'0'355'0,"0"0"15"15,0-8 3-15,0 8-3 0,0 0 6 0,1-5-8 16,-1 5-1-16,0 0-3 0,0 0-11 0,0 0-5 16,0 0-24-16,0 0-23 0,0 0-14 0,0 0-26 15,0 0-20-15,0 0-27 0,0 0-27 0,0 0-14 16,0 0-13-16,0 0-19 0,0 0-20 15,0 0-11-15,0 0-3 0,0 0-9 0,0 0 4 16,0 0-11-16,0 0-8 0,0 0 2 0,0 0-13 0,0 0-4 16,0 0-2-16,20 10-8 0,-20-10-5 0,9 3 1 15,-2-3-6-15,-7 0-6 0,14-2 4 0,-14 2-2 16,18-4-7-16,-5-2-9 0,-3 4 11 16,-1-4 10-16,3-1 9 0,-3 4 7 0,-3-2 0 15,2 2 4-15,-2-2 1 0,-2 1 3 0,1 1-10 16,-5 3-9-16,5-6-33 0,-5 6-21 0,3-7 0 15,-3 7 0-15,0 0 0 0,-2-10 0 0,2 10 0 16,-7-4 0-16,7 4 0 0,-12-5 0 0,12 5 0 16,-15 0 0-16,15 0 0 0,-18 3 0 0,9 0 0 15,-1 0 0-15,-3 3 0 0,4-2 0 0,0 3 0 16,-1-1 0-16,2-1 0 0,1 6 0 0,0-4 0 16,-2 3 0-16,4-1 0 0,0 0 0 0,1 2 0 15,2-3 0-15,0 2 0 0,1-2 0 0,2 2 0 16,1-3 0-16,0 0 0 0,2 1 0 0,2-1 0 15,3-1 0-15,2-1 0 0,0-2 0 0,3 0 0 16,0-2 0-16,5 1 0 0,3-4 0 0,-1-1 0 16,-1 0 0-16,5-6 0 0,-5 0 0 0,-1 0 0 15,6-4 0-15,-4-1 0 0,-2 2 0 0,3-5 0 16,-4-1 0-16,-3 6 0 0,-2 1 0 0,-3-2 0 16,-1 6 0-16,-1-1 0 0,-3 4 0 0,-1-2 0 15,1 2 0-15,-2 0 0 0,1 2 0 0,-4 2 0 16,4-5 0-16,-4 5 0 0,0 0 0 0,0 0 0 15,0 0 0-15,0 0 0 0,0 0 0 0,1 12 0 16,-1-12 0-16,-2 11 0 0,1-4 0 16,-1 0 0-16,2-2 0 0,-1 4 0 0,0-4 0 0,1 3 0 15,1-1 0-15,0-2 0 0,1-1 0 0,-1 3 0 16,1-2 0-16,2-2 0 0,0 1 0 0,0 1 0 16,4-3 0-16,-3 2 0 0,-5-4 0 0,11 2 0 15,-3-3 0-15,-8 1 0 0,17-3 0 16,-6 1 0-16,-1-1 0 0,-2 0 0 0,2-2 0 15,0 0 0-15,-3 2 0 0,2-2 0 0,-3-1 0 16,2 2 0-16,-2 0 0 0,-1 0 0 0,-1-1 0 16,-4 5 0-16,8-3 0 0,-4 0 0 0,-4 3 0 0,7-3 0 15,-7 3 0-15,0 0 0 0,5-5 0 16,-5 5 0-16,0 0 0 0,0 0 0 0,0 0 0 16,5-4 0-16,-5 4 0 0,0 0 0 0,0 0 0 15,0 0 0-15,0 0 0 0,6 10 0 0,-6-10 0 16,4 8 0-16,-2-2 0 0,3 0 0 0,-1-2 0 15,1 1 0-15,-1 0 0 0,-2 0-107 0,4 1-203 16,4 1-53-16,-3 0-67 0,1-4-70 0,2-1-75 16,-1 1-410-16,-9-3-1066 0,23-5 472 0</inkml:trace>
  <inkml:trace contextRef="#ctx0" brushRef="#br0" timeOffset="430114.8429">16189 17735 235 0,'0'-9'431'0,"0"0"6"0,1 1 7 0,1 2 5 16,-2 6-3-16,2-9-12 0,-2 9-11 0,0-9-17 16,0 9-23-16,0 0-11 0,2-7-25 0,-2 7-19 15,0 0-18-15,0 0-25 0,0 0-21 16,2-5-16-16,-2 5 8 0,0 0-5 0,0 0-12 16,-5 20 1-16,4-11-11 0,1-2-15 0,-2 4-7 15,1 2-10-15,1 3-81 0,0 2-116 0,-2 1 0 0,0 0 0 16,2-2 0-16,-2 1 0 0,6-2 0 0,-2 2 0 15,-2 0 0-15,0-1 0 0,3 0 0 16,-5-5 0-16,4 0 0 0,-2-1 0 0,0 0 0 16,1-3 0-16,0-1 0 0,1-1 0 0,-2 0 0 15,2-1 0-15,-2-5 0 0,4 7 0 0,-4-4 0 16,0-3 0-16,0 0-135 0,0 0-201 0,0 0-33 16,0 0-20-16,0 0-30 0,20-10-22 0,-16 4-6 15,0 0 3-15,0-3 0 0,0 3 21 0,-3-2 35 16,-1 2 42-16,0 6 28 0,0-10 45 0,-4 4 36 15,4 6 42-15,-5-9 45 0,1 6 29 0,-1-2 34 16,5 5 29-16,-9-6 27 0,2 4 36 0,7 2 34 16,-12-7 15-16,6 5 38 0,-6 0 30 0,1 0 22 15,2 1 30-15,-3-2 17 0,3-1 32 0,9 4 19 16,-18-5 21-16,8 2 15 0,-1 3 21 0,-2 0-1 16,13 0 0-16,-23-2-3 0,17 4 7 0,6-2 3 15,-16-3-7-15,16 3-3 0,-10-2-2 0,10 2-14 16,-8-1-13-16,8 1-12 0,0 0-17 15,0 0-7-15,0 0-2 0,-14-1-181 0,14 1-47 16,0 0 0-16,0 0 0 0,0 0 0 0,28-7 0 0,-11 6 0 16,2-1 0-16,9-4 0 0,-7 2 0 0,9 0 0 15,1 0 0-15,1 0 0 0,-4 1 0 16,3 0 0-16,-2-2 0 0,-2 3 0 0,-5 1 0 16,-6-2 0-16,2-1 0 0,-6 2 0 0,-1 1 0 15,-6-1 0-15,3 1 0 0,-8 1 0 0,9 0 0 16,-9 0 0-16,0 0 0 0,10-1 0 0,-10 1 0 15,0 0 0-15,0 0 0 0,0 0 0 0,8-3 0 16,-8 3 0-16,0 0 0 0,0 0 0 0,-3 11-412 0,3-11-69 16,-5 8-48-16,5-8-58 0,0 11-444 15,0-11-1116-15,1 6 494 0</inkml:trace>
  <inkml:trace contextRef="#ctx0" brushRef="#br0" timeOffset="430411.6459">16634 18065 134 0,'0'0'468'15,"3"7"2"-15,-3-7 2 0,0 0-22 0,0 0-43 16,0 0-39-16,0 0-37 0,0 0-36 0,0 0-37 16,0 0-57-16,0 0-58 0,0 0-58 0,0 0-63 15,0 0-70-15,0 0-76 0,0 0-80 16,0 0-101-16,0 0-266 0,0 0-618 0,0 0 273 0</inkml:trace>
  <inkml:trace contextRef="#ctx0" brushRef="#br0" timeOffset="431662.979">16805 17641 132 0,'0'0'250'0,"0"0"-3"15,4-4-6-15,-4 4 2 0,3-2-13 0,-3 2-6 16,2-4-3-16,-2 4 3 0,0 0-9 0,0 0 13 16,0 0-14-16,0-4-5 0,0 4-1 0,0 0-5 15,0 0 4-15,3-4 2 0,-3 4-6 0,0 0-1 16,0 0 7-16,0 0 18 0,0 0-3 0,0 0-4 15,4-3-6-15,-4 3-7 0,0 0-10 0,0 0-3 16,0 0-12-16,0 0 6 0,0 0-12 0,0 0-6 16,0 0-4-16,0 0-7 0,0 0-6 0,0 0-5 15,0 0-6-15,0 0-10 0,0 0-7 0,0 0-10 16,0 0-3-16,0 0-11 0,0 0-7 0,0 0-12 16,0 0 0-16,0 0-20 0,0 0-62 0,0 0 0 15,0 0 0-15,0 0 0 0,-13 11 0 0,9-5 0 16,-1 2 0-16,-1 5 0 0,-1-3 0 0,1 6 0 15,-2 2 0-15,2 0 0 0,-1 0 0 0,1 2 0 16,-2 7 0-16,-2-1 0 0,1-1 0 0,3-1 0 16,-1 2 0-16,-3 1 0 0,1 1 0 0,1-4 0 15,2 1 0-15,-2 0 0 0,3 0 0 0,0-1 0 16,0 3 0-16,1-9 0 0,4-1 0 0,0 2 0 16,1-1 0-16,2 0 0 0,-2 0 0 0,3-1 0 15,1-2 0-15,-5-15 0 0,5 28 0 0,-1-16 0 16,6 0 0-16,-10-12 0 0,12 20 0 0,-7-10 0 15,-5-10 0-15,10 18 0 0,-10-18 0 0,10 14 0 16,-10-14 0-16,11 10 0 0,-11-10 0 0,0 0 0 16,14 12 0-16,-14-12 0 0,0 0 0 0,0 0 0 15,14 9 0-15,-14-9 0 0,0 0 0 0,0 0-124 16,0 0-249-16,0 0-41 0,0 0-65 0,0 0-55 16,0 0-511-16,0 0-1132 0,0 0 502 15</inkml:trace>
  <inkml:trace contextRef="#ctx0" brushRef="#br0" timeOffset="432365.9471">17005 17737 377 0,'1'-11'481'0,"2"2"-1"0,-3 2-5 0,1-2-8 16,-1 2-6-16,0 7-12 0,0-11-15 0,0 4-16 15,0 7-2-15,0-8-31 0,0 8-26 0,0-7-25 16,0 7-25-16,0 0-33 0,0 0-25 0,-1-7-26 16,1 7-17-16,0 0 3 0,0 0-2 0,0 0-7 15,0 0-7-15,0 26-3 0,0-16-9 0,0 3-13 16,-3 3-146-16,3 3-24 0,-1 1 0 0,-1-2 0 15,1-3 0-15,-3 10 0 0,4-8 0 0,-1 1 0 16,0 0 0-16,2 0 0 0,-2 3 0 0,2-6 0 16,-4 0 0-16,2-2 0 0,-2-3 0 0,3-1 0 15,-1 1 0-15,1-2 0 0,0 0 0 0,0-3 0 16,-1 0 0-16,1-1 0 0,-1 1 0 0,-2-1 0 16,3-4 0-16,0 4 0 0,0-4 0 0,0 4 0 15,0-4 0-15,0 0 0 0,0 0 0 0,0 0 0 16,0 0 0-16,12-8 0 0,-5 3 0 0,-1-4 0 15,1 2 0-15,1-3 0 0,-1 1 0 16,4-5 0-16,0 0 0 0,-2-2 0 0,0 1 0 16,2 0 0-16,-1-3 0 0,1 1 0 0,-2 3 0 0,-3-1 0 15,1 0 0-15,-1-2 0 0,1 6 0 0,-4 1 0 16,4 1 0-16,-2-4 0 0,-4 6 0 0,3 1 0 16,-1-1 0-16,-1 2 0 0,-2 5 0 15,4-10 0-15,-4 10 0 0,4-5 0 0,-4 5 0 16,3-7 0-16,-3 7 0 0,0 0 0 0,0 0 0 15,0 0 0-15,0 0 0 0,0 0 0 0,-3 19 0 16,-2-10 0-16,0 3 0 0,-2 1 0 0,1 3 0 16,-1-1 0-16,-3-2 0 0,8 2 0 0,-2-5 0 0,0 1 0 15,0-1 0-15,3 1 0 0,1-1 0 16,-3 0 0-16,6-3 0 0,-2 2 0 0,3-4 0 16,1 5 0-16,0-3 0 0,4 0 0 0,0 0 0 15,0-2 0-15,0 0 0 0,4 0 0 0,-2 0 0 16,2-3 0-16,-2 1 0 0,1-3 0 0,-1 0 0 15,1 2 0-15,-4-1 0 0,3-1 0 0,-4 1 0 16,0-3-200-16,-2 2-244 0,-5 0-56 0,0 0-45 16,18-3-64-16,-18 3-374 0,9-3-1064 0,-9 3 471 15</inkml:trace>
  <inkml:trace contextRef="#ctx0" brushRef="#br0" timeOffset="433178.2525">17377 17908 263 0,'5'-7'337'0,"-4"3"2"0,-1 4 8 0,7-7-4 16,-4 2-3-16,0-1-15 0,-1 3 8 0,1-3-15 16,-1 3 1-16,-2 3-11 0,3-8-9 0,-2 4-16 15,-1 4-14-15,4-7-9 0,-3 4-16 16,-1 3-7-16,5-7-22 0,-5 7-12 0,0 0-14 16,3-3-15-16,-3 3-20 0,0 0-20 0,5-6-14 15,-5 6-14-15,0 0 1 0,9 0-23 0,-9 0-7 0,8 6-6 16,-8-6-5-16,10 7-7 0,-6-2-5 0,-2 0-6 15,2 1-3-15,-3 0-2 0,1 0-7 0,-1 1-4 16,0 1 0-16,-2-1-2 0,0-1 0 16,-2 4-1-16,-1-4-13 0,-2 4 9 0,-2-3-8 15,2-1 4-15,-3 0-2 0,0-1 0 0,-1 0-8 16,1-2 8-16,0 0-1 0,0-1 1 0,4-1 9 16,5-1 9-16,-12 0 26 0,12 0-15 0,-9-3 1 15,7-2 14-15,-2 0-17 0,4-4 1 0,0-1 5 16,0-1-12-16,6 1 10 0,-3-3-4 0,2 3-4 15,0 0 0-15,3-1-7 0,1 0-18 0,-2 3-17 16,0-1 0-16,2 2 0 0,-2-1 0 0,1 3 0 16,0-1 0-16,0 3 0 0,-8 3 0 0,15 0 0 15,-8 1 0-15,1 2 0 0,2 4 0 0,-1 3 0 16,0 3 0-16,1 1 0 0,-5 3 0 0,3-2 0 16,-3 5 0-16,2 3 0 0,-6 2 0 0,-1-5 0 15,1 5 0-15,-3 0 0 0,-1-1 0 0,3-2 0 16,-5 1 0-16,2 4 0 0,2-8 0 0,0 0 0 15,-3 1 0-15,1-1 0 0,2 8 0 0,-1-11 0 16,2 3 0-16,-2-1 0 0,2 0 0 0,0-1 0 16,0-17 0-16,-2 24 0 0,2-24 0 0,0 21 0 15,0-21 0-15,-3 13 0 0,3-13 0 0,0 0 0 16,-1 18 0-16,1-18 0 0,0 0 0 0,0 0 0 16,0 0 0-16,0 0 0 0,-2 15 0 15,2-15 0-15,0 0 0 0,0 0 0 0,0 0 0 0,0 0 0 16,0 0 0-16,0 0 0 0,0 0 0 0,0 0 0 15,0 0 0-15,0 0 0 0,0 0 0 16,0 0 0-16,0 0 0 0,0 0 0 0,0 0 0 16,-49-29 0-16,49 29 0 0,-21-11 0 0,21 11 0 15,-24-11 0-15,13 5 0 0,11 6 0 0,-23-10 0 16,23 10 0-16,-23-12 0 0,23 12 0 0,-18-6 0 16,18 6 0-16,0 0 0 0,0 0 0 0,-22-7 0 15,22 7 0-15,0 0 0 0,0 0 0 0,-13-9 0 16,13 9 0-16,0 0 0 0,0 0 0 0,-9-16 0 15,9 16 0-15,0 0 0 0,0 0 0 0,9-22 0 16,-9 22 0-16,11-18 0 0,0 3 0 0,3 1 0 16,4 3 0-16,1-9 0 0,4 4 0 0,3 0 0 15,-2 2 0-15,2 1 0 0,-1 1 0 0,2-2 0 16,-3 3 0-16,-6 0 0 0,1 6 0 0,2-3 0 16,-6 3-148-16,-1 2-442 0,1-3-55 0,-4 5-490 15,1-2-1229-15,-4 0 543 0</inkml:trace>
  <inkml:trace contextRef="#ctx0" brushRef="#br0" timeOffset="433569.2669">17835 17785 49 0,'7'-19'429'0,"0"1"5"0,-2 1 14 15,-1 2-6-15,-1 0 8 0,-1-1-2 0,0 4-9 16,-1 0-3-16,0 1 5 0,-1-1 6 0,-1 4 0 15,1-2-1-15,1 5-7 0,-2-2-13 16,1 7-19-16,-1-7-19 0,1 7-24 0,-4-8-21 16,4 8-25-16,-3-5-168 0,3 5-150 0,0 0 0 15,0 0 0-15,0 0 0 0,-4-10 0 0,4 10 0 0,0 0 0 16,0 0 0-16,0 0 0 0,0 0 0 0,0 0 0 16,0 0 0-16,0 0 0 0,0 0 0 15,-1 35 0-15,0-17 0 0,-2 9 0 0,0 0 0 16,-2 4 0-16,-1 1 0 0,2 3 0 0,-3-1 0 15,-2 0 0-15,1 11 0 0,-6 1 0 0,0-12 0 16,4-1 0-16,-2 0 0 0,-2 1 0 0,4-5 0 16,2 1 0-16,-4-4 0 0,5 3 0 0,-4-3 0 15,3-9 0-15,4 4 0 0,-1-4 0 0,1 2 0 0,2-6 0 16,2-13 0-16,0 27 0 0,0-27 0 16,4 19 0-16,-4-19 0 0,1 14 0 0,-1-14 0 15,0 0 0-15,10 16-164 0,-10-16-494 0,0 0-75 16,0 0-373-16,32-3-1199 0,-32 3 531 0</inkml:trace>
  <inkml:trace contextRef="#ctx0" brushRef="#br0" timeOffset="434147.1656">18046 17817 77 0,'3'-6'357'0,"1"-4"-20"0,-2 4-3 0,1 1-3 16,-1-5-6-16,0 6-6 0,0-3 0 0,-2 7 2 15,1-10-9-15,-1 10 4 0,2-6-9 0,-2 6-7 16,0 0-9-16,0-10-9 0,0 10-15 16,0 0-18-16,0 0-21 0,2-5-20 0,-2 5-18 15,0 0-10-15,0 0-6 0,0 0-23 0,0 0-19 16,0 0-8-16,0 0-7 0,0 0-14 0,-23 10-10 15,17-4-8-15,2-1-7 0,-5 2-8 0,3 3-9 16,-1-4-1-16,1 3-15 0,1-2-1 0,-4 0-6 16,5-1-1-16,0-1 1 0,0-1-6 0,4-4-7 15,-5 9-3-15,5-9 4 0,-1 6-1 0,1-6 2 16,1 7-6-16,3-3-3 0,1-1 4 0,0 0-7 16,7 0 1-16,-1 0-11 0,1 0 14 0,3 1 10 15,-1-2-19-15,4 4-1 0,-3-2 5 0,1-2 4 16,-5 2-10-16,-1 0-3 0,-1 0 6 0,-1-3-3 15,-1 0 0-15,-2 2 10 0,2 1 3 0,-2 1-3 16,-1-1 4-16,0 0-13 0,-4 2 14 16,0 1-3-16,0-3 4 0,0 3 0 0,-4 1-6 15,0 1 1-15,-1-2 4 0,-4 1-1 0,0 0 7 0,0 0-9 16,-6 2-2-16,0-1-1 0,-3-2-2 0,4 1-1 16,0-5 5-16,1 1 9 0,1-2 14 0,2 2-7 15,1-2-35-15,4-1 0 0,-5 1 0 0,10-2 0 16,0 0 0-16,-13-3 0 0,13 3 0 0,-8-2 0 15,8 2 0-15,0 0 0 0,-5-6 0 16,5 6 0-16,3-7 0 0,-3 7 0 0,5-9 0 16,-1 4-110-16,-3 1-71 0,4 1-47 0,-5 3-34 15,14-5-50-15,-5 3-56 0,-1 1-47 0,-8 1-49 0,22-3-62 16,-11 3-362-16,1-2-961 0,-1 1 425 0</inkml:trace>
  <inkml:trace contextRef="#ctx0" brushRef="#br0" timeOffset="434600.9938">18233 17619 57 0,'0'-11'444'0,"1"-2"-8"0,3 4-2 0,-3-4 5 15,2 2-9-15,-2 4-13 0,-1-3-22 0,6 5-26 16,-4-1-21-16,-1-1-14 0,-1 7-22 0,8-9-22 15,-5 4-21-15,1 1-26 0,-4 4-13 0,13-3-20 16,-13 3 15-16,15 2-18 0,-6 1-1 0,4 3-2 16,1 6 0-16,0 1-2 0,-1 3-3 0,2 5 2 15,2 5-7-15,-2 0-1 0,-3 1-6 0,-7 0-11 16,4 1-40-16,-3 2-136 0,1 1 0 0,-5 5 0 16,1-5 0-16,-2 2 0 0,-5 1 0 0,2 0 0 15,-6 0 0-15,-2-1 0 0,-2 1 0 0,-3-1 0 16,-2-1 0-16,-2-3 0 0,-3-1 0 15,1-3 0-15,-4-1 0 0,1 0 0 0,2-2 0 16,-2-3 0-16,1-1 0 0,5-6 0 0,4-1 0 16,1-1 0-16,1-2 0 0,12-8 0 0,-20 12 0 0,20-12 0 15,0 0 0-15,-19 10 0 0,19-10 0 0,0 0 0 16,0 0 0-16,-11 7 0 0,11-7 0 16,0 0 0-16,0 0 0 0,0 0 0 0,0 0 0 15,0 0 0-15,0 0 0 0,0 0 0 0,0 0 0 16,0 0 0-16,0 0 0 0,0 0 0 0,0 0 0 15,0 0 0-15,0 0-336 0,0 0-176 0,0 0-74 16,0 0-541-16,0 0-1220 0,0 0 540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20T09:39:28.49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3791 442 210 0,'0'0'322'0,"0"0"-10"0,0 0-7 0,0 0 1 15,0 0-5-15,9-20-10 0,-9 20-1 0,0 0 4 16,0 0-15-16,9-13 9 0,-9 13 3 0,0 0-5 16,0 0-7-16,7-13-3 0,-7 13-8 0,0 0-5 15,0 0 1-15,0 0-20 0,11-12-10 0,-11 12-8 16,0 0-7-16,0 0-8 0,0 0-16 0,0 0-10 16,0 0-23-16,0 0-13 0,0 0-18 0,0 0-17 15,0 0-20-15,0 0-9 0,0 0-15 0,0 0 3 16,0 0-5-16,0 0-11 0,0 0-15 0,0 0 8 15,0 0-11-15,-77 28-4 0,52-16-2 0,-2 3-7 16,0-1 2-16,-1 4-3 0,0-2 11 0,4 2-15 16,6-6-2-16,-6 0 12 0,11-1-21 0,-1-2-2 15,14-9-1-15,-18 15-6 0,18-15 5 0,-15 9 1 16,15-9-3-16,0 0 6 0,-12 10-18 0,12-10 12 16,0 0-2-16,0 0 1 0,0 0 2 15,0 0 1-15,0 0 5 0,0 0-6 0,41 13 20 16,-41-13-11-16,42 5-4 0,-13-1-12 0,2-1 7 15,-4 1 10-15,-4-1-17 0,-23-3 6 0,38 5-10 16,-17 1 3-16,-3 1 2 0,-18-7-7 0,30 6-5 16,-13-1 2-16,-17-5 2 0,24 11 3 0,-24-11-4 15,18 11 3-15,-18-11 3 0,14 13-3 0,-14-13 17 16,8 18-21-16,-8-18-2 0,1 15 0 0,-1-15 3 16,-4 20 2-16,4-20 8 0,-10 20 17 0,1-10-14 15,9-10-3-15,-18 18 2 0,7-11 5 0,11-7 5 16,-25 9-5-16,25-9 21 0,-26 11 5 15,26-11 2-15,-22 5-35 0,22-5 0 0,0 0 0 16,-24 7 0-16,24-7 0 0,0 0 0 0,0 0 0 16,0 0 0-16,-27 0 0 0,27 0 0 0,0 0 0 15,0 0 0-15,0 0 0 0,0 0 0 0,0 0 0 16,0 0-203-16,0 0-229 0,-13-20-101 0,13 20-108 16,0 0-423-16,42-14-1153 0,-23 7 511 0</inkml:trace>
  <inkml:trace contextRef="#ctx0" brushRef="#br0" timeOffset="444.0937">4057 731 55 0,'0'0'428'15,"0"0"6"-15,0 0-3 0,0 0-22 0,0 0-24 16,0 0-23-16,-14-34-19 0,14 34-15 0,0 0-18 16,0 0-22-16,0 0-21 0,0 0-22 0,1-17-27 15,-1 17-22-15,0 0-19 0,0 0-21 0,0 0-17 16,0 0-20-16,14-10-3 0,-14 10-20 0,0 0-15 16,0 0-6-16,21-7-8 0,-21 7-8 0,0 0-5 15,0 0-8-15,0 0-6 0,0 0-1 0,0 0-10 16,0 0 1-16,0 0-13 0,42 7 2 0,-42-7-2 15,0 0 1-15,0 0-9 0,0 0-1 16,17 11-2-16,-17-11 0 0,0 0-1 0,0 0-3 0,10 15 4 16,-10-15-3-16,0 0 1 0,0 0 3 0,-5 24 0 15,5-24 2-15,0 0-1 0,-13 18-1 0,13-18 1 16,-14 12 2-16,14-12 3 0,-14 9-1 16,14-9 18-16,0 0 18 0,-17 10 22 0,17-10 19 15,0 0 7-15,0 0 21 0,0 0 13 0,0 0-9 16,0 0-7-16,0 0-15 0,0 0-3 0,0 0 3 15,0 0-33-15,0 0-12 0,-27-29-34 0,27 29-26 16,0-16-43-16,0 16-47 0,0 0-69 0,0 0-84 16,12-21-86-16,-12 21-102 0,15-12-106 0,-15 12-389 15,25-11-1010-15,-6 7 446 0</inkml:trace>
  <inkml:trace contextRef="#ctx0" brushRef="#br0" timeOffset="678.4271">4313 838 11 0,'0'0'627'0,"0"0"5"0,0 0 7 16,0 0-11-16,0 0-32 0,0 0-32 0,0 0-60 16,0 0-42-16,0 0-57 0,0 0-50 0,0 0-41 15,0 0-32-15,0 0-32 0,0 0-30 0,0 0-23 16,0 0-19-16,0 0-12 0,-9 6-19 0,6-1-12 15,-3 3-17-15,3-1-8 0,-3 5-14 0,2-1-43 16,-1-2-72-16,-4 5-53 0,-5-1-60 0,1-1-88 16,-1-2-94-16,-1 4-99 0,0-2-101 0,2-6-488 15,1 0-1084-15,2 1 481 0</inkml:trace>
  <inkml:trace contextRef="#ctx0" brushRef="#br0" timeOffset="1350.3248">6447 1023 333 0,'-2'-7'519'0,"0"3"5"16,1-1 6-16,1-3-3 0,0 3 10 0,0-2 16 16,0 0-2-16,0 3-9 0,0-1-7 0,0 0-21 15,0 1-19-15,0 0-22 0,0 0-35 0,0 4-17 16,1-6-46-16,-1 6-51 0,0-4-324 0,0 4 0 15,0 0 0-15,0 0 0 0,0 0 0 0,0 0 0 16,0 0 0-16,0 0 0 0,0 14 0 16,2-2 0-16,-2 7 0 0,-2-1 0 0,2 6 0 15,-1 4 0-15,1-2 0 0,0 1 0 0,0-2 0 16,-3 1 0-16,3 2 0 0,0-2 0 0,-1 2 0 0,1 1 0 16,-5 0 0-16,1 0 0 0,0 4 0 0,-2 3 0 15,0-5 0-15,0 0 0 0,3 1 0 16,-4 0 0-16,2-4 0 0,-1-2 0 0,3-7 0 15,1-2 0-15,-1-3 0 0,-1-3 0 0,4-1 0 16,-1 0 0-16,1-2 0 0,0-1 0 0,0-1 0 16,0-2 0-16,0 1 0 0,0-5 0 0,1 6 0 15,-1-6 0-15,0 0 0 0,0 0 0 0,0 0 0 16,0 0 0-16,0 0 0 0,0 0 0 0,0 0-334 16,0 0-976-16,8-23-1419 0,-8 8 628 0</inkml:trace>
  <inkml:trace contextRef="#ctx0" brushRef="#br0" timeOffset="1803.7135">6110 994 289 0,'0'-7'442'0,"1"0"12"0,-1 1-3 0,0-3-13 16,1 3-16-16,-1-1-14 0,3 0-20 0,-6 2-17 16,7 0-19-16,-4-2-16 0,4 2-12 0,-3-1-17 0,-1 6-22 15,0 0-30-15,0 0-14 0,19-29-16 0,-10 22-20 16,-9 7-26-16,27-18-21 0,-9 10-18 0,2-1-16 16,8 3-6-16,3-3-13 0,0 4-15 15,3 3-5-15,1-1-8 0,3 1-9 0,16-1-4 16,-17 4-7-16,1 3-6 0,3-1-6 0,-5 1-3 15,-1-1-2-15,-1 5-15 0,-6-2 3 0,-1 4-3 16,-9-3-12-16,1 1-8 0,-2 3 11 0,-3 0 3 16,-3 2-5-16,-1 1-2 0,-3 1 0 0,-5 2 0 15,-2-1-5-15,-1 4 12 0,-9 6 3 0,-7-4 7 16,-2 3 9-16,-5-2 7 0,-12 8 1 0,-6-3-15 16,11-7 2-16,1-3-4 0,-2-3 8 0,2 1-10 15,5-4-16-15,8-3-11 0,3-3 0 0,5-1 0 16,0-2 0-16,4 1 0 0,-3-3 0 0,3 1 0 15,5-2 0-15,-6 1 0 0,6-1 0 0,0 0 0 16,0 0-167-16,0 0-104 0,0 0-78 0,0 0-94 16,19-14-93-16,-2 12-536 0,-1-2-1159 0,5-1 513 15</inkml:trace>
  <inkml:trace contextRef="#ctx0" brushRef="#br0" timeOffset="2131.7621">6948 1376 470 0,'0'0'477'15,"0"0"5"-15,-28-8 0 0,28 8-6 0,0 0-12 16,0 0-18-16,0 0-7 0,0 0 1 0,0 0-4 15,0 0-17-15,0 0-19 0,0 0-16 0,0 0-27 16,0 0-32-16,0 0-33 0,0 0-33 0,0 0-29 16,17-9-18-16,-11 8-29 0,7-2-17 0,-3 0-17 15,5 1-15-15,1-3-65 0,-1 4-69 0,-2-1 0 16,2 1 0-16,-2-1 0 0,0 1 0 0,-1-3 0 16,0 3-71-16,-6 1-106 0,-6 0-55 0,13 0-37 15,-13 0-55-15,9-2-64 0,-9 2-35 0,0 0-27 16,9 6-24-16,-9-6-43 0,0 5-294 0,0-5-880 15,0 0 390-15</inkml:trace>
  <inkml:trace contextRef="#ctx0" brushRef="#br0" timeOffset="2382.4144">6989 1485 76 0,'0'0'409'0,"-3"6"33"0,3-6 3 15,0 0 24-15,-2 4 11 0,2-4-11 0,0 0-21 16,0 0-15-16,0 0-30 0,0 0-37 0,0 0-34 15,0 0-36-15,7 5-25 0,-7-5-30 0,13-1-20 16,0 2-22-16,4-1-26 0,-2 0-5 0,-1-1-28 16,5 1-14-16,-1 0-12 0,-4 1-13 0,4-1-8 15,0-1-9-15,0 2-9 0,-8-1-13 0,0-1 0 16,2 1-7-16,-6 1-8 0,4-1-14 0,-10 0-20 16,13 0-33-16,-13 0-41 0,9 0-30 0,-9 0-40 15,7 1-40-15,-7-1-46 0,0 0-55 0,0 0-94 16,0 0-116-16,0 0-441 0,0 0-999 0,0 0 442 15</inkml:trace>
  <inkml:trace contextRef="#ctx0" brushRef="#br0" timeOffset="3210.9908">7781 1289 311 0,'0'-5'460'15,"0"2"8"-15,0 3 7 0,0-8 1 0,3 5 6 16,-3-2-3-16,0 0 2 0,1 2 7 15,-1-2-10-15,0 0-11 0,0 5-11 0,4-6-23 16,-4 4-22-16,0 2-27 0,1-5-18 0,-1 5-27 16,0 0-22-16,0-4-28 0,0 4-158 0,0 0-131 15,0 0 0-15,-1-4 0 0,1 4 0 0,0 0 0 16,0 0 0-16,0 0 0 0,0 0 0 0,0 0 0 16,0 0 0-16,0 0 0 0,4 13 0 0,-3-5 0 0,2 4 0 15,-2-2 0-15,0-1 0 0,3 3 0 16,-1-1 0-16,-1 0 0 0,-2 1 0 0,3 6 0 15,-2-7 0-15,0 5 0 0,-1 1 0 0,0-6 0 16,0 1 0-16,0 0 0 0,0-2 0 0,0 0 0 16,0-4 0-16,0 2 0 0,0-1 0 0,0-4 0 15,0-3 0-15,0 11 0 0,0-11 0 0,3 5 0 16,-3-5 0-16,0 0 0 0,0 4 0 0,0-4 0 16,0 0 0-16,0 0 0 0,10-10 0 0,-1 2 0 15,-4 3 0-15,0 0 0 0,-1-1 0 0,2 1 0 16,-2-1 0-16,1 0 0 0,-1 2 0 0,1-1 0 15,-2 0 0-15,-1 2 0 0,1 1 0 0,1 0 0 16,-2-2 0-16,-2 4 0 0,6-1 0 0,-6 1 0 16,0 0 0-16,5-1 0 0,-5 1 0 0,0 0 0 15,12 3 0-15,-4 3 0 0,2 1 0 0,2-2 0 16,-2 2 0-16,0 2 0 0,4-1 0 0,0 3 0 16,-1 1 0-16,-1-6 0 0,-1 2 0 0,-2 0 0 15,0 0 0-15,-3-1 0 0,1-4 0 0,-2 2 0 16,0-2 0-16,-2 0 0 0,-3-3 0 0,7 2 0 15,-7-2 0-15,5 0 0 0,-5 0 0 0,0 0 0 16,10-8 0-16,-7 5 0 0,1-6 0 0,0-7 0 16,1 1 0-16,-1-3 0 0,2-7 0 15,0-4 0-15,0 0 0 0,-4 0 0 0,1 1 0 0,1-1 0 16,-2 3 0-16,-1 1 0 0,2 5 0 0,-2 2 0 16,3 6 0-16,-3 0 0 0,1-2 0 0,0 4 0 15,-4 2 0-15,4 1 0 0,-2 1 0 0,0 1 0 16,0 1 0-16,1 0 0 0,-1 4 0 0,0-5 0 15,0 5 0-15,2-4 0 0,-2 4 0 16,0 0 0-16,0 0 0 0,0 0 0 0,0 0 0 0,0 0 0 16,1 16 0-16,0-9 0 0,3 4 0 0,-3-3 0 15,3 3-375-15,1 2-388 0,-1-2-413 0,6-4-1273 16,-1 2 563-16</inkml:trace>
  <inkml:trace contextRef="#ctx0" brushRef="#br0" timeOffset="3960.8151">8571 1350 39 0,'-15'-6'512'0,"15"6"29"16,0 0 22-16,0 0 7 0,-3-7-11 0,3 7-6 15,1-5-15-15,-1 5 2 0,0 0-36 0,-1-2-30 16,1 2-33-16,0 0-44 0,0 0-44 0,0 0-39 16,-2-4-32-16,2 4-32 0,0 0-31 0,0 0-31 15,0 0-20-15,0 0-18 0,-2 11-114 0,2-11-36 16,0 8 0-16,2-3 0 0,-4 3 0 0,1-2 0 16,2 1 0-16,-1 3 0 0,0-2 0 15,0 2 0-15,0 1 0 0,0-4 0 0,0 4 0 0,0 0 0 16,0 0 0-16,0-4 0 0,-1 1 0 0,1-3 0 15,1 1 0-15,-1-1 0 0,0 0 0 0,0-5 0 16,2 9 0-16,-2-9 0 0,1 4 0 0,-1-4 0 16,0 0 0-16,0 0 0 0,0 0 0 15,0 0 0-15,0 0 0 0,15-14 0 0,-8 6 0 16,0 1 0-16,1 0 0 0,0-1 0 0,-2-1 0 16,2 1 0-16,-2 0 0 0,-1 3 0 0,0-4 0 0,2 6 0 15,-5-2 0-15,3 0 0 0,-1 1 0 0,0 1 0 16,-3 1 0-16,3-1 0 0,-4 3 0 15,0 0 0-15,0 0 0 0,0 0 0 0,5-4 0 16,-5 4 0-16,0 0 0 0,0 0 0 0,0 0 0 16,8 10 0-16,-3-6 0 0,-4 2 0 0,3 0 0 15,-1 0 0-15,1 0 0 0,-2 1 0 0,1 0 0 16,1-2 0-16,-2 2 0 0,1-2 0 0,-2-1 0 0,-1-4 0 16,6 7 0-16,-3-4 0 0,-2 2-66 15,2-2-24-15,-3-3 14 0,3 4 8 0,-3-4 7 16,7 3 10-16,-7-3 4 0,0 0 13 0,0 0 2 15,18-8 5-15,-12 6 13 0,2-8 14 0,-2 5 13 16,3-3 13-16,-2 1 13 0,0 0 20 0,1 0 9 16,-1-1 11-16,-1 2 17 0,-2 2 4 0,-1-1-14 15,1 2-86-15,0 0 0 0,1 0 0 0,-4 0 0 16,-1 3 0-16,0 0 0 0,0 0 0 0,8-5 0 16,-8 5 0-16,0 0 0 0,0 0 0 0,0 0 0 15,0 0 0-15,0 0 0 0,9 7 0 0,-8-1 0 16,4 2 0-16,-2-3 0 0,2 1 0 0,-4 5 0 15,3-1 0-15,0-4 0 0,0 1 0 0,-3-1 0 16,2-1 0-16,-2 2 0 0,4-2 0 0,-5 0 0 16,4 1-234-16,-4-2-56 0,0-4-37 0,6 5-39 15,-6-1-24-15,0-4-90 0,0 0-120 0,0 0-318 16,4-22-994-16,-1 10 440 0</inkml:trace>
  <inkml:trace contextRef="#ctx0" brushRef="#br0" timeOffset="4492.0383">8740 999 242 0,'0'0'400'0,"0"0"-8"0,0 0-17 0,0 0-8 15,0 0-24-15,0 0-16 0,0 0-11 0,0 0-20 16,2-2-20-16,-2 2-11 0,0 0-16 0,0 0-17 16,0 0-21-16,0 0-17 0,0 0-14 0,0 0-22 15,0 0-17-15,0 0-17 0,0 0-13 0,0 0-8 16,0 0-11-16,0 0-13 0,0 0-9 0,0 0-7 15,0 0-7-15,0 0-6 0,3 11-1 0,-2-9-11 16,-1-2 0-16,1 3-7 0,-1-3-3 0,2 3-6 16,-2-3-5-16,1 5 0 0,-1-5-3 15,1 3-3-15,-1-3 4 0,0 0-4 0,0 0-1 16,0 0 1-16,-2 4-10 0,2-4 7 0,0 0-1 16,-5 3-3-16,5-3 7 0,0 0 4 0,0 0 0 0,0 0 1 15,0 0-3-15,0 0 1 0,0 0-1 0,-8-7-3 16,8 7 2-16,0-9-3 0,1 7 5 15,-1 2 2-15,0-6-2 0,1 0 2 0,-1 6 0 16,2-4-4-16,-2 4 4 0,1-3 1 0,-1 3-3 16,0 0 0-16,0-5-2 0,0 5-3 0,0 0-5 15,0 0-3-15,0 0-1 0,0 0-4 0,0 0-18 16,0 0-31-16,0 0-25 0,0 0-31 0,0 0-21 16,0 0-31-16,0 0-56 0,0 0-71 0,0 0-92 15,-14 10-438-15,14-10-886 0,0 0 392 0</inkml:trace>
  <inkml:trace contextRef="#ctx0" brushRef="#br0" timeOffset="5007.8293">9371 1404 348 0,'0'0'425'0,"0"0"-2"0,0 0-28 16,0 0-18-16,-23 0-14 0,23 0-5 0,0 0-5 15,-5-1-5-15,5 1-18 0,0 0-1 0,0 0-16 16,0 0-7-16,0 0-29 0,0 0-22 0,0 0-30 15,0 0-21-15,13-8-24 0,-8 5-19 0,1 2-13 16,1-2-21-16,2 1-15 0,1 0-7 0,1 1-14 16,2-1-9-16,-1 2-12 0,0-1-4 0,1 1-4 15,-4 0-11-15,3-2-7 0,-3 2-18 0,-3 0-30 16,0 0-33-16,3 0-36 0,-9 0-40 0,9 2-42 16,-9-2-44-16,9 1-43 0,-5 1-42 0,0-1-74 15,-4-1-26-15,0 0-31 0,6 7-49 0,-6-7-241 16,-4 7-763-16,-2-2 338 0</inkml:trace>
  <inkml:trace contextRef="#ctx0" brushRef="#br0" timeOffset="5320.4233">9310 1536 210 0,'-3'2'448'0,"3"-2"20"0,0 0 3 0,0 0-11 16,0 0-23-16,0 0-18 0,0 0-27 0,0 0-14 15,0 0-23-15,0 0-22 0,0 0-33 0,0 0-30 16,0 0-14-16,0 0-37 0,0 0-21 0,0 0-14 16,22 0-17-16,-22 0-11 0,12-1-10 0,-12 1-3 15,20-2-11-15,-10 2-12 0,4 0-2 0,-1-1-5 16,0 1-5-16,-1 0 0 0,3 1 8 0,-3-2-21 16,1 1-10-16,1 0-6 0,-5-1-7 0,0 2-6 15,-9-1-2-15,15 0 2 0,-8 0-5 0,-7 0-16 16,9-1 8-16,-9 1 8 0,0 0-21 0,11 0-10 15,-11 0 4-15,0 0-46 0,0 0-27 0,4 0-35 16,-4 0-44-16,0 0-43 0,0 0-45 0,0 0-52 16,0 0-35-16,4 3-64 0,-4-3-52 0,0 0-62 15,0 0-53-15,0 0-335 0,0 0-932 0,0 0 413 16</inkml:trace>
  <inkml:trace contextRef="#ctx0" brushRef="#br0" timeOffset="11001.4349">11760 719 56 0,'0'0'375'0,"0"0"2"0,13-18-5 0,-13 18-2 16,0 0-4-16,8-16 8 0,-8 16 5 0,0 0 12 16,8-15 1-16,-8 15-10 0,0 0-12 0,0 0-19 15,4-13-18-15,-4 13-12 0,0 0-17 0,0 0-15 16,0 0-14-16,0 0-23 0,0 0-18 0,0 0-18 16,0 0-23-16,4-16-22 0,-4 16-15 0,0 0-25 15,0 0-12-15,0 0-18 0,0 0-19 0,0 0-8 16,0 0-5-16,0 0-7 0,0 0-4 0,-37 38 0 15,21-23 0-15,-5 3-13 0,-1 2-10 0,-1 1-35 16,0 0 0-16,1 3 0 0,-1 1 0 0,0-2 0 16,3 1 0-16,-2-2 0 0,4 1 0 0,3-1 0 15,1 0 0-15,5-5 0 0,1 1 0 0,3-2 0 16,0 0 0-16,10 2 0 0,0-2 0 0,8-3 0 16,6 4 0-16,8-3 0 0,0-2 0 0,5-2 0 15,2-2 0-15,-1-1 0 0,-1-4 0 0,-2-2 0 16,-1-2 0-16,-8-1 0 0,-1-2 0 0,-2-2 0 15,-1 0 0-15,-5-1 0 0,-3 0 0 0,-1-1 0 16,-2 0 0-16,-1-1 0 0,-1-1 0 0,-4 0 0 16,-6-2 0-16,2-1 0 0,-7 2 0 0,-5-1 0 15,-2 5 0-15,-2 0 0 0,-9-2 0 0,-1 5 0 16,1 1 0-16,2 4 0 0,1 0 0 0,-2 3-83 16,8-1-305-16,1 4-95 0,8-2-104 0,0 1-522 15,2 2-1200-15,5-4 531 0</inkml:trace>
  <inkml:trace contextRef="#ctx0" brushRef="#br0" timeOffset="14645.2379">11344 1535 85 0,'0'0'203'0,"0"0"-2"0,0 0-12 0,0 0-2 16,0 0-4-16,0 0-5 0,0 0-6 0,0 0-6 15,0 0-10-15,0 0-7 0,0 0-7 0,0 0-10 16,0 0-4-16,0 0-4 0,0 0-5 0,0 0-9 16,0 0-4-16,0 0-9 0,0 0-4 0,0 0-4 15,0 0-4-15,0 0-1 0,0 0-2 16,0 0 5-16,0 0-11 0,0 0 5 0,-5 12 15 15,5-12-9-15,0 0-1 0,0 0 3 0,0 0-4 0,0 0 3 16,0 0-4-16,0 0-9 0,0 0 0 0,0 0-5 16,0 0-11-16,0 0 2 0,0 0-4 15,0 0-1-15,0 0-1 0,0 0 3 0,0 0-4 0,0 0-1 16,0 0 4-16,0 0-6 0,0 0 5 16,0 0 9-16,0 0-1 0,0 0-1 0,0 0 9 15,0 0 7-15,0 0 2 0,0 0-7 0,9 1 0 16,-9-1-8-16,13 0-6 0,0 0 8 0,7-1 21 15,10 2 7-15,9-2 5 0,17-1-4 0,-1 2-8 0,8 1-10 16,2-1-6-16,34-1-8 0,-5 0-6 16,10-1-8-16,0 2-3 0,5-5-3 0,1 5-8 15,6-2-3-15,-7 2-3 0,1-1-1 0,-4 2-5 16,-3-2-1-16,-7-3 1 0,-28 5-8 0,23 1-1 16,-34-5 5-16,-2 4-5 0,-5 1 8 0,-12 0-1 15,-2-3 6-15,-4 2-3 0,-4-1 2 0,-6 0-4 16,-3 1 5-16,-6-1-4 0,1 1 0 0,-1-3-2 15,-4 2-3-15,-2 0 2 0,-7 0 0 0,13-1 3 16,-13 1-7-16,10-1-3 0,-10 1-2 0,8 1 1 16,-8-1-9-16,0 0-16 0,5-4-17 0,-5 4-20 15,0 0-25-15,0 0-19 0,0 0-16 0,0 0-25 16,0 0-31-16,9 4-28 0,-9-4-37 0,0 0-38 16,0 0-40-16,0 0-28 0,0 0-38 0,0 0-26 15,0 0-43-15,-14-11-242 0,14 11-740 0,-9-5 328 16</inkml:trace>
  <inkml:trace contextRef="#ctx0" brushRef="#br0" timeOffset="19335.2223">12230 951 166 0,'0'0'205'0,"-8"-3"28"0,4 2 46 0,4 1 18 16,0 0 18-16,-8-5 3 0,6 4 6 0,2 1 13 15,0 0-3-15,0 0 6 0,-5-2 4 0,5 2-5 16,0 0 5-16,0 0-2 0,0 0-1 0,0 0 3 16,0 0-16-16,0 0-5 0,0 0-13 0,0 0-17 15,0 0-11-15,0 0-20 0,0 0-15 0,0 0-20 16,0 0-20-16,0 0-27 0,0 0-12 0,-4 5-19 16,4-5-136-16,0 0-13 0,0 0 0 0,0 0 0 15,0 0 0-15,0 0 0 0,0 0 0 0,0 0 0 16,0 7 0-16,-1-4 0 0,0 2 0 15,-1 1 0-15,1 0 0 0,1 1 0 0,-2 0 0 16,0 3 0-16,0-2 0 0,-1 1 0 0,2 2 0 0,1-1 0 16,-5 1 0-16,4-2 0 0,-1 0 0 0,1-1 0 15,0 0 0-15,2-2 0 0,-3 0 0 0,2-1 0 16,-3-2 0-16,3-3 0 0,3 6 0 16,-3-3 0-16,0-3 0 0,0 5 0 0,0-5 0 15,0 0 0-15,-3 3 0 0,3-3 0 0,0 0 0 16,0 0 0-16,0 0 0 0,9-8 0 0,-3 3 0 15,2-2 0-15,-2-1 0 0,1 1 0 0,2-2 0 16,-2 0 0-16,1-1 0 0,1 0 0 0,-1 1 0 16,1 0 0-16,-2 0 0 0,2 2 0 0,0 0 0 15,-2 1 0-15,-4 3 0 0,3 0 0 0,1-3 0 16,-4 3 0-16,0 0 0 0,1 2 0 0,0-2 0 16,-4 3 0-16,1-3 0 0,-1 3 0 0,4-4 0 15,-4 4 0-15,0 0 0 0,0 0 0 0,0 0 0 16,13 10 0-16,-12-6 0 0,3 1 0 0,0 1 0 15,1 0 0-15,-5 2 0 0,4-1 0 0,0-4 0 16,0 6 0-16,1-2 0 0,-3-1 0 0,1-1 0 16,-2 2 0-16,3-3 0 0,-1 2 0 0,-1-2 0 15,-2 1 0-15,3-3-4 0,-2 2-80 0,-1-4 10 16,3 4 12-16,-1-2 7 0,-2-2 16 0,0 0 10 16,0 0 2-16,0 0 10 0,13-11 13 0,-8 7 17 15,1-3 15-15,1-1 16 0,2 0 16 0,-3-1 1 16,2 0 6-16,-4 1 4 0,3 2-20 0,2-3-51 15,-4 4 0-15,-2 1 0 0,1-1 0 0,-2 2 0 16,2-1 0-16,-1 2 0 0,2 0 0 0,-5 2 0 16,3-3 0-16,0 0 0 0,-3 3 0 15,0 0 0-15,3-3 0 0,-3 3 0 0,0 0 0 0,0 0 0 16,0 0 0-16,6 11 0 0,-3-4 0 0,-1 2 0 16,-2-5 0-16,2 6 0 0,0-2 0 0,-2 0 0 15,5 2 0-15,-5-2 0 0,3 0 0 0,-1 0 0 16,-2 1 0-16,0-3 0 0,0 1 0 15,4-1 0-15,-3-1 0 0,2 0 0 0,-2 0 0 16,-1-5 0-16,4 6 0 0,-3-4 0 0,-1-2-35 16,8 3-155-16,-8-3-44 0,0 0-41 0,18 0-33 15,-18 0-54-15,13-4-58 0,-3-1-75 0,-5 0-484 16,0-3-1060-16,0-2 468 0</inkml:trace>
  <inkml:trace contextRef="#ctx0" brushRef="#br0" timeOffset="20038.601">12358 584 298 0,'0'0'319'0,"0"0"-12"0,0 0-15 15,0 0-6-15,0 0-12 0,0 0-9 0,0 0-12 16,0 0-22-16,0 0 1 0,0 0-15 0,0 0-12 0,0 0-14 16,0 0-15-16,0 0-17 0,0 0-12 15,0 0-4-15,0 0-13 0,0 0-12 0,0 0-6 16,0 0-10-16,0 0-13 0,0 0-14 0,0 0-6 15,0 0-7-15,0 0-2 0,0 0-10 0,0 0-5 16,0 0 0-16,27 24-6 0,-27-24-8 0,0 0-6 16,0 0 1-16,14 12 0 0,-14-12-9 0,0 0 0 15,0 0-9-15,0 0 6 0,10 11-1 0,-10-11-7 16,0 0 3-16,0 0-11 0,0 0 13 0,0 0 0 16,0 0-5-16,0 0 4 0,0 0 0 0,0 0 4 15,0 0 1-15,0 0 0 0,0 0 8 0,-19 23 12 16,19-23 16-16,0 0 7 0,0 0-4 0,0 0-1 15,0 0-6-15,0 0 10 0,0 0 2 0,0 0-1 16,0 0-1-16,0 0 0 0,0 0-4 0,0 0-1 16,0 0-6-16,0 0-3 0,0 0-4 0,0 0-5 15,0 0-1-15,0 0-6 0,0 0-5 0,0 0-8 16,0 0-2-16,0 0-4 0,0 0-6 0,0 0-4 16,0 0 0-16,0 0 3 0,0 0-4 0,0 0 3 15,0 0-4-15,0 0 0 0,0 0-9 0,0 0 4 16,0 0 0-16,0 0 2 0,0 0-5 0,0 0 2 15,0 0 3-15,0 0-2 0,0 0 4 0,0 0 3 16,-18 8 0-16,18-8 3 0,0 0 3 0,0 0 0 16,0 0 2-16,0 0 3 0,-18 8 3 0,18-8-9 15,0 0 8-15,0 0-3 0,0 0 2 0,0 0-1 16,0 0-1-16,0 0 1 0,0 0 3 16,-14-30 0-16,14 30-2 0,0 0 0 0,0 0 1 15,0 0-7-15,4-20-4 0,-4 20-2 0,0 0-7 16,0 0-20-16,0 0-26 0,0 0-31 0,0 0-41 15,0 0-23-15,0 0-31 0,36-3-43 0,-36 3-57 16,0 0-70-16,0 0-87 0,0 0-294 0,0 0-792 16,0 0 351-16</inkml:trace>
  <inkml:trace contextRef="#ctx0" brushRef="#br0" timeOffset="21009.1566">12877 1060 203 0,'0'0'325'15,"0"0"-26"-15,0 0-21 0,0 0-15 0,0 0-18 16,0 0-11-16,0 0-9 0,0 0-18 0,0 0-8 16,0 0-14-16,0 0-8 0,0 0-12 0,0 0-6 15,0 0-12-15,0 0 5 0,-8-8-11 0,8 8 5 16,0 0-7-16,0 0-9 0,0 0 2 0,0 0 2 16,0 0-13-16,0 0-5 0,0 0-4 15,0 0-8-15,0 0-3 0,0 0-13 0,0 0-6 0,0 0-10 16,0 0-4-16,0 0 4 0,0 0-2 0,0 0 2 15,0 0 10-15,0 0 4 0,0 0 8 0,0 0-1 16,0 0 1-16,0 0 2 0,0 0 0 0,0 0-1 16,0 0 6-16,0 0-5 0,0 0 0 0,0 0 9 15,0 0-5-15,0 0-4 0,0 0-3 16,0 0 0-16,0 0-1 0,0 0 8 0,0 0-3 16,0 0-3-16,0 0-11 0,9-6-3 0,-4 4 1 15,3-1-20-15,1-3-1 0,2 2-15 0,1-3 0 16,3-1-8-16,4 1-1 0,-2-1-10 0,-1 1-3 15,1 2-4-15,-3-3 7 0,-2 4 1 0,-1-2 6 16,-2 2 4-16,0 0 2 0,-3 1 10 0,1 1 15 16,-5-1-6-16,1 1-58 0,-3 2 0 0,5-4 0 15,-2 2 0-15,-3 2 0 0,2-5 0 0,-1 4 0 16,-1 1 0-16,0-5 0 0,0 5 0 0,-3-8 0 16,0 4 0-16,0 0 0 0,-1 1 0 0,1 1 0 15,-2-1 0-15,5 3 0 0,-7-5 0 0,3 4 0 16,4 1 0-16,-10-1 0 0,5 1 0 0,-4 2 0 15,3 1 0-15,-6 2 0 0,2 1 0 0,-3 3 0 16,-2 3 0-16,0-1 0 0,3 2 0 0,-6-2 0 16,4 4 0-16,-1-2 0 0,2-3 0 0,2 3 0 15,3-1 0-15,0-3 0 0,3 1 0 0,-1-2 0 16,2 3 0-16,1-3-37 0,3 3-9 0,3-1 7 16,1 0-1-16,3 0 13 0,1-3 0 0,1 1 2 15,6-2 6-15,3 3 0 0,-6-3 10 0,8-3 0 16,-1 2 5-16,3-2 12 0,-3-3 0 15,2 0 17-15,-1 0 15 0,-7 0 2 0,0-1 9 16,5-2-1-16,-7-1 3 0,0 2-29 0,1 1-24 0,-3-2 0 16,-1 1 0-16,-3 1 0 0,1 0 0 0,-2-3 0 15,-4 4 0-15,5-1 0 0,-5 1 0 0,0 0 0 16,8-3 0-16,-8 3 0 0,0 0-35 0,0 0-178 16,0 0-43-16,0 0-61 0,4-1-41 0,-4 1-49 15,0 0-56-15,0 0-45 0,0 0-43 0,0 0-297 16,0 0-918-16,0 0 407 0</inkml:trace>
  <inkml:trace contextRef="#ctx0" brushRef="#br0" timeOffset="21478.53">13375 1019 36 0,'4'-5'501'0,"2"1"-3"16,-2 1 6-16,-3-1-8 0,3 0-28 0,0 1-42 15,-4 3-39-15,4-4-44 0,-4 4-30 0,0-3-38 16,0 3-26-16,0 0-29 0,0 0-26 0,0 0-22 16,0 0-19-16,0 0-14 0,-16 7-17 0,5 0-14 15,-4 2-3-15,2-5-19 0,4 6-4 0,-1-3-12 16,-2 2-10-16,3 0-16 0,2-1-13 0,0-2-9 16,1 0-8-16,2-3-3 0,0 3-5 0,-1-2 0 15,4 2 3-15,1-4-1 0,0-2 0 0,2 9 0 16,2-5 4-16,0 0-5 0,4-1 5 15,1 2-4-15,2-1-4 0,-1 1-1 0,-2-3 0 0,1 2-1 16,1-1-5-16,2 2 4 0,-3-1 1 0,-2-1-5 16,3 1 0-16,0 1 1 0,-4-2-1 0,3 1 0 15,-3-2-9-15,-2 3 6 0,0-1 1 0,-3 0-1 16,3-1-2-16,-3 1 8 0,-1-4-2 0,-1 11 0 16,1-6 6-16,-1 2 1 0,-6-3 4 15,1 3 6-15,-4-2 4 0,-2 1 2 0,-2-2-2 16,0-1-4-16,1 2 2 0,1-1 8 0,0-1 8 15,-1-1 8-15,6-1 4 0,0 0 8 0,7-1 13 16,-11 1-2-16,11-1 7 0,-10 0-2 0,10 0 6 16,0 0-13-16,-9 1-6 0,9-1-3 0,0 0-8 15,0 0-16-15,0 0-21 0,-7-3-29 0,7 3-39 16,0 0-50-16,0 0-64 0,0 0-66 0,0 0-76 16,0 0-75-16,0 0-65 0,0 0-432 0,0 0-960 15,0 0 426-15</inkml:trace>
  <inkml:trace contextRef="#ctx0" brushRef="#br0" timeOffset="23432.3339">11347 2016 387 0,'-6'-2'405'0,"6"2"-1"0,0 0 0 15,-3-2 6-15,3 2 1 0,0 0 2 0,0 0-5 16,-4-3-4-16,4 3-23 0,0 0-16 0,-1-4-23 15,1 4-6-15,0 0-13 0,-1-6-17 0,1 6-19 16,0 0-17-16,-2-5-22 0,2 5-17 0,0 0-14 16,2-6-12-16,-2 6-18 0,1-5-16 0,-1 5-19 15,2-2-17-15,-2 2-12 0,2-3-7 0,0 1-20 16,1-2-42-16,-1 2-54 0,2-1 0 0,2 0 0 16,-2 2 0-16,2 0 0 0,0-1 0 0,-6 2 0 15,19 2 0-15,-7-1 0 0,0 2 0 0,1 2 0 16,0 1 0-16,2 0 0 0,-1 5 0 0,3 0 0 15,-4-1 0-15,-2 2 0 0,-3-1 0 0,2 2 0 16,-5-2 0-16,4 3 0 0,-6-1 0 0,-2 3 0 16,2 2 0-16,-5-1 0 0,0-4 0 0,0-1 0 15,-4 3 0-15,-3-1 0 0,1 2 0 0,2-7 0 16,-3 2 0-16,3-2 0 0,-2 1 0 0,4-4 0 16,-1-1 0-16,1 0 0 0,3-1 0 0,-4-2 0 15,5-2 0-15,-4 5 0 0,4-5 0 0,0 0 0 16,-4 4 0-16,4-4 0 0,0 0 0 0,0 0 0 15,8-20 0-15,-3 12 0 0,0-2 0 16,-1-1 0-16,1 1 0 0,0-1 0 0,4-4 0 16,-4 4 0-16,4-3 0 0,-1-3 0 0,1 2 0 0,-3 0 0 15,-1 8 0-15,2-3 0 0,-2 2 0 0,-1-1 0 16,1 5 0-16,-3-1 0 0,1-2 0 0,1 3 0 16,-2 0 0-16,1 1 0 0,-3 3 0 0,6-5 0 15,-6 5 0-15,0 0 0 0,0 0 0 0,0 0 0 16,0 0 0-16,17 11 0 0,-12-6 0 0,0 3 0 15,1 2 0-15,3 2 0 0,-5 4 0 0,5 2 0 16,-5 1 0-16,1-1 0 0,-1 2 0 0,2 4 0 16,-5 1 0-16,2 2 0 0,2-8 0 0,-5 8 0 15,4-2 0-15,-3-1 0 0,-1 2 0 0,0-10 0 16,3 2 0-16,-3-2 0 0,0 1 0 16,0 0 0-16,1-5 0 0,-1-3 0 0,0 2 0 0,3-4 0 15,-3-1 0-15,1 2 0 0,5-1 0 0,2 2 0 16,1-4 0-16,0 0 0 0,5-2 0 0,3 0 0 15,3-3 0-15,0 0 0 0,0-1 0 0,-2-1 0 16,1 0-197-16,0-2-142 0,-3 1-87 16,1-6-77-16,1 2-91 0,-6 2-428 0,3-4-1108 15,-5 1 491-15</inkml:trace>
  <inkml:trace contextRef="#ctx0" brushRef="#br0" timeOffset="23792.5858">12032 2342 424 0,'2'-5'516'0,"-2"5"9"16,3-9-3-16,-2 5-12 0,-1 4-26 0,2-8-27 15,-2 8-21-15,0-7-14 0,0 7-21 0,0 0-21 16,0-6-30-16,0 6-23 0,0 0-32 0,0 0-31 15,0 0-24-15,0 0-47 0,0 0-10 0,0 0-20 16,0 0-5-16,0 0-22 0,-13 11-9 0,6-6-21 16,0 4-8-16,-1 0-14 0,-1 0-15 0,0 2 7 15,2-1-5-15,-3 3-6 0,3-4-8 0,2 3-9 16,-3-4-44-16,3 3-4 0,1-4 0 0,2 3 0 16,0-1 0-16,2-2 0 0,3 2 0 0,1 2 0 15,2-6 0-15,6 4 0 0,3-1 0 0,4-1 0 16,2 0 0-16,5-2-54 0,3 0-53 0,0-4-21 15,-1 2-23-15,0-5-32 0,0 1-38 0,-8-2-45 16,2 0-64-16,-1-4-69 0,-2 0-101 0,0 0-476 16,-5-3-1056-16,4 1 467 0</inkml:trace>
  <inkml:trace contextRef="#ctx0" brushRef="#br0" timeOffset="24496.3996">12405 2074 309 0,'-4'-4'546'0,"-2"1"5"15,1-2-12-15,1 1-22 0,-1 1-34 0,2-1-36 16,-2 2-26-16,5 2-17 0,-4-7-26 0,3 6-12 16,1 1-20-16,-5-6-19 0,5 6-14 0,0-3-24 15,0 3-18-15,0 0-28 0,0 0-26 0,4-5-27 16,-4 5-10-16,0 0-19 0,0 0-20 0,5-2-10 16,-5 2-24-16,9-1-13 0,-9 1-11 0,11 2-6 15,-1 2-17-15,1-2-60 0,0 1 0 0,2 3 0 16,-3 1 0-16,7 0 0 0,-3 2 0 0,-3 0 0 15,0-1 0-15,-2 0 0 0,-2 2 0 0,6 1 0 16,-4 4 0-16,-1-2 0 0,-2 0 0 0,-2-1 0 16,-3 0 0-16,-1 5 0 0,0-2 0 0,-4-3 0 15,-2 4 0-15,2-5 0 0,-4 0 0 0,3 1 0 16,-2-5 0-16,-3 2 0 0,3-3 0 0,3-1 0 16,-2 0-10-16,1-1-30 0,0-2 11 0,5-2 15 15,-4 3 3-15,4-3 12 0,0 0 1 0,0 0 17 16,0 0 17-16,-4-14 3 0,5 3-32 0,2-4-7 15,1-2 0-15,3 2 0 0,2 1 0 0,0-3 0 16,0 3 0-16,0-3 0 0,1 3 0 0,-1 1 0 16,5 1 0-16,-5 3 0 0,5-2 0 0,-5 0 0 15,-2 7 0-15,-1-4 0 0,-1 5 0 0,1-2 0 16,0 1 0-16,-3 3 0 0,1-2 0 0,1 3 0 16,-5 0 0-16,12 0 0 0,-8 3 0 0,2 2 0 15,-1 0 0-15,3 5 0 0,-1 1 0 0,-1-2 0 16,0 9 0-16,-1 1 0 0,0-2 0 0,0 2 0 15,0 5 0-15,-1-6 0 0,0 6 0 0,0-4 0 16,-1-2 0-16,-1 0 0 0,2-2 0 0,-4 0 0 16,1-1 0-16,4 0 0 0,-1-2 0 0,-3-2 0 15,2 0 0-15,2-2 0 0,-1 2-60 0,-3-4-27 16,7 2-28-16,-2-3-34 0,3-3-35 0,-2 2-34 16,2-4-49-16,1-1-49 0,0-2-76 0,2 2-74 15,2-4-87-15,-3 2-345 0,3-2-972 0,2-4 431 16</inkml:trace>
  <inkml:trace contextRef="#ctx0" brushRef="#br0" timeOffset="25184.3977">12947 2398 370 0,'5'-3'451'0,"-5"3"-4"0,0 0-13 16,0 0-19-16,1-6-21 0,-1 6-12 0,0 0-8 16,0 0-7-16,0 0-15 0,0 0-13 0,0 0-16 15,0 0-16-15,0 0-18 0,0 0-23 0,0 0-19 0,0 0-27 16,0 0-24-16,0 0-16 0,0 0-26 0,0 0-16 16,0 0-17-16,0 0-13 0,0 0-14 0,4 12-4 15,-4-12-8-15,1 5-12 0,-1 1-7 0,3-2-10 16,-3 1-5-16,0 1-6 0,0 1 5 15,0-3-4-15,0 2-6 0,0 2-5 0,0-3-2 16,0 1-11-16,-3 1-13 0,3-1-14 0,-1 0-15 0,1-1-7 16,0 0 1-16,-2-1-11 0,0 0-4 0,2-1-7 15,0-3 5-15,0 6 2 0,0-6 0 0,0 0 11 16,0 0 9-16,2 4 3 0,-2-4 8 16,0 0-1-16,0 0 2 0,11-7 6 0,-7 2 7 15,2 2 7-15,3-4 10 0,0-1 6 0,0 1-4 16,-1-1 13-16,2 0 8 0,-1 1 5 0,0 2 5 0,0-4 6 15,-4 7-6-15,1-3 17 0,-2-1 5 0,1 3 3 16,-1 0-7-16,0 3-9 0,-2-3-14 16,-2 3 2-16,4-3-11 0,-4 3-6 0,6-1-9 15,-6 1 4-15,0 0-10 0,0 0-6 0,0 0 6 16,7 7-9-16,-4-1-10 0,1 1-16 0,-1-2-13 16,1 1-5-16,-1 6-13 0,-1-5 0 0,0-1-9 0,-1 2-18 15,1-2-11-15,1-1-5 0,-2 2-6 16,3-2 0-16,-4 1-6 0,2-2 1 0,-1 2 9 15,0-4 12-15,0 1 6 0,-1-3 16 0,0 0 8 16,5 4-1-16,-5-4 12 0,0 0 3 0,13-7 8 16,-3 2 9-16,1-1 20 0,-2-2 1 0,1 0 10 15,0-1 10-15,0 2 10 0,2 0 9 0,-2-1 21 0,0 3 6 16,-2 0 1-16,1-1 10 0,-4 2 5 16,0 2-8-16,-5 2-5 0,8-3-11 0,-6 2-6 15,-2 1-12-15,5-1 0 0,-5 1-4 0,0 0-6 16,9 5-1-16,-6 0 5 0,-1 1-14 0,1-2-18 15,-2 1-31-15,-1 1-33 0,3-1-49 0,-3 1-57 16,0-1-81-16,0-1-60 0,0 1-90 0,0-5-94 16,1 9-459-16,-1-9-1031 0,4 3 456 0</inkml:trace>
  <inkml:trace contextRef="#ctx0" brushRef="#br0" timeOffset="25966.4883">13665 2507 276 0,'0'0'464'0,"0"0"2"15,0 0-12-15,0 0-6 0,0 0-7 0,0 0-13 16,0 0-27-16,0 0-23 0,-10-7-20 0,10 3-18 15,-4 0-19-15,3 1-18 0,-3-3-23 16,0 1-10-16,-1-2-11 0,0 0-12 0,-3-1 9 16,3 0-9-16,-4-1-14 0,1 1 3 0,-2-7 1 15,4 4-5-15,-4-3-12 0,1 1-2 0,1-3-40 0,-2 2-178 16,2-4 0-16,3 0 0 0,-4-3 0 0,0-1 0 16,4-4 0-16,0 1 0 0,0 7 0 0,4 0 0 15,1 1 0-15,1 1 0 0,0 1 0 16,3 1 0-16,-2 1 0 0,2-3 0 0,0 5 0 15,3-1 0-15,-2 1 0 0,5-2 0 0,-2 2 0 0,-2 1 0 16,2-1 0-16,2 2 0 0,0 1 0 0,-1 0 0 16,1 1 0-16,-1 0 0 0,-1 3 0 0,-3 1 0 15,4-1 0-15,-4 2 0 0,0-1 0 16,3 3 0-16,-8 0 0 0,10 0 0 0,-10 0 0 16,8 3 0-16,-3 0 0 0,-4 1 0 0,3 0 0 0,-1 3 0 15,-1 0 0-15,-2 0 0 0,0 3 0 0,-1 1 0 16,-3 0 0-16,-5 6 0 0,-2-5 0 0,-5 2 0 15,1 0 0-15,-7 4 0 0,4-5 0 16,2-3 0-16,-2 0 0 0,4-3 0 0,1 0 0 16,3 0 0-16,-3-3 0 0,4 1 0 0,4-3 0 0,-3 1-175 15,8-3-76-15,-10 7-45 0,10-5-42 0,0-2-87 16,0 0-70-16,17 1-71 0,-7 3-376 0,2-4-1019 16,5 0 452-16</inkml:trace>
  <inkml:trace contextRef="#ctx0" brushRef="#br0" timeOffset="26341.9232">13785 2335 517 0,'9'-9'559'0,"-7"6"16"16,0-3 4-16,-2 6-23 0,3-8-14 15,-2 5-9-15,0-4-7 0,-1 7-2 0,4-5-18 16,-4 5-26-16,0-6-34 0,0 6-34 0,1-5-49 16,-1 5-37-16,0 0-36 0,0 0-31 0,3-6-61 0,-3 6-198 15,0 0 0-15,0 0 0 0,0 0 0 16,0 0 0-16,1 19 0 0,-2-8 0 0,1 1 0 16,1 2 0-16,-1 3 0 0,-1 0 0 0,1-1 0 15,0 4 0-15,-3 0 0 0,2-2 0 0,-1 9 0 16,2-12 0-16,-2 2 0 0,0 1 0 0,-1-3 0 15,3 0 0-15,-2-4 0 0,0 1 0 0,0-2 0 0,0-1 0 16,1-1 0-16,0-1 0 0,0-4 0 16,-1 3 0-16,2-6-205 0,2 7-111 0,-2-7-29 15,-2 5-45-15,2-5-77 0,0 0-105 0,0 0-411 16,0 0-1065-16,5-19 472 0</inkml:trace>
  <inkml:trace contextRef="#ctx0" brushRef="#br0" timeOffset="26654.3518">13762 2331 45 0,'3'-7'461'16,"-2"2"-2"-16,2 0 8 0,-1-2-10 0,0 2-25 16,0-3-23-16,2 2-23 0,0-2-20 0,-2 1-24 15,2 3-22-15,-1-1-21 0,3-4-25 0,-2 5-31 16,5-4-20-16,-3 3-28 0,-1 3-17 0,3-2-20 15,1 2-13-15,5 2-15 0,-5-2-15 0,5 4-1 16,-2-2-4-16,-1 1-7 0,2 4-10 0,-4-4-12 16,1 3-5-16,-1 0-11 0,-4 2-5 0,1-4-7 15,0 2-3-15,-1-1 1 0,-3 4-8 0,2-2-3 16,-3 3-9-16,-1 0 5 0,-1-1 0 0,-4 1-5 16,-1 2-6-16,-3-2 5 0,-5 4-2 0,-2-2-20 15,0-2-28-15,0 1-28 0,1-1-31 16,2-1-32-16,3-2-32 0,1 1-34 0,0-4-43 15,4 1-42-15,-2 0-51 0,7-3-56 0,0 0-71 0,0 0-408 16,0 0-919-16,0 0 407 0</inkml:trace>
  <inkml:trace contextRef="#ctx0" brushRef="#br0" timeOffset="27841.5728">15127 958 99 0,'4'-3'380'0,"-4"3"15"16,10-3-2-16,-10 0 4 0,0 3-9 0,4-4-7 0,-3 1-5 15,-1 3-12-15,0 0-15 0,0 0-15 0,4-1-14 16,-4 1-14-16,0 0-19 0,0 0-17 16,0 0-6-16,0 0-4 0,0 0-1 0,-30 1-22 15,9-1-3-15,-7 3-16 0,-3-1 9 0,-1 2-16 16,-1-2-9-16,0 2-16 0,1-2-8 0,-1-1-17 15,2 1-5-15,2-1-11 0,7 2-7 0,0-2-62 16,6-1-76-16,0 2 0 0,2-2 0 0,5 0 0 16,0 1 0-16,0 0 0 0,4 1 0 0,5-2 0 15,-9-2 0-15,9 2 0 0,0 0 0 0,-7 0 0 16,7 0 0-16,-5 3 0 0,5-3 0 0,0 0 0 16,0 0 0-16,0 0 0 0,-5 2 0 0,5-2 0 15,0 0 0-15,0 0 0 0,0 0 0 0,-6 0 0 16,6 0 0-16,0 0 0 0,0 0 0 0,0 0 0 15,0 0 0-15,2 4 0 0,-2-4 0 0,-2 4 0 16,2 2 0-16,-1 0 0 0,0 6 0 0,-1 1 0 16,2 4 0-16,-1 3 0 0,-1 6 0 0,0 0 0 15,0 4 0-15,-1 4 0 0,-1 0 0 0,-1-3 0 16,0 4 0-16,1 3 0 0,1 13 0 0,-5 0 0 16,0-3 0-16,3-13 0 0,0 2 0 0,0-1 0 15,-3 11 0-15,2-14 0 0,0 2 0 0,-1 0 0 16,2-3 0-16,0 1 0 0,0-3 0 15,-3 1 0-15,7-3 0 0,-4-3 0 0,2 1 0 16,2-6 0-16,-2-1 0 0,2-2 0 0,0 1 0 16,-2-2 0-16,3 0 0 0,0-5 0 0,0 0 0 15,0-1 0-15,0-3 0 0,-1-1 0 0,1-6 0 16,0 11 0-16,0-11 0 0,-4 11 0 0,4-11 0 0,1 4 0 16,-1-4 0-16,0 0 0 0,-1 7 0 0,1-7 0 15,0 0 0-15,1 8 0 0,-1-8 0 16,0 0 0-16,0 0 0 0,0 0 0 0,0 6 0 15,0-6 0-15,0 0 0 0,0 0 0 0,0 0 0 16,0 0 0-16,0 0 0 0,0 0 0 0,0 0 0 16,0 0 0-16,21-2 0 0,-7 3 0 0,4-3 0 15,10 1 0-15,1-3 0 0,3 1 0 0,-1-2 0 16,2 3 0-16,2 1 0 0,-1 0 0 0,-2 1 0 16,-1 1 0-16,-6-1 0 0,-3-1 0 0,-6 0 0 15,-3 1 0-15,-1 2 0 0,-2-2 0 0,-10 0 0 16,13 0 0-16,-13 0 0 0,0 0 0 0,15-1 0 15,-15 1 0-15,0 0 0 0,0 0 0 0,9-2 0 16,-9 2 0-16,0 0 0 0,0 0 0 0,0 0 0 16,4-3 0-16,-4 3 0 0,0 0 0 0,0 0 0 15,0 0 0-15,0 0-283 0,0 0-262 0,0 0-67 16,0 0-514-16,0 0-1218 0,8-9 539 0</inkml:trace>
  <inkml:trace contextRef="#ctx0" brushRef="#br0" timeOffset="29561.2179">16313 908 99 0,'0'0'407'15,"0"0"16"-15,0 0 5 0,0 0 5 0,0 0-15 16,0 0-13-16,-7-25-23 0,7 25-13 0,0 0-8 16,0 0-8-16,0 0-16 0,0 0-28 0,0 0-14 15,0 0-25-15,0 0-24 0,0-7-22 0,2 7-25 16,-2 0-16-16,0 0-27 0,0 0-17 0,0 0-13 16,0 0-26-16,0 0-5 0,0 0 6 0,0 18 13 15,0-9 5-15,0 5 2 0,-5 0-12 0,3 4-11 16,0 0 8-16,-3 9 15 0,5-8-16 15,0 1-7-15,-1-2-3 0,-1 2-6 0,0 5-8 16,-2-7-6-16,4 8-73 0,-1-7-2 0,1-1 0 16,-3 0 0-16,2-4 0 0,-4-3 0 0,4 5 0 15,-2-4 0-15,2-1 0 0,1 1 0 0,-3-5 0 0,3 2 0 16,0-1 0-16,0-3 0 0,0 2 0 0,-1-2 0 16,1-5 0-16,0 4 0 0,0-4 0 15,0 0 0-15,0 0 0 0,-1 8 0 0,1-8 0 16,0 0 0-16,0 0 0 0,-3 4 0 0,3-4 0 15,0 0 0-15,0 0 0 0,0 0 0 0,0 0 0 16,0 0 0-16,0 0-10 0,0 0-481 0,0 0-112 16,0 0-579-16,0 0-1279 0,12-20 566 0</inkml:trace>
  <inkml:trace contextRef="#ctx0" brushRef="#br0" timeOffset="30194.6819">15273 1684 312 0,'-7'0'324'0,"0"0"-16"0,7 0-4 15,-12-1-4-15,2 2-10 0,4-1-10 0,-3-1 3 16,1 1-17-16,3-2-10 0,-3 2-10 0,8 0-16 16,-12-1-16-16,12 1-17 0,-8 0-13 0,8 0-11 15,-8 1-5-15,8-1-11 0,0 0-4 0,0 0-10 16,-7 0 3-16,7 0-1 0,0 0 4 0,0 0 8 16,0 0-7-16,0 0-6 0,0 0-16 0,0 0-11 15,0 0-11-15,39-1-12 0,-4 1-9 0,0 0 0 16,24-2-8-16,36-6-12 0,5 8-6 0,13-6-9 15,9 1-1-15,15-4-11 0,7-4 8 0,14 7-3 16,15-5 5-16,3-1 20 0,2 4 15 0,-2-2 13 16,-1-3 11-16,-9 5-8 0,-8 5 3 0,-10 1-6 15,-10 0 9 1,-8-1-7-16,-15 2 0 0,-10-3 0 0,-14 4-11 16,-34-3-5-16,-3 1 0 0,-14 1 2 0,-6 2-47 0,-6-2-37 15,-10 2 0-15,1-1 0 0,-10 0 0 0,0-1 0 16,0 0 0-16,-9 1 0 0,9 0 0 0,-4 0 0 15,-5 0 0-15,4 2-97 0,-4-2-161 0,0 0-33 16,0 0-41-16,0 0-51 0,0 0-52 0,-13 5-61 16,8-2-78-16,5-3-314 0,-14 2-961 15,14-2 425-15</inkml:trace>
  <inkml:trace contextRef="#ctx0" brushRef="#br0" timeOffset="31822.0607">15366 2180 278 0,'0'0'292'0,"0"0"-2"0,0 0-13 0,0 0-4 16,0 0-2-16,0 0 10 0,0-4 9 0,0 4-2 15,-1-3 11-15,1 3 0 0,-4-4 3 0,4 4 0 16,0-5-2-16,0 5-15 0,0-7-6 0,0 3-17 16,0 0-16-16,1 1-20 0,3-1-19 0,-1 0-22 15,-2-2-13-15,4 4-15 0,0-5-16 0,4 3-15 16,-1 0-13-16,1-4-15 0,5 6-11 0,-4-2-10 16,2 1-11-16,2-1-8 0,-1 2-7 0,4 4-14 15,4 2 0-15,-2-1-3 0,0 0-4 0,-1 3-3 16,1 3-5-16,-5-1-2 0,4 3-4 0,-5-1-3 15,-3 0-5-15,-1 5 7 0,-4-4-7 0,-1 4 3 16,-1-2-3-16,-6 5-4 0,-3 0 7 0,-3-1-1 16,-10 5 1-16,-1-6-2 0,-8 4 1 0,0-5-1 15,-4 0 2-15,-1 0-3 0,1-2 1 16,0-2 4-16,-4-2 8 0,12-4 18 0,4 1 17 0,2-5 32 16,6-1 47-16,2 1 42 0,2-1 23 0,1-1-16 15,-1-6-162-15,-1 2-22 0,1-7 0 0,3 1 0 16,3-5 0-16,2-1 0 0,0-1 0 0,2-6 0 15,5-2 0-15,3 2 0 0,-1 8 0 0,4-6 0 16,-2 7 0-16,1 0 0 0,0 1 0 16,1 2-156-16,0 1-229 0,2 2-74 0,-2 4-62 0,5-4-69 15,-5 5-424-15,-2 2-1098 0,2-4 486 0</inkml:trace>
  <inkml:trace contextRef="#ctx0" brushRef="#br0" timeOffset="32196.9782">15503 1998 221 0,'0'-13'456'0,"4"4"34"0,-4 0 29 16,0-3 20-16,2 2 11 0,-2-2 15 0,0 5 8 15,0-2 2-15,2 1-9 0,-2 2-22 0,2 1-24 16,-2 1-29-16,1 0-41 0,1 1-48 16,-2 3-39-16,2-4-37 0,-2 4-285 0,0-3-41 0,0 3 0 15,0 0 0-15,0 0 0 0,0 0 0 0,0 0 0 16,-2 21 0-16,-1-5 0 0,-1 9 0 0,-1 3 0 15,1 0 0-15,1 4 0 0,-3 1 0 16,1 11 0-16,-4 5 0 0,6-3 0 0,-4 1 0 16,2-13 0-16,1-2 0 0,0 15 0 0,0-11 0 15,-2 12 0-15,2-2 0 0,-2-13 0 0,5 1 0 0,-3 1 0 16,4-1 0-16,-3-2 0 0,1-1 0 0,-2-1 0 16,5-1 0-16,-3-10 0 0,0-1 0 15,0-1 0-15,2 0 0 0,-4-7 0 0,4-2 0 16,0-1 0-16,-1 0 0 0,1-1 0 0,0-6 0 15,0 8 0-15,0-8 0 0,-3 7 0 0,3-7 0 16,0 0 0-16,0 0 0 0,0 0 0 0,-1 3 0 0,1-3 0 16,0 0 0-16,15-17-234 0,-2 6-424 15,1-1-559-15,4-8-1318 0,2-2 583 0</inkml:trace>
  <inkml:trace contextRef="#ctx0" brushRef="#br0" timeOffset="32806.9705">15849 2357 84 0,'0'0'245'0,"0"0"-1"0,0 0-2 0,0 0 4 16,0 0 0-16,0 0 8 0,-7-5 1 0,7 5 5 16,0 0 0-16,0 0 5 0,-3-6-6 0,3 6 0 15,0 0 0-15,-1-4-2 0,1 4-11 0,0 0-11 16,0 0-9-16,0 0-19 0,0 0-20 0,0 0-16 16,0 0-14-16,0 0-15 0,0 0-21 0,0 0-18 15,0 0-13-15,0 0-19 0,0 0-1 0,0 0-9 16,0 0-3-16,-13 14-6 0,8-6-7 0,1 3-3 15,-5-1-9-15,1 6 3 0,-1-4-4 0,-1 2 0 16,0-2-2-16,-2 2-6 0,4-3 1 0,-3 0-7 16,4-3-11-16,-1 1-9 0,2-3-1 15,2-2-3-15,1 0-2 0,1-1 3 0,-1 0 1 0,3-3 0 16,-4 6 5-16,4-6 2 0,-1 3 1 0,1-3-4 16,0 0-1-16,9 4 2 0,0-3-6 0,4-2 4 15,-2 2-1-15,7-1 0 0,0 2-3 16,1 0 3-16,0 0-5 0,-2 3 3 0,2-1 3 15,-1 0 2-15,-5 0 2 0,0 1 0 0,4 1-1 16,-9 0 0-16,-1-2 4 0,-4 1 0 0,1 1-3 0,3 1 3 16,-5-2 2-16,-1 3 10 0,-3 0 12 0,-3 2 1 15,-3-2 7-15,0 2 9 0,-6 1 5 16,-5 0-6-16,-6-2-6 0,-1 1-6 0,-2 3 2 16,4-5-8-16,3-2-2 0,2-2 4 0,4 0-5 15,2-1 1-15,1-3-4 0,3 4 4 0,3-4 5 16,6 0-6-16,-11 0-22 0,11 0-34 0,-8-8-31 15,7 1-36-15,2 1-53 0,4 0-58 0,3-5-73 0,6 1-67 16,2-2-58-16,10 2-79 0,-6 1-295 16,7-4-845-16,0 4 374 0</inkml:trace>
  <inkml:trace contextRef="#ctx0" brushRef="#br0" timeOffset="33480.4258">16023 2532 229 0,'0'-5'317'0,"0"5"-10"0,0 0-20 0,0 0-14 16,0 0-8-16,0 0-14 0,0 0-1 0,0 0 2 15,0 0-10-15,0 0-5 0,0 0-5 0,-5-7-16 16,5 7-7-16,0 0-14 0,0 0-7 0,0 0-14 16,0 0-10-16,0 0-8 0,0 0-10 0,0 0-12 15,0 0-11-15,0 0-6 0,0 0-11 0,0 0-6 16,0 0-8-16,0 0-5 0,-4-3-10 0,4 3-7 16,0 0-7-16,0 0-6 0,0 0-4 0,0 0-3 15,0 0-2-15,0 0 2 0,0 0 1 0,0 0 1 16,0 0 0-16,0 0-1 0,0 0 5 0,0 0-4 15,0 0 5-15,0 0-3 0,0 0 2 0,0 0-6 16,0 0 7-16,0 0 0 0,0 0 1 0,0 0-6 16,0 0 1-16,0 0 0 0,0 0-1 0,0 0-1 15,0 0-2-15,0 0-3 0,0 0 4 0,0 0-7 16,0 0-12-16,0 0 3 0,0 0-4 0,0 0-4 16,0 0-6-16,0 0-1 0,0 0-5 0,0 0-4 15,0 0-11-15,0 0 3 0,0 0 0 0,0 0 1 16,1 21-5-16,-1-11 2 0,-1-1 4 15,1 4 1-15,0 0 2 0,-4-1 2 0,4 0-3 0,-1 6 2 16,1-1-1-16,-4-6-4 0,5 2 5 0,-2-1-4 16,2 1-1-16,-2-4-1 0,1 1-4 0,0 1-8 15,0-1-10-15,0-3 0 0,1-2-3 0,-1-5 4 16,3 10 0-16,-2-6 7 0,-1-4 1 0,5 10 8 16,3-9-3-16,6-1 11 0,-2 0-1 15,7-2 1-15,-2-5 8 0,0 4 10 0,0-5 9 16,-3 3 7-16,0-4 4 0,-3 0 10 0,0 4 13 0,-1-1 1 15,-2-1-2-15,-1 1-3 0,-2 3-6 0,-1-1-8 16,-4 4-18-16,8-8 4 0,-8 8-9 0,-4-8-20 16,4 8-13-16,-11-6-28 0,2 3-3 0,-5 2-19 15,2 1-25-15,-3 1-33 0,-1 2-44 16,-1 0-42-16,0-1-65 0,3 2-86 0,1-2-89 16,3 2-102-16,5 0-364 0,5-4-983 0,0 0 435 15</inkml:trace>
  <inkml:trace contextRef="#ctx0" brushRef="#br0" timeOffset="34151.9755">16686 2256 497 0,'3'-4'527'0,"-3"1"6"0,0-1-3 15,-3-2-21-15,2 2-27 0,1-1-19 0,0 0-23 16,1 0-5-16,2 2-9 0,-3-1-20 0,1 1-9 16,-1 3-22-16,0-7-21 0,0 3-21 0,0 4-24 15,0 0-25-15,-1-4-27 0,1 4-26 0,0 0-23 16,0 0-24-16,1-4-173 0,-1 4-11 0,0 0 0 15,0 0 0-15,0 0 0 0,0 0 0 0,0 0 0 16,-1 22 0-16,1-12 0 0,-3 3 0 0,3 4 0 16,3 10 0-16,-6-9 0 0,6 1 0 0,-7 8 0 15,4-2 0-15,-1-6 0 0,-2 0 0 0,2 1 0 16,1 1 0-16,-4-3 0 0,3 0 0 0,-2-1 0 16,3-5 0-16,-1 1 0 0,0-3 0 0,-2 2 0 15,3-6 0-15,0 2 0 0,0-1 0 0,0-4 0 16,-1 3-26-16,1-1-299 0,0-5-26 0,0 4-39 15,0-4-90-15,0 0-106 0,0 0-420 0,6-16-1090 16,-3 4 483-16</inkml:trace>
  <inkml:trace contextRef="#ctx0" brushRef="#br0" timeOffset="34526.8582">16602 2205 129 0,'0'-9'388'0,"0"-2"3"0,1 3 29 0,1 2 9 0,0-3-20 15,1 2-22-15,-2 0-33 0,2-2-18 16,4 4-26-16,-2-2-29 0,0 0-21 0,3 0-27 16,4 0-16-16,-1 3-18 0,2 0-7 0,6-2-14 0,0 6-12 15,3-1-14-15,-3 1-12 0,4 3-12 0,4 4-16 16,-1-2-6-16,0 6-6 0,-6-3 3 0,5 5-4 16,-7 1-4-16,5 3-10 0,-3 1 3 0,-8-2-8 15,4 8-2-15,-6-8-14 0,-3 1 1 16,2 3-1-16,-4-2-13 0,-2 1-1 0,-2 1-5 15,-1-1-1-15,-8 5 1 0,0-3-3 0,-5 0 0 0,-8 1 3 16,1 2-5-16,-8-5-9 0,-2 0 3 16,3 0-6-16,1-6 0 0,0 0-4 0,11-4-3 15,-3 1 0-15,6-7-4 0,2 2-4 0,1 0 6 16,0 0 0-16,4-4-3 0,0 0-3 0,1 3 5 16,4-4-12-16,-5 4-25 0,5-4-28 0,0 0-22 0,0 0-42 15,0 0-58-15,0 0-60 0,0 0-66 0,27-5-63 16,-14 5-53-16,8-3-78 0,0 2-404 0,8 0-966 15,-11-2 428-15</inkml:trace>
  <inkml:trace contextRef="#ctx0" brushRef="#br0" timeOffset="34949.2586">17164 2455 397 0,'8'-7'448'16,"-2"-2"20"-16,-2 4 21 0,0-4 5 0,1 4-9 15,-2-2-19-15,-1 0-20 0,1 4-14 0,-1-2-23 16,0 1-32-16,-2-1-26 0,1 2-36 0,-1 3-39 16,0 0-27-16,1-5-31 0,-1 5-26 0,0 0-28 15,0 0-14-15,0 0-17 0,0 0-19 0,-20 8-35 16,13-3-18-16,-4 2-21 0,1-2-21 0,1 5-12 16,-4-3-11-16,7 3-13 0,-5-3-13 0,6 2-18 15,-4-2-2-15,4-3-13 0,1 2 7 0,1-2-6 16,1 1 0-16,-3-3 3 0,5 2 13 0,0-4 4 15,5 7 10-15,-3-3 6 0,1-2-2 0,4 2 5 16,0-1 3-16,1 1 2 0,1 0 1 0,0 0 0 16,-3 0 1-16,3-2-1 0,-1 2 0 0,-2-1-2 15,1-1 2-15,-1 2 0 0,-1 0 3 0,-1-1 2 16,0 3-1-16,-1-3 1 0,-1 0 1 0,2 2 3 16,1-1-2-16,-3 3 0 0,0-4 6 0,-2 2 2 15,-2-2-2-15,1 3 1 0,-1-2 2 0,-2 2 1 16,-2 1 1-16,0-1 2 0,-1 0 0 0,-6-1-16 15,0 1-23-15,3-2-26 0,-8 1-28 0,5-1-23 16,3-2-29-16,1 1-40 0,4-2 4 0,-3 0-30 16,-1-1-54-16,9 0-64 0,0 0-75 0,-10-5-324 15,10 1-784-15,0 4 347 0</inkml:trace>
  <inkml:trace contextRef="#ctx0" brushRef="#br0" timeOffset="35371.5727">17412 2451 61 0,'3'-5'406'0,"2"-1"15"15,-1 0-3-15,-2-1-10 0,2 1-28 0,-1 1-25 16,-2-2-14-16,2 0-15 0,-2 1-3 0,0 1-15 16,1 0-15-16,-1 1-19 0,0 0-17 0,-1 4-19 15,1-3-19-15,-1 3-21 0,4-4-15 0,-4 4-19 16,0 0-18-16,3-3-20 0,-3 3-13 0,0 0-14 15,0 0-11-15,0 0-15 0,0 0-4 0,0 0-11 16,0 0 0-16,-2 12-5 0,2-5-5 0,-1 4-6 16,1 0-2-16,-2 5-4 0,0-1-5 0,1 3 2 15,0 2-5-15,1 0-7 0,0-1 1 0,1-1 1 16,0 0-3-16,1 0 4 0,1-1-6 0,0-3-1 16,-2-2-1-16,2-1-4 0,1 0 4 0,2-3 2 15,0 1-4-15,3-2 0 0,2 0-1 0,-2-4 5 16,4 2-1-16,-1-5 4 0,7 0-3 0,-1-3-3 15,-5-1 6-15,2-4 3 0,-2 1 26 0,-3 0 7 16,-1 0 1-16,1 0 0 0,-1 1 8 0,-4-1 5 16,1 2-14-16,-3-2 0 0,1 1-8 0,-1 0-12 15,-6 0-6-15,-1 2-5 0,-2-3-5 0,2 1-3 16,-7 3-12-16,-7-3-24 0,0 3-33 0,-1 2-22 16,-3 2-37-16,-6 2-42 0,5 1-48 0,2-1-50 15,1 2-74-15,0-2-78 0,4 4-98 0,-2-2-447 16,9-1-1025-16,2 0 453 0</inkml:trace>
  <inkml:trace contextRef="#ctx0" brushRef="#br0" timeOffset="35887.8301">16699 1914 109 0,'-5'-2'423'0,"5"2"-23"0,-4-4 22 0,4 4-5 15,-1-2-16-15,1 2-13 0,0 0-12 0,0 0-11 16,0 0-10-16,-4-4-14 0,4 4-6 0,0 0-10 16,0 0-13-16,0 0-30 0,0 0 2 15,0 0-10-15,0 0-9 0,-4-3-15 0,4 3-16 16,0 0-10-16,0 0-12 0,0 0-15 0,0 0-11 0,0 0-12 16,0 0-8-16,0 0-25 0,0 0-10 0,18-1-14 15,-4 1-32-15,7-2-85 0,6 2 0 0,10 0 0 16,2 0 0-16,12-1 0 0,-10 4 0 15,-1-5 0-15,-2 1 0 0,13-2 0 0,-15 2 0 16,-4-2 0-16,-1 3 0 0,-3 0 0 0,-10-1 0 16,-4-1 0-16,-3 4 0 0,3-1 0 0,-7-1 0 0,-1-1 0 15,-6 1 0-15,10 1 0 0,-10-1 0 0,0 0 0 16,11 1 0-16,-9 0 0 0,-2-1 0 16,3 2 0-16,-3-2-77 0,0 0-156 0,-2 7-49 15,2-7-60-15,-3 4-80 0,1-1-73 0,-3-1-92 16,5-2-373-16,0 0-1038 0,-11 2 460 0</inkml:trace>
  <inkml:trace contextRef="#ctx0" brushRef="#br0" timeOffset="37356.9187">19107 1620 334 0,'0'0'344'0,"0"0"2"16,0 0-4-16,0 0 1 0,-4-2-20 0,4 2-2 15,0 0-14-15,0 0-3 0,0 0-13 0,0 0-17 16,0 0-16-16,0 0-14 0,0 0-17 0,0 0-3 16,0 0-11-16,0 0 0 0,0 0 1 0,0 0 2 15,0 0-5-15,0 0-4 0,0 0-17 16,0 0-26-16,27 0-12 0,-7-3-7 0,10 1-2 16,4 1 3-16,2-3-10 0,1 1-5 0,4 1-13 0,-1 1-4 15,-5 1-9-15,1-5 6 0,-5 4-11 0,-11 0 1 16,-2-3-1-16,-4 4-18 0,-1 0-4 0,-2 0-5 15,-5 1-8-15,-6-1-7 0,10-2-6 16,-10 2-7-16,9-1-19 0,-9 1-26 0,7-1 0 16,-7 1 0-16,0 0 0 0,0 0 0 0,7-3 0 15,-7 3-65-15,0 0-74 0,0 0-44 0,0 0-57 16,0 0-61-16,0 0-66 0,0 0-50 0,0 0-71 16,0 0-87-16,0 0-328 0,18-4-978 0,-5-2 433 15</inkml:trace>
  <inkml:trace contextRef="#ctx0" brushRef="#br0" timeOffset="37826.3828">21619 931 171 0,'0'0'423'0,"0"-32"14"0,-1 20-3 15,1 12-2-15,0-21-8 0,0 21-14 0,-2-14-15 16,2 14-12-16,0 0-17 0,-2-18-11 0,2 18-19 16,0 0-28-16,0 0-21 0,0 0-31 15,0 0-33-15,0 0-19 0,0-19-39 0,0 19-14 16,0 0-18-16,0 0-15 0,0 0-11 0,0 0-12 15,0 0 13-15,-2 31-10 0,2-14 0 0,2 1 5 0,-2 8 9 16,0 0-16-16,0 0-1 0,-2 2 8 16,2-2-12-16,0 2-8 0,0-2-10 0,0-1 0 15,-2 3-10-15,2-4 0 0,-3 2-5 0,1-7-5 16,-3-1-4-16,5-2-8 0,-1 0-5 0,1-4 3 16,-1-1-1-16,1-1-33 0,-1-2-5 0,1-1 0 15,0-2 0-15,0-5 0 0,-2 8 0 0,2-3 0 16,0-5 0-16,0 5 0 0,0-5 0 0,0 0 0 15,-2 4 0-15,2-4 0 0,0 0 0 0,0 0 0 16,0 0 0-16,0 0 0 0,0 0-88 0,0 0-162 0,0 0-79 16,0 0-101-16,0 0-101 0,0 0-112 15,0 0-344-15,0 0-1069 0,0 0 473 0</inkml:trace>
  <inkml:trace contextRef="#ctx0" brushRef="#br0" timeOffset="38311.4176">20731 1589 179 0,'0'0'312'0,"-5"1"-12"0,5-1-15 0,0 0-13 16,0 0-13-16,0 0-11 0,0 0-10 0,0 0-11 15,0 0-11-15,0 0-16 0,0 0-22 0,0 0-18 16,-9-6-19-16,9 6-9 0,0 0-16 0,0 0-12 16,0 0-3-16,0 0-7 0,0 0 6 0,-12 0 3 15,12 0 5-15,0 0 0 0,-13-1-8 16,13 1-8-16,-14 2-4 0,14-2-2 0,-11 2-5 16,11-2-9-16,-9 1 3 0,9-1-11 0,-6 1-5 15,6-1-6-15,0 0 10 0,0 0 3 0,-8 1 8 16,8-1-5-16,0 0-2 0,0 0-6 0,23 1-8 15,5 0 4-15,12 1 10 0,15-4 2 0,8 4 0 16,31 0-6-16,11-1-3 0,6-4-4 0,8 0-2 16,10-1-3-16,14-2-1 0,8-2 7 0,8 5 11 15,4-3 4-15,1 4 10 0,3-2 4 0,-3 3-4 16,-12-1 8-16,-3 2 4 0,-11-1 13 0,-12 1-11 16,-14 1 16-16,-19 2-3 0,-34-4-7 0,-5 2-11 15,-18 0-2-15,-2-2-7 0,-7 0-7 0,-8 1-12 16,-5 0-2-16,-4 0-12 0,1 0-7 0,-5-2-36 15,-6 2-40-15,10 0-41 0,-10 0-50 0,0 0-58 16,9 3-37-16,-9-3-34 0,0 0-55 0,-18 6-63 16,7-3-81-16,-3 1-496 0,-4 0-1027 0,-3-3 455 15</inkml:trace>
  <inkml:trace contextRef="#ctx0" brushRef="#br0" timeOffset="39077.7866">20869 2134 184 0,'-1'-3'353'0,"1"3"-15"0,-1-8-5 16,-3 5-11-16,4 0-4 0,0 3-16 0,-3-8-3 15,2 4-1-15,1 4-2 0,-1-4 0 0,1 4-14 16,2-9-2-16,-2 5-6 0,2 1-10 0,-1-1-20 16,3-2-18-16,-3 1-26 0,4 0-19 0,-1 2-20 15,1-2-13-15,0 0-17 0,7 1-13 0,-3-2-12 16,2 2-18-16,8-1-9 0,-2 3-4 0,6-1-8 16,-4 5-10-16,-1-2-3 0,14 3-11 0,-5 3-4 15,0-1-4-15,-2 3-1 0,-4 0-16 0,-3 3 7 16,-2 0-7-16,-2-1 2 0,0 3 2 0,-4 1-5 15,-3-3-3-15,-2 7 3 0,-4-2-5 0,-1 3 3 16,-6 4 3-16,-6-6 2 0,-5 6 13 0,-5 0 7 16,-8-4-10-16,-5 0 0 0,-10 5-1 0,-4-3-3 15,14-5-1-15,-3-4-1 0,3-4-4 0,1 2-3 16,5-5 1-16,1-1 7 0,6 1 25 0,9-3 28 16,2 0 31-16,-1-4 23 0,3-2-14 0,-1-2-7 15,3-2-1-15,0-2-9 0,3-1-16 0,2-8-12 16,0 2-6-16,2-2-25 0,4-6-14 0,1-1-41 15,6 2-23-15,1 0-19 0,-3 8-34 0,9-6-44 16,-5 6-52-16,2 4-53 0,1-3-66 0,0 5-52 16,1 0-68-16,1 0-54 0,0 3-52 0,-4 3-358 15,3-3-960-15,-5 3 426 0</inkml:trace>
  <inkml:trace contextRef="#ctx0" brushRef="#br0" timeOffset="39437.0414">21033 1966 358 0,'1'-15'417'0,"2"1"32"0,-2 3 21 16,0-1 19-16,2-1 13 0,-2 1 3 0,2 1 2 15,-2 0 12-15,-1 2-13 0,5 3-20 0,-4 2-25 16,-1-2-37-16,0 3-36 0,3-1-36 0,-3 4-37 16,0-4-30-16,0 4-33 0,0 0-32 0,0 0-26 15,0 0-102-15,0 0-92 0,0 0 0 0,-4 21 0 16,-1-6 0-16,4 2 0 0,-2 9 0 0,-2 1 0 15,0-1 0-15,-3 5 0 0,3-2 0 0,-4 4 0 16,4-2 0-16,1 3 0 0,-5 12 0 0,3-12 0 16,2 2 0-16,-1-1 0 0,1 0 0 0,-4 1 0 15,3-2 0-15,-1-5 0 0,2 3 0 0,0-1 0 16,0-1 0-16,2-4 0 0,-1-2 0 0,3-4 0 16,-2-1 0-16,0-2 0 0,1-5 0 0,0-3 0 15,1 2 0-15,-1-3 0 0,1 0 0 0,-2-1 0 16,2-3 0-16,2 1 0 0,-2-5 0 0,1 8 0 15,1-5 0-15,-2-3 0 0,13 1-317 16,-1-2-163-16,-1-1-53 0,6-4-49 0,-1 0-465 16,2-1-1133-16,-5-4 501 0</inkml:trace>
  <inkml:trace contextRef="#ctx0" brushRef="#br0" timeOffset="39843.0422">21324 2369 114 0,'7'-5'428'0,"-4"0"19"0,1-2 16 16,-1 1 10-16,-1 2 0 0,1-1-18 0,0 1-37 16,-3 4-23-16,2-6-41 0,-1 2-27 0,-1 4-33 15,0 0-30-15,0 0-34 0,3-7-22 0,-3 7-28 0,0 0-22 16,0 0-17-16,0 0-7 0,0 0-17 0,-12 14-7 16,10-9-12-16,-6 6-10 0,3-1-7 15,-2-1-12-15,0 1-5 0,2-3-11 0,-2 3-19 16,4-1-12-16,-2-4-9 0,1 3-6 0,1-2-3 15,2-1 1-15,1 1-5 0,-4-3-1 0,4-3 1 16,0 6-2-16,0-6 2 0,4 8 3 0,-1-4-1 16,2 1 1-16,-2-2 1 0,4 3-2 0,-2-3-3 15,0 1 4-15,0-1-2 0,-1 1 1 0,1-2-1 16,-1 2-8-16,-2-1 5 0,2 1-9 0,-4-4 6 16,5 6-1-16,-2-4 4 0,-3-2-2 0,1 6 4 15,-1-1 0-15,0-5 1 0,-1 8-3 0,1-8 6 16,-4 8 2-16,0-3-1 0,-1 0-2 0,-4 2 11 15,-1-1 0-15,0-1-3 0,-4 1 0 0,2-1-1 16,1-2-3-16,-3 0-17 0,-2 1-26 0,5 0-26 16,3-1-37-16,0 0-27 0,8-3-36 0,-11 1-27 15,11-1-88-15,0 0-90 0,0 0-93 0,0 0-374 16,0 0-902-16,23-24 400 0</inkml:trace>
  <inkml:trace contextRef="#ctx0" brushRef="#br0" timeOffset="40358.5491">21506 2448 99 0,'1'-4'323'0,"-1"4"6"0,6-5-8 0,-6 5-3 16,4-4-11-16,-1 0-5 0,-3 4-18 0,4-8-14 16,-4 8-11-16,3-3-8 0,-3 3-20 0,4-7-9 15,-4 7-19-15,3-4-18 0,-3 4-14 0,0 0-23 16,0 0-13-16,10-4-24 0,-10 4-2 15,0 0-18-15,0 0-13 0,14 5-7 0,-9-1-5 16,0-1-9-16,2 1-9 0,-2 0-6 0,1 2 3 0,-2 1-8 16,1-4-6-16,-1 7-1 0,-1-4-1 0,-3 1-4 15,0 0 1-15,0 0-2 0,0 2 1 0,-2-2-7 16,-1 1-2-16,-1 0 2 0,-1-1-3 16,-2-3-2-16,1 2 3 0,-3-2-9 0,2 1 1 15,-2-2-2-15,1 2-4 0,0-4 4 0,1 0 6 16,7-1 5-16,0 0-4 0,-14-7 2 0,8 5 5 15,6 2 7-15,-5-9-1 0,4 2 3 0,1 2 15 0,-3-2 12 16,6-1-6-16,-1-1 6 0,2 0-12 16,-1 2 6-16,3-1 0 0,-1 0-2 0,-2 3-5 15,2-1 0-15,1 1-13 0,-2 1 3 0,2 2-2 16,1 1-5-16,-1-1 0 0,3 4 1 0,2-1 2 16,-1 1-5-16,0 4 6 0,1-1 6 0,-2 1 2 15,0 3 4-15,1-1-1 0,-2 2-4 0,-3 0-1 16,4 3-5-16,1 0 0 0,-6-1-2 0,1 1-5 15,-1-3-1-15,-1 1 0 0,-1-1-3 0,1-1 2 16,-2-3-8-16,2 4-19 0,-2-4-18 0,0 0-22 16,2-2-23-16,-3-4-23 0,1 8-20 0,0-6-25 15,-1-2-17-15,3 5-20 0,-3-5-21 0,0 0-62 16,0 0-73-16,0 0-67 0,5-13-62 0,-5 4-265 16,5-6-783-16,-1 0 346 0</inkml:trace>
  <inkml:trace contextRef="#ctx0" brushRef="#br0" timeOffset="41061.8773">22307 2101 250 0,'0'-3'391'0,"0"3"-10"0,0-10-10 15,0 5-24-15,0 3 15 0,0-3-4 0,0 5-6 16,4-5-10-16,-4 5-2 0,-3-6-11 0,3 6-5 16,0-3-3-16,0 3-15 0,0-5-6 0,0 5-15 15,0 0-5-15,0 0-15 0,0-5-14 0,0 5-21 16,0 0-18-16,0 0-26 0,0 0-15 0,0 0-19 15,0 0-16-15,0 0-18 0,0 0-17 0,0 0-13 16,0 0-9-16,0 0-12 0,0 21-7 0,0-11-5 16,3 5-4-16,-2 0-12 0,-1 3 1 0,0 2 6 15,0 0-12-15,0 5-4 0,4 3-2 0,-4-1 10 16,-4-8-9-16,3-1-3 0,-2 1-6 0,2-3-20 16,-3-1 0-16,4-3 0 0,-1 0 0 0,-2-3 0 15,3 2-16-15,0-4-50 0,0 2-23 0,0-4-30 16,0-1-33-16,-1 3-26 0,1-2-19 0,0-3-19 15,0 2-16-15,0-4-18 0,1 6-29 0,-1-6-37 16,7 0-49-16,-7 0-49 0,0 0-53 0,11-5-340 16,-11 5-872-16,5-7 386 0</inkml:trace>
  <inkml:trace contextRef="#ctx0" brushRef="#br0" timeOffset="41484.6212">22149 2080 261 0,'-3'-7'452'0,"-1"-2"15"0,0 3 17 15,-1 0-10-15,4 0-11 0,-4 2-28 0,1-3-15 16,3 2-18-16,1 0-8 0,0 0-22 0,0 0-16 0,0 5-22 16,0-8-23-16,0 3-26 0,1 1-35 0,-1-2-23 15,3 4-28-15,0-3-20 0,1 1-26 0,1 1-20 16,3-3-12-16,7 4-9 0,1-2-14 0,3 1-13 15,-1 3-12-15,11 0-10 0,-8 3 0 0,9 1-15 16,2 6-5-16,4 4 2 0,-1-1-9 16,-2 5 10-16,1-1-18 0,-3 1 0 0,-3 0-7 0,-4-2-5 15,-6-1 2-15,-5-1 3 0,1 1-12 0,-2 2-1 16,-5-3 10-16,1 1-10 0,-2 2-6 0,-5 0 6 16,-2-2 5-16,-3 4-5 0,-4-1 0 0,-7 1 3 15,-5 4 6-15,-4-5 6 0,-7 0-3 16,3-1-7-16,-6 1-4 0,-1 0-9 0,4-3 0 15,-2-3 0-15,6-1 0 0,-1 0 0 0,10-4 0 0,0-1 0 16,4-3 0-16,3 0 0 0,3-1 0 0,0 0 0 16,3-1 0-16,5-1 0 0,-9 3 0 0,7-2 0 15,2-1-2-15,0 0-90 0,0 0-53 16,0 0-45-16,0 0-46 0,16-9-45 0,-5 6-60 16,8-1-68-16,1 0-67 0,11 1-71 0,-4 3-365 15,3-4-988-15,0 3 437 0</inkml:trace>
  <inkml:trace contextRef="#ctx0" brushRef="#br0" timeOffset="41953.8734">22728 2324 78 0,'3'-10'400'16,"1"-1"26"-16,0-3 4 0,-3 5-10 0,4-1-9 15,-1-1-11-15,0 1-21 0,-3-2-14 0,3 5-17 0,-4 0-10 16,0 2-20-16,0 0-19 0,3-1-28 15,-3 4-29-15,0 2-26 0,0-5-28 0,0 5-21 16,0 0-21-16,0 0-16 0,0 0-12 0,0 0-11 16,-12 9-13-16,3-1-6 0,3 2-14 0,-3-4-4 15,-4 10-5-15,4-5-8 0,0 5-7 0,-2-4-16 16,3-2-11-16,0-1-10 0,3-1-7 0,1-2-8 0,1 0-6 16,0-1-4-16,-1-2-7 0,2 3 5 0,2-3 3 15,0 2 4-15,1-2 2 0,4 1 0 16,-1 0 3-16,2 1-2 0,-1-1 1 0,6 0 1 15,-1-1 1-15,0 1-2 0,0-1-3 0,3 1 4 16,-4-2-2-16,-4 3-2 0,5-3 3 0,-5 0-4 16,2 1 1-16,-2-1 0 0,0 2 1 0,-1-1-4 0,1 1 2 15,-4 1 0-15,3-4 1 0,-4 4 1 16,4-2-1-16,-4 3 3 0,-1-2 4 0,-2 2 1 16,-1 0 4-16,2 1-1 0,-10 2-1 0,3-2-2 15,-6 1 3-15,-3 2 2 0,-2-2-2 0,2-1 2 16,0 0 0-16,-1 0-7 0,2-1-14 0,3-4-15 15,4 2-17-15,0-1-11 0,-1-1-2 0,6-1-2 0,0 0-12 16,1 1-8-16,4-2-39 0,0 0-55 16,0-8-64-16,0 8-31 0,11-7-37 0,1-1-34 15,5 0-58-15,2 3-329 0,-1-2-788 0,2 0 349 16</inkml:trace>
  <inkml:trace contextRef="#ctx0" brushRef="#br0" timeOffset="42454.1079">22937 2410 143 0,'3'-5'353'0,"-1"1"-3"15,2 1-4-15,0-3-11 0,1 1-14 0,0 0-8 16,-1 1-28-16,-3 1-11 0,4-3-21 0,-1 1-17 16,1 3-16-16,-2-1-19 0,-2-1-18 0,3 1-16 15,0 1-20-15,-4 2-20 0,2-4-17 0,-2 4-12 16,0 0-7-16,0 0-14 0,12 7-4 0,-11-3-11 15,4 1-7-15,-1 1-4 0,-1 1-1 0,2-1-7 16,-4 2 0-16,1 4-11 0,0-4-3 0,-2 2 0 16,-3-2-5-16,2 3 4 0,-3-5 1 0,-1 2-15 15,0 0 11-15,-1-2-5 0,-2 2 2 0,-5-2-2 16,3-2-3-16,-2-2-2 0,-3 0-2 0,6 1 1 16,-4-2-3-16,6-1 7 0,0 0-5 0,0-1-2 15,-1-3 6-15,3-1-2 0,0 0 0 0,2-2 6 16,2 0-8-16,1-4 0 0,2 0 6 0,2 4-1 15,1-4 7-15,4 5 0 0,-4-5 0 0,4 3-1 16,-1-2 2-16,0 4 5 0,-1 2 8 0,1-1-3 16,-3 2-8-16,4 0 3 0,-5 1-4 0,2 1-1 15,1 1-6-15,-7 0-1 0,10 5 11 0,-4-3 6 16,2 4 0-16,-3 0 3 0,3 2-3 0,-3 2-2 16,1-4-3-16,-2 6 1 0,3-5-6 0,-4 5-4 15,0 0 0-15,0-4-1 0,-1 4-2 0,1-4 0 16,0 3-2-16,0-4-15 0,-1 2-33 0,0-2-31 15,-1-1-20-15,0-1-29 0,1-1-9 0,0-3-16 16,-1 2-28-16,-1-3-34 0,4 2-61 16,-4-2-73-16,0 0-68 0,16-5-339 0,-11 2-800 0,0-9 354 15</inkml:trace>
  <inkml:trace contextRef="#ctx0" brushRef="#br0" timeOffset="42954.45">22558 1885 3 0,'0'0'306'0,"0"0"-1"0,0 0 2 15,0 0 5-15,0 0-5 0,0 0 19 0,0 0 0 16,0 0 18-16,0 0 2 0,0 0 0 0,0 0-4 16,-11 0-10-16,11 0-8 0,0 0-11 0,0 0-8 15,0 0-15-15,0 0-15 0,0 0-10 0,0 0-10 16,0 0-9-16,0 0-8 0,0 0-15 0,0 0-4 15,0 0-9-15,8-4-5 0,-8 4-8 0,0 0-18 16,0 0-17-16,13-1-13 0,-3-2-22 0,10 2-20 16,10-1-107-16,7-2 0 0,15 1 0 0,1-1 0 15,0 4 0-15,4-3 0 0,-6 2 0 0,-16 0 0 16,0 0 0-16,-3 0 0 0,-10-2 0 16,-3 2 0-16,0 1 0 0,-7 0 0 0,-2 0 0 0,-3 0 0 15,1-1 0-15,-3-1 0 0,-5 2 0 0,7 2 0 16,-7-2 0-16,0 0 0 0,7 0 0 0,-7 0 0 15,0 0 0-15,5 1 0 0,-5 3-167 16,0-4-111-16,0 0-44 0,0 0-36 0,-5 4-30 16,1-1-25-16,1-1-36 0,3-2-34 0,-3 5-30 15,1-3-291-15,2-2-870 0,0 0 385 0</inkml:trace>
  <inkml:trace contextRef="#ctx0" brushRef="#br0" timeOffset="45095.9625">23666 773 67 0,'0'0'258'0,"0"0"-13"0,0 0-2 0,0 0-1 15,-30-11-16-15,30 11-1 0,0 0-13 0,0 0 5 16,0 0-10-16,0 0-12 0,0 0-3 0,0 0-5 16,0 0-6-16,-18-7 8 0,18 7 5 0,0 0 11 15,0 0 1-15,0 0-2 0,0 0 3 0,0 0 4 16,0 0-4-16,0 0 7 0,0 0-4 0,0 0 5 16,0 0-19-16,0 0-13 0,0 0-14 0,0 0-21 15,0 0-18-15,0 0-8 0,0 0-13 0,62-11-15 16,-41 6-11-16,6 0-3 0,6 0-12 0,-6 0-5 15,1 3-9-15,2 0-4 0,-30 2-7 0,41-4-8 16,-23 1 5-16,-18 3-8 0,32-3-7 0,-32 3 4 16,25-3-2-16,-25 3-3 0,0 0-7 0,29-4 3 15,-29 4-4-15,0 0 1 0,0 0 0 0,0 0-3 16,0 0-5-16,31 0-7 0,-31 0 0 0,0 0-1 16,0 0 0-16,0 0-2 0,0 0 3 0,0 0-4 15,19 13 2-15,-19-13-1 0,0 0-4 16,5 21 1-16,-5-21 2 0,4 22 6 0,0-7 7 15,0 3 14-15,-3 9 11 0,3 0 17 0,-4 3 16 16,3 2 7-16,-2 2 11 0,1 15 13 0,1 1 14 16,-6 0 11-16,6 3 3 0,-2-2 0 0,-1 1-1 15,-1 2-85-15,1 7-42 0,1-4 0 0,-2 4 0 0,-2 21 0 16,0-26 0-16,0 6 0 0,3 21 0 16,0-27 0-16,-1 0 0 0,-3 2 0 0,0 0 0 15,-4 0 0-15,3 23 0 0,4-28 0 0,-8-1 0 16,1-3 0-16,3-3 0 0,1-12 0 0,1 3 0 15,1 0 0-15,-3-5 0 0,1 0 0 0,1-2 0 16,-1-3 0-16,2-1 0 0,-1-8 0 0,1 0 0 16,-2-2 0-16,3-4 0 0,0-1 0 0,0-2 0 15,-1 0 0-15,2 1 0 0,0-3 0 0,-3-2 0 16,3-5 0-16,0 10 0 0,0-10 0 0,0 7 0 16,0-7 0-16,0 8 0 0,0-8 0 0,0 0 0 15,-3 6 0-15,3-6 0 0,0 0 0 0,0 0 0 16,0 0 0-16,0 0 0 0,0 0 0 0,-6 6 0 15,-2-5 0-15,8-1 0 0,-31-1 0 0,8 2 0 16,-10 0 0-16,-7 0 0 0,0-1 0 0,0 4 0 16,-10-4 0-16,11 1 0 0,0 2 0 0,3-1 0 15,2-1 0-15,2-1 0 0,2 0 0 0,10-1 0 16,1 2 0-16,5 1 0 0,2-2 0 0,-2 3 0 16,5-2 0-16,9-1 0 0,-14 0 0 0,14 0 0 15,0 0 0-15,-13 0 0 0,13 0 0 0,0 0 0 16,0 0 0-16,-10-1 0 0,10 1 0 0,0 0 0 15,0 0 0-15,0 0 0 0,0 0 0 0,0 0 0 16,0 0 0-16,-10-3 0 0,10 3 0 0,0 0 0 16,0 0 0-16,0 0 0 0,0 0 0 15,-8-5 0-15,5 0-172 0,3 5-397 0,-18-13-88 16,6 5-476-16,3-1-1226 0,-1-5 543 0</inkml:trace>
  <inkml:trace contextRef="#ctx0" brushRef="#br0" timeOffset="55598.2473">5840 373 10 0,'0'0'343'0,"0"0"-1"0,0 0 2 15,0 0 1-15,0 0-4 0,0 0-11 0,0 0-6 16,0 0 3-16,0 0 0 0,0 0-1 0,0 0 3 16,-22-14-9-16,22 14 3 0,0 0-7 0,0 0-14 15,0 0-22-15,0 0-19 0,0 0-22 0,0 0-15 16,0 0-17-16,0 0-17 0,0 0-18 0,0 0-14 16,0 0-3-16,0 0-30 0,0 0-15 15,0 0-10-15,0 0-6 0,0 0-13 0,0 0 1 16,0 0-17-16,0 0-14 0,0 0-6 0,0 0-3 15,0 0-8-15,0 0-9 0,0 0 7 0,0 0-2 0,0 0-10 16,0 0 0-16,0 0-4 0,0 0 10 0,4 43-9 16,-4-43 7-16,5 21 0 0,-5-21 12 0,4 28 1 15,0-13 0-15,-4 2-7 0,2-3 5 0,2 6-3 16,-1-3-5-16,-2 2-1 0,3 0-4 16,-4 1-11-16,4 5-11 0,-4 0 0 0,1 4 0 15,2-4 0-15,-3 3 0 0,1-1 0 0,-1 2 0 16,3 1 0-16,-6 1 0 0,-1-1 0 0,4 0 0 15,0 0 0-15,0-1 0 0,0-2 0 0,-4 0 0 16,4 1 0-16,-5 3 0 0,1-3 0 0,3-2 0 16,-4 3 0-16,1-4 0 0,-1 3 0 0,1-4 0 15,-1 0 0-15,-2 0 0 0,5 4 0 0,2-4 0 16,-5 3 0-16,0-1 0 0,2-2 0 0,-1 3 0 16,3-1 0-16,-4 2 0 0,2-10 0 0,2 9 0 15,1 0 0-15,0 0 0 0,1 2 0 0,2 2 0 16,-3 2 0-16,0-2 0 0,1 3 0 0,-2-1 0 15,2-1 0-15,-2 3 0 0,1-1 0 0,0-1 0 16,0 4 0-16,1-2 0 0,-2 12 0 0,2-11 0 16,1 13 0-16,0-3 0 0,-6-10 0 0,0 14 0 15,3-3 0-15,-1 1 0 0,-5 2 0 16,10-2 0-16,-3 1 0 0,2 3 0 0,-3-3 0 0,-3 0 0 16,3 1 0-16,1-4 0 0,0 3 0 0,-2-13 0 15,-2 12 0-15,2-12 0 0,1 13 0 0,0-12 0 16,-2-4 0-16,1 1 0 0,-1-1 0 0,2-3 0 15,-3-3 0-15,3-1 0 0,-1-5 0 0,-1-5 0 16,0 0 0-16,2-3 0 0,0-2 0 16,1-2 0-16,0-1 0 0,0-8 0 0,-3 7 0 15,3-7 0-15,3 10 0 0,-3-10 0 0,0 0-83 16,0 0-559-16,1-43-603 0,6 15-1348 0,4-19 597 16</inkml:trace>
  <inkml:trace contextRef="#ctx0" brushRef="#br0" timeOffset="62874.0976">5822 340 68 0,'0'0'216'0,"0"0"-2"0,0 0-3 0,0 0-5 15,0 0 0-15,0 0-11 0,0 0-9 0,0 0-7 16,0 0-14-16,0 0-8 0,0 0-12 0,0 0-9 16,0 0-11-16,0 0-14 0,0 0-12 15,0 0-10-15,0 0-2 0,0 0-10 0,0 0-5 0,0 0-1 16,0 0-7-16,0 0-1 0,0 0 9 0,0 0-5 16,0 0 0-16,0 0-2 0,55 1-1 0,-55-1-5 31,0 0 6-31,32 1-15 0,-32-1-1 0,0 0-3 0,45 0-3 0,-25 2 0 0,-20-2-7 0,36 1-1 15,-36-1 9-15,40 2 5 0,-40-2-9 16,39 0 1-16,-18 0-2 0,-21 0 6 0,40 3 4 16,-19-2-6-16,-21-1 9 0,42 3-8 0,-42-3 2 15,41 0-4-15,-41 0-7 0,40 0 5 0,-20 1-5 16,-20-1-13-16,41 1 3 0,-41-1-6 0,38 2 5 16,-16-1-8-16,-22-1 4 0,47 3-11 0,-25-3 5 15,-22 0-1-15,41 5-3 0,-18-4 2 0,-23-1 8 16,49 4-11-16,-28-2-2 0,-21-2 6 0,40 3-14 31,-17-2 7-31,-23-1 1 0,41 8-4 0,-22-5-5 16,-19-3 8-16,44 5 0 0,-23-2 1 0,7-1-7 15,-28-2 11-15,43 5-6 0,-21-3-4 0,5 2-5 16,3 0 10-16,-30-4-9 0,42 3 11 0,-15 1-10 16,2-2 3-16,-29-2 8 0,41 4-5 0,-18-2 4 0,5 1-5 0,-28-3-3 0,50 2-1 0,-23-2 1 15,1 3 3-15,-28-3 5 0,51 1-12 0,-28 0 7 16,4 0-11-16,1 0 10 0,-28-1 10 0,42 0-15 31,-20 1 3-31,7 1-2 0,-29-2 6 0,50-3-3 0,-27 3 0 0,-23 0 8 0,51 1-5 16,-29 1 3-16,6-2-1 0,-28 0 0 0,43 2-6 15,-14-2 9-15,-29 0-2 0,39 1-8 0,-39-1 6 16,40 0 4-16,-17 0-7 0,-23 0 7 0,37 2-1 16,-37-2 6-16,37-2-2 0,-37 2 5 0,37-1 5 15,-37 1-3-15,37 1-4 0,-37-1 3 0,37-1-1 16,-37 1-1-16,39 1 2 0,-39-1 1 0,37-1-4 15,-37 1 0-15,39 0-2 0,-18 1-3 0,-21-1-4 16,43-1 4-16,-43 1-4 0,40 0 3 0,-40 0 1 16,39 1-4-16,-39-1 3 0,42-1 0 0,-42 1-4 15,40-1 2-15,-13 2-5 0,-27-1 6 0,51-2-5 16,-32 2-1-16,-19 0-2 0,51-3 6 0,-24 2 3 16,1-1-7-16,-1-1 4 0,4 1 0 0,-2 0 2 15,2-1-6-15,1 1 4 0,-3-1 3 0,2 2-9 16,2 0 0-16,0 0 3 0,-2-2 2 0,2 1-2 15,-2-1-3-15,3 0 3 0,0-1-1 16,0 2-2-16,2-2-3 0,4 2 6 0,-2-1-5 0,-1-2 5 16,0 2-3-16,2-2 3 0,1 1-4 0,-4 3 1 15,4-3 0-15,11-2-1 0,-13 3 6 0,13-2-4 16,-11 3 0-16,11 0-1 0,-14 2 6 0,1-4-10 16,2 1 0-16,1 0 8 0,-1 0-3 0,12 2 0 15,-1-2-1-15,-15-1-2 0,6 0 2 16,-5 3-1-16,15 0 3 0,-12-2-5 0,-3 3 9 15,17-1-2-15,-17 0-5 0,1 0 4 0,2 1-4 16,-1-2 2-16,15 2-1 0,-15-1-2 0,-1 0 1 16,3-2-2-16,-2 3 6 0,1 0 1 0,-3-1 6 15,3 2-7-15,11-3-1 0,-14 2 1 0,1 0 2 16,-1 0-3-16,2-3 0 0,-4 3 1 0,-1 0 0 16,1-1 1-16,-1-1 3 0,0 2-6 0,-2 0-4 15,0 0 5-15,0-1 2 0,-1 1-8 0,1-3 5 31,1 1 3-31,0 1-1 0,-2-1 1 0,-1 1-3 16,1 0-1-16,0 0 1 0,-2-1 2 0,-29 2-1 16,55 2 4-16,-32-2-3 0,5-4-3 0,2 3 5 15,-30 1-2-15,43 0 3 0,-11 0 1 0,-3 0-5 16,1-2 3-16,-3-1-2 0,1 2-2 0,-28 1 5 16,42-1-1-16,-14 1 1 0,-28 0-5 0,50-3 5 15,-23 2-6-15,-27 1-2 0,51-1 7 0,-24 0 0 16,1-2-5-16,-28 3-4 0,48-3 6 15,-26 3-2-15,6-1 3 0,0-1-3 0,-28 2 0 16,44-1-2-16,-15 1 5 0,-1 0-6 0,-28 0 3 16,59-2-1-16,-31 1 4 0,-1 0-2 0,1 1 2 15,1-2 1-15,-29 2-5 0,58-1-1 0,-32 0 8 16,3-1-8-16,2 2 1 0,-31 0 4 0,56 0-2 16,-27 0-3-16,-1-1 5 0,2 0-2 0,-1 1 1 15,-29 0-3-15,60-2 0 0,-29 3 1 0,0-2 0 0,1 0-3 16,-2 2 3-16,2-1-6 0,1 0 5 0,2 0 1 15,-2 0-5-15,2 0 6 0,0 0 1 16,1 0-4-16,-3 0 7 0,6 0-5 0,-3 0 2 16,-2-1-1-16,1 1-1 0,0 0 3 0,5 0-3 15,-3-2 0-15,0 2 1 0,0 2 2 0,4-2-2 16,-3-2-2-16,2 2-2 0,11 0 5 0,-15 3 0 16,6-3 1-16,8 0-2 0,1 0 2 0,-11 0 2 15,-3 0 2-15,14 2-9 0,1-2 2 0,-16 0 10 16,5 1-11-16,-1-2 2 0,15 2 2 0,-2-1 3 15,-16 0-4-15,18-1 3 0,-16 1 0 0,12 0 1 16,2 0-4-16,-14 0 2 0,12 0-4 0,-13 0 3 16,13 0 0-16,-1 0 3 0,-11-1-2 0,1 1 3 15,13 1-6-15,-14-2 1 0,11 1 4 16,-8-1-2-16,8 1-1 0,-8-1 2 0,7-1-1 16,-9 4-2-16,-1-2 2 0,12-4-4 0,-10 4 5 0,10-1 3 15,-10 1-6-15,12 0-3 0,-2-1 9 0,-13 1-4 16,14-1 0-16,2-1-1 0,-4 1 0 0,4 0-2 15,-16 1 1-15,16 2 1 0,2 0-3 0,-1-2 1 16,-4-2 1-16,3 2 4 0,-15 0-3 16,15 2-3-16,0-2-1 0,-1 0 3 0,-1 0-1 15,1 1 1-15,-1-2-1 0,1-1 4 0,-12 1-3 16,11 1 2-16,1 0-6 0,-15 0 5 0,22-1-2 16,-8 0 2-16,2 1 1 0,-3 2-4 0,3-2-1 15,-13 0-1-15,10 0 3 0,5 1 7 0,-2-1-9 16,-4 3 1-16,3-1 3 0,2 0-4 0,0 1 2 15,-2-2-2-15,2 0 3 0,-2 0 2 0,2-2 1 16,-2 2-4-16,-1 0 0 0,-15 1 1 0,15-1 1 16,1-1-3-16,-2 1 5 0,-1-1-6 0,-10 0 8 15,13 3-6-15,2-2 0 0,-17 0-3 0,16 0 2 16,-4 0 3-16,4-1-4 0,-15 0 0 0,14-1 2 16,-15 2 0-16,13 1-2 0,3-1 3 0,-4 1 2 15,-10-1-3-15,13-2 4 0,-15 2-3 0,15 0 0 16,-1 1-1-16,-1-1 5 0,-1 0-6 0,4 2 0 15,-2-1 0-15,-12-1 3 0,13-1-7 0,0 3 5 16,-1-3-1-16,3-2 0 0,-3 1 0 0,1 4 3 16,-1-2-4-16,1-2 3 0,-1 1-3 15,-12 1 3-15,-2 0 1 0,17 0-4 0,-3-3 3 16,-2 1-2-16,0 2 0 0,5 0-3 0,-4 1 3 16,-9-1 5-16,10 1-7 0,0-4-1 0,0 1 0 15,-2 2 7-15,-8-1-5 0,12 0 0 0,1 0 0 16,-15 0 1-16,13 2-1 0,0-2 8 0,-15-2-7 15,14 5-2-15,-3-3 0 0,-8 1 1 0,10 2-1 16,-9-2 1-16,7-1-3 0,3-3 4 0,-15 5 2 16,16-2-3-16,-16 1 1 0,2-1 1 0,15-1-4 15,-17 1 0-15,17 2 2 0,1-1 2 0,-4-1 1 16,-13-1-5-16,17 2 4 0,-15 2-1 0,13-2-2 16,0 1 8-16,-1 0-2 0,3 0-9 0,1-1 5 15,-7 0 0-15,2 1 1 0,-11 1 6 0,-1-1-7 16,16-1 2-16,-19-1 13 0,15 4-13 0,-10-4-3 15,0 1-2-15,-3 0-2 0,13 0 3 0,-12 1 0 16,-1-1-2-16,-1 0 0 0,1 3 4 16,3-1 0-16,-1-1-3 0,-3 0 6 0,17 1-3 15,-18 0 0-15,4-2-1 0,-3 1-2 0,3 0 3 16,-4-1 0-16,3 2 2 0,-4 0-3 0,3-2 2 16,-2 2 3-16,-3-1-4 0,6 1 3 0,-1-2-3 15,-2 0-2-15,-6 2 5 0,5-2-6 0,-3 2 5 16,-1-2-2-16,-1-1 0 0,-2 2 0 0,4-2 3 15,-4 2-3-15,4-1 0 0,-2 0-4 0,-1 1 4 16,0-2 1-16,1 2-5 0,-30-2 3 0,51 3-2 16,-23-1 1-16,3-2 2 0,-31 0-2 0,44 0 2 15,-15 2 2-15,-29-2-3 0,50 0 3 0,-22 0 0 16,-28 0-2-16,48 4 2 0,-26-2-2 0,6-2 0 16,3 1 0-16,-4 0 0 0,-27-1 0 0,43 2 2 15,-24 0-6-15,-19-2 8 0,42 0-6 0,-42 0 3 16,37 2-1-16,-37-2-1 0,31 1 0 0,-31-1 2 15,28 1 3-15,-28-1-3 0,0 0 0 0,37 0-2 16,-37 0 5-16,0 0-4 0,32 0 0 0,-32 0 0 16,0 0-1-16,28-1 1 0,-28 1 0 15,0 0 2-15,0 0-4 0,35 0 1 0,-35 0 1 16,0 0-3-16,0 0 1 0,29 1 0 0,-29-1-3 16,0 0 10-16,0 0-4 0,27 2-2 0,-27-2-5 15,0 0 3-15,0 0-1 0,0 0 6 0,0 0-4 16,31 3 4-16,-31-3-5 0,0 0 0 0,0 0-3 0,0 0 2 15,0 0 2-15,24 2 0 0,-24-2-2 16,0 0 4-16,0 0 0 0,0 0 3 0,0 0 4 16,0 0-6-16,0 0 0 0,32 1 6 0,-32-1-2 15,0 0-5-15,0 0-1 0,0 0 5 0,31 1-5 16,-31-1 5-16,0 0 1 0,0 0-7 0,0 0 8 16,30 3-7-16,-30-3 6 0,0 0-5 0,0 0 0 15,0 0 5-15,0 0-1 0,0 0 1 0,0 0 3 16,31-2 8-16,-31 2 4 0,0 0 4 0,0 0 3 15,0 0-5-15,0 0 5 0,0 0-1 0,0 0-2 16,0 0 1-16,0 0-4 0,0 0-5 16,31-2 1-16,-31 2-3 0,0 0 1 0,0 0-2 15,0 0-4-15,0 0 2 0,0 0-5 0,0 0 3 16,0 0-1-16,0 0 0 0,0 0-1 0,0 0 4 16,31-1-11-16,-31 1 2 0,0 0-2 0,0 0 3 0,0 0-3 15,0 0 0-15,0 0-3 0,0 0-3 0,0 0 1 16,0 0-4-16,0 0 0 0,0 0 10 15,0 0-7-15,20 8 1 0,-20-8 3 0,0 0-3 16,7 13-3-16,-7-13 8 0,0 0-1 0,5 14 1 16,-5-14 0-16,0 0-1 0,8 18 3 0,-8-18-4 15,11 20-1-15,-11-20 5 0,8 19-1 0,-3-8-3 16,-5-11 2-16,8 18-2 0,-8-18 2 0,9 21-2 16,-9-21 2-16,5 19-1 0,0-10-1 0,-5-9 2 15,5 25-3-15,-1-15 3 0,-4-10 3 0,4 19-3 16,-4-19-4-16,4 18 1 0,-4-18 2 0,1 24 1 15,-1-24-2-15,4 22 1 0,-4-22 3 0,0 20-3 16,0-20 8-16,1 20-4 0,-1-20-6 0,5 20 6 16,-5-20-3-16,0 20 3 0,0-20 0 0,0 19-2 15,0-8 4-15,0-2-3 0,0 2-2 16,3-2 3-16,-6 2 0 0,3 0-3 0,0-2 0 16,-2 3 3-16,4-2-2 0,-2 2-2 0,-2-1 1 15,-1 2 3-15,6-1 1 0,-6 1-3 0,3-1 0 0,3-2 2 16,-1 2-4-16,-2 1 4 0,0 2-2 15,0 1 6-15,0-5-9 0,0 1 2 0,3-1 8 16,-3 2-5-16,0 2-3 0,1-3 0 0,-2 0 0 16,2 0-1-16,-1-1 3 0,0 3-3 0,0-1 4 15,1 2 1-15,-1-3-3 0,3 3 2 0,-3 1 1 16,0-4-2-16,0 1-1 0,-3-2 0 0,3 4-3 16,0-3 3-16,0 1-1 0,3 1 2 0,-3 1-1 15,0-4-1-15,0 7 3 0,0-6 1 0,1 7-4 16,3-2 2-16,-4 1 4 0,0-1 0 0,0 1-2 15,0-2-4-15,4 3 3 0,-4-8 1 0,0 8-5 16,0-2 11-16,0 1-10 0,1-2 4 0,3 0-4 16,-4 1 0-16,0-1 1 0,0 0 3 0,0 4-2 15,3-5 10-15,-3 2-10 0,1 1-4 16,-1 1 2-16,0-2-3 0,1-2 5 0,-1 3-2 16,0 1-1-16,-1-2 4 0,1-1 0 0,-1 1-3 15,1 0-3-15,0-4 2 0,0 4 1 0,0-2 2 16,0-3 6-16,-3 2-2 0,2 2-6 0,2 2 0 0,-1-3 4 15,-1 0-5-15,1 1 1 0,-3-3-1 16,3 3 5-16,-1 0-4 0,1 0 5 0,0-2 1 16,0 1-5-16,0 1 1 0,0 1 0 0,0 0 0 15,0 1-2-15,1 0 0 0,-2-1 2 0,1 1 0 16,0 0-2-16,0-1 3 0,0 1 1 0,-1 2-5 16,1-2 4-16,0 2-3 0,0-3 3 0,-3 3-4 15,3-3 7-15,-1 1-6 0,-2 0 2 0,3 0 2 16,-1 1-2-16,1-2-1 0,-4 0-1 0,4 2 0 15,0-1 3-15,0 0-1 0,0 1 0 0,-1-1-3 16,-2-1 3-16,3 0-3 0,0 1 1 0,0-1 2 16,0 3 14-16,0-3-17 0,0 1 3 0,-2 0 3 15,-2-3-5-15,4 2-1 0,-2 0 4 0,0 1-3 16,1 0 0-16,-2 3 0 0,2-4 2 16,1 7-1-16,-4-6 0 0,2 1 4 0,0 3-3 15,1-5-1-15,1 2 0 0,-4-1 0 0,4-1 1 16,0 1-1-16,-2 1-1 0,-1-1 4 0,1-1-2 15,0 0 1-15,1-1-3 0,1 2 0 0,0-2 4 16,-4 1-4-16,4-1 2 0,0-1 4 0,-2 2-7 16,0-3 3-16,2-1 0 0,-1-2 2 0,0 1 0 15,0-1-2-15,1 0-1 0,-2 2 1 0,2-1-3 16,0-1 2-16,-2 0 8 0,2-2-10 0,0 2 2 16,-2 0 2-16,1-3-5 0,1 3-1 0,-1 1 4 15,2-3 0-15,-2-2 0 0,1-7-1 0,0 13 0 16,0-6 1-16,0-7-1 0,-1 11 3 0,1-11 0 15,0 9 0-15,0-9-2 0,0 0 0 0,-2 8 1 16,2-8-1-16,0 0 1 0,0 0 3 0,2 8-1 16,-2-8-2-16,0 0 4 0,0 0-2 0,0 0 2 15,0 0-3-15,0 0 2 0,0 0 9 0,0 0-4 16,0 0-9-16,0 0 3 0,-7 7-2 0,7-7 0 16,0 0-1-16,0 0 2 0,0 0-2 15,0 0-3-15,0 0 2 0,-24-14-1 0,24 14-1 16,-13-4 1-16,7 1 5 0,6 3-5 0,-21-6 0 15,14 4-1-15,-5-1 1 0,1 0-2 0,-1 0 0 16,-1 2 3-16,2-1 2 0,-1-1 4 0,-2 1-5 0,14 2-3 16,-21-3-1-16,9 2-1 0,-1-1-1 0,13 2 5 15,-25-4-2-15,13 4 4 0,12 0-1 0,-21-3-3 16,9 3 1-16,12 0 0 0,-23-1 1 0,9 0-1 16,4-1-1-16,-6 0 4 0,16 2-4 15,-27-3 4-15,11 1-1 0,-1 0 0 0,-2 0-1 16,1-1 2-16,2 0-4 0,0 2 1 0,1-3 0 15,-4 1-1-15,6 2 1 0,-6-1-1 0,-2 2 2 16,2-4 0-16,-1 3 3 0,1 0-5 0,-1-2 1 16,-1 1 1-16,4-2 2 0,-5 4-2 0,2-1 0 15,1-1-2-15,-3 1 2 0,2-4-2 0,-6 3 3 16,4 1 0-16,-6-3 2 0,-1 2-6 0,2-1 4 16,-2-2 1-16,1 2-2 0,-2 0-2 0,-2 0 4 15,0-1-4-15,0 0 2 0,2 1 1 0,-2-1-2 16,0 2 4-16,-3-3-5 0,4 1 0 0,0 3-1 15,0-2 2-15,-1 1 1 0,1-2-1 0,-2 2 1 16,1-1 4-16,-4-3-6 0,-2 5 5 16,1 0-2-16,2 0-1 0,0-2-2 0,-3 2 4 0,0-1-3 15,0 0 1-15,1 1 0 0,0-2 0 0,-2 2 1 16,1-1-2-16,2 1 1 16,-1-1 6-16,-3 2 2 0,6-1-8 0,-3 1-2 0,1-3-1 15,0 1 1-15,1 0 2 0,0 1-2 0,-1-2-2 16,1 2 7-16,0-1-5 0,-2-1 1 0,3 1-2 15,-2 0 3-15,1 0 0 0,1 2 3 0,-2-3-5 16,2-1 0-16,0 4 4 0,-3 0-1 0,4 0 1 16,-3 0-3-16,4 0 1 0,-2-1-1 0,4 0 0 15,-4 1 0-15,1-3 0 0,1 1-1 0,2 1 4 16,2 1-1-16,-4-4-2 0,-2 3 0 0,3 1-1 16,0 0 1-16,1 0-2 0,-5 0 5 0,2-1-2 15,0 1-1-15,-2-2 0 0,2 2 3 0,0-2-2 16,-2 2 2-16,-1 0-4 0,2 0 2 15,-1 2-1-15,-2-4 1 0,2 2 1 0,-1-1-7 16,1 2 8-16,-2-1-2 0,3-1-2 0,-1 2 0 16,2-1 0-16,0-1 1 0,-2 1 0 0,2 0 2 15,0-2-4-15,1 3 0 0,0-1 0 0,-3-1-1 0,0-1 5 16,3 4-5-16,-3-5 3 0,3 3-2 16,-1 0-1-16,1 0-2 0,0 0 4 0,0 0-3 15,0 0 1-15,1 0-1 0,2 0 1 0,-2 0 0 16,3 0 2-16,0 1-2 0,-1 1 6 0,-2-4-8 15,11 4-1-15,-10-5 1 0,2 4-2 0,0-2 0 16,0 2 1-16,1-2 1 0,4 1 2 0,-5-2-2 16,6 2 0-16,-6 0 1 0,8-1 1 0,-8 1-1 15,7-1 2-15,-1-1-3 0,-4 0 3 0,4 2 1 16,-6 0 0-16,7 0 2 0,-10 1-1 0,9-1-3 16,-5-1 1-16,4 1-1 0,2 0-2 0,-7-1-2 15,1 0-6-15,3 1 0 0,-3-2-6 0,7 1 6 16,-1 1-3-16,0 0 0 0,-7 0 2 15,8-1 0-15,-3 1 0 0,2-3 7 0,0 2-1 16,-2 0 0-16,-4 1-4 0,8-1 4 0,0-1 1 16,-2 0-2-16,1 4 4 0,-1-2-1 0,2-2 2 15,-1 1 1-15,3 1-1 0,-2-1-1 0,1 1 1 0,-1 1 2 16,0-1 0-16,0 0-2 0,-2-1-1 16,3 1 3-16,1-1 0 0,-4 0 1 0,2 0-1 15,1 1-2-15,-1 0 3 0,-2-2 3 0,2 2-2 16,1 2-1-16,0-2 0 0,-2 1-1 0,3-2 0 15,-2 1 3-15,1 1-1 0,0 0 2 0,-2-2-3 16,2 2 4-16,-1-1-2 0,-3 0 0 0,4 0-2 16,-1 1 2-16,-3-2-3 0,1 1 0 0,-1 0 0 15,-1 0-2-15,2 0 0 0,-3 1 5 0,-1-1-4 16,-2 1 2-16,6 0-2 0,-2 1-1 16,2-4 0-16,-7 1 0 0,0 2-3 0,1 1 5 15,-4-1-8-15,5 0 2 0,-2-1 3 0,5 0-4 16,-5 2-1-16,-3 2-1 0,2-3 1 0,0-1 2 15,-2 1-6-15,-1 2 1 0,1-2 3 0,1 0-2 16,-4-1 0-16,1 1 3 0,1-1 0 0,-1 0 5 16,-2 0-5-16,2 0 0 0,-2 4 10 0,0-4-7 15,1 2-1-15,-1-2 6 0,-1 0-4 0,0 1 0 16,1-2 5-16,-1 2-3 0,0 2-2 0,-1-2-1 0,1-1 5 16,-1 0-3-16,3 1 2 0,-6-1-2 15,3 0-1-15,-4 0 3 0,5 0 2 0,-2 2-2 16,2-2 1-16,0 0 5 0,-2 2-5 0,2-2 1 15,-2 0-1-15,0 2 1 0,2 0-4 0,0-2 6 16,-1 2 3-16,-1-4-4 0,1 2-5 0,-2 0 8 16,2 0-2-16,0 0 0 0,-1 2 0 0,2-2-2 15,-4 1 4-15,3-2-3 0,-1 1 0 0,0 0 2 16,-1-2-4-16,2 5 4 0,-1-2-1 0,1-1-7 16,1 3 3-16,0-3 4 0,-1 1 0 0,1 0-3 15,-2 0-1-15,0 0 3 0,1 0-2 0,-3 1 5 16,2-2-1-16,-1 3-4 0,2 0 0 0,0-3 4 15,-4 2-2-15,3-2-5 0,2 0 6 0,-3 1-1 16,2-1 3-16,-2 2-5 0,2-2 0 16,0 0 3-16,1 1-4 0,-2 1 4 0,2-1-2 15,0-1-1-15,1 0 2 0,-4 3 0 0,2-2-2 16,0-1 3-16,0 2 0 0,1-1 4 0,-1 0-5 0,-1-1 0 16,1 1-5-16,0-1 2 0,0 0 1 15,1-2-1-15,-1 2 4 0,1 0-2 0,0 0 1 16,0-1-6-16,-2-1 6 0,-1-3 3 0,0 4 0 15,2 1-1-15,0 0-1 0,1-2-2 0,-2 0 3 16,2 1 2-16,-1-2-9 0,4 1 9 0,-3 1-7 16,0-3 4-16,-2 2-3 0,4 1 2 0,-2 0-1 15,0-3-1-15,0 4 4 0,2-1-7 0,-3-2 0 16,3 1 1-16,0 0-4 0,-2 0 6 0,2 0-3 16,0 2 0-16,-4-1-1 0,5-1 5 0,-4 0-5 15,1 2 2-15,0-1-1 0,0-1 1 0,2 1 3 16,-2 0 0-16,-1-2-2 0,1 2-2 0,-1 0 0 15,1 0 5-15,0 1 2 0,1-2-4 0,-3 1-2 16,3 0 2-16,-1 1-4 0,2 0 5 16,-2-4 0-16,3 4 0 0,-2 0-1 0,2-2-1 15,-2 1 6-15,2 1-2 0,-3-1 2 0,4-1-5 0,0 1-3 16,-1 0 1-16,0 1 2 0,1 0-1 0,-4 0 4 16,3-1-4-16,-3-1 2 0,2 0 1 0,-1 1 1 15,3 0-1-15,0 2 2 0,-1-2 0 0,1 1-4 16,-1-3 4-16,0 1-4 0,1 2 0 15,-2 0-1-15,1-1 1 0,0 0-1 0,1-2 1 16,-1 1 1-16,1 1-1 0,0 0 1 0,0 2 1 16,-2-2 2-16,0 1-4 0,1 0 1 0,-1-3-1 15,0 3 2-15,1-1 0 0,-1 1 0 0,-1-2-3 16,-1 2-2-16,1-1 6 0,-1 1 0 0,-3-2-5 16,2 1 3-16,-2 1 2 0,2-2 0 0,0 0-2 15,-2 0 5-15,6 1-4 0,-4 2-1 0,3-2 6 16,-2 1-6-16,2-1-4 0,-1-1 4 0,0-1 0 15,-4 3-1-15,2-1 4 0,-1 1-2 0,3-1-2 16,-4 1-2-16,2-2 3 0,0 4 4 0,3-1-6 16,-3-1 2-16,-1-1-4 0,0-1 0 0,1 2 3 15,-1-1-3-15,3 0 3 0,-1 1 1 0,-3-1 1 16,3-2 1-16,-1 2-4 0,5 1 3 0,-6 1-4 16,4-3 0-16,-5 2 2 0,3-3 1 0,-1 1-2 15,-1 2 2-15,-1-1-3 0,-13-3 4 0,16 4 0 16,-5 0-3-16,2-3 1 0,2 1-1 0,-3-1 2 15,-12 4 1-15,13-2-1 0,1-3 1 0,2 4 4 16,-3-3-6-16,4 1 6 0,-2 1-1 0,-4 0-5 16,4-3-1-16,-3 2 1 0,2 0 3 0,0 0 3 15,-2 2-7-15,-11 0 3 0,10 0-1 16,3-4 3-16,-2 4 0 0,-11-1 4 0,13 1-4 16,-1-2-7-16,0-2 2 0,-1 4 9 0,3-2-7 15,-4-1 2-15,2 0-4 0,1 3 4 0,0-2-2 16,-1 4 2-16,-1-6 6 0,0 4-12 0,1 0 3 15,0-1-1-15,2 1 2 0,-1-1-1 0,-15-2 4 16,20 3 1-16,-4-1-1 0,-1 1-4 0,3-1 2 0,0-1-5 16,0 5 5-16,-1-6-2 0,3 3 8 0,0 0-8 15,1-1 5-15,-4-1-3 0,3 1-1 16,-2 4 0-16,2-6 3 0,0 3-3 0,-2 0 0 16,3 1-2-16,3-2 2 0,-5 0 0 0,2 0-1 15,2 2-1-15,-2-1 4 0,2-1 0 0,-5 1 1 16,7 0-4-16,-4 0 3 0,-1 0-1 0,1 1 2 15,-3-1-1-15,2-1-3 0,4-2 1 0,-2 4 4 16,2 1-1-16,-1-2-5 0,-1 1 1 0,2-2 2 16,1 1-5-16,5 0 4 0,-5-2-1 0,0 4-3 15,1-2 2-15,5 0 7 0,-7 0-3 0,1 1 6 16,0 1-12-16,6 0 0 0,-6-1 4 0,6-1-1 16,-5-1-3-16,-4 2 5 0,3 2-1 0,5-3 0 15,2-1 3-15,-10 2-3 0,3-1-3 0,10 0 0 16,-10 0-2-16,5 0 4 0,0-1-3 0,2-1 4 15,1 4 1-15,2-4-2 0,-1 1-1 0,5-1 2 16,0 1-1-16,14 1 2 0,-22 0-1 0,22 0 0 16,-18 1 4-16,18-1-2 0,-15-2-2 0,15 2-2 15,-17 0 3-15,17 0-1 0,-15-1-1 0,15 1 5 16,0 0-3-16,-13-2-2 0,13 2 0 0,0 0 3 16,-16 0-1-16,16 0 1 0,0 0-3 15,0 0-2-15,-17-2 2 0,17 2 4 0,0 0-4 16,0 0-1-16,-19 1 5 0,19-1-1 0,0 0 0 15,-14 1-2-15,14-1-2 0,0 0 4 0,0 0-1 16,-16 2 1-16,16-2-1 0,0 0-1 0,0 0-2 16,-13 2 1-16,13-2-1 0,0 0 5 0,-12 3-5 15,12-3 1-15,-9 4-4 0,9-4 5 0,-13 5 4 16,13-5-4-16,-15 3 0 0,6 2-2 0,9-5 0 16,-17 6 3-16,17-6-3 0,-13 4 5 15,8-3-1-15,-5 4-4 0,10-5-2 0,-15 6 5 0,6-1 0 16,1-2 0-16,8-3-3 0,-11 6 3 0,11-6-1 15,-9 4-3-15,9-4 3 0,-10 4 1 0,10-4-2 16,-8 3-2-16,8-3 4 0,0 0-2 0,-7 8-1 16,7-8 4-16,0 0-2 0,-11 5 5 0,11-5-7 15,-4 5 2-15,4-5 2 0,-10 5 1 0,10-5-2 16,-9 9 2-16,1-5-4 0,8-4 6 16,-11 10 0-16,3-5-4 0,-1 1 3 0,-1-1 0 15,2-1-3-15,3 1-1 0,-6 2 9 0,0-2-7 16,5-1-2-16,-2 3 0 0,-2-5 0 0,10-2 4 15,-14 8-4-15,8-4-1 0,-2 0 2 0,8-4 3 16,-13 4-5-16,7 0 11 0,6-4-9 0,-10 5 4 16,10-5 2-16,-11 5-7 0,11-5-2 0,-6 3 5 15,6-3-1-15,0 0-3 0,-12 3 2 0,12-3 0 16,0 0 0-16,-12 4 1 0,12-4-3 0,0 0 6 16,-12 3-3-16,12-3 3 0,0 0 0 0,-13 2-3 15,13-2 6-15,0 0-4 0,-11 2-3 0,11-2 3 16,0 0-3-16,0 0 0 0,-18 0 3 0,18 0 2 15,0 0-5-15,0 0 0 0,-15 0 3 0,15 0-2 16,0 0 2-16,0 0-4 0,-13 1 4 0,13-1-4 16,0 0 2-16,0 0-3 0,-14 0 1 0,14 0 4 15,0 0-1-15,0 0-4 0,0 0-1 0,0 0 3 16,0 0 0-16,-22 0 5 0,22 0-7 0,0 0 0 16,-11 0-2-16,11 0 3 0,0 0 1 15,0 0-5-15,-17 0 0 0,17 0 5 0,0 0-4 16,-12 2 2-16,12-2 1 0,0 0 1 0,0 0-4 0,0 0 6 15,0 0-5-15,-16 0 7 0,16 0-2 16,0 0-2-16,0 0 4 0,0 0-3 0,0 0-2 16,0 0 2-16,0 0-1 0,0 0 1 0,0 0-2 15,0 0 4-15,0 0-8 0,0 0 9 0,0 0-1 16,0 0 3-16,0 0-7 0,0 0 6 0,0 0-3 0,-13 1 0 16,13-1 3-16,0 0 0 0,0 0 0 0,0 0 3 15,0 0-2-15,0 0 4 0,-14 1 3 16,14-1 0-16,0 0-1 0,0 0 2 0,0 0-1 15,0 0 2-15,0 0-7 0,0 0 1 0,0 0 0 16,0 0 0-16,0 0-1 0,0 0-2 0,0 0-4 16,0 0-1-16,0 0-1 0,0 0 0 0,0 0 0 15,0 0 0-15,0 0 2 0,0 0-5 0,0 0 4 16,0 0-9-16,0 0-18 0,0 0-29 0,0 0-33 16,0 0-48-16,0 0-53 0,0 0-61 0,0 0-71 15,0 0-113-15,0 0-251 0,0 0-740 0,4-12 327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20T09:43:11.61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12921 588 233 0,'0'0'372'0,"0"0"3"0,0 0 0 0,0 0-7 15,-8-22-5-15,8 22 0 0,0 0 1 0,0 0-1 16,0 0 1-16,0 0-13 0,-4-17-11 0,4 17-19 16,0 0-17-16,0 0-10 0,0 0-22 0,0 0-1 0,0 0-8 15,0 0-14-15,0 0-2 0,0 0-12 16,0 0-13-16,0 0-10 0,0 0-13 0,-3-15-18 15,3 15-18-15,0 0-17 0,0 0-16 0,0 0-19 16,0 0-11-16,0 0-60 0,0 0-40 0,0 0 0 16,0 0 0-16,0 0 0 0,0 0 0 0,0 0 0 15,0 0 0-15,0 0 0 0,0 56 0 0,0-36 0 16,-1-2 0-16,0 9 0 0,-1-3 0 0,2 3 0 16,0-9 0-16,-1 7 0 0,0-6 0 0,2 2 0 15,-1-2 0-15,-3 0 0 0,2-1 0 0,1 1 0 16,1 0 0-16,-1-1 0 0,2-1 0 0,-1-5 0 15,-1 0 0-15,-1-1 0 0,1 1 0 0,1-3 0 16,-1-3 0-16,0 1 0 0,0 0 0 0,0-3 0 16,1 3 0-16,-1-3 0 0,0-4 0 0,2 5 0 15,-2-5 0-15,0 7 0 0,0-7 0 0,0 0 0 16,0 6 0-16,0-6 0 0,0 0 0 0,0 0 0 16,0 0-34-16,0 0-301 0,0 0-137 15,0 0-185-15,2-22-459 0,3 6-1208 0,-1-2 534 16</inkml:trace>
  <inkml:trace contextRef="#ctx0" brushRef="#br0" timeOffset="657.2097">12745 566 104 0,'0'0'389'16,"0"0"6"-16,0 0-20 0,-18-17 1 0,18 17-36 16,0 0 12-16,0 0 3 0,0 0 2 0,-8-14 1 15,8 14-6-15,0 0-18 0,0 0-23 0,0 0-30 16,0 0-24-16,4-23-36 0,-4 23-17 0,0 0-22 16,18-20-18-16,-8 13-13 0,8-2-20 0,-18 9-14 15,35-16-11-15,-11 8-6 0,4 1-14 0,-6 2 0 16,5 0-15-16,2 1-3 0,1-3-5 0,-9 5-11 15,-21 2-8-15,41-5 0 0,-19 3-6 0,-22 2-3 16,33-2-1-16,-33 2-7 0,0 0-4 0,37 3-4 16,-37-3-7-16,19 6 2 0,-19-6-3 0,0 0-3 15,17 15 4-15,-17-15-1 0,9 16 15 16,-9-16-11-16,0 24 3 0,-6-7 8 0,-3-1 10 16,-8 4-5-16,-1 3 2 0,-1-3 6 0,-4 1-6 15,-1-3-9-15,-2 1 7 0,2-5 8 0,-3 3-6 16,1-1-9-16,5-3 2 0,3-2 0 0,-1-1-5 15,3-3-9-15,2 2 1 0,14-9 3 0,-19 7 5 16,19-7 19-16,0 0 5 0,-18 9 16 0,18-9 21 16,0 0 10-16,0 0 15 0,0 0 18 0,0 0-99 15,0 0-26-15,0 0 0 0,0 0 0 0,0 0 0 16,0 0 0-16,0 0 0 0,0 0 0 0,0 0 0 16,0 0 0-16,0 0 0 0,0 0 0 0,0 0 0 15,0 0 0-15,0 0 0 0,0 0 0 0,0 0 0 16,0 0 0-16,0 0 0 0,0 0 0 0,0 0 0 15,0 0 0-15,37 19 0 0,-37-19 0 0,22 14 0 16,-12-5 0-16,-10-9 0 0,23 18 0 0,-9-7 0 16,-5-2 0-16,-9-9 0 0,21 16 0 0,-12-10 0 15,2 4 0-15,-1-3 0 0,-2-1 0 0,1-1 0 16,0 3 0-16,0-1 0 0,0-1 0 0,-1 0 0 16,-3-2 0-16,5 1 0 0,-4-3 0 0,2 2-132 15,-2-1-41-15,6-1-40 0,-2 1-35 0,-1-3-39 16,4 2-39-16,-2-2-61 0,-11 0-69 0,23-2-101 15,-14-1-345-15,-1 0-978 0,-1 0 433 0</inkml:trace>
  <inkml:trace contextRef="#ctx0" brushRef="#br0" timeOffset="953.9909">13309 777 29 0,'0'0'536'0,"0"0"21"0,10-15 4 0,-10 15-9 16,0 0-11-16,0 0-31 0,0 0-29 0,10-13-18 16,-10 13-38-16,0 0-38 0,0 0-32 0,0 0-45 15,0 0-22-15,0 0-44 0,0 0-20 0,0 0-28 16,0 0-30-16,0 0-19 0,0 0-10 16,0 0-16-16,0 0-18 0,0 0-7 0,0 0-2 15,0 0-11-15,0 0 0 0,-1 46-21 0,-1-33-3 16,4-2-3-16,-5-1 1 0,2 2-15 0,0-1 0 15,-3 0-12-15,0 0-3 0,4-2-35 0,-1 0-38 0,-2-4-29 16,2 0-31-16,1-5-44 0,-1 11-32 16,-1-6-31-16,2-5-7 0,-1 6-9 0,1-6-82 15,0 0-109-15,0 0-77 0,0 0-438 0,0 0-1012 16,31-39 448-16</inkml:trace>
  <inkml:trace contextRef="#ctx0" brushRef="#br0" timeOffset="1125.8258">13323 657 77 0,'0'0'445'0,"0"0"20"16,0 0 5-16,0 0-5 0,-12-18-21 0,12 18-19 15,0 0-29-15,0 0-33 0,0 0-31 0,0 0-35 16,0 0-31-16,0 0-33 0,0 0-56 16,0-18-63-16,0 18-76 0,0 0-70 0,0 0-78 15,0 0-105-15,0 0-78 0,0 0-79 0,0 0-293 16,0 0-719-16,0 0 319 0</inkml:trace>
  <inkml:trace contextRef="#ctx0" brushRef="#br0" timeOffset="1469.7442">13574 583 531 0,'0'0'580'0,"0"0"20"0,0 0 29 16,4-21-23-16,-4 21-17 0,0 0-29 0,0 0-28 15,0 0-33-15,0 0-39 0,0 0-46 0,4-18-42 16,-4 18-37-16,0 0-38 0,0 0-35 0,0 0-28 16,0 0-31-16,0 0-22 0,0 0-21 0,0 0-16 15,0 0-141-15,0 0-3 0,0 0 0 0,0 0 0 16,3 46 0-16,-3-46 0 0,0 28 0 0,0-11 0 16,-2-1 0-16,2 0 0 0,0 4 0 0,-1-4 0 15,1-16 0-15,0 35 0 0,0-18 0 16,-2-1 0-16,4 0 0 0,-2-16 0 0,0 25 0 15,-2-15 0-15,4-2 0 0,-2 3 0 0,0-4 0 16,0 1 0-16,0-2-111 0,0-6-133 0,0 9-24 16,0-9-19-16,4 5-42 0,-4-5-52 0,0 0-44 15,0 0-34-15,0 0-17 0,0 0-35 0,29-29-273 16,-29 29-848-16,14-24 375 0</inkml:trace>
  <inkml:trace contextRef="#ctx0" brushRef="#br0" timeOffset="1719.7297">13721 627 25 0,'8'-17'276'0,"-8"17"33"0,0 0 18 0,9-16 29 0,-9 16 20 16,0 0 10-16,7-11 9 0,-7 11 4 0,0 0 0 16,0 0-11-16,0 0-9 0,0 0-5 0,0 0-21 15,0 0-23-15,7-13-29 0,-7 13-32 0,0 0-22 16,0 0-25-16,0 0-31 0,0 0-16 0,0 0 11 16,0 0-4-16,0 0-11 0,0 0-16 0,0 0-6 15,0 0-18-15,-11 61-7 0,7-48-13 16,1 3-12-16,-1 0-6 0,3 2-11 0,-2-2-4 15,2 1-7-15,1-17-6 0,-1 28-48 0,0-13-17 16,-3 1 0-16,4-16 0 0,-3 24 0 0,3-12 0 16,2-3 0-16,-4 0-83 0,4-3-51 0,-2 3-30 15,0-4-27-15,1 2-31 0,-1-7-33 0,4 9-20 16,-3-7-34-16,-1-2-87 0,0 0-82 0,0 0-470 16,0 0-1026-16,0 0 454 0</inkml:trace>
  <inkml:trace contextRef="#ctx0" brushRef="#br0" timeOffset="2141.6101">13627 770 21 0,'0'0'457'0,"0"0"-4"0,0 0 14 0,0 0-4 0,0 0-27 16,0 0-32-16,0 0-28 0,0 0-21 15,0 0-23-15,0 0-22 0,0 0-24 0,0 0-29 16,0 0-23-16,0 0-29 0,0 0-19 0,0 0-19 15,0 0-18-15,0 0-14 0,0 0-16 0,0 0-15 16,0 0-7-16,64-18-11 0,-64 18-10 0,38-6-2 16,-19 5-8-16,9-3-7 0,-28 4-6 0,36-4-5 15,-18 0-6-15,-18 4-7 0,32-5-4 0,-32 5-2 16,26-1-5-16,-26 1-1 0,0 0-5 0,0 0 0 16,25-3-7-16,-25 3 1 0,0 0-6 0,0 0-6 15,0 0 5-15,0 0-7 0,0 0 1 0,0 0-4 16,0 0-1-16,0 0 4 0,24 9-2 0,-24-9 2 15,0 0 1-15,0 0-3 0,0 0 7 0,0 0-1 16,3 19 7-16,-3-19-1 0,0 0 3 16,0 19 3-16,0-19-3 0,0 0-2 0,1 19-10 15,-1-19 9-15,0 0-6 0,3 20 6 0,-3-20 0 16,0 0 0-16,1 17-3 0,-1-17-24 0,1 13-14 16,1-9-27-16,-1 0-27 0,-1-4-28 0,1 8-16 0,-1-8-29 15,0 0-64-15,0 0-87 0,0 0-95 16,0 0-108-16,0 0-278 0,0 0-857 0,44-32 380 15</inkml:trace>
  <inkml:trace contextRef="#ctx0" brushRef="#br0" timeOffset="2313.4422">14093 592 369 0,'0'0'499'0,"0"0"5"15,0 0-14-15,0 0-35 0,4-21-47 0,-4 21-39 16,0 0-42-16,0 0-34 0,0 0-51 0,0 0-63 15,0 0-68-15,0 0-82 0,0 0-84 0,0 0-47 16,0 0-62-16,0 0-77 0,0 0-99 16,0 0-223-16,0 0-609 0,0 0 270 0</inkml:trace>
  <inkml:trace contextRef="#ctx0" brushRef="#br0" timeOffset="2736.6051">14166 762 501 0,'0'0'584'0,"0"0"9"16,0 0-16-16,0 0-10 0,0 0-32 15,0 0-24-15,0 0-46 0,0 0-37 0,0 0-45 16,0 0-40-16,0 0-42 0,0 0-30 0,0 0-37 0,0 0-28 16,0 0-24-16,0 0-18 0,0 0-24 0,0 0-20 15,0 0-29-15,0 0-32 0,0 0-13 16,0 0-12-16,0 0-22 0,0 0-21 0,0 0-17 15,12 19-17-15,-12-19-16 0,0 0-19 0,2 26-21 16,-2-26-22-16,0 0-12 0,4 15-10 0,-4-15 6 16,0 0-5-16,0 0 22 0,3 16 12 0,-3-16 13 15,0 0 15-15,0 0 3 0,0 0 12 0,0 0 5 16,0 0 5-16,0 0 12 0,0 0 13 0,0 0 15 16,44-34 9-16,-44 34 17 0,12-14 24 0,-12 14 12 15,15-16 11-15,-15 16-1 0,11-12 4 0,-11 12 12 16,11-11 1-16,-11 11-7 0,0 0-8 0,10-11-10 31,-10 11-7-31,0 0-11 0,0 0-11 0,0 0 0 0,0 0-3 0,0 0-2 0,0 0-1 0,0 0 2 16,0 0-5-16,0 0 2 0,0 0-9 0,0 0-28 15,37 29-25-15,-30-22-38 0,-7-7-36 0,14 16-50 16,-14-16-58-16,16 15-59 0,-16-15-73 0,21 9-77 16,-21-9-330-16,24 1-834 0,-24-1 369 0</inkml:trace>
  <inkml:trace contextRef="#ctx0" brushRef="#br0" timeOffset="3455.2408">14567 710 233 0,'0'0'429'0,"0"0"1"0,0 0-33 16,0 0-13-16,0 0-32 0,0 0-26 0,0 0-25 15,0 0-31-15,0 0-22 0,0 0-30 0,0 0-34 16,0 0-12-16,0 0-18 0,0 0-17 0,0 0-15 15,0 0-13-15,0 0-11 0,0 0-9 0,0 0-9 16,0 0-10-16,0 0-13 0,29 31-3 0,-29-31-5 16,5 12-3-16,-5-12-6 0,2 15-5 0,-2-15-3 15,0 0-6-15,-1 22-4 0,1-22-6 0,0 0-6 16,-5 18-8-16,5-18-5 0,-13 14-15 0,13-14-12 16,-20 9-13-16,20-9-13 0,0 0-7 0,-23 7-2 15,23-7 6-15,0 0 5 0,0 0 1 0,0 0 5 16,-43-16 8-16,43 16-9 0,-11-18 5 0,11 18 13 15,-8-20-3-15,8 20 12 0,-1-21-2 0,1 21 8 16,5-19 18-16,-5 19 12 0,5-20 5 0,-5 20 13 16,9-12-1-16,-9 12 12 0,9-11 1 0,-9 11-9 15,0 0-10-15,0 0 0 0,22-7-1 0,-22 7 6 16,0 0 10-16,0 0 0 0,0 0 5 16,37 19 12-16,-37-19 8 0,14 16 11 0,-5-5 11 15,-3 4 4-15,2-1 10 0,-4 2 7 0,1 1 9 16,-1 0-3-16,-2 3-3 0,1-2 2 0,-3 2-14 15,1-1-3-15,-1 1-6 0,3 4-11 0,-3-4 0 16,0 0-5-16,0-2 4 0,0 0-10 0,0 4-5 16,1-4 3-16,-1 0-7 0,-1-2 8 0,1-4-9 15,-2 0 0-15,4 4-2 0,-1-1 17 0,2-2 11 16,-2-4 1-16,-1 4-6 0,0-6 12 0,1 0-3 16,0 2 8-16,1 0 10 0,0-6-6 0,-2-3 1 15,2 11 4-15,-2-7-1 0,0-4-44 0,0 0-60 16,0 0 0-16,-2 9 0 0,2-9 0 0,0 0 0 15,0 0 0-15,0 0 0 0,0 7 0 0,0-7 0 16,0 0 0-16,0 0 0 0,0 0 0 0,0 0 0 16,0 0 0-16,0 0 0 0,0 0 0 0,0 0 0 15,0 0 0-15,0 0 0 0,0 0 0 16,0 0 0-16,0 0 0 0,0 0 0 0,-30-10 0 16,18 8 0-16,-15-8 0 0,-1 0 0 0,0 3 0 0,0-4 0 15,-3 7 0-15,-2-5 0 0,1 6 0 0,10-3 0 16,-7-1 0-16,12 5 0 0,1-1 0 0,3 0 0 15,1 2 0-15,2-1 0 0,5-2 0 16,5 4 0-16,-13-5 0 0,13 5 0 0,-10-3 0 16,10 3 0-16,0 0 0 0,0 0 0 0,14-11 0 15,0 8-258-15,4-1-386 0,-4-1-572 0,9-2-1315 16,3-2 582-16</inkml:trace>
  <inkml:trace contextRef="#ctx0" brushRef="#br0" timeOffset="4299.944">14795 762 465 0,'0'0'480'0,"0"0"-10"16,0 0-23-16,0 0-37 0,0 0-39 0,0 0-35 31,0 0-38-31,0 0-29 0,0 0-26 0,0 0-20 16,0 0-34-16,0 0-9 0,0 0-28 0,0 0-11 15,0 0-16-15,0 0-14 0,0 0-16 0,0 0-11 0,0 0-4 16,0 0-14-16,0 0-13 0,0 0 0 16,0 0-7-16,0 0-2 0,0 0-2 0,0 0 1 0,0 0-3 0,0 0 0 0,0 0-6 0,0 0-1 15,0 0 0-15,0 0 1 0,36-11-3 0,-36 11-3 16,0 0-3-16,20-10-1 0,-20 10 3 0,14-10 3 31,-14 10 5-31,0 0 4 0,16-12 8 0,-16 12 2 0,10-10 1 0,-10 10 1 0,0 0-2 16,0 0-2-16,11-14-2 0,-11 14-6 0,0 0-5 0,0 0-6 15,0 0-8-15,-1-17-1 0,1 17-6 0,0 0-3 32,0 0 0-32,0 0-5 0,0 0 0 0,0 0-2 0,-55 6-4 0,55-6 5 0,0 0-2 0,-31 15-2 15,31-15-7-15,-15 14-9 0,15-14-9 16,-15 18 0-16,15-18-6 0,-12 15-6 0,12-15 1 0,-2 17 1 15,2-17 6-15,0 0 3 0,5 21 5 0,-5-21 0 16,10 15 4-16,-10-15 0 0,22 14 5 0,-11-6 5 16,-11-8 4-16,31 6 0 0,-31-6 3 15,37 2-3-15,-37-2 5 0,38-3 7 0,-38 3 17 16,36-10 15-16,-22 6 10 0,-14 4 3 0,27-14 4 16,-10 7 3-16,-17 7-3 0,19-17-1 0,-9 9-4 15,-10 8-9-15,15-19-3 0,-15 19-2 0,8-15-8 16,-8 15-3-16,8-12-2 0,-8 12-6 0,0 0-5 15,5-13 2-15,-5 13 6 0,0 0-17 0,0 0-1 16,0 0-4-16,0 0-6 0,0 0-4 0,0 0-17 31,9-13-2-31,-9 13-8 0,0 0-5 0,0 0 5 0,0 0 2 0,0 0 2 0,0 0 5 0,0 0 5 16,0 0 5-16,0 0 0 0,0 0 10 0,0 0 0 16,0 0-1-16,0 0-1 0,29 0 4 0,-29 0 1 15,0 0 13-15,0 0 3 0,0 0 2 0,0 0 1 16,0 0-5-16,0 0-4 0,0 0-3 0,0 0-4 15,0 0-1-15,0 0 4 0,0 0-2 0,31 18-1 16,-31-18 2-16,2 12-1 0,-2-12 0 16,4 20 0-16,-4-20 0 0,0 18 3 0,0-18-3 15,-1 18 3-15,1-18 1 0,0 0-2 0,-4 22 3 16,4-22-6-16,1 15 3 0,-1-15 2 0,0 0-12 16,0 0 3-16,4 23-1 0,0-19-8 0,5 0-26 15,1 1-40-15,3-1-38 0,-13-4-56 0,0 0-17 16,58-1-51-16,-58 1-65 0,40-8-81 0,-18 4-80 15,-5-6-294-15,-2 3-826 0,3-4 365 0</inkml:trace>
  <inkml:trace contextRef="#ctx0" brushRef="#br0" timeOffset="4627.9938">15316 438 517 0,'0'0'595'0,"0"0"-15"0,0 0-47 0,0 0-40 15,0 0-51-15,0 0-46 0,9-28-40 0,-9 28-34 16,0 0-36-16,0 0-31 0,0 0-27 0,0 0-26 16,13-8-26-16,-13 8-16 0,0 0-18 0,0 0-17 15,0 0-16-15,0 0-14 0,0 0-34 0,0 0-30 16,0 0-36-16,0 0-37 0,23 38-41 0,-23-38-41 16,-3 15-37-16,3-15-54 0,0 0-61 0,-10 23-70 15,10-23-93-15,-6 14-297 0,6-14-797 0,0 0 353 16</inkml:trace>
  <inkml:trace contextRef="#ctx0" brushRef="#br0" timeOffset="5018.6676">15521 555 489 0,'0'0'482'16,"0"0"-5"-16,0 0-21 0,0 0-35 0,0 0-36 15,0 0-42-15,0 0-33 0,0 0-34 0,0 0-29 16,0 0-29-16,0 0-25 0,0 0-20 0,0 0-23 16,0 0-15-16,0 0-10 0,0 0-15 0,0 0-13 15,0 0-8-15,-18 32-7 0,18-32-10 0,-8 12-5 16,8-12-8-16,-7 17-10 0,7-17-1 0,-6 19-10 16,6-19 2-16,0 19-4 0,0-19 0 15,0 0-2-15,11 22-1 0,-6-13-5 0,-5-9-1 16,16 16-1-16,-16-16-4 0,18 14-2 0,-18-14-3 15,18 11 2-15,-9-4-2 0,-9-7 3 0,0 0-9 0,19 11 3 16,-19-11-2-16,0 0 4 0,0 0-3 0,13 7-9 16,-13-7 6-16,0 0-2 0,0 0 0 15,0 0 3-15,0 0 0 0,0 0 1 0,0 0-1 16,0 0-2-16,-45 19-1 0,26-15-28 0,19-4-29 16,-34 4-23-16,34-4-25 0,-26 6-22 0,26-6-28 31,0 0-25-31,-23 2-27 0,23-2-23 0,0 0-59 0,0 0-84 0,0 0-366 0,0 0-791 0,0 0 351 15</inkml:trace>
  <inkml:trace contextRef="#ctx0" brushRef="#br0" timeOffset="5643.5254">16235 506 446 0,'0'0'556'0,"0"0"1"0,0 0-5 0,0 0-7 0,0 0-14 0,8-22-10 31,-8 22-7-31,0 0-9 0,0 0-17 0,0 0-22 0,0 0-28 0,0 0-36 0,0 0-37 16,0 0-35-16,0 0-34 0,0 0-29 0,0 0-33 15,0 0-56-15,0 0-178 0,0 0 0 0,0 0 0 16,0 0 0-16,0 0 0 0,0 0 0 0,0 0 0 16,0 0 0-16,0 0 0 0,13 42 0 0,-11-26 0 0,1 0 0 15,-2 0 0-15,-1 1 0 0,0 4 0 16,0-2 0-16,0 8 0 0,-1-9 0 0,-2 1 0 16,2 1 0-16,-3-1 0 0,0-1 0 0,-2-3 0 15,6 2 0-15,0-17 0 0,-4 24 0 0,4-15 0 16,0 2 0-16,3 1 0 0,-2-7 0 0,5 5 0 15,-2-6 0-15,1 1 0 0,4 2 0 0,4-2 0 16,-2-3 0-16,1 1 0 0,3-3 0 0,-15 0 0 16,31-2 0-16,-31 2 0 0,36-5 0 0,-36 5 0 15,0 0 0-15,36-4 0 0,-36 4 0 0,21-7 0 16,-21 7 0-16,0 0 0 0,18-4 0 16,-18 4 0-16,0 0 0 0,0 0 0 0,0 0 0 0,0 0 0 15,0 0 0-15,0 0 0 0,0 0 0 0,0 0-198 31,0 0-349-31,26-4-113 0,-26 4-471 0,0 0-1226 0,0 0 542 0</inkml:trace>
  <inkml:trace contextRef="#ctx0" brushRef="#br0" timeOffset="6644.859">16547 763 212 0,'0'0'447'0,"0"0"-8"0,15-17-8 16,-15 17-10-16,0 0-21 0,13-13-27 0,-13 13-19 15,10-9-23-15,-10 9-24 0,0 0-33 0,0 0-28 16,14-14-22-16,-14 14-26 0,0 0-21 0,0 0-19 16,15-7-20-16,-15 7-15 0,0 0-13 0,0 0-16 15,0 0-7-15,34 1-9 0,-34-1-7 0,0 0-15 16,0 0-3-16,24 17-6 0,-24-17-8 16,0 0-1-16,17 13-4 0,-17-13-3 0,0 0-2 15,8 17-8-15,-8-17 0 0,1 14-2 0,-1-14-1 16,0 0 2-16,0 0-1 0,-13 20-2 0,13-20 0 0,-14 11-2 15,14-11-8-15,-20 11 7 0,20-11-4 0,-21 5 3 16,21-5 4-16,0 0 5 0,0 0-2 0,-33-2 0 16,33 2-2-16,0 0 11 0,0 0 0 15,0 0 4-15,-19-20 4 0,19 20-6 0,1-16 0 32,-1 16-5-32,10-25-5 0,-1 11 0 0,3 0-5 15,-1 1-2-15,-1 0 1 0,2 3-2 0,-12 10-6 16,19-15 1-16,-19 15 1 0,19-12-1 0,-19 12-5 15,13-6-2-15,-13 6 0 0,0 0-3 0,0 0 1 16,0 0-3-16,0 0 1 0,0 0-1 0,47 13 1 16,-47-13 2-16,13 14 1 0,-13-14 1 0,9 18-2 15,-5-7 0-15,-4-11 0 0,6 19 2 0,-6-19-2 16,4 20 6-16,-4-20-4 0,0 18-1 16,0-18-3-16,3 13 5 0,-3-13-1 0,0 0 1 0,0 0 5 15,1 18 0-15,-1-18 3 0,0 0 3 0,0 0 4 16,0 0 9-16,0 0 9 0,0 0-8 0,0 0 1 15,0 0 6-15,0 0 12 0,0 0-2 0,57-22 4 16,-45 11 4-16,-12 11-3 0,20-14 6 0,-8 6 8 16,-12 8 10-16,20-12-8 0,-20 12 3 0,20-10 1 15,-20 10 17-15,12-10-12 0,-12 10-2 16,0 0-13-16,12-10-10 0,-12 10-18 0,0 0 2 16,0 0-13-16,0 0-7 0,0 0-2 0,0 0-5 15,0 0 9-15,0 0-15 0,0 0 11 0,0 0 2 16,0 0-6-16,22 25 3 0,-22-25 3 0,3 16 0 15,-3-16-14-15,3 17-14 0,-3-17-8 0,1 16-10 16,-1-16-12-16,0 0-13 0,4 19-6 0,-4-19-2 16,0 0 5-16,3 16 5 0,-3-16 2 0,0 0 13 15,0 0 6-15,14 13 4 0,-14-13 8 0,0 0-5 16,0 0 12-16,32 1 7 0,-32-1-1 0,0 0-2 16,32-14 6-16,-32 14-3 0,19-12 3 0,-19 12 13 15,19-15 10-15,-19 15 11 0,14-11 20 0,-14 11 9 16,10-8 13-16,-10 8 7 0,0 0 5 0,13-12 0 15,-13 12-3-15,0 0-14 0,0 0-14 0,0 0-5 16,14-11-2-16,-14 11-7 0,0 0-11 0,0 0-2 16,0 0-12-16,0 0-12 0,0 0-23 0,0 0-20 15,0 0 3-15,0 0 8 0,0 0-5 0,0 0 3 16,28 24 2-16,-28-24-5 0,16 15 3 0,-16-15 2 16,16 13-4-16,-16-13-5 0,13 10-1 15,-13-10 20-15,0 0-6 0,15 9 10 0,-15-9 2 0,0 0 2 16,0 0 4-16,0 0 0 0,0 0 10 0,44-14 9 15,-44 14 3-15,17-19 9 0,-5 7-1 0,2-9 21 16,-5 4 23-16,-1 2-11 0,1-3 14 0,-2 1-1 16,1 0-6-16,-3 1 8 0,-5 16 21 0,9-23-78 15,-5 14-11-15,-4 9 0 0,7-17 0 16,-7 17 0-16,4-13 0 0,-4 13 0 0,0 0 0 16,0 0 0-16,6-16 0 0,-6 16 0 0,0 0 0 15,0 0 0-15,0 0 0 0,0 0 0 0,0 0 0 16,0 0 0-16,0 0 0 0,0 0-208 0,0 0-107 15,0 0-61-15,0 0-102 0,0 0-128 0,0 0-429 16,12 43-1121-16,-12-43 496 0</inkml:trace>
  <inkml:trace contextRef="#ctx0" brushRef="#br0" timeOffset="7833.0526">12709 1220 30 0,'0'0'321'0,"0"0"-8"0,0 0-19 16,0 0-5-16,0 0-6 0,0 0-16 0,0 0-3 16,0 0-8-16,0 0-6 0,0 0-5 0,0 0 1 15,0 0-19-15,0 0-10 0,0 0-8 0,0 0-13 16,0 0-15-16,0 0-2 0,0 0-12 0,0 0-6 16,0 0-4-16,0 0-11 0,0 0-15 0,0 0-11 15,0 0-9-15,0 0-10 0,0 0-7 0,0 0-9 16,0 0-11-16,0 0 0 0,0 0 8 0,18-2 9 15,-13 3 4-15,4-1-4 0,-1 1-11 0,2-2-4 16,3 1-13-16,0-1-8 0,2 1-4 0,-1-3-6 16,6 3 0-16,-3 0-11 0,1 2 1 0,0-2-6 15,2-3 2-15,2 3-5 0,-3 0-8 0,3 3 0 16,1-5-4-16,-5 4 4 0,1-2-5 0,1 0-1 16,0-2 3-16,0 2 4 0,2 2-9 0,-2-1-1 15,2-2 1-15,-2 2 1 0,1-1 5 0,7 0 7 16,0 1 2-16,-6-2 7 0,-1 2 6 0,9-2 3 15,-4 1 1-15,-5-1 4 0,2-1-4 0,-1 4 6 16,-3-4-7-16,4 2 5 0,4-1 1 0,-5 0-4 16,5 1-1-16,-7 1 1 0,2-2-3 15,4 0-1-15,-5 1 3 0,1 0-2 0,-2 0-9 16,-1-2 11-16,2 2-3 0,-2-1-13 0,-2 1-4 16,0 0 15-16,-4-1-12 0,1 1 4 0,-3 0-4 15,0 0-11-15,-11 0 3 0,14-1 1 0,-8 1-10 16,-6 0-1-16,12 0 16 0,-12 0-14 0,0 0-6 0,10 0 1 15,-10 0 3-15,0 0 7 0,9-2-6 0,-9 2 1 16,0 0-6-16,0 0 1 0,0 0-6 16,0 0-16-16,4 0-34 0,-4 0-46 0,0 0-66 15,0 0-66-15,0 0-72 0,0 0-76 0,0 0-80 16,0 0-118-16,0 0-375 0,0 0-1031 0,9-8 456 16</inkml:trace>
  <inkml:trace contextRef="#ctx0" brushRef="#br0" timeOffset="8817.7827">14966 1203 249 0,'0'0'299'16,"0"0"2"-16,0 0 5 0,-10-1-20 0,10 1-2 16,0 0-10-16,-10-1-3 0,10 1-7 0,0 0-12 15,0 0-1-15,-7-1-15 0,7 1-8 0,0 0-12 16,0 0-12-16,0 0-12 0,0 0-10 0,0 0-6 16,-5-1-15-16,5 1-9 0,0 0-5 0,0 0-8 15,0 0-11-15,0 0-6 0,0 0-6 0,0 0-11 16,0 0-6-16,0 0-6 0,0 0-9 0,0 0-8 15,0 0-4-15,0 0-8 0,0 0-10 0,0 0-5 16,0 0-2-16,0 0-9 0,0 0-2 16,0 0-3-16,0 0-5 0,27 2-2 0,-19-2-2 15,2 0-5-15,0 0 3 0,3 1-2 0,2-1-4 0,2 1 2 16,1-1-10-16,-5 2 4 0,6-2-3 0,0 0-1 16,0 0 3-16,1 2-5 0,4-4 2 15,-4 4 0-15,2-1-2 0,-2 0 2 0,8 0-5 16,-1-1 7-16,-4-1-9 0,-2 1 3 0,-1 1 1 15,3-1-2-15,4 0-2 0,2 0 0 0,-1 2-1 16,-8-2 2-16,8 0 4 0,1 0-3 0,3 0-2 16,-4 0 1-16,2 0-2 0,-1-2 1 0,0 2 1 15,1-1 1-15,-2 1-5 0,1 0 4 0,-1 0 1 16,-1-1-3-16,4 0 0 0,-11-1-2 0,9 2 7 16,-9 0-5-16,0 2-1 0,8-6 3 0,-6 4-3 15,0-1 0-15,1 1 3 0,-4 0 0 0,11-2-6 16,-9 1 2-16,1 1-1 0,6-2 2 0,-7 2-1 15,9-1 4-15,-3 0-1 0,4 0 2 0,-3-1-4 16,2 4 3-16,0-4-2 0,-1 2 2 0,1 0-2 16,-1 0-3-16,-1-1 2 0,3 1 1 0,-2-2 4 15,-1 2-1-15,3 0-3 0,-2-2 0 0,5 0 2 16,-1 2 0-16,-4-2-1 0,2 2 4 0,2-1-8 16,5 0 3-16,-2 1 2 0,1 0-6 0,17 0 3 15,-14 1 1-15,13-1 1 0,-16 0-4 0,3 0 4 16,-3 3-1-16,1-3-1 0,0 4 4 0,2-4-1 15,-4 0 3-15,1 2-1 0,-1-2 8 0,0 1 11 16,-3-1 0-16,3 2-2 0,-2-1 3 0,-1 0-1 16,-2 0-4-16,-10 1 3 0,2-2-4 0,-3 1 1 15,2 0-2-15,-4-1 2 0,1 0 9 0,-6 1-3 16,1 0 1-16,-3-1 2 0,-6 0 1 16,8 0-5-16,-13 0-2 0,10-1 5 0,-10 1-5 15,12 0 1-15,-12 0-1 0,10 0-4 0,-10 0-7 0,0 0 7 16,0 0-4-16,9 3-2 0,-9-3 5 0,0 0-11 15,0 0 5-15,0 0-12 0,8-3-24 0,-8 3-31 16,0 0-35-16,0 0-39 0,0 0-52 16,0 0-66-16,0 0-77 0,0 0-93 0,6-3-103 15,-6 3-353-15,0 0-946 0,9-7 418 0</inkml:trace>
  <inkml:trace contextRef="#ctx0" brushRef="#br0" timeOffset="22813.6333">1580 1303 360 0,'0'0'453'0,"2"-9"-1"16,-2 4-6-16,0 1 3 0,0 4-6 0,0-9-9 15,1 5-6-15,-1 4-5 0,0-8 0 0,0 3-5 16,0 5-12-16,-1-7-4 0,2 2-19 0,-1 2-20 16,0 3-29-16,0 0-26 0,0-5-28 0,0 5-32 15,0 0-26-15,0-4-26 0,0 4-19 0,0 0-34 16,0 0-143-16,0 0 0 0,0 0 0 0,6 11 0 16,-3-3 0-16,-1 2 0 0,1 2 0 0,1 6 0 15,1 0 0-15,1 4 0 0,-3 6 0 16,2 1 0-16,-1 0 0 0,-2 0 0 0,1 0 0 0,0 1 0 15,-3-4 0-15,0 2 0 0,1 0 0 0,-2 0 0 16,-1 0 0-16,4-1 0 0,-2-9 0 0,0 1 0 16,0-2 0-16,-2-2 0 0,2-1 0 0,2-3 0 15,-2-3 0-15,0 0 0 0,0-3 0 0,0 1 0 16,1-1 0-16,-1-5 0 0,1 6 0 0,0-1 0 16,-1-5 0-16,2 4 0 0,-2-4 0 0,1 6 0 15,-1-6 0-15,0 0 0 0,0 0 0 16,0 0 0-16,0 0 0 0,5-16 0 0,-5 7 0 15,1 2 0-15,1 0 0 0,3-4 0 0,-2 1 0 16,0 2 0-16,1-2 0 0,1 2 0 0,-1-3 0 0,1 3 0 16,0 0 0-16,0-1 0 0,-1 2 0 0,1-1 0 15,-1 3 0-15,1 0 0 0,-1 0 0 16,1 1 0-16,-5 4 0 0,5-4 0 0,-5 4 0 16,0 0 0-16,8-2 0 0,-8 2 0 0,8-1 0 15,-8 1 0-15,0 0 0 0,13 6 0 0,-10-4 0 16,3 1 0-16,0 1 0 0,-1 1 0 0,1 1 0 15,0 0 0-15,2 0 0 0,-1 2 0 0,0-2 0 16,3 2 0-16,-1-2 0 0,-1 3 0 0,2-1 0 16,-1 1 0-16,4-3 0 0,-3 2 0 0,-1-3 0 15,4 1 0-15,-3-2 0 0,0-1 0 0,2 1 0 16,-2-2 0-16,-2-1 0 0,2-1-7 0,-10 0-3 16,20-3 2-16,-11 1 5 0,4-4 25 0,-4 0-16 15,0 0-6-15,1-1 0 0,-1-1 0 0,2-5 0 16,0-3 0-16,-3-7 0 0,1-2 0 0,0-4 0 15,2-5 0-15,-2-11 0 0,0 10 0 0,-4 0 0 16,4-11 0-16,-4 12 0 0,-1 4 0 0,4 0 0 16,-7 1 0-16,4 2 0 0,-4 8 0 0,3 1 0 15,-4 3 0-15,0 3 0 0,3 1 0 0,-6 4 0 16,6 2 0-16,-2 0 0 0,-1-2 0 0,0 7 0 16,0-8 0-16,0 8 0 0,0-5 0 0,0 5 0 15,0-6 0-15,0 6 0 0,0 0 0 0,0 0 0 16,0 0 0-16,0 0 0 0,0 0 0 0,0 0 0 15,1 18 0-15,-1-12 0 0,0 1 0 0,3-1 0 16,-2 4 0-16,3-1-309 0,4 2-281 0,-1 0-93 16,-3-3-419-16,5 2-1194 0,0-2 529 0</inkml:trace>
  <inkml:trace contextRef="#ctx0" brushRef="#br0" timeOffset="23235.2484">2286 1537 64 0,'0'0'445'0,"0"0"14"16,0 0-8-16,0 0-10 0,0 0-12 0,0 0-17 16,0 0-16-16,0 0-17 0,-5-20-23 0,5 20-21 15,0-5-37-15,0 5-28 0,0 0-29 0,0 0-28 16,10-8-25-16,-10 8-21 0,11-3-15 0,-11 3-14 15,21 3-15-15,-7 0-17 0,-5 2-14 0,5-2-10 16,-4 4-10-16,-1-1 0 0,4 2-14 0,-5-2-6 16,-2 1-3-16,3 2-8 0,-1 2-2 0,-3-3-6 15,-1-1-5-15,-2 3 0 0,-1-1 2 0,-2 2-7 16,1 2-3-16,-5-3 0 0,0 0 0 16,-7 3 4-16,1-1-6 0,-4-3 9 0,-2 1-10 15,3-5 4-15,5 1 1 0,-4-4 13 0,-3-1 26 16,5-1 35-16,2 0 28 0,3-3 21 0,-4-1 24 15,2-2-2-15,2-2 0 0,-3-3-4 0,2 1-50 16,4-3-113-16,-1 4 0 0,4-11 0 0,0 7 0 0,0-3 0 16,4 5 0-16,-1-5 0 0,4 4 0 15,0 1 0-15,6 2 0 0,5-1-67 0,0 1-275 16,1 7-66-16,-1-2-73 0,0 1-63 0,1 3-87 16,2-1-322-16,-4-3-1033 0,-4 4 456 0</inkml:trace>
  <inkml:trace contextRef="#ctx0" brushRef="#br0" timeOffset="23909.643">2513 1553 118 0,'0'0'442'0,"2"-20"-11"0,-2 20-18 0,2-5-28 16,-2 5-24-16,1-5-34 0,-1 5-26 0,0 0-27 15,6-5-38-15,-6 5-30 0,0 0-12 0,0 0-22 16,16 2-22-16,-7 1-17 0,-1-1-13 0,2 0-6 16,0 1-15-16,2 0-8 0,-2 1-11 0,3 1-7 15,-3 1-5-15,-1 0-5 0,2-1-10 0,-3 2 1 16,1 0-4-16,0 2 0 0,-1-1-9 0,-3 2-8 16,0 0-1-16,-2-1 0 0,-1 2-7 0,-2-3 2 15,0 3 2-15,-4-1-4 0,0-2-3 0,-2 0-1 16,1-2 4-16,-2 2-7 0,0-5-2 0,2 1 3 15,0-1 2-15,5-3 22 0,-10 3 28 0,10-3 19 16,0 0 13-16,-12-6 8 0,12 0-6 0,-1-1-3 16,2-4-13-16,-1-1-10 0,5 2-5 0,6-6-6 15,6-5-10-15,1-3 0 0,5 4-13 16,1-1-5-16,3 3-1 0,0 2-10 0,1-2 1 16,0-1-4-16,2 2-1 0,-5 1-1 0,1 4-4 15,-8 2-2-15,7 0-4 0,-6 1-1 0,-5 3 2 16,-1 1-4-16,-4-1 5 0,-4 3-6 0,3 0-1 0,-8 3 7 15,5-2 1-15,0-2 2 0,-5 4 5 0,0 0 7 16,8-6 19-16,-8 6 18 0,0 0 2 16,0-6-7-16,0 6 6 0,0 0-10 0,-8-12 15 15,3 8 14-15,5 0 9 0,0 4 5 0,-5-9 8 16,1 6 3-16,3-1 4 0,1 4-1 0,-4-6-107 16,4 6-9-16,-4-4 0 0,4 4 0 0,0 0 0 15,-4-4 0-15,4 4 0 0,0 0 0 0,0 0 0 16,0 0 0-16,0 0 0 0,0 0 0 0,-9 14 0 15,8-8 0-15,0 7 0 0,-3 4 0 0,4 2 0 16,-3 7 0-16,-1 1 0 0,2 2 0 0,2 0 0 16,-4-3 0-16,4 1 0 0,-4-2 0 0,0 0 0 15,2-6 0-15,-1 0 0 0,2 0 0 0,1-3 0 16,-4-3 0-16,4-2 0 0,-1-4 0 0,1 2 0 16,-3-4 0-16,3 1 0 0,0 0 0 0,-1-1 0 15,1-5 0-15,0 8 0 0,0-8-62 0,7 3-327 16,-1-3-67-16,-6 0-52 0,16-8-39 0,1-2-56 15,-8 1-335-15,4-6-1016 0,2 2 449 0</inkml:trace>
  <inkml:trace contextRef="#ctx0" brushRef="#br0" timeOffset="24204.2525">3142 1549 112 0,'3'-8'285'0,"3"0"23"0,-2-3 18 16,1 2 29-16,0-3 34 0,-2 3 26 16,1 2 16-16,-2-2 8 0,1 3-5 0,-2 1-3 15,-1 5 5-15,5-12 3 0,-5 8-12 0,0 4-15 0,4-8-24 16,-4 8-32-16,2-6-37 0,-2 6-29 0,0 0-31 15,0 0-34-15,0 0-25 0,0 0-24 0,0 0-15 16,0 0-16-16,0 0-112 0,-20 18-33 16,10-4 0-16,-3 1 0 0,1 2 0 0,-4 3 0 15,-1-1 0-15,5-5 0 0,-3-1 0 0,9-2 0 16,0-2 0-16,-2 0 0 0,3-1 0 0,0-2 0 16,2-1 0-16,2 0 0 0,-3 0 0 0,4 0 0 15,0-5 0-15,5 7 0 0,3-1 0 0,1-2 0 16,3 1 0-16,5-2 0 0,2 1 0 0,2-1 0 15,-1 1 0-15,1 2 0 0,0-3 0 0,-4-1 0 16,-3 0 0-16,0-1 0 0,-2 1 0 0,-1-2 0 16,-2 3 0-16,-2-1-29 0,-7-2-281 0,11 2-70 15,-11-2-69-15,0 0-82 0,5 2-104 0,-5-2-342 16,0 0-1057-16,0 0 468 0</inkml:trace>
  <inkml:trace contextRef="#ctx0" brushRef="#br0" timeOffset="25783.8581">3945 1527 150 0,'0'0'403'0,"-3"-5"-4"0,2 2-5 0,1 3-15 16,0-6-12-16,0 6-19 0,-4-4-8 0,4 2-9 15,0 2-4-15,0-7-15 0,0 7-10 0,0-5-10 16,0 5-13-16,0 0-17 0,0-6-21 0,0 2-10 15,3 1-30-15,-3 3-20 0,0 0-20 0,0 0-22 16,0 0-18-16,9 1-13 0,-4-3-19 0,2 6-3 16,2 0-11-16,2-1-10 0,0 1-10 0,4 4-5 15,1 0-3-15,-5-1-5 0,2 4-8 0,-2-4-2 16,1 5 1-16,-3-2-8 0,-3 1-5 0,2 0 0 16,-3 3-5-16,-2-4-8 0,-1 0 0 0,-3 2-9 15,1-2-4-15,0 2-3 0,-1-1 4 0,-3-1-3 16,0-2 4-16,0-1 3 0,-1-1 5 0,0-2 3 15,1-1 13-15,0 0 33 0,4-3 15 0,0 0 26 16,0 0 11-16,-9-9 12 0,8 3-6 0,-2 0 0 16,6-9-16-16,-3 0-7 0,5-2-16 0,0-2-6 15,3-5-3-15,1 5-12 0,0 2 1 0,0 1-9 16,2-2-9-16,-2 3-32 0,3 1-2 0,0 3 0 16,1 0-20-16,-5 4-79 0,3-2-47 0,-3 5-43 15,0 1-45-15,2 4-54 0,-2-2-47 16,-2 4-35-16,2-1-42 0,3 3-32 0,-4 2-36 0,-1 0-383 15,-3 0-934-15,0 2 413 0</inkml:trace>
  <inkml:trace contextRef="#ctx0" brushRef="#br0" timeOffset="26268.1217">4373 1599 290 0,'0'0'432'0,"0"0"-7"16,0 0-11-16,0 0-16 0,0 0-23 0,0 0-22 15,0 0-22-15,0 0-24 0,0 0-20 0,0 0-22 16,0 0-29-16,0 0-19 0,0 0-20 0,0 0-20 16,0 0-21-16,0 0-16 0,0 0-9 0,0 0-18 15,0 0-8-15,0 0-13 0,6 0-12 0,-6 0-9 16,0 0-1-16,7 1-5 0,-7-1-3 0,12 0-6 15,-3-1 1-15,2-1-2 0,1 1-5 0,2-1 1 16,4-3-7-16,-1-1 0 0,-6 1 5 0,6-1 8 16,-3-1 1-16,0-1-2 0,-1 2-5 0,-4 0 5 15,-1-1 12-15,-2 2 12 0,-1 2 3 0,1-1 3 16,-3-2-8-16,1 4-7 0,-4 2-7 0,2-8-10 16,-2 3-8-16,0 5-9 0,-6-5-3 0,6 5-11 15,-10-3-1-15,10 3-3 0,-17 2-4 0,7-1 1 16,-4 6-9-16,0 0-1 0,-4 4 7 0,2-2-3 15,-1 1-4-15,3 0-2 0,-2 0-3 0,7-1-19 16,0 5-12-16,1-5-16 0,2 2-10 16,3-3-12-16,1 4 7 0,4-4 4 0,0 2-2 15,3-1-5-15,5-1-16 0,-1-2-18 0,3 2-19 16,6-4-20-16,1 0-28 0,9 1-36 0,-6-4-30 16,7 0-17-16,-7-2-22 0,7-2-24 0,-8 0-32 15,7-4-37-15,-8 0-38 0,-2 2-254 0,0-1-709 16,-4-6 314-16</inkml:trace>
  <inkml:trace contextRef="#ctx0" brushRef="#br0" timeOffset="26892.9392">4791 1553 290 0,'5'-6'393'0,"-5"6"7"0,1-5-6 0,-1 5-13 15,3-5-7-15,-3 5-14 0,0 0-21 0,1-6-32 16,-1 6-20-16,0 0-27 0,3-4-24 0,-3 4-23 15,0 0-23-15,3-5-21 0,-3 5-19 0,7-4-19 16,0 3-18-16,-7 1-9 0,12-2-12 16,-12 2-10-16,13 3-15 0,-6-2-2 0,0 2-8 0,-1 0-6 15,2 0-9-15,-2 0-3 0,0 2-6 0,-2 3-2 16,0-3-2-16,0 3 0 0,-4-1-7 0,1 2 1 16,-2 2 0-16,1 0-3 0,-6 0-2 0,-8 1 2 15,2 1-3-15,-1-2-3 0,-5-1-6 0,1 1-13 16,0-2-14-16,0-1 6 0,2-2 5 15,1-2 2-15,5-2 2 0,0-2 5 0,1 0 5 16,1-1 5-16,-1-3 8 0,3 0 10 0,1-4-3 16,1-3-3-16,2 0-2 0,5-5-4 0,0 0 2 15,1 5-2-15,3-7 0 0,-2 4 4 0,3 2 3 16,0 1 3-16,0 4-2 0,1-3-3 0,2 5-2 16,-5-3 0-16,1 3-4 0,-3 2-6 0,4-1-2 15,-2 4-2-15,-7 0-2 0,13 2 3 0,-6 2 9 16,-2 0 15-16,3 3 6 0,1 1 1 0,-3 3 5 15,2 5 18-15,-3 0-3 0,-1 2-4 0,2 1 18 16,-5 0 0-16,2 6 6 0,-6 0 6 0,3 2-2 16,-1-3-9-16,-3 2-2 0,2 1 5 0,-1-3-12 15,2-2 2-15,-2-3-2 0,2 5-6 0,-2-4-7 16,2-1 3-16,1-2 0 0,-1 0-12 0,-2-3-5 16,5-3 2-16,-2 1 1 0,0 0-4 0,-2-2-3 15,4 1-4-15,-1-6-10 0,0 1 13 0,-1-6-9 16,0 10-7-16,0-10 8 0,3 7-1 0,-3-7 16 15,4 5-3-15,-4-5 23 0,0 0 14 0,5 4-73 16,-5-4 0-16,7 0 0 0,-7 0 0 0,0 0 0 16,16-5 0-16,-6 1 0 0,0 2 0 0,-6-3 0 15,5 2 0-15,-3-1 0 0,3-2 0 16,0 1 0-16,0-1 0 0,-5 1 0 0,5-1 0 16,0 3 0-16,-1-5 0 0,-2 5 0 0,-1-1 0 0,0 0-48 15,1-1-456-15,-6 5-99 0,12-9-97 0,-7 6-356 16,-1-3-1144-16,-2-1 506 0</inkml:trace>
  <inkml:trace contextRef="#ctx0" brushRef="#br0" timeOffset="27283.641">5151 1605 3 0,'4'-6'452'0,"-3"1"16"15,3 0-5-15,0 0-18 0,-4 5-30 0,1-7-26 16,3 3-26-16,-4 4-28 0,0-6-25 0,0 6-30 16,1-3-25-16,-1 3-30 0,4-2-23 0,-4 2-22 15,5-3-20-15,-5 3-17 0,12-1-18 0,-6 1-14 16,2-1-8-16,0 2-13 0,4 0-10 0,-2 0-12 16,2 5-2-16,1-2-10 0,-3 2-8 0,-1 0-6 15,0-1-3-15,0 0-6 0,-1 3-4 0,-2-2-4 16,0 0 1-16,-2-1-4 0,-1 2-2 0,-2 3-1 15,-1 0 0-15,-3-1-1 0,-2 2 0 16,-4 1 3-16,0-3-4 0,-2 1-2 0,-6 0 1 16,-1 0-1-16,-2-2-2 0,1 0 3 0,1-1 0 15,0-4-1-15,5 0 3 0,-1-1 11 0,3 0 12 16,0-2 13-16,0-3 8 0,5 0 1 0,-2-2-9 16,3-1-4-16,0-2-11 0,2-1-9 0,2-2-17 15,1-2-29-15,2 1-24 0,5-4-34 0,-1 0-48 16,3 3-64-16,3-3-59 0,2 4-44 0,-3-3-50 15,3 5-58-15,4-10-51 0,-1 9-317 0,-8 4-828 16,1-1 367-16</inkml:trace>
  <inkml:trace contextRef="#ctx0" brushRef="#br0" timeOffset="27595.9013">5308 1328 45 0,'3'-12'446'0,"-2"4"48"0,2 1 28 0,-1-2 7 0,-2 1-2 15,1 1 1-15,-1 1 2 0,3 1 9 0,-3-1-32 16,1 4-44-16,-1 2-38 0,0-5-42 0,0 5-40 16,0 0-26-16,3-4-51 0,-3 4-27 0,0 0-26 15,0 0-5-15,-3 16-10 0,1-7-14 0,0 2-12 16,-1 3-59-16,-2 0-113 0,1 3 0 0,1 6 0 16,1-5 0-16,-2 7 0 0,1 0 0 0,2 0 0 15,0-1 0-15,2-2 0 0,-1-2 0 0,0-2 0 16,-1 0 0-16,1-1 0 0,1 0 0 15,0-2 0-15,1-2 0 0,-2-2 0 0,0 1 0 16,1-4 0-16,0-2 0 0,0-3 0 0,-1 4 0 0,2-4 0 16,-1 1 0-16,-1-4 0 0,0 0-119 0,3 8-191 15,-3-8-56-15,0 0-106 0,0 0-109 16,10 0-477-16,-10 0-1145 0,0 0 507 0</inkml:trace>
  <inkml:trace contextRef="#ctx0" brushRef="#br0" timeOffset="27785.3579">5514 1667 371 0,'8'3'526'0,"-8"-3"59"0,4 3 55 0,-4-3 37 15,5 0 4-15,-5 0-14 0,0 0-32 0,3 7-47 16,-3-7-53-16,0 0-51 0,0 0-48 0,0 0-45 16,0 0-50-16,0 0-38 0,0 0-67 0,0 0-141 15,0 0-95-15,0 0 0 0,0 0 0 0,0 0-138 16,0 0-125-16,0 0-100 0,0 0-117 0,0 0-113 15,0 0-466-15,15-13-1148 0,-11 8 508 0</inkml:trace>
  <inkml:trace contextRef="#ctx0" brushRef="#br0" timeOffset="28316.3331">6299 1603 385 0,'0'0'456'0,"4"-3"3"0,-4 3 1 16,1-3-9-16,-1 3-10 0,1-3-16 0,-1 3-20 16,3-4-26-16,-3 4-24 0,0 0-33 0,0 0-27 15,0 0-32-15,0 0-30 0,0 0-29 0,0 0-22 16,0 0-17-16,0 0 0 0,1 12-7 0,-1-4-15 16,3 0-15-16,-2 2-14 0,1-1-7 0,0 4-10 15,-1-3-5-15,-1 5-13 0,3-5-10 0,-2 3-8 16,-1-3-2-16,1 1-6 0,-1-2-2 0,1 1-38 15,-2-2-38-15,1-2-31 0,0 0-38 0,1 0-33 16,-1-1-36-16,0-5-36 0,2 9-33 0,-2-7-24 16,0-2-59-16,0 0-84 0,0 0-85 0,0 0-337 15,5-21-887-15,-4 11 393 0</inkml:trace>
  <inkml:trace contextRef="#ctx0" brushRef="#br0" timeOffset="28472.6089">6338 1413 350 0,'0'0'367'0,"2"-5"-34"0,-2 5-38 15,0 0-31-15,0 0-44 0,0 0-60 0,0 0-60 16,0 0-44-16,0 0-73 0,0 0-76 0,0 0-87 16,1 19-130-16,3-14-334 0,-3 1 148 0</inkml:trace>
  <inkml:trace contextRef="#ctx0" brushRef="#br0" timeOffset="28942.0693">6470 1626 180 0,'0'0'454'0,"0"0"7"16,0 0-2-16,0 0-16 0,1-14-19 0,-1 14-18 15,0-7-24-15,0 7-36 0,0 0-27 0,3-6-29 16,-3 6-27-16,0 0-28 0,4-4-32 0,-4 4-23 15,0 0-22-15,11-3-17 0,-2 3-11 0,4 2-20 16,0 0-9-16,-3 2-12 0,-1-1-4 0,5 2-10 16,-4 0-12-16,2 1-8 0,-2 1-8 0,-2 0-5 15,-1 2-3-15,2-2-8 0,-4 1-4 0,-1-1-8 16,1 2-5-16,0-1-9 0,-5 0-7 0,-1 1-12 16,-3-2-16-16,0 2-29 0,-2-1-25 0,-2 1-10 15,-2-3-26-15,2-1 4 0,3 1-4 0,-1-2 5 16,6-4 18-16,-9 5 32 0,9-5 18 0,0 0 4 15,-6 0 6-15,6 0 11 0,0 0 6 0,1-12 3 16,3 4 24-16,2-1 8 0,2 0 7 16,-1-2 11-16,5 1 7 0,-3-1 8 0,0 2-8 15,4-2 3-15,-2 4-5 0,-1-1-6 0,2 2 0 16,-2 1-6-16,0 0 0 0,-2 2-7 0,2 1-1 0,-1 2 0 16,0 0-2-16,-9 0-4 0,17 3 5 15,-8 0-3-15,0 2 4 0,-3-1 2 0,2 2 3 16,-5 1-4-16,5-2-5 0,-3 4-1 0,2-1-3 15,-2-2 1-15,0 1 1 0,-3 1-4 0,1-2-35 16,0-1-33-16,-1 1-48 0,1-3-40 0,2 2-49 16,-3-2-48-16,1 0-62 0,-3-3-90 0,11 1-328 15,-11-1-784-15,0 0 347 0</inkml:trace>
  <inkml:trace contextRef="#ctx0" brushRef="#br0" timeOffset="29474.2065">7993 1385 109 0,'4'-5'485'16,"-4"-4"11"-16,3 1 1 0,-2 2-5 0,-2-5-11 15,-2 6-17-15,3-4-33 0,-4 3-18 0,2-1-24 16,-2 4-1-16,0-1-30 0,0 0-17 0,-1-2-17 16,0 1-24-16,-4 2-27 0,4 1-32 0,-6 0-21 15,0 2-13-15,1 4-11 0,-3-3-9 0,-3 5 3 16,-2 2-24-16,0 3-4 0,-5 8 10 0,1 1 1 16,3 4-137-16,-3 2-36 0,7-1 0 0,-3 1 0 15,1-1 0-15,2-1 0 0,2 1 0 0,-1-1 0 16,2 0 0-16,5 2 0 0,2-7 0 0,-3-1 0 15,6-1 0-15,1-1 0 0,3-3 0 0,3 3 0 16,3-1 0-16,2-3 0 0,5-1 0 0,2-4 0 16,2 1 0-16,8 1 0 0,-9-5 0 0,5-2-16 15,5 0-258-15,-1-4-36 0,0-2-47 0,-5 1-41 16,3-2-46-16,3-3-55 0,-4-5-61 0,-6 5-330 16,3-1-962-16,3-3 426 0</inkml:trace>
  <inkml:trace contextRef="#ctx0" brushRef="#br0" timeOffset="30192.7882">8129 1597 406 0,'-1'-2'511'16,"1"2"3"-16,0-5 0 0,-2 2-17 0,2 3-20 15,0 0-26-15,-2-9-23 0,2 9-34 0,0-6-26 16,0 6-37-16,0 0-32 0,0 0-28 0,0 0-33 15,2-5-25-15,-2 5-34 0,0 0-13 0,8-1-24 16,-8 1-12-16,0 0-16 0,19 4-11 0,-12-1-14 16,0 1-12-16,2 1-12 0,0 2-4 0,0-1-9 15,-1 1-5-15,-1 3-8 0,1-3-16 0,-3 4-3 16,3-3-11-16,-4 1-14 0,2 2-16 0,-5-1-16 16,6 0-4-16,-7-1 1 0,0 2-14 0,0-5-15 15,0 4-7-15,0-4-3 0,-3 1-4 0,2-1 0 16,-3 0 0-16,3-1 7 0,-3 0 6 0,0-2 10 15,3 0 10-15,1-3 10 0,0 0 7 0,-8 1 3 16,8-1 12-16,0 0 6 0,-1-14 4 0,2 9 3 16,3-5 2-16,0 0 5 0,1 0 5 0,0-1 3 15,0-1-1-15,7-2 0 0,-3 3-1 0,2-3 0 16,-2 4-2-16,3-1 0 0,-1 2-1 0,-2 2-4 16,1 2 0-16,-1 1 0 0,1 0-4 0,1 0 0 15,-3 3-2-15,4 1-1 0,-3 0-3 0,-3 4 4 16,7-1-3-16,-5 3 3 0,-2-1 1 15,3 2 4-15,-4 2-4 0,3 1 2 0,-4-2 1 0,1 3 0 16,0 0 0-16,-4 1 1 0,3-2 1 0,-4 0 1 16,4-1-15-16,-4 1-13 0,3-2-13 15,-3-1-9-15,1-3-13 0,-1 1-6 0,1 0 9 16,-1-1 13-16,0-4 12 0,0 4 15 0,0-4 28 16,0 0 3-16,0 0-3 0,0 0 0 0,8-11 6 15,-6 4 5-15,1-4 15 0,3 2 6 0,-1-1 6 16,2-2 11-16,-2 3 6 0,1-2 16 0,-1-1 1 15,0 4 5-15,1-2 1 0,-3 2-1 0,3 2 4 0,-3-1 2 16,1 5-12-16,0-3-7 0,0 3-10 0,-3-4-11 16,-1 6-10-16,5-3-7 0,-5 3-10 15,5-2-4-15,-5 2-2 0,0 0-2 0,8 7 0 16,-5-2 1-16,-1-1-6 0,3 0-1 0,-4 3 0 16,3-1 0-16,-2 2 2 0,2-3 0 0,-2 1-8 15,-1 1 5-15,5-2-6 0,-3 3-23 0,0-1-13 16,3-1-4-16,-5 0-9 0,3 0-6 0,0-1-3 15,-3-1-2-15,6 1-11 0,-2-2-27 0,1-2-28 16,-6-1-44-16,18-2-41 0,-4 0-40 0,-3-3-54 16,0 0-60-16,2-2-69 0,1-4-44 0,2 3-282 15,-3-3-819-15,3 0 363 0</inkml:trace>
  <inkml:trace contextRef="#ctx0" brushRef="#br0" timeOffset="31239.5934">8847 1552 56 0,'0'-7'427'0,"0"7"34"0,4-7 16 16,-4 4 14-16,1-1 3 0,-1 4-9 15,0-8-12-15,0 8-11 0,4-9-37 0,-4 9-28 16,0-2-45-16,0 2-34 0,0 0-40 0,0 0-29 0,0 0-36 16,0 0-19-16,0 0-22 0,0 0-19 0,-9 13-7 15,8-4-24-15,-3 1-7 0,0 1-13 0,3 1-17 16,-3 1-4-16,1 3-23 0,2-2-12 15,1 2-18-15,0 0-14 0,0 0-3 0,1-4 0 16,2-1-5-16,2 4 3 0,-1-3 0 0,1 0-2 16,-1-2-4-16,6 1 6 0,-2-2-3 0,-2-1-1 15,2 1 0-15,-2-2 2 0,1-1-5 0,-3-1 3 16,-2-2-4-16,2 1-1 0,-1 0-2 0,-3-4 1 0,2 6-1 16,-2-6-1-16,4 3 4 0,-4-3-3 15,0 0 2-15,0 5-1 0,0-5 2 0,0 0-1 16,-9 9 4-16,3-8-4 0,-1 0-1 0,-3 1 2 15,5 1 2-15,5-3 3 0,-13 1-2 0,8 0-3 16,5-1 4-16,-13 0-5 0,13 0 5 0,0 0-2 16,-9 2 2-16,9-2 6 0,0 0-7 0,-5 1 4 15,5-1-10-15,0 0 7 0,0 0-2 0,0 0 4 16,0 0 4-16,0 0-5 0,0 0-7 0,0 0 3 16,19-16 0-16,-6 10-4 0,5-2 2 0,8-6-1 15,-2 5 0-15,3-5 0 0,-2 0 5 0,4 1 2 16,2-3 1-16,-3-2 16 0,4 2 16 0,0-4 12 15,1 0 14-15,-1 0 19 0,-1-4 11 0,-2 1-6 16,-2-2 4-16,-1 0-6 0,-3 2-87 0,-4-2 0 16,-1 0 0-16,-1 2 0 0,-6 6 0 0,0 2 0 15,-5 4 0-15,0-3 0 0,-2 1 0 16,-1 2 0-16,0 2 0 0,-3-1 0 0,2 6 0 0,-4-2 0 16,1-3 0-16,-1 6 0 0,-1-2 0 0,-1-1 0 15,1 2 0-15,3 4 0 0,-5-1 0 0,5 1 0 16,-14 4 0-16,9-2 0 0,-2 6 0 0,0-2 0 15,-6 6 0-15,7-1 0 0,-3 7 0 0,4-2 0 16,-1 0 0-16,2 4 0 0,0-1 0 0,0-1 0 16,0 3 0-16,2 4 0 0,-1-5 0 15,-1 5 0-15,3-5 0 0,-2-4 0 0,1 3 0 0,2 2 0 16,-1-4 0-16,1-1 0 0,-3 1 0 0,3-4 0 16,0-3 0-16,-1 2 0 0,1-6 0 0,0 0 0 15,1 0 0-15,-1-2 0 0,0-4 0 0,0 6 0 16,0-6 0-16,0 0 0 0,4 5 0 0,-4-5 0 15,0 0 0-15,13-10 0 0,-7 2 0 16,2 2 0-16,-2-2 0 0,3 0 0 0,0 0 0 16,1 1 0-16,-2-4 0 0,1 4 0 0,-1-2 0 15,2 2 0-15,-3 0 0 0,0 3 0 0,-2 0 0 0,0-2 0 16,1 4 0-16,-2 0 0 0,-4 2 0 0,9-4 0 16,-9 4 0-16,10 5 0 0,-3-3 0 15,-1 1 0-15,-2 1 0 0,1 0 0 0,-1 1 0 16,1 1 0-16,-1-1 0 0,2-2 0 0,-3 6 0 15,-1-4 0-15,2 1 0 0,0 1 0 0,0-4-41 16,-3 2-28-16,3-1-6 0,-1-2 0 0,-2 2 1 16,-1-4 4-16,5 4 12 0,-5-4 7 0,5 3 8 15,3-2 5-15,-2-1 6 0,1-2 2 0,0-1 7 16,2-3 2-16,0-2 6 0,1 2 0 0,-1 0-3 16,0-2 2-16,-1 3 16 0,1-4 19 0,-3 5 1 15,-1 0 14-15,-1-2 11 0,0 3 12 0,1 0-3 16,-1-1-8-16,-4 4 7 0,4-5-16 0,-4 5-8 15,4-3-4-15,-4 3-8 0,0 0-2 0,3-5 1 16,-3 5-12-16,0 0-4 0,0 0 6 0,0 0-1 16,0 0 0-16,8 10 0 0,-8-10-9 0,4 8-21 15,-3-4-15-15,2-1-24 0,-1 3-28 0,2 0-38 16,0-2-47-16,1 2-56 0,0-2-55 0,0 2-57 16,0-4-46-16,-5-2-57 0,9 4-70 0,-2-4-343 15,-7 0-933-15,10-9 413 0</inkml:trace>
  <inkml:trace contextRef="#ctx0" brushRef="#br0" timeOffset="31395.6355">9792 1476 209 0,'3'-7'503'0,"-3"7"10"0,0 0 2 16,2-5-20-16,-2 5-41 0,0 0-46 0,0 0-45 15,0 0-39-15,0 0-37 0,0 0-46 0,0 0-68 0,0 0-77 16,0 0-48-16,0 0-51 0,-2 14-93 0,2-11-73 15,0-3-86-15,0 11-84 0,3-2-290 16,-3 0-679-16,3-2 301 0</inkml:trace>
  <inkml:trace contextRef="#ctx0" brushRef="#br0" timeOffset="31786.7119">9886 1630 399 0,'0'0'440'0,"0"0"26"16,9-7 11-16,-9 7-1 0,0 0-4 0,1-8-9 15,-1 8-19-15,3-2-24 0,-3 2-26 0,0 0-25 16,0 0-38-16,0 0-31 0,0 0-31 0,0 0-33 16,0 0-34-16,0 0-23 0,0 0-24 0,0 0-9 15,0 0-18-15,0 0-15 0,4 11-4 0,-2-4-19 16,-2-1-11-16,4 4-28 0,-4 0-18 0,4-2-16 16,-4 3-22-16,1-3-20 0,1 2-16 0,0-3-18 15,-2 1-15-15,1-2-19 0,-1 1-10 0,3-2-12 16,-3 0-3-16,0-5 8 0,3 7 6 15,-3-7 18-15,2 3 17 0,-2-3 5 0,0 0 8 16,0 0 4-16,0 0 10 0,19-9 16 0,-16 3 19 0,3-1 14 16,-2-1 13-16,5-1 17 0,-4 0 17 0,0 0 13 15,2 1 14-15,-1-2 4 0,0 3 11 16,1 0 3-16,-2 1-5 0,-1 3-15 0,1-3-10 16,-3 3-4-16,-2 3-12 0,7-4-9 0,-7 4 0 15,7-1-11-15,-7 1-4 0,13 4-2 0,-6-2-32 16,0 4-32-16,1-1-32 0,-2 2-45 0,-1-1-39 15,4 4-43-15,-1-5-52 0,0 1-65 0,-4 0-56 16,2-1-64-16,1 1-62 0,1-3-282 0,-8-3-842 0,11-2 373 16</inkml:trace>
  <inkml:trace contextRef="#ctx0" brushRef="#br0" timeOffset="32412.1094">10249 1603 244 0,'4'-4'404'0,"1"0"1"0,0 1 8 15,-1 0-9-15,1 1-11 0,-1 0-13 0,-4 2-26 16,5-3-24-16,-5 3-34 0,4-2-25 0,-2 0-29 16,-2 2-31-16,0 0-20 0,0 0-25 0,0 0-22 15,4-2-20-15,-4 2-13 0,0 0-9 0,4 7-11 16,-3-1-9-16,-1-1-10 0,0 2-6 0,2 0-11 16,-4 3-3-16,1 0-4 0,0-3-7 0,-2 2-8 15,-3 0-6-15,2 0-12 0,-1-1-5 0,-3 2 3 16,2-4-6-16,-4 0-8 0,1 0 0 0,1-2-11 15,2-1 0-15,-1 0 2 0,1-2 4 0,6-1-2 16,-15-1-2-16,8-2 8 0,7 3-3 0,-10-6-1 16,6 1 4-16,-1-2-3 0,4 0 2 15,-2-1-2-15,3-4-1 0,0 2 4 0,0 2 5 16,4-3 8-16,0 4 2 0,-3 0 8 0,3-2 1 0,-3 7-2 16,3-2-6-16,-4 1-2 0,0 3-6 0,9-2 2 15,-9 2 1-15,13 5 8 0,-7 0 1 0,3 2 18 16,0 3 17-16,1 3 11 0,0 7 6 0,1 3 8 15,1 1 6-15,-4 5 11 0,2 1 0 16,-1-1 8-16,-1 6-5 0,-2-3-4 0,2 1-5 16,-4 2 3-16,0 11-11 0,-2-10-11 0,-6-3-7 15,2-1-4-15,-2 3-8 0,-1 2 1 0,1-5-6 16,-2 0-4-16,-1-1 1 0,-4-1-4 0,2-3-2 16,1-4-3-16,-1-5-1 0,3 0 1 0,-1-2-3 15,1-6-13-15,1-1 0 0,-1 1-14 0,2-5-7 16,0 1 8-16,0 0 1 0,4-6 5 0,-6 2 1 15,6-2 2-15,0 0-1 0,0 0-2 0,-18-16-4 16,14 6 3-16,0-3 5 0,3-5 7 0,-3 2 18 16,4-5-6-16,5-3 9 0,-1-2 1 0,5 1-7 15,4 0-5-15,0-1 1 0,6 3-1 0,2 2-3 16,1 1 1-16,2 2-10 0,3 0-7 0,0 0-13 16,-3 3 0-16,2 3 0 0,-7 2 0 0,0 2 0 15,-2 1 0-15,-1 0-65 0,-4 2-62 0,-4 1-70 16,-1 2-68-16,2-3-84 0,-5 3-93 0,-4 2-100 15,5-3-492-15,-5 3-1121 0,0 0 496 0</inkml:trace>
  <inkml:trace contextRef="#ctx0" brushRef="#br0" timeOffset="32943.7422">11446 1653 438 0,'3'-8'488'0,"-3"5"10"15,0 3 11-15,0-6-5 0,0 6-6 0,0-6-8 16,0 6-1-16,0 0-15 0,0-7-19 0,0 4-22 16,0 3-35-16,0 0-35 0,0 0-34 0,0 0-34 15,0 0-33-15,0 0-32 0,0 0-32 0,0 0-6 16,0 0-26-16,1 14-15 0,2-6-9 16,-2 4-18-16,-1-2-59 0,0 3-65 0,0 2 0 15,3-3 0-15,-3 5 0 0,0-6 0 0,0 6 0 0,-3-2 0 16,3-2 0-16,-4-2 0 0,3 2 0 0,1-5 0 15,-3-3 0-15,2 2 0 0,0 0 0 0,1-2-176 16,0-5-124-16,-5 7-35 0,5-7-84 0,0 0-92 16,0 0-80-16,0 0-386 0,-6-13-1058 15,4 1 468-15</inkml:trace>
  <inkml:trace contextRef="#ctx0" brushRef="#br0" timeOffset="33101.4572">11420 1495 70 0,'0'0'437'0,"0"0"33"0,-3-3 8 0,3 3-14 16,0-5-40-16,0 5-42 0,0 0-42 0,0 0-40 15,0 0-51-15,0 0-72 0,0 0-86 0,0 0-93 16,0 0-59-16,0 0-50 0,0 0-74 0,0 0-86 0,14 13-271 16,-10-12-588-16,6 6 261 0</inkml:trace>
  <inkml:trace contextRef="#ctx0" brushRef="#br0" timeOffset="33492.5598">11614 1566 253 0,'10'-3'431'0,"-10"3"24"0,0 0 5 0,5-5-6 16,-5 5-13-16,0 0-29 0,0 0-27 0,0 0-36 0,0 0-31 16,0 0-32-16,-16-1-25 0,16 1-32 0,-9 3-19 15,4 1-24-15,-2 1-20 0,4 1-14 0,-4 1-18 16,2 1-12-16,0 2-12 0,2-4-8 15,-1 3-10-15,2 3-12 0,1-3-22 0,1 4-18 16,0-5-9-16,0-2-4 0,0 1-8 0,1 0-3 16,3 0-2-16,-1-2 5 0,0 0-5 0,1 0-2 15,0-1-3-15,0 1 2 0,2 0-3 0,0-2-2 0,1 1 2 16,-1-1-5-16,-1 1-3 0,2-1 7 16,0-1-5-16,-2 1 2 0,3-1-9 0,-4 1 4 15,-4-3-8-15,6 5 2 0,-2-2 0 0,-4-3 0 16,5 3 1-16,-5-3-2 0,0 5 5 0,0-5-2 15,0 7 4-15,0-7 2 0,-6 8 5 0,2-2 3 16,-1-2-3-16,-3-2 4 0,-1 4-4 0,-1 0-1 16,-1 0 5-16,0-4-6 0,1 3 4 0,0-3-5 15,2-2-19-15,1 3-24 0,0-2-25 0,7-1-19 16,-9 5-31-16,9-5-63 0,0 0-77 0,-5-7-78 16,5 7-67-16,10-10-68 0,-3 6-275 0,7-9-802 15,1 5 354-15</inkml:trace>
  <inkml:trace contextRef="#ctx0" brushRef="#br0" timeOffset="33884.6816">12566 1595 321 0,'0'-7'592'0,"0"1"23"0,4 1 5 0,-4-3 5 16,0 2-7-16,1-2-9 0,-1 8-20 0,-1-8-36 15,1 8-39-15,0-6-44 0,0 6-41 0,0-6-49 16,0 6-38-16,0 0-45 0,0 0-34 0,0 0-30 16,0 0-112-16,0 0-121 0,0 0 0 0,0 28 0 15,4-13 0-15,-3 4 0 0,-1 5 0 0,3 2 0 16,3 4 0-16,-5 0 0 0,-1-2 0 0,4 2 0 15,-4 1 0-15,0-1 0 0,3 0 0 0,-1 1 0 16,-3-3 0-16,5 3 0 0,-7-5 0 0,3 0 0 16,0 2 0-16,-1-3 0 0,0-7 0 0,1 7 0 15,-3-10 0-15,3 4 0 0,0-9 0 0,-1 3 0 16,1-4 0-16,1 2 0 0,2-5 0 0,-6 1 0 16,3 0 0-16,0-7-200 0,7 8-174 0,-7-8-63 15,0 0-49-15,0 0-55 0,0 0-65 0,22-17-319 16,-19 9-1002-16,2-1 444 0</inkml:trace>
  <inkml:trace contextRef="#ctx0" brushRef="#br0" timeOffset="34244.06">12451 1810 2970 0,'-6'-15'195'0,"2"3"-84"0,-1-6 17 0,0 3 60 16,2 3 50-16,-1-3-4 0,2-1-31 0,2-2-24 0,1 1-5 15,0 5 26-15,3-1-3 0,2-1-14 0,1-1-18 16,2 0-13-16,3 3-11 0,3 2-19 0,1 0-10 16,0 3-14-16,1 0-4 0,4 1-1 15,7 1-7-15,2 5-2 0,-1-1-2 0,0 4-4 16,-2 0-5-16,1 0 0 0,-7 1-8 0,-1 2-3 16,-1 1-6-16,2 0-5 0,-6 3-6 0,-3-4 0 15,-2 2-1-15,-1 0-4 0,-3 1 3 0,-2 3-7 0,-3 4-1 16,-3-1 4-16,-3 1 5 0,-7 1-9 0,-7 5 1 15,-8-5-2-15,-1 4 6 0,-3-2-13 0,-2-2-7 16,-1-3-25-16,4 0-18 0,2-3-23 16,6-3-18-16,3 0-16 0,6-5-9 0,3 1-10 15,1 0 0-15,4-3-35 0,5-1-69 0,0 0-49 16,0 0-54-16,1-10-31 0,8 2-34 0,4 1-39 0,4 0-37 16,-1-2-301-16,9-5-810 0,0 3 358 0</inkml:trace>
  <inkml:trace contextRef="#ctx0" brushRef="#br0" timeOffset="34933.5722">12929 1723 329 0,'3'-7'490'0,"-1"4"11"0,-2-2-11 15,4-1-12-15,-4 2-14 0,0-3-19 0,1 2-29 16,3 0-38-16,-4 1-31 0,4-1-34 0,-3 1-29 15,4 0-35-15,-1 2-27 0,0-1-27 0,2 1-21 16,6 3-15-16,2 1-22 0,-4 0-11 0,4 1-16 16,-1 2-14-16,4 5-12 0,-2 0-8 0,-5-2-5 15,6 4-10-15,-5-1-6 0,3 2-3 0,-5 3-10 16,-2-1-13-16,-2-2-16 0,-2-2-24 0,1 1-19 16,-4 0-13-16,-4 5-18 0,1-8-15 0,-2 0-10 15,-2 0-3-15,2-2-5 0,0-1-1 0,0-1 12 16,-2-2 11-16,1-1 9 0,1-1 9 0,5-1 8 15,0 0 18-15,-11-6 14 0,10 0 8 0,-1 0 0 16,4-5 6-16,1 0-6 0,1-4 2 0,3 1 2 16,0 0 0-16,4-1 2 0,-2 1-3 0,2 1 0 15,1-1-2-15,1 4 4 0,-3 3-7 0,3 1-25 16,-4 0-38-16,1 1-49 0,3 1-50 0,-5 1-35 16,3 1-23-16,-3 1-21 0,2 1-16 0,-10 0-10 15,14 0-12-15,-8 3-6 0,0-2-2 0,-1 2 20 16,-5-3 12-16,7 5 29 0,-5-2 17 0,0 0 23 15,-2-3 22-15,0 0 6 0,6 5 34 0,-6-5 35 16,0 0 45-16,3 2 46 0,0 1 40 0,-3-3 28 16,0 0 22-16,0 0 15 0,0 0 16 0,7-5 8 15,-7 5 11-15,7-5 2 0,-7 5 3 0,10-4 5 16,-4 0 10-16,5 1 8 0,-5 0-1 0,4-1 7 16,-1 1-13-16,1 0-2 0,3 2 0 0,-4-1-10 15,4 0-6-15,-3 4-19 0,-1-1-6 16,3 4-14-16,-1-2-6 0,1 1-4 0,-2 2-17 0,-3 1-7 15,1 1-1-15,-1 0-4 0,-4-1-5 0,1 3-4 16,0-1-5-16,-5-1-4 0,-4 4-3 0,-3-4 3 16,2 1-3-16,-5-2-6 0,-4 4-2 0,1-2-2 15,-4 0-4-15,-1-4-6 0,4 0 2 0,4-1-2 16,-3 0 4-16,7-4 11 0,-2 0 24 0,0-3 26 16,2 0 25-16,2 0 14 0,3-3-6 0,-2-4-5 15,1 0-15-15,3-1-6 0,1 0-17 0,3 0-4 16,0-6-8-16,5 3-10 0,-2 3-12 0,4-1-42 15,-2 3-42-15,6-1-58 0,-1 1-80 0,3 0-71 16,-3 3-60-16,5 1-66 0,0 3-81 0,-1-1-320 16,-1 0-845-16,2 3 374 0</inkml:trace>
  <inkml:trace contextRef="#ctx0" brushRef="#br0" timeOffset="35246.9969">13665 1708 16 0,'4'-9'510'0,"-4"9"49"0,3-7 28 16,-3 7 10-16,0-9 1 0,1 6-5 0,-2-2-19 16,1 5-27-16,1-5-40 0,-1 5-44 0,1-6-45 15,-1 6-47-15,0 0-41 0,0 0-38 16,0 0-36-16,0 0-29 0,0 0-22 0,3 19-4 0,-2-4-8 16,-1 2-46-16,0 9-147 0,0-2 0 0,0 5 0 15,0 0 0-15,0-1 0 0,0-1 0 0,-1 0 0 16,-2 1 0-16,2-1 0 0,-3 1 0 15,0 0 0-15,3 2 0 0,-3-2 0 0,2-1 0 16,-2 0 0-16,0 0 0 0,-1-8 0 0,2 0 0 0,-1-3 0 16,3 0 0-16,1-4 0 0,-3 0 0 0,3-2 0 15,0 0 0-15,0-4 0 0,0 1 0 0,0-7-211 16,3 7-112-16,1-2-35 0,-4-5-55 0,0 0-45 16,0 0-38-16,0 0-36 0,20-14-368 0,-16 4-975 15,-1-7 431-15</inkml:trace>
  <inkml:trace contextRef="#ctx0" brushRef="#br0" timeOffset="35545.3388">13661 1812 288 0,'7'-17'413'0,"-1"0"13"16,1-1 8-16,-4 7 1 0,4-1-7 0,-1-3-15 16,2 1-15-16,-3 4-21 0,-1 1-26 0,1 0-32 15,1-1-34-15,1 3-29 0,0-3-25 0,4 4-23 16,1 1-24-16,0 0-14 0,6 2-17 15,1 0-14-15,-4 2-11 0,3 2-14 0,0-1-13 0,-4 3-10 16,-1 0-8-16,5 4-10 0,-8-2-4 0,2-1-5 16,-1 2-11-16,-3-1-7 0,-1 4-2 0,-1-2 4 15,-3 2-11-15,1 1-4 0,-4 0 0 0,-1 2-5 16,-7 2 4-16,-2 0-1 0,-7-3 0 16,-5 7-7-16,-3-4-8 0,-6 2-31 0,3-7-34 0,-4 1-25 15,5-4-32-15,7-1-35 0,1-2-29 16,0 0-19-16,4-5-19 0,3 0-26 0,3 0-28 15,1-3-59-15,4 2-59 0,-2-7-78 0,6 2-289 0,6-2-809 16,2 0 358-16</inkml:trace>
  <inkml:trace contextRef="#ctx0" brushRef="#br0" timeOffset="36235.3335">14237 1662 354 0,'0'0'403'0,"0"0"1"0,0 0-25 16,0 0-14-16,0 0-26 0,-9-3-13 0,9 3-15 16,0 0-18-16,0 0-19 0,0 0-24 0,0 0-21 15,0 0-18-15,0 0-30 0,0 0-17 0,0 0-21 16,0 0-19-16,0 0-12 0,2 5-12 0,-2-5-13 15,5 6-4-15,2-3-10 0,0 2-10 0,2 1-9 16,0 0-5-16,-4 2-6 0,4-1-6 16,0 1-1-16,0 1-7 0,0 2-1 0,-4-3-6 0,0 2 5 15,-1 2-9-15,1-4-2 0,-3 2-3 0,-4-4 2 16,-3 5 0-16,-4-1-1 0,0-3 1 0,-5 4-4 16,0-4-3-16,0-1 4 0,1-1-4 0,-1-1 2 15,-1-1 3-15,2-2-2 0,3 0 3 16,1-2 11-16,-1-2 25 0,1-1 10 0,4 0 13 15,-1-4-2-15,5 2-12 0,2-4-8 0,2-3-2 0,2-2-6 16,4-1-4-16,5 0-10 0,-1 0-1 0,2 3-6 16,-2 0-9-16,2 0-32 0,-1 1-33 0,4 2-19 15,-1 3-36-15,-2 1-41 0,-2-1-41 0,6 5-47 16,-7-2-41-16,-1 0-40 0,2 6-45 0,-3-4-36 16,-3 4-306-16,2-2-763 0,-9 0 338 15</inkml:trace>
  <inkml:trace contextRef="#ctx0" brushRef="#br0" timeOffset="36831.401">14474 1699 98 0,'0'0'365'15,"0"0"15"-15,9-1 14 0,-5-2 1 0,1 0-23 16,0 2-14-16,-5 1-18 0,5-4-21 0,-1 3-24 16,4-1-30-16,-3 1-26 0,1-1-26 0,-6 2-24 15,9-1-12-15,-2 1-20 0,-1 1-17 0,2 1-11 16,-3 0-14-16,1 2-15 0,-2-1-13 0,4 3-4 15,-2-2-4-15,-1 3-11 0,2 1-11 0,-4 2-2 16,1-4-5-16,0 3-3 0,-3 1-6 0,-2 1 0 16,0-1-3-16,-3-2-7 0,0 0-12 15,-1 4-14-15,-1-5-19 0,-2 0-12 0,3 1-14 0,-2-3-10 16,4 0 0-16,-3-3 2 0,4 2 11 0,-3-2 18 16,5-2 23-16,-4 1-4 0,4-1-4 0,0 0 4 15,0 0-1-15,0-11-2 0,4 7 4 16,2-6-1-16,1 2 1 0,2-2 9 0,2-4-4 15,1-1-1-15,2 1 4 0,6-3 0 0,2-1-2 0,3 1-3 16,1-1-2-16,2 0 4 0,0 0-1 0,2-1 1 16,-1 1-4-16,0 1 10 0,1 3-3 0,-1-4 10 15,-2 3 15-15,-3 4 0 0,-6 1-8 0,-4-1 1 16,-1 6 3-16,-4-3 10 0,1 1 6 0,-1 2 7 16,-4 2 1-16,2 0-1 0,-4 0-6 0,0 1 2 15,-1-1-9-15,0-1-12 0,-2 4-7 0,-4-9 0 16,-2 7-2-16,1-2-4 0,-2 2 0 0,-1 0-7 15,-2-3 1-15,0 1 9 0,5 2 19 0,-3 2 19 32,1-4 18-32,3 4 19 0,4 0 8 0,-9-2 3 0,9 2-5 0,0 0-8 0,-9-1-2 0,9 1-19 15,0 0-7-15,0 0-10 0,0 0 8 0,-9 7 15 16,9 1 28-16,0 0 15 0,0 3-4 0,0 5-5 16,0 2 17-16,0-1-25 0,0 2 1 0,0 2-12 15,0 2-91-15,-1-3 0 0,1 6 0 0,-3-3 0 16,3-2 0-16,-1 5 0 0,-2-7 0 0,2 1 0 31,-2-3 0-31,2 1 0 0,1-1 0 0,-1-4 0 16,-2-1 0-16,2 1 0 0,-2-4-172 0,2 0-75 15,1-3-42-15,0-1-28 0,0-2-31 0,0-3-20 16,0 7-21-16,0-7-35 0,0 0-72 0,0 0-362 16,0 0-928-16,0 0 412 0</inkml:trace>
  <inkml:trace contextRef="#ctx0" brushRef="#br0" timeOffset="37221.7527">14901 1735 311 0,'-14'2'394'0,"14"-2"18"0,0 0 12 0,-6 0 8 16,6 0-4-16,0 0-11 0,-4-3-14 0,4 3-18 16,0 0-12-16,0 0-23 0,0 0-14 0,0 0-21 15,0 0-27-15,0 0-21 0,0 0-19 0,0 0-26 16,0 0-23-16,0 0-17 0,7-12-12 0,2 10-28 0,0-1-22 0,2 1-8 0,1-1-10 0,2-1-13 15,4 0-9-15,0 2-6 0,-4-2-12 0,4 1-5 16,-4-1-6-16,0 3-1 0,0 0-8 0,-2-2-8 16,-2 2 2-16,-1 0-1 0,1 0-7 0,-3-1-6 15,-7 2-4-15,10 0-4 0,-10 0 5 0,7-1-15 16,-7 1-9-16,0 0-3 0,9 3 0 0,-5 0 4 16,0 1 0-16,-4-4 12 0,1 8-12 0,-1-4 8 15,0 2-6-15,3 0-2 0,-3 0 3 0,0 0-3 16,0 1 1-16,0-1 0 0,1 3 5 0,-1-2-7 31,0 1 8-31,0-3 0 0,-1 2 2 0,2-1-2 0,-1 0-7 0,0 1-31 0,5-2-18 16,-5-1-18-16,0-4-33 0,0 10-27 0,0-6-21 15,0-4-26-15,4 6-26 0,-4-6-32 0,0 0-37 0,4 3-56 16,-4-3-82-16,0 0-76 0,13-14-355 0,-8 6-913 16,4-1 404-16</inkml:trace>
  <inkml:trace contextRef="#ctx0" brushRef="#br0" timeOffset="37378.0031">15224 1565 222 0,'0'0'452'0,"4"-2"21"15,-4 2 9-15,0 0-11 0,4-8-28 0,-4 8-45 32,0 0-40-32,0 0-46 0,0 0-52 0,0 0-71 0,0 0-103 15,0 0-111-15,0 0-88 0,0 0-55 0,0 0-94 0,4 14-86 0,-4-14-191 0,4 11-583 16,-2-7 258-16</inkml:trace>
  <inkml:trace contextRef="#ctx0" brushRef="#br0" timeOffset="38049.8162">15411 1737 76 0,'0'0'470'0,"0"-9"27"0,0 9-4 0,0-7-12 15,0 3-20-15,0 4-14 0,0-7-28 0,0 7-21 0,5-6-36 0,-5 6-35 0,1-6-36 0,-1 6-30 16,2-4-27-16,-2 4-28 0,2-3-19 0,-2 3-23 16,7 0-26-16,-7 0-16 0,0 0-11 0,9 4-15 15,-6-1-8-15,1 0-13 0,0 0-9 0,1 2-5 16,-1 2-9-16,-1-1-7 0,-2 3-3 0,1-2-6 16,-2 1-10-16,2 3-6 0,-2 0-9 0,-2-1-8 15,1-1-12-15,-1-1-7 0,-1 1-3 0,-2 0-8 31,0-1-6-31,-3 1-8 0,2-6 0 0,-1 3-2 0,1-3-3 0,1 0 5 0,-3 0 5 0,3-3 7 16,0 1 7-16,5-1 5 0,-9-3 0 0,5 1 3 16,-1-3 3-16,4-1 0 0,-2 0 8 0,6-2 4 15,-2-6-2-15,0 4-4 0,4-2 5 0,3-2 2 16,-3-2 3-16,4 2 0 0,3 2-3 0,-3 2 0 16,0 2-2-16,3-3-4 0,4 4 4 0,0 0-2 15,-4 3 3-15,2 0-2 0,-3 0-1 16,0 2 0-16,1-1-2 0,-1 4 2 0,0 1 0 0,-1 3-4 15,-1 0 2-15,0-1-5 0,-4 4 4 0,4 2 1 16,-1-2-2-16,-3 2 5 0,0 1-2 0,-2 0-1 16,2-1 0-16,-4 1 6 0,2 0-2 0,-3 0-1 15,-2-1 0-15,2-1-11 0,-1-1-10 16,1 0-7-16,0-3-10 0,0-2 8 0,0 0 3 16,0-3 7-16,0 6 14 0,0-6 19 0,0 0-3 15,0 0-1-15,0 0-2 0,10-14-1 0,-7 6 4 0,3-2-1 16,2 0 7-16,2-4 3 0,-2 3 19 0,0 0 5 15,4 1-3-15,-3 0-1 0,-1 3 3 0,1-2 6 16,0 2 0-16,-4 3-4 0,1 0-4 16,-1 0-4-16,2 1-7 0,-1 1-5 0,-1 2-2 15,-5 0-8-15,11 4 2 0,-5-2-3 0,0 3-1 16,-1-1-3-16,-1 2-1 0,0-1 2 0,0 1-3 0,-3 0 3 16,3 1-4-16,-3-1 6 0,4 2-7 0,-2-2-31 15,-2 0-36-15,2 1-35 0,-2-1-31 16,0-2-37-16,-1-4-22 0,11 7-46 0,-6-3-54 15,1-4-70-15,2 1-62 0,2-2-54 0,-10 1-241 16,15-6-772-16,-7 3 342 0</inkml:trace>
  <inkml:trace contextRef="#ctx0" brushRef="#br0" timeOffset="38816.9684">15977 1721 221 0,'1'-2'240'0,"-1"2"6"0,0 0 7 15,8-4 0-15,-8 4 3 0,5-3 3 0,-5 3 0 16,0 0 2-16,9-5-3 0,-6 2-12 0,3 1 0 16,-6 2-15-16,9-4-14 0,-4 2-11 0,-1 0-13 15,-4 2-10-15,10-5-15 0,-10 5-16 0,12 0-18 16,-8-3-13-16,-4 3-14 0,0 0-11 0,12 1-13 16,-12-1-6-16,12 4-9 0,-7 0-7 0,0-1-10 15,-1 2-3-15,0 1-6 0,-2 1-5 0,1 0-3 16,-1 3-4-16,0-2-1 0,-2 0 0 0,-2-1-5 15,0 2 0-15,-2 3-5 0,-4-6 0 0,-2 3-1 16,5 0-17-16,-5-2-12 0,-3-1-7 0,0-1-9 16,2-1-3-16,-1-1-1 0,1-1 5 0,-1 0 6 15,7-2 2-15,5 0 10 0,-13-5-3 0,6 1 13 16,7 4 12-16,-7-8 3 0,3 3-1 0,3-5-4 16,2-1-1-16,3 2 1 0,0-1-8 0,0-1 14 31,3 2 4-31,1 0 1 0,-4 1 5 0,3-2-7 15,1 4 2-15,1-2-3 0,-1 2 1 0,-3 3 4 16,-1-1-7-16,1 0 1 0,-5 4-3 0,5-5-7 16,-5 5 2-16,5-1-12 0,-5 1-1 0,0 0 2 15,0 0 2-15,0 0-1 0,12 6 0 0,-11-1-1 16,3 1 2-16,0-2-5 0,-2 4 10 0,2 1-3 16,1-1-2-16,-2 1 2 0,-2-2-1 0,6 3-10 15,-2-2 2-15,2-1 2 0,2 2-6 0,1-2 1 16,6 2-4-16,0-2 5 0,-2-2 8 0,7-4 5 15,-2 0-9-15,0-1 1 0,2 0 2 0,-1-5-1 16,8-2 8-16,-7-2 8 0,-3 1 26 0,2 1 32 16,-2-3 15-16,-1-1 6 0,0 0 9 0,-4-1 2 15,0-1 1-15,2-1 6 0,-3 0 2 0,-2 1-4 16,-4-3-15-16,1 5-4 0,-2-4-14 0,-1 0-2 16,0-1 1-16,-4 4-12 0,1 2-3 0,-1 0-4 15,-1 3 0-15,1-2-6 0,0 2-7 0,-3 1-6 16,3 1 0-16,0 5-9 0,-1-7-5 0,1 7-7 15,-3-7 1-15,3 7-5 0,0 0-1 0,-1-5-3 16,1 5-6-16,0 0-2 0,0 0-4 0,0 0 4 16,0 0-10-16,0 0 3 0,0 0 3 0,0 0-3 15,0 0 2-15,-5 15 3 0,2-6 0 0,2 2 2 16,-2 0-4-16,1 5 1 0,-1-1 3 0,-2 2-2 16,5-6 5-16,-1 8-2 0,1-1-4 0,0 0 8 15,0 0 0-15,0-1 4 0,5 0-4 0,-4-6-1 16,3 6 3-16,4-5-2 0,-3-1-8 0,4 6-20 15,4-6-32-15,0 0-37 0,0 0-47 0,2-2-50 16,2-3-54-16,0-4-71 0,1 1-56 0,-4-2-87 16,5-5-91-16,-6 0-311 0,-2-2-928 0,1-1 410 15</inkml:trace>
  <inkml:trace contextRef="#ctx0" brushRef="#br0" timeOffset="40226.2074">17632 1492 377 0,'0'-6'498'0,"-4"2"6"0,4 4 0 0,-1-2-11 0,1 2-12 15,0 0-22-15,-1-6-18 0,0 2-24 16,1 4-16-16,0 0-18 0,-2-3-20 0,2 3-28 16,0 0-36-16,0 0-35 0,0 0-24 0,0 0-39 15,0 0-19-15,0 0-28 0,0 0-12 0,0 0-15 0,-1 18-5 16,1-7-5-16,0 5-6 0,0 0-12 16,0 1-7-16,0 0 5 0,0 3-1 0,0-2-8 0,3 6-10 15,-5-4-52-15,2 0-26 0,0 0 0 0,0-1 0 16,2 1 0-16,-2-2 0 0,1 1 0 15,0 1 0-15,-1-1 0 0,-1-4 0 0,1 1 0 0,-1-2 0 16,1-4 0-16,1 1 0 0,-2-1 0 0,2-1 0 16,-1-2 0-16,0 0 0 0,1-3 0 0,-1 2 0 15,0-2-1-15,-1 2-191 0,1-6-35 16,0 6-32-16,0-6-42 0,0 6-48 0,0-6-43 16,0 0-71-16,0 0-109 0,0 0-335 0,0 0-980 15,0 0 434-15</inkml:trace>
  <inkml:trace contextRef="#ctx0" brushRef="#br0" timeOffset="40445.029">17449 1749 11 0,'-6'-4'383'0,"6"4"28"0,-8-3 29 0,6 1 7 16,2 2 8-16,-5-3-6 0,2 0-17 0,3 3-18 15,0 0-20-15,0 0-36 0,0 0-33 0,1-8-38 0,-1 8-36 16,12-5-28-16,-1 1-21 0,5 0-23 0,4-1-40 15,2 1-45-15,6-1-42 0,0 1-47 16,-1 0-55-16,1 5-57 0,0-7-46 0,0 3-49 16,-7 3-39-16,7-5-32 0,-9 4-29 0,0-3-52 15,-1 1-24-15,3-2-271 0,-10 3-703 0,2-1 312 16</inkml:trace>
  <inkml:trace contextRef="#ctx0" brushRef="#br0" timeOffset="40789.8068">17906 1650 220 0,'0'0'295'0,"0"0"27"0,0 0 31 16,0 0 17-16,0 0 15 0,0 0 9 0,0 0 3 16,0 0-11-16,0 0-14 0,0 0-17 0,0 0-29 15,0 0-30-15,14-3-30 0,-14 3-32 0,0 0-27 16,6-2-25-16,-6 2-18 0,10 0-15 0,-1 1-21 16,-4 2-14-16,0 0-12 0,3 3-7 0,2-1-14 15,-2 2-10-15,-3 0-7 0,4 0-6 0,-5 1-1 16,2 2-9-16,-2 1-4 0,-1-1-5 0,-2 1 1 15,-1 1-8-15,-1 0 5 0,-3-1-5 0,0 1-5 16,-5 2-1-16,-1-1-9 0,-2-1-17 0,-2-2-15 16,4-3-14-16,-4 0-3 0,1 0-1 0,-1-2 6 15,5-3 9-15,0-1 5 0,2-1 23 0,7 0 16 16,-16-5 18-16,10 0 7 0,1-2 8 0,0-2-2 16,2-4 0-16,-3-3-5 0,7 0-7 0,4-3-4 15,-2 2-4-15,2 0-8 0,-1 1-3 0,3-2-6 16,-2 2-12-16,6 1-33 0,-5 5-55 0,6-1-72 15,1-2-84-15,4 4-95 0,1 1-87 0,6 2-102 16,-6 1-383-16,4 0-979 0,-4 4 433 0</inkml:trace>
  <inkml:trace contextRef="#ctx0" brushRef="#br0" timeOffset="41367.8037">18591 1683 566 0,'0'0'622'0,"2"-8"9"0,-1 3-5 16,2-1-6-16,-3 6-20 0,5-6-28 0,-5 1-29 15,1 2-36-15,-1 3-37 0,3-4-28 0,-3 4-35 16,4-4-38-16,-4 4-35 0,0 0-39 0,0 0-34 15,0 0-31-15,0 0-134 0,0 0-96 0,0 0 0 16,0 0 0-16,0 0 0 0,0 0 0 0,5 10 0 16,-4-3 0-16,-1 1 0 0,5 1 0 0,-4 0 0 15,2 2 0-15,2 1 0 0,-5 0 0 0,4-1 0 16,-3 2 0-16,-1-1 0 0,3 0 0 16,-3 1 0-16,1-2 0 0,2 0 0 0,-3-1 0 0,0-3 0 15,-3 0 0-15,6-1 0 0,-6 0 0 0,6-1-28 16,-2-1-111-16,-1-1 18 0,0-3 18 0,0 0 15 15,0 0 19-15,3 3 4 0,-3-3 3 0,0 0 11 16,7-13 20-16,-3 3 10 0,1 0 13 16,-1-1 9-16,4-5 10 0,1 0 8 0,0-2 3 15,-2 2 16-15,1 0 15 0,2 2-8 0,-2-2 4 0,1 2 12 16,-2 5 9-16,0-2 14 0,-2 5 6 0,-1-2-3 16,0 4-13-16,0 0-10 0,-2 0-46 0,-2 4-18 15,6-1 0-15,-6 1 0 0,9 5 0 16,-5 2 0-16,0-2 0 0,1 3 0 0,-1 3 0 15,2 1 0-15,-2 1 0 0,1 2 0 0,-1-3 0 0,0 4 0 16,-3-1 0-16,3 0 0 0,-3-1 0 0,2-1 0 16,-1-2 0-16,1-1 0 0,-2-1 0 0,-1-2-22 15,0 0-125-15,1-1-14 0,2-1-19 0,-3 0-16 16,1 0-33-16,3-4-54 0,1 1-54 16,2-2-51-16,-7 0-49 0,16-7-46 0,-8 4-405 15,1-4-962-15,4 3 425 0</inkml:trace>
  <inkml:trace contextRef="#ctx0" brushRef="#br0" timeOffset="42369.9305">19039 1745 258 0,'0'0'395'0,"0"0"9"0,8 5 8 0,-8-5-8 15,0 0-21-15,0 0-24 0,0 0-24 0,0 0-26 0,0 0-23 16,0 0-28-16,2 2-18 0,-2-2-18 0,0 0-21 15,0 0-13-15,0 0-23 0,0 0-18 16,0 0-13-16,0 0-10 0,8 0-15 0,-8 0-11 16,9 0-5-16,-9 0-11 0,14 0-1 0,-4-1-6 15,2-1-4-15,2-1 11 0,-3-2 7 0,6-1 6 16,-2-1-2-16,2-1 5 0,-7 2 0 0,0-1-5 0,1-2 11 16,-2 2 1-16,-2-1 19 0,-2 1-15 15,4-1-1-15,-5 2-19 0,1 2-3 0,-3-4-15 16,0 0-3-16,-2 2-10 0,0 6-13 0,-4-9-4 15,2 3-7-15,-1 0-6 0,-1 1-5 0,-2 1-5 16,0 1-2-16,0 1-5 0,6 2-4 0,-16-1-6 16,7 3 5-16,-1 3-1 0,1 1-4 0,-4 2 1 15,4 2-1-15,-5 1 1 0,2 1 1 0,2 4-6 0,0-2 3 16,5 0 4-16,-3 1-3 0,2-5-23 16,-1 2-3-16,4 1-9 0,0-2-2 0,-1 0-3 15,4 0 4-15,0 2 6 0,3-4 1 0,1 2 3 16,2 1 6-16,3-5 5 0,1 1 3 0,3-1 5 15,2 1 0-15,4-4-4 0,-1 0 4 0,4-2 1 16,-3 2 4-16,2-4 10 0,0-3 20 0,1 1 1 0,-4-5 6 16,1 2 12-16,1 0 3 0,-5-3 14 0,2-1 1 15,-2-1 10-15,-4 3-1 0,-2-2 9 16,0 2 0-16,-3-3-2 0,3-1-7 0,-5 1-7 16,3 0-53-16,-6 2-15 0,1-2 0 0,2 4 0 15,0-1 0-15,-4 1 0 0,1 1 0 0,1 0 0 16,-2 5 0-16,3-7 0 0,-3 7 0 0,4-4 0 0,-4 4 0 15,0 0 0-15,1-4 0 0,-1 4 0 0,0 0 0 16,0 0 0-16,0 0 0 0,0 0 0 16,0 0 0-16,0 0 0 0,3 14 0 0,-2-7 0 15,-2 0 0-15,2 0 0 0,-2 1 0 0,4-1 0 16,-3 3 0-16,2 0 0 0,-2-1 0 0,4 2 0 16,1-1 0-16,-3-2-53 0,0-1-7 0,4 2 6 0,-2-3 2 15,1-1 1-15,-1 2 3 0,1-4 3 16,2 2 2-16,-1-2-2 0,2 1 11 0,-2-2 3 15,2 0 3-15,3-2 3 0,0 0 5 0,-11 0 0 16,12-3 9-16,-4 1 4 0,-2-1-6 0,2-3 8 16,-2 2 11-16,3-4-1 0,-2 1 20 0,-1-1 22 15,-1 2 2-15,2-1 10 0,-2 1 12 0,-2-1 11 16,1 4 6-16,0-2 2 0,-2 1 0 0,0-2-57 16,-2 6-33-16,5-4 0 0,-5 4 0 0,4-4 0 15,-4 4 0-15,0 0 0 0,6-5 0 0,-6 5 0 16,0 0 0-16,0 0 0 0,0 0 0 0,0 0 0 15,13 11 0-15,-9-6 0 0,5 2 0 0,-3-1 0 16,-2 1 0-16,5-2 0 0,0 1 0 0,-5-1 0 0,5-1 0 16,-3 3 0-16,1-1-43 0,-2-3-8 15,-1 0 7-15,-1 1 15 0,1-2 8 0,-4-2-1 16,0 0 5-16,9 1 1 0,-9-1 9 0,0 0 11 16,11-9-1-16,-8 6 9 0,1-5 2 0,-1 0 3 15,0-3 10-15,0-2 1 0,0 2 4 0,-1-6 0 16,-1-1 9-16,-1 1-1 0,0 0-40 0,-1 1 0 0,0-1 0 15,1 4 0-15,-1 1 0 0,1 4 0 16,-2-3 0-16,2 3 0 0,-1 2 0 0,0 1 0 16,2-1 0-16,-1 2 0 0,0 4 0 0,0-6 0 15,0 6 0-15,0 0 0 0,0 0 0 0,0 0 0 16,-1-6 0-16,1 6 0 0,0 0 0 0,0 0 0 0,0 0-211 16,0 0-192-16,0 0-40 0,0 0-51 15,0 0-79-15,0 0-439 0,-8 15-1095 0,8-15 485 16</inkml:trace>
  <inkml:trace contextRef="#ctx0" brushRef="#br0" timeOffset="43136.9455">20747 1512 87 0,'3'-13'270'0,"3"-6"-4"0,0 3-3 0,-5 5-4 16,3-1-3-16,-4 1 1 0,4-2 8 0,-4-3-1 0,1 4 12 15,3-3 14-15,-4 4-2 0,0 0 10 0,0 0 10 16,0 0-2-16,-4 0-3 0,4 2-3 0,0 1-2 16,0 2-6-16,0 0-15 0,-1 1-13 0,1 0-24 15,-3 2-18-15,3 3-24 0,3-6-23 16,-3 2-24-16,0 4-22 0,0 0-19 0,0 0-13 16,-6-2-13-16,6 2-9 0,-9 7 3 0,2 1-18 0,-7 2-3 15,-4 3-3-15,-2 8-3 0,-3 1-8 0,0 0-5 16,0-1 3-16,-4 3-3 0,5-3-5 0,5 0-4 15,2 1-8-15,2-7-5 0,2 1-6 0,3-6-15 16,2 2-7-16,1-4-2 0,3 0 6 16,2 1-3-16,2 1 5 0,2 0-5 0,2-1 9 15,3 1 2-15,1-2-3 0,4 3 0 0,1-3 2 0,2 2 1 16,2 1-2-16,-2-4 2 0,1 3-4 0,-4-2 7 16,0-2-11-16,-2 1 6 0,0-3-6 15,-2 3 10-15,0 0-5 0,-3-1-2 0,3 2-2 16,-7-4-1-16,3 3 1 0,-2 0 8 0,-3 0 3 15,-1-2-2-15,0 5 5 0,-1 1 1 0,-3-4-2 16,-3 4 2-16,-4 2 1 0,-3-4-1 0,-2 3 1 16,-1 0-4-16,-2-4 2 0,-5 5 5 0,3-5-6 15,-6-1-23-15,13 0-26 0,2-2-10 0,1-2-12 16,6 1-7-16,-4-2-12 0,4 1-22 0,5-3-42 16,-6 1-60-16,6-1-62 0,0 0-42 0,9-12-23 15,2 5-22-15,3-3-49 0,5-1-30 0,7 0-37 16,-8 2-248-16,6-4-779 0,2 1 345 0</inkml:trace>
  <inkml:trace contextRef="#ctx0" brushRef="#br0" timeOffset="44092.8835">20881 1716 182 0,'5'-2'397'0,"-5"2"17"0,5-6 14 0,-1 2 13 15,-2 3 5-15,-2 1-1 0,3-5-1 0,-3 5-10 16,1-6-17-16,-1 6-27 0,0 0-22 0,0 0-30 15,0 0-36-15,4-5-34 0,-4 5-38 0,0 0-31 16,0 0-21-16,0 0-22 0,0 0-27 0,0 0-25 16,0 0-9-16,0 0-22 0,3 15-33 0,-3-9-29 15,2 2-17-15,-2 2-18 0,0-2-23 0,0 3-19 16,3-3-17-16,-2 2-19 0,0 0-15 0,1-2-17 16,-4-2-7-16,5 1-3 0,-3 0 4 0,1-4-5 15,1 2 10-15,-2-5 8 0,2 6 19 0,-2-6 6 16,3 5 24-16,-3-5 3 0,0 0 8 0,0 0 21 15,0 0 17-15,19-10 18 0,-13 5 15 0,4-1 21 16,-5-4 12-16,3 2 12 0,1-3 13 0,1 1 19 16,-2 1 11-16,-3-2 12 0,10-1 7 0,-7 4 4 15,-3 0 10-15,4-1 9 0,-5 4-8 0,2-1-3 16,-2 1-14-16,3 2-11 0,-5-1-12 0,3 2-14 16,-5 2-13-16,7-2-2 0,-7 2-8 0,0 0-6 15,14 9-9-15,-9-4-1 0,1 3-4 0,-1 1-4 16,2 3-2-16,-2-3-3 0,-3 2-8 0,3 0-16 15,-2 2-24-15,0-1-12 0,-1 0-14 0,1 2-20 16,-1-3-5-16,3-2-6 0,-2 3-4 0,-2-3-11 16,0-2-5-16,3 2-1 0,-2-3 6 15,0 0 14-15,-3-1 7 0,1-5 7 0,1 9 8 0,0-5 7 16,-1-4 13-16,0 0 10 0,4 3 25 0,-4-3 24 16,0 0 8-16,0 0 3 0,0 0 5 0,0 0 7 15,0-14 6-15,0 8 6 0,-2-1 3 0,0-3 10 16,0 0 6-16,2-1-1 0,-1-5 10 0,1 4 11 15,0 1-1-15,0 0-1 0,1-2-7 0,0 0-8 16,4 1-10-16,0 1-3 0,5-2-7 0,3 2-4 16,1 0-10-16,3 2-6 0,1-3 2 0,1 2-6 15,2 2-7-15,-2 0 0 0,-1 2-2 0,-1 2 0 16,0-2-3-16,0 1 0 0,-1 1-1 0,-3 1-4 16,1 0 3-16,-2 0-3 0,-5 2-2 0,1-2 2 15,0 2 3-15,-1 0-4 0,-2-3 1 0,3 1 2 16,-3-1 1-16,4-1-2 0,-4 0-2 0,4-2 3 15,-2-2 0-15,-1 1-3 0,0-1 1 0,-2-1 1 16,3-1-6-16,-4 1 6 0,1-3-6 0,-1 3-2 16,0-2 0-16,-1 1 2 0,-1 1-4 0,1 2 2 15,-2-2 0-15,-2 1 0 0,1-1-6 0,0 6 8 16,-2-1-12-16,-1-1-2 0,0 1 1 0,-2 1-6 16,0 1 3-16,-2 1 9 0,8 2-12 0,-18-2 5 15,7 1 2-15,-1 2 7 0,3 1 4 0,-1 3 13 16,1-1 4-16,1 3 5 0,1 3 16 0,-1-1 21 15,-1 6 28-15,3-1 8 0,-1 2 21 0,0-1 0 16,4 3 10-16,-1 0 4 0,2 8-91 0,2-1-44 16,2 1 0-16,-2-5 0 0,4 5 0 0,-1 4 0 15,-1-4 0-15,3 3 0 0,-1 0 0 0,1-2 0 16,-1 0 0-16,-3-1 0 0,3 0 0 0,-4-6 0 16,4-1 0-16,-4 7 0 0,-2-1 0 0,2-7 0 15,0 0 0-15,0-1 0 0,0 1 0 0,0-2 0 16,0 0 0-16,-2-4 0 0,2 1 0 0,0-5 0 15,0 1 0-15,0-3 0 0,0-6 0 0,0 14 0 16,0-9 0-16,2 3 0 0,-2-8 0 0,2 5 0 16,-2-5 0-16,0 7 0 0,0-7 0 0,0 0-57 15,0 0-275-15,-2 4-68 0,2-4-95 0,0 0-74 16,0 0-488-16,-4-26-1144 0,2 15 507 0</inkml:trace>
  <inkml:trace contextRef="#ctx0" brushRef="#br0" timeOffset="44296.4497">21309 1854 211 0,'-3'-3'422'0,"3"3"41"0,-4-10 31 15,3 6 7-15,0-2-10 0,1 6-35 0,-5-10-26 16,4 6-26-16,1 4-29 0,1-8-35 0,1 2-41 16,1 1-33-16,-1-2-27 0,7 1-27 0,3 1-18 15,5-6-54-15,3 5-35 0,1 1-41 0,0 2-46 16,2-1-44-16,5 1-46 0,3-1-53 0,-2 0-52 15,-4-3-54-15,-2 5-39 0,4-4-48 0,-8 2-40 16,1-1-38-16,-1-1-297 0,-7 3-749 0,-1-1 333 16</inkml:trace>
  <inkml:trace contextRef="#ctx0" brushRef="#br0" timeOffset="44733.8645">21721 1687 5 0,'0'0'317'0,"0"0"19"0,0 0 20 0,0 0 18 15,0 0 14-15,0 0-6 0,0 0-3 0,0 0-4 0,0 0-16 16,0 0-10-16,0 0-18 0,0 0-19 0,0 0-25 16,0 0-28-16,0 0-24 0,0 0-25 0,0 0-23 15,0 0-18-15,0 0-18 0,0 0-22 16,0 0-16-16,0 0-12 0,2 3-16 0,-2-3-8 16,5 4-9-16,-2-2-9 0,-1 0-8 0,1 2-8 15,-1-1-4-15,0 4-8 0,1-3-17 0,-1 2-8 0,-1-1-13 16,0 3-3-16,-1-2-12 0,-1 2-1 0,-2-1-17 15,1 1-13-15,-3 1-4 0,-2-1-7 16,1-3-10-16,1 0-7 0,-4 2 1 0,1-4 0 16,2 0-8-16,-4-2 16 0,3 3 13 0,2-3 2 15,1-1 19-15,4 0-6 0,-10-5 6 0,6 3 14 16,4-3 12-16,0-1 9 0,-1-1 5 0,2 0 8 16,-1-1 2-16,4-2 7 0,0 2 8 0,2 0 3 15,-3 2 15-15,-1-1 3 0,2 1 3 0,0 0-4 16,0 1 1-16,-3 0 3 0,3 3-9 0,0-2-5 15,0 2-7-15,-2-1 2 0,-2 3-14 0,0 0 0 16,0 0-3-16,13 5 0 0,-9 0-2 0,0 0-4 16,2-1 1-16,-2 2-1 0,2 3-2 0,-2-1-18 15,3 1-28-15,-4 0-33 0,4 1-44 0,0 0-38 16,0-1-47-16,-1 0-44 0,3-2-65 0,1 2-80 16,3-4-74-16,-3-1-235 0,7 0-758 0,-3-4 335 15</inkml:trace>
  <inkml:trace contextRef="#ctx0" brushRef="#br0" timeOffset="45266.3889">22106 1670 385 0,'0'0'407'16,"4"-8"23"-16,-4 8-3 0,3-5-16 0,-3 0-13 16,0 5-25-16,1-6-25 0,-1 6-22 0,0 0-26 15,-1-5-20-15,1 5-29 0,0 0-22 0,0 0-22 16,0 0-19-16,-3-6-25 0,3 6-14 0,0 0-19 15,0 0-14-15,0 0-14 0,-19 7-10 0,10-7-8 16,4 3-7-16,-3 1-10 0,-1 0-7 0,3 3-3 16,-4 0-8-16,3-1-5 0,-5 1-3 0,4 0-1 15,0 2-9-15,1-2-3 0,-1 3-3 0,3-2-8 16,1 1-18-16,-1 0-14 0,1 0-9 0,3-2-4 16,-2 1 0-16,2-2 7 0,2 5 0 0,3-4 2 15,1 0 7-15,0 1 1 0,4 0 2 0,0-3 2 16,9 3 2-16,1-3 4 0,-1 0 0 0,13-1-1 15,-3-3 5-15,0-2 19 0,1-3 9 0,2 1 12 16,-2-6 1-16,2-2 14 0,-1 2 2 0,-4-6 17 16,4 3 23-16,-5-3 8 0,-8 4 5 0,5-5 8 15,-9 4 14-15,0 1-2 0,-4 3 7 0,-1-1-8 16,-3 4-5-16,3-2-20 0,-6-1-14 0,2 0-12 16,-6 3-16-16,-1-2-8 0,-1 1-15 15,-4-2-1-15,1 5-6 0,1-1-10 0,-3 1 0 0,-1-1-7 16,-1 4-4-16,1 2-9 0,-1 2-8 0,-1 1 9 15,3 2-29-15,-1 3-6 0,1 2-1 0,1 4 4 16,1-1-7-16,0-3 2 0,3 3 7 0,3-2 2 16,1 2 8-16,0-2-3 0,0-1-1 0,5-1 3 15,-1 1 2-15,6 3 0 0,-1-7 2 0,8 1 8 16,-3 1-7-16,6-4 6 0,2-1-18 0,0-3-23 16,7 1-40-16,-9-2-44 0,11-1-43 0,-13-3-33 15,5 1-43-15,4-4-37 0,-10 1-54 0,-1-1-59 16,0-4-89-16,-1 0-419 0,-7-1-981 0,-1 2 434 15</inkml:trace>
  <inkml:trace contextRef="#ctx0" brushRef="#br0" timeOffset="46771.6966">23676 1398 222 0,'5'-9'369'0,"-3"0"-9"0,1 2 3 0,0 1 1 15,-2 1-7-15,1-2-13 0,1 2-17 0,-2 0-10 16,-1 2-20-16,0 3-16 0,3-5-14 0,-2 1-16 16,-1 4-12-16,0-3-19 0,0 3-13 0,0 0-14 15,0 0-5-15,0 0-20 0,-5-6-14 16,5 6-14-16,0 0-14 0,-8 0-14 0,8 0-9 0,-9 4-15 16,3-2-7-16,0 0-5 0,-1 7-11 0,-2-1-5 15,-5 3-6-15,5 0-6 0,-1 6-3 0,-4-1 0 16,2 7-5-16,2 0-6 0,0-5 2 0,0-1-7 15,3 10 1-15,-5-5-4 0,5-3-3 16,0-2-7-16,3 2-4 0,0-2-2 0,1 0 3 0,2 2-6 16,5-1-3-16,-3-1-4 0,4 0 4 0,0-2 2 15,3-2-9-15,2 2 10 0,0-3 0 0,2-4-2 16,3 2-1-16,-6-4 5 0,9 2-5 0,-5-6 6 16,2 1 2-16,2-3 14 0,3-1 18 15,1-3 12-15,3-2 17 0,3-5 6 0,-7 3 20 16,-3 0 9-16,2-5-1 0,-1 3 4 0,-4-5 5 0,1 1-3 15,2-6-12-15,-8 3-3 0,4 2-12 0,-3 1-11 16,-4-3-52-16,3-2-23 0,-5 5 0 0,-1 1 0 31,-1 3 0-31,1 0 0 0,-2 5 0 0,0-1 0 0,1 0 0 0,-1 1 0 0,0-1 0 0,-1 4 0 16,0 2 0-16,-1-5 0 0,1 5 0 0,0 0 0 16,0 0 0-16,0 0 0 0,0 0 0 0,-19 5 0 15,14-2 0-15,2 2-3 0,1-3-71 0,-2 1-1 16,4-3 1-16,-3 6-2 0,1-2 6 0,2 0 11 15,0-4 7-15,1 5 7 0,1 0 3 0,1-1 8 16,0 0 2-16,2-1 3 0,1-2 5 16,0 3 3-16,1-2 7 0,3-1 7 0,1 1-6 0,-1-2 3 15,-3 1-1-15,5-4 2 0,-3 2 4 0,2 1-2 16,-3 0-2-16,-2-2 15 0,3 1 7 0,-4-1 5 16,0 1 8-16,3 0 9 0,-6-1 3 0,-2 2 15 15,8-1-19-15,-4-1 7 0,-4 2-9 16,0 0-8-16,8-1-1 0,-8 1-6 0,0 0-7 15,0 0-2-15,0 0 1 0,0 0-11 0,4 4 3 0,-4-4-1 16,0 3-1-16,0-3-1 0,-3 7 2 0,3-2-4 16,0 1 0-16,0 0-7 0,-1 1-11 0,-2 2-9 15,3-1-16-15,-1-1-5 0,-2 0-2 0,2 0-13 16,1 0-5-16,-1 1-4 0,1 1 1 0,1-1 8 16,-1 0 7-16,5 1 11 0,-1-1 4 0,2-2 3 15,3 3 6-15,0-2 9 0,2-1-2 0,3 0 5 16,-3-1 4-16,6-3 2 0,-1 2 1 0,2-3 4 15,3-1 1-15,-5-3 1 0,5 1 3 0,-2-3 3 16,-1-2 1-16,1 1 3 0,-4 1-5 0,2-2 10 16,-4-1-5-16,-2 0 6 0,-1 1 11 0,-1 0 4 15,-1 1 7-15,0-1-1 0,-3-3-1 16,-1 5-1-16,-1-2 3 0,1 3-12 0,-4 0-2 0,3-3 1 16,-3 2-3-16,0 0-5 0,0 2 0 0,0 3-9 15,-3-7 9-15,-2 4-9 0,1 0 0 0,-1 1-2 16,5 2 2-16,-10 1-2 0,10-1-5 15,-10 5 7-15,3 0-5 0,3 1 1 0,-4 0-8 16,3 2-5-16,-2-1-2 0,2 2-4 0,1-1-7 16,-1 2 1-16,4 0-5 0,-4-2 4 0,2 1-12 0,2 0-11 31,0-2 6-31,2 0 1 0,0 3-2 0,3-2-15 16,4-1-20-16,-1 2-23 0,2-2-35 0,5-5-31 15,2 3-42-15,3-3-42 0,1 1-40 0,3-7-41 16,4 0-36-16,-7-1-39 0,1 1-254 0,-2-3-723 15,-1-1 320-15</inkml:trace>
  <inkml:trace contextRef="#ctx0" brushRef="#br0" timeOffset="47751.2867">24639 1607 284 0,'0'0'296'0,"8"-5"0"0,-3 3-6 0,-5 2-4 0,5-5 1 16,-5 5-11-16,5-4-2 0,-5 4-15 0,6-3-14 15,-6 3-16-15,0 0-18 0,7-3-20 16,-7 3-13-16,0 0-23 0,0 0-18 0,0 0-13 16,0 0-24-16,0 0-6 0,0 0-10 0,14 9-8 0,-10-6-13 15,-3 3-5-15,2-1-3 0,-2 1-8 0,0 3-7 16,2-2-1-16,-3-1 0 0,0 2-8 0,1-2-4 16,-2 4 1-16,-3-2-2 0,3 1-4 0,-2-3 0 0,-2 1 1 0,-4 1-8 15,-1-3-16-15,2 0-11 0,-4 0-14 0,1-2-10 16,1-2-7-16,1 2 1 0,0-3 5 0,9 0 5 15,-15-3 0-15,7 1 10 0,3-1 0 0,3-1 5 16,-2-1 4-16,3-2 0 0,3-2 5 0,-1-1 8 16,5-2 18-16,-1 4 11 0,2-3-4 0,0 1 17 15,3-2 9-15,-1 0 0 0,0 2 8 0,0 2-3 16,-3 1 6-16,2 0 6 0,-1 2 0 0,-3 0 1 16,0 0-5-16,1 3-8 0,-5 2-6 0,8-4-9 15,-8 4-6-15,11 1-2 0,-8 3-5 0,2 1 2 16,0 3-6-16,-1 0 4 0,2 1 0 0,-3-1-2 15,1 3 2-15,-3 0-9 0,4 6 0 0,-1-6-5 16,-3 1 2-16,1 0 1 0,0-1-1 0,1 0 0 16,2 1-4-16,-3-2 2 0,2 0 0 0,3-1 0 15,-2 1 1-15,1-2-2 0,7-1 3 0,4-1-1 16,0-2-2-16,1 0 2 0,1-2-2 0,10-4-1 16,-3-5 7-16,1-1 16 0,1-3 11 0,-5-2 17 15,7 0 15-15,-3-5 17 0,-2-3 7 0,-1-1 0 16,-1-1 0-16,-2-4-7 0,-2 2-7 0,-2 0-5 15,-2-5-6-15,-2-1-2 0,-2 2 6 16,1 1 7-16,-3 3-1 0,-3-2-14 0,-2 10 6 0,-2-1 2 16,2 2 0-16,-2 3 1 0,-1 0 6 0,-2 4 1 15,1-1 2-15,0 3-7 0,-2-1-15 0,1 4-6 16,0-2-7-16,1 2-20 0,0 4-36 0,-2-6 0 16,2 6 0-16,0 0 0 0,0 0 0 0,0 0 0 15,0 0 0-15,0 0 0 0,-15 12 0 0,11-4 0 16,-2 2 0-16,1-2 0 0,-3 6 0 15,1 1 0-15,-2 1 0 0,1 1 0 0,-1-1 0 0,4-4 0 16,-3 8 0-16,3-4 0 0,-3 0 0 0,3 3 0 16,4-4 0-16,-3 2 0 0,4 0 0 0,-1-1 0 15,2 0 0-15,3 0 0 0,2-1 0 0,-2 0 0 16,5 0 0-16,0-1 0 0,4 0 0 0,1-2 0 16,1 0 0-16,1-2 0 0,0-1 0 15,2 0 0-15,1-3 0 0,-3-1 0 0,1 0 0 0,1-4 0 16,0 0 0-16,0-2 0 0,-4 0 0 0,0-2 0 15,3-1 0-15,-4-1 0 0,5 0 0 0,-3-3 0 16,-1-1 0-16,-4 2 0 0,0-1 0 0,-1 2 0 16,-1-3 0-16,0 0 0 0,-1-2 0 0,-3 1 0 15,1 0 0-15,-3 0-2 0,1-1-30 0,0 5 6 16,-3-4 0-16,1 4-3 0,-1 1 8 0,0 0-4 16,0 5 1-16,-1-9-5 0,1 9-4 0,-4-4-13 15,4 4 3-15,0 0-14 0,-15 2-6 0,15-2-9 16,-13 5-2-16,7-1 2 0,-1 3-3 0,-2 2-1 15,0-1-3-15,3 2-2 0,-2-1-10 0,3 2-9 16,-1-1-6-16,-2-1-2 0,6 2 7 0,3-2 9 0,-1 2 11 16,2 1 9-16,1-3 6 0,3 1 5 0,5-1-5 15,0 3-13-15,6-5-4 0,1 2-23 16,-1-4-24-16,10 1-14 0,-4-3-15 0,5-4-33 16,-2 2-22-16,5-2-39 0,-4-5-33 0,-6 1-39 15,7-3-33-15,-3-2-30 0,-6-1-204 0,-3 4-639 16,-3-3 283-16</inkml:trace>
  <inkml:trace contextRef="#ctx0" brushRef="#br0" timeOffset="48110.8059">25870 1590 58 0,'1'-3'142'0,"1"-1"21"0,-2 1 36 0,0 3 27 15,0 0 17-15,0-5 20 0,0 5 14 0,0 0 12 16,4-3-7-16,-4 3-29 0,5-3-17 0,-3 0-4 16,-2 3 1-16,8-3-8 0,-6 2-16 0,-2 1-14 15,11-3-24-15,-6 2-16 0,-5 1-13 0,12 0-4 16,-6 1-8-16,1-2-2 0,0 3-2 0,4-2-11 15,-1 3-10-15,-1 0-12 0,1 3-9 0,-2-2-9 16,0 1-8-16,-3-1-7 0,4 2-6 0,-5 0-4 16,-2 0-4-16,2 1-2 0,-4 0-6 0,3 0 0 15,-3 0-4-15,-3 0-4 0,-1 2-1 0,-2 2 0 16,-3-4-3-16,-2 1 3 0,-5 2-4 0,2-2-3 16,-4-3 2-16,3 0-5 0,1-1-4 0,2 0-8 15,2-1-1-15,-1-1-2 0,4-1 3 0,2-1 5 16,5 0-2-16,-9-1 1 0,5-1 0 0,3-2 0 15,-3-1-6-15,4 0 3 0,0-2-4 0,3 0 0 16,-1-1-3-16,2-1-4 0,0 0-9 0,0 0-27 16,1 1-12-16,0-2-26 0,3 0-32 0,-2 2-27 15,3 1-39-15,-2-2-25 0,-2 3-32 0,2-1-33 16,2 1-25-16,0 0-25 0,1 1-18 0,-5-2-14 16,1 4-218-16,1-6-610 0,-3 2 270 0</inkml:trace>
  <inkml:trace contextRef="#ctx0" brushRef="#br0" timeOffset="48391.9887">26041 1399 190 0,'7'-10'236'0,"-3"-1"19"0,-2 1 25 0,1 1 14 16,1-4 2-16,-2 1 28 0,1 2 23 0,-2 1 25 15,0 1 16-15,2 1 22 0,-3 1-1 0,0 1 5 16,1 0-4-16,2 2-26 0,-3 3-38 0,1-4-33 16,-1 4-43-16,0 0-25 0,0-4-30 0,0 4-16 15,0 0-4-15,0 0 37 0,-3 22-7 0,1-9-14 16,-2 3-21-16,0 2-4 0,0 2-15 0,2 5-14 15,-3 1-130-15,2-7-27 0,-1 6 0 16,0-1 0-16,-3 4 0 0,3-3 0 0,0-5 0 16,0 4 0-16,3-5 0 0,-2-2 0 0,1 2 0 0,-2-3 0 15,4-5 0-15,-3-1 0 0,1 0 0 0,-1 0 0 16,6-4 0-16,-3-1 0 0,-3-2 0 0,3 1 0 16,0-4-42-16,0 0-262 0,5 6-80 15,-5-6-79-15,0 0-74 0,17-9-57 0,-13 5-385 16,1-6-1058-16,0-1 468 0</inkml:trace>
  <inkml:trace contextRef="#ctx0" brushRef="#br0" timeOffset="48674.6784">25229 1341 304 0,'-7'-2'395'16,"7"2"15"-16,-9-5 12 0,5 4 6 0,4 1 13 16,-6-1 0-16,6 1 4 0,0 0-3 0,0 0 6 15,-9-4-1-15,9 4 10 0,0 0-21 0,-1-1-23 16,1 1-27-16,0 0-36 0,0 0-35 0,5-7-25 16,-2 5-37-16,4-2-30 0,-1 2-23 0,5-3-24 15,0-2-107-15,3 4-69 0,4-2 0 0,1-2 0 16,2 0 0-16,4 0 0 0,-3 1 0 0,0 3 0 15,5-5 0-15,-6 5-234 0,-1-1-135 0,0 1-85 16,-1-2-87-16,-5 3-115 0,-2-1-334 0,0-1-1072 16,-3-2 475-16</inkml:trace>
  <inkml:trace contextRef="#ctx0" brushRef="#br0" timeOffset="51679.5079">6618 3388 275 0,'0'0'358'0,"3"-6"-12"0,-1 5 5 15,-2 1-1-15,3-4-3 0,-3 4-7 16,0-3 1-16,3-1-9 0,-3 4-4 0,3-3 1 15,-3 3-6-15,0 0-4 0,3-4-7 0,-3 4-5 16,0 0-8-16,4-3-9 0,-4 3 6 0,0 0-6 16,0 0-14-16,0 0-9 0,0 0-11 0,0-5-6 0,0 5-11 15,0 0-9-15,0 0-16 0,0 0-12 16,0 0-78-16,0 0-124 0,3-2 0 0,-3 2 0 16,0 0 0-16,0 0 0 0,0 0 0 0,0 0 0 15,0 0 0-15,0 0 0 0,0 0 0 0,0 0 0 16,0 0 0-16,0 0 0 0,0 0 0 0,0 0 0 0,0 0 0 15,0 0 0-15,0 0 0 0,0 0 0 16,0 0 0-16,0 0 0 0,0 0 0 0,0 0 0 16,0 0 0-16,0 0 0 0,0 0 0 0,0 0 0 15,0 0 0-15,0 0 0 0,0 0 0 0,0 0 0 0,0 0 0 16,0 0 0-16,0 0 0 0,0 0 0 0,0 0 0 16,0 0 0-16,0 0 0 0,0 0 0 0,0 0 0 15,0 0 0-15,0 0 0 0,0 0 0 16,0 0 0-16,0 0 0 0,0 0 0 0,0 0 0 15,0 0 0-15,0 0 0 0,0 0 0 0,0 0 0 0,0 0 0 16,0 0 0-16,0 0 0 0,0 0 0 0,0 0 0 16,0 0 0-16,0 0 0 0,0 0 0 0,0 0 0 15,0 0 0-15,0 0 0 0,0 0 0 0,0 0 0 16,0 0 0-16,0 0 0 0,0 0 0 0,0 0 0 16,0 0 0-16,0 0 0 0,0 0 0 0,0 0 0 15,0 0 0-15,0 0 0 0,3 11 0 0,-3-5 0 16,3 4 0-16,-2 2 0 0,2 0 0 0,3 6 0 15,-3-1 0-15,3 2 0 0,-1 0 0 0,-3 2 0 16,1 2 0-16,1 2 0 0,-2 2 0 0,1-4 0 16,-3-3 0-16,1 5 0 0,2-7 0 0,-6 7 0 15,3-6 0-15,0 1 0 0,0-3 0 0,0 1 0 16,-1-1 0-16,1-1 0 0,0-6 0 0,1 2 0 16,-1-3 0-16,0-2 0 0,3 0 0 0,-3-2 0 15,0 2 0-15,0-2 0 0,0-1 0 0,1 1 0 16,2-3 0-16,-3 1 0 0,0-3 0 0,1 6 0 15,-1-6 0-15,0 0 0 0,0 4 0 0,0-4 0 16,0 0 0-16,0 0 0 0,0 0 0 0,0 0 0 16,0 0 0-16,0 0 0 0,0 0 0 0,0 0 0 15,5-11 0-15,-5 9 0 0,5-3 0 0,-2-4 0 16,-2 5 0-16,4-4 0 0,-1-2 0 0,1 0 0 16,-1 1 0-16,2-2 0 0,1 0 0 0,-1-3 0 15,1-1 0-15,-2 3 0 0,3-2 0 0,-1-2 0 16,1 0 0-16,-2 1 0 0,0-1 0 0,2 2 0 15,-2-2 0-15,1 3 0 0,-1-1 0 0,-1 2 0 0,0 1 0 16,-1 0 0-16,0 4 0 0,1-1 0 16,-3 1 0-16,1 0 0 0,-1 3 0 0,-1-2 0 15,3 2 0-15,-2 0 0 0,-2 0 0 0,0 4 0 16,4-6 0-16,-4 4 0 0,0 2 0 0,1-3 0 16,-1 3 0-16,2-4 0 0,-2 4 0 0,0 0 0 0,0 0 0 15,2-3 0-15,-2 3 0 0,1-3 0 0,-1 3 0 16,0 0 0-16,0 0 0 0,0 0 0 0,0 0 0 15,0 0 0-15,0 0 0 0,0 0 0 0,0 0 0 16,3 10 0-16,1-6 0 0,-1 3 0 0,0 1 0 16,4 2 0-16,-4 0 0 0,5 1 0 0,-4 1 0 15,1-1 0-15,5 3 0 0,-2 2 0 0,1-1 0 16,4 0 0-16,-4 0 0 0,0 1 0 0,1 2 0 16,1-3 0-16,0 0 0 0,0 0 0 0,1 0 0 15,-5-2 0-15,1-4 0 0,-1 2 0 16,-1-4 0-16,0-1 0 0,-3-1 0 0,3-1 0 0,-5-1 0 15,4 0 0-15,-1 0 0 0,-4-3 0 0,4 3 0 16,-4-3 0-16,3 3 0 0,-3-3 0 0,2 3 0 16,-2-3 0-16,0 0 0 0,0 0 0 0,5-8 0 15,-3 2 0-15,0-2 0 0,2-3 0 0,1-1 0 16,-4-5 0-16,3-2 0 0,1-7 0 0,-1-2 0 16,1 2 0-16,-1 0 0 0,-1-2 0 0,-1 0 0 15,3-3 0-15,2 1 0 0,-5-1 0 0,2-1 0 16,0 0 0-16,1-1 0 0,3 4 0 0,-6 2 0 15,2 1 0-15,1 8 0 0,-2 0 0 0,-2 7 0 16,2-2 0-16,-2 0 0 0,2 5 0 0,-2 0 0 16,0 1 0-16,0 2 0 0,1-1 0 0,-2 3 0 15,2-3 0-15,-2 6 0 0,0-6 0 0,0 6 0 16,3-4 0-16,-3 4 0 0,0-4 0 0,0 4 0 16,0 0 0-16,0 0 0 0,0 0 0 0,0-5 0 15,0 5 0-15,0 0 0 0,0 0 0 0,0 0 0 16,0 0 0-16,0 0 0 0,0 0 0 0,0 0 0 15,3-2 0-15,-3 2 0 0,0 0 0 0,0 0 0 16,0 0 0-16,0 0-347 0,0 0-216 0,7 7-63 16,-6-5-484-16,-1-2-1201 0,0 0 531 0</inkml:trace>
  <inkml:trace contextRef="#ctx0" brushRef="#br0" timeOffset="52788.8279">8525 3438 241 0,'0'-6'308'0,"1"2"-5"0,-1 4-11 16,-1-6-8-16,0 3-3 0,1 3-5 16,-3-8-6-16,4 3-11 0,-4-1-13 0,0 2-15 15,-2 0-10-15,-1-4 5 0,1 4-11 0,-1 1-9 16,2-4 0-16,-3 3-11 0,3 0-3 0,-2 1-5 0,2 1-8 16,-4-2-11-16,3 3-8 0,-4-1-10 15,4 1-9-15,0-2-11 0,5 3-4 0,-17 0-5 16,7 2-6-16,1-1-15 0,1 0-10 0,-3 1-4 15,5 1-4-15,-5 2-1 0,1-1-1 0,-1 5 2 16,0-4-6-16,1 4-6 0,-3 0 8 0,2 4-3 0,1 0-9 16,1 2-1-16,-4-3 3 0,4 5 3 15,0-3-6-15,-1 2-4 0,0 1-7 0,-2 7 6 16,3-7-8-16,-1 1-5 0,-2-1-10 0,2 1 5 16,1-1-8-16,-1 0 2 0,0-2-7 0,0 2-7 15,2 1 5-15,-1-2-3 0,-4-1 2 0,2-3-1 0,0 0 0 16,-1 0-4-16,0 0-6 0,2-3 6 15,-3 0 0-15,4-2 0 0,-2 1-11 0,-1-4-4 16,2 0 8-16,-4-1 4 0,2 1-1 0,-3-2-3 16,2 0 2-16,3-4 0 0,-1 2 5 0,0-3 4 15,2-2-4-15,-1-1 1 0,3-2 0 0,-3-3 6 16,2-3 0-16,1-2-2 0,5 0-3 0,-2-3-23 0,3 0 0 16,1 1 0-16,2 0 0 0,2-1 0 0,1 1 0 15,0-1 0-15,1 1 0 0,4 2 0 16,-3 1 0-16,2-2 0 0,-3 2 0 0,1 5 0 15,-1 0 0-15,2 0 0 0,0 2 0 0,-1 0 0 16,1 1 0-16,-2 1 0 0,3 2 0 0,-4 0 0 16,4 2 0-16,3 0 0 0,-2 2 0 0,-1 2 0 0,5 1 0 15,-2 0 0-15,0 4 0 0,4 0 0 16,0 1 0-16,-2 4 0 0,-1 0 0 0,0 2 0 16,0 0 0-16,-2-1 0 0,2-1 0 0,-1 0 0 15,0 2 0-15,-3 0 0 0,3-1 0 0,-1 0 0 0,-2-1 0 16,0 1 0-16,1 0 0 0,3-1 0 15,-1 1 0-15,-2-4 0 0,3 1 0 0,-3-2 0 16,1-2 0-16,0 0 0 0,0 0 0 0,1-3 0 16,-1 4 0-16,-1-5 0 0,-1 1 0 0,2-3 0 15,1 0 0-15,-2-3 0 0,2 1 0 0,2-5 0 0,-4 3 0 16,3-1 0-16,-1-1 0 0,-1-1 0 16,0 0 0-16,-3 2 0 0,0-4 0 0,2 4 0 15,-1-3 0-15,-4 3 0 0,0 1 0 0,0 0 0 16,-2 1 0-16,2 1 0 0,-5 2 0 0,5-5 0 15,-2 4 0-15,-3 1 0 0,0 0 0 0,0 0-86 0,0 0-445 16,0 0-44-16,0 0-61 0,0 0-425 16,0 0-1149-16,0 0 509 0</inkml:trace>
  <inkml:trace contextRef="#ctx0" brushRef="#br0" timeOffset="54541.4843">9518 3323 195 0,'1'-7'401'0,"3"0"-1"15,0-2 2-15,0 0 5 0,-4 3 1 0,2-1-8 16,-2 2-9-16,3-1-18 0,-2 1-9 0,-1 0-6 16,0 1 0-16,0-3-3 0,0 5-20 0,0 2-12 15,3-5-23-15,-3 5-20 0,0 0-24 0,0-3-33 16,0 3-23-16,0 0-20 0,0 0-17 0,0 0-21 16,0 0-29-16,0 0-5 0,0 0 11 0,-4 19 24 15,-2-7 13-15,-2 5 4 0,-4 7 4 0,1 2-150 16,-2 4-14-16,0 1 0 0,-1 1 0 0,0 0 0 15,0 2 0-15,-5 9 0 0,4-8 0 0,-6 10 0 16,6 1 0-16,2 3 0 0,2-15 0 0,-1 14 0 16,2-3 0-16,6-10 0 0,-1 0 0 0,6 1 0 15,-1-1 0-15,8 0 0 0,1-3 0 0,1 2 0 16,4-4 0-16,4-3 0 0,-1 0 0 0,-1-6 0 16,2 2 0-16,-2-2 0 0,-4-8 0 0,0-1 0 15,-5-3 0-15,4-3 0 0,-2 2 0 0,-2-3 0 16,1 0 0-16,-2-3 0 0,-1 0 0 0,-5-2-164 15,13-1-320-15,-13 1-75 0,18-9-100 0,-13 2-396 16,3-3-1142-16,0-4 506 0</inkml:trace>
  <inkml:trace contextRef="#ctx0" brushRef="#br0" timeOffset="54886.5176">9797 3440 461 0,'1'-12'544'0,"-1"5"13"15,5-2-2-15,-5 3 2 0,0-1-27 0,1 3-22 16,1 0-27-16,-1 0-40 0,-1 4-23 0,0-6-45 16,0 6-40-16,0-3-34 0,0 3-29 0,0 0-37 15,0 0-25-15,0 0-24 0,0 0-18 0,0 0-11 16,0 17-1-16,0-6-3 0,-1 0-11 0,-1 6-10 15,2-2-2-15,-1 2-8 0,-1-1-25 0,-1 2-95 16,-1 1 0-16,-1 1 0 0,0 0 0 0,1-1 0 16,-4-1 0-16,2 2 0 0,-3-4 0 15,4 2 0-15,-4-1 0 0,1-2 0 0,2 1 0 0,2-5 0 16,-1-2 0-16,0 3 0 0,1-4 0 0,0-3 0 16,3 1 0-16,-3-3 0 0,4-3 0 0,-4 6-198 15,4-6-44-15,0 0-80 0,0 0-85 0,0 0-75 16,0 0-85-16,9-24-429 0,-5 12-1078 0,0-7 476 15</inkml:trace>
  <inkml:trace contextRef="#ctx0" brushRef="#br0" timeOffset="55247.961">9834 3339 126 0,'4'-8'450'0,"3"-2"29"0,-4 2 18 0,1 1 6 16,-2 0-12-16,1 2-15 0,-1-1-21 0,0-1-18 15,-1 4-31-15,2-2-16 0,-2 3-44 0,-1 2-28 16,2-4-37-16,-2 4-31 0,3-4-26 0,-3 4-17 16,0 0-34-16,0 0-13 0,6 9-22 0,-2-3-5 15,1 4-8-15,-2 0-2 0,3 8 15 0,4 0 10 16,-1 5 1-16,0 1-8 0,-1 0-5 0,-2 1-6 16,-1 0-6-16,2-6-87 0,-2 5-37 15,-1-5 0-15,-3-1 0 0,4 2 0 0,3 3 0 0,-7-5 0 16,2 0 0-16,-1-1 0 0,-2 0 0 0,3-5 0 15,-6-1 0-15,6 0 0 0,-3 2 0 0,0-9 0 16,1 4 0-16,-1-1 0 0,0-4 0 0,0 3 0 16,0-6 0-16,3 11 0 0,-3-11 0 0,0 6 0 15,0-6 0-15,0 0 0 0,2 3 0 0,-2-3-157 16,0 0-140-16,0 0-80 0,0 0-60 0,0 0-41 16,0 0-47-16,4-12-38 0,-4 12-331 0,5-14-967 15,-4 9 429-15</inkml:trace>
  <inkml:trace contextRef="#ctx0" brushRef="#br0" timeOffset="55466.8584">9838 3680 197 0,'0'0'459'0,"0"0"21"16,-11-2 26-16,9 2 16 0,2 0 0 0,0 0 1 16,0 0-2-16,0 0-16 0,-8-1-27 0,8 1-36 15,0 0-34-15,0-6-41 0,0 6-37 0,7-3-36 16,-2-1-36-16,4-1-23 0,2-1-22 0,-1 3-22 15,4-1-21-15,-1 0-18 0,1-1-14 0,0 2-16 16,-3 0-17-16,1 0-52 0,0 0-53 0,-2 1 0 16,0-1 0-16,3 1-66 0,-8 0-64 0,-5 2-57 15,14 0-64-15,-7-2-71 0,-2 0-66 0,-5 2-68 16,0 0-70-16,15-1-54 0,-15 1-302 0,9-3-954 16,-9 3 423-16</inkml:trace>
  <inkml:trace contextRef="#ctx0" brushRef="#br0" timeOffset="56108.8705">10121 3662 130 0,'0'0'555'0,"0"0"28"0,0 0 11 0,9-11 6 16,-9 11-11-16,0-6-19 0,0 6-25 0,0-4-21 15,2 1-27-15,-2 3-30 0,0 0-38 0,0-6-39 16,0 6-41-16,2-2-34 0,-2 2-40 0,0 0-31 15,0 0-31-15,0 0-25 0,0 0-54 0,0 0-134 16,0 0 0-16,0 0 0 0,1 20 0 0,2-13 0 16,-3 3 0-16,1 0 0 0,1-1 0 0,-2 1 0 15,2 5 0-15,-2-4 0 0,0 1 0 0,0 0 0 16,0-1 0-16,0 0 0 0,0 0 0 0,1-3 0 16,-1-1 0-16,3 0 0 0,-3-1 0 0,0 0-26 15,0-1-120-15,0-5 13 0,0 7 16 0,0-7 20 16,2 5 9-16,-2-5 13 0,0 0 7 0,0 0 8 15,0 0 8-15,0 0 6 0,9-17 6 0,-5 9 11 16,0-1 12-16,0 0 10 0,5-1 12 0,-7 0 10 16,5-1 15-16,-2 3 10 0,-1-1 11 0,0 4 0 15,-2-2 4-15,2 3-3 0,0-2-4 0,-2 3-5 16,-2 3-5-16,4-3 0 0,-4 3-10 0,0 0-14 16,0 0-5-16,5-4 2 0,-5 4-4 0,0 0 2 15,8 9-1-15,-3-7 4 0,-1 3 0 0,0 0-1 16,-2 1-6-16,2-1 7 0,1-1-6 0,0 3-7 15,-1-2-15-15,-1-1-9 0,1 1-6 0,1-2 0 16,0 0 3-16,0 1 6 0,-4-1 2 0,-1-3 4 16,10 4 1-16,-6-3 6 0,-4-1 3 0,0 0 3 15,18-2-2-15,-14-1 9 0,-4 3 2 0,11-4 15 16,-7 0 17-16,0-1 19 0,2-4 5 0,-2 0 7 16,-1 1 15-16,2-3 3 0,0 0 0 0,-4-2 3 15,2 2-76-15,-3-3-14 0,1 3 0 0,-1 0 0 16,0-2 0-16,0 4 0 0,0 1 0 0,0-2 0 15,0 2 0-15,0 2 0 0,-1 0 0 0,1 1 0 16,0 1 0-16,-3 1 0 0,3-3 0 0,0 6 0 16,-1-4 0-16,1 4 0 0,0 0 0 0,0 0 0 15,0-7 0-15,0 7 0 0,0 0 0 0,0 0 0 16,0 0-231-16,0 0-220 0,0 0-51 0,0 0-59 16,6 22-68-16,-2-18-341 0,4 2-1051 0,0-2 466 15</inkml:trace>
  <inkml:trace contextRef="#ctx0" brushRef="#br0" timeOffset="56530.8861">10576 3623 434 0,'4'-7'503'0,"-4"3"37"0,-4-1 25 16,4 5-1-16,0-7-11 0,-1 3-10 0,1 4-19 15,0-4-18-15,0 4-22 0,0-5-35 0,0 5-37 16,0 0-36-16,-2-3-38 0,2 3-35 0,0 0-32 15,0 0-30-15,0 0-28 0,0 0-27 0,0 0-22 16,0 0-142-16,0 0-22 0,-2 11 0 0,2-5 0 16,0 1 0-16,0 1 0 0,0 3 0 0,0 1 0 15,0-2 0-15,0 3 0 0,0 3 0 0,0 2 0 16,0-1 0-16,0 1 0 0,-1-3 0 0,-2 1 0 16,3-3 0-16,-1 4 0 0,-2-6 0 0,6-1 0 15,-3 1 0-15,1-3 0 0,2 0 0 0,-2-2 0 16,3 3 0-16,1-1 0 0,0-5 0 0,0 0 0 15,3 1 0-15,-3-3 0 0,-5-1 0 0,18-1 0 16,-18 1 0-16,13-9 0 0,-3 4 0 0,-2-3 0 16,-2 2 0-16,1-3 0 0,0 1 0 0,-2-1 0 15,-1 1 0-15,-1 0 0 0,-1-1 0 0,-1 3 0 16,1-1 0-16,-1 1 0 0,-4 0 0 0,3 6 0 16,-2-8 0-16,1 4 0 0,-2-1 0 0,-1 2 0 15,4 3 0-15,0 0 0 0,-10-4 0 0,10 4 0 16,-9-3 0-16,9 3 0 0,0 0-364 0,0 0-102 15,-13 8-71-15,12-6-72 0,1-2-428 0,0 0-1121 16,-5 7 497-16</inkml:trace>
  <inkml:trace contextRef="#ctx0" brushRef="#br0" timeOffset="56843.9896">10958 3638 280 0,'4'-4'510'0,"-4"4"26"0,0 0 20 16,3-7-6-16,-3 7-5 0,0 0-20 0,0-4-28 15,0 4-30-15,0 0-27 0,0 0-39 0,0 0-30 16,0 0-32-16,4-4-31 0,-4 4-27 0,0 0-26 16,0 0-30-16,6-3-27 0,0 3-17 0,5-2-24 15,1 0-11-15,9-2-23 0,-2 3-11 0,-1 0-9 16,1 0-18-16,0 2-85 0,0-2 0 0,-1-1 0 15,-5 0 0-15,0 1 0 0,0 0 0 0,-7-2 0 16,3 3 0-16,-3 0 0 0,-1-1 0 0,-5 1 0 16,0 0 0-16,12-2 0 0,-12 2 0 0,5-1 0 15,-5 1-124-15,0 0-158 0,0 0-71 0,4-1-68 16,-4 1-102-16,0 0-97 0,0 0-358 0,0 0-1060 16,0 0 469-16</inkml:trace>
  <inkml:trace contextRef="#ctx0" brushRef="#br0" timeOffset="57156.9912">11715 3438 174 0,'8'-4'504'0,"-6"-2"30"0,1 0 25 0,-2 1 12 16,-1 5 9-16,4-8-3 0,-3 3-10 0,0 1-21 15,-1 0-23-15,0 4-28 0,2-3-41 0,-2 3-43 16,0-4-42-16,0 4-37 0,0 0-39 0,0 0-36 15,0 0-35-15,0 0-26 0,0 0-169 0,0 0-27 16,-3 21 0-16,1-10 0 0,-1 5 0 0,-1 2 0 16,0-2 0-16,-2 2 0 0,-3 7 0 0,4 2 0 15,-3-2 0-15,-2 0 0 0,1 0 0 0,0 1 0 16,0-2 0-16,2 1 0 0,-2-2 0 0,-2 1 0 16,-1-1 0-16,4-7 0 0,0-1 0 0,3-3 0 15,0 0 0-15,0-3 0 0,-2 0 0 0,4-3 0 16,1-1-342-16,1-1-105 0,1-4-36 0,0 0-70 15,1 6-72-15,-1-6-333 0,0 0-1036 0,0 0 459 16</inkml:trace>
  <inkml:trace contextRef="#ctx0" brushRef="#br0" timeOffset="57516.2404">11771 3419 81 0,'5'-12'443'0,"2"1"45"0,-2 2 12 15,-3-1 4-15,2 1 11 0,-1 4-7 0,-1-1-18 16,1 1-24-16,-2 2-19 0,2-1-30 0,-1 2-26 16,-2 2-37-16,2-4-40 0,-2 4-29 0,0 0-34 15,0 0-25-15,3-2-25 0,-3 2-26 0,0 0-18 16,0 0-16-16,4 12-5 0,-3-4-1 0,1 4 5 16,0 3-2-16,2 1 8 0,-1 3-4 0,-1 2-142 15,2 3 0-15,-3-4 0 0,8 5 0 0,-5 0 0 16,-4-4 0-16,3 5 0 0,1-2 0 0,-2 1 0 15,-1-7 0-15,2 2 0 0,-3 5 0 0,0-6 0 16,3 0 0-16,-3-1 0 0,0-1 0 0,2-1 0 16,-4-4 0-16,2-2 0 0,0-1 0 0,0-2 0 15,2 1 0-15,-2-2 0 0,0-3 0 0,0 3 0 16,0-6 0-16,1 5 0 0,-1-5 0 0,0 0 0 16,0 0 0-16,0 0-167 0,0 0-149 0,22-7-45 15,-21 1-56-15,-1 6-55 0,8-12-59 0,-3 3-36 16,-5 2-327-16,0-2-968 0,-4-1 429 0</inkml:trace>
  <inkml:trace contextRef="#ctx0" brushRef="#br0" timeOffset="58299.7666">11702 3701 250 0,'0'0'403'16,"-9"-1"18"-16,9 1 19 0,0 0 9 0,0 0-8 15,-9-1-13-15,9 1-20 0,0 0-19 0,0 0-30 16,-2-4-37-16,2 4-32 0,0 0-30 0,0 0-21 15,11-10-21-15,-3 9-8 0,-3-2-3 0,4 0-5 16,9 2-5-16,1-5-4 0,-1 3-7 0,4-2-9 16,-1 3-13-16,6-2-25 0,-5 0-7 0,1 2-14 15,0 0-11-15,4-2-14 0,-8 0-3 0,1 1-20 16,0 1-2-16,-3 0-8 0,-4 2-2 0,1-3-10 16,-1 0-6-16,-2 2-5 0,-3 0-17 0,-1 0-20 15,-7 1-9-15,12-1-4 0,-7 0 12 0,-5 1-12 16,8-2 2-16,-8 2 5 0,4 0-4 0,-4 0 7 15,5-1 5-15,-5 1 1 0,0 0 1 0,0 0 18 16,0 0 7-16,5-2 21 0,-5 2 14 0,0 0 9 16,0 0 2-16,0 0-75 0,0 0 0 0,0 0 0 15,0 0 0-15,9 0 0 0,-9 0 0 0,0 0 0 16,0 0 0-16,0 0 0 0,0 0 0 0,3 5 0 16,-3-5 0-16,0 5 0 0,0 1 0 0,0 1 0 15,0 2 0-15,-3 0 0 0,3 0 0 0,0 1 0 16,0 4 0-16,0-2 0 0,0 2 0 0,0 5 0 15,-1-5 0-15,1-2 0 0,-3 0 0 0,3-2 0 16,0-2 0-16,0 2 0 0,0-3 0 0,0 0 0 16,0-1 0-16,0 0-71 0,3-1-43 0,-2-1 13 15,-1-1 15-15,0 2 7 0,0-5 15 0,0 0 11 16,0 0 5-16,0 0 10 0,0 0 16 0,16-14 16 16,-11 7 17-16,1-1 6 0,-1-3 9 0,2 1 13 15,-2 2 4-15,0 0 17 0,0-1 0 0,1 4 5 31,-2-3 0-31,-1 3 0 0,-1 2-1 0,2-1-9 0,-1-1-9 0,-3 5-3 0,4-4-20 0,-4 4-23 16,3-3 0-16,-3 3 0 0,0 0 0 0,0 0 0 16,17 6 0-16,-11-3 0 0,1 3 0 0,-1-2 0 15,3 2 0-15,-1 1 0 0,2 0 0 0,0 0 0 16,2 0 0-16,-1-2 0 0,-2 3 0 0,0-3 0 16,0 0 0-16,1-1 0 0,-2 0 0 0,-3-2 0 15,3 1 0-15,-1-2 0 0,-7-1 0 0,11-1 0 16,-11 1 0-16,11-6 0 0,-7 1 0 0,2-1 0 15,-3-5 0-15,1 0 0 0,-2-2 0 0,1-3 0 16,-2-1 0-16,0 1 0 0,-3-3 0 0,2 7 0 0,0-5 0 16,-3 2 0-16,2 4 0 0,1 0 0 15,0 1 0-15,0 2 0 0,-3 2 0 0,5 0 0 16,-4 1 0-16,1 2 0 0,1 3 0 0,0-6 0 16,0 6 0-16,0 0 0 0,-1-5 0 0,1 5 0 15,0 0 0-15,0 0 0 0,0 0 0 0,0 0 0 16,0 0 0-16,0 0 0 0,0 0-100 0,5 18-352 15,-3-11-50-15,4 1-58 0,3-2-58 0,-6 1-376 16,5-2-1075-16,1 1 476 0</inkml:trace>
  <inkml:trace contextRef="#ctx0" brushRef="#br0" timeOffset="58831.6408">12548 3703 275 0,'0'0'358'15,"0"0"6"-15,0 0 8 0,8-11-13 0,-8 11-1 16,0-6-15-16,0 6-10 0,0 0-10 0,1-8-17 16,-1 8-17-16,0 0-20 0,0 0-17 0,4-1-24 15,-4 1-20-15,0 0-20 0,0 0-22 0,0 0-19 16,0 0-14-16,0 0-17 0,0 0-18 0,0 0-8 16,0 0-7-16,0 0-9 0,14 5-9 0,-10-2-10 31,1 3-5-31,-1-1-2 0,-3 0-4 0,4 3-5 15,-3-3-8-15,-2 3-1 0,2 4-6 0,-2-3 1 16,0-1-1-16,0 3-1 0,-2-2-1 0,-1 2-3 16,-5-2-3-16,6-1 4 0,-6 0-6 0,-1 1 2 0,4-6-1 15,-3 3-6-15,-2-1-6 0,0-1-7 16,2-2 0-16,-2 0 4 0,-2 0 0 0,12-2 0 16,-10-3 3-16,3 0 4 0,2-1-3 0,1-2 13 15,2 0 8-15,0-2 6 0,2-3 0 0,0 1 0 16,2-2 5-16,2 2 2 0,1-1 0 0,-2 1 4 0,4-2 3 15,-1 5 1-15,0-2-2 0,-3 5 4 16,3-3-6-16,-1 0-5 0,0 3 1 0,-1 3-6 16,1-3-6-16,-4-1-2 0,-1 5-5 0,8-6-1 15,-8 6-9-15,9 0 3 0,-9 0-4 0,9 5 3 16,-5-2 1-16,1 2-4 0,0 2 5 0,4 5 2 16,-4-6-6-16,2 4-7 0,-1 1 4 0,0-1 2 15,1-1 1-15,-2 1-2 0,1-1 0 0,1 2-1 16,-4-3 0-16,5 1-3 0,-3 0-1 0,2 0 4 15,-4-3 2-15,1 0-5 0,1 2 0 0,-2-5 2 16,3 2-4-16,-2 3-2 0,0-4-21 0,-1-3-12 16,-3-1-14-16,5 5-7 0,-5-5-15 0,4 5-25 15,-4-5-35-15,0 0-88 0,0 0-68 0,0 0-54 16,12-11-51-16,-7 2-77 0,-1 4-376 0,-4-6-913 16,4 3 404-16</inkml:trace>
  <inkml:trace contextRef="#ctx0" brushRef="#br0" timeOffset="59332.429">12791 3270 256 0,'-1'-10'455'0,"-2"4"22"16,2-3 18-16,1 5 0 0,0-1-13 0,-1 0-22 15,1 5-33-15,0-5-34 0,0 5-40 0,0-3-31 16,0 3-34-16,0 0-22 0,0 0-26 0,0 0-32 16,0 0-23-16,0 0-6 0,0 0-2 0,6 9-11 15,2 2 4-15,-3 0 23 0,1 4-18 0,2 0 5 16,5 8-5-16,-4 1-2 0,1 2-1 0,1-1-11 16,-2 5 8-16,0-2-11 0,-1 1-17 0,-1 1-141 15,1-1 0-15,-3 0 0 0,1 4 0 0,-5-3 0 16,0 2 0-16,-2 1 0 0,-2 0 0 0,-3-1 0 15,-1-1 0-15,0-2 0 0,-6 1 0 0,0-1 0 16,-3 2 0-16,-2-6 0 0,-4 0 0 0,-2 2 0 16,-2-5 0-16,-2 0 0 0,0-1 0 0,1-1 0 15,1-3 0-15,2-3 0 0,5-4 0 0,4-3 0 16,-2 0 0-16,8-1 0 0,0 0 0 0,0-3 0 16,4 0 0-16,0-1 0 0,0 1 0 0,5-3 0 15,-8 3 0-15,6 0 0 0,2-3 0 0,-3 0 0 16,3 0 0-16,0 0 0 0,0 0 0 0,0 0 0 15,0 0 0-15,-11 3 0 0,11-3 0 0,0 0 0 16,0 0 0-16,0 0 0 0,0 0 0 0,0 0 0 16,0 0 0-16,0 0-378 0,0 0-72 0,0-12-50 15,0 12-64-15,0 0-65 0,6-9-316 0,-1 2-1024 16,1-1 453-16</inkml:trace>
  <inkml:trace contextRef="#ctx0" brushRef="#br0" timeOffset="63039.7144">8378 4914 144 0,'0'0'275'0,"1"-4"-2"16,2-1 0-16,-2 3-8 0,-1 2 8 0,4-5-4 0,-3 2 3 15,4-1 8-15,-5 4-2 0,4-6-5 0,-3 3 3 16,2 1-9-16,-3 2-8 0,0-7-9 16,4 5-5-16,-3-2 19 0,-1 4-11 0,0-6-12 15,0 2-14-15,0 4-9 0,0-4-16 0,0 4-14 0,-1-5-9 16,1 5-8-16,-3-7-6 0,2 5-9 0,-2-1-10 16,3 3-14-16,-5-6-7 0,-1 1-1 15,4 1-19-15,-7 1 11 0,2 1-8 0,1-3-4 16,-2 3-2-16,-1-1 0 0,0-1-5 0,-1 2 2 0,0-1-2 15,-1 1-2-15,-2 1 0 0,6 0-3 0,-3 0-76 16,0 1-16-16,-2-1 0 0,3 2 0 0,-1-1 0 16,4 1 0-16,-6 0 0 0,4 2 0 0,-3 0 0 15,-1 0 0-15,1 5 0 0,-1-1 0 0,2 0 0 16,-4 5 0-16,3 0 0 0,-1 0 0 0,-1 1 0 16,2 3 0-16,1 1 0 0,-1 1 0 0,4-1 0 15,-2 1 0-15,-4-1 0 0,4 1 0 0,-2 7 0 16,3-8 0-16,-5 6 0 0,0-6 0 0,3-1 0 15,-3 4 0-15,-6 1 0 0,6-8 0 0,-5 7 0 16,7-6 0-16,-3-1 0 0,0-4 0 0,-3 5 0 16,3-5 0-16,-1 0 0 0,-2-5 0 0,1 2 0 15,3-1 0-15,-1-2 0 0,1-2 0 0,0 1 0 0,4-3 0 16,-1 2 0-16,-3-3 0 0,4-2 0 0,2-2 0 16,-1 0 0-16,0-3 0 0,5 1 0 15,-1-2 0-15,2 1 0 0,1-2 0 0,1 1 0 16,0-3 0-16,1 3 0 0,2-1 0 0,1 1 0 0,1-3 0 15,2 3 0-15,0 1 0 0,1-1 0 0,1 2 0 16,7-3 0-16,-7 3 0 0,2 1 0 0,1 1 0 16,-2 3 0-16,3-2 0 0,0 1 0 0,6 3 0 15,-6 1 0-15,6 1 0 0,0 3 0 0,-1 1 0 16,1 2 0-16,-1 1 0 0,0 0 0 0,-3 3 0 16,2 1 0-16,-3 1 0 0,0 0 0 0,-1 3 0 15,2-2 0-15,-3 2 0 0,-2 5 0 0,3-5 0 16,-4-2 0-16,-2 2 0 0,3-1 0 0,-2 1 0 15,0 2 0-15,0-2 0 0,-1-2 0 0,2 1 0 16,-4-5 0-16,4 1 0 0,3 2 0 0,-1-3 0 16,1-3 0-16,4 2 0 0,-2-5 0 0,3 0 0 15,2-1 0-15,2-2 0 0,2-4 0 0,-2 1 0 16,1-3 0-16,-1-1 0 0,-2 3 0 0,-3-4 0 16,2 0 0-16,-6 0 0 0,2-2 0 0,-4 5 0 15,-1-1 0-15,-3 0 0 0,2-1 0 0,-3 0 0 16,3 3 0-16,-3 0 0 0,1-2 0 0,-2-1 0 0,0 4-329 15,-4 2-342-15,3-4-528 0,-3 4-1298 16,0 0 574-16</inkml:trace>
  <inkml:trace contextRef="#ctx0" brushRef="#br0" timeOffset="64198.7725">10975 4531 94 0,'3'-3'257'0,"4"-4"3"0,-3 5 1 0,1-4 4 16,0 0 1-16,-1 1 0 0,1 2 2 0,0-3 5 15,-1-1-2-15,0 5 2 0,0-3 0 16,-3 0-3-16,3 2 0 0,0-2-3 0,-3 2-9 15,-1 3 0-15,4-4-8 0,-4 4-7 0,0-4-4 0,0-1-3 16,0 5-5-16,0 0-11 0,1-3-9 0,-1 3-8 16,0 0-11-16,0 0-12 0,0 0-16 0,4-4-16 15,-4 4-17-15,0 0-10 0,0 0-25 16,0 0-5-16,0 0-15 0,0 0-5 0,0 0-2 0,-9 15-14 16,1-7 1-16,2 3 9 0,-3 5-9 0,-8 5 2 15,2 1-7-15,-3 1-11 0,3 0 4 16,0 1-1-16,-2 0-11 0,2-1 7 0,-2 3-10 15,2-2-2-15,-2 1-1 0,8-1-1 0,0-2-4 0,-1-4-19 16,2 1-2-16,4-3 0 0,4 2 0 0,3-2 0 16,5 0 0-16,-2-4 0 0,8-1 0 0,5 0 0 15,8 1 0-15,0-4 0 0,0-3 0 0,2-4 0 16,1 1 0-16,-4-5 0 0,4-1 0 0,-10-2 0 16,-1 0 0-16,1-3 0 0,-1 0 0 0,-5-1 0 15,-4 3 0-15,0 0 0 0,-1-1 0 0,-4-1 0 16,-1 0 0-16,-4-2 0 0,-4 4 0 0,0 0 0 15,-3 0 0-15,-6 1 0 0,2 1 0 0,-7-2 0 16,1 5 0-16,-2-1 0 0,0 0 0 0,-2 4-21 16,1 2-148-16,-1 1-47 0,-2-3-51 0,4 3-73 15,1 3-73-15,-2-1-84 0,6 1-87 0,-4 0-364 16,5-4-1026-16,3 2 454 0</inkml:trace>
  <inkml:trace contextRef="#ctx0" brushRef="#br0" timeOffset="65184.9006">10103 5177 82 0,'0'0'217'0,"0"0"-5"0,0 0-11 16,0 0-10-16,-11-3-10 0,11 3-10 15,-9 0-7-15,9 0-12 0,-8 0 2 0,2 2-5 16,1-1-6-16,5-1-3 0,-5 0-3 0,-2 2-6 15,2 0-3-15,5-2-7 0,0 0 1 0,-6 1 0 0,6-1 1 16,0 0 5-16,0 0 5 0,-5 0 10 0,5 0 4 16,0 0 8-16,0 0 0 0,0 0 1 0,0 0-3 15,0 0-8-15,0 0-2 0,20-5 0 16,-10 4-4-16,8-3-4 0,1 2-5 0,12-1 2 0,2-3-1 16,7 5-3-16,18-2-1 0,7-4-2 0,33-1-6 15,-1 2-9-15,8 0-6 0,9-4-9 0,2 0 2 16,5 3 3-16,10-4 3 0,4 7 5 0,3-2 8 15,9 0-4-15,-4 0 11 0,3 0 1 0,7 3-11 16,-2 1 0-16,2-2-14 0,6 2-10 0,-7-2 1 16,1 0 5-16,2 1 1 0,-3 0-3 0,-6 4-4 15,-4-5-9-15,-8 2 4 0,-3-7-5 0,-7 5-8 16,-2 0-71-16,-15 1 0 0,-7-2 0 0,-3 1 0 16,-39 2 0-16,-1-2 0 0,-3 0 0 0,-17 1 0 15,-3 1 0-15,-4 0 0 0,-9 1 0 0,-3 0 0 16,-7 0 0-16,0 0 0 0,-2 1 0 0,-4-2 0 15,0 2 0-15,-5 0 0 0,0 0 0 0,0 0-122 16,0 0-120-16,0 0-59 0,0 0-48 0,0 0-55 16,0 0-53-16,0 0-71 0,-28 3-437 0,19-2-1046 15,-3 0 464-15</inkml:trace>
  <inkml:trace contextRef="#ctx0" brushRef="#br0" timeOffset="66812.2691">9886 5680 207 0,'0'0'225'15,"0"-5"4"-15,1 1-3 0,-1 4 3 0,0-5 3 16,0 1 8-16,0 4 5 0,-1-5 16 0,1 0 6 16,0 5 7-16,0-7 10 0,0 4 4 0,0-1 2 15,0-2-6-15,0 1-3 0,1-1-3 0,1 0-7 16,-2 0-9-16,4 1-18 0,-1-2-9 0,0 1-1 15,3-3-10-15,-2 4-18 0,1-2-11 0,0-1-10 16,3 1-15-16,1 0-13 0,-3 1-8 0,2 0-7 16,0 2-22-16,3 0-7 0,1-1-9 0,-2 2-14 15,0-1-8-15,8 3-16 0,-4-1 3 0,0 2-12 16,0 3-4-16,4 1 3 0,0 0 1 0,0 2-8 16,-3 0-6-16,-1 1-11 0,0 3-3 0,-2-2 1 0,-2 3-5 15,-1 3-5-15,0 2 2 0,-4-1 1 16,-2 2-8-16,-6-1 3 0,2 4-14 0,-7-2-4 15,-2 4 0-15,-8 0 0 0,-5 0 0 0,-4 1 0 16,0-3 0-16,-8 1 0 0,-10 0 0 0,9-4 0 0,1-2 0 16,2-4 0-16,-1 0 0 0,-1-1 0 0,6-4 0 15,7-1 0-15,3-5 0 0,1 0 0 0,4-5 0 16,0-2 0-16,4-2 0 0,2-6 0 0,6-3 0 16,4-7 0-16,3-4 0 0,9-2 0 0,-1-2 0 15,2 3 0-15,2 2 0 0,1 1 0 0,-4 2 0 16,5 2 0-16,-2 4 0 0,-1 4 0 0,-1 3 0 15,-3 1 0-15,4 1-23 0,0 0-405 0,-6 4-54 16,2 3-57-16,2 0-62 0,-8 1-419 0,5-1-1105 16,-4 1 489-16</inkml:trace>
  <inkml:trace contextRef="#ctx0" brushRef="#br0" timeOffset="67204.6608">10066 5405 333 0,'3'-16'418'15,"-1"1"16"-15,1-1 12 0,-3 3 26 0,1-1 23 16,-1 1 0-16,0 3 10 0,2-5-1 0,-5 4-6 16,3 2-5-16,-1 3-14 0,-1 0-14 0,0 0-20 15,1 3-20-15,-1-2-28 0,1 0-31 0,1 5-27 16,-1-5-157-16,1 5-182 0,-2-3 0 0,2 3 0 16,0 0 0-16,0 0 0 0,0 0 0 0,-3 14 0 15,0-3 0-15,1 7 0 0,4 2 0 0,-2 8 0 16,-4-1 0-16,4 6 0 0,0-1 0 0,0 5 0 15,-2 9 0-15,1 1 0 0,1-1 0 0,-2-11 0 0,2 17 0 16,0-5 0-16,-4-13 0 0,2 16 0 0,-1-14 0 16,-1 8 0-16,2-9 0 0,0 0 0 15,0 0 0-15,-4 1 0 0,3-3 0 0,1-1 0 16,-4 0 0-16,5-2 0 0,-4-5 0 0,1-7 0 0,4-2 0 16,-1 2 0-16,0-7 0 0,-1 2 0 0,1-5 0 15,1 1 0-15,0-5 0 0,-1 3 0 0,2-5 0 16,0 1 0-16,-1-3 0 0,4 3 0 0,-4-3 0 15,10-1 0-15,-10 1 0 0,9-5 0 0,-1-1 0 16,0 1 0-16,-1-3 0 0,1 2 0 0,6-9 0 16,-2 1 0-16,0 0-425 0,-1 1-342 0,0-3-400 15,3-4-1263-15,-1 6 558 0</inkml:trace>
  <inkml:trace contextRef="#ctx0" brushRef="#br0" timeOffset="67627.1713">10461 5834 259 0,'4'-6'382'0,"-1"-1"16"16,0-1 18-16,-1 1 7 0,-1 0-7 15,0 2-19-15,-1-1-25 0,-1-1-28 0,0 3-27 16,-1 0-22-16,0 1-28 0,2 3-29 0,-7-5-25 0,0 5-20 16,7 0-21-16,-9 7-16 0,3-3-15 0,-1 2-13 15,-3 4-13-15,4-2-11 0,-1 4-11 16,1-2-10-16,-6 4-9 0,7 0-4 0,0-4-7 15,0 0-10-15,-2 1-3 0,6-3-6 0,-3 2-3 0,3-5-3 16,1 1-5-16,-4 0 1 0,3 1-9 0,1-3 3 16,0-2 7-16,1 3-6 0,3-1 5 0,1-1 7 15,-1 0 1-15,1-2 2 0,3 1 2 16,-3 0-6-16,4-1-1 0,-3-1-5 0,2 5 5 0,1-3-11 16,0 0-1-16,-3 0-3 0,1-1-6 0,-1 2 15 15,2 0-14-15,-3-1 2 0,-1 2-1 0,1 0-5 31,-3-1-1-31,1 0 1 0,-2 1-5 0,0 0 5 0,-2 2-6 0,0-1 5 0,-2-1-3 0,1 4-1 16,-5 0-1-16,1 0 1 0,-3 0 3 0,-1-4-5 16,1 3 3-16,-4 0-5 0,0-1-3 0,-1 1-26 15,4-2-30-15,-2-2-37 0,1 1-31 0,6-1-38 16,-3-3-39-16,8 0-59 0,-13-3-56 0,13 3-64 16,-6-5-72-16,7-1-56 0,4-2-281 0,0-1-852 15,4 1 377-15</inkml:trace>
  <inkml:trace contextRef="#ctx0" brushRef="#br0" timeOffset="68080.0693">10653 5859 413 0,'2'-5'461'0,"1"0"7"0,0-2 16 15,-1 1 5-15,-2 0-7 0,2 3-9 0,-1-4-18 16,0 2-5-16,-2 0-5 0,1 1-24 0,0-3-14 15,0 7-18-15,1-5-18 0,-2 2-26 0,1 3-38 16,1-7-21-16,-1 7-33 0,0 0-28 0,-1-5-26 0,1 5-23 16,0 0-15-16,0 0-130 0,0 0-31 0,0 0 0 15,1 16 0-15,-1-8 0 0,-1 4 0 16,1-2 0-16,1 3 0 0,-1-2 0 0,0 5 0 16,0 1 0-16,-1-2 0 0,2 3 0 0,0-1 0 0,-2 0 0 15,0-1 0-15,2 2 0 0,-2-3 0 0,1-3 0 16,1-1 0-16,-1-1 0 0,3-1 0 0,-1 0 0 15,2-3 0-15,0 0 0 0,1 0 0 16,-1-2 0-16,2 1 0 0,2-4 0 0,-2 0 0 0,1-1 0 16,2-1 0-16,-2-1 0 0,3-3 0 0,-4-2 0 15,1 1 0-15,1-2 0 0,-1 0 0 0,-3 1 0 16,0-2 0-16,0 2 0 0,-3-1 0 16,2 1 0-16,-2 1 0 0,-1 0 0 0,0 1 0 0,-4-1 0 15,0 1 0-15,-1 1 0 0,1 1 0 0,-1 0 0 16,-1 0 0-16,-2 1 0 0,3 1 0 0,-1-1 0 15,6 2 0-15,-17 2 0 0,8 0 0 0,3 0-118 16,-7 1-344-16,2 1-54 0,-3 0-54 0,5 0-58 16,-3-2-356-16,7 1-1064 0,-5-2 472 0</inkml:trace>
  <inkml:trace contextRef="#ctx0" brushRef="#br0" timeOffset="72255.8741">11242 5507 14 0,'0'0'334'15,"0"-7"-1"-15,1 6 15 0,2-4 8 0,-3 1 7 16,0 4 14-16,0-9 11 0,1 6 8 0,2 1 3 15,-3 2-6-15,0-8 8 0,1 4-13 0,-1 4 0 16,0-6-6-16,0 3-20 0,0 3-13 0,0-5-19 16,0 5-27-16,0 0-23 0,0-4-18 0,0 4-24 15,0 0-26-15,0 0-15 0,0 0-24 0,0 0-12 16,0 0-97-16,0 0-64 0,0 18 0 0,0-6 0 16,0 0 0-16,4 4 0 0,-4 1 0 0,0 3 0 15,0 4 0-15,0 3 0 0,0-2 0 0,0-4 0 16,0 6 0-16,-5 0 0 0,5-1 0 0,-3 1 0 15,-2-2 0-15,5 0 0 0,-1-7 0 0,-2 1 0 16,2-1 0-16,-2-2 0 0,2-1 0 0,-1-3 0 16,0-1 0-16,2-1 0 0,-1-3 0 0,1-1 0 15,0-1 0-15,0 1 0 0,0-2 0 0,0-4 0 0,0 5 0 16,0-5 0-16,0 6 0 0,0-6 0 0,0 0 0 16,0 0 0-16,0 0 0 0,0 0 0 15,3-17 0-15,-1 8 0 0,-1-2 0 0,2-1-33 16,-3-3-500-16,0 1-73 0,1-4-44 0,-2 0-412 0,-2 1-1150 15,2-1 509-15</inkml:trace>
  <inkml:trace contextRef="#ctx0" brushRef="#br0" timeOffset="72662.0428">11173 5507 351 0,'-3'-7'402'0,"2"0"29"0,1 0 14 16,-1 0 8-16,2 3-2 0,-2-4-7 0,0 4-17 15,2-1-18-15,-1 0-16 0,0-1-27 0,1 1-22 16,0 2-40-16,2-4-25 0,0 4-24 0,2-2-29 16,3 1-23-16,4 0-20 0,1 1-23 0,1 1-13 15,4 1-6-15,2 1-11 0,2 0-5 0,-1 2-9 16,0 2-5-16,1 0-4 0,4 5-7 0,-1 2-1 16,-7-2-16-16,0 0 9 0,1 6 3 0,-4-3-7 15,2 1-5-15,-3 4-5 0,3 4-8 0,-8-4-70 16,3 5 0-16,-4 1 0 0,-5-4 0 0,-5 8 0 15,0-1 0-15,-6-2 0 0,-3-1 0 0,-3 3 0 16,-4-3 0-16,-4 3 0 0,-4-3 0 0,0 0 0 16,-3-4 0-16,1-1 0 0,2-1 0 0,1-1 0 15,1-4 0-15,5-4 0 0,1 0 0 0,5-2 0 16,4-2 0-16,-1 0 0 0,4-1 0 0,0-1 0 16,3 2 0-16,-1-4 0 0,4 0 0 0,0 0 0 15,0 0 0-15,0 0 0 0,-10-9 0 0,10 9 0 16,5-6 0-16,-2 4 0 0,1-1 0 0,1-4-278 0,1 4-242 15,0 1-79-15,4-2-72 0,-1-1-350 16,4 0-1106-16,-3 1 490 0</inkml:trace>
  <inkml:trace contextRef="#ctx0" brushRef="#br0" timeOffset="73146.3239">11619 5807 252 0,'10'-10'491'0,"-3"2"8"0,-3-3 15 0,-2 4 2 16,-1-3-7-16,2 2-16 0,0 1-25 15,-1-1-12-15,-2 2-34 0,1-2-18 0,-1 4-31 16,3-1-26-16,-3 2-40 0,0 3-27 0,0-6-34 16,0 6-29-16,0 0-23 0,0 0-22 0,0 0-15 0,0 0-13 15,-12 11-18-15,7-3-12 0,0 1-10 0,1 0-8 16,-3 1-13-16,0 1-6 0,3 0-10 0,1-2-10 15,-4 2-51-15,3 0-6 0,-2 0 0 0,2-1 0 16,0-2 0-16,3-1 0 0,-2-1 0 0,1-1 0 16,1 1 0-16,-1-2 0 0,1-1 0 0,4 2 0 15,-1-3 0-15,3 0 0 0,-2 2 0 0,2-1 0 16,1-1 0-16,1 2 0 0,3-2 0 0,0 1 0 16,0 1 0-16,2-1 0 0,-3 0 0 0,-2 2 0 15,1-3 0-15,1 3 0 0,-4 0 0 0,3-2 0 16,-3 1 0-16,0 1 0 0,-1 1 0 0,-1 1 0 15,-2-3 0-15,-1 3 0 0,-1-1 0 0,-2 2 0 16,-1-4 0-16,-2 1 0 0,-6 2 0 0,2-1 0 16,-3 1 0-16,-2-1 0 0,-2 2 0 0,1-4 0 15,-1 0 0-15,3-2 0 0,0 2 0 0,3-3 0 16,0 2 0-16,4-2 0 0,-1-1 0 0,8 0 0 16,-9 0 0-16,9 0 0 0,-5-4-48 0,5 4-119 15,-1-5-43-15,1 5-46 0,6-5-55 0,3 1-50 16,-1 0-37-16,1 1-51 0,1-2-65 0,2 0-400 0,0 0-988 15,0-1 438-15</inkml:trace>
  <inkml:trace contextRef="#ctx0" brushRef="#br0" timeOffset="73662.7505">11921 5868 28 0,'1'-2'360'0,"-1"2"9"0,0 0 12 0,-1-7 17 15,1 7 7-15,-3-6 7 0,3 6 8 0,0-5 5 16,0 5 9-16,-1-5-6 0,1 1 0 16,-3 1-6-16,3 3-5 0,-1-4-11 0,1 4-12 0,0-4-14 15,0 4-18-15,0 0-14 0,0 0-22 0,0 0-26 16,-4-5-15-16,4 5-222 0,0 0-63 0,0 0 0 15,0 0 0-15,0 0 0 0,0 0 0 0,0 0 0 16,0 0 0-16,0 0 0 0,-4 15 0 0,3-8 0 16,-3 0 0-16,3 4 0 0,0-1 0 0,-2-1 0 15,3 4 0-15,-1 2 0 0,1 2 0 0,-4-1 0 16,0 0 0-16,0-1 0 0,3 0 0 0,1-2 0 16,-4 0 0-16,4-3 0 0,1 1 0 0,2-1 0 15,-2-1 0-15,4 1 0 0,3 0 0 0,1-6 0 16,-4 3 0-16,4-1 0 0,3-3 0 0,-3-3 0 15,0 0 0-15,2 0 0 0,0-2 0 0,2-3 0 16,-2-2 0-16,1-2 0 0,-3 4 0 0,0-4 0 16,0 0 0-16,-4 1 0 0,0-1 0 0,1 0 0 15,-4 1 0-15,1 0 0 0,-2 1 0 0,-1 2 0 0,-3-2 0 16,2 3 0-16,-3-2 0 0,0 1 0 16,-3 0 0-16,-1 2 0 0,-3-1 0 0,0 2 0 15,-1 0 0-15,-1 4 0 0,1-2 0 0,0 0 0 16,0 2 0-16,2 2 0 0,0-1 0 0,-2 0-240 0,3 0-385 15,3 0-85-15,-2-2-393 0,4 1-1195 0,4-2 529 16</inkml:trace>
  <inkml:trace contextRef="#ctx0" brushRef="#br0" timeOffset="74225.3091">11339 5293 87 0,'0'0'369'0,"-1"3"-6"0,1-3 3 16,0 0 9-16,0 0-10 0,0 0 5 0,0 0-11 15,0 0 0-15,0 0-16 0,0 0-14 0,0 0-10 16,0 0-15-16,0 0-10 0,-1 6-1 0,1-6-28 15,0 0-14-15,0 5-1 0,0-5-16 0,0 0-11 16,0 0-5-16,0 0-8 0,0 0-2 0,0 0-20 16,1 3-8-16,-1-3-4 0,0 0-7 0,0 0-4 15,0 0-9-15,0 0-15 0,0 0-13 0,16-5-12 16,-5 0-98-16,2 2-18 0,6 1 0 0,2 2 0 16,0-3 0-16,7 1 0 0,4-3 0 0,-4 0 0 0,3 4 0 15,1-3 0-15,-2 0 0 0,-1 0 0 16,-3 2 0-16,5-2 0 0,-12 2 0 0,-3-1 0 0,-3 1 0 15,-1 0 0-15,0-1 0 0,-5 3 0 0,-2-2 0 16,2 2 0-16,-2-2 0 0,-5 2 0 0,0 0 0 16,11 0 0-16,-11 0 0 0,4-1 0 15,-4 1 0-15,0 0 0 0,5-1 0 0,-5 1 0 0,0 0 0 16,0 0 0-16,0 0-46 0,3 6-336 0,-3-6-69 16,2 7-64-16,4-3-95 0,-1-1-422 0,2 1-1117 15,2 0 495-15</inkml:trace>
  <inkml:trace contextRef="#ctx0" brushRef="#br0" timeOffset="74866.1306">12500 5854 192 0,'2'2'389'0,"-2"-2"6"16,0 0 16-16,0 0 1 0,0 0-3 16,0 0-2-16,0 0-6 0,4 3-11 0,-4-3-12 15,0 0-7-15,0 0-16 0,0 0-14 0,0 0-9 0,0 0-24 16,0 0-27-16,0 0-11 0,0 0-18 0,-12-7-9 15,9 3-5-15,-2 1-2 0,0-1-4 0,-2 1-6 16,1-5-10-16,-3 1-7 0,-1-1-5 0,-1 3-111 16,-1-8-93-16,-1 4 0 0,1-3 0 0,0-3 0 15,0 0 0-15,-7-6 0 0,2 0 0 0,3-1 0 16,4-1 0-16,-3-5 0 0,2 2 0 0,4-4 0 16,-2 2 0-16,3-4 0 0,5-1 0 0,1 0 0 15,0 0 0-15,7 1 0 0,-3 1 0 0,5 3 0 16,-2 1 0-16,3 3 0 0,1 0 0 0,1 8 0 15,-2 0 0-15,0 1 0 0,3 3 0 16,1 0 0-16,-2 5 0 0,-1 2 0 0,0 2 0 0,1-1 0 16,2 3 0-16,-1 3 0 0,1 1 0 0,-4 3 0 15,2 0 0-15,-1 0 0 0,3 3 0 0,-5 2 0 16,0 2 0-16,-4-2 0 0,-1-1 0 0,0 7 0 16,-3 1 0-16,-1-3 0 0,-1 2 0 0,-3-2 0 15,-4 2 0-15,1-2 0 0,-3 1 0 0,-1-1 0 16,-4-2 0-16,2 0 0 0,-2 1 0 0,-1-4 0 15,1 1 0-15,0 0 0 0,2-3 0 0,-1 1 0 16,6-2 0-16,-1-2 0 0,2-1 0 0,-1 0 0 16,4-1 0-16,-1-1 0 0,1 2 0 0,0-3 0 15,4-1 0-15,-6 3 0 0,6-3 0 0,-4 4 0 16,0-1 0-16,4-3 0 0,0 0 0 0,0 0-29 0,-1 5-345 16,1-5-37-16,5 3-40 0,-2 2-47 15,3-4-49-15,-2 3-434 0,1 0-1061 0,0-1 469 16</inkml:trace>
  <inkml:trace contextRef="#ctx0" brushRef="#br0" timeOffset="76180.6981">12823 5743 233 0,'0'0'242'0,"0"0"-6"0,0-5-3 16,0 5-6-16,-1-4-8 0,1 4 4 0,0 0-8 15,0 0 6-15,1-5 0 0,-1 5 0 0,0 0 11 16,-1-5-2-16,1 5 10 0,0 0 1 16,1-3 7-16,-1 3 4 0,0 0 0 0,0 0-1 0,0-6-5 15,0 6-5-15,0 0-12 0,0 0-12 0,0 0-4 16,0 0-20-16,0 0-13 0,0 0-18 0,0 0-15 16,0 0-11-16,0 0-14 0,0 0-14 15,0 0-6-15,0 0 15 0,0 0 3 0,0 14 16 0,0-8 1 16,0 4 4-16,0 3-5 0,0 4 11 0,3 5 9 15,-1-1-9-15,-2-1-3 0,0 3-67 0,3-2-77 16,-3 5 0-16,0-2 0 0,0 4 0 0,-3 0 0 16,1-3 0-16,-1 0 0 0,-1 2 0 0,2-1 0 15,-1-7 0-15,3-1 0 0,-3-1 0 0,2 1 0 16,-4-2 0-16,5-4 0 0,-1-1 0 0,-2-3 0 16,3 0 0-16,-1 1 0 0,0-5 0 0,1 3 0 15,-4-2 0-15,8-3 0 0,-4-2 0 0,-4 5 0 16,4-5 0-16,-4 3 0 0,4-3 0 0,0 0 0 15,0 0 0-15,0 0 0 0,0 0 0 0,0 0 0 16,4-15-64-16,-4 9-397 0,4 1-42 0,-8-2-52 0,4-3-44 16,4 0-403-16,-8 0-1085 0,4-2 481 15</inkml:trace>
  <inkml:trace contextRef="#ctx0" brushRef="#br0" timeOffset="76539.9914">12759 5807 116 0,'1'-12'351'0,"-1"1"16"0,3 2 23 0,2-3-8 16,-1 1-14-16,-2-1-22 0,5 2-16 0,-2 0-13 15,3 1-16-15,2 1-12 0,-1-1-21 0,1 3-9 16,3-1-13-16,0 3-7 0,-1 0-8 0,1 1-14 16,0 1-14-16,2 1-15 0,-3 2-13 15,2 1-9-15,-3 1-14 0,2 1-13 0,-3-1-2 0,-2 3-12 16,1 0-13-16,0 1 3 0,-4 1-11 0,0 0-8 15,-1 2-9-15,-3-1-3 0,2 0-13 0,-3 5 2 16,-3-5 9-16,-2 2-3 0,1 1-5 0,-5 1-4 16,-1-3-8-16,-3 3 4 0,-2 0-9 0,-3-3-7 15,0 1-1-15,0-2-4 0,-1-2-7 0,1 0-6 16,2-1-3-16,2-3-2 0,2 2 2 0,3-2-1 16,3-2-1-16,-2 1-2 0,3-1 7 0,5-1-19 15,-8-3-28-15,8 3-24 0,-6-3-36 0,6 3-45 16,0-6-49-16,1 3-46 0,-1 3-48 0,4-7-51 15,0 1-58-15,-3 3-55 0,3-3-65 0,0 3-418 16,0-3-986-16,2 2 437 0</inkml:trace>
  <inkml:trace contextRef="#ctx0" brushRef="#br0" timeOffset="77264.7274">15213 5104 228 0,'0'0'288'0,"0"0"-3"0,0 0-8 15,0 0 13-15,0 0-13 0,0 0 0 0,0 0 8 16,0 0-2-16,0 0 0 0,0 0-1 0,0 0-1 15,0 0-8-15,0 0-1 0,2 1-9 0,-2-1-4 16,0 0-5-16,0 0 8 0,0 0-15 0,0 0 1 16,0 0-3-16,0 0-6 0,0 0-2 0,0 0-9 15,0 0 0-15,0 0-2 0,0 0-9 0,0 0-17 16,11 0-18-16,-11 0-10 0,15-1-9 0,-2 1-11 16,5-1 0-16,3-3-16 0,9 4-136 0,3-2 0 15,0-1 0-15,4 1 0 0,2-1 0 0,-2 2 0 16,2-1 0-16,-3-2 0 0,-4 3 0 0,0-1 0 15,-3-1 0-15,-9 2 0 0,-4 0 0 0,-3 0 0 16,-2 1 0-16,-2 0 0 0,-1 0 0 0,-3-2 0 0,-5 2 0 16,12 0 0-16,-12 0 0 0,6 0 0 15,-6 0 0-15,0 0 0 0,5-1 0 0,-5 1 0 16,0 0 0-16,4-2 0 0,-4 2 0 0,0 0 0 16,0 0 0-16,0 0 0 0,0 0 0 0,0 0 0 0,0 0 0 15,0 0-183-15,0 0-380 0,0 0-83 0,0 0-488 16,10-1-1227-16,-2-2 543 0</inkml:trace>
  <inkml:trace contextRef="#ctx0" brushRef="#br0" timeOffset="77936.4468">17507 4538 19 0,'6'-4'219'16,"-2"0"-4"-16,0-3-3 0,1 2 2 0,0 1 7 16,-1 1-4-16,-3-3 6 0,8 3 7 0,-8-1 2 15,3-1 7-15,-1 1-3 0,-2 0 6 0,2 0 7 16,-2-2 4-16,0 0 11 0,3 1-1 0,-4 2 8 16,0-2-2-16,0-1 5 0,3 2 11 0,-3-1-8 15,0 1 6-15,0-1 1 0,0 2-9 0,0 3-3 16,-3-8-7-16,3 4-11 0,-1 0-12 0,-2 0-6 15,3 4-15-15,-2-5-19 0,-1 4-13 0,3 1-20 16,-4-5-17-16,4 5-129 0,-5-4-23 0,5 4 0 16,-9 1 0-16,9-1 0 0,-14 9 0 0,5-4 0 15,-7 4 0-15,1 2 0 0,-5 6 0 0,0 1 0 16,-1 2 0-16,1 3 0 0,1 1 0 0,-3-1 0 16,0 3 0-16,3 0 0 0,1-2 0 0,2-1 0 15,1 4 0-15,1-3 0 0,8-6 0 0,-2 7 0 16,2-8 0-16,3 3 0 0,2-1 0 0,1-2 0 15,1 1 0-15,3-1 0 0,4-1 0 0,0-3 0 16,4 1 0-16,1-5 0 0,0 0 0 0,6-2 0 16,-1-1 0-16,-4-3 0 0,5 2 0 0,-6-3 0 15,1 0 0-15,0-4 0 0,-2-1 0 0,-1-1 0 16,2 3 0-16,-3-3 0 0,-4 0 0 0,0 1 0 16,0-1 0-16,-1-2 0 0,-2 3 0 0,2-2 0 0,-3-1 0 15,-2 0 0-15,0 1 0 0,-2 0 0 16,-5-1 0-16,1 0 0 0,-2 2 0 0,-2-3 0 15,-1 5 0-15,-1 0 0 0,-2-1 0 0,3 3 0 16,-6 0 0-16,4 2 0 0,0 1-292 0,-1-1-258 0,4 2-109 16,-4-1-456-16,3 0-1209 0,1 1 535 15</inkml:trace>
  <inkml:trace contextRef="#ctx0" brushRef="#br0" timeOffset="78483.2858">16672 5210 40 0,'0'0'289'0,"0"0"-7"0,0 0-15 16,0 0-17-16,0 0-12 0,0 0-3 0,0 0-11 16,-10-2 3-16,2 1-9 0,8 1 1 0,-14 0 0 15,4 0 4-15,1 0-1 0,-5 0 10 0,3 0-1 16,0 1-12-16,-1-1 1 0,1 0-7 0,0 0-13 15,3-1-8-15,8 1-7 0,-11 0-11 0,11 0-4 16,-8-2-1-16,8 2-8 0,-6 2 6 0,6-2-11 16,0 0-9-16,0 0-23 0,0 0-9 0,33-3-12 15,-1 3-14-15,6-2 9 0,16 0 3 0,2 0 7 16,9 1 1-16,32-7 5 0,3 1 13 0,10 2-12 16,9-2 10-16,10-2 2 0,8 6-4 0,7-9 10 15,11 1-8-15,-1 0-5 0,1 1-8 0,2 3-4 16,-5 2-82-16,-7-2-26 0,-7-1 0 0,-4 0 0 15,-10 4 0-15,-9 0 0 0,-17 3 0 0,-39-1 0 16,1 1 0-16,-23 1 0 0,-5-1 0 0,-11 2 0 16,-7-2 0-16,-2 2 0 0,-5-2 0 0,3 1 0 15,-5 0 0-15,0 1 0 0,-5-1 0 0,0 0 0 16,0 0 0-16,-19 6-228 0,8-5-164 0,-6 2-95 16,-5 1-106-16,-3 1-490 0,4-2-1171 0,2-1 518 15</inkml:trace>
  <inkml:trace contextRef="#ctx0" brushRef="#br0" timeOffset="79359.1865">16925 5665 76 0,'0'0'311'0,"-11"-2"7"15,11 2 5-15,-5-1 23 0,5 1 2 0,-7-2 9 16,7 2 4-16,-5-3 0 0,5 3-4 0,-9-3-9 15,7-1-5-15,-1 1-9 0,3 3-11 0,-9-4 0 16,5 0-10-16,3 0-4 0,-3 0-12 0,-1 0 3 16,4 2-8-16,-2-2-13 0,3-2-6 0,-1 0-17 15,-1 4-16-15,2-5-19 0,2 2-24 0,-2 0-16 16,4-3-20-16,2 3-118 0,2-2-43 0,2 0 0 16,0 3 0-16,3-2 0 0,-1 2 0 0,3 2 0 15,-2-1 0-15,6 3 0 0,-6 4 0 0,5 2 0 0,-2 0 0 16,1 1 0-16,-3 4 0 0,1 1 0 15,-2 2 0-15,-3-2 0 0,-5 4 0 0,1 0 0 16,-4 1 0-16,-1-2 0 0,-2 1 0 0,-3 0 0 16,-1 2 0-16,-5-2 0 0,-5-2 0 0,-6 4 0 15,-1-1 0-15,-3 0 0 0,-3-4 0 0,-3 0 0 16,3-5 0-16,-1 1 0 0,3 0 0 0,4-5 0 16,3 0 0-16,1-2 0 0,1-2 0 0,5 0 0 15,-1-1 0-15,3 0 0 0,-3-1 0 0,7-3 0 0,-2-3 0 16,-1 1 0-16,4-1 0 0,-3-4 0 0,4-3 0 15,2-3 0-15,-1 3 0 0,7-3 0 0,0 0 0 16,1-6 0-16,3 5 0 0,1 1 0 0,1 1 0 16,4-4 0-16,1 6 0 0,-3 3-31 0,3-1-335 15,-1 2-40-15,1 0-30 0,-4 4-29 0,0 0-39 16,1-1-32-16,3 1-373 0,-4 3-983 0,1-1 436 16</inkml:trace>
  <inkml:trace contextRef="#ctx0" brushRef="#br0" timeOffset="79735.0258">16900 5437 50 0,'-3'-10'393'0,"3"-1"46"0,-4 0 40 15,2 0 32-15,-1 1 24 0,2 0 18 0,1-1 32 16,-1 1 11-16,-2 5 0 0,3-3-12 0,0 0-12 16,0 3-36-16,-1 0-28 0,1 0-31 0,-3 1-41 15,2-1-95-15,1 5-341 0,0-3 0 0,0 3 0 16,0 0 0-16,0 0 0 0,0 0 0 0,0 0 0 15,0 15 0-15,0-3 0 0,0 6 0 0,0 2 0 16,0 7 0-16,0 3 0 0,-4 1 0 0,0-1 0 16,3 6 0-16,-2-3 0 0,-4 14 0 0,4-13 0 15,-3 12 0-15,0-12 0 0,2 1 0 0,-8 9 0 16,5-9 0-16,0-2 0 0,2 1 0 0,0-5 0 16,0 6 0-16,-1-3 0 0,2-3 0 0,2-1 0 0,0-3 0 15,-1 1 0-15,3-6 0 0,-1-2 0 0,1-5 0 16,1 1 0-16,-1-1 0 0,0-3 0 15,0-1 0-15,0-4 0 0,2 3 0 0,-2-3 0 16,1 0 0-16,-2-1 0 0,1-4 0 0,1 7 0 0,-1-7 0 16,1 4 0-16,-1-4 0 0,0 0 0 0,0 0 0 15,0 0 0-15,0 0 0 0,0 0 0 0,10-11 0 16,2 6 0-16,-8 0 0 0,5-5 0 0,-4 2 0 16,4-1-294-16,2-4-405 0,-4 3-501 0,5-1-1300 15,1-2 575-15</inkml:trace>
  <inkml:trace contextRef="#ctx0" brushRef="#br0" timeOffset="80438.4123">17315 5861 202 0,'0'0'201'15,"0"0"4"-15,4-2-3 0,-4 2 4 0,0 0 1 16,0 0-2-16,0 0-1 0,0-4 5 0,0 4 8 0,1-3 2 15,-1 3 2-15,0 0 3 0,0-5 4 16,0 5 7-16,0 0 3 0,4-5-3 0,-4 5-2 16,0-4-2-16,0 4-8 0,0 0-4 0,0 0-8 15,-4-4-3-15,4 4-17 0,-1-4-10 0,1 4-10 0,0 0-15 16,0 0-14-16,0 0-19 0,0 0-10 16,-8 0-7-16,8 0-12 0,0 0-13 0,-13 4-8 15,6 0-6-15,-1 1-8 0,-1 0-3 0,0 2-9 16,-1-1-4-16,0 1-7 0,1 0 1 0,-2 2-8 0,0-1 2 15,3 0-4-15,-3 0-4 0,2-3 0 0,1 2 1 16,1 0-3-16,0-3-11 0,4-3-4 16,-1 5-2-16,1-1-8 0,1-3-3 0,-1-1-4 15,3-1-6-15,-4 4-1 0,4-4 2 0,-1 3 2 0,1-3 3 16,0 0 2-16,6 6-1 0,-2-5 2 0,0 1 1 16,2 1 1-16,2-2 0 0,-2 1 0 0,2 0-1 15,0 2-1-15,3 0 4 0,-2-1-2 16,0 1 3-1,1-1-3-15,1 2-1 0,-5-1 4 0,2 3 2 0,1-1 3 0,-2 0 3 0,-2 1 2 0,1 2 3 16,-3-2-4-16,1-1 4 0,1 1-1 0,-5 2-4 16,0-2 5-16,0 2 6 0,-2 0 5 0,-2 0 13 15,-2-1-3-15,-1 0 1 0,-2 1 0 0,-4-1-2 16,-1 0-3-16,-2-1 2 0,0-2-7 0,-1 0-1 16,1-2 1-16,-3 2-2 0,6-3 0 0,3 0 2 15,4-1-1-15,-1 1-3 0,1 1 1 0,-1-3-2 16,7 0-8-16,-10 0-23 0,10 0-21 0,-4-4-33 15,4 4-36-15,3-6-43 0,-3 6-57 0,5-9-58 16,5 0-55-16,-1 4-52 0,3-2-76 0,6-1-48 16,-8 3-313-16,8 0-872 0,0-2 386 0</inkml:trace>
  <inkml:trace contextRef="#ctx0" brushRef="#br0" timeOffset="80970.0026">17467 6034 365 0,'-1'-5'398'0,"1"-1"7"0,0 1-6 16,1 0-10-16,-2-1-10 0,1 2-13 0,3-1-18 0,-3 0-16 16,2 1-19-16,-2 0-28 0,0 0-25 15,1 1-21-15,-1 3-13 0,7-7-23 0,-5 6-17 16,-1-3-19-16,-1 4-15 0,8-3-10 0,-4 2-18 15,-4 1-12-15,0 0-5 0,10 1-10 0,-5 1-1 0,0-1-8 16,3 3-3-16,-4 0 1 0,-3 0-5 0,3 2-1 16,0-2-2-16,1 3-10 0,-4-2-1 15,-1 5-8-15,0-3-8 0,0 3 0 0,-1-1-6 16,-5 1-4-16,2-1-1 0,0 0 0 0,-4-2-2 0,1 1-7 16,-3 1 4-16,-1-3-7 0,2-1 3 0,-3 1-6 15,1-2 4-15,2-2-7 0,1 0 1 16,1 0-11-16,1-1 10 0,6-1 0 0,-11-1 4 15,5 1-6-15,4-4 8 0,-1 0 14 0,0-3-2 0,2 2 4 16,2-2-2-16,-1-2-3 0,2 2 3 0,-1-1-5 16,3-1 6-16,0 0 4 0,1 1 1 0,-2 2 3 15,1 1-11-15,1-2 4 0,-1 2-7 0,0-1 6 16,1 2-4-16,0 1-2 0,0-1-10 0,-1 3-20 16,0-1-7-16,0 0 0 0,-4 2 0 0,13 0 0 15,-7 3 0-15,-1 1 0 0,2 0 0 0,0 3 0 16,3 0 0-16,-2 0 0 0,-3 2 0 0,3 0 0 15,-2 2 0-15,2-2 0 0,-3 0 0 0,3 2 0 16,-4 0 0-16,3-5 0 0,-3 5 0 0,0-4 0 16,1 2 0-16,-1-3 0 0,0-1-49 0,0 2-169 15,-3-3-48-15,4 1-47 0,-1-3-52 0,0 2-72 16,-4-4-98-16,9 1-467 0,-9-1-1085 0,14-5 480 16</inkml:trace>
  <inkml:trace contextRef="#ctx0" brushRef="#br0" timeOffset="81314.4348">18013 5657 284 0,'-1'-7'509'0,"1"2"30"15,0 2 16-15,0-3 2 0,-3 2-6 0,3 4-12 0,0-7-21 16,0 7-19-16,-4-8-26 0,4 8-27 15,0-3-26-15,0 3-27 0,0 0-32 0,-2-4-32 16,2 4-34-16,0 0-32 0,0 0-28 0,0 0-18 16,0 0-13-16,-8 13-200 0,8-7-4 0,-1 4 0 0,-2 1 0 15,2 4 0-15,-3 0 0 0,3 1 0 16,-2 0 0-16,3 1 0 0,-4 0 0 0,3 1 0 16,1-1 0-16,0-1 0 0,-4 2 0 0,4-3 0 0,-5 2 0 15,5-7 0-15,0 3 0 0,0-1 0 0,0-2 0 31,0 0 0-31,4-3 0 0,-4 0 0 0,-4-2 0 0,4 1 0 0,0-4 0 0,4 3 0 0,-8 0 0 16,4-5 0-16,0 5 0 0,0-5-276 0,0 0-316 16,0 0-105-16,0 0-408 0,5-18-1196 0,-2 6 530 15</inkml:trace>
  <inkml:trace contextRef="#ctx0" brushRef="#br0" timeOffset="81752.9297">17897 5565 235 0,'-12'-6'316'0,"6"1"1"16,-2 0 10-16,2 1 10 0,-1-3 2 0,1 4-3 15,2-2 2-15,-2 1-5 0,3 2-1 0,1-2-3 16,-1 2-11-16,0-1-11 0,2-1-16 0,1 4-27 16,-1-8-22-16,1 8-17 0,4-5-33 0,-2 0-16 31,4 0-15-31,4-1-7 0,0 2 5 0,1 1 5 0,2-2-1 0,4-1-6 0,3 2-8 0,-1 2-8 15,-1-2-8-15,4 0 9 0,-4 2-8 0,4 1-8 16,-2 4-16-16,-1 0 0 0,3 1-17 0,-2 2-3 16,0 4 2-16,5 2 2 0,-2 3-1 0,-9-2 3 15,0 3-20-15,-1 0-76 0,0 6 0 0,-3 1 0 16,-3 2 0-16,-5-5 0 0,-2 6 0 0,-4-1 0 16,-1-1 0-16,0 2 0 0,-10-2 0 0,-1 4 0 0,-3-3 0 15,-8-2 0-15,2 0 0 0,-2 0 0 0,-3-2 0 16,1 3 0-16,2-6 0 0,2 0 0 15,-1-3 0-15,9-5 0 0,2-1 0 0,4-2 0 16,4-2 0-16,-2-1 0 0,4-1 0 0,0-1 0 0,0 0 0 16,2 0 0-16,1 0 0 0,2-2 0 0,0 0 0 31,0 0 0-31,0 0 0 0,0 0 0 0,4-11 0 0,-2 5 0 0,5 2 0 0,-1-1 0 0,4-1-88 16,-1 0-401-16,2 3-59 0,6-5-70 0,-4 3-457 15,5-2-1164-15,-1 1 514 0</inkml:trace>
  <inkml:trace contextRef="#ctx0" brushRef="#br0" timeOffset="82175.1581">18377 5820 93 0,'7'-10'418'15,"-4"-1"14"-15,1 1 27 0,0-1 17 0,-3 3-3 16,-2-1-15-16,2 2-19 0,-2 2-24 0,1-2-26 15,-1 0-28-15,-2 2-30 0,2 2-27 0,1-2-35 16,0 1-25-16,0 4-26 0,-6-2-25 0,6 2-19 16,0 0-18-16,-16 6-19 0,11 0-14 0,0 1-13 15,-1 1-10-15,2 2-11 0,-1 1-7 0,-2 1-9 0,4 0-2 16,1-3-8-16,0 4-13 0,0-3-9 0,2 1-3 16,-1-1-9-16,1-3-3 0,1 0-12 15,3 1 0-15,-2-3-1 0,1 0-1 0,2 3-2 16,-1-4 4-16,-1 1-5 0,3-2 1 0,-2 1-6 15,1-1-1-15,3 0 2 0,-2 2 0 0,-1-3 10 0,-1 2-17 16,0-2 2-16,1 2-3 0,-4-1 7 0,3 0-4 16,1-2 0-16,-2 3-3 0,-2-3-2 15,3 5 3-15,-3-2 2 0,-1-4 4 0,0 7-1 0,0 0-1 16,-4-4 1-16,2 1-2 0,-2-1 13 0,-4 2-2 16,3-1 1-16,0 0-3 0,-4-2 8 0,-5 2-12 15,5-1 2-15,0-2-2 0,-2 3-11 16,1-2-26-16,2 0-19 0,0 0-19 0,2-1-23 0,-1-1-21 15,7 0-19-15,-9 2-42 0,9-2-52 0,0 0-65 16,-5-4-48-16,5 4-48 0,3-7-36 0,2 1-34 16,0 0-337-16,3-2-860 0,3 2 380 0</inkml:trace>
  <inkml:trace contextRef="#ctx0" brushRef="#br0" timeOffset="82691.514">18501 5871 106 0,'0'0'299'0,"8"-4"16"0,-3 1 6 0,-1-1-1 16,0-1-3-16,1 2-11 0,-2-1 0 0,1 1-11 16,0-3-11-16,1 3-5 0,1-1-14 0,-4 0-11 15,4-1-19-15,-3 2-12 0,3 0-22 0,-4 1-17 16,0-1-20-16,-2 3-15 0,4-3-20 0,-4 3-13 16,5-2-11-16,-5 2-13 0,0 0-10 0,12 2-9 15,-9 0-4-15,3 0-9 0,-3 3-9 0,1-2 0 16,-1 1-4-16,-1 1-4 0,2 1-8 0,0 1 2 15,-3 0-3-15,-1 3-4 0,0-2-4 0,-1 2 0 0,-4-2-2 16,5 3-1-16,-5 0-2 0,-2-3-1 16,2 2-2-16,-2-4 0 0,3 3-5 0,-4-5 3 15,0 0 0-15,3 0-2 0,-2 0-3 0,5-1 1 16,-8-1-1-16,5 1-2 0,0-3-4 0,5 0 6 0,-9-4-2 16,6 0 4-16,-2 0 8 0,3-2 9 15,-1 1 9-15,2-6 2 0,2 1 5 0,1 0 6 16,1 1 3-16,4-1 9 0,-6 0-6 0,3 0 6 15,0 1 5-15,2 0-1 0,-1 2-2 0,-1 1 2 0,-1 1-17 16,3 1 7-16,-4 1-3 0,0 1-7 0,-2 2-6 16,4-4-3-16,-4 4 7 0,0 0 4 0,11 8-2 15,-7-3 7-15,2 1 3 0,-2 2 2 0,1 2 4 16,-3 0-11-16,0-1 1 0,3 1-2 0,-2 0-10 16,-1-1-6-16,1 1 0 0,-2-1-4 0,-1 3-2 15,4-6 6-15,-3-1-13 0,0 5-5 0,2-5 4 16,-2 0-14-16,2-2-22 0,-2 1-23 0,-1-4-11 15,0 4-20-15,0-1-15 0,0-3-14 0,0 0-29 16,0 0-63-16,0 0-75 0,0 0-58 0,9-9-47 16,-5 4-56-16,5-5-76 0,-8-3-418 0,3 2-993 15,-4-5 440-15</inkml:trace>
  <inkml:trace contextRef="#ctx0" brushRef="#br0" timeOffset="83175.5897">18045 5350 246 0,'-4'-2'263'0,"4"2"-2"0,-4-3 5 0,4 3 4 16,-6-4 11-16,6 4 9 0,-4-4 22 0,2 2 11 15,2 2 17-15,0 0 17 0,-7-3 1 0,6-1 0 16,1 4-4-16,0 0-3 0,-4-1-9 0,4 1-12 16,0 0-15-16,0 0-13 0,0 0-15 0,0 0-14 0,0 0-16 15,0 0-16-15,0 0-13 0,0-5-21 16,0 5-21-16,0 0-15 0,0 0-17 0,8-1-16 15,-2-2-14-15,7 2-118 0,0 0-6 0,6-1 0 16,0 1 0-16,12-3 0 0,-1 3 0 0,2-2 0 0,4 1 0 16,0-3 0-16,1 4 0 0,1-1 0 0,-4-3 0 15,1 1 0-15,-2-1 0 0,1 2 0 16,-5 2 0-16,-8-2 0 0,-2 1 0 0,-6 2 0 16,-2-1 0-16,-3 1 0 0,-2 0 0 0,3-4 0 0,-5 4 0 15,2-1 0-15,-6 1 0 0,7-1 0 0,-7 1 0 16,7 0 0-16,-7 0 0 0,0 0 0 0,0 0 0 15,3 3-137-15,-3-3-140 0,0 0-41 0,-8 9-65 16,4-6-51-16,-1 3-62 0,1-3-64 0,-2 0-371 16,2 2-1010-16,0 0 447 0</inkml:trace>
  <inkml:trace contextRef="#ctx0" brushRef="#br0" timeOffset="83894.2009">19049 5918 104 0,'0'0'335'0,"0"0"-11"0,0 0-7 15,0 0-5-15,0 0-5 0,0 0-2 0,0 0 0 16,0 0-15-16,0 0 5 0,0 0-8 0,-8-14-4 16,5 12 0-16,0-1 12 0,0-1-4 0,1-1-4 15,-3 0-6-15,1 1 2 0,-2-3-6 0,0 1-5 16,2-2 0-16,-1 1-4 0,-1-3-17 0,1-1-14 16,-1 0-11-16,-2-1-18 0,2-3-8 0,-1-2-15 15,0-1-13-15,2-1-12 0,1-7-13 0,3-2-15 16,-3 1-132-16,1-3 0 0,3 1 0 0,0 2 0 15,4-2 0-15,-1 2 0 0,1 0 0 0,-1 8 0 16,4-2 0-16,-4 3 0 0,0 3 0 0,2 1 0 16,-1 2 0-16,0 1 0 0,1 1 0 0,1 2 0 15,-1 1 0-15,1 4 0 0,1-1 0 0,1-1 0 0,-2 2 0 16,1 2 0-16,-1 1 0 0,3 0 0 0,-3 0 0 16,2 2 0-16,1 1 0 0,0 2 0 0,0 0 0 15,-4 0 0-15,0 4 0 0,-1 0 0 16,1 0 0-16,-2 0 0 0,-2 1 0 0,-1 2 0 0,0 0 0 15,-5-1 0-15,1-1 0 0,-2 3 0 0,-1 1 0 16,-4-1 0-16,-1 0 0 0,-1-1 0 0,-4-2 0 16,0 0 0-16,5-3 0 0,-2-1 0 15,0 0 0-15,4-3 0 0,-3 1 0 0,6-2 0 0,0 1 0 16,1-1 0-16,-2-2 0 0,4 3 0 0,4-3 0 16,-7 1 0-16,4 1 0 0,3-2 0 0,0 0-102 15,0 0-161-15,0 0-65 0,0 0-62 0,0 0-51 16,0 0-60-16,14 4-49 0,-5-3-386 0,1 1-1014 15,4 1 448-15</inkml:trace>
  <inkml:trace contextRef="#ctx0" brushRef="#br0" timeOffset="84254.4578">19246 5761 444 0,'2'-2'488'0,"0"-3"21"0,-2 0 2 16,0 5-6-16,1-6-7 0,-1 3-15 0,3-1 1 15,-3 0-22-15,0 4-18 0,0 0-32 0,0-4-30 16,0 4-34-16,0 0-39 0,0 0-31 0,0 0-28 16,0 0-27-16,0 0-17 0,0 0 4 0,-3 12-3 15,3-5-11-15,0 5-14 0,-1 0-22 0,-1 3-160 16,2 1 0-16,-2 2 0 0,2-2 0 0,0 1 0 15,-2 0 0-15,-1-1 0 0,0 1 0 0,3 0 0 16,-1-1 0-16,1-7 0 0,0 8 0 0,0-5 0 16,-2 0 0-16,-2-1 0 0,3-1 0 0,-1 0 0 15,1-2 0-15,1 0 0 0,0-3 0 0,0-2 0 16,0-3 0-16,-2 8 0 0,2-7 0 0,0-1 0 0,0 0-85 16,0 0-219-16,2 5-57 0,-2-5-61 0,0 0-48 15,0 0-46-15,10-13-40 0,-6 6-358 16,1-3-988-16,-3 1 438 0</inkml:trace>
  <inkml:trace contextRef="#ctx0" brushRef="#br0" timeOffset="84629.5336">19195 5782 235 0,'1'-5'328'0,"1"-2"13"15,0 0 4-15,3 1-5 0,-1-4-12 0,1 2-4 16,2 1-12-16,-1-2-13 0,4 2-12 0,-5 1-19 15,3 1-17-15,-3-2-13 0,3 0-16 0,-2 4-15 16,3-3-13-16,0 3-16 0,0-3-15 0,-1 4-15 16,-2 1-9-16,2-1-7 0,2 1-5 0,-2 1-1 15,2 0-7-15,-2 0-7 0,-1 3 1 0,1-3-3 16,2 3-2-16,0 2 0 0,-5-1-6 0,2 0-4 16,-1-1-8-16,-1 4-3 0,-1-1 1 0,1-1-6 15,0 3-3-15,-1-1-8 0,-2 1 1 0,-2 1-9 16,1 0-4-16,-2 1-6 0,-1-3-2 0,-2 3 1 15,-1-3-6-15,-2 3-1 0,-2-3-5 0,0 1-4 16,-3-2 0-16,1-1-4 0,-1 0 1 0,0 0-6 16,-1-3 3-16,0 0-5 0,3 0-5 0,-2-1 4 15,2 0-6-15,2-1 10 0,3 0-14 0,-3-1-15 16,8 1-28-16,-10-3-17 0,7 1-44 0,1 0-36 16,-2-3-44-16,4 5-33 0,3-6-60 0,0 4-53 15,0-2-40-15,6 0-46 0,0-1-65 0,4 2-406 16,0-1-945-16,-2 0 418 0</inkml:trace>
  <inkml:trace contextRef="#ctx0" brushRef="#br0" timeOffset="85536.4759">19439 4441 33 0,'-5'-4'417'0,"1"1"35"0,0-2 18 16,1 0 0-16,-1 3-10 0,-1-2 10 0,1 0-22 15,1 2-28-15,3 2-26 0,-5-3-30 0,5 3-22 16,-2-3-28-16,2 3-24 0,-3-3-25 0,3 3-24 16,0 0-29-16,0 0-28 0,0 0-13 0,6-4-13 15,-6 4-21-15,18-1-13 0,-7-1-12 0,10 1-11 16,-3-1-10-16,4 2-9 0,-2-2-14 15,1 0-4-15,1 1-2 0,0-1-14 0,5 2-1 0,-6 0-4 16,-1 0-1-16,-4-1-6 0,-2 0-15 0,-1 2 14 16,-1-2 6-16,-4 1 7 0,1 0-1 0,-4 0 1 15,1-2 0-15,-6 2-9 0,9 0 1 0,-9 0 2 16,8 0 3-16,-8 0-5 0,8 0-2 0,-8 0-11 16,0 0-27-16,6 2 0 0,-6-2 0 0,0 0 0 15,0 0 0-15,5 1 0 0,-5-1 0 0,4 2 0 16,-3 2 0-16,2 0 0 0,1 1 0 0,0 5 0 15,-2-1 0-15,4 7 0 0,-1 4 0 0,2 6 0 16,-1 0 0-16,1 8 0 0,0-1 0 0,-4 2 0 16,-1 12 0-16,2 2 0 0,-1 2 0 0,-3-1 0 15,0 1 0-15,1 0 0 0,0 0 0 0,-1-3 0 16,-2 2 0-16,-1-2 0 0,2 1 0 0,-2 1 0 0,1 1 0 16,-1 2 0-16,1-7 0 0,-5 2 0 15,7-1 0-15,-2 4 0 0,-1-3 0 0,2-1 0 16,1 0 0-16,-3-12 0 0,3-2 0 0,-2-1 0 15,1 2 0-15,2-1 0 0,-2-4 0 0,-1-2 0 16,4-1 0-16,-4-7 0 0,2 0 0 0,0-1 0 16,-1-4 0-16,2 2 0 0,-1-5 0 0,0 0 0 15,-1-1 0-15,1-4 0 0,0 1 0 0,-1-1 0 16,2 0 0-16,-1-6 0 0,0 8 0 0,-1-4 0 16,1-4 0-16,1 6 0 0,-1-6 0 0,0 0 0 0,0 0 0 15,-1 6 0-15,1-6 0 0,0 0 0 0,0 0 0 16,0 0 0-16,0 0 0 0,0 0 0 15,0 0 0-15,-4 5 0 0,4-5 0 0,-10 1 0 16,10-1 0-16,-18 1 0 0,8-2 0 0,-3 2 0 0,-4-1 0 16,2-1 0-16,-3 2 0 0,0 1 0 0,0-1 0 15,0-2 0-15,4 4 0 0,1-3 0 16,1 0 0-16,1 0 0 0,4 0 0 0,7 0 0 16,-13 0 0-16,13 0 0 0,-9 0 0 0,9 0 0 0,-6 2 0 15,6-2 0-15,0 0 0 0,0 0 0 0,0 0 0 16,-9 3 0-16,9-3 0 0,0 0 0 0,0 0 0 15,0 0 0-15,0 0 0 0,0 0 0 0,-10 0 0 16,10 0-530-16,0 0-156 0,0 0-477 0,-4-15-1259 16,0 5 557-16</inkml:trace>
  <inkml:trace contextRef="#ctx0" brushRef="#br0" timeOffset="86944.1319">9780 4502 118 0,'0'0'317'0,"0"0"-12"0,9-10-4 16,-4 5-5-16,5 3-1 0,-2 1-4 0,0 1 7 16,-1-3-8-16,0-1-3 0,-2 3-6 0,2-1-13 15,-1 1-19-15,-6 1-5 0,7-4-20 0,-7 4-16 0,8 0-11 16,-8 0-12-16,6-1-14 0,-6 1-18 15,0 0-15-15,0 0-13 0,0 0 12 0,0 0 13 16,0 0 6-16,-15 7 5 0,6-5-1 0,-9 0-5 16,-2 3-4-16,-7 0-12 0,-1-1-1 0,-3 5-5 0,-1-4-7 15,-2 1 6-15,-2-1-10 0,4 0-4 0,-1 1 0 16,1-5-4-16,1 0-2 0,9 2-5 16,1 0 5-16,0-2-1 0,4-1 3 0,4 3 3 15,1-3-50-15,2 0-67 0,2 0 0 0,2 1 0 0,6-1 0 16,-9 1 0-16,9-1 0 0,-8 2 0 0,8-2 0 15,-6 0 0-15,6 0 0 0,-4 2 0 0,4-2 0 16,0 0 0-16,-5 1 0 0,5-1 0 16,0 0 0-16,0 0 0 0,-5 1 0 0,5-1 0 0,0 0 0 15,-3 6 0-15,3-1 0 0,0-1 0 0,0 1 0 16,-1 0 0-16,-2 3 0 0,3 0 0 0,0 4 0 16,-4-4 0-16,2 7 0 0,2 2 0 0,0 1 0 15,-1 8 0-15,1 1 0 0,0 0 0 0,0 3 0 16,-4 2 0-16,5 0 0 0,-2 1 0 0,-3 14 0 15,0-9 0-15,-1 9 0 0,2-11 0 0,-2 15 0 16,-1 2 0-16,-3 2 0 0,5-5 0 0,-4-1 0 16,7 8 0-16,-1-3 0 0,0 0 0 0,2 1 0 15,-3 2 0-15,3-4 0 0,-7-1 0 0,5-2 0 16,-1 0 0-16,0 0 0 0,0 0 0 0,-4-14 0 16,3 0 0-16,-1 10 0 0,3-11 0 0,-3-3 0 15,3 0 0-15,1-2 0 0,-1-3 0 0,3-1 0 16,-5-1 0-16,4-5 0 0,1-2 0 0,2 0 0 15,-2-3 0-15,0-2 0 0,1 0 0 0,-1-2 0 16,-2-2 0-16,3 1 0 0,0-4 0 0,-1 5 0 16,-1-6 0-16,0-1 0 0,0 2 0 0,1-2 0 15,-1-4 0-15,1 8 0 0,-1-8 0 0,2 5 0 16,-2-5 0-16,0 5 0 0,0-5 0 0,0 0 0 16,0 0 0-16,0 0 0 0,0 7 0 0,0-7 0 15,0 0 0-15,0 0 0 0,3 3 0 0,-3-3 0 0,0 0 0 16,0 0 0-16,0 0 0 0,0 0 0 15,0 0 0-15,0 0 0 0,9 0 0 0,-9 0 0 16,17-2 0-16,-3 1 0 0,-1-2 0 0,1 2 0 16,-1-2 0-16,-1 1 0 0,1 0 0 0,3 0 0 0,-2 0 0 15,-2 0 0-15,1 2 0 0,-1-3 0 0,-1 3 0 16,1-1 0-16,-6 1 0 0,-6 0 0 16,15-2 0-16,-7 2 0 0,0 0 0 0,-2-2 0 15,2 4 0-15,-2-4 0 0,-6 2 0 0,10-2 0 0,-6 1 0 16,-4 1 0-16,8 1 0 0,-8-1 0 0,0 0 0 15,0 0 0-15,9 0 0 0,-9 0 0 0,0 0 0 16,0 0 0-16,0 0 0 0,0 0 0 0,0 0 0 16,0 0 0-16,0 0 0 0,0 0-345 0,-31-8-320 15,18 4-533-15,3-3-1296 0,-1-1 574 0</inkml:trace>
  <inkml:trace contextRef="#ctx0" brushRef="#br0" timeOffset="90869.1584">3111 6314 12 0,'0'0'300'16,"-2"-4"-1"-16,2 4 0 0,0 0-7 0,-4-3-4 16,4 3 4-16,0 0-4 0,-3-4 10 0,3 4 0 15,-2-3 7-15,2 3 7 0,-4-2 0 0,4 2-2 16,0 0 4-16,-4-5-3 0,4 5-1 0,-6-2-1 16,6 2-13-16,0 0 12 0,0 0-5 0,0 0-3 15,-3-3-6-15,3 3-14 0,0 0-12 0,0 0-24 16,0 0-23-16,0 0-19 0,0 0-21 0,0 0-36 15,0 0-145-15,0 0 0 0,0 0 0 0,0 0 0 16,0 0 0-16,4 18 0 0,-2-9 0 0,0 8 0 16,1-2 0-16,3 10 0 0,-1 0 0 0,-1 3 0 15,-2-1 0-15,4 3 0 0,-3-1 0 0,1 0 0 16,1 1 0-16,-2 0 0 0,-2-1 0 0,2-1 0 16,-2-2 0-16,2-2 0 0,-3 2 0 0,1-10 0 15,-1 1 0-15,1-1 0 0,2-3 0 0,-3-2 0 16,0 0 0-16,1 0 0 0,-4-4 0 0,3-3 0 0,2 3 0 15,-1-1 0-15,-1-2 0 0,0-1 0 16,0-3 0-16,1 6 0 0,-1-6 0 0,0 5 0 16,0-5 0-16,0 0 0 0,0 0 0 0,0 0 0 0,0 0 0 15,0 0 0-15,0 0 0 0,0 0 0 0,0-14 0 16,-1 7 0-16,2-3 0 0,3 0 0 0,-4-1 0 16,0-1-601-16,4-5-116 0,1-1-429 0,-3-1-1241 15,-3 1 550-15</inkml:trace>
  <inkml:trace contextRef="#ctx0" brushRef="#br0" timeOffset="91275.1436">3077 6260 279 0,'0'-8'424'0,"0"-1"13"16,2 0 15-16,0-3 3 0,0 1-6 0,-2 2-12 15,3 0-20-15,-2 0-12 0,3 0-39 0,2 0-20 16,1-1-12-16,2 1-29 0,1 0-11 0,4 0-17 16,-2-5-13-16,4 5-12 0,0-2-23 0,0 4-12 15,1-2-16-15,-2 5-24 0,3-1-11 0,1 0-14 0,0 5-10 16,1 0-7-16,-1-1-20 0,0 4 6 16,-1 1-10-16,-1 2 0 0,0 3 1 0,1-1-103 15,-5 1-9-15,2 3 0 0,-6-3 0 0,0 5 0 16,0 1 0-16,-4 2 0 0,2-1 0 0,-6 2 0 0,-5 1 0 15,-4 5 0-15,-6 3 0 0,-4-3 0 16,-5 1 0-16,-4 2 0 0,-11 6 0 0,7-12 0 16,-2-3 0-16,0 1 0 0,5-4 0 0,1-1 0 0,7-5 0 15,3 0 0-15,4-4 0 0,4-3 0 0,2 2 0 16,0-3 0-16,1 1 0 0,2 0 0 0,-1-2 0 16,5 0 0-16,0 0 0 0,0 0 0 0,-7-7 0 15,6 5 0-15,1 2 0 0,0 0 0 0,1-7 0 16,-1 7 0-16,3-5 0 0,0 3 0 0,-3 2-253 15,9-4-448-15,-7 4-506 0,-2 0-1306 0,0 0 578 16</inkml:trace>
  <inkml:trace contextRef="#ctx0" brushRef="#br0" timeOffset="91791.6435">2769 7101 239 0,'-4'5'358'0,"4"-5"5"16,0 0-4-16,-8 0 2 0,8 0-16 0,-6 3-2 16,6-3-9-16,-5 2-5 0,5-2-6 0,0 0-4 15,-4 2-4-15,4-2-7 0,-4 2-9 0,4-2-15 16,0 0 2-16,0 0-9 0,0 0-9 0,0 0-8 16,0 0-9-16,0 0-18 0,0 0-25 0,0 0-8 15,22-4-6-15,-11 2 2 0,10 0-1 0,6 1-3 16,5-4-8-16,0 1-11 0,6 1-12 0,18-2-127 15,3-1-34-15,5-3 0 0,23-7 0 0,-22 8 0 16,31-3 0-16,-3 6 0 0,-28-5 0 0,1 4 0 16,-4 1 0-16,-7 1 0 0,-15 1 0 0,-2 0 0 15,-3 2 0-15,-1-2 0 0,-15 1 0 0,3 2 0 16,-9-2 0-16,-2 0 0 0,-1 2 0 0,-3 0 0 16,-2-2 0-16,3 2 0 0,-8 0 0 0,6-1 0 15,-6 1 0-15,0 0 0 0,8 1 0 0,-8-1 0 16,0 0 0-16,0 0 0 0,0 0 0 0,0 0 0 0,0 0 0 15,-14 7 0-15,6-4 0 0,-1-2-276 0,-6 3-324 16,1 1-104-16,-3-2-399 0,-1 0-1192 0,-1 1 527 16</inkml:trace>
  <inkml:trace contextRef="#ctx0" brushRef="#br0" timeOffset="92729.9115">2689 7668 140 0,'0'0'397'0,"0"0"5"0,0 0-1 0,0 0-6 0,0 0-1 15,0 0-18-15,0 0-9 0,0 0-10 16,0 0-7-16,0 0-11 0,0 0-8 0,0 0-13 16,0 0-28-16,13-1-9 0,-13 1-11 0,0 0-25 0,0 0-15 15,0 0-19-15,4 3-24 0,-4-3-18 16,0 0-18-16,7 0-5 0,-7 0-15 0,10 1 11 16,-4-1-2-16,2 0-16 0,-2 1-2 0,3 2 1 0,1 2-5 15,2-3-5-15,-3 4 1 0,1-4-8 0,-1 4-1 16,-1 2-11-16,5-3-82 0,-4 3-12 0,-3-1 0 15,3 1 0-15,1 2 0 0,-2-1 0 16,-2-1 0-16,1 0 0 0,-1 2 0 0,-1 1 0 0,0 0 0 16,-2 1 0-16,1-4 0 0,-3 3 0 0,0-1 0 15,-1 2 0-15,-1-6 0 0,0 1 0 0,1 2 0 16,-3-4 0-16,-1 2 0 0,2-1 0 0,-1-2 0 16,0-1 0-16,1 0 0 0,2-3 0 0,-6 1 0 15,6-1 0-15,0 0 0 0,-5-7 0 0,5 7 0 16,-3-8 0-16,3-3 0 0,1 5 0 0,2-7 0 15,-2 3 0-15,3-2 0 0,2 1 0 0,1-5 0 16,-2 4 0-16,-1 1 0 0,3-3 0 0,0 5 0 16,-2-2 0-16,1 2 0 0,3 2 0 0,-4-1 0 15,4 1 0-15,0 0 0 0,0 0 0 0,-1 3 0 16,3-3 0-16,-2 5 0 0,5 2 0 0,-5-3 0 16,3 3 0-16,-1 3 0 0,2-1 0 0,0 5 0 15,-3-3 0-15,0 3 0 0,2 1 0 0,-3-2 0 16,0 5 0-16,1-3 0 0,-3 1 0 0,0 0 0 0,-5 1 0 15,4-1 0-15,-4 0 0 0,-2-2 0 0,0 0 0 16,1 0 0-16,-1 0 0 0,-1 1 0 16,1-4 0-16,-4 2 0 0,2-2 0 0,-1 1 0 15,1 1 0-15,-1-4 0 0,2 0 0 0,1-2 0 0,-3 5 0 16,3-5 0-16,0 0 0 0,0 0 0 0,0 0 0 16,0 0 0-16,8-11 0 0,-4-1 0 0,0 2 0 15,-1 1 0-15,5-8 0 0,1 3 0 0,-1 0 0 16,-2 2 0-16,4 0 0 0,-2 2 0 0,-2-1 0 15,2 2 0-15,2-2 0 0,-5 4 0 0,3-1 0 16,0 3 0-16,-2 2 0 0,-1 1 0 0,3 2 0 16,-3-1 0-16,4-2 0 0,-2 3 0 0,0 0 0 15,3 4 0-15,-3-1 0 0,0-1 0 0,0 5 0 16,-1-1 0-16,2 1 0 0,-2 3 0 0,-1-3 0 16,2 4 0-16,-4-1 0 0,3 1 0 0,-3-1 0 0,0-1 0 15,1 2 0-15,-2-2 0 0,2 0 0 16,-3 0 0-16,-1-2 0 0,4 2 0 0,-3-2 0 15,2 1 0-15,-3-2 0 0,3-1 0 0,-2 3 0 16,0-4 0-16,-2 0 0 0,4-2 0 0,-1 5 0 0,-2-5 0 16,0-2 0-16,0 0 0 0,0 6 0 0,0-6 0 15,0 0 0-15,0 3 0 0,0-3 0 16,0 0 0-16,0 0 0 0,0 0-240 0,-9-14-296 16,4 7-89-16,1-4-507 0,-2 2-1226 0,-2-7 543 0</inkml:trace>
  <inkml:trace contextRef="#ctx0" brushRef="#br0" timeOffset="93246.1421">3127 7368 319 0,'5'-1'364'0,"-5"1"5"0,0 0 3 0,1-6 3 16,-1 6-5-16,0 0 0 0,0 0-9 0,0 0-10 15,0 0-15-15,0 0-18 0,0 0-15 0,0 0-11 16,0 0-9-16,13 7-14 0,-8-7-16 0,0 3-23 16,1-3-19-16,0 1-21 0,-2 3-16 0,1-3-20 15,-3 4-10-15,3-1-12 0,-2-2-15 0,3 0-8 16,-2 1-11-16,-3 0-16 0,2 1-6 0,-1 0-6 15,1-1-5-15,-3 1-9 0,0-1-5 0,0-3-4 16,-3 10-2-16,1-6-8 0,-5 0 3 0,4 0-6 16,-4 1-3-16,2-1-2 0,0-2-3 0,-3 2-5 15,1-3 0-15,0 0-3 0,1 0 2 0,1-1 3 16,5 0-2-16,-10-5-9 0,6 4 2 0,-1-2 0 16,2-2-5-16,1-2 6 0,-1 3-7 0,2-1-1 0,2-4 2 15,0 2 15-15,1 2-5 0,0-1 2 16,3-1-2-16,-2 3 6 0,3-1 1 0,-1-1-2 15,2 2-5-15,-1 1 2 0,-1 0 2 0,1-1-4 16,0 4-4-16,-6 0 1 0,9 2-5 0,-5 0 3 0,-1 1 0 16,4-1-7-16,-5-1 2 0,2 3-5 0,-3-1-5 15,2 2-15-15,-3-5-19 0,-3 7-25 0,2-1-23 16,-2 0-33-16,-2-2-41 0,3-2-51 0,-2 5-59 16,-1-5-57-16,5-2-53 0,0 0-57 0,0 0-59 15,-13-6-428-15,13 6-998 0,1-12 442 0</inkml:trace>
  <inkml:trace contextRef="#ctx0" brushRef="#br0" timeOffset="94169.0824">5248 6633 171 0,'-2'-6'381'16,"-2"2"1"-16,4 4-10 0,0-5-5 0,-1 1-11 0,1 4-2 15,-4-4-9-15,0 2-3 0,3-3-5 16,1 5-7-16,-9-1-9 0,4-2-8 0,0 2-7 16,-2 0-1-16,7 1-32 0,-9-2 2 0,3 2-25 15,6 0-15-15,-14 1-8 0,6 1-13 0,0 0-11 0,2 1 4 16,-3 1 1-16,1 0-18 0,-3 3-5 0,3 1 0 16,-2 0-3-16,1 1-10 0,-2 4-12 15,-1-1-117-15,2 3-43 0,-3-1 0 0,3 2 0 0,-3 1 0 16,-2 5 0-16,-2-3 0 0,2 4 0 0,-3-2 0 15,5 2 0-15,-9-1 0 0,2 2 0 0,1-2 0 16,-3-2 0-16,2-1 0 0,0-1 0 0,-3-1 0 16,3-7 0-16,7 1 0 0,-2-2 0 0,2-3 0 15,1 2 0-15,1-3 0 0,2 0 0 0,1-3 0 16,3 1 0-16,-4-1 0 0,3-2 0 0,0 0 0 16,-2-2 0-16,0-3 0 0,1-1 0 0,0-4 0 15,2 2 0-15,0-3 0 0,-1-3 0 0,3 1 0 16,-1-2 0-16,3-4 0 0,0 1 0 0,2 0 0 15,3 0 0-15,2-1 0 0,-1 2 0 0,3-1 0 16,-2 2 0-16,2 2 0 0,2-1 0 0,2 1 0 16,-5 4 0-16,3 1 0 0,2-4 0 0,2 5 0 15,-4 0 0-15,2 3 0 0,-1 2 0 0,6-3 0 16,-4 3 0-16,0 3 0 0,6 0 0 0,-5 4 0 16,4 3 0-16,0-3 0 0,1 5 0 0,-3-1 0 0,2 1 0 15,-4 3 0-15,4-1 0 0,-5 1 0 16,4 1 0-16,-6 2 0 0,3 0 0 0,-4-1 0 15,-2 4 0-15,2-1 0 0,-2-1 0 0,-2-2 0 0,1 3 0 16,0-5 0-16,-2 0 0 0,-2-3 0 0,2 2 0 16,0-4 0-16,-1 2 0 0,1 0 0 0,3-1 0 15,-2 0 0-15,3-3 0 0,3 0 0 0,-1-3 0 16,7 4 0-16,1-6 0 0,3 0 0 0,0-4 0 16,-3-1 0-16,1-1 0 0,-2-1 0 0,1 1 0 15,-7-1 0-15,6-1 0 0,-7 4 0 0,3-3 0 16,-5 2 0-16,-1 1 0 0,1-1 0 0,-4 2 0 15,0 1 0-15,-1 1 0 0,-4 1 0 0,5-4 0 16,-5 1 0-16,0 3-466 0,0 0-223 0,0 0-484 16,0 0-1271-16,0 0 562 0</inkml:trace>
  <inkml:trace contextRef="#ctx0" brushRef="#br0" timeOffset="112879.3871">7016 6507 228 0,'5'-7'250'15,"-1"3"-1"-15,1-2-6 0,-1 1 0 0,4-1-2 0,-4 2-1 16,0-3 6-16,1-1-1 0,1 2 8 0,-4 1-5 31,2 1 8-31,2-1-2 0,-5-1 3 0,3 2 3 16,-2 1-2-16,0-3-1 0,2 2 0 15,-4 2-6-15,3-2-6 0,-2 0-7 0,-1 4-1 16,3-4-10-16,-3-2-15 0,0 6-2 0,2-2-11 0,-2 2-13 16,0-6-18-16,0 6-11 0,0 0-10 0,1-3-19 15,-1 3-13-15,0 0-5 0,0 0-14 0,0 0-13 16,0 0-5-16,0 0-22 0,-14 2 7 0,9 1-11 15,-6 1 0-15,3 1-8 0,0 5-4 0,-6 0 3 16,3 3-1-16,-2 1-1 0,-1 0 1 0,0 1-3 16,-4 6-4-16,1 0-8 0,2-1 10 0,1 3-31 15,1-6-6-15,3 4 0 0,-2 2 0 0,4-5 0 16,1-1 0-16,3 1 0 0,0 1 0 0,3-2 0 16,2 0 0-16,3 0 0 0,1-2 0 0,8-4 0 15,1 6 0-15,9-4 0 0,3 0 0 0,-7-5 0 16,3-1 0-16,-3-1 0 0,0-3 0 0,-1-1 0 15,-1-1 0-15,-4-2 0 0,2-1 0 0,-4 0 0 16,-1-1 0-16,-1-2 0 0,-1-1 0 0,-2 1 0 16,1 0 0-16,-5-1 0 0,2 0 0 0,-4 0 0 15,0 0 0-15,0-1 0 0,-4 2 0 0,2-1 0 16,-2 1 0-16,-5 0 0 0,0 1 0 0,-4 0 0 16,1 1 0-16,1 2 0 0,-5 0 0 0,3 1-63 15,-5 2-167-15,-1 1-69 0,0-1-69 0,-3 0-71 16,-5 8-96-16,0-3-57 0,-1 2-353 0,1-3-1022 0,4-3 452 15</inkml:trace>
  <inkml:trace contextRef="#ctx0" brushRef="#br0" timeOffset="113442.8268">6387 7130 219 0,'-1'4'338'16,"1"-4"0"-16,0 0 2 0,0 0-9 0,-7 1 3 15,7-1-2-15,0 0-4 0,0 0-3 0,-9-1-5 16,9 1-6-16,0 0-13 0,-9 0-11 0,9 0-12 16,-7 0-13-16,2 1-16 0,5-1-16 0,-8 0-14 15,8 0-18-15,-10 1-9 0,6-1-19 0,4 0-16 16,-9 0-9-16,9 0-13 0,-6 2-19 0,6-2-2 16,0 0-11-16,-7 2-2 0,7-2-4 0,0 0 2 15,0 5 3-15,0-5 16 0,7 3 8 0,-2-2 6 16,5 1-5-16,8 0 4 0,1 1 7 0,13 0-2 15,5 1 4-15,18-2-89 0,6 0-51 0,3 2 0 0,32-5 0 16,4 1 0-16,3 0 0 0,7-4 0 16,9 3 0-16,0 0 0 0,5-3 0 0,-3 3 0 15,-2-1 0-15,-3 5 0 0,-11-4 0 0,-13 5 0 0,-38-4 0 16,0 3 0-16,-24-1 0 0,-8 0 0 0,-3 0 0 16,-2 0 0-16,-7-2 0 0,1 0 0 0,-3 1 0 15,-3-1 0-15,-5 0 0 0,9-1 0 16,-9 1 0-16,9 0 0 0,-9 0 0 0,5-2 0 0,-5 2 0 15,0 0 0-15,8 2 0 0,-8-2 0 0,0 0 0 16,0 0 0-16,6 0-324 0,-6 0-194 0,0 0-107 16,0 0-496-16,0 0-1215 0,0 0 538 0</inkml:trace>
  <inkml:trace contextRef="#ctx0" brushRef="#br0" timeOffset="114287.0589">6673 8030 256 0,'0'0'284'0,"0"0"-7"0,0 0-2 0,0 0-1 16,-6 5 7-16,6-5 2 0,0 0 19 0,0 0 16 16,-6 1 13-16,6-1 3 0,-9-1 1 0,9 1-5 15,-11-1 5-15,2-2-9 0,0-1 1 0,2 3-10 16,-5-1-8-16,3-3 0 0,0-3-11 0,-1 1 0 16,0-1-13-16,-2 0-16 0,1-3-17 0,1-1-13 15,-2 0-13-15,-2-1-15 0,4-1-11 0,-2-1-90 16,1-1-110-16,6-2 0 0,-3 0 0 0,-2 1 0 15,6-3 0-15,-1 2 0 0,2 0 0 0,3-8 0 0,3 2 0 16,-2-4 0-16,7 5 0 0,2-1 0 0,-5 7 0 16,7 0 0-16,3-3 0 0,-6 3 0 15,5 2 0-15,0 1 0 0,9 2 0 0,-9 1 0 0,4 0 0 16,-6 5 0-16,0 0 0 0,1 0 0 0,-4 1 0 16,2 1 0-16,-1 3 0 0,1 1 0 0,-1-2 0 15,-1 2 0-15,0 3 0 0,0-1 0 0,-1 2 0 16,-3-1 0-16,0 3 0 0,-1 0 0 0,0 0 0 15,1 3 0-15,-3 0 0 0,-2 0 0 0,-2 4 0 16,-3-3 0-16,-3 5 0 0,-1 1 0 0,0-3 0 16,-5-1 0-16,5 2 0 0,-7-3 0 0,0 2 0 15,2-6 0-15,-3 4 0 0,2-5 0 0,4 1 0 16,-1-3 0-16,-1-1 0 0,2 0 0 0,2 2 0 16,3-2 0-16,-1 1 0 0,2-4 0 0,-1 0 0 15,2 3 0-15,4-3 0 0,-8 1 0 0,8-1 0 16,0 0 0-16,-9 0 0 0,9 0 0 0,0 0 0 15,0 0 0-15,0 0 0 0,0 0-320 0,0 0-215 16,0 0-46-16,30 0-45 0,-21 3-396 0,3-1-1107 16,5 0 490-16</inkml:trace>
  <inkml:trace contextRef="#ctx0" brushRef="#br0" timeOffset="114724.3957">6947 7924 268 0,'1'-5'445'0,"-1"5"16"0,0-5 11 0,0 5 3 0,1-5-6 16,-1 5-10-16,0-5-9 0,0 5-5 15,0-6 2-15,0 4-9 0,0 2-13 0,0 0-12 16,3-4-23-16,-3 4-23 0,0 0-26 0,0 0-25 0,0 0-21 15,0 0-21-15,0 0-28 0,0 0-21 0,0 0-155 16,0 0-70-16,0 0 0 0,0 0 0 0,0 0 0 16,1 15 0-16,-1-6 0 0,3 2 0 15,-2 1 0-15,2 3 0 0,-2 1 0 0,-1 2 0 0,1 1 0 16,-1-1 0-16,0 0 0 0,0 2 0 0,-1-1 0 16,0 6 0-16,-2-6 0 0,2 1 0 0,-3 0 0 15,-5 4 0-15,5-6 0 0,-1 0 0 0,0 1 0 16,0-1 0-16,-2-1 0 0,1-1 0 0,2-5 0 15,3-1 0-15,-3 0 0 0,1-4 0 0,2 3 0 16,1-4 0-16,0-1 0 0,-1 2 0 0,-2-3 0 16,3 1 0-16,0-4 0 0,0 0 0 0,3 4 0 15,-3-4 0-15,0 0 0 0,0 0 0 0,14-7-145 16,-9 4-409-16,0-1-59 0,0-3-63 0,-1 0-359 16,3-6-1119-16,-5 5 495 0</inkml:trace>
  <inkml:trace contextRef="#ctx0" brushRef="#br0" timeOffset="115100.9837">6952 7943 301 0,'4'-5'423'0,"0"-1"22"15,1 0 6-15,-1 0-11 0,1 1-19 0,3-2-21 16,-2 2-21-16,-1 0-24 0,1 2-19 0,2-2-23 15,-1 1-17-15,2 0-21 0,2-1-15 0,0 5-15 0,2-2-10 16,2 1-19-16,-5 1-20 0,2 3-14 0,-2-3-22 16,0 2-2-16,2 3-9 0,-2-1-5 15,-1 0-10-15,0 0-13 0,-1 1 0 0,-2 0-12 16,-1 2-10-16,2 0 2 0,-6-1-3 0,3 0-11 0,-3 1-3 16,-2 3 2-16,0-1 3 0,-3 0 3 0,-3-1-7 15,-2 2-6-15,-6 2-53 0,1-1-26 16,-4 1 0-16,0-5 0 0,-2 4 0 0,-1-6 0 15,4 0 0-15,4-1 0 0,0 1 0 0,1-3 0 0,2-1 0 16,2 0 0-16,2 1 0 0,-2-4 0 0,8 2 0 16,-10-1 0-16,5 0 0 0,1-2 0 0,4 3 0 15,0-7 0-15,0 3 0 0,4-1 0 0,0 1 0 16,0-1-44-16,2 4-271 0,3-4-67 0,0 4-96 16,-1-2-91-16,3 1-499 0,-3-2-1156 0,-2 1 512 15</inkml:trace>
  <inkml:trace contextRef="#ctx0" brushRef="#br0" timeOffset="116243.1006">9099 6972 208 0,'6'-4'341'0,"2"1"-4"0,-3 1-7 0,-1-1 7 15,1-3 12-15,-2 4-3 0,2 0-3 0,-2-1-3 16,-3 3-9-16,7-2-6 0,-7 2-9 0,5-2-16 16,-5 2-15-16,3-3-20 0,-3 3-15 0,0 0-17 15,3-2-11-15,-3 2-7 0,0 0 10 0,0 0-15 16,0 0 2-16,-21 0-14 0,8 3-1 0,3-1-8 15,-4 0 14-15,-6-1 1 0,1 0 0 0,1 3-4 16,-10 1-13-16,7-1-5 0,0-1-75 0,1-1-107 16,-1 0 0-16,1 1 0 0,2-1 0 0,4 1 0 15,-2-3 0-15,5 2 0 0,-2-2 0 0,4 0 0 16,-1 1 0-16,2-1 0 0,3 0 0 0,-3 0 0 16,8 0 0-16,-11 0 0 0,11 0 0 0,-8 0 0 15,8 0 0-15,-6-1 0 0,6 1 0 0,0 0 0 0,0 0 0 16,0 0 0-16,-8 1 0 0,8-1 0 0,0 0 0 15,0 0 0-15,0 0 0 0,0 0 0 0,0 0 0 16,0 0 0-16,-6 2 0 0,6-2 0 0,0 0 0 16,0 5 0-16,-1-2 0 0,1 0 0 0,0 5 0 15,0-1 0-15,-2 2 0 0,1 0 0 0,1 5 0 16,-1 2 0-16,0 2 0 0,1 3 0 0,-3 4 0 16,2 3 0-16,-1 1 0 0,1 2 0 0,-1-1 0 15,2 2 0-15,-6 1 0 0,5-1 0 0,-3 3 0 16,-1 3 0-16,-1 8 0 0,1-1 0 0,-3-1 0 15,3-6 0-15,-3 8 0 0,2 0 0 0,2 2 0 0,-1-13 0 16,1 12 0-16,-1 0 0 0,4 1 0 16,-3-15 0-16,4 13 0 0,0-13 0 0,-1 1 0 15,2-6 0-15,-1 1 0 0,4-2 0 0,-4-2 0 0,2 1 0 16,-2-6 0-16,0-2 0 0,3-2 0 0,-3-4 0 16,0 1 0-16,1-4 0 0,-1 1 0 15,0 0 0-15,3-3 0 0,-3 0 0 0,1 1 0 16,-1-4 0-16,0 2 0 0,3 1 0 0,-3-4 0 0,2 2 0 15,-2 1 0-15,0-2 0 0,3-1 0 0,-2 1 0 16,3 0 0-16,0-1 0 0,2 0 0 0,-1 1 0 16,3-2 0-16,5 2 0 0,-3 1 0 0,1-4 0 15,2 1 0-15,0-1 0 0,0 0 0 0,3-1 0 16,-2 0 0-16,4 0 0 0,-5-1 0 0,6 0 0 16,3-2 0-16,-4 1 0 0,1 0 0 0,0 0 0 15,-6-1 0-15,6 1 0 0,-4-1 0 0,-1 1 0 16,0 1 0-16,-1-2 0 0,0 2 0 0,-8-1 0 15,3 1 0-15,-3 0 0 0,1-1 0 0,-2 2 0 0,-4 0 0 16,9 0 0-16,-9 0 0 0,5-1 0 0,-5 1 0 16,0 0 0-16,0 0 0 0,8 0 0 15,-8 0 0-15,0 0 0 0,0 0 0 0,0 0 0 16,5-3 0-16,-5 3 0 0,5-8 0 0,-2 4 0 0,3-3 0 16,3-4 0-16,13-5-209 0,3-4-1122 0,11-12-1441 15,3-2 637-15</inkml:trace>
  <inkml:trace contextRef="#ctx0" brushRef="#br0" timeOffset="116744.0059">10801 6940 290 0,'1'-9'354'0,"-2"3"5"16,5-4 6-16,-4-1 2 0,0 5 1 0,0-1 18 15,0 2 9-15,1 1 0 0,2-4 0 0,-2 4-6 16,-1-1 0-16,0 0-5 0,0 1-9 0,0 4-14 15,0-7-13-15,1 5-26 0,-1 2-25 0,0 0-30 16,3-4-29-16,-3 4-21 0,0 0-19 0,0 0-21 16,0 0-17-16,0 0 0 0,0 0 4 0,-3 13-93 15,3-3-71-15,-1 1 0 0,0 4 0 0,-2 1 0 16,3 2 0-16,-1 7 0 0,-3-5 0 0,4-1 0 0,-4 7 0 16,3-7 0-16,-3 0 0 0,4 8 0 0,-1-9 0 15,1 1 0-15,-3-1 0 0,2 0 0 0,-4-1 0 16,5-4 0-16,-4-1 0 0,4-1 0 0,0 0 0 15,-2-3 0-15,2-1 0 0,2-1 0 0,-2 0 0 16,0-1 0-16,0-1 0 0,-2-1 0 0,0 1 0 16,2-4 0-16,0 4 0 0,0-4 0 0,2 3 0 15,-2-3 0-15,0 0 0 0,0 0 0 0,0 0 0 16,0 0 0-16,0 0 0 0,0 0 0 0,0 0 0 16,0 0 0-16,0 0-344 0,-6-10-419 0,5 8-418 15,-3-2-1280-15,-1 2 567 0</inkml:trace>
  <inkml:trace contextRef="#ctx0" brushRef="#br0" timeOffset="117229.3105">9826 7653 310 0,'-5'1'351'0,"5"-1"-12"0,0 0-13 16,0 0-19-16,0 0-34 0,0 0-20 0,0 0-15 15,-10-1-2-15,3 2-6 0,7-1-19 0,-9 3-5 16,3-3-6-16,0 1-10 0,-2-1 1 0,-1 0 0 16,4 1-4-16,5-1-8 0,-12 3 1 0,6-2-3 15,1 0 3-15,5-1 4 0,-8 1 2 0,3 1 4 16,5-2 2-16,0 0 3 0,-5 1-4 0,5-1-3 15,0 0-5-15,0 0-4 0,0 0-6 0,0 0-6 16,0 0-4-16,0 0-13 0,0 0-9 0,0 0-6 0,0 0-23 16,0 0-2-16,18 2 5 0,-7-4-2 15,6 2 2-15,6-3-61 0,9 3-54 0,4-3 0 16,17-2 0-16,9-2 0 0,35-2 0 0,1 4 0 0,12-7 0 16,13-9 0-16,10 3 0 0,9 5 0 0,6-3 0 15,7-5 0-15,5 4 0 0,-7 1 0 0,-14 4 0 16,-4-1 0-16,-18 1 0 0,-11 3 0 0,-40 5 0 15,-6 0 0-15,-1-1 0 0,-21-2 0 0,2 4 0 16,-8 0 0-16,-4-2 0 0,-9 4 0 0,-6 1 0 16,0-3 0-16,-3 0 0 0,-3 3 0 0,-2-1 0 15,0-1 0-15,-5 2 0 0,7 0 0 0,-7 0 0 16,0 0 0-16,0 0 0 0,0 0 0 0,0 0 0 16,0 0-254-16,0 0-430 0,-15 10-526 0,9-10-1309 15,-1 0 580-15</inkml:trace>
  <inkml:trace contextRef="#ctx0" brushRef="#br0" timeOffset="118042.7325">10005 8065 78 0,'-4'-2'344'0,"0"-2"-3"0,-2 2-11 16,0-1 4-16,-1 1-10 0,5-2 0 0,-5 2-8 15,3-1 2-15,4 3 6 0,-6-4-1 16,6 4 4-16,-4-4 4 0,4 4 0 0,-4-1-5 16,4 1 4-16,0 0-8 0,-2-4-14 0,2 4-23 0,0 0-21 15,0-4-13-15,0 4-26 0,0 0-19 0,6-5-23 16,-2 3-12-16,1-2-28 0,0 0-3 15,3 1-14-15,2 1-10 0,2-2-11 0,-2-1-10 0,1 2-12 16,2 1-9-16,-1 0-10 0,5 0-35 0,-2 3-29 16,-1-2 0-16,-2 2 0 0,1 0 0 0,1 3 0 15,3 1 0-15,-3 2 0 0,-4-1 0 0,3 2 0 16,-3-1 0-16,-2 4 0 0,2-1 0 0,-6 0 0 16,0 2 0-16,-2 1 0 0,-3 4 0 0,-3-5 0 15,-1 5 0-15,-9 0 0 0,-4 4 0 0,0 1 0 0,-6-5 0 16,-3-3 0-16,3 1 0 0,-2-3 0 15,-1 2 0-15,3-4 0 0,4-2 0 0,2-1 0 16,1-3 0-16,-1-1 0 0,6 0 0 0,3-3 0 0,-2-1 0 16,-3-2 0-16,5-1 0 0,-1-2 0 15,-1-1 0-15,3-3 0 0,1 1 0 0,0-8 0 16,2 0 0-16,1 1 0 0,0-5 0 0,2 2 0 16,-1 2 0-16,3-2 0 0,1 1 0 0,2 0 0 0,3 1 0 15,1 1 0-15,1 1 0 0,1-1 0 0,4 2 0 16,3 2-303-16,-1 1-133 0,4 3-17 0,-1 0-25 15,-4 1-23-15,5 2-15 0,-2 2-13 0,1 0-301 16,-8-2-898-16,5 2 398 0</inkml:trace>
  <inkml:trace contextRef="#ctx0" brushRef="#br0" timeOffset="118417.6441">10106 7865 298 0,'-1'-7'327'0,"-2"3"30"16,-2-3 26-16,2 2 31 0,2 2 34 0,-3-1 18 15,2-1 7-15,-2 0 7 0,0-1 13 0,3 0 10 16,-2 1-1-16,1 0-3 0,0 1-13 0,1-1-19 16,-1 1-23-16,0 0-28 0,2 4-31 0,-1-4-36 15,1 4-348-15,0 0-1 0,0-5 0 0,0 5 0 16,0 0 0-16,0 0 0 0,0 0 0 0,-4 12 0 0,4-2 0 16,-1 2 0-16,0 3 0 0,-1 4 0 15,-3 8 0-15,0-1 0 0,-1 2 0 0,6-2 0 16,1 3 0-16,-1-2 0 0,1 5 0 0,2-3 0 0,-4 1 0 15,1 1 0-15,-4-2 0 0,1 2 0 0,1-2 0 16,-4-1 0-16,3-1 0 0,1-2 0 16,0 2 0-16,-1-2 0 0,3 1 0 0,-1-8 0 0,-1 0 0 15,-1-2 0-15,3 0 0 0,-1-7 0 0,1 2 0 16,0-4 0-16,0 2 0 0,-2-5 0 0,4 3 0 16,-4-4 0-16,4-1 0 0,-2-2 0 0,1 5 0 15,-1 0 0-15,0-5 0 0,5 1 0 0,-5-1 0 16,11-2 0-16,-4-2 0 0,-1-1 0 0,3 0 0 15,4-3 0-15,-5 1 0 0,2-3-506 0,5-3-174 16,-2 1-488-16,2-3-1265 0,6-1 560 0</inkml:trace>
  <inkml:trace contextRef="#ctx0" brushRef="#br0" timeOffset="118855.1163">10511 8143 475 0,'5'-3'506'0,"1"-2"30"0,-3 0 10 16,0-1-5-16,-1 2-19 0,-2 1-25 0,3-1-30 16,1 0-36-16,-4 4-35 0,2-3-26 0,-2 3-42 0,4-4-29 15,-4 4-33-15,0 0-27 0,0 0-31 16,0 0-15-16,0 0-22 0,-11 11-14 0,3-5-20 16,-1 4-10-16,0-1-15 0,1 2-2 0,-3-1-20 0,1 6-6 15,-1-2-11-15,4-6-2 0,-2 3-15 0,2-4-3 16,2 3-5-16,0-2-3 0,2-3-8 15,0 0-37-15,-2-1 0 0,2 1 0 0,3 0 0 0,0-3 0 16,0 3 0-16,3-1 0 0,-2 2 0 0,4-5 0 16,0 1 0-16,2 3 0 0,-1 0 0 15,2-2 0-15,2 3 0 0,-4-4 0 0,4 3 0 0,-2-1 0 16,0 0 0-16,-2 2 0 0,1 1 0 0,-1-4 0 16,0 3 0-16,-3 1 0 0,-1-2 0 0,2 4 0 15,-4-3 0-15,0 2 0 0,0 1 0 0,-2 1 0 16,-2-2 0-16,-1-2 0 0,-4 4 0 0,0-2 0 15,-5 2 0-15,-2-3 0 0,0 0 0 0,1 0 0 16,-3 2 0-16,1-4 0 0,3-3 0 0,1-1 0 16,3 2-54-16,-3-1-56 0,5-2-24 0,2-1-36 15,0-3-55-15,1 0-52 0,5 0-43 0,1-5-43 16,3 4-34-16,3-5-27 0,5 1-31 0,3-3-15 16,3 2-329-16,0-1-865 0,7 0 382 0</inkml:trace>
  <inkml:trace contextRef="#ctx0" brushRef="#br0" timeOffset="119292.554">10728 8247 284 0,'4'-3'369'0,"0"-1"28"0,-2-1 35 0,2-1 11 16,-2 1 16-16,0 0 2 0,-2-1 2 0,0 0 1 16,3 1 12-16,-1-1-8 0,-2 2-3 15,0-3-10-15,-1 3-18 0,2-1-16 0,-1 1-20 0,0-1-26 16,0 5-25-16,-1-6-23 0,1 6-83 0,-1-3-244 15,1 3 0-15,0 0 0 0,0 0 0 16,1-5 0-16,-1 5 0 0,0 0 0 0,0 0 0 16,0 0 0-16,0 0 0 0,0 0 0 0,-4 13 0 0,4-5 0 15,0-5 0-15,0 9 0 0,-2-4 0 0,0 4 0 16,4-1 0-16,-4 2 0 0,2 3 0 0,2-1 0 16,-2-2 0-16,2-1 0 0,0 3 0 0,-2 5 0 15,1-9 0-15,1 3 0 0,0-2 0 0,0 1 0 16,2-1 0-16,-1-4 0 0,4 2 0 0,2-2 0 15,-4-1 0-15,4-2 0 0,0 0 0 0,0-1 0 16,-1-2 0-16,-2-1 0 0,3-2 0 0,3 1 0 16,-2-3 0-16,0-3 0 0,-1-2 0 0,0 2 0 15,-1-2 0-15,-1 1 0 0,-3-1 0 0,1 0 0 16,-2 2 0-16,-1-1 0 0,1 0 0 0,-3 2 0 0,0-1 0 16,0 3 0-16,0-2 0 0,-4 1 0 15,0-1 0-15,2 3 0 0,-3-2 0 0,5 4 0 16,-12-2 0-16,7 2 0 0,5 0 0 0,-15 2 0 15,7-2 0-15,-1 0-379 0,-4 4-195 0,4-1-82 0,-5 3-441 16,4-4-1189-16,1 1 525 0</inkml:trace>
  <inkml:trace contextRef="#ctx0" brushRef="#br0" timeOffset="120216.6426">13191 7368 84 0,'-13'-5'313'0,"13"5"-5"0,0 0-9 16,-5-3-7-16,5 3-11 0,0 0-4 0,-9 0-3 16,9 0 11-16,0 0-16 0,-7-1-2 0,7 1 0 15,0 0-3-15,-7 2 0 0,7-2-10 0,0 0-1 16,0 0-5-16,0 0-2 0,0 0-14 0,-9-2-4 16,9 2-7-16,0 0-10 0,0 0-8 0,0 0-9 15,-7 2-2-15,7-2-8 0,0 0-6 0,0 0-11 16,0 0-5-16,0 0-17 0,0 0-9 0,0 0-7 15,0 0-12-15,0 0-16 0,0 0-9 0,20 6-7 16,-7-6-8-16,3 0-2 0,6 0-6 0,6-4-7 16,2 2-11-16,3-1 6 0,-1 2 9 0,0-2-54 0,2 1-12 15,-2-1 0-15,0 0 0 0,-10 4 0 0,-2-3 0 16,-1 0 0-16,-4 1 0 0,-3 1 0 16,-1-1 0-16,-4 0 0 0,1 1 0 0,-2 0 0 0,-6 0 0 15,11-1 0-15,-11 1 0 0,6 0 0 0,-6 0 0 16,6-1 0-16,-6 1 0 0,0 0 0 0,0 0 0 15,8 0 0-15,-8 0 0 0,0 0 0 0,0 0 0 16,0 0 0-16,0 0 0 0,0 0 0 0,0 0 0 16,0 0 0-16,0 0 0 0,0 0 0 0,1-4 0 15,-1 4 0-15,0 0-241 0,0 0-106 0,2-3-52 0,-2 3-46 16,0 0-60-16,0 0-52 0,0 0-393 16,0 0-1029-16,0 0 456 0</inkml:trace>
  <inkml:trace contextRef="#ctx0" brushRef="#br0" timeOffset="121513.2561">11394 7958 75 0,'1'-5'420'0,"-1"1"12"0,0-3 19 0,2 1-3 15,-2 2-4-15,0-1-1 0,1 0-6 0,-1 0-7 16,-1 1-9-16,-1 0-2 0,2 4-13 0,2-7-12 0,-4 3-17 15,2 4-18-15,-1-6-14 0,1 6-18 0,0-3-12 16,0 3-19-16,-2-4-19 0,2 4-19 16,0 0-25-16,0 0-49 0,0 0-184 0,-4-3 0 15,4 3 0-15,0 0 0 0,0 0 0 0,0 0 0 0,0 0 0 16,-3 14 0-16,3-7 0 0,-1 1 0 0,1 2 0 16,1 2 0-16,-1 4 0 0,0 0 0 0,0 1 0 15,0 3 0-15,0-2 0 0,1 1 0 0,-1 0 0 16,2-1 0-16,-1 0 0 0,-1 0 0 0,0 0 0 15,-1 0 0-15,1-1 0 0,1-1 0 0,-1-4 0 16,0 1 0-16,0-1 0 0,0-2 0 0,-1 0 0 16,1-3 0-16,1 0 0 0,-2-1 0 0,1-1 0 15,0 1 0-15,0-1 0 0,-2-3 0 0,0 2 0 16,2-4 0-16,2 7 0 0,0-4 0 0,-1 0 0 16,-1-3 0-16,0 0 0 0,0 0 0 0,0 0 0 15,0 0 0-15,0 0 0 0,-1-16-481 0,-3 9-87 16,4-2-61-16,-6-1-457 0,3-1-1176 0,-2-1 521 15</inkml:trace>
  <inkml:trace contextRef="#ctx0" brushRef="#br0" timeOffset="121888.1689">11311 7957 7 0,'0'-7'350'0,"0"1"13"0,0-3 34 15,1 0 20-15,1-1 8 0,-2 5-2 0,0-2-9 16,1 0-12-16,3 2-20 0,-2-2-23 15,1-1-26-15,1 1-19 0,2-5-5 0,1 7-15 0,3-4-18 16,-1 3-13-16,1-1-26 0,1 2-15 0,2 1-10 16,6 1-22-16,-2 1-10 0,2 3-18 0,-1 2-2 15,1-2-6-15,3 7-2 0,-4-3-6 0,1 3-5 16,-1 2-7-16,0 0-9 0,3 4-7 0,-4-1-5 16,-3 1-96-16,-1 3-17 0,-4 0 0 0,1 6 0 15,-5-5 0-15,-1 2 0 0,-3 0 0 0,2 0 0 16,-7-1 0-16,-1 5 0 0,-9 1 0 0,1-1 0 15,-6 1 0-15,0-2 0 0,-3-1 0 0,-1-2 0 16,1-1 0-16,1 2 0 0,3-8 0 0,1-2 0 16,-1 0 0-16,4-3 0 0,0-1 0 0,6-1 0 15,-1 1 0-15,4-5 0 0,-1-1 0 0,2 3 0 16,-1-2 0-16,5-2 0 0,-4 5 0 0,4-5 0 16,0 0 0-16,0 0 0 0,0 0 0 0,0 0 0 15,9-14 0-15,-1 7-236 0,-1 4-206 0,5-3-63 16,-2-1-87-16,3 3-478 0,5-3-1158 0,0 2 512 15</inkml:trace>
  <inkml:trace contextRef="#ctx0" brushRef="#br0" timeOffset="122358.0831">11945 8122 70 0,'3'-5'519'16,"-3"-3"19"-16,0 2 13 0,-3 0-2 0,3 1-12 15,-1-2-36-15,-2 1-30 0,1 2-24 0,-1 0-34 16,2 0-32-16,-3 1-20 0,4 3-44 0,-4-4-30 16,4 4-27-16,-5-3-36 0,5 3-28 0,0 0-16 15,0 0-12-15,-14 6-26 0,5 0-10 0,4 1-13 16,-3 1-9-16,3 0-10 0,-3 1-16 0,2 2-2 16,1-2-13-16,-1 2-5 0,0 2-7 0,1-4-12 15,3 1 3-15,-5 0-7 0,6-3-1 0,-3 0-5 16,2-2-3-16,2 3-11 0,0-3-21 0,0-1 0 15,1 1 0-15,2-1 0 0,-1-1 0 0,2 2 0 16,2-3 0-16,1 3 0 0,-1-1 0 0,-1 1 0 0,3-2 0 16,2 2 0-16,-4 2 0 0,5-3 0 15,-1 1 0-15,-5-2 0 0,0 1 0 0,2 1 0 16,-2-2 0-16,0 2 0 0,-3-3 0 0,1 4 0 0,-2-3 0 16,-1 0 0-16,3 4 0 0,-3-1 0 0,-3-1 0 15,1 0 0-15,-6 0 0 0,2 1 0 0,-5 2 0 16,2-1 0-16,-1-1 0 0,0-3 0 0,-2 3 0 15,2-2 0-15,1-2 0 0,0 2 0 0,-1-2 0 16,2 0 0-16,2 0 0 0,2-1 0 0,-3 0 0 16,2 1-34-16,5-2-81 0,-7-4-32 0,7 4-40 15,-4-4-37-15,4 4-38 0,1-8-45 0,2 4-39 16,1-1-29-16,1 1-38 0,5-5-43 0,0 4-30 16,2-2-321-16,5-1-873 0,-2 0 386 0</inkml:trace>
  <inkml:trace contextRef="#ctx0" brushRef="#br0" timeOffset="122982.9038">12129 8201 245 0,'0'0'387'16,"0"0"25"-16,-4-5 27 0,4 5 23 0,-1-4 20 0,1 4 9 15,-8-2-1-15,8 2 17 0,-1-5-5 0,1 5 5 16,-1-8-16-16,1 8-16 0,-3-2-23 0,3 2-23 16,0-4-25-16,0 4-23 0,-4-4-30 0,4 4-67 15,0 0-284-15,0 0 0 0,-4-3 0 0,4 3 0 16,0 0 0-16,0 0 0 0,0 0 0 0,0 0 0 16,0 0 0-16,0 0 0 0,-1 12 0 0,0-7 0 15,1 3 0-15,-3-2 0 0,3 5 0 0,-1-1 0 16,1 2 0-16,0 0 0 0,-3 4 0 0,2-4 0 15,1 3 0-15,-2-2 0 0,0-1 0 0,0 0 0 16,2-1 0-16,0 0 0 0,2-3 0 0,2 3 0 16,-4 0 0-16,4-5 0 0,1 3 0 0,-1-1 0 15,1-3 0-15,4-1 0 0,-4 0 0 0,3-3 0 16,-3-1 0-16,3 2 0 0,-2-2 0 0,-6 0 0 16,13 0 0-16,-8-4 0 0,3-3 0 0,-3 2 0 15,-2 0 0-15,1 0 0 0,-1-1 0 0,-1 2 0 16,1-1 0-16,-3 0 0 0,0 1 0 0,0 0 0 15,-1-2 0-15,-1 2 0 0,0 2 0 0,-1-1 0 16,-1-1 0-16,1-1 0 0,-2 3 0 0,0-2 0 16,-2 4 0-16,7 0 0 0,-5-1 0 0,5 1 0 15,-8-2 0-15,8 2 0 0,-11 1 0 0,11-1 0 0,-9 1-470 16,4 0-187-16,-2-1-521 0,7 0-1275 0,-11-2 564 16</inkml:trace>
  <inkml:trace contextRef="#ctx0" brushRef="#br0" timeOffset="123530.3821">11459 7769 346 0,'0'0'363'0,"0"0"13"16,-2-4 11-16,2 4 0 0,0 0 12 0,0 0 6 16,0 0-2-16,-8-1-1 0,8 1-10 0,0 0-20 15,0 0-8-15,0 0-25 0,0 0-8 0,-5-1-15 0,5 1-8 16,0 0-18-16,0 0-25 0,0 0 5 0,0 0-14 16,0 0-12-16,0 0-13 0,-4-4-5 15,4 4-20-15,0 0-20 0,10-5-59 0,2 3-127 16,6-2 0-16,0-1 0 0,14 2 0 0,0-2 0 0,6-2 0 15,13-1 0-15,0-3 0 0,5 6 0 0,-1-4 0 16,-3 3 0-16,1-2 0 0,-12 4 0 0,-3-1 0 16,-6-2 0-16,-2 4 0 0,-10 0 0 0,2 1 0 15,-7-1 0-15,-2 3 0 0,-4-1 0 0,0-1 0 16,-3 2 0-16,-2-1 0 0,-4 1 0 0,8-1 0 16,-8 1 0-16,5-2 0 0,-5 2 0 0,0 0 0 15,0 0 0-15,0 0 0 0,0 0 0 0,0 0 0 16,0 0 0-16,0 0-96 0,0 0-325 0,0 0-38 15,0 0-47-15,0 0-93 0,0 0-420 0,-14-6-1103 16,14 6 488-16</inkml:trace>
  <inkml:trace contextRef="#ctx0" brushRef="#br0" timeOffset="124546.5518">16166 6634 213 0,'0'0'348'16,"0"-7"-2"-16,0 7-12 0,0-4-8 0,0 4 6 15,0-5-1-15,0 5-3 0,0-3-3 0,0 3-1 16,0 0-1-16,0 0-10 0,0-5-9 0,0 5-17 16,0 0-9-16,0 0-11 0,0 0-20 0,0 0-13 15,0 0-19-15,0 0-17 0,0 0-20 0,0 0-16 16,0 0-19-16,0 0-9 0,0 0-22 0,0 0-7 16,0 0-7-16,0 0 1 0,0 0 9 0,0 15-1 15,0-8-8-15,3 2-15 0,-1 2 3 0,2 2 19 16,-2 2-11-16,0 3 0 0,-2-1-10 0,4 2-8 15,-4-1-8-15,6 7-5 0,-6-8-8 0,0 1-3 16,1-1-12-16,1 0 2 0,-2 2-25 0,1-2-18 16,0-2 0-16,-1-4 0 0,-1 2 0 0,2 2 0 0,-2-4 0 15,0-1 0-15,2-2 0 0,-1-2 0 0,0 0 0 16,0-2 0-16,0-1 0 0,1-1 0 0,-1-2 0 16,0 5 0-16,0 0 0 0,0-5 0 0,0 0 0 15,0 5 0-15,0-5 0 0,0 0 0 0,0 0 0 16,0 0 0-16,0 0 0 0,0 0 0 0,0 0 0 15,0 0-205-15,0 0-147 0,0 0-69 0,0 0-70 16,0 0-84-16,-4-15-450 0,4 15-1110 0,-3-5 491 16</inkml:trace>
  <inkml:trace contextRef="#ctx0" brushRef="#br0" timeOffset="125031.5755">15453 7338 101 0,'0'0'302'0,"0"0"-10"0,-4 1-13 16,4-1-15-16,0 0-16 0,0 0-17 0,0 0-12 15,0 0-10-15,0 0-18 0,0 0-7 0,-11-3-12 16,11 3-14-16,0 0-4 0,-8 0-9 0,8 0 6 15,-9 0-5-15,9 0 2 0,-5 2 1 0,5-2-1 16,0 0 2-16,-9 0 6 0,9 0 0 0,-5 1 6 16,5-1 1-16,0 0 2 0,0 0-2 0,0 0-8 0,-8 0 0 15,8 0-6-15,0 0 0 0,0 0-1 16,0 0-12-16,0 0-12 0,0 0-14 0,0 0-10 16,30-4-8-16,-12 4-9 0,12-2 0 0,7-3-4 15,13 1-3-15,8-2 2 0,4 1-10 0,34-5-7 0,3-2-1 16,5-4 2-16,6 3 0 0,7-3 10 15,5 2-6-15,-2-3 11 0,3 4-2 0,-3-1 4 16,-9 0-12-16,-3 3 0 0,-12 1 1 0,-30 3 0 0,-2 1 5 16,-3 1 3-16,-6 0-2 0,-18 0-15 0,-5 1-2 15,-2 1-3-15,-12 2 3 0,-6-1-9 0,0 2-30 16,-2-2-18-16,-3 1 0 0,-2 1 0 16,1-1 0-16,-6 1 0 0,6 0-45 0,-6 0-88 0,0 0-46 15,0 0-59-15,0 0-69 0,0 0-68 0,0 0-61 16,-29 0-64-16,15 1-50 0,-3 1-355 0,-2 1-981 15,1 1 435-15</inkml:trace>
  <inkml:trace contextRef="#ctx0" brushRef="#br0" timeOffset="125610.6316">15558 7861 290 0,'0'0'394'0,"-4"-4"13"15,4 4 2-15,-2-4 1 0,2-1-16 0,0 0-4 16,0 5-13-16,0-5-13 0,-2-1-12 0,4 3-19 16,-2 3-15-16,2-8-1 0,-1 5-27 0,2-2-31 15,-2 1-13-15,3 1-21 0,0 0-22 0,-2 0-22 16,3-1-12-16,-1 1-25 0,1 0-15 0,2-1-15 16,-1 1-9-16,3 2-14 0,0-2-11 0,3 5-9 15,-1-2-3-15,1 1-4 0,2 1-9 0,-2 0-2 16,5 5-6-16,-3 0 0 0,-2 0-3 0,4 1-3 15,-3 3-6-15,-8-2 8 0,7 4-17 0,-6-2-2 16,-1 2-2-16,-1 3-12 0,0-5 15 0,-4 5-4 16,-3 0 4-16,-2-1-7 0,-2-2 0 0,-3 2 2 15,-1 0-6-15,-4-2 14 0,-2-4-15 0,-1 4 5 16,-6-1-6-16,4-3-3 0,-6 0 1 0,7-3-1 16,-3 0 10-16,3-1 15 0,2-2 25 0,-2-1 20 15,6-1 23-15,-1-2-85 0,3 1-17 0,-1-2 0 0,1-3 0 16,1-1 0-16,0-3 0 0,-1-3 0 15,5-1 0-15,-2-1 0 0,4-2 0 0,3-1 0 16,-2 0 0-16,2 2 0 0,1 3 0 0,3-5 0 0,-1 3 0 16,7-1 0-16,-5 2 0 0,6-1 0 0,2 2 0 15,-2-1 0-15,1 5 0 0,1 0-43 0,3-2-382 16,1 2-40-16,-5 3-35 0,-1 1-47 0,3 1-29 16,-4 1-364-16,1-4-1017 0,0 4 450 0</inkml:trace>
  <inkml:trace contextRef="#ctx0" brushRef="#br0" timeOffset="126002.136">15614 7602 112 0,'-1'-11'443'16,"-2"-1"35"-16,3 3 29 0,-1 0 39 0,1 1 14 16,0-4 8-16,0 9-6 0,0-6 0 0,0 6-21 15,-1-2-21-15,2 3-31 0,-1 2-37 0,-4-8-40 16,4 8-39-16,0-2-37 0,0 2-34 0,0 0-27 15,0 0-122-15,0 0-153 0,-1 18 0 0,2-6 0 0,2 5 0 32,-1 7 0-32,1 3 0 0,1 0 0 0,-3 1 0 0,-1 1 0 0,5 5 0 0,-1-2 0 15,-4 1 0-15,0 2 0 0,0-2 0 0,4 2 0 16,-8-1 0-16,4 0 0 0,-4-3 0 0,4 1 0 0,0-3 0 16,-1 0 0-16,0-2 0 0,-2-1 0 15,2-5 0-15,-2-2 0 0,3-1 0 0,0 0 0 16,0-1 0-16,-1-5 0 0,1 0 0 0,0-2 0 0,1-1 0 15,-2-3 0-15,1 0 0 0,1-2 0 0,-1 1 0 16,0-1 0-16,0-4 0 0,-1 4 0 16,1-4 0-16,1 4 0 0,-1-4 0 0,0 0 0 0,0 4 0 15,0-4 0-15,3 2 0 0,-3-2 0 0,0 0 0 16,0 0 0-16,9-6 0 0,-3 2 0 0,2-4 0 16,2 1-17-16,-4-1-617 0,10-2-64 0,-10 1-443 15,3 0-1235-15,0-1 547 0</inkml:trace>
  <inkml:trace contextRef="#ctx0" brushRef="#br0" timeOffset="126580.086">16026 7944 205 0,'0'0'305'15,"0"0"-6"-15,0 0-5 0,1-4-1 0,-1 4-1 16,0 0 10-16,0 0 13 0,-1-5 6 0,1 5 11 16,0 0 4-16,0 0-2 0,0 0-3 15,0 0-13-15,0 0-15 0,0 0-17 0,0 0-17 0,-8-1-23 16,8 1-25-16,0 0-15 0,0 0-27 0,0 0-17 15,-13 8-7-15,9-4-21 0,-2 3-11 0,2-1 0 16,-5 4-21-16,1-2-17 0,0 3-10 0,-1-2-7 16,2 1-7-16,-2-1-4 0,-3 2-7 0,4 1-4 15,0-4-4-15,1-1-4 0,-1 2 3 0,4-5-5 16,1 1-2-16,1-1-7 0,-1 1-10 0,1-2 4 16,0 1-5-16,2-4-4 0,2 7 3 0,0-3 1 15,1-2 1-15,2 1-4 0,2 0 1 0,-2 1 0 16,2-1-1-16,0 1-9 0,0-2 4 0,5 2-7 15,-6-2-1-15,3 2 7 0,-2 1-6 0,3-2-1 16,-4 1 4-16,-1 0-1 0,2-1-1 0,-3 1 3 16,-1 0 3-16,2-2-3 0,0 3 3 0,-1-2-8 15,0 4 5-15,-4-6-4 0,0 5 8 0,0-2 4 16,0-4-1-16,0 7-2 0,0-2-1 0,-4 1 9 16,0-1-2-16,1-2 1 0,-5 5-4 0,-1-2 4 15,0-2-6-15,-2 2 3 0,-1 1-3 0,2-4-3 16,-3 2 8-16,4-2-5 0,0 0-14 0,2-2-15 15,0 0-20-15,2 0-12 0,5-1-24 0,-8 2-38 0,8-2-53 16,-5-7-59-16,4 4-53 0,1-2-51 0,1-1-43 16,0 0-50-16,6 1-52 0,1-2-41 15,-1-1-289-15,5 1-869 0,-2-2 385 0</inkml:trace>
  <inkml:trace contextRef="#ctx0" brushRef="#br0" timeOffset="127033.1078">16182 8082 2 0,'3'-3'385'16,"1"1"18"-16,-4-1 18 0,0 3 2 0,5-7-9 15,-3 5-20-15,0-2-17 0,-2 4-28 0,4-5-17 16,-3 3-20-16,-1 2-23 0,4-3-20 0,-4 3-27 16,2-4-23-16,-2 4-20 0,0 0-26 0,0 0-21 15,0 0-17-15,0 0-14 0,12 4-12 0,-7-2-12 16,-2 3-9-16,-1 0-10 0,2-1-10 0,0 0-4 15,-1 1-8-15,-1 2 1 0,-2-1-10 0,0 1-7 16,4-1-3-16,-4 1-2 0,-4-2-3 0,3 1-2 16,-3 0-1-16,-1 0-4 0,1-2-9 0,-1 0-13 15,-3 3-4-15,-2-4-10 0,1 0 1 0,0 1-1 16,0-3 5-16,0-1-4 0,2 0 4 0,-1 1 5 16,0-1 2-16,8 0 6 0,-10-5 9 0,6 4 15 15,0-3 13-15,1 0 7 0,0-1 6 0,2 1-7 16,-2-2 7-16,6 1-2 0,-3-1-7 0,2 0-1 0,1 1-2 15,-2 0-4-15,3 2-1 0,-1-2 0 16,-1 2-4-16,1-1-8 0,2 0 0 0,-1 2 0 16,3 1-8-16,-2-1-7 0,-5 2 4 0,11 0 0 15,-5 2 3-15,2-1-4 0,-3 0-2 0,1 1-1 0,1 1-2 16,5 1-3-16,-7-1-2 0,3 2 11 16,1 1-10-16,1-1-4 0,-2-2-2 0,-3 1-25 15,4 0-22-15,1 1-27 0,-2-1-32 0,1 1-31 0,1-1-37 16,-2-1-37-16,2-1-48 0,0 1-43 0,2-1-46 15,-2-2-49-15,5-1-56 0,3 0-361 0,-1-2-881 16,2-4 389-16</inkml:trace>
  <inkml:trace contextRef="#ctx0" brushRef="#br0" timeOffset="127378.4171">16721 7738 235 0,'0'-10'437'0,"0"-1"30"16,-1 1 20-16,1 5 11 0,-3-4 6 0,3 4 1 16,-1-1-3-16,1 6-1 0,1-7-12 0,-2 3-21 15,1 4-29-15,0-4-31 0,0 4-33 0,0 0-34 16,0 0-32-16,0-5-34 0,0 5-27 0,0 0-18 16,0 0 7-16,0 0-8 0,1 19-222 0,-1-10-7 15,4 3 0-15,-2 3 0 0,1 0 0 0,0 2 0 16,-2 1 0-16,1-1 0 0,1 1 0 0,1 1 0 15,-3 0 0-15,0-1 0 0,2 1 0 0,-2 0 0 16,2-1 0-16,-5-1 0 0,4-1 0 0,-2 0 0 0,0-4 0 16,1 1 0-16,-1-5 0 0,0 3 0 0,0-6 0 15,0 4 0-15,1-5 0 0,-2 0 0 0,2 1 0 16,1-1 0-16,-2-4 0 0,0 4 0 16,0-4-223-1,0 0-196-15,0 0-57 0,0 0-46 0,6-18-41 16,-5 5-435-16,-2-2-1082 0,0-1 479 0</inkml:trace>
  <inkml:trace contextRef="#ctx0" brushRef="#br0" timeOffset="127769.6867">16635 7693 32 0,'-1'-4'333'15,"1"1"21"-15,-3-2 18 0,2 1 27 0,1-1-5 16,0 5-10-16,1-7-6 0,-1 5-16 0,3-2-20 15,-3 4-19-15,1-7-18 0,3 2-23 0,0 1-18 16,2 0-14-16,-1 1-13 0,7-1-9 0,-3 0-13 16,1 0-8-16,2 0-16 0,2 5-14 0,-2 0-9 15,5-1-7-15,-3 3-2 0,6 1-5 0,-1-1-8 16,7 5 0-16,-5-3-5 0,-2 2-8 0,9 3-5 16,-9-1-6-16,4 8-1 0,-6-7 2 0,-2 1-9 15,-2 4-8-15,0-3-1 0,-3 1-12 0,-1 3-51 0,-4-2-42 16,1 2 0-16,-2 0 0 0,-4 0 0 15,-1 2 0-15,-3 0 0 0,-3 1 0 0,-2 5 0 16,-8-4 0-16,3-4 0 0,-5 1 0 0,-3 3 0 0,0-5 0 16,3-3 0-16,2 1 0 0,-2-5 0 0,1 3 0 15,3-2 0-15,3-4 0 0,2 2 0 0,4-3 0 16,-2-2 0-16,3 2 0 0,0-2 0 16,-1-1 0-16,3 2 0 0,-1-1 0 0,4-2 0 0,0 0 0 15,0 0 0-15,0 0 0 0,0 0 0 0,0 0-198 16,0 0-157-16,9-10-47 0,-1 9-49 0,-2-1-53 15,5-2-57-15,-1 2-393 0,6-3-1033 0,-2 1 457 16</inkml:trace>
  <inkml:trace contextRef="#ctx0" brushRef="#br0" timeOffset="128222.8272">17182 7902 209 0,'3'-7'397'0,"-1"2"27"0,1-1 12 0,-2-1 3 16,1 4-15-16,-1 1-15 0,-2-3-19 0,1 5-14 16,-2-9-24-16,1 7-24 0,0-1-32 0,1 3-28 15,-2-6-31-15,2 6-25 0,-5 0-24 0,5 0-21 16,0 0-16-16,-11 5-20 0,6-1-6 0,0-1-15 0,1 5-12 16,-1-1-9-16,-2 1-3 0,3 2-14 0,3-3-10 15,-4 3-3-15,5-3-8 0,-1 3-4 16,-2-3 2-16,3 3-12 0,3-4-2 0,-2-1 0 15,2 3-6-15,0-2-3 0,4-2-3 0,-3 1 0 0,1 1-4 16,2 1 0-16,0-1-3 0,-1-1-6 0,-1 0 4 16,0-2-5-16,2 3 1 0,-2 0-3 15,1-3-2-15,-1 0-1 0,-1 5 0 0,0-3-6 16,-1 1 9-16,-1 0 1 0,-2 1 0 0,0-1 6 0,-2 0 14 16,-1 0 2-16,0 0 6 0,-3 3 5 0,0-4 1 15,-4 2 1-15,-1 0 3 0,1-3-13 0,-1 0 1 16,-1-1 12-16,-2 1-9 0,4-1-6 0,-2-1-2 15,1-1-2-15,1 0-16 0,3 1 12 0,1-1-12 16,-1 1-9-16,7-2-15 0,-9 0-23 0,9 0-16 16,-5 2-41-16,5-2-49 0,0 0-47 0,-2-7-49 15,2 7-39-15,10-7-33 0,-5 5-34 0,5-2-40 16,1-1-40-16,0 1-26 0,2 0-324 0,-3 0-838 16,8-3 371-16</inkml:trace>
  <inkml:trace contextRef="#ctx0" brushRef="#br0" timeOffset="128739.8299">17370 7990 155 0,'3'-2'332'0,"1"-3"-6"0,-3 1 1 0,0-1-4 16,0 0-3-16,2 0-7 0,1 0-8 15,-2 0-4-15,1 2-25 0,-2-1-9 0,2 1-21 16,-2 1-21-16,2-2-19 0,-3 4-18 0,5-5-19 0,-3 3-10 15,2-1-11-15,-4 3-17 0,10-1-13 0,-6 0-7 16,2 1-9-16,0-1-9 0,-1 3-1 16,2-1-6-16,-2 2-5 0,-1 0-7 0,1 1-4 15,1 1-7-15,-1-1-1 0,0 2-11 0,-3 0-5 0,2 3-1 16,-3-2 0-16,-1-2-8 0,0 3-1 0,-1 0 1 16,-3 0-11-16,-2-1 0 0,-2 2-5 0,1-2 4 15,-1 0-6-15,-2-1 2 0,-2-3-7 16,1 1-4-16,-2 1-6 0,3-3-1 0,1 1 0 0,1-2 2 15,-1 0 4-15,4-1 1 0,-3-2-3 0,2-2 2 16,2 2-2-16,-1-2 3 0,4-1-1 0,-2-1 2 16,3-1 3-16,0 0 0 0,3-3 0 0,-2 2 5 15,4-3 1-15,-1 3 3 0,2 0 1 0,-2 1 0 16,1 1 10-16,-1 0 1 0,1 1 5 0,0 1 2 16,2 0-8-16,-2 2 0 0,0-1 3 0,0 1 1 15,0 2-4-15,2 0 5 0,0 2 12 0,0 2 4 16,-1 2 4-16,3 0-3 0,-1 3-2 0,-1 0-6 15,0 0 4-15,-1 1-8 0,2 1-6 0,-3-1-6 16,1 0-2-16,-2 0-8 0,1-1 1 0,-1 1 3 16,0-4-6-16,-2 1-3 0,2-1 2 0,-3-1-5 0,2 0-14 15,1-2-29-15,-3 1-13 0,-1-1-25 16,4 0-19-16,-4-1-24 0,0-2-29 0,4 4-17 16,-4-4-40-16,0 0-71 0,0 0-60 0,6-8-62 15,-1 1-76-15,-1 3-389 0,-4-3-925 0,4-3 410 0</inkml:trace>
  <inkml:trace contextRef="#ctx0" brushRef="#br0" timeOffset="129287.7361">16794 7371 20 0,'0'0'390'0,"0"0"5"0,0 0 13 0,0 0 3 15,0 0-11-15,-4 4-9 0,4-4-5 0,0 0-6 0,0 0-12 16,0 0-12-16,0 0-18 0,0 0-17 0,0 0-22 16,0 0-16-16,0 0-18 0,0 0-20 0,0 0-31 15,-3 2 3-15,3-2-17 0,0 0-17 0,0 0 0 16,0 0-14-16,0 0-13 0,0 0-6 0,0 0-5 16,0 0-7-16,0 0-6 0,0 0-10 0,0 0-7 15,4 5-9-15,-4-5-13 0,13 0-10 0,-7 0-8 16,7 0-21-16,6 0-54 0,-2-1 0 0,11 1 0 15,0-4 0-15,-1 2 0 0,4 1 0 0,-1-1 0 16,0 0 0-16,-1-1 0 0,1 1 0 0,-4 0 0 16,-4-1 0-16,-4 1 0 0,-4 0 0 0,-2 0 0 15,-5 0 0-15,0 2 0 0,1 0 0 0,-2 0 0 16,-6 0 0-16,10 0 0 0,-10 0 0 0,5-1 0 16,-5 1 0-16,0 0 0 0,0 0 0 0,9-4 0 0,-9 4 0 15,0 0 0-15,6 0 0 0,-6 0 0 16,0 0 0-16,0 0 0 0,0-4 0 0,0 4-15 15,0 0-255-15,0 0-40 0,0 0-42 0,0 0-53 0,0 0-48 16,9-2-76-16,-9 2-448 0,12-3-1057 0,-5-1 468 16</inkml:trace>
  <inkml:trace contextRef="#ctx0" brushRef="#br0" timeOffset="130412.8399">17640 6707 315 0,'0'0'315'0,"-5"-1"2"0,2-2 1 0,3 3 2 16,-7-4 16-16,4 2 0 0,3 2 1 0,0 0 0 15,-1-6-7-15,1 6-4 0,0 0-14 0,-5-2-12 16,5 2-11-16,0 0-15 0,0 0-13 15,0 0-14-15,-7-1-4 0,7 1-24 0,0 0-11 0,0 0-21 16,0 0-15-16,14-4-21 0,-5 3-15 0,3-3-13 16,4 0-3-16,5 0 3 0,8 0 6 0,-1-1-5 15,-1 0-17-15,-9 2-3 0,10-1-22 0,-8 3 11 16,1-3-6-16,-4 2-2 0,-3 0-18 0,-2 1 12 16,0 0-10-16,-1-2-6 0,-3 5 4 0,-1-4-7 15,1 1-37-15,-4 0-23 0,-4 1 0 0,7-1 0 16,-7 1 0-16,0 0 0 0,10 1 0 0,-10-1 0 15,0 0 0-15,5-2 0 0,-5 2 0 0,0 0 0 16,0 0 0-16,5-1 0 0,-5 1 0 0,0 0 0 16,0 0 0-16,0 0 0 0,0 0 0 0,0 0 0 15,0 0 0-15,0 0 0 0,0 0 0 0,5 3 0 16,-5 1 0-16,1 2 0 0,3 3 0 0,-4 3 0 16,4 4 0-16,1 9 0 0,2 2 0 0,-2 1 0 15,-3 8 0-15,7 13 0 0,-1 1 0 0,-3 3 0 16,5 1 0-16,-6 1 0 0,1 0 0 0,-1-1 0 15,-3 3 0-15,5-3 0 0,-4-3 0 0,1 5 0 16,2-5 0-16,-4 2 0 0,0-2 0 0,2 1 0 0,-1-3 0 16,0-1 0-16,0-1 0 0,1 1 0 0,-2-13 0 15,2 2 0-15,0 11 0 0,0-13 0 16,2 1 0-16,-3-2 0 0,1-1 0 0,-2-3 0 16,-1-1 0-16,3-3 0 0,-2 1 0 0,1-4 0 0,-2-3 0 15,1-2 0-15,0 0 0 0,-1-6 0 0,0 0 0 16,1 0 0-16,-1-2 0 0,0-2 0 0,0-2 0 15,0 0 0-15,0-1 0 0,0-1 0 16,2 1 0-16,-2-5 0 0,-2 4 0 0,2 1 0 0,0-5 0 16,-1 3 0-16,1-3 0 0,0 0 0 0,0 0 0 15,0 0 0-15,0 0 0 0,0 4 0 0,0-4 0 16,0 0 0-16,0 0 0 0,-8 2 0 0,1-2 0 16,-2 0 0-16,-4 0 0 0,-1 0 0 0,-5 2 0 15,-3-1 0-15,-7 3 0 0,-1-3 0 0,0 0 0 16,0 1 0-16,0 2 0 0,-4 0 0 0,4-1 0 15,-2 4 0-15,8-6 0 0,4 3 0 0,1 0 0 16,-1-2 0-16,7 1 0 0,1-1 0 0,1-1 0 16,3 0 0-16,2 0 0 0,1-1 0 0,-3 2 0 15,8-2 0-15,-8 1 0 0,8-1 0 0,0 0 0 16,-7 1 0-16,7-1 0 0,0 0 0 0,-6 0 0 16,6 0 0-16,0 0 0 0,0 0 0 0,0 0 0 15,0 0 0-15,0 0 0 0,0 0 0 0,0 0 0 16,0 0 0-16,0 0 0 0,0 0 0 0,-7-4 0 0,7 4-44 15,0 0-409-15,0 0-56 0,0 0-45 0,-4-4-44 16,0 0-408-16,4 4-1090 0,-7-8 483 0</inkml:trace>
  <inkml:trace contextRef="#ctx0" brushRef="#br0" timeOffset="147205.5702">4692 8894 81 0,'3'-2'238'0,"-3"-1"13"0,0 3 11 0,6-4 12 16,-6 4 10-16,1-4 8 0,3 0 13 0,-4 4 13 0,3-5 12 15,-2 4 7-15,-1 1 1 0,4-6 5 0,-3 3 2 16,-1 3-2-16,3-4 1 0,-3 4-12 16,1-4 3-16,3 3-5 0,-4 1-10 0,0-5-18 0,0 5-8 15,0 0-15-15,0-5-13 0,0 5-17 0,0 0-22 16,0 0-17-16,0 0-20 0,0 0-18 0,0 0-172 16,0 0 0-16,0 0 0 0,0 0 0 0,0 0 0 15,0 0 0-15,0 0 0 0,-13 17 0 0,12-5 0 16,-2 5 0-16,-1 1 0 0,1 0 0 0,-4 6 0 15,2 3 0-15,-4 0 0 0,2-4 0 0,-4 3 0 16,1 3 0-16,0 0 0 0,-3-3 0 0,4 2 0 16,0-3 0-16,0-6 0 0,0 4 0 0,3-5 0 15,-3 0 0-15,3-2 0 0,1 0 0 0,-2-1 0 16,2-4 0-16,1-1 0 0,0 0 0 0,1 1 0 16,0-3 0-16,-1-1 0 0,3 0 0 0,-3-2 0 15,4 0 0-15,-1-1 0 0,-2 0 0 0,3-4 0 16,0 6 0-16,-4-3 0 0,4-3 0 0,0 0 0 15,0 0 0-15,0 3 0 0,0-3 0 0,0 0 0 16,0 0 0-16,0 0 0 0,12-13 0 0,-7 5 0 16,0 0-402-16,0-1-221 0,3-1-62 0,1-8-396 15,-4 2-1169-15,2-2 517 0</inkml:trace>
  <inkml:trace contextRef="#ctx0" brushRef="#br0" timeOffset="147643.0256">4715 8967 289 0,'4'-5'368'0,"-1"-4"-7"0,-1 5 9 0,3-3-9 15,-2 2 5-15,-2-1 1 0,0 0-5 0,-1 0 1 16,3 3 0-16,-3-2 9 0,1 1-20 16,-1 0-1-16,0 4-11 0,4-9-4 0,-4 5 5 0,3 1-15 15,-3 3-10-15,1-6-5 0,-1 4-17 0,0 2-13 16,0 0-18-16,1-5-16 0,2 3-17 0,-3 2-20 15,0 0-159-15,0 0-51 0,0 0 0 16,0 0 0-16,0 0 0 0,11 4 0 0,-4 2 0 0,-1 1 0 16,-2 2 0-16,2 1 0 0,2 6 0 0,1-3 0 15,-1 3 0-15,-2 2 0 0,4 6 0 0,-2 2 0 16,-3-7 0-16,-1 6 0 0,0 0 0 0,-3 0 0 16,4 3 0-16,-4-2 0 0,1-1 0 0,-2-4 0 15,0-1 0-15,-2-2 0 0,1 0 0 0,1-1 0 16,-2 1 0-16,2-3 0 0,0-3 0 0,-2-1 0 15,4 0 0-15,-4-2 0 0,6-2 0 0,-6 0 0 16,4-2 0-16,-1 0 0 0,1 0 0 0,-1-1 0 16,0 1 0-16,2-2 0 0,1 0 0 0,1 0 0 15,0-3 0-15,-5 0 0 0,6 1 0 0,-6-1 0 16,10-4 0-16,-7 2 0 0,-3 2 0 0,6-7 0 16,-4 2-400-16,-1-2-98 0,-1 1-47 0,0-4-32 15,-3-1-21-15,-2 1-332 0,0-1-1006 0,0-2 446 16</inkml:trace>
  <inkml:trace contextRef="#ctx0" brushRef="#br0" timeOffset="147909.9638">4755 9221 104 0,'-8'1'269'0,"3"-3"19"0,0-1 25 0,1 1 20 16,-1 0 15-16,0 0 14 0,5 2 14 0,-9-1 4 0,5-2 10 16,4 3 8-16,-9-2 3 0,9 2-12 0,0 0 9 15,0 0 2-15,-9-3-5 0,9 3-11 0,0 0-3 16,-1-3-12-16,1 3-13 0,-2-2-25 15,2 2-32-15,0 0-26 0,7-5-30 0,-1 3-232 0,1 1-11 32,2-1 0-32,2-1 0 0,5 0 0 0,-6-1 0 15,4 1 0-15,-1 1 0 0,-1-2 0 0,4 2 0 16,3-2 0-16,2 2 0 0,-7-1 0 0,-2 1 0 16,1 1 0-16,1 0 0 0,0-1 0 0,-9 1 0 15,7 1 0-15,-7-1 0 0,4 0 0 0,-9 1 0 16,6 0 0-16,-6 0 0 0,8-3 0 0,-8 3 0 15,5 0 0-15,-5 0 0 0,0 0-190 0,4-1-241 16,-4 1-49-16,0 0-32 0,0 0-40 0,5 4-453 16,-5-4-1088-16,0 0 482 0</inkml:trace>
  <inkml:trace contextRef="#ctx0" brushRef="#br0" timeOffset="148427.0198">5183 9114 153 0,'3'-6'488'0,"-2"1"11"15,4 2 2-15,-4-3-8 0,2 2-18 16,-2 1-29-16,-1-3-30 0,0 2-32 0,0 4-22 16,3-5-33-16,-3 5-27 0,0-4-35 0,0 4-24 0,0 0-27 15,0 0-26-15,0 0-22 0,0 0-13 0,0 0-20 16,-17 7-14-16,11-4 1 0,-2 2-23 0,4 4-13 15,-1-2-8-15,-4-1-9 0,4 3-7 16,1-2 0-16,-4 5-6 0,3-2-8 0,-1 0-5 0,1-1-6 16,2-3-2-16,2 3 7 0,1-1-16 0,-4-3-3 15,3-2-4-15,0 2 3 0,-1-1-5 0,2 1 4 16,0-2-4-16,0-3 4 0,2 7-3 0,0-3 1 16,2-1-4-16,1-1 0 0,-1 1-2 0,2 0-5 15,-1-1-1-15,3 1 2 0,0 2-9 0,2-1 4 16,-1 1-2-16,-4-1 4 0,3-2-3 0,-3 2 2 15,4 0-4-15,-4-1-4 0,0 0 2 0,-1 0-1 0,0 2-3 16,0-2 1-16,-3 0-2 0,4 0 4 16,-4 1 7-16,-1 1-4 0,0-1-5 0,-1 0 5 15,-4 2-1-15,0-1 2 0,-3 0 7 0,-1-1-6 16,-1 2 5-16,-3-2-1 0,3 0 3 0,-4-1 0 0,1-1 0 16,2 1 2-16,-1 1 2 0,0-4 7 0,1 2-3 15,2 1 9-15,3-2-9 0,1 0-1 16,5-1 2-16,-11 2-5 0,11-2-12 0,-5 0-21 0,5 0-43 15,0 0-56-15,0 0-59 0,0 0-56 0,13-10-72 16,-7 7-58-16,5-2-69 0,-1 1-75 0,3 0-403 16,0-1-985-16,4 0 435 0</inkml:trace>
  <inkml:trace contextRef="#ctx0" brushRef="#br0" timeOffset="148927.786">5385 9157 213 0,'5'-7'351'0,"-2"0"9"0,2-1 13 0,-1 0 3 16,-3 0-2-16,4 3-3 0,-4-2-4 0,-1 2-13 15,4 2-10-15,-4-2-14 0,3 1-18 0,-3 4-21 16,1-6-14-16,-1 6-20 0,0-2-28 0,0 2-14 16,0-4-22-16,0 4-19 0,0 0-17 0,0 0-13 15,0 0-20-15,0 0-15 0,-4-3-10 0,4 3-10 16,0 0-9-16,-10 6-6 0,6-3-8 0,-1 2-6 15,1 1-11-15,0-1-3 0,0 1-1 0,-1 3-7 16,0 0-1-16,1 0-6 0,2 1-4 0,-2-3-1 16,1 1-7-16,2 0 2 0,-1-2-2 0,0 1-5 15,4-2-1-15,-4 1 3 0,2-2-5 0,2 0-1 16,0 1 3-16,-2 0-11 0,4 0 12 0,0-1-3 16,-2 1 2-16,6 0-5 0,-3 0 4 0,-1-2-3 15,1 1-3-15,3 0-3 0,-3-1 0 0,0 2-2 16,0-3 3-16,0 1-1 0,-1 1-4 0,0-2 0 15,0 1 3-15,0 1-2 0,-3-2-3 0,3 1 3 0,-2 2-4 16,-1-2-3-16,-1-3 3 0,3 5 5 0,-4 0 2 16,-1 0-1-16,0-1-2 0,-3 0 1 15,1 2 7-15,-1-2-4 0,0-1 2 0,-4 1 0 16,-1 2-5-16,1-1 7 0,-3 1-2 0,2-3 1 0,1 0-1 16,0-1-2-16,3 1 2 0,-2-1 5 0,3-1-1 15,1 1-2-15,4-2 1 0,-6 2 0 16,6-2-12-16,0 0-36 0,0 0-34 0,-9-4-49 0,9 4-54 15,2-6-53-15,-2 6-65 0,8-7-54 0,-2 4-52 16,2-1-49-16,3 0-53 0,1-3-290 0,2 3-858 16,0-1 380-16</inkml:trace>
  <inkml:trace contextRef="#ctx0" brushRef="#br0" timeOffset="149900.7179">5587 9240 187 0,'0'0'358'0,"0"-5"22"0,0 5 19 0,1-4 10 16,-1 4 23-16,4-5 4 0,-8-1 3 0,4 6-8 16,-1-4 5-16,1 4-7 0,5-6-13 0,-5 6-11 15,0-3-15-15,0 3-14 0,0-5-18 0,0 5-27 16,0 0-21-16,-8-3-28 0,8 3-25 0,0 0-24 16,0 0-24-16,0 0-21 0,0 0-88 0,0-5-100 15,0 5 0-15,0 0 0 0,0 0 0 0,0 0 0 16,0 0 0-16,4 16 0 0,-4-13 0 0,0 2 0 0,0 1 0 15,0 1 0-15,0 0 0 0,4-1 0 16,-4 3 0-16,0-1 0 0,0-1 0 0,0-1 0 16,1 1 0-16,2-2 0 0,-6 3 0 0,6-3 0 15,-3-1 0-15,1-1 0 0,-1 4 0 0,0-4 0 0,0-3 0 16,1 6 0-16,-1-6 0 0,3 2 0 0,-3-2 0 16,5 1 0-16,-5-1-23 0,9-6-20 0,0 4 5 15,-4-1 5-15,3-5 3 0,1 3 2 0,1 1 6 16,-1-6 7-16,0 4 11 0,4-1 21 0,-4-2 5 15,1 1 8-15,1 2 4 0,-3 0 11 0,0 0 6 16,-1 0-14-16,0 1-37 0,-2 2 0 0,-1-1 0 16,1 0 0-16,-3 3 0 0,-2 1 0 0,6-3 0 15,-6 3 0-15,3-2 0 0,-3 2 0 0,0 0 0 16,9 0 0-16,-9 0 0 0,4 4 0 0,-3-2 0 16,1 2 0-16,0 0 0 0,-1 0 0 0,2 2 0 15,-2 1 0-15,2-2 0 0,-1 1 0 0,1 1 0 0,2 1 0 16,-4-2 0-16,0 1 0 0,3-2 0 0,-1-1 0 15,-3 3 0-15,0-4 0 0,1 1 0 0,-1-4 0 16,4 6 0-16,-4-3 0 0,0-3 0 16,1 4 0-16,-1-4 0 0,0 0 0 0,0 0 0 0,0 0 0 15,12-6 0-15,-7 1 0 0,0 2 0 0,0-3 0 16,2-5 0-16,-2 5 0 0,1-4 0 0,-1 2 0 16,2 2 0-16,-4-3 0 0,4 0 0 0,-5 3 0 15,2 1 0-15,0 2 0 0,0-1 0 0,-2 0 0 16,0 2 0-16,0-1 0 0,-2 3 0 0,3-4 0 15,-3 4 0-15,2-2 0 0,-2 2 0 0,0 0 0 16,0 0 0-16,8 8 0 0,-4-5 0 0,-2 2 0 16,1-1 0-16,-1 3 0 0,2-1 0 0,0 3 0 15,-1-1 0-15,-3-1 0 0,4 2 0 0,-3-1 0 16,0-2 0-16,2-1 0 0,-3 3 0 0,1-3 0 16,0 0 0-16,1 1 0 0,0-3 0 0,-1 1 0 0,1-1 0 15,-2 1 0-15,0-4 0 0,0 0 0 16,0 0 0-16,6 0 0 0,-6 0 0 0,6-9 0 15,-3 5 0-15,1-3 0 0,1 0 0 0,0-2 0 16,0 0 0-16,2-2 0 0,-1 1 0 0,-1-1 0 0,5-5 0 16,-5 6 0-16,3 0 0 0,-3 3 0 0,3 0 0 15,-2 0 0-15,-2 2 0 0,0-1 0 0,0 2 0 16,-3 0 0-16,3 0 0 0,0 1 0 0,-4 3 0 16,6 0 0-16,-6 0 0 0,0 0 0 0,9 0 0 15,-9 0 0-15,9 4 0 0,-6-1 0 0,0 2 0 16,1-1 0-16,0 2 0 0,1-1 0 0,-1 5 0 15,1-1 0-15,-2-1 0 0,1 2 0 0,-1 1 0 16,0-1 0-16,3 1 0 0,-3-3 0 0,-1 5 0 16,0-3 0-16,-1-1 0 0,0 2 0 0,-1-4 0 15,1 2 0-15,-1-3 0 0,2-1 0 0,-2 0 0 16,1 0 0-16,0-1 0 0,-1-4 0 0,2 4 0 16,-2-4 0-16,0 0 0 0,1 5 0 0,-1-5 0 15,0 0 0-15,0 0 0 0,0 0-71 0,5-10-215 16,-2 5-70-16,0-1-65 0,-1 1-65 0,1 0-59 0,1-1-460 15,0-3-1088-15,1 3 482 0</inkml:trace>
  <inkml:trace contextRef="#ctx0" brushRef="#br0" timeOffset="150434.1409">6286 9253 85 0,'5'-3'400'0,"-5"3"21"15,4-3 16-15,-4 3 2 0,0 0-8 0,0-3-9 0,0 3-18 16,0 0-20-16,0 0-19 0,-1-5-26 0,1 5-19 16,0 0-33-16,0 0-23 0,0 0-21 0,0 0-22 15,0 0-21-15,0 0-17 0,0 0-23 0,0 0-12 16,0 0-14-16,0 0-14 0,0 0-12 0,0 0-3 16,0 0-9-16,0 0-4 0,0 0 1 0,0 0-9 15,0 0-5-15,0 0-8 0,0 0-7 0,0 0-5 16,0 0-2-16,18 5-6 0,-12-6 5 0,0-2-14 15,3 2-3-15,-1-3 9 0,2 0-8 0,2-1 3 16,-5-1-1-16,4-1-4 0,1 0 11 0,1-1 8 16,-4 0 11-16,-1 2-8 0,-1-3-2 0,1 2 3 15,-3-1-2-15,3 1 3 0,-6 1-59 0,1-2-3 16,-2 4 0-16,-1-2 0 0,0 1 0 0,-1 0 0 0,-4 1 0 16,2 1 0-16,2-2 0 0,-4 3 0 15,1-1 0-15,-4 1 0 0,3 2 0 0,5 0 0 16,-19 3 0-16,8 2 0 0,0 2 0 0,0 5 0 0,1-3 0 15,-2 0 0-15,1 3 0 0,-1-1 0 0,2 0 0 16,1 2 0-16,0 2 0 0,4-5 0 0,0 2 0 16,0-2 0-16,2 2 0 0,3-2 0 0,0 0 0 15,4 2 0-15,1 0 0 0,-1-2 0 0,9 3 0 16,-3-3 0-16,5 0 0 0,2-1 0 0,2-1 0 16,-1-2 0-16,1 2 0 0,0-3 0 0,-1 0 0 15,0-3 0-15,-5-1 0 0,2 0 0 0,-3 0 0 16,-2-2 0-16,4 0 0 0,-5 0 0 0,5-2 0 15,-5 0 0-15,-1 2 0 0,3-2 0 0,-6 1 0 16,2 1 0-16,-4-1 0 0,1 0-240 0,1 1-153 16,-5 1-75-16,11-3-105 0,-10 0-514 0,-1 3-1176 15,0 0 520-15</inkml:trace>
  <inkml:trace contextRef="#ctx0" brushRef="#br0" timeOffset="151543.863">7858 9294 279 0,'0'0'332'15,"0"0"-3"-15,0 0-2 0,0 0 2 0,0 0 26 16,0 0-6-16,0 0 0 0,0 0 6 0,0 0 3 16,0 0 0-16,0 0-2 0,-1-9-2 0,1 9-1 15,0-5-5-15,0 5-11 0,2-8-5 0,-2 4-5 16,3 0-18-16,1-3-18 0,-2 1-19 0,4 1-21 15,0-3-17-15,1-1-23 0,1 1-17 0,1-2-11 16,0 2-64-16,5-5-119 0,0 6 0 0,0-1 0 16,7 0 0-16,-6-2 0 0,4 4 0 0,-1 2 0 15,0-1 0-15,0 2 0 0,3 1 0 0,-3 3 0 16,-1 3 0-16,2-1 0 0,-2 1 0 0,-1 0 0 16,2 4 0-16,-4 2 0 0,0 0 0 0,-6 1 0 15,1 3 0-15,1 1 0 0,-6-1 0 0,-1 3 0 16,-6 1 0-16,-2-1 0 0,-8 9 0 0,-1-5 0 0,-8 1 0 15,-2 0 0-15,-4-3 0 0,-5 1 0 0,0-2 0 16,-2 0 0-16,-1-2 0 0,4-4 0 0,2-1 0 16,-1-2 0-16,11-3 0 0,3-3 0 0,-1-2 0 15,5-1 0-15,-1-1 0 0,5-3 0 0,-2-2 0 16,2-4 0-16,4-1 0 0,-2-1 0 0,3-6 0 16,3 1 0-16,1-4 0 0,1 2 0 0,2-1 0 15,1 1 0-15,0 0 0 0,1 3 0 0,1-2 0 16,-1 3 0-16,3-2 0 0,0 1 0 0,3 2 0 15,-2 1 0-15,5 3 0 0,0 1 0 0,-2 1-369 16,4 0-309-16,-6 3-513 0,2 1-1290 0,1-1 571 16</inkml:trace>
  <inkml:trace contextRef="#ctx0" brushRef="#br0" timeOffset="151934.4007">8038 8997 414 0,'0'-12'520'0,"0"-1"28"16,-2 5 18-16,-1-4 16 0,2 2 6 0,-2-1-5 0,3-1-4 16,-1 4-13-16,-3-2-15 0,4 3-23 0,-5 2-25 15,5-2-23-15,-1 4-44 0,1-2-27 16,0 5-71-16,-4-5-338 0,4 5 0 0,0-4 0 16,0 4 0-16,0 0 0 0,0 0 0 0,0 0 0 0,-1 17 0 15,1-6 0-15,1 6 0 0,-1 2 0 0,0 6 0 16,1 3 0-16,-2 1 0 0,5 3 0 15,-3 2 0-15,-1 2 0 0,5 11 0 0,-7-12 0 0,-1 12 0 16,2-2 0-16,-3 3 0 0,0-12 0 0,0-2 0 16,-1 0 0-16,0 3 0 0,-3-3 0 0,2-2 0 15,2 1 0-15,-1-2 0 0,1 0 0 0,-5-4 0 16,4-8 0-16,1-1 0 0,-1-1 0 0,5-5 0 16,-2-2 0-16,0 3 0 0,1-6 0 0,2 0 0 15,-2-2 0-15,2 1 0 0,1 0 0 0,0-1 0 16,2-2 0-16,-3 5 0 0,3-5 0 0,0 0 0 15,2-3 0-15,-2 1 0 0,-4-1 0 0,10 1 0 16,-2-2 0-16,-2-1 0 0,3-1 0 0,-1 0 0 16,1-4 0-16,1 2 0 0,2-8-269 0,-3 5-1052 15,3-5-1430-15,0-1 633 0</inkml:trace>
  <inkml:trace contextRef="#ctx0" brushRef="#br0" timeOffset="152434.2797">8382 9425 374 0,'0'-5'400'0,"5"-2"13"0,-5 0 8 0,1 1 9 16,2 0-11-16,-3 0-15 0,0 1-16 0,0 1-12 0,0 0-15 16,0 4-24-16,0-6-27 0,0 6-35 15,0 0-26-15,0-4-23 0,0 4-31 0,0 0-20 16,0 0-15-16,0 0-17 0,-8 9-13 0,4-2-16 15,3 0-12-15,-4 2-6 0,1 1-13 0,1 1-8 0,-3-1-11 16,1 0-1-16,1 3-7 0,-1-1-5 0,0-3-6 16,0 1-4-16,1 0-1 0,-1-2-9 0,3-2 4 15,-1-2-7-15,0 3-8 0,1-3 8 0,2 0-6 16,0-1-5-16,0-3 12 0,0 8-16 0,1-6 6 16,0 0-5-16,3 2-2 0,-1-2-1 0,3 1 2 15,-1 0-1-15,2 1-3 0,-2-2-6 0,-1 1 5 16,2 1-8-16,0 0 3 0,-2 1 9 0,1 0-3 15,2-1 3-15,-3 0 0 0,-1 1 3 0,0 1 5 16,1-1-6-16,-2-1-3 0,-2 4 5 0,0-4-2 16,0 1-5-16,-2 3-3 0,-2-3 4 0,-2 1 5 15,0 0-7-15,-3-2 3 0,2 3-5 0,-7-2 2 16,2 1 4-16,-4-1-3 0,-1 1-1 0,0 1 0 16,1-4 4-16,2 0-6 0,2-3 4 0,-2 2-3 15,5 0-3-15,-1-4-1 0,1 4-10 0,9-2-13 16,-9-4-18-16,5 3-16 0,-1-1-23 0,2-2-31 15,2-1-36-15,1 5-50 0,4-9-65 0,5 3-67 16,0 0-66-16,1 1-69 0,8-2-83 0,0 0-291 16,0 1-904-16,4 0 401 0</inkml:trace>
  <inkml:trace contextRef="#ctx0" brushRef="#br0" timeOffset="153090.3801">8703 9487 253 0,'-4'-3'405'0,"4"3"6"0,0-5 12 15,0 5-10-15,0-7 2 0,0 7-9 16,-1-4-4-16,1 4-8 0,-4-3-9 0,4 3-1 0,-1-8-13 16,1 8-5-16,1-3-14 0,-1 3-15 0,0 0-16 15,0 0-18-15,1-4-23 0,-1 4-25 0,0 0-27 16,0 0-25-16,0 0-21 0,0 0-14 0,0 0-23 16,0 0-16-16,0 0-9 0,0 0-11 0,0 15-78 15,1-11-31-15,-2 1 0 0,1 4 0 0,0 0 0 16,-1 4 0-16,1-3 0 0,-1 6 0 0,-2-4 0 15,3 1 0-15,-4-1 0 0,4 2 0 0,-1-2 0 16,1 0 0-16,0 0 0 0,0-2 0 0,1 2 0 16,2-2 0-16,1-2 0 0,1 1 0 0,2-2 0 15,1-3 0-15,-2 1 0 0,2 0 0 0,2-3 0 16,-3 0 0-16,3-2 0 0,0 0 0 0,-2-2 0 16,1-1 0-16,-2-2 0 0,3 1 0 0,-2-4 0 15,-1 2 0-15,-1 0 0 0,-1-2 0 0,-2-2 0 16,-1 2 0-16,2-3 0 0,-4 3 0 0,0 1 0 0,0 1 0 15,-4-4 0-15,0 3 0 0,-2 0 0 16,1 3 0-16,-1 0 0 0,-2 1 0 0,-1 0 0 16,1 2 0-16,1 1 0 0,-4-1 0 0,1 2 0 0,1 2 0 15,0 1 0-15,2-2-184 0,-1 2-275 16,1 0-64-16,1 0-76 0,2-1-472 0,-2 0-1161 16,6 1 513-16</inkml:trace>
  <inkml:trace contextRef="#ctx0" brushRef="#br0" timeOffset="153418.4224">9270 9432 377 0,'1'-4'451'0,"2"-2"9"0,-3 6 9 0,0-5-10 0,-3 1-17 15,3 4-16-15,3-3-9 0,-3 3-10 0,-3-5-11 16,3 5-7-16,3-4-23 0,-3 4-27 0,1-5-35 16,2 3-37-16,-3 2-22 0,6-6-26 0,4 3-19 15,2 0-22-15,-1-1-19 0,6 1-19 0,1-2-12 16,1 1-4-16,0 1-10 0,2 0-25 0,-5-1-11 16,2-1-6-16,-5 2-7 0,2 2-6 0,-4-2-2 15,-1 3-13-15,-5-1-5 0,5 1-6 0,-5-1-26 16,-5 1-40-16,5-2-50 0,-5 2-38 0,7 3-21 15,-7-3-37-15,0 0-54 0,-7 8-70 0,2-3-62 16,-4-1-68-16,-2 1-71 0,-2 1-434 0,-5-1-1015 16,1 1 450-16</inkml:trace>
  <inkml:trace contextRef="#ctx0" brushRef="#br0" timeOffset="153715.2329">9298 9521 158 0,'0'0'316'0,"-1"5"15"15,1-5 17-15,0 3 5 0,0-3 16 16,0 0 12-16,0 0 7 0,0 0 0 0,-3 4-6 16,3-4-4-16,0 0-21 0,0 0-19 0,0 0-24 15,0 0-19-15,7 4-16 0,-7-4-19 0,5 0-6 0,3 0-19 16,-8 0-8-16,16 1-20 0,-8-1-2 0,6 0-12 16,0-1-11-16,1 1-8 0,2-2-16 15,1 2-15-15,0-3-6 0,-4 2-14 0,2-1-9 0,-2 1-12 16,-1 1-8-16,1-2-86 0,-2 0-8 0,-7 2 0 15,3-2 0-15,-1 1 0 0,-3 0 0 0,1 0 0 16,-5 1 0-16,0 0 0 0,8 0 0 16,-8 0 0-16,4-2 0 0,-4 2-183 0,0 0-88 0,0 0-68 15,0 0-75-15,-21 2-74 0,21-2-87 0,-11-1-413 16,4 0-1068-16,7 1 473 0</inkml:trace>
  <inkml:trace contextRef="#ctx0" brushRef="#br0" timeOffset="154371.3274">10062 9328 284 0,'-1'-6'391'0,"1"1"4"0,-1-1-12 0,0 0-3 0,-1-1-20 16,1-1-11-16,1 4-19 0,0-1-15 15,0-1-13-15,0-1-20 0,1 3-20 0,2-3-21 16,-2 1-14-16,3-1-15 0,0 2-23 0,0-1-12 0,3 0-16 15,-3 0-18-15,6 0-12 0,-1 1-15 0,3 1-11 16,-2-1-11-16,3 1-10 0,-2 0-5 16,2 3-11-16,0 1-10 0,1-2-3 0,0 2-10 0,4 3 25 15,-6 1-10-15,5 1-5 0,-6 1-8 0,6 2 0 16,-6 0-6-16,3 1 1 0,-3 4-8 0,-4-2 4 16,0 4-6-16,0 1-1 0,-5 0 6 0,-2 2 11 15,-4 0 5-15,-6-1-5 0,3 1 3 0,-6 3-1 16,-4 0 1-16,-4-1 0 0,-1-2-6 0,-1-1-2 15,-3 0-4-15,2-3 8 0,-2-2 7 0,8-3 22 16,-1-1 11-16,4-3 13 0,1-2 20 0,2 0 9 16,2-3 4-16,-3-1-11 0,7-2-30 0,-4-3-92 15,2 1 0-15,2-3 0 0,2-2 0 0,0-1 0 0,3-5 0 16,-2-1 0-16,3-1 0 0,4-1 0 16,4 1 0-16,-1 0 0 0,5 1-267 0,5-2-100 15,2 0-81-15,-5 6-81 0,2 2-78 0,1-3-389 16,2 1-1078-16,-1 6 476 0</inkml:trace>
  <inkml:trace contextRef="#ctx0" brushRef="#br0" timeOffset="154793.2767">10193 9079 388 0,'-3'-10'459'0,"1"1"17"0,-1-2 11 16,2 2 17-16,-3-1 3 0,4-1-9 0,0 2-2 15,-5 0-10-15,5 0-2 0,0 2-1 0,0 2-7 16,0-4-10-16,-1 5-15 0,1 0-33 0,0-1-17 16,0 5-28-16,-3-6-36 0,3 6-336 0,0-3-1 15,0 3 0-15,0 0 0 0,0 0 0 0,0 0 0 16,0 0 0-16,0 16 0 0,0-6 0 0,0 3 0 16,0 7 0-16,0 4 0 0,0 4 0 0,3 0 0 15,-6 4 0-15,2 3 0 0,1 0 0 0,-4 1 0 16,4 10 0-16,0-12 0 0,-4 3 0 0,3-2 0 15,-2 2 0-15,-1-2 0 0,3-1 0 0,-3-1 0 0,4-3 0 16,-2 1 0-16,-2-3 0 0,4 1 0 16,0-4 0-16,-4-6 0 0,4 1 0 0,-1-4 0 15,1 0 0-15,0-5 0 0,0 0 0 0,0-3 0 0,0 3 0 16,1-5 0-16,-1 0 0 0,2-1 0 16,0-4 0-16,-2 4 0 0,0-1 0 0,0-4 0 15,0 4 0-15,0-4 0 0,4 2 0 0,-4-2 0 0,7 1 0 16,-7-1 0-16,11-4 0 0,-6-1 0 0,0-2 0 15,5 2 0-15,-6-2-241 0,5-3-428 0,0-4-57 16,5-1-367-16,-5 0-1184 0,7-6 525 0</inkml:trace>
  <inkml:trace contextRef="#ctx0" brushRef="#br0" timeOffset="155261.7769">10515 9397 40 0,'4'-4'445'0,"-1"-2"13"0,0 1 12 16,0 1 3-16,-1-3-8 0,1 5-12 0,-2-2-10 16,-1 4-32-16,3-2-36 0,-3 2-22 0,0 0-27 15,2-3-36-15,-2 3-30 0,0 0-26 0,0 0-26 16,0 0-20-16,0 0-16 0,-7 12-17 0,3-6-11 0,-2 0-17 16,-1 4-16-16,1 1-12 0,-1-1-2 0,-1 1-11 15,1 2-2-15,-2 1-13 0,2-4-8 16,2-1-9-16,0 2-10 0,-1-4 3 0,5 0-4 0,-2-1-6 15,1-1-2-15,-1 0-5 0,3 0 14 0,0-1-21 16,3 0 0-16,2-1-1 0,0 3-3 0,-2-3-1 16,3-1-2-16,0 2-4 0,-1-1 3 0,3 0-2 15,-2 1 1-15,1-3 0 0,3 2-10 0,-4 0 7 16,3-1 3-16,-2 0 1 0,-1 1 3 0,0-1 2 16,3 0 1-16,-5 1-3 0,1 1 7 0,-1 0 2 15,1 0 3-15,-1-1 3 0,-3 1 7 0,-1 1-19 16,0 0 6-16,-1-2 2 0,1 5-6 0,-4-4-2 15,3 2 2-15,-7 2 0 0,0-1-1 0,-2 0-2 16,-1 2-5-16,2-3-12 0,-8 3 15 0,-2-1-6 16,1 0 5-16,0-3-11 0,7-1-11 0,-2 0-21 15,-1-1 0-15,5-2-10 0,-4 1-2 0,8-2-18 16,0 0-22-16,5 0-17 0,-13-3-37 0,8 0-44 16,0-1-52-16,5 0-66 0,1-2-56 0,3 1-55 15,2-4-58-15,2-1-53 0,0 4-360 0,3-3-949 16,-2 1 419-16</inkml:trace>
  <inkml:trace contextRef="#ctx0" brushRef="#br0" timeOffset="156373.0863">10778 9461 98 0,'0'0'353'0,"0"0"-9"16,1-5-19-16,-1 5-21 0,0 0-17 0,3-3-19 15,-3 3-8-15,0 0-21 0,0 0-9 0,0 0-13 16,0 0-14-16,0 0-12 0,1-3-2 0,-1 3-19 16,0 0 1-16,3-3-7 0,-3 3-5 0,0 0-4 15,0 0-3-15,0 0-10 0,0 0 0 0,0-7-9 16,0 7-4-16,0 0-5 0,0 0-3 0,0 0-4 16,0 0-4-16,0 0-4 0,2-2-4 0,-2 2-5 15,0 0-1-15,0 0-3 0,0 0 1 0,0 0-7 16,-1-5-3-16,1 5-7 0,1-5-3 0,2 2-12 15,-3 3-7-15,5-5-5 0,-4 3-3 0,-1 2-5 16,5-5-11-16,-1 4 0 0,1-1-8 0,2-1 0 16,-3 1-8-16,-4 2-4 0,10-4 1 0,-4 3-4 0,-2 1-5 15,-4 0 3-15,18 3-4 0,-10 0-1 0,-5 1-4 16,8 1 4-16,-5-1-2 0,-1 1 0 0,4 3-2 16,-4-3 0-16,0 5-2 0,2-4 6 15,-3 4-6-15,-2-4 4 0,1 4-2 0,-2-2 3 0,-2-1-3 16,-1 4 5-16,0-3-2 0,-2 1 2 0,-4 0-1 15,1-1-1-15,-2-1 1 0,1 3 3 0,-2-3-3 16,1 0 0-16,-1-1-2 0,-3 1 1 0,5-4 7 16,-1 1-3-16,3 0 1 0,-2 0 0 0,3-3 0 15,0 0-3-15,-1-1 3 0,-2 1 1 0,8-1-1 16,-9-2 0-16,5-2-1 0,-1 2 3 0,1-3 9 16,-2 2 4-16,3 0 0 0,0-4 3 0,0 2-3 15,0-1 4-15,2 0 4 0,-1 0-6 0,0 0 1 16,2 0 3-16,0 1-5 0,0-1-6 0,-2 1 2 15,0 0 9-15,2-1-8 0,0 6 15 0,0-6-12 16,-1 2 2-16,1 4 9 0,-1-4-5 0,1 4 2 16,0 0-3-16,0 0-2 0,0-5-1 0,0 5-19 15,0 0 11-15,0 0-6 0,0 0-1 0,0 0-15 0,0 0 11 16,0 0-6-16,0 0 3 0,0 0-3 0,0 0-2 16,0 0 4-16,0 0-20 0,0 0 20 0,0 0-7 15,0 0 4-15,-8 14 3 0,8-11 0 0,-1 3 1 16,1-6-4-16,-1 7 2 0,1-3 3 0,0 1-4 15,-2-1 5-15,2-4-9 0,0 8-11 0,2-4-15 16,-4-1-4-16,4 1 2 0,-2-4-18 0,0 5 4 16,1-3 9-16,5 0 1 0,-5 1 3 0,-1-3 7 15,8 4 0-15,-5-4 6 0,1 3-2 0,-4-3 6 16,9 3 5-16,-2-3 0 0,-7 0 0 0,13-3 1 16,-8 2 1-16,0-1 3 0,2-2 0 0,-1 0 9 15,-1 2 15-15,3-3 3 0,-3 0 8 0,4-1 4 16,-4 2 6-16,0 0 12 0,-1-2 1 0,0 2 13 15,0-2 6-15,-3 2-1 0,3-1 4 0,-2 2 5 16,-2 3 1-16,4-3 7 0,-1-1-4 0,-3 4-55 16,2-3-29-16,-2 3 0 0,0 0 0 0,3-3 0 15,-3 3 0-15,0 0 0 0,0 0 0 0,5-3 0 16,-5 3 0-16,0 0 0 0,0 0 0 0,0 0 0 0,0 0 0 16,3 9 0-16,-3-9 0 0,-3 8 0 0,3-2 0 15,0-1 0-15,1 1 0 0,2 1 0 16,-3-2 0-16,6 2 0 0,-3 1 0 0,-2-2 0 0,3 0 0 15,0-1 0-15,2 3 0 0,-1-2 0 0,0-2 0 16,5 1 0-16,-3 1 0 0,2-3 0 0,-2 0 0 16,1 0 0-16,-2 0 0 0,2-1 0 0,1-1 0 15,0 0 0-15,-4 0 0 0,2-1 0 0,-1 0 0 16,0-2 0-16,-6 2 0 0,9-1-133 0,-9 1-50 16,8-4-39-16,-4 3-48 0,-3-3-53 0,-1 4-59 0,3-2-71 15,-3 2-76-15,0 0-421 0,0 0-1028 16,-8-9 455-16</inkml:trace>
  <inkml:trace contextRef="#ctx0" brushRef="#br0" timeOffset="157467.8215">12213 9066 199 0,'4'-2'413'15,"0"-2"7"-15,-1 0 6 0,-1 0-12 0,1 1-17 16,-1 1-12-16,-2 2-18 0,4-5-16 0,-4 5-14 15,3-3-16-15,-3 3-19 0,0 0-19 0,0 0-22 16,0 0-23-16,-9-5-5 0,2 5-17 0,7 0 7 16,-19 0-14-16,6 0-18 0,-7 3 20 0,1-3-9 15,-11 3-7-15,2 1 1 0,0-1-1 0,0 2-8 16,1 1 0-16,0-3 7 0,-2 1-2 0,10-2-5 16,-2 2-128-16,2-3-59 0,9 1 0 0,-4 0 0 0,-3 0 0 15,8-1 0-15,0 1 0 0,3 0 0 0,1-1 0 16,0-1 0-16,5 0 0 0,-10 0 0 15,10 0 0-15,-4 3 0 0,4-3 0 0,-5 1 0 0,5-1 0 16,0 0 0-16,0 0 0 0,0 0 0 0,0 0 0 16,0 0 0-16,0 0 0 0,-6 1 0 0,6-1 0 15,0 0 0-15,-3 3 0 0,3-3 0 0,0 5 0 16,0-5 0-16,1 6 0 0,-1-1 0 0,1 2 0 16,-1-2 0-16,1 2 0 0,-1 1 0 0,2-1 0 15,-1 2 0-15,2 7 0 0,-3-3 0 0,4 2 0 16,-2 0 0-16,-1 3 0 0,4 0 0 0,-1 7 0 15,-3 3 0-15,5-1 0 0,-3 4 0 0,-1-3 0 16,0 5 0-16,-2-1 0 0,2 1 0 0,-4-1 0 16,1 0 0-16,1 1 0 0,-6 0 0 0,2 1 0 15,0-3 0-15,-4 2 0 0,5-4 0 0,-4 3 0 16,2 1 0-16,0-7 0 0,-2 4 0 0,2-2 0 0,-1-5 0 16,1 2 0-16,2-6 0 0,1-7 0 0,-1 0 0 15,2-2 0-15,1 0 0 0,0-3 0 0,0 0 0 16,1-2 0-16,0 1 0 0,1-2 0 0,0 2 0 15,1-2 0-15,-1 0 0 0,4-1 0 0,2-1 0 16,1 1 0-16,-1-3 0 0,4 0 0 0,5 0 0 16,2-1 0-16,0-1 0 0,2-2 0 0,1 0 0 15,9-4 0-15,-3 2 0 0,-9 1 0 0,10-2 0 16,-2 1 0-16,-7 1 0 0,1-1 0 0,-1 2 0 16,2 0 0-16,-4-2 0 0,-4 3 0 0,-2 1 0 15,-2-1 0-15,-1 3 0 0,-3-2 0 0,-1 0 0 16,-5 2 0-16,9 0 0 0,-9 0 0 0,9-1 0 0,-9 1 0 15,0 0 0-15,4-2 0 0,-4 2 0 0,3-3 0 16,-3 3 0-16,0 0 0 0,0 0 0 0,-8-7 0 16,5 5 0-16,-2-1 0 0,0 1 0 15,1 0 0-15,0-3 0 0,1 1-138 0,-3 1-462 0,3-1-55 16,-2-1-478-16,1-1-1228 0,0-1 543 0</inkml:trace>
  <inkml:trace contextRef="#ctx0" brushRef="#br0" timeOffset="159564.265">12654 9184 344 0,'2'-7'423'0,"-2"7"11"0,1-5-7 0,0 4-3 16,-1 1-8-16,1-9-13 0,-1 5-5 0,2 1-13 15,-2 3-19-15,-2-5-16 0,2 5-18 0,2-5-18 0,-2 5-16 16,0-7-29-16,0 7-9 0,-2-3-45 0,2 3-16 16,-5-4-20-16,3 2-19 0,2 2-16 15,-7-2-22-15,0 0-12 0,7 2-4 0,-13 2-18 0,3 1 2 16,1 2-26-16,1-3-2 0,-1 5-7 0,-1 2 0 15,1-1-3-15,-4 6-14 0,3-1-1 0,-2 0 5 16,2 1-14-16,-2 0 3 0,1 0-10 0,2 1 3 16,-5-1-2-16,5 0-6 0,-1 0 1 0,1-3 35 15,4 0-7-15,1-2-2 0,0-3-10 0,2-1-4 16,-3 0-3-16,5-1 4 0,-2 1-11 0,5-1 10 16,-1 0-1-16,4-2-10 0,0 2 1 0,4 0-19 15,4 0 0-15,3 0 0 0,2 1 0 0,-2-2 0 16,3 3 0-16,3-1 0 0,-4 0 0 0,2-1 0 15,-3 3 0-15,-7-2 0 0,4 4 0 0,-3-3 0 16,-2-1 0-16,-1 3 0 0,-2-2 0 0,-2 4 0 16,-4-2 0-16,0 2 0 0,-2-1 0 0,0 1 0 0,-4 0 0 15,-1 2 0-15,-6-1 0 0,-2-1 0 0,-3 0 0 16,-6 3 0-16,4-3 0 0,-8 0 0 16,5-1 0-16,4-3 0 0,-1 0 0 0,1 2 0 0,7-4 0 15,1-4 0-15,0 3 0 0,4 0 0 0,1-2 0 16,5-1 0-16,-6-5 0 0,6 2 0 0,0 3-151 15,9-14-64-15,2 8-76 0,6-5-63 0,7-1-75 16,-5 2-81-16,4 0-80 0,8-2-353 0,-2 2-1019 16,-1 2 451-16</inkml:trace>
  <inkml:trace contextRef="#ctx0" brushRef="#br0" timeOffset="159892.8944">12887 9471 323 0,'0'0'570'0,"0"-6"32"16,0 2 22-16,0-2 7 0,0 1-4 0,0 2-15 16,0-4-13-16,0 7-25 0,-3-5-26 0,3 1-27 15,0 4-26-15,-2-5-32 0,2 5-39 0,0-5-38 0,0 5-194 16,0 0-192-16,-1-4 0 0,1 4 0 0,0 0 0 16,0 0 0-16,0 0 0 0,0 0 0 15,0 14 0-15,-2-8 0 0,5 5 0 0,-3-2 0 0,1 6 0 16,-1 3 0-16,1 0 0 0,-1-1 0 0,0 1 0 15,2-1 0-15,-2 1 0 0,0-1 0 0,0 3 0 16,0-1 0-16,0-1 0 0,0 0 0 0,0-1 0 16,0 1 0-16,-3-2 0 0,2-2 0 0,1 2 0 15,-1-5 0-15,-1 1 0 0,2-1 0 0,0-6 0 32,-1 8 0-32,1-6 0 0,0 0 0 0,0-3 0 0,0-1 0 0,0 1 0 0,0-4 0 0,0 5 0 15,0-5 0-15,0 0-484 0,0 0-181 0,0 0-509 16,6-9-1271-16,-6 2 561 0</inkml:trace>
  <inkml:trace contextRef="#ctx0" brushRef="#br0" timeOffset="160206.8875">12852 9471 366 0,'4'-10'402'15,"1"-1"4"-15,-1 1-14 0,0 1 1 0,2-2-37 16,1 3-26-16,3-1-29 0,-1 1-15 0,1 0-15 15,4 3-9-15,0-2-15 0,4 2-15 0,-5 1-17 16,-3 3-16-16,4 0-14 0,-1 1-16 0,1 2-14 16,-2 1-15-16,2 2-13 0,-3-1-12 0,-1 2-2 15,0 2-9-15,1 0-10 0,-3 0-6 0,0 2-5 32,-1 1-7-32,-3-2-5 0,-2 3-5 0,-1-1-3 15,-2 0 5-15,-1 0 3 0,-2-1 1 0,0 2-4 16,-7 0-7-16,0-5-6 0,-4 1-2 0,1-1 0 0,-4 1-11 15,8-3-13-15,-8 3-30 0,5-4-21 16,4-1-23-16,-4 0-26 0,7-1-33 0,-2-4-50 16,3 0-76-16,1-1-64 0,3 0-73 0,1 3-76 15,5-10-57-15,2 3-275 0,3 1-839 0,0-1 370 0</inkml:trace>
  <inkml:trace contextRef="#ctx0" brushRef="#br0" timeOffset="161629.7482">13163 9535 447 0,'0'0'484'16,"0"0"2"-16,0 0-9 0,10-6-26 0,-10 6-29 16,4-1-30-16,-4 1-20 0,3-3-31 0,-3 3-21 15,2-4-27-15,-2 4-29 0,4-4-17 0,-3 0-23 16,3 1-17-16,0 0-16 0,1-2-3 0,0 0-7 15,-1 0-10-15,1 0-9 0,0-6-6 0,5 2-4 16,1-4-11-16,0-1-16 0,2 0 0 0,2-6 5 16,0 7-15-16,1-10-5 0,0 1-9 0,1-1 2 15,-3 1-11-15,-5 4-2 0,0 0-3 0,5-5-5 16,-5-3-4-16,-1 9 13 0,-3 0-1 0,0 1-87 0,-1 5-3 16,-3 2 0-16,0-2 0 0,3 5 0 15,-4 0 0-15,0 1 0 0,0 0 0 0,0 2 0 16,-1-2 0-16,-3 1 0 0,4 4 0 0,-4-2 0 0,4 2 0 15,0 0 0-15,-11 5 0 0,7 1 0 0,0-1 0 16,0 7 0-16,0-3 0 0,3 8 0 0,-3-1 0 16,2 1 0-16,-1 2 0 0,2-2 0 15,1 2 0-15,1-1 0 0,-2 3 0 0,1-3 0 0,-3 0 0 16,2 1 0-16,2-1 0 0,-1-1 0 0,-1 0 0 16,1-1 0-16,0-6 0 0,0 0 0 0,0 0 0 15,0-3 0-15,1 0 0 0,2-2 0 0,-3-1 0 16,0 1 0-16,1-1-4 0,-1-4-38 0,9 2 3 15,-9-2 7-15,9-1 3 0,-4-2 3 0,-1-1 3 16,5-2 3-16,-4 4 3 0,3-4 3 0,2-3 12 16,-4 3-10-16,2-2-13 0,-3 2 16 0,3 1 6 15,-3 2 8-15,0-1 4 0,0 0 13 0,0 1 5 16,-3-1 0-16,1 2-3 0,0-1-3 0,-3 3-2 16,6-2-3-16,-6 2-2 0,0 0-6 0,0 0 0 15,8 0 1-15,-8 0-6 0,6 2 5 0,-2 1 1 16,-1-1-1-16,-3-2-10 0,5 6 7 0,-2-4-3 15,-1 5 12-15,3-4-11 0,-2 2-6 0,-1-1 4 0,2 3 1 16,0-1-5-16,0-4 1 0,-2 3 11 0,3 1-6 16,2-1-1-16,-1-3 3 0,-1 1-3 15,4 2 3-15,3-2-3 0,-1-1 5 0,2-2-19 0,-2-1 17 16,2-1-2-16,5-5 3 0,0 3 0 0,-1-3-6 16,-1-2 0-16,1 2 0 0,-3-3 0 0,0 1 0 15,-4 0 0-15,-3 3 0 0,3-1 0 0,-2-2 0 16,-1 2 0-16,1-1 0 0,-4 2 0 0,-1 2 0 15,-3-2 0-15,3 1 0 0,-6 0 0 0,6 3 0 16,-3-3 0-16,0 5 0 0,-4-7 0 0,-1 5 0 16,5 2 0-16,-9 0 0 0,9 0 0 0,-13 1 0 15,6 2 0-15,-2 2 0 0,-1 1 0 0,1-1 0 16,0 3 0-16,1 0 0 0,0 0 0 0,2 2 0 0,1-3 0 16,2 2 0-16,1 0 0 0,1 1 0 0,1 1 0 15,2 0 0-15,2 1 0 0,2-5 0 16,1 2 0-16,0 0 0 0,4-2-12 0,0-1-6 15,4-1 4-15,3 0 10 0,-1 0-3 0,-1-3-18 0,1-2 12 16,-3-1 5-16,5-1 7 0,-6-4 1 0,4 0 0 16,-2-2 14-16,0-2 5 0,-4 4 8 0,-1-4 3 15,1-3-18-15,-2 5-12 0,-2-3 0 0,-1 2 0 16,-1-2 0-16,0 3 0 0,0-1 0 0,-3 3 0 16,0-2 0-16,0 3 0 0,0 0 0 0,-2 0 0 15,3 2 0-15,-3 3 0 0,2-7 0 0,-2 7 0 16,0-3 0-16,0 3 0 0,0 0 0 0,4-2 0 15,-4 2 0-15,0 0 0 0,0 0 0 0,0 0 0 16,0 0 0-16,0 0 0 0,11 4 0 0,-11-4 0 0,8 3 0 16,-4-2 0-16,0 1 0 0,1 0 0 15,1-1 0-15,-2 2-2 0,4-2-13 0,-4 0 6 16,-2 1 4-16,-2-2-3 0,8 1-1 0,-8-1 4 16,6 2 7-16,-6-2-13 0,8 1 5 0,-8-1 6 0,5 2-9 15,-5-2 4-15,0 0 6 0,7 2-19 0,-7-2 9 16,2 1 4-16,-2-1 0 0,4 2 0 15,-4-2 1-15,5 4-1 0,-1-1-1 0,-3 0 0 0,3 0 6 16,-2 1-8-16,0 1 0 0,0-1 6 0,0 1-5 16,2 0 3-16,-3 0 3 0,-1 1 2 0,2 0-1 15,0 1-3-15,-4-2 10 0,4 1-10 0,-2 2 2 16,2-3 1-16,-2 3 2 0,0-2 14 0,0-3-19 16,-2 3-3-16,5-1-16 0,-3 0-1 0,2-3 9 15,-1 2-9-15,1 1 3 0,1-3-2 0,2 0 3 16,2 0-1-16,4-4 5 0,-1 1 2 0,2-1 5 15,2-3-5-15,-3 2 4 0,7-2 2 0,0-3 4 16,-3 0 1-16,2 0-3 0,-3 0 0 0,-2 3 2 16,-2-3 2-16,0 2 20 0,0-1 24 0,-3 2 3 15,2 0 6-15,-4 1-3 0,0 0 6 0,0 1 4 16,-1 1 0-16,-2-1-30 0,1 0-29 0,1 0 0 16,-4 3 0-16,5-1 0 0,-5 1 0 0,0 0 0 0,0 0 0 15,4-2 0-15,-4 2 0 0,0 0 0 0,0 0 0 16,0 0 0-16,4-2 0 0,-4 2 0 0,0 0 0 15,0 0 0-15,0 0 0 0,0 0 0 0,0 0 0 16,0 0 0-16,2 8 0 0,-2-8 0 0,-2 8 0 16,3-3 0-16,-1 0 0 0,0 1 0 0,0 1 0 15,1-2 0-15,0 2 0 0,1-1 0 0,-1-1 0 16,2-1 0-16,-1 4 0 0,-1-3 0 0,2-2 0 16,1 4 0-16,-2-3-70 0,-1 0-117 0,2-3-35 15,-2 2-50-15,-1-3-69 0,0 0-77 0,13-3-90 16,-6 1-75-16,-2-4-349 0,1-4-1010 0,-1 4 448 15</inkml:trace>
  <inkml:trace contextRef="#ctx0" brushRef="#br0" timeOffset="161801.6347">14474 9275 166 0,'-4'-5'494'0,"4"5"14"0,0-3 8 15,0 3-8-15,0 0-35 0,-1-5-44 0,1 5-44 16,0 0-38-16,0 0-33 0,-3-2-51 0,3 2-68 0,0 0-82 15,0 0-87-15,0 0-84 0,0 0-71 16,0 0-88-16,0 0-98 0,4 10-355 0,0-6-725 16,0 1 320-16</inkml:trace>
  <inkml:trace contextRef="#ctx0" brushRef="#br0" timeOffset="162302.3576">14624 9387 165 0,'0'0'418'0,"0"0"16"15,0 0 17-15,0 0 2 0,6-5-8 0,-6 5-13 16,0 0-17-16,0-4-15 0,0 4-16 0,0 0-13 16,0 0-29-16,0 0-24 0,0 0-37 0,-4-6-18 15,4 6-40-15,0 0-19 0,0 0-27 0,-8 0-15 16,8 0-16-16,-8 6-21 0,5-5-5 0,1 3-19 16,-1 2-2-16,-2-1-14 0,2 2 2 0,1 0-21 15,-3 2-2-15,2 0-13 0,-1 0-1 0,2-1-3 16,-1 2-7-16,1 0-1 0,-1-1-14 0,2 2-17 15,-1-4-14-15,1 2-15 0,0-3-1 0,1-1-6 16,1 2 11-16,0-2-6 0,2 1 1 0,0-2 3 16,1 1 5-16,2-3-3 0,-1 2 9 0,1-3-3 15,1 0 3-15,0-2 4 0,3 0-1 0,2-2 6 16,-2 0-1-16,3-2 1 0,-3 1 10 0,1-3 12 16,0 1 12-16,-1-1 21 0,-1 1 3 0,0-1 9 15,0 1 3-15,-4-1 3 0,3 1 3 0,-3 2 10 16,-1-2 4-16,0 3-13 0,-2-3-11 0,2 3 11 0,-1 2-30 15,-1-3-48-15,-2 4 0 0,0-6 0 0,0 6 0 16,4-3 0-16,-4 3 0 0,0 0 0 16,0 0 0-16,3-2 0 0,-3 2 0 0,0 0 0 0,0 0 0 15,0 0 0-15,0 0 0 0,0 0 0 0,0 0 0 16,0 0 0-16,5 9 0 0,-4-6 0 0,0 0 0 16,-1-3 0-16,-2 10 0 0,2-7 0 0,-2 2 0 15,4-4 0-15,-2 5 0 0,1-1 0 0,-1-5 0 16,1 6-30-16,-1-5-155 0,0-1-31 0,0 4-26 15,0-4-43-15,4 3-33 0,-4-3-57 0,0 0-55 16,9-7-57-16,-4 5-42 0,-1-5-320 0,1-2-920 16,1 0 407-16</inkml:trace>
  <inkml:trace contextRef="#ctx0" brushRef="#br0" timeOffset="162442.9487">14801 9274 313 0,'-1'-5'340'0,"0"1"9"0,-3 0 6 0,4 0-2 0,-3 0-28 15,2 1-29-15,1 3-26 0,-2-5-26 16,2 5-32-16,-3-5-23 0,3 5-44 0,0 0-61 0,-3-3-68 16,3 3-78-16,0 0-76 0,0 0-84 0,0 0-80 15,0 0-160-15,0 0-499 0,23 3 221 0</inkml:trace>
  <inkml:trace contextRef="#ctx0" brushRef="#br0" timeOffset="162755.9245">14961 9218 202 0,'3'-3'472'0,"-2"-2"30"0,-1 2 35 0,0 3 17 15,-1-9-3-15,2 4-5 0,-1-1-8 0,0 0-18 16,0 2-15-16,0-1-21 0,0 5-25 0,-1-5-30 16,1 5-33-16,-3-5-38 0,3 5-40 0,-1-4-33 15,1 4-32-15,0 0-28 0,0 0-168 0,0 0-57 16,0 0 0-16,0 0 0 0,-3 14 0 0,3-3 0 15,0 0 0-15,0 5 0 0,0-2 0 0,0 1 0 16,0 2 0-16,0-2 0 0,0 4 0 0,0 1 0 16,3-2 0-16,-2-2 0 0,-1 1 0 0,3 1 0 15,-2-2 0-15,0 0 0 0,-1-5 0 0,4 2 0 16,0-1 0-16,-3-5 0 0,2 4 0 0,1-4 0 0,1 2 0 16,-3-3 0-16,2-1-192 0,1-2-171 15,2 3-35-15,-4-5-31 0,4 0-34 0,-7-1-44 16,13 0-21-16,-10-2-358 0,1-2-958 0,0 0 424 15</inkml:trace>
  <inkml:trace contextRef="#ctx0" brushRef="#br0" timeOffset="163570.1392">14989 9424 196 0,'-7'-3'230'0,"0"2"24"16,2-1 27-16,0-1 24 0,1 0 14 0,-1 1 19 16,-1-2 8-16,6 4 10 0,-7-3 1 0,7 3 0 0,-6-2-9 15,6 2-17-15,-4-1-13 0,4 1-25 0,0 0-17 16,-7-1-28-16,7 1-9 0,0 0-33 0,0 0-22 15,0 0-17-15,0 0-17 0,7-7-16 0,-7 7-15 16,10-3-15-16,-6 2-7 0,5 0-17 0,0-1-2 16,1-1-7-16,2 2-8 0,-1-1-7 0,2 1-5 15,-2-1 2-15,2 1-11 0,5-3-7 0,-6 2 1 16,2 1-3-16,-3-2-4 0,-2 1-6 0,1-1 7 16,-1 1-5-16,-4 1-5 0,1-1 1 0,0-1-11 15,0 3 3-15,-6 0-1 0,5-1-1 0,-5 1 0 16,7-1-4-16,-7 1-1 0,0 0-7 0,0 0-4 15,6 0 3-15,-6 0-2 0,0 0 6 0,4 5-7 16,-4-5 3-16,0 5 3 0,3-1-6 0,-2 0 6 16,-1 0-1-16,0-4 2 0,-1 9-1 0,1-3-1 15,0-1-1-15,0-1 3 0,1 1-2 0,-1 0-1 16,0 0 2-16,2-1-18 0,2 0-5 0,-4-1-1 16,4 1 3-16,1 1 1 0,-1-1 2 0,1-3 1 15,-1 1 4-15,5 0 0 0,-1 1 2 0,2-1 5 16,-1-4 0-16,0 1 4 0,2-2-3 0,1 1 2 0,-1-2 3 15,0 0-1-15,0-3-2 0,-3 2 6 16,3-1 20-16,-1 0 14 0,-3 0 24 0,-1 1 6 16,3 0 14-16,-3 0-4 0,-2 2 10 0,0 0 5 0,1 0-4 15,-5-2 3-15,4 3 1 0,-4-2-2 0,0 4-5 16,4-4-50-16,-4 0-36 0,0 4 0 0,1-4 0 16,-1 4 0-16,0-4 0 0,0 4 0 0,0 0 0 15,0 0 0-15,0 0 0 0,0 0 0 0,0 0 0 16,0 0 0-16,0 0 0 0,0 0 0 0,0 0 0 15,0 13 0-15,-1-4 0 0,-2 2 0 0,2 4 0 16,1 4 0-16,0 1 0 0,-1 3 0 0,2 6 0 16,0-3 0-16,2 3 0 0,-2-2 0 0,-1 2 0 15,0-3 0-15,3 3 0 0,-2-1 0 0,-1-3 0 16,1 1 0-16,-1-4 0 0,0-4 0 0,-1 2 0 16,2-1 0-16,-2 1 0 0,1-4 0 0,-1 0 0 15,1-4 0-15,1-1 0 0,-2 0 0 0,1 0 0 16,0-2 0-16,-3 0 0 0,3-3 0 0,0-1 0 15,0-2 0-15,0 1 0 0,0 2 0 0,0-6 0 0,-1 6 0 16,1-6 0-16,0 0 0 0,-4 2 0 0,4-2 0 16,0 0 0-16,0 0 0 0,0 0 0 0,-8 0 0 15,8 0 0-15,-14-9 0 0,8 0 0 0,-2 5 0 16,1-4 0-16,0 2 0 0,2-3 0 0,-1 2 0 16,1-4 0-16,1 2 0 0,2 1 0 0,1-2 0 15,0 3 0-15,1-3 0 0,1 2 0 0,0-3 0 16,3 2 0-16,1 0 0 0,3-2 0 0,6-2 0 15,-4 1 0-15,4 0 0 0,2 2 0 0,-1 1 0 16,-2-2 0-16,1 3 0 0,5-1 0 0,-2 1 0 16,-3 1-142-16,0-3-280 0,-1 5-73 0,-2-1-85 15,2 1-512-15,0-1-1183 0,3-4 523 0</inkml:trace>
  <inkml:trace contextRef="#ctx0" brushRef="#br0" timeOffset="164055.0612">16018 9390 166 0,'0'0'379'0,"4"-2"-1"0,-4 2-11 0,0 0-6 16,0 0-14-16,0 0-6 0,1-4-8 0,-1 4-1 16,0 0-3-16,0-5-8 0,0 5-2 0,0 0-7 15,4-1-14-15,-4 1-10 0,0 0-8 0,5-3-5 16,-5 3-26-16,1-4-23 0,-1 4-17 0,4-2-15 16,-4 2-25-16,4-3-13 0,-4 3-24 0,5-3-15 15,-1 1-12-15,-4 2-10 0,9 2-26 0,-9-2 4 16,14 1-3-16,-5 3-14 0,-3-1-8 0,2 2-3 0,-3 0-6 15,0 1 2-15,3 1-7 0,-4 2-5 16,-2 1-7-16,1-1 5 0,-3 2-7 0,-3-1 6 16,1 0-2-16,-5 0 0 0,2-1-6 0,-1 0 0 15,-4-2 3-15,-2-2-2 0,-1 2-16 0,1-1 14 0,-1-2 3 16,-4-1-12-16,-1-1 4 0,4 0 1 0,6-4 2 16,-2 2-1-16,-4 0 11 0,5-4-13 15,2 3-1-15,-4-4 0 0,6 0-3 0,0-2 1 0,0 1-26 16,1-3-11-16,2 2-28 0,-1-3-24 0,3-1-29 15,0 0-40-15,3 1-42 0,4 1-46 0,5-3-59 16,4 0-47-16,4 4-46 0,7-4-53 16,3 1-41-16,1 2-378 0,0-3-931 0,-2 2 413 0</inkml:trace>
  <inkml:trace contextRef="#ctx0" brushRef="#br0" timeOffset="164429.8115">16364 9243 4 0,'0'-6'163'0,"-1"0"13"16,-1-1 14-16,0-1 20 0,-3-2 23 0,3 1 4 15,-4-1 9-15,4-1 6 0,-1 2 27 0,2 2 29 16,-3 0 27-16,2 1 27 0,0-3 17 0,0 4 20 0,2 1 13 16,-1-1 6-16,-1 1 2 0,2 4 9 15,-1-7-3-15,1 4-6 0,0 3-11 0,0-7-22 16,0 7-18-16,0 0-31 0,0 0-26 0,-3-3-234 0,3 3-78 16,0 0 0-16,0 0 0 0,0 0 0 0,0 0 0 15,0 15 0-15,0 3 0 0,2 2 0 0,0 6 0 16,0 1 0-16,-1-1 0 0,-1 3 0 15,2 4 0-15,0-1 0 0,-1 2 0 0,0 0 0 0,-1 1 0 16,4 1 0-16,-3-2 0 0,1 0 0 0,-1-2 0 16,-1 2 0-16,0-4 0 0,1-1 0 0,0 0 0 15,1-4 0-15,-2-6 0 0,0 1 0 0,0 0 0 16,0-2 0-16,1 0 0 0,-2-7 0 0,2-1 0 16,0 1 0-16,-1-3 0 0,0 0 0 0,2-2 0 15,-2-2 0-15,1 2 0 0,0-3 0 0,-1 2 0 16,0-5 0-16,1 4 0 0,1-1 0 0,-2-3 0 15,0 0 0-15,6 1 0 0,-6-1 0 0,0 0 0 16,10-8 0-16,-6 2 0 0,-1-2-81 0,2 1-451 16,-5-1-44-16,1-3-43 0,-1 0-446 0,0-2-1152 15,-2 1 511-15</inkml:trace>
  <inkml:trace contextRef="#ctx0" brushRef="#br0" timeOffset="164695.3943">16322 9639 112 0,'-4'-6'283'0,"2"-2"26"0,-2 5 23 16,1-2 23-16,0-1 30 0,0 1 27 15,2 3 5-15,1 2 1 0,-8-5-1 0,7 4 0 16,1 1-7-16,-2-5 9 0,2 5-9 0,0 0 2 0,0 0-10 16,-1-4-19-16,1 4-6 0,0 0-26 0,0 0-29 15,0 0-29-15,4-4-28 0,1 2-29 16,0-2-182-16,4 1-54 0,1 1 0 0,1-3 0 0,3 1 0 16,2 0 0-16,4-1 0 0,-3 0 0 0,3 0 0 15,1 1 0-15,-4-1 0 0,2 0 0 0,-1 1 0 16,-7 2 0-16,2 0 0 0,-1-2 0 0,-5 3 0 15,1 0 0-15,0 1 0 0,-3-1 0 0,-1-3 0 16,-4 4 0-16,7-2 0 0,-7 2 0 0,0 0 0 16,4-1 0-16,-4 1-328 0,0 0-209 0,0 0-102 15,-23 0-476-15,12-4-1207 0,-2 0 534 0</inkml:trace>
  <inkml:trace contextRef="#ctx0" brushRef="#br0" timeOffset="165476.5422">17305 9415 315 0,'0'0'403'0,"-3"-7"4"0,3 4-1 0,0 3-10 0,3-8-3 16,-3 4-14-16,0 4-1 0,0-6-3 0,0 6-6 15,-3-6 1-15,2 3-11 0,1 3-4 16,0-7 4-16,0 5-10 0,0 2-2 0,0 0-3 15,0-5-3-15,0 5-13 0,0 0-13 0,0 0-13 0,0 0-15 16,0 0-22-16,0 0-216 0,0 0-49 0,0 0 0 16,0 0 0-16,0 0 0 0,0 0 0 0,0 0 0 15,0 0 0-15,1 14 0 0,3-8 0 0,-4 6 0 16,2 0 0-16,1 5 0 0,1 5 0 0,0 3 0 16,-3 0 0-16,4 0 0 0,-5 3 0 0,4-2 0 15,-5 2 0-15,2 0 0 0,2-3 0 0,-3 1 0 16,0-1 0-16,-3-4 0 0,3-2 0 0,0-1 0 15,0-1 0-15,0-4 0 0,0-1 0 0,-1 0 0 16,1-4 0-16,0 0 0 0,-3-2 0 0,3-2 0 16,0 1 0-16,3-1 0 0,-3-1 0 0,0-3 0 15,0 5 0-15,0-5 0 0,0 0 0 0,0 0 0 16,0 0 0-16,0 0-361 0,0 0-202 0,5-16-65 16,-9 9-479-16,3-5-1198 0,-7-2 529 0</inkml:trace>
  <inkml:trace contextRef="#ctx0" brushRef="#br0" timeOffset="165836.5136">17171 9415 307 0,'-4'-4'427'0,"3"-1"27"0,1 0 13 0,-2 0-5 0,1 1-20 15,1-1-22-15,0 0-29 0,1-1-26 0,1 1-33 16,3 0-21-16,0-1-15 0,0 2-18 0,4-4-5 15,4 3-17-15,1-1-13 0,4 1-25 0,0 1 2 16,3 0-8-16,2 2-23 0,4-3-16 0,-9 5-19 16,4 0-22-16,-3 0 0 0,1 2-12 0,1 0-12 15,-3 1-13-15,-4 1-6 0,-3 1-16 0,3 0-10 16,-3-1 2-16,0 2-10 0,-3 2-2 0,-1-3-10 16,-2 3-7-16,-1 1 12 0,-4 1-10 0,-1-1-6 15,-2 2 1-15,-3 1-4 0,-8 3-3 0,-4 4-12 16,-5-1 3-16,-2 0-17 0,-5-1 0 0,-3-2 0 15,2-4 0-15,3 1-51 0,10-3-15 0,-1-2-9 16,1-1-7-16,8-3-8 0,2-1-12 0,2 0-24 16,-2-1-45-16,8-1-80 0,0 0-66 0,0 0-47 15,9-11-52-15,1 5-58 0,10-2-44 0,-2-2-330 16,8 1-919-16,1-2 406 0</inkml:trace>
  <inkml:trace contextRef="#ctx0" brushRef="#br0" timeOffset="166555.8304">17603 9438 304 0,'1'-2'399'16,"-2"-2"23"-16,2-2-13 0,-1 1-9 0,1 1-15 16,0-1-21-16,1 1-19 0,-1-1-31 0,2 2-19 15,1-2-21-15,-1 2-25 0,1-2-25 0,1 0-23 16,2 2-23-16,-2 0-16 0,1 1-19 0,1 0-13 15,5 4-15-15,-5-1-11 0,0 0-11 0,5 2-10 16,-2 1-10-16,2 1-9 0,0 0-6 0,-3 1-4 16,-1 1-7-16,1 2-6 0,0-3-3 0,-3 2-9 15,-2 0-9-15,0 2-12 0,0-4-13 0,-4 2-9 16,0-1-15-16,-4-3-12 0,3 6-4 0,-3-4-15 16,0-2 2-16,0 1-1 0,-1-1 4 0,0 0 9 15,1-3 11-15,0 1 0 0,4-2 7 0,0 0 0 16,0 0 0-16,-10-6 7 0,7 3 0 0,3-4 1 15,3 3 6-15,-3-6 3 0,1 0 6 0,4 3 9 16,3-3 0-16,-3-1 2 0,4 4 1 0,-4-4 2 0,3 4-2 16,0-1 1-16,-1 2-4 0,1 0 1 0,-3 0 3 15,3 4-9-15,-3-1 0 0,2 1-12 0,0 1-36 16,-1-1-12-16,-6 2-21 0,13 0-21 16,-7 0-13-16,-6 0-13 0,12 2-12 0,-7 0-1 0,0-1 3 15,2 2 0-15,-4-1 8 0,1-1 5 0,1 2 11 16,-1-1 14-16,-4-2 8 0,4 4 6 0,0-3 15 15,-4-1 10-15,0 0 11 0,6 3 29 16,-6-3 15-16,0 0 21 0,3 2 20 0,-3-2 15 0,0 0 20 16,0 0 7-16,0 0 3 0,0 0 6 0,10-4 17 15,-10 4 7-15,3-2-4 0,-1-1 2 0,-2 3-2 16,9-3-11-16,-9 3 1 0,5-4-2 0,-1 3-1 16,-4 1-16-16,9-3-3 0,-4 2-10 0,0 0-3 15,4 1 4-15,-4 1-10 0,4 2-2 0,-2-2-3 16,0 3-3-16,1-1 0 0,-3 1-4 0,2 0 0 15,-2 1-1-15,1 0-12 0,-2 0-2 0,-3-1 3 16,2 3-4-16,-2 0-2 0,-2-3-3 0,-2 5 2 16,-2-3-4-16,-4 2-1 0,3 0 1 0,-3-1-4 15,0 0-3-15,-3-2-1 0,-1 2 3 0,2-1 0 16,-1-1-5-16,2 0 3 0,0-3-3 0,1 0 5 16,1-1-1-16,3-1 2 0,-2-3-5 0,2-1 1 15,3 1-4-15,-2-2 1 0,4-3-2 0,4 1-2 16,-1-3-6-16,-1 0 0 0,5-1-12 0,0 2-25 0,1-1-23 15,1 1-42-15,5-2-32 0,0 3-30 16,0 1-32-16,0 3-31 0,3-1-50 0,0 0-56 16,-1 3-35-16,0 2-288 0,-4-2-712 0,1 2 314 15</inkml:trace>
  <inkml:trace contextRef="#ctx0" brushRef="#br0" timeOffset="166946.3646">18210 9413 87 0,'1'-1'374'16,"3"-3"0"-16,1 1-7 0,-4 0-12 0,3 0-17 15,1-1-12-15,-1 2-22 0,1-2-18 0,-1 2-17 16,1-2-24-16,0 3-15 0,-1-3-21 0,0 1-16 16,1 2-19-16,0-2-12 0,0 2-21 0,-5 1-8 15,14 0-7-15,-7 0-16 0,-1 0-8 0,3 2-15 16,-1 1-4-16,-1 0-11 0,0 0-5 0,0-1-6 15,-2 2-3-15,1 1-3 0,-1 0-6 0,-1 0-5 16,0 1-5-16,-1 1-4 0,2-1 2 0,-5 1-4 16,0 1 1-16,-5-1-3 0,4 0-6 0,-3 0-1 15,-4 2 0-15,2-3 1 0,-5 1-4 0,2-2 1 16,-3 0-2-16,-2-2-3 0,3 2 2 0,-1-2-4 16,-1-2 1-16,2-1 2 0,-2 0 9 0,3-1 8 15,1-2 0-15,0 0 5 0,4-1 2 0,-3 1-3 16,7-3-5-16,-2-4 0 0,2 0-8 0,-2-1-7 15,7-1-29-15,-1 3-42 0,2-3-41 0,3 2-46 16,3-3-52-16,1 1-56 0,-1 5-47 0,-1 0-59 0,6-3-50 16,0 0-345-16,-7 2-810 0,8 1 358 15</inkml:trace>
  <inkml:trace contextRef="#ctx0" brushRef="#br0" timeOffset="167249.8984">18427 9110 274 0,'0'-10'489'0,"-4"0"33"0,3 2 27 0,-3 1 10 0,3-3 1 16,-2 3-6-16,2 1-21 0,-2-2-18 0,2 4-22 15,0-1-23-15,-2 1-37 0,2 0-42 16,1 4-36-16,-4-3-39 0,4 3-31 0,0 0-32 16,0 0-31-16,0 0-24 0,0 0-19 0,0 0-138 0,-4 10-41 15,3-1 0-15,1 3 0 0,-1 0 0 0,1 6 0 16,0 9 0-16,-4-2 0 0,5 3 0 0,-2-3 0 15,-2 2 0-15,3 0 0 0,0-1 0 0,-1 2 0 16,1-4 0-16,0 2 0 0,0 0 0 0,-2-1 0 16,0-9 0-16,2 2 0 0,0-1 0 0,0-4 0 15,0-2 0-15,2 3 0 0,-2-5 0 0,2 1 0 16,-2-4 0-16,0 0 0 0,4 0 0 0,-3-2 0 16,3 0 0-16,1-1 0 0,4-2-226 0,-4-1-180 15,7-1-57-15,-1 0-56 0,-2-3-55 0,2 1-427 16,-1-4-1084-16,-1-1 480 0</inkml:trace>
  <inkml:trace contextRef="#ctx0" brushRef="#br0" timeOffset="167673.2424">18561 9417 101 0,'5'-2'357'16,"-5"2"24"-16,2-3 43 0,-2 3 20 0,0 0 14 15,2-4-9-15,-2 4-13 0,0 0-16 0,0 0-8 16,0 0-19-16,0 0-16 0,0 0-19 0,0 0-19 0,0 0-40 15,0 0-26-15,0 0-22 0,0 0-27 16,0 0-26-16,0 0-15 0,0 0-20 0,0 0-21 16,4 9-8-16,-3-4-13 0,1 1-10 0,0-2-16 0,-1 0-26 15,2 0 7-15,1 3-6 0,-2-4-9 0,0 1-7 16,0 0-18-16,-2 1-17 0,1-2-14 0,2-1-4 16,-3-2-4-16,3 4-14 0,-3-4 1 15,3 6-15-15,1-5-4 0,-4-1 2 0,13-1 1 0,-7-3 2 16,2 2 9-16,0-2-3 0,2-1 0 0,-2-3 5 15,1 3 1-15,1-3 3 0,-1 2 9 0,-2-1-5 16,0 2 9-16,-2 0 8 0,1 1 20 0,-1-1 1 16,2 1 15-16,-3 0-3 0,0 2 6 0,-2-1-6 15,1 1-8-15,2 0-2 0,-5 2-10 0,5-1-3 16,-5 1-3-16,0 0 7 0,9 4-4 0,-5 0-2 16,0-1-5-16,-2 2 1 0,4-1 2 0,-3-1-11 15,3 2-30-15,-4 0-35 0,3 1-41 0,-1-2-42 16,-1 0-36-16,4 2-52 0,-1-2-56 0,-1 0-60 15,3 0-61-15,1 0-73 0,5-2-55 0,-5-2-322 16,2 2-934-16,5-4 414 0</inkml:trace>
  <inkml:trace contextRef="#ctx0" brushRef="#br0" timeOffset="167954.9317">19093 9352 7 0,'5'-5'340'0,"-2"1"15"0,-2 1 14 16,0 0 28-16,3-2 3 0,0 1 1 0,-4 4-15 15,1-4-12-15,-1 4-11 0,1-3-19 0,-1 3-20 16,0 0-23-16,0 0-25 0,-2-6-21 0,2 6-16 16,-8 0-26-16,8 0-21 0,0 0-17 0,-13 4-18 15,8-2-15-15,-2-1-14 0,0 3-10 0,2 3-11 16,1-2-12-16,-1-1-11 0,-3 5-5 0,2 0-12 16,1 0-2-16,-1-2-9 0,0 1-4 0,2 2-7 15,1-2-2-15,-1 1-7 0,1 0-2 0,2 0-2 16,1-2-23-16,0 2-20 0,0-1-24 0,1 0-17 15,6 0-25-15,-1-1-31 0,3 1-42 0,4-3-57 32,5-2-40-32,-2 0-29 0,5 1-28 0,1-4-41 0,-1-2-41 0,7-3-26 0,-2-2-28 0,2-2-229 15,0-2-724-15,-2-1 321 0</inkml:trace>
  <inkml:trace contextRef="#ctx0" brushRef="#br0" timeOffset="168501.8779">19300 9097 8 0,'-3'-5'465'0,"3"1"38"0,-1-1 30 0,-4 1 18 0,4 1 6 15,1 3-4-15,-3-4-23 0,3 4-11 16,0-5-22-16,0 5-20 0,-1-4-22 0,1 4-24 16,0 0-30-16,0 0-32 0,0 0-33 0,-4-2-32 0,4 2-28 15,0 0-6-15,0 0-114 0,-4 14-156 0,4-5 0 16,-1 2 0-16,1 1 0 0,1 10 0 15,-1-4 0-15,-1 7 0 0,1 2 0 0,0-8 0 0,1 1 0 16,-1 6 0-16,0-2 0 0,0-2 0 16,0 2 0-16,-1-5 0 0,2-1 0 0,-1 1 0 0,4-1 0 15,-4-1 0-15,0-2 0 0,4-2 0 0,-3-3 0 16,2-1 0-16,-2 4 0 0,3-8 0 0,-2 6 0 16,2-5 0-16,-1-2 0 0,2 0 0 0,-4 0 0 15,3-1 0-15,0-1 0 0,0 0 0 0,-4-2 0 16,11 0 0-16,-11 0 0 0,8-4-283 0,-4 0-69 15,-2-1-15-15,0-1-11 0,-1-1-4 0,-1-1 0 16,-1 1 17-16,-1-2 16 0,2 2 16 0,-1 1 31 16,-3-3 35-16,2 3 31 0,-1-2 42 0,-1 3 44 15,3-1 43-15,1-1 46 0,-2 4 38 0,0-1 41 16,1 1 41-16,1-2 48 0,0 5 39 0,0-6 41 16,0 2 28-16,0 4 19 0,-4-3 11 0,4 3 8 15,0 0 6-15,-1-5 3 0,1 5-20 0,0 0-20 16,7-6-18-16,-3 4-16 0,8-1-7 0,0 3 0 15,5-6 3-15,3 4-6 0,10-2 0 0,-1-2 5 16,2 3-4-16,-2-2-8 0,3-2-9 0,0 2-69 16,-4 0-93-16,-1 1 0 0,-6-2 0 0,-4 3 0 0,0 0 0 15,-3 1 0-15,-5 0 0 0,-1 0 0 0,-3-1 0 16,1 3 0-16,-2-4 0 0,-4 4 0 0,5-2 0 16,-5 2 0-16,0 0-400 0,-10-4-101 15,0 1-117-15,-7-2-494 0,-2 3-1205 0,2 0 532 0</inkml:trace>
  <inkml:trace contextRef="#ctx0" brushRef="#br0" timeOffset="169456.6617">20587 9502 25 0,'0'0'456'16,"0"0"17"-16,5 1 16 0,-5-1-7 0,0 0-17 31,0 0-18-31,0 0-19 0,5 3-22 0,-5-3-17 0,0 0-25 0,0 0-33 0,0 0-26 0,0 0-19 16,0 0-32-16,-10-11-12 0,6 9-14 0,-4-1-14 15,3 0-7-15,-3-1-17 0,-2-1 2 0,1-1-6 0,0 2-3 16,-2-1 0-16,1-3-2 0,-1 2 0 0,-1-3-9 16,-1 0-12-16,-1-5-88 0,1 0-72 0,2-1 0 15,-3-7 0-15,1-1 0 0,0-1 0 16,4-3 0-16,0 2 0 0,1-7 0 0,5 4 0 0,0 1 0 15,3 0 0-15,0 3 0 0,3-3 0 0,0 9 0 16,1 2 0-16,0 1 0 0,-3 4 0 0,-1-1 0 16,4 1 0-16,0 2 0 0,0 2 0 0,-3 1 0 15,3-1 0-15,-1 2 0 0,2 2 0 0,-4-2 0 16,0 3 0-16,2-2 0 0,-3 4 0 0,0 0 0 16,0 0 0-16,0 0 0 0,0 0 0 0,9 10 0 15,-8-4 0-15,-1 5 0 0,0-2 0 0,3 2 0 16,0 3 0-16,0 2 0 0,-2 1 0 0,3-1 0 15,-1 0 0-15,-2 5 0 0,-1 4 0 0,0-6 0 16,0 2 0-16,1 4 0 0,-1-1 0 0,-2-5 0 16,-2 0 0-16,-1 8 0 0,-3-3 0 0,2-1 0 15,-1 4 0-15,0-4 0 0,-2 1 0 0,-2 0 0 16,2 0 0-16,-2-1 0 0,-1-5 0 0,1 0 0 0,2-1 0 16,-1 2 0-16,-3-4 0 0,3-2 0 15,1 2 0-15,2-6 0 0,1 0 0 0,0 0 0 16,3-5 0-16,1 1 0 0,-2 1 0 0,2-2 0 0,1-2 0 15,-2 2 0-15,3-4 0 0,0 4 0 0,0-4 0 16,0 0 0-16,0 0 0 0,21-7 0 0,-8 3 0 16,4-5 0-16,9-2 0 0,1-1 0 0,4-1 0 15,-3-1 0-15,5-1 0 0,3 2 0 0,-2-3 0 16,15-4 0-16,-16 7 0 0,12-5 0 0,-8 6 0 31,-4 1 0-31,-3-4 0 0,0 6 0 0,-7-1 0 16,-2 5 0-16,-5-2 0 0,-4 3 0 0,-2 0 0 15,1 1 0-15,-4 0 0 0,-1 2 0 0,0-2 0 16,-3 3 0-16,-3 0 0 0,8-1 0 0,-8 1 0 16,0 0 0-16,6-1 0 0,-6 1 0 0,0 0 0 0,0 0 0 15,0 0 0-15,0 0-211 0,-9 9-370 0,4-6-66 16,-1-3-479-16,6 0-1219 0,-12 2 540 16</inkml:trace>
  <inkml:trace contextRef="#ctx0" brushRef="#br0" timeOffset="170144.4317">21687 9115 121 0,'0'-7'352'0,"0"0"0"0,-1 1 7 0,1 0 10 15,-1-4 4-15,-2 5-3 0,3-2 0 0,-1 1-1 16,-2 2 3-16,3-1-6 0,0 0 2 0,-1 0 2 15,-2 0-6-15,2-1-18 0,1 1-12 0,-1 1-9 16,-3 0-14-16,-1-1-15 0,0 2-12 0,1-1-17 16,-4 1-21-16,3 1-13 0,1 1-21 0,-4 1-18 15,8 0-18-15,-13 3-84 0,4 1-92 0,0 3 0 16,-1 3 0-16,-1 6 0 0,0 1 0 0,2 5 0 16,-1 6 0-16,0 4 0 0,4 1 0 0,1 3 0 15,1-1 0-15,4 2 0 0,2 8 0 0,-1-10 0 16,1 11 0-16,0-13 0 0,0 4 0 0,0-3 0 0,0-1 0 15,1 0 0-15,-1 1 0 0,3-4 0 0,-2 1 0 16,-1-1 0-16,-2-1 0 0,0-4 0 16,0 2 0-16,-1-8 0 0,1-2 0 0,0 0 0 15,-1-6 0-15,1 0 0 0,-1 0 0 0,-2 0 0 0,1-4 0 16,0 0 0-16,1-1 0 0,0 1 0 0,-2-3 0 16,3-1 0-16,-1 1 0 0,1-4 0 0,-4 2 0 15,4-2 0-15,0 0 0 0,-9-12 0 0,6 6 0 16,1-5 0-16,-1-1-46 0,0-5-648 0,1-2-40 15,0 1-386-15,-2-7-1213 0,0 4 537 0</inkml:trace>
  <inkml:trace contextRef="#ctx0" brushRef="#br0" timeOffset="170394.4047">21398 9551 2 0,'-5'-4'357'15,"-2"2"21"-15,2 0 45 0,-2 1 36 0,3-2 28 0,-2 1 12 16,-2 1-8-16,4-2 1 0,4 3-6 15,-7-2 4-15,4-1-7 0,3 3-14 0,-4-3-36 16,2-1-29-16,0 1-27 0,1-2-31 0,1 5-33 0,1-6-37 16,1 0-24-16,3 0-29 0,1-2-172 0,6 2-51 15,-1-3 0-15,7 2 0 0,1-2 0 16,3 3 0-16,5-5 0 0,-8 7 0 0,3-3 0 16,-1 0 0-16,0 3 0 0,1-1 0 0,-1-2 0 0,2 3 0 15,-6 0 0-15,2 1-201 0,-1-1-178 16,1 1-62-16,-7 1-58 0,2 1-59 0,-4 2-462 15,4-3-1103-15,-5 2 489 0</inkml:trace>
  <inkml:trace contextRef="#ctx0" brushRef="#br0" timeOffset="171161.8333">21773 9453 254 0,'0'0'440'0,"0"0"21"0,1 1 18 0,-1-1 4 15,0 0-12-15,0 0-21 0,0 0-17 0,0 0-26 16,0 0-26-16,0 0-31 0,0 0-36 0,-4 4-27 16,4-4-36-16,0 0-27 0,-2 5-19 0,2-5-12 15,0 0-26-15,0 0-17 0,0 0-19 0,0 0-9 16,0 0-15-16,0 0-10 0,0 0 5 0,0 0-23 16,0 0 1-16,10 2-16 0,-5-2-4 0,0 1-4 15,8-2-11-15,0-1 5 0,1 2-8 0,-1 0 4 16,7-6-12-16,-7 5 0 0,3-4-2 0,1 2-11 15,-7-2 16-15,3 1-5 0,-1 1-5 0,-1-1 1 0,-3-3 0 16,1 2-5-16,-2 2 8 0,0-1 2 16,-5 1-10-16,3-1 5 0,-2 0-8 0,-2 1 3 15,1-1-7-15,-2 4-1 0,-3-6-7 0,0 2-5 16,3 4 1-16,-9-3 6 0,3 2-10 0,-3-1 0 0,-1 2 5 16,1 0-5-16,-2 2-4 0,-1 0 0 0,2 2 5 15,-3-1-2-15,1 2-2 0,1 1-4 16,3 1 4-16,-1 0-4 0,4 0 3 0,0 2 1 0,-4-3-7 15,4 4 5-15,1-3-7 0,2 2-7 0,0-3-5 16,-2-1-2-16,4 4-6 0,2-2-2 0,0 0 4 16,0-1-2-16,1 1 9 0,5 0 4 0,1-2-4 15,0 1-1-15,1-3 11 0,8 3 0 0,0-3 1 16,4 2-1-16,5-3 2 0,3-2 3 0,0-1-4 16,0 0-3-16,-2-2 6 0,2-2-17 0,-5-3-15 15,1 1-21-15,2-4-19 0,-7 5-34 0,-1-2-21 16,-1 0-24-16,0 0-20 0,-5-1-16 0,4 0 6 15,-6 2-26-15,-1 2 1 0,-3-3 6 0,-3 3 12 16,0 0 19-16,-1 0 11 0,-4-1 17 0,3 2 13 16,-3-1 15-16,0 2 17 0,0 3 21 0,-3-7 36 15,3 7 23-15,-1-4 31 0,1 4 23 0,-3-4 26 16,3 4 21-16,-1-3 20 0,1 3 14 0,0 0 15 16,0 0 9-16,0 0 4 0,0 0 3 0,0 0-2 15,0 0 14-15,0 0 17 0,0 0 7 0,-9 7-2 16,5-5-8-16,0 2-1 0,-1-1-10 0,0 2-12 0,0 1-17 15,-3 0-14-15,3 0-10 0,-1-1-16 16,-2 2 4-16,2 3-20 0,3-6-3 0,-5 5-17 16,5-3 4-16,1 4-6 0,-3-2-8 0,5-1-3 0,2 3-5 15,1-2 3-15,2 2-26 0,3-3-21 0,2 1-11 16,8 2-9-16,-4-2-19 0,4 1-20 16,1-2-10-16,1-2-16 0,0-1-13 0,2-2-10 15,-2-2-19-15,8 0-19 0,-7-2-21 0,-1-2-20 0,-1-3-20 16,4 0-33-16,3-3-23 0,-3-1-26 0,-5 2-33 15,1-2-38-15,-2 0-40 0,0 3-28 0,-1-3-224 16,0 1-718-16,-5 2 318 0</inkml:trace>
  <inkml:trace contextRef="#ctx0" brushRef="#br0" timeOffset="171552.3367">22739 9443 40 0,'0'0'341'0,"0"0"24"0,0 0 15 16,0 0 17-16,0 0 8 0,0 0 3 0,-2-10 8 16,0 6-8-16,2 4-9 0,0 0-15 0,2-8-16 0,0 6-16 15,-2-2-34-15,0 4-21 0,6-7-24 16,-3 4-22-16,-2 0-31 0,3 1-14 0,0-1-22 16,0 1-10-16,-4 2-20 0,6-3-13 0,-2 3-10 15,2-3-24-15,-6 3-5 0,11-1-6 0,-11 1-19 0,9 1-1 16,-6 0-12-16,4 3-2 0,-1-2-11 15,-1 2-2-15,0 1-6 0,-1-2-5 0,1 4-5 16,-2-3-4-16,1 2 0 0,-2 2-6 0,-2-2 2 0,0 4 0 16,0-2 2-16,-2 2-15 0,-5-1 9 0,4 2 0 15,-5-3-7-15,-1 2-2 0,-3-2-3 0,0 1-7 16,0-3-17-16,-6 2-13 0,3-2-13 16,-2-1-11-16,-2 0-4 0,1-2-3 0,5-1 2 0,3 1 3 15,0-3-7-15,1 0-10 0,1-3-19 0,2 1-26 16,-1-3-30-16,2 0-40 0,-2-2-50 0,4 0-45 15,2-2-50-15,1 0-48 0,1-2-60 0,4-1-37 16,4 3-339-16,-1-1-882 0,2-6 391 0</inkml:trace>
  <inkml:trace contextRef="#ctx0" brushRef="#br0" timeOffset="171864.7702">22790 9197 253 0,'-1'-12'357'0,"1"-5"18"0,-1 4 14 0,-1 2 17 16,2 0 17-16,0 0 15 0,-2 3 9 0,-1 1 7 15,3 1 2-15,0 0 10 0,0 4-11 0,-1-3-11 16,1 5-20-16,0-7-26 0,1 4-28 0,-1 3-34 16,-4-3-33-16,4 3-33 0,0 0-25 0,0 0 15 15,0 0-38-15,0 14-222 0,3-4 0 0,-2 6 0 16,2 4 0-16,-3-2 0 0,2 6 0 0,1-3 0 15,1-2 0-15,0 7 0 0,-1-1 0 0,1 1 0 0,-1-6 0 16,-2 6 0-16,1-6 0 0,-3-2 0 0,2-1 0 16,1 0 0-16,-1-5 0 0,-1 3 0 15,0-1 0-15,0-2 0 0,3-5 0 0,-3 5 0 16,1-6 0-16,0 1 0 0,1-1 0 0,-1-1 0 0,-1 0 0 16,2-1 0-16,2-2-535 0,3-2-124 0,-1 1-508 15,-6-1-1263-15,18-9 560 0</inkml:trace>
  <inkml:trace contextRef="#ctx0" brushRef="#br0" timeOffset="172880.2871">23438 9390 234 0,'0'0'384'0,"0"0"3"15,-4-2 1-15,4 2-8 0,0-4-6 16,0 4-10-16,0 0-10 0,0-6-10 0,0 6-20 16,0 0-16-16,0-4-15 0,3 0-11 0,-3 4-8 0,1-5-18 15,-1 5-13-15,4-4-19 0,-1 3-20 0,-3 1-22 16,0 0-19-16,2-7-18 0,2 6-13 15,1-1-17-15,-5 2-10 0,8-5-7 0,-3 4-15 16,3 0 0-16,-1 1-8 0,-1 0-14 0,5 1 3 0,-1 2-7 16,1 0-11-16,0 0 0 0,1 1-9 0,-3 2 1 15,0 0-3-15,0 1-6 0,0 1-2 0,-4 0-4 16,0 0-6-16,-1 2-2 0,0 0 2 0,-4 1-1 16,0-2 4-16,0 4-6 0,-4-5 2 0,-1 3-5 15,-3 0-2-15,0-1 4 0,-3 0-4 0,0 0-14 16,-4 1-3-16,0-3-5 0,3-2 2 0,0-1 11 15,-1-1-5-15,3 0 0 0,2-1-1 0,1-1 6 16,2-1 5-16,-3-2 2 0,8 1 8 0,-13-2 14 16,11-2 11-16,-1 0 3 0,-1 0-1 0,3-2 12 15,-3-1 10-15,4-1-5 0,0 2 8 0,0-1-2 16,0 0 7-16,0 0 4 0,0 2 10 0,0-1 1 16,0 1-72-16,0-1-15 0,0 3 0 0,0 3 0 15,0-6 0-15,0 1 0 0,0 5 0 0,4-4 0 16,-4 4 0-16,0 0 0 0,0 0 0 0,0 0 0 15,0 0 0-15,0 0 0 0,0 0 0 0,0 0 0 16,0 0 0-16,0 0 0 0,0 0 0 0,0 0 0 16,0 0 0-16,0 0 0 0,1 13 0 0,-1-9 0 15,0-1 0-15,0 2 0 0,4-1 0 0,-4 0 0 16,0-1 0-16,4 0 0 0,-3 1 0 0,2-1 0 16,-3-3 0-16,1 5 0 0,-1-5 0 0,3 2 0 15,-3-2 0-15,6 3 0 0,-6-3 0 0,13-2 0 0,-13 2 0 16,13-3 0-16,-8-1 0 0,4-2 0 0,-3 1 0 15,2 2 0-15,1-5 0 0,1 1 0 16,-4 3 0-16,3-3 0 0,-4 0 0 0,3 3 0 16,-2-1 0-16,-2-1 0 0,0 2 0 0,1 1 0 0,-1 0 0 15,-1-1 0-15,2 3 0 0,-5 1 0 0,3-3 0 16,-3 3 0-16,0 0 0 0,9 4 0 0,-5-1 0 16,1 1 0-16,3-1 0 0,-4 0 0 0,-3 2 0 15,4 1 0-15,-1-2 0 0,0 0 0 0,0 2 0 16,0-1 0-16,-2-1 0 0,3 2 0 0,-1-2 0 15,-4 1 0-15,5-2 0 0,-2 0 0 0,-2 1 0 16,3-1 0-16,1-2 0 0,1 1 0 0,-1-2-35 16,3 0-9-16,-1-1 8 0,3-2 5 0,0-3-1 15,-1 1 5-15,1-1 8 0,3-4 3 0,0 1 5 16,1-3-2-16,-4-1 17 0,2 1 7 0,-4 3 11 16,0-2 6-16,1 1 7 0,1 2 11 0,-6-1 1 15,1 5 15-15,0-2-53 0,-1 1-9 0,0 1 0 16,0 2 0-16,-2-1 0 0,2 0 0 0,-4 3 0 15,4-2 0-15,-4 2 0 0,0 0 0 0,4-3 0 16,-4 3 0-16,0 0 0 0,1 9 0 0,2-5 0 16,-2 1 0-16,-1 1 0 0,3 1 0 0,-2-2 0 15,-1 1 0-15,1 1 0 0,-1 0 0 0,0 1 0 0,2-1 0 16,-1-1 0-16,0 1 0 0,-1-2 0 0,0 1 0 16,0 0-96-16,3-1-157 0,0-1-44 15,-1 2-54-15,0-3-63 0,3-1-71 0,2-2-69 16,-1 0-404-16,4-1-1036 0,1-1 459 0</inkml:trace>
  <inkml:trace contextRef="#ctx0" brushRef="#br0" timeOffset="173364.6129">24080 9374 118 0,'0'0'368'0,"0"0"6"0,0 0 4 0,0 0-2 16,10 0-17-16,-10 0-21 0,0 0-15 0,0 0-16 15,0 0-11-15,0 0-17 0,0 0-16 0,0 0-21 16,0 0-26-16,0 0-19 0,0 0-19 0,0 0-15 16,0 0-17-16,1 4-13 0,-1-4-14 0,0 0-9 15,0 0-7-15,0 0-5 0,3 3-7 0,-3-3-4 16,6 2 5-16,-1-1 3 0,2 2-3 0,-1-2-7 16,2 0 5-16,3 0-12 0,1 1-6 0,3-2-3 15,-2 0-2-15,0 0-5 0,6-4 0 0,-5 0 4 16,-1 1 3-16,-2 0 2 0,0-1-2 0,1-1-8 15,-3 1 1-15,-3 2 3 0,2-3 2 0,-3 3-4 16,0-2-11-16,-1 0-1 0,-1 1-8 0,-2 0-3 16,3 0 0-16,-3-1-17 0,-1 4-8 0,-6-6 4 15,2 3-4-15,0 1-2 0,-4 0-2 0,2 2-1 16,-7 0 0-16,4 2-4 0,-5-1-4 0,0 5-3 16,-5 0 2-16,2 1 2 0,2 2-8 0,0 2-23 15,1 0-6-15,5-3-4 0,0 3-4 0,2 0 1 0,1 1-1 16,2-1 10-16,3-2 1 0,2 3 6 15,3 0 6-15,4-1-1 0,-1-1 3 0,6 1 6 0,2-2-2 16,3-1 6-16,1 0 1 0,1-2 10 16,0-2 13-16,2-4 3 0,-2 0 4 0,-2 0 2 0,4-4-4 15,-3 0 2-15,-2 1-6 0,2-3-5 0,-8 2-32 16,3-2-24-16,-3 0-47 0,0 0-45 0,-3-1-64 16,-1-1-70-16,-1 2-75 0,-4 1-82 0,-1-3-65 15,-2 2-379-15,-3-1-941 0,-1 1 418 0</inkml:trace>
  <inkml:trace contextRef="#ctx0" brushRef="#br0" timeOffset="174114.2765">25046 9112 90 0,'4'-10'447'0,"1"-2"29"0,-3 3 8 0,2 0 1 15,1 0-10-15,-3 2-47 0,0 0-13 0,-1 0-11 16,1 2-12-16,0-2-14 0,-2 2-12 0,0 1-34 15,2 0-21-15,-2 4-42 0,2-5-23 0,-2 5-27 16,0 0-28-16,0 0-15 0,-10-1-35 0,10 1 0 16,-17 8-15-16,3 2-9 0,-4 0-12 0,3 0-4 15,-7 6-18-15,2 1-4 0,-1-2-15 0,-2 5 1 16,-1 0-12-16,3 3 5 0,1-4-3 0,2 0-12 0,5-4 0 16,1-2-13-16,3-4-3 0,2 1-3 0,1-2 3 15,1 1-19-15,3-2 15 0,1 3-1 0,1-4-1 16,1-1-3-16,2 3 13 0,3-1-12 15,2 1 0-15,2-2 1 0,2-1-5 0,-1 2-2 0,2-3 3 16,5 1-16-16,-1 0 0 0,-1 1 0 0,-2-2 0 16,-1-1 0-16,1-1 0 0,-5 1 0 15,3-1 0-15,-2 1 0 0,-2-2 0 0,-2 1 0 0,-1 1 0 16,1-2 0-16,-1 2 0 0,-1-2 0 0,0 2 0 16,-3-1 0-16,1 2 0 0,0 1 0 0,-2-1 0 15,-1 2 0-15,-2 1 0 0,1-2 0 0,-3 4 0 16,-4 0 0-16,3 0 0 0,-5-1 0 0,-4 0 0 15,1 2 0-15,-4-2 0 0,4 1 0 0,-4-4 0 16,1 4 0-16,5-3 0 0,1-3 0 0,2 2 0 16,2-3 0-16,0 0 0 0,4 0 0 0,-3-1 0 15,4 0 0-15,2-1-18 0,0 0-167 0,0 0-60 16,0 0-72-16,0 0-31 0,6-11-35 0,3 6-38 16,5 0-58-16,0-5-37 0,2 5-365 0,5-1-952 15,-3-1 422-15</inkml:trace>
  <inkml:trace contextRef="#ctx0" brushRef="#br0" timeOffset="175474.2914">25229 9392 283 0,'2'-4'381'0,"1"0"23"16,-1 1 11-16,3 0 5 0,-2-3-13 0,-1 3-14 15,0-1-13-15,-1 0-11 0,2 1-9 0,-3 3-14 0,1-6-19 16,0 4-6-16,-1 2-37 0,3-5-15 0,-3 5-27 15,1-3-23-15,-1 3-16 0,0 0-25 16,0 0-19-16,0 0-24 0,3-2-16 0,-3 2-14 16,0 0-10-16,0 0-14 0,5 8-3 0,-3-5-11 0,1 2-10 15,-2-1-3-15,0 1-9 0,0 0-3 0,1 3-10 16,0-3-1-16,-2 1 0 0,0 1-17 0,-4 0-10 16,4 0-12-16,-2-2-7 0,-2 0-4 0,-1 3-6 15,0-1-5-15,0-5-7 0,-4 4 1 0,0 0-9 16,-1-4 4-16,3 0 1 0,1 0 5 0,0 0 4 15,1 2 6-15,1-2 5 0,4-2 3 0,-9 0 1 16,9 0 1-16,-4-7 7 0,1 4-4 0,3-1 9 16,0-2 2-16,3 0 7 0,-1 1 11 0,2-3 7 15,0 1 4-15,1 1 1 0,0 0 4 0,3-2 5 16,-3 4 0-16,1-1-1 0,0-1 2 0,-1 2-8 16,1 1 4-16,-1-2-8 0,-1 3-4 0,0 0-5 15,-4 2-1-15,5-2-2 0,-5 2-7 0,5-1-1 16,-5 1 4-16,0 0-3 0,9 3 1 0,-7 0-2 15,2-1-5-15,-2 2 0 0,0 0 3 0,1 0-3 0,-1 0 1 16,2 1-2-16,-4 0 0 0,4-1 1 16,-4 0 0-16,3-1 2 0,0 1 1 0,-3 1-7 15,2-3-7-15,-2-2-8 0,2 5-3 0,1-3 3 16,-1 1 0-16,0 0 3 0,-2-3 0 0,0 0 8 0,0 0 1 16,7 0-1-16,-7 0 3 0,9-3 3 0,-2 0-3 15,-1-1 6-15,-1 2 0 0,3-1 8 0,-2-4 6 16,3 2-2-16,-4 0 8 0,-1 0 1 15,1 0 12-15,5-1-5 0,-3 1 2 0,-5 2-3 0,3-1 4 16,1 2 1-16,-2 0-3 0,-1-1 2 0,2 1-8 16,-2-1 10-16,-1 0-11 0,-2 3-1 0,7-1-10 15,-7 1-1-15,4-3-6 0,-4 3-6 0,0 0 3 16,9 3 0-16,-9-3 5 0,5 4-8 0,-4-1-2 16,-1-3 13-16,1 7-16 0,3-3-4 0,-3 0 0 15,2-1-15-15,0 0-11 0,-1 1-10 0,-1-2-6 16,-1-2-2-16,3 5-7 0,-3-5-4 0,1 7-8 15,1-6-1-15,-2-1 1 0,5 3 1 0,-5-3 10 16,6 2 8-16,-4 0 3 0,-2-2 8 0,8 0 6 16,-8 0 6-16,9-3 3 0,-2 1 3 0,0-1 3 15,0 0 2-15,2-1-2 0,-3 1 8 0,4-1 5 16,-5 0 11-16,4-1 6 0,-1 2 6 0,-2-1 5 16,3 0 8-16,-2 0-1 0,-2 0-2 0,0 2 7 15,0 1-1-15,0 0-2 0,-5 1 4 0,6-4-12 0,-6 4-4 16,0 0-3-16,7 0-1 0,-7 0-2 15,8 3-2-15,-5-1 1 0,0 1-9 0,1 0 7 16,-2 0-5-16,2 2 6 0,-1 0-5 0,-1 0 0 16,1-2-1-16,-2 2-7 0,2 0-15 0,-2 0-7 0,3-3-6 15,-2 3-6-15,-1-3-5 0,-1-2-4 0,4 7 1 16,-2-4-1-16,0-2 7 0,-2-1 5 16,0 0 8-16,5 1 4 0,-5-1 5 0,0 0-1 15,14-3 4-15,-9-1 2 0,2-1 14 0,1 0 6 0,1-2 1 16,1 0 12-16,0 0 9 0,-4 1 14 0,3-2 9 15,-1 0 1-15,-3 4 6 0,0-1 0 0,0-1 6 16,-1 1 5-16,1 4 8 0,0-1-6 0,-1-1-4 16,-1 1-6-16,-3 2-6 0,1-4-6 0,3 1-6 15,-4 3-11-15,0 0-7 0,0 0 8 0,5-3-22 16,-5 3 8-16,0 0-8 0,0 0-4 0,8 9 8 16,-7-6-8-16,0 2 1 0,-1-1-1 0,5 3 1 15,-2-1 2-15,-2-1-1 0,3 3-21 0,0-3 0 16,0 0-9-16,2 1 5 0,0 1-1 0,1-2 3 15,-1 1 5-15,1-2 0 0,1 0 3 0,2 0 0 16,0-1 4-16,2-1 0 0,1-2 2 0,1-1-4 16,-3-3 3-16,5-1 11 0,2-2-10 0,-3-2-2 15,-2-1-3-15,3 0 6 0,-2 0-3 0,-2-2 2 16,-3 2 2-16,-1 2 7 0,0-2-3 0,-2 2 5 0,-1-3-6 16,1 5 1-16,-2-5-12 0,-1 6 9 15,-2-2 4-15,1 2-7 0,-2-1-15 0,0 2 9 16,0 0 0-16,0 4 2 0,-2-6-7 0,0 4 7 15,2 2 4-15,-8-2-15 0,8 2 6 0,-10 2-7 0,10-2 4 16,-14 7 12-16,9-2-13 0,-2 1 2 0,1 1 0 16,-2 1 2-16,4-1 5 0,-1 3-9 15,1-1 5-15,-2 1-2 0,6 0 3 0,-4 0-11 16,4 0 11-16,0 2-5 0,3-3 0 0,-2 0 7 0,5 0-4 16,2-1-2-16,0-1 17 0,2 2-7 0,3-2-2 15,3 0 0-15,2 0 5 0,3-3-3 16,-1-1 0-16,6 3 8 0,-5-3 11 0,2-1 5 0,-2-2 4 15,7 0-2-15,-8 0 1 0,-3-2 1 0,2-1 1 16,0 0-3-16,-7 0-1 0,1 1 3 0,-2 0-10 16,-2 2 8-16,-2-3-11 0,-1 2-29 0,0-1-26 15,-5-1-39-15,-1 3-58 0,8-4-71 0,-8 1-66 16,0 3-59-16,-4-8-62 0,0 5-64 0,1 0-62 16,-5-2-404-16,4-1-1000 0,-1 2 442 15</inkml:trace>
  <inkml:trace contextRef="#ctx0" brushRef="#br0" timeOffset="176224.8961">26085 8850 394 0,'-7'-7'476'0,"1"-1"28"0,-2 3 14 15,-2-4-2-15,6 3-16 0,-1 4-26 16,0-3-22-16,0-2-3 0,1 3-2 0,2-1-20 16,-1 1-11-16,-1 0-15 0,4 4-17 0,-4-5-19 15,3 4-29-15,1 1-32 0,0-7-33 0,0 7-31 0,5-6-28 16,0 1-107-16,2 2-105 0,3-3 0 16,0 2 0-16,9 0 0 0,-2 0 0 0,2 0 0 15,-2-1 0-15,3 2 0 0,1 0 0 0,-5 1 0 16,-1 1 0-16,2 0 0 0,-3-2 0 0,-5 3 0 0,3-2 0 15,-5 1 0-15,1 1 0 0,-3-1 0 0,-5 1 0 16,9 0 0-16,-9 0 0 0,8-1 0 0,-8 1 0 16,6 1 0-16,-6-1 0 0,0 0 0 0,0 0 0 15,7 0 0-15,-7 0 0 0,0 0 0 0,2 4 0 16,-2-4 0-16,4 7 0 0,-3 1 0 0,2 3 0 16,1 6 0-16,2 1 0 0,3 8 0 0,-4 3 0 15,2 2 0-15,-2 2 0 0,2 1 0 0,-2 11 0 16,4 1 0-16,-4 1 0 0,4 1 0 0,-7 1 0 15,1-1 0-15,1-1 0 0,-2 0 0 0,0-12 0 16,3 14 0-16,-5-2 0 0,2-14 0 0,0 5 0 16,-1-4 0-16,-1-2 0 0,4-1 0 0,-1 1 0 15,-1-3 0-15,2-4 0 0,-7-1 0 0,6-4 0 16,-2-2 0-16,-1-1 0 0,3-4 0 0,-2 1 0 16,-1-2 0-16,0-2 0 0,0 2 0 0,0-5 0 15,2-1 0-15,0 1 0 0,-2-2 0 0,0 0 0 16,0-3 0-16,1 2 0 0,-1-4 0 0,-1 5 0 15,2-1 0-15,-1-4 0 0,0 0 0 0,-3 3 0 0,3-3 0 16,0 0 0-16,0 0 0 0,-2 4 0 16,2-4 0-16,-14 1 0 0,1-1 0 0,-6 0 0 15,-9-3 0-15,-5 2 0 0,1 0 0 0,-4 3 0 16,-5 0 0-16,-10-1 0 0,-1-4 0 0,13 5 0 0,1-4 0 16,-2 2 0-16,5-1 0 0,3 2 0 15,-3-1 0-15,16 3 0 0,0-3 0 0,2-1 0 16,6 2 0-16,-1-1 0 0,6 0 0 0,-2 0 0 15,8 0 0-15,-9-1 0 0,4 2 0 0,5-1 0 0,-5 1 0 16,5-1 0-16,0 0 0 0,-8 0 0 0,8 0 0 16,0 0 0-16,0 0 0 0,0 0 0 0,0 0 0 15,0 0 0-15,0 0 0 0,-9 0 0 0,9 0 0 16,0 0 0-16,0 0 0 0,-5-2 0 0,5 2-181 16,0 0-338-16,0 0-49 0,-1-4-60 0,1 4-422 15,-4-6-1136-15,4 0 502 0</inkml:trace>
  <inkml:trace contextRef="#ctx0" brushRef="#br0" timeOffset="179602.7061">3615 10512 157 0,'-2'-5'316'0,"2"1"-2"0,0 4-6 0,-2-6-5 15,2 2-1-15,0 0 16 0,0 4-11 0,0-8 6 16,2 5 6-16,-2-2 8 0,0 5-4 0,0-7-3 15,-2 3-1-15,2-1-11 0,-1 2 2 0,1 3-9 16,0-8 8-16,1 4 4 0,-1 0-15 0,0 4-9 16,2-5-8-16,-2 1-10 0,0 4-6 0,-2-6-11 15,2 6-10-15,0-5-3 0,0 5-18 0,-2-6-185 16,2 6-38-16,0-2 0 0,0 2 0 0,0 0 0 16,-2-6 0-16,2 6 0 0,0 0 0 0,0 0 0 15,0 0 0-15,0 0 0 0,0 0 0 0,0 0 0 16,0 0 0-16,0 0 0 0,0 0 0 0,6 14 0 0,-4-4 0 15,3 2 0-15,0 4 0 0,0 2 0 0,3 8 0 16,-4 0 0-16,2 0 0 0,3 2 0 0,-5 3 0 16,5-2 0-16,-8-1 0 0,3 3 0 0,-4-1 0 15,4 1 0-15,0-5 0 0,-8 3 0 0,4-1 0 16,-1-3 0-16,-2-7 0 0,3 2 0 0,0 0 0 16,-1 0 0-16,1-5 0 0,-3 0 0 0,2 2 0 15,1-5 0-15,0-3 0 0,-1 2 0 0,-2-5 0 16,3 2 0-16,-1-1 0 0,1-4 0 0,-3 5 0 15,3-5 0-15,0 1 0 0,0-4 0 0,0 4 0 16,0 1 0-16,0-5 0 0,0 0 0 0,3 5 0 16,-3-5 0-16,0 0 0 0,0 0 0 0,0 0 0 15,0 0 0-15,0 0 0 0,0 0 0 0,5-12 0 16,0 4 0-16,-2 1 0 0,3-1-524 0,-1-4-225 16,-1-1-404-16,1-4-1250 0,-1-1 553 0</inkml:trace>
  <inkml:trace contextRef="#ctx0" brushRef="#br0" timeOffset="180071.3492">3647 10388 48 0,'1'-10'377'0,"-1"-1"-15"16,4 2-3-16,-3-3 1 0,3 1-9 16,0-1-18-16,1 0-7 0,-1 0-2 0,4 2-10 0,2 0-5 15,-1-2-11-15,0 2-13 0,1 0-15 0,1 5-9 16,2-6-13-16,4 4-19 0,-6 0-9 0,6 2-15 16,-4 3-13-16,5 0-13 0,-3 1-19 15,4 1-4-15,-1 1-1 0,-4 1-7 0,4 3-17 0,-4 1 1 16,0-1-12-16,0 5-4 0,-2 0 6 0,4 4-9 15,-4-1-6-15,-1 1-4 0,-3 3-5 0,-2 0-7 16,-2 2 4-16,-1 4-7 0,-4-3 2 0,-6 7 0 16,-5-4-7-16,-3 0 2 0,0 1-27 0,-7-1-58 15,1 0 0-15,-5-2 0 0,0 2 0 0,-1-7 0 16,-1-2 0-16,4 1 0 0,5-7 0 0,2 0 0 16,-1 0 0-16,7-5 0 0,-2 1 0 0,3-1 0 15,3-2 0-15,0 0 0 0,-2-2 0 0,9 1 0 16,-13-3 0-16,9 0 0 0,0 1 0 0,2-1 0 15,-2 0 0-15,4 3 0 0,-5-3 0 0,5 3 0 0,0-5 0 16,0 5 0-16,5-5 0 0,-5 5 0 16,9-1 0-16,-9 1-161 0,10 3-373 0,-2-2-67 15,-2 1-64-15,2-1-374 0,-3 1-1125 0,2 2 498 16</inkml:trace>
  <inkml:trace contextRef="#ctx0" brushRef="#br0" timeOffset="180619.2754">3292 11381 47 0,'0'0'313'0,"0"0"5"0,0 0 1 0,0 0 2 0,-22 3 2 16,22-3 19-16,-6 1 2 0,-1-1 4 0,7 0 0 15,-10 0-8-15,2 0-9 0,3 0-6 0,5 0-15 16,-10 1-5-16,10-1-15 0,-9 0-11 0,9 0-7 15,0 0-14-15,-8 0-3 0,4 3-13 0,4-3-11 16,0 0-4-16,0 0-16 0,0 0-18 0,0 0-13 16,13-5-14-16,0 2-8 0,5 1 0 0,4-1-3 15,8 2-6-15,5-5-16 0,1 3-133 0,20-4 0 16,0 2 0-16,8 0 0 0,0-2 0 0,31-3 0 16,-6 2 0-16,-23 2 0 0,29-1 0 0,-30 0 0 15,-1 3 0-15,-4 3 0 0,-7-4 0 0,-13 4 0 16,-3 0 0-16,-2 0 0 0,-7-1 0 0,-5 1 0 0,-5 0 0 15,-5 2 0-15,0-2 0 0,-4 1 0 0,-1 0 0 16,0 0 0-16,-4-1 0 0,-4 1 0 0,10 0 0 16,-10 0 0-16,10 0 0 0,-10 0 0 15,5-1 0-15,-5 1 0 0,0 0 0 0,8 0 0 0,-8 0 0 16,0 0 0-16,0 0 0 0,0 0-294 0,0 0-181 16,-19 7-63-16,7-5-76 0,-8 2-431 0,3 3-1133 15,-4-3 501-15</inkml:trace>
  <inkml:trace contextRef="#ctx0" brushRef="#br0" timeOffset="181479.4118">3335 11826 374 0,'0'0'402'0,"0"0"3"0,0 0 13 16,0 0 9-16,-9-3-2 0,9 3-6 16,0 0-4-16,0 0-12 0,0-4-4 0,0 4-13 0,0 0-12 15,3-7-25-15,-3 7-15 0,2-3-21 0,-2 3-23 16,5-4-19-16,-3 2-19 0,3 0-21 0,-5 2-22 15,7-3-19-15,-3 1-20 0,-4 2-17 0,11-3-17 16,-6 3-14-16,2 0-10 0,-2 3-7 0,3-2-4 16,-1 1-95-16,1 1-6 0,0 2 0 0,1 3 0 15,0-3 0-15,1 1 0 0,-1 3 0 0,-1-3 0 16,-3 4 0-16,4-2 0 0,-4 0 0 0,-1 3 0 16,-3-2 0-16,2 1 0 0,-2-1 0 0,-1 1 0 15,-1 0 0-15,-2 1 0 0,1-1 0 0,-5 0 0 16,2-1 0-16,-1 0 0 0,-2-1 0 0,3-2 0 15,-2-1 0-15,2 0 0 0,0 1 0 0,3-6 0 16,-2 2 0-16,0 1 0 0,4-3 0 0,0 0 0 16,0 0 0-16,0 0 0 0,-8-11 0 0,8 6 0 15,4-2 0-15,-3-4 0 0,3 0 0 0,3 0 0 16,-1-1 0-16,0-2 0 0,2 3 0 0,0 1 0 16,1 0 0-16,-3 0 0 0,7-2 0 0,0 1 0 15,-3 3 0-15,-1 3 0 0,2-2 0 0,1 2 0 16,-1 2 0-16,3 0 0 0,1 0 0 0,-2 1 0 0,0 0 0 15,0 4 0-15,-3 2 0 0,2 0 0 16,-1-1 0-16,1 4 0 0,-3-1 0 0,0-1 0 16,-3 2 0-16,0 1 0 0,1 0 0 0,-1-1 0 0,-2-1 0 15,0 1 0-15,-3-1 0 0,0 2 0 0,-1-3 0 16,2 2 0-16,-4-1 0 0,1-3 0 0,1 3 0 16,-1-4 0-16,1-2 0 0,0 0 0 15,-4 5 0-15,4-5 0 0,0 0 0 0,0 0 0 0,0 0 0 16,5-14 0-16,-1 5 0 0,-1 2 0 0,0-2 0 15,4-2 0-15,3-2 0 0,0 0 0 0,-1-2 0 16,0 6 0-16,1 0 0 0,-1 2 0 0,0 0 0 16,1 1 0-16,-2-1 0 0,0 5 0 0,3 1 0 15,-3 2 0-15,1-1 0 0,1 2 0 0,-1 3 0 16,0 1 0-16,0 1 0 0,1 1 0 0,-2 2 0 16,-3 1 0-16,3 0 0 0,-4 1 0 0,-2-2 0 0,3 2 0 15,-4 0 0-15,-1 0 0 0,2-1 0 16,-4-1 0-16,1 0 0 0,0-3 0 0,1-1 0 15,-1 0 0-15,-2 1 0 0,3-4 0 0,0 2 0 0,0-1 0 16,0-4 0-16,0 7 0 0,3-6 0 16,-3-1 0-16,0 0 0 0,2 4 0 0,-2-4 0 15,0 0 0-15,0 0 0 0,0 0 0 0,12-8 0 16,-10 1-237-16,1 3-299 0,-2 0-91 0,0-7-506 0,-1 1-1225 16,-1-1 543-16</inkml:trace>
  <inkml:trace contextRef="#ctx0" brushRef="#br0" timeOffset="182057.4063">3702 11489 8 0,'0'-5'336'0,"0"5"-8"0,0 0-8 16,0 0-12-16,4-3-10 0,-4 3-4 0,0 0-8 15,0 0 3-15,4-2-18 0,-4 2-15 0,5-1-7 16,-5 1-13-16,0 0-16 0,0 0-16 0,0 0-13 15,0 0-11-15,0 0-11 0,9 2-11 0,-9-2-11 16,2 5-11-16,-1-1-13 0,1-2-8 0,-2-2-6 16,2 7-12-16,0-6-3 0,-1 3-12 0,-1 2-6 15,0-3-11-15,2 1-4 0,-2 0-8 0,0-4-4 16,0 9-4-16,-2-4-1 0,2-3-6 0,0 5-4 16,-3-4 0-16,2 0-8 0,-3 2 4 0,2 0-6 15,-2-3 0-15,0-1-2 0,4-1-4 0,-8 5 2 16,6-4 1-16,2-1-3 0,-8 1-2 0,8-1 2 15,0 0-2-15,-9-5 2 0,5 2 6 0,4-1 7 0,-1 0 5 16,0-1 9-16,-3 1 6 0,4-4 1 0,4 6 1 16,-4-3-5-16,2-6-4 0,1 2-1 15,-2 4 2-15,3-1-7 0,1 1-6 0,-1 2 5 0,0-1 3 16,2 2-4-16,-2-1-9 0,0 2 2 0,1-1-3 16,-5 2-1-16,0 0-7 0,9 3-2 0,-5 0 1 15,-2 2-3-15,2 2-2 0,-4-4 1 0,1 5 0 16,-1-3-9-16,0 0-24 0,-1-2-28 0,0 3-29 15,-2-2-37-15,1-1-45 0,-2-1-45 0,4-2-44 16,-3 3-47-16,1 1-49 0,2-4-54 0,0 0-59 16,0 0-340-16,-8-8-863 0,8 3 382 0</inkml:trace>
  <inkml:trace contextRef="#ctx0" brushRef="#br0" timeOffset="183496.049">5927 11029 19 0,'6'0'158'0,"-6"0"-12"0,0 0-20 16,5-1-9-16,-5 1-1 0,0 0-4 0,4-3-4 16,-4 3 12-16,0 0 7 0,0 0 3 0,0 0 7 15,0 0 8-15,7-2 14 0,-7 2 7 0,0 0-2 0,4-1 4 16,-4 1 13-16,0 0 8 0,0 0 14 16,0 0 9-16,5-7 7 0,-3 6 13 0,-2 1 4 15,4-4 6-15,-3 1 1 0,0 0-1 0,-1 3-8 16,3-5-6-16,-2 2-8 0,-1 3-9 0,2-7-9 0,0 4-8 15,-2 3-5-15,0-6-8 0,1 2-26 0,-1 4-3 16,-1-3-15-16,1 3-7 0,-5-4-9 16,5 4 6-16,-6-4-6 0,1 3 4 0,0-2 6 0,5 3 3 15,-13-1 2-15,5 1 7 0,-1 0 0 0,1 1 8 16,-2-1-3-16,4 3-87 0,-3-3-61 0,-1 1 0 16,-2 1 0-16,5 0 0 0,-5 0 0 0,-2 3 0 15,1-3 0-15,4 3 0 0,-1 0 0 0,-2-1 0 16,2 1 0-16,-2 2 0 0,-3 1 0 0,4-1 0 15,1 2 0-15,1-2 0 0,-3 2 0 0,3 5 0 16,0-6 0-16,-1 5 0 0,-1 1 0 0,-2-2 0 16,0 2 0-16,3 0 0 0,-2-1 0 0,2 3 0 15,1-6 0-15,0 4 0 0,-1-3 0 0,1 0 0 16,1-3 0-16,-4 4 0 0,3-5 0 0,1 1 0 16,1-3 0-16,0 0 0 0,3-1 0 0,-2 0 0 15,1-1 0-15,-1 0 0 0,1-1 0 0,-1-2 0 16,1 1 0-16,0 0 0 0,5-1 0 0,0 0 0 0,-12-3 0 15,7-1 0-15,0 2 0 0,3-2 0 16,-1-1 0-16,0 0 0 0,2 1 0 0,-2-1 0 16,3-1 0-16,-1-1 0 0,1-2 0 0,1 3 0 0,1-4 0 15,2 1 0-15,-3 2 0 0,4 0 0 0,0-3 0 16,0 2 0-16,0-1 0 0,2 2 0 0,-1 1 0 16,3-1 0-16,-3 1 0 0,0 1 0 15,3 0 0-15,1-2 0 0,-3 3 0 0,2 1 0 0,0 0 0 16,1 1 0-16,2 2 0 0,-3 0 0 0,1 0 0 15,0 0 0-15,2 2 0 0,1 1 0 0,-3 0 0 16,3 1 0-16,-4 2 0 0,1-2 0 0,0 3 0 16,2-1 0-16,-2 1 0 0,1 1 0 0,0 0 0 15,-1 0 0-15,1 1 0 0,-2 0 0 0,-1 0 0 16,3 0 0-16,-3-2 0 0,1 2 0 0,0-5 0 16,-4 4 0-16,1-1 0 0,1-1 0 0,-1 1 0 0,1-4 0 15,0 3 0-15,1 0 0 0,1-3 0 16,-1 2 0-16,-1-4 0 0,6 2 0 0,-4-1 0 15,1-1 0-15,0-1 0 0,-2 3 0 0,3-1 0 0,0-2 0 16,-3 0 0-16,-1-1 0 0,-7 1 0 0,14 0 0 16,-9 0 0-16,3-1 0 0,-3-2 0 0,-5 3 0 15,9-1 0-15,-4 1 0 0,-1-4 0 0,-1 2 0 16,-3 2 0-16,3-5 0 0,1 1 0 0,0 1-66 16,-3-1-676-16,-1-1-489 0,0 1-1333 0,0 4 590 15</inkml:trace>
  <inkml:trace contextRef="#ctx0" brushRef="#br0" timeOffset="184199.2717">8000 10519 115 0,'0'0'404'0,"1"-7"19"0,3 3 13 16,-4 1-1-16,1-1-4 0,-1 4-14 0,0-7-8 15,0 5-5-15,0 2-1 0,3-5 8 0,-3 5-1 16,1-6-11-16,-1 3-12 0,0-1-12 0,0 4-12 15,0-7-12-15,0 7-14 0,0-5-17 0,0 5-18 16,-1-5-21-16,1 5-22 0,-3-3-140 0,3 3-119 16,-4-4 0-16,4 4 0 0,0 0 0 0,-5-1 0 15,5 1 0-15,0 0 0 0,-14 5 0 0,7-2 0 16,-4 3 0-16,1 2 0 0,-3 4 0 0,-2 2 0 0,-3 2 0 16,-2 5 0-16,2 1 0 0,-4 1 0 15,5-1 0-15,-2 3 0 0,3 3 0 0,0-3 0 16,2 0 0-16,4 0 0 0,-3-3 0 0,6-4 0 15,1-1 0-15,1-1 0 0,4 2 0 0,1-3 0 0,1-3 0 16,3 1 0-16,5 2 0 0,2-4 0 16,5 1 0-16,2-2 0 0,1-3 0 0,8 0 0 15,-8-3 0-15,5-1 0 0,-3-3 0 0,-1 0 0 0,-2-1 0 16,0-3 0-16,1-1 0 0,-10 2 0 0,4-2 0 16,-3 0 0-16,-1-2 0 0,-1 2 0 0,-4 0 0 15,1-3 0-15,-4 3 0 0,-1-2 0 0,-4 2 0 16,-2-3 0-16,-2 3 0 0,-2 0 0 0,-4 0 0 15,-3 1 0-15,-5 2 0 0,2 0 0 0,3 2 0 16,-3 2 0-16,2 0 0 0,-1 0 0 0,-2 1 0 16,2 1 0-16,3-3 0 0,3 3 0 0,-8 1-341 15,7 0-968-15,2-4-1417 0,-1 4 627 0</inkml:trace>
  <inkml:trace contextRef="#ctx0" brushRef="#br0" timeOffset="184699.8484">7206 11164 70 0,'-6'1'382'0,"1"2"9"0,-4-2-1 16,1 1-23-16,-1 0-17 0,3-1-20 0,-3 0 0 15,1 2-9-15,-1-2-6 0,4-1-2 0,-4 1-11 16,4 0-26-16,1 0-7 0,4-1-6 0,-8 3-8 16,5-2-5-16,-4 0-16 0,7-1-3 0,-5 2-7 15,5-2-3-15,0 0 1 0,-5 3-7 0,5-3-9 16,0 0-8-16,0 0 4 0,-3 2-11 0,3-2-2 16,0 0-8-16,0 0-3 0,0 0-11 0,0 0-11 15,0 0-154-15,0 0-2 0,30-1 0 0,-11 2 0 16,8-1 0-16,4 0 0 0,4 0 0 0,4 2 0 15,22-5 0-15,32 0 0 0,-29 0 0 0,32-2 0 16,8-2 0-16,4 3 0 0,2-3 0 0,-1-3 0 16,-6 3 0-16,1-1 0 0,-8 2 0 0,-36-1 0 15,-3 4 0-15,-4 1 0 0,-14-2 0 0,-7 2 0 16,-1-1 0-16,-11 1 0 0,-1 0 0 0,-6 2 0 0,0-1 0 16,-4-1 0-16,-1 2 0 0,-1 0 0 15,-7 0 0-15,11 0 0 0,-11 0 0 0,6 2 0 0,-6-2 0 16,6-2 0-16,-6 2 0 0,8 3 0 0,-8-3 0 15,5 0 0-15,-1 4 0 0,-4-4 0 0,4 2 0 16,-4-2 0-16,2 1 0 0,-2-1 0 16,0 0-60-16,0 0-374 0,2 4-34 0,-2-4-42 0,0 0-54 15,0 0-463-15,0 0-1110 0,0 0 491 0</inkml:trace>
  <inkml:trace contextRef="#ctx0" brushRef="#br0" timeOffset="188402.8521">26867 9365 177 0,'0'0'209'0,"0"0"-1"0,5-2 3 0,-5 2 0 16,0 0 3-16,0 0 6 0,0 0-1 0,0 0 9 16,0 0 3-16,5-2 3 0,-5 2 11 0,0 0 9 15,0 0 10-15,0 0 3 0,0 0 9 0,0 0 12 16,0 0-7-16,0 0 1 0,0 0 2 0,5 5 4 16,-5-5 4-16,0 0 6 0,0 0 1 0,0 0 10 15,3 3-4-15,-3-3 7 0,0 0-5 0,0 0-5 16,0 0-8-16,0 0-17 0,0 0-172 0,9-5-105 15,-5 4 0-15,3-1 0 0,0 1 0 0,-1-1 0 16,7 0 0-16,-2 1 0 0,1-1 0 0,3 0 0 16,2-1 0-16,-3 0 0 0,3 3 0 0,0-2 0 0,-4 1 0 15,-1-1 0-15,-1 2 0 0,-3 0 0 0,-2-1 0 16,-6 1 0-16,13 1 0 0,-8-2 0 16,-5 1 0-16,5-1 0 0,-5 1 0 0,9-1 0 15,-9 1 0-15,0 0 0 0,0 0-41 0,5 2-484 0,-5-2-50 16,0 0-53-16,-10 6-443 0,5-1-1160 0,-8-3 515 15</inkml:trace>
  <inkml:trace contextRef="#ctx0" brushRef="#br0" timeOffset="188762.1421">26859 9533 106 0,'0'0'292'0,"0"4"11"16,0-4 9-16,-1 5 10 0,1-5 5 0,0 0 23 15,0 0 1-15,-3 3 6 0,3-3-2 0,0 0-1 16,0 0-4-16,-1 5-12 0,1-5-9 0,0 0-11 16,0 0-14-16,0 0-14 0,0 0-11 0,0 0-5 15,0 0-7-15,0 0 1 0,0 0-7 0,4 2 0 16,-4-2-7-16,0 0-3 0,0 0-7 0,0 0-4 16,7 0-8-16,1 2-230 0,-3-2-2 0,3 1 0 15,9 0 0-15,-4 0 0 0,6-1 0 0,-1 3 0 16,3-3 0-16,2 1 0 0,-2-1 0 0,0-1 0 15,1-1 0-15,-4 2 0 0,0-1 0 0,-4 2 0 16,-1-1 0-16,-3 0 0 0,2 0 0 0,-4 0 0 16,0 0 0-16,-3-1 0 0,-5 1 0 0,9-1 0 15,-2 1 0-15,-7 0 0 0,0 0 0 0,9-2 0 16,-9 2 0-16,0 0 0 0,3-3 0 0,-3 3 0 16,0 0 0-16,4-1 0 0,-4 1 0 0,0 0 0 15,4-5 0-15,-4 5-170 0,9-7-615 0,-1 1-421 16,3-1-1307-16,4-5 578 0</inkml:trace>
  <inkml:trace contextRef="#ctx0" brushRef="#br0" timeOffset="189294.0231">27580 9228 343 0,'0'-4'373'0,"1"-3"23"0,-1 1 2 0,3 2 2 0,-1-4 4 16,0 4 4-16,-1-1-2 0,0-1-4 0,1 1-11 16,0 1-8-16,1-2-14 0,2-1 6 0,1-2-7 15,-1 5-19-15,0-2-14 0,1-1-22 0,-1 3-22 16,1-1-27-16,2-1-32 0,-1 4-11 0,-2-4-22 15,2 3-18-15,-1-1-25 0,3 3-13 0,0-2-52 16,0 2-91-16,3 0 0 0,-1 0 0 0,-2 2 0 16,2-1 0-16,2 2 0 0,-2 2 0 0,3 2 0 15,-3-3 0-15,6 9 0 0,-4-1 0 0,2 5 0 16,-2 1 0-16,-1-3 0 0,-1 2 0 0,-2 0 0 16,-2 2 0-16,-2 0 0 0,-2-1 0 0,-2 1 0 0,-2-1 0 15,-2 0 0-15,-2 1 0 0,-4 0 0 16,-4-2 0-16,-6 3 0 0,-5-1 0 0,-3-4 0 15,-3-2 0-15,-1 1 0 0,-1-6 0 0,-4 3 0 16,6-5 0-16,1-3 0 0,3 2 0 0,6-3 0 0,1-1 0 16,6 0 0-16,-1-3 0 0,4-1 0 0,1 0 0 15,-1-1 0-15,2-4 0 0,3-2 0 16,1 1 0-16,0-6 0 0,3 0 0 0,2-3 0 0,3 1 0 16,0-2 0-16,3 1 0 0,5-3 0 0,-3 4 0 15,0-6 0-15,4 8 0 0,1 0 0 16,1 2 0-16,1 1 0 0,-1 1 0 0,7-3 0 15,-6 7-282-15,1 2-269 0,-4 2-63 0,0 0-45 0,-1-2-356 16,-1 1-1098-16,0-2 486 0</inkml:trace>
  <inkml:trace contextRef="#ctx0" brushRef="#br0" timeOffset="189731.3885">27670 8915 67 0,'0'-16'442'15,"0"-1"52"-15,-2 2 26 0,2-1 10 0,2 4-1 16,1 0 3-16,-1 0 2 0,-2 0-17 0,2 4 3 16,-1-3-12-16,1 5-17 0,-2 0-18 0,2 1-31 15,-2 1-28-15,0 1-30 0,0-1-24 0,0 4-38 16,0-6-210-16,0 6-112 0,0 0 0 0,0 0 0 16,0-5 0-16,0 5 0 0,0 0 0 0,2 18 0 15,-2-9 0-15,2 8 0 0,-1 4 0 0,3 2 0 16,0 2 0-16,-3 5 0 0,3-2 0 0,-1 3 0 15,1 1 0-15,-2 2 0 0,-1 1 0 0,2 12 0 16,0-11 0-16,-5 10 0 0,2 1 0 0,0-11 0 16,-1 10 0-16,-5 1 0 0,-1-11 0 0,3 11 0 15,-1-11 0-15,-6 10 0 0,4-12 0 0,0 0 0 16,0 2 0-16,1-5 0 0,-1 1 0 0,4-3 0 16,-1-4 0-16,1-4 0 0,3-3 0 0,-1-4 0 15,0 4 0-15,2-5 0 0,-1-3 0 0,0 1 0 16,-1 0 0-16,0-5 0 0,2 1 0 0,-2-2 0 15,2 0 0-15,-1-1 0 0,0 0 0 0,1 0 0 16,-1-4 0-16,0 0 0 0,0 5 0 0,0-5 0 16,0 0 0-16,0 0 0 0,8 0 0 0,-8 0 0 15,16-9 0-15,-9 3 0 0,4-1 0 0,3-2 0 16,0 0 0-16,0-3-336 0,4-3-974 0,0-3-1418 0,0-2 628 16</inkml:trace>
  <inkml:trace contextRef="#ctx0" brushRef="#br0" timeOffset="190263.3066">28066 9402 54 0,'5'-5'380'0,"1"1"6"15,-2-1 10-15,1-1-6 0,-2 2-17 0,-1 2-19 16,1-2-17-16,-1 2-22 0,2 0-17 0,-4 2-14 15,0 0-25-15,0-5-16 0,0 5-16 0,0 0-19 16,0 0-18-16,0 0-10 0,-16 1-7 0,16-1-14 16,-16 7-18-16,10-6-12 0,-2 5-14 0,0-1-8 15,-2 1-11-15,3-1-13 0,-1 2-3 0,-1 0-12 16,0 0-4-16,3 0-5 0,-2 0-8 0,3-1-6 16,-1-3-1-16,3 2-6 0,-1 2-2 0,0-4-4 15,2-1-3-15,-1 0-1 0,3-2-3 0,-4 4 3 16,4-4 6-16,0 5 10 0,0-5 7 0,0 5 3 15,4-4 3-15,5 3-3 0,0-2 3 0,1 1-11 16,2-1 13-16,-2 0 3 0,2 1-3 0,-2-1-3 16,1 1-8-16,0-1 9 0,1 3-4 0,0 0 1 15,-1 0-3-15,-2-2 1 0,0 1-2 0,0 1-6 16,-2 1-8-16,-1-2 4 0,0 1-8 0,-1 1 3 16,-1-2 1-16,0 1-8 0,-4 0-5 0,1 2-5 15,-1-2 13-15,-3 1-3 0,-1-1 5 0,-3 2 10 0,2-2-2 16,-6 2-6-16,-1-2 7 0,-1 1 0 15,1-3-3-15,-2 2-5 0,1-2-5 0,2-2-29 16,1 2 0-16,3 1 0 0,0-2 0 0,2 0 0 16,0-1 0-16,5-1 0 0,-9 1 0 0,9-1 0 0,-4 2 0 15,4-2 0-15,0 0 0 0,0 0 0 0,0 0 0 16,0 0 0-16,0 0 0 0,-9-3 0 16,9 3 0-16,0 0 0 0,0 0 0 0,0 0 0 15,0 0 0-15,0 0 0 0,0 0 0 0,0 0-404 0,0 0-88 16,0 0-68-16,-5 3-74 0,5-3-384 0,0 0-1101 15,0 0 488-15</inkml:trace>
  <inkml:trace contextRef="#ctx0" brushRef="#br0" timeOffset="191951.6854">7113 11919 313 0,'0'0'351'0,"1"3"-2"0,-1-3-6 15,0 0 11-15,0 0-9 0,1 2 5 0,-1-2 3 16,0 0 0-16,0 0-1 0,0 0-1 0,0 0-7 16,0 0-4-16,-14-1 1 0,14 1-6 0,-11-6 0 15,7 1-1-15,-2 2 3 0,-1-3-7 0,0 0-12 16,-1-2-17-16,0-1-16 0,0 1-10 0,1-3-11 15,-1-1-26-15,1-1-238 0,-1-2 0 0,-1-2 0 16,3 0 0-16,-1-2 0 0,-1-6 0 0,0 1 0 16,0-1 0-16,7 6 0 0,-4-8 0 0,5 1 0 15,0 2 0-15,1-2 0 0,0 7 0 0,-1 1 0 16,4 0 0-16,1 0 0 0,-1 4 0 0,6-3 0 0,-1 4 0 16,-3 2 0-16,7-3 0 0,-3 3 0 0,1 3 0 15,4-1 0-15,-3 3 0 0,1 1 0 0,0-1 0 16,1 5 0-16,0 0 0 0,4-1 0 15,-5 4 0-15,0 0 0 0,2-1 0 0,-3 6 0 0,-1-1 0 16,-1 0 0-16,-2 3 0 0,1-1 0 0,-1 3 0 16,-4 0 0-16,-1 6 0 0,-1 0 0 0,-5 1 0 15,-2 0 0-15,-4-1 0 0,-5 6 0 0,-1 1 0 16,-6-3 0-16,-3 1 0 0,1-6 0 0,1 1 0 16,3-5 0-16,2 0 0 0,0-3 0 0,0-2 0 15,2 0 0-15,3-3 0 0,2 1 0 0,0-1 0 16,3-4 0-16,0 1 0 0,2-1 0 0,5 0 0 15,0 0 0-15,-12-3 0 0,12 3 0 0,-4-3 0 16,0-3 0-16,4 6 0 0,4-6 0 0,-4 3 0 16,8-4 0-16,-3 4 0 0,4 1-589 0,6-1-61 15,-2 3-509-15,1-1-1255 0,3 1 554 0</inkml:trace>
  <inkml:trace contextRef="#ctx0" brushRef="#br0" timeOffset="192296.0092">7325 11838 236 0,'0'0'409'0,"0"0"41"0,0 0 17 0,5-6 22 15,-5 6 8-15,-1-7 1 0,1 3-7 0,0 4 4 0,0-6 0 16,0 1-2-16,-3 0-10 0,3 5-16 0,0-6-18 16,-1 3-21-16,1 3-27 0,0-5-23 15,0 5-28-15,0-5-135 0,0 5-215 0,0-3 0 0,0 3 0 16,0 0 0-16,0 0 0 0,0 0 0 0,0 0 0 15,0 0 0-15,0 14 0 0,1-3 0 0,2 1 0 16,-2 4 0-16,0 3 0 0,2-1 0 16,-6 1 0-16,6 5 0 0,-2-4 0 0,-1-1 0 0,3 1 0 15,-2-1 0-15,-1 1 0 0,0-1 0 0,0-1 0 16,-1 2 0-16,-3-2 0 0,4-3 0 0,-4 0 0 16,4-4 0-16,0 2 0 0,-1-5 0 0,1 1 0 15,0-2 0-15,1-1 0 0,-2 0 0 0,2-2 0 16,-1 3 0-16,4-5 0 0,1 2 0 0,-1-2 0 15,1-1 0-15,-5-1 0 0,9-3 0 0,-9 3-483 16,8-4-96-16,-6 1-37 0,2-3-470 0,-4 0-1176 16,0 0 521-16</inkml:trace>
  <inkml:trace contextRef="#ctx0" brushRef="#br0" timeOffset="192655.531">7280 11785 127 0,'5'-10'404'0,"-1"2"8"0,-3 0 13 0,3 0 7 0,0 5 0 16,-3-3-9-16,5-3-10 0,0 2-22 0,-1 1-14 15,0 1-18-15,4-1-20 0,-1 0-9 0,-2 1-16 16,7 1-17-16,-3 1-14 0,4 3-21 16,-2-2-11-16,1 4-12 0,-1-1-8 0,2 1-19 0,0 0-14 15,-1 1-15-15,0 3-18 0,-3 0-14 0,1-2-16 16,-3 3-9-16,0 0-16 0,-2 0-9 0,2 1-32 15,-4 1-69-15,-3-2 0 0,3 1 0 0,-4 2 0 16,0-1 0-16,-5 0 0 0,-1 0 0 0,-1 3 0 16,-4-3 0-16,-5 2 0 0,2 0 0 0,-4-3 0 15,3 1 0-15,-2-1 0 0,2-2 0 0,1 0 0 16,4-4 0-16,1 0 0 0,1 2 0 0,3-1 0 16,0-2 0-16,1 0 0 0,4-1 0 0,-10-1 0 15,10 1 0-15,-5-3 0 0,2 0-91 0,3 3-245 16,4-9-59-16,-4 5-73 0,4-2-81 0,1 0-510 15,0 1-1147-15,3-2 507 0</inkml:trace>
  <inkml:trace contextRef="#ctx0" brushRef="#br0" timeOffset="193359.1729">7973 11653 225 0,'-7'-1'366'0,"4"-2"16"0,3 3-4 15,-8-5 5-15,6 2-3 0,-1-2-5 0,-1 3-1 16,0-2-9-16,2 0-3 0,-1 0-1 16,-1-1 2-16,3 0-13 0,0 0 19 0,1-2-27 0,0 1-17 15,0 0-12-15,1 0-20 0,4-3-21 0,-2 1-17 16,3-3-12-16,1 4-15 0,0-2-25 0,3 1-18 16,2 0-8-16,-3 2-14 0,6-5-14 0,-3 5-139 15,3 0-10-15,-1 3 0 0,1 0 0 0,-3 2 0 16,7 1 0-16,-2-1 0 0,2 5 0 0,-1-2 0 15,-2 4 0-15,-4-1 0 0,7 5 0 0,-5 0 0 16,-4 3 0-16,-2 1 0 0,5 1 0 0,-8 1 0 16,-4 0 0-16,-1 2 0 0,-1 0 0 0,-4-2 0 15,-8 7 0-15,4 2 0 0,-10-4 0 0,2 1 0 16,-7-2 0-16,1 0 0 0,-2-6 0 0,-2 4 0 16,1-4 0-16,-1-2 0 0,8-2 0 0,-4-5 0 15,2 2 0-15,5-2 0 0,1-4 0 0,1 1 0 0,2-2 0 16,-1-2 0-16,3 1 0 0,0-6 0 0,0 2 0 15,3-3 0-15,1 0 0 0,1-5 0 16,0 2 0-16,-3-5 0 0,7-1 0 0,-3 0 0 16,4 3 0-16,1-2 0 0,0 4 0 0,2-5 0 0,5 1 0 15,-2 1 0-15,3 7 0 0,4-8 0 0,0 3 0 16,3 2 0-16,-1 1-358 0,2 1-207 0,-3-2-37 16,5 3-19-16,-10 4-387 0,4-2-1091 0,0 0 482 15</inkml:trace>
  <inkml:trace contextRef="#ctx0" brushRef="#br0" timeOffset="193797.8112">8041 11447 190 0,'-3'-8'476'0,"3"-1"22"0,0 1 26 0,0 3 18 16,-1-3 12-16,1 0 4 0,0-1 2 0,0 1-5 15,0 2-3-15,-1-1-3 0,1-2-18 0,0 1-10 16,0 2-22-16,0 2-26 0,0 0-28 0,0 4-281 15,-3-9-164-15,3 7 0 0,0 2 0 0,0 0 0 0,0-4 0 16,0 4 0-16,0 0 0 0,0 0 0 0,0 0 0 16,0 0 0-16,-4 14 0 0,3-5 0 0,0 0 0 15,-2 0 0-15,1 4 0 0,-1 4 0 16,-1-4 0-16,3 3 0 0,-3 9 0 0,0 1 0 0,0 0 0 16,-1 0 0-16,4 0 0 0,1 5 0 0,-3-2 0 15,1 1 0-15,4-1 0 0,-2 3 0 0,-2 0 0 16,2-1 0-16,2 4 0 0,2-2 0 0,-4 0 0 15,3 1 0-15,-2-3 0 0,-1 0 0 0,0 1 0 16,0-1 0-16,0-3 0 0,1 0 0 0,-1-9 0 16,0 5 0-16,-1-5 0 0,1 2 0 0,0-3 0 15,0-2 0-15,-1-3 0 0,-2-4 0 0,3-2 0 16,0 0 0-16,-1 0 0 0,1-2 0 0,0-1 0 16,0 0 0-16,0-4 0 0,1 3 0 0,-1-3 0 15,0 6 0-15,0-6 0 0,0 0 0 0,0 0 0 16,0 0 0-16,0 0 0 0,4-13 0 0,-3 7 0 15,3-4 0-15,3 0 0 0,-2-1-477 0,4-4-809 16,1 0-1393-16,4-7 616 0</inkml:trace>
  <inkml:trace contextRef="#ctx0" brushRef="#br0" timeOffset="194517.6338">8510 11696 25 0,'0'0'82'0,"0"0"7"0,1-5 11 0,-1 5 20 16,0 0 6-16,1-6 13 0,-1 6 19 0,0 0 19 16,4-2 12-16,-4 2 15 0,3-3 8 0,-3 3 6 15,2-5 6-15,-2 1 6 0,1 1 8 0,-1 3 12 16,2-3 7-16,-2 3 3 0,2-3 0 0,-2 3 2 16,0 0-1-16,3-4 2 0,-3 4-1 0,0 0-2 0,0 0 1 15,0 0-11-15,0 0-7 0,-3-5-18 16,3 5 9-16,0 0-7 0,0 0-8 0,0 0-17 15,0 0-12-15,0 0-9 0,0 0-12 0,0 0-8 0,0 0-7 16,0 0-12-16,0 0-17 0,-10 9-9 0,5-6-14 16,0 0-13-16,0 1-54 0,0 2-35 0,-1 0 0 15,-1 1 0-15,2 0 0 0,-3 1 0 16,-1 1 0-16,3 0 0 0,-3-1 0 0,1 1 0 0,-1-2 0 16,4 0 0-16,-4 2 0 0,4-5 0 0,1 1 0 15,0-2 0-15,3 1 0 0,-3-1 0 0,4-1 0 16,0-2 0-16,-4 4 0 0,4-4 0 0,4 5 0 15,0-3 0-15,2 1 0 0,1-1 0 0,3-1 0 16,-1 1 0-16,0-1 0 0,5 3 0 0,-5-2 0 16,3 4 0-16,0-6 0 0,-3 5 0 0,2-1 0 15,-1 5 0-15,-3-7 0 0,1 2 0 0,0 2 0 16,-2-2 0-16,-1 0 0 0,-1 3 0 0,-1-3 0 16,0 3 0-16,0 0 0 0,-2 0 0 0,-1 0 0 0,-1 2 0 15,0-2 0-15,-3 1 0 0,0-1 0 0,-1 1 0 16,0-2 0-16,-2 1 0 0,1 0 0 0,-2-2 0 15,1 1 0-15,-1-3 0 0,2 1 0 16,-1 0 0-16,2-3 0 0,0 1 0 0,-1-1 0 0,6-1 0 16,-8 3 0-16,8-3 0 0,0 0 0 0,-9-4 0 15,9 4 0-15,-5-2 0 0,1-1 0 0,4 3 0 16,-5-3 0-16,4-1 0 0,1 4 0 0,-3-6 0 16,3 3 0-16,0 3-219 0,-5-5-125 0,5 1-54 15,0 4-48-15,-1-5-63 0,1 5-59 0,-3-7-384 16,3 5-1030-16,0 2 456 0</inkml:trace>
  <inkml:trace contextRef="#ctx0" brushRef="#br0" timeOffset="195536.0215">9882 10643 306 0,'2'-3'345'0,"-2"-1"-3"0,0 4-13 16,2-7 0-16,-1 3 5 0,1 0 12 0,-1 1 3 0,2 0 10 16,-3 3 0-16,0-5-5 0,0 5-5 0,0 0-19 15,2-3-20-15,-2 3-11 0,0 0-15 0,0 0-11 16,0 0-3-16,-11-2-21 0,0 2-10 0,-3 1-5 16,-2 1-6-16,-6 2-10 0,-6 1 18 0,-3-1-9 15,2-1-11-15,-6 3-8 0,-1-1-12 0,3 2-123 16,-4-2-73-16,4 0 0 0,1 1 0 0,1-3 0 15,3 1 0-15,6 1 0 0,5-2 0 0,5-2 0 16,1-1 0-16,2 1 0 0,2 0 0 0,0 1 0 0,-1-1 0 16,4 0 0-16,4-1 0 0,-8 3 0 0,8-3 0 15,-6 0 0-15,6 0 0 0,0 0 0 16,-6 0 0 0,6 0 0-16,0 0 0 0,0 0 0 0,0 0 0 0,-8 2 0 0,8-2 0 0,0 0 0 0,0 0 0 15,0 0 0-15,0 0 0 0,0 0 0 0,3 7 0 16,-1-3 0-16,-2 1 0 0,0 2 0 0,3-2 0 15,-2 7 0-15,0-4 0 0,0 5 0 0,2 3 0 16,2 3 0-16,0 7 0 0,-2-2 0 0,1 6 0 16,-2 0 0-16,2 0 0 0,0 2 0 0,-2 4 0 15,0 10 0-15,-1 0 0 0,0-9 0 0,1 7 0 16,-4 2 0-16,-2 3 0 0,2-15 0 0,-3 0 0 16,-2 12 0-16,1 1 0 0,1-1 0 0,-8-2 0 15,8-10 0-15,0-1 0 0,5-1 0 0,-5 2 0 16,1 0 0-16,3-4 0 0,-2 0 0 0,3-4 0 15,0-1 0-15,0-6 0 0,0-2 0 0,0-1 0 16,0-3 0-16,0-2 0 0,0 0 0 0,0-2 0 0,0-2 0 16,0 0 0-16,0-2 0 0,0 0 0 0,0-1 0 15,0-4 0-15,0 6 0 0,0-3 0 16,0-3 0-16,3 4 0 0,-3-4 0 0,1 3 0 0,3-1 0 16,1-1 0-16,0 0 0 0,4 1 0 0,2-2 0 15,2 0 0-15,1 0 0 0,7-3 0 0,-1 2 0 16,3-2 0-16,4 0 0 0,2-1 0 0,-2 1 0 15,0 0 0-15,-5 1 0 0,1-1 0 0,-2 2 0 16,-1 0 0-16,-2 0 0 0,-3 0 0 0,-4-1 0 0,-2 1 0 16,-1 1 0-16,1-1 0 0,-4 1 0 15,-5 0 0-15,9 0 0 0,-9 0 0 0,9-1 0 16,-9 1 0-16,5-1 0 0,-5 1 0 0,0 0 0 16,0 0 0-16,0 0 0 0,5-1 0 0,-5 1 0 0,0 0 0 15,0 0 0-15,0 0 0 0,0 0 0 0,-10-9 0 16,9 4 0-16,1-1 0 0,0-3 0 0,1-2-503 15,4 1-779-15,3-8-1388 0,2-5 615 0</inkml:trace>
  <inkml:trace contextRef="#ctx0" brushRef="#br0" timeOffset="195987.8914">10586 10810 349 0,'4'-8'473'0,"0"0"0"0,-3 1 6 0,2 3-1 16,1-1-2-16,-3 0-4 0,-1 0-9 15,3 0 12-15,-2 3-28 0,-1-2-2 0,0 4-8 16,1-4-17-16,-1-1-18 0,0 5-21 0,0 0-21 0,4-2-29 15,-4 2-24-15,0 0-24 0,0 0-43 0,0 0-240 16,0 0 0-16,0 0 0 0,0 0 0 16,0 0 0-16,0 0 0 0,1 9 0 0,-1-3 0 0,0 4 0 15,0-1 0-15,0 3 0 0,3 4 0 0,-3 1 0 16,1 0 0-16,-1 1 0 0,0 1 0 16,3 0 0-16,-2 2 0 0,-1 3 0 0,0 1 0 0,-1-6 0 15,1 0 0-15,0 0 0 0,0-2 0 0,-3-1 0 16,3-3 0-16,0-1 0 0,0-2 0 0,0-2 0 15,0 1 0-15,-1-1 0 0,1-3 0 0,0 0 0 16,-3 0 0-16,3-1 0 0,0 1 0 0,0-5 0 16,0 5 0-16,0-5 0 0,0 3 0 0,0-3 0 15,0 0 0-15,0 5 0 0,0-5 0 0,0 0 0 0,0 0 0 16,0 0 0-16,0 0 0 0,-10-9 0 0,6 6-181 16,4 3-551-16,-6-5-481 0,-1 4-1315 15,1 0 582-15</inkml:trace>
  <inkml:trace contextRef="#ctx0" brushRef="#br0" timeOffset="196472.1022">10060 11385 76 0,'0'0'353'0,"-6"0"-7"0,6 0-4 0,0 0-15 15,-4 6-8-15,4-6-27 0,0 0-1 0,0 0-15 16,-7 0-8-16,7 0-2 0,-5 1-6 0,5-1-10 16,-5 1-8-16,5-1-9 0,-5 3-5 0,5-3-8 15,-8 0-8-15,2 1-16 0,6-1 2 0,-4 2-9 16,-1 0-7-16,5-2-7 0,-5 1 2 0,5-1 1 0,-5 1-1 16,5-1-18-16,-8 1 25 0,8-1-19 15,0 0 0-15,0 0-2 0,0 0-5 0,0 0 0 16,0 0-6-16,-1 5 2 0,1-5-10 0,0 0-6 15,0 0-12-15,15 0-74 0,-5-2-52 0,4-1 0 0,6 3 0 16,1-2 0-16,7 1 0 0,10-1 0 16,1 1 0-16,17-4 0 0,6-3 0 0,31-1 0 15,-4-2 0-15,-23 5 0 0,36-11 0 0,-4 5 0 0,3-1 0 16,-2 0 0-16,-5 1 0 0,-27 5 0 0,-2-2 0 16,-4 1 0-16,-2 1 0 0,-7 1 0 15,-14 0 0-15,-7 3 0 0,0 0 0 0,-9-1 0 0,-3 0 0 16,-9 3 0-16,3 0 0 0,-3-2 0 0,-2 2 0 15,-3 1 0-15,1-1 0 0,-6 1 0 0,9 0 0 16,-9 0 0-16,7-2 0 0,-7 2 0 0,0 0 0 16,0 0 0-16,0 0 0 0,0 0 0 0,0 0 0 15,0 0 0-15,0 0 0 0,0 0 0 0,0 0-199 16,0 0-388-16,0 0-72 0,-26 4-466 0,20-3-1218 16,-2 2 539-16</inkml:trace>
  <inkml:trace contextRef="#ctx0" brushRef="#br0" timeOffset="197125.6931">10346 11854 238 0,'-2'-7'336'0,"0"-3"15"16,2 5 6-16,-1-4 15 0,1 3 6 0,0-1 9 15,0 1 1-15,0 1 1 0,-3 2 3 0,3-2 1 16,0 0-19-16,0 2-10 0,0 3-9 0,0-7-10 15,0 7-14-15,0-4-8 0,0 4-8 0,0 0-10 16,0 0-13-16,0-5-18 0,0 5-18 0,0 0-20 16,0 0-29-16,0 0-11 0,0 0-159 0,0 0-37 15,0 0 0-15,-1 12 0 0,1-12 0 0,0 8 0 16,0-1 0-16,1 1 0 0,2 2 0 0,-3 3 0 16,0 3 0-16,0-1 0 0,0 2 0 0,1-2 0 0,-1 2 0 0,0 1 0 0,-1-1 0 0,4 1 0 15,-3 0 0-15,-3-1 0 0,3 2 0 0,0-2 0 16,0-2 0-16,-3 1 0 0,3-3 0 15,-1-1 0-15,1 2 0 0,-2-2 0 0,2-3 0 0,-2-2 0 16,2 2 0-16,-2-5 0 0,2 0 0 0,-1 2 0 16,2-2 0-16,-1-2 0 0,0-2 0 0,0 6 0 15,0-6 0-15,0 0 0 0,0 0 0 0,0 0 0 16,0 0 0-16,4-12-499 0,-2 5-110 0,-1-4-57 16,-2 1-404-16,-5-7-1159 0,2 2 513 0</inkml:trace>
  <inkml:trace contextRef="#ctx0" brushRef="#br0" timeOffset="197548.156">10170 11835 92 0,'-4'-7'330'16,"4"1"5"-16,0 1 2 0,0-1 10 0,0 2-8 16,1-2-4-16,2-1-14 0,-2 3-10 0,3-1-8 15,0 2-3-15,-3-3-7 0,4 2-10 0,-1 0-13 0,0 1-12 16,0-1-19-16,2 3-12 0,-2-2-14 0,1 1-13 15,0 1-15-15,2-2-15 0,-1 2-4 16,3 1-3-16,1-2-1 0,0 2-2 0,-1-1 2 0,4 1-3 16,-1 0 3-16,0 0-5 0,1 0-4 0,-1 2-12 15,2 0-2-15,-1 1 3 0,4 0-4 0,-4 2-1 16,5 1-2-16,0 1-1 0,-1 2-41 16,-3-1-93-16,-3-1 0 0,2 4 0 0,0 1 0 0,-2 2 0 15,-1-2 0-15,0 4 0 0,-2-4 0 0,-3 5 0 16,-1 0 0-16,0-2 0 0,-3 3 0 0,-1-1 0 15,0 2 0-15,-3 0 0 0,-4-1 0 0,-1 7 0 16,-2-8 0-16,0-1 0 0,-3 6 0 0,0-7 0 16,-1 0 0-16,2-2 0 0,-1 2 0 0,1-4 0 15,1-3 0-15,-2 2 0 0,5-3 0 0,-2 0 0 16,4-1 0-16,-1-2 0 0,3-1 0 0,2-1 0 16,-2 3 0-16,-1-4 0 0,5-1 0 0,-5 4 0 15,5-1 0-15,0-3 0 0,0 0 0 0,-4 2 0 16,4-2 0-16,0 0 0 0,0 0 0 0,0 0 0 15,0 0 0-15,0 0 0 0,0 0-85 0,9-13-417 16,0 10-53-16,1 0-48 0,-1-2-472 0,1 1-1164 0,3-1 516 16</inkml:trace>
  <inkml:trace contextRef="#ctx0" brushRef="#br0" timeOffset="198018.211">10755 12059 156 0,'4'-5'424'0,"-4"0"24"16,3-2 21-16,-3 1 10 0,1 0-4 0,1 0-4 15,-2 3-6-15,0-3-9 0,-2 0-9 0,4 2-15 16,-2 0-26-16,0 4-24 0,0-8-27 0,0 8-24 16,-2-4-32-16,2 4-20 0,0 0-30 0,-4-3-26 15,4 3-18-15,0 0-22 0,-11 8-19 0,7-1-16 16,-3-2-17-16,0 5-17 0,-1-1-114 0,3 2 0 0,-2-1 0 15,1 2 0-15,-2-2 0 0,5 0 0 0,-3-1 0 32,3 1 0-32,0-3 0 0,-1 3 0 0,3-4 0 0,1-3 0 0,1 3 0 0,-1 1 0 0,1-3 0 15,2 0 0-15,0 0 0 0,3 1 0 0,-1-3 0 16,-1 0 0-16,2 2 0 0,1 0 0 0,0 2 0 16,0-4 0-16,-1 2 0 0,2 1 0 0,-4-2 0 15,1 1 0-15,0-2 0 0,0 1 0 0,1 0 0 16,-2-1 0-16,0 2 0 0,-1 2 0 0,-1-3 0 15,2 2 0-15,-4-1 0 0,0 0 0 0,0 0 0 16,0 1 0-16,-3 1 0 0,0 1 0 0,0-2 0 16,-5 1 0-16,-2 0 0 0,1-1 0 0,-2 2 0 15,-2-1 0-15,3-2 0 0,-3 0 0 0,1 0 0 16,1 1 0-16,1-1 0 0,1-2 0 0,1-3 0 0,4 2 0 16,-3-1 0-16,7 0 0 0,-8-4-48 0,8-1-316 15,0 0-47-15,5 1-46 0,3-1-56 16,2-5-49-16,-1 2-411 0,1-1-1054 0,4-2 467 0</inkml:trace>
  <inkml:trace contextRef="#ctx0" brushRef="#br0" timeOffset="198502.3419">11001 12046 394 0,'2'-6'473'0,"-1"-1"20"0,-1-1 8 0,0 5 2 16,3-3-2-16,-3 0-6 0,0 1-6 0,0-1-29 16,0 1 3-16,-4 1-13 0,4 1-9 0,0 3-19 15,0-4-17-15,0 4-20 0,0-7-26 0,0 7-28 16,0 0-28-16,-2-4-30 0,2 4-223 0,0 0-50 16,0 0 0-16,0 0 0 0,0 0 0 0,0 0 0 0,-3 17 0 15,3-9 0-15,0 1 0 0,0 1 0 16,0-1 0-16,0 5 0 0,-4 1 0 0,4-1 0 15,0 2 0-15,0-1 0 0,1 2 0 0,-2-1 0 0,-1 2 0 16,2-2 0-16,2 1 0 0,-1-1 0 0,-1-4 0 16,0-1 0-16,3 0 0 0,0 0 0 15,-1-2 0-15,2 0 0 0,2-2 0 0,-1-1 0 0,3-1 0 16,0-2 0-16,6 2 0 0,-4-4 0 0,-1-1 0 16,4 0 0-16,-3-2 0 0,0 1 0 0,2-5 0 15,-3-2 0-15,-2 1 0 0,2 0 0 0,-4-2 0 16,1 3 0-16,-3-1 0 0,0-2 0 0,-2 1 0 15,1-1 0-15,-2 0 0 0,-2 2 0 0,1 2 0 16,-2-2 0-16,-2-2 0 0,0 5 0 0,1-1 0 16,-3 1 0-16,0-1 0 0,2 4 0 0,-3-3 0 15,3 4 0-15,-4 0 0 0,9 0 0 0,-12 1 0 16,5 1 0-16,1 0 0 0,-2 2 0 0,3-3 0 16,0 4-394-16,-3-3-260 0,3 3-56 0,-4-4-363 15,4 1-1161-15,0 0 514 0</inkml:trace>
  <inkml:trace contextRef="#ctx0" brushRef="#br0" timeOffset="198970.9542">10616 11637 183 0,'0'0'329'0,"0"0"1"16,0 0 12-16,0 0-11 0,0 0 3 0,0 0-3 15,0 0 5-15,0 0-3 0,0 0 0 0,0 0-1 16,0 0 0-16,0 0 3 0,0 0 0 0,0 0 0 15,0 0 1-15,0 0-8 0,0 0-14 0,0 0-7 16,0 0-14-16,0 0-13 0,0 0-8 0,0 0-14 16,0 0-4-16,0 0-15 0,0 0-23 0,0 0-18 15,18-1-153-15,-8-2-45 0,3 0 0 0,6-1 0 16,1 0 0-16,7-3 0 0,3 1 0 0,0 0 0 16,5-3 0-16,-2 4 0 0,4-1 0 0,-6 2 0 15,3-3 0-15,-2 0 0 0,-2 3 0 0,-10 2 0 16,2-3 0-16,-8 4 0 0,-1 1 0 0,-4 0 0 15,-2-1 0-15,1 1 0 0,-3-1 0 0,-5 1 0 16,9 0 0-16,-9 0 0 0,0 0 0 0,8 0 0 0,-8 0 0 16,0 0 0-16,6 1 0 0,-6-1 0 0,0 0 0 15,0 0-448-15,0 0-66 0,0 0-57 0,0 0-65 16,0 0-368-16,0 0-1088 0,0 0 482 0</inkml:trace>
  <inkml:trace contextRef="#ctx0" brushRef="#br0" timeOffset="199611.7587">12689 11183 334 0,'-11'-1'375'0,"11"1"8"0,-10 0 2 0,7-1-2 0,3 1 2 16,-8-2 2-16,8 2 1 0,-9 0-3 0,9 0-1 15,0 0-6-15,0 0-9 0,-5-1-11 0,5 1-26 16,0 0-31-16,0 0-15 0,0 0-24 0,11-9-16 16,-6 7-14-16,3 0-15 0,2 1-14 0,1-2 9 15,-1 0-3-15,2 2-7 0,1-1-16 0,6 2-10 16,-6-2-12-16,6 0-95 0,1-2-69 0,0 3 0 16,-2 1 0-16,0 0 0 0,2-2 0 0,-3 1 0 15,-3-1 0-15,-2 0 0 0,0 0 0 0,-3 2 0 0,0-4 0 16,0 4 0-16,-4 0 0 0,-5 0 0 15,9-1 0-15,-9 1 0 0,8 0 0 0,-8 0 0 16,0 0 0-16,5-1 0 0,-5 1 0 0,0 0 0 0,6-1 0 16,-6 1 0-16,3-4 0 0,-3 4 0 15,0 0 0-15,0 0 0 0,0 0-42 0,1-3-330 16,-1 3-45-16,0 0-56 0,0 0-86 0,5-4-496 0,-1 0-1143 16,1-1 506-16</inkml:trace>
  <inkml:trace contextRef="#ctx0" brushRef="#br0" timeOffset="200096.0034">14551 10606 93 0,'0'-6'422'16,"0"0"13"-16,0-3-2 0,4 2-6 0,-3-1-11 0,-1-1-1 15,2 4-6-15,-2-1 1 0,2 0-7 0,-2 3 1 16,0-3-4-16,1 1-10 0,-1 5-19 16,0-4-13-16,0 4-19 0,0 0-25 0,0 0-30 0,0-3-24 15,0 3-26-15,3-4-28 0,-3 4-25 0,0 0-21 16,0 0-13-16,0 0-11 0,0 0 3 0,-3 15-134 15,3-6-5-15,0 3 0 0,0-3 0 0,-1 8 0 16,2 0 0-16,-1 2 0 0,0 5 0 0,0 4 0 16,0-8 0-16,0 5 0 0,4-4 0 0,-2-1 0 15,-2 4 0-15,2-3 0 0,-1-4 0 0,2-1 0 16,-2 1 0-16,0 0 0 0,-1-5 0 0,2-1 0 16,0-2 0-16,-2 2 0 0,0-5 0 0,1 1 0 15,-1-1 0-15,3 0 0 0,-3-1 0 0,1-2 0 16,-1 1 0-16,0-4 0 0,0 5 0 0,0-5 0 15,1 3 0-15,-1-3 0 0,0 0 0 0,0 5 0 16,0-5 0-16,0 0 0 0,0 0 0 0,0 0 0 16,0 0 0-16,0 0 0 0,0 0 0 0,0 0-303 15,0 0-281-15,0 0-69 0,0 0-456 0,-11-13-1201 16,7 12 532-16</inkml:trace>
  <inkml:trace contextRef="#ctx0" brushRef="#br0" timeOffset="200580.2639">13817 11210 97 0,'-6'2'381'0,"3"1"-1"0,3-3 1 15,0 0-8-15,-6 0-16 0,6 0-18 0,0 0-12 16,-6 0-12-16,6 0-10 0,0 0-18 0,-7 1-15 15,7-1-13-15,0 0-24 0,-9 0-12 0,9 0-13 16,-7 0-9-16,7 0-3 0,-8 0-9 0,8 0-7 16,-10 0-2-16,3 0-5 0,7 0 1 0,-7 1 1 15,7-1-9-15,-9 1 5 0,9-1-1 0,-8 0-3 16,8 0-8-16,-8 0-10 0,8 0-7 0,0 0-9 16,0 0-5-16,-6 0-1 0,6 0 3 0,0 0-4 15,0 0 7-15,0 0-90 0,0 0-45 0,0 0 0 16,0 0 0-16,35-3 0 0,-14 2 0 0,11-5 0 15,5 2 0-15,14-1 0 0,5 2 0 0,4-3 0 16,30-3 0-16,-2-1 0 0,9-3 0 0,4 1 0 16,4 2 0-16,2-5 0 0,6 1 0 0,-2 1 0 0,0-2 0 15,-1 2 0-15,1-2 0 0,-11 1 0 0,-8 2 0 16,-29 5 0-16,-7-1 0 0,-4 2 0 16,-16 2 0-16,-4 0 0 0,-4-1 0 0,-10 3 0 0,1-1 0 15,-6 2 0-15,-3-2 0 0,-2 1 0 0,-3 1 0 16,2 0 0-16,0 1 0 0,-7 0 0 0,8-2 0 15,-8 2 0-15,4 0 0 0,-4 0 0 0,0 0 0 16,0 0 0-16,-12 7 0 0,5-3-95 0,-4 0-447 16,-4 1-69-16,5 3-59 0,-7-1-376 0,-1-1-1133 15,-1 2 502-15</inkml:trace>
  <inkml:trace contextRef="#ctx0" brushRef="#br0" timeOffset="201080.1793">14179 11464 74 0,'0'-4'350'16,"0"4"10"-16,0-7 21 0,-1 2-11 0,1 1 11 15,0 4 6-15,-2-7 12 0,2 7 7 0,0-4 7 16,0 4-3-16,-1-5 6 0,1 5 4 0,-1-3-20 16,1 3 4-16,0 0-16 0,0 0-23 0,0 0-30 15,-1-5-26-15,1 5-28 0,0 0-29 0,0 0-24 0,0 0-26 16,0 0-13-16,0 0-118 0,0 0-71 0,-2 13 0 15,4-7 0-15,-4 3 0 0,1 0 0 16,1 2 0-16,0 2 0 0,-1 4 0 0,-1 1 0 0,0 1 0 16,3 6 0-16,-2 0 0 0,-2 1 0 0,3-1 0 15,-4 1 0-15,4-6 0 0,-1 4 0 0,0-4 0 16,0 0 0-16,-1 3 0 0,1-6 0 0,-1-2 0 16,2 1 0-16,0-5 0 0,0 0 0 0,-2-1 0 15,4 0 0-15,-5-4 0 0,3 1 0 0,0-1 0 16,0-2 0-16,0 0 0 0,0-4 0 0,0 5 0 15,0-5 0-15,0 0 0 0,0 0 0 0,0 0 0 16,0 0 0-16,0 0 0 0,-1-18-221 0,1 9-381 16,0-4-75-16,-1-2-439 0,-1-2-1208 0,1 5 535 15</inkml:trace>
  <inkml:trace contextRef="#ctx0" brushRef="#br0" timeOffset="201455.0611">13999 11505 308 0,'2'-7'446'16,"-1"-2"16"-16,3 0 11 0,2 0-3 0,1 2-13 0,1-2-16 15,2 1-18-15,4-2-22 0,-1 3-5 0,-3-1-4 16,7 0-9-16,-6 3-23 0,11-3-24 0,-7 0-20 16,3 4-21-16,-1-2-21 0,1 2-20 0,1 1-20 15,1 3-13-15,2 2-8 0,6 5-8 0,-1 2-4 16,-4 2 0-16,-3 1-172 0,2 2-29 0,-8 1 0 15,5 5 0-15,-6 3 0 0,-5-5 0 0,2 6 0 16,-4-4 0-16,-2 5 0 0,0-1 0 0,-4-3 0 16,-4 4 0-16,0-1 0 0,-2 2 0 0,-4-2 0 15,-2-1 0-15,1 0 0 0,-8-2 0 0,2 1 0 16,0-3 0-16,-3 2 0 0,-2-3 0 0,-1 2 0 16,4-4 0-16,5-4 0 0,-9 2 0 0,5-4 0 15,5-1 0-15,-1 0 0 0,3-5 0 0,4 0 0 0,2 0 0 16,0-2 0-16,1 0 0 0,-1 1 0 15,2-3 0-15,3 0 0 0,-6 3 0 0,6-3 0 16,-4 3 0-16,4-3 0 0,0 0 0 0,0 0 0 0,3-11 0 16,1 7 0-16,2-1 0 0,2 2-453 0,3-1-122 15,7-3-64-15,-6 3-449 0,6-1-1177 16,2-2 520-16</inkml:trace>
  <inkml:trace contextRef="#ctx0" brushRef="#br0" timeOffset="201923.7879">14665 11724 355 0,'6'-14'442'0,"-3"2"23"15,2 2 18-15,-3 1-1 0,2-1-8 0,-1 0-13 16,-3 3-11-16,2 1-8 0,-1 0-11 0,-2 1-11 16,2-1-21-16,-2 1-17 0,1 2-35 0,0 3-37 15,0-6-32-15,0 6-29 0,0 0-25 0,0 0-24 16,0 0-25-16,-13 8-12 0,7-3-14 0,-2 2-17 15,3 1-11-15,-4 2-13 0,0 1-59 0,4-3-49 16,-2 4 0-16,0-2 0 0,2 1 0 0,-1 1 0 16,2-3 0-16,0 0 0 0,1-1 0 0,1-1 0 0,1 0 0 15,-1 0 0-15,2-3 0 0,0 0 0 0,3 2 0 16,-1-1 0-16,2-1 0 0,0 1 0 16,4-1 0-16,1 1 0 0,-3-2 0 0,6 2 0 0,-2-2 0 15,-1 2 0-15,1-1 0 0,0 1 0 0,-1-1 0 16,-1 1 0-16,-3-4 0 0,3 2 0 0,-2 2 0 15,-1-1 0-15,-1 2 0 0,1-1 0 0,-1 0 0 16,-2 0 0-16,1 1 0 0,-2 1 0 0,-1-2 0 16,-6 5 0-16,2-2 0 0,-4 1 0 0,2-2 0 15,-3 0 0-15,-5 0 0 0,2-1 0 0,-3 1 0 16,-3-1 0-16,2 0 0 0,3-1 0 0,-1-1 0 16,2-3 0-16,1 1 0 0,1-1 0 0,3-2 0 15,-1 4 0-15,8-3 0 0,-8-2 0 0,5-2 0 16,3 4 0-16,0-5 0 0,0 5 0 0,8-7 0 15,-2-1-265-15,10 0-172 0,-4 1-44 0,4-1-51 16,3 0-37-16,-1 0-416 0,1-3-1067 0,5-2 473 16</inkml:trace>
  <inkml:trace contextRef="#ctx0" brushRef="#br0" timeOffset="202424.0492">14916 11776 147 0,'3'-4'325'0,"2"-1"13"0,-4 2 14 0,0-2 19 15,2 0 4-15,-3-1 0 0,4 2-6 0,-3-1-3 16,-1 2-5-16,3 0-2 0,-3 3-14 0,1-3-13 16,-1 3-17-16,1-6-17 0,2 3-22 0,-3 3-14 15,1-4-22-15,-1 4-25 0,0 0-14 0,4-2-24 16,-4 2-23-16,0 0-14 0,0 0-14 0,9 9-17 16,-5-7-4-16,0 4-6 0,-2 0-16 0,1-1-3 15,-2 3-3-15,2 0-10 0,-2 0 3 0,-2 1-10 16,-2 1-10-16,2 1-4 0,-4-3-9 0,-2 4-5 31,0-3 3-31,-1 1 9 0,-1-5-12 0,0 6 1 0,-4-6-16 0,4 2-8 0,-6-2-7 0,7-1 6 16,1-2-9-16,-1 1 4 0,0-3 6 0,3 0-6 15,5 0-4-15,-10-6 3 0,7 0 9 0,-1 1-14 16,3-1 20-16,2-3 6 0,2-1 6 0,0-1-3 16,-1 1-5-16,3-1 15 0,1 1-4 0,-3 1 18 15,5-1-30-15,-3 2-20 0,0 2 0 0,0 0 0 16,-1 0 0-16,1 3 0 0,2 0 0 0,0 1 0 15,-3-1 0-15,-4 3 0 0,10 0 0 0,-1 1 0 0,-1 3 0 16,-3 1 0-16,4 2 0 0,0 2 0 16,-1-2 0-16,-2 2 0 0,-1 2 0 0,4 0 0 15,-4 2 0-15,-1-6 0 0,1 6 0 0,-2-5 0 16,-2 3 0-16,3-3 0 0,-3 2 0 0,0-3 0 0,1-1 0 16,0 0 0-16,-2-1 0 0,3-2 0 0,-1-1 0 15,-2-2 0-15,3 6 0 0,-2-4 0 0,-1-2 0 16,0 0 0-16,0 0 0 0,5 1-42 0,-5-1-305 15,7-6-61-15,-5 2-59 0,3-2-72 0,3-1-61 16,-2-4-365-16,-2 0-1046 0,-1 0 464 0</inkml:trace>
  <inkml:trace contextRef="#ctx0" brushRef="#br0" timeOffset="202893.5273">14672 11355 261 0,'0'0'338'0,"-7"2"3"0,7-2-5 16,0 0-3-16,0 0 6 0,0 0-19 0,0 0 4 0,0 0-4 15,0 0-6-15,0 0-9 0,0 0-2 0,0 0-11 16,-3 3-4-16,3-3-7 0,0 0 0 0,0 0-9 16,0 0-4-16,0 0-7 0,0 0-6 0,0 0-12 15,0 0 8-15,0 5-9 0,0-5 0 0,0 0 1 16,0 0-8-16,0 0-6 0,0 0-8 0,0 0-14 16,0 0-161-16,10 1-46 0,-10-1 0 0,13-1 0 15,-4-3 0-15,5 3 0 0,-1 0 0 0,6-5 0 16,2 3 0-16,-1-1 0 0,7-3 0 0,-1 2 0 15,3 0 0-15,-4-1 0 0,-6 2 0 0,0 1 0 16,-2 1 0-16,-3-1 0 0,-1 1 0 0,-4 2 0 16,0-2 0-16,-1 0 0 0,-3 2 0 0,0-2 0 15,-5 2 0-15,9-2 0 0,-9 2 0 0,7 0 0 16,-7 0 0-16,6-1 0 0,-6 1 0 0,5-1 0 16,-5 1 0-16,0 0 0 0,0 0 0 0,0 0 0 15,5-2-146-15,-5 2-320 0,4-1-49 0,-4 1-66 16,0 0-500-16,11-4-1171 0,-2 0 519 0</inkml:trace>
  <inkml:trace contextRef="#ctx0" brushRef="#br0" timeOffset="203786.2387">15578 10418 275 0,'-6'-6'376'16,"-2"4"4"-16,2-5 1 0,-2 0-3 0,0 4-5 16,1 0-8-16,3-2-5 0,0 3 1 0,0-1-6 0,2 1-10 15,2 2-13-15,-5-3-21 0,5 3-11 0,-4-2-11 16,4 2-14-16,0-5-12 0,0 5-10 16,0 0-32-16,0 0-20 0,6-5-18 0,-1 4-28 0,6-1-2 15,1 0-20-15,3 1-7 0,5-1-3 0,0 2-16 16,1-2 10-16,-2 0-12 0,-1 0-4 0,4 1-1 15,-2-1-12-15,-2 2 1 0,0-2-5 0,-5 2-10 16,1-2-15-16,-1 2-59 0,-1-2 0 0,-3 2 0 16,0 0 0-16,-4 0 0 0,4 0 0 0,-1 0 0 15,-8 0 0-15,9 0 0 0,-9 0 0 0,9 0 0 16,-9 0 0-16,6 0 0 0,-3 2 0 0,-3-2 0 16,6 7 0-16,-2-1 0 0,1-3 0 0,-1 6 0 15,2 2 0-15,-2 0 0 0,2 4 0 0,0 4 0 16,0 5 0-16,2 1 0 0,-5 4 0 0,3 1 0 15,-3 4 0-15,3 16 0 0,-4-3 0 0,-1 5 0 16,2 3 0-16,1 2 0 0,-8 0 0 0,4 24 0 16,-3-24 0-16,1 0 0 0,-1 2 0 0,-2-2 0 15,3-3 0-15,-4 4 0 0,0-3 0 0,1-4 0 0,-1-4 0 16,2 2 0-16,-3-3 0 0,3-8 0 16,2-5 0-16,-4 1 0 0,2-1 0 0,0 0 0 15,0-4 0-15,3-1 0 0,-2-3 0 0,1-6 0 16,2-1 0-16,-3 0 0 0,3-7 0 0,0 1 0 0,0-3 0 15,-1-2 0-15,1 1 0 0,0-2 0 16,-2-2 0-16,2 0 0 0,0-1 0 0,0-3 0 16,0 7 0-16,0-4 0 0,0-3 0 0,0 5 0 0,0-5 0 15,-1 3 0-15,1-3 0 0,0 0 0 0,-1 4 0 16,1-4 0-16,0 0 0 0,0 0 0 0,-5 3 0 16,5-3 0-16,-5 1 0 0,-3 0 0 0,-1 0 0 15,-5 2 0-15,-4-3 0 0,-1 2 0 0,-1 0 0 16,-6-2 0-16,-5 3 0 0,1-1 0 0,-1 1 0 15,-1-2 0-15,-1-1 0 0,2 2 0 0,4 1 0 0,-3-3 0 16,8 1 0-16,3-1 0 0,6-1 0 0,-1 1 0 16,1 0 0-16,4 0 0 0,4 1 0 0,-4-1 0 15,9 0 0-15,-9-1 0 0,9 1 0 16,-8 1 0-16,8-1 0 0,0 0 0 0,-7-1 0 0,7 1 0 16,0 0 0-16,-8-3 0 0,8 3 0 0,0 0 0 15,0 0 0-15,0 0 0 0,-4-1 0 0,4 1 0 16,0 0 0-16,0 0 0 0,0 0 0 0,0 0 0 15,0 0 0-15,0 0-238 0,19 0-396 0,-12-4-65 16,-2-1-405-16,0-2-1195 0,4-1 529 0</inkml:trace>
  <inkml:trace contextRef="#ctx0" brushRef="#br0" timeOffset="204973.7199">17154 11199 354 0,'0'0'392'0,"0"0"9"16,0 0 0-16,0 0-2 0,0 0-1 0,0 0 2 15,0 0 6-15,0 0 10 0,-2 4 7 0,2-4 5 16,0 0 2-16,0 0-16 0,0 0-8 0,0 0-12 16,0 0-22-16,0 0-21 0,0 0-22 0,0 0-29 15,0 0-23-15,0 0-21 0,19 0-18 0,-19 0-232 16,16-3-6-16,-4 1 0 0,2 2 0 0,6-4 0 15,0 0 0-15,1 1 0 0,-3-1 0 0,4 3 0 16,-3-1 0-16,-1 1 0 0,-5 1 0 0,-2 0 0 16,1-1 0-16,-6-2 0 0,1 3 0 0,-2-1 0 0,-5 1 0 15,7 1 0-15,-7-1 0 0,7 3 0 0,-7-3 0 16,0 0-164-16,0 0-294 0,-16 9-54 16,7-3-47-16,-3-1-40 0,0 1-385 0,-3 1-1065 0,2-1 472 15</inkml:trace>
  <inkml:trace contextRef="#ctx0" brushRef="#br0" timeOffset="205286.2087">17157 11366 276 0,'-3'3'307'0,"-1"0"13"0,4-3 11 16,-2 4 20-16,2-4 10 0,-3 5 15 0,3-5 16 16,-1 4 11-16,1-4 6 0,0 4 12 0,0-4-1 15,0 0 5-15,9 2-7 0,-5-1-1 0,2-1-8 16,2 0-14-16,-1 1-15 0,4-2-18 0,-1 1-18 15,1-3-23-15,0 0-16 0,1 2-257 0,1 0-48 16,-1 0 0-16,2-1 0 0,-1 1 0 0,-1-1 0 16,2 0 0-16,0 2 0 0,-1 0 0 0,0-1 0 15,1-2 0-15,-2 2 0 0,-1-1 0 0,-1 1 0 16,-2 1 0-16,-2-1 0 0,2 0 0 0,-8 1 0 16,9 0 0-16,-9 0 0 0,8 0 0 0,-8 0 0 15,5 0 0-15,-5 0 0 0,0 0 0 0,0 0 0 16,0 0 0-16,7-1 0 0,-7 1 0 0,0 0 0 0,0 0 0 15,0 0 0-15,5-3 0 0,-5 3 0 16,2-3 0-16,-2 3-74 0,0-5-598 0,2 0-570 16,-2 2-1344-16,2-4 596 0</inkml:trace>
  <inkml:trace contextRef="#ctx0" brushRef="#br0" timeOffset="215101.9237">18849 10586 266 0,'1'-4'370'0,"-1"1"0"0,4-1-5 0,-3 0 3 0,3-2-8 15,-1 2-1-15,0 0-2 0,-3-2-4 0,4 2-10 16,-4 1-9-16,3 0-12 0,-3-3-4 0,2 2-7 15,-2 4-12-15,2-3-5 0,-2-1-19 0,0 4 5 16,0-5-32-16,0 5-6 0,0 0-1 0,0-6-12 16,0 6-9-16,0 0-7 0,0 0-20 0,0 0-9 15,0 0-14-15,0 0-23 0,0-5-11 0,0 5-112 16,0 0-24-16,0 0 0 0,0 0 0 0,0 0 0 16,-11 13 0-16,4-6 0 0,-2 4 0 0,1-1 0 15,-2 2 0-15,-2 6 0 0,-2 3 0 0,-4 1 0 16,4 3 0-16,-2 3 0 0,-2 1 0 0,1-2 0 0,2-1 0 15,2 1 0-15,0-4 0 0,6-5 0 16,2 1 0-16,-2-2 0 0,5 2 0 0,3-1 0 16,0-5 0-16,3-1 0 0,5 1 0 0,6 0 0 0,-1-4 0 15,4 2 0-15,3-4 0 0,-2-1 0 0,3-1 0 16,-3-5 0-16,1 1 0 0,-2-1 0 0,0-2 0 16,-3-1 0-16,2-2 0 0,0-2 0 0,-7 1 0 15,1-1 0-15,-3 0 0 0,1-3 0 0,-3 2 0 16,1-2 0-16,-5 2 0 0,1-1 0 0,-3 0 0 15,0-2 0-15,-4 3 0 0,-2-1 0 0,-1 2 0 16,-3 1 0-16,-3 1 0 0,0 1 0 0,-3 3 0 0,-5-1 0 16,2 2 0-16,0 0 0 0,1 2 0 15,-1-1 0-15,6 2 0 0,0 0 0 0,-2 0 0 16,3-1 0-16,4 0 0 0,-1 0-510 0,2 0-78 0,2-1-62 16,-1 2-425-16,6-3-1162 0,0 0 514 0</inkml:trace>
  <inkml:trace contextRef="#ctx0" brushRef="#br0" timeOffset="216135.1328">19291 10526 175 0,'0'0'388'0,"0"-5"23"0,0 5-2 0,0 0 11 0,4-3 3 16,-4 3-1-16,0 0 2 0,0 0-2 0,0 0 5 16,0 0-3-16,0-7-14 0,0 7-16 0,0 0-7 15,0 0-15-15,-4-3-15 0,4 3-19 0,0 0-18 16,0 0-13-16,0 0-18 0,0 0-15 0,0 0-11 16,0 0-128-16,0 0-135 0,0 0 0 0,0 0 0 15,0 0 0-15,0 0 0 0,4-4 0 0,-4 4 0 16,0 0 0-16,0 0 0 0,0 0 0 0,0 0 0 15,0 0 0-15,0 0 0 0,0 0 0 0,0 0 0 16,0 0 0-16,0 0 0 0,0 0 0 0,0 0 0 0,0 0 0 16,0 0 0-16,0 0 0 0,0 0 0 0,0 0 0 15,0 0 0-15,-5 16 0 0,6-8 0 16,-2 1 0-16,1 3 0 0,0 3 0 0,-3 2 0 0,3 5 0 16,-1 3 0-16,-2 1 0 0,2-2 0 0,0 6 0 15,1-5 0-15,-3 2 0 0,2 0 0 0,-3-7 0 16,0 3 0-16,0-3 0 0,-2-2 0 0,6-1 0 15,-4-2 0-15,0-1 0 0,3-4 0 0,-5 0 0 16,6-3 0-16,0-1 0 0,-2-1 0 0,1 0 0 16,1-1 0-16,0-1 0 0,0-3 0 0,0 7 0 15,0-7 0-15,0 4 0 0,0-4 0 0,0 0 0 0,0 0 0 16,0 0 0-16,10-11 0 0,-4 4 0 16,2-1 0-16,0-1 0 0,2-3 0 0,2-2 0 0,-2-2 0 15,4-3 0-15,-1 1 0 0,5-2 0 0,-2-3 0 16,2 2 0-16,-1-1 0 0,-2 0 0 0,2-2 0 15,3 2 0-15,-7 0 0 0,2 2 0 0,-3 4 0 16,-3-2 0-16,1 4 0 0,0 0 0 0,-1 0 0 16,-2 5 0-16,-2 2 0 0,0-1 0 0,-1 4 0 15,-2-1 0-15,1 0 0 0,-1 1 0 0,1 1 0 16,0 1 0-16,-3 2 0 0,3-5 0 0,-3 5 0 16,2-3 0-16,-2 3 0 0,0 0 0 0,0 0 0 15,0 0 0-15,-7 10 0 0,5-5 0 0,-3 2 0 0,-2-1 0 16,-3 6 0-16,4-4 0 0,-6 6 0 15,-2-2 0-15,1 1 0 0,3 0 0 0,-4-1 0 16,2 2 0-16,3 1 0 0,-5-2 0 0,7-2 0 16,0 2 0-16,-2-2 0 0,3-3 0 0,1 2 0 0,1-3 0 15,1 0 0-15,1 0 0 0,1 0 0 0,-1 0 0 16,4 1 0-16,-1-2 0 0,1 3 0 16,1-3 0-16,5 3 0 0,-1 0 0 0,4-2 0 0,-1 0 0 15,6 0 0-15,-2 2 0 0,-2-1 0 0,6-2 0 16,-8 1 0-16,4-2 0 0,-1-1 0 0,-4 3 0 15,5-3 0-15,-8-1 0 0,0-1 0 0,-1-1 0 16,2 0 0-16,-3 3 0 0,1-3 0 0,-2 1 0 16,-3-2 0-16,5 2 0 0,-5-2 0 0,0 0 0 15,5 1 0-15,-5-1 0 0,0 0 0 0,0 0 0 16,0 0 0-16,0 0 0 0,0 0 0 0,0 0 0 16,0 0 0-16,0 0 0 0,0 0 0 0,0 0 0 15,0 0 0-15,0 0 0 0,0 0 0 0,0 0-652 0,0 0-605 16,-6-11-1361-16,-1 9 602 0</inkml:trace>
  <inkml:trace contextRef="#ctx0" brushRef="#br0" timeOffset="217150.5212">18386 11303 106 0,'0'0'249'0,"0"0"-5"16,0 0-6-16,0 0-6 0,0 0-7 0,0 0-5 15,-8 0-3-15,8 0-10 0,0 0-11 16,-5-2-10-16,5 2-5 0,-8-1-12 0,8 1-1 0,0 0-5 15,-8 3-5-15,8-3-8 0,-8 0 0 0,8 0-5 16,0 0 1-16,-8-2-5 0,8 2-6 0,0 0 0 16,0 0-4-16,-8 0 5 0,8 0-14 0,0 0-1 15,0 0-13-15,0 0-7 0,0 0-2 0,0 0-10 16,0 0 0-16,-7 2-3 0,7-2-3 0,0 0-2 16,0 0-3-16,0 0 3 0,0 0 0 0,0 0 4 15,0 0 3-15,0 0 4 0,10 6 8 0,-3-5 6 16,-1 0 18-16,2 0 2 0,6 1 3 0,-1-2-2 15,8 0 14-15,7 0-3 0,4 0-26 0,4 0 13 16,20 0-10-16,-1-5-10 0,8 2-13 0,37-3 8 16,1 3-13-16,5-3-11 0,6-3 4 0,6 2-3 15,7-3-7-15,0 3 14 0,2-4 0 0,-1 6-3 16,-2-4-81-16,-5 1 0 0,-12 1 0 0,-8 4 0 0,-34-4 0 16,-2 4 0-16,-1-1 0 0,-4 1 0 0,-8 1 0 15,-12-1 0-15,-2 0 0 0,-2-1 0 16,-2 1 0-16,-9 2 0 0,-5 0 0 0,0 1 0 0,-4-1 0 15,-4 1 0-15,-2 0 0 0,0-1 0 0,-3 1 0 16,1 0 0-16,-6 0 0 0,10 0 0 0,-10 0 0 16,4-1 0-16,-4 1 0 0,0 0 0 0,0 0 0 15,0 0 0-15,9 0 0 0,-9 0 0 0,0 0 0 16,0 0 0-16,4 1 0 0,-4-1 0 0,0 0 0 16,0 0-195-16,0 0-74 0,0 0 1 0,0 0-16 15,0 0-19-15,10-1-23 0,-10 1-22 0,0 0-25 16,0 0-29-16,3 1-41 0,-3-1-35 0,0 0-273 15,0 0-813-15,0 0 360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20T09:48:05.40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8727 3606 187 0,'0'0'218'0,"0"0"2"0,0 0 2 16,0 0-3-16,0 0-7 0,0 0-4 0,0 0-6 16,0 0-3-16,0 0-8 0,0 0-11 0,0 0-3 15,0 0-4-15,0 0-3 0,-10-1-9 0,10 1 9 16,0 0-1-16,0 0-4 0,0 0-4 0,0 0 3 16,0 0 0-16,0 0 6 0,0 0 7 0,0 0-3 15,0 0-15-15,0 0-4 0,0 0-15 0,0 0-12 16,0 0-4-16,19-4-4 0,-19 4 5 0,9-5 4 15,-3 2-5-15,1 1-2 0,-1-1-6 16,3-1-1-16,1-2 4 0,-1 2-7 0,0-3-1 0,0 4 5 16,0-4 2-16,-1 0-6 0,-2 2-2 0,0-3-1 15,2 1-10-15,-3-2-1 0,4 1-7 0,-4 0 3 16,-1-1 6-16,1 0-5 0,2 0-4 0,-2 0-9 16,-3-1-1-16,2 0-2 0,-4 4-3 0,4 0 3 15,-4-4-6-15,4 2-4 0,-3 0-9 0,-1 2-53 16,3-3-7-16,-2 6 0 0,-1-3 0 0,0-1 0 15,0 4 0-15,3-1 0 0,-3 4 0 0,0-6 0 16,0 6 0-16,1-5 0 0,-1 5 0 0,1-3 0 16,-1 3 0-16,0 0 0 0,0 0 0 0,-2-4 0 15,2 4 0-15,0 0 0 0,-16 6 0 0,6 0 0 16,-4 4 0-16,-4-2 0 0,0 3 0 0,2 2 0 16,-1-3 0-16,-1 3 0 0,4 0 0 0,-1-1 0 15,3 0 0-15,-2-1 0 0,5-2 0 0,0 1 0 16,3 1 0-16,-1-2 0 0,1 0 0 0,5 2 0 15,-2-2 0-15,2 2 0 0,2-1 0 0,-1-2 0 16,7 3 0-16,-1-3 0 0,4 2 0 0,2-3 0 16,3 3 0-16,-1-3 0 0,0-3 0 0,-1 1 0 15,0-1 0-15,1-1 0 0,-1 0 0 0,-1-1 0 16,-3 0 0-16,0 1 0 0,0-2 0 0,-4 1 0 16,3 0 0-16,-3-2 0 0,-5 0 0 0,9-1 0 15,-9 1 0-15,9 0 0 0,-9 0 0 0,5-3 0 16,-5 3 0-16,5-4 0 0,-1 2-119 0,-4 2-196 15,4-6-57-15,-3 4-68 0,-1 2-67 0,8-4-78 16,-6 2-391-16,-2 2-1057 0,4-5 468 0</inkml:trace>
  <inkml:trace contextRef="#ctx0" brushRef="#br0" timeOffset="890.5959">9063 3554 207 0,'1'-4'360'0,"-1"4"0"0,0 0-1 16,3-5-1-16,-3 5-3 0,0 0-1 16,0 0-2-16,0 0-14 0,0-3-16 0,0 3-16 15,0 0-20-15,0 0-19 0,0-5-25 0,0 5-23 0,0 0-16 16,0 0-21-16,0 0-20 0,0 0-17 0,0 0-16 16,0 0-13-16,0 0-13 0,0 0-12 0,0 0-10 15,0 0-10-15,0 0-9 0,0 0-10 0,0 0-10 16,0 0-6-16,0 0-3 0,0 0-4 15,0 0-2-15,-4 12-3 0,3-6-2 0,-3-1-1 16,0 1-2-16,2 0 1 0,-1 3-6 0,-1-3 2 0,-1 2-4 16,0 0-1-16,1-2 1 0,-1 1-5 0,2 1 3 15,0-4-2-15,0 2-6 0,0-3-1 16,2 2-9-16,1-1 1 0,-2-1-1 0,2-3 0 16,-4 4 3-16,4-4-3 0,2 6 5 0,-2-6-1 15,0 0-1-15,0 3 6 0,0-3-3 0,5 1 1 0,-5-1 4 16,8 4 1-16,-3-2-3 0,-1-1 0 0,1 0-2 15,0 2-3-15,0 0 6 0,3-3-1 0,-3 1-1 16,0 1 0-16,4-1-3 0,-1 2 1 16,-3-1 0-16,3-1-1 0,-3 3 2 0,1-3-3 15,-2 2-3-15,1-2 2 0,-1 3-4 0,0-1 3 0,1 0-2 16,-5 3 3-16,5-4-2 0,-5 1 6 0,3 3-1 16,-3-6 16-16,-5 11 20 0,0-3 9 0,-2 1 7 15,-2-1 9-15,3 1 2 0,-11 0-3 16,7-1 12-16,-7 0 1 0,7-2 7 0,-4-1-1 15,1 1 15-15,4-3 11 0,-2 2 11 0,4-3 8 0,1 1 7 16,-1-2 5-16,1 2 7 0,2-2 2 0,4-1 4 16,-6 2-28-16,6-2-119 0,0 0 0 0,0 0 0 15,-10-1 0-15,10 1 0 0,0 0 0 16,0 0 0-16,0 0 0 0,0 0 0 0,0 0 0 16,0 0 0-16,0 0 0 0,0 0 0 0,0 0 0 0,-8-4 0 15,8 4 0-15,0 0 0 0,0 0-70 0,-4-2-325 16,4 2-70-16,0 0-64 0,-3-6-79 0,3 6-413 15,-6-7-1106-15,2 4 490 0</inkml:trace>
  <inkml:trace contextRef="#ctx0" brushRef="#br0" timeOffset="1890.7345">8630 5082 33 0,'0'0'234'0,"0"0"-9"0,0 0-10 0,0 0-10 16,0 0-13-16,1 3 11 0,-1-3-13 0,0 0-7 16,0 0-14-16,0 0-7 0,0 0-3 0,0 0-1 15,0 0-3-15,0 0-1 0,0 0 0 0,0 0 1 16,0 0 1-16,0 0-8 0,0 0-3 0,0 0 0 15,14-1 6-15,-10-1-2 0,5 2 11 0,-1 0-29 16,3 0 7-16,2-1-6 0,0-1-3 0,-1 0-8 16,1 0-2-16,5-2-8 0,-1 1 6 0,-4-1 1 15,-1 1-1-15,2-1-10 0,-1 1-5 0,1-1-5 16,-1 1-5-16,-4-2 3 0,1 0-15 0,-1 2 12 16,-4 0 1-16,2-3-2 0,-1 3-5 0,-2-1-6 15,0 0-4-15,0 0-6 0,-3 0-10 0,0 0-7 16,-1-1-3-16,0-2-16 0,0 3 9 0,-2-1-9 0,-1-1 2 15,-1 3-5-15,0 1-7 0,-2-5-9 16,1 4 6-16,-3 0-4 0,0 0-1 0,2 3-2 16,-2-2-2-16,2 2-10 0,-6-4 11 0,6 4-1 15,-3 1-3-15,0-1-10 0,-2 4 10 0,-1-1-12 0,2 3 12 16,-4 2-1-16,1 0-2 0,-1 2 3 0,0 1-1 16,0 0-4-16,0 3 3 0,0-1-3 15,1 2 4-15,3-4 0 0,-2 2 0 0,6-2-1 16,1 0-2-16,1 0 1 0,0 1-2 0,0 1-1 15,3-4 3-15,2 3 2 0,2-6-2 0,2 6 3 0,0-3 2 16,5-1-5-16,2 0-1 0,-2-2 4 0,7 1-3 16,-1 0 2-16,-3-5 1 0,5 3-2 0,2-1 0 15,0-1 5-15,-1-1-2 0,1-4-5 0,-1 1 0 16,-2 1 3-16,2-2-4 0,-2-1 3 0,-3 1-9 16,-1-2-18-16,-3 1-26 0,3-3-26 0,-3 3-28 15,0-2-35-15,-2 0-41 0,3-2-59 0,-6 2-56 16,3 1-46-16,-4-1-58 0,1 0-67 0,-4 3-351 15,2-2-881-15,-3 4 390 0</inkml:trace>
  <inkml:trace contextRef="#ctx0" brushRef="#br0" timeOffset="2421.8599">9045 5106 64 0,'0'0'361'15,"0"0"3"-15,0 0 0 0,0-4-5 0,0 4-5 16,1-3-14-16,-1 3-7 0,0 0-10 0,0 0-14 15,0 0-16-15,3-4-23 0,-3 4-20 0,0 0-23 16,0 0-25-16,0 0-23 0,0 0-19 0,0 0-12 16,0 0-17-16,0 0-15 0,-9 12-13 0,2-7-4 15,3-1-7-15,-3 2-13 0,1 1-9 0,1 1-8 16,-3-2-5-16,2 4-4 0,1-3-9 0,-2 1 1 16,2 1-7-16,-1 0-3 0,2-4-4 0,1 2-2 15,2-2-2-15,0 2-2 0,-2 0 0 0,2-3-1 16,1 3-4-16,1-3 1 0,2 0 1 0,-1 1-1 15,2-1 1-15,1 0 5 0,1 1 0 0,1 0 4 16,-1-2-6-16,1 1 10 0,2 2 1 0,-3 0-2 16,-1-3 3-16,2 3-10 0,-1-2 15 0,-1 1-2 15,0-1-7-15,-1 3 10 0,-1-5 2 0,0 2 3 16,0 1-13-16,-2 1 16 0,3-3-5 0,-5 2 10 16,-2 2 15-16,2-1 2 0,-5 1 4 0,-3 0-7 15,-5 4-6-15,-1-3 1 0,-2 2-3 0,1 0-26 16,-5-2 7-16,-5 3 0 0,7-3-7 0,0-2-13 15,1 3-26-15,5-6-21 0,0 2-23 0,4 0-25 16,3-3-28-16,-2 0-34 0,3-1-41 0,5-1-62 16,-7 0-95-16,7 0-82 0,0 0-85 0,8-11-424 15,-3 6-999-15,3 2 442 0</inkml:trace>
  <inkml:trace contextRef="#ctx0" brushRef="#br0" timeOffset="3734.0528">7489 6671 323 0,'0'0'341'0,"0"0"-5"0,0 0-2 0,-7-1-12 16,7 1-1-16,0 0-18 0,0 0-8 0,0 0-4 15,0 0-14-15,0 0-13 0,0 0-18 0,0 0-17 16,0 0-20-16,0 0-13 0,0 0-15 0,0 0-16 0,0 0-15 15,0 0-7-15,0 0-13 0,0 0-3 16,0 0-6-16,0 0-5 0,0 0-29 0,0 0-4 16,0 0-6-16,0 0-6 0,19-2-2 0,-11-1-4 15,2 1 6-15,3 0 1 0,2-3 0 0,-3 1 0 0,6-2 3 16,-3-2-5-16,3 2 2 0,-4-1 2 0,-1 0 1 16,-2 0-7-16,1-1-3 0,-2 2-3 15,-2 0 3-15,2-1 8 0,-5 1-3 0,-1-1 0 0,0 1-10 16,-2 2-6-16,0-1-4 0,-2-2-12 0,-3 1-5 15,2 1 2-15,-4 1 0 0,-3-2-1 0,-3 3-7 16,0 0-3-16,-3 1-1 0,0 0-1 0,0 2-1 16,-4 3 4-16,-2-1-6 0,3 3 1 0,-6 2-3 15,1 1-1-15,-2 1 1 0,1 4-7 0,7-1 3 16,0-3-1-16,1 3-6 0,5 1 1 0,1 2 2 16,0-5-6-16,4 3 5 0,1-4 0 0,1 3 3 15,2 1-2-15,2-2-6 0,2 1 5 0,1-1 1 16,2 1-3-16,3-3-1 0,-1 1 3 0,6 2 2 15,4-5-7-15,-6 3 0 0,4-3 11 0,-1-1-12 16,4-1-1-16,-9-1-4 0,4-2-13 0,-2 3-6 16,3-5-9-16,-3-2-9 0,1 2-19 0,-2-1-8 15,-2-1-16-15,4-2-16 0,-3 2-26 0,0-2-32 16,2 2-40-16,1-1-22 0,-2-2-44 0,2 1-36 16,-4-2-36-16,0 1-53 0,3 0-52 0,-3 0-376 15,0 1-883-15,0 0 390 0</inkml:trace>
  <inkml:trace contextRef="#ctx0" brushRef="#br0" timeOffset="4202.8723">7942 6643 122 0,'2'-5'387'0,"0"1"-4"0,-2 1 0 0,0-2-11 0,0 5-26 16,0-5-17-16,0 1-19 0,0 4-26 16,0 0-19-16,-5-4-22 0,5 4-28 0,-6-3-17 0,6 3-23 15,0 0-19-15,-14 6-11 0,8-2-13 0,0-1-13 16,-2 3-12-16,1 1-10 0,-1 2-9 0,4-4-9 16,-4 3-6-16,1 2-17 0,2-2 4 0,1 1-6 15,0-4-2-15,-1 3-6 0,5-2-6 0,-1 0-4 16,2 0-1-16,-1 0-4 0,0 0 7 0,4 0 5 15,0-1-4-15,0 1 3 0,2-2 5 0,1 0 5 16,1 1 3-16,1-2 4 0,1 3-1 0,1-2-5 16,0 0 0-16,1-1 2 0,-1 2 2 0,-2-2 2 15,-1 0-3-15,-2-2-4 0,1 3-4 0,-1-2-5 16,-1 2 2-16,1-2 2 0,-2 0 0 0,0 1 6 16,-4 2 4-16,0-2 16 0,-1 4 7 0,-6 1 7 15,-3 0-1-15,-4 1-5 0,-9 5-5 0,0-2-10 16,-5 1-9-16,1 0-3 0,-1 1-5 0,4-6-6 15,2 0-7-15,3-1-28 0,2 0-19 0,7-4-18 16,-3 1-19-16,3 0-23 0,4-2-37 0,-1-1-50 16,7-1-73-16,0 0-87 0,0 0-73 0,0 0-72 15,0 0-58-15,18-12-317 0,-8 10-906 0,3-5 401 16</inkml:trace>
  <inkml:trace contextRef="#ctx0" brushRef="#br0" timeOffset="5858.7349">8321 10776 143 0,'0'0'248'0,"0"0"-1"0,-6-1-4 0,6 1-1 15,0 0-7-15,-3-2-3 0,3 2-5 0,0 0-3 16,-3-4-7-16,3 4-6 0,0 0-6 0,0 0-2 15,0 0-6-15,0 0-8 0,0 0-6 0,0 0-14 16,0 0-12-16,0 0-4 0,-1-3-15 0,1 3-1 16,0 0-9-16,0 0-7 0,0 0-3 0,0 0-3 15,0 0 0-15,0 0-5 0,0 0-2 0,0 0-2 16,0 0-6-16,0 0-10 0,6-5-3 0,-6 5-12 16,7-4-5-16,-2 3-9 0,4-1-5 0,1-3-6 0,-2 2 3 15,2-4 2-15,1-1 6 0,0 2-7 16,1-2 4-16,-2 1 2 0,2-2 0 0,-2 1-1 15,2 1 30-15,-6 0 1 0,3 2 0 0,-1-2-6 0,-2-2-5 16,-2 4 3-16,1 1 0 0,-1-2-3 0,1 0-11 16,-4 2 2-16,2 0-17 0,-3 0 6 0,0 4-6 15,-2-6-6-15,1 3-8 0,1 3 2 0,-6-6-10 16,3 4-5-16,-3 1-1 0,6 1-11 0,-13 1 9 16,7 1-5-16,-6 1-2 0,1 3 1 0,-2 0-4 15,1 0-1-15,0 5-3 0,-2 1 4 0,2-1-7 16,-1 3 2-16,3 1-2 0,1 1-1 0,0-2 0 15,2 1 0-15,3 1 2 0,0-4-8 0,1 1 11 16,1-3-4-16,2 3 1 0,0-4 0 0,1 3 6 0,3-3-3 16,0 0-20-16,1 0 16 0,3-2 0 15,2-1 2-15,-1 1-4 0,7 0 1 0,0-3-1 16,0 4 0-16,1-5-10 0,-2 0-10 0,2-3-10 0,-2 0-3 16,2 0-18-16,1-2-20 0,-5-1-23 0,0 1-27 15,-2-5-28-15,0 4-35 0,2-4-45 0,-1 0-60 16,-2 2-46-16,-1-2-62 0,1 1-65 15,-1 1-409-15,-3-1-939 0,2-2 417 0</inkml:trace>
  <inkml:trace contextRef="#ctx0" brushRef="#br0" timeOffset="6327.3762">8732 10678 33 0,'3'-5'401'15,"-1"0"-7"-15,-1 0-2 0,1 0-14 0,-1 1-5 16,0 1-15-16,-1-1-17 0,0 4-24 0,2-6-19 16,-2 6-24-16,-3-5-24 0,3 5-21 0,0 0-23 15,-4-2-19-15,4 2-20 0,-9 0-15 0,9 0-14 0,-9 6-18 16,7 0-14-16,-3-1-9 0,-1-1-9 15,-1 4-11-15,1 3-6 0,2-2-5 0,-1 0-6 16,1 0-8-16,0 1 0 0,1-2 1 0,1 1 0 16,-2-2 5-16,3 0 7 0,1-1-5 0,0 0 8 0,1 1-6 15,5-2 0-15,-3-2 0 0,1 2-4 0,1-1 0 16,0-1 0-16,3 1 1 0,2 1 0 0,-1-1 0 16,-4-1 4-16,3 1-4 0,-1-1-6 0,0 0-1 15,-2-2-1-15,1 1-4 0,-1 3-5 0,0-1 4 16,-1-2-2-16,-1 2 0 0,-1-1-1 0,0 0-4 15,-2 2-6-15,-2 0 5 0,1 0 4 0,-4 0-6 16,-3 2-5-16,-1-1 0 0,-1-1-19 0,-4 2 18 16,-1-1 2-16,1 1-14 0,-3-2-16 0,3-1-24 15,4-1-22-15,-3 2-19 0,0-3-21 0,5 0-22 16,2-4-40-16,-2 2-65 0,8 0-62 0,-6-4-60 16,2 0-67-16,4 4-76 0,5-7-408 0,2 4-957 15,0-5 424-15</inkml:trace>
  <inkml:trace contextRef="#ctx0" brushRef="#br0" timeOffset="8889.986">19901 10730 158 0,'0'0'176'0,"0"0"-7"0,0 0 0 0,11-4-8 15,-11 4 6-15,0 0 4 0,0 0-1 0,5-1 11 16,-5 1 2-16,4-2 1 0,-4 2-1 0,0 0-3 15,5-5-3-15,-1 4 2 0,-4 1 3 0,8-5 7 16,-6 4 4-16,7-2-2 0,-4 2 3 0,4-2 2 16,3-1-1-16,-3 0-2 0,2 0 8 0,2-1 26 15,0-2-4-15,2 1-6 0,-1-1-6 0,-4 0-9 16,3 2-15-16,-1-1 6 0,0-2-6 0,-3 2 0 0,-1-1 3 16,1-2-24-16,-1 5-3 0,-2-4-5 0,-1-1-12 15,0 2 0-15,-1 1-12 0,-1 0-8 0,-2 0-10 16,0-2-7-16,-1 4-12 0,-1-1-5 0,0-1-13 15,-2 2-9-15,-1 0-10 0,4-1-6 0,-4-1-5 16,2 3 1-16,-2 0-40 0,0 1-10 0,4 2 0 16,-13-3 0-16,7 2 0 0,-6 0 0 0,2 2 0 15,0 1 0-15,0 1 0 0,-2 1 0 0,1-2 0 16,-1 3 0-16,-2 6 0 0,0-2 0 0,-1-2 0 16,1 5 0-16,0 0 0 0,1-1 0 0,0-2 0 15,4 3 0-15,0 1 0 0,0-3 0 0,0 1 0 16,0 4 0-16,4-4 0 0,1 0 0 0,1-1 0 15,1 2 0-15,-4-1 0 0,6-3 0 0,0 3 0 0,1-1 0 16,4-3 0-16,-1 1 0 0,1 2 0 16,3-1 0-16,1-1 0 0,6 1 0 0,-3-4 0 15,2-2 0-15,3 1 0 0,-1 1 0 0,3-3 0 0,-1 2 0 16,1-3 0-16,-2-2 0 0,-3 1 0 0,-1-2 0 16,-2 0 0-16,3 0 0 0,-1 0 0 0,1 0 0 15,-9-1 0-15,4 1 0 0,-2 0 0 0,0-3 0 16,-3 4 0-16,1-1 0 0,-1-1 0 0,1 0 0 15,-5 3 0-15,4-1 0 0,-1-1 0 0,-3 2 0 16,0 0 0-16,0 0-329 0,0 0-60 0,0 0-51 16,0 0-54-16,0 0-51 0,0 0-454 0,0 0-1083 15,0 0 479-15</inkml:trace>
  <inkml:trace contextRef="#ctx0" brushRef="#br0" timeOffset="9515.0082">20417 10613 329 0,'0'0'366'0,"4"-2"-6"0,-3-2-16 0,-1 4-14 0,3-4-11 16,-3 4-16-16,2-6-8 0,-1 5-7 15,-1 1-11-15,0 0-16 0,2-5-15 0,-2 5-18 0,0 0-21 16,-5-4-16-16,5 4-20 0,0 0-10 0,0 0-19 16,-9 0-10-16,9 0-13 0,-8 6-9 0,-1-3-9 15,5-1-4-15,-5 5-17 0,3-1-6 0,-3 0-5 16,1 1-11-16,-1 2-3 0,0-3-7 0,-1 6-2 16,1-5-5-16,0 2-2 0,0-2-5 0,4 0-4 15,-3 4-2-15,5-6-4 0,-3 4 0 0,3-4-5 16,1 2 5-16,-1-1-7 0,1-1 2 0,1-1 2 15,1 2-2-15,1 1-1 0,4-2-2 0,-2-1-2 16,2-1 0-16,1 1-3 0,2 2 1 0,-1-2-1 16,5-2 0-16,-1 2-1 0,0-1 3 0,-2 2 7 15,0-2 5-15,2 0 5 0,-3-1 0 0,1 1-2 16,-1 1 2-16,-1-1 1 0,0 1-6 0,-3-1 4 0,1-2-7 16,0 2 6-16,-3 0 6 0,2-1-6 0,-1 1 3 15,-3-3 3-15,0 3-3 0,0 2 6 16,0-5 6-16,-4 8 9 0,0-5 5 0,-1 1-2 15,-1-1-1-15,-5 2 0 0,0 1-4 0,-2-4-1 0,-1 0-9 16,-3 2-2-16,3-3 2 0,4 2-6 0,-3-1-1 16,3-1 4-16,-1 2 5 0,3-2 9 0,8-1-12 15,-10 0 5-15,5 0-1 0,5 0-8 0,-8 1 4 16,8-1-2-16,-5 0 0 0,5 0-10 0,0 0-7 16,0 0-17-16,-5 1-26 0,5-1-33 0,0 0-42 15,0 0-41-15,0 0-45 0,-3-6-62 0,3 6-63 16,5-7-67-16,-5 7-66 0,7-4-70 0,-3 4-395 15,-4 0-981-15,5-4 434 0</inkml:trace>
  <inkml:trace contextRef="#ctx0" brushRef="#br0" timeOffset="12076.9238">18589 11893 151 0,'0'0'318'0,"0"0"-2"0,0 0-3 0,0 0-7 0,-5-11-14 16,5 11 18-16,-1-3-13 0,-2-1 10 0,3 4 4 15,-1-6-1-15,-1 2-7 0,2 1 18 0,0-3-2 16,0 2-6-16,0-1-17 0,2-1 4 0,-2 2-18 15,1-1-21-15,2-2-17 0,-2 1-17 0,4-1-21 16,-1 2-3-16,0-3-26 0,1 1-14 0,4-1-16 16,1-1-14-16,-1 2-9 0,3 0-19 0,-1 2-6 15,7-2-18-15,0 4-6 0,-1-1-6 0,2 4-9 16,1 0-3-16,0 2-14 0,1 2 2 0,0 2-8 16,-1 1-2-16,3 4-5 0,-4-1 0 0,-3 0 9 15,-1 3-9-15,-1 1 8 0,-1 3-6 0,-3-2-1 16,-4 0-26-16,-2 4-5 0,-2-3 0 0,-4 2 0 15,-2 2 0-15,-1-1 0 0,-9 5 0 0,-1-3 0 0,-4 0 0 16,-6 3 0-16,1-6 0 0,-3-2 0 0,-5-2 0 16,2-1 0-16,-1 0 0 0,3-3 0 15,1-2 0-15,4-4 0 0,5 3 0 0,0-4 0 0,4-2 0 16,1-2 0-16,-1-2 0 0,2-4 0 0,0 1 0 16,2-3 0-16,0-3 0 0,1-1 0 0,1-2 0 15,5-2 0-15,0-1 0 0,0-3 0 0,3 2 0 16,3-1 0-16,0 1 0 0,3 1 0 0,-3 0 0 15,5 2 0-15,2-1 0 0,0 2 0 0,2 2 0 16,3-1 0-16,2 2 0 0,0 3-434 0,3 2-166 16,-5-1-64-16,3 3-419 0,-1-1-1172 0,-4 4 519 15</inkml:trace>
  <inkml:trace contextRef="#ctx0" brushRef="#br0" timeOffset="12483.0633">18736 11652 64 0,'-1'-6'443'0,"0"-5"44"16,0 4 25-16,-1 0 30 0,-2-2 6 15,3 2 15-15,0-1-11 0,1 0-15 0,-3 1-11 16,1 3-18-16,0-2-19 0,0 4-23 0,2-3-33 0,0 5-32 16,-3-3-33-16,3 3-30 0,-2-5-33 0,2 5-196 15,-3-4-109-15,3 4 0 0,0 0 0 16,0 0 0-16,0 0 0 0,-5 11 0 0,4-5 0 0,0 6 0 15,-1-1 0-15,2 5 0 0,-4 3 0 0,7 5 0 16,-4-4 0-16,-1 6 0 0,1 2 0 0,1 1 0 16,3 0 0-16,-3 4 0 0,1-4 0 0,2 3 0 15,-2-1 0-15,-1 0 0 0,1 0 0 0,0 2 0 16,2-1 0-16,-4-1 0 0,-1-1 0 0,6-1 0 16,-1 1 0-16,-2 5 0 0,1-7 0 0,1 0 0 15,-2-8 0-15,1 0 0 0,2-1 0 0,-3-1 0 16,3 0 0-16,0-1 0 0,-2-1 0 0,2-6 0 15,0-1 0-15,-1 1 0 0,1 0 0 0,-2-4 0 0,0 1 0 16,2-2 0-16,-4 0 0 0,1-1 0 0,3-1 0 16,-4 1 0-16,0-4 0 0,4 5 0 15,-4-5 0-15,6 2 0 0,-6-2 0 0,0 0 0 0,0 0 0 16,11-7 0-16,-8 2 0 0,0 1 0 0,2-2 0 16,-1-1 0-16,2-2 0 0,-1 0-477 0,3-2-201 15,-3 1-495-15,0 0-1271 0,5-5 562 0</inkml:trace>
  <inkml:trace contextRef="#ctx0" brushRef="#br0" timeOffset="12936.0825">19117 12039 374 0,'7'-9'432'0,"-4"1"32"0,1 0 20 15,-1 0-2-15,1 5-2 0,-3-3 2 0,1 0-8 16,1 2-24-16,-2 2-5 0,2-4-14 0,-2 3-32 15,-1 3-26-15,0 0-34 0,1-7-35 0,-1 7-33 16,0 0-26-16,0 0-26 0,0 0-24 0,0 0-20 16,0 0-14-16,-11 17-16 0,6-12-25 0,0 7 0 15,0-5-13-15,-2 4-87 0,3-2-20 0,-2 2 0 16,2-1 0-16,-1 0 0 0,1 1 0 0,0-3 0 0,3-1 0 16,-3-1 0-16,4 2 0 0,-4-4 0 0,4 0 0 15,0 1 0-15,0 0 0 0,3-3 0 0,-2 4 0 16,3-1 0-16,1-1 0 0,-1-1 0 0,1 2 0 15,5-1 0-15,-3-1 0 0,-1 1 0 0,2-4 0 16,1 2 0-16,-3 2 0 0,2 0 0 0,-2-2 0 16,1 3 0-16,-1-2 0 0,-1 2 0 0,-1-3 0 15,0 2 0-15,-3-1 0 0,2 0 0 0,-2 2 0 16,-1-1 0-16,0 3 0 0,0-3 0 0,-4 2 0 16,0-1 0-16,-2 2 0 0,1 2 0 0,-4-2 0 15,0 1 0-15,1-2 0 0,-2 1 0 0,0-1 0 16,1-2 0-16,-4 1 0 0,7 0 0 0,-1-3 0 15,1-2 0-15,6 0 0 0,-10-1 0 0,10 1 0 0,-11-2-60 16,10-4-314-16,1 1-52 0,0-3-69 16,5-2-91-16,-1 1-456 0,5-5-1128 0,1-2 498 15</inkml:trace>
  <inkml:trace contextRef="#ctx0" brushRef="#br0" timeOffset="13482.8351">19599 12164 302 0,'0'0'511'0,"0"0"18"0,5 2 8 0,-5-2-2 0,1 3-15 16,-1-3-31-16,0 0-15 0,0 0-25 0,0 0-14 15,0 0-29-15,0 0-25 0,0 0-32 0,0 0-22 16,0 0-13-16,-7-10-13 0,7 10-12 0,-8-4-12 15,3 2-17-15,1-3-12 0,-1 1-8 0,-1-1-222 16,1 2-18-16,-2-4 0 0,3 1 0 0,-2-1 0 16,-3-1 0-16,0-1 0 0,-1-3 0 0,-2-1 0 15,3-1 0-15,0-2 0 0,3 1 0 0,-5-9 0 16,4 1 0-16,-2-2 0 0,5-2 0 0,0 3 0 16,-2-2 0-16,6 1 0 0,-2-2 0 0,2 8 0 0,2-6 0 15,-1 7 0-15,4-1 0 0,-1 0 0 16,5 2 0-16,-1 0 0 0,2-1 0 0,0 4 0 15,3 0 0-15,1 1 0 0,2 2 0 0,-1 1 0 0,2-1 0 16,-5 5 0-16,6-4 0 0,-4 6 0 0,0-1 0 16,-1 2 0-16,-1 3 0 0,-1 0 0 0,0 1 0 15,1 3 0-15,-2 2 0 0,0-1 0 0,-1 2 0 16,-1 1 0-16,-4 2 0 0,2-1 0 0,-2 5 0 16,-4-2 0-16,-1 5 0 0,-3-1 0 0,-6 1 0 15,-2-1 0-15,-7 4 0 0,-1-1 0 0,-3-2 0 16,0 1 0-16,-5-4 0 0,3-2 0 0,9-3 0 15,-1 2 0-15,4-2 0 0,-1-4 0 0,4-1 0 16,2 0 0-16,3-1 0 0,0-1 0 0,-2 0 0 16,1 1 0-16,6-3 0 0,-5 3 0 0,3-2 0 15,2-1 0-15,0 0 0 0,0 0 0 0,0 0 0 16,0 0 0-16,21-6-328 0,-9 5-329 0,7 2-61 0,-6 1-364 16,6-2-1171-16,-1 3 518 0</inkml:trace>
  <inkml:trace contextRef="#ctx0" brushRef="#br0" timeOffset="13811.238">19865 12014 441 0,'0'0'537'0,"2"-7"25"0,0 4 9 15,-2-2-7-15,2 0-4 0,-2 2-28 0,0-1-8 16,2 2-15-16,-2 2-15 0,0-7-22 0,0 7-21 15,2-5-36-15,-2 5-37 0,0 0-37 0,-4-4-40 16,4 4-26-16,0 0-30 0,0 0-226 0,0 0-19 16,0 0 0-16,-2 19 0 0,0-9 0 0,4 2 0 15,-2 3 0-15,2 3 0 0,-2 0 0 0,-2 0 0 16,2 1 0-16,0 6 0 0,2-5 0 0,-2 8 0 16,0-3 0-16,-2-6 0 0,0-1 0 0,2 0 0 0,-2 1 0 15,1-2 0-15,-1 0 0 0,2-6 0 16,-2-1 0-16,0 2 0 0,2-3 0 0,0-1 0 15,-1-2 0-15,0-1 0 0,2-1 0 0,-1 2 0 16,0-4 0-16,0-2 0 0,1 3 0 0,-1-3 0 0,0 0-443 16,0 0-77-16,0 0-62 0,11-5-49 0,-9-1-372 15,2 2-1086-15,-3-2 480 0</inkml:trace>
  <inkml:trace contextRef="#ctx0" brushRef="#br0" timeOffset="14171.1494">19886 12044 393 0,'3'-5'467'0,"-2"1"16"0,1-1 1 0,-2-2-15 32,0 1-18-32,0 3-23 0,2-2-21 0,-1 1-24 15,2-2-17-15,-2 1-19 0,3 1-30 0,0 1-24 0,1 2-23 0,0-6-9 0,0 4-29 0,4 2-4 16,-2-2-28-16,4 2-18 0,1 1-12 0,-2 1-16 0,0 2-12 15,2-2-12-15,-1 2-9 0,-2 1-12 0,1-1-11 32,-2-1-2-32,2 1-9 0,-3 0-4 15,-2 4-5-15,0-3-2 0,2 1-7 0,-4 0-8 16,-1 1-5-16,1 1-56 0,-2 0 0 0,-1-1 0 0,-1 1 0 16,-2 3 0-16,0-2 0 0,-5-1 0 0,0 2 0 15,-1-1 0-15,-3-1 0 0,0-1 0 16,-6 2 0-16,2 0 0 0,-1-4 0 0,2 2 0 0,2-5 0 15,0 1 0-15,4 1 0 0,0-3 0 0,4 0 0 16,5 0 0-16,-11-3 0 0,5-2 0 0,1 4 0 16,2-2 0-16,0 0 0 0,-1-1 0 0,4 4 0 15,4-7 0-15,-4 7-144 0,6-6-182 0,3 4-94 16,-5-1-84-16,6 1-93 0,1-1-437 0,-1 2-1119 16,-1-1 495-16</inkml:trace>
  <inkml:trace contextRef="#ctx0" brushRef="#br0" timeOffset="15265.3646">21911 10748 205 0,'6'0'404'0,"-2"-4"11"0,0 3-4 0,-4 1 11 0,8-5 2 16,-6 2 7-16,1 1 0 0,-3 2-7 0,4-3-10 15,-4 3-16-15,0 0-22 0,0 0-10 0,7-1-4 16,-7 1-23-16,0 0-22 0,0 0-29 0,0 0-28 16,-15-5-14-16,7 4-6 0,-2 1-13 0,-4 1-11 15,0 0 13-15,-4 0-13 0,-9 3-86 0,5-2-130 16,-7 5 0-16,0-3 0 0,-1 1 0 0,1 1 0 0,-3 0 0 16,1 1 0-16,4 0 0 0,4-2 0 15,4-1 0-15,1-2 0 0,4 0 0 0,1 1 0 16,3-2 0-16,1 2 0 0,2-3 0 0,2 2 0 15,-2 1 0-15,7-3 0 0,-9 1 0 0,9-1 0 0,0 0 0 16,-9-1 0-16,9 1 0 0,0 0 0 0,0 0 0 16,-6 1 0-16,6-1 0 0,-4 1 0 15,4-1 0-15,0 0 0 0,0 0 0 0,-4 2 0 0,4-2 0 16,0 0 0-16,0 0 0 0,0 0 0 0,-4 2 0 16,4-2 0-16,0 0 0 0,0 0 0 0,0 0 0 15,0 0 0-15,0 5 0 0,0-5 0 0,0 9 0 16,0-3 0-16,0 4 0 0,0 1 0 0,0 5 0 15,0 1 0-15,0 2 0 0,0 6 0 0,0 1 0 16,-1 1 0-16,-4 5 0 0,5-1 0 0,-1 1 0 16,-2 2 0-16,-1 0 0 0,0 1 0 0,2 2 0 15,-2-2 0-15,-2 1 0 0,3-1 0 0,-6 10 0 16,4-10 0-16,-1 14 0 0,0-14 0 0,0 12 0 0,-3-11 0 16,5-2 0-16,-1 0 0 0,3-1 0 0,-3-2 0 15,2-1 0-15,-1-1 0 0,7-2 0 16,-3-2 0-16,0-6 0 0,0-2 0 0,0 2 0 0,1-3 0 15,0-5 0-15,1 1 0 0,-1-1 0 0,0-1 0 16,0 0 0-16,1-3 0 0,-2 0 0 0,2-1 0 16,-2 0 0-16,2 0 0 0,-2-3 0 0,2 2 0 15,-3-1 0-15,2-1 0 0,2 3 0 0,-1-4 0 16,2 1 0-16,-3 0 0 0,3-2 0 0,1 3 0 16,0 1 0-16,1-3 0 0,1-2 0 0,2 2 0 15,-3 1 0-15,3-3 0 0,-1 0 0 0,2 0 0 16,3-1 0-16,-1-2 0 0,2 2 0 0,2-1 0 15,3-3 0-15,1 1 0 0,-1 3 0 0,1-3 0 16,1 1 0-16,8 0 0 0,-11-1 0 0,0 1 0 16,-3 0 0-16,-1 2 0 0,-1-1 0 0,1-1 0 15,-4 2 0-15,-2 0 0 0,1-2 0 0,-1 3 0 0,-3-1 0 16,0 0 0-16,-5 1 0 0,6-1 0 0,-6 1 0 16,5-2 0-16,-5 2 0 0,0 0 0 15,7-2 0-15,-7 2 0 0,0 0 0 0,0 0 0 0,0 0 0 16,0 0 0-16,0 0 0 0,0 0 0 0,0 0 0 15,0 0 0-15,0 0 0 0,0 0 0 0,0 0 0 16,0 0 0-16,-14-7-315 0,12 2-422 0,-1-1-454 16,0 1-1288-16,0-3 570 0</inkml:trace>
  <inkml:trace contextRef="#ctx0" brushRef="#br0" timeOffset="16249.8933">22790 10922 81 0,'3'-4'313'0,"-2"0"-4"0,0-2-8 16,2 2-6-16,-2-1-2 0,-1 3 9 0,0 2-6 16,1-8 20-16,-2 1-9 0,2 5 3 0,-1 2 7 15,0-5 10-15,0 5-6 0,2-4-3 0,-2 4-5 16,0 0-4-16,0-7-14 0,0 7-12 0,0 0-11 15,0 0-22-15,0-4-24 0,0 4-23 0,0 0-21 16,0 0-18-16,0 0-14 0,0 0-18 0,0 0 0 16,0 0 4-16,1 16-2 0,-1-7 8 0,0 3-3 15,1-1-7-15,-1 5-2 0,0 1-69 0,0 2-61 16,0-1 0-16,-1 0 0 0,0 1 0 0,-1-1 0 16,1 2 0-16,0-1 0 0,1-2 0 0,-1-1 0 15,-3-1 0-15,1-2 0 0,2-2 0 0,0 0 0 0,-1-2 0 16,1 0 0-16,1-2 0 0,-1-1 0 0,1 1 0 15,-3-2 0-15,3-2 0 0,0 4 0 16,0-7 0-16,0 4 0 0,0 0 0 0,0-4 0 0,0 0 0 16,-1 3 0-16,1-3 0 0,-3 4 0 0,3-4 0 15,0 0 0-15,0 0 0 0,0 0 0 0,0 0 0 16,0 0 0-16,0-12 0 0,0 12 0 0,0-8 0 16,0 4-356-16,0 4-77 0,0-6-49 0,-1 3-61 15,1 3-54-15,-5-4-367 0,5 4-1043 0,-4-3 461 16</inkml:trace>
  <inkml:trace contextRef="#ctx0" brushRef="#br0" timeOffset="16656.0476">22330 11449 101 0,'-10'0'353'0,"10"0"9"0,-9-1-9 16,9 1-9-16,-9-2-10 0,9 2-13 0,-8 0-3 16,3-3-9-16,5 3-7 0,-6 0-12 0,6 0-15 15,-10-1-12-15,10 1-15 0,0 0-12 0,-7 0-11 0,7 0-8 16,0 0-16-16,-8-4-20 0,8 4-13 0,0 0-10 16,0 0-13-16,0 0-1 0,0 0-3 0,0 0-12 15,-8 3 2-15,8-3-11 0,0 0-7 0,0 0-1 16,0 0-1-16,0 0 1 0,0 0-9 0,0 0 2 15,0 0 1-15,14 5-9 0,-7-5-5 0,7 0-4 16,7-2-1-16,8 0-6 0,7-2-7 0,20-1-9 16,8 2-4-16,31-10-10 0,-1 1-3 0,16 0-8 15,8-3 5-15,10 2-12 0,3-2-4 0,3 0-10 16,-2-1 9-16,-9 1 21 0,-6 2 22 0,-7 3-69 16,-19 2-2-16,-34 6 0 0,-4-1 0 0,-17 2 0 15,-2 1 0-15,-6-3 0 0,-6 3 0 0,-4 0 0 16,-5-2 0-16,-3 2 0 0,-2-1 0 0,-2 1 0 15,-6 0 0-15,10 0 0 0,-10 0 0 0,0 0 0 16,0 0 0-16,0 0 0 0,0 0 0 0,-25 0-231 16,7 0-143-16,-3 1-61 0,-6-1-78 0,-5 2-63 15,-1 1-435-15,0-2-1095 0,0 0 486 0</inkml:trace>
  <inkml:trace contextRef="#ctx0" brushRef="#br0" timeOffset="17218.4163">22633 11668 28 0,'1'-4'375'16,"0"-2"6"-16,-1-3 14 0,2 4 8 0,-2-2 11 16,1 3 1-16,2-1 13 0,-3 1 4 0,0-1 2 15,0 2-14-15,0 3-4 0,1-6-2 0,-1 2-15 16,0 4-9-16,0-6-21 0,0 6-16 0,0 0-22 15,0-4-23-15,0 4-25 0,0 0-28 0,3-3-23 16,-3 3-23-16,0 0-102 0,0 0-107 0,0 0 0 16,0 0 0-16,0 0 0 0,0 0 0 0,-3 17 0 0,2-8 0 15,-1 2 0-15,0 1 0 0,0 0 0 16,-1 4 0-16,1 3 0 0,0 2 0 0,-2 5 0 16,3-1 0-16,-3-6 0 0,1 6 0 0,2-5 0 0,-1-1 0 15,-1 1 0-15,0-2 0 0,2-2 0 0,0 0 0 16,-3-1 0-16,1-4 0 0,3 1 0 0,-1-2 0 15,0 0 0-15,1 1 0 0,-1-6 0 0,1 1 0 16,1-1 0-16,-2 0 0 0,1-3 0 0,0-2 0 16,2 8 0-16,-2-8 0 0,0 2-76 0,0-2-295 15,0 0-56-15,0 0-38 0,0 0-36 0,0 0-42 16,9-11-16-16,-10 7-317 0,1-3-947 0,-3 0 420 16</inkml:trace>
  <inkml:trace contextRef="#ctx0" brushRef="#br0" timeOffset="17578.005">22509 11749 22 0,'1'-6'373'0,"-1"1"22"15,0-3 20-15,4 0 5 0,-3 3 2 0,3 0-9 16,0-4-21-16,5 2-18 0,-3-1-16 0,3 2-17 16,4-1-24-16,-1 1-12 0,3-1-24 0,2 2-7 15,0 2-17-15,-4 1-10 0,6-1-16 0,-1 2-13 16,0-1-10-16,0 4-19 0,-3-1-25 0,8 2-5 15,-6 2-9-15,2 3-9 0,-3 0-5 0,-3 4-3 16,2-1-5-16,-3 2-3 0,0-1-10 0,-3 4-5 16,-1 1-3-16,2-3-12 0,-3 2-7 0,-3 2-6 15,-4 0-76-15,0-2-6 0,-4 2 0 0,1-2 0 0,-3 2 0 16,0-1 0-16,-5-1 0 0,0-1 0 0,-4 1 0 16,-3 3 0-16,-1-2 0 0,-4 0 0 0,1-1 0 15,4-7 0-15,2 1 0 0,-1-1 0 0,4-2 0 16,-1-2 0-16,5 0 0 0,-1-3 0 0,3 2 0 15,1-2 0-15,0 1 0 0,2-1 0 0,0-1 0 16,4-1 0-16,0 0 0 0,-6 2 0 0,6-2 0 16,0 0 0-16,0 0-159 0,19-8-182 0,-10 5-61 15,1 1-46-15,2 0-55 0,2-1-62 0,-1 0-398 16,-1 0-1042-16,8-1 462 0</inkml:trace>
  <inkml:trace contextRef="#ctx0" brushRef="#br0" timeOffset="18031.0243">23130 11869 230 0,'1'-5'445'0,"1"-3"18"0,0 3 27 16,-2 0 2-16,0 0-10 0,-2 0-18 0,2 5-19 15,-2-8-17-15,1 5-36 0,1 3 1 0,0-5-22 16,0 5-28-16,-4-3-22 0,4 3-29 0,0-5-28 15,0 5-22-15,0 0-19 0,0 0-13 0,-14 5-25 16,9 0-21-16,1-1-12 0,-5 6-13 0,3-3-13 0,1 2-13 16,-4 0-13-16,2 3-7 0,1-3-12 15,1 1-33-15,-3-1-48 0,3 1 0 0,0 0 0 16,-1-2 0-16,2-1 0 0,-1 1 0 0,2-3 0 16,-2 1 0-16,5 0 0 0,-1-1 0 0,1-1 0 0,0-4 0 15,-1 6 0-15,2 0 0 0,3-3 0 0,1-1 0 16,-2 1 0-16,0 1 0 0,5-1 0 15,-2 3 0-15,1-4 0 0,0 0 0 0,1 3 0 0,0-2 0 16,-1 1 0-16,1 0 0 0,-2-3 0 0,-1 3 0 16,1 0 0-16,-1-1 0 0,2 1 0 0,-4-1 0 15,-1 1 0-15,2 0 0 0,-4 0 0 0,4 1 0 16,-4-2 0-16,0-3 0 0,0 7 0 0,-4-3 0 16,4 1 0-16,-4 0 0 0,-1-1 0 0,0 0 0 15,-2 1 0-15,0-2 0 0,-3 2 0 0,0-1 0 16,-1-1 0-16,2 1 0 0,1-3 0 0,0 2 0 15,3-1 0-15,-3-1 0 0,5 2 0 0,3-3 0 16,-7 2 0-16,7-2-150 0,0 0-126 0,0 0-70 16,0 0-37-16,0 0-33 0,10-11-36 0,-2 9-29 0,2-5-34 15,1 2-347-15,1 0-935 0,3-3 414 16</inkml:trace>
  <inkml:trace contextRef="#ctx0" brushRef="#br0" timeOffset="18484.0429">23322 11952 265 0,'2'-4'389'16,"2"-1"19"-16,-1 1 22 0,-1-2 18 0,-2 1 8 0,1 0 10 15,1 0 3-15,-2 1 6 0,1-3 8 0,0 3-17 16,-1-1-9-16,2 1-15 0,-4-1-20 0,2 5-14 16,0-4-24-16,0 4-17 0,0 0-34 15,2-6-27-15,-2 6-32 0,0 0-231 0,0 0-43 0,-2-4 0 16,2 4 0-16,0 0 0 0,0 0 0 0,0 0 0 15,0 0 0-15,0 0 0 0,2 19 0 0,-2-9 0 16,0 0 0-16,2 0 0 0,-4 0 0 0,2 2 0 16,0 0 0-16,2 3 0 0,-2-2 0 0,0 4 0 15,2-3 0-15,-1 1 0 0,0-5 0 0,2 2 0 16,-1-2 0-16,-2-1 0 0,4-3 0 0,-1 2 0 16,2 1 0-16,2-3 0 0,1-1 0 0,-3-2 0 15,5 2 0-15,-1 0 0 0,-1-3 0 0,0 1 0 16,-1-3 0-16,0 1 0 0,-1-1 0 0,2-3 0 15,-3 1 0-15,1 0 0 0,-1-2 0 0,-1 0 0 16,0 1 0-16,0-2 0 0,-1 1 0 0,-2-2 0 16,0 0 0-16,-1 3 0 0,-1-3 0 0,0 2 0 15,-2-1 0-15,-1 2 0 0,1-2 0 0,-2 3 0 0,0-1 0 16,5 3 0-16,-12 0 0 0,5-1 0 0,-2 0 0 16,-1 3 0-16,1 1 0 0,1-1 0 15,2-1-354-15,-5 3-218 0,5-3-65 0,-1 3-468 16,0-3-1197-16,0-1 530 0</inkml:trace>
  <inkml:trace contextRef="#ctx0" brushRef="#br0" timeOffset="18999.8222">23096 11546 50 0,'0'0'271'0,"-6"-3"0"0,6 3-5 0,0 0-4 15,0 0-1-15,0 0 0 0,0 0 0 0,0 0 7 16,0 0 17-16,0 0-7 0,-6 3 9 0,6-3 1 16,0 0-1-16,0 0-1 0,-4 3-9 0,4-3-5 15,0 0-9-15,-5 2-5 0,5-2-7 0,0 0-1 16,0 0-2-16,0 0-2 0,0 0-19 0,-10-3 11 16,10 3-20-16,0 0 5 0,0 0-9 0,0 0-8 15,0 0-7-15,0 0-4 0,0 0-7 0,0 0-6 0,0 0-28 16,0 0-154-16,0 0 0 0,0 0 0 0,23-2 0 15,-12 0 0-15,7 0 0 0,2-1 0 0,9-1 0 16,0 0 0-16,2-1 0 0,2 1 0 16,2 3 0-16,-1-2 0 0,-1 1 0 0,-6 0 0 0,-5-3 0 15,0 3 0-15,-7-3 0 0,-2 4 0 0,-3-2 0 16,-2 3 0-16,1-1 0 0,-6 0 0 0,3-2 0 16,-6 3 0-16,7-1 0 0,-7 1 0 0,0 0 0 15,7-1 0-15,-7 1 0 0,0 0 0 0,0 0 0 16,0 0 0-16,0 0 0 0,0 0-34 0,0 0-336 15,0 0-56-15,-16-5-57 0,16 5-60 0,-9 0-54 16,9 0-360-16,-11 0-1036 0,11 0 459 0</inkml:trace>
  <inkml:trace contextRef="#ctx0" brushRef="#br0" timeOffset="19655.9189">24965 11261 207 0,'0'0'335'16,"0"0"2"-16,-10-1-3 0,10 1 2 0,0 0 9 16,-6-2 8-16,6 2-6 0,0 0 0 0,-9-1-4 15,9 1-7-15,-7 0-6 0,7 0-7 0,-10 0-11 16,10 0-10-16,0 0-10 0,-8-3-2 0,8 3-17 16,0 0-18-16,0 0-4 0,0 0-12 0,0 0-9 15,-5 0-4-15,5 0-17 0,0 0-1 0,0 0-17 16,0 0-17-16,0 0-12 0,0 0-19 0,0 0-18 15,17 4-89-15,-2-5-36 0,-2 1 0 0,5 0 0 16,0-2 0-16,2 1 0 0,1 1 0 0,-1 0 0 16,3 0 0-16,-2 1 0 0,-1-1 0 0,-5 0 0 15,2 0 0-15,-4 0 0 0,0 2 0 0,-2-4 0 16,-3 1 0-16,-2 1 0 0,-6 0 0 0,12-1 0 16,-9 1 0-16,-3 0 0 0,0 0 0 0,11 0 0 15,-11 0 0-15,0 0 0 0,6 0 0 0,-6 0 0 0,0 0 0 16,0 0 0-16,0 0 0 0,8 0 0 15,-8 0-163-15,4-4-187 0,-4 4-78 0,5-3-62 16,-3 0-59-16,5-5-29 0,-2 4-362 0,5-1-1016 16,0-4 450-16</inkml:trace>
  <inkml:trace contextRef="#ctx0" brushRef="#br0" timeOffset="20078.0894">26219 10811 198 0,'0'-9'358'0,"1"1"14"16,-2-2 19-16,1-5 20 0,-1 3 3 0,-2 1 0 16,2 0-5-16,-3 1-2 0,0 0 1 0,3 2-3 15,-3-3-6-15,1 7 7 0,2-5-17 0,1 4-1 16,-5 2-17-16,5-2-15 0,-4 2-21 0,4-2-30 15,-1 1-25-15,1 4-29 0,0-4-23 0,0 4-25 16,0 0-110-16,0 0-93 0,0 0 0 0,0 0 0 16,0 0 0-16,-4 16 0 0,2 0 0 0,0 2 0 15,1 7 0-15,-1-1 0 0,0-4 0 0,2 6 0 16,-2-1 0-16,-1 1 0 0,3 0 0 0,0-2 0 16,-4-3 0-16,4 4 0 0,-2-7 0 0,2 0 0 0,0 0 0 15,-3-1 0-15,3-2 0 0,0-1 0 16,0-2 0-16,0-4 0 0,0 4 0 0,0-3 0 15,0-3 0-15,3-1 0 0,-3 1 0 0,2-2 0 0,-2-2 0 16,0-2 0-16,0 8 0 0,0-6 0 0,0-2 0 16,0 5 0-16,0-5 0 0,0 0 0 0,0 0 0 15,4 1 0-15,-4-1 0 0,0 0 0 16,0 0 0-16,0 0 0 0,9-6 0 0,-6 3-181 0,-1 0-323 16,-2 3-59-16,2-6-60 0,-2 6-431 0,0 0-1141 15,0 0 505-15</inkml:trace>
  <inkml:trace contextRef="#ctx0" brushRef="#br0" timeOffset="20546.7301">25806 11325 194 0,'-6'0'396'0,"-2"0"13"16,8 0 2-16,-10-1 5 0,10 1-13 0,-13-1-17 15,9 0-21-15,-2 0-18 0,0-1-19 0,6 2-18 16,-11-1-17-16,11 1-19 0,-5-1-14 0,5 1-21 16,-7-3-8-16,7 3-8 0,-5 0-26 0,5 0-17 15,0 0-12-15,-6-2-21 0,6 2-11 0,0 0-14 16,0 0-8-16,0 0-1 0,0 0-3 0,0 0-4 16,0 0-2-16,0 0-2 0,0 0 0 0,0 0-7 15,0 0-3-15,0 0-6 0,0 0 4 0,0 0-2 16,27 2-4-16,-4 0 11 0,5-4 3 0,8-1-3 15,13-1-3-15,6 1-2 0,6-1-90 0,2 2 0 16,36-8 0-16,-3 4 0 0,2-3 0 0,7 0 0 16,4 0 0-16,1 1 0 0,-2-2 0 0,-3 1 0 15,-10 4 0-15,-3-4 0 0,-28 5 0 0,-3-2 0 16,-3 3 0-16,-20 0 0 0,-4 3 0 0,-8-4 0 0,-4 4 0 16,-7-1 0-16,-3 2 0 0,-2-2 0 15,-4 0 0-15,0-1 0 0,0 2 0 0,-1-1 0 16,-5 1 0-16,0 0 0 0,0 0 0 0,0 0 0 0,0 0 0 15,0 0 0-15,0 0 0 0,-26 5-279 0,12-2-127 16,-4 0-49-16,-1 5-49 0,-4-4-49 0,-8 3-446 16,2 2-1083-16,-7-2 479 0</inkml:trace>
  <inkml:trace contextRef="#ctx0" brushRef="#br0" timeOffset="21015.6295">26117 11573 301 0,'0'-3'364'0,"0"3"7"0,1-8 9 0,-1 6 2 16,0 2 5-16,0-8 5 0,0 8 4 0,0 0 1 16,0-4-12-16,0 4 1 0,-2-5-9 0,3 1-8 15,-1 4-6-15,0 0-11 0,0-5-27 0,0 5-19 16,0 0-28-16,0 0-26 0,0 0-32 0,0 0-16 16,0 0-28-16,0 0-16 0,0 0-16 0,0 0-2 15,-3 15 3-15,3-4-6 0,-1 0-41 0,1 1-98 16,0 5 0-16,-1 2 0 0,-1 1 0 0,0 7 0 15,0-8 0-15,1 7 0 0,1 1 0 0,-2-3 0 16,-2-4 0-16,0-1 0 0,3 1 0 0,-2 5 0 16,-1-6 0-16,3-1 0 0,-1-2 0 0,-2 0 0 15,2-5 0-15,0 2 0 0,-1-5 0 0,3 2 0 0,-2-3 0 16,2 0 0-16,-3-2 0 0,3 2 0 0,-1-3 0 16,2-1 0-16,-1-3 0 0,0 7 0 0,0-5 0 15,0-2 0-15,0 0 0 0,0 0 0 0,0 0 0 16,0 0 0-16,0 0-186 0,8-13-182 0,-4 5-39 15,-3 0-37-15,-1-4-40 0,1-4-45 0,-1 6-31 16,-2-6-310-16,-2-1-941 0,1 1 418 0</inkml:trace>
  <inkml:trace contextRef="#ctx0" brushRef="#br0" timeOffset="21439.8499">25946 11603 230 0,'-2'-4'358'0,"1"1"19"0,1-2 23 16,0 5-6-16,0-6-9 0,0 6-21 0,3-5-19 16,0 1-16-16,1 1-14 0,1 1-12 0,3-1-15 15,2-1-9-15,0 4-10 0,3-2-11 0,6 0-7 16,-2 2-9-16,2 0-18 0,4 1-10 0,-2 0-8 16,2 2-16-16,-2 3-19 0,6 2-9 0,-8-1-17 15,11 3 6-15,-14-1-20 0,11 2-8 0,-9-1-8 16,4 5-7-16,-4-3-8 0,-4 4-1 0,-1-1 2 15,-1 0-8-15,-3 3-2 0,0 0 0 0,-4-2-9 16,-3 2 3-16,-4 2-2 0,0-1-44 0,-6 6-39 0,-1-7 0 16,-5 6 0-16,-4-1 0 0,-2-3 0 0,0 1 0 15,-1-5 0-15,-5 1 0 0,2 1 0 0,0-3 0 16,-2 1 0-16,2-5 0 0,-2 0 0 0,1 0 0 16,8-3 0-16,1-1 0 0,4-2 0 0,3-1 0 15,-1-3 0-15,2 2 0 0,3-1 0 0,0 0 0 16,0-2 0-16,1 3 0 0,0-1 0 0,4-2 0 15,0 0 0-15,0 0 0 0,0 0 0 0,0 0 0 16,0 0 0-16,0 0 0 0,0 0-79 0,14-11-220 16,-5 8-37-16,0-1-40 0,1 0-38 0,2 2-41 15,-1-3-47-15,7 1-36 0,-6-1-328 0,2 1-937 16,3-1 414-16</inkml:trace>
  <inkml:trace contextRef="#ctx0" brushRef="#br0" timeOffset="21908.6071">26491 11821 186 0,'5'-6'389'0,"3"-5"22"15,-4 5 18-15,0 0 5 0,-3 0-3 0,3 2-3 16,-3-2-15-16,2 2-11 0,-2 0-14 0,0 1-15 16,-1 3-20-16,2-6-23 0,-1 3-31 0,-1 3-19 15,1-3-36-15,-1 3-34 0,0 0-10 0,0 0-23 16,0 0-23-16,0 0-16 0,0 0-4 0,-10 16-24 15,6-10-4-15,-1 4-7 0,-3-2-23 0,4 1-1 16,1 1 2-16,-4 0-16 0,5 1-5 0,-5-3-9 16,3 2-3-16,3-4 10 0,0 1-25 0,-3-4 4 15,4 3-3-15,0 1-4 0,0-4 5 0,4 2-4 16,-2 1 6-16,2-1 11 0,3-1-7 0,0 2 5 16,0-4 11-16,1 3-5 0,2 0 0 0,-1-2-9 15,2 1 17-15,-3 1-49 0,1-2-7 0,-3 1 0 16,4-1 0-16,-3 2 0 0,-2-1 0 0,1-1 0 15,-1 2 0-15,1 0 0 0,0 0 0 0,-2 1 0 16,-2 1 0-16,-1-2 0 0,3 1 0 0,-4 1 0 16,-2-2 0-16,-1 3 0 0,-1 0 0 0,-4 0 0 0,-2-2 0 15,0 0 0-15,-1-1 0 0,-2-2 0 0,-3 2 0 16,4 0 0-16,-1-1 0 0,0-1 0 16,-1-2 0-16,4-1 0 0,0 1 0 0,2 1 0 0,3-1 0 15,-2-1 0-15,7 0 0 0,0 0 0 0,-5-5 0 16,5 5 0-16,4-6-230 0,1 1-133 0,4 2-62 15,4-1-44-15,-1-1-46 0,4-2-43 0,2 2-381 16,1-2-1016-16,-1 4 449 0</inkml:trace>
  <inkml:trace contextRef="#ctx0" brushRef="#br0" timeOffset="22424.1408">26771 11955 60 0,'0'0'317'0,"5"-3"24"0,-2 0 2 0,-2 0 7 15,2-1 2-15,-2 1-8 0,0-1-2 0,0 1-11 16,-1 3 0-16,3-7-15 0,-2 5-18 0,-1 2-16 16,2-4-18-16,-2 4-16 0,3-3-21 0,-3 3-18 15,0 0-17-15,0 0-23 0,0 0-19 0,4-2-18 16,-4 2-10-16,0 0-14 0,0 0-12 0,4 7-10 16,-3-4-9-16,3-1-8 0,-1 4-5 0,-1-3-10 15,-2 3-5-15,1 0-4 0,1-1-5 0,-2 1-6 16,0-2 3-16,-2 3-6 0,1-1-1 0,-1 1-2 15,-1-3-4-15,-2 0-1 0,1 0-3 0,-2 0-2 0,1 2-2 16,0-5 1-16,-4 3 0 0,4 1-7 0,-3-4 2 16,3 0-4-16,-2 0 2 0,7-1 0 15,-12 2 1-15,12-2-2 0,-9-4-5 0,5 3 1 16,0-4 2-16,-1 1-2 0,2 0-2 0,2-3 2 0,0 2 4 16,2 2-8-16,2-7 5 0,-1 5 2 0,2-1-2 15,1 1 1-15,1-2 5 0,1 1 6 0,-1 1 10 16,2 0 7-16,-3 1 6 0,1 0 7 15,1 1 8-15,-1 2-11 0,3 1 1 0,-2 0 16 0,0 3 4 16,0 1 4-16,5-1 19 0,-4 3 0 0,1 1-1 16,1-1-23-16,-1 1 12 0,-4 1-14 0,3-1 1 15,-2 4-6-15,-2-4-4 0,1 4-7 0,-1-6 3 16,-1 1-17-16,-1 1 3 0,-2 2-24 0,0-5-12 16,4 1 0-16,-4-2 0 0,0 1-3 0,0-1-53 15,0-3-12-15,3 7-14 0,-3-5-19 0,0-2-25 16,1 5-29-16,-1-5-34 0,0 0-33 0,0 0-48 15,0 0-55-15,0 0-43 0,9-9-44 0,-8 4-53 16,0-4-36-16,1-1-307 0,-2-1-876 0,0-3 388 16</inkml:trace>
  <inkml:trace contextRef="#ctx0" brushRef="#br0" timeOffset="22923.9939">26481 11426 197 0,'0'0'290'16,"-5"-4"-1"-16,5 4 2 0,0 0 8 0,0 0-1 0,0 0 20 15,-3-2 8-15,3 2 3 0,0 0 2 0,0 0 2 16,0 0-7-16,0 0-8 0,0 0-12 16,0 0-11-16,0 0-10 0,0 0-13 0,0 0-11 15,0 0-5-15,0 0-6 0,0 0-5 0,0 0-17 0,0 0-8 16,0 0 1-16,0 0-23 0,0 0-9 0,0 0-10 16,0 0-7-16,0 0-3 0,0 0-10 0,0 0-2 15,0 0-7-15,0 0-116 0,0 0-34 0,0 0 0 16,0 0 0-16,0 0 0 0,0 0 0 0,0 0 0 15,20 3 0-15,-9-4 0 0,6 1 0 0,3-1 0 16,1-1 0-16,9 0 0 0,-2-3 0 0,3 2 0 16,2-1 0-16,-1 1 0 0,-2-3 0 0,0 4 0 15,-11 2 0-15,2-2 0 0,-2 1 0 0,-5 1 0 16,-4-5 0-16,3 4 0 0,-4 1 0 0,-4 0 0 16,0-1 0-16,3 1 0 0,-8 0 0 0,9-3 0 15,-9 3 0-15,5 0 0 0,-5 0 0 0,0 0 0 16,0 0 0-16,8 0 0 0,-8 0 0 0,0 0 0 15,0 0 0-15,0 0 0 0,0 0 0 0,0 0 0 16,0 0 0-16,0 0 0 0,0 0 0 0,0 0-81 16,0 0-236-16,0 0-30 0,0 0-35 0,0 0-23 15,0 0-32-15,0 0-64 0,2-5-62 0,1 1-297 16,-2 0-932-16,5 2 413 0</inkml:trace>
  <inkml:trace contextRef="#ctx0" brushRef="#br0" timeOffset="25624.2815">27404 10650 233 0,'-5'-1'269'0,"5"1"-1"0,-7-3-6 0,3 0-1 0,2 1 0 16,-2 0-8-16,4 2-2 0,-5-5 6 0,2 2 0 15,1 1 0-15,2 2-3 0,-8-5-6 0,6 3-5 16,2 2-2-16,-7-3-10 0,7 3-3 16,-4-2-3-16,4 2 0 0,0 0 1 0,0 0-5 0,-5-2 8 15,5 2 5-15,0 0-3 0,0 0-6 0,0 0 1 16,0 0-13-16,3-5-27 0,-3 5-25 0,10-5-1 15,0 3-28-15,0-3-33 0,2 3 5 0,7-2-7 16,3 0-11-16,6-2-6 0,-7 3-10 0,9 0-6 16,-8 1-8-16,1 1-8 0,4-2 1 0,-7 2-8 15,1-1-10-15,-2 0 4 0,-3 2-5 0,0 0-6 16,-5 0 0-16,-1 0-2 0,-1-1-2 0,2 0-9 16,-5 2 4-16,-1-2-24 0,-5 1 26 0,10 0-8 15,-10 0-9-15,8 0 0 0,-8 0 0 0,0 0 0 0,5-2 0 16,-5 2 0-16,0 0 0 0,0 0 0 15,8 1 0-15,-8-1 0 0,0 0 0 0,0 0 0 16,0 0 0-16,0 0 0 0,0 0 0 0,0 0 0 0,5-2 0 16,-5 2 0-16,0 0 0 0,0 0 0 0,0 0 0 15,0 0 0-15,0 0 0 0,0 0 0 0,2 7 0 16,-2-3 0-16,0 4 0 0,4 1 0 16,-1 1 0-16,1 5 0 0,-2 3 0 0,3 9 0 0,-1 2 0 15,-1 1 0-15,-2 1 0 0,3 4 0 0,-4 1 0 16,2 10 0-16,-2-12 0 0,0 16 0 0,-6-5 0 15,6 5 0-15,-4-1 0 0,2 0 0 0,-5-1 0 16,2-1 0-16,1 1 0 0,0-14 0 0,-2 14 0 16,2-12 0-16,-1 12 0 0,-3-12 0 0,3-1 0 15,-1 3 0-15,-2 7 0 0,3-9 0 0,0-4 0 16,-1 4 0-16,4-7 0 0,-3 2 0 0,0 1 0 16,3-5 0-16,0 0 0 0,-3-7 0 0,5-1 0 15,0-1 0-15,-2-2 0 0,2-4 0 0,0-1 0 16,-2-2 0-16,0 0 0 0,4-2 0 0,-2 0 0 15,0-2 0-15,0 0 0 0,0 0 0 0,0 0 0 16,0-5 0-16,0 4 0 0,0-4 0 0,0 5 0 16,0-5 0-16,0 0 0 0,0 4 0 0,0-4 0 15,0 0 0-15,0 0 0 0,-5 3 0 0,5-3 0 0,0 0 0 16,0 0 0-16,0 0 0 0,-9 3 0 16,4-3 0-16,-5 1 0 0,-2-1 0 0,-7 0 0 15,-1 0 0-15,-8 1 0 0,-3 0 0 0,-1 2 0 0,2-1 0 16,-1 0 0-16,1-1 0 0,-2 2 0 0,3-2 0 15,3 1 0-15,6-1 0 0,-3 1 0 0,-6-1 0 16,11 0 0-16,-1-1 0 0,6 2 0 16,0-2 0-16,5 0 0 0,1 1 0 0,-2-2 0 0,9 1 0 15,-11 1 0-15,6-1 0 0,5 0 0 0,0 0 0 16,-11-1 0-16,11 1 0 0,0 0 0 0,0 0 0 16,0 0 0-16,0 0 0 0,-6-2 0 0,6 2 0 15,0 0 0-15,0 0 0 0,0 0 0 0,0 0 0 16,0 0 0-16,0 0 0 0,0 0 0 0,0 0 0 15,0 0 0-15,0 0-208 0,0 0-227 0,0 0-51 16,0 0-60-16,0-3-54 0,0 3-386 0,0 0-1069 16,1-11 473-16</inkml:trace>
  <inkml:trace contextRef="#ctx0" brushRef="#br0" timeOffset="28187.4815">16925 13918 210 0,'0'0'327'0,"-6"-3"6"0,6 3-11 0,-4-4 4 16,4 4 11-16,-6-4 8 0,3 3 11 0,3 1 7 15,-4-4 2-15,4 4 1 0,0 0 2 0,-5-2-5 16,5 2 5-16,0 0-8 0,-6-2-3 0,6 2-7 16,0 0-11-16,0 0-5 0,0 0-9 0,0 0-18 15,0 0-37-15,10-5-17 0,-5 3-25 0,4 0-21 16,5-1-95-16,5-1-112 0,2 2 0 0,0 2 0 15,6 0 0-15,-1-3 0 0,-3 2 0 0,0-3 0 16,-3 4 0-16,-3-2 0 0,2 2 0 0,-6-1 0 16,1 1 0-16,-4 0 0 0,1 0 0 0,-5 1 0 15,1-3 0-15,-7 2 0 0,9-2 0 0,-9 2-144 16,4 3-298-16,-4-3-57 0,0 0-70 0,-11 11-76 16,-1-9-337-16,1 4-1065 0,-1 2 471 0</inkml:trace>
  <inkml:trace contextRef="#ctx0" brushRef="#br0" timeOffset="28469.2273">16994 14069 12 0,'0'6'321'0,"0"-6"1"0,-1 7 10 16,1-7 20-16,0 0 12 0,0 0 10 0,1 4 4 0,-1-4 8 16,0 0-1-16,0 0 2 0,-1 3-8 0,1-3-4 15,0 0-14-15,0 0-8 0,0 0-10 0,0 0-16 16,0 0-21-16,0 0-26 0,10-3-21 0,-10 3-5 15,13 0-12-15,-3 0-7 0,1 0-5 0,5 0-8 16,-3-2-13-16,6 1-15 0,-1 0-185 0,0-4-9 16,2 3 0-16,0 0 0 0,1 0 0 0,0 2 0 15,-2 0 0-15,-1-2 0 0,-5 1 0 0,1 1 0 16,-3 0 0-16,-2 0 0 0,-1 0 0 0,-2 0 0 16,-1-2 0-16,-5 2 0 0,9 0 0 0,-9 0 0 15,0 0 0-15,9 0 0 0,-9 0 0 0,0 0-107 16,0 0-419-16,0 0-105 0,0 0-524 0,-14-10-1250 15,14 10 552-15</inkml:trace>
  <inkml:trace contextRef="#ctx0" brushRef="#br0" timeOffset="29188.1744">18053 13483 228 0,'1'-3'337'0,"0"-1"-3"0,-1 0 7 0,2 0-5 16,-1 0 14-16,0 1 7 0,0-2 4 0,1 0 7 15,-2 4 7-15,0 1-1 0,-2-9 4 0,2 5-6 16,2-1 13-16,-2 3-6 0,0 2-3 0,0-8-2 16,0 8-9-16,0-3-11 0,0 3-19 0,0 0-20 15,-2-5-22-15,2 5-22 0,0 0-38 0,0 0-233 16,0 0 0-16,0 0 0 0,0 0 0 0,0 0 0 0,0 16 0 15,0-6 0-15,4 6 0 0,-3 1 0 16,1 2 0-16,0 7 0 0,3 1 0 0,-2 1 0 16,-1-1 0-16,2 2 0 0,-1-1 0 0,-1 0 0 15,1 1 0-15,1 0 0 0,-3-4 0 0,-2 2 0 0,1-2 0 16,0-1 0-16,0-5 0 0,0 0 0 0,-3-1 0 16,6 0 0-16,-3-2 0 0,0 2 0 0,2-4 0 15,-1-1 0-15,1-3 0 0,-2-1 0 0,2 1 0 16,-2-3 0-16,2 2 0 0,-2-3 0 0,1 0 0 15,-2-2 0-15,2 3 0 0,0-6 0 0,-1 3 0 16,0-4 0-16,3 4 0 0,-3-4 0 0,0 3 0 16,0-3 0-16,4 5 0 0,-4-5 0 0,0 0 0 15,0 0 0-15,0 0 0 0,9-7 0 0,-6 2 0 16,-1 1 0-16,4-5 0 0,-1 3-54 0,-1-5-663 16,1 0-520-16,-1 0-1340 0,-3-1 593 0</inkml:trace>
  <inkml:trace contextRef="#ctx0" brushRef="#br0" timeOffset="29704.8408">18405 13694 93 0,'5'-9'434'0,"7"1"31"0,-4 0 13 0,-1 2 0 15,1-3-2-15,0 1-6 0,-3 3 9 0,2-2-21 16,-2 0-4-16,-2 3-3 0,1-1-21 0,-2 3-24 15,2-1-24-15,-2-1-27 0,-2 4-26 0,3-6-26 16,-3 6-26-16,0 0-27 0,0 0-25 0,-1-3-26 16,1 3-14-16,0 0-71 0,0 0-114 0,-9 11 0 15,5-4 0-15,-2 0 0 0,-3 4 0 0,4 0 0 16,-5 2 0-16,-3 2 0 0,0-1 0 0,0 1 0 16,-6 3 0-16,4 4 0 0,-6-4 0 0,7-4 0 15,-1 0 0-15,0-2 0 0,1-3 0 0,-3 0 0 16,4 0 0-16,4-2 0 0,-1 0 0 0,4-3 0 15,-1 0 0-15,5-2 0 0,-5 0 0 0,6 0 0 16,1-2 0-16,-6 5 0 0,3-3 0 0,3-2 0 16,-4 5 0-16,4-5 0 0,0 0 0 0,0 0 0 15,4 4 0-15,0-1 0 0,-4-3 0 0,10 4 0 16,-5 0 0-16,3 0 0 0,2 1 0 0,-1 0 0 16,3 0 0-16,3 6 0 0,-1-3 0 0,2 0 0 15,1 3 0-15,-2-2 0 0,2 0 0 0,-2 1 0 0,2-1 0 16,1-1 0-16,-4 1 0 0,5 1 0 0,-7-3 0 15,-2 0 0-15,-1-1 0 0,-1-1 0 0,2-2 0 16,-5 1 0-16,-1-1 0 0,-2 0 0 0,2 2 0 16,0-5 0-16,0 2 0 0,-4-2 0 0,0 0 0 15,5 2 0-15,-5-2 0 0,0 0 0 0,5 1 0 16,-5-1 0-16,0 0 0 0,0 0 0 0,0 0 0 16,0 0 0-16,1-10 0 0,-2 6 0 0,3-3 0 15,-2 2 0-15,3-2-400 0,-2 1-899 0,4-5-1406 16,3 3 621-16</inkml:trace>
  <inkml:trace contextRef="#ctx0" brushRef="#br0" timeOffset="30220.5302">18698 13936 34 0,'-4'-3'363'0,"4"3"3"16,0 0 19-16,-1-10-17 0,-2 6-12 0,3 4 3 16,-4-1 0-16,4 1 9 0,-2-3-5 0,2 3-5 15,-1-6-5-15,1 6-8 0,-3-3-6 0,3 3-7 16,0 0-19-16,-1-5-9 0,1 5-20 0,0 0-24 0,0 0-27 16,0 0-25-16,4-3-19 0,-4 3-17 15,0 0-18-15,0 0-17 0,12 2-9 0,-12-2-21 16,11 3-12-16,-3 5-4 0,-1-4-6 0,1 2-6 15,-1 2-8-15,1-1-6 0,0 3-2 0,-2-1-7 0,1 1-10 16,-4-2-43-16,4 5-3 0,-5-4 0 16,1 2 0-16,-1-1 0 0,-2 0 0 0,0 0 0 15,0-1 0-15,-2-1 0 0,0-2 0 0,0 3 0 0,1-6 0 16,-4 3 0-16,1 0 0 0,1-3 0 0,2 0 0 16,-2 0 0-16,1 0 0 0,2-3 0 0,0 0 0 15,0 0 0-15,0 0 0 0,-3-12 0 16,4 3 0-16,2 3 0 0,2-6 0 0,5-2 0 0,-3-2 0 15,4 1 0-15,3 0 0 0,-3-1 0 0,1 2 0 16,1 0 0-16,0 1 0 0,-2 1 0 0,0 4 0 16,-2 0 0-16,1-1 0 0,-4 3 0 0,1-1 0 15,-2 2 0-15,0 1 0 0,-3 0 0 0,2 0 0 16,1 0 0-16,-2 1 0 0,-1 1 0 0,-2 2 0 16,4-2 0-16,-4 2 0 0,0 0 0 0,0 0 0 15,0 0 0-15,0 0-207 0,0 0-264 0,0 0-42 16,0 0-56-16,-11 12-48 0,4-9-352 0,4 1-1050 15,3-4 464-15</inkml:trace>
  <inkml:trace contextRef="#ctx0" brushRef="#br0" timeOffset="31721.8877">20072 13430 92 0,'4'-3'248'0,"1"-3"3"0,1 1 2 16,-1 1 1-16,2 2-1 0,0-3 0 0,-3 1 4 15,3 0-1-15,-1 1 14 0,0-2-7 0,-2 1 5 16,-3 2-2-16,3-2-5 0,0 2-7 0,0 0-6 15,-3-2-6-15,3 1-7 0,-4 3 0 0,4-3-8 16,-3 0-6-16,-1 3-1 0,0 0-15 0,5-3-9 16,-5 3-11-16,0 0-3 0,0 0-18 0,0 0-9 15,0 0-10-15,0 0-9 0,0 0 3 0,0 0 6 16,-11-2-6-16,11 2 3 0,-17 2-2 0,-1-1-17 16,-3 3-2-16,0 0-14 0,-7-1-3 0,-4 1-5 15,0 1-6-15,0-1 5 0,1 1-52 0,2-1-46 16,-2-2 0-16,5 0 0 0,4-1 0 0,1 1 0 15,2-1 0-15,3 0 0 0,4 1 0 0,3-2 0 16,-2 3 0-16,4-3 0 0,1 2 0 0,-1-2 0 0,7 0 0 16,-6 3 0-16,6-3 0 0,0 0 0 0,-10 0 0 15,10 0 0-15,0 0 0 0,-7 0 0 16,7 0 0-16,0 0 0 0,0 0 0 0,0 0 0 16,0 0 0-16,-6 0 0 0,6 0 0 0,0 0 0 0,-3 3 0 15,3-3 0-15,0 5 0 0,-1 1 0 0,1-2 0 16,0 3 0-16,0-1 0 0,0 3 0 0,0 3 0 15,0-1 0-15,1 1 0 0,2 5 0 0,-6 0 0 16,6 1 0-16,-3 5 0 0,1 2 0 0,-1 2 0 16,0 0 0-16,-4 1 0 0,7 6 0 0,-3-3 0 15,0 3 0-15,0 3 0 0,-3-1 0 0,2-1 0 16,-3 2 0-16,-2-2 0 0,2 0 0 0,-2 11 0 16,1-11 0-16,-1-2 0 0,5 0 0 0,-5 0 0 15,0 1 0-15,4-2 0 0,-4-2 0 0,3 0 0 16,1-3 0-16,-2-1 0 0,3 0 0 0,-1-8 0 15,2 1 0-15,0-1 0 0,3 2 0 0,-3-4 0 16,1 2 0-16,-1-2 0 0,3 0 0 0,-2-6 0 16,2 5 0-16,-1-6 0 0,-1-1 0 0,3-2 0 15,-4 1 0-15,3 0 0 0,1-2 0 0,-3 1 0 16,3 2 0-16,-2-3 0 0,1 0 0 0,-1-1 0 16,2 0 0-16,0-1 0 0,3 0 0 0,1-1 0 15,1 2 0-15,4 0 0 0,1-3 0 0,4 0 0 16,4-1 0-16,5 3 0 0,-6-5 0 0,-1 2 0 0,8-1 0 15,-8 0 0-15,-1 1 0 0,3-1 0 16,-3 1 0-16,-6-1 0 0,1-2 0 0,-4 2 0 0,2-2 0 16,-1 2 0-16,-1 1 0 0,-3 0 0 15,-7 0 0-15,10-1 0 0,-7 0 0 0,-3 1 0 0,0 0 0 16,7-1 0-16,-7 1 0 0,0 0 0 0,0 0 0 16,0 0 0-16,0 0 0 0,7-4 0 0,-7 1 0 15,0 3 0-15,-3-7 0 0,3 3 0 0,-1-2 0 16,3-7-181-16,2-3-1154 0,5 0-1447 0,10-7 640 15</inkml:trace>
  <inkml:trace contextRef="#ctx0" brushRef="#br0" timeOffset="32160.6534">20883 13529 6 0,'2'-6'379'0,"-1"-1"16"16,-1 0 11-16,1-2-4 0,-1 2 4 0,0 1 1 16,0 1-2-16,2 0-5 0,-2 0 0 0,1 1-5 0,-1-2-4 15,0 6 2-15,1-6-28 0,-1 2-11 16,0 4-14-16,0 0-27 0,0 0-29 0,0 0-24 15,0-2-27-15,0 2-28 0,0 0-15 0,0 0-7 16,0 0-2-16,0 0-10 0,4 14-8 0,-5-6-9 0,1 0-144 16,0 4-10-16,0-2 0 0,0 3 0 0,0-1 0 15,0 1 0-15,1 2 0 0,1 2 0 16,-2-1 0-16,2-4 0 0,-2 0 0 0,1 0 0 0,-1-1 0 16,0 4 0-16,1-4 0 0,0-3 0 0,-1 0 0 15,0-3 0-15,0 0 0 0,0 2 0 0,2-3 0 16,-4 0 0-16,2 1 0 0,0-5 0 0,0 6 0 15,0-6 0-15,2 3 0 0,-2-3 0 0,0 0 0 16,-3 4 0-16,3-4 0 0,-1 5 0 0,1-5 0 16,0 0 0-16,0 0 0 0,0 0 0 0,0 0-445 15,0 0-189-15,0 0-64 0,-3-14-371 0,3 14-1159 16,-12-2 513-16</inkml:trace>
  <inkml:trace contextRef="#ctx0" brushRef="#br0" timeOffset="32599.2297">20214 14036 9 0,'-5'3'376'0,"5"-3"12"16,0 0 4-16,0 0 0 0,0 0-17 0,-6 1-10 15,6-1-14-15,0 0-13 0,0 0-11 0,0 0-8 16,-5 2-11-16,5-2-15 0,0 0-16 0,-11 0-12 15,11 0-15-15,-8-3-17 0,8 3-6 0,0 0-13 16,-10 0-9-16,10 0-10 0,-5 1-9 0,5-1-9 16,0 0 6-16,0 0-1 0,0 0-7 0,-9 0 1 15,9 0-1-15,0 0-11 0,0 0-9 0,0 0 0 16,0 0-11-16,0 0-10 0,0 0-48 0,0 0-86 16,23 3 0-16,-4-1 0 0,9-2 0 0,5 2 0 15,6-2 0-15,21 1 0 0,5-4 0 0,32-2 0 0,9 3 0 16,5-4 0-16,6-1 0 0,5 1 0 0,11-4 0 15,8 3 0-15,6-6 0 0,2 3 0 16,-9 0 0-16,-14 4 0 0,-11-2 0 0,-14 1 0 0,-36 6 0 16,-3-1 0-16,-6 0 0 0,-16 0 0 0,-5-2 0 15,-4 3 0-15,-13 1 0 0,0-3 0 0,-5 3 0 16,-7 0 0-16,3-1 0 0,-4-2 0 0,-2 1 0 16,-3 2 0-16,0 0 0 0,-9-9 0 0,-12 7 0 15,2-1 0-15,-8 3-488 0,-6 1-83 0,0 3-84 16,1-3-425-16,-3 10-1169 0,1-5 517 0</inkml:trace>
  <inkml:trace contextRef="#ctx0" brushRef="#br0" timeOffset="33131.5596">20657 14288 100 0,'1'-5'429'0,"1"0"15"0,0 0 7 0,0 1 3 16,-1 0 5-16,0-1-6 0,0 0-9 0,1 2-10 16,-2 3-22-16,0-4-18 0,0 4-10 0,1-6-27 15,-1 6-20-15,0 0-7 0,0 0-37 0,0-5-23 16,0 5-28-16,0 0-21 0,0 0-23 0,0 0-17 16,0 0-23-16,0 0-12 0,0 0-3 0,0 0-2 15,0 0-8-15,-5 14-7 0,5-10-69 0,-3 1-57 16,2 4 0-16,1 0 0 0,-1 1 0 0,2 0 0 15,0 1 0-15,1 0 0 0,-2-1 0 0,1 4 0 16,0-2 0-16,2 3 0 0,-3 1 0 0,1 2 0 16,0-5 0-16,2 3 0 0,-3-4 0 0,0 4 0 0,1-4 0 15,-2 0 0-15,1-3 0 0,0 3 0 16,0-3 0-16,0-2 0 0,-1 1 0 0,1-3 0 16,-2 2 0-16,2 1 0 0,-1-4 0 0,0-1 0 15,1-3 0-15,1 6 0 0,-1-6 0 0,0 5 0 0,0-5-318 16,0 0-76-16,0 0-49 0,0 0-46 0,0 0-44 15,0 0-47-15,-4-14-326 0,4 9-981 16,-1-6 434-16</inkml:trace>
  <inkml:trace contextRef="#ctx0" brushRef="#br0" timeOffset="33506.8735">20583 14330 143 0,'0'-4'344'0,"0"-1"12"0,1-2 5 0,2 1 11 15,-1-1 0-15,1 1-10 0,-2-1-12 0,2 1-18 16,-1-1-15-16,2 0-14 0,5-2-7 0,0 2-17 16,-4-1-14-16,4 3-18 0,1 2-9 0,0-3-16 15,0 1-12-15,0 3-11 0,2 0-12 0,1 1-15 16,1 1-3-16,-1 0-3 0,1 4 9 0,8 1-24 16,-6 0-1-16,1 0-1 0,1 3-5 0,-4 0-9 15,0 3-7-15,-1-1-8 0,2 2-2 0,-2 0-17 16,-3 0-1-16,2 1-3 0,-5 2-1 0,1-3-7 15,-4 2-5-15,-1-2 1 0,0 2-78 0,-4 2-7 16,1-1 0-16,-5 2 0 0,-1-2 0 0,-1-5 0 16,-4 6 0-16,-5-3 0 0,-4 7 0 0,6-9 0 15,-9 4 0-15,2-5 0 0,-3-1 0 0,6-3 0 16,2 1 0-16,0-4 0 0,5 3 0 0,-1-3 0 16,6 0 0-16,-1-2 0 0,0 1 0 0,2-1 0 15,0 3 0-15,1-3 0 0,4-1 0 0,0 0 0 16,0 0 0-16,0 0 0 0,0 0 0 0,0 0-95 15,19-10-250-15,-9 6-69 0,2 3-56 0,2-2-60 16,6-2-57-16,-2 3-372 0,-4 1-1038 0,4-1 459 16</inkml:trace>
  <inkml:trace contextRef="#ctx0" brushRef="#br0" timeOffset="33960.6991">21079 14518 281 0,'5'-7'398'0,"4"-1"26"0,-5 3 11 16,1-1 12-16,1-3-8 0,-2 5-22 0,-1-2-15 16,-1-1-12-16,-1 3-11 0,-2-1-16 0,2 1-10 15,2 1-25-15,-3 3-29 0,3-4-25 16,-3 4-33-16,0-5-26 0,0 5-27 0,0 0-8 16,0 0-25-16,0 0-15 0,0 0-12 0,0 0-15 0,-12 14-15 15,7-8-6-15,1 2-15 0,-1 2-7 0,0-2-14 16,0 2 15-16,0 0-20 0,0-4-6 0,1 2-7 15,3-1 2-15,-2 1-6 0,-1-3-4 16,2 0 2-16,-1 0 0 0,3-1-6 0,0 0-4 0,-1 2-1 16,1 0 2-16,2-4 2 0,1 5-8 0,1-5 0 15,0 4-2-15,1-3 0 0,2 2 0 0,-2-1 8 16,1 0-4-16,-1-1 8 0,1-1-8 0,0 2 0 16,1 1 7-16,-2-2-4 0,1 2-4 0,-1-1 9 15,-1-1-3-15,1 1-8 0,-2 2-16 0,1-1 0 16,-4 1 0-16,2-2 0 0,-2 2 0 0,-2-1 0 15,0 1 0-15,-1 0 0 0,-5-1 0 0,3-1 0 16,-5 2 0-16,-1 0 0 0,-1-3 0 0,-1 1 0 16,-4 0 0-16,-1-2 0 0,6 1 0 0,-1-2 0 15,-1 0-24-15,2 0-98 0,4-2-30 0,3 0-41 16,-1-2-52-16,2-1-42 0,3-1-42 0,1 2-32 16,0 3-33-16,6-3-42 0,7-4-33 0,-4 3-44 15,5 0-265-15,-1 0-842 0,1-3 372 0</inkml:trace>
  <inkml:trace contextRef="#ctx0" brushRef="#br0" timeOffset="34398.0105">21351 14554 16 0,'3'-3'378'0,"-1"-3"15"0,1 1 28 0,-2 1 6 15,0 2 10-15,2-4-6 0,-2 3-8 0,-1 3-10 0,1-7-13 16,1 3-11-16,-2 4-14 0,2-6-21 15,-2 3-33-15,0 3 0 0,0 0-33 0,2-4-20 16,-2 4-25-16,0 0-29 0,0 0-20 0,-2-4-23 16,2 4-20-16,0 0-17 0,0 0-14 0,0 0-12 0,0 14-4 15,0-7-23-15,0 0 8 0,2 4-10 0,-1-3-13 16,0 3 0-16,-1 0-7 0,3 4-5 16,-1-3-7-16,0-3-8 0,0 3 3 0,-1-1-12 15,3 0 6-15,1 1-27 0,-2-1-9 0,1-4 0 0,0 4 0 16,-2-2 0-16,3-1 0 0,0-1 0 0,4-1 0 15,-4-1 0-15,0-2 0 0,3 0 0 0,-4 0 0 16,5-1 0-16,-3-2 0 0,2 0 0 0,-8 0 0 16,13-2 0-16,-7 0 0 0,-1-4 0 0,-1 2 0 15,3 0 0-15,-5 0 0 0,2-3 0 0,0 2 0 16,-3 2 0-16,0-5 0 0,-1 5 0 0,0-4 0 16,-2 3 0-16,-2 0 0 0,0 2 0 0,0-2 0 15,-1 2 0-15,0 0 0 0,-3 0 0 0,2 1 0 16,1-1 0-16,-3 1 0 0,3 0 0 0,5 1 0 15,-14 2-18-15,6 0-328 0,3-1-48 0,1 1-42 16,-3 2-52-16,0 0-49 0,4-1-40 0,-3-3-323 16,6 0-974-16,0 0 432 0</inkml:trace>
  <inkml:trace contextRef="#ctx0" brushRef="#br0" timeOffset="34914.6193">21088 14180 2 0,'0'0'290'0,"0"0"-1"16,0 0 1-16,0 0-4 0,1-6-3 0,-1 6 3 15,0 0 1-15,0 0 6 0,1-4 2 0,-1 4-5 16,0 0-2-16,0 0-4 0,2-4-11 0,-2 4-4 16,0 0-11-16,0 0-7 0,0 0-6 0,0 0-12 15,0 0-5-15,0 0-4 0,0 0-12 0,0 0 1 16,0 0-2-16,0 0-1 0,0 0-5 0,0 0 6 15,0 0 1-15,0 0 2 0,0 0-1 0,0 0-18 16,1-5-9-16,-1 5-16 0,8-3-17 0,-2 2-11 16,3-1-142-16,2-2 0 0,9 0 0 0,0 3 0 15,3-1 0-15,6-2 0 0,5 1 0 0,-2-1 0 16,0 3 0-16,2-2 0 0,-1 2 0 0,-2 0 0 0,-3 1 0 16,-5-1 0-16,-4 0 0 0,1-1 0 0,-9 2 0 15,0-1 0-15,-4 1 0 0,1-1 0 16,-1 1 0-16,-2-1 0 0,-5 1 0 0,8-1 0 15,-8 1 0-15,0 0 0 0,8 1 0 0,-8-1 0 0,0 0 0 16,0 0 0-16,7 0 0 0,-7 0 0 0,0 0 0 16,0 0 0-16,0 0 0 0,0 0-328 0,0 0-110 15,0 0-55-15,3 2-75 0,-3-2-65 0,0 0-323 16,0 0-1035-16,0 0 459 0</inkml:trace>
  <inkml:trace contextRef="#ctx0" brushRef="#br0" timeOffset="35633.9019">23245 13921 219 0,'5'0'299'0,"-5"0"-6"0,0 0-12 0,0 0-5 0,0 0 0 16,0 0-8-16,0 0-5 0,0 0-3 0,0 0-5 15,0 0-7-15,0 0 2 0,0 0-2 0,0 0 3 16,0 0 4-16,4 8 3 0,-4-8 1 0,0 0-2 16,0 0 0-16,0 0 10 0,0 0 0 0,0 0 8 15,0 0-1-15,4 3 4 0,-4-3-16 0,0 0-15 16,0 0-20-16,8-2-16 0,-8 2-14 0,14-4-19 15,-4 1-12-15,4 1-12 0,3 2-14 0,2-3-65 16,2 1-75-16,0 0 0 0,-1 2 0 0,3-5 0 16,-3 2 0-16,1 2 0 0,0-2 0 0,-2 1 0 15,-5 0 0-15,1 4 0 0,-3-4 0 0,-1 2 0 16,-2-1 0-16,-5 0 0 0,6 1 0 0,-10 0 0 16,9-3 0-16,-4 1 0 0,-5 2 0 0,8-1 0 15,-8 1 0-15,6-1 0 0,-6 1 0 0,0 0 0 16,4-1 0-16,-4 1-147 0,5-2-225 0,-5 2-77 15,4-6-75-15,1 3-77 0,-1-2-416 0,6-1-1101 16,-1 2 487-16</inkml:trace>
  <inkml:trace contextRef="#ctx0" brushRef="#br0" timeOffset="36133.7549">24725 13218 255 0,'1'-10'339'0,"3"0"3"15,-1 1 3-15,-1-2 9 0,0 1 10 0,-1 3 9 16,-1 1 0-16,1-1-1 0,-1 2-3 0,0 0-4 15,0-1-4-15,0 2-6 0,0-1-7 0,0 5-7 16,0-7-18-16,0 7-21 0,0-5-25 0,0 5-18 16,0 0-29-16,0 0-22 0,0-3-23 0,0 3-14 15,0 0-23-15,0 0-12 0,0 0 3 0,0 0-2 16,5 18-7-16,-5-7-1 0,3 0-7 0,-3 6-83 16,0 0-39-16,1 1 0 0,2 9 0 0,-3-8 0 15,1 7 0-15,3-2 0 0,-4 2 0 0,1-7 0 16,0 8 0-16,1-2 0 0,-1-6 0 0,-1 4 0 15,1-3 0-15,-1-3 0 0,0 1 0 0,0-1 0 16,0-2 0-16,4-4 0 0,-1 1 0 0,-3-3 0 16,1 1 0-16,-1-4 0 0,-1 1 0 0,2-2 0 15,-1-2 0-15,0 1 0 0,0 1 0 0,0-1 0 16,0-4 0-16,-1 3 0 0,1-3 0 0,0 0 0 16,0 0 0-16,0 5 0 0,0-5 0 0,0 0 0 15,0 0 0-15,0 0 0 0,1 3 0 0,-1-3 0 16,0 0 0-16,0 0 0 0,0 0 0 0,0 0 0 15,0 0-113-15,0 0-416 0,4 3-33 0,-4-3-10 0,-4 6-13 16,1-1-387-16,-2-1-1053 0,1 3 466 16</inkml:trace>
  <inkml:trace contextRef="#ctx0" brushRef="#br0" timeOffset="36571.2608">24413 13836 92 0,'-7'0'299'0,"-1"0"7"16,1 2 11-16,-3-1-2 0,3 1 3 0,-1-2 1 16,0 0 9-16,0 0-9 0,2 2-2 0,6-2-7 15,-13-3-5-15,8 3-14 0,5 0-14 0,-10 1-13 16,10-1-12-16,-9-1-12 0,9 1-16 0,-9 0-20 16,9 0-11-16,-6-1-18 0,6 1-6 0,0 0-8 15,-10 0-7-15,10 0-4 0,0 0-3 0,0 0-2 16,-7-1-7-16,7 1 7 0,0 0-5 0,0 0 2 15,0 0-2-15,0 0 9 0,0 0 5 0,0 0 7 16,0 0-11-16,0 0-10 0,0 0-5 0,22-2-129 16,-12 2-6-16,12-2 0 0,7-3 0 0,6 5 0 15,4 0 0-15,20-1 0 0,6-5 0 0,26 2 0 16,1 2 0-16,5-5 0 0,4 8 0 0,0-9 0 16,5 2 0-16,0 1 0 0,-2-1 0 0,-6 1 0 15,-1-1 0-15,-6 0 0 0,-30 4 0 0,-2-3 0 16,0-1 0-16,-1 1 0 0,-7 3 0 0,-17-2 0 15,-1 0 0-15,-2 1 0 0,-9 1 0 0,-3-3 0 16,-5 5 0-16,-2-4 0 0,0 1 0 0,-4 1 0 16,-3 1 0-16,2 1 0 0,-2-1 0 0,-5 1 0 15,8-3 0-15,-4 2 0 0,-4 1 0 0,0 0 0 16,0 0-164-16,-29 5-374 0,10 1-73 0,-9 2-77 0,-3 2-344 16,-2-4-1118-16,-6 8 495 0</inkml:trace>
  <inkml:trace contextRef="#ctx0" brushRef="#br0" timeOffset="37039.897">24423 14270 292 0,'4'-4'373'0,"-2"2"12"0,0-3 10 16,-1 1 5-16,-1 4 1 0,4-5 5 0,-1 2-6 16,-1 0-3-16,-2 3-7 0,0-4-7 0,0 4-16 15,0 0-6-15,-2-4-9 0,2 4-19 0,0 0-15 16,0 0-19-16,0 0-23 0,0-6-19 0,0 6-23 15,0 0-25-15,0 0-20 0,0 0-25 0,0 0-16 16,0 0-15-16,0 0 0 0,0 0 3 0,-5 14-76 16,3-4-60-16,1 0 0 0,1 1 0 0,-2 0 0 15,0 4 0-15,0 0 0 0,-1 3 0 0,2 0 0 16,0 0 0-16,-1-2 0 0,0 2 0 0,-1-2 0 16,1 1 0-16,-3-2 0 0,2-2 0 0,2 4 0 15,-2-1 0-15,1-4 0 0,0-2 0 0,-2 1 0 16,3-3 0-16,1 3 0 0,-1-6 0 0,1 4 0 15,-1-4 0-15,1-2 0 0,0 0 0 0,0-3 0 16,0 0 0-16,3 6 0 0,-3-6 0 0,0 0-301 0,12-1-112 16,-12 1-48-16,15-7-48 0,-6 0-57 0,-2-1-425 15,0-2-1072-15,0-1 474 0</inkml:trace>
  <inkml:trace contextRef="#ctx0" brushRef="#br0" timeOffset="37430.4354">24366 14275 347 0,'3'-5'364'0,"-2"0"-2"0,1 0-8 15,3-1-8-15,-1 0-22 0,1-1-4 0,0 2-15 16,3-1-13-16,2 1-8 0,-1 0-9 0,4 3-10 16,-3-1-9-16,-1-2-8 0,4 1-10 0,-2 3-9 15,1-1-10-15,-2 1-13 0,4 4-12 0,-1 1-1 16,1 0-14-16,3 1-6 0,1 2 2 0,-3 4-2 15,0 1-15-15,1 0-6 0,0 1 2 0,-3 2-12 16,-2 0 5-16,2 6-16 0,-4-4-4 0,0-2 2 16,-1 2-10-16,-3 0-7 0,-1-2-8 0,-3 3-10 15,-1-1 0-15,0 0-9 0,-4 0-4 0,-1 0-40 16,1-1-41-16,-1-2 0 0,-5 1 0 0,-1 2 0 16,0-4 0-16,-3 1 0 0,-1-3 0 0,-2 2 0 15,2-3 0-15,-2 0 0 0,-2-3 0 0,4-1 0 16,5 0 0-16,-2-1 0 0,3-2 0 0,0-2 0 15,5 4 0-15,-2-4 0 0,1-1 0 0,5 0 0 16,-8 2 0-16,7 1 0 0,1-3 0 0,0 0 0 16,0 0 0-16,0 0 0 0,0 0-213 0,19-12-161 15,-9 9-56-15,1 5-43 0,0-1-56 0,1-2-54 16,-2 2-349-16,4 0-1009 0,4-1 447 0</inkml:trace>
  <inkml:trace contextRef="#ctx0" brushRef="#br0" timeOffset="37899.0985">24942 14537 246 0,'9'-8'378'16,"0"-1"15"-16,0 2 11 0,-2-3 5 0,-2 4-5 16,1-2-7-16,-2 1-9 0,1 1-18 0,-1 1-9 15,-2 0-16-15,1 2-21 0,-1-1-29 0,1 2-18 16,-3 2-23-16,3-4-32 0,-3 4-20 0,0 0-22 15,0 0-22-15,0 0-10 0,0 0-20 0,0 0-10 0,0 0-10 16,-9 13-14-16,5-6-9 0,-3 0 1 16,0 2-17-16,2-1-5 0,-2-2-8 0,2 2-7 15,0 1-4-15,0-1-2 0,1 0-5 0,-1-1-5 16,1 1 1-16,3-4-11 0,-2 0 4 0,2 1-6 0,0-1 1 16,-2 0 0-16,6-1-2 0,-3 2-7 0,0-1 13 15,2 0-13-15,2 1 0 0,0-3-3 0,0 1 6 16,1 3-8-16,1-3 3 0,1-1-4 0,-1 2 8 15,2 2 0-15,-3-1-1 0,4 1 4 0,-3-3-3 16,-1 3-2-16,-1-4-3 0,0 0 6 0,2 3 4 16,-2-3-5-16,-1 3 4 0,-1-1 2 0,0 1-4 15,0-3 2-15,-3 3-6 0,1 0 5 16,-3 0-1-16,-1 0 2 0,-1 0-4 0,-3 1-3 0,-2 1 9 16,1-4-1-16,-3 1-9 0,2 0 2 0,-3 1-5 15,0-4-3-15,0 1-18 0,3 0-15 0,-2-2-15 16,6 0-12-16,0-2-16 0,6 2-33 0,-10 0-45 15,7-2-45-15,-1-1-35 0,4-3-52 0,0 6-39 16,7-7-26-16,0 3-39 0,-1 0-42 0,7-2-38 16,4 2-326-16,0 3-858 0,2-3 380 0</inkml:trace>
  <inkml:trace contextRef="#ctx0" brushRef="#br0" timeOffset="38399.354">25197 14637 29 0,'4'-3'263'0,"-2"-1"2"0,1-1-3 16,2 0-5-16,-2 0-6 0,1 2-12 0,0-1-5 15,1 0-13-15,-2 0-15 0,1 0-8 0,1-1-4 16,0 1-6-16,0 0-11 0,-1 2-25 0,-2-1 4 16,1-2-8-16,2 5-15 0,0-2-7 0,-5 2-7 15,6-1-9-15,-6 1-6 0,11 3 3 0,-7 0 0 16,2 4-2-16,2-2-1 0,-5-2-10 0,1 4 3 15,0 2-3-15,0-1-8 0,-3 3-5 0,3-3-10 16,-4-1-7-16,0 0-2 0,0 4-8 0,0-4 2 16,-4 2-11-16,4-2 9 0,-5-2-5 0,1 1-2 15,-1-2 0-15,-2 1 4 0,2-2 3 0,-4 0-3 16,-1 1 0-16,0-1 3 0,0-2 2 0,4-2 7 16,-1 1 6-16,1-3 3 0,0 0 2 0,2 2 3 15,-3-2-3-15,3 0 5 0,3-3 4 0,0 0 6 16,0 2-2-16,1-4 4 0,2 0-5 0,2 3-12 15,0-5-8-15,0 3 0 0,2 0-10 0,2-1-10 16,-1 2-7-16,4 0 3 0,-6 1-2 0,1 5-2 16,4-2-2-16,-4 1 2 0,1 0-4 0,5 3-3 15,-1-1-3-15,-4 2-2 0,4 0 15 0,-2 2-14 16,0 0-3-16,-1 3 9 0,-1-3-6 0,-2 2-8 16,3 2-2-16,-3 0 6 0,2-1-9 0,-2-2 5 15,1 1-7-15,-2 4 1 0,0-7 2 0,-2 3-1 0,4 0-10 16,-5-3-22-16,1 0-27 0,0 2-28 0,1-1-31 15,0-2-34-15,-3-1-34 0,0-2-28 0,2 5-47 16,0-3-43-16,-2-2-64 0,0 0-79 16,0 0-64-16,4-9-355 0,-4 9-922 0,2-14 408 15</inkml:trace>
  <inkml:trace contextRef="#ctx0" brushRef="#br0" timeOffset="38837.4438">24895 14171 59 0,'0'0'332'0,"0"0"5"0,-2-3 9 0,2 3 5 0,-2-4 12 15,2 4 6-15,0 0 11 0,0 0 15 0,0 0 6 16,0 0 10-16,-1-3 0 0,1 3 3 0,0 0-4 16,0 0-9-16,0 0-23 0,0 0-19 0,0 0-25 15,0 0-19-15,0 0-28 0,0 0-21 0,0 0-18 16,5-5-16-16,-5 5-16 0,0 0-40 0,0 0-176 16,0 0 0-16,5-3 0 0,-5 3 0 0,9-2 0 15,-4-1 0-15,8 1 0 0,0 0 0 0,6 1 0 16,8 1 0-16,2-3 0 0,3 4 0 0,3-2 0 15,0 1 0-15,1 0 0 0,0-1 0 0,-5 0 0 0,2 2 0 16,-2 0 0-16,-5-3 0 0,-4 2 0 16,-3-1 0-16,-5 0 0 0,-1-1 0 0,-1 1 0 15,-5 1 0-15,2 0 0 0,-4 0 0 0,-5 0 0 16,8 0 0-16,-8 0 0 0,8 0 0 0,-8 0 0 0,0 0 0 16,7 1 0-16,-7-1 0 0,2 3 0 0,-2-3-392 15,0 0-151-15,0 0-74 0,0 0-490 0,0 0-1198 16,0 0 529-16</inkml:trace>
  <inkml:trace contextRef="#ctx0" brushRef="#br0" timeOffset="39761.1142">26007 13168 251 0,'-9'-6'386'0,"1"0"6"0,-1-2 9 15,0 4 3-15,4-1 2 0,0-4 7 0,-1 7-3 0,3 0-5 16,-4-1-10-16,4-1-21 0,-1 3-25 16,4 1-7-16,-4-6-16 0,0 5-38 0,4 1-9 15,0 0-21-15,0 0-27 0,0-3-17 0,0 3-30 16,8-3-4-16,-3 1-33 0,4 2-8 0,4-1-17 0,0 0-10 16,0 0-13-16,7-1-9 0,-2 1-2 15,2 1-10-15,-2 1-9 0,3-2 3 0,0 1-2 16,-4-1-3-16,3 1 6 0,-2 1-1 0,-5 0-67 15,1-1-5-15,-1 0 0 0,-3-2 0 0,3 2 0 0,-4 0 0 16,-3 0 0-16,2 0 0 0,-2 1 0 16,-6-1 0-16,9-2 0 0,-9 2 0 0,9 0 0 15,-9 0 0-15,7 1 0 0,-7-1 0 0,6 2 0 0,-4 2 0 16,1 1 0-16,0 0 0 0,-2 6 0 0,2-1 0 16,-1 8 0-16,1 0 0 0,-1 2 0 0,0 7 0 15,0 0 0-15,-1 3 0 0,6 4 0 0,-5 1 0 16,-1 12 0-16,2 1 0 0,6 2 0 0,3-1 0 15,-4 6 0-15,5-1 0 0,-4-1 0 0,3 2 0 16,-6 2 0-16,3-3 0 0,-4 1 0 0,0 2 0 16,0-8 0-16,-2 3 0 0,-2-6 0 0,-1-10 0 15,0-2 0-15,-1 2 0 0,-3-5 0 0,0 2 0 16,2-2 0-16,-1-2 0 0,3 1 0 0,-5-6 0 16,5 1 0-16,-2-6 0 0,0 0 0 0,2 0 0 15,-2-3 0-15,0 0 0 0,1 0 0 0,1 1 0 16,0-1 0-16,0-5 0 0,0-2 0 0,0-1 0 15,0 0 0-15,0-2 0 0,0-2 0 0,1 0 0 16,-1 1 0-16,-1-1 0 0,1-4 0 0,0 0 0 16,0 5 0-16,0-5 0 0,0 5 0 0,0-5 0 0,0 0 0 15,0 4 0-15,0-4 0 0,-8 2 0 0,3 0 0 16,-7-1 0-16,-8-1 0 0,0 0 0 16,-8 0 0-16,-4 3 0 0,-3-3 0 0,2 1 0 0,-8-2 0 15,6 2 0-15,-1-2 0 0,0 1 0 0,0-1 0 16,1 1 0-16,2 0 0 0,3-2 0 0,8 2 0 15,2 0 0-15,2 0 0 0,4 0 0 16,3 0 0-16,4 0 0 0,-2 2 0 0,1-4 0 0,8 2 0 16,-8 0 0-16,8 0 0 0,0 0 0 0,-10 2 0 15,10-2 0-15,0 0 0 0,-5 0 0 0,5 0 0 16,0 0 0-16,0 0 0 0,0 0 0 0,-5-2 0 16,5 2 0-16,0 0 0 0,0 0 0 0,0 0 0 15,0 0 0-15,0 0 0 0,-8 0 0 0,8 0 0 16,-5-3 0-16,5 3 0 0,0 0-321 0,-9 0-212 15,9 0-58-15,-5-2-62 0,-3-1-363 0,3-3-1100 16,-2 1 487-16</inkml:trace>
  <inkml:trace contextRef="#ctx0" brushRef="#br0" timeOffset="42139.3134">3809 13315 129 0,'1'-6'311'0,"-1"2"0"0,0-3-3 16,0 3-3-16,2-1-1 0,-2-1 10 0,1 1 3 15,-1 2 5-15,1-2 0 0,-1 0-5 16,0 0-3-16,0 5-4 0,2-7-2 0,-4 4-16 16,2 3-14-16,0-7-14 0,0 7 0 0,-1-3-7 0,1 3-13 15,0-5 4-15,0 5-6 0,0 0-11 0,0 0-6 16,3-3-19-16,-3 3-12 0,0 0-17 0,0 0-15 15,0 0-19-15,0 0-24 0,0 0 0 0,0 0-12 16,0 0-12-16,0 0-8 0,0 0-42 0,6 10-45 16,-6-5 0-16,0 3 0 0,1 2 0 0,2 3 0 15,-1 2 0-15,1 1 0 0,3 4 0 0,-2 3 0 16,3 3 0-16,-4-1 0 0,5 2 0 0,-4-2 0 16,1-5 0-16,-1 6 0 0,-3 0 0 0,3-7 0 15,-3 5 0-15,3-5 0 0,-4 1 0 0,0-2 0 16,0 1 0-16,0-2 0 0,0-1 0 0,3-4 0 15,-3-1 0-15,0 0 0 0,0-2 0 0,1-1 0 16,-1-4 0-16,0 1 0 0,0 2 0 0,0-3 0 16,0-2 0-16,0-2 0 0,1 9 0 0,-1-9 0 15,0 0 0-15,-1 4 0 0,1-4 0 0,0 0 0 16,0 0 0 0,0 3 0-16,0-3 0 0,0 0 0 0,0 0 0 0,0 0 0 0,0 0 0 0,0 0 0 0,0 0 0 15,0 0 0-15,0 0 0 0,0 0 0 16,5-12 0-16,-5 12 0 0,0-8 0 0,4 6 0 0,0-7-497 15,-2 4-84-15,6-5-71 0,-3 2-426 0,3-3-1166 32,1 2 516-32</inkml:trace>
  <inkml:trace contextRef="#ctx0" brushRef="#br0" timeOffset="42686.2017">4117 13404 111 0,'4'-6'376'16,"0"1"-5"-16,0-2 4 0,-3 1 4 0,3 1-8 15,0-1-12-15,1 2-13 0,-4-1-8 0,2 2-8 16,-1-2-14-16,2 3-14 0,-4-1-16 0,0 3-10 16,0-5-25-16,0 5-17 0,4-3-23 0,-4 3-12 15,2-4-24-15,-2 4-16 0,0 0-16 0,0 0 2 16,0 0 13-16,0 0 5 0,0 0-1 0,-9 12-2 15,6-6 8-15,-5 3-16 0,-1 0 4 0,-1 3-10 16,-7 2-11-16,3 1-10 0,-5 3-15 0,-4-2-1 16,1 0-17-16,4-4-6 0,2-2-10 0,0 3-13 15,2-3-3-15,3-2-43 0,2-1-17 0,1-2 0 16,-2 1 0-16,5-2 0 0,0-1 0 0,1 0 0 0,0-1 0 16,0-1 0-16,-2 1 0 0,6-2 0 15,0 0 0-15,-5 3 0 0,5-3 0 0,0 0 0 16,0 0 0-16,0 0 0 0,1-10 0 0,-1 10 0 0,0 0 0 15,4-4 0-15,-4 4 0 0,9-2 0 0,-9 2 0 16,10 2 0-16,-2 0 0 0,3 2 0 0,1 0 0 16,-2 1 0-16,1 2 0 0,4 3 0 15,0 1 0-15,-1-3 0 0,1 4 0 0,-2-1 0 0,-3 2 0 16,3-1 0-16,-4-2 0 0,-3-1 0 0,2 0 0 16,1 2 0-16,-4-3 0 0,3 0 0 0,-4-2 0 15,1 0 0-15,-3 0 0 0,2 0 0 0,-1 0 0 16,-1-4 0-16,-2 4 0 0,3-5 0 0,-3-1 0 15,4 4 0-15,-4-4 0 0,1 4 0 0,1-2 0 16,-2-2 0-16,0 0 0 0,0 0 0 0,0 0 0 16,0 0 0-16,0 0 0 0,0 0 0 0,7-10-154 15,-6 6-270-15,2-1-44 0,-2-1-47 0,3 0-37 16,-3-1-45-16,2-2-317 0,2 0-990 0,-3 2 438 16</inkml:trace>
  <inkml:trace contextRef="#ctx0" brushRef="#br0" timeOffset="43123.8657">4226 13594 104 0,'0'0'302'0,"0"0"18"0,3-6 6 15,-3 6-1-15,2-3 21 0,-2 3 7 0,0 0 5 0,1-3-5 16,-1 3-1-16,0 0-8 0,4-2-12 16,-4 2-22-16,0 0-17 0,0 0-19 0,0 0-33 15,3-4-20-15,-3 4-26 0,0 0-14 0,0 0-13 16,7 6-12-16,-3-4-10 0,1 3-11 0,-1 1-16 0,4-1-12 31,-2 3-1-31,1 0-16 0,-1-1-11 0,-1 0-6 0,-1 3 0 0,-2 0-15 0,5-1-7 0,-6 0-3 16,3 1-2-16,-4-2-8 0,0 0-3 15,0-1 1-15,1 0-7 0,-2-1-3 0,1 0-7 0,0-3 4 16,0 3 0-16,0-6 2 0,-3 5-6 0,2-2 1 16,1-3 6-16,0 3 2 0,0-3 6 0,0 0 11 15,0 0 12-15,0 0 2 0,0 0 2 0,-5-10 13 16,6 3 1-16,2 2 0 0,-2-1 11 0,0-5 2 15,3 3-5-15,0-2-10 0,1-1-24 0,2 0-49 16,0 1 0-16,1 0 0 0,0 1 0 0,-2 0 0 16,2-1 0-16,-2 0 0 0,-1 7 0 0,0-3 0 15,-1-1 0-15,0 4 0 0,1-1 0 0,-1 3 0 16,-2-5 0-16,-2 6 0 0,4-2 0 0,-4 2 0 16,0 0 0-16,0 0 0 0,7-1 0 0,-7 1 0 15,0 0 0-15,0 0-161 0,7 6-53 0,-5-3-51 16,-2-3-46-16,6 1-54 0,-4 1-40 0,-2-2-51 15,8 2-62-15,-4-1-398 0,-4-1-993 0,18-2 439 16</inkml:trace>
  <inkml:trace contextRef="#ctx0" brushRef="#br0" timeOffset="43436.7309">4810 13564 93 0,'0'0'458'0,"0"0"3"0,0 0 7 16,0 0-25-16,0 0-24 0,-13-5-24 0,13 5-22 15,0 0-16-15,-6-1-15 0,6 1-15 0,0 0-17 16,-5-3-30-16,5 3-20 0,0 0-16 0,0 0-23 0,0 0-6 31,0 0-28-31,0 0-22 0,0 0-11 16,0 0-17-16,0 0-10 0,15-1-16 0,-7 1-11 15,-1 0-4-15,6 0-14 0,-3 0-8 0,4 0-4 16,-6 0-6-16,5-2-11 0,-1 2-6 0,0 0-6 0,-3 0-27 16,-1 0-18-16,-2 0-21 0,-2 1-23 15,-4-1-33-15,9 0-34 0,-9 0-44 0,6 1-44 16,-6-1-48-16,8 0-34 0,-8 0-33 0,0 0-40 16,0 0-68-16,-11 8-54 0,4-8-260 0,7 0-801 0,-13 3 355 15</inkml:trace>
  <inkml:trace contextRef="#ctx0" brushRef="#br0" timeOffset="43733.5361">4734 13682 234 0,'0'0'326'0,"0"4"15"0,0-4 8 0,0 0 18 0,0 4 0 16,0-4 4-16,3 3 3 0,-3-3-9 0,5 2-10 15,-5-2-19-15,5 1-8 0,2-1-18 0,-7 0-23 16,11 1-19-16,-3 0-6 0,2 1-16 0,1-2-14 15,0-2-8-15,2 2-17 0,4-1-13 0,-4 1-19 16,5-1-25-16,0 0-2 0,-4-1-14 0,-4 0-14 0,3 2-9 0,-4 0-16 0,-2-1-6 0,4 0-9 16,-6 1-9-16,3 0-8 0,-8 0-2 0,9 0-3 15,-4-2-6-15,-5 2-25 0,6 0-11 0,-6 0-36 32,0 0-20-32,7-1-29 0,-7 1-27 0,0 0-36 0,0 0-43 0,0 0-31 0,0 0-55 0,0 0-46 15,0 0-43-15,0 0-52 0,0 0-54 0,0 0-70 16,0 0-267-16,0 0-857 0,0 0 379 0</inkml:trace>
  <inkml:trace contextRef="#ctx0" brushRef="#br0" timeOffset="44359.9961">5628 13366 115 0,'1'-6'436'15,"-1"-2"17"-15,-1 3 10 0,1-2-4 0,1 0 2 16,-1 3-14-16,-1-2-10 0,1 1-13 0,-3-1-5 16,6 3-3-16,-3 3-32 0,0-6-25 0,0 1-19 15,0 5-24-15,0 0-26 0,0 0-24 0,0 0-29 16,0 0-7-16,0 0 9 0,0 0-5 0,-7 14-5 15,5-4-11-15,2 1-7 0,-1 6-103 0,-2-1-108 0,3 2 0 16,0 2 0-16,0 2 0 0,3 2 0 16,-6 1 0-16,3 0 0 0,0-6 0 0,0 6 0 15,-1 0 0-15,1-9 0 0,-3 5 0 0,2-3 0 16,-2-1 0-16,2-5 0 0,1 3 0 0,-1-5 0 0,-2-1 0 16,2-1 0-16,1-2 0 0,0-3 0 0,0 1 0 15,0 0 0-15,0-4 0 0,4 3 0 0,-4-3-28 16,0 0-460-16,14-2-62 0,-8-3-70 0,-2-1-465 15,0-2-1174-15,1-2 520 0</inkml:trace>
  <inkml:trace contextRef="#ctx0" brushRef="#br0" timeOffset="44940.9749">5473 13418 111 0,'-2'-8'357'0,"-2"-2"19"15,0 0 14-15,-1-1 3 0,5 0-7 0,-1 2-4 16,-1 0-3-16,1-2-8 0,1 0-11 0,0-1-7 16,1-4-14-16,2 5-17 0,1-1-18 0,2-3-20 15,4 0-15-15,1 2-11 0,2 0-19 0,2 0-13 16,8-3-13-16,0 2-19 0,-2 0-6 0,-3 5-6 0,4 0-13 16,-4 0-6-16,10-3-10 0,-1 3-18 15,1 4-6-15,-6 3-8 0,0-2-4 0,-1 2-16 16,-2 2-12-16,-1 4-2 0,0-1-36 0,-5 1-51 15,0 1 0-15,-2 2 0 0,-2 2 0 0,0 1 0 0,-3 2 0 16,0 4 0-16,-5-5 0 0,0 8 0 0,-2 0 0 16,-2 6 0-16,-3 0 0 0,-6-2 0 0,1 0 0 15,-7 1 0-15,4-1 0 0,-1-1 0 0,-2-2 0 16,0-6 0-16,-2 2 0 0,3-3 0 0,5-6 0 16,-1 1 0-16,1-1 0 0,2-3 0 0,3-1 0 15,-2 0 0-15,3-2 0 0,-2 0 0 0,0 1 0 16,7-2 0-16,-11-3 0 0,7 0 0 0,0 2 0 15,0-2 0-15,2 0 0 0,-1-2 0 0,3 5 0 16,-1-6 0-16,-2 2 0 0,3 4 0 0,0-6 0 16,0 4 0-16,0 2 0 0,3-4 0 0,-3 4 0 15,4-2 0-15,-4 2 0 0,0 0 0 0,14 3 0 16,-5 0 0-16,-4-1 0 0,4 3 0 0,1 0 0 16,0 2 0-16,0 1 0 0,-1-1 0 0,1 2 0 15,-1 0 0-15,3 4 0 0,-4-3 0 0,1-2 0 16,-2 3 0-16,1-1 0 0,-2 0 0 0,2-1 0 15,-3 1 0-15,3 1 0 0,-3-3 0 0,1 2 0 16,1-3 0-16,-2 1 0 0,-1 0 0 0,0-3 0 0,-2 1 0 16,3-2 0-16,0 1 0 0,-1-2 0 0,1-1 0 15,2 1 0-15,-4-2-110 0,4 0-178 0,-2 0-40 16,-5-1-47-16,13-3-31 0,-9 1-34 16,-1 0-39-16,4-2-32 0,-2 0-365 0,1-2-949 0,1-2 420 15</inkml:trace>
  <inkml:trace contextRef="#ctx0" brushRef="#br0" timeOffset="45189.8957">6019 13539 29 0,'1'-5'281'0,"3"3"15"0,-4 2 21 0,1-7 17 15,0 3 22-15,2 1 13 0,-3 3 11 0,4-4 8 16,-4 4 5-16,0-4 2 0,0 4-9 0,0 0-8 16,0 0-15-16,0 0-23 0,0-5-22 0,0 5-18 15,0 0-17-15,0 0-10 0,0 0-21 0,0 0-7 16,5 11-18-16,-1-6-21 0,-4-1-15 0,1 0-11 15,2 2-25-15,-3-1-21 0,1 2-3 0,-1-1-12 0,3 3-9 16,-6-3-48-16,3 2-62 0,0-4 0 16,0 4 0-16,0-2 0 0,-1 0 0 0,-2-3 0 15,2 2 0-15,1 0-67 0,0-5-129 0,0 5-40 16,-3-1-56-16,3-4-58 0,0 0-77 0,0 0-74 0,0 0-55 16,0 0-372-16,3-13-1005 0,1 6 445 0</inkml:trace>
  <inkml:trace contextRef="#ctx0" brushRef="#br0" timeOffset="45361.7233">6070 13430 47 0,'0'-3'334'0,"-1"-2"19"0,-2-1 37 15,3 2 16-15,-1-3 4 0,0 3-15 16,-2-2-24-16,2 2-28 0,-2 0-23 0,2 0-30 0,1 4-29 16,-5-6-29-16,5 6-22 0,-1-4-20 0,1 4-30 15,-3-2-49-15,3 2-62 0,0 0-64 0,0 0-59 16,0 0-44-16,0 0-59 0,0 0-57 0,22 5-61 15,-12-4-52-15,-2 1-255 0,4-2-653 0,0 0 289 16</inkml:trace>
  <inkml:trace contextRef="#ctx0" brushRef="#br0" timeOffset="45643.5173">6300 13325 353 0,'0'-4'404'0,"0"-2"30"0,-1 0 29 16,1 2 14-16,-4-1 7 0,4 1 5 0,-1-2 5 15,-2 0 10-15,2 1 0 0,1 2-9 0,-4-1-16 16,4 4-23-16,-1-6-28 0,-2 4-25 0,3 2-36 16,0 0-32-16,0-4-35 0,0 4-32 0,0 0-214 15,0 0-54-15,0 0 0 0,0 0 0 0,-5 15 0 16,4-10 0-16,1 6 0 0,-3 1 0 0,2 4 0 16,-2 0 0-16,2 1 0 0,-1 0 0 0,-1 3 0 15,2-2 0-15,-3 2 0 0,4-3 0 0,-4 0 0 16,3-1 0-16,-2 0 0 0,2-2 0 0,1-3 0 15,1 0 0-15,-1-1 0 0,3-1 0 0,-2 1 0 0,3-3-186 16,0-1-317-16,0 0-46 0,3-3-69 0,-2-3-439 16,3 0-1143-16,0 0 506 0</inkml:trace>
  <inkml:trace contextRef="#ctx0" brushRef="#br0" timeOffset="45909.9043">6419 13341 32 0,'6'-11'368'0,"-5"3"20"15,3-2 25-15,-2 3 33 0,-2 0 17 16,1 2 3-16,-1-3 5 0,1 3-10 0,-1 2 9 0,2-1-19 16,0 1-13-16,-2 3-26 0,0-5-31 0,0 5-36 15,0 0-18-15,0 0-14 0,0 0-11 0,0 0-17 16,0 0-21-16,0 15-17 0,0-4-13 0,0 1-20 16,1 0-214-16,2 3 0 0,-3 2 0 0,0 0 0 15,0-1 0-15,0 2 0 0,0 0 0 0,0 0 0 16,1-1 0-16,-2 1 0 0,2-3 0 0,-2-2 0 15,-2-1 0-15,3 1 0 0,-1-1 0 0,1 0 0 16,0-3 0-16,-2 0 0 0,4-2 0 0,-2 2 0 16,-2-4 0-16,2 3 0 0,-2-4-129 0,2-1-326 15,0-3-46-15,-1 3-61 0,1-3-32 0,0 0-398 16,0 0-1075-16,0 0 476 0</inkml:trace>
  <inkml:trace contextRef="#ctx0" brushRef="#br0" timeOffset="46332.349">6353 13514 106 0,'0'0'257'0,"-12"0"22"0,5 0 11 0,-1 1 31 0,0-1 3 16,2 1-5-16,-1-1 9 0,7 0-1 15,-11 2-2-15,6-1-5 0,5-1-19 0,-8 2-17 16,4-1-15-16,4-1-16 0,0 0-9 0,-9 1-13 16,9-1-11-16,0 0-14 0,0 0-9 0,0 0-6 0,0 0-26 15,0 0-12-15,0 0-16 0,0 0-8 0,0 0-15 16,0 0-5-16,22-2-15 0,-12 0-6 15,3 1-8-15,-2 1-6 0,3-3-9 0,1 0-5 16,2-1-2-16,0 1-5 0,2-1-5 0,0 3-2 0,-6-2-2 16,5 1 2-16,0 0 1 0,-4 1-8 15,-4 0 4-15,2 0-4 0,-1 2 7 0,-3-1-14 0,-3 0-3 16,4 0 11-16,-2 1-14 0,-1 0-3 16,0 2 7-16,-1-1-1 0,0 1-2 0,0 3 3 0,-1-1-3 15,-1 1 5-15,1-1-5 0,-2 2 5 0,-1-1 0 16,2 2-8-16,-3-2 0 0,1 1-5 0,-1 0 1 15,2 0-6-15,-2-1 1 0,-2-1-2 0,2 1-1 16,0 1 6-16,-1-2-9 0,2-2 8 0,-3 5-8 16,2-5-3-16,-2 1 3 0,2-4-31 0,0 6-30 15,0-6-32-15,0 3-36 0,0-3-30 0,0 0-28 16,0 0-38-16,6 2-58 0,-6-2-67 0,0 0-45 16,12-6-64-16,-4-1-48 0,-4 2-373 0,2-5-943 15,-1 3 417-15</inkml:trace>
  <inkml:trace contextRef="#ctx0" brushRef="#br0" timeOffset="46489.1043">6674 13407 283 0,'-1'-5'382'0,"1"1"36"0,-1 0 28 16,-4 0 3-16,5 0-17 0,0 4-32 0,0-6-34 16,-4 3-40-16,4 3-33 0,0-4-34 0,0 4-29 0,0 0-49 15,0 0-60-15,0 0-49 0,0 0-54 0,0 0-57 16,0 0-71-16,10 11-62 0,-6-5-57 15,1 2-66-15,-1-3-48 0,1 4-239 0,5 0-630 16,-2 0 279-16</inkml:trace>
  <inkml:trace contextRef="#ctx0" brushRef="#br0" timeOffset="46896.3215">6790 13527 230 0,'0'0'335'0,"0"0"17"15,0 0 22-15,0 0 13 0,0 0 15 0,0 0 7 0,0 0 5 16,-7-13-4-16,5 11-10 0,2 2-3 0,-4-3-16 15,4 3-18-15,0 0-14 0,-3-2-25 16,3 2-20-16,0 0-28 0,0 0-32 0,0 0-24 16,0 0-19-16,0 0-18 0,0 0-20 0,0 0-18 0,5 9-17 15,-2-6-13-15,-2 3-9 0,2-1-9 0,-1 0-12 16,0 1-11-16,0 0-5 0,-1 0-8 0,1 3-3 16,0-6-29-16,-1 3-20 0,1-1-19 0,-1-1-27 15,-1 0-14-15,3 0-14 0,-2 2-19 0,0-3-3 16,-1-3 2-16,0 3 5 0,0-3 8 0,3 2-1 15,-3-2 3-15,0 0 2 0,0 0 7 0,14-4 4 16,-9 0 6-16,-1-2 4 0,1 0 3 0,0 3 7 16,1-6 2-16,3 3 4 0,-4-1 8 0,3 1 16 15,-4 0 14-15,1 1 10 0,0 1 8 0,1 1 8 16,-3-1 3-16,2 1 0 0,-1 0-1 0,1 2-1 16,-1-3-11-16,-4 4 5 0,6 0-1 0,1 0-5 0,-7 0-4 15,0 0 2-15,10 1-1 0,-6 2-4 16,0 1-6-16,1-2-3 0,-3 2 3 0,2-1-21 15,3 1-31-15,-2 0-39 0,-1-1-41 0,2 1-46 16,1-1-46-16,4 1-58 0,-2-3-52 0,1 3-44 0,-2-4-56 16,4 0-54-16,-2 0-326 0,1-3-870 0,-1 2 385 15</inkml:trace>
  <inkml:trace contextRef="#ctx0" brushRef="#br0" timeOffset="47615.3649">7158 13477 53 0,'0'0'284'0,"1"-4"15"0,3 2 11 15,-4 2 7-15,2-3 8 0,-2 3 1 0,3-6-1 16,-2 3-2-16,-1 3-10 0,3-3-7 0,-3 3-27 16,0 0-26-16,2-5-23 0,-2 5-24 0,0 0-17 15,0 0-16-15,0 0-19 0,12 7-14 0,-10-3-11 16,5 2-8-16,-5-2-11 0,1 0-10 0,1 2-8 16,-2 2-9-16,1-2-7 0,-1 0-7 0,-2 2-10 15,2 0-1-15,-4 0-5 0,1 1-5 0,0 0-3 16,-3-1-6-16,-1 2-2 0,-3-3-3 0,1 3-1 15,-3-5-7-15,0 4-12 0,-4-2-13 0,4-6-13 16,-4 4-6-16,1-3 0 0,4 1-1 0,-5-2 2 16,5-1 2-16,1-1 6 0,1-2-7 0,3-2 4 15,-2 2-2-15,1-4 7 0,3-2-3 0,2 1 2 16,0-6-2-16,2 5 8 0,0-1 1 0,3-1 5 16,2 0 4-16,1 0 7 0,0 1 11 0,-1 1 3 15,0 1 8-15,2 1 5 0,0 0 3 0,0 3 1 16,4 1 5-16,-7 0 6 0,3 3 10 0,4 2 12 15,-4 5 16-15,-1-3-7 0,1 1 6 0,-2 4 7 16,1 2 14-16,-6 1 5 0,4 4 9 0,-4 0 4 16,-1 5-2-16,2 2-6 0,-4-1 4 0,-1 5-2 0,-1 0-13 15,0-2 2-15,0 2-22 0,-3-3-1 16,2 1-56-16,-1-7-37 0,0 9 0 0,3-7 0 16,-1-2 0-16,2 0 0 0,-2-1 0 0,3-4 0 15,0 3 0-15,3-3 0 0,-2-1 0 0,3-1 0 0,0-2 0 16,1 2 0-16,-3-3 0 0,1-1 0 15,2 1 0-15,-1-1 0 0,0-1 0 0,-2-1 0 16,1 0 0-16,-2-2 0 0,4 1 0 0,-2-1 0 0,-2 0 0 16,-1-3 0-16,2 3 0 0,-2-3 0 0,2 3 0 15,-2-3 0-15,2 3 0 0,-2-3 0 0,0 0 0 16,0 0 0-16,0 4 0 0,0-4 0 0,0 0 0 16,0 0 0-16,0 0 0 0,0 0 0 0,0 0 0 15,0 0 0-15,0 0 0 0,0 0 0 0,-16-8 0 16,9 4 0-16,-2 0 0 0,2-1 0 0,-3 1 0 15,-2-1 0-15,-2 0 0 0,0-2 0 0,-8-1 0 16,4 0 0-16,-9-2 0 0,-1 4 0 0,-1-3 0 16,3 3 0-16,-3-1 0 0,10 2 0 0,-3 1 0 15,3-2 0-15,0 1 0 0,6 3 0 0,3 1 0 16,-1-1 0-16,3 1 0 0,2 0 0 0,1-2 0 16,5 3 0-16,-5-4 0 0,4 2 0 0,1 2 0 15,4-7 0-15,2 5 0 0,4-4 0 0,3 2 0 16,0-2 0-16,6-1 0 0,-1 0 0 0,4 2-324 15,-2-1-351-15,7-2-524 0,-3-3-1299 0,-5 3 575 16</inkml:trace>
  <inkml:trace contextRef="#ctx0" brushRef="#br0" timeOffset="48445.0388">7339 13544 6 0,'3'-4'405'0,"-3"4"-6"0,1-4-2 0,-1 4-6 0,6-6-13 15,-6 6-7-15,0-3-12 0,0 3-20 16,0 0-7-16,4-1-20 0,-4 1-17 0,0 0-22 16,0 0-22-16,0 0-22 0,0 0-23 0,0 0-23 15,0 0-16-15,1-5-19 0,-1 5-12 0,0 0-14 0,0 0-7 16,0 0-10-16,0 0-6 0,0 0-4 0,13 6-3 15,-9-5-13-15,0 1 0 0,2 0-9 16,-6-2-4-16,7 2-4 0,-4-1-2 0,3 0-5 16,-1 0-8-16,1 1-5 0,0-2 0 0,2 0-2 0,-3 1 0 15,-5-1-3-15,14-1-5 0,-9-2-3 0,2 1-3 16,-2 0 7-16,1-2 6 0,-1 1-3 0,-1-3 0 16,-1 2 0-16,-1-1 6 0,0 2-10 15,0-2-3-15,-2 1 3 0,0 1 4 0,0 3-3 0,0-8 0 16,-4 5-4-16,2-1-1 0,-2 3-1 0,4 1-9 15,-9-4-3-15,5 2 5 0,4 2-3 0,-9 0-2 16,9 0-4-16,-11 3 0 0,3 1-2 0,2 0 0 16,-2 2-2-16,2 1-1 0,-3 3-1 0,1-1 3 15,2 1-10-15,-1-1 3 0,0 6 5 0,-1-3-2 16,4-3-3-16,-1 2 1 0,1 0 1 0,3-3-3 16,1 3 9-16,-3-1-7 0,3-3 0 0,0 0 0 15,3-1 2-15,-1 2 1 0,5-4-2 0,-2 1 1 16,0-1 0-16,8-2 4 0,0-2-5 0,6-2 8 15,-6-1-5-15,4-2 5 0,0-2 0 0,3-1-6 16,2-2 8-16,-8-1 0 0,4 1 12 0,-1-1 11 16,-2-4 9-16,-2 2 10 0,1 0 9 0,-4 0 7 15,-6 3-3-15,4 1-35 0,-2-1-33 0,-2 4 0 16,0-1 0-16,-3 1 0 0,2 0 0 0,-2 0 0 16,1 2 0-16,-2 3 0 0,0 1 0 0,0 0 0 15,0-6 0-15,0 6 0 0,0 0 0 0,0 0 0 16,0 0 0-16,0 0 0 0,0 0 0 0,0 0 0 15,0 0 0-15,0 0 0 0,0 0 0 0,-6 13 0 16,6-13 0-16,5 5 0 0,-1-3 0 0,0 1 0 0,0 1 0 16,3-2 0-16,-3 0 0 0,3 2 0 0,-2-3 0 15,2 1 0-15,2 1 0 0,-2-1 0 0,0 0 0 16,0-1 0-16,0 3 0 0,1-1 0 16,-3 0 0-16,0 1 0 0,3-1 0 0,-2 2 0 0,-2 0 0 15,0 1 0-15,1-1 0 0,-4 2 0 0,2-1 0 16,1 4 0-16,-3-3 0 0,-1 3 0 0,0-5 0 15,0 4 0-15,0-2 0 0,-1-1 0 0,-2 0 0 16,2 0 0-16,1 0 0 0,-4-1 0 0,4-2 0 16,-2 1 0-16,2-4 0 0,-2 5 0 0,2-5-132 15,0 0-91-15,4 2-68 0,-4-2-58 0,10-7-53 16,2 3-41-16,-3 0-37 0,6-3-70 0,-3 0-338 16,2-2-960-16,1-2 426 0</inkml:trace>
  <inkml:trace contextRef="#ctx0" brushRef="#br0" timeOffset="49226.2515">7906 13221 136 0,'-3'-3'336'0,"3"3"-3"0,-5-6-6 0,5 6-12 15,2-4 18-15,-6-1-5 0,4 5 3 0,0-3-15 16,0 3-14-16,0 0-23 0,0-5-23 0,0 5-26 16,5-3-16-16,-5 3-22 0,0 0-13 0,11 1-10 15,-11-1-13-15,9 4-12 0,-6-1-14 0,4 0-15 16,-3 2-10-16,-1-1-10 0,1 2-7 0,0 0-9 16,-4 0-18-16,0 1-38 0,0-1-43 0,0 1-50 15,0 1-60-15,0-2-53 0,-4 2-56 0,2 0-71 16,0 0-71-16,-1 1-326 0,0-1-765 0,2-2 339 15</inkml:trace>
  <inkml:trace contextRef="#ctx0" brushRef="#br0" timeOffset="49569.77">8065 13357 84 0,'0'0'372'0,"9"-4"19"0,-5 3 18 0,-4 1-4 16,5-1-17-16,-5 1-19 0,0 0-24 0,0 0-19 15,0 0-23-15,0 0-20 0,0 0-31 0,0 0-23 16,0 0-27-16,0 0-9 0,-12 15-25 0,6-9-19 16,2 4-12-16,-2-2-16 0,-1 2-12 0,1 0-8 15,2-1-13-15,2 0-8 0,2 0-9 0,0 1-4 16,0 1-6-16,2-1-8 0,2-2-3 0,1 0-5 16,-1 3-6-16,6-4 7 0,-2 2-1 0,1-1 2 15,1 0-3-15,-1-2 6 0,0 1-3 0,1 0-5 16,-5-1-3-16,0-1-1 0,2-1-2 0,-1-2-5 15,-3 3-5-15,-1-3 0 0,1 3-2 0,-2-1-1 0,-1-4-5 16,-5 7 3-16,1-1-4 0,-2-2-3 16,-3-1-14-16,-4-1-34 0,1 4-33 0,2-2-41 15,-8 2-44-15,3-5-38 0,1 2-32 0,4 0-33 16,-3-3-30-16,4 1-41 0,4-1-54 0,5 0-59 16,-9-1-239-16,9 1-734 0,0 0 325 0</inkml:trace>
  <inkml:trace contextRef="#ctx0" brushRef="#br0" timeOffset="62171.828">9082 13340 240 0,'4'-5'300'0,"0"0"3"0,1 0 4 0,-1-1-1 16,5-2 4-16,-4 0 4 0,0-1 12 0,-1-2-3 15,1 3-12-15,4-3-6 0,1-1-2 0,-5 5-2 16,0-3-10-16,2 2-7 0,-2-1-10 0,0-1-6 16,-2 0-6-16,-2 3-11 0,0 0-8 0,2 1 0 15,-3 0-35-15,0-2-11 0,0 2-7 0,-3 1-1 16,1-1-14-16,-4 0-7 0,1 2-11 0,-1-3-6 15,-4 6-1-15,-1-3-12 0,0 2-8 0,2 1-11 0,-10 6-8 16,6-3-68-16,-1 4-43 0,-4 2 0 0,-1 2 0 16,-3 6 0-16,-5 4 0 0,3 0 0 0,0 1 0 15,1 3 0-15,1 1 0 0,-1 2 0 16,4 0 0-16,1 1 0 0,2 0 0 0,1-3 0 0,4 5 0 16,1-5 0-16,3 3 0 0,2-4 0 0,1-5 0 15,4-1 0-15,2 1 0 0,0-1 0 0,5-2 0 16,0-1 0-16,5-1 0 0,-1 0 0 0,3 0 0 15,4-4 0-15,0 1 0 0,0-2 0 0,5-4 0 16,2 3 0-16,-5-1 0 0,0-5 0 0,-1 1 0 16,2-4 0-16,7 1 0 0,-8-2 0 0,-2-2-342 15,4-1-61-15,0 1-49 0,-4-2-48 0,-1-2-41 16,1-1-32-16,-1 1-324 0,-4 0-972 0,2 1 430 16</inkml:trace>
  <inkml:trace contextRef="#ctx0" brushRef="#br0" timeOffset="62593.758">9266 13569 48 0,'0'0'374'0,"-1"-7"13"0,1 2 3 0,0 1-15 16,0-2 5-16,0 3-10 0,0-4 0 0,-3 3-15 15,2-1-11-15,1 0-12 0,0 0-20 0,0 1-16 16,0-1-11-16,4-2-28 0,-4 3-19 0,5-1-21 15,-1 1-25-15,1 1-18 0,-1-3-17 0,5 5-12 16,0-4-8-16,0 2-10 0,2 1-13 0,-2 2-6 16,3 2-8-16,0-1-12 0,0 0-3 0,1 3-7 15,-3 1-4-15,-1 2-12 0,0-1 4 0,1 1-11 0,-4 2-9 16,1 1-2-16,-3 1-1 0,-2-2-6 0,0 3-6 16,-4-1-1-16,0 2 11 0,-3-1-14 0,-1-1 1 15,-4 5-2-15,-2-3-7 0,-3-1-2 0,-2-2 12 16,1 3-14-16,1-5 4 0,-2-1-12 0,3-2 7 15,4 0 4-15,-3-3 1 0,4 1 22 0,-1-4 25 16,2-2 5-16,2-1 18 0,0 0-2 16,-1-3-2-16,5-2-7 0,-1 0-6 0,2-2-72 0,3-1 0 15,0 1 0-15,0-3 0 0,3 0 0 0,3-1 0 16,-5 3 0-16,5 1 0 0,0 1 0 0,0 2 0 16,2 1-170-16,0 1-49 0,2 2-63 0,-1 0-62 15,2 1-57-15,-1 3-44 0,-1 1-52 0,1-1-46 16,-5 2-339-16,5-2-955 0,-3 4 422 0</inkml:trace>
  <inkml:trace contextRef="#ctx0" brushRef="#br0" timeOffset="63375.173">9557 13507 288 0,'2'-6'399'0,"1"0"9"0,-1 0-1 15,1-1-6-15,-1 2-7 0,1 1-6 0,-2 0-4 16,2-1-14-16,-2 0-14 0,1 3-24 0,0-3-22 0,-2 5-28 16,1-2-32-16,-1 2-23 0,6 0-21 15,-6 0-15-15,9 5-18 0,-5-2-4 0,1 1-22 16,0 3-8-16,1 0-5 0,0 1-19 0,1 1-16 16,-3 0-5-16,1 0-11 0,-1 2-5 0,2 0-8 0,-1 4-11 15,-3-5-1-15,1 0-13 0,-2 1 1 0,0-3-2 16,-1 3-8-16,0-3-5 0,0-2-2 15,0 0-4-15,0 1-4 0,-1-3-5 0,1-1 6 16,0-3 1-16,0 5-1 0,0-5-5 0,0 0-2 0,0 0-2 16,0 0 0-16,0 0 0 0,6-11 0 0,-2 4-4 15,-3 2 0-15,5-3-1 0,0 2 1 0,0-5-6 16,2 2 2-16,-3 0 2 0,0 2-1 0,3-2-2 16,-2 1 2-16,-1 4-1 0,3-3 2 0,-4 3 5 15,1 0-6-15,0 1-6 0,0 1 3 0,2 0 3 16,-2 2-1-16,-5 0 0 0,0 0 2 0,14 5-2 15,-10-3-2-15,1 2 3 0,0 0 2 0,0 3 4 16,-2-2 4-16,0 2-13 0,1 2 4 0,1 0-3 16,-1 0 2-16,-1 2-3 0,-2-3 10 0,2 0-9 15,-2-1-10-15,4 1 10 0,-4-3-3 0,1 1 19 16,-1 0-17-16,1-1 6 0,3-1-1 0,-1-3 2 16,0 1-3-16,1-2 3 0,-5 0-6 0,18-5 6 15,-10-1-6-15,2 0 9 0,3-6-2 0,2-1-4 16,-2 0 4-16,-2-5-8 0,2 3 6 0,4-6 0 15,-7-5-6-15,7 5-7 0,-3-1 15 0,-2 5 18 16,-1 2 3-16,-6 2 3 0,0 1-4 0,0-1 8 16,-2 5-10-16,0 1-5 0,0 1-3 0,-3 1-4 15,0 3-7-15,0 2 4 0,0 0-7 0,0 0-7 16,0 0 8-16,-14 8-5 0,10-2-1 0,1 0 1 16,-2 4 2-16,1-1 7 0,2 2-11 0,-1-1-3 15,3 3-1-15,2-2 5 0,0 1 2 0,6 2-3 0,-4-3 5 16,7 2-7-16,-2-3 6 0,-1-1-4 0,0 0-2 15,2-1 0-15,0-1 3 0,-1 1 1 0,0-2 1 16,-2-2-5-16,1 4-1 0,0-5 10 16,-5 2-5-16,0 1-3 0,2-2-3 0,-1-2 3 0,0 1-2 15,-4 1 2-15,1 1 5 0,-1-1-5 0,-1-1 5 16,-3 3-2-16,-6-1 1 0,1 0 1 0,-4-1-5 16,-6 0 0-16,-3 3-6 0,-6-2-42 0,9 1-17 15,-3-2-20-15,2-1-12 0,7 0-19 0,0-1-21 16,2 0-16-16,3-1-27 0,0-1-49 0,3 0-62 15,5 0-69-15,0 0-56 0,0 0-58 0,0 0-63 16,17-12-297-16,-3 6-902 0,0-2 400 0</inkml:trace>
  <inkml:trace contextRef="#ctx0" brushRef="#br0" timeOffset="63765.8009">10318 13295 42 0,'4'-13'477'0,"-1"1"17"16,-1 2 22-16,-2-3 6 0,0 2-7 0,-2 2-6 15,2 0-17-15,-2-1 0 0,1 3-18 16,1 2-18-16,-3-1-26 0,3 0-28 0,-1 2-35 16,1 4-29-16,0-5-37 0,0 5-30 0,0 0-31 0,0 0-18 15,0 0-16-15,0 0-7 0,0 0-11 0,-6 16-150 16,6-7-38-16,-2 2 0 0,2 1 0 0,0 5 0 15,-1 1 0-15,1 0 0 0,1 2 0 0,1-1 0 16,0 6 0-16,0-5 0 0,0-1 0 0,-2 2 0 16,3-2 0-16,-1 2 0 0,0-3 0 0,0 1 0 15,-2-1 0-15,1-1 0 0,-1 0 0 0,0-3 0 16,0-3 0-16,-1 1 0 0,1 2 0 0,0-5 0 16,0 2 0-16,0-4 0 0,-2-1 0 0,2-1 0 15,-2 1 0-15,2-1 0 0,0-2 0 0,0-3 0 16,0 7 0-16,-1-5 0 0,1-2 0 0,0 0 0 15,0 0 0-15,0 0 0 0,0 0 0 0,0 0-451 16,9-11-67-16,-5 7-58 0,-1-3-38 0,1 2-392 16,0-1-1089-16,1-1 482 0</inkml:trace>
  <inkml:trace contextRef="#ctx0" brushRef="#br0" timeOffset="64001.8212">10276 13544 118 0,'-8'-3'340'0,"3"1"35"0,0-1 29 15,0 1 23-15,0 0 12 0,0-1 3 0,-2 0-8 16,1 0-11-16,3 1-10 0,1-1-20 16,2 3-28-16,-4-6-25 0,3 4-33 0,1 2-36 15,-3-5-27-15,3 5-26 0,7-5-20 0,-4 5-22 0,3-2-14 16,4 0-37-16,1 1-35 0,0 1-40 0,1-3-41 16,1 3-45-16,0-1-34 0,2 0-38 0,-3 0-35 15,5-4-31-15,1 3-32 0,-5 0-29 16,0-1-25-16,1 1-16 0,-2 0-15 0,0-2-25 0,-1 3-20 15,-1-5 2-15,1 3 2 0,-1 0 6 0,-2 2 18 16,1-3-194-16,-1 3-545 0,-2 1 241 0</inkml:trace>
  <inkml:trace contextRef="#ctx0" brushRef="#br0" timeOffset="64768.988">10522 13445 1501 0,'0'0'-113'0,"8"-2"41"15,-8 2 29-15,5 0 28 0,-5 0 24 0,0 0 36 16,6-2 28-16,-6 2 27 0,0 0 20 0,0 0 29 16,6-1 23-16,-6 1 22 0,0 0 25 0,0 0 17 15,6-1 26-15,-6 1 9 0,0 0 9 0,0 0-9 16,4-4-3-16,-4 4-4 0,5-2-8 0,-5 2-15 15,0 0-13-15,4-3-20 0,-4 3-11 0,5 0-22 16,-5 0-13-16,9-2-15 0,-9 2-14 0,9 2-15 16,-4-2-10-16,-5 0-7 0,9 4-13 0,-5 1-12 15,2-1-4-15,1-1-10 0,-5 1-6 0,2 3-2 16,0-2-8-16,1 4-3 0,-5-3-3 0,4 1-1 16,-4 2-7-16,0-2-2 0,0 3-5 0,-1-2-7 15,-2 0 5-15,-2 0 0 0,-3 1-4 0,2-2-2 0,-3 1 0 16,0-2-1-16,-4 0-4 0,3 0 5 15,-3-2-1-15,4-2-1 0,-3 0 1 0,3 1-1 16,1-2 0-16,0-1 0 0,8 0-6 0,-10-5 3 16,5 2 1-16,1-1 3 0,1-2-4 0,1 0 4 0,2-3-3 15,2 0-1-15,1 0-3 0,1 1-1 0,1-2 0 16,3 1 0-16,-1 0-7 0,2 0 0 16,-2 0 3-16,0 2-7 0,2 3 5 0,0 0 1 15,-4 0-3-15,3 2 2 0,2 1-1 0,-6-1 0 0,6 4-2 16,-2-2-1-16,-2 1 12 0,2 5-7 0,-3-3-2 15,3 1-1-15,-3 1 4 0,2 2-7 16,-4 1 7-16,0-3-4 0,0 3 2 0,0-1-1 0,0 0 1 16,-1 1-2-16,0 1 2 0,-1-3-1 0,-1 0-1 15,1 0 2-15,0-1-1 0,1-1 5 0,-2 0-2 16,2-1-1-16,-2-3 1 0,0 6 4 0,0-6 1 16,0 0 11-16,0 0-12 0,0 0 0 0,0 0-1 15,0 0 4-15,12-14-4 0,-9 11-1 0,1-4 3 16,3-1-3-16,-2 0 4 0,2-1-8 0,0 2 8 15,-1-1 0-15,1 1 3 0,1-1-2 0,-2 4 9 16,-1-1 0-16,0 1-4 0,0-1 4 0,-1 3-8 16,2-1 2-16,-1 2-3 0,-1-1-3 0,-4 2-4 15,9 1-1-15,-5 1 9 0,2 0-7 0,-2 1-1 16,4 1 2-16,-6 0-7 0,2-1 6 0,0 2 0 16,0-2-4-16,1 4 7 0,-4-1-11 0,2-1 10 15,-2 1-7-15,2-2 6 0,-1 0-6 0,-2 2 0 0,4-4-1 16,-4 2-4-16,0-4-3 0,4 3 5 15,-4-3 1-15,0 0 2 0,5 0-4 0,-5 0 10 0,0 0-3 16,10-5-1-16,-3 1 3 0,-1-2-4 0,2 0-3 16,1-2 11-16,-2 1-10 0,2 0-2 0,0-1 5 15,-1 1 1-15,1 0 1 0,0 3 4 16,-2 0 3-16,1-2 6 0,-3 2-6 0,0 1 3 0,-1 2-12 16,1-1 7-16,2 1 0 0,-7 1-4 0,9 3 1 15,-3-2-6-15,-3 1 9 0,0 2-5 0,5 1-5 16,-5-1-17-16,0 1-29 0,0 4-31 15,2-3-37-15,-1-1-43 0,1 3-53 0,0 0-50 0,3 0-64 16,-4 1-52-16,1-4-54 0,4 0-65 0,0 0-389 16,1-3-957-16,0-1 423 0</inkml:trace>
  <inkml:trace contextRef="#ctx0" brushRef="#br0" timeOffset="65095.7777">11255 13314 78 0,'5'-14'372'0,"-4"4"14"0,2-1 14 0,-2 0 22 16,-1 2 10-16,0 1 0 0,0 0 0 16,0 4-10-16,1-2-6 0,-1 2 1 0,-1 1-26 15,1 3-13-15,0-7-24 0,0 7-31 0,1-3-30 16,-1 3-29-16,0 0-20 0,0 0 7 0,0 0-18 0,0 0-6 16,-1 13-18-16,1-6-14 0,-1 4-1 15,-2 1-11-15,2 4-15 0,-2-1-93 0,1 2-75 16,2 0 0-16,0 2 0 0,-4-2 0 0,4 2 0 0,0 0 0 15,-4-1 0-15,4 1 0 0,-1 2 0 0,1-4 0 16,-3 1 0-16,3-1 0 0,-1 0 0 0,1-5 0 16,0-1 0-16,-1 3 0 0,-2-4 0 0,3 0 0 15,0 2 0-15,3-5 0 0,-3 1 0 0,0-1 0 16,1-1 0-16,-1-3 0 0,4 1 0 0,-4-1 0 16,0-3-235-16,9 0-144 0,-9 0-32 0,10-2-30 15,-5-2-31-15,3 0-46 0,-3-4-18 0,4 0-331 16,-4-1-938-16,1-1 414 0</inkml:trace>
  <inkml:trace contextRef="#ctx0" brushRef="#br0" timeOffset="65298.8803">11303 13490 14 0,'-3'-4'167'0,"0"0"26"15,-1 1 19-15,-1 0 24 0,-1-1 27 0,1 0 28 16,1 0 27-16,-3 1 37 0,2-1 26 0,-2-2 37 16,-1 5 9-16,4-4 5 0,-1 3-6 0,1-1-4 15,0 0-7-15,4 3-13 0,-6-5-23 0,6 3-23 16,0 2-38-16,0 0-36 0,8-9-23 0,3 3-27 15,4 3-24-15,6-4-23 0,10 0-16 0,1 3-17 16,1-3-17-16,-1 3-14 0,6-2-98 0,-1 0-23 16,1 1 0-16,-3-1 0 0,1-1 0 0,-3 2-104 15,-1 0-58-15,-4 3-58 0,-9-2-72 0,4 1-67 16,-5 2-54-16,-7 1-68 0,0 2-75 0,-5-2-378 16,-2 2-1013-16,-4-2 448 0</inkml:trace>
  <inkml:trace contextRef="#ctx0" brushRef="#br0" timeOffset="66049.5547">4841 14476 190 0,'0'0'390'0,"-3"1"10"15,3-1 4-15,0 0-3 0,0 0 1 0,-6 2-11 16,6-2-7-16,0 0-13 0,0 0-13 0,0 0-19 0,0 0-8 16,-7 0-10-16,7 0-17 0,0 0-12 0,0 0-11 15,0 0-20-15,0 0-33 0,0 0-14 0,0 0-23 16,28-3-16-16,-16 1-12 0,1-1-28 15,7 0 5-15,-1 0-19 0,-2 1-8 0,2-2-20 0,-1 2-12 16,1 0-12-16,-6 0-30 0,1 1-39 0,-2 0-31 16,0 1-33-16,-2-1-40 0,-3-1-49 0,-1 2-62 15,-6 0-71-15,12 2-48 0,-8-1-45 0,-2 1-51 16,1 1-44-16,-3 2-378 0,0-5-923 0,-7 8 408 16</inkml:trace>
  <inkml:trace contextRef="#ctx0" brushRef="#br0" timeOffset="66252.718">4961 14634 286 0,'0'0'341'0,"-4"5"23"16,4-5 53-16,-3 3 15 0,3-3 17 0,-1 3-2 15,1-3 1-15,0 0-6 0,0 0-21 0,0 0-10 16,0 0-23-16,0 0-37 0,0 0-30 0,9 0-42 16,-9 0-30-16,14 2-16 0,-2-4-17 0,-2 1-26 15,2 1-20-15,1 0-17 0,3-2-50 0,-5 2-43 16,3 0-43-16,2-1-56 0,-4 1-53 0,2 1-48 15,-2-1-60-15,1 1-67 0,-2-2-61 0,2 0-55 16,-7 1-74-16,2 0-424 0,0 0-953 0,-2-1 421 16</inkml:trace>
  <inkml:trace contextRef="#ctx0" brushRef="#br0" timeOffset="67333.0301">6641 14272 287 0,'7'-6'337'15,"3"-1"-13"-15,-4 1 8 0,4-3 9 0,-2 1-6 16,0 2 5-16,-2-4 2 0,3 5 1 0,-4-5-8 16,-1 2-8-16,0-1-17 0,1 1-6 0,-1 1-18 15,0 0-15-15,-2 0-9 0,2 1 0 0,-4-1-10 16,4 2-17-16,-4 0-10 0,3-1-17 0,-3 3 5 16,1-1-9-16,-2 0-4 0,1 4-18 0,-3-6-11 15,3 6 0-15,-4-4-19 0,-2 0-8 0,6 4-7 16,-13 0-6-16,8 4 0 0,-3 0-34 0,-2 2-97 15,-4 2 0-15,-3 4 0 0,2 0 0 0,-8 5 0 0,4-1 0 16,0 5 0-16,0-2 0 0,2 3 0 0,-2 0 0 16,2 0 0-16,3 2 0 0,1-2 0 15,3-6 0-15,2 2 0 0,6-1 0 0,-2-1 0 16,0 0 0-16,4-6 0 0,0 2 0 0,4-1 0 0,1-1 0 16,4-2 0-16,6 2 0 0,2-3 0 0,6-2 0 15,-1 0 0-15,6-4 0 0,-8 2 0 0,8-3 0 16,-6 0 0-16,-9 0 0 0,1-3 0 15,-4 3 0-15,4-4 0 0,-5 2 0 0,-1-1 0 0,-3-2 0 16,1 1 0-16,-3-1 0 0,-2-1 0 0,-2 0 0 16,-2 0 0-16,-3 0 0 0,0 1 0 0,-5-1 0 15,-5-1 0-15,-4 2 0 0,1 0 0 0,-1 3 0 16,-1 1 0-16,4 0 0 0,-1 0 0 0,4-1 0 16,2 0 0-16,1 2 0 0,0 1 0 0,5-1-362 15,6 0-147-15,0 0-85 0,-5 4-527 0,5-4-1215 16,0 0 537-16</inkml:trace>
  <inkml:trace contextRef="#ctx0" brushRef="#br0" timeOffset="68083.2802">7059 14191 97 0,'2'-8'436'0,"0"2"14"0,-1-1 5 16,-2 0 7-16,1 2-4 0,0-1-6 0,-2 0 0 16,0 0-1-16,1 0-6 0,1 2-8 0,-1 0-10 15,-1 0-21-15,1 1-3 0,1 3-23 0,-2-6-22 16,2 6-27-16,-2-4-28 0,0 0-25 0,2 4-31 16,0 0-21-16,0 0-20 0,0 0-175 0,0 0-31 15,0 0 0-15,0 15 0 0,0-8 0 0,1 3 0 16,-2 0 0-16,1 4 0 0,0 0 0 0,1 2 0 15,-1 0 0-15,1 1 0 0,-1 1 0 0,0 1 0 16,2 0 0-16,-4-2 0 0,2 1 0 0,0-1 0 16,-1 1 0-16,-2 0 0 0,1-3 0 0,0 0 0 15,1-2 0-15,0-1 0 0,0-3 0 0,1-2 0 16,-3-1 0-16,3 1 0 0,-1-2 0 0,1-1 0 16,-1-2 0-16,1-2 0 0,1 5 0 0,-1-5 0 0,0 0 0 15,4 3 0-15,-4-3 0 0,0 0 0 0,11-3 0 16,-6-1 0-16,-1 1 0 0,1-2 0 0,2 1 0 15,-1-1 0-15,-1-1 0 0,2-2 0 0,-1 1 0 16,4 0 0-16,-2-4 0 0,-2 3 0 0,7-6 0 16,1-2 0-16,-2 1 0 0,-1 1 0 0,2-2 0 15,1 2 0-15,0-2 0 0,-1 0 0 16,-2 2 0-16,0 0 0 0,-1-1 0 0,-1 0 0 0,-3 9 0 16,1-4 0-16,-4 5 0 0,2 0 0 0,-1 2 0 15,-3-1 0-15,2 0 0 0,-3 4 0 0,5-4 0 16,-5 4 0-16,0 0 0 0,0 0 0 0,0 0 0 15,-9 15 0-15,5-9 0 0,-2 4 0 0,-3-1 0 16,-1 7 0-16,-3-2 0 0,3 0 0 0,-3 0 0 16,0 1 0-16,3-1 0 0,-3-2 0 0,7-1 0 15,-3-1 0-15,1-3 0 0,2-1 0 0,1 4 0 16,1-5 0-16,4 1 0 0,-1 2 0 0,2-4 0 16,3 1 0-16,0 1 0 0,3 1 0 0,2-3 0 15,-1 3 0-15,5-3 0 0,-2 0 0 0,2 0 0 16,2 0 0-16,-3-1 0 0,2 0 0 0,-3-1 0 15,1-1 0-15,-2 2 0 0,0-3 0 0,3 1 0 16,-7 0 0-16,2-1 0 0,0 1 0 0,-3-1 0 16,-5 0 0-16,10 1 0 0,-9 2 0 0,-1-3 0 15,0 0 0-15,8 1 0 0,-8-1 0 0,0 0 0 16,0 0 0-16,5 0 0 0,-5 0 0 0,0 0-184 0,0 0-256 16,0 0-54-16,0 0-64 0,-5-12-59 15,5 12-366-15,0-7-1066 0,0 7 472 0</inkml:trace>
  <inkml:trace contextRef="#ctx0" brushRef="#br0" timeOffset="68739.3804">7662 14279 302 0,'0'0'353'0,"0"0"-3"16,0 0-1-16,0 0-1 0,0 0-4 0,0 0-14 15,0 0-9-15,0 0-11 0,0 0-15 0,0 0-16 0,0 0-14 16,0 0-23-16,0 0-17 0,0 0-20 0,0 0-21 16,0 0-15-16,0 0-14 0,-15 7-13 0,15-7-8 15,0 0-8-15,0 0-2 0,3 4-6 16,-3-4-2-16,0 0-3 0,5 4-8 0,-5-4-2 0,5 1-2 15,0 1-4-15,0-2-5 0,-5 0-3 0,13-1 5 16,-2 0-10-16,0 0 3 0,1-3-10 0,1 2-9 16,0-2 11-16,1-2 3 0,0-1-8 15,1 0-7-15,1-2 1 0,-5 2 1 0,1-1 1 0,-2 2 0 16,0-2 14-16,-3 1-10 0,0 3 8 0,-2-2-13 16,-2 2 2-16,1-1-7 0,-2 0-10 0,-1 1-6 15,1 0-10-15,-5-1 2 0,1 2 1 0,-2-1-13 16,0 0-5-16,-2 3-23 0,-2 0 0 0,3 0 0 15,-5-1 0-15,2 1 0 0,-2 4 0 0,-3-3 0 16,3 3 0-16,-2 2 0 0,1-1 0 0,-2 4 0 16,-1 2 0-16,5-1 0 0,-1 2 0 0,-3 0 0 15,5 0 0-15,-1 2 0 0,2 3 0 0,-2-3 0 16,4-1 0-16,0 2 0 0,2-3 0 0,-1 0 0 16,1 2 0-16,2-1 0 0,2 1 0 0,2-4 0 15,1 3 0-15,0-1 0 0,1-2 0 0,0 2 0 16,3-3 0-16,-1 1 0 0,2-2 0 0,0-1 0 15,3 0 0-15,-1-4 0 0,3 3 0 0,-5-3 0 16,4-1 0-16,1-1 0 0,4-1 0 0,-4 0 0 16,-1 0 0-16,1-1 0 0,0-1 0 0,-1 1 0 15,0-2 0-15,-3 0 0 0,2 0 0 0,-3 0 0 16,-1 2 0-16,1 0 0 0,-3-1 0 0,2 1 0 16,-4-1-42-16,1 1-99 0,-5 2-31 0,8-3-40 15,-8 3-35-15,6-2-52 0,-2-1-48 0,-4 3-39 16,5-3-46-16,-5 3-56 0,4-4-44 0,0 1-284 15,-2 0-883-15,-2 3 390 0</inkml:trace>
  <inkml:trace contextRef="#ctx0" brushRef="#br0" timeOffset="69176.7765">8147 14326 154 0,'6'-5'441'16,"-1"-1"6"-16,-1 2-10 0,0-2 5 0,1 1-3 15,-1-1-6-15,-3 1-10 0,4 0-21 0,-5 1-21 16,0 1-23-16,0-2-27 0,0 5-28 0,-5-4-28 16,5 4-21-16,-5-5-25 0,5 5-20 0,-9 1-28 15,9-1-12-15,-11 4-18 0,2 0-24 0,1 1-11 16,2 2-8-16,-3 0-7 0,1 3-15 0,2 0-12 16,0-1-5-16,0 1-4 0,2-1-5 0,0 0-8 15,-1 3-6-15,4-4-4 0,1 0-3 0,0 2-8 0,1-5 6 16,4 5-2-16,-1-4-7 0,1 2-7 15,0-1-1-15,3 0 0 0,2 0 3 0,-2-2-3 16,2 1-3-16,2-1-17 0,-6-1 14 0,1 1-1 16,-1-3-4-16,0 1 0 0,1 1-1 0,-4-3 7 0,1 2-4 15,0-1-4-15,0 1 9 0,-4-3-7 0,0 4 4 16,0 0 8-16,0-4-6 0,-5 7 15 0,-3-4-4 16,-1 1 2-16,-1 2-6 0,-3-3 6 15,-3 2-11-15,-1-1-2 0,0 0-1 0,5-1-3 16,-6-1 5-16,6 3 2 0,1-2-1 0,3-3-16 0,3 0 14 15,0 0-3-15,-1 3-1 0,6-3-3 0,-8 2 1 16,8-2-19-16,0 0-22 0,0 0-36 0,0 0-29 16,0 0-37-16,0 0-37 0,0 0-36 0,0 0-46 15,0 0-61-15,0 0-61 0,0 0-58 0,23-4-68 16,-23 4-54-16,0 0-279 0,0 0-904 0,0 0 400 16</inkml:trace>
  <inkml:trace contextRef="#ctx0" brushRef="#br0" timeOffset="69895.3633">6382 14870 238 0,'0'0'322'0,"0"0"-9"0,0 0-15 16,-4-2-1-16,4 2-14 0,0 0-13 0,-3-5-13 15,3 5-7-15,-2-2-11 0,2 2-5 0,0 0 3 16,0 0-7-16,-4-3-7 0,4 3-1 0,0 0 2 15,0 0-1-15,0 0-2 0,0 0 1 0,0 0-1 16,-8-1-2-16,8 1-12 0,0 0 13 0,0 0-7 16,0 0-6-16,0 0-16 0,0 0-10 0,0 0-2 15,0 0-8-15,0 0-4 0,0 0-9 0,0 0-5 16,30 1-1-16,-17 2-4 0,6-2-4 0,9 0-3 16,5 0-11-16,7 1-2 0,17 1-70 0,-2-2-58 15,10-1 0-15,31 2 0 0,0-1 0 0,0-1 0 16,6 0 0-16,4 2 0 0,-4-4 0 0,13 0 0 15,-2-5 0-15,6 0 0 0,-3-2 0 0,-1 1 0 16,-9 0 0-16,-6-3 0 0,-34 6 0 0,25-4 0 16,-36 0 0-16,0 4 0 0,-3 1 0 0,-13-1 0 15,-2-2 0-15,-3 3 0 0,-3-1 0 0,-2 1 0 16,-7 1 0-16,-3-1 0 0,-2 1 0 0,-3 0 0 16,-4 0 0-16,-1 3 0 0,0-1 0 0,-4-1 0 15,2 2 0-15,-2-2 0 0,-5 2 0 0,6 0 0 16,-6 0 0-16,9 2 0 0,-9-2 0 0,9 2 0 15,-5-1 0-15,-4-1 0 0,4 0 0 0,-4 0-167 0,5 2-246 16,-5-2-48-16,2 2-53 0,-2-2-69 16,0 0-427-16,0 5-1092 0,0-5 484 0</inkml:trace>
  <inkml:trace contextRef="#ctx0" brushRef="#br0" timeOffset="71163.0717">6434 15245 259 0,'0'0'313'0,"-14"-3"-4"0,14 3 1 16,0 0 7-16,-5-3-1 0,5 3 8 0,-5-2-7 16,5 2-2-16,-4-3-4 0,4 3-1 0,-5-3-8 15,2 1-10-15,3 2-18 0,-1-5-10 0,0 1 1 16,1 4-16-16,-3-7-15 0,3 5-20 0,0 2-5 15,2-7-14-15,-2 2-15 0,1 1-14 0,1 1-24 16,2 0-7-16,0-3-7 0,1 3-7 0,2-1-16 16,4 2-14-16,-2-3-9 0,0 2-5 0,2 1-6 15,1 1-10-15,2 1-18 0,4 1 5 0,1 0-6 16,-2 2 0-16,2 3-3 0,-2 1-5 0,2 1 6 16,-3 0-3-16,0 2-14 0,-2-1-13 0,-5 0 17 15,-2 0-7-15,5 6 0 0,-6-5 4 0,-1 4-5 0,-2 2 2 16,-3-3 4-16,-4 1-3 0,0 3 4 15,-6-1 3-15,-1 0 1 0,-7 5 3 0,0-3-5 16,-4-2-3-16,-3-3-5 0,-2-1 5 0,1 0-5 16,-1-4 3-16,8 0 16 0,-4-1 20 0,5-4-19 0,4-3-40 15,-3 1 0-15,3-2 0 0,3-2 0 16,-3-2 0-16,2 0 0 0,2-2 0 0,-3-6 0 16,6 3 0-16,-1-4 0 0,4-3 0 0,2 1 0 15,3-1 0-15,0 0 0 0,2-1 0 0,2 2 0 0,0-2 0 16,3 5 0-16,3-2 0 0,1 2 0 0,2 1 0 15,-2 1 0-15,6 4-25 0,-1 0-291 0,3-2-45 16,-2 5-30-16,-4-1-12 0,2 2-7 16,-5 0 1-16,2 0 3 0,-5 2 1 0,-2-3 4 15,2 1 21-15,-1 1 35 0,-4-1 28 0,1 0 32 0,-2-2 28 16,0 3 29-16,-2 2 15 0,0-7 25 0,-2 3 19 16,2 4 41-16,-2-9 33 0,-2 4 37 0,4 0 33 15,-3-5 45-15,1 4 35 0,-3-2 40 16,2-2 22-16,-2 2 26 0,0-2 24 0,0-1 29 15,1 0 36-15,0 2 19 0,-1-3 25 0,1 1 31 0,-1 2 16 16,0-3 24-16,0 1 6 0,1 0 12 0,3 0 11 16,1 1 11-16,-3-1 6 0,-1 3-1 0,3 2-8 15,1-3-9-15,0 3-16 0,0 1-57 0,0 0-302 16,0 0 0-16,0 1 0 0,0 4 0 0,1-4 0 16,-1 4 0-16,0 0 0 0,0 0 0 0,8 10 0 15,-7 0 0-15,2 1 0 0,2 3 0 0,0 3 0 16,-4 0 0-16,2 2 0 0,-2 8 0 0,-1 0 0 15,0 0 0-15,0 3 0 0,-5-3 0 0,1 3 0 16,3 1 0-16,-3-2 0 0,0 4 0 0,2-1 0 16,-2 0 0-16,0-2 0 0,1 3 0 0,1-2 0 15,-3-1 0-15,2 0 0 0,2-3 0 0,1 2 0 16,0-3 0-16,0-6 0 0,0 4 0 0,0-7 0 0,1-2 0 16,-1-1 0-16,3-2 0 0,-3-2 0 15,2 0 0-15,1-2 0 0,-2-1 0 0,-1-1 0 16,0-2 0-16,1 0 0 0,2 1 0 0,-3-3 0 15,0-2 0-15,0 6 0 0,0-2 0 0,0-4 0 0,1 4 0 16,-1-4 0-16,4 2 0 0,1-1 0 16,-5-1 0-16,9-1 0 0,0-1 0 0,-4 1-81 15,7-2-520-15,-2-2-62 0,-2 0-478 0,2-2-1237 16,-1 0 547-16</inkml:trace>
  <inkml:trace contextRef="#ctx0" brushRef="#br0" timeOffset="71680.4693">6889 15412 264 0,'0'-3'449'0,"4"-1"-15"0,-3-1-12 15,3-1-11-15,-4 1-9 0,1 2-8 0,2 0-12 16,-3-2-13-16,0 1-13 0,0 4-20 0,1-6-26 16,-1 6-22-16,0 0-27 0,0 0-26 0,0 0-24 15,0 0-17-15,0 0-20 0,0 0-18 0,-14 10-10 16,9-7-19-16,0 4-11 0,0-1-7 0,1 4-19 16,-2-1-1-16,0 1-16 0,1 0-4 0,0 1-1 15,0-4-18-15,3 1-7 0,-1 2 6 0,1-3-20 16,2 0 6-16,-2 2 3 0,4-4-13 0,-2-1 3 15,1 4 3-15,1-5-7 0,2 1-11 0,0 2 16 16,2 0-7-16,2-3 4 0,1 2-4 0,-4 0 7 16,4-1-10-16,0 1 6 0,-4-1 3 0,3-1-6 15,-3 0 5-15,0 1 1 0,0 0 5 0,-1 0-5 16,1-1 1-16,-1 0-1 0,-1 2 2 0,-2 0 5 16,-1 1 6-16,0-1 4 0,-1-2 1 0,-2 4-3 15,-1-2-1-15,-1 0-6 0,-3 2-1 0,1 0-3 16,-5-1-1-16,3 2-8 0,-3-4-2 0,1 2 0 15,0-1-6-15,-2-1-15 0,0-2 0 0,0 3 0 16,2-1-7-16,2-2-37 0,0 0-23 0,4-2-21 16,5 0-31-16,-10-2-49 0,4 1-50 0,4-4-50 15,-3 0-66-15,5 0-69 0,5 1-71 0,1-5-57 16,-1 3-381-16,5-2-988 0,1-1 437 0</inkml:trace>
  <inkml:trace contextRef="#ctx0" brushRef="#br0" timeOffset="72195.9306">7413 15566 152 0,'5'2'473'0,"-5"-2"8"0,0 0-4 15,5 2-13-15,-5-2-18 0,0 0-28 0,0 0-27 16,0 0-20-16,0 0-17 0,0 0-17 0,0 0-19 15,0 0-16-15,-22-1-13 0,18-2-11 0,-2 1-15 16,6 2-5-16,-11-4 2 0,5 1-15 0,-2 0-8 16,-1-1-11-16,1-3-8 0,1 0-12 0,-1-1-9 15,-1 0-13-15,1-1-14 0,2-3-10 0,-3-4-144 16,0-1-16-16,1-6 0 0,2-2 0 0,0-4 0 16,-1 2 0-16,5-3 0 0,0 2 0 0,4-4 0 15,0 3 0-15,1-1 0 0,2 4 0 0,3-2 0 16,0 5 0-16,4-2 0 0,2 2 0 0,0 1 0 15,-5 8 0-15,6 0 0 0,2 1 0 0,-3 2 0 16,2 2 0-16,1 1 0 0,0 4 0 0,-3 2 0 0,0 0 0 16,-1 3 0-16,-2 2 0 0,3 0 0 0,-3 5 0 15,-2-4 0-15,-2 7 0 0,2-4 0 16,-5 4 0-16,0 0 0 0,-3-1 0 0,-1 2 0 16,0 1 0-16,-4-2 0 0,-1 5 0 0,-5 0 0 0,1-3 0 15,-6 0 0-15,-6 6 0 0,-3-3 0 0,-2-2 0 16,2-3 0-16,6 0 0 0,-1-5 0 0,5-1 0 15,0 0 0-15,1-1 0 0,4-2 0 16,-4 3 0-16,7-4 0 0,0 0 0 0,0 1 0 0,1-2 0 16,5 0 0-16,-8 0 0 0,8 0 0 0,0 0 0 15,0 0 0-15,0 0 0 0,0 0-4 0,0 0-372 16,15-5-61-16,-15 5-56 0,19 3-58 0,-5-1-51 16,-4 1-353-16,9 0-1034 0,-2 0 457 15</inkml:trace>
  <inkml:trace contextRef="#ctx0" brushRef="#br0" timeOffset="72539.7744">7662 15425 217 0,'2'-3'506'0,"-2"-3"7"0,-2 0 10 0,2 0-10 16,-2-1-12-16,2-1-18 0,-2 3-13 0,1 0-12 15,1-1-21-15,-1 1-12 0,1-1-25 0,0 6-32 16,0-3-38-16,0 3-29 0,-1-4-29 0,1 4-27 16,0 0-8-16,0 0-10 0,-3 14-20 0,2-8-5 15,1 5-12-15,-1 0-24 0,-1 1-166 0,1 4 0 16,0-1 0-16,1 1 0 0,-1 1 0 0,-2 2 0 16,0-2 0-16,1 0 0 0,2-1 0 0,-4 2 0 15,0-1 0-15,3 0 0 0,-3 0 0 0,-1-3 0 16,1 4 0-16,2-7 0 0,-1 1 0 0,2 0 0 15,-2-2 0-15,2-2 0 0,0 0 0 0,-2-5 0 16,2 4 0-16,1-2 0 0,-3-2-200 0,3-3-137 16,3 4-39-16,-3 0-43 0,0-4-66 0,0 0-46 15,0 0-44-15,0 0-303 0,0 0-952 0,10-11 422 16</inkml:trace>
  <inkml:trace contextRef="#ctx0" brushRef="#br0" timeOffset="72852.1996">7592 15482 125 0,'0'-7'384'0,"5"-3"9"15,-1 1 3-15,0-2-4 0,0 0-16 0,0 0-15 16,-1 0-12-16,1 3-11 0,3-3-12 0,-1 2-18 16,-1 0-19-16,0 2-21 0,3 0-22 0,1-2-10 15,-1 2-8-15,-1 5-17 0,3 0-9 0,-1-3-10 16,2 2-12-16,-2 2-12 0,2 2-10 0,1 0-8 15,0 3 1-15,-4 0-8 0,2-1-9 0,3 4-6 16,-7 1-13-16,2-2-9 0,0 3 11 0,-2-1-25 16,-2 0-12-16,-3 0 3 0,2 1 1 0,-6 1-17 15,2-1-4-15,-5 2 2 0,-2 0-7 0,-5 1-10 16,-2 1 3-16,-2-3-16 0,-1 3 0 0,0-4-41 16,0-3-42-16,1 4-47 0,1-4-54 0,-2-1-57 15,6 0-63-15,3-2-73 0,0-2-80 0,1 0-95 16,3-2-463-16,5 1-1061 0,0 0 470 0</inkml:trace>
  <inkml:trace contextRef="#ctx0" brushRef="#br0" timeOffset="74540.1821">11467 14405 31 0,'0'0'303'0,"0"-5"-2"0,0 5 5 0,0-7 4 16,0 7 9-16,0-4 12 0,0 4 4 0,0-5 2 15,0 5-5-15,0-5-5 0,0 5-4 0,-1-5-9 0,1 5-13 16,0 0-2-16,-3-6-24 0,3 6-13 0,0 0-14 16,-1 0-11-16,1 0-25 0,0 0-14 15,0 0-26-15,0 0-17 0,0 0-14 0,0 0-17 16,0 0-11-16,0 0-7 0,0 0-4 0,0 0 7 0,1 16-4 15,-2-10-4-15,2 4 3 0,2-1-5 0,-2 3-1 16,-1 0-5-16,0 1-3 0,1-1-8 0,-1 5-8 16,3 0-7-16,-1 1-5 0,-2-2-7 0,3-1 7 15,-2 1-10-15,-1 0-7 0,0-2-6 0,0-5-3 16,0 1-32-16,0-1-4 0,0 1 0 0,0-1 0 16,0-4 0-16,0 0 0 0,0-1 0 0,3 2 0 15,-6-2 0-15,3 1 0 0,0-5 0 0,0 5 0 16,0-3 0-16,0-2 0 0,0 0 0 0,0 0 0 15,0 0 0-15,0 0 0 0,0 0 0 0,0 0 0 16,0 0-136-16,0 0-80 0,-1-15-47 0,1 11-51 16,-3 1-47-16,1-1-32 0,-2 1-41 0,4 3-43 15,-5-4-36-15,5 4-335 0,-8-1-917 0,8 1 405 16</inkml:trace>
  <inkml:trace contextRef="#ctx0" brushRef="#br0" timeOffset="74993.775">11155 14815 205 0,'0'0'291'0,"-6"1"1"0,6-1-5 0,-9 0-8 15,5 2 0-15,4-2-9 0,-10 0-1 0,10 0-1 16,-9 1-5-16,9-1 4 0,-9-1-19 0,9 1-5 0,-9 1-5 15,3-1-12-15,6 0-15 0,-7 0-6 16,7 0-14-16,0 0-4 0,-9 0-13 0,9 0-5 16,0 0-4-16,-6 2-6 0,6-2-7 0,0 0-5 15,0 0-10-15,0 0-4 0,0 0-6 0,0 0-1 0,0 0-1 16,0 0-5-16,0 0-1 0,0 0-5 0,0 0-4 16,0 0-15-16,16-6-3 0,-3 6 0 15,8-1-4-15,0 0-6 0,15-3-4 0,0-1 6 16,15-1-2-16,5 0-16 0,2 0-1 0,8-1-17 0,29-6 4 15,-30 4-5-15,28-3-6 0,-29 4 4 0,-1-4-8 16,-2 6-1-16,-2-1-7 0,-8 0-2 16,-14 4 5-16,-5-2-10 0,-10 2-7 0,-3 3-1 0,-4 0 7 15,-6 0-17-15,3-1 13 0,-7 1-7 0,1-2 1 16,1 2-5-16,-1-1-25 0,-6 1-22 0,4-3-14 16,-4 3-27-16,0 0-29 0,0 0-37 0,0 0-40 15,0 0-52-15,-17 6-66 0,10-5-50 0,-5 1-46 16,2 3-47-16,0-2-51 0,-2 0-374 0,1 2-945 15,-2 1 419-15</inkml:trace>
  <inkml:trace contextRef="#ctx0" brushRef="#br0" timeOffset="75665.535">11388 15086 234 0,'-2'-4'512'0,"1"-1"7"16,0 2 7-16,-2-1-1 0,-2 0-17 16,3 0-21-16,-2 1-21 0,1 0-6 0,0-2-23 0,-1 2-15 15,0 0-27-15,4 3-16 0,-5-2-25 0,5 2-23 16,-5-2-27-16,5 2-28 0,0 0-20 0,0 0-11 15,0 0-5-15,-7 6-5 0,5-1-155 16,0 1-80-16,1 2 0 0,0 2 0 0,0 2 0 0,-1 1 0 16,1 2 0-16,1 2 0 0,-1 7 0 0,3-7 0 15,-3 2 0-15,1 0 0 0,-1 7 0 0,1-7 0 16,1 7 0-16,-1-1 0 0,-1 0 0 0,1-6 0 16,-3 5 0-16,2-4 0 0,0-1 0 0,-2 0 0 15,-1-2 0-15,2-2 0 0,0-2 0 0,0 0 0 16,1-5 0-16,-2 3 0 0,2-6 0 0,1 3 0 15,-3-3 0-15,2-1 0 0,0 2 0 0,-2-2 0 16,3 2 0-16,-1-4 0 0,1-2 0 0,0 0 0 16,0 0 0-16,0 0 0 0,0 0 0 0,9-9-655 15,-5 4-73-15,-1-3-407 0,5-5-1229 0,-2 3 543 16</inkml:trace>
  <inkml:trace contextRef="#ctx0" brushRef="#br0" timeOffset="76103.0655">11549 15166 171 0,'6'-10'437'16,"2"1"32"-16,-2 1 14 0,-1 1 12 0,-2 1-5 15,-1 1-8-15,0 0-16 0,0 0-11 0,1 3-28 16,-3 2-22-16,3-5-29 0,-3 5-26 0,0-3-32 16,0 3-7-16,0 0-26 0,0 0-25 0,-19 6-25 15,9-2-19-15,1 4-24 0,0-2-15 0,-2 2-19 16,-1-1-17-16,0 4-14 0,-2 1-11 0,1 0-12 15,-4 0-59-15,3-1-45 0,0 0 0 0,1 1 0 16,-2-1 0-16,6-5 0 0,-1 1 0 0,1 0 0 16,3-2 0-16,-1-1 0 0,2 1 0 0,1-2 0 15,0 0 0-15,2-2 0 0,-2 2 0 0,4-3 0 16,0 0 0-16,-4 3 0 0,4-3 0 0,0 0 0 16,0 4 0-16,0-4 0 0,0 0 0 0,8 3 0 15,-2-1 0-15,2-1 0 0,0 0 0 0,3 4 0 16,-1-1 0-16,3 1 0 0,4 0 0 0,-2 4 0 0,0 0 0 15,-2 2 0-15,0-4 0 0,0 4 0 16,-4-4 0-16,1 2 0 0,-3-2 0 0,0 2 0 16,-1-1 0-16,2 0 0 0,-4-3 0 0,1 2 0 15,-3-1 0-15,2-1 0 0,-1 1 0 0,-1-1 0 0,1 1 0 16,-1-3 0-16,0 1 0 0,-1-1 0 0,0 0 0 16,-1-3 0-16,3 5 0 0,-2-3-191 0,-1-2-249 15,0 0-101-15,12-2-123 0,-12 2-396 0,11-8-1147 16,-6 1 508-16</inkml:trace>
  <inkml:trace contextRef="#ctx0" brushRef="#br0" timeOffset="76509.5247">11689 15318 56 0,'0'0'427'0,"3"-9"30"0,-2 6 10 0,2-2 0 0,-3 3-8 15,1-2-21-15,-1 4-19 0,0 0-18 0,0-5-26 16,0 5-28-16,0 0-24 0,1-6-31 0,-1 6-24 15,0 0-32-15,0 0-10 0,0 0-14 16,0 0-14-16,12 10-18 0,-8-7-15 0,-3 2-18 16,7 2-12-16,-2 0-5 0,3 4-23 0,-3-2-9 0,2-1-8 15,0 3-7-15,-2-3-5 0,-1 3-17 0,-2-2-6 16,1-3-5-16,-1 4-5 0,-1-4 3 0,-1 1-5 16,0-1-2-16,0-1-6 0,1 0-5 15,-2 0-3-15,0-5-2 0,-3 8 5 0,3-8-4 0,0 5 2 16,0-5 2-16,0 0-3 0,0 0 20 0,0 0 12 15,0 0 14-15,0 0 11 0,0 0-38 0,0 0-46 16,-1-24 0-16,5 13 0 0,1-3 0 0,1-2 0 16,2 0 0-16,1 1 0 0,-1 1 0 15,3 2 0-15,-3 1 0 0,-1 2 0 0,2-1 0 0,-1 0 0 16,2 3 0-16,-5 0 0 0,0 2 0 0,-1 0 0 16,0 2 0-16,0 0 0 0,1 0 0 0,-4 1 0 15,-1 2 0-15,4-4 0 0,-4 4 0 0,0 0 0 16,0 0 0-16,0 0 0 0,0 0 0 0,0 0 0 15,4 9-132-15,-4-9-184 0,0 4-60 0,0-4-59 16,-1 5-61-16,1-5-75 0,-8 3-407 0,8-3-1059 16,0 0 469-16</inkml:trace>
  <inkml:trace contextRef="#ctx0" brushRef="#br0" timeOffset="77418.0421">10171 14508 436 0,'0'0'488'0,"0"0"17"0,0 0-6 0,0 0-9 16,0 0-17-16,0 0-17 0,0 0-19 0,0-7-19 16,0 7-30-16,0 0-18 0,0 0-28 0,0 0-27 15,0 0-25-15,0 0-30 0,0 0-23 0,0 0-24 16,0 0-23-16,-9 0-22 0,9 0-18 0,0 0-6 15,0 0-18-15,0 0-12 0,-9 2-40 0,9-2-49 16,0 0-54-16,0 0-49 0,0 0-51 0,-4 5-61 16,4-5-63-16,0 0-75 0,4 8-61 0,-3-5-72 15,6-1-68-15,-6 3-342 0,3-3-943 0,0 4 418 16</inkml:trace>
  <inkml:trace contextRef="#ctx0" brushRef="#br0" timeOffset="77699.0838">10241 14798 253 0,'0'0'462'0,"0"0"28"15,-3 6 20-15,3-6 18 0,-2 4-1 16,2-4 5-16,0 0 2 0,0 0 3 0,0 0-12 16,-1 5-23-16,1-5-26 0,0 0-27 0,0 0-33 0,0 0-25 15,0 0-36-15,0 0-26 0,-2 3-30 16,2-3-223-16,0 0-76 0,-3 3 0 0,3-3 0 15,0 0 0-15,0 6 0 0,0-3 0 0,0-3 0 16,0 6 0-16,-3-1 0 0,3-1 0 0,-1 0 0 0,0 3 0 16,-2-3 0-16,1 1 0 0,-2 3 0 0,0 0 0 15,-2 1 0-15,2-3 0 0,0 1 0 0,-4 1 0 16,2 2 0-16,-4-2 0 0,-3 3-16 0,-5 2-684 16,9-6-547-16,-10 1-1348 0,4-2 596 0</inkml:trace>
  <inkml:trace contextRef="#ctx0" brushRef="#br0" timeOffset="78668.0665">12869 14700 153 0,'0'0'249'0,"0"0"-1"0,0 0-7 0,-9 0-8 16,9 0-2-16,0 0 13 0,0 0-7 0,-9 2-3 16,9-2 3-16,0 0 1 0,0 0 10 0,0 0 7 15,0 0 13-15,0 0 10 0,-5-2 7 0,5 2 7 16,0 0-5-16,0 0-18 0,0 0-24 0,14-10-20 16,-6 6-16-16,3-1-21 0,2 1-8 0,0-2-16 15,5 1-20-15,0 2-11 0,-2-1-14 0,-3 0-11 16,2 0-10-16,-2 1-12 0,0 2-17 0,0-2-5 15,-3 2-12-15,-5-1-33 0,4 1-38 0,-9 1-30 16,8 1-32-16,-8-1-43 0,5 3-32 0,-5-3-48 16,-2 4-60-16,2-4-46 0,-7 9-58 0,2-5-54 15,-3 3-39-15,-1 1-268 0,3-2-790 0,-2-1 350 16</inkml:trace>
  <inkml:trace contextRef="#ctx0" brushRef="#br0" timeOffset="78933.5963">12855 14810 127 0,'0'0'336'0,"-4"3"23"16,4-3 26-16,0 0 17 0,0 0 16 0,0 0 10 15,0 0 6-15,0 0 2 0,0 0-11 0,-6 0 9 16,6 0-1-16,0 0-12 0,0 0-11 0,0 0-18 16,0 0-22-16,0 0-27 0,0 0-20 0,19-4-27 15,-19 4-24-15,11-2-27 0,-4 0-22 0,2 1-21 16,-3-2-125-16,6 0-77 0,-1 2 0 0,1-4 0 0,-1 4 0 15,3-1 0-15,-4 2 0 0,2-3 0 16,2 3 0-16,-5-2 0 0,0-1 0 0,1 2 0 16,-2 0 0-16,0-2 0 0,-1 2 0 0,-2 1-3 0,3-2-355 15,-2 0-79-15,-2 1-77 0,5-3-78 0,-4 4-457 16,3-4-1134-16,-2-2 502 0</inkml:trace>
  <inkml:trace contextRef="#ctx0" brushRef="#br0" timeOffset="79298.8905">13591 14456 330 0,'1'-8'494'0,"-2"0"25"0,1 0 6 0,-2 2 3 16,0-1 1-16,2-3 2 0,-1 2-14 0,0 0-9 15,-2 2-17-15,3 2-21 0,-2-3-19 0,2 2-23 16,-2 2-19-16,0-1-37 0,2 4-37 0,-2-5-34 16,2 5-22-16,-2-4-105 0,2 4-174 0,0 0 0 15,0 0 0-15,0 13 0 0,1-3 0 0,0 2 0 16,3 3 0-16,-4 0 0 0,2 3 0 0,0 1 0 16,-1 5 0-16,2 0 0 0,-2 2 0 0,3 1 0 15,-4 3 0-15,0-5 0 0,1 2 0 16,-1-3 0-16,-1 1 0 15,-3-6 0-15,3 7 0 0,0-6 0 0,-2-1 0 16,-1-3 0-16,2 0 0 0,0-5 0 0,-1 6 0 0,1-9 0 16,2-1 0-16,0 0-345 0,-2 0-207 0,-2 0-62 15,3-4-500-15,-1-2-1206 0,2-1 534 0</inkml:trace>
  <inkml:trace contextRef="#ctx0" brushRef="#br0" timeOffset="79840.3975">13394 14545 52 0,'-4'-9'392'15,"3"0"4"-15,-2-3 6 0,2-1-1 0,1 1-15 0,-2 1-9 16,2-2-15-16,0 3-13 0,2-1-18 16,2-5-16-16,3 1-31 0,0 1-23 0,3 0-12 15,-2-4-3-15,10-2-13 0,4 2-7 0,-1 2-15 16,1 0-19-16,4 2-12 0,-1 0-14 0,2 1-20 0,1 4-6 15,3-2-6-15,-3 6-1 0,5-4-7 16,-5 4-12-16,0 0-9 0,1 5-9 0,-9-2-11 0,0 4-3 31,1 3-12-31,-6-3-3 0,3 4-2 0,-5 4 0 16,1 2-9-16,-6-1 0 0,-1 0-8 0,-3 3-3 0,3 3-2 0,-9 0 6 16,1 2 8-16,-7 5-2 0,-2-6 4 0,-5 7-1 15,-2-1-1-15,-2-1-6 0,-4-1 2 16,-4-3-13-16,2 0-15 0,-1-1-25 0,0 3 0 0,1-5 0 15,-1-2 0-15,3-3 0 0,4-2 0 0,1-1 0 16,8-3 0-16,1 0 0 0,-1-3 0 0,1 1 0 16,3-2 0-16,0 1 0 0,1-2 0 15,5 0 0-15,-10-2 0 0,6-2 0 0,2 2 0 0,2 2 0 16,-2-7 0-16,2 2 0 0,0 5 0 16,0-6 0-16,3 3 0 0,-2 0 0 0,3 0 0 0,-1 1 0 0,-3 2 0 15,9-3 0-15,-4 3 0 0,-5 0 0 0,15 2 0 16,-4 0 0-16,1 3 0 0,1 2 0 0,-2 0 0 15,2 4 0-15,1 1 0 0,2 0 0 0,-3 3 0 16,-1-3 0-16,0 3 0 0,-2 0 0 0,-1-3 0 16,1 1 0-16,0 2 0 0,-5-4 0 0,2 0 0 15,-2 0 0-15,0 1 0 0,-1-4 0 16,-2 2 0-16,1-4 0 0,-1 0 0 0,0 0 0 0,0 0 0 16,2-1 0-16,-4-2-60 15,4 1-366-15,-1-3-63 0,-3-1-71 0,6 0-65 0,-6 0-381 0,11-4-1088 0,-6 3 481 0</inkml:trace>
  <inkml:trace contextRef="#ctx0" brushRef="#br0" timeOffset="80087.1718">13913 14707 70 0,'3'-2'344'0,"-2"-2"30"0,0-2 33 16,2 2 15-16,-2-1 6 0,2 2 8 0,-3-1-4 16,1 1-1-1,-1 3-11-15,0 0-8 0,1-6-14 0,-1 6-28 16,0-4-20-16,0 4-33 0,0 0-24 0,0 0-31 15,0 0-15-15,0 0-20 0,0 0-14 0,7 13-21 0,-6-6-24 0,3-4-7 0,-4 3-18 16,1 3-13-16,1-2-16 0,0 2-9 0,-1-2-11 16,-1 4-5-16,-1-1-12 0,1-1-12 0,0-2-65 0,0-1 0 15,0 3 0-15,0-2-43 0,0-2-64 0,0-1-22 16,0-1-42-16,0-3-40 0,-2 9-40 0,4-7-48 16,-2-2-74-16,0 0-62 0,0 0-57 15,0 0-41-15,0 0-326 16,0 0-928-16,9-14 411 0</inkml:trace>
  <inkml:trace contextRef="#ctx0" brushRef="#br0" timeOffset="80268.5908">14006 14604 182 0,'0'-6'376'0,"2"3"31"16,0-1 18-16,-2 0 11 0,0 4 4 0,0-6-7 16,0 0-24-16,0 6-32 0,-2-4-36 0,2 1-34 15,0 3-33-15,-2-5-33 0,2 5-34 0,0 0-58 16,0-6-71-16,0 6-75 0,0 0-81 15,0 0-75 1,0 0-64-16,0 0-74 0,0 0-85 0,0 0-286 0,17 11-717 16,-17-11 317-16</inkml:trace>
  <inkml:trace contextRef="#ctx0" brushRef="#br0" timeOffset="80533.4899">14189 14510 197 0,'1'-5'407'0,"2"-2"32"15,-2 1 17-15,-1 0 18 0,2 1 12 0,-2-1 3 16,-2 0 10-16,2-1-2 0,-1 2-5 0,1 0-10 16,-1 0-17-16,1 5-23 0,0-4-29 0,0 4-37 15,-2-5-34-15,2 5-37 0,0 0-30 0,0 0-30 0,0 0-18 16,0 0-44-16,0 0-183 16,0 13 0-16,3-2 0 0,-3 0 0 0,0 0 0 0,0 2 0 15,1-1 0-15,-1 6 0 0,0-1 0 0,0 3 0 16,-1-1 0-16,-2 0 0 0,2-1 0 0,-1 1 0 15,-2-3 0-15,-1 2 0 0,1-4 0 0,1 0 0 16,1-3 0-16,0-1 0 0,0-2 0 0,-1 0 0 16,3-3-397-16,0 0-79 0,2 1-38 0,0-4-64 15,1 0-460-15,-3-2-1124 0,14-1 497 0</inkml:trace>
  <inkml:trace contextRef="#ctx0" brushRef="#br0" timeOffset="80830.2293">14357 14510 342 0,'1'-8'428'0,"2"1"33"0,-1 2 22 0,-2-3 19 16,1 2 9-16,1 0 6 0,0 1 0 0,-1 2-4 15,1-2-13-15,-2 5-26 0,0-5-24 0,0 5-34 16,0-5-38-16,0 5-34 0,0 0-32 0,0 0-28 16,0 0-16-16,0 0-15 0,0 0-21 0,-8 11-226 15,7-5-6-15,-2 4 0 0,1-4 0 0,0 6 0 16,1 4 0-16,0-5 0 0,-2 6 0 0,1-3 0 15,-1 2 0-15,3 1 0 0,0 2 0 0,-1-3 0 16,1-1 0-16,-3 2 0 0,3-2 0 0,0-3 0 16,-1 4 0-16,1-5 0 0,0 1 0 0,0-3 0 0,0 2 0 15,0-2 0-15,1-3 0 0,-1 0 0 0,0-1 0 16,-1-1 0-16,1 1 0 0,0-5 0 16,0 6-127-16,0-2-239 0,0-4-48 0,-6 3-44 15,6-3-61-15,0 0-44 0,-12-2-395 0,12 2-1037 0,-13-6 459 16</inkml:trace>
  <inkml:trace contextRef="#ctx0" brushRef="#br0" timeOffset="81205.1408">14143 14708 216 0,'0'0'343'16,"-2"-3"25"-16,2 3 29 0,0 0 8 0,-3-3 7 16,3 3-8-16,0 0-2 0,0-6-13 0,0 6-20 15,-1-3-27-15,1 3-21 0,0 0-24 16,0 0-27-16,4-6-28 0,-4 6-27 0,5-1-18 0,2-3-23 15,0 0-18-15,-1 1-12 0,4-2-13 0,2 1-15 16,5-1-11-16,2-1-7 0,-1 1-3 0,2 0-6 16,-1 1-13-16,3 2-5 0,-3-1-6 0,3-2-3 15,-3 3 0-15,-1-1-5 0,0 1 6 0,-2 2-6 16,-4-4 1-16,1 3-1 0,-2 0-8 0,-1 2-18 16,-2-1 16-16,1 2-13 0,-4 0-7 0,0 0 4 15,4 0-5-15,-4 3-2 0,-1 2-2 0,1-2 1 16,-1 1-1-16,1 3-9 0,0-2 5 0,-1 4-1 15,-1-2 2-15,-2 1-20 0,-2-1 15 0,1 2-1 16,0-2 0-16,1-1-8 0,-2-1 6 0,1 1 2 16,0 0-12-16,-3-2 6 0,3 2-1 0,0-3 1 15,-4-1-8-15,7 1-13 0,-3-2-25 0,0-3-23 16,0 6-21-16,0-4-26 0,0-2-20 0,0 5-23 16,0-5-39-16,0 0-60 0,0 0-62 0,0 0-49 15,0 0-53-15,9-11-61 0,-8 8-394 0,4-4-943 16,-2 1 417-16</inkml:trace>
  <inkml:trace contextRef="#ctx0" brushRef="#br0" timeOffset="81377.368">14585 14587 33 0,'0'0'344'0,"2"-4"26"0,-2 1-11 16,0 3 18-16,0-7-25 0,0 7-24 0,1-5-26 15,0 2-35-15,-1 3-32 0,0-6-27 0,0 6-20 16,0 0-38-16,0 0-40 0,0 0-51 0,0 0-62 0,0 0-68 15,5 14-72-15,-2-4-87 0,2-2-65 0,-2 2-195 16,0 1-532-16,4-2 236 0</inkml:trace>
  <inkml:trace contextRef="#ctx0" brushRef="#br0" timeOffset="81783.5198">14708 14736 76 0,'0'-4'401'0,"0"4"26"0,1-9 19 0,-1 7 0 15,0-3 6-15,0 1 2 0,0 4 0 0,-1-5-3 16,1 5-13-16,0-6-23 0,0 1-16 0,0 5-31 0,0 0-29 16,0-5-30-16,0 5-35 0,0 0-23 15,0 0-26-15,0 0-24 0,0 0-18 0,0 0-18 16,0 0-14-16,3 14-18 0,-3-8-11 0,2 1-32 0,-2 1 9 16,0-1-7-16,0 0-16 0,0 1 3 0,0-1-13 15,0 0-10-15,4-3-12 0,-4 3-35 0,1-3-9 16,-1 1 0-16,0 0 0 0,4-1 0 15,-4-4-7-15,0 4-9 0,0-4 3 0,0 0 15 0,1 3-8 16,-1-3 0-16,0 0 4 0,0 0 1 0,12-9-3 16,-6 6 7-16,-2-4-5 0,1-1-1 0,2-1 5 15,-1 1-2-15,0-1 14 0,-2 3 4 0,4 0 3 16,-3-2-21-16,0 4 0 0,0-1 0 0,2 1 0 16,-4 0 0-16,3 1 0 0,-3 2 0 0,1-3 0 15,-4 4 0-15,12-3 0 0,-9 2 0 0,-3 1 0 16,11 1 0-16,-6 2 0 0,0 1 0 0,1-3 0 15,-1 3 0-15,1 2 0 0,-3-2 0 0,5 0 0 16,-4 3-65-16,0-1-161 0,2-1-54 0,-2 2-73 16,1 1-75-16,-1-2-56 0,1-2-49 0,-1 1-41 15,1 0-301-15,-4-1-948 0,3 0 420 0</inkml:trace>
  <inkml:trace contextRef="#ctx0" brushRef="#br0" timeOffset="82502.1031">14956 14732 113 0,'1'-6'247'15,"-1"0"23"-15,3-2 20 0,-2 1 14 0,-1 3 11 16,3-3 9-16,-2-1 7 0,0 4 3 0,-1-1-8 16,0 1-7-16,3-1-16 0,-2 2-15 0,2-1-20 15,-3 4-15-15,2-4-19 0,1 1-23 0,-3 3-22 16,1-4-20-16,-1 4-16 0,9-2-14 0,-9 2-13 16,0 0-11-16,10 3-10 0,-6 0-6 0,-1 0-10 0,0 0-8 15,0 2-9-15,2 0-3 0,-2 1-11 16,-1 0-16-16,-2-1 9 0,1 2-5 0,-2 1-2 15,-1-1-5-15,-1 3-5 0,-1-4-2 0,0 1-2 16,-2 1 1-16,1-1-8 0,-3-2-1 0,1 0 4 0,-2-1-7 16,1-1 1-16,0-1-5 0,-3 1-1 0,3-3 2 15,-1 1-2-15,4-2 1 0,-4 0 1 16,4-3-5-16,-1 2 1 0,0-2-1 0,3-2 1 16,1 1-5-16,-3-5 1 0,4 4 0 0,1-2 4 0,0 1-1 15,1-5-1-15,4 4 6 0,-3 2 11 0,1-1-6 16,1 1 2-16,1-2 3 0,1 4-3 0,0-1 4 15,0 3 3-15,-1-2-1 0,2 2-2 0,-1 2 17 16,2 3 0-16,-2 0 7 0,3 3 5 0,0-1 6 16,-2 5 9-16,3 4 2 0,-1 1 0 0,-3 2 3 15,4 6 13-15,-3 2-4 0,-2 0-5 0,0 3-2 16,-2-2-2-16,-1 1-2 0,-1 0-9 0,1 1-65 16,-1 1 0-16,1-2 0 0,-4 2 0 0,1-3 0 15,-1 0 0-15,-1 1 0 0,1-9 0 0,0 7 0 16,2-5 0-16,-3-5 0 0,3 2 0 0,0-2 0 15,-1-4 0-15,1 1 0 0,0-6 0 0,0 1 0 16,-1 0 0-16,1-1 0 0,-2-3 0 0,1 2 0 16,2 0 0-16,1-3 0 0,-2-2 0 0,-2 5 0 15,2-5 0-15,0 0 0 0,-1 4 0 0,1-4 0 16,0 0 0-16,0 0 0 0,1 5 0 0,-1-5 0 16,0 0 0-16,0 0 0 0,0 0 0 0,0 0 0 15,0 0 0-15,0 0 0 0,-6 1 0 0,6-1 0 16,0 0 0-16,-13-3 0 0,13 3 0 0,-14-1 0 15,5-1 0-15,-5-1 0 0,1 1 0 0,-1-2 0 16,0 3 0-16,-2-1 0 0,5-1 0 0,-4 0 0 16,3 3 0-16,5-3 0 0,-3 1 0 0,5 1 0 15,-2-2 0-15,2 1 0 0,2-1 0 0,-1-2 0 16,4 2 0-16,0 3 0 0,6-10 0 0,1 0 0 0,4 2 0 16,6 0 0-16,3-4 0 0,4-1 0 0,-5 4 0 15,7-4 0-15,3 1 0 0,-2 0 0 16,0 3 0-16,-4-3 0 0,-2 4 0 0,6-2-304 15,-9 3-208-15,-4 5-71 0,5-5-69 0,-7 3-372 0,-2-1-1108 16,0 1 490-16</inkml:trace>
  <inkml:trace contextRef="#ctx0" brushRef="#br0" timeOffset="95227.2039">15277 14633 118 0,'0'0'149'0,"0"0"-19"15,0 0-11-15,-2-3-13 0,2 3-15 0,0 0-13 16,0 0-20-16,0 0-18 0,0 0-17 0,0 0-2 16,0 0-13-16,0 0-19 0,0 0-17 0,0 0-7 15,0 0-15-15,0 0-4 0,0 0-14 0,0 0-1 16,0 0-36-16,0 0-113 0,0 0 50 0</inkml:trace>
  <inkml:trace contextRef="#ctx0" brushRef="#br0" timeOffset="95963.7821">15275 14630 74 0,'0'0'77'0,"0"0"-9"16,0 0-9-16,0 0-2 0,0 0-9 0,0 0-2 16,0 0 1-16,0 0-22 0,0 0 11 15,0 0-10-15,0 0 1 0,0 0 5 0,0 0-6 0,0 0 20 16,0 0 5-16,0 0 15 0,0 0 4 0,0 0 11 16,0 0 2-16,0 0 1 0,0 0 3 0,0 0 6 15,0 0-2-15,0 0-2 0,0 0-2 0,0 0 1 16,0 0-7-16,0 0-5 0,0 0-1 0,0 0-3 15,0 0-1-15,0 0 2 0,0 0 0 0,0 0 5 16,0 0-1-16,0 0 0 0,0 0 3 0,0 0 3 16,0 0 0-16,0 0 4 0,0 0 7 0,0 0 4 15,0 0 2-15,0 0 8 0,0 0-2 0,0 0 10 16,0 0-2-16,0 0 4 0,0 0 8 0,0 0 9 16,0 0 8-16,0 0-4 0,0 0-6 0,0 0 6 15,0 0-1-15,0 0-5 0,0 0-5 0,0 0-2 0,0 0-6 16,0 0-8-16,0 0-6 0,0 0-9 0,0 0-7 15,0 0-8-15,-2 10-7 0,2-10-10 16,0 0-5-16,0 0-5 0,0 0-4 0,0 0-7 16,-1 5-1-16,1-5-1 0,0 0-4 0,0 0 4 0,2 5-3 15,-2-5 1-15,3 4 6 0,-3-4-4 0,4 4 1 16,-2-3-1-16,2 1-3 0,2 0 4 0,-2 0-10 16,1-1-1-16,-5-1-5 0,11 0 3 15,-6 0-6-15,2 2-3 0,-7-2-2 0,11 1 6 0,-5-2 1 16,-6 1 7-16,6-2 10 0,-6 2 7 0,9 0 2 15,-9 0 4-15,4-2 5 0,-4 2-13 0,1-4 0 16,-1 4-3-16,0 0 0 0,-1-6-1 0,1 6-7 16,-4-6 7-16,3 5-1 0,-4-2 7 0,1 1-17 15,4 2 8-15,-9-1-4 0,9 1-2 0,-9 0 9 16,9 0-2-16,-13 1-2 0,7 0 10 0,2 3-10 16,-4-1 2-16,0 1-1 0,0 3 0 0,0-2-5 15,0 4-15-15,1-1 7 0,-1 2-3 0,2-2-6 16,-1 2 0-16,3-1 2 0,-2-2-10 0,1 2-1 15,3 0 11-15,-2-3-16 0,2 0 18 0,0 1-15 16,2-1-1-16,0-1-4 0,1 1-9 0,3 0-12 16,5 1-18-16,2-3-6 0,1-2-18 0,7 2-7 15,-1-1-7-15,2-1-12 0,2-1-20 0,-3 0-22 16,3-1-27-16,-3 0-38 0,-1-2-40 0,1-2-54 0,-2 3-49 16,-4-5-52-16,-2 2-63 0,6-3-60 15,-8 1-306-15,1 1-886 0,1 0 392 0</inkml:trace>
  <inkml:trace contextRef="#ctx0" brushRef="#br0" timeOffset="96386.1149">15559 14696 40 0,'0'0'394'0,"0"-5"5"0,0 1 8 0,0 4-17 0,4-4-11 15,-4 4-26-15,0-5-17 0,4 3-19 0,-4 2-20 16,2-7-18-16,1 4-26 0,-3 3-17 0,1-1-20 16,-1 1-21-16,9-2-8 0,-5 0-6 0,-4 2-12 15,10-1-12-15,-2 1-11 0,-2 0-2 0,2 0-5 16,1 3-6-16,1-1-4 0,-1-1-4 0,-2 4-4 16,-1-3-4-16,4 3-9 0,-1 0-17 0,-4-1 0 15,2 2-7-15,-1 3-7 0,-2-6-7 0,2 7-10 16,-5-4-1-16,1 0-4 0,0 5-6 0,-2-6-7 15,-2 3-4-15,-1 2 3 0,-1-5-9 0,0 3-3 16,1-5 2-16,-2 4-3 0,0-2 6 0,-2-1-9 16,3 0 1-16,0-1-2 0,2 1 1 0,-2-4-1 15,4 0-4-15,-6 1 3 0,6-1-9 0,0 0 3 16,-4-10 1-16,5 6-3 0,2-1 5 0,-2-6-5 16,5 4-10-16,1-3 1 0,-2 0 3 0,1 1-5 15,4-5-30-15,-3 0-27 0,0 5-37 0,2-7-41 16,-2 9-44-16,-1-3-55 0,2 1-65 0,0 1-59 15,-5 4-66-15,6-3-66 0,-4 2-396 0,1 2-955 16,-3-1 423-16</inkml:trace>
  <inkml:trace contextRef="#ctx0" brushRef="#br0" timeOffset="96620.7486">15856 14490 373 0,'1'-4'502'0,"0"-2"11"16,1 0-1-16,-1 1-13 0,0 0-32 16,2 0-30-16,-2 1-36 0,0 1-34 0,-1 3-36 0,2-4-34 15,-2 4-30-15,1-4-35 0,-1 4-12 0,0 0-30 16,9 1-19-16,-9-1-21 0,5 6-28 0,-4-1-40 16,2 1-30-16,-1 0-40 0,1 2-45 0,-1 0-37 15,0 2-42-15,-1-1-54 0,-1 2-48 0,-3 1-51 16,2-2-54-16,-3 2-61 0,3-2-52 0,-4 2-269 15,2-1-760-15,-3-3 336 0</inkml:trace>
  <inkml:trace contextRef="#ctx0" brushRef="#br0" timeOffset="96934.0522">15929 14642 9 0,'6'-1'316'0,"-6"1"13"0,6-4 12 0,-6 4 5 15,4 0 6-15,-4 0-1 0,0 0-1 0,0 0 1 16,1-4-4-16,-1 4-4 0,0 0-7 0,0 0-8 15,0 0-16-15,0 0-21 0,0 0-30 0,-1 10-15 16,1-10-23-16,-2 7-17 0,-1-2-21 0,3 0-12 16,0 1-10-16,1-1-10 0,2 3-4 0,1 0 15 15,1 1-23-15,3 0-6 0,-2 1-14 0,4-2-5 16,-4 1-8-16,6 0-4 0,-4-2-7 0,-1 1-14 16,1-1 12-16,-3-1-25 0,0-2-2 0,0-1-1 15,-1 2-16-15,0 0-1 0,0-2 1 0,-3 1-6 16,-1-4-1-16,-4 8-3 0,2-4 0 0,-10 1-6 0,3-1-32 15,-1-2-3-15,-8 1 0 0,5 1 0 0,-4 1 0 16,4-4 0-16,-3 3 0 0,4-5 0 16,0 2 0-16,3 0 0 0,4 1-133 0,-1-2-64 15,6 0-84-15,0 0-107 0,0 0-95 0,0 0-97 0,0 0-442 16,26 3-1107-16,-5-2 490 0</inkml:trace>
  <inkml:trace contextRef="#ctx0" brushRef="#br0" timeOffset="97263.0997">16593 14654 515 0,'4'-12'540'0,"0"0"7"15,-2-4-7-15,0 7-13 0,-2 1-18 0,2-1-21 16,-2-1-15-16,3 4-17 0,-3 0-12 0,0-1-20 15,0 3-16-15,-1 1-32 0,1 3-29 0,1-6-34 16,-1 3-33-16,0 3-28 0,0 0-24 0,0 0-12 16,0 0-7-16,0 0-110 0,-1 22-99 0,2-14 0 15,1 3 0-15,-2 1 0 0,-1 0 0 0,1 3 0 16,1 3 0-16,1 0 0 0,-4 0 0 0,2-1 0 16,2 1 0-16,-2 0 0 0,-2-1 0 0,1-6 0 15,-1 2 0-15,-2 2 0 0,1-3 0 0,0-2 0 16,0-2 0-16,1 2 0 0,-3 0 0 0,4-5-207 15,0-1-249-15,-3 1-42 0,1-1-68 0,3-4-53 0,0 0-356 16,0 0-1055-16,0 0 468 0</inkml:trace>
  <inkml:trace contextRef="#ctx0" brushRef="#br0" timeOffset="97530.0478">16579 14645 136 0,'-2'-6'334'0,"0"-1"28"0,2 1 39 31,0-1 31-31,0 2 15 0,-1-1 15 0,1 3 4 0,0 3 2 0,-1-7-9 0,1 7-6 0,2-4-20 16,-2 1-26-16,0 3-30 0,0 0-39 0,0 0-30 16,0 0-21-16,0 0-23 0,12 6-24 0,-7-1-22 15,0 1-23-15,3 0-21 0,-1 1-15 0,2 3-15 16,0-1-15-16,-2 1-31 0,4 0-98 0,-1 1 0 16,-1 4 0-16,-1-6 0 0,3 3 0 0,-3 0 0 15,1-4 0-15,5 6 0 0,-5-4 0 0,5 1 0 16,0-2 0-16,-4-1 0 0,0-1-126 0,1-2-106 31,-1 1-53-31,1-2-52 0,-3-1-62 0,1 0-52 0,5-3-62 0,-5-2-55 0,-2 1-312 0,-1-5-954 16,4 3 422-16</inkml:trace>
  <inkml:trace contextRef="#ctx0" brushRef="#br0" timeOffset="97779.7778">16865 14631 118 0,'0'-7'326'0,"0"-1"22"16,4 1 39-16,-4 2 28 0,0-3 32 0,0 3 11 15,0 0 11-15,0 1 5 0,0-2 13 0,1 3 5 0,-1 3-10 16,0-4-16-16,0 4-26 0,0-5-29 16,3 1-32-16,-3 4-35 0,0 0-31 0,0 0-33 15,0 0-28-15,0 0-24 0,0 0-53 0,0 0-175 16,1 13 0-16,-1-5 0 0,0-1 0 0,0 1 0 0,0 2 0 16,0 0 0-16,2 3 0 0,-4-2 0 15,4 0 0-15,-2 1 0 0,2 0 0 0,-1 0 0 16,-2 2 0-16,2-3 0 0,-2 0 0 0,2 0 0 15,-1-2 0-15,3 2 0 0,-6-2 0 0,3-2 0 0,4-1-302 16,-4 2-171-16,4-3-49 0,-3 3-51 0,4-4-53 16,3 0-324-16,-3 0-1028 0,3-3 455 15</inkml:trace>
  <inkml:trace contextRef="#ctx0" brushRef="#br0" timeOffset="98670.1889">17029 14794 15 0,'0'0'350'0,"1"-5"22"0,2 2 31 15,-2-2 25-15,-1 1 25 0,0 4 6 16,1-4 7-16,-1 4 7 0,4-5-7 0,-4 1-5 0,0 4-14 16,0 0-26-16,-2-5-34 0,2 5-33 0,0 0-34 15,0 0-38-15,0 0-28 0,0 0-26 0,3-2-30 16,-3 2-19-16,0 0-16 0,0 0-12 0,0 0-17 16,0 13-20-16,2-8-7 0,-2 1-14 0,1 0-80 15,-1 1-13-15,1 3 0 0,2-1 0 0,-1-3 0 16,-2 1 0-16,0 0 0 0,2-1 0 0,-2-2 0 15,2 0 0-15,-4 1 0 0,4-2 0 0,-1 0 0 16,-1-3 0-16,2 4 0 0,-2-4 0 0,0 0 0 16,4 2 0-16,-4-2 0 0,0 0 0 0,6-6 0 15,-3 3 0-15,3 0 0 0,0-3 0 0,-1-1-17 16,3 0 4-16,-3 1-5 0,5-2 8 0,-6 4-1 16,1-5 1-16,3 4 8 0,0-2-1 0,-2 1 19 15,-1 3-5-15,-1-2 9 0,1 0 3 0,-1 2-9 16,1 1-14-16,-2-1 0 0,2 1 0 0,-5 2 0 15,5-2 0-15,-5 2 0 0,0 0 0 0,9 4 0 16,-5-2 0-16,-2 0 0 0,1 2 0 0,1 1 0 16,-3 2 0-16,3-4 0 0,-3 3 0 0,1 3 0 15,0-3 0-15,0 3 0 0,-2-1 0 0,2-2 0 16,-1 1 0-16,-1-2 0 0,1 0 0 0,0 0 0 16,1-2 0-16,-1 1 0 0,-1-4 0 0,1 4 0 15,-1-4 0-15,3 3 0 0,-3-3 0 0,0 0 0 16,0 0 0-16,14-8 0 0,-8 2 0 0,-2 3 0 15,5-4 0-15,1 1-4 0,-1 0 2 0,-2 0-6 0,0 0 7 16,3 1-3-16,-2-1 5 0,1 1-1 16,-5 1-1-16,2 1 0 0,-2 0 7 0,1 1 3 15,-1 1-8-15,-4 1-6 0,8-3-1 0,-8 3 3 16,9 4 12-16,-9-4-11 0,6 5-6 0,-2 1 9 0,-1-3 2 16,-1 1-5-16,-2 1 0 0,4 0 2 0,-4 1 1 15,1-1-9-15,2 0 9 0,-2 1-5 0,0-1 7 16,-1 1-4-16,2-3-7 0,-2 2 10 15,0-5-4-15,1 6 1 0,-1-4 2 0,0-2 0 0,0 0 10 16,5 2-5-16,-5-2-5 0,0 0 3 0,0 0 3 16,14-9-3-16,-7 4-4 0,-1 2 1 0,1-6-1 15,1 4 0-15,1 0 0 0,0-2 0 0,-3 1 0 16,1 2 0-16,-1 0 0 0,-1 0 0 0,-1 3 0 16,1-1 0-16,-2-1 0 0,1 2 0 0,-2-3 0 15,-2 4 0-15,0 0 0 0,5-3 0 0,-5 3 0 16,0 0 0-16,6-2 0 0,-6 2 0 0,0 0 0 15,0 0 0-15,2-2 0 0,-2 2 0 0,0 0 0 16,0 0 0-16,0 0 0 0,0 0 0 0,0 0 0 16,0 0 0-16,11 2 0 0,-11-2 0 0,4 3 0 15,-4-3 0-15,0 0 0 0,0 0 0 0,8 0 0 16,-8 0 0-16,0 0 0 0,8 0 0 0,-8 0 0 16,6 2 0-16,-6-2 0 0,5 1 0 0,-1 2 0 15,0-2 0-15,-4-1 0 0,9 4 0 0,-8 0 0 16,3-2 0-16,2-1 0 0,1 2 0 0,-1 3 0 15,1-2 0-15,-4 1 0 0,4-2 0 0,-4 1 0 16,3 0 0-16,-1-1 0 0,0 3-240 0,-1-3-81 16,0-1-67-16,1 2-69 0,-3-1-83 0,2-1-502 15,-4-2-1127-15,8-5 499 0</inkml:trace>
  <inkml:trace contextRef="#ctx0" brushRef="#br0" timeOffset="99560.6539">17779 14657 287 0,'3'-10'338'0,"3"2"19"16,-2-2 21-16,1 0 16 0,-2 2 21 0,-1-1 13 0,2 2-1 16,-3 1-5-16,1 1-14 0,-1 2-8 0,0-2-19 15,-1 2-5-15,0 3-29 0,4-5-22 16,-4 5-20-16,2-3-32 0,-2 3-17 0,0 0-28 16,2-5-24-16,-2 5-8 0,0 0-15 0,0 0-10 0,0 0-17 15,0 0-4-15,0 0-8 0,0 0 1 0,0 0-38 16,0 0-105-16,0 0 0 0,-5 15 0 15,2-9 0-15,3 0 0 0,-2 1 0 0,2 3 0 16,-2 0 0-16,2 1 0 0,0 5 0 0,0-5 0 0,-1 3 0 16,0-2 0-16,1 5 0 0,-3-1 0 0,3-1 0 15,0 2 0-15,0-2 0 0,0-2 0 0,0 2 0 16,-1-4 0-16,1 1 0 0,0-2 0 0,1 0 0 16,-1 1 0-16,0-3 0 0,4-1 0 0,-3 0 0 15,2 0 0-15,-2-3 0 0,7-1 0 0,-6 1 0 16,2-1 0-16,4-3 0 0,0 0 0 0,-1-3 0 15,2 0 0-15,1-2 0 0,-2-1 0 0,1-1 0 16,-1 0 0-16,-1-1 0 0,-2 0 0 0,2 0 0 16,-2 1 0-16,1-1 0 0,-5 2 0 0,2-3 0 15,0 5 0-15,-3-3 0 0,2 2 0 0,-2 0 0 16,0 2 0-16,0-3 0 0,0 6 0 0,-2-6 0 16,0 3 0-16,1 0 0 0,1 3 0 0,-6-1 0 15,6 1 0-15,0 0 0 0,0 0 0 0,-12 1 0 16,12-1 0-16,0 0 0 0,-9 3 0 0,4 0 0 15,4-1 0-15,1-2 0 0,-5 6 0 0,2-1 0 16,-1-1 0-16,3-1 0 0,1 2 0 0,0-1 0 16,-1 0 0-16,1-4 0 0,0 9 0 0,0-6 0 15,0-3 0-15,4 6 0 0,-2-3 0 0,2 0 0 16,1 0 0-16,0 0 0 0,2-1 0 0,0-3 0 0,2 2 0 16,4 0 0-16,-3-2 0 0,3-1 0 15,1-1 0-15,-4-3 0 0,3 4 0 0,1-2 0 16,-2-2 0-16,0 0 0 0,-4-1 0 0,4 2 0 15,-5-2 0-15,3-1 0 0,-3 1 0 0,-1 2 0 0,-3 0 0 16,1-1 0-16,1 1 0 0,-3 0 0 0,1 0 0 16,-2-2 0-16,0 4 0 0,1 0 0 15,-1-1 0-15,-1 4 0 0,-1-5 0 0,1 5 0 0,-2-6 0 16,2 6 0-16,0 0 0 0,0 0 0 0,0 0 0 16,0 0 0-16,-11 11 0 0,10-7 0 0,-1-1 0 15,1 5 0-15,0-3 0 0,0-1 0 0,-1 3 0 16,2-3 0-16,0 2 0 0,2 0 0 0,-2-3 0 15,1 2 0-15,0-1 0 0,3 0 0 0,1-1 0 16,0 1 0-16,0-4 0 0,2 3 0 0,-1-3 0 16,4 0 0-16,0 0 0 0,2-2 0 0,-1 2 0 15,1-1 0-15,-3-1 0 0,2 0 0 0,-3 0 0 16,-3 2 0-16,3-3 0 0,-2 3 0 0,2-1 0 16,-8 1 0-16,10 0 0 0,-6 3 0 0,4 0 0 15,-5 1 0-15,3 2 0 0,0 0 0 0,-1 4 0 16,-2 0 0-16,2 3 0 0,-1-1 0 0,-3-1 0 15,1 3 0-15,0-3 0 0,0 4 0 0,-2-2 0 16,0-1 0-16,4 0 0 0,-5-2 0 0,2-3 0 16,-1 2 0-16,1-3 0 0,1-3 0 0,-2 3 0 15,1-2 0-15,-1-4 0 0,4 1-340 0,-4-1-173 16,6-6-110-16,-2 0-497 0,0-2-1212 0,-2-4 536 16</inkml:trace>
  <inkml:trace contextRef="#ctx0" brushRef="#br0" timeOffset="101940.0332">10634 14252 8 0,'4'-5'307'0,"-3"0"-9"0,4 0-5 0,-4 2-1 15,2-1 2-15,-2-1 2 0,2 1-6 0,-1 1-3 16,-1 3-6-16,-1 0-14 0,2-5-11 0,-2 5-18 0,0 0-8 16,1-4-17-16,-1 4-19 0,0 0-16 15,0 0 0-15,0 0-2 0,0 0 5 0,0 0 3 16,0 0-1-16,0 15-2 0,-1-6-2 0,-1-1-1 16,1 3-3-16,0 5-4 0,0 0 1 0,1 2-5 0,-3 1 1 15,3 7-4-15,0 1-18 0,0 1 8 0,3-2-4 16,-6 5-1-16,6 1-5 0,-6 4-4 15,2 1 1-15,-1 8-3 0,2 1-1 0,-1 3-9 16,-5-5-43-16,10 3-85 0,-12 2 0 0,6 0 0 0,-2-1 0 16,0-1 0-16,0 1 0 0,0-13 0 0,4 2 0 15,-1 11 0-15,-3-3 0 0,-1-12 0 0,5 2 0 16,-1-3 0-16,-2 0 0 0,3-2 0 16,-5 0 0-16,2-1 0 0,2-2 0 0,1-1 0 0,-1-6 0 15,2 5 0-15,0-6 0 0,-1-1 0 0,0-3 0 16,3-3 0-16,-3 0 0 0,1-1 0 0,-1-4 0 15,3 1 0-15,-3-3 0 0,1 1 0 16,-1-1 0-16,3-1 0 0,-2-1 0 0,-1-3 0 0,0 6 0 16,0-6 0-16,0 0 0 0,0 0 0 0,0 0 0 15,0 0 0-15,0 0 0 0,5-17 0 0,-4 7 0 16,3-6-339-16,-4-4-248 0,4-7-103 16,-3-6-407-16,2-2-1186 0,1-18 525 0</inkml:trace>
  <inkml:trace contextRef="#ctx0" brushRef="#br0" timeOffset="106676.6494">10698 14263 104 0,'-5'-3'118'0,"1"0"4"0,-1 1-2 0,1 0 4 16,0 0 0-16,0-1 6 0,-1 1 6 0,1-2-3 16,4 4-1-16,-6-6 4 0,4 6 0 0,2 0 4 15,-6-4 2-15,6 4 1 0,-3-7 1 0,3 7 2 16,-2-4-1-16,2 4 5 0,-5-3-5 0,5 3-2 16,-4-2 11-16,4 2-1 0,-1-6 8 0,1 6 0 15,-4-5 0-15,4 5 3 0,0 0 3 0,0-5-5 16,0 5-1-16,0 0-6 0,0 0-3 0,0 0 0 15,0 0-5-15,0-3-10 0,0 3-7 0,0 0-11 16,0 0-10-16,0 0-8 0,0 0-11 0,0 0-8 16,3-5 1-16,-3 5-9 0,0 0-6 0,0 0-1 15,5-3-10-15,-5 3 3 0,6-1-1 0,-6 1 2 0,5-2-2 16,0 0 1-16,-5 2-1 0,12-2 2 0,-6 2 4 16,2-2 6-16,1 2-5 0,-2-1-4 15,7-2 0-15,-1 1-1 0,5-1 0 0,0 1 3 16,2 1-4-16,2-3-3 0,-1 2-12 0,7-1 14 0,-7 3-9 15,10-3 6-15,-3 0-9 0,0 0 3 0,-6 0-6 16,1 2 2-16,-4 0 0 0,12-1-8 16,-3-1 2-16,0 0-2 0,-9 2-6 0,10-3-1 15,-3 1-6-15,-4 2 4 0,6-1-16 0,-6 1 17 0,5-1-2 16,1-1-3-16,0 1-12 0,-5 0 4 0,-1 0 0 16,-2 1-3-16,10-3-1 0,-1 0 2 0,-2 2 1 15,1 1-3-15,-6-1 3 0,-3 0 0 0,1 1-6 16,10-3 4-16,-11 3-10 0,1-1 11 0,3 1-6 15,-1-1-1-15,-4 1 3 0,1 1-5 0,4 0 0 16,-5-2-3-16,0 2 8 0,1 0-5 0,1-1-2 16,2 1-10-16,-3-1 9 0,0 1 7 0,3-2-11 15,-4 1 1-15,4-1 2 0,-2 4 3 0,0-4-3 16,1 2-1-16,0 0 7 0,-1 0-14 0,-1 0 8 16,0-3 9-16,-1 3-7 0,4 0-1 0,-4 0-17 15,1 0 11-15,4 0-8 0,-4 0 9 0,2 0 9 16,0-1-7-16,-1 1 2 0,0-2-3 0,0 2 3 15,1 0 3-15,1-2-10 0,-2 2 5 0,2 0-2 16,0 0 0-16,-2 0 3 0,2 0 3 0,-2-1 3 16,3 2-6-16,4-2-10 0,1 1 12 0,-7 0-4 15,-1 0-1-15,3 0 9 0,-4 0-8 0,3 0 8 16,0 0-11-16,-1-2 5 0,1 2 0 0,1-1-4 16,-1 2 9-16,-3-4-4 0,4 3-2 0,0-4 9 15,-4 4-10-15,2-2 1 0,-2 2 7 0,-2-2-15 16,0 0 8-16,-4 1 3 0,1 0-4 0,-1 0 8 15,2-1-11-15,-2 2 11 0,-1 0-6 0,2-3-8 16,-3 1 8-16,3 2-1 0,-1-1 4 0,2-1 1 16,-2 1-2-16,0 0-8 0,0 1 5 0,0-1-7 0,0 0 8 15,0-1 0-15,1 1 6 0,-3 0-18 0,1-1 8 16,1 4 4-16,1-4 3 0,-1 2-5 16,-3 0-1-16,3 0 2 0,0 0 0 0,-2 0-13 15,2 2 15-15,-1-2-5 0,-1-2 2 0,2 4-1 0,-2-2 1 16,3 0 2-16,-7 1 1 0,3-1-4 0,-1 0 1 15,2 1 1-15,2-1-2 0,0 2 1 16,0-2 2-16,-3 2-3 0,7-1 9 0,-6 0-5 16,2 1-3-16,-3-1 1 0,3-1-2 0,-2 2 6 0,2 0-3 15,0-1-6-15,0-1 8 0,1 0-1 0,-1 0-1 16,-1 2 2-16,2-2 2 0,-1 0 0 0,1 1-4 16,-1-2-1-16,-1 1-3 0,2 0 4 15,-2 0-2-15,1 1 0 0,0-1-1 0,3-1 0 0,-3 1 5 16,1 0-7-16,-1 0 4 0,0 0 1 0,2 1-1 15,-2-1-3-15,1 0 2 0,0 0-4 0,0 1 5 16,4-1 2-16,-1 0 1 0,-2 0 1 0,6-1-4 16,-2 1 4-16,-1 0-10 0,-1-1 13 0,3 2-4 15,-2-1-6-15,3 1 3 0,-3-2-3 0,1 2 0 16,2-1 9-16,-3 0-3 0,1 0-6 0,0 0-1 16,-1 1 3-16,2-2 3 0,0 0-3 0,-3 2 2 15,1-3-2-15,4 3 0 0,-3-1-2 0,-1 0 3 16,1 0 4-16,2-1-11 0,-5 1-3 0,3 0 11 15,-2-2 0-15,1 2 2 0,-1 0-1 0,0 0 1 16,3 0-4-16,-5 0-1 0,4 2-2 0,-1-1-2 16,0 0 5-16,-4-1-2 0,4 0 2 0,0 3 3 15,-5-3 1-15,3 0-7 0,0 1-3 0,-5 0 13 16,4 0-10-16,-2 0 0 0,1-1 2 0,0 4 1 16,0-3-3-16,-1 0 0 0,0 0 7 0,2 1-8 15,-2-2 1-15,1 0-6 0,0 3 6 0,0-3-2 16,0 3-3-16,4-2-11 0,-1 3 7 0,1-1 4 15,-2-2-1-15,3 0 2 0,-1 1 2 0,0 1-7 16,-1 0 1-16,-3-3 3 0,0 3 4 0,4-1-4 16,0-1 3-16,-4-1-14 0,2 0 19 0,2 2-6 0,0-2 3 15,-5 0-11-15,6 0 13 0,-1 0-2 0,-3 0 1 16,3-2 2-16,-2 4 2 0,0-4 0 16,-3 2-8-16,7 0 5 0,-3 2-2 0,-2-2 2 15,3 0-1-15,1 0 0 0,-1 1 4 0,0 0 4 0,0-1-6 16,0 0 2-16,1 2-5 0,2-2-9 0,-3 1 13 15,2-1-1-15,-3 0-1 0,0 4 6 16,3-3-5-16,-4 0-1 0,2 2 0 0,-4-2-4 16,4 0 10-16,-4 2-8 0,0-2 8 0,-1 0-6 0,6 0 2 15,-6 0 1-15,5 1-5 0,-1-1 3 0,-2-1 2 16,1 2-4-16,2-1-3 0,-2 2 6 0,-2-1-2 16,5 1-4-16,-5-1 3 0,1 0 7 15,2 1-5-15,-4-1-1 0,3 2 3 0,-3-2 0 0,0-1 3 16,0 2-7-16,-1 0-2 0,0 0 4 0,-2-1-4 15,3 0 4-15,-2 1-4 0,0 1 3 0,1-2-2 16,1-1-12-16,-1 2 8 0,-1-2-2 0,1 1 7 16,-5 0-18-16,6 0 14 0,-5-2 2 0,2 2-2 15,0 1 3-15,-2-2-13 0,3-1 14 0,0 1 4 16,-1 1-6-16,0 1 0 0,0 1-15 0,2-1 11 16,2 1-8-16,-1-2-7 0,1 3 1 0,-2-3-1 15,10 1 0-15,-8 0 4 0,3 2-2 0,-2-2 2 16,-1 1 5-16,-1-4-1 0,2 3 5 0,-2-2-1 15,0 1-3-15,0 0-6 0,0 0 13 0,-1-1 4 16,1 0-1-16,-1 1-2 0,4-1 1 0,2 0 2 16,-3-1 1-16,7 1-3 0,-8-1 2 0,4 1-1 15,3-2-3-15,-4 2 1 0,4-2-3 0,-3 2 5 16,1-1-6-16,3 0-3 0,-2 0 3 0,-8-1 5 16,7 2-2-16,-4-1-1 0,3 1-5 0,-5-1 1 15,1 0-12-15,0 0 15 0,1 0-8 0,-1 0-4 16,3 0 9-16,-3 0 0 0,-1 0-2 0,0 2-5 0,3-2 6 15,-3-2 1-15,1 4-1 0,-1-2-2 16,-2 0 2-16,2 0 0 0,4 0 0 0,-6 2 2 16,2-2-2-16,0 0 1 0,-2 1-4 0,3-1 3 15,-2-1 0-15,1 2 0 0,1-1-4 0,0 1 2 16,0-1-2-16,-1 0 1 0,0 3 1 0,0-2 3 0,4 2-1 16,-4-3 2-16,2 1 0 0,-2 0 2 15,5 0 1-15,-5 1 2 0,1 0 0 0,0-1-5 16,-1 0 0-16,4 1 7 0,-4-2 4 0,1 3-4 15,-4-5 0-15,3 4 2 0,1 0-2 0,-2-2 0 0,-1 2 1 16,2 0-1-16,-4-1 3 0,6 0-1 16,-2 2 2-16,0-1-2 0,0-1 0 0,-1 1 3 15,1 0-4-15,0-1 4 0,2 1-4 0,-6-2 4 16,5 2 2-16,-1-1-3 0,0-1 3 0,1 1-4 16,0-1 1-16,0 0 2 0,4 0-1 0,0 0 0 0,-5 0 1 15,6 0-3-15,-6-1 2 0,4 0 1 0,-1 1-2 16,0-2-6-16,3 2 7 0,-6 0-1 15,5 0-2-15,0 0 0 0,-3 0 1 0,2 2-1 16,2-2 2-16,-2 2-1 0,-3-2-1 0,3 4 0 0,-3-2 2 16,-2 0-7-16,4 1 8 0,-5-1-2 0,3 1 3 15,-1-1-2-15,1 0-2 0,-2 3 2 0,-1-3-1 16,3 1-1-16,0 0 2 0,-2 0 2 0,-2 1-3 16,-1-3 1-16,2 2 1 0,-3-1-5 0,2 1 4 15,-2 0-5-15,1-1 4 0,-1 3-1 0,-1-3 0 16,0-1 2-16,3 1-9 0,-4 1 9 0,3 1 0 15,-2 1 1-15,1-2-3 0,0 1 2 0,-1-1-1 16,-1 2 1-16,4-1-2 0,-5-1-4 0,3 1 8 16,-3 2 1-16,4-2-2 0,-4-1-3 0,0 1 2 15,2 1-1-15,-5-3 1 0,5 2 2 0,-5-1-1 16,6 1 3-16,-4-2-2 0,-2 0 3 0,2 2-4 16,-1-3 1-16,-3-1 1 0,6 4-1 0,-3-3 1 15,-3-1-3-15,6 3 1 0,-2-2-2 0,-4-1 2 16,5 2 3-16,-1 2-3 0,0-3 2 0,-1 3-3 15,4-2-5-15,-3 2 5 0,2-1 2 0,0-1 1 16,0 4-4-16,-1-4-1 0,1 1 2 0,0 0-1 16,2 2-1-16,-3 0 0 0,0 0 6 0,2-2-3 15,-2 2 0-15,1 0 0 0,1-2 1 0,-1 2-1 16,0-2-3-16,-2 3-5 0,1-3 7 0,-3 3-2 16,4-3 2-16,-2 2 1 0,1 4 0 0,1-2-3 15,2 3 1-15,-3-3 2 0,0 1-8 0,-1 0 10 16,2 2-4-16,-2 0 1 0,0 1-1 0,1-3 1 15,-1 3-4-15,1-2 5 0,-1 2 0 0,-1 0 0 16,0 3-1-16,0-5-1 0,-3 3 5 0,1 4-3 16,0-2-1-16,1-3 1 0,-1 4 0 0,-1-3 1 15,1 0-4-15,-2 1-2 0,1-2 7 0,-1 1-1 16,1 2-4-16,-2-1 1 0,2 3 6 0,-1-5-3 16,0 6-4-16,0 0 4 0,-4-5-2 0,2 4 2 15,1-3-2-15,-1 1-1 0,-1 3 2 0,0-5 0 16,4-2 2-16,-2 4-2 0,-5-3 2 0,3 0-1 15,1 1-3-15,0-1 1 0,-1-1-2 0,0 2 5 0,3-3-3 16,-3 3 3-16,3-1-2 0,-3-1-6 0,3 0 8 16,-2 0 3-16,3 1-4 0,0 1-1 15,0-3 1-15,-1 2-3 0,1-1 2 0,-4 2 1 16,3-2-3-16,1 0 4 0,0 0-1 0,-3 2-4 0,2-2 6 16,1 1-1-16,-1 0-2 0,-3 0 4 0,1 2-2 15,2 0 1-15,-1-5-2 0,0 4 1 0,-2-2-2 16,3-1 0-16,-1-2-3 0,0 4 6 15,0-1 1-15,2 0-3 0,-3-1 1 0,3 0-1 16,0 3 1-16,-1 0 1 0,1-3-2 0,0 2 1 0,-2 1 3 16,0-3 0-16,2 1-6 0,0 1 7 15,-2-2-1-15,2 0-6 0,-2-3 3 0,1 1 5 16,0-1-1-16,-1 0 0 0,1 0 0 0,-1-3 5 16,0 1-9-16,1 0 6 0,0-1 6 0,1-3-3 15,0 0 1-15,-3 4 5 0,3-4-3 0,-2 3-1 0,2-3 0 16,-2 3 0-16,2-3-1 0,-3 3-1 0,3-3-2 15,-4 2 0-15,4-2-27 0,-5 4 2 16,5-4 2-16,-7 3 0 0,1-2 10 0,-2-1-4 0,-2 0 3 16,-2 2 2-16,-2-5 2 0,-4 2 1 15,-2 0 0-15,-3-1 1 0,4 0-1 0,-3 2 0 0,-9 0 0 16,12 2-3-16,1-2 4 0,-3 1-2 0,0 0-1 16,-1 1 2-16,1-2 0 0,-2 1 2 0,-7-1 0 15,6 2 0-15,-9 0 0 0,1-1 2 0,1-1 3 16,-2 0-1-16,-3-1-4 0,3 1 0 15,-3 0 1-15,2 1-2 0,-1-1 2 0,1 1 0 0,-2 2 0 16,4-2-4-16,0 0 2 0,0 2 3 0,2 0-6 16,0 2 2-16,-2-2 0 0,4 2 3 15,2 0-4-15,-2 0 2 0,0-2 0 0,-1 2 1 16,-1 0 0-16,0-4-1 0,-1 4 2 0,-1-1-3 16,-3-3 5-16,2 1-3 0,-4-1 2 0,-1 0 4 15,1-1-5-15,-14-1 0 0,12 0 0 0,1 1-2 0,-3 1 1 16,3 0-1-16,-2-1 0 0,1 1 0 0,-2 0-1 15,2-1 2-15,2 2-1 0,0-2-1 0,-1-2 4 16,6 0-4-16,-4 1 4 0,3 0 0 16,1-2-2-16,0-3 3 0,-1 3-5 0,1 1 2 15,-1-3 1-15,1-3 10 0,0 3 11 0,-3-1 0 0,-3-2-3 16,5 2 4-16,-6-1-5 0,2 2-1 0,-1 0 2 16,1-2-8-16,1 2 2 0,-5 1 0 0,-10 0-3 15,14 0-1-15,1 0-1 0,-2 2 0 16,-2-1-3-16,3 2-1 0,0-1 1 0,3 1 0 15,-4-2-1-15,3 0 3 0,-5-1 9 0,3 2 0 16,1-3 6-16,-1 4 2 0,-1-1-3 0,0-1 1 0,-1 0-7 16,3 1 1-16,3 0-5 0,-1 1-1 0,2 1 3 15,-1 0-6-15,2 0 2 0,0 0 0 16,4 0 0-16,-2 0-4 0,1 1 3 0,6 1 0 16,-7-1-7-16,7 0-2 0,-6-1 4 0,1 2-4 15,4-1 5-15,-8 0-3 0,2 1 1 0,1-1-3 0,-3 1 2 16,2-2 1-16,-2 0 2 0,3 2-4 0,-4-2 0 15,3 0 0-15,1-2-1 0,-3 2 3 0,3 2-1 16,1-2-3-16,0 1 0 0,4-1 3 16,-6 0-3-16,-1 2 3 0,3-2-3 0,-1 0-1 15,2-2 7-15,5 2-7 0,-7-1 2 0,-3-1 3 0,2 2 0 16,-2-1 0-16,0-1 1 0,-2-1-8 0,0 0 4 16,1-1-2-16,-1 2 4 0,0 1-1 15,0-3-1-15,-2 3-3 0,3-2 2 0,-4 1 2 16,4 0-3-16,2 1 6 0,-1-2-2 0,0 2-1 15,-1-2-1-15,2 2-1 0,-1-2 3 0,4 2-2 0,-2 0 2 16,1 0-3-16,1-1 4 0,-1-3-2 0,1 5-5 16,4-2 5-16,-7 1 0 0,2-1-6 0,-2-1 6 15,1 2-2-15,-1 0 9 0,2-2-1 16,-3 0-3-16,3 3 6 0,-3 1-7 0,3-2 2 16,-1 1-2-16,7-4-1 0,-7 4 16 0,-1-1-10 15,1 1-5-15,2 0 1 0,4 1-2 0,1-1 2 0,2-1 3 16,-3 1-5-16,2-1 0 0,1 2-5 0,1 0 2 15,-2-1 4-15,1 1-5 0,-2 0-1 16,-1-1 4-16,3 3-3 0,-1 1 0 0,-7-3 3 16,5 0-2-16,-5 1 6 0,0 2-6 0,2-4 4 15,2 2 1-15,2-1-1 0,3 2-6 0,-3-1 3 0,3 0 2 16,0 0 0-16,0-1-1 0,1 2-1 0,5-2-8 16,-2-1 8-16,1 0 1 0,-4 0 3 15,5 4-2-15,0-2-7 0,2-1 5 0,-2 0-5 16,-1 1 7-16,3-2 0 0,-5 1-6 0,6-1 2 15,-2 1 6-15,0 2-3 0,0-3-1 0,1 1-4 0,-2 1 0 16,0-2-1-16,0 3 6 0,2-2-4 0,1 2-2 16,-2-1 0-16,2 0-1 0,-2-1 8 0,6 0-3 15,-3 1-1-15,1 0 1 0,8-2 1 0,-14 3-2 16,8 0-4-16,-2-3 3 0,-1 4 3 16,0-2-2-16,2 0 1 0,0-1 0 0,0 2 0 0,-2-2 3 15,2 1-6-15,7-2 8 0,-15 3-1 0,7-2-4 16,1 0 1-16,-5 1 2 0,6 0-4 0,-2 0 6 15,2 1-11-15,6-3 7 0,-12 1-1 0,6 0 2 16,1 1-1-16,5-2-5 0,-9 1 6 0,2-1-1 16,2 2-1-16,-1-1-3 0,6-1 6 0,-13 1 3 15,8-1-4-15,-3 1-2 0,2 0 3 0,-2-1 0 16,1 0-5-16,0 3 3 0,-2-2 0 0,4-1 3 16,-3 0-2-16,2 1-3 0,-2-1 4 0,0 0-1 15,8 0 0-15,-15 0-3 0,10 0 5 16,-2-1-2-16,7 1 8 0,-11 0-9 0,4 1-1 0,-1 1 3 15,8-2-4-15,-14-2 2 0,8 2-1 0,-3 0 0 16,-3 2 3-16,6-4-3 0,-6 1-2 0,2 2 12 16,1-1-10-16,-3-1 1 0,2 1 1 0,0 0-4 15,-1 0 1-15,-3 1 4 0,3-1-4 16,-3 0 4-16,3 0-1 0,-3 0-3 0,0-1-1 0,1 1 0 16,-1 0 2-16,1-1 0 0,-1 1 3 0,1-1 1 15,3 1-8-15,-3-2 2 0,3 2 5 0,2-2-6 16,-2 2 6-16,2-1-2 0,-2 0-5 0,0-1 1 15,1 2 0-15,1-1-1 0,1 0 2 0,-2 0 1 16,1 0 6-16,0 1-9 0,1-1 9 0,-2-1-2 16,9 2-5-16,-13-1 2 0,8 1-1 0,5 0 1 15,-15 0-3-15,9 0 0 0,0 1 3 0,6-1 0 16,-14 0-4-16,9 0 8 0,-3 0-7 0,2 0 0 16,6 0 7-16,-18 2-7 0,9-1 2 0,0-1 1 15,-5 1 1-15,5 0-2 0,-5-1 3 0,2 2-6 16,1-2 8-16,0 3-6 0,-1-2 2 0,3 1 0 15,-2 0-5-15,3-1-1 0,0 0-1 0,-1 0 2 16,2 1 9-16,-1-2-5 0,0 2 1 0,2-1-1 16,6-1-1-16,-10 2 1 0,3 1-1 0,-2-1 2 15,2-2-1-15,-4 4 2 0,5-3-2 0,-2 0 2 16,-1 2 1-16,4-1-1 0,-2-1-1 0,-2 0 5 16,1 2-3-16,-1-2 3 0,1 0-3 0,-2 0-2 15,4 2-2-15,-4-2 1 0,2 1 2 0,0 1 3 16,1-2-1-16,0 0-3 0,1 0 1 0,1 2-3 15,-2-2 3-15,7-1-6 0,-7 1 5 0,3 0 3 16,4-1-2-16,-8 3 1 0,5-1 0 0,3-2-6 16,-7 1 5-16,7-1-6 0,-4 3 5 0,4-3-1 15,0 0 2-15,-5 1-4 0,5-1 0 0,0 0 4 16,0 0 1-16,0 0-3 0,-5 1 6 0,5-1-3 16,0 0-3-16,0 0 1 0,0 0-3 0,0 0 1 15,0 0 3-15,0 0 1 0,0 0-1 0,0 0-2 16,0 0 3-16,0 0-1 0,0 0 0 0,0 0 6 15,0 0-4-15,-5 1-4 0,5-1 3 0,0 0-1 16,0 0 4-16,0 0-26 0,0 0-27 0,0 0-24 16,0 0-32-16,0 0-40 0,0 0-64 0,0 0-61 15,0 0-57-15,0 0-87 0,0 0-95 0,0 0-406 16,29-1-990-16,-17-2 438 0</inkml:trace>
  <inkml:trace contextRef="#ctx0" brushRef="#br0" timeOffset="111931.0358">17163 13746 33 0,'0'0'322'0,"0"0"-12"0,-5 2 3 16,5-2-7-16,0 0-16 0,0 0-3 0,0 0-7 15,0 0-3-15,0 0-2 0,0 0-5 0,0 0-4 16,0 0-4-16,0 2-6 0,0-2-12 0,0 0-6 15,0 0-7-15,0 0-4 0,0 0-14 0,0 0-6 16,0 0-9-16,0 0-6 0,0 0-5 0,0 0-2 16,5 3-9-16,-5-3-16 0,0 0 2 0,9 5-16 15,-4-2-3-15,0 1-2 0,6 0-2 0,0 2 1 16,2-1-9-16,5 6-4 0,-3-4-1 0,4 4-16 16,3 3-3-16,-3-5-8 0,0 0-3 0,-1 2-6 15,0-1-5-15,-3-1-12 0,1 2-2 0,-6-3-71 16,4 3 0-16,-6 1 0 0,-2-4 0 0,-1 5 0 15,0-2 0-15,-5 1 0 0,-2-3 0 0,-5 2 0 0,-6 3 0 16,-7 6 0-16,-5-4 0 0,-6 4 0 0,-1-4 0 16,-4-2 0-16,0 1 0 0,2-2 0 15,-16 4 0-15,18-7-279 0,13-1-104 0,1 0-90 16,1-2-113-16,7-1-493 0,4 0-1168 0,3-1 517 16</inkml:trace>
  <inkml:trace contextRef="#ctx0" brushRef="#br0" timeOffset="112775.3541">26983 13902 94 0,'0'0'405'0,"0"0"5"0,-1-4-3 0,1 4-1 0,0 0-7 16,0 0-9-16,0 0-9 0,0 0-10 0,0 0-5 16,0 0-10-16,0 0-15 0,0 0-9 0,0 0-10 15,0 0-22-15,0 0-25 0,0 0-12 0,8 0-23 16,-8 0-30-16,9-2-19 0,-4 2-16 0,1-3-7 16,2 0-24-16,-1 2-23 0,4-1-9 0,0-1-13 15,3 3-17-15,-7-1-32 0,4 0-42 0,2-1-38 16,-7 2-43-16,1-3-45 0,-1 2-54 0,-1-2-58 15,3 2-60-15,-8 1-53 0,4-1-36 0,-4 1-26 16,0 0-11-16,0 0-5 0,0 0 0 0,0 0-266 16,-7 12-744-16,1-8 329 0</inkml:trace>
  <inkml:trace contextRef="#ctx0" brushRef="#br0" timeOffset="112962.9979">27054 13948 380 0,'-3'5'79'0,"-1"1"33"16,0-2 51-16,3 1 45 0,-3-3 41 0,2 1 35 15,2-3 43-15,-6 4 37 0,6-4 36 0,0 0 22 16,-1 3 16-16,1-3 16 0,0 0 25 0,0 0 1 0,0 0-5 15,0 0-12-15,-4 2-26 0,4-2-38 16,0 0-38-16,0 0-38 0,0 0-32 0,0 0-29 16,17-7-29-16,-10 5-125 0,3 0-108 0,1 0 0 15,2-1 0-15,-3 1 0 0,4 1 0 0,5-2 0 0,-2 1 0 16,2 1 0-16,-6-2-159 0,6-1-196 16,-1 1-66-16,-5 2-68 0,5-3-82 0,-6 5-462 15,6-7-1119-15,-5 5 495 0</inkml:trace>
  <inkml:trace contextRef="#ctx0" brushRef="#br0" timeOffset="113353.3471">27847 13635 71 0,'4'-9'489'0,"-3"1"15"0,-1-1 14 16,3 0 0-16,-3 2-5 0,0-2-12 0,0 4-17 0,2-6-2 16,-2 5-23-16,-2-3-20 0,1 3 1 0,1 0-10 15,0 2-18-15,0-1-10 0,0 1-21 0,0 4-17 16,-2-7-23-16,2 7-22 0,0-5-195 16,0 5-124-16,0-5 0 0,0 5 0 0,0 0 0 0,0 0 0 15,0 0 0-15,0 0 0 0,0 0 0 0,0 0 0 16,3 18 0-16,-1-8 0 0,0 3 0 0,0 3 0 15,-1-1 0-15,-1 3 0 0,0 3 0 0,0-4 0 16,2 2 0-16,-2-4 0 0,1 5 0 0,-1-4 0 16,-1 5 0-16,-1-3 0 0,1 2 0 0,0-3 0 15,-2 0 0-15,1-5 0 0,-2 1 0 0,0-2 0 16,4-2 0-16,-4 2 0 0,1-1 0 0,1-3 0 16,1-5 0-16,1 4 0 0,-1-1 0 0,-1 0 0 15,2-5 0-15,0 4-235 0,0-4-330 0,0 0-78 16,0 0-482-16,0 0-1219 0,13-14 539 0</inkml:trace>
  <inkml:trace contextRef="#ctx0" brushRef="#br0" timeOffset="113775.9043">27689 13457 301 0,'-3'-7'439'0,"3"2"21"16,-2-3 4-16,0 1-5 0,-2-2-13 0,4 0-13 16,-1 0-28-16,2 1-10 0,-1-2-6 0,4 1-19 15,-2-1-9-15,1-1-22 0,1 1-24 0,5-5-17 16,1 1-19-16,3-2-16 0,1 5-28 0,0-2-7 16,3-1-22-16,5 3-21 0,5-1-18 0,-1 1-16 15,6 2-10-15,0 1-9 0,2 3-11 0,3-1 2 16,2 2-37-16,-2 4-86 0,0 0 0 0,0 2 0 15,3 1 0-15,-7 4 0 0,2 0 0 0,-6 4 0 16,-2 0 0-16,-3 2 0 0,-6-1 0 0,-4 3 0 0,0-1 0 16,-3 3 0-16,-3-1 0 0,-5 2 0 0,-6 0 0 15,-2 1 0-15,-4 5 0 0,-10-1 0 16,-1-2 0-16,-8 1 0 0,-4-1 0 0,-17 3 0 16,-1-4 0-16,-5 0 0 0,-1-2 0 0,1-3 0 0,17-7 0 15,-1-3 0-15,2-3 0 0,5 4 0 0,5-2 0 16,8-2 0-16,8 0 0 0,0 0 0 0,3-2 0 15,1 0 0-15,2 1 0 0,1 2 0 0,4-3-254 16,0 0-173-16,13 4-55 0,-1 0-55 0,7 1-43 16,-8-1-406-16,9 2-1067 0,-5 0 473 0</inkml:trace>
  <inkml:trace contextRef="#ctx0" brushRef="#br0" timeOffset="114197.6466">27687 14075 2 0,'0'0'349'0,"-9"2"9"0,9-2-2 0,0 0 25 15,-11-3-10-15,11 3 0 0,-5-1 10 0,5 1 2 16,0 0 1-16,-3-2-5 0,3 2-3 0,-5-3-15 15,5 3 12-15,0 0-26 0,-4-3 2 0,4 3-14 16,-2-6-5-16,2 6-10 0,0 0-10 0,0 0-17 16,0 0-20-16,-2-3-2 0,2 3-22 0,0 0-25 15,0 0-159-15,9-6-65 0,-2 4 0 0,1 2 0 16,4 0 0-16,6-5 0 0,4 2 0 0,7 2 0 16,6 0 0-16,3 0 0 0,16 0 0 0,2 1 0 15,4-2 0-15,-1-2 0 0,2 3 0 0,-2-2 0 16,-1 2 0-16,-7 0 0 0,-12-1 0 0,-6 1 0 15,-1 0 0-15,-1 1 0 0,-15-1 0 0,-4 1 0 16,0-1 0-16,-3-1 0 0,-2 1 0 0,-2 2 0 16,-5-1 0-16,8-2 0 0,-5 1 0 0,-1-1 0 15,-2 2 0-15,0 0 0 0,-13-5 0 0,2 5 0 0,1-1 0 16,-2 3-465-16,-7 0-115 0,1 2-66 16,3 2-438-16,-3 1-1173 0,0 0 518 0</inkml:trace>
  <inkml:trace contextRef="#ctx0" brushRef="#br0" timeOffset="114917.1478">27731 14369 36 0,'11'-1'498'0,"-7"-3"12"0,1 1 5 0,-1 1-5 16,0-1-12-16,2 0-26 0,-2 1-17 0,0-1-11 15,0 0-7-15,-4 3-22 0,4-4-9 0,-4 4-17 16,4-4-39-16,-4 4-8 0,0 0-29 0,0 0-23 16,4-3-30-16,-4 3-25 0,0 0-26 0,0 0-27 15,0 0-11-15,0 0-18 0,0 0-52 0,7 11-101 16,-6-6 0-16,2 1 0 0,-2 1 0 0,-1-1 0 16,4 3 0-16,0 2 0 0,-2-2 0 0,0 0 0 15,-2-1 0-15,1 3 0 0,-1-4 0 0,1-1 0 16,-1 1 0-16,0 3 0 0,0-4 0 0,-1 0 0 15,2 0 0-15,-1-1 0 0,2-2 0 0,-2 1 0 16,0-4 0-16,1 6 0 0,-1-6 0 0,0 0 0 16,1 3 0-16,-1-3 0 0,0 0 0 0,0 0 0 15,0 0 0-15,0 0 0 0,17-6 0 0,-11 0 0 16,1 3 0-16,3-4 0 0,-1-1 0 0,0 4 0 16,0-2 0-16,3-2 0 0,-3 4 0 0,0-1 0 15,1 0 0-15,-2 1 0 0,-3 1 0 0,3-1 0 16,-2 2 0-16,2-2 0 0,-3 2 0 0,0-1 0 15,-1 1 0-15,2 1 0 0,-6 1 0 0,9 0 0 16,-9 0 0-16,9 3 0 0,-6 1 0 0,2-1 0 0,-1 0 0 16,0-1 0-16,-2 4 0 0,2-2 0 15,0 1 0-15,-2 0 0 0,1-2 0 0,-3 2 0 16,1 0 0-16,1-2 0 0,0 1 0 0,-1-2 0 16,-1-2 0-16,0 6 0 0,2-3 0 0,-2-3 0 0,5 2 0 15,-5-2 0-15,2 3 0 0,-2-3 0 0,0 0 0 16,0 0 0-16,12-8 0 0,-6 5 0 15,-1-1 0-15,3 1 0 0,-4-1 0 0,5-2 0 16,-3 2 0-16,2 1 0 0,-3-1 0 0,1 3 0 0,3-1 0 16,-4-1 0-16,-1 2 0 0,2 0 0 0,-6 1 0 15,10 0 0-15,-3 1 0 0,-3 0 0 0,5 3 0 16,-4-2 0-16,0 3 0 0,0-2 0 16,-1 1 0-16,3 1 0 0,-4 0 0 0,1-1 0 0,1 3 0 15,-1-4 0-15,-4 3 0 0,4 1 0 0,-1-3 0 16,-1 1 0-16,-2-1 0 0,3-1 0 0,-3-3 0 15,2 6 0-15,1-4 0 0,-3-2 0 0,1 3 0 16,-1-3 0-16,0 0-214 0,0 0-298 0,0 0-86 16,8-8-59-16,-7 1-378 0,0 1-1122 0,1 0 496 15</inkml:trace>
  <inkml:trace contextRef="#ctx0" brushRef="#br0" timeOffset="115183.086">28059 14211 22 0,'-2'-5'545'0,"2"5"34"0,0 0 19 16,-3-4 28-16,3 4-2 0,0 0-9 0,0 0-10 15,0 0-13-15,0 0-19 0,0 0-29 0,0 0-31 16,0 0-40-16,0 0-40 0,0 0-43 0,0 0-39 15,0 0-243-15,0 0-108 0,0 0 0 0,0 0 0 16,0-4 0-16,0 4 0 0,0 0 0 0,-4-1 0 16,4 1 0-16,0 0 0 0,0 0 0 0,0 0 0 15,0 0 0-15,0 0 0 0,0 0 0 0,0 0-243 16,0 0-281-16,-6-2-111 0,6 2-497 0,0 0-1226 16,0 0 542-16</inkml:trace>
  <inkml:trace contextRef="#ctx0" brushRef="#br0" timeOffset="123702.3972">17653 13043 106 0,'0'0'299'0,"-6"-1"-10"0,6 1-9 0,0 0-12 16,-3-3-7-16,3 3-8 0,0 0-8 0,0 0 12 16,0 0-18-16,-4-4-11 0,4 4-8 0,0 0-5 15,0 0-5-15,0 0-7 0,0 0-17 0,0 0-3 16,0 0-6-16,0 0-14 0,0 0-8 0,-5-1-8 16,5 1-2-16,0 0-9 0,0 0-11 0,-8 9-7 0,8-9-12 15,-1 7-9-15,0-3 19 0,-2 2-8 0,4 0-4 16,-2-1 2-16,-2 4-3 0,3-2-3 15,2 2 0-15,-4 2-10 0,2-2 2 0,3 3-5 16,-4 0 9-16,-1 1-5 0,2 5-3 0,2-4-4 0,-1 2-12 16,-1 1-6-16,-1-1-6 0,-1 0-6 0,4-1 1 15,-2 2-3-15,1-1-10 0,0-2 6 0,-1 3-10 16,0 0-14-16,2-1 6 0,-2 0 5 0,3 0 1 16,1 2-16-16,-1-3 12 0,-1 1-1 0,2-2 0 15,-1 0-8-15,-1-3-1 0,1 2 1 0,1-1-5 16,-2 0 2-16,1 1-8 0,2 1 8 0,-3-3-5 15,2 1 6-15,-1-1-5 0,1-2-11 0,-1 2 14 16,-1 1-10-16,0-2-1 0,1-2-2 0,-1-1 2 16,1 2-4-16,-2-4 2 0,2 2 2 0,-1-1-3 15,-1-1-4-15,-1 2 9 0,4-1-5 0,0-2 1 16,-4 1 0-16,4 2-5 0,-1-2 1 0,-1 1 3 16,0-1 4-16,0 0-3 0,2-1-9 0,0 3 7 15,-1-3 3-15,1 1-7 0,-1 0 2 0,-2-1 0 0,-1 1-13 16,1 1-5-16,2 1 20 0,-3-5-1 15,5 2-7-15,-5-1 11 0,2 2-3 0,0-2-2 16,-1 0 4-16,4 4-2 0,-1 1-16 0,-3-2 18 0,7 1-1 16,-8-1-5-16,4 0-1 0,-4 0 2 0,0 0 1 15,1 0-1-15,3 0 0 0,0-2 2 0,0 1-4 16,-3 1 0-16,0-1-3 0,3 1 6 0,-4 0 0 16,4-1 10-16,-3-1-12 0,3 3-4 0,-4-4 6 15,3 1 0-15,-2 2-4 0,0-1-1 0,1-2 3 16,-2 1-6-16,1 2 6 0,0-3 3 0,2 1-5 15,-2 1 4-15,1-1 1 0,0-2-1 0,0 2-6 16,1 0 7-16,-3 0-3 0,1 0 0 0,4-1-3 16,-4 2 4-16,2 0-3 0,0-1-1 0,-1 2 2 15,1-2 0-15,-1 0 0 0,3 2-1 0,-2-3-4 16,1 1 2-16,0 1 3 0,-1-1-3 0,1 1-29 16,0 0 6-16,1 1 4 0,0-2 2 0,-1 0 2 15,0 3 3-15,0-6 1 0,0 4-1 0,1-1 3 16,-3 2-6-16,2-3 6 0,1 0-2 0,-1 1 14 15,-1-2-10-15,0 5 2 0,1-3 0 0,2-3-1 16,-4 4-1-16,3 0 0 0,-2-1 2 0,0-1 4 0,3 1 2 16,-4-1-3-16,2 1 2 0,1 0-7 0,-1-1 10 15,2 1-5-15,-3-1 4 0,-1 1 1 16,2-1-1-16,0-1-1 0,-1-1-1 0,-1 3-3 16,2-1 4-16,-1-1 3 0,-3-2-6 0,5 7 5 0,-3-4 0 15,2 0 2-15,0 0-1 0,0-1-2 0,0 2 2 16,0 0 0-16,-2-1-4 0,2 0-1 0,1 0-3 15,-1 0-2-15,-4 0-1 0,4 0 2 0,-4-3 2 16,6 5 4-16,-3-2-5 0,-1-1-3 0,2 1 8 16,1-1-6-16,-2 2 3 0,0 1 1 0,1-3 5 15,0-1-6-15,0 3 5 0,1 2 1 0,3-3 0 16,-3 1 0-16,0-1-3 0,1-1-2 0,1 3 3 16,0 0 3-16,1-2-10 0,-3 2 10 0,0-3-5 15,3 2 1-15,-2 0 9 0,2-2-3 0,-3-1-1 16,4 2 1-16,0 0 0 0,-3-1-3 0,6 1 2 15,-3-2-4-15,1 2-1 0,3-1 3 0,-3 0 3 16,2 1-3-16,-2-1 0 0,1-1 2 0,1 0-2 16,-2 2 1-16,3-1-1 0,-2 0-1 0,0 1 0 15,1 0 1-15,-1-1-1 0,1 1 8 0,-3 0-6 16,-1-1-3-16,1 2 3 0,1-2-2 0,-1 1 3 16,0 0-2-16,-3-2 0 0,2 2 2 0,-3 0 0 15,3 0 1-15,-3-1 7 0,5 1 0 0,-3 0 6 16,0-1 1-16,-2 1-6 0,3 1-1 0,-2-1 1 15,1 0-1-15,-1-1-1 0,-1-1 1 0,4 1-6 0,-5 1 3 16,1 0-2-16,0-1 5 0,1 2-5 0,-1-1 4 16,2-2-3-16,-2 3-4 0,3-3 0 15,-3 3-3-15,0-2 3 0,2 1 6 0,-1-1-5 0,0 0 3 16,1 0-6-16,-2 0 3 0,1 2-9 0,-2-1 3 16,4 0 8-16,-2 0-4 0,-2 1-4 0,2-2 11 15,1 1-7-15,-2 0-4 0,0 2-6 0,-2-3 7 16,2 2 10-16,2-1-6 0,-3 1 2 0,0 0-1 15,1-1 5-15,-1 1 1 0,0 1 2 0,-2-3 0 16,1 2 3-16,1 1-5 0,-2-2 4 0,1 2 0 16,-2 0-6-16,2 0 1 0,-2-2-4 0,0 2 8 15,2-1-8-15,-2 0-1 0,-1 1 13 0,3-3-10 16,-3 4-8-16,1-3 10 0,-1 4-3 0,0-7 1 16,3 3-1-16,-3 1-1 0,0-4 12 0,0 7 2 15,0-3-6-15,1 0 15 0,0 2-1 0,-2 1-4 16,2 0 1-16,-2 1-1 0,1-3 4 0,-1 1 3 15,1 2-7-15,0 0-1 0,0-1-1 0,0 0 10 16,0-1 0-16,0 2-5 0,-3-1-5 0,3 4-6 16,0-5 0-16,1 0 3 0,-1 2-1 0,0-1 6 15,2 1-9-15,-2-1-14 0,0-1 19 0,-2 0-1 16,2 3 4-16,-1-1-5 0,1-2-5 0,1-1-3 16,-1 2-8-16,0 1 0 0,0-2 0 0,0 1 0 15,0-2 0-15,0 5 0 0,0-5 0 0,0 3 0 16,-1-1 0-16,1 0 0 0,0 1 0 0,0 0 0 15,0 1 0-15,1-2 0 0,-1 0 0 0,0 1 0 16,0 4 0-16,0-3 0 0,0 1 0 0,-1-4 0 0,1 4 0 16,0 0 0-16,-1-4 0 0,1 4 0 0,0-3 0 15,1 2 0-15,-2-2 0 0,-1 2 0 16,1-2 0-16,2 4 0 0,-1-2 0 0,0 1 0 16,0-1 0-16,2 1 0 0,-2 0 0 0,0-1 0 0,0 1 0 15,1 0 0-15,-1 1 0 0,0-1 0 0,1 0 0 16,-1 2 0-16,0-2 0 0,0-1 0 0,2 0 0 15,-4 1 0-15,2 0 0 0,2-2 0 0,-4 0 0 16,1 1 0-16,2-4 0 0,-1 3 0 0,-1-2 0 16,0 0 0-16,1 2 0 0,-2-3 0 0,2 2 0 15,0-2 0-15,0 2 0 0,-1-2 0 0,1 0 0 16,-1-1 0-16,1 6 0 0,0-4 0 0,0 1 0 16,0-2 0-16,-1 0 0 0,2 1 0 0,-1-3 0 15,1 0 0-15,-1-3 0 0,0 6 0 0,1-2 0 16,-1-4 0-16,-1 5 0 0,1-5 0 0,-1 4 0 15,1-4 0-15,0 0 0 0,4 3 0 0,-2 0 0 16,2-2 0-16,-4-1 0 0,14-1 0 0,-8 1 0 16,2 0 0-16,4-1 0 0,-1 2 0 0,2-2 0 15,1 1 0-15,1-1 0 0,3 1 0 0,1 0 0 0,-2-1 0 16,2 0 0-16,-1-2 0 0,1 3 0 16,2-1 0-16,-1 1 0 0,-1 1 0 0,-1-1 0 15,4 0 0-15,-2 0 0 0,2-1 0 0,-4 0 0 0,10 2 0 16,-9-2 0-16,2-1 0 0,-1 2 0 0,2 1 0 15,-3-1 0-15,4 1 0 0,-4-2 0 0,2 2 0 16,-1-1 0-16,-7-1 0 0,2 0 0 16,2 1 0-16,-2 1 0 0,-2-1 0 0,-2 2 0 0,2-1 0 15,1-1 0-15,-2 1 0 0,-1-1 0 0,2 2 0 16,1-1 0-16,-1 0 0 0,-2 0 0 0,2 1 0 16,1-3 0-16,-1 1 0 0,5 0 0 0,0 0 0 15,0-1 0-15,1-1 0 0,-2-1 0 0,-4 6 0 16,6-3 0-16,-2 0 0 0,0-1 0 0,2 1 0 15,-6 0 0-15,5-2 0 0,1 2 0 0,-2-1 0 16,0 2 0-16,0-1 0 0,4 3 0 0,-5-2 0 16,3-2 0-16,3 1 0 0,-4-1 0 0,2 1 0 15,1 0 0-15,-2 1 0 0,3-1 0 0,-2 0 0 16,8 0 0-16,-8-1 0 0,1 3 0 0,-2-2 0 16,1 0 0-16,1 2 0 0,1-2 0 0,-3 1 0 15,2 1 0-15,-1-1 0 0,-2 0 0 0,4-1 0 16,-1 3 0-16,1-2 0 0,6 0 0 0,-6-1 0 15,-2 1 0-15,1 0 0 0,-1 2 0 0,2-1 0 0,-1 2 0 16,0-2 0-16,7 3 0 0,-1-1 0 0,-5-3 0 16,1 0 0-16,-3 0 0 0,10 4 0 15,-4-1 0-15,-5-1 0 0,1 0 0 0,6 0 0 16,-8-3 0-16,0 2 0 0,1 1 0 0,-2 0 0 0,3 0 0 16,0 1 0-16,-1-3 0 0,-1 2 0 0,1-2 0 15,9 2 0-15,-9 0 0 0,0-1 0 0,11-2 0 31,-1 4 0-31,-1-3 0 0,0 0 0 0,2-2 0 0,2 4 0 0,-1-5 0 0,6 2 0 0,-2-2 0 16,-3 2 0-16,0 0 0 0,-2 0 0 0,0-4 0 16,-2 5 0-16,-2-2 0 0,-1 1 0 0,-4 0 0 15,0-2 0-15,-2 4 0 0,7-4 0 0,-7 4 0 16,-3-2 0-16,5 1 0 0,0 1 0 0,-1 0 0 16,-1 1 0-16,0-3 0 0,1 1 0 0,5 2 0 15,0-3 0-15,2 0 0 0,-9 0 0 0,11 0 0 16,-3-1 0-16,2-2 0 0,0 1 0 0,5 4 0 15,-1-6 0-15,-2 1 0 0,-2 0 0 0,-1 1 0 16,2-1 0-16,-2 2 0 0,-1-3 0 0,4 4 0 16,-4 0 0-16,3 0 0 0,-11 0 0 0,12 0 0 15,-6 0 0-15,2-3 0 0,-5 3 0 0,6-3 0 16,0-1 0-16,1-2 0 0,0 1 0 0,-2 2 0 16,0-1 0-16,2 0 0 0,0 0 0 0,3 0 0 15,-1 3 0-15,-1 0 0 0,2-5 0 0,3 3 0 16,2-1 0-16,0 1 0 0,-2 1 0 0,-4-2 0 0,0 3 0 15,-1 1 0-15,-2-1 0 0,-1-1 0 0,0 1 0 16,-1 0 0-16,4 0 0 0,0 3 0 16,1-3 0-16,-6 2 0 0,4 0 0 0,-1-1 0 0,3-1 0 15,-4 1 0-15,3 0 0 0,-3-1 0 0,1 0 0 16,0 1 0-16,-1-1 0 0,-7 2 0 0,1-2 0 16,6 3 0-16,4-2 0 0,-1-1 0 0,-2 1 0 15,-1 0 0-15,0 1 0 0,1 0 0 0,-6-1 0 16,-3-1 0-16,3 2 0 0,0-1 0 0,5 0 0 15,-9-1 0-15,3 2 0 0,6 0 0 0,-5-1 0 16,-4-1 0-16,4 4 0 0,2-5 0 0,0 1 0 16,-3 4 0-16,1-3 0 0,5-2 0 0,-6 2 0 15,7 3 0-15,-10-3 0 0,11 1 0 0,-10 3 0 16,3-4 0-16,-1 0 0 0,0 1 0 0,6 1 0 16,-7-2 0-16,8-1 0 0,0 0 0 0,-7 2 0 15,7-1 0-15,3-2 0 0,0 3 0 0,-1 0 0 16,-2-1 0-16,1 3 0 0,0-2 0 0,1-1 0 15,-2 1 0-15,5-3 0 0,-4 0 0 0,3 2 0 16,3-2 0-16,-4 1 0 0,-5 1 0 0,7-4 0 16,-2 4 0-16,1-2 0 0,2 2 0 0,-3-3 0 15,1 2 0-15,1-1 0 0,0 3 0 0,-2-3 0 16,3 0 0-16,-3-1 0 0,3-1 0 0,6 1 0 16,-5 1 0-16,0-2 0 0,-2 0 0 0,2 3 0 0,1 0 0 15,-1 0 0-15,-2 1 0 0,1 0 0 16,-1 0 0-16,2 0 0 0,-4 1 0 0,3-2 0 15,0-2 0-15,-3 3 0 0,1-2 0 0,-1 2 0 16,3-2 0-16,-3 1 0 0,1 1 0 0,-2 0 0 0,1-1 0 16,-2 0 0-16,-1 1 0 0,1-4 0 15,1 3 0-15,0 0 0 0,-1-3 0 0,-3 1 0 16,4 1 0-16,-4 0 0 0,3-3 0 0,-9 5 0 16,7-4 0-16,-5 1 0 0,-2-1 0 0,1 2 0 15,5-5 0-15,-5 6 0 0,7-3 0 0,-2 0 0 0,-8 0 0 16,3 2 0-16,0-1 0 0,-2 0 0 0,1 1 0 15,2-2 0-15,-2 4 0 0,1-1 0 0,1 0 0 16,5 1 0-16,-9-1 0 0,-1-1 0 16,4 1 0-16,0 1 0 0,-3-2 0 0,0 1 0 0,3 0 0 15,-2-1 0-15,-1 1 0 0,1 0 0 0,0 1 0 16,-1-1 0-16,-1-1 0 0,4 1 0 0,-2-1 0 16,0 1 0-16,-3-3 0 0,1 3 0 15,1-1 0-15,0-1 0 0,-2 1 0 0,2 0 0 0,-1-1 0 16,0 2 0-16,1-2 0 0,-1-1 0 0,1 0 0 15,-2 1 0-15,1-1 0 0,0 0 0 0,2 2 0 16,-1-1 0-16,-1 0 0 0,4 1 0 0,-3-1 0 16,-2-1 0-16,2 1 0 0,-2-1 0 0,0 1 0 15,3 0 0-15,-2 0 0 0,-5 1 0 0,6-1 0 16,-2 0 0-16,1 0 0 0,-4 2 0 0,4 0 0 16,-4-2 0-16,-1 1 0 0,1 0 0 0,4 1 0 15,-4-2 0-15,-4 1 0 0,9 1 0 0,-6-1 0 16,2 1 0-16,-2 0 0 0,4-4 0 0,-4 4 0 15,-2 0 0-15,3 0 0 0,8 0 0 0,-9-1 0 16,0 1 0-16,3-1 0 0,6 0 0 0,-5 1 0 16,3-2 0-16,-2 0 0 0,2 2 0 0,-2-1 0 15,0 0 0-15,1 0 0 0,0 0 0 0,-2-1 0 0,1 1 0 16,-5 1 0-16,1 0 0 0,0-1 0 16,2-1 0-1,-3 2 0-15,0 0 0 0,6-3 0 0,0 3 0 16,-6 0 0-16,1-2 0 0,0 1 0 15,-1 0 0-15,2 1 0 0,-2 0 0 0,1 0 0 0,-2-3 0 16,2 3 0-16,-3-1 0 0,1 1 0 0,2 0 0 16,-3-2 0-16,3 2 0 0,-1-1 0 0,-1 1 0 15,0-3 0-15,1 1 0 0,1 1 0 0,-1 0 0 16,1-1 0-16,-1 2 0 0,0 0 0 0,-1-1 0 16,-1 2 0-16,-1 0 0 0,1-2 0 0,0 1 0 15,-2 1 0-15,-1 0 0 0,0 0 0 0,-1-1 0 16,-1 1 0-16,-6 0 0 0,14-1 0 0,-9 1 0 15,-5 0 0-15,12-2 0 0,-7 2 0 0,-5 0 0 16,9-2 0-16,-2 0 0 0,-3 2 0 0,1-2 0 16,2 0 0-16,-4 1 0 0,-3 1 0 0,8-4 0 15,-3 3 0-15,-1-1 0 0,-4 2 0 0,5-5 0 16,0 2 0-16,-3 0 0 0,0-1 0 0,2 0 0 16,-3 1 0-16,2-2 0 0,-2 2 0 0,0-3 0 15,3 2 0-15,-1-1 0 0,-3 0 0 0,1-1 0 16,-1 0 0-16,3-1 0 0,-1 2 0 0,-2-2 0 15,5-2 0-15,-5 4 0 0,0-6 0 0,4 1 0 16,-1 0 0-16,-3 0 0 0,2-1 0 0,1 2 0 16,-3-3 0-16,1-1 0 0,2 2 0 0,-2 1 0 15,0-3 0-15,2 1 0 0,-2-1 0 0,-1 2 0 16,0 0 0-16,0-1 0 0,4 1 0 0,-2-1 0 16,-4-2 0-16,1-1 0 0,2 3 0 0,-1-4 0 15,2 5 0-15,-2 1 0 0,3 0 0 0,-3 1 0 16,1-5 0-16,-1 4 0 0,0-1 0 0,0-3 0 15,0 4 0-15,0-3 0 0,3-1 0 0,-3 2 0 16,2-4 0-16,-2 0 0 0,2 0 0 0,0 2 0 16,-1-3 0-16,2 1 0 0,0 0 0 0,-1 0 0 15,2 1 0-15,1-2 0 0,-1 0 0 0,0 2 0 16,0-1 0-16,1 0 0 0,-1 2 0 0,-1 0 0 16,4 0 0-16,-3-1 0 0,-1 3 0 0,0 1 0 15,0-1 0-15,-1 0 0 0,2 1 0 0,-3-1 0 16,2 1 0-16,-1-1 0 0,2 0 0 0,0 0 0 15,-2 2 0-15,0-4 0 0,2 2 0 0,-2 0 0 16,1-3 0-16,1 2 0 0,-2 2 0 0,0-3 0 16,0 2 0-16,-2-3 0 0,3 3 0 0,-3-4 0 15,-2-2 0-15,4 2 0 0,1 0 0 0,-3-1 0 16,0 0 0-16,0 1 0 0,0 5 0 0,0-5 0 16,0 2 0-16,0 3 0 0,0-3 0 0,0 2 0 15,0 2 0-15,0-2 0 0,0 1 0 0,0 0 0 0,0 0 0 16,0 1 0-16,2-1 0 0,-4 1 0 15,2-1 0-15,0 0 0 0,0-2 0 0,0 3 0 16,2-1 0-16,-4-4 0 0,2 3 0 0,0-1 0 16,0-2 0-16,0 1 0 0,0 0 0 0,0 0 0 15,0 3 0-15,0-2 0 0,0 0 0 0,0 0 0 16,0 3 0-16,0-1 0 0,0 0 0 0,0 1 0 16,-3-2 0-16,1 2 0 0,4 1 0 0,-4-1 0 15,1 0 0-15,1 0 0 0,0 1 0 0,-4-3 0 16,4 0 0-16,-2 2 0 0,0-1 0 0,2-3 0 0,0 3 0 15,-3 0 0-15,1-4 0 0,0 5 0 16,0-2 0-16,2-1 0 0,-2 0 0 0,0 0 0 16,1 2 0-16,1-3 0 0,-2 2 0 0,-1-5 0 15,3 0 0-15,-2-1 0 0,-1 3 0 0,-1-2 0 16,2 1 0-16,-1-1 0 0,1 0 0 0,-2 0 0 0,2 1 0 16,-1-1 0-16,1 6 0 0,1 0 0 0,0-7 0 15,-2 6 0-15,3 1 0 0,0 0 0 16,0 1 0-16,-1-2 0 0,2 3 0 0,-1-1 0 15,0-1 0-15,0 2 0 0,-1-2 0 0,1 1 0 16,0-1 0-16,0 1 0 0,-1-1 0 0,1-1 0 0,-3 1 0 16,3-1 0-16,0 1 0 0,-2-2 0 0,3 1 0 15,-2 0 0-15,1-3 0 0,-3 1 0 16,3 5 0-16,-1-2 0 0,2-1 0 0,-2 4 0 16,1-1 0-16,0 2 0 0,-2 0 0 0,4-1 0 15,-2 3 0-15,0 0 0 0,0 5 0 0,-2-10 0 0,2 10 0 16,0-8 0-16,-1 3 0 0,1 5 0 0,-1-9 0 15,1 9 0-15,-1-9 0 0,-1 4 0 0,-2 0 0 16,3 1 0-16,-1-3 0 0,-1 1 0 16,-1 1 0-16,2-2 0 0,-2 0 0 0,0 4 0 15,-1-2 0-15,0-1 0 0,0 0 0 0,-3 1 0 0,-1-2 0 16,0 1 0-16,0 1 0 0,0-1 0 0,0 2 0 16,4 2 0-16,-7-3 0 0,2 1 0 0,1 0 0 15,-2 0 0-15,1 0 0 0,-2 2 0 16,1-1 0-16,1 2 0 0,-2-3 0 0,-1 2 0 0,-1 0 0 15,-2-1 0-15,-1 0 0 0,-1 0 0 0,-1-2 0 16,1 0 0-16,-4 1 0 0,4 0 0 0,-5 1 0 16,4-1 0-16,-4 3 0 0,5 0 0 0,-2-2 0 15,3 0 0-15,-3 1 0 0,2 1 0 16,5 0 0-16,-6 1 0 0,2-2 0 0,0 2 0 0,6 0 0 16,-3 0 0-16,0 0 0 0,1-1 0 0,-2 1 0 15,5 0 0-15,-4 0 0 0,1 0 0 0,0 1 0 16,-1-2 0-16,14 1 0 0,-24 0 0 0,11-1 0 15,-1 1 0-15,-1-2 0 0,-4 1 0 0,2-1 0 16,-2 1 0-16,0-3 0 0,1 3 0 0,0 1 0 16,5-1 0-16,-1 0 0 0,0 0 0 0,1-1 0 15,0 1 0-15,0 1 0 0,2-1 0 0,-2-1 0 16,-1 1 0-16,1 1 0 0,1 0 0 0,-2-4 0 16,-2 1 0-16,-2 1 0 0,-1 2 0 0,3-2 0 15,-2 0 0-15,-3 0 0 0,3-3 0 0,-2 5 0 16,3-2 0-16,-2 1 0 0,6-1 0 0,-6 2 0 15,6-1 0-15,-1 0 0 0,2 1 0 0,-1 0 0 16,-1 1 0-16,1 2 0 0,-1-3 0 0,1 1 0 16,-1 0 0-16,1 0 0 0,13-1 0 0,-24 0 0 15,11 3 0-15,-1-1 0 0,3-2 0 0,0 0 0 16,-4 0 0-16,2 0 0 0,-1 0 0 0,1 0 0 16,-1 0 0-16,0-2 0 0,-2-1 0 0,-2 3 0 15,0-1 0-15,0 0 0 0,-2-2 0 0,3 2 0 16,-4 1 0-16,2 0 0 0,5-1 0 0,0 0 0 15,1 0 0-15,1-1 0 0,1 0 0 0,11 2 0 16,-17-2 0-16,5 1 0 0,12 1 0 0,-13 0 0 16,13 0 0-16,-19-2 0 0,10 4 0 0,9-2 0 15,-19-2 0-15,7 4 0 0,12-2 0 0,-23-2 0 16,13 2 0-16,-6-1 0 0,3 1 0 0,-1 0 0 16,-3 1 0-16,-1-2 0 0,2 2 0 0,-2 1 0 15,-1-4 0-15,2 4 0 0,-6-1 0 0,4 3 0 16,-2-2 0-16,2-1 0 0,0 0 0 0,-1-1 0 15,1 1 0-15,0 0 0 0,-1 1 0 0,2-1 0 16,0 0 0-16,-2-1 0 0,1 1 0 0,-2 4 0 16,1-4 0-16,-1 2 0 0,-6-1 0 0,-1 0 0 15,2 1 0-15,-1 1 0 0,-3-4 0 0,-3 1 0 16,1-1 0-16,0 4 0 0,0-4 0 0,0 2 0 16,0-1 0-16,-1-1 0 0,-1 1 0 0,0-2 0 15,-1 1 0-15,3-1 0 0,0 1 0 0,0 1 0 16,1-1 0-16,2-3 0 0,7 3 0 0,0 0 0 15,2 0 0-15,2 2 0 0,0-2 0 0,1 2 0 16,2-2 0-16,2 0 0 0,-2 0 0 0,-2 1 0 16,-2-1 0-16,1 0 0 0,2 0 0 0,-2 0 0 15,0 0 0-15,-3 0 0 0,1 0 0 0,1-1 0 16,-3-1 0-16,0-1 0 0,-7 0 0 0,-2 2 0 16,3-2 0-16,8 2 0 0,-2 0 0 0,2-1 0 15,0 1 0-15,1 2 0 0,6-1 0 0,-3 0 0 16,0 2 0-16,5-2 0 0,-2 0 0 0,2 1 0 15,11-1 0-15,-21-1 0 0,11 1 0 0,10 0 0 16,-19 2 0-16,9-2 0 0,10 0 0 0,-22-1 0 16,10 1 0-16,1 1 0 0,-1-1 0 0,-3 3 0 15,-3-6 0-15,4 3 0 0,-4 3 0 0,-5-6 0 16,4 6 0-16,-4-7 0 0,3 3 0 0,-7 1 0 16,4 1 0-16,-4 0 0 0,5 2 0 0,-5-3 0 15,-1 4 0-15,7-1 0 0,-8 0 0 0,9 1 0 16,-7-2 0-16,0 1 0 0,6 1 0 0,-6 2 0 15,6-5 0-15,-2 2 0 0,-5-1 0 0,6 0 0 16,2 0 0-16,-2 0 0 0,-5 1 0 0,3-2 0 16,5-1 0-16,-3 0 0 0,1 1 0 0,1 0 0 15,0 2 0-15,-2-2 0 0,2-2 0 0,-3 2 0 16,1 0 0-16,-6 0 0 0,7 0 0 0,-7 3 0 16,-2-4 0-16,3 3 0 0,-3 0 0 0,1 1 0 0,0 0 0 15,-3 2 0-15,1-2 0 0,0 1 0 16,-1 1 0-16,2 1 0 0,-1-2 0 0,0 1 0 15,3-2 0-15,-1-1 0 0,-4 2 0 0,3 0 0 16,-2 1 0-16,3 0 0 0,-3-4 0 0,0 3 0 16,0 0 0-16,-3-2 0 0,3 1 0 0,-1-1 0 0,1 3 0 15,-2-2 0-15,1-1 0 0,2-1 0 16,-1 1 0-16,5 0 0 0,-2 0 0 0,6-2 0 16,-5 2 0-16,5 0 0 0,-7-2 0 0,1 0 0 15,0 2 0-15,-1-1 0 0,11-1 0 0,-11 1 0 0,1-1 0 16,1 2 0-16,1-1 0 0,4 1 0 0,-5 0 0 15,8 0 0-15,-2-1 0 0,-6 0 0 16,1 3 0-16,5-2 0 0,-5 0 0 0,-1 3 0 16,7-2 0-16,-6 1 0 0,0 0 0 0,-4 0 0 15,3 1 0-15,-1-2 0 0,-2 1 0 0,-1-1 0 0,1 1 0 16,1 0 0-16,-1-1 0 0,3-2 0 0,0 2 0 16,-3 0 0-16,4-1 0 0,-3 0 0 0,3 0 0 15,-1-1 0-15,6 1 0 0,-6 2 0 16,1 0 0-16,1-1 0 0,-3 2 0 0,2-2 0 15,-2 2 0-15,1-1 0 0,0-1 0 0,1 3 0 0,5-3 0 16,-7 1 0-16,-2 1 0 0,4-2 0 0,-4-1 0 16,-2 2 0-16,5-2 0 0,-1 3 0 15,-2-3 0-15,0 0 0 0,3 1 0 0,6-2 0 16,-6 1 0-16,7 0 0 0,3 0 0 0,-3-2 0 16,3-1 0-16,1 2 0 0,-1 0 0 0,1-1 0 0,3 0 0 15,1 0 0-15,-6 2 0 0,2-3 0 0,2 1 0 16,2 1 0-16,-5-2 0 0,0 0 0 0,1 0 0 15,4 0 0-15,-5-2 0 0,1 2 0 16,-2 0 0-16,0-3 0 0,2 5 0 0,-2-2 0 0,1-2 0 16,0 4 0-16,-1-2 0 0,1 0 0 0,1 0 0 15,-2 0 0-15,2 1 0 0,-1-4 0 0,1 5 0 16,3-1 0-16,-4-1 0 0,5 0 0 16,-4 0 0-16,-1 0 0 0,2 0 0 0,-3 2 0 15,5-1 0-15,0-1 0 0,1 0 0 0,-6 0 0 0,1 0 0 16,4 0 0-16,-1-1 0 0,-3 1 0 0,0-2 0 15,-2 2 0-15,-1 0 0 0,2 0 0 0,-2 0 0 16,2 0 0-16,0 0 0 0,-1 0 0 0,-2 0 0 16,0 0 0-16,-1 0 0 0,-5-3 0 0,0 3 0 15,6 0 0-15,2-1 0 0,-1 0 0 0,-2 1 0 16,4-1 0-16,-4-1 0 0,3 1 0 0,-1 1 0 16,0-3 0-16,0 3 0 0,2-2 0 0,-1 1 0 15,-1 0 0-15,3 1 0 0,-2-2 0 0,1 2 0 16,2-1 0-16,-1 1 0 0,4-2 0 0,0 1 0 15,1 0 0-15,-6-1 0 0,2 0 0 0,0 0 0 16,0 1 0-16,-4-1 0 0,2-1 0 0,0 3 0 16,-1-2 0-16,-3 0 0 0,2 0 0 0,-2-2 0 15,2 3 0-15,0-1 0 0,1 0 0 0,-2 2 0 16,0-3 0-16,2 3 0 0,-3-1 0 0,1 0 0 16,1-1 0-16,1 0 0 0,-2 2 0 0,3 0 0 15,-1-2 0-15,-2 2 0 0,0-1 0 0,-6 1 0 16,1-2 0-16,4 1 0 0,0 0 0 0,4-1 0 15,-10 2 0-15,1 0 0 0,1 0 0 0,-1 0 0 16,6-1 0-16,-6 1 0 0,-2-2 0 0,2 1 0 16,0 2 0-16,1-1 0 0,4-1 0 0,-3 1 0 15,5 0 0-15,-2 0 0 0,0 1 0 0,1-2 0 16,3 1 0-16,-3 0 0 0,-4-1 0 0,6 1 0 16,0-1 0-16,0 1 0 0,2 0 0 0,-3 0 0 15,5 0 0-15,-4 0 0 0,6-2 0 0,-4 2 0 16,-1-1 0-16,1 1 0 0,-5 1 0 0,2 1 0 15,4-1 0-15,-1-2 0 0,-1 2 0 0,1-1 0 16,0-1 0-16,0 2 0 0,-1-1 0 0,0 0 0 16,2 0 0-16,0 2 0 0,0-2 0 0,-1 2 0 15,1-1 0-15,-1-1 0 0,6 2 0 0,-2-1 0 16,1 0 0-16,-1-1 0 0,2 2 0 0,-2-2 0 16,5 1 0-16,0-1 0 0,-2 1 0 0,-1-1 0 15,3 0 0-15,0 0 0 0,9 0 0 0,-21 1 0 16,9 0 0-16,1-1 0 0,0 1 0 0,0 1 0 15,1-1 0-15,-2-1 0 0,1 1 0 0,-1 1 0 16,2-1 0-16,-3-1 0 0,-1 2 0 0,0 0 0 16,1-1 0-16,-2 1 0 0,-3-1 0 0,0 2 0 15,0-1 0-15,4 1 0 0,1-2 0 0,2 0 0 16,-1 1 0-16,3-1 0 0,-2-1 0 0,5 2 0 16,6-2 0-16,-13 2 0 0,13-2 0 0,-13 0 0 15,13 0 0-15,-6 1 0 0,6-1 0 0,-8 2 0 16,8-2 0-16,-8 0 0 0,8 0 0 0,-9 3 0 15,9-3 0-15,-9 1 0 0,9-1 0 0,-5 3 0 16,5-3 0-16,0 0 0 0,-9 3 0 0,9-3 0 16,0 0 0-16,-10 1 0 0,10-1 0 0,-5 3 0 15,5-3 0-15,0 0 0 0,-8 3 0 0,8-3 0 16,-5 2 0-16,5-2 0 0,-10 5 0 0,10-5 0 0,-9 3 0 16,5-1 0-16,4-2 0 0,-10 4 0 15,10-4 0-15,-13 5 0 0,6-3 0 0,0 1 0 16,7-3 0-16,-12 4 0 0,12-4 0 0,-12 2 0 15,12-2 0-15,-8 2 0 0,8-2 0 0,0 0 0 0,-10 1 0 16,10-1 0-16,0 0 0 0,0 0 0 0,-6 4 0 16,6-4 0-16,0 0 0 0,-8 4 0 15,8-4 0-15,0 0 0 0,-8 3 0 0,8-3 0 16,0 0 0-16,-14 4 0 0,14-4 0 0,0 0 0 16,-10 2 0-16,10-2 0 0,-8 2 0 0,8-2 0 0,0 0 0 15,0 0 0-15,-14 0 0 0,14 0 0 0,0 0 0 16,-9 1 0-16,9-1 0 0,0 0 0 15,-5 5 0-15,5-5 0 0,0 0 0 0,0 0 0 16,-10 4 0-16,10-4 0 0,0 0 0 0,-9 4 0 0,9-4 0 16,0 0 0-16,-8 3 0 0,8-3 0 0,0 0 0 15,0 0 0-15,0 0 0 0,-10 4 0 0,10-4 0 16,0 0 0-16,-5 3 0 0,5-3 0 0,0 0 0 16,0 0 0-16,0 0 0 0,0 0 0 15,-6 5 0-15,6-5 0 0,0 0 0 0,0 0 0 0,-4 5 0 16,4-5 0-16,0 0 0 0,0 0 0 0,0 0 0 15,0 0 0-15,0 0 0 0,0 0 0 0,-1 8 0 16,1-8 0-16,0 0 0 0,-4 4 0 16,4-4 0-16,0 0 0 0,0 0 0 0,0 0 0 0,-4 7 0 15,4-7 0-15,0 0 0 0,0 0 0 0,0 7 0 16,0-7 0-16,0 0 0 0,0 0 0 0,-4 7 0 16,4-7 0-16,0 0 0 0,0 0 0 0,-1 6 0 15,1-6 0-15,0 0 0 0,0 0 0 0,0 0 0 16,1 9 0-16,-1-9 0 0,0 0 0 0,0 0 0 15,0 7 0-15,0-7 0 0,0 0 0 0,0 0 0 16,-1 8 0-16,1-8 0 0,0 0 0 0,0 0 0 16,0 0 0-16,0 8 0 0,0-8 0 0,0 0 0 15,0 0 0-15,0 0 0 0,-3 7 0 0,3-7 0 16,0 0 0-16,0 0 0 0,0 0 0 0,0 0 0 16,0 0 0-16,0 0 0 0,-1 7 0 0,1-7 0 15,0 0 0-15,0 0 0 0,0 0 0 0,0 9 0 16,0-9 0-16,0 0 0 0,0 0 0 0,-1 6 0 15,1-6 0-15,0 0 0 0,0 0 0 0,0 0 0 16,0 0 0-16,-4 5 0 0,4-5 0 0,0 0 0 16,0 0 0-16,0 0 0 0,0 0 0 0,0 0 0 15,0 0 0-15,0 0 0 0,0 0 0 0,0 0 0 16,-1 7 0-16,1-7 0 0,0 0 0 0,0 0 0 16,0 0 0-16,0 0 0 0,0 0 0 0,0 0 0 15,0 0 0-15,0 8 0 0,0-8 0 0,0 0 0 16,0 0 0-16,-2 8 0 0,2-8 0 0,0 0 0 15,0 0 0-15,-1 6 0 0,1-6 0 0,0 0 0 16,-3 8 0-16,3-8 0 0,-2 6 0 0,2-6 0 16,0 0 0-16,-1 7 0 0,1-7 0 0,-3 5 0 15,3-5 0-15,-3 7 0 0,3-7 0 0,-2 5 0 16,2-5 0-16,-4 8 0 0,4-8 0 0,-5 9 0 16,4-2 0-16,0-1-11 0,-1 1-359 0,2 0-101 15,0-7-98-15,2 13-560 0,3-7-1222 0,3-2 541 16</inkml:trace>
  <inkml:trace contextRef="#ctx0" brushRef="#br0" timeOffset="139014.612">2053 16217 185 0,'0'0'192'0,"0"0"-13"16,0 0-13-16,0-8-10 0,0 8-12 0,0-3-12 15,0 3 0-15,0 0-9 0,3-4-4 0,-3 4-5 16,0 0 0-16,0 0-3 0,0 0 3 0,0 0 0 15,0-5 6-15,0 5 5 0,0 0 1 0,1-3 8 16,-1 3 0-16,0 0 3 0,0 0-7 0,0 0 5 16,0 0-1-16,0 0 1 0,0 0-1 0,0 0 7 15,0 0-3-15,0 0 0 0,0 0 1 0,0-6-7 16,0 6-9-16,0 0 4 0,0 0-5 0,0 0-2 16,0 0-2-16,0 0-8 0,0 0-1 0,0 0-5 15,0 0-5-15,0 0-4 0,0 0-2 0,0 0-4 16,0 0-3-16,0 0-6 0,0 0-2 0,0 0 1 15,0 0 1-15,0 0-5 0,0 0 0 0,0 0 0 16,0 0-1-16,0 0 0 0,0 0 2 0,0 0-8 16,0 0 1-16,0 0 8 0,0 0-2 0,0 0-5 15,0 0 0-15,0 0 0 0,0 0-9 0,0 0 8 16,0 0 3-16,0 0-6 0,0 0 3 0,0 0-10 31,0 0 6-31,0 0-4 0,0 0-4 0,0 0-1 0,0 0-3 0,0 0-1 0,0 0-4 0,0 0-10 16,0 0 9-16,0 0-4 0,0 0-5 0,0 0-9 15,0 0 1-15,0 0-3 0,0 0 4 0,0 0 9 16,0 0 10-16,0 13 6 0,-1-7 12 0,1 2-49 16,-2 1-19-16,2 1 0 0,-1 3 0 0,1 3 0 15,0 2 0-15,-1 1 0 0,3 7 0 0,-3-1 0 16,2-1 0-16,-2 3 0 0,2-2 0 0,-1 2 0 16,2 0 0-16,-1-2 0 0,-1-6 0 0,0 7 0 15,0-7 0-15,0 6 0 0,0 0 0 0,1-7 0 16,-2 3 0-16,1-5 0 0,-1 2 0 0,2-2 0 15,-1-3 0-15,0-2 0 0,-1 2 0 0,1-3 0 16,0-3 0-16,0 2 0 0,-2 1 0 0,4-5 0 16,-2 0 0-16,0 0 0 0,0-1 0 0,-2 0 0 15,4-2 0-15,-2-2 0 0,-2 8 0 0,2-8 0 32,0 0 0-32,0 0 0 0,-2 2 0 0,2-2 0 0,0 0 0 0,0 5 0 0,0-5 0 0,0 0 0 15,0 0 0-15,0 0 0 0,0 0 0 0,0 0 0 16,-9-10 0-16,8 5 0 0,-3 3 0 0,1-3 0 15,3-3-48-15,0 3-428 0,0-6-71 0,2 2-89 16,-1-3-445-16,3 0-1171 0,1-1 518 0</inkml:trace>
  <inkml:trace contextRef="#ctx0" brushRef="#br0" timeOffset="140094.5049">2063 16272 26 0,'0'0'256'0,"0"0"-1"0,0 0 10 0,-7-2 0 16,7 2 8-16,0 0-3 0,-10-4 6 0,10 4 5 31,-5-3 4-31,5 3-1 0,-4-2-2 0,4 2-6 16,-4-1-7-16,4 1-14 0,0 0-10 0,0 0-17 16,-4-3-11-16,4 3-9 0,0 0-17 0,0 0-8 15,0 0-13-15,0 0-10 0,0 0-10 0,0 0-7 16,0 0-8-16,0 0-11 0,0 0-2 0,0 0-8 0,0 0-10 0,0 0 3 0,0 0-1 15,0 0-3-15,0 0-3 0,0 0-2 0,0 0-1 0,0 0-8 32,0 0 3-32,0 0-12 0,-1-6 0 0,1 6-12 15,0 0-4-15,0 0-2 0,0 0-1 0,0 0 5 16,0 0-7-16,0 0-10 0,0 0-5 0,0 0-2 0,0 0-4 0,0 0-2 0,0 0-8 0,0 0 10 16,0 0-7-16,0 0-7 0,0 0-2 15,0 0 3-15,0 0 11 0,0 0-14 0,0 0 0 31,0 0 3-31,0 0 1 0,0 0-7 0,0 0 1 0,0 0-20 16,0 0 0-16,0 0 0 0,0 0 0 0,0 0 0 0,0 0 0 0,0 0 0 0,0 0 0 0,0 0 0 16,0 0 0-16,0 0 0 0,0 0 0 15,0 0 0-15,0 0 0 0,0 0 0 0,0 0 0 32,0 0 0-32,0 0 0 0,0 0 0 0,0 0 0 15,0 0 0-15,0 0 0 0,0 0 0 0,0 0 0 0,0 0 0 16,0 0 0-16,0 0 0 0,0 0 0 0,0 0 0 0,0 0 0 0,0 0 0 0,0 0 0 0,0 0 0 15,0 0 0-15,0 0 0 0,0 0 0 16,0 0 0-16,0 0 0 0,0 0 0 0,0 0 0 16,0 0 0-16,0 0 0 0,0 0 0 0,0 0 0 31,0 0 0-31,0 0 0 0,0-7 0 0,0 7 0 16,0 0 0-16,0 0 0 0,0 0 0 0,0 0 0 15,0 0 0-15,0 0 0 0,0 0 0 0,0 0 0 16,0 0 0-16,0 0 0 0,0 0 0 0,0 0 0 15,0 0 0-15,0 0 0 0,0 0 0 0,0 0 0 16,0 0 0-16,0 0 0 0,0 0 0 0,-8-1 0 16,8 1 0-16,0 0 0 0,0 0 0 0,12-6 0 15,-7 3 0-15,2 2 0 0,6-3 0 0,0 1 0 0,6-3 0 16,-1 3 0-16,2-2 0 0,10-1 0 16,0 0 0-16,1 3 0 0,0-4 0 0,-3 3 0 15,1-5 0-15,-7 8 0 0,5-6 0 0,-12 5 0 16,-2 2 0-16,0-2 0 0,-3 1 0 0,-2 1 0 15,-8 0 0-15,14 0 0 0,-9-2 0 0,-5 2 0 16,8-1 0-16,-8 1 0 0,0 0 0 0,11 0 0 16,-11 0 0-16,0 0 0 0,0 0 0 0,0 0 0 0,0 0 0 15,0 0 0-15,0 0 0 0,0 0 0 16,0 0 0-16,0 0 0 0,1 6 0 0,-1-6 0 16,0 0-121-16,-9 8-287 0,9-8-50 0,-9 5-45 15,3-2-54-15,2-2-32 0,-9 2-338 0,7 1-1002 16,-3 2 443-16</inkml:trace>
  <inkml:trace contextRef="#ctx0" brushRef="#br0" timeOffset="140578.6653">2152 16533 287 0,'0'0'301'0,"-7"1"-18"0,7-1-6 0,-1 2-9 16,1-2-9-16,-6 2-8 0,6-2-8 0,0 0-5 15,-8 2-7-15,8-2-4 0,-4 1-5 0,4-1-1 16,0 0-8-16,0 0-4 0,-8 1-6 16,8-1-6-16,0 0-3 0,0 0-4 0,-6 0-5 0,6 0-8 15,0 0-4-15,0 0-6 0,0 0-1 0,0 0-13 16,0 0-8-16,0 0-4 0,0 0-10 0,0 0-13 15,-5-5 0-15,5 5-6 0,0 0-1 0,0 0 3 16,0 0-7-16,0 0-3 0,0 0-8 16,0 0-5-16,0 0-11 0,23-3-9 0,-14 0 1 15,4 1-3-15,-2-1-8 0,7-1-7 0,0 0 11 16,2 2-13-16,2-2 1 0,5-3-7 0,-8 3-4 0,0 2 0 16,-2 0-7-16,2-1 3 0,-6 2-12 15,-3-2 0-15,2 1 0 0,-6 1-6 0,2 1-2 16,-8 0-4-16,11 0-6 0,-11 0 5 0,8-1-3 15,-8 1 1-15,0 0 13 0,10-2-14 0,-10 2-2 16,0 0 5-16,0 0-5 0,0 0 3 0,6-2-5 16,-6 2 1-16,0 0-1 0,0 0 1 0,0 0-24 15,0 0-32-15,0 0-41 0,0 0-43 0,0 0-49 16,0 0-53-16,0 0-66 0,0 0-56 0,0 0-63 16,0 0-56-16,0 0-62 0,0 0-326 0,-11 11-934 15,11-11 414-15</inkml:trace>
  <inkml:trace contextRef="#ctx0" brushRef="#br0" timeOffset="141189.7869">2485 16637 265 0,'0'0'365'0,"0"0"-5"0,0 0-18 0,0 0-7 0,0 0-20 15,0 0-6-15,0 0-10 0,0 0-9 0,0 0-13 16,-15-4-17-16,15 4-13 0,0 0-15 0,0 0-11 16,0 0-18-16,0 0-18 0,0 0-13 0,-8-2-13 15,8 2-8-15,0 0-19 0,0 0-10 0,0 0-13 16,0 0-8-16,0 0-8 0,0 0-9 0,0 0-2 16,0 0-14-16,0 0-5 0,0 0-9 15,0 0-4-15,0 0-4 0,0 0-4 0,0 0 1 0,0 0 8 16,0 0-1-16,0 0 6 0,0 0 9 0,0 0 2 15,14 6-2-15,-9-5-1 0,-5-1-2 0,13-1-1 16,-6 1-6-16,0 0 2 0,5-1-2 0,-2-3-9 16,4 2 5-16,-4-3-9 0,2 3 3 15,-1-1 0-15,-2 1-2 0,3-2 1 0,-2-3-4 16,-2 2 6-16,1-1-5 0,-4 3-1 0,1-2 8 16,0 1-4-16,-3-1-2 0,0 1 3 0,0 1-11 15,-3 3 4-15,3-9-6 0,-3 5 3 0,0 4-1 0,-3-7-8 16,3 7 2-16,-6-5 5 0,1 2 1 0,5 3-1 15,-14-1 5-15,7-1 6 0,7 2 1 0,-15 0 5 16,5 0 2-16,1 3-3 0,-3 0 5 0,5 1-5 16,-1-1-12-16,-1 3-37 0,-1 1 0 0,1-2 0 15,1 2 0-15,1 2 0 0,-1-1 0 16,2 1 0-16,0 0 0 0,1 0 0 0,1-1 0 0,1 1 0 16,1 1 0-16,1-4 0 0,1 5 0 0,0-4 0 15,1 2 0-15,2-2 0 0,-2 0 0 0,3-2 0 16,2 4 0-16,0-1 0 0,1-2 0 0,3-1 0 15,2 1 0-15,-3-2 0 0,2-1 0 0,1-1 0 16,-1 3 0-16,1-4 0 0,1 0 0 16,-2 1 0-16,1-2 0 0,-2-2 0 0,3 1-128 15,-6 1-63-15,4-1-35 0,0-3-32 0,-2-1-46 0,1 1-62 16,0 0-54-16,-1 0-49 0,-1-1-66 0,0 3-348 16,-2-2-956-16,-1 0 424 0</inkml:trace>
  <inkml:trace contextRef="#ctx0" brushRef="#br0" timeOffset="141691.0346">2838 16704 244 0,'0'0'454'0,"0"0"14"16,0 0-1-16,0 0-10 0,0 0-19 0,0 0-17 15,-9-8-23-15,9 8-28 0,0 0-19 0,0 0-21 16,0-5-27-16,0 5-29 0,0 0-23 0,0 0-17 15,0 0-24-15,0 0-16 0,0 0-20 0,0 0-14 16,0 0-17-16,0 0-17 0,0 0-5 0,0 0-14 16,0 0-9-16,0 0-5 0,0 0-10 0,0 0-4 15,0 0-12-15,5-4 2 0,-5 4-12 0,13-3-3 16,-4 2 0-16,0-3-12 0,1 0-2 0,3 1-7 16,-2-2 1-16,1-1 0 0,-3 0-3 0,-2-1-2 15,2 0-2-15,0 2-5 0,-2-2 6 0,-3 0-8 16,-1 2-8-16,1-3 1 0,-2 4 5 0,0-2-2 15,-1 1-2-15,2 1-8 0,-3 4 1 0,-4-11-1 16,0 7 4-16,-1 2-4 0,0-1 10 0,5 3 11 16,-13-3-5-16,13 3 11 0,-11 0 12 0,3 0-18 15,8 0 1-15,-15 5-1 0,8-3-2 0,-2 3 1 16,2 3-9-16,-3-1 5 0,2 1-5 0,1 1 8 16,1-1-11-16,1 3-1 0,0-1-3 0,1 0-10 15,0-1 0-15,3 0 0 0,-3 1 0 0,4-2 0 16,-1 2 0-16,1-4 0 0,1 3 0 0,2-1 0 15,-1 0 0-15,2-2 0 0,5 1 0 0,-2-1 0 16,0 0 0-16,6 0 0 0,-1-2 0 0,5-1 0 16,-3 0-31-16,5-4-56 0,3-1-24 0,-3-1-33 15,2-1-39-15,-1 0-36 0,7-4-48 0,0 0-48 16,0-2-45-16,-8 2-41 0,6-3-51 0,-7 1-48 16,-1 2-354-16,2-3-925 0,-2 1 410 0</inkml:trace>
  <inkml:trace contextRef="#ctx0" brushRef="#br0" timeOffset="142065.9448">3307 16624 19 0,'0'0'417'0,"0"0"15"0,-6-9 6 0,6 9-3 16,0-4-14-16,0 4-10 0,0 0-12 0,-2-6-18 15,2 6-16-15,-1-6-23 0,1 6-18 0,0 0-21 16,3-8-21-16,-3 8-28 0,4-5-25 15,-4 5-20-15,5-3-20 0,0 0-14 0,-2 0-20 16,-3 3-16-16,12-2-14 0,-12 2-9 0,14 2-14 16,-8 0-14-16,2-1-8 0,-1 2-6 0,1 1-11 15,-1-1-2-15,0 2-10 0,1 1 2 0,-3-1-13 16,2 2 1-16,-1-2-5 0,-2 2-5 0,-3 0-1 16,0-1-3-16,-1 5-1 0,-1-4-3 0,-3 3-3 15,-1-2 1-15,0 1 2 0,-6 0-6 0,2 0-2 16,-4-3 9-16,3 4-12 0,-6-5 4 0,-2 1-4 15,6-2 2-15,-1 0 8 0,3 0 35 0,2-4 31 16,-1 1 11-16,9-1 3 0,-14-1-2 0,14 1-8 16,-10-7-21-16,5 1-71 0,2 1 0 0,2-2 0 15,-2-2 0-15,6-1 0 0,-2 0 0 0,7 1-46 16,-2 0-176-16,1 0-76 0,4-2-71 0,4 0-77 16,0 3-74-16,2-3-79 0,-1 0-350 0,0 2-1028 15,-2 1 456-15</inkml:trace>
  <inkml:trace contextRef="#ctx0" brushRef="#br0" timeOffset="142456.6485">3423 16376 271 0,'3'-10'413'16,"-3"1"24"-16,1 0 8 0,-1 1 20 0,0 1 18 0,4 0 9 15,-4 0 13-15,0 0 16 0,0 1 0 0,1 0-12 16,-1 6-9-16,0-9-17 0,0 9-10 0,0-7-39 15,0 7-40-15,0 0-41 0,-1-4-43 0,1 4-128 16,0 0-182-16,0 0 0 0,0 0 0 16,-4 17 0-16,3-7 0 0,-3 2 0 0,4 1 0 15,0 4 0-15,1 1 0 0,2 1 0 0,1 5 0 0,-3 3 0 16,-1-9 0-16,1 1 0 0,3 7 0 0,-3-7 0 16,3-2 0-16,-4 2 0 0,4 0 0 0,-3 1 0 15,3-3 0-15,-4-2 0 0,4 4 0 16,-3-3 0-16,-1-3 0 0,4-1 0 0,-1 4 0 15,-2-5 0-15,3-1 0 0,-3-1 0 0,-1-1 0 16,0-3 0-16,0 1 0 0,1-1 0 0,-1-5 0 16,0 7 0-16,0-7 0 0,0 6 0 0,3-2 0 0,-3-4 0 15,0 0 0-15,0 0 0 0,0 0 0 16,0 0 0-16,0 0 0 0,0 0 0 0,0 0 0 16,0 0 0-16,-3-19 0 0,3 12 0 0,0 0 0 15,3 3 0-15,1-7-696 0,-4 5-554 0,4-4-1353 16,1 2 599-16</inkml:trace>
  <inkml:trace contextRef="#ctx0" brushRef="#br0" timeOffset="143317.1178">4323 16290 24 0,'9'-9'367'16,"-1"3"-9"-16,-2 0 0 0,-2 0-15 0,5-1 4 16,-4 3-7-16,-3 2 8 0,1-1-2 0,0-2 5 15,-1 1-9-15,1 2-3 0,-3 2 1 0,4-3-9 16,-3 0 0-16,-1 3-4 0,4-3-9 0,-4 3-8 15,0 0-11-15,0 0-14 0,2-2-16 0,-2 2-16 16,0 0-10-16,0 0-10 0,0 0-13 0,0 0-12 16,0 0-10-16,-15 9-35 0,8-5-163 15,1 1 0-15,-4 4 0 0,-3 0 0 0,-1 2 0 0,0 4 0 16,-8 0 0-16,2 2 0 0,-2 1 0 0,-1 2 0 16,0-1 0-16,0 2 0 0,0 0 0 0,0-2 0 15,-1 0 0-15,3 2 0 0,-2-3 0 0,0 0 0 16,2-1 0-16,8-5 0 0,-1 1 0 15,1-1 0-15,3-5 0 0,2-1 0 0,-1 2 0 16,4-3 0-16,1 1 0 0,-1-3 0 0,1 1 0 0,-1-1 0 16,3 1 0-16,-1-2 0 0,3-2 0 0,0 0 0 15,-5 4 0-15,5-4 0 0,-4 1 0 0,4-1 0 16,0 0 0-16,-1 4 0 0,1-4 0 0,0 0 0 16,0 0 0-16,0 0 0 0,-2 5 0 15,2-5 0-15,0 0 0 0,6 4 0 0,-2 0 0 0,-2-1 0 16,3 2 0-16,4 2 0 0,1 0 0 0,-1 2 0 15,7 3 0-15,-4-1 0 0,5 3 0 0,3 4 0 16,-6-3 0-16,6 5 0 0,-4 3 0 0,3-2 0 16,-2 1 0-16,2 0 0 0,-6-1 0 0,1 0 0 15,-2-4 0-15,1 4 0 0,-3-5 0 0,-1 0 0 16,-1 1 0-16,0-2 0 0,-4-4 0 0,1 0 0 16,0-3 0-16,-1 2 0 0,-1-3 0 0,0 1 0 15,1-2 0-15,-4 1 0 0,3-4 0 0,-1 0 0 16,-2 0 0-16,4-1 0 0,-4 2 0 0,0-4 0 15,1 3 0-15,-1-3 0 0,4 4 0 0,-4-4 0 16,0 0 0-16,4 3 0 0,-4-3 0 0,0 0 0 16,0 0 0-16,0 0 0 0,0 0 0 0,0 0 0 15,0 0 0-15,0 0 0 0,0 0 0 0,4-11 0 16,-4 11 0-16,0-6 0 0,0 1 0 0,1 2 0 16,4-3-500-16,-1 0-783 0,0-2-1387 0,1 0 613 15</inkml:trace>
  <inkml:trace contextRef="#ctx0" brushRef="#br0" timeOffset="144098.7627">4755 16495 155 0,'0'0'371'0,"4"-5"-6"15,-4 5-12-15,0-3 5 0,0 3 3 0,2-4 2 16,-2 1 6-16,0 3 2 0,0-6-2 0,0 6-2 15,0 0-2-15,0-5-1 0,0 1-10 16,0 4-7-16,0-7-7 0,3 4-5 0,-3 3-13 16,0-6-14-16,1 4-16 0,-1 2-15 0,0-7-15 15,4 4-20-15,-4-1-19 0,4 0-18 0,-3 0-52 0,3 1-153 16,2 0 0-16,1 1 0 0,-1 0 0 0,1-1 0 16,-2 2 0-16,7 0 0 0,0 2 0 0,1 1 0 15,3 5 0-15,-3-3 0 0,4 3 0 16,-2 3 0-16,-1 1 0 0,-1 1 0 0,1 1 0 15,-4 0 0-15,-1 3 0 0,1 1 0 0,-2-2 0 0,-3 2 0 16,-2 1 0-16,-2 2 0 0,-5-2 0 0,2 1 0 16,-5-1 0-16,1 4 0 0,-7-4 0 15,4-2 0-15,-7 0 0 0,3-3 0 0,-8 5 0 16,4-4 0-16,2-3 0 0,1-1 0 0,0-3 0 16,3 0 0-16,-6-1 0 0,7-5 0 0,-1 3 0 0,0-4 0 15,0 0 0-15,-1-4 0 0,-1 1 0 16,3-2 0-16,1-4 0 0,-1 0 0 0,1-4 0 15,-4-4 0-15,8-1 0 0,-3 0 0 0,1-7 0 16,3 5 0-16,1 2 0 0,2-2 0 0,1-5 0 16,1 6 0-16,3 1 0 0,1 0 0 0,2 3 0 0,-1 4 0 15,-1 1 0-15,5 0 0 0,2 1 0 0,-2-1 0 16,3 5 0-16,-4 0 0 0,1 0 0 16,-1 2 0-16,4 1 0 0,-3 0-365 0,-1 2-201 15,0 0-55-15,5 2-39 0,-9 0-337 0,3-1-1080 16,2 3 479-16</inkml:trace>
  <inkml:trace contextRef="#ctx0" brushRef="#br0" timeOffset="144301.6856">5164 16619 518 0,'6'0'647'0,"-6"0"21"16,4-2-12-16,-4 2-21 0,4-4-46 0,-4 4-46 0,1-4-45 15,-1 4-42-15,0 0-52 0,0 0-40 0,-1-4-37 16,1 4-32-16,0 0-51 0,0 0-58 16,0 0-76-16,0 0-75 0,0 0-67 0,0 0-67 15,0 0-81-15,0-6-68 0,0 6-76 0,0 0-73 16,14 0-90-16,-9 0-415 0,4-1-976 0,4-3 432 0</inkml:trace>
  <inkml:trace contextRef="#ctx0" brushRef="#br0" timeOffset="144785.946">5587 16559 89 0,'1'-5'415'0,"-1"5"-7"15,4-2-10-15,-4 2-16 0,0-4-17 0,0 4-8 16,0 0-10-16,-4-8 0 0,4 8-7 0,-1-4-5 15,1 4-8-15,-3-5-9 0,2 2-12 0,1 3 0 16,-1-5 0-16,-2 2-21 0,3 3-9 0,0-4-14 16,0 4-11-16,-1-6-13 0,2 2-18 0,2 2-18 15,-3 2-15-15,1-6-17 0,-1 2-13 0,4 2-11 16,1-2-16-16,-1 2-12 0,1-1-14 0,-4 1-12 16,4 0-85-16,-1 0-7 0,4 2 0 0,2 0 0 15,-1 0 0-15,-1 3 0 0,2 0 0 0,1 1 0 16,1 2 0-16,-1 1 0 0,-2 0 0 0,0 3 0 15,4 1 0-15,-3 2 0 0,-4-2 0 0,4 4 0 16,-5-5 0-16,-1 1 0 0,-2 2 0 0,-2 4 0 16,0-6 0-16,-5-2 0 0,1 4 0 0,-3-1 0 15,-2 0 0-15,-4 0 0 0,-2-2 0 0,-1-2 0 16,0 2 0-16,-1-3 0 0,-1 0 0 0,5-3 0 16,-5 1 0-16,8-3 0 0,-4-1 0 0,3-1 0 15,0-1 0-15,0-3 0 0,3 0 0 0,2-3 0 16,-3 0 0-16,3-2 0 0,-1-2 0 0,3-1 0 15,2 0 0-15,2-6 0 0,-2 2 0 0,2 0 0 16,3 5 0-16,0-1 0 0,3-3 0 0,0-1 0 16,6 1 0-16,-1 3 0 0,5 3 0 0,3-2-307 15,-3 3-251-15,5 2-96 0,-2-1-458 0,1 4-1205 16,9-4 532-16</inkml:trace>
  <inkml:trace contextRef="#ctx0" brushRef="#br0" timeOffset="145302.1458">5984 16467 403 0,'3'-4'472'0,"-3"-1"-15"0,0 5-20 0,1-3-25 15,-1 3-26-15,0 0-17 0,3-6-23 0,-3 6-27 16,1 0-21-16,-1 0-29 0,0 0-21 0,0 0-25 15,0 0-19-15,0 0-19 0,0 0-11 0,-9 8-10 16,7-2-17-16,-1 0-12 0,0 1-8 0,0 1-13 16,0 2-12-16,0 0-13 0,1-1-6 0,-1 1-10 15,-2 0-5-15,4-2-11 0,-1 2-3 0,2-4-9 16,-2 0 0-16,1 3-1 0,0-6-2 0,1 3-1 16,0 1 0-16,0-2 4 0,0 0 2 0,1-2 4 15,2 2-6-15,-1-3 9 0,4 3-3 0,-2-3-6 16,1 1-4-16,3-2 2 0,1 2-9 0,1 0-1 15,-1 2 0-15,1-2-5 0,3 1 1 0,-3-1-3 16,1 1-3-16,-1 1 7 0,-4 0-5 0,6 0-1 16,-3 1-1-16,-3-1 0 0,0 0 7 0,1 1-4 15,-3 0 5-15,-3 0 1 0,3 0 0 0,-3 0 6 16,-1 2 4-16,-4-1 8 0,2 0 4 0,-3 2-5 16,-1-1 8-16,-1 0-4 0,-6 1 1 0,0 2 2 15,0-2-2-15,-3-3-1 0,-2 0 1 0,9 1-54 16,-4-3 0-16,4-2 0 0,-1 2 0 0,2-2 0 15,2-1 0-15,-2 3 0 0,3-3 0 0,0-1 0 16,5 0 0-16,0 0 0 0,-9-2 0 0,9 2 0 16,-1-6 0-16,1 6 0 0,5-8 0 0,-1 5 0 15,0 1-214-15,2-4-172 0,0 2-103 0,-1-1-103 16,3-1-493-16,0 0-1176 0,2-1 520 16</inkml:trace>
  <inkml:trace contextRef="#ctx0" brushRef="#br0" timeOffset="145599.4661">6006 16519 240 0,'4'-8'455'0,"-3"-1"11"0,1 4 7 16,0-4 2-16,-1 4 0 0,2 1-4 0,-2-2-15 15,4 2-9-15,-4-2-20 0,3 0-24 0,0 1-20 0,1 2-24 16,2 0-19-16,3-3-24 0,-5 2-24 0,8 1-21 15,2-1-21-15,2-1-24 0,2 3-17 16,-1 0-21-16,2-1-19 0,1 3-20 0,-1-4-11 0,2 3-25 16,-2-1-113-16,2 1 0 0,-4-1 0 15,0 0 0-15,-1 1 0 0,-2 1 0 0,-4-2 0 0,1 2 0 16,-5 0 0-16,1-1 0 0,-1 1 0 0,-7 0 0 16,10-2 0-16,-6-2 0 0,-4 4 0 0,0 0-153 15,0 0-203-15,0 0-102 0,0 0-116 0,-23 0-535 16,9 0-1200-16,3-2 531 0</inkml:trace>
  <inkml:trace contextRef="#ctx0" brushRef="#br0" timeOffset="146633.6621">6576 16783 281 0,'-2'-2'383'0,"-1"-3"7"16,3 5 4-16,-1-7-1 0,0 5 6 0,-1-3-1 15,1 0-4-15,0 2-9 0,-2-1-7 0,3-1-7 16,3 0 4-16,-5 1-10 0,2 4-9 0,0-9-12 16,2 4-15-16,-2 2-13 0,1-3-17 0,2 0-20 15,2 3-18-15,0-2-22 0,1 1-21 0,-2 0-19 16,2 0-19-16,1 2-22 0,0-2-51 0,0 1-107 15,3 2 0-15,0-1 0 0,2 2 0 0,-2 0 0 16,4 2 0-16,-4 2 0 0,3 0 0 0,-3-1 0 16,2 5 0-16,-2-2 0 0,0 2 0 0,-2 1 0 15,0 0 0-15,-3 3 0 0,1-2 0 0,-2 1 0 16,-2 0 0-16,1-1 0 0,-4 6 0 0,1-7 0 16,-4 3 0-16,2-1 0 0,-1-1 0 0,-1-3 0 15,-1 1 0-15,1 0 0 0,0-3 0 0,2-3 0 16,-1 1 0-16,2-1 0 0,-2 1 0 0,3-3 0 15,0 0 0-15,0 0 0 0,0 0 0 0,0 0 0 16,0 0 0-16,-1-13 0 0,2 5 0 0,-1 2 0 16,4 0 0-16,1-5 0 0,-1 1 0 0,2 1 0 15,3-1 0-15,-1 0 0 0,0 2 0 0,-1-2 0 16,3 3 0-16,-1 0 0 0,2 0 0 0,-1 1 0 16,-1 0 0-16,1 2 0 0,0 0 0 0,0 0 0 15,0 2 0-15,-2 1 0 0,4 1 0 0,-3 0 0 16,1 3 0-16,0 1 0 0,1 0 0 0,-1 1 0 15,-4 0 0-15,1 2 0 0,-1 3 0 0,0-3 0 0,-3 0 0 16,2 0 0-16,-1 4 0 0,-3-4 0 0,-1-1 0 16,0 0 0-16,0 0 0 0,0 0 0 15,0-3 0-15,0 0 0 0,-1 2 0 0,1-5 0 16,0 0 0-16,0 0 0 0,0 0 0 0,0 0 0 16,0 0 0-16,0 0 0 0,2-13 0 0,0 7 0 15,-1-1 0-15,4-2 0 0,0 0 0 0,0-1 0 0,3 0 0 16,-2 2 0-16,3 1 0 0,-1-1 0 15,2 1 0-15,-2 3 0 0,-2 1 0 0,6-4 0 16,-6 6 0-16,0-1 0 0,1 4 0 0,3-2 0 16,-1 4 0-16,-4 0 0 0,4-1 0 0,-5 1 0 15,2 3 0-15,-2 0 0 0,1 2 0 0,-2-2 0 0,-2 1 0 16,-1-1 0-16,3 2 0 0,-3 1 0 16,-3-4 0-16,3 1 0 0,-1-2 0 0,1-1 0 15,-4 1 0-15,4 2 0 0,0-5 0 0,0-2-122 16,0 0-198-16,5 2-69 0,-5-2-63 0,0 0-45 15,23-8-60-15,-10 2-419 0,2-4-1057 0,2 2 468 16</inkml:trace>
  <inkml:trace contextRef="#ctx0" brushRef="#br0" timeOffset="147290.2182">7294 16717 439 0,'0'0'505'16,"-1"-8"20"-16,0 5 3 0,1 3-10 0,-2-5-26 15,2 5-22-15,0 0-17 0,0-8-21 0,0 8-22 16,2-2-27-16,-2 2-25 0,0 0-27 0,0 0-32 16,0 0-31-16,1-4-21 0,-1 4-17 0,0 0-20 15,0 0-17-15,9 9-12 0,-4-3-14 0,-4-1-12 16,3 5-13-16,3-3-14 0,-5 4-13 0,2-2-103 16,0 2-12-16,-3 1 0 0,0-3 0 0,2 2 0 15,-2 1 0-15,-2-4 0 0,1 5 0 0,-3-2 0 16,2-1 0-16,1-2 0 0,-4-1 0 0,0 0 0 15,3-1 0-15,1-2 0 0,-2 2 0 0,2-3 0 16,-2 2 0-16,2-5 0 0,-1 4 0 0,1-4 0 16,0 0 0-16,0 0 0 0,0 0 0 0,6-14 0 15,-3 9 0-15,2 0 0 0,-4-6 0 0,7 2 0 16,-3 0 0-16,0 0 0 0,0 2 0 0,3-3 0 16,0 2 0-16,-3 1 0 0,5-2 0 0,-5 6 0 15,-2-1 0-15,2-1 0 0,-1 1 0 0,2 2 0 16,-1 1 0-16,0-3 0 0,0 4 0 0,1-2 0 15,-6 2 0-15,11 4 0 0,-6-2 0 0,2-1 0 16,-2 3 0-16,-1 2 0 0,-1 0 0 0,2-2 0 16,-1 3 0-16,1 0 0 0,-1-1 0 0,0-1 0 15,-3 0 0-15,1-1 0 0,-1 2 0 0,2-1 0 16,-1 0 0-16,-1-3 0 0,3 1 0 0,-3 0 0 16,-1-3 0-16,4 3 0 0,-4-3 0 0,0 0 0 15,0 0 0-15,0 0 0 0,9-10 0 0,-5 2 0 16,1-1 0-16,0 2 0 0,4-3 0 0,-4 3 0 15,0-2 0-15,3 1 0 0,-3-1 0 0,4 4 0 16,-5-1 0-16,1 1 0 0,-1 3 0 0,0-2 0 16,2 3 0-16,-2 0 0 0,-4 1 0 0,10 1 0 15,-6 2 0-15,1 0 0 0,-1 2 0 0,1 0 0 16,-1-3 0-16,0 4 0 0,-3 0 0 0,3 0 0 16,0-1 0-16,-2 1 0 0,0 0 0 0,0-3 0 15,-1 3 0-15,-1-1 0 0,3-3 0 0,-2 3 0 16,2-1 0-16,-3-4 0 0,2 5 0 0,-2-5 0 15,1 3 0-15,-1-3 0 0,0 0 0 0,0 0 0 16,6 1 0-16,-6-1 0 0,0 0 0 0,0 0-237 16,14-8-163-16,-10 6-72 0,2-1-76 0,-2 0-99 15,0-2-335-15,-2-1-1062 0,-1 0 470 0</inkml:trace>
  <inkml:trace contextRef="#ctx0" brushRef="#br0" timeOffset="148197.2103">8570 16402 35 0,'11'-8'423'0,"0"1"-7"0,-4 0-4 0,1 0-12 15,-2 2-14-15,-1 0-18 0,0 1-15 0,2 0-21 16,-6 1-17-16,-1 1-15 0,0 2-14 0,-1-6-3 16,1 6-11-16,-12-4-8 0,5 1-5 0,-5 3-4 15,-5-1-6-15,0 1 0 0,-5 1-2 0,-5 2-2 16,-2 0-7-16,-2 1-9 0,-1-1-6 0,-1 2-14 16,5 1-8-16,-5-1-12 0,6-1-11 0,0 0-15 15,8-2 0-15,1 1-114 0,0-2-49 16,5 2 0-16,-1-2 0 0,5 2 0 0,-1-2 0 0,4 1 0 15,-1-1 0-15,2-1 0 0,5 0 0 0,-6 1 0 16,6-1 0-16,-7 2 0 0,7-2 0 0,-5 1 0 16,5-1 0-16,0 0 0 0,0 0 0 0,-5 2 0 15,5-2 0-15,0 0 0 0,-4 3 0 0,4-3 0 16,-1 4 0-16,1-4 0 0,1 5 0 0,0-1 0 16,-1 1 0-16,0-1 0 0,2 2 0 0,-1 2 0 15,0-3 0-15,-1 3 0 0,4 2 0 0,-4 3 0 16,1-1 0-16,1 2 0 0,-1 3 0 0,0 1 0 15,4 6 0-15,-6 3 0 0,1 0 0 0,3-1 0 16,-1 4 0-16,-4-1 0 0,0 3 0 0,1-1 0 16,-3 3 0-16,2 2 0 0,-1 0 0 0,-5 8 0 15,3-9 0-15,-1 0 0 0,0 0 0 0,-3-1 0 16,1-2 0-16,1 0 0 0,0 2 0 0,2-5 0 16,-3 4 0-16,3-5 0 0,-2-3 0 0,0 0 0 15,6-3 0-15,-2-7 0 0,1 3 0 0,-1-5 0 16,3 0 0-16,0-3 0 0,0 3 0 0,3-4 0 15,-2 1 0-15,0 1 0 0,2-6 0 0,-2 3 0 16,4-1 0-16,-3-4 0 0,2 3 0 0,2-1 0 16,-1-1 0-16,-1 1 0 0,6-1 0 0,-1 1 0 15,-2-1 0-15,1-3 0 0,2 2 0 0,2-1 0 16,-2-2 0-16,3 4 0 0,-2-3 0 0,3 2 0 16,-1-3 0-16,1 0 0 0,-4 0 0 0,3 0 0 15,0 0 0-15,0 0 0 0,-7 0 0 0,4 0 0 16,-3 0 0-16,-2 0 0 0,-5 0 0 0,9 0 0 0,-9 0 0 15,10 0 0-15,-10 0 0 0,0 0 0 16,0 0 0-16,8-2 0 0,-8 2 0 0,2-1 0 16,-2 1 0-16,0 0 0 0,0 0 0 0,0 0 0 15,0 0 0-15,-4-10 0 0,3 7 0 0,1-5 0 16,5 0-187-16,3-5-609 0,7-7-406 0,3 0-1301 0,3-5 575 16</inkml:trace>
  <inkml:trace contextRef="#ctx0" brushRef="#br0" timeOffset="148619.147">8631 16649 313 0,'0'0'473'0,"-4"-6"-2"0,3 3 1 0,-2 0-3 16,3 3-8-16,-1-5-11 0,1 5-14 0,0 0-8 16,-4-7-4-16,4 5-26 0,0 2-15 0,0 0-17 15,0 0-27-15,0 0-20 0,0 0-33 0,3-4-31 16,-3 4-27-16,0 0-16 0,0 0-17 0,0 0-2 16,1 13-7-16,-1-8-8 0,1 6-7 0,2 0-86 15,-2 0-85-15,3 6 0 0,0 1 0 0,1-1 0 16,-5 1 0-16,4-1 0 0,-3 2 0 0,-1 0 0 15,1 1 0-15,2-1 0 0,-2 6 0 0,-1-7 0 16,0-1 0-16,-1 0 0 0,1-3 0 0,-3 3 0 16,2-4 0-16,1-3 0 0,-4-1 0 0,4-2 0 15,-1 2 0-15,-3-3 0 0,4-1 0 0,-1-1 0 16,1 2 0-16,0-3 0 0,0-3 0 0,-4 5 0 16,4-5 0-16,0 0 0 0,0 0 0 0,0 0 0 15,0 0 0-15,0 0-185 0,0 0-229 0,4-13-71 16,-4 6-68-16,0 1-96 0,0-3-336 0,-1-1-1065 15,-2-2 471-15</inkml:trace>
  <inkml:trace contextRef="#ctx0" brushRef="#br0" timeOffset="148932.6968">8640 16692 30 0,'0'-5'450'0,"5"1"-13"15,-5-2-3-15,1 2-16 0,-1-1-16 0,3 2-18 16,-3-1-14-16,0 4-15 0,1-6-9 0,-1 6-16 16,0-5-14-16,0 5-10 0,3-3-19 0,-3 3-3 15,1-6-10-15,-1 3-18 0,0 3-9 0,3-3-17 16,-2 0-6-16,-1 3-15 0,8-8-12 0,-2 4-12 16,-1 3-10-16,7-3-9 0,-2 0-6 0,9-1-8 15,-1 0-8-15,0 0-11 0,2-1-5 0,3 2-8 16,-3-1-78-16,1 2-42 0,-2-2 0 0,-2 2 0 15,2 1 0-15,-6 1 0 0,-4-3 0 0,4 4 0 16,-6 0 0-16,-7 0 0 0,13 0 0 0,-8 2 0 16,0 0 0-16,-1 0 0 0,-1 1-161 0,-1 2-132 15,-3-2-64-15,1 7-72 0,-3-5-74 0,1 5-64 16,-6 0-414-16,-1-1-1061 0,0 0 469 0</inkml:trace>
  <inkml:trace contextRef="#ctx0" brushRef="#br0" timeOffset="149198.1003">8698 16841 423 0,'-3'1'480'0,"3"-1"19"0,-5 3 17 15,5-3-2-15,-4 1-8 0,4-1-8 0,0 0-25 16,0 0-19-16,0 0-30 0,0 0-28 0,0 0-26 16,0 0-25-16,0 0-22 0,20 0-21 15,-20 0-23-15,13-2-13 0,-4-1-19 0,3 2-15 0,-3-1-25 16,2-1-10-16,2 1-19 0,-1-1-116 0,7 0-62 15,-8-1 0-15,3 1 0 0,-1 1 0 0,-3 1 0 16,3 0 0-16,1 1 0 0,-4-3 0 16,-2 1 0-16,1 2 0 0,-1-1 0 0,-2-2 0 15,-1 2 0-15,-5 1 0 0,8 0-47 0,-8 0-263 0,6-4-60 16,-6 4-62-16,0 0-60 0,0 0-80 0,0 0-423 16,0 0-1078-16,0 0 478 0</inkml:trace>
  <inkml:trace contextRef="#ctx0" brushRef="#br0" timeOffset="149604.7485">8915 16912 258 0,'0'0'443'0,"0"0"-13"0,5-12 4 16,-4 9-23-16,-1 3-19 0,1-3-21 15,-1 3-20-15,3-6-19 0,0 4-18 0,-1-1-28 16,-2 3-14-16,4-4-20 0,-1 2-15 0,1-2-25 15,-1 1-8-15,4 3-14 0,-1-2-10 0,2 1-16 16,-2-1-13-16,3 2-7 0,-1 0-20 0,-2 0-11 0,4 3-9 16,0-1-6-16,-1 1-9 0,1 2-10 15,-2 0-7-15,0 2-7 0,-3 0-9 0,0 2-8 16,-1-1 2-16,-3 3-6 0,2 0-8 0,-3 1 0 16,0-4-6-16,-4 5 0 0,3-3-11 0,-3-1 4 15,-2 2-11-15,-1-4-7 0,-3 1-2 0,1-2-5 16,-3-2 3-16,2 2-4 0,1-3 4 0,-1 0-1 15,0-2 7-15,2-1 4 0,1-1 14 0,0-2 18 16,2 1 11-16,-2-4 16 0,1 1 5 0,2 2-6 16,-2-6-1-16,3-1-2 0,1 3-17 0,1 0 1 15,-3-2-2-15,4 0-12 0,0-1-12 0,0-2-21 16,5 4-29-16,-4-1-28 0,0 2-33 0,1 1-26 16,-1 0-42-16,5 2-44 0,0 0-49 0,0-1-48 15,3 1-43-15,1 3-42 0,-10 1-28 0,17 0-61 16,-10 0-377-16,-7 0-919 0,15 1 407 0</inkml:trace>
  <inkml:trace contextRef="#ctx0" brushRef="#br0" timeOffset="150011.0058">9059 16899 8 0,'0'0'390'0,"0"0"13"15,-1-9 2-15,2 5 2 0,2 1-7 0,-2-1-12 16,-1-1-7-16,0 5-8 0,0-5-15 0,1 3-18 15,-1 2-21-15,3-4-28 0,-3 4-18 0,6-4-24 16,-6 4-17-16,0 0-23 0,8-3-18 0,-8 3-14 16,10 0-18-16,-10 0-10 0,18 3-10 0,-9 2-10 15,-1-2-15-15,2 0-18 0,5 4-4 0,-2-1-8 16,-3 2-11-16,1-2-4 0,-1 3-9 0,-3-1-7 16,1 1-6-16,-1 1-2 0,-2-1-9 0,0 1-1 15,-3 0-2-15,-2 0-9 0,0 1 2 0,0-3-5 16,-2-1 2-16,-2 0-4 0,3 0 0 0,-2-1-7 15,2-1 6-15,-3-1-3 0,1 1 2 0,1-1-5 16,2-4 12-16,-5 2 25 0,5-2 13 0,0 0 7 16,0 0 18-16,-9-11 13 0,6 3 14 0,6-2 8 15,-3-1-1-15,3-6-91 0,5-1-30 0,1-7 0 16,1 9 0-16,4-5 0 0,-2 5 0 0,2 1 0 16,-4 1 0-16,7 3 0 0,-4 0 0 0,-1 0 0 15,0 5 0-15,-3 0 0 0,1 1 0 0,2 1 0 16,-7 3-24-16,1 0-238 0,-6 1-41 0,12 2-43 15,-9 0-46-15,-1 0-53 0,-2-2-49 0,1 9-75 16,-1-9-324-16,-4 8-968 0,3-2 429 0</inkml:trace>
  <inkml:trace contextRef="#ctx0" brushRef="#br0" timeOffset="152795.5312">10078 16770 180 0,'-9'3'242'15,"6"-2"8"-15,3-1 7 0,-6 2 7 0,6-2 10 16,-8 0 9-16,8 0 10 0,0 0 5 0,0 0 2 15,-6 1 1-15,6-1 9 0,0 0-1 0,0 0 0 16,-8-2-7-16,8 2-4 0,-2-3-7 0,2 3-10 16,0 0-4-16,1-9-8 0,1 5-19 0,-2 4-25 15,8-5-17-15,-4 1-10 0,2-2-22 0,-1 2-8 16,2 0-15-16,3-2-13 0,2 1-17 0,-1 2-12 16,2-1-15-16,2 1-4 0,2 1-7 0,2 0-14 15,0 2-6-15,-1 2-5 0,4-1-2 0,-1 3-11 16,-1 0 1-16,0 2-6 0,1 3-4 0,-3-1-2 15,-1 4-7-15,-2 0 4 0,-3 4-13 0,0-2 4 16,-6 2-17-16,-2 0-7 0,-4 2 0 0,-1 6 0 16,-6-4 0-16,-3 5 0 0,-9-5 0 0,-2 2 0 15,-3-2 0-15,-1-2 0 0,-4 2 0 0,-1-5 0 16,-1-2 0-16,4-1 0 0,1-4 0 0,6-4 0 16,-3-2 0-16,5-1 0 0,2-2 0 0,-2-4 0 31,2-1 0-31,0-4 0 0,6-3 0 0,1-1 0 0,0-4 0 0,1-7 0 0,3 0 0 0,4 1 0 15,2 3 0-15,3-3 0 0,1 7 0 0,3-2 0 16,3 2 0-16,2 3 0 0,0 0 0 0,3 5-50 16,0-1-378-16,-4 9-58 0,1-4-52 0,6 0-79 15,-10 2-395-15,5-1-1097 0,-2 4 485 0</inkml:trace>
  <inkml:trace contextRef="#ctx0" brushRef="#br0" timeOffset="153201.6944">10194 16608 65 0,'0'-12'540'15,"0"-5"20"-15,-1 1 15 0,1 4 3 0,-3-1 4 16,6 1-9-16,-3-1-17 0,-3 4-9 0,6 0-23 16,-6 1-27-16,2 2-28 0,1 2-28 0,0-1-38 15,0 2-32-15,0 3-34 0,-1-6-34 0,1 6-34 16,0 0-268-16,-3-4-1 0,3 4 0 0,0 0 0 15,-5 11 0-15,5-1 0 0,-5 2 0 0,5 3 0 16,-4 3 0-16,4 1 0 0,-4 10 0 0,7-1 0 16,-3 2 0-16,-3 2 0 0,3 3 0 0,0 0 0 15,4 14 0-15,-4-1 0 0,3-13 0 0,-2 13 0 16,-1-2 0-16,-1 1 0 0,-2-13 0 0,-2 1 0 16,5 1 0-16,-4 1 0 0,3-3 0 0,-3-1 0 15,0 0 0-15,3-2 0 0,-4-2 0 0,2-2 0 16,2-11 0-16,-1 3 0 0,0-6 0 0,1-3 0 15,1 1 0-15,-3-5 0 0,2 3 0 0,1-4 0 16,0 0 0-16,0 0 0 0,-2-1 0 0,2-4 0 16,0 4 0-16,0-4 0 0,0 0 0 0,0 0 0 15,0 0 0-15,0 0 0 0,11-9 0 0,-10 4 0 16,7 1 0-16,-3-4 0 0,3-2-243 0,2-2-508 16,4 2-449-16,-1-6-1299 0,6-1 574 15</inkml:trace>
  <inkml:trace contextRef="#ctx0" brushRef="#br0" timeOffset="153639.0841">10516 17052 394 0,'8'-11'492'0,"0"-1"19"0,-5 0 1 16,1-4-8-16,1 3-12 0,-2 3-13 0,1 0-27 15,-2 0-20-15,-1 4-27 0,-1-2-33 0,3 2-27 0,-3 6-30 16,0-8-35-16,0 8-31 0,0 0-30 0,0 0-25 15,0 0-9-15,0 0-23 0,0 0-19 0,-23 12-5 16,19-3-13-16,-2 0-24 0,3 1-11 16,-4 3-4-16,2 1-15 0,-1 1-7 0,1-3-4 15,3 1-6-15,-1-2-5 0,1 0-2 0,-1 0-5 16,3-1-11-16,-4-3 3 0,3-1-3 0,0 0-3 0,2-1-25 16,0 0-3-16,2 1 0 0,1-3 0 0,-1 1 0 15,1-1 0-15,1 2 0 0,1-2 0 16,0 0 0-16,0-1 0 0,1 1 0 0,-1-1 0 15,1 2 0-15,-2-2 0 0,2 1 0 0,-3 1 0 16,-4-4 0-16,9 6 0 0,-8-4 0 0,3 1 0 16,-4-3 0-16,2 7 0 0,-2-1 0 0,0-6 0 15,-2 8 0-15,1-4 0 0,-3 1 0 0,-2-1 0 16,-1 1 0-16,-3 0 0 0,1 0 0 0,0 1 0 16,-2-3 0-16,0 2 0 0,0-1 0 0,1-1 0 15,1-2 0-15,2 2 0 0,7-3 0 0,-11 1 0 16,7-1 0-16,4 0-98 0,-6 1-117 0,6-1-66 15,0 0-71-15,0 0-74 0,0 0-61 0,10-10-101 16,-4 4-370-16,6 2-1037 0,4-2 459 0</inkml:trace>
  <inkml:trace contextRef="#ctx0" brushRef="#br0" timeOffset="154514.1524">10861 17088 14 0,'4'-3'335'0,"-4"3"-3"0,0 0 3 0,0 0-7 0,3-10 10 16,-3 10 0-16,2-5 5 0,-2 5-1 0,3-4-2 15,-3 4-4-15,0-7-6 0,0 7-12 16,0 0-15-16,0 0-17 0,0 0-16 0,0 0-23 0,0 0-23 16,0 0-24-16,-3-8-18 0,3 8-18 0,0 0-19 15,0 0-9-15,0 0-18 0,0 0-10 0,0 0-11 16,0 0-12-16,0 0-3 0,0 0-14 0,0 0-7 16,0 0 0-16,0 0-12 0,0 0-3 15,0 0-8-15,0 0 2 0,0 0-1 0,0 0 1 16,0 0-2-16,0 0 3 0,3-6 0 0,-3 6-2 0,0 0 2 15,0 0-13-15,0 0 5 0,0 0 0 0,0 0-3 16,0 0-11-16,0 0 2 0,0 0 0 0,0 0-7 16,0 0 1-16,0 0-2 0,0 0 5 15,0 0-4-15,0 0-3 0,0 0-1 0,0 0 3 16,0 0 14-16,0 0-10 0,0 0 2 0,0 0 7 16,0 0-3-16,0 0-1 0,0 0 3 0,0 0-11 0,4-5-2 15,-4 5 3-15,0 0-3 0,0 0-3 0,0 0 0 16,9-2-2-16,-9 2-3 0,0 0 0 15,0 0 1-15,0 0 4 0,0 0-3 0,0 0-6 16,0 0-1-16,16 2 0 0,-16-2 1 0,0 0 1 16,0 0 2-16,9 3-9 0,-9-3 1 0,4 6 1 15,-4-6-2-15,0 0 4 0,9 3 3 0,-9-3-9 16,4 6 4-16,-3-2-1 0,2 1 4 0,-2-2 1 16,-1-3 1-16,1 11-3 0,-1-6 3 0,0 0-2 15,-1 1 1-15,0-1-5 0,-2 1 6 0,3 2 0 16,-4-4 3-16,2 3 0 0,-2 1-7 0,-5 0-2 15,4-3 3-15,0 2 14 0,-1 0-4 0,0-2-9 16,2 0-1-16,1-2-3 0,-4 3 3 0,4-1 4 16,1-1-3-16,-2-2-1 0,4-2 6 0,-6 6 1 15,6-6-1-15,-4 3 5 0,4-3-4 0,0 0 11 16,-9 1-15-16,9-1 5 0,0 0 1 0,0 0-4 16,0 0-1-16,0 0-1 0,-9-10 6 0,5 8-1 15,4 2-4-15,-4-5-4 0,-2 1 5 0,6 4-1 16,-4-6-4-16,0 3-1 0,4 3 7 0,-5-5 2 15,5 5-4-15,-5-4 2 0,5-1-1 0,0 5-6 16,-4-10 4-16,2 5 0 0,0-4 6 0,2 2-1 16,0 7-6-16,0-12 8 0,0 3-2 0,2 2 4 15,0 0-8-15,-2 1-8 0,1-1 0 0,3 0 5 16,-1 1 3-16,-2-1-5 0,-1 7 6 0,4-8-3 16,-4 8 3-16,1-8-8 0,3 5-11 0,-4 3-16 15,4-5-20-15,-4 5-19 0,1-4-33 0,-1 4-31 16,0 0-34-16,0 0-42 0,0 0-42 0,18 7-42 15,-18-7-38-15,8 2-43 0,-8-2-52 0,10 6-63 16,-10-6-342-16,1 5-902 0,3-1 399 0</inkml:trace>
  <inkml:trace contextRef="#ctx0" brushRef="#br0" timeOffset="154999.207">10838 16919 212 0,'-2'-5'365'16,"-1"-1"16"-16,3 6 6 0,-4-12 17 0,-1 7 12 16,5 5 11-16,-2-8 10 0,-1 3 2 0,3 5 4 15,-5-9-4-15,2 5-2 0,3 4-3 0,0 0-16 16,-5-8-15-16,4 5-14 0,1 3-20 0,0 0-18 15,-3-5-18-15,3 5-23 0,0 0-18 0,-5-5-187 16,5 5-105-16,0 0 0 0,0 0 0 0,0 0 0 16,0 0 0-16,0 0 0 0,-6-4 0 0,6 4 0 15,0 0 0-15,0 0 0 0,0 0 0 0,0 0 0 16,-5 14 0-16,2-5 0 0,3 1 0 0,-1 4 0 16,1 1 0-16,-3 5 0 0,3-1 0 15,-1 0 0-15,1 6 0 0,0 1 0 0,0-1 0 0,-2-5 0 16,0-2 0-16,2 8 0 0,-1-2 0 0,-3-5 0 15,0 0 0-15,2-2 0 0,-1 2 0 0,2-4 0 16,-1-3 0-16,2 0 0 0,-3-1 0 16,2-1 0-16,-1-5 0 0,0 2 0 0,2-2 0 15,0 1 0-15,0-2 0 0,0-4 0 0,-3 6 0 16,3-6 0-16,2 5 0 0,-2-5 0 0,0 0 0 0,-2 2 0 16,2-2 0-16,0 0 0 0,0 0 0 0,0 0 0 15,0 0 0-15,0 0 0 0,9-13 0 16,-5 11 0-16,0-6 0 0,2 3-500 0,3-4-216 15,-4 2-447-15,4-3-1259 0,5 2 557 0</inkml:trace>
  <inkml:trace contextRef="#ctx0" brushRef="#br0" timeOffset="155389.7464">11283 17035 330 0,'0'0'458'0,"-5"-5"7"15,5 5 2-15,0 0-5 0,-4-8-5 0,4 8-16 32,0-4-17-32,0 4-15 0,0-5-17 0,0 5-20 15,0 0-30-15,0 0-23 0,0-11-40 0,0 11-23 0,8-5-29 0,-8 5-11 0,11-4-27 0,-1-1-28 16,1 4-8-16,4-2-21 0,2-1-13 0,-3-1-10 16,-1 4-15-16,0 1-18 0,2-2-28 0,-3 3-27 15,1 0-28-15,-3-1-31 0,-1 1-31 0,-1-1-37 31,-2 4-37-31,-6-4-53 0,14 4-37 0,-10-2-45 16,0 0-37-16,-4-2-34 0,1 7-30 0,-1-7-29 0,-1 8-35 0,1-8-300 0,-10 7-804 0,1-2 356 16</inkml:trace>
  <inkml:trace contextRef="#ctx0" brushRef="#br0" timeOffset="155608.448">11351 17104 81 0,'-5'4'155'0,"2"-1"22"0,1 5 33 0,-1-3 28 0,-1-2 18 15,4-3 30-15,-4 8 18 0,4-8 31 0,-2 3 19 16,0-1 23-16,2-2 20 0,0 0 14 0,0 0 5 15,0 0 13-15,0 0-7 0,0 0-8 16,0 0-19-16,0 0-31 0,0 0-36 0,0 0-32 0,0 0-26 16,0 0-34-16,26-3-19 0,-16 1-22 0,2 0-18 15,2 0-23-15,-3 1-46 0,3 1-46 0,0-5-52 16,-1 5-60-16,1-1-43 0,-2-1-51 16,-1 2-56-16,-3-2-64 0,2 1-54 0,-10 1-64 15,14-2-53-15,-14 2-68 0,8-6-445 0,-8 6-1026 16,0 0 453-16</inkml:trace>
  <inkml:trace contextRef="#ctx0" brushRef="#br0" timeOffset="156280.1625">12267 16905 260 0,'-5'3'363'0,"5"-3"7"0,0 0 8 16,-6-7 9-16,3 5 0 0,2-2 5 0,-2 0 0 31,1 1-4-31,0 0-5 0,0-3-5 0,2 1-14 0,-3 1-5 0,3-1-25 0,0 0-18 0,3-1-16 16,-2-1-18-16,2 1-28 0,-1 0-15 0,5-1-27 16,-1-1-13-16,0 3-18 0,3 0-17 0,0 0-20 15,-2 0-14-15,4 2-12 0,2-2-12 0,-3 5-10 16,4 1-10-16,-1 1-12 0,6 3-8 0,-6 0-14 15,3 3-15-15,-1 3-37 0,-3 1 0 0,0 1 0 16,1 8 0-16,-6-3 0 0,-2 0 0 0,-1-1 0 16,-4 2 0-16,0 6 0 0,-5-6 0 0,-5 6 0 15,-4-5 0-15,-3-5 0 0,-2 8 0 0,-4-4 0 16,-5-1 0-16,1-1 0 0,-3-3 0 0,4-3 0 16,8-4 0-16,-2 0 0 0,4-2 0 0,2-5 0 15,3 0 0-15,-2 0 0 0,4-2 0 0,0-4 0 16,0-1 0-16,-1-5 0 0,2-4 0 0,2 0 0 15,3 0 0-15,2-3 0 0,1 0 0 0,4 0 0 16,1-4 0-16,0 6 0 0,3 3 0 0,3-2-203 16,2 1-235-16,2 2-107 0,2 5-119 0,1-2-394 15,0 0-1144-15,-2 2 507 0</inkml:trace>
  <inkml:trace contextRef="#ctx0" brushRef="#br0" timeOffset="156670.6994">12327 16684 244 0,'-4'-21'545'0,"3"2"11"15,-2 0-9-15,3 2 6 0,-1 0 5 0,1 1-16 16,0 6-10-16,1 0-9 0,-1-1-19 0,0 5-22 16,3 1-28-16,-3-2-39 0,0 4-32 0,0 3-41 15,0-4-27-15,0 4-8 0,0 0-9 0,0 0-207 16,0 18-91-16,0-6 0 0,0 4 0 0,-3 2 0 15,2 6 0-15,0 6 0 0,-2-2 0 0,-1 4 0 16,3 1 0-16,-4 2 0 0,0 0 0 0,-1 12 0 16,3-12 0-16,-1 1 0 0,-2-3 0 0,3 2 0 15,-3-1 0-15,2 1 0 0,2-3 0 0,-2-1 0 16,0-2 0-16,0-2 0 0,1 0 0 0,1-6 0 16,2-2 0-16,-1-2 0 0,-1 0 0 0,1-4 0 15,0-2 0-15,1-1 0 0,1 0 0 0,0-3 0 16,1-1 0-16,-1 0 0 0,-1-2 0 0,0 1 0 15,0-1 0-15,0 0 0 0,1-1 0 0,2-2 0 16,-3-1 0-16,5 3 0 0,-1-2 0 0,-4-1 0 16,11-5 0-16,-3 2-416 0,3-5-265 0,-2 2-502 15,4-5-1281-15,1 1 567 0</inkml:trace>
  <inkml:trace contextRef="#ctx0" brushRef="#br0" timeOffset="157061.2372">12612 17050 154 0,'5'-10'428'0,"-1"-1"50"16,1 2 10-16,-2 0 3 0,-2 0 2 0,0 4-16 15,1-2-15-15,-2 7-22 0,2-10-24 0,-2 10-48 16,0-8-33-16,0 8-30 0,0 0-32 16,0 0-25-16,-6-4-24 0,6 4-25 0,0 0-26 15,-13 13-10-15,9-4-18 0,-2 0-7 0,-2 3-22 16,3 1-11-16,1-1-8 0,0-2-9 0,2 2-14 0,-2-1-5 15,3-1-8-15,-2 1-4 0,3-1-1 0,0-1-10 16,3 0-8-16,2 0-1 0,-3-2 0 0,2 0-3 16,4 0-2-16,-3-1-7 0,3 1-2 15,0-1 0-15,1 0-8 0,-3 0 0 0,1-3 7 16,2 1-8-16,-2 0-2 0,-2-2-5 0,0 3 2 16,-3-2-1-16,-2-3-3 0,7 6-4 0,-7-6 0 0,2 3 7 15,-2-3-7-15,1 7 9 0,-1-7 2 0,-2 7-4 16,2-7 0-16,-9 7 1 0,4-3-2 15,-3 2 4-15,2-1-3 0,-6 2-3 0,2-5-1 16,1 2 2-16,0-2-29 0,-1 1-28 0,4 2-31 16,-1-3-33-16,1 0-35 0,6-2-45 0,-9 3-53 15,9-3-72-15,0 0-97 0,0 0-78 0,0 0-65 16,0 0-351-16,0 0-988 0,28-14 438 0</inkml:trace>
  <inkml:trace contextRef="#ctx0" brushRef="#br0" timeOffset="157577.4496">12859 17152 108 0,'2'-4'369'15,"-2"4"-4"-15,4-8-5 0,-3 4 11 0,2-1-13 16,0 1-4-16,-2-1-10 0,1 0-13 0,-2 5-12 16,2-9-22-16,-1 6-15 0,-1 3-17 0,4-8-18 15,-4 8-19-15,1-7-19 0,-1 7-24 0,3-3-17 16,-3 3-20-16,6-2-14 0,-6 2-17 0,8-4-11 15,-8 4-10-15,0 0-12 0,11 6-11 0,-6-3-7 32,2-1-5-32,-4 1-7 0,5 6-7 0,-4-3-7 0,-3 2-2 0,3-2-4 0,-4 4-2 0,1-1-5 15,-1 2-1-15,-1-2-4 0,-1 1-2 0,-1-2 0 16,-1 1-3-16,-2 0 0 0,-1-2-3 0,-1 0 2 31,0-1 0-31,-1 0-2 0,-3-1-2 0,3 2-2 0,3-6 4 0,0 1-1 0,-2 0-2 0,2-2 2 16,6 0-2-16,-12-4 3 0,12 4 12 0,-9-5 15 31,7-1 13-31,-1-1 19 0,1 0-5 0,2 0 6 16,0-2-1-16,0-1 11 0,2-2-3 0,3 4 15 0,0-1-3 0,-1 3-6 0,2-1 0 0,0-2-1 15,-3 3-2-15,4 1-6 0,-2-1-5 0,0 3-9 32,0-1-1-32,2 2-7 0,-7 2 4 0,12 1-6 0,-12-1-15 0,14 5-39 0,-3-1 0 0,-3 1 0 15,0 3 0-15,1-1 0 0,-4 1 0 16,4 0 0-16,0 1 0 0,-4-1 0 0,0 1 0 0,4 0 0 15,-5 1 0-15,1-2 0 0,-1 0 0 0,0-2 0 16,0 0 0-16,-3 1 0 0,2-2 0 0,-2-1 0 16,4 0-83-16,-4 1-106 0,-1-3-34 0,0-2-30 15,0 0-47-15,8 5-45 0,-7-5-45 0,-1 0-49 16,0 0-46-16,13-7-47 0,-7-2-294 0,2 1-894 16,-2 1 396-16</inkml:trace>
  <inkml:trace contextRef="#ctx0" brushRef="#br0" timeOffset="158280.838">12990 16679 261 0,'-5'-10'433'15,"-4"2"7"-15,3-1 3 0,2 1 4 0,-1 1 0 16,-1 1-4-16,4 0-7 0,2 6-10 0,-6-10-7 0,6 3-12 15,0 7-22-15,-4-9-21 0,4 9-29 16,1-5-32-16,-1 5-28 0,9-6-29 0,-4 2-23 31,7 1-20-31,-2 1-23 0,4 0-11 0,7-2-18 0,-2 1-11 0,3 2-13 0,-1 1-18 0,5 0-5 16,-4 0-10-16,-1 1-15 0,0 1-1 0,-2-2-54 31,-1 0-24-31,-8 1 0 0,2-1 0 0,-1 1 0 0,-11-1 0 0,14 1 0 0,-14-1 0 0,12 3 0 16,-12-3 0-16,6 2 0 0,-6-2 0 0,8 4 0 15,-8-4 0-15,5 6 0 0,-1-1 0 0,-3-1 0 16,3 2 0-16,-2 2 0 0,-1 1 0 0,-2 0 0 16,4 1 0-16,-3 1 0 0,0 2 0 0,-2-1 0 15,2-1 0-15,0 3 0 0,0 3 0 0,0 7 0 16,-1-4 0-16,0 4 0 0,-3 5 0 0,2-1 0 16,-1 1 0-16,2 3 0 0,-3 0 0 0,1 5 0 15,0-2 0-15,-3-1 0 0,4 0 0 0,-7 13 0 16,8-13 0-16,-2-2 0 0,1 0 0 0,-1-2 0 15,-1-3 0-15,4 2 0 0,-5-2 0 0,4-8 0 16,1 1 0-16,-3-3 0 0,2 1 0 0,1-2 0 16,-3-4 0-16,2-3 0 0,1 1 0 0,0-1 0 15,0-2 0-15,-2 0 0 0,2-3 0 0,-3 3 0 16,3-2 0-16,0-2 0 0,-1 2 0 0,1-5 0 16,0 5 0-16,0-5 0 0,-3 4 0 0,3-4 0 31,-1 3 0-31,1-3 0 0,-8 3 0 0,2-2 0 15,-3 3 0-15,-3-3 0 0,2 1 0 0,-4 1 0 16,-4-1 0-16,-4 0 0 0,1 0 0 0,-6 0 0 16,-2 1 0-16,-2-2 0 0,4 1 0 0,-4 0 0 15,3 1 0-15,7-3 0 0,-1 1 0 0,4 1 0 16,4-1 0-16,1-1 0 0,-1 1 0 0,5 1 0 16,3-2 0-16,6 0 0 0,-13 1 0 0,13-1 0 15,-9 0 0-15,9 0 0 0,-5 0 0 0,5 0 0 16,0 0 0-16,-8 0 0 0,8 0 0 0,0 0 0 15,0 0 0-15,0 0 0 0,0 0 0 0,5-9 0 16,-5 9 0-16,9-5 0 0,3 1 0 0,-1 0 0 16,7-3-445-16,0 0-183 0,2 0-65 0,5-3-379 15,-5 1-1159-15,7-2 513 0</inkml:trace>
  <inkml:trace contextRef="#ctx0" brushRef="#br0" timeOffset="159830.9439">14027 16951 149 0,'-8'0'402'0,"8"0"-7"0,-7 0-8 16,7 0-8-16,0 0-9 0,-7 1-3 0,7-1-7 15,-4 2-18-15,4-2-6 0,0 0-15 0,0 0-4 16,0 0-18-16,0 0-10 0,0 0-15 0,0 0-16 15,0 0-7-15,0 0-11 0,0 0-13 0,0 0-26 16,0 0-18-16,0 0-20 0,11-11-7 0,-4 8-25 16,3 0-7-16,1 1-9 0,0-1-11 0,-1-2-29 15,3 3-37-15,-4 0-37 0,5-1-40 0,-5 2-40 16,0 1-38-16,4-1-43 0,-4-4-58 0,-3 9-44 16,4-3-68-16,-2 0-49 0,-3 2-57 0,0 1-49 15,-3 0-307-15,-2-4-857 0,1 10 379 0</inkml:trace>
  <inkml:trace contextRef="#ctx0" brushRef="#br0" timeOffset="160033.0896">14023 17080 94 0,'-2'3'415'0,"0"-1"21"0,2-2 15 0,-5 2 22 16,5-2 11-16,0 0 1 0,-4 1-12 0,4-1-6 16,0 0-22-16,0 0-28 0,0 0-21 0,0 0-34 15,0 0-31-15,0 0-30 0,0 0-38 0,0 0-27 16,0 0-26-16,13-8-20 0,-9 5-22 0,2 2-21 15,-1 0-38-15,4-1-36 0,-1 1-50 0,-2-1-36 16,2 1-41-16,0-1-46 0,-2 2-46 0,-6 0-47 16,19-3-60-16,-12 1-62 0,3 1-60 0,0-1-55 15,3-3-67-15,0 5-349 0,-2-4-916 0,2 0 406 16</inkml:trace>
  <inkml:trace contextRef="#ctx0" brushRef="#br0" timeOffset="160314.4505">14361 16972 199 0,'0'0'378'16,"-3"-9"36"-16,3 9 15 0,-1-9 26 0,1 4 21 16,0 5 8-16,-2-11 5 0,2 9 5 0,0 2 2 15,0-11-3-15,0 11-9 0,0-6-15 0,0 6-21 16,2-6-24-16,-2 6-31 0,0 0-32 0,0-5-28 16,0 5-34-16,0 0-126 0,0 0-173 0,5-4 0 15,-5 4 0-15,0 0 0 0,0 0 0 0,16 10 0 16,-12-5 0-16,0 2 0 0,0 2 0 0,-2-1 0 15,2 3 0-15,0 0 0 0,-4-1 0 0,0 3 0 16,-1-2 0-16,-4 2 0 0,-2 2 0 0,1-2 0 16,-3 2 0-16,3-4 0 0,-5 2 0 0,1 0 0 15,-1 1 0-15,-2-3 0 0,1-3-406 0,2 1-197 16,4-3-78-16,-6 0-403 0,8-4-1174 0,-2 1 519 16</inkml:trace>
  <inkml:trace contextRef="#ctx0" brushRef="#br0" timeOffset="160704.8493">14875 16815 151 0,'0'-9'433'0,"0"2"10"0,2 0 1 16,-2 1 4-16,1-3 2 0,-1 4 3 0,0 0-1 16,0-3-7-16,0 3 11 0,0-2-11 15,0 1-8-15,0 3-12 0,0 3-19 0,0-6-38 16,0 6-38-16,1-7-24 0,-1 7-30 0,-1-3-31 16,1 3-23-16,0 0-14 0,0 0-9 0,0 0-50 0,-4 14-149 15,2-6 0-15,-1 3 0 0,0 1 0 16,1-2 0-16,-3 4 0 0,0 1 0 0,0 6 0 15,0 6 0-15,-3-3 0 0,0-6 0 0,-1 6 0 16,2 0 0-16,-1 1 0 0,0 0 0 0,1-7 0 16,1 0 0-16,0 0 0 0,1-2 0 0,1 0 0 0,-1-3 0 15,4-2 0-15,-2 0 0 0,3-2 0 16,-1 1 0-16,1-4 0 0,-1 1-236 0,5-3-169 16,-2 0-70-16,3 2-55 0,0-4-87 0,-1-1-371 15,-4-1-1071-15,12 0 474 0</inkml:trace>
  <inkml:trace contextRef="#ctx0" brushRef="#br0" timeOffset="161111.4984">14898 16776 286 0,'6'-19'493'0,"0"2"2"15,-1-1 15-15,-1-2-1 0,6-4-15 0,-5 6-4 16,-1 1-28-16,1-1-14 0,2 1-21 0,-1 3-9 15,-5 0-24-15,7 1-6 0,-4 2-21 0,0 2-18 16,-2 0-26-16,1 2-25 0,-2 1-22 0,5 0-22 16,-4 3-19-16,0 0-21 0,1 0-153 0,-3 3-61 15,6-4 0-15,-2 4 0 0,-4 0 0 0,17 9 0 16,-8-1 0-16,1 3 0 0,2 6 0 0,4 4 0 16,-3 2 0-16,-2 5 0 0,-2 0 0 0,-1 4 0 15,-2-2 0-15,-1 0 0 0,-1 2 0 0,0 4 0 16,-7-2 0-16,3-1 0 0,-1 0 0 0,-3 0 0 15,-3-2 0-15,5-1 0 0,-4 0 0 0,2-6 0 16,2-4 0-16,-2-4 0 0,1-1 0 0,1-2 0 16,0-3 0-16,1 0 0 0,1-2 0 0,-1-3 0 15,1 3 0-15,0-3 0 0,1-1 0 0,-1 0 0 16,3 1 0-16,-1-1 0 0,-1-2 0 0,3 0 0 16,1-1 0-16,-5-1 0 0,13 0 0 0,-13 0 0 15,7-3 0-15,-7 3 0 0,11-5 0 0,-7 3-406 16,1-5-126-16,-4 3-36 0,0-2-40 0,-1 1-406 15,-1-2-1097-15,-5-2 487 0</inkml:trace>
  <inkml:trace contextRef="#ctx0" brushRef="#br0" timeOffset="161377.7281">14919 17019 312 0,'-9'-6'386'0,"5"2"50"0,-5 0 47 0,5 1 33 15,-5-2 16-15,4 2 1 0,1-3 2 0,1 5-5 16,-1-1-12-16,0 0-23 0,4 2-24 0,-5-4-25 15,5 4-32-15,-3-4-35 0,3 4-32 0,0-3-39 16,0 3-32-16,8-6-30 0,-2 3-218 0,3-2-28 16,5 2 0-16,3-4 0 0,2 0 0 0,2 2 0 15,7-4 0-15,0 5 0 0,0-5 0 0,0 1 0 16,3 3 0-16,-4-3 0 0,-6 2 0 0,0 1 0 16,-1 0 0-16,-7 3 0 0,2-3 0 0,-3 5 0 15,-2-3 0-15,-4 0 0 0,2 3 0 0,-8 0 0 16,10-2 0-16,-5-1 0 0,-5 3 0 0,0 0 0 15,0 0-225-15,0 0-252 0,0 0-48 0,0 0-51 16,3 10-489-16,-3-10-1154 0,0 0 511 0</inkml:trace>
  <inkml:trace contextRef="#ctx0" brushRef="#br0" timeOffset="161689.9925">15411 16887 153 0,'4'-5'428'0,"0"0"29"0,-2-2 27 0,2 2 22 16,-1-3 2-16,-2 3-6 0,0 1 2 0,2-2-9 0,-2 2-6 16,-1 1-15-16,0-2-25 0,0 5-26 0,0-6-36 15,0 6-32-15,0-4-37 0,0 4-33 0,0 0-27 16,-8 0-26-16,8 0-22 0,-9 8-24 16,3-2-98-16,-3 2-88 0,4 2 0 0,-3 1 0 15,-2 4 0-15,5 1 0 0,-4-1 0 0,1 1 0 16,-2 1 0-16,2-3 0 0,3 3 0 0,-2-2 0 15,0-4 0-15,5 1 0 0,-1-1 0 0,3 0 0 0,0-1 0 16,0 1 0-16,4-4 0 0,2 1 0 16,1-2 0-16,4 0 0 0,3 0-160 0,-1-5-133 15,6 2-47-15,-1-3-41 0,1 2-24 0,9-4-38 16,-7 2-16-16,7-3-31 0,-6 1-20 0,-2-3-275 16,-2-1-851-16,0 0 376 0</inkml:trace>
  <inkml:trace contextRef="#ctx0" brushRef="#br0" timeOffset="161956.2996">15696 16963 259 0,'1'-7'298'16,"2"2"13"-16,-1-2 27 0,0 1 14 0,-1 1 13 15,1-2 3-15,-2 1 11 0,2 3 6 0,-2 3 11 16,1-12-4-16,-2 7-2 0,1 5 12 0,1-9-7 16,-1 9-18-16,0-5-12 0,0 4-24 0,0 1-28 15,0 0-24-15,0 0-30 0,-1-7-17 0,1 7-32 16,0 0-12-16,0 0-14 0,0 0-3 0,-12 10-22 15,8-5-116-15,-3 4-43 0,0-2 0 0,2 3 0 16,-1 0 0-16,-3-1 0 0,0 5 0 0,1-3 0 16,-1 1 0-16,-2 3 0 0,3-3 0 0,2-2 0 15,-1-2 0-15,1 3 0 0,2-2 0 0,4 0 0 16,-4 1 0-16,7-2 0 0,-2-2-105 0,4 2-215 16,4-2-50-16,3-1-45 0,2-3-23 0,1 1-30 15,7-1-35-15,7-4-18 0,-1-1-322 0,-10 1-911 16,5-3 403-16</inkml:trace>
  <inkml:trace contextRef="#ctx0" brushRef="#br0" timeOffset="162771.3026">15871 16941 70 0,'0'-5'297'0,"0"5"22"16,0 0 0-16,0-9 10 0,0 9 9 0,3-5 4 15,-3 5 5-15,0-4 3 0,0 4 1 0,0 0-1 16,0 0-4-16,0 0-2 0,1-6-9 0,-1 6-9 15,0 0-12-15,0 0-8 0,0 0-34 0,0 0-26 16,0 0-9-16,0 0-33 0,0 0-18 0,0 0-9 16,0 0-13-16,0 15-13 0,-1-7-15 0,1-3-17 15,-2 3-6-15,0 0-16 0,1 3-8 0,-1 1-2 16,0-1-5-16,2 1-16 0,-3-2-4 0,3 0-3 16,0 1-7-16,0-1-15 0,3-3-36 0,-3-1-21 15,0 0-12-15,1-1-12 0,2 1-3 0,-1-2-6 16,2 2 9-16,0-2-4 0,1-4 1 0,-5 0 2 15,13 1 5-15,-6-2 0 0,2 1 5 16,-2-4 8-16,3-2 3 0,1 2 1 0,-2-6 2 0,-2 1-1 16,0 0 5-16,2 0 5 0,0-7 11 0,-2 7 3 15,-1-3 11-15,2 3 16 0,-2-1 8 0,-2 2 10 16,1-1 7-16,0 1 5 0,-1 3 5 0,2 2 15 16,-2-3-13-16,-4 6 1 0,3-5-10 0,-3 5-5 15,0 0-12-15,2-7-6 0,-2 7-14 0,0 0 2 16,0 0-5-16,0 0 6 0,0 0-7 0,0 0-5 15,0 0-7-15,3 15-4 0,-3-8 0 0,1-2 0 16,2 2 0-16,-3 2 0 0,5-1 0 0,-4-1 0 16,2 4 0-16,-2-1 0 0,5-1 0 0,-2-1 0 15,3 2 0-15,-5-5 0 0,5-2 0 0,-2 4-20 16,2-3 0-16,2 0-2 0,1-1 6 0,2-3-2 16,-2 0 0-16,3-2 0 0,-2-1 2 0,0-1 5 15,1-2 9-15,-3 0-9 0,0-4 1 0,0 0 5 16,0 2-1-16,-1-3-1 0,-6-2 4 0,2 3 0 15,3-6-3-15,-6 1 3 0,0 5-2 0,-1-1 1 16,-1 4 0-16,1-1 6 0,0 1 0 0,-4 0-9 16,4 3 1-16,0 4-4 0,0-8 4 0,0 8 3 15,-4-7-2-15,4 7-5 0,0-6-2 0,0 6 2 16,0 0 0-16,0 0 5 0,0 0-2 0,0 0 9 16,0 0 1-16,0 0-11 0,0 0 5 0,18 10-2 15,-13-7 7-15,3-2 1 0,-3 1-5 0,4 0 1 16,-4 1-1-16,1-1 6 0,1 0-2 0,-7-2 0 15,13 2 0-15,-8 0-2 0,-5-2-7 0,7 5-6 16,-7-5 7-16,6 2 1 0,-6-2-3 0,6 5 3 16,-6-5-1-16,5 5 5 0,-4-1 0 0,1 0 4 15,-1 2-9-15,0-1-1 0,0 1 3 0,1 1 0 16,-1-1-1-16,0 0 5 0,-1 1 1 0,2-1-6 16,-2 2 0-16,0-3 7 0,0 3-6 0,0-2 5 15,0 1-1-15,1-1 1 0,0-1-12 0,2 0-27 16,-3 1-28-16,2-1-28 0,2 0-29 0,0 0-23 15,1 0-41-15,0-1-55 0,3-1-35 0,2 2-49 16,1-2-45-16,1 0-56 0,-3-3-64 0,6 0-341 16,-3-3-902-16,-1 0 399 0</inkml:trace>
  <inkml:trace contextRef="#ctx0" brushRef="#br0" timeOffset="163773.6928">16578 16963 44 0,'1'-4'311'0,"-1"4"-1"16,0 0-9-16,0 0-1 0,1-5-20 0,-1 5-6 16,0 0-6-16,0 0-23 0,2-6-2 0,-2 6-15 15,0 0-17-15,0 0-11 0,0 0-14 0,0 0-14 16,3-5-20-16,-3 5-8 0,0 0-18 0,0 0-14 16,0 0-13-16,0 0-7 0,11 11-12 0,-9-9-10 15,-2-2-2-15,4 7-12 0,-1-2-8 0,1 0-4 16,-2 0-2-16,-1 1-5 0,1 0 10 0,1-1-17 15,-3 2 2-15,0-1-3 0,0 0-3 0,-3-1-3 16,0-1-3-16,-1 2 6 0,2-2-3 0,-4 0-5 16,1 0 2-16,0-2-3 0,-1 1-9 0,1 0 9 15,0-2-1-15,5-1-7 0,-12 0 8 0,7 0 0 16,5 0 16-16,-10-5 7 0,7 1 10 0,-1 0 4 16,3-1 8-16,0-3 2 0,0 1 2 0,3-5 5 15,-1 3 4-15,1 1-3 0,-1 0-4 0,4-2 3 16,-1 2-3-16,1 2-1 0,0 1-7 0,-2 2-4 15,2-2 1-15,0 3 0 0,0-2-9 0,-5 4-4 16,9-2 1-16,-4 0 2 0,0 2-6 0,-5 0 3 16,9 0-4-16,-5 4-4 0,2-1-1 0,-2 0-6 15,1 3-1-15,-1-1-3 0,0-1-3 0,1 4 0 16,-1-2-3-16,1 1-4 0,-4-2 1 0,4 1 1 16,-1 2-3-16,0-4 0 0,0 3-3 0,1-1-1 15,-1-1 0-15,1 2 0 0,0-2-1 0,-1 0 3 16,1-1-8-16,0 0 3 0,2 0 1 0,0-2-2 15,-3 2 0-15,4-1 0 0,-1-3 2 0,2-2-1 16,-1 0 1-16,2-1-1 0,-3 0 1 0,7-4-1 16,0-3-3-16,2-3-2 0,11-3 3 0,-5-2 1 15,-2 0 5-15,1 0 4 0,-3-4 12 0,-3 7 10 16,2-6 1-16,-3-2 11 0,-1 1 13 0,0-1 1 16,-3 6 1-16,-4-1 5 0,0 1-1 0,1 1 13 15,-5 0-3-15,1 3 1 0,-1 2-6 0,-2 1-1 16,0 2-15-16,-1 2-5 0,-2 0-6 0,2 1-5 15,1 5-7-15,-5-6 1 0,1 3-8 0,4 3-5 16,0 0-22-16,0 0 0 0,-16 8 0 0,10-2 0 16,3 2 0-16,-4 2 0 0,4 1 0 0,-4 3 0 15,3-1 0-15,2 2 0 0,-1 3 0 0,1-1 0 16,-1-1 0-16,-2 2 0 0,4-2 0 0,-2-4 0 16,3 6 0-16,-2-1 0 0,-1-3 0 15,-1 3 0-15,4-6 0 0,0 1 0 0,-2-1 0 0,2-1 0 16,2 1 0-16,2 0 0 0,1-1 0 0,3-3 0 15,-2 1 0-15,3-2 0 0,1-1 0 0,3 0 0 16,0 0 0-16,6-3 0 0,-5 1 0 0,5-2 0 16,-2-1 0-16,2-3 0 0,-1 0 0 0,-4-3 0 15,-2 2 0-15,-1 1 0 0,2-5 0 0,-3 1 0 16,0-1 0-16,-3 0 0 0,-2 0 0 0,2-2 0 16,-3 4 0-16,-1-4 0 0,-1 1 0 0,0 3 0 15,-2-1 0-15,0 2 0 0,0-1 0 0,-2 0 0 16,2 6 0-16,-1-8 0 0,1 8 0 0,-4-5 0 15,4 5 0-15,0 0 0 0,-7-1 0 0,7 1 0 16,0 0 0-16,-7 9 0 0,7-9 0 0,-2 11 0 16,0-5 0-16,1 2 0 0,1-1 0 0,0 1 0 15,1 2 0-15,1 0 0 0,0-3 0 0,1 4 0 16,2-2 0-16,1 0 0 0,2 0 0 0,1 0 0 16,2-1 0-16,1-1 0 0,3-1 0 0,4 2 0 15,3-3 0-15,-4 0 0 0,4 0-3 0,-2-4-71 16,2-1-21-16,9-1-26 0,-3-2-6 0,1-1-7 15,-10 1-14-15,0-2-33 0,-2 0-48 0,-7-1-53 16,3 3-72-16,-5-4-75 0,-2-3-84 0,-6 1-405 16,-4 0-993-16,-1-5 441 0</inkml:trace>
  <inkml:trace contextRef="#ctx0" brushRef="#br0" timeOffset="163976.7726">17315 16799 146 0,'-4'-6'512'15,"1"1"42"-15,-4-1 36 0,1-1 9 0,2 2-2 16,0 3-27-16,0-3-36 0,0 0-38 0,3 2-43 16,1 3-48-16,0-8-43 0,5 5-39 0,3 0-33 15,3 2-27-15,2-1-26 0,10 0-27 0,5-1-42 16,2 2-57-16,0-2-46 0,-2 2-55 0,-1 0-57 16,-7 1-54-16,-3 0-80 0,6 1-70 0,-11-1-64 15,-2 1-71-15,-1 0-66 0,-9-1-69 0,8-2-353 16,-8 2-947-16,0 0 420 0</inkml:trace>
  <inkml:trace contextRef="#ctx0" brushRef="#br0" timeOffset="164617.8943">18793 16773 9 0,'-9'-5'396'16,"1"-4"1"-16,-2 1 19 0,1 1-1 0,1-2-1 15,-3-1-7-15,2 4-4 0,0-3 6 0,0 1-12 16,-1-1 0-16,2 1-17 0,0 0-3 0,2 0-24 16,-7 1 12-16,8 0-7 0,-3 1-25 15,-2 1-22-15,2-1-29 0,3 4-27 0,-3 1-23 0,2-2-21 16,0 2-18-16,6 1-6 0,-16 5-12 0,9-1-56 16,-5 5-119-16,3 4 0 0,-3 2 0 0,5 1 0 15,-3 9 0-15,1 0 0 0,1 2 0 0,3 5 0 16,1 1 0-16,1 2 0 0,-3 14 0 15,3-2 0-15,1-11 0 0,0 13 0 0,-2 0 0 0,0-3 0 16,-1 0 0-16,2-11 0 0,1 1 0 0,-3 0 0 16,1-2 0-16,0 1 0 0,-3-2 0 0,0-4 0 15,3 2 0-15,-1-7 0 0,1-5 0 0,0-1 0 16,-2-5 0-16,2-4 0 0,3 3 0 16,-3-6 0-16,3 2 0 0,-2-3 0 0,3 0 0 0,-1-2 0 15,1-3 0-15,-4 4 0 0,4-4 0 0,0 0 0 16,0 0 0-16,0 0-479 0,0 0-180 0,0-20-517 15,-1 11-1273-15,-2-4 563 0</inkml:trace>
  <inkml:trace contextRef="#ctx0" brushRef="#br0" timeOffset="164867.8723">18147 17213 179 0,'-8'-8'497'0,"2"0"25"16,0-1 20-16,-1 2 6 0,2 1-10 0,3 1-19 15,-1 0-18-15,1 1-34 0,-1-3-33 16,2 2-32-16,1-1-33 0,0 1-36 0,1 0-12 16,2-1-39-16,2 1-50 0,2-2-18 0,5 1-27 0,-1 2-19 15,7-4-16-15,1 1-30 0,3 4-40 0,6-3-38 16,-1 1-42-16,0-1-30 0,-7 3-32 16,7-1-34-16,-4 2-38 0,5-3-38 0,-6 3-33 15,5-3-58-15,-5 5-41 0,4-1-35 0,-6-2-26 16,-4 1-22-16,-2 4-28 0,8-4-29 0,-2 0-303 15,-7 4-807-15,1-2 358 0</inkml:trace>
  <inkml:trace contextRef="#ctx0" brushRef="#br0" timeOffset="165493.8325">18673 17046 236 0,'0'0'132'15,"10"-1"23"-15,-10 1 25 0,0 0 27 0,9-4 40 16,-9 4 23-16,2-3 26 0,1 0 26 0,-3 3 7 16,5-8 17-16,-3 5 14 0,-2 3 10 0,8-6 7 15,-6 3-3-15,-2 3-18 0,4-6-17 0,-4 6-23 16,4-5-16-16,-4 5-32 0,4-3-29 0,-4 3-19 15,0 0-26-15,0 0-25 0,0 0-15 0,0 0-15 16,12 7-19-16,-7-2-14 0,-3 1-11 0,2 2 1 16,-1 1-17-16,-1 1-9 0,-1 2-6 0,-1-1-10 15,0 0-8-15,-2-1 0 0,-1 1 3 0,1-1-12 16,-2 1-5-16,-4-3-10 0,3-1-3 0,0-1-4 16,0-1 2-16,-3 1-4 0,-1-4-7 0,3 0 2 15,-2-1 3-15,8-1-6 0,-15-1 3 0,15 1 10 16,-10-6-5-16,5 0-10 0,2-3-2 0,-1 1 4 15,4-2-1-15,0 0-1 0,4-2 4 0,0 2-8 16,4-4-5-16,-2 3 6 0,2 1-3 0,-1 1 1 16,5-3-6-16,-2 4 1 0,-1 3 5 0,-1-1-5 15,1-1-5-15,-1 4-7 0,0-2-6 0,-1 3-3 16,-1 0-4-16,2 0 5 0,-8 2 2 0,11 0-4 16,-6 0 3-16,0 2 0 0,-5-2 6 0,9 0-1 15,-5 2 5-15,-4-2-1 0,5 1 9 0,-5-1-1 16,4 2 2-16,-4-2-3 0,0 0 13 0,0 0 11 15,0 0 13-15,9 1 18 0,-9-1 3 0,0 0-5 16,0 0 2-16,0 0 17 0,14-4-21 0,-14 4 5 16,10-2-6-16,-2 0-9 0,1 1-1 0,-9 1 0 15,18 0-5-15,-7 1 3 0,1 1-2 0,-1 1-3 16,2 0-13-16,-1 0-10 0,0 6 0 0,-1-2 0 16,-2-1 0-16,3 5 0 0,-3 0 0 0,0-1 0 15,-5 0 0-15,1-1 0 0,0 3 0 0,-1-2 0 16,-4-1 0-16,0 3 0 0,-4-1 0 0,-2 0 0 15,0-3 0-15,-1 0 0 0,-4 1 0 0,1-4 0 16,-1 4 0-16,2-5 0 0,-2 0 0 0,6-1 0 16,0-3 0-16,5 0 0 0,-10-3 0 0,8-1 0 15,2-4 0-15,-1 3 0 0,3-4 0 0,3-7 0 16,4 0 0-16,2-1 0 0,1 0 0 0,5-3 0 16,3 1 0-16,2 0 0 0,2 2-12 0,1 2-112 15,-1 4-25-15,2-3-37 0,-6 7-49 0,11-4-61 16,-1 5-54-16,2-1-46 0,1 2-55 0,3 2-54 15,-1 0-410-15,-2 3-990 0,2-1 437 0</inkml:trace>
  <inkml:trace contextRef="#ctx0" brushRef="#br0" timeOffset="165868.8397">19841 16750 293 0,'6'-20'416'0,"-1"4"35"15,-1 0-1-15,-2 1 6 0,2 1 4 0,-2 4-6 16,-1-2-5-16,0 0-9 0,0 1-1 0,-1 5-14 16,0-1-8-16,0 1-18 0,0 0-25 0,-1 1-30 15,0 1-35-15,-2 1-29 0,3 3-15 0,0 0-22 16,-11 3-21-16,3 0-11 0,0 5 0 0,-1 6-28 16,-1 3-183-16,1 6 0 0,-1 1 0 0,-1 3 0 15,3 5 0-15,3 2 0 0,0 1 0 0,2 10 0 16,0 3 0-16,1-12 0 0,2 12 0 0,-1-1 0 15,1 1 0-15,0-12 0 0,1 12 0 0,-1-12 0 16,1 1 0-16,-1-3 0 0,0 1 0 0,1 0 0 16,-2-5 0-16,0 3 0 0,-4-2 0 0,1-2 0 15,-2-5 0-15,2-6 0 0,1-1 0 0,-2-3 0 16,1-3 0-16,-1-2 0 0,4 1 0 0,-3-3 0 16,4-5 0-16,0 4 0 0,-1 1 0 0,-2-7 0 15,3 0 0-15,0 0 0 0,0 0-375 0,0 0-236 16,-1-18-64-16,-2 8-414 0,2-2-1179 0,1-6 522 15</inkml:trace>
  <inkml:trace contextRef="#ctx0" brushRef="#br0" timeOffset="166243.8819">19573 17241 155 0,'-5'-5'374'0,"2"-2"26"0,1 0 14 15,-2 1 7-15,3-1-6 0,-1 2-11 0,0 0-20 0,2 5-13 16,-1-8-18-16,1 3-21 0,0 5-18 0,3-7-21 15,-1 2-28-15,-1 1-17 0,-1 4-26 0,7-7-24 16,-5 3-14-16,5 0-20 0,3 0-16 16,-1 0-13-16,4 0-16 0,-1-1-7 0,1 2-19 15,5-2-11-15,1-1-3 0,-1 4-8 0,4-3-5 16,-3 0-7-16,-2 2-8 0,0 2 0 0,-5-1-2 0,3 1 5 16,-3 0 1-16,-2-1-6 0,2 4-1 0,-12-2 2 15,15-2-3-15,-7 4-4 0,-8-2-2 16,14 1 2-16,-8 0-2 0,-1 2 1 0,0-1 7 15,4 2-9-15,-4 1 10 0,-1 0-10 0,0 0 4 16,-4 2-1-16,3-1-4 0,-1 0-2 0,-2 1-5 16,4 1-5-16,-4-2 10 0,0 5-12 0,0-4-3 0,1 2 8 15,-1-2-9-15,0 0-4 0,0 0-3 0,-1-1 0 16,1-1-1-16,0-5 7 0,0 8-22 16,0-4-37-16,0-4-31 0,0 6-24 0,0-6-25 15,0 7-29-15,0-7-50 0,0 0-76 0,0 0-72 16,0 0-47-16,0 0-38 0,19-21-50 0,-7 7-38 15,-5 0-322-15,2-1-909 0,3-8 403 0</inkml:trace>
  <inkml:trace contextRef="#ctx0" brushRef="#br0" timeOffset="166385.1145">20014 16996 18 0,'0'0'244'0,"0"0"20"0,0-11 20 0,0 11 18 16,0 0 19-16,2-7 8 0,-2 7-8 0,0 0-21 15,0 0-30-15,0 0-26 0,0 0-24 0,0 0-27 16,0 0-12-16,0 0-26 0,0 0-37 0,0 0-52 15,0 0-60-15,0 0-55 0,3 17-61 0,1-11-59 16,0 2-66-16,1 2-59 0,0-2-203 0,0 1-538 0,2-2 238 16</inkml:trace>
  <inkml:trace contextRef="#ctx0" brushRef="#br0" timeOffset="166760.4177">20114 17120 167 0,'0'0'264'15,"0"0"21"-15,0 0 18 0,0 0 1 0,0 0 6 16,9-11 5-16,-9 11 5 0,0 0 5 0,5-5 7 15,-5 5-2-15,0 0-7 0,3-10-4 0,-3 10-13 16,0 0-18-16,2-4-18 0,-2 4-26 0,0 0-29 16,0 0-20-16,0 0-15 0,0 0-23 0,0 0-12 15,0 0-16-15,0 0-18 0,0 0-5 0,4 16-16 16,-4-10-5-16,1 1-13 0,-1-7-5 0,-1 14-6 16,-2-7-3-16,2-1-7 0,2 0-5 0,-1-6-8 15,0 10-2-15,3-5-1 0,-3-5-8 0,1 8 2 16,-1-8-9-16,3 7-2 0,-3-7-2 0,0 0 0 15,6 4-4-15,-6-4 5 0,0 0-5 16,0 0-2-16,21-12 3 0,-16 8 1 0,1-1-5 0,-2 1 1 16,4-2-1-16,-1 0-1 0,1 0 1 0,-3 1-3 15,3-3-2-15,-3 3 15 0,-5 5 2 0,9-3 7 16,-9 3 5-16,6-5 1 0,-6 5-3 0,5-5-5 16,-5 5 0-16,0 0-8 0,7-3-3 0,-7 3 1 15,0 0-2-15,0 0-5 0,0 0 1 16,10 11-7-16,-7-6-31 0,-3-5-35 0,3 11-37 15,1-6-44-15,-2 1-59 0,3-1-68 0,0 4-70 0,1-3-79 16,3-3-88-16,0 4-387 0,4-5-969 0,-3 0 429 16</inkml:trace>
  <inkml:trace contextRef="#ctx0" brushRef="#br0" timeOffset="167213.54">20457 17135 22 0,'3'-4'318'0,"-3"4"20"0,8-6 11 0,-8 6 20 15,0 0-6-15,5-6-16 0,-5 6-12 0,0 0-15 16,4-4-18-16,-4 4-15 0,0 0-22 0,0 0-17 0,0 0-19 16,0 0-19-16,0 0-21 0,4-6-23 15,-4 6-14-15,0 0-14 0,0 0-14 0,0 0-15 16,0 0-11-16,0 0-7 0,0 0 1 0,0 0-4 16,0 0 0-16,0 0 2 0,0 0-9 0,13 9 0 15,-13-9-9-15,7 2-5 0,-7-2-6 0,9 4-1 16,-9-4-8-16,13 0-5 0,-2 0 1 0,-2-2-6 15,3-1-4-15,2 2-5 0,-4-2-1 0,4-3-4 16,-5 1 1-16,3-2-2 0,-2 1-4 0,-1 1-3 16,0-2 6-16,-4 2 2 0,1 0 0 0,-2 0 4 15,0 0-5-15,-4 5-4 0,5-9-1 0,-5 9-5 16,0-7 0-16,0 7 4 0,0 0-4 0,-9-7-1 16,9 7-1-16,-14-1-2 0,14 1-4 0,-18 2 1 15,8 4-1-15,0-1-3 0,-6 5-1 0,6-1 3 16,0-2 0-16,-4 6 0 0,1 1-4 0,7-3 1 15,-1 2-3-15,2-1 4 0,3 0-1 0,-1-3 1 16,3 2 3-16,1 0 3 0,2-3 9 0,3 2-6 16,-1-2 2-16,4-1 0 0,0-1-5 0,8 1 5 15,-2 0-3-15,3-3-3 0,4-3 3 0,-3-1-26 16,0-1-23-16,2 0-38 0,-5-4-37 0,3 0-46 16,-2-1-40-16,2-1-38 0,-2 0-50 15,-6 1-57-15,1 1-73 0,-1-2-79 0,-2 0-303 0,-2-2-861 16,-3 4 380-16</inkml:trace>
  <inkml:trace contextRef="#ctx0" brushRef="#br0" timeOffset="168245.1323">21484 17125 29 0,'0'0'468'0,"5"-7"-12"16,-2 4-1-16,1-3-5 0,-2 2-18 0,1-2-17 15,-2-1-20-15,3 2-23 0,-2-2-17 0,3 2-25 16,0 0-13-16,-2-1-5 0,1 1-16 0,-2 0-22 16,1-1-21-16,1 1-27 0,-1 0-9 0,0 2-21 15,2-1-11-15,-5 4-21 0,5-7-11 0,-5 7-22 16,9-1-18-16,-3 1-13 0,-6 0-9 15,12 7-9-15,-3-2-3 0,0 0-17 0,-5 4 4 0,6 0-15 16,-5 2-8-16,0 0 0 0,-1 0-4 0,0 2-4 16,-2-1-6-16,-2 3 0 0,-2-3 2 0,-3-1-1 15,-7 4-2-15,2-3-7 0,-2 0 0 0,-5-1-3 16,-1-3-6-16,-4-3 7 0,-4 3-2 0,-1-3 5 16,-3-1-2-16,12-2 0 0,-1-4 0 15,4 1-4-15,2-2 7 0,2-1-6 0,2-3 6 0,0 0 6 16,2-1 10-16,5-4-17 0,2 2-22 0,1-3 0 15,4-4 0-15,3 1 0 0,-1 2 0 0,6-2 0 16,-4 1 0-16,5 1 0 0,-3 1 0 0,5 1 0 16,-2 3 0-16,-1 3 0 0,-3 0 0 15,2-1 0-15,-1 3 0 0,1 2 0 0,-3 1 0 16,3 3 0-16,0 1 0 0,1 4 0 0,1 4 0 0,0-1 0 16,-3 3 0-16,1 4 0 0,2 5 0 0,-3 0 0 15,-3 3 0-15,0 1 0 0,-5 4 0 0,1 1 0 16,-1 0 0-16,-3-2 0 0,-3 1 0 0,3 2 0 15,-5 0 0-15,3 1 0 0,-6 0 0 16,4-1 0-16,-1 3 0 0,-1 1 0 0,2-4 0 0,-1 0 0 16,3 0 0-16,-3 0 0 0,3-3 0 0,-1-2 0 15,5 0 0-15,-4-6 0 0,2-2 0 0,0-7 0 16,0 1 0-16,0-2 0 0,2-1 0 0,-2-2 0 16,0-2 0-16,0 0 0 0,1-3 0 15,-2 3 0-15,1-3 0 0,2 1 0 0,-2-4 0 16,0 0 0-16,1 5 0 0,-1-5 0 0,0 0 0 0,0 0 0 15,0 0 0-15,0 0 0 0,0 0 0 0,0 0 0 16,0 0 0-16,0 0 0 0,0 0 0 0,0 0 0 16,0 0 0-16,0 0 0 0,0 0 0 15,-2-18 0-15,-1 15 0 0,-2-3 0 0,-3 1 0 16,-2-4 0-16,-3 0 0 0,-2 0 0 0,-4 0 0 16,-5-3 0-16,-3 3 0 0,-4-2 0 0,-1-3 0 15,4 4 0-15,8 1 0 0,-9 3 0 0,1-6 0 0,3 4 0 16,3-3 0-16,7 7 0 0,-2-4 0 0,4 3 0 15,4 3 0-15,-1-2 0 0,3-6 0 16,3 4 0-16,-2 1 0 0,9-6 0 0,-3-1 0 16,5 0 0-16,2-4 0 0,5 1 0 0,10-6 0 15,-3 5 0-15,7-5 0 0,2-1 0 0,3 4 0 16,3-1 0-16,10-5 0 0,-10 6 0 0,12-5 0 0,0 0 0 16,5 4 0-16,-21 2 0 0,3 6 0 0,-4-3 0 15,5 3 0-15,-6-3 0 0,-8 4 0 0,-3 2 0 16,3-1 0-16,-1 2-48 0,-1 1-570 15,-4-1-89-15,0 3-430 0,-1-1-1231 0,-3-2 545 16</inkml:trace>
  <inkml:trace contextRef="#ctx0" brushRef="#br0" timeOffset="168729.2564">21907 17187 122 0,'0'-6'384'0,"0"6"4"0,3-11 0 0,-3 5-21 15,0 6-17-15,3-12-26 0,-1 9-15 0,-2-3-13 16,0 6-13-16,2-9-7 0,-2 9-16 0,4-7-18 16,-4 7-14-16,3-5-19 0,-3 5-23 0,0 0-20 15,9-6-16-15,-9 6-12 0,12 0-12 0,-12 0-2 16,20 4-6-16,-9 0-5 0,-1 1-4 0,2 1-7 16,-2 0-5-16,-1 1-11 0,-1 0-5 0,-1 1-11 15,3 1-7-15,-2 1-5 0,-3-1-7 0,-1 1-3 16,0-3-5-16,-3 3 1 0,-1-4-10 0,5 1-1 15,-7 0-1-15,2-7-6 0,-4 14 4 0,4-10-10 16,0-4 6-16,-6 10-7 0,3-6 3 0,3-4-4 16,-6 5 8-16,6-5-1 0,0 0-3 0,-7 3-5 15,7-3 5-15,0 0 1 0,0 0-6 0,0 0 1 16,0 0 4-16,0 0-2 0,3-19-1 16,3 14 0-16,-1-1-7 0,-1-1 5 0,6 0 0 0,-6 0-4 15,5 0-1-15,-4 3 1 0,3-3 2 0,1 4-10 16,-3-1 2-16,1 2-1 0,-1-1-5 0,-6 3 1 15,15-5-2-15,-15 5 1 0,12-2 1 0,-12 2 3 16,13 1-4-16,-13-1-5 0,11 4 4 0,-6-1-1 16,-1 0 2-16,0 4-2 0,1-2 1 15,-1 1 0-15,-2 0-1 0,1 3 5 0,-2-2-3 16,1-1 0-16,-2 1 3 0,0-3-11 0,1 0-21 16,-1-4-29-16,-1 11-32 0,-1-7-26 0,2-4-35 15,0 0-29-15,0 6-58 0,0-6-84 0,0 0-83 16,0 0-86-16,13-13-338 0,-4 3-896 0,0 2 396 15</inkml:trace>
  <inkml:trace contextRef="#ctx0" brushRef="#br0" timeOffset="168885.6889">22321 17079 261 0,'-4'-7'430'0,"4"7"2"0,-5-9 2 0,0 5-14 15,5 4-37-15,-8-7-39 0,8 7-36 0,-5-4-34 16,5 4-28-16,0 0-40 0,-7-5-60 0,7 5-57 15,0 0-62-15,0 0-74 0,0 0-97 0,0 0-78 16,7 20-99-16,-3-14-224 0,4 1-589 0,2 4 260 16</inkml:trace>
  <inkml:trace contextRef="#ctx0" brushRef="#br0" timeOffset="169276.387">22398 17205 199 0,'0'0'411'0,"0"0"9"0,0 0 4 0,0 0-6 15,0 0 5-15,0 0-8 0,2-17-7 0,-2 17-12 0,0 0-19 16,0 0-21-16,0 0-28 0,3-7-24 0,-3 7-31 16,0 0-31-16,0 0-28 0,0 0-15 0,0 0-16 15,0 0-30-15,0 0-6 0,4 18-18 0,-7-11-14 16,3 3-11-16,-1-1-10 0,0 2-7 0,1-2-11 16,-2 2-3-16,2 0 2 0,0-1-17 15,-1-1-8-15,1-2-9 0,1 1-7 0,-1-1-24 16,0-2-6-16,2-1-5 0,-2-4-2 0,1 8 6 0,-1-8-3 15,1 5 0-15,-1-5 2 0,0 0 2 0,0 0-2 16,0 0 1-16,19-11 0 0,-13 5 6 16,0 1-7-16,1-4 0 0,0 1 5 0,1 0 13 15,-3-1 0-15,2 2 8 0,2 0-6 0,-4 1 10 16,3-3 2-16,-4 5 3 0,-4 4-1 0,7-5 7 16,-4 0-8-16,-3 5-2 0,9-4-2 0,-9 4 8 15,0 0-18-15,9-2-8 0,-9 2 1 0,0 0 1 0,0 0-2 16,18 9-7-16,-14-6-9 0,-2 0-29 15,6 1-27-15,-2 1-38 0,-2 4-44 0,4-4-50 16,0 5-49-16,3-4-56 0,-2 0-78 0,3 1-49 16,-1-6-63-16,6 5-419 0,-3-4-978 0,-2-2 433 15</inkml:trace>
  <inkml:trace contextRef="#ctx0" brushRef="#br0" timeOffset="169980.7753">22766 17245 30 0,'0'0'220'16,"1"-7"17"-16,-1 7 33 0,0-5 17 0,0 5 12 15,0 0 10-15,0-10-11 0,0 10 3 0,4-5-12 16,-4 5-14-16,0-5-12 0,0 5-9 0,6-4-19 16,-6 4-16-16,0 0-22 0,0 0-22 0,7-3-14 15,-7 3-16-15,0 0-11 0,6-2-27 0,-6 2-3 16,0 0-8-16,0 0-13 0,19 4-7 0,-15-1-8 16,4-1-11-16,2 3-4 0,-4 0 2 0,2 2-7 15,-2 0-8-15,-2-2 6 0,2 0-1 0,-1 4-2 16,0-4-4-16,-3 4-2 0,1-2-1 0,-2 4-2 15,-2-6-3-15,-1 4-4 0,-1 0-2 0,-2-3-1 16,0 0 2-16,-2 0 2 0,1 0 6 0,-1-3 2 16,-4-1 6-16,2-1-2 0,-2-1-2 0,-1 1 0 15,3-2 4-15,-3 0 13 0,2 1 11 0,1-2 11 16,1-1 9-16,3-1 10 0,-1-1-7 0,2-1 1 16,4 6 5-16,-5-8-23 0,3 1 2 0,0 1-11 15,2-1-6-15,0-1-3 0,0-2-7 0,4-3 7 16,1 4-17-16,-1-1-4 0,6-1 7 0,-2-2-11 15,-2 3-4-15,6-7-11 0,-2 3 9 0,12-5-14 16,-4-3 4-16,3-3-6 0,4 1 7 0,-1 0-10 16,2-3 6-16,8-12-2 0,-6 0-6 0,-6 11 4 15,-2 0-1-15,0-1-2 0,-3 1 1 0,-2 1-4 16,-5 1 4-16,-4 8 0 0,0 1 0 16,-2 1-6-16,0-1 4 0,-5 2-3 0,0 3-6 15,-1 0 8-15,-4 1-7 0,-1 0 1 0,0 0 10 0,-3-3 24 16,-2 5 7-16,-1-1 11 0,4 4-1 0,-1-2 6 15,-1 2-1-15,-1 1 6 0,12 5-13 0,-13-4-4 16,3 4-6-16,10 0 4 0,0 0 11 16,-18 9 22-16,8-1 11 0,6 4-23 0,-4 5-59 15,3 2 0-15,5 6 0 0,-5 2 0 0,5 4 0 16,0 4 0-16,0 11 0 0,-2-13 0 0,2 3 0 16,-2 12 0-16,0-12 0 0,2-6 0 0,-3 5 0 15,3-3 0-15,3 0 0 0,-7-2 0 0,4-3 0 0,0 0 0 16,0-8 0-16,1-3 0 0,2-3 0 0,-1-3 0 15,-4 3 0-15,6-3 0 0,3-1 0 16,-3-1 0-16,5-1 0 0,-4-5 0 0,9 3 0 16,-5-4 0-16,4 2 0 0,-4-2 0 0,-9-1 0 15,19-3 0-15,-10 1 0 0,1-2 0 0,-2 3 0 16,-8 1 0-16,13-6 0 0,-7 5 0 0,-6 1-82 0,8-4-183 16,-8 4-47-16,4-6-36 0,-4 6-48 0,1-3-34 15,-1 3-22-15,0 0-26 0,-2-10-21 16,2 10-323-16,0 0-890 0,-3-6 394 0</inkml:trace>
  <inkml:trace contextRef="#ctx0" brushRef="#br0" timeOffset="170230.6641">23074 17256 1360 0,'0'0'-17'0,"0"0"42"0,11-1 31 16,-11 1 23-16,8-3 17 0,-8 3 36 0,6 0 20 15,-6 0 22-15,6-4-1 0,-6 4 12 0,7-6-3 16,-7 6 6-16,5-6 5 0,-4 1 9 0,2 0 2 16,0 2 3-16,-1-2 3 0,-2 5 4 0,4-5-1 15,-4 5-1-15,1-5 1 0,1 1-5 0,-2 4-4 16,0 0-10-16,2-6-15 0,-2 6-11 0,0 0-14 15,0-6-18-15,0 6-13 0,0 0-16 0,0 0-14 16,0 0-5-16,0 0-4 0,0 0-11 0,0 0-8 16,0 17-8-16,0-11-4 0,0-1 1 0,0 0-13 15,0 1-4-15,0 3-6 0,0-2 5 0,0 0-10 16,-2-2-10-16,2-1-25 0,2 3-29 0,-2-7-29 16,-2 7-34-16,2-7-26 0,2 6-29 0,-2-6-41 15,0 0-44-15,0 0-42 0,0 0-59 0,19-16-66 16,-14 5-77-16,5-2-253 0,-2-4-799 0,1 0 353 15</inkml:trace>
  <inkml:trace contextRef="#ctx0" brushRef="#br0" timeOffset="170403.038">23226 17043 105 0,'0'0'312'0,"0"0"11"16,0 0-1-16,0 0-20 0,-4-7-17 0,4 7-26 15,0 0-39-15,0 0-9 0,0 0-24 0,0 0-30 0,0 0-2 16,0 0-21-16,0 0-12 0,0 0-22 0,0 0-32 15,0 0-36-15,0 0-48 0,0 0-52 16,-1 19-57-16,1-15-77 0,1 3-80 0,-1-7-152 16,4 9-470-16,-1-5 208 0</inkml:trace>
  <inkml:trace contextRef="#ctx0" brushRef="#br0" timeOffset="170793.9361">23333 17173 141 0,'0'0'377'0,"0"0"18"0,0 0 9 16,0 0-8-16,0 0-1 0,0 0-2 0,7-14-6 16,-7 14-13-16,0-4-10 0,0 4-21 0,0 0-22 15,0 0-25-15,2-7-27 0,-2 7-31 0,0 0-25 16,0 0-23-16,0 0-16 0,0 0-20 0,0 0-13 16,0 0-16-16,0 19-12 0,0-11-8 0,0 3-15 15,-4-2-10-15,3 1-8 0,2 1-2 0,-2-2-6 16,0 0-7-16,-1-1-6 0,2 2-8 0,0-4-2 15,0-1-11-15,0 2-12 0,2-2-13 0,-1-1-2 16,2 1-10-16,-3-5 0 0,5 7-7 0,1-6 0 16,-6-1-3-16,10 0 0 0,-10 0-3 0,11-6 5 15,-4-1 2-15,1 1-3 0,2-4 1 0,-2 2 2 16,-2 0 4-16,2-1-1 0,-2 1 3 0,-2 3 1 16,5-2-1-16,-5 2 1 0,-1 0 1 0,-1-1 0 15,2 4-1-15,-4 2 4 0,6-5-3 16,-6 5-1-16,3-5-6 0,-3 5 4 0,0 0 0 0,0 0-1 15,9 0-9-15,-9 0-25 0,6 7-21 0,-6-7-31 16,7 8-26-16,-2-5-39 0,1 2-20 0,2 1-54 16,1 0-59-16,1 2-62 0,1-4-83 0,-2 2-338 15,5-2-839-15,-1 1 371 0</inkml:trace>
  <inkml:trace contextRef="#ctx0" brushRef="#br0" timeOffset="171590.7973">23691 17217 112 0,'4'-4'318'0,"-4"4"-8"0,0 0-2 0,0 0-4 16,0 0-4-16,8-8-11 0,-8 8-19 0,1-5 5 15,-1 5-17-15,0 0-10 0,4-7-9 16,-4 7-10-16,0 0-17 0,0 0-8 0,0 0-18 16,0 0-19-16,0 0-13 0,4-3-16 0,-4 3-16 15,0 0-11-15,0 0-14 0,0 0-10 0,0 0-5 16,0 0-9-16,0 0-11 0,0 0-7 0,0 0-5 15,0 0-8-15,10 10-2 0,-10-10-4 0,0 8-7 16,0-1-2-16,1-3 1 0,-2 2-5 0,1-6-2 16,-1 9-2-16,1-5-2 0,-3 2-3 0,0-1-1 15,3-5 2-15,-5 7 4 0,1-4-4 0,-1-1 0 16,5-2-2-16,-10 1-6 0,10-1 8 0,0 0 1 16,-15-4 4-16,10 1-6 0,0 0-2 0,0-2-1 15,1 0-4-15,1 0 5 0,-1-1 0 0,3 0-3 16,-3 1-4-16,4 0 15 0,0-2 7 0,0 7 7 15,4-8 6-15,-3 3 11 0,-1 5 0 0,7-4-5 16,-7 4 0-16,10-4 2 0,-10 4-3 0,11 0 1 16,-11 0-2-16,21 10-2 0,-12-3 10 0,2 4 3 15,2 1 5-15,-5 3-4 0,2-1 6 0,1 5 12 16,-6-1 8-16,3 8 18 0,-1-3 10 0,-5 4 10 16,3-1 12-16,0 3 7 0,-1-1 0 0,-4 0-7 15,-2 0 8-15,2 2 0 0,-7-2 0 0,4 1-10 16,1 3-128-16,-2-1-2 0,2-1 0 0,-1-1 0 15,-1 0 0-15,0 1 0 0,4-2 0 0,-3-2 0 16,1-8 0-16,-4 0 0 0,6-1 0 0,-1-2 0 16,0-2 0-16,-3-2 0 0,4-2 0 15,1-5 0-15,-2 4 0 0,1-4 0 0,-2 0 0 16,2 0 0-16,0-4 0 0,-1 6 0 0,1-6 0 16,0 0 0-16,-1 6 0 0,1-6 0 0,0 0 0 0,0 0 0 15,0 0 0-15,0 0 0 0,0 0 0 0,0 0 0 16,-3 5 0-16,3-5 0 0,0 0 0 0,0 0 0 15,0 0 0-15,0 0 0 0,0 0 0 0,0 0 0 16,0 0 0-16,0 0 0 0,0 0 0 16,-15-11 0-16,10 8 0 0,-3-2 0 0,-2-1 0 15,-2 0 0-15,1 0 0 0,-7-3 0 0,3 2 0 16,-3-3 0-16,0-1 0 0,5 6 0 0,-4-2 0 0,6-1 0 16,-1 3 0-16,3-4 0 0,-2 1 0 15,3 4 0-15,-1-2 0 0,3 0 0 0,-2 1 0 16,3-1 0-16,1 3 0 0,2-4 0 0,-2-1 0 15,3 2 0-15,-1 0 0 0,2 0 0 0,0 0 0 16,4-2 0-16,3-1 0 0,7-3 0 0,1-3 0 16,13 0 0-16,4-2 0 0,14-3 0 0,1 1 0 0,6-2 0 15,-2 5 0-15,5-3 0 0,-3 7 0 0,-1-5 0 16,-16 4 0-16,0 2 0 0,-2 0 0 16,-6 1-3-16,-6 3-1362 0,-5-2-1479 0,-2-2 654 15</inkml:trace>
  <inkml:trace contextRef="#ctx0" brushRef="#br0" timeOffset="189070.2092">33845 2294 75 0,'0'0'82'0,"0"0"-4"16,0 0 5-16,0 0-4 0,0 0-3 0,0 0-13 16,0 0 2-16,0 0 4 0,0 0-7 0,0 0 7 15,0 0 3-15,0 0-1 0,0 0 2 0,0 0-4 16,0 0 8-16,0 0 1 0,0 0-5 0,0 0 5 15,0 0-3-15,0 0-2 0,0 0 1 0,22-14-2 16,-22 14-1-16,0 0-1 0,0 0 0 0,0 0-5 16,0 0-1-16,0 0 2 0,0 0-3 15,0 0 1-15,0 0 1 0,0 0-1 0,0 0 0 0,0 0-3 16,0 0-3-16,0 0 7 0,0 0-7 0,0 0-3 16,0 0 3-16,0 0 2 0,0 0-3 0,0 0 2 15,0 0 8-15,0 0-6 0,0 0-1 16,0 0 5-16,0 0 3 0,0 0 1 0,0 0-5 0,0 0-1 15,0 0 9-15,0 0 0 0,0 0-5 16,0 0 0-16,0 0-1 0,0 0-4 0,0 0-4 16,0 0 0-16,0 0-6 0,0 0-6 0,0 0-1 15,0 0-3-15,0 0 2 0,0 0-4 0,0 0-8 16,0 0-2-16,0 0-10 0,0 0 0 0,0 0-3 16,0 0 13-16,0 0 7 0,0 0 3 0,0 0 5 15,0 0-1-15,0 0 5 0,0 0-12 0,0 0 7 16,0 0 1-16,0 0 0 0,0 0-14 0,-66-3 17 15,66 3-6-15,0 0 3 0,-33-1-1 0,33 1-3 16,-24-4 1-16,24 4-5 0,-30-3-4 0,30 3 6 16,-35-5 6-16,16 1 6 0,19 4-4 0,-43-4 5 15,20 3 1-15,23 1 1 0,-51-4-3 0,30 2 8 16,-6 1-8-16,27 1-1 0,-55-5-2 0,32 5 1 16,23 0-7-16,-49-6 2 0,22 8-9 0,27-2 2 15,-51-3-2-15,22 3-6 0,1 0 6 0,28 0 4 16,-58 0-3-16,30 0-2 0,-4 1 2 0,2-1-3 15,-1 2-3-15,0 2-2 0,-1 2 2 16,-4-6 0-16,3 2-2 0,1 3-1 0,-2-1 6 16,-5 0 4-16,-1-2 2 0,1 2-5 0,-14 1 4 15,1 0 3-15,1-2 2 0,0 2-1 0,-3-5-3 0,-1 8-4 16,-1-5 0-16,0 0-3 0,-1 2-4 0,5 2-2 16,-1-1-4-16,-5-2-1 0,-1-3 0 0,3 2 3 15,1 2-7-15,0 0 0 0,0 0-10 16,2 0 3-16,-4-1 2 0,2 3-1 0,-5-3-3 0,5 0 12 15,-3 0-11-15,0 3-1 0,-1-2-2 16,3 1 2-16,-1 3-2 0,0-4-1 0,0 1 4 16,1 2-4-16,3-4-2 0,0 2-1 0,-1 0 5 15,-1 0-3-15,0-1-6 0,1 3 4 0,-2-3 5 16,2 1-4-16,2 0-1 0,2-1 4 0,-6-3-6 16,3 2 6-16,0 0-5 0,13 1 1 0,-17 0 1 15,4 0-5-15,3-1 1 0,12 0 1 0,-3-1 16 16,-12 0-13-16,14 2-6 0,1 0 2 0,-13 0 2 15,11-2 0-15,4 1-1 0,-5 0-2 0,2 1 6 16,-1-1-5-16,-1-1 5 0,-10 0-2 0,15 0 7 16,-3 0-10-16,-1 1 2 0,2-2-1 0,-2-1 3 15,-1 2-2-15,3-2-1 0,-2 1-3 0,3 1 3 16,-5-2-1-16,4 2-2 0,-1-2 1 0,-1-2-1 16,1 2 3-16,1-1-1 0,-16 0 5 0,17 2-4 15,1-2 1-15,-2 0 1 0,-13 1-2 0,11 2-1 16,-1-3-3-16,2 1 5 0,-15-1-1 0,17 1 0 15,-3 0 6-15,-11-1-6 0,-1 5 7 0,1-7-5 16,12 2 3-16,-12 0-8 0,12 1 0 16,-2-1 4-16,-12-3-1 0,2 2 2 0,12 4-5 15,-2-5 1-15,-9 4 5 0,9-4 2 0,1 1-2 16,3 1-2-16,-16-1 1 0,-2 1-2 0,2 0 0 16,12 0 2-16,-12 5-4 0,0-8 2 0,1 2-1 0,1 0 3 15,11 1-3-15,-11-1 2 0,0 1-4 16,-4-4 1-16,15 3 3 0,-13 1 0 0,14-2 1 15,-12 1 0-15,10-1-1 0,-10 0-2 0,12 2-5 16,-12-5 8-16,-1 4-3 0,14 0 3 0,-14-1-4 16,11 1 6-16,-9-1 1 0,9 1-6 0,0-2 2 15,-12 0-4-15,14 2 7 0,-13-1-6 0,-1-1 2 16,12 3 3-16,2-2 0 0,-12 1 1 0,12 1-12 16,1-2 8-16,0 4-1 0,-1-2 0 0,2 0-3 15,0 0 5-15,-1 0-5 0,-3 0-2 0,3 1 6 16,-1 1 1-16,2 0-3 0,1 0 4 0,-3-1-7 15,0 0 2-15,2 1 1 0,-1-1 0 0,-1 3 1 16,0-4 6-16,-2-1-7 0,0 1 3 16,-7 1 9-16,9-2-10 0,0 0 5 0,-1 1-4 0,4-2-2 15,0 2 2-15,3-3-1 0,-4 2-2 0,0 0-1 16,1 1 2-16,3-1 6 0,3 2-7 0,-2 0-1 16,1-1 1-16,3 3-3 0,0-5 9 0,-3 5 0 15,3-1-6-15,-1-2 3 0,-2 1-2 16,2-1 2-16,-5-3-1 0,1 6 1 0,1-3-4 15,0 1 6-15,0-2-7 0,3 1 3 0,1 3 0 16,6-2 1-16,0 1 2 0,2-1-1 0,-2-1-1 16,4 1-2-16,0 0 1 0,5-1-1 0,13 0 12 15,-19 0-12-15,19 0 2 0,0 0-1 0,-16 3 1 16,16-3 3-16,0 0 0 0,-13 0-5 0,13 0 0 16,0 0 4-16,0 0-6 0,0 0 3 0,0 0-3 15,0 0 11-15,-14 0-6 0,14 0-5 0,0 0 2 16,0 0 7-16,0 0-7 0,0 0-5 0,0 0 3 15,0 0 4-15,0 0-2 0,0 0-1 0,0 0 0 16,0 0 1-16,0 0 1 0,0 0-1 0,0 0-6 16,0 0 6-16,0 0-3 0,-9 5-1 0,9-5 1 15,0 0 2-15,0 0 0 0,0 0-8 0,0 0 6 16,0 0 5-16,0 0 0 0,0 0-3 0,0 9 2 16,0-9-3-16,0 0 2 0,0 0 0 0,-1 13-1 15,1-13-2-15,0 7 9 0,0-7-3 16,3 11-2-16,-3-11-1 0,-2 12 2 0,2-12 4 15,0 13-5-15,2-4-2 0,-2-3 7 0,0 4-4 16,0 0-4-16,0 1 7 0,-2 1-3 0,1-2 3 16,-1 2-4-16,1 2 1 0,-1-1 0 0,-1 1 3 15,2 1 3-15,-3-1-5 0,1 0-1 0,-2 0-1 16,1 2 1-16,-1 2 6 0,0-1-6 0,1-1 0 16,-1 2-2-16,0 1 1 0,0-2-2 0,0 2 4 15,-3 0-7-15,4 6 10 0,-2 0-1 0,-2 0-3 16,4-6 4-16,-3 0-6 0,-1 6 7 0,3 0-2 15,-2 0-5-15,1-7 1 0,-1 6 5 0,0 2-2 16,3-2-3-16,-1 2 1 0,1-7-3 0,-2 6 1 16,2 0 11-16,0-5-5 0,0 2-7 0,-1 3-1 15,0 3 8-15,1-3-6 0,-2-1 7 0,4-4-4 16,-4 5 2-16,4 3 0 0,-2-3 2 0,0 1-7 16,-1-3 5-16,2 6-3 0,-2-5 3 0,0 6-2 15,1-3 3-15,2 0 0 0,-3-1-3 0,1 1 5 16,1 3-3-16,-3 1-2 0,2-4-2 15,2 3 1-15,-2-1-3 0,1 0 8 0,-1 2 2 16,2-1-3-16,-2 2-3 0,1-2 1 0,-3-1-1 16,5 1 3-16,-2-2 3 0,1-3-4 0,-2 4 0 15,1-1-1-15,2 1 2 0,-2 3 2 0,1-3 1 16,-2 3 0-16,1-3 0 0,1 0 1 0,-2 4-2 16,7-2 0-16,-7-1 2 0,1 0 0 0,-1 2 4 15,2-1-3-15,-1 1-4 0,2 2 0 0,-3 0-1 16,4-4 7-16,-3 2-8 0,2-1-1 0,-4 1 6 15,5-4-6-15,-5 1 8 0,1 1-2 0,6-1 1 16,-4 2-4-16,2-3-2 0,-1-2 6 0,1 4-7 16,-3-1 13-16,3 0-12 0,-1 2 1 0,1-1 0 15,0 0-5-15,-2 0 8 0,2-1 2 0,-2 2-7 16,2-2 11-16,-1-1-9 0,2 5 2 0,-2-3 2 16,-3 0-2-16,4 0-3 0,0 0-2 0,0 1 4 15,-2 1-5-15,0-3 2 0,0 1-4 0,-1-1 12 16,-1 0-4-16,7 2-11 0,-7-3 13 0,4 2-8 15,0-2 1-15,0 5 4 0,0-5 2 0,0 2-2 16,0 1-3-16,-2-3 9 0,2 4-6 0,-2-1-1 16,4-2 4-16,-2 3 7 0,-2-2-1 15,2 0 3-15,-2 0 2 0,2-1-4 0,0 3-2 16,-2-3 1-16,1 1-3 0,1-1 3 0,0 1-6 16,-2 0 5-16,0-1-6 0,2-2 2 0,0 4 2 15,0-4-6-15,0 3-2 0,0-2 3 0,2-1 5 16,-4 1-3-16,6-1 10 0,-4 1-1 0,0 1-3 15,1 0 1-15,3 0-6 0,-2 1 8 0,-2-2-12 0,2 1 5 16,2 2-4-16,-4-2 2 0,4 0 0 16,-2 0 0-16,0 1-4 0,-2-1-4 0,0-1 4 15,2-1-1-15,-1 1 6 0,-1-2 3 0,0 1-4 16,4-8-12-16,-4 1 3 0,0-2 4 0,0 1 2 16,2-1-7-16,-4 2 3 0,2-2-2 0,0 1 2 15,2-4-1-15,-2 1 1 0,-2-1-3 0,6 1 12 16,-4 1-13-16,0-5 1 0,0 0 4 0,1 0-4 15,-1 1 5-15,3-1-3 0,-2 0 9 0,-1-1-12 16,0 7 6-16,0-9-3 0,2 4 4 0,0-2-5 16,-2 2 0-16,0-2 4 0,1 0-5 0,2 3 4 15,-2-1-4-15,3-1 6 0,-3 4 1 0,-1-2-4 16,1 2-4-16,2-6 3 0,-3 6-3 0,1-2 1 16,2-2 4-16,-3 0-4 0,0-1 5 0,0 1-7 15,1-2 2-15,-1 0 4 0,0 2-1 0,3-3-1 16,-6 1 5-16,3-1-4 0,3 0 3 0,-6 0-6 15,6-1-1-15,-3-8 1 0,0 15 7 0,0-8-1 16,0 0 1-16,0-7 0 0,1 15-6 16,-1-8 6-16,0-7-5 0,-1 13 0 0,2-8 1 0,-1-5 3 15,-1 10-1-15,1-10-3 0,0 10 9 0,0-10-10 16,0 8 7-16,0-8-8 0,0 0 1 0,0 9 0 16,0-9-2-16,0 0 7 0,0 0 2 0,0 0 11 15,1 9-19-15,-1-9 6 0,0 0 4 0,0 0-2 16,0 0-8-16,0 0 3 0,0 0 0 15,0 0 3-15,0 0 3 0,0 0 3 0,0 0-3 16,0 0-2-16,0 0 2 0,8 4 3 0,-8-4-3 16,0 0-9-16,0 0 13 0,0 0-10 0,0 0-2 0,25-4 11 15,-25 4-11-15,16-2 0 0,-16 2-1 16,20-3 6-16,-7 3-10 0,0-2 4 0,1 1 6 16,-2 0-11-16,6 1 8 0,0-1 2 0,0 1-2 15,-2 0-4-15,4-1 2 0,-2 2 3 0,2-1-3 16,-2-1 0-16,4 1-4 0,-3 1 3 0,3-1 2 15,-3 0 1-15,10 0-2 0,-7 0 2 0,5 0 4 16,-8 0-12-16,-1 0 13 0,4 0-13 0,1 1 13 16,5-1-7-16,0 0 0 0,1 0 2 0,2 0-7 15,-3 1 2-15,2-1 17 0,-1 1-13 0,2-2-2 16,1 0 4-16,-2 2-4 0,2-2-3 0,3 2 3 16,-2-1 5-16,1 0-1 0,0 0-5 0,-1 0 2 15,3 1 3-15,-2-1 7 0,2 2-2 0,0-1-8 16,3 1 0-16,-2-1-1 0,3-2 14 0,-3 3-7 15,17-3 6-15,-16 2-5 0,2-1-6 0,-1 0 0 16,11 3 0-16,-9-2 0 0,-1 1 0 0,13-2 0 16,-3 0 0-16,3 1 0 0,-1 0 0 0,-14 0 0 15,17 1 0-15,0-1 0 0,-2 1 0 0,-1 0 0 16,2-1 0-16,-1 1 0 0,0 1 0 0,3-1 0 16,0-2 0-16,-1 2 0 0,0 2 0 0,2-3 0 15,1 4 0-15,2-4 0 0,0 1 0 0,0 0 0 16,-1 3 0-16,3-3 0 0,-1 0 0 0,0 0 0 15,-1-2 0-15,4 3 0 0,-1-1 0 0,-2 0 0 16,3 1 0-16,0-1 0 0,1 2 0 16,-2-2 0-16,-1 2 0 0,29-1 0 0,-32-1 0 15,1 0 0-15,3-1 0 0,3 1 0 0,-1 1 0 0,2-3 0 16,-1 2 0-16,-2 2 0 0,1-1 0 0,2 0 0 16,-1 0 0-16,1-1 0 0,0 1 0 0,-2 1 0 15,26-1 0-15,-33 0 0 0,4-1 0 16,1 2 0-16,0-3 0 0,-1 2 0 0,-2-2 0 15,4 3 0-15,-3-1 0 0,7-2 0 0,-4 2 0 16,1-2 0-16,-1 1 0 0,-2 2 0 0,2-2 0 16,-2 2 0-16,2 0 0 0,1-4 0 0,-1 2 0 0,-1-1 0 15,-3 1 0-15,0-2 0 0,1 2 0 0,-1 2 0 16,2-3 0-16,-2 0 0 0,5 3 0 16,-9-1 0-16,7-2 0 0,-4 1 0 0,3 1 0 15,-3 0 0-15,-3-2 0 0,4 0 0 0,0-1 0 16,-2 2 0-16,2 1 0 0,-3 0 0 0,3 0 0 15,-3-1 0-15,0 0 0 0,-2-2 0 0,3 3 0 16,-4-1 0-16,2 2 0 0,0-4 0 0,0 2 0 16,-2-1 0-16,1 1 0 0,-3-2 0 0,4 0 0 15,-1 2 0-15,1-1 0 0,3 1 0 0,-4 0 0 16,2 0 0-16,-3-1 0 0,1 1 0 0,0-1 0 16,0 1 0-16,5 2 0 0,-1-3 0 0,-1 0 0 15,0 3 0-15,1-2 0 0,0-1 0 0,0 3 0 16,1 1 0-16,2-2 0 0,0 1 0 0,-2-2 0 15,2 0 0-15,2 2 0 0,0-1 0 0,-4 0 0 16,0 0 0-16,2-2 0 0,-6 2 0 0,0 1 0 16,-1 1 0-16,1 0 0 0,1-2 0 0,-2 2 0 15,-16-3 0-15,15 1 0 0,-16 0 0 0,-1-1 0 16,-1-1 0-16,-3 3 0 0,-1-2 0 0,4 2 0 16,-36-4 0-16,0 0 0 0,0 0 0 0,0 0 0 0,0 0 0 15,0 0 0-15</inkml:trace>
  <inkml:trace contextRef="#ctx0" brushRef="#br0" timeOffset="190839.2952">27066 2716 257 0,'0'0'357'0,"0"0"1"0,0 0-12 16,0 0-9-16,0 0 2 0,0 0-2 0,0 0-8 15,0 0 0-15,0 0-8 0,0 0-5 0,0 0 0 16,0 0-9-16,0 0-1 0,0 0-11 0,0 0-12 16,0 0-8-16,0 0-1 0,0 0-19 0,0 0-5 15,0 4-10-15,0-4-20 0,0 0-17 0,0 0-17 16,0 0-20-16,0 0-17 0,0 0-14 0,0 0-13 16,0 0-15-16,0 0-15 0,0 0-14 0,0 3-11 15,0-3-6-15,0 5-5 0,0 1-3 0,0-2-5 16,2 1-27-16,-2 2-21 0,2 0 0 0,-2 0 0 15,0 3 0-15,0-1 0 0,1 3 0 0,-1 0 0 16,3 1 0-16,-6-1 0 0,3 4 0 0,0 0 0 0,3-3 0 16,-3 1 0-16,0 0 0 0,1-1 0 0,-1-3 0 15,3 4 0-15,-2-2 0 0,-1-2 0 16,1 0 0-16,2-3 0 0,-2 0-44 0,-1-1-9 16,0-1 7-16,0-1 5 0,4 1 8 0,-4-2 14 15,0-3 0-15,5 2 2 0,-5-2 4 0,0 0 2 16,14-9 9-16,-2 3 21 0,-1-2 2 0,2-4 14 0,2 3 8 15,0-4 8-15,0 0 4 0,-4-3 4 0,3 2-44 16,-1 2-15-16,-1-5 0 0,-2 4 0 16,-1 0 0-16,-3-1 0 0,-2 2 0 0,2 3 0 15,-2-2 0-15,1 3 0 0,-3 2 0 0,0 0 0 16,-1-1 0-16,2 2 0 0,-2 0 0 0,-1 1 0 0,3 1 0 16,-3 3 0-16,1-6 0 0,0 3 0 0,-1 3 0 15,4-2 0-15,-4 2 0 0,0 0 0 16,0 0 0-16,0 0 0 0,0-5 0 0,0 5 0 15,0 0 0-15,0 0 0 0,0 0 0 0,-1 14 0 16,-2-9 0-16,2 0 0 0,1 5 0 0,0-2 0 16,-4-1 0-16,4 4 0 0,-4-2 0 0,3 0 0 0,1 1 0 15,0-2 0-15,0 2 0 0,-4-2 0 0,4 0 0 16,0-1 0-16,2 0 0 0,-2-2 0 16,0 1 0-16,2 0 0 0,-1-4 0 0,3 3 0 15,0 1 0-15,1-1 0 0,3-3 0 0,-2-1 0 16,1 1 0-16,-1 0 0 0,4 0 0 0,-2-1 0 0,-2-1 0 15,1 2 0-15,0-2 0 0,-7 0 0 0,9-2 0 16,-9 2 0-16,8-1 0 0,-5-1 0 16,-3 2 0-16,0 0 0 0,0 0-278 0,5-2-151 15,-5 2-109-15,0 0-101 0,0 0-413 0,-13-8-1139 16,8 6 505-16</inkml:trace>
  <inkml:trace contextRef="#ctx0" brushRef="#br0" timeOffset="191464.1485">27440 2872 396 0,'2'-3'507'0,"1"0"9"0,-1 0-3 0,-2 3-10 16,5-3-22-16,-5 3-19 0,5-3-32 0,-5 3-37 16,0 0-31-16,2-3-35 0,-2 3-36 0,0 0-30 15,0 0-35-15,0 0-22 0,0 0-23 0,0 0-20 16,0 0-13-16,2 9-17 0,-1-6-10 0,-1 2-12 15,0 1-13-15,0 0-7 0,0 0-11 0,0 1-6 16,2 3-15-16,-2-2-30 0,0-1-20 0,0-2-20 16,2 2-12-16,-4-2-10 0,2 0-7 0,2-2-7 15,-2 2-10-15,0-1-5 0,0 0 3 0,0-1 12 16,0-3 9-16,4 4 9 0,-4-4 6 0,0 0-2 16,0 0 5-16,11-5 18 0,-3 1 18 0,-4 1 3 15,1-1 17-15,4-3 4 0,-5 1 10 0,5-4 14 16,0 4 0-16,-4-2 7 0,4 2-7 0,-3-3 6 15,2 2 4-15,-3 4 2 0,0-3-1 0,-1 4-6 16,0-1 2-16,1-1-15 0,-2 2-2 0,-3 2-19 16,3-2-1-16,-3 2-11 0,0 0-6 0,6-2 2 15,-6 2-9-15,0 0 3 0,0 0-2 0,6 6-1 16,-3-2 5-16,-2 0-5 0,1-1-4 0,0 2-1 16,-1-1-12-16,3 1-3 0,-3 0-22 0,2-1-7 15,-2-3-8-15,0 4-6 0,0-1-5 0,-1-4-3 16,3 4 8-16,-3-4 10 0,0 0 7 0,4 3 5 15,-4-3 6-15,0 0 7 0,0 0 7 0,0 0 10 16,0 0 4-16,0 0-2 0,9-6 0 0,-4 2 2 16,0 0 9-16,-1 1-1 0,1-1 6 0,-1 0 9 15,1 0-3-15,-1-1 6 0,3 3 8 0,-4-4 12 16,3 4 1-16,-4 0-11 0,-2 2 0 0,5-4-1 16,-5 4 0-16,4-2-6 0,-4 2-7 0,2-2-7 15,-2 2 3-15,0 0-13 0,0 0 0 0,0 0-4 16,0 0 1-16,10 3 3 0,-10-3 0 0,8 4-1 15,-7 1 1-15,3 0-12 0,-3-4-25 0,3 2-23 16,-1 1-21-16,-1 0-34 0,1 0-31 0,-2 0-35 16,4 1-28-16,0 0-35 0,-1-1-44 0,-4-1-42 15,5 0-40-15,-5-3-62 0,8 3-78 0,-8-3-287 16,0 0-856-16,17-9 379 0</inkml:trace>
  <inkml:trace contextRef="#ctx0" brushRef="#br0" timeOffset="191635.9833">27810 2752 229 0,'0'-4'480'0,"0"4"29"0,0 0 18 0,-1-4 5 15,1 4-28-15,0 0-38 0,0 0-48 0,0 0-43 16,0-5-39-16,0 5-36 0,0 0-32 0,0 0-40 16,0 0-53-16,0 0-66 0,0 0-81 0,0 0-76 15,0 0-49-15,0 0-64 0,5 12-78 16,-2-8-79-16,2-2-94 0,0 1-290 0,1 3-760 0,-1-4 337 15</inkml:trace>
  <inkml:trace contextRef="#ctx0" brushRef="#br0" timeOffset="191948.4101">27975 2751 452 0,'5'-3'492'15,"-4"-1"33"-15,2 0 21 0,-2 1-2 0,-1 3-5 16,0-9 10-16,3 6-23 0,-3 3-20 0,0 0-18 0,1-5-24 15,-1 5-34-15,0-4-41 0,0 4-34 16,0 0-41-16,3-2-36 0,-3 2-31 0,0 0-25 16,0 0-27-16,0 0-65 0,0 0-130 0,0 0 0 15,-3 11 0-15,-1-6 0 0,4 2 0 0,-1-1 0 16,-2 4 0-16,2 1 0 0,-1 0 0 0,-1 0 0 16,-1 1 0-16,3-1 0 0,-2 4 0 0,2 1 0 15,-3-5 0-15,4 2 0 0,-4-1 0 0,4 3 0 16,0-1 0-16,-1-5 0 0,-3 3 0 0,4-3 0 15,0-2 0-15,0-1 0 0,0-1 0 0,0-5 0 16,-1 10 0-16,1-6-268 0,0-4-48 0,1 7-39 16,-1-7-40-16,-1 4-32 0,1-4-65 0,0 0-80 15,0 0-323-15,0 0-969 0,0 0 429 0</inkml:trace>
  <inkml:trace contextRef="#ctx0" brushRef="#br0" timeOffset="192167.1089">27868 2884 348 0,'0'0'421'0,"-9"-3"15"0,4 2 0 16,5 1 7-16,-8-2 2 0,8 2-8 0,-5-2-13 15,5 2-16-15,0 0-24 0,0 0-13 0,0 0-24 16,0 0-21-16,-11-2-22 0,11 2-23 0,0 0-24 16,0 0-25-16,0 0-15 0,0 0-27 0,0 0-20 15,0 0-21-15,0 0-18 0,0 0-13 0,29-4-13 16,-17 4-2-16,6-3-24 0,4 2-17 0,-1-1-56 15,0-2-16-15,7-1-35 0,2-1-29 0,-5 2-38 16,5-2-35-16,-9 3-38 0,8-3-60 0,-8 3-63 16,-1-1-81-16,-7 2-92 0,7-2-458 0,-6 3-1018 15,-3-2 450-15</inkml:trace>
  <inkml:trace contextRef="#ctx0" brushRef="#br0" timeOffset="193684.2803">28862 2750 5 0,'1'-4'248'0,"-1"4"22"16,0 0-4-16,0 0 1 0,2-3-8 0,-2 3 5 0,0 0-4 16,0 0 5-16,0 0-6 0,0 0-4 0,0 0-1 15,0 0-5-15,0 0-6 0,-4-5-2 0,4 5 0 16,0 0 0-16,0 0-5 0,0 0-1 16,0 0-7-16,0 0 0 0,-7 0-1 0,7 0-10 15,-5-1-10-15,5 1-10 0,-14-2-2 0,9 2-10 16,-3-3-7-16,-1 2-6 0,-1-2-7 0,-1 3-15 0,0-1-11 15,-3-1-11-15,5 2-18 0,-1-2-20 16,-1 0 3-16,3 2-6 0,-2 0-14 0,1-1-10 16,1 1-7-16,0 1 6 0,0-2-14 0,0 1-4 15,2 1-10-15,6-1 0 0,-12 0-4 0,12 0-2 16,-9 1-3-16,5 0-5 0,4-1 1 0,0 0-10 16,-10 0 4-16,10 0 4 0,0 0-8 0,-8 0-3 0,8 0 4 15,0 0-9-15,-5 2-9 0,5-2 16 16,0 0-3-16,0 0 0 0,0 0-5 0,0 0-2 15,0 0 0-15,0 0 0 0,0 0 0 0,-5 0 0 16,5 0 0-16,0 0-3 0,-1 7-3 0,1-1 1 16,0-1-1-16,-3 3 8 0,3-1-1 0,0 5 16 0,-1-1-17 15,-2 0 0-15,2 6 0 0,0-4 0 16,1 2 0-16,-3 3 0 0,-1 0 0 0,3 0 0 16,0 10 0-16,-3-9 0 0,-3 6 0 0,1-6 0 15,2 7 0-15,-1-7 0 0,1 0 0 0,1 1 0 16,1 0 0-16,-6-1 0 0,1-2 0 0,3 0 0 15,0 1 0-15,-1-2 0 0,5-5 0 0,-5 4 0 0,1-6 0 16,3 3 0-16,0-6 0 0,1 0 0 0,-1 3 0 16,1-6 0-16,0 3 0 0,0-6 0 0,0 7 0 15,0-3 0-15,0-4 0 0,2 2 0 0,1 2 0 16,-1-1 0-16,5-2 0 0,0 0 0 16,0-1 0-16,5 1 0 0,1 0 0 0,0-2 0 15,-2 0 0-15,2 0 0 0,1 0 0 0,-1 0 0 0,1-1 0 16,0 2 0-16,-3-1 0 0,0-3 0 15,-3 4 0-15,-1 0 0 0,0-1 0 0,0-1 0 16,-2 0 0-16,-5 2 0 0,9-1 0 0,-9 1 0 16,6-1 0-16,-6 1 0 0,0 0 0 0,11-4 0 15,-10 3 0-15,-1 1 0 0,9-6-91 0,-6 3-497 16,1-2-120-16,-2-3-426 0,2 0-1229 0,2-4 543 0</inkml:trace>
  <inkml:trace contextRef="#ctx0" brushRef="#br0" timeOffset="193981.1787">28962 2882 310 0,'5'-6'534'16,"-2"0"15"-16,1 2 0 0,0-3-5 0,1 1-19 0,-3 1-22 16,0 3-18-16,0-1-26 0,0 0-29 15,-2 3-27-15,1-4-35 0,-1 4-30 0,0 0-48 16,5-5-21-16,-5 5-31 0,0 0-24 0,0 0-25 15,0 0-21-15,0 0-19 0,0 0-15 0,0 0-13 16,0 13-7-16,0-9-23 0,0 3-1 0,0 4-11 16,0-4-31-16,0 3-48 0,-3 0 0 0,3 2 0 15,-2-3 0-15,2 3 0 0,-1 0 0 0,-1-1 0 16,0 0 0-16,2 1 0 0,0-1 0 0,0-1 0 16,-2-3 0-16,0 0-142 0,2 2-64 0,-2-4-37 15,4 0-41-15,-2 0-45 0,0-5-43 0,0 7-29 16,0-7-16-16,0 0-70 0,0 0-398 0,0 0-959 15,0 0 424-15</inkml:trace>
  <inkml:trace contextRef="#ctx0" brushRef="#br0" timeOffset="194607.4386">28900 2809 30 0,'0'-3'375'0,"0"3"8"0,0 0 2 0,5-10-5 16,-5 7-7-16,2-1-13 0,-1 0-18 0,1 0-14 15,1-1-7-15,0 2-8 0,0-2-13 0,-1 3-18 16,2-4-24-16,-2 3-26 0,2 2-24 0,0-3-19 16,3 0-21-16,-3 1-16 0,4 1-21 0,2-1-9 15,2 1-12-15,1 2-22 0,-1-1-6 0,1 2-4 16,1-1-8-16,0 1-7 0,0 3-5 0,0-1-7 16,-1 2-9-16,5 1 0 0,-4 3 4 0,1 0 3 15,-6 1 2-15,-1-2 0 0,1 3-1 0,-3-1 1 16,2 1-2-16,-2 0-3 0,2 1-1 0,-4 3-8 15,-2-5 1-15,0 4 0 0,-4-2-9 0,0 3-2 16,-3 3 4-16,-4-4-3 0,-3 2 5 0,-4 4 3 16,-5-3-4-16,-3 0 2 0,1 1-4 0,-5-3-5 31,2-1 0-31,8-4 0 0,-1-5-8 0,6 0 4 0,-1 0 2 0,4-1-2 0,0-1 8 16,5-2 29-16,5-1 15 0,-10 4 20 0,10-4 31 15,0 0 8-15,-11 3 2 0,11-3-14 0,0 0-10 0,0 0-96 16,0 0-14-16,16-16 0 0,-6 9 0 0,0 2 0 15,4-3 0-15,3 0 0 0,3 2 0 0,-1-3 0 16,3 3 0-16,6-4 0 0,3 6 0 0,-3-1 0 16,-1 0 0-16,-7 2 0 0,1-2 0 0,0 0 0 15,-3 4 0-15,-1-1 0 0,-7 4 0 16,4-3-10-16,-5 1-13 0,3-3-3 0,-2 0 7 0,-10 3 4 16,11 0 5-16,-11 0-1 0,0 0-1 0,11-2 5 15,-11 2-4-15,0 0 1 0,9-2-2 0,-9 2 6 16,0 0-6-16,0 0-3 0,0 0-6 0,0 0 0 15,7 6 8-15,-7-6 0 0,2 5 1 0,-1-1 5 16,-1-4-3-16,1 8 7 0,-1-3-3 0,0-5 1 16,0 9-2-16,1-5 2 0,-1 1-1 15,0 0 3-15,0-5 0 0,2 9 5 0,-2-2-1 0,1-5-14 16,-1-2-17-16,0 6-24 0,1-1-21 0,-1-5-23 16,0 0-17-16,2 5-13 0,-2-5-12 0,0 0-27 15,0 0-45-15,6 2-73 0,-6-2-89 16,14-7-54-16,-6-1-68 0,-1 2-379 0,3-5-947 15,-2 0 420-15</inkml:trace>
  <inkml:trace contextRef="#ctx0" brushRef="#br0" timeOffset="194763.8446">29440 2874 123 0,'0'-3'327'0,"0"-2"5"0,0 5 26 16,-2-8 36-16,2 3 18 0,0 1 0 0,0 4-18 16,-2-6-28-16,2 3-36 0,0 3-36 15,-2-4-30-15,2 4-30 0,0 0-28 0,0 0-46 16,0 0-62-16,0 0-67 0,0 0-32 0,0 0-56 15,0 0-84-15,0 0-85 0,8 15-75 0,-4-9-81 16,-3 0-223-16,3 0-655 0,1 1 290 0</inkml:trace>
  <inkml:trace contextRef="#ctx0" brushRef="#br0" timeOffset="195342.7691">29520 2949 369 0,'0'0'456'0,"0"0"24"16,0 0 20-16,0 0 3 0,0 0-6 0,0 0-13 15,8-13-9-15,-8 13-11 0,2-4-25 0,-2 4-28 16,0 0-30-16,0 0-45 0,0 0-24 0,0 0-38 16,0 0-29-16,0-6-29 0,0 6-26 0,0 0-25 15,0 0-22-15,0 0-20 0,0 0-15 0,0 0-10 16,0 0-17-16,0 18-25 0,0-18-28 0,3 12-17 16,-3-6-17-16,0 1-15 0,1-2-20 0,0 2-10 15,1 1-17-15,-2-2-4 0,0-1-13 0,0 3-5 16,0-3-9-16,1-1-2 0,-1-4 5 0,3 5 14 15,-3-5 2-15,0 0 19 0,2 5 7 0,-2-5 0 16,0 0 6-16,0 0 9 0,21-10 6 0,-14 6 1 16,-2-1 8-16,5-4 2 0,-2 1 19 0,0 2 10 15,3-1 12-15,-2-2 2 0,0 0-1 0,0 0 8 16,1 2 27-16,-6 2 9 0,1 2-7 0,-1-1-7 16,0 0-2-16,0 2-6 0,-4 2-3 0,5-5-6 15,-5 5-3-15,0 0-5 0,9 0-11 0,-9 0 0 16,0 0 6-16,0 0-4 0,0 0-2 0,0 0-1 15,13 6-3-15,-12-1 2 0,-1-5-2 0,9 7 3 16,-9-7-9-16,6 7-4 0,-3-3-17 0,-2 2-13 16,-1-6-13-16,4 10-12 0,-3-5-4 0,1-1-12 15,-2-4 9-15,1 7-1 0,-1-7 6 0,4 5 3 16,-4-5 4-16,4 3 12 0,-4-3 1 0,0 0 3 16,0 0 2-16,0 0 8 0,0 0 1 15,0 0 3-15,20-10 1 0,-15 5 4 0,-1 2 2 16,3-2 1-16,-1 0 3 0,1-1-1 0,-1 3 2 0,-1-1 12 15,1-1 15-15,-2 3 5 0,0-2 5 0,-4 4-4 32,3-6 1-32,1 2 1 0,-4 4-3 0,0 0-7 0,0 0-4 0,7-2-4 0,-7 2-4 15,0 0-2-15,0 0 1 0,0 0-4 0,0 0-19 16,0 0-26-16,11 10-24 0,-10-7-36 0,-1-3-62 16,6 4-39-16,-4 1-63 0,-2-5-61 0,5 7-67 0,-1-2-76 15,-4-5-287-15,10 7-822 0,-10-7 364 0</inkml:trace>
  <inkml:trace contextRef="#ctx0" brushRef="#br0" timeOffset="196123.689">29969 2909 89 0,'0'0'400'16,"0"0"10"-16,0 0-7 0,0 0-19 0,6-2-15 15,-6 2-17-15,0 0-21 0,0 0-23 0,0 0-29 0,0 0-20 16,0 0-25-16,0 0-23 0,0 0-21 15,0 0-19-15,0 0-18 0,0 0-17 0,0 0-13 16,0 0-18-16,0 0-13 0,0 0-7 0,0 0-11 16,0 0-13-16,0 0 3 0,0 0-9 0,0 0-4 15,0 0-5-15,15 6-2 0,-9-6-7 0,-6 0 2 16,12 1-4-16,-5-1-8 0,0 0 4 0,-7 0 0 16,16-1-3-16,-5-2-8 0,-2 1 6 0,0 1 15 15,-4-1 8-15,5-1 6 0,-6 0 1 0,1 0-1 16,-1 1-4-16,0 1-1 0,-4 1-4 0,8-3-6 15,-8 3-12-15,2-2 5 0,-2 2-7 0,0 0-9 16,0 0-1-16,0 0-7 0,0 0 1 0,-9-6-2 16,9 6-2-16,-10-1-2 0,2 2-2 0,8-1-14 15,-12 2 13-15,5 2 0 0,-2-3-5 0,3 3-1 16,-2-1 5-16,-1 4 0 0,2-2-7 0,1 4 5 16,-1-2 0-16,4-3-9 0,-2 6-2 0,1-2-4 15,2 1-5-15,2 0 1 0,-1 1 0 0,1-3 0 16,1 2 1-16,0-1 7 0,4 0 3 0,3-1 3 15,-1-1 1-15,2-1 3 0,4-1 1 0,3 0 2 16,5-1 5-16,-1 0 8 0,0-3 12 0,0-4 12 16,1 0 11-16,6-5 10 0,-2 4 12 0,-4 0 9 15,-5-5 11-15,3 2 0 0,-2-3-1 0,0 1-3 16,-2 0 8-16,-5 2 0 0,-1-2 0 0,0 5-5 16,0-4-12-16,-3 2-11 0,1-2 5 0,-3 3-3 15,-2 3-3-15,2-3-9 0,1 2-9 0,-1-1-4 16,-4 5-12-16,5-3-6 0,-5 3-7 0,3-4-2 15,-3 4-7-15,0 0-7 0,0 0 4 0,0 0-7 16,0 0-2-16,2 13 2 0,-3-7 0 16,1-6 7-16,-1 11-3 0,1-4 0 0,-2-1-11 0,2 0-4 15,-1 3 4-15,2 0-15 0,-2-3-14 0,4 1-4 16,-2 0-2-16,-1-3-1 0,0-4-2 0,0 7 4 16,0-7 5-16,3 6 6 0,-3-6 6 15,2 3 4-15,-2-3 3 0,8 1 4 0,-8-1 0 16,14-4 5-16,-7-1-6 0,3-2 9 0,0 2-4 15,0-3 10-15,-1 1 4 0,1-2 1 0,3-1 14 0,-3 1 9 16,0 3 10-16,-1-1 2 0,0 1 5 0,-4 4-2 16,4-3-4-16,-4 2-13 0,-2-1 0 15,-3 4-4-15,6-4-2 0,-6 4-9 0,4-2-5 16,-4 2-3-16,0 0 5 0,0 0-3 0,0 0 1 16,14 5-19-16,-14-5-2 0,4 6-22 0,1 0-18 15,-2-3-26-15,-1 3-25 0,1-1-38 0,1 2-33 16,3-1-35-16,0-1-60 0,2 4-73 0,-2 0-73 0,3-3-78 15,-3-1-392-15,1-7-961 0,3 4 425 0</inkml:trace>
  <inkml:trace contextRef="#ctx0" brushRef="#br0" timeOffset="196717.496">30790 2757 257 0,'0'-7'413'0,"4"0"17"16,-4 2 10-16,3-1 5 0,-2 1-14 0,-1-1-27 15,3 2-31-15,-3 4-39 0,1-4-35 0,-1 0-29 16,0 4-33-16,0 0-26 0,-1-5-27 0,1 5-22 16,0 0-16-16,0 0-15 0,0 0-10 0,-8 16-12 15,5-11-10-15,-2 4-11 0,0 0-9 0,1 1-4 16,2 3-10-16,-2-4-4 0,0 2-7 0,0-3-6 16,4 2-4-16,-1-2-5 0,1 0-6 0,0 0-1 15,1 1-2-15,-1 0-1 0,4-2 0 0,-3-1-4 16,6-1-2-16,-1 2-3 0,-1 0 1 0,0-3-5 15,2 2-4-15,-3-3 1 0,1 2-4 16,-1 0 3-16,1 0-3 0,0-2-5 0,-1 1-1 0,0 1 0 16,-2-2-1-16,1 2-1 0,-1-1-1 0,0 2-1 15,-2-6 1-15,1 5 6 0,0-2-3 0,-1-3-1 16,-2 9-1-16,-1-5 3 0,-1 1 5 0,0-1-9 16,-1-1-5-16,5-3-8 0,-14 4-3 15,8-3-6-15,-1 2 0 0,3 0-3 0,-1-1 4 16,5-2 4-16,0 0 4 0,-14 0 3 0,14 0 0 15,0 0 2-15,0 0 0 0,-10-4-4 0,10 4-4 16,0-5-3-16,0 5-1 0,5-11-1 0,0 5-4 0,3 0 2 16,1-2 1-16,1 2 4 0,2-4-4 15,-1 4 7-15,1-2 2 0,7 2-4 0,-9 1 3 16,0 0 2-16,0 2 1 0,1-2 0 0,-2 4-3 16,-1-3 7-16,-1 3-3 0,-1 0 3 0,0 0 1 15,2-1-3-15,-8 2-1 0,7 0 3 0,-7 0 5 16,7 3 4-16,-1-1 3 0,-4 2 1 0,2-3 3 15,-4-1-1-15,3 6-1 0,0-2 1 0,1 1-2 16,-4-1 0-16,1 2 1 0,2 0-2 0,-3-6 2 16,1 7-2-16,-1-3-10 0,0-4-24 0,2 9-34 15,0-5-25-15,-2-4-25 0,5 6-38 0,-2-4-22 16,-3-2-44-16,5 5-50 0,-5-5-57 0,11 1-90 16,-11-1-267-16,0 0-737 0,13-7 326 0</inkml:trace>
  <inkml:trace contextRef="#ctx0" brushRef="#br0" timeOffset="196857.8923">31040 2759 98 0,'0'0'420'0,"-2"-4"11"0,2 0-15 0,0 4-25 16,-1-7-41-16,1 7-32 0,0-4-33 0,0 4-38 16,0 0-37-16,0 0-62 0,1-3-75 0,-1 3-81 15,0 0-48-15,0 0-44 0,0 0-75 0,0 0-82 16,4 15-209-16,-4-10-503 0,4-3 223 0</inkml:trace>
  <inkml:trace contextRef="#ctx0" brushRef="#br0" timeOffset="197501.1187">31119 2864 274 0,'0'0'350'0,"11"-5"-3"0,-11 5-14 16,3-6-17-16,-3 6-9 0,6-5-10 0,-4 2-12 15,0-1-24-15,1 0-13 0,-1 0-24 0,3 2-17 16,-3-1-19-16,0 0-16 0,-2 3-17 0,0 0-17 16,5-3-19-16,-5 3-13 0,0 0-11 0,0 0-13 15,11 1-9-15,-11-1-7 0,7 5-10 0,-2-2-8 16,0 2 0-16,-1 0-11 0,0 2 1 0,0-5-6 16,0 5-7-16,-2-1 1 0,1 0 7 0,-2 1-11 15,-1-1-1-15,4 1-5 0,-3 0 0 0,-6 0-2 16,5-2-6-16,-4 1 10 0,2 0-2 0,-5-2-5 15,2-2 6-15,-2-1-6 0,0 2 6 0,0 0 2 16,7-3-2-16,-11 2-1 0,11-2-1 0,0 0 4 16,-14-3-10-16,14 3 10 0,-3-8 2 0,1 4-2 15,0-2 6-15,2 0-1 0,2 1 3 0,-2-3-2 16,3 1-5-16,-1 1-2 0,5-3-4 0,-4 0 2 16,5 3-3-16,-3 1-5 0,-1 0 1 15,1 0-3-15,0 2-1 0,-1 0-1 0,1-1-4 16,-1 2 3-16,1 1-5 0,0-1-2 0,-5 2 5 15,13 0-2-15,-8 2-1 0,0 1-2 0,-1 1-2 16,1 0 1-16,3 3-2 0,-4-4-1 0,1 5 4 0,-1-3 0 16,0 1 1-16,0-2-1 0,-2 3 3 15,2-1 1-15,-2-3-4 0,0 2-6 0,-2-5-7 16,5 8 3-16,-4-5 0 0,-1-3 6 0,0 0 2 16,5 2 6-16,-5-2 2 0,0 0 12 0,0 0-5 15,0 0 0-15,12-9-1 0,-7 4-2 0,0 0 2 16,1-2-3-16,-1 1 1 0,-1 1 11 0,6-2 0 31,-1 0-2-31,-2 1 11 0,1 3 6 0,-3 1 2 0,1-1-3 0,0-1-3 0,-4 2-4 0,3 0-7 0,-5 2-4 16,0 0-5-16,14 1 3 0,-14-1-1 15,10 7 1-15,-7-4-4 0,0 1 2 0,1 4-3 16,0-2 1-16,2 0 2 0,-3-2 1 0,-3 4-2 16,4-2 0-16,-2-1-18 0,-2 1-30 0,4 1-42 15,0-4-42-15,-4 2-39 0,4 2-28 0,0-3-48 16,-4-4-83-16,15 1-98 0,-15-1-289 0,18-5-768 15,-4 2 341-15</inkml:trace>
  <inkml:trace contextRef="#ctx0" brushRef="#br0" timeOffset="198125.4038">31429 2556 124 0,'-10'-8'380'0,"3"1"12"0,1-2-4 16,1 2-6-16,0 1-15 0,4 0-22 0,-3 0-19 16,2 2-17-16,2 2-27 0,-2-3-27 0,2 5-29 15,4-7-24-15,-3 4-20 0,3-1-26 0,3 2-11 16,4 0-13-16,-2 0-18 0,4 1-7 0,-2 0-14 16,12 0-10-16,-9 1-3 0,6 0-13 0,-1 0-2 15,-3 0-2-15,3 0-1 0,-2 1 0 0,2-1-3 16,-6 0-4-16,1 1-6 0,-4-2 7 0,-1 1 1 15,0 1-3-15,-4-1 3 0,2 0-7 0,-7 0-5 16,9 1-5-16,-9-1 1 0,7 1-9 16,0 0-5-16,-7-1-4 0,2 3 5 0,1 2 17 15,-2-2 14-15,2 3 5 0,-2 1 10 0,0 1 23 0,1 5 22 16,0-3 4-16,-2 8 6 0,0-2-3 0,0 0 14 16,0 2-5-16,0 1 4 0,-2-1 0 0,3 6 7 15,-4 1 3-15,3 1-16 0,2 1-8 0,-2 3-5 16,-2 0-53-16,4-2-67 0,-1 6 0 15,0-2 0-15,0 1 0 0,-1 1 0 0,0-2 0 16,2 0 0-16,-1-1 0 0,-1-2 0 0,4-1 0 0,-4-2 0 16,1-2 0-16,2-6 0 0,-1-3 0 0,-2-1 0 15,1-3 0-15,1-2 0 0,-1-1 0 0,-1-3 0 16,0 0 0-16,0 1 0 0,0-1 0 16,0-2 0-16,0-3 0 0,0 0 0 0,0 8 0 15,0-8 0-15,0 0 0 0,0 0 0 0,0 0 0 16,-8 2 0-16,8-2 0 0,-19-3 0 0,1-3 0 0,0 3 0 15,-2-1 0-15,-2 2 0 0,4-2 0 0,-5-1 0 16,7 4 0-16,-6-1 0 0,4 2 0 0,4-1 0 16,-4 2 0-16,7-2 0 0,-3 2 0 0,3-1 0 15,1 0 0-15,-4 0 0 0,5 1 0 16,0-1 0-16,9 0 0 0,-14 1 0 0,6-1 0 16,8 0 0-16,-9 0 0 0,9 0 0 0,0 0 0 15,0 0 0-15,-13 0 0 0,13 0 0 0,0 0 0 0,0 0 0 16,-8 0 0-16,8 0 0 0,0 0 0 15,0 0-352-15,0 0-62 0,11 11-51 0,-3-9-46 16,-8-2-59-16,10 4-411 0,-1-2-1061 0,-9-2 471 16</inkml:trace>
  <inkml:trace contextRef="#ctx0" brushRef="#br0" timeOffset="200861.3882">24601 3316 309 0,'-1'-3'369'0,"-1"-1"6"0,4 0 4 0,-2 4 0 16,-3-9 4-16,3 4-1 0,0 5-2 0,0-6-6 16,-2 1-13-16,2 5-4 0,-2-6-7 0,2 6-11 15,-2-4-11-15,2 4-12 0,-3-3-13 16,3 3 2-16,0 0-7 0,0 0-18 0,0 0-9 16,0 0-13-16,0 0-14 0,-1-5-14 0,1 5-16 0,0 0-13 15,0 0-15-15,0 0-166 0,0 0-20 0,0 0 0 16,0 0 0-16,0 0 0 0,0 0 0 0,0 0 0 15,0 0 0-15,0 0 0 0,0 0 0 0,0 0 0 16,1 19 0-16,-1-10 0 0,0 0 0 16,-1 3 0-16,2 1 0 0,-1 2 0 0,-1 1 0 0,1-2 0 15,-2 4 0-15,0-2 0 0,2-3 0 0,0-1 0 16,0 1 0-16,0-1 0 0,0-2 0 0,0 1 0 16,-1-1 0-16,2-2 0 0,-1 0 0 15,2-2 0-15,-2-1 0 0,1 1 0 0,0-3 0 0,-1 2 0 16,1-2 0-16,-1-3 0 0,2 4 0 0,-2-4 0 15,0 0 0-15,0 0 0 0,0 0 0 0,0 0 0 16,0 0 0-16,10-8 0 0,-3 0 0 0,-1 1 0 16,-1 0 0-16,2-2 0 0,-2 1 0 0,1 0 0 15,1 0 0-15,-3 2 0 0,1-1 0 0,0 0 0 16,-1 1 0-16,1 2 0 0,-1-1 0 0,1-1 0 16,-3 2 0-16,0 3 0 0,2-1 0 0,-4 2 0 15,6-2 0-15,-2 0 0 0,-4 2 0 0,0 0 0 16,14 5 0-16,-10-3 0 0,2 2 0 0,2 2 0 15,1-2 0-15,-4 4 0 0,5-2 0 0,-2 0 0 16,-3 2 0-16,3 1 0 0,1-2 0 0,-4 2 0 16,0-5 0-16,0 1 0 0,-1-3 0 0,0 1 0 15,0-1 0-15,1 2 0 0,-5-4 0 0,3 5 0 16,3-4 0-16,-6-1 0 0,0 0 0 0,0 0 0 16,9-8 0-16,-7 1 0 0,1-1 0 0,2-2 0 15,-3 0 0-15,2-3 0 0,-3-3 0 0,3-1 0 16,-4 0 0-16,2 1 0 0,-1-2 0 0,-1 2 0 15,0-1 0-15,0 7 0 0,0-3 0 0,1 0 0 16,-2 3 0-16,1 0 0 0,-1 0 0 0,1 3 0 16,0 2 0-16,-2-1 0 0,2 2 0 0,0 4 0 15,2-6 0-15,-2 1 0 0,0 5 0 0,-2-2 0 16,2 2 0-16,0 0 0 0,0 0 0 0,0 0 0 16,0 0 0-16,18 12 0 0,-12-6-558 0,2 0-87 15,3 2-35-15,-3-2-372 0,1 2-1138 0,3-2 503 16</inkml:trace>
  <inkml:trace contextRef="#ctx0" brushRef="#br0" timeOffset="201033.2232">25038 3388 270 0,'0'0'465'0,"0"0"41"0,0 0 42 16,0 0 25-16,0 0 1 0,0 0-6 0,0 0-30 15,0 0-47-15,0 0-43 0,8-7-43 0,-8 7-49 16,4-3-37-16,-2 2-51 0,2-2-59 0,1-1-58 15,3 2-55-15,-2-2-52 0,6 2-54 0,-3 0-41 16,-3 1-56-16,1-1-48 0,1-2-56 0,-3 4-50 16,2 0-40-16,-7 0-23 0,9 2-25 0,-9-2-25 15,5 4-12-15,-4-2-17 0,-1-2-247 16,-1 5-704-16,1-5 312 0</inkml:trace>
  <inkml:trace contextRef="#ctx0" brushRef="#br0" timeOffset="201220.7107">25052 3456 59 0,'-9'7'132'0,"4"1"43"0,0-3 47 0,1 1 38 0,-1-4 49 15,1 3 55-15,2-2 52 0,-2 0 41 16,3 0 18-16,1-3 12 0,-3 2 3 0,3-2-20 16,0 0-26-16,0 0-46 0,0 0-41 0,0 0-45 0,0 0-43 15,26-6-74-15,-10 3-83 0,5-3-87 0,-1 2-96 16,9-2-109-16,-7 4-115 0,-1-2-120 0,2 1-122 16,-5 0-285-16,1-2-890 0,-8 0 394 0</inkml:trace>
  <inkml:trace contextRef="#ctx0" brushRef="#br0" timeOffset="201628.2413">25753 3323 78 0,'0'-7'452'0,"2"2"38"0,-2-1 15 0,0 0 7 0,1 1 0 15,2 0-17-15,-3-2 2 0,1 3-4 16,-1 0 1-16,4 1-8 0,-4 3-18 0,1-4-27 16,-1 4-29-16,0-5-32 0,0 5-34 0,0 0-37 0,0 0-25 15,0-3-37-15,0 3-29 0,0 0-146 0,0 0-72 16,0 0 0-16,0 14 0 0,0-5 0 0,0 3 0 15,2 0 0-15,0 5 0 0,-2-3 0 16,0 4 0-16,0 1 0 0,1-2 0 0,3 2 0 16,-4-1 0-16,0 0 0 0,0 2 0 0,2-1 0 0,0-1 0 15,-2-2 0-15,0 1 0 0,0-7 0 0,0 4 0 16,0-3 0-16,0-4 0 0,0 2 0 0,0-3 0 16,0 0 0-16,-4-2 0 0,4-4 0 0,4 8-252 15,-4-8-209-15,0 0-90 0,0 0-72 16,0 0-428-16,0 0-1138 0,-5-24 503 0</inkml:trace>
  <inkml:trace contextRef="#ctx0" brushRef="#br0" timeOffset="202004.3474">25714 3228 80 0,'0'-3'407'0,"-1"-5"27"0,1-2 12 0,0 4-3 0,1-3 10 15,0-1-11-15,3-2-8 0,-4 0-9 0,6 0-29 16,-1 3-15-16,2-7-30 0,-2 6-37 16,4-7-30-16,0 4-25 0,5 3-25 0,-1-4-28 15,2 3-14-15,2 3-23 0,0 0-21 0,-1 0-14 16,5 3-16-16,2 2 10 0,-2 0-35 0,1 0-5 0,-3 3-1 16,2 1-16-16,-1 2 4 0,-1 2-4 0,-2 3-14 15,-2 0-2-15,1 2 7 0,-6 0-15 16,-1 3-13-16,-3-2 5 0,-2 3-1 0,0 0 2 15,-7 4 22-15,0-2 13 0,-5 2 13 0,-6 3 5 16,-5 0-7-16,-4 1-34 0,-4-1-52 0,-4-3 0 16,2-3 0-16,2 1 0 0,1-4 0 0,2 1 0 0,6-6 0 15,0 0 0-15,8-3 0 0,4-1 0 0,-2-1 0 16,3 0 0-16,-3-1 0 0,7 1 0 16,1-2 0-16,-8 2 0 0,8-2 0 0,0 0-222 15,0 0-174-15,0 0-63 0,19 3-48 0,-7-2-59 16,-2 4-442-16,3-1-1090 0,-3-1 483 0</inkml:trace>
  <inkml:trace contextRef="#ctx0" brushRef="#br0" timeOffset="202380.0768">25494 3781 352 0,'-19'1'357'0,"19"-1"1"0,0 0 8 16,-9-2 4-16,9 2 12 0,-5-3 6 0,5 3 3 15,0 0 1-15,0 0-12 0,-10-2-11 16,10 2-16-16,0 0-11 0,0 0-24 0,0 0-20 16,0 0-13-16,-13-1-16 0,13 1-12 0,0 0-12 0,-4-3-10 15,4 3-7-15,0 0-11 0,0 0-13 0,0 0-8 16,0 0-11-16,0 0-10 0,0 0-1 15,0 0-69-15,0 0-105 0,0 0 0 0,0 0 0 16,0 0 0-16,0 0 0 0,0 0 0 0,41-3 0 16,-6-2 0-16,4 1 0 0,19 1 0 0,3-3 0 0,6 1 0 15,-1 1 0-15,-2 1 0 0,0-1 0 0,-7 1 0 16,-18 2 0-16,-5-2 0 0,-4 0 0 0,-10 3 0 16,-6 0 0-16,0 0 0 0,-6-1 0 0,0 1 0 15,-8 0 0-15,12 0 0 0,-12 0 0 16,9 1 0-16,-9-1 0 0,0 0 0 0,0 0 0 0,0 0 0 15,0 0-228-15,-18 13-329 0,9-10-113 0,-3 2-453 16,-2-1-1216-16,-3 0 537 0</inkml:trace>
  <inkml:trace contextRef="#ctx0" brushRef="#br0" timeOffset="203068.1691">25553 4132 215 0,'0'0'410'15,"0"0"25"-15,0 0 20 0,-5 3 4 0,5-3-12 16,0 0-16-16,0 0-9 0,0 0-4 0,0 0-13 0,0 0-11 16,0 0-19-16,0-11-23 0,0 11-22 0,0 0-22 15,0 0-25-15,0 0-27 0,0 0-26 16,0 0-25-16,0 0-24 0,0 0-23 0,10-3-19 15,-10 3-9-15,0 0-12 0,0 0-14 0,12 10-5 16,-10-4-18-16,2-2 0 0,1 3-3 0,-1-1-16 16,0 2-4-16,1 1-6 0,-2 2-32 0,-1-3-20 0,2 4 0 15,-1-3 0-15,-2-2 0 0,1 0 0 16,-2 0 0-16,2-1-69 0,-1 0-26 0,-1-1-9 16,1 0-2-16,-1-5 7 0,0 7 16 0,0-7 12 15,0 0 9-15,0 0 16 0,0 5 16 0,0-5 6 16,0 0 15-16,0 0 22 0,0 0 20 0,7-17 4 0,-5 10 5 15,3-3 12-15,-1 2 9 0,0-2 5 16,5-1 3-16,-3 3-6 0,1-2 12 0,2 4-5 16,-1-2-2-16,-1 3 0 0,-1-2-9 0,3 4-59 15,1-3-2-15,-3 4 0 0,-1 0 0 0,2 1 0 16,2 2 0-16,-5 1 0 0,4 0 0 0,-4 1 0 0,4 1 0 16,-4 2 0-16,1-3 0 0,1 5 0 0,-3-1 0 15,1-3 0-15,0 4 0 0,-1-2 0 16,0-3 0-16,-3 4 0 0,2 1 0 0,-2-5-17 15,-1 3-103-15,0-1-7 0,0-1 5 0,0-1 13 16,0-3 15-16,3 4 11 0,-3-4 15 0,0 0 19 0,0 0 7 16,0 0 10-16,0 0 21 0,0 0 10 0,11-7 1 15,-8 2 4-15,-1 0 11 0,5 0 11 16,-5 2 10-16,6-1 12 0,-6 0 13 0,5 0-9 0,-2 1 8 16,-5 3-13-16,9-3-8 0,-9 3-8 15,10 1 2-15,-10-1 3 0,14 2-6 0,-9 1-6 16,0 1-3-16,1 1 3 0,-1 0-5 0,1 0 2 0,-2 1-5 15,-2-1-4-15,1-1 2 0,1 2-8 0,-2-1-31 16,-2 1-37-16,0-2-47 0,0 0-47 0,0-4-48 16,0 9-55-16,0-9-45 0,0 0-61 15,-2 5-86-15,2-5-81 0,0 0-389 0,0 0-998 16,0 0 442-16</inkml:trace>
  <inkml:trace contextRef="#ctx0" brushRef="#br0" timeOffset="203286.8954">25787 3969 205 0,'0'0'529'16,"0"0"43"-16,0 0 21 0,0 0-3 0,0 0-19 0,0 0-40 16,0 0-31-16,0 0-34 0,0 0-33 15,0 0-48-15,0 0-34 0,-5-1-36 0,5 1-35 16,0 0-31-16,0 0-40 0,0 0-54 0,0 0-74 15,0 0-74-15,0 0-61 0,0 0-64 0,0 0-68 16,0 0-67-16,0 0-79 0,0 0-77 0,0 0-91 16,15 11-362-16,-15-11-933 0,0 0 412 0</inkml:trace>
  <inkml:trace contextRef="#ctx0" brushRef="#br0" timeOffset="203630.5375">26564 3738 517 0,'0'0'546'0,"0"0"18"0,0 0-3 0,0 0-18 16,-2-4-34-16,4 1-34 0,-2 3-32 0,0 0-34 16,0 0-40-16,4-4-40 0,-4 4-33 0,6-4-31 0,-4 2-27 15,1-2-30-15,1 1-29 0,1 2-47 0,4-1-48 16,-4 0-46-16,3 0-54 0,-3 1-50 15,3 1-57-15,-1-2-64 0,1-1-60 0,0 5-55 16,-3 1-68-16,1-3-49 0,-6 0-29 0,9 3-307 16,-5-1-817-16,0 0 362 0</inkml:trace>
  <inkml:trace contextRef="#ctx0" brushRef="#br0" timeOffset="203849.2363">26568 3824 240 0,'-3'4'315'16,"0"-1"34"-16,1 1 23 0,2-4 12 0,-1 5 14 15,1-5-7-15,5 3-11 0,-1-1-15 0,4-2-17 0,2 0-26 16,4 0-33-16,-1-2-26 0,3-1-23 16,1 3-29-16,-3 0-12 0,1-3-34 0,-1 1-53 15,-1 2-66-15,-1-4-88 0,0 2-91 0,-1 0-96 16,-5-1-113-16,2 1-433 0,-3-3-837 0,-1 0 371 16</inkml:trace>
  <inkml:trace contextRef="#ctx0" brushRef="#br0" timeOffset="205865.1712">27388 3363 279 0,'0'-4'377'0,"0"4"11"0,0-4-10 16,0 4-6-16,0 0-5 0,0-5-3 0,0 5-6 15,0 0-8-15,0 0-9 0,2-5-4 0,-2 5-14 16,0 0-7-16,0 0-11 0,0 0-17 0,0 0-20 16,0 0-16-16,0 0-19 0,0 0-26 0,0 0-18 15,0 0-17-15,0 0-26 0,0 0-16 0,0 0-12 16,0 0-19-16,0 0-14 0,0 12 7 0,0-6-22 16,-2 4-10-16,2-5-5 0,0 8-3 0,0-4-8 15,-1 5 3-15,0-1-4 0,0 3-10 0,-3-1-3 16,4 2 2-16,-3-1-5 0,1-5-7 0,-2 1-29 15,2-1-16-15,1-4-20 0,0 4-9 0,0-5-10 16,-1 1-4-16,2-1-2 0,0-2 2 0,0-1 6 16,0-3 10-16,0 5 12 0,2-2 9 0,-2-3 6 15,0 0-5-15,0 0 6 0,0 0 2 0,11-11 4 16,-4 8 10-16,-1-5 5 0,3-1 9 0,-1 4 3 16,-1-4 7-16,0 4 12 0,1-3 6 0,0 2 6 15,-1 3 2-15,-2-2-6 0,2 0-5 0,-4 3-7 16,3-1 0-16,-2 2-7 0,-4 1 0 0,14 1 0 15,-7 0 0-15,4 3-12 0,-2-1 10 0,1 4-6 16,2-1 5-16,-3 2-9 0,2-2 1 0,-2 1 2 16,0 2-3-16,3 1 5 0,-3-2-5 0,-2 0 7 15,2 1-7-15,0-2 3 0,-2 0-3 0,0-1 5 16,-2-2-7-16,0-1-4 0,-1 0 3 0,-1 0 5 16,1-1 5-16,-4-2 10 0,7 0 8 0,-7 0 5 15,4-5 19-15,-1-1 31 0,-1-3 11 0,3 1 8 16,-1-3 11-16,1-7 4 0,-1 0-20 0,-3-10-99 15,3 3 0-15,0 1 0 0,1-2 0 0,0 2 0 16,-3-1 0-16,0 6 0 0,-2 2 0 0,4 2 0 16,-3 3 0-16,-1 2 0 0,0 1 0 0,0 2 0 15,2 1 0-15,0 1 0 0,-2 1 0 0,0 0 0 16,0 4 0-16,0-4 0 0,0 4 0 0,0 0 0 16,0 0 0-16,0 0 0 0,0 0 0 0,0 0 0 15,4 17 0-15,-3-11 0 0,2 7-499 0,-2-1-109 16,4 4-573-16,1-6-1280 0,2 0 567 0</inkml:trace>
  <inkml:trace contextRef="#ctx0" brushRef="#br0" timeOffset="206318.6768">27877 3499 284 0,'0'0'471'0,"0"0"2"0,0 0-2 0,-6-14-17 15,6 14-25-15,-1-3-30 0,1 3-28 0,-1-5-27 16,1 5-22-16,0 0-30 0,0 0-25 0,0-3-30 16,0 3-22-16,0 0-27 0,0 0-21 0,0 0-24 15,0 0-11-15,0 0-14 0,10 6-12 0,-5-4-15 16,-5-2-10-16,7 6-16 0,-5-1-12 0,1 1-11 16,-1-3-11-16,2 4-4 0,-3-3-6 0,3 1-7 15,-4 1 4-15,0-2-4 0,0 3-2 0,-2-1-1 16,-1-2 0-16,-3 0 1 0,1 2-12 15,-2-2 8-15,1-1-8 0,-2-1-5 0,0 0 10 16,0-2 1-16,1 0 4 0,7 0 3 0,-11-2 9 0,4-2 8 16,1-1 13-16,2-2 9 0,2 2 11 0,-1-2 4 15,0-2 1-15,2 1 0 0,4-1-2 0,-3 0-8 16,2 2-13-16,0-3 4 0,0 3 2 0,1 1-5 16,-1 1-6-16,3 1-7 0,-1 1 0 0,0 0-15 15,1 0-1-15,0 2-2 0,2 1-7 16,-7 0-2-16,12 4-3 0,-5-2 3 0,-1 4 1 0,1 0 2 15,0 2-6-15,0-1 5 0,-2 3-5 0,1 0 5 16,-1-1-13-16,0 2-30 0,0-1-29 0,-1 0-43 16,1 1-41-16,1-3-45 0,-3 2-52 0,5-2-46 15,-3-1-66-15,0-1-77 0,0-2-114 16,3-2-276-16,5-2-892 0,-13 0 395 0</inkml:trace>
  <inkml:trace contextRef="#ctx0" brushRef="#br0" timeOffset="206599.8609">28150 3378 195 0,'-2'-4'537'15,"2"-2"38"-15,-2 2 23 0,2 4-5 0,0-7-16 16,-4 5-25-16,4 2-25 0,0-4-17 0,0 4-36 16,0 0-34-16,0 0-41 0,-1-5-34 0,1 5-39 0,0 0-38 15,0 0-26-15,0 0-30 0,0 0-29 0,0 0-23 16,0 0-20-16,0 0-17 0,0 0-88 15,0 15-55-15,0-8 0 0,-3 3 0 0,6 1 0 16,-6-1 0-16,2 7 0 0,1-5 0 0,-2-1 0 16,-1 1 0-16,3 0 0 0,3-1 0 0,-3-1 0 0,0-1 0 15,0-3 0-15,0 4 0 0,0-3-262 16,0-3-31-16,2 3-45 0,-2-6-65 0,4 5-84 16,1-4-109-16,-5-2-373 0,13 0-1050 0,-3-5 465 15</inkml:trace>
  <inkml:trace contextRef="#ctx0" brushRef="#br0" timeOffset="206881.0451">28260 3363 401 0,'0'-6'453'15,"0"-1"36"-15,0 2 40 0,0 1 27 0,0 0 17 16,1-1 9-16,-1 5-4 0,-1-7-9 0,1 3-19 16,0 4-31-16,1-4-39 0,-1 4-47 0,0 0-35 15,0 0-55-15,0 0-36 0,0 0-35 0,0 0-113 16,0 0-159-16,0 0 0 0,0 0 0 0,0 0 0 15,-1 20 0-15,1-11 0 0,-1 4 0 0,1 3 0 16,-4 1 0-16,3 1 0 0,-1-3 0 0,1 3 0 16,0-2 0-16,0 2 0 0,-1-1 0 0,0-1 0 15,0-5 0-15,2 0 0 0,0 2 0 0,0-3 0 16,-1-1 0-16,1-2 0 0,-4-3 0 0,6 2 0 16,-1-2 0-16,-1-4 0 0,-1 5 0 0,1-5-169 15,-2 6-144-15,2-6-24 0,0 0-81 0,0 0-50 16,0 0-41-16,0 0-32 0,4-18-365 0,-3 12-982 15,2-2 434-15</inkml:trace>
  <inkml:trace contextRef="#ctx0" brushRef="#br0" timeOffset="207115.3657">28174 3467 224 0,'-4'-1'270'0,"-1"-1"50"0,5 2 42 16,-10-3 30-16,5 0 33 0,1 1 29 0,0 1 26 15,4 1 5-15,-5-3 8 0,5 3-3 0,0 0-14 16,-6-3-22-16,6 3-22 0,0 0-29 0,-4-3-28 15,4 3-26-15,0 0-27 0,0 0-33 0,0 0-33 16,0 0-30-16,10-6-28 0,-3 6-182 0,4-2-16 16,3-1 0-16,7 2 0 0,-1 1 0 0,1-2 0 15,-1-2 0-15,3 1 0 0,-1 1 0 0,-2-2 0 16,-2 2 0-16,-4 1-261 0,-2-1-66 0,3 0-60 16,-5 1-70-16,-1-1-64 0,-1-1-92 0,-3 1-325 15,-5 2-1016-15,9-5 450 0</inkml:trace>
  <inkml:trace contextRef="#ctx0" brushRef="#br0" timeOffset="207724.5985">27255 3834 337 0,'-5'-3'371'0,"5"3"-14"0,-7-2-13 0,2 0-19 0,2-1-8 16,3 3-23-16,-6-1-1 0,6 1-15 0,-8-3-16 15,5 1-9-15,3 2-14 0,0 0-12 0,-7-2-8 16,7 2-11-16,-5-3-4 0,5 3-8 0,-4-2-9 15,4 2-3-15,0 0-4 0,0 0-7 0,0 0-4 16,0 0 0-16,0 0-6 0,0 0-2 0,0 0-3 16,0 0 0-16,0 0-7 0,0 0-1 0,0 0 0 15,-7-1 1-15,7 1-11 0,0 0-13 0,0 0-17 16,25-1-9-16,-9 1-3 0,11-2-4 0,9 2-1 16,15-1-7-16,8 2-3 0,5 1-13 0,30-4-5 15,5 2-9-15,7 0-16 0,-1-1-40 0,10 1 0 16,-7-2 0-16,-3-1 0 0,-13 2 0 0,-32 2 0 15,-20 1 0-15,-3 0 0 0,-3-2 0 0,-5 1 0 16,-9 2 0-16,0-3 0 0,-8 2 0 0,-2-1 0 16,-4-1 0-16,2 1 0 0,-3 0 0 0,-5-1 0 15,9 0 0-15,-5 2 0 0,-4-2 0 0,0 0-78 16,0 0-74-16,0 0-24 0,0 0-41 0,0 0-49 0,-15 3-41 16,15-3-74-16,-9 0-72 0,9 0-70 15,-10-1-417-15,10 1-1018 0,0 0 451 0</inkml:trace>
  <inkml:trace contextRef="#ctx0" brushRef="#br0" timeOffset="209522.5295">27659 4091 16 0,'0'0'317'0,"-2"-4"15"15,2 4 8-15,-2-5 15 0,2 5 20 16,0-6 8-16,-1 3 9 0,1 3 3 0,-1-6 6 16,0 2-6-16,1 4-6 0,0-7-3 0,-2 3-5 15,2 4-7-15,2-4-5 0,-2 4-9 0,0-6-19 16,0 6-31-16,-2-4-28 0,2 4-32 0,0 0-26 16,0 0-26-16,0 0-23 0,0 0-30 0,0 0-12 15,0 0-14-15,0 0-65 0,0 14-54 0,3-4 0 16,-3 2 0-16,1-1 0 0,-1 2 0 0,1 2 0 15,-1 2 0-15,-1 1 0 0,-1 0 0 0,2 0 0 0,-4 0 0 16,0 0 0-16,1-1 0 0,-2-1 0 0,-1 0 0 16,2-1 0-16,0-3 0 0,0-1 0 0,1-2 0 15,-1 1 0-15,0-2 0 0,1-3 0 16,1 1 0-16,1-1 0 0,-1-3 0 0,2 2 0 16,0-4 0-16,0 0 0 0,0 6 0 0,0-6 0 0,0 0 0 15,0 0 0-15,8-10 0 0,-3 6 0 0,3-7 0 16,1 5 0-16,-3-7 0 0,5 1 0 0,2-2 0 15,1-3 0-15,0-3 0 0,4 0 0 16,-7-2 0-16,4 2 0 0,-4 2 0 0,-2 2 0 0,-1 0 0 16,2 3 0-16,-3-1 0 0,-5 3 0 0,5 2 0 15,-2 2 0-15,-3 0 0 0,3 2 0 0,-2-1 0 16,1 2 0-16,-3 1 0 0,-1 0 0 0,3 0 0 16,-3 3 0-16,2-5 0 0,-2 5 0 15,0 0 0-15,1-1 0 0,-1 1 0 0,0 0 0 0,0 0 0 16,-5 11 0-16,3-4 0 0,-3 0 0 0,-3 4 0 15,0 0 0-15,1 3 0 0,0-3 0 0,-3 2 0 16,2-2 0-16,3-1 0 0,0 0 0 0,1 1 0 16,-2-5 0-16,1 4 0 0,2-5 0 0,2-2 0 15,-2 5 0-15,2-2 0 0,5-3 0 0,0 4 0 16,2-2 0-16,0 0 0 0,2 0 0 0,4-1 0 16,-1 2 0-16,3-3 0 0,-5 1 0 0,4-1 0 15,-1-1 0-15,-1 1 0 0,-3-1 0 0,-2-2-48 16,1 2-218-16,1-4-61 0,0 1-63 0,-2 0-58 15,1-2-58-15,-1 0-52 0,-4-1-384 0,3 0-1020 16,-2-3 452-16</inkml:trace>
  <inkml:trace contextRef="#ctx0" brushRef="#br0" timeOffset="210178.6269">28001 4122 349 0,'0'0'402'0,"2"-5"31"0,1 2 12 0,-3 3-5 15,2-5-15-15,1 2-10 0,-3 3-15 0,1-4-12 16,-1 4-18-16,3-4-24 0,-3 4-32 0,1-4-23 16,-1 4-19-16,0 0-20 0,1-3-34 0,-1 3-32 15,0 0-18-15,0 0-21 0,0 0-17 0,0 0-18 16,13 4-9-16,-9-1-4 0,2 2-16 0,-1-1-1 16,0 1-17-16,-1 1-10 0,3 1-4 0,-3-1-9 15,-2 0-5-15,1 3-3 0,0 1 0 0,0-2-10 16,-2-3 6-16,-2 3-3 0,0-1 0 0,1-1-1 15,-4 3-4-15,-4-3-5 0,2 2-2 0,-2-2-6 16,-1 0-12-16,0-1-5 0,0-1-1 0,0-1-1 16,3-1 9-16,-2 1 0 0,3-4 6 0,5 1 1 15,-10-3 4-15,4 2 10 0,2-2 7 0,1-2 20 16,-1 0 3-16,2-1 12 0,-1-1 2 0,3-2 4 16,0 1-8-16,-1-1-1 0,2 4-5 0,-1-4 9 15,4 1-10-15,-3 2 1 0,2-1-5 0,1 3-5 16,-3-1-1-16,-1 1-43 0,3 1 0 0,-3 3 0 15,6-4 0-15,-6 4 0 0,0 0 0 0,10 7 0 16,-3-4 0-16,-5 3 0 0,10 1 0 0,-3 4 0 16,-2 2 0-16,1 3 0 0,1 2 0 0,-3-2 0 15,-1 2 0-15,1 1 0 0,-4 1 0 0,2 5 0 16,1 0 0-16,-4-7 0 0,-3 8 0 0,0-9 0 16,0 2 0-16,4 1 0 0,0-1 0 0,-2-1 0 15,-2 0 0-15,0 0 0 0,-1-5 0 0,0-2 0 16,-1 1 0-16,1-3 0 0,-1 0 0 0,3-3 0 15,-2 1 0-15,1-2 0 0,0-2 0 0,2-3 0 16,2 8 0-16,-6-3 0 0,4-5 0 0,-6 3 0 16,2-2 0-16,4-1 0 0,-9-1 0 0,9 1 0 15,-10-5 0-15,3 2 0 0,2-2 0 0,0-2 0 16,0-2 0-16,-3 1 0 0,8-1 0 0,-4-1 0 16,3-1 0-16,1 0 0 0,1 0 0 0,3 0 0 15,0-3 0-15,1 3 0 0,4-3 0 0,5 0 0 16,0 0 0-16,1 4 0 0,4-1 0 0,-3 0 0 15,-2 3-33-15,1 1-304 0,2-3-51 0,-6 5-49 16,1 0-48-16,1-3-62 0,-2 4-447 0,1-3-1078 16,-2-1 477-16</inkml:trace>
  <inkml:trace contextRef="#ctx0" brushRef="#br0" timeOffset="210459.8104">28402 4112 169 0,'4'-9'430'0,"-2"-2"31"0,3 0 27 0,-1 3 30 16,0-1 14-16,-3 2 8 0,2 0 4 0,-2 3-5 16,2 0-14-16,-2 0-20 0,0 0-25 0,2 4-35 15,-3 0-35-15,0-5-40 0,0 5-38 0,0 0-28 16,1-5-38-16,-1 5-28 0,0 0-143 0,-5 20-95 16,1-8 0-16,0 6 0 0,-5 6 0 0,-1 1 0 15,1 2 0-15,0 3 0 0,-5-1 0 0,0 0 0 16,0 4 0-16,1-5 0 0,-1 7 0 0,0-6 0 15,0-1 0-15,-1 0 0 0,1 1 0 0,0 4 0 16,1-11 0-16,-1 5 0 0,2-2 0 0,-2-2 0 16,5-8 0-16,0 1 0 0,3-2 0 0,-2-5 0 15,5 2 0-15,1-2 0 0,-3-1 0 0,3-1 0 16,2-4 0-16,2 1-234 0,3 1-310 0,-1-2-45 16,-4-3-39-16,18-3-405 0,-8-1-1119 0,0 0 495 15</inkml:trace>
  <inkml:trace contextRef="#ctx0" brushRef="#br0" timeOffset="210912.8304">28530 4216 189 0,'7'-11'467'16,"-2"4"40"-16,-1-4 30 0,-4 8 11 0,2-2-4 15,-1 0-17-15,1-1-24 0,-2 4-38 0,0 2-29 16,0 0-45-16,4-3-36 0,-4 3-44 0,0-4-33 15,0 4-30-15,0 0-25 0,0 0-20 0,-13 10-21 16,8-2-18-16,-5-1-17 0,1-1-13 0,3 6-15 16,-4-6-9-16,5 4-12 0,-3-3-15 0,3 2-25 15,-1-2-23-15,3-2-13 0,-1 2-18 0,0-3-14 16,3 2 9-16,1 0-1 0,0 0 0 0,0-1-1 16,1 0 0-16,2 1-2 0,0-1-1 0,1-1 6 15,-1 2-1-15,1-4 2 0,-1 4-8 0,3-3 10 16,-2 3-1-16,1-3-4 0,1 3 1 0,-2-3 0 15,1 1 2-15,1-1-11 0,-3 3 7 0,1-2-8 16,-2-1 4-16,3 2 2 0,-3-1 0 0,-1 1 3 16,1 0-3-16,-2 0 1 0,0 0 6 0,-2-2 11 15,-1 3 0-15,-4 0 10 0,0 1 7 0,1-3 5 16,-6 3-7-16,1-2-8 0,-2 1-2 0,-1-3 3 16,1 1-2-16,2-2-9 0,-2 1-13 0,3-3-1 15,-2 1-24-15,3-1-16 0,0-4-36 0,4 2-33 16,1-1-38-16,-2-1-40 0,2-1-61 0,4-2-53 15,0 1-65-15,5-2-63 0,4-3-75 0,5 2-418 16,7-2-1001-16,3 0 444 0</inkml:trace>
  <inkml:trace contextRef="#ctx0" brushRef="#br0" timeOffset="211178.4905">29061 3854 211 0,'0'-4'475'0,"0"0"9"16,3-2-19-16,-3 3-25 0,1 0-38 0,0-2-27 15,-1 5-32-15,3-9-32 0,-2 6-31 0,3 0-30 16,-1-1-27-16,-1 0-24 0,5 1-20 0,0 1-19 16,0 0-28-16,-1-1-50 0,4 1-51 0,2 0-78 15,-2 1-65-15,-4-1-58 0,6 2-53 0,-7 0-56 16,1 0-50-16,0 2-46 0,-6-2-210 0,8 2-633 16,-8-2 280-16</inkml:trace>
  <inkml:trace contextRef="#ctx0" brushRef="#br0" timeOffset="211365.8495">29093 3918 271 0,'-2'3'401'0,"0"0"64"16,0 0 31-16,-2 0 25 0,4-3 2 0,0 0-12 15,0 5-14-15,0-5-19 0,0 0-45 0,13-1-38 16,-13 1-37-16,18-4-45 0,-6 1-31 0,3 2-26 16,2-2-28-16,-4 1-26 0,2-1-74 0,-2 2-78 15,-4 0-80-15,3-1-86 0,-1-1-103 0,-6 3-92 16,-5 0-89-16,14-2-128 0,-11-1-340 0,-3 3-939 15,1-8 415-15</inkml:trace>
  <inkml:trace contextRef="#ctx0" brushRef="#br0" timeOffset="212085.2902">30433 3414 400 0,'0'0'462'0,"0"-3"7"0,0 3 10 15,0 0-3-15,-2-5-1 0,2 5-8 0,0 0-11 16,-1-7 0-16,1 7-1 0,0-3-8 0,0 3-18 16,0 0-13-16,0 0-27 0,-3-3-16 0,3 3-28 15,0 0-34-15,0 0-30 0,0 0-31 0,0 0-27 0,0 0-91 16,0 0-132-16,0 0 0 0,0 0 0 16,0 0 0-16,0 0 0 0,2 14 0 0,-1-7 0 15,-2 4 0-15,1 7 0 0,0-2 0 0,0 0 0 16,1 1 0-16,-1 1 0 0,1 0 0 0,1 2 0 15,-2-2 0-15,0-2 0 0,1-2 0 0,2 6 0 0,-3-9 0 16,2 0 0-16,-1 0 0 0,1-1 0 16,0-3 0-16,-1-2 0 0,1 2 0 0,-2-3 0 15,0-4 0-15,0 10 0 0,0-10 0 0,0 4 0 16,0-4 0-16,0 0 0 0,-3 5 0 0,3-5 0 16,0 0 0-16,-4 5 0 0,4-5 0 0,0 0 0 15,0 0 0-15,0 0 0 0,0 0 0 0,-23-8 0 16,14 6 0-16,3 1 0 0,-4-1 0 0,1-4 0 15,-3 3 0-15,3 1 0 0,0 0 0 0,-1-1 0 16,5 3 0-16,-3-3 0 0,8 3 0 0,-15-4 0 16,7 2 0-16,1 1 0 0,-2 1 0 0,-3-1 0 15,3-2 0-15,2 3 0 0,0-1 0 0,0 0 0 16,7 1 0-16,-12 0 0 0,12 0 0 0,-6-2 0 0,6 2 0 16,-8-4 0-16,8 4 0 0,-4-5 0 15,3 0-168-15,0 1-424 0,2-3-80 0,0 0-455 16,2-2-1220-16,-1-1 540 0</inkml:trace>
  <inkml:trace contextRef="#ctx0" brushRef="#br0" timeOffset="212413.4822">30167 3392 103 0,'-8'-4'456'16,"-1"0"7"-16,0-2 14 0,0 5 7 0,4-6-11 15,-4 4-3-15,4-1-12 0,-1 2-18 0,2 0-12 16,-2 0-13-16,4-3-17 0,2 5-17 0,-4-3-24 16,4 3-28-16,-5-3-20 0,5 3-19 0,0 0-22 15,-4-2-20-15,4 2-20 0,0 0-28 0,0 0-17 16,0 0-19-16,9-6-16 0,5 2-127 0,3 1-21 16,10-3 0-16,4 0 0 0,2 0 0 0,5-2 0 15,17-2 0-15,1 2 0 0,-2-1 0 0,-5 0 0 16,-10 3 0-16,-1 0 0 0,-7 2 0 0,0-4 0 15,-2 6 0-15,-12-2 0 0,2 2 0 0,-6-1 0 16,1 1 0-16,-3 0 0 0,3 0 0 0,-7 2 0 16,-1 0-84-16,-6 0-299 0,9 0-75 0,-4 0-41 15,-5 0-57-15,5 6-480 0,-5-6-1121 0,0 0 496 16</inkml:trace>
  <inkml:trace contextRef="#ctx0" brushRef="#br0" timeOffset="213649.3382">30845 3269 215 0,'0'0'284'0,"0"0"-14"16,0 0-12-16,0 0-13 0,0 0-12 15,0 0-10-15,0 0-12 0,2-6-10 0,-2 6-3 16,0 0-8-16,0 0-8 0,0 0-12 0,0 0 2 16,0 0-1-16,0 0-11 0,0 0 1 0,0 0-10 15,0 0-3-15,0 0-5 0,0 0-2 0,0 0-5 16,0 0-4-16,0 0 1 0,0 0-4 0,0-3-1 15,0 3-4-15,0 0 4 0,0 0-1 0,0 0-3 0,0 0-5 16,0 0-1-16,0 0-3 0,0 0-2 16,0 0-5-16,0 0 0 0,0 0-2 0,0 0-3 15,0 0 0-15,-5-6-5 0,5 6-6 0,0 0-1 16,0 0-9-16,0 0 0 0,0 0-6 0,0 0 1 16,0 0-16-16,0 0 7 0,0 0-1 0,0 0 4 15,0 0 4-15,3-4-11 0,-3 4 0 0,0 0 1 16,0 0-7-16,0-5-1 0,0 5 8 0,0 0 3 15,0 0-2-15,0 0-3 0,0 0 3 0,0 0 3 16,0 0-2-16,0 0 4 0,0 0-6 0,0 0-3 16,0 0-62-16,-5-2 0 0,5 2 0 0,0 0 0 15,0 0 0-15,0 0 0 0,0 0 0 0,5-4 0 16,-5 4 0-16,0 0 0 0,0 0 0 0,0 0 0 16,0 0 0-16,0 0 0 0,0 0 0 0,0 0 0 15,0 0 0-15,0 0 0 0,0 0 0 0,0 0 0 16,0 0 0-16,0 0 0 0,0 0 0 0,0 0 0 15,0 0 0-15,0 0 0 0,0 0 0 0,0 0 0 0,0 0 0 16,0 0 0-16,0 0 0 0,0 0 0 16,0 0 0-16,0 0 0 0,0 0 0 0,0 0 0 15,0 0 0-15,0 0 0 0,0 0 0 0,-6 14 0 16,5-7 0-16,-3 5 0 0,1 6 0 0,0 8 0 16,-5-1 0-16,-2 2 0 0,2 1 0 0,-4 1 0 15,6 2 0-15,-7-2 0 0,6 4 0 0,-4-2 0 0,-3 1 0 16,5 0 0-16,-6-3 0 0,2 0 0 15,3 6 0-15,-3-4 0 0,0-2 0 0,2-2 0 16,1 3 0-16,-2-7 0 0,2 0 0 0,1 1 0 16,4-6 0-16,0-4 0 0,1-2 0 0,-1 0 0 15,1-2 0-15,0-1 0 0,2 1 0 0,-2-3 0 16,1 3 0-16,2-6 0 0,-2 1 0 0,3 2 0 0,0-7 0 16,-2 6 0-16,2-6 0 0,-3 5 0 15,3-5 0-15,0 0 0 0,-5 8 0 0,5-8 0 16,0 0 0-16,0 0 0 0,0 0 0 0,0 0 0 15,0 0 0-15,0 0-50 0,14 1-360 0,-14-1-32 16,17-9-47-16,-7 3-46 0,2 1-61 0,-2-6-350 16,4-2-1023-16,-1 1 453 0</inkml:trace>
  <inkml:trace contextRef="#ctx0" brushRef="#br0" timeOffset="214181.3699">31005 3543 180 0,'1'-6'341'0,"-1"1"2"16,4 0 1-16,-4 2-7 0,4-3-3 0,-3 1-11 16,-1 2 2-16,0-1 3 0,2 0-12 0,-2 4-4 15,2-4-13-15,-2 4-7 0,0-4-13 0,0 4-23 16,0-5-22-16,0 5-13 0,0 0-26 0,0 0-17 15,3-4-20-15,-3 4-21 0,0 0-15 0,0 0-18 16,0 0-9-16,0 0-10 0,0 0-6 16,0 0-12-16,-12 11-6 0,7-6-11 0,0 1 0 0,-3 1-3 15,3-1 0-15,-2 2-8 0,5-2-8 0,-5 2-1 16,2-4 1-16,2 0-4 0,-1 2-3 0,2-3-2 16,0 1-5-16,2-4 0 0,-5 3-8 0,5 0 2 15,0-3 3-15,0 5-4 0,0-5-3 16,0 0 3-16,4 8-3 0,-1-6 2 0,1 1 1 15,-1-1-2-15,6 0-6 0,-4 2 0 0,0-3 1 0,3 4 1 16,1-1-5-16,0-1 2 0,-3 2 0 0,-2 0-7 16,3 0 4-16,0-3-4 0,-3 4 5 0,0-1 1 15,0 0 0-15,-2 0 1 0,1-1 2 0,-2 1 0 16,2-1 2-16,-3 1-3 0,0 0 2 0,-1 0 3 16,-1-1 3-16,0 0 6 0,-2 1 2 15,-1 1 8-15,-2-3-2 0,-3 0 1 0,5 1-6 0,-3-1 1 16,3 0 0-16,1-1 0 0,4-2-5 0,-10 3-3 15,10-3 5-15,-8 0 1 0,8 0-4 16,-5 2 1-16,5-2 2 0,0 0-2 0,0 0-6 16,-4 1-18-16,4-1-26 0,0 0-39 0,0 0-43 15,0 0-57-15,0 0-58 0,0 0-92 0,0 0-75 16,0 0-98-16,0 0-398 0,0 0-967 0,0 0 428 0</inkml:trace>
  <inkml:trace contextRef="#ctx0" brushRef="#br0" timeOffset="214746.0302">29898 3971 132 0,'0'0'354'0,"-10"0"10"0,10 0-6 15,0 0-7-15,0 0-8 0,-14-4-15 0,14 4 1 16,-2-3 3-16,2 3-9 0,0 0-9 0,0 0-17 16,-7-2-23-16,7 2-18 0,0 0-19 0,0 0-21 15,0 0-19-15,0 0-22 0,0 0-15 0,0 0-15 16,0 0-13-16,0 0-16 0,0 0-16 0,0 0-9 16,18-6-9-16,-7 6-8 0,10-1-7 0,11-1-6 15,1 2-7-15,17-3-4 0,11-2-8 0,3 5-4 16,37-3-1-16,0 2-6 0,5-1 2 0,8 1 6 15,-3 0 0-15,3 1 8 0,4-2 11 0,-5 2 4 16,-11-4 7-16,-8 4 8 0,-29 1-1 0,-4 2 0 16,-4-6-6-16,-4 3-5 0,-13 3-19 0,-11-2 3 15,2 0-2-15,-11-1-6 0,-4 0-3 0,-5 0-7 16,2 0 1-16,-7 1-9 0,-2-2-20 0,-4 1-17 16,13 0-27-16,-13 0-38 0,2 2-43 0,-2-2-48 15,0 0-24-15,3 6-23 0,-3-6-48 0,-8 4-63 16,-2-1-66-16,3-2-91 0,-6 2-377 0,-1 0-935 15,-2-2 414-15</inkml:trace>
  <inkml:trace contextRef="#ctx0" brushRef="#br0" timeOffset="215700.5273">30221 4121 138 0,'0'-5'434'0,"0"1"4"0,0-1-1 16,0 5 0-16,1-7 0 0,-1 3-1 0,0 4-5 0,1-4-6 15,-1 0-11-15,0 4-18 0,-1-6-5 0,1 6-15 16,-1-5-22-16,1 5-30 0,0 0-37 16,0 0-22-16,0 0-31 0,0 0-27 0,0 0-26 15,0 0-23-15,0 0-15 0,0 0-11 0,0 0 1 16,2 16-9-16,-2-7-7 0,0 0-1 0,0 1-19 0,-1 0-8 16,1 1-49-16,0 1-40 0,-1 0 0 0,-1 2 0 15,0-4 0-15,0 2 0 0,0 5 0 16,-1-2 0-16,1-3 0 0,0-3 0 0,0 0 0 15,0 1 0-15,0-3 0 0,1-2 0 0,-2 1 0 16,2-2 0-16,1 0 0 0,-1 1 0 0,1-5 0 0,0 4 0 16,0-4 0-16,-2 5 0 0,2-5 0 0,0 0 0 15,2 3 0-15,-2-3 0 0,0 0 0 16,0 0 0-16,0 0 0 0,18-11 0 0,-13 5 0 16,1 1 0-16,3-3 0 0,0 0 0 0,0 0 0 15,1-1 0-15,0-3 0 0,1-1 0 0,1 2 0 16,-3 2 0-16,2-5 0 0,-3 6 0 0,1-3 0 0,-1 2 0 15,-3 1 0-15,0 4 0 0,0-2 0 0,-1 1 0 16,0 1 0-16,-3 1 0 0,2 0 0 0,-3 3 0 16,4-2 0-16,-4 2 0 0,2-3 0 15,-2 3 0-15,0 0 0 0,4-2 0 0,-4 2 0 16,0 0 0-16,0 0 0 0,-5 11 0 0,1-4 0 0,-1 3 0 16,0-5 0-16,-4 7 0 0,4-5 0 0,-3 4 0 15,3-2 0-15,-1 1 0 0,-1-2 0 0,2 1 0 16,1-2 0-16,-1-3 0 0,1 3 0 15,2-2 0-15,-1 0 0 0,3 0 0 0,-2 0 0 0,4 0 0 16,-2-1 0-16,5 1 0 0,1-2 0 0,1 1-77 16,5-1-27-16,-1 1-9 0,1-2-23 0,0-1-26 15,1 1-31-15,1-2-31 0,2-2-46 0,-2 1-68 16,0-1-67-16,2 0-71 0,-3 0-72 0,-1-3-310 16,0-1-929-16,1 1 412 0</inkml:trace>
  <inkml:trace contextRef="#ctx0" brushRef="#br0" timeOffset="216310.5494">30626 4179 434 0,'0'0'454'0,"6"-8"-3"16,-4 5-14-16,2 1-24 0,0 0-27 0,-4 2-25 15,4-2-22-15,-1-1-29 0,-3 3-18 16,0 0-23-16,2-3-28 0,-2 3-23 0,0 0-24 0,0 0-21 15,0 0-26-15,0 0-11 0,0 0-9 0,13 7-19 16,-11-6-9-16,1 3-11 0,-3 0-7 0,3 1-11 16,-1 0-7-16,-1 0-5 0,-1 2-7 0,2 1-3 15,-4-3-10-15,1 1 3 0,0 0 1 16,0 1-6-16,-3-2-3 0,1 1-1 0,-1-1-1 16,-6 1-4-16,1-1-3 0,3-2-2 0,-1 0-8 0,0-1-5 15,-1 0 3-15,2-1-1 0,-1 1 0 0,7-2 5 16,-11 0-1-16,11 0-2 0,-8-3 0 15,4 1 12-15,4 2 5 0,-4-6-1 0,3 1 7 16,0-1 3-16,1 0 2 0,1 0 3 0,-1 1 0 16,1-2-1-16,3 3-1 0,0-3 2 0,-1 1-1 15,-1 3 0-15,-2-1-2 0,4 1-6 0,0-1-6 0,-4 4-4 32,6-2-2-32,5 4-4 0,-5 2-1 0,2 1-2 0,0-1 3 0,0 5-2 0,-1 0 11 0,4 3 3 15,-3 5 2-15,-3 1 1 0,3 0-5 16,2 5-6-16,-5 3 5 0,0 1-3 0,-1-10-2 15,-2 1-2-15,2 8 5 0,-4-2-4 0,0-4-7 0,-2-1 5 16,0 2-6-16,-4 0-12 0,-1-3-15 0,1-2-6 16,-4 0-17-16,2-2-5 0,1 0 2 15,-2-5-2-15,0 0 8 0,-2-1-7 0,1-3 8 16,1 1 6-16,2 0 7 0,0-2 1 0,-3-4 7 16,5 1 5-16,5-1 8 0,-14-1 15 0,6-3 12 15,3-2 2-15,1-2 8 0,0 0 12 0,3-4-6 0,1 1 2 16,1-2 7-16,3-4-14 0,0 1-1 0,5 0-6 15,-3-1-9-15,5 2-5 0,-1-1-2 0,4 4-9 32,-2-3-21-32,1 2-24 0,0 2-37 0,0 0-40 0,-3 4-42 0,-1-1-46 0,3-1-61 15,-2 4-74-15,4-4-68 0,-1 4-80 0,-2 1-73 16,3-2-290-16,-5-2-917 0,3 1 405 0</inkml:trace>
  <inkml:trace contextRef="#ctx0" brushRef="#br0" timeOffset="216638.7482">30973 4093 219 0,'1'-7'521'0,"2"1"32"0,-2-1 21 16,1 1 6-16,0 0-7 0,-1 1-10 0,2 1-24 0,-2 1-16 16,-1-1-27-16,0 4-27 0,3-5-48 15,-3 5-30-15,0 0-39 0,0 0-38 0,0 0-31 16,0 0-18-16,0 0 7 0,-8 16 0 0,6 1-261 15,-4 1-11-15,-4 7 0 0,1 1 0 0,0 1 0 16,2 3 0-16,-5-2 0 0,1 2 0 0,2 0 0 0,-4-1 0 16,3 0 0-16,-3 0 0 0,4 0 0 15,-1-4 0-15,-4 2 0 0,4-3 0 0,3-5 0 16,1-1 0-16,-2-3 0 0,4-3 0 0,-1 2 0 16,1-2 0-16,0-3 0 0,2-2 0 0,-1-2 0 15,-2 0 0-15,4-1 0 0,1-4 0 0,0 0 0 16,1 8-375-16,-1-8-130 0,0 0-53 0,17-2-66 15,-17 2-398-15,15-9-1107 0,-1 0 490 0</inkml:trace>
  <inkml:trace contextRef="#ctx0" brushRef="#br0" timeOffset="217045.2122">31162 4139 319 0,'4'-9'444'15,"-1"3"1"-15,-1-1 1 0,2 2-11 0,-4 0-27 16,4 1-14-16,-3 1-21 0,-1-1-29 0,0 4-30 16,5-4-28-16,-5 4-32 0,0 0-32 0,0 0-24 15,0 0-16-15,0 0-21 0,0 0-15 0,0 0-14 16,-10 12-13-16,6-6-10 0,-1 1-9 0,1 3-11 16,-1 0-12-16,-2-5-7 0,2 5-5 0,1 1-7 15,0-5-4-15,0 5-5 0,1-7-7 0,-1 5-9 16,2-3 0-16,1-2-4 0,-2 4-2 0,2-3 0 15,2 2-1-15,2-1-1 0,-2 0-3 0,0-2-8 16,2 2 9-16,1-1-6 0,-2-1 2 0,3 1-2 16,-1-2 0-16,-1 1 2 0,1-1-3 15,1 2 4-15,0-1-3 0,-1-1-1 0,-1 0-1 0,1-1 0 16,-2 1 3-16,0-1-8 0,-2-2 5 0,1 4 0 16,3-3 1-16,-4-1-8 0,0 7 3 0,0-7-2 15,-1 4 2-15,1-4 6 0,-4 7-7 0,-2-4 7 16,3 1-2-16,-1 0-2 0,-3 2-3 0,-3-3-2 15,0-3-19-15,0 3-24 0,-1 2-28 0,-1-2-30 16,2 0-23-16,0-1-30 0,-2 0-32 0,7-2-24 16,-2 0-45-16,7 0-23 0,-13 0-43 0,13 0-63 15,-9-3-80-15,5-1-291 0,4 4-808 0,-3-8 357 16</inkml:trace>
  <inkml:trace contextRef="#ctx0" brushRef="#br0" timeOffset="218360.746">32146 3879 197 0,'0'0'392'0,"0"0"2"0,0 0 3 0,0 0 3 16,0 0 2-16,0 0-3 0,0 0-6 0,0 0-7 15,-6-2-8-15,6 2-14 0,0 0-14 0,0 0-19 16,0 0-29-16,0 0-26 0,0 0-26 0,0 0-27 15,0 0-22-15,0 0-19 0,17-2-18 0,-12 0-20 16,2 2-27-16,0-2-14 0,-1 2-36 0,1-2-37 16,-7 2-41-16,10 0-35 0,-10 0-37 0,9 0-40 15,-9 0-34-15,0 0-37 0,7-2-54 0,-7 2-35 16,6 4-17-16,-6-4-10 0,0 0 2 0,0 0-11 16,0 0 6-16,-8 9 13 0,5-5 10 0,1-3 24 15,0 6 24-15,-4-1 26 0,2-3 22 0,1 4 24 16,-3 2 41-16,0-5 38 0,2 1 34 0,1 1 34 15,1 1 40-15,-3 2 32 0,2-4 39 0,1-1 29 16,-1 1 35-16,1 0 39 0,2-1 24 0,-3-2 29 16,3-2 28-16,-1 6 27 0,1-6 10 0,0 0 13 15,0 0-4-15,0 0-7 0,0 0-12 0,0 3-15 16,0-3-21-16,0 0-33 0,0 0-22 0,0 0-21 16,0 0-17-16,16-4-29 0,-9 1-39 0,2 2-40 15,1-2-63-15,1 1-72 0,2 1-72 0,6 0-61 16,-4-3-70-16,1 2-81 0,0 0-73 0,5-1-86 15,-7 1-321-15,5-2-905 0,-5 2 402 0</inkml:trace>
  <inkml:trace contextRef="#ctx0" brushRef="#br0" timeOffset="219017.9528">32922 3549 261 0,'0'0'496'0,"0"0"11"0,0 0 5 0,0 0 1 16,0 0-9-16,0 0-5 0,4-24 1 0,-4 24 0 15,0 0-9-15,0 0-14 0,0 0-18 0,0 0-15 16,0 0-21-16,0 0-24 0,0 0-19 0,0 0-34 16,0 0-23-16,0 0-166 0,0 0-157 0,0 0 0 15,0 0 0-15,0 0 0 0,0 0 0 0,0 0 0 16,0 0 0-16,0 0 0 0,0 0 0 0,0 0 0 16,0 0 0-16,0 0 0 0,0 0 0 0,0 0 0 15,28 46 0-15,-27-33 0 0,-1-13 0 0,8 23 0 16,-2-7 0-16,-2-5 0 0,-4-11 0 0,8 25 0 15,-7-15 0-15,-1-10 0 0,9 22 0 0,-9-22 0 16,3 16 0-16,-3-16 0 0,4 15 0 0,-4-15 0 16,0 0 0-16,6 19 0 0,-6-19 0 0,0 0 0 15,0 0 0-15,2 15 0 0,-2-15 0 0,0 0 0 16,0 0 0-16,0 0 0 0,0 0 0 0,0 0 0 16,2 15 0-16,-2-15 0 0,0 0 0 0,0 0 0 15,0 0 0-15,0 0 0 0,0 0 0 0,0 0 0 16,0 0 0-16,0 0 0 0,0 0 0 0,0 0 0 15,0 0 0-15,0 0 0 0,0 0 0 0,0 0 0 16,0 0 0-16,-32 8 0 0,32-8 0 0,-35 0 0 16,16 1 0-16,-10 3 0 0,8-4 0 0,-1-2 0 15,-8 4 0-15,3-2 0 0,4 0 0 0,0 0 0 16,5 0 0-16,3 0 0 0,3 0 0 0,3-2 0 16,9 2 0-16,-14 0 0 0,14 0 0 0,-11-1 0 15,11 1 0-15,-7-2 0 0,7 2 0 0,-3-4 0 16,3 4 0-16,0 0 0 0,16-9 0 0,-7 4 0 15,3 2 0-15,0 0 0 0,1 0 0 0,1 2-508 16,-14 1-144-16,0 0-521 0,46-8-1269 0,-46 8 563 16</inkml:trace>
  <inkml:trace contextRef="#ctx0" brushRef="#br0" timeOffset="219315.6849">32780 3516 99 0,'-5'-7'371'0,"-4"0"9"0,5 1 10 0,-1 1 8 15,0-2-3-15,0 1-4 0,1 2 0 0,3-1 5 16,-3 2-5-16,0-1 2 0,4 4-12 0,-4-4-5 16,4 4-7-16,-3-5-24 0,3 5-26 0,0-4-34 15,0 4-34-15,0 0-23 0,12-6-25 0,-1 3-23 16,-11 3-18-16,0 0-13 0,49-12-12 0,-27 9-17 15,7-3-12-15,-2 1-12 0,5 0-14 0,-5 1-5 16,6-1-3-16,-4 1-10 0,-29 4-4 0,40-1-3 16,-23-2-17-16,-17 3-18 0,28-3-20 0,-28 3-43 15,23-4-33-15,-23 4-36 0,0 0-32 0,0 0-35 16,0 0-44-16,28-4-46 0,-28 4-50 0,0 0-58 16,0 0-45-16,0 0-24 0,0 0-34 0,0 0-375 15,0 0-924-15,0 0 409 0</inkml:trace>
  <inkml:trace contextRef="#ctx0" brushRef="#br0" timeOffset="219738.5663">33291 3370 159 0,'0'0'507'0,"18"-13"28"0,-18 13 13 0,9-14-9 15,-9 14-17-15,7-13-26 0,-7 13-11 0,0 0-11 16,9-19-23-16,-9 19-12 0,0 0-17 0,5-16-20 15,-5 16-16-15,0 0-20 0,0 0-20 0,2-15-16 16,-2 15-20-16,0 0-27 0,0 0-92 16,0 0-191-16,0 0 0 0,0 0 0 0,0 0 0 15,0 0 0-15,0 0 0 0,0 0 0 0,0 0 0 16,0 0 0-16,0 0 0 0,0 0 0 0,0 0 0 16,-14 51 0-16,7-23 0 0,-4 5 0 0,-3 12 0 15,-1 0 0-15,2 0 0 0,-2 3 0 0,-6-2 0 16,-3 0 0-16,0 3 0 0,-1 1 0 0,5-2 0 15,-3 1 0-15,1-3 0 0,1 2 0 0,-1-2 0 16,3-3 0-16,2-10 0 0,3-3 0 0,-4 1 0 16,3-3 0-16,2 3 0 0,2-6 0 0,3-8 0 15,0-1 0-15,3-4 0 0,5-12 0 0,-8 20 0 16,8-20 0-16,-5 13 0 0,5-13 0 0,0 0 0 16,-5 12 0-16,5-12 0 0,0 0 0 0,0 0 0 15,0 0 0-15,0 0 0 0,0 0 0 0,0 0 0 16,0 0 0-16,68-29-522 0,-49 12-159 0,2-1-484 15,-2-2-1262-15,1-3 559 0</inkml:trace>
  <inkml:trace contextRef="#ctx0" brushRef="#br0" timeOffset="220365.1501">33361 3686 340 0,'6'-22'469'15,"-6"22"-5"-15,7-18 0 0,-7 18 6 0,4-12-14 16,-4 12-11-16,0 0-10 0,7-16-17 0,-7 16-8 16,0 0-6-16,0 0-26 0,0 0-22 0,2-16-28 15,-2 16-22-15,0 0-20 0,0 0-34 16,0 0-22-16,0 0-25 0,0 0-20 0,0 0-23 16,0 0-21-16,0 0-13 0,0 0-18 0,0 0 0 15,0 0-18-15,0 0 7 0,0 0-51 0,0 0-48 16,0 0 0-16,-13 55 0 0,12-39 0 0,-5-2 0 0,2 3 0 15,0 2 0-15,0-1 0 0,-1 0 0 16,1-1 0-16,1 0 0 0,-1 0 0 0,-1-4 0 16,5-13 0-16,-3 26 0 0,-1-13 0 0,4-13 0 15,-5 18 0-15,5-18 0 0,0 0 0 0,-4 18 0 16,4-18 0-16,0 0 0 0,0 0 0 0,0 15 0 16,0-15 0-16,0 0 0 0,0 0 0 0,0 0 0 15,0 0 0-15,0 0 0 0,0 0 0 0,0 0 0 16,0 0 0-16,0 0 0 0,0 0 0 0,0 0 0 15,36-32 0-15,-27 17 0 0,1 0 0 0,-1 0 0 16,3-1 0-16,-5 3 0 0,2 0 0 0,-9 13 0 16,17-25 0-16,-11 14 0 0,-6 11 0 0,11-15 0 15,-11 15 0-15,7-9 0 0,-7 9 0 0,0 0 0 16,8-16 0-16,-8 16 0 0,0 0 0 0,0 0 0 16,0 0 0-16,0 0 0 0,0 0 0 0,7-12 0 15,-7 12 0-15,0 0 0 0,0 0 0 0,0 0 0 16,0 0 0-16,0 0 0 0,0 0 0 0,-25 43 0 15,17-30 0-15,8-13 0 0,-12 22 0 16,4-13 0-16,8-9 0 0,-12 21 0 0,7-11 0 16,5-10 0-16,-9 16 0 0,9-16 0 0,-1 14 0 0,1-14 0 15,0 0 0-15,4 25 0 0,-4-25 0 0,11 13 0 16,-11-13 0-16,16 15 0 0,-16-15 0 0,23 9 0 16,-23-9 0-16,25 5 0 0,-25-5 0 0,25 4 0 15,-25-4-124-15,24 2-187 0,-24-2-34 16,0 0-44-16,36-2-53 0,-36 2-45 0,21-8-54 15,-21 8-385-15,0 0-1002 0,23-14 443 0</inkml:trace>
  <inkml:trace contextRef="#ctx0" brushRef="#br0" timeOffset="221102.3952">33626 3845 202 0,'0'0'355'0,"0"0"9"0,17-17 18 15,-17 17 2-15,0 0-8 0,0 0-8 0,11-15-10 16,-11 15-6-16,0 0-13 0,7-13-11 0,-7 13-17 15,0 0-18-15,0 0-24 0,0 0-24 0,9-13-21 16,-9 13-19-16,0 0-26 0,0 0-17 0,0 0-22 16,0 0-21-16,0 0-11 0,0 0-11 0,0 0-9 15,0 0-15-15,0 0-6 0,0 0-7 0,0 0-5 16,0 0-5-16,18 37-6 0,-18-37-3 0,1 17-7 16,-1-17 1-16,0 21-2 0,0-21-1 0,-3 17-13 15,3-17 7-15,-6 17-6 0,6-17-1 0,-9 12-3 16,9-12-7-16,-14 13-9 0,14-13-5 15,-15 8-4-15,15-8 0 0,0 0-2 0,0 0 0 16,-31 2 4-16,31-2 2 0,0 0 0 0,0 0 1 16,0 0 3-16,-28-25 0 0,28 25 8 0,-4-21 2 0,4 21 6 15,-2-21-3-15,2 21 10 0,3-19 1 0,-3 19 5 16,9-23 2-16,-4 12 1 0,-5 11 5 16,9-12 3-16,-9 12 0 0,0 0 0 0,13-14 6 15,-13 14-4-15,0 0-6 0,9-11-5 0,-9 11-6 16,0 0 4-16,0 0-8 0,0 0 23 0,0 0 12 15,0 0 17-15,40 38 8 0,-34-21 21 0,2 5 5 16,-3-2 2-16,0 12 0 0,-1-3 20 0,0 5-104 16,-2 0-24-16,2 3 0 0,-4-4 0 0,0 1 0 15,-1 1 0-15,-2-3 0 0,2-1 0 0,0-2 0 16,-1 0 0-16,0-2 0 0,-1 0 0 0,1-7 0 16,-1-2 0-16,3-1 0 0,-1 0 0 0,1-17 0 15,-3 21 0-15,3-21 0 0,-1 20 0 0,1-20 0 16,0 0 0-16,-1 16 0 0,1-16 0 0,0 0 0 15,0 0 0-15,0 0 0 0,0 16 0 0,0-16 0 16,0 0 0-16,0 0 0 0,0 0 0 0,0 0 0 16,0 0 0-16,0 0 0 0,0 0 0 0,0 0 0 15,0 0 0-15,0 0 0 0,0 0 0 0,0 0 0 16,0 0 0-16,0 0 0 0,0 0 0 16,0 0 0-16,0 0 0 0,0 0 0 0,0 0 0 0,0 0 0 15,0 0 0-15,0 0 0 0,0 0 0 0,-62-28 0 16,62 28 0-16,-23-10 0 0,9 0 0 0,14 10 0 15,-21-8 0-15,21 8 0 0,-21-8 0 0,21 8 0 16,0 0 0-16,-20-9 0 0,20 9 0 0,0 0 0 16,0 0 0-16,-17-8 0 0,17 8 0 0,0 0 0 15,0 0 0-15,-1-16 0 0,1 16 0 16,0 0 0-16,27-27 0 0,-9 16 0 0,8-2 0 16,1 0 0-16,1 0 0 0,2 2 0 0,-4 1 0 15,-6 3 0-15,0 2 0 0,1-2 0 0,-5 0-22 0,-16 7-782 16,34-13-424-16,-17 6-1330 0,-17 7 588 0</inkml:trace>
  <inkml:trace contextRef="#ctx0" brushRef="#br0" timeOffset="228899.5512">24581 5035 118 0,'0'0'366'16,"-2"4"8"-16,2-4 9 0,0 0 8 0,0 0 12 16,0 0 15-16,0 0-2 0,0 3-4 0,0-3-5 15,0 0-12-15,0 0 4 0,0 0-2 0,0 0-5 0,0 0-12 16,0 0-14-16,0 0-21 0,0 0-21 0,0 0-32 16,0 0-33-16,0 0-26 0,21-5-22 15,-12 4-22-15,2-1-23 0,3 0-14 0,-3 1-149 16,2-1-3-16,-1 2 0 0,-2-2 0 0,0 2 0 0,-2 0 0 15,-3 0 0-15,3 0 0 0,-3-2 0 0,-5 2 0 16,8-1-274-16,-8 1-97 0,6 3-54 0,-6-3-45 16,0 0-48-16,-5 7-65 0,-3-5-342 15,1 3-1003-15,-4-1 444 0</inkml:trace>
  <inkml:trace contextRef="#ctx0" brushRef="#br0" timeOffset="229149.4927">24504 5221 305 0,'0'0'404'0,"1"3"44"0,-1-3 36 16,4 2 27-16,-4-2 1 0,0 0 4 0,0 0-22 16,0 0-19-16,0 0-20 0,10 0-23 0,-10 0-20 15,13-3-34-15,-8 1-21 0,7 1-33 0,-2-2-25 16,1 1-22-16,1-3-25 0,1 3-23 0,-2-1-19 16,-1 1-22-16,3 1-19 0,-3-2-109 0,-1 1-60 15,0 2 0-15,-2-2 0 0,0 1 0 0,1-1 0 16,1 2 0-16,-3 0 0 0,-6 0 0 0,13 0 0 15,-4 0 0-15,-4 0-130 0,-5 0-208 0,13 0-64 16,-8 2-72-16,3 1-89 0,-4 0-485 0,-4-3-1134 16,7 2 501-16</inkml:trace>
  <inkml:trace contextRef="#ctx0" brushRef="#br0" timeOffset="230479.9445">25502 4731 263 0,'0'0'334'0,"0"-6"-2"0,0 6 3 0,0-3-3 16,1-2 23-16,-1 5 6 0,4-6 7 0,-4 6 1 15,0-5 5-15,2 2-5 0,-2 3-6 0,1-5-7 16,0 3 5-16,-1 2-11 0,1-8 1 0,-1 8-11 0,0-2-5 16,0 2-9-16,5-4-8 0,-5 4-13 15,0 0-16-15,0 0-18 0,0-4-12 0,0 4-84 16,0 0-175-16,0 0 0 0,0 0 0 0,0 0 0 15,0 0 0-15,0 0 0 0,0 0 0 0,0 0 0 0,0 0 0 16,0 0 0-16,0 0 0 0,0 0 0 16,0 0 0-16,-3 15 0 0,3-8 0 0,3 4 0 15,-6 0 0-15,3 1 0 0,-2 4 0 0,1-2 0 0,0 4 0 16,-2 2 0-16,-1-4 0 0,2 0 0 0,-5 0 0 16,5 1 0-16,-2 1 0 0,0-3 0 0,2-4 0 15,-2 1 0-15,1-3 0 0,2 2 0 0,-2-2 0 16,1-4 0-16,1 1 0 0,-1 1 0 0,1-3 0 15,1 0 0-15,0 0 0 0,0-4 0 0,1 4 0 16,-1-4 0-16,0 0 0 0,2 4 0 0,1-3 0 16,-3-1 0-16,0 0 0 0,16-5 0 0,-9 1 0 15,1-1 0-15,0 0 0 0,3-4 0 0,-1 2 0 16,7-5 0-16,-4 0 0 0,-2-2 0 0,10-5 0 16,-11 2 0-16,7 3 0 0,-4-1 0 0,0-1 0 15,-1-1 0-15,-2 3 0 0,2 0 0 0,-3 2 0 0,3-2 0 16,-5 5 0-16,-1-1 0 0,-1 4 0 15,-1 1 0-15,0 1 0 0,-1 0 0 0,0 0 0 16,1 2 0-16,-3-2 0 0,-1 4 0 0,0 0 0 16,2-4 0-16,-2 4 0 0,2-3 0 0,-2 3 0 0,0 0 0 15,0 0 0-15,-9 12 0 0,-1-4 0 0,1 0 0 16,-1 5 0-16,0-6 0 0,-2 7 0 16,2-3 0-16,0-2 0 0,1 0 0 0,0 1 0 15,-1-2 0-15,2 0 0 0,0 0 0 0,3-5 0 0,1 5 0 16,-2-5 0-16,2 2 0 0,3 1 0 0,0-3 0 15,-2 3 0-15,6-2 0 0,-3 2 0 0,1-1 0 16,3 1 0-16,0-1 0 0,3 1 0 0,0-3 0 16,3 1 0-16,0 1 0 0,0 1 0 0,2-3 0 15,-1 0 0-15,0 1 0 0,-2-3-237 0,-1 0-85 16,4-1-60-16,-2 0-68 0,0 0-84 0,3 0-74 16,-4-3-335-16,3-1-1023 0,-3-1 453 0</inkml:trace>
  <inkml:trace contextRef="#ctx0" brushRef="#br0" timeOffset="231230.9089">25937 4824 343 0,'4'-4'457'15,"-2"2"4"-15,1 0-5 0,-3 2-20 0,5-5-26 16,-5 5-27-16,2-5-24 0,-2 5-24 0,3-3-22 15,-3 3-25-15,2-1-23 0,-2 1-27 0,4-2-24 16,-4 2-23-16,5-3-29 0,-5 3-11 0,4-2-19 16,-4 2-12-16,0 0-18 0,14 5-13 0,-9-3-8 15,-1-1-11-15,1 3-9 0,0 0-6 0,0 2-5 16,2-3-5-16,-5 0-6 0,2 4-4 0,0-1-1 16,0-1-13-16,-3 2 6 0,3-1-5 0,-4 1 3 15,0-2-4-15,-4 2-1 0,3 1-2 0,-7-2-9 16,4 3 1-16,-5-3 11 0,2 2-4 0,-5-2 1 15,3 1-4-15,-1-3 1 0,-1-1 1 0,4-1 0 16,-2 1-1-16,4-3 6 0,-1 1 17 0,6-1 8 16,-11-4 7-16,6 3 4 0,0-3 0 0,3 0 5 15,-1-2 4-15,3-1 0 0,-1-1 5 0,2-3-4 16,1 2-2-16,0-1 2 0,1 1-8 0,2 0 2 16,-3 2-1-16,3-2-3 0,-1 5 10 0,-1-2-9 0,-1 1-4 15,2 2-2-15,-4 0 0 0,0 3-6 0,3-5-6 16,-3 5-7-16,7-2-9 0,-7 2 1 0,9 2-7 15,-1 3 0-15,-3-1 9 0,3 5-11 16,-1-1-8-16,1 7-8 0,1-2 0 0,0 3 0 0,-3 2 0 16,-2 0 0-16,1 0 0 0,-1 6 0 0,0-5 0 15,1 6 0-15,-4 0 0 0,-1-5 0 0,0 1 0 16,-1-3 0-16,2 0 0 0,-4 10 0 0,0-9 0 16,3-2 0-16,0 0 0 0,-1-1 0 0,1 1 0 15,-3-5 0-15,3-1 0 0,0-1 0 0,0 0 0 16,-2-1 0-16,2-3 0 0,0 2 0 0,-2-4 0 15,1 1 0-15,1-3 0 0,-1 3 0 0,1-5 0 16,0 5 0-16,0-5 0 0,-3 3 0 0,3-3 0 16,0 0 0-16,0 0 0 0,0 4 0 0,0-4 0 15,0 0 0-15,0 0 0 0,0 0 0 0,0 0 0 16,0 0 0-16,0 0 0 0,0 0 0 0,-13-6 0 16,7 5 0-16,-3-3 0 0,0-1 0 0,-4 2 0 15,1-1 0-15,1 0 0 0,-3-3 0 0,-2 0 0 16,3 2 0-16,1-2 0 0,0 1 0 0,3 0 0 15,-2 0 0-15,5 0 0 0,-2-2 0 0,2-1 0 16,1-1 0-16,2 2 0 0,2-3 0 0,2-1 0 16,2 0 0-16,5-1 0 0,2-1 0 0,3-1 0 15,9-1 0-15,0-1 0 0,5 3 0 0,3 0 0 16,4 0 0-16,3 0-314 0,0 2-253 0,12-5-67 16,-15 8-479-16,4-2-1206 0,-2 1 534 0</inkml:trace>
  <inkml:trace contextRef="#ctx0" brushRef="#br0" timeOffset="231903.7282">26536 4867 84 0,'0'0'543'0,"0"0"17"16,1-4 10-16,-1 4-5 0,0-6-7 0,0 6-34 16,1-2-14-16,-1 2-23 0,0 0-23 0,0 0-29 15,0 0-30-15,0-6-33 0,0 6-32 0,0 0-36 16,0 0-30-16,0 0-31 0,0 0-25 0,0 0-25 16,0 0-31-16,0 0-13 0,0 0-14 0,0 0-39 0,0 0-96 15,0 0 0-15,-2 15 0 0,3-11 0 16,-2 2 0-16,1 1 0 0,1-1 0 0,-1 0 0 0,-1 3 0 15,2-1 0-15,-1 0 0 0,0-2 0 16,0 1 0-16,0-1 0 0,0-1 0 0,0 0 0 0,0 0 0 16,1-2 0-16,-1-3 0 0,0 5 0 0,0-5 0 15,0 0 0-15,3 3 0 0,-3-3 0 0,0 0 0 16,4 1 0-16,-4-1 0 0,0 0 0 0,8-10 0 16,-3 5 0-16,1 0 0 0,4-3 0 0,-5 1 0 15,1-2 0-15,1 2 0 0,3 1 0 0,-4-1 0 16,1-1 0-16,-2 3 0 0,2 0 0 0,0 1 0 15,-4 0 0-15,2 2 0 0,-1 0 0 0,-1-1 0 16,-3 3 0-16,8-3 0 0,-8 3 0 0,9 3 0 16,-2 0 0-16,-5-1 0 0,5 1 0 0,-2 3 0 15,0-2 0-15,0 2 0 0,-2-1 0 0,-1 1 0 16,2 1 0-16,-1 0 0 0,-1-3 0 0,1 1 0 16,-1 1 0-16,1-2 0 0,-2 0-77 0,-1 0-7 15,0-4 7-15,2 6 5 0,-2-6 9 0,3 4 14 16,-3-4 5-16,1 2 17 0,-1-2 13 0,0 0 5 15,0 0-1-15,9-11 3 0,-5 6 4 0,1-2 0 16,0 2 9-16,2-2 6 0,-1-3 10 0,2 3 7 16,-2-1 15-16,1 3 11 0,-4 0 13 0,1 1-3 15,0 0 2-15,1-1 0 0,-2 1-9 0,-1 2-12 16,2 0-46-16,-4 2 0 0,0 0 0 0,5-3 0 16,-5 3 0-16,0 0 0 0,7 5 0 0,-3-1 0 15,-2-1 0-15,3 1 0 0,-1 1 0 0,-3 0 0 16,4 0 0-16,-1-1 0 0,1 2 0 0,-1 0-45 15,-4-1-130-15,5 0-58 0,-5 0-61 0,4-2-68 16,-2 1-70-16,0-2-35 0,-2-2-65 0,6 0-411 16,-6 0-1019-16,0 0 451 0</inkml:trace>
  <inkml:trace contextRef="#ctx0" brushRef="#br0" timeOffset="232341.7462">26974 4653 329 0,'3'-1'433'0,"-3"1"20"0,2-3 6 0,-2 3-8 16,0 0-14-16,2-5-14 0,-2 5-29 0,4-2-3 15,-4 2-25-15,0 0-23 0,0 0-21 0,0 0-27 16,0 0-30-16,1-6-21 0,-1 6-21 0,0 0-28 16,2-2-28-16,-2 2-5 0,7-2-19 0,-7 2-11 0,0 0-13 15,9-1-15-15,-9 1-7 0,7 0-14 16,-1 0-12-16,-6 0-14 0,10 0 2 0,-10 0-6 15,9-1-8-15,-7 3-6 0,3-2-8 0,-5 0 1 16,8 4-7-16,-7 1-5 0,4-2 0 0,-1 3 0 16,1-3 1-16,-3 3-5 0,0 1 0 0,-1-2-2 0,2 6-9 15,-3-5 8-15,-4 5-5 0,2-1 2 16,-1-1-1-16,-1 1 2 0,-3-1-2 0,2 0 1 16,1 0-5-16,2-4 4 0,1-1-3 0,-2 2-6 15,2-1 8-15,1-5 4 0,0 5-4 0,0-5 3 0,0 2 6 16,0-2 3-16,5 4-1 0,-5-4-4 0,11-4 2 15,1 4-2-15,1-2 2 0,6-2-7 16,-2-1 7-16,1 0-5 0,1-1-8 0,-4 2-17 0,3-2-39 16,-6 1-44-16,4 1-52 0,-4 0-55 15,-2 2-56-15,-2-1-85 0,-1-2-109 0,0 2-107 0,-3 2-397 16,-4 1-1036-16,0 0 459 0</inkml:trace>
  <inkml:trace contextRef="#ctx0" brushRef="#br0" timeOffset="234124.39">27578 4760 317 0,'5'-4'333'0,"-3"0"4"15,2 1-7-15,0 0 7 0,0-1-4 0,0 1-1 16,-2-1-8-16,1 1 0 0,-1 0-2 0,-2 3-2 16,4-6-10-16,-4 6-9 0,5-3-8 0,-4 1-9 15,-1 2-9-15,0 0-9 0,0 0-4 16,4-2-15-16,-4 2-14 0,0 0-15 0,0 0-14 0,0 0-11 16,0 0-12-16,0 0-9 0,0 0-13 0,0 0-11 15,0 0-14-15,0 0-15 0,0 0-22 0,0 0-4 16,0 0-7-16,0 0-12 0,0 0-3 0,0 0 3 15,-5 15 1-15,1-7-62 0,-2 3-13 0,0 3 0 16,-2 4 0-16,-4 2 0 0,-2 5 0 0,0 0 0 16,0 3 0-16,-4-3 0 0,3 0 0 0,-4 1 0 15,-2 0 0-15,2-1 0 0,0 2 0 0,-1-4 0 16,-1-1 0-16,3 2 0 0,0-5 0 0,8-2 0 16,-4-2 0-16,4-2 0 0,2-3 0 0,-1-2 0 15,0 1 0-15,4 0 0 0,1-5 0 0,0 2 0 16,3-1 0-16,-1 0 0 0,0-2 0 0,2-3-93 15,4 3-282-15,1 0-76 0,-5-3-63 0,13-3-64 16,0 0-452-16,-4-2-1117 0,5-1 494 0</inkml:trace>
  <inkml:trace contextRef="#ctx0" brushRef="#br0" timeOffset="234686.7322">27700 4887 82 0,'5'-3'340'16,"-1"-1"0"-16,0-1-1 0,-3 1 1 0,4 1 1 15,-1-1-2-15,-1 1-16 0,-2-1 14 0,4 3-3 16,-5 1 7-16,4-3-7 0,-4 3-11 0,0 0-12 16,1-3-15-16,-1 3-19 0,0 0-18 0,0 0-28 15,1-4-26-15,-1 4-14 0,0 0-15 0,0 0-19 16,0 0-17-16,0 0-16 0,0 0-13 0,0 0-9 15,0 0-15-15,0 0-15 0,0 0-3 0,0 0-9 16,0 0-2-16,0 0-10 0,-6 11-9 0,1-4 2 16,0-1-6-16,-3 2 1 0,3 1-7 0,-5 0-3 15,2 0-12-15,-1 0 11 0,2 0-4 0,-3-1-2 16,4 0-12-16,-1 0 11 0,0-1-2 0,1-2-2 16,2-2-1-16,3 3-5 0,-2-4 2 0,1 2-7 15,2-4-3-15,-2 7 4 0,2-7 3 0,2 5 1 16,0-1-9-16,2-2 7 0,2 3 3 0,5-3 0 15,-4 2 2-15,1-2-5 0,0 0-1 0,3 4 3 16,-2-3-1-16,-4-1-5 0,4 2-1 0,-4-1 7 16,3 1-8-16,-4-1-2 0,2-1 2 0,-1 1 2 15,-1 0 1-15,0 0 4 0,0 2-9 0,-2 0 3 16,2 0 5-16,-4 0 6 0,0 2-1 0,0-3-4 16,0 1-7-16,-1 2 8 0,-3 1-2 0,0 1 5 0,-5-1-3 15,-2 3 5-15,-5-2 0 0,1 1 0 16,0-4-1-16,-3 1-4 0,1-1 0 0,-1 0-1 15,6-2-4-15,-1-2 2 0,1 0-13 0,3 1-14 16,-1-3-10-16,4 0-15 0,-1-1-12 0,1-1-28 16,-3-1-19-16,5 0-38 0,0-1-35 0,3-2-42 0,1-2-66 15,1 0-64-15,6 1-69 0,4-6-69 16,-2 3-388-16,7-2-950 0,0 0 421 0</inkml:trace>
  <inkml:trace contextRef="#ctx0" brushRef="#br0" timeOffset="235374.3633">27926 4850 199 0,'0'0'292'0,"0"0"-1"16,0 0-1-16,0 0 9 0,0 0-2 0,0 0 6 16,0 0-1-16,0 0-4 0,0 0-6 0,0 0-13 15,0 0-11-15,0 0-13 0,0 0-14 0,0 0-14 16,0 0-12-16,17 4-18 0,-17-4-12 0,0 0-13 0,6-1-20 15,-3-2-11-15,-3 3-14 0,5-2-12 16,-5 2-14-16,5-3-12 0,-5-1-7 0,0 4-14 16,12-2-3-16,-6 2-4 0,4 0-12 0,-3 0-4 15,-7 0-5-15,11 0-6 0,-3 0-4 0,-2 2-6 0,1 2-3 16,-1-1-5-16,-3-1-1 0,5 3-2 0,-2 1-1 16,-2-1 0-16,1 0-2 0,-3 2-1 15,0 0-2-15,-1 1 1 0,-2 1-2 0,1-3 3 31,-2 3-5-31,-3-1 5 0,3-1-1 0,-6 0 1 0,-1 1-1 16,3-2 0-16,-3 0 1 0,1-2-3 0,0 3 1 16,3-7-6-16,0 4 10 0,1-1 0 0,0-2 2 15,4-1 3-15,-5 3 8 0,1-2 12 0,4-1 16 16,0 0-6-16,0 0-7 0,0 0-5 16,0 0-13-16,0 0 6 0,0 0-5 0,18-7-2 0,-14 6-3 15,-4 1-3-15,14-2-6 0,-9 3 1 0,-5-1-1 16,12 1-5-16,-2 0 3 0,-5 1-5 0,3 2-3 15,-2 0-2-15,1 1 3 0,-2-2-2 0,-2 3-9 16,3-1 13-16,-5 0-1 0,1 2-2 0,0 0 4 16,-4-1 1-16,1 0-1 0,-3 2 2 0,-1 1 3 15,-6-2 0-15,2 1 7 0,-3-2-12 0,0-2 4 16,0 3 0-16,-1-3 2 0,2 0 0 0,-1 1-1 16,2-3 1-16,1 1 0 0,1-2 1 0,2 0-1 15,-2 0-5-15,3 0 1 0,5-1-21 0,0 0-20 16,-9-2-23-16,9 2-27 0,-7-5-26 0,5 3-36 15,2-2-43-15,0 4-56 0,0-6-47 0,-2 3-47 16,2 3-60-16,0-7-57 0,0 7-285 0,-3-4-806 16,3 4 357-16</inkml:trace>
  <inkml:trace contextRef="#ctx0" brushRef="#br0" timeOffset="236171.1605">25562 5459 106 0,'0'0'239'16,"0"0"6"-16,-9 0 4 0,9 0-1 0,-10 1-12 15,6 0-14-15,-5-1-9 0,3 0-1 0,-1 2-1 16,-1-2-3-16,0 1-12 0,-1 0 4 0,1 1-32 16,2-2 6-16,1 1-10 0,5-1-2 0,-12 0-10 15,12 0 4-15,-6 0-6 0,6 0-5 0,-7 2-6 16,7-2-4-16,0 0-8 0,-7 1-9 0,7-1-4 16,0 0 0-16,0 0-8 0,-4 2 1 0,4-2-3 15,0 0-2-15,0 0-8 0,0 0-1 0,0 0 5 16,18 4 4-16,-5 0 19 0,7-3 4 0,1 3-1 0,9-1-2 15,6-3-12-15,2 3-9 0,22-3-4 0,4 1-9 16,31 1-8-16,2-4-10 0,5 1-8 16,11 2-2-16,4-4-2 0,12 5-11 0,14-2-3 15,11-3-8-15,5 4-6 0,4-2 0 0,2 2 6 0,-2 3 5 16,-2 2-2-16,-7-2 8 0,-7 4 7 0,-20-3-1 16,-14 4 6-16,-14-4 3 0,-36 2-5 0,-3-2 3 15,-9-1-9-15,-15-1 0 0,0 0-5 16,-8 1-12-16,-7 0-4 0,-2-4 8 0,-6 1-11 0,-2-1-3 15,-1 1-31-15,-1-3-24 0,-4 2-22 0,-5 0-42 16,9 0-53-16,-9 0-48 0,0 0-38 0,0 0-49 16,0 0-68-16,0 0-71 0,-23 1-96 0,12 0-397 15,-7-1-990-15,-1 0 439 0</inkml:trace>
  <inkml:trace contextRef="#ctx0" brushRef="#br0" timeOffset="236905.3632">26545 5673 9 0,'0'-5'413'0,"1"3"29"0,-1 2 27 0,-1-5 13 16,1 5 8-16,0 0-3 0,0 0-15 0,0 0-11 15,1-7-14-15,-1 7-21 0,0 0-25 0,0 0-22 16,0 0-26-16,0 0-29 0,0 0-28 0,0 0-33 15,0 0-27-15,0 0-22 0,0 0-28 0,0 0-19 0,0 0 1 16,0 0-8-16,0 19-18 0,-1-11-4 16,1 0-12-16,0 2-86 0,-1 2-40 0,1 0 0 15,-3 4 0-15,2-5 0 0,-1 3 0 0,1 1 0 16,0 1 0-16,-2 4 0 0,0-5 0 0,1-2 0 0,0 1 0 16,-1-1 0-16,2-4 0 0,0 1 0 0,-2 0 0 15,1-4 0-15,0 0 0 0,1 1 0 0,0-2 0 0,1-1 0 0,-2 0 0 0,2-4 0 0,2 7 0 16,-2-4 0-16,0-3 0 0,0 4 0 0,0-4 0 15,0 0 0-15,0 0 0 0,0 0 0 0,11-13 0 16,-3 7 0-16,1-4 0 0,0 2 0 0,2-5 0 16,3 0 0-16,-2-3 0 0,0 2 0 0,1-2 0 15,1 0 0-15,-2 0 0 0,0 3 0 0,1-2 0 32,0-1 0-32,-1 4 0 0,-3-1 0 0,-3 5 0 0,2 1 0 0,-2-2 0 0,0 4 0 0,-2 1 0 15,-1 0 0-15,1 0 0 0,-2 1 0 0,1 0 0 16,0 1 0-16,-3 2 0 0,0 0 0 0,3-2 0 15,-3 2 0-15,0 0 0 0,0 0 0 0,-6 12 0 16,1-5 0-16,-2 1 0 0,0 2 0 0,-2-1 0 16,-1 3 0-16,-2 4 0 0,-1-3 0 0,4-5 0 15,-1 6 0-15,1-7 0 0,0 3 0 0,4-3 0 16,-1-2 0-16,-1 2 0 0,6-4 0 0,-1 3 0 16,0-3 0-16,4 2 0 0,-2 1 0 0,3-2 0 15,4 1 0-15,-1-1 0 0,4 2 0 0,4-2 0 16,-2 2 0-16,2-5 0 0,4 2 0 0,-5-2 0 15,1 3 0-15,-1-4-102 0,0 1-233 0,0-2-58 16,0 1-54-16,-3-2-60 0,2-2-52 0,-1 2-416 16,-2-2-1056-16,0-2 467 0</inkml:trace>
  <inkml:trace contextRef="#ctx0" brushRef="#br0" timeOffset="237608.616">26916 5789 213 0,'0'0'431'0,"5"-5"32"16,-1 3 0-16,-2-1-3 0,-2 3-24 0,4-3-20 16,0 0-23-16,-3 0-19 0,-1 3-18 0,5-6-23 15,-4 3-18-15,-1 3-23 0,3-3-20 0,-3 3-24 16,2-1-29-16,-2 1-21 0,0 0-17 0,7-3-24 0,-7 3-28 16,6 0-2-16,-6 0-15 0,7 4-10 15,-2-1-13-15,-1 1-5 0,1 2-12 0,0 0-6 16,-1-2-13-16,-2 1-1 0,3 2-4 0,-2-1 0 15,1 1-11-15,-2 0-3 0,0 0-1 0,-4 2-4 0,1-3 4 16,0 1-9-16,-1-1 2 0,-1 1-6 0,-1-1 4 16,-4 0-3-16,-1 2-5 0,-1-2 3 15,-1-1-3-15,-1-1 4 0,0-1 0 0,-3 0-13 16,7 0 6-16,1-2-2 0,-2-1 6 0,1 0-6 0,3-3-3 16,-3 1 10-16,0-2-4 0,2 1 6 0,2-3 4 15,3-1 12-15,1-1 16 0,-2 2 4 0,4-5 0 16,-2 0 6-16,4 3 0 0,-3-2 3 15,3 2 4-15,0-2-53 0,-3 4-16 0,7 0 0 0,-6-1 0 16,2 2 0-16,0 2 0 0,1-1 0 0,-1 3 0 16,1-3 0-16,-5 4 0 0,12 4 0 0,-7-2 0 15,3 2 0-15,0 3 0 0,0 2 0 0,-2 0 0 16,1 6 0-16,-1 0 0 0,2 2 0 0,-3 0 0 16,-1 1 0-16,-2 6 0 0,0-4 0 0,-4 9 0 15,0-2 0-15,1 0 0 0,-5 0 0 0,1-1 0 16,-3 1 0-16,0-2 0 0,3-7 0 0,-3 7 0 15,-3-1 0-15,3-7 0 0,0 1 0 0,-1 0 0 16,4-8 0-16,0 4 0 0,-3-1 0 0,3-3 0 16,0-1 0-16,0-3 0 0,1 0 0 0,0-1 0 15,0 0 0-15,4-2 0 0,-1 1 0 0,-1-2 0 16,2-2 0-16,-3 5 0 0,-1-2 0 0,4-3 0 16,0 0 0-16,0 0 0 0,0 0 0 0,-4 3 0 15,4-3 0-15,-10 0 0 0,10 0 0 0,-9-2 0 16,1-1 0-16,2 1 0 0,-3-3 0 0,-1 1 0 15,1 1 0-15,1-1 0 0,-1 0 0 0,0-3 0 32,-1 2 0-32,3-1 0 0,-1-3 0 0,0 2 0 15,1-1 0-15,0-1 0 0,5-1 0 0,-1 0 0 16,3-4 0-16,3 2 0 0,4-6 0 0,5 3 0 16,7-8 0-16,3 3 0 0,6 1 0 0,1-1 0 0,3 2 0 15,3-1 0-15,-1 4 0 0,2 1 0 16,-3 3 0-16,7 2 0 0,-7 0-61 0,-5 4-506 15,0-4-103-15,-8 3-480 0,-1 0-1244 0,-6 2 551 16</inkml:trace>
  <inkml:trace contextRef="#ctx0" brushRef="#br0" timeOffset="241580.919">29093 5559 298 0,'-2'-3'406'0,"2"3"23"15,0 0 11-15,0 0-1 0,0 0 2 0,0 0-2 16,0 0-14-16,0 0 2 0,0 0-10 0,0 0 2 15,0 0-4-15,0 0-7 0,0 0-14 0,0 0-21 16,0 0-34-16,6-4-31 0,-6 4-32 0,4-3-32 16,-4 3-17-16,9-4-27 0,-4 3-23 0,3-2-28 15,-2 1-48-15,6-1-101 0,-1 2 0 0,-2-3 0 16,-1 3-54-16,-1 0-95 0,2 0-59 0,-4-1-76 16,-5 2-72-16,9 2-72 0,-7 0-45 0,-2-2-38 15,2 5-26-15,-4-1-329 0,0 0-937 0,-2 1 415 16</inkml:trace>
  <inkml:trace contextRef="#ctx0" brushRef="#br0" timeOffset="241752.7225">29114 5641 57 0,'-3'4'273'16,"2"-1"35"-16,0-1 27 0,-3 1 35 0,4-3 27 15,-2 4 29-15,2-4 18 0,0 0 14 16,0 5 2-16,0-5 2 0,0 0 4 0,0 0-7 16,0 0-15-16,0 0-20 0,-2 3-30 0,2-3-36 0,0 0-35 15,0 0-35-15,10 0-35 0,-10 0-27 0,19-3-53 16,-7 2-55-16,3 1-59 0,2-4-69 0,1 1-63 15,-5 2-69-15,2 1-71 0,-2-1-59 16,1-1-80-16,-2 0-72 0,1 1-83 0,0-1-490 0,-3-1-1081 16,2-4 478-16</inkml:trace>
  <inkml:trace contextRef="#ctx0" brushRef="#br0" timeOffset="242505.6371">29739 5377 346 0,'2'-3'523'0,"-2"-1"24"0,0 0 3 0,4-1-4 16,-1 2-18-16,-2-1-17 0,0 0-14 15,2 1-23-15,-2-1-21 0,0-2-19 0,2 4-16 0,-3 2-27 16,2-4-26-16,-2 4-23 0,-1-5-27 0,1 5-27 16,3-4-28-16,-3 4-26 0,0 0-65 0,0 0-169 15,0 0 0-15,0 0 0 0,0 0 0 0,0 0 0 16,2-4 0-16,-2 4 0 0,0 0 0 0,0 0 0 16,0 0 0-16,5 16 0 0,-4-10 0 0,1 2 0 15,-2-2 0-15,1 2 0 0,0-2 0 0,1 3 0 16,-1 1 0-16,-2 0 0 0,2-3 0 0,0 1 0 15,-1 0 0-15,4-1 0 0,-4 0 0 0,-1-1 0 16,1-3 0-16,0 1 0 0,1 2 0 0,-1-6 0 16,1 4 0-16,-1-4 0 0,0 2 0 0,0-2 0 15,0 0 0-15,0 0 0 0,0 0 0 0,14-9 0 16,-10 4 0-16,1 0 0 0,4-5 0 0,-2 2 0 16,2-1 0-16,-2 1 0 0,0-2 0 0,0 1 0 15,4 0 0-15,-2 2 0 0,-2 0 0 0,2 1 0 16,-3 1 0-16,1 1 0 0,-2 1 0 0,-4-1 0 15,3 2 0-15,-1-1 0 0,-1 1 0 0,-2 2 0 16,0 0 0-16,14 2 0 0,-7 1 0 0,-3 2 0 16,-2 0 0-16,6-1 0 0,-6 5 0 0,3-1 0 15,-1 0 0-15,-1 2 0 0,1 0 0 0,-2-1 0 16,2-1 0-16,-1-1 0 0,-1 0 0 0,2-2 0 16,-3 1 0-16,0-3 0 0,1 1 0 0,-1-2 0 15,0 2 0-15,-1-4 0 0,3 4 0 0,-3-4 0 16,0 0-21-16,0 0-9 0,12-9 13 0,-7 3 23 15,2-1 6-15,0 1 7 0,2-2 12 0,-4-1-31 0,4 2 0 16,-2-3 0-16,2 3 0 0,-4 0 0 0,4 0 0 16,-4 3 0-16,-1-1 0 0,0-2 0 0,-3 3 0 15,1 2 0-15,2 0 0 0,-4 2 0 0,3-3 0 16,-3 3 0-16,5-2 0 0,-5 2 0 0,0 0 0 16,8 7 0-16,-4-2 0 0,-2 0 0 0,2 1 0 15,0 3 0-15,1-2 0 0,0 1 0 0,-1 0 0 16,1-1 0-16,2 2 0 0,-1 0 0 0,-1 0 0 15,0-1 0-15,2-2-92 0,-1-1-289 0,-1-1-97 16,2-3-107-16,0-1-525 0,4-4-1201 0,-2-3 531 16</inkml:trace>
  <inkml:trace contextRef="#ctx0" brushRef="#br0" timeOffset="242975.2038">30307 5074 13 0,'0'0'367'16,"0"0"4"-16,0 0 4 0,4-3 7 0,-4 3-7 16,0 0-3-16,2-3 8 0,-2 3-5 15,0 0-8-15,0 0-17 0,2-7-14 0,2 5-23 16,0 0-15-16,-1-2-13 0,1 3-24 0,1-3-11 15,3-1-22-15,2 2-8 0,-2-2-7 0,1 2-16 0,0 0-17 16,0 1-4-16,0-3-24 0,0 3 2 16,-4 0-12-16,2 1-18 0,-7 1-17 0,9 0 0 0,-9 0-20 15,8-1-5-15,-8 1-12 0,5 0-12 0,-5 0-8 16,9 4-3-16,-6-1-13 0,1 1 2 16,-3 0-3-16,1 1-1 0,-2 1 2 0,0 0-8 0,0 0 7 15,-2 4-11-15,-1 0 9 0,-2 0-10 0,1 0-1 16,-2 1-15-16,-2 0-5 0,1 0 0 15,0-1 0-15,-2-2 0 0,4-1 0 0,1-1 0 0,1-4 0 16,0 5 0-16,-1-4 0 0,3-1 0 16,1-2 0-16,-3 5 0 0,3-5 0 0,0 0 0 0,11 5 0 15,0-5 0-15,3 0 0 0,4-1 0 0,2-3 0 16,10-1 0-16,-9 3 0 0,1-4 0 0,0 2 0 16,6 2 0-16,-5-2 0 0,-4 2 0 0,-5-1 0 15,-1 3-224-15,1-3-144 0,-2 3-100 0,-6 0-83 16,3 3-60-16,-7-2-385 0,-2-1-1077 0,6 5 478 15</inkml:trace>
  <inkml:trace contextRef="#ctx0" brushRef="#br0" timeOffset="243944.3628">29713 5691 90 0,'0'0'273'0,"0"0"-7"0,0 0-3 16,0 0-4-16,0 0-3 0,-8 0-7 0,8 0-4 15,0 0-4-15,0 0-5 0,0 0 1 0,0 0-5 16,0 0-9-16,-10-3 0 0,10 3-5 0,0 0-7 16,0 0-17-16,0 0-9 0,0 0-8 0,0 0-10 15,0 0-9-15,0 0-3 0,0 0-7 0,-7 0 21 16,7 0-17-16,0 0 4 0,0 0-16 0,0 0 2 15,0 0-4-15,0 0-3 0,0 0-4 0,0 0-3 16,0 0-5-16,0 0-1 0,0 0-18 0,0 0 4 16,0 0-13-16,0 0-10 0,25 4-11 0,-12-4 2 15,7 1-16-15,11-2 0 0,5 2 5 0,0-1 2 16,3 1 6-16,16-3-4 0,-1 2 2 0,7-1-8 16,3-1-18-16,0-1 14 0,2 1-5 0,-2 0-3 15,0 0-9-15,-2 1 4 0,-6 0-6 0,-15-2 0 16,-2 1-11-16,-5 4 3 0,-1-4-8 0,-5 2-7 15,-8 0 0-15,-2-2-1 0,-4 4 4 0,-4-4 0 16,2 4-17-16,-6-2-22 0,-1 0-29 0,-5 0-26 16,8 2-26-16,-8-2-33 0,9 3-31 0,-9-3-31 15,5 2-46-15,-5-2-61 0,5 4-45 0,-5 0-46 16,0-4-52-16,-1 6-59 0,-7-3-347 0,-1 0-921 16,-3 1 407-16</inkml:trace>
  <inkml:trace contextRef="#ctx0" brushRef="#br0" timeOffset="244554.0566">29898 5932 191 0,'4'-4'390'0,"0"3"-2"16,-3-3 6-16,6 2-4 0,-7 2-10 0,1-5-7 16,4 4-7-16,-5 1-5 0,1-5-2 0,-1 5-27 15,3-2 1-15,-3 2-17 0,0 0-18 0,0 0-23 0,1-4-22 16,-1 4-14-16,0 0-25 0,0 0-19 15,0 0-22-15,0 0-22 0,0 0-16 0,0 0-10 16,0 0-16-16,0 0-8 0,-15 11-22 0,12-6 7 16,-2 1-16-16,-4 0-10 0,0 1 2 0,4 0-15 15,-4 3 3-15,2-1-8 0,-7 3-1 0,7-4-3 16,1-2-7-16,1 0-6 0,-2-1-6 0,5-1 1 16,-2 1-11-16,1 0-9 0,1-1 3 0,0 0-1 15,2-4 0-15,0 8 5 0,0-8-8 0,4 7 8 16,0-4 2-16,1 1-1 0,0 0-5 0,4 0-8 0,-2 0 10 15,-1-1-5-15,4 4 2 0,-1-4-3 16,2 3 5-16,-1-2-7 0,0 1 1 0,0 0 2 16,0-1-6-16,-3 1 2 0,-2 0 0 0,0-1-4 15,-1 0 1-15,0-1 5 0,1 1-1 0,-3 3 3 0,2-3-4 16,-3 3 3-16,1-2 2 0,-1 0-5 0,-1-1 3 16,0 0-12-16,-1 1 16 0,-3 0 2 0,0 0 1 15,-2 1-5-15,1-2 8 0,-6 0 1 16,2 0 0-16,-5 2-2 0,4-2-5 0,-4 0 3 15,5 0-4-15,-4-1 8 0,6-2-2 0,0 1-10 0,1-2-7 16,1 2-9-16,0-1-20 0,5-1-28 0,0 0-47 16,-12-5-42-16,12 5-40 0,-2-6-44 0,2 6-68 15,5-8-54-15,-1 3-72 0,4-2-78 0,-1 0-346 16,3 1-927-16,0-1 410 0</inkml:trace>
  <inkml:trace contextRef="#ctx0" brushRef="#br0" timeOffset="245539.1635">30224 5888 161 0,'0'0'201'0,"0"0"8"0,0 0 5 15,0 0 6-15,0 0-2 0,0 0 4 16,0 0 5-16,0 0 6 0,0 0 2 0,0 0 7 0,0 0-2 15,0 0-2-15,0 0-7 0,0 0-10 0,7-10-3 16,-7 10-6-16,1-4-7 0,-1 4-11 0,2-3-8 16,-2 3-14-16,3-4-15 0,-3 4-15 15,4-3-17-15,-2 0-10 0,2 1-12 0,-4 2-11 16,7-6-7-16,-1 5-9 0,0-2-9 0,0 1-9 0,-1 0-8 16,2 0-4-16,2 0-1 0,-4 0-9 0,-5 2-4 15,11 0-5-15,-5 0-6 0,-6 0-3 0,10 3-1 16,-6-2 0-16,0 1-7 0,1 0 1 15,-1 0-1-15,-3 1-2 0,2 0-5 0,-2 2 1 0,0-1 5 16,-2 0 1-16,0 1-3 0,-2-1 1 0,-1 0 1 16,0-1-1-16,2 2-5 0,-5-1 4 0,0 3 0 15,-1-4-5-15,4-1 6 0,-1 2-3 0,3 0-4 16,-2-3 3-16,4-1 1 0,-3 4 0 0,1-2 1 16,2-2-2-16,0 0 5 0,0 0 3 0,-5 3-4 15,5-3-3-15,0 0 0 0,10 3 1 0,-4-2-5 16,-1-1 2-16,-5 0 2 0,12 1-1 0,-6 2 0 15,2-2-3-15,-2-1 5 0,2 4-4 0,1 1 0 16,-3-1-1-16,2-2-1 0,-3 1 3 0,3 2-2 16,-6-3-1-16,5 3 2 0,-5-1 1 0,1 0 1 15,-1 1 2-15,1 0 0 0,-3 1 4 0,-3-1 7 16,1 1 2-16,-2-1 6 0,-1-1 2 0,-3 4 1 16,-1-4-2-16,-1 2-3 0,-8 2-4 0,5-6 5 15,-2 5-5-15,4 1-2 0,0-5-3 0,1 2-8 16,1-1 11-16,3-2 2 0,2-1-1 0,4-1 1 15,-10 0-1-15,10 0-12 0,0 0-20 0,-7-3-30 16,6-1-29-16,1 4-24 0,3-7-33 0,-2 3-51 0,5 0-73 16,1-2-67-16,0 1-91 0,4-2-74 15,1-1-254-15,2-1-802 0,5 2 354 0</inkml:trace>
  <inkml:trace contextRef="#ctx0" brushRef="#br0" timeOffset="246149.1465">31064 5679 9 0,'0'0'444'0,"-3"-2"15"0,3 2 10 0,-3-4-3 15,3 4-14-15,-4-3-15 0,4 3-23 0,0 0-30 16,1-5-24-16,-1 5-39 0,3-4-29 0,-3 4-37 16,5-6-28-16,-3 4-24 0,1-1-18 0,-3 3-25 15,10-3-30-15,-5 3-33 0,0-2-34 0,2 1-36 16,-7 1-32-16,10-1-40 0,-4 0-40 0,-1 1-46 16,-5 0-44-16,9-1-35 0,-4-1-37 0,-5 2-41 15,0 0-16-15,0 0-10 0,0 0 0 0,7 3 6 16,-5-1 4-16,-2-2 23 0,-5 6 16 0,5-6 24 15,-6 7 20-15,2-1 23 0,-2 1 34 0,-1 1 17 16,2-2 34-16,-3 1 27 0,2 0 41 0,-3 0 39 16,3-1 33-16,-1 0 42 0,3-2 42 0,-1 0 34 15,2 1 38-15,-1-3 27 0,1 1 33 0,3-3 33 16,-4 5 14-16,3-3 7 0,1-2 3 0,0 0-19 16,0 0-21-16,0 0-25 0,14 3-26 0,-8-5-19 15,5 4-14-15,-1-4-15 0,3 0-17 0,-2 1-12 16,2 0-12-16,-4-3-12 0,3 1-17 0,-2 0-44 0,-1 1-53 15,-2-2-73-15,2 2-83 0,-2-2-87 16,-1-1-87-16,-1 0-91 0,-5 0-308 0,1-1-794 16,-2-2 351-16</inkml:trace>
  <inkml:trace contextRef="#ctx0" brushRef="#br0" timeOffset="247106.3611">31672 5447 402 0,'0'-5'474'0,"0"5"1"0,2-2 7 16,-2 2-1-16,0 0-4 0,0-6-9 0,0 6-4 16,0-5-9-16,0 5-8 0,2-4-10 0,-2 4-17 15,0-4-25-15,0 4-25 0,0 0-28 0,0 0-29 16,0-4-26-16,0 4-29 0,0 0-27 0,0 0-26 15,0 0-26-15,0 0-50 0,0 0-129 0,0 0 0 16,0 0 0-16,0 0 0 0,0 0 0 0,0 13 0 16,0-4 0-16,0-2 0 0,0 4 0 0,-2-3 0 15,2 2 0-15,-2 0 0 0,2 0 0 0,-2 3 0 16,2-3 0-16,-3 1 0 0,3-2 0 0,0-2 0 16,0 1 0-16,0 0 0 0,0-1 0 0,0-2 0 0,0-1 0 15,-1-1-15-15,1 2-57 0,0-5 14 16,1 5 4-16,-1-5 13 0,0 2 10 0,0-2-1 15,0 0 2-15,0 0 20 0,15-10 20 0,-7 5 7 16,-3 0 11-16,4-4 2 0,3 1 2 0,-5 0 2 0,2-1 8 16,-1 0 1-16,0 1 12 0,1 0-6 0,-2-1-46 15,1 4-3-15,-3 1 0 0,1-1 0 0,1 0 0 16,-1 1 0-16,1 1 0 0,-4 2 0 16,3 0 0-16,1 1 0 0,-7 0 0 0,12 0 0 0,-6 1 0 15,-1-1 0-15,0 1 0 0,3 3 0 0,-2 0 0 16,-2 0 0-16,1 1 0 0,-1 0 0 0,1-1 0 15,-2 3 0-15,-2-1 0 0,2-2 0 16,-1 1 0-16,2 0 0 0,-3-1-85 0,2 0-27 16,-3 0 3-16,2 0-10 0,1-2 3 0,-3-2 12 0,3 4 14 15,-3-4 11-15,2 2 16 0,-2-2 14 0,0 0 17 16,0 0 6-16,0 0 2 0,9-7 9 0,-6 2 17 16,2 0 13-16,-2-2 13 0,4 0 8 0,1-1 15 15,-2-1 11-15,3 1 12 0,-1-2 16 0,-1 2 8 16,1 1 1-16,0-2 3 0,-3 4 4 0,0 0-10 15,1-1-8-15,-3 3-14 0,3 0-72 0,-6 3-2 16,8-1 0-16,-8 1 0 0,10 3 0 0,-7-2 0 16,3 1 0-16,-2 4 0 0,2-2 0 0,-2 1 0 15,-1 2 0-15,-1-1 0 0,3 3 0 0,-2 0 0 16,-2-3 0-16,1 5 0 0,0-5 0 0,-1 1 0 16,4-1 0-16,-5 2-179 0,4-4-78 0,-4 2-37 15,5-2-50-15,4-1-57 0,-5-1-66 0,6-2-75 16,-2 0-410-16,-8 0-1030 0,19-4 456 0</inkml:trace>
  <inkml:trace contextRef="#ctx0" brushRef="#br0" timeOffset="247543.9298">32196 5164 22 0,'4'-3'482'0,"-4"3"16"0,3-4 9 16,0 1-15-16,-3 3-21 0,3-8-23 0,0 4-23 15,0 2-31-15,1-2-32 0,-2 2-34 0,3-4-31 16,2 1-26-16,-2 3-25 0,1-1-24 0,1-2-26 16,0 2-19-16,1 2-18 0,1-2-18 0,3 0-9 15,-3 2-19-15,-3-1-17 0,3 1-13 0,-1 1-3 16,1 0-8-16,-3 0-9 0,2 3-12 0,0-2-2 15,2 2-7-15,-5 0-4 0,-1 1-1 0,1 3-9 16,-2-3-4-16,-1 1 4 0,3 2-8 0,-4 0 0 16,-1 2 8-16,-1-1-12 0,-4 3 14 0,0-1 1 15,-2-1 3-15,1 1 0 0,2-2-10 0,-3 2 16 16,0-1-17-16,1-1-3 0,1-2 4 0,2-2 4 16,2 0 13-16,-2 0 8 0,3-4 23 0,-5 4 12 15,5-1 6-15,0-3 2 0,0 0-9 0,5 7 1 16,3-3-13-16,6-4-4 0,4 0-55 0,4-3-12 15,-4 3 0-15,3-1 0 0,0 1 0 0,-1-1 0 16,-1 1 0-16,-6-1 0 0,0 1 0 0,-3-2 0 16,-1 5-112-16,-4-4-126 0,-5 1-80 15,13-2-82-15,-9 4-94 0,-4-2-74 0,0 0-443 0,0 0-1094 16,0 0 485-16</inkml:trace>
  <inkml:trace contextRef="#ctx0" brushRef="#br0" timeOffset="248043.6483">31445 5847 30 0,'0'0'313'0,"0"0"-7"0,0 0-8 0,0 0-4 16,0 0-13-16,0 0 3 0,0 0-8 0,0 0 8 15,0 0 3-15,0 0 3 0,0 0-1 0,0 0-3 0,0 0-2 16,0 0-3-16,0 0-2 0,0 0-5 0,0 0-10 15,0 0-4-15,0 0 0 0,0 0-15 0,0 0-11 16,0 0 1-16,0 0-14 0,0 0-18 16,0 0-13-16,0 0-19 0,0 0-15 0,6-2-21 15,8 0-6-15,14 0-19 0,-1 0-8 0,9 1-12 0,2 1-3 16,21-3-16-16,0 2-5 0,35-4-8 0,-30 3-7 16,30-2 3-16,-4 2-15 0,-26 1-9 0,-2-1-4 15,28-1 12-15,-40 3-17 0,3-2-12 16,-19 2-9-16,-2 0 0 0,-10-1 0 0,-2 2 0 0,-6 1 0 15,-1-4 0-15,-3 4 0 0,-1-2-34 0,-1-2-81 16,-2 2-35-16,-6 0-35 0,7 0-44 0,-7 0-56 16,2 2-24-16,-2-2-32 0,0 0-43 15,0 0-69-15,-19 3-75 0,6-1-335 0,-5-1-936 0,0 0 415 16</inkml:trace>
  <inkml:trace contextRef="#ctx0" brushRef="#br0" timeOffset="248528.9349">31663 6054 334 0,'0'0'502'0,"0"0"19"15,0-5-1-15,0 5-18 0,-1-7-24 0,1 7-23 16,-1-4-25-16,1 4-22 0,0 0-28 0,1-9-11 15,-1 9-45-15,0 0-19 0,0 0-31 0,0 0-28 16,0-5-33-16,0 5-18 0,0 0-20 0,0 0-25 16,0 0-10-16,0 0-25 0,0 0-11 0,0 0-8 15,0 0-19-15,-13 18-8 0,7-11-7 0,1 1 0 16,-2-1-8-16,2 5-29 0,0-5-17 0,1 4-22 16,-2-5-9-16,2 3-12 0,0 0-5 0,0-2-5 15,3-1 0-15,-1 1 7 0,4-2 5 0,-2 1 5 16,5 1 6-16,-1 0 4 0,6-2-6 0,-1 2 7 15,0 1-1-15,4-3 5 0,-3 0-3 0,2 1 4 16,-2-1-2-16,-2 1 4 0,1-1 3 0,-2-2 4 16,2 1 3-16,-1 2 1 0,-3 0 5 0,-1-2 2 15,1 0 2-15,0-1-2 0,-1-1-5 0,-3 3 6 16,0-3 5-16,1 4 5 0,-2-6 2 0,-7 6 9 16,1-4 4-16,0 3-5 0,-1-1-2 0,-3 0-1 15,-4-2 2-15,2 0-7 0,-7 3 3 0,6-3-8 16,2 1-7-16,-2-2-6 0,4-1-11 0,-4 0-19 15,13 0-14-15,-14 2-21 0,8-2-23 0,6 0-35 16,0 0-53-16,-10-3-81 0,10 3-83 0,0 0-76 16,2-7-83-16,-2 7-412 0,14-11-984 0,-5 2 435 15</inkml:trace>
  <inkml:trace contextRef="#ctx0" brushRef="#br0" timeOffset="248982.5294">31938 5989 272 0,'-1'-8'405'0,"1"8"16"0,1-6 2 16,-1 1-3-16,1 1-13 0,-1 4-14 0,-1-5-15 15,2 3-20-15,-1 2-23 0,3-4-28 0,0-1-26 16,-3 5-29-16,5-1-15 0,-5 1-22 0,8-4-19 15,-2 4-16-15,-1-2-20 0,-5 2-14 0,10 0-11 0,-2 1-15 16,-2-2-20-16,-1 2-3 0,-5-1-13 16,12 0-9-16,-7 1-6 0,0-1-9 0,-5 0-3 15,10 4-8-15,-7-3-5 0,3 4-7 0,-5-3-1 16,4 1-3-16,-1 0-3 0,-4-1-1 0,1 3-3 16,2-1-2-16,-3 0 5 0,0 1-6 0,1 0 0 0,-2 3 2 15,-2-2 1-15,0 2-3 0,-1 2-2 16,-2-2 5-16,0-1-1 0,1 0-1 0,-2 1-5 15,0-3 0-15,2 0 10 0,1-1-4 0,-1 0-5 16,3-1 11-16,2-3 6 0,-4 6 18 0,4-6 6 16,0 0 4-16,1 6 12 0,-1-6-3 0,0 0-4 0,0 0-5 15,6 5 0-15,2-5-10 0,7 0-8 16,-4-2-9-16,3-2 4 0,5 1-11 0,0 0-37 0,3-1-45 16,-3 2-49-16,3-4-38 0,-1 1-63 15,-3 0-81-15,1 3-86 0,-1-3-120 0,4 0-146 0,-12 2-332 16,4-3-1046-16,-2 0 463 0</inkml:trace>
  <inkml:trace contextRef="#ctx0" brushRef="#br0" timeOffset="249951.1019">33143 5528 194 0,'0'0'418'0,"0"0"9"0,0 0-2 0,0 0 1 0,0 0 2 16,9-21 3-16,-9 21-8 0,0 0-11 0,0 0-18 16,0 0-22-16,5-14-32 0,-5 14-27 0,0 0-29 15,0 0-34-15,0 0-27 0,0 0-14 0,0 0-34 16,0 0-16-16,0 0-14 0,0 0 8 0,0 0 0 16,0 0-2-16,0 0-4 0,0 0-8 0,-27 38-5 15,27-38-16-15,-15 22 2 0,7-8-3 0,-1 0-11 16,-1 3-5-16,1-2-25 0,2 0 5 0,-5 1-5 15,3 0-8-15,0-3-65 0,0 2-3 0,0 0 0 16,2-2 0-16,7-13 0 0,-13 22 0 0,5-12 0 16,8-10 0-16,-10 16 0 0,10-16 0 0,-9 13-83 15,9-13-105-15,0 0-38 0,-8 15-41 0,8-15-33 16,0 0-33-16,0 0-29 0,0 0-31 0,0 0-60 16,0 0-58-16,0 0-336 0,0 0-915 0,0 0 405 15</inkml:trace>
  <inkml:trace contextRef="#ctx0" brushRef="#br0" timeOffset="250185.4716">32955 5652 308 0,'0'0'345'0,"0"0"28"0,0 0 22 15,0-27 26-15,0 27 22 0,0 0 10 0,0 0 6 16,-2-17-1-16,2 17 3 0,0 0-28 0,0 0-10 16,0 0-22-16,0 0-31 0,0 0-32 0,0 0-36 15,0 0-30-15,0 0-30 0,0 0-27 0,0 0-28 16,0 0-19-16,19-9-15 0,-19 9-19 0,0 0-13 15,0 0-13-15,0 0-17 0,50 27-33 0,-39-21-42 16,-11-6-37-16,23 18-35 0,-7-9-34 0,-3 0-36 16,-13-9-41-16,22 16-57 0,-9-9-51 0,3 0-67 15,0 0-77-15,-16-7-79 0,37 11-71 0,-37-11-325 16,32 2-968-16,-32-2 429 0</inkml:trace>
  <inkml:trace contextRef="#ctx0" brushRef="#br0" timeOffset="250544.8271">33607 5437 299 0,'0'0'497'0,"10"-21"4"0,-10 21-2 0,5-19-5 0,-5 19-11 15,4-12-3-15,-4 12-22 0,0 0-14 0,3-19-21 16,-3 19-20-16,0 0-34 0,0 0-29 0,0 0-31 15,0 0-26-15,0 0-39 0,0 0-21 0,0 0-24 16,0 0-11-16,0 0-7 0,0 0-7 0,0 0-4 16,0 0-10-16,0 0-15 0,0 0-9 0,0 0-47 15,-3 59-89-15,2-44 0 0,0 2 0 0,1-17 0 16,-2 35 0-16,1-19 0 0,0 1 0 0,-2-3 0 16,3 4 0-16,0-18 0 0,-1 24 0 0,-3-12 0 15,4-12 0-15,-1 20 0 0,1-20 0 0,-1 16 0 16,1-16 0-16,0 0 0 0,-3 21 0 0,3-21 0 15,0 0 0-15,0 0 0 0,0 0 0 0,-1 16 0 16,1-16 0-16,0 0 0 0,0 0-65 0,0 0-239 16,0 0-43-16,0 0-41 0,0 0-83 0,0 0-95 15,0 0-443-15,0 0-1092 0,0 0 484 0</inkml:trace>
  <inkml:trace contextRef="#ctx0" brushRef="#br0" timeOffset="250811.1213">33428 5710 283 0,'0'0'365'0,"0"0"3"0,0 0-2 0,0 0-3 15,0 0-8-15,0 0-14 0,-24 11-3 0,24-11-10 16,0 0-6-16,0 0-12 0,0 0-7 0,0 0-18 16,0 0-16-16,0 0-22 0,0 0-19 15,0 0-22-15,0 0-19 0,0 0-23 0,0 0-11 16,61 9-11-16,-33-7-6 0,-1 1-6 0,5-3-21 15,-1 0-8-15,-2 0-10 0,-29 0-14 0,59 0-7 0,-38-1-7 16,-21 1-8-16,38-2-7 0,-38 2-21 16,27 0-28-1,-27 0-32-15,0 0-42 0,0 0-45 0,34 0-64 0,-34 0-44 0,0 0-60 0,0 0-61 16,0 0-40-16,0 0-17 0,24 3-34 0,-24-3-280 16,0 0-779-16,0 0 344 0</inkml:trace>
  <inkml:trace contextRef="#ctx0" brushRef="#br0" timeOffset="251329.0318">33493 5957 93 0,'0'0'420'15,"0"0"8"-15,0 0 5 0,0 0 1 0,0 0-7 16,0 0-13-16,45-21-8 0,-45 21-14 0,0 0-14 16,0 0-26-16,0 0-22 0,0 0-25 0,0 0-33 15,0 0-28-15,0 0-30 0,0 0-24 0,0 0-21 16,0 0-16-16,0 0-7 0,0 0-25 0,0 0-10 31,0 0-12-31,0 0-7 0,0 0-14 0,0 0-2 0,-53 34-12 0,44-26-7 0,9-8-9 0,-21 13-26 16,21-13-19-16,-18 14-13 0,18-14-3 0,-10 8-5 15,10-8-5-15,0 0-3 0,-13 9-3 0,13-9-2 16,0 0 6-16,0 0 6 0,0 0 1 0,0 0 8 16,4 19-4-16,-4-19 3 0,0 0 0 0,22 12 2 31,-22-12-1-31,23 7 0 0,-23-7 8 0,18 10 4 16,-18-10 1-16,19 8 3 0,-19-8 1 0,17 10 3 0,-17-10 8 0,13 12-2 0,-13-12 7 0,11 11-2 31,-11-11 4-31,0 0-2 0,11 13 1 0,-11-13-1 0,0 0 2 0,0 0 4 0,0 19 11 0,0-19 7 15,0 0 3-15,-22 14-1 0,22-14 3 0,-26 11-10 16,8-7-4-16,18-4-6 0,-39 6-9 0,20-3-28 16,19-3-14-16,-34 1-25 0,34-1-16 0,-26 1-16 15,26-1-14-15,0 0-17 0,0 0-14 0,0 0-42 32,0 0-43-32,-34-6-41 0,34 6-33 0,0 0-37 0,0 0-44 0,0 0-52 0,0 0-53 0,0 0-257 31,0 0-782-31,0 0 345 0</inkml:trace>
  <inkml:trace contextRef="#ctx0" brushRef="#br0" timeOffset="253468.7192">29205 7129 270 0,'0'0'366'16,"-2"4"17"-16,2-4 0 0,0 0-3 0,0 0 3 15,0 0-11-15,0 0-4 0,0 0-7 0,0 0-9 16,0 0-13-16,0 0-13 0,0 0-17 0,0 0-17 0,0 0-13 15,0 0-23-15,0 0-21 0,0 0-21 16,0 0-6-16,0 0-24 0,0 0-19 0,0 0-17 16,14-2 3-16,-14 2-19 0,13-3-8 0,-8 0-8 15,7 2-15-15,-2-2 1 0,0 0-10 0,0 2-12 0,2-2-8 16,-6 2-8-16,4 0-6 0,-1-2-11 16,0 1-32-16,3 1-44 0,-3-3-56 0,-3 2-58 15,1 2-57-15,-2-3-71 0,1 3-64 0,-6 0-52 16,0 0-51-16,0 0-29 0,9 2-12 0,-9-2-337 0,0 0-883 15,-7 7 390-15</inkml:trace>
  <inkml:trace contextRef="#ctx0" brushRef="#br0" timeOffset="253672.0254">29293 7210 11 0,'0'7'251'0,"0"-7"14"0,-2 4 21 0,2-1 21 16,0-3 35-16,2 4 44 0,-2-4 35 0,0 0 27 15,1 4 19-15,-1-4 14 0,0 0 5 0,0 0-5 16,0 0-5-16,0 0-27 0,8 0-34 0,-8 0-41 15,11-1-35-15,-2-2-38 0,4-1-28 0,3 1-26 16,1-1-27-16,1 1-29 0,2-1-53 0,-2 1-64 16,-6 0-63-16,1 1-87 0,-1 1-79 0,-3-1-83 15,-4-1-88-15,2 0-86 0,-5 2-99 0,3-2-84 16,-5 3-377-16,-2-5-1052 0,2 5 466 0</inkml:trace>
  <inkml:trace contextRef="#ctx0" brushRef="#br0" timeOffset="258255.7767">30218 6768 191 0,'1'-2'371'0,"1"-3"-1"0,0 0 5 0,1 1-7 0,2 3 1 16,-5-4 0-16,3 0 4 0,-1 0 3 0,0 3 1 16,-2-3-4-16,3 0-1 0,-1 2 1 0,1 0-16 15,-3 3-2-15,3-3-5 0,-3 3-13 0,3-5-12 16,-3 5-15-16,4-3-16 0,-4 3-19 0,0 0-17 15,3-1-22-15,-3 1-19 0,0 0-21 0,0 0-172 16,0 0-24-16,4-3 0 0,-4 3 0 0,0 0 0 16,0 0 0-16,0 0 0 0,0 0 0 0,0 0 0 15,-2 13 0-15,2-8 0 0,-1 2 0 0,1-1 0 16,1 5 0-16,-1-2 0 0,0 3 0 0,0-1 0 16,-1 1 0-16,1 0 0 0,0 4 0 0,0-3 0 15,1 1 0-15,-2 3 0 0,1-3 0 0,0 3 0 16,0-5 0-16,0 1 0 0,0-1 0 0,0-1 0 15,-1 0 0-15,1 0 0 0,1-1 0 0,-2 1 0 16,1-5 0-16,0 2 0 0,0-2 0 0,1 0 0 16,-1 1 0-16,0-1 0 0,0-1 0 0,0 1 0 15,1-4 0-15,1 1 0 0,-2-3 0 0,0 4 0 16,0-4 0-16,1 6 0 0,-1-6 0 0,0 4 0 16,0-4 0-16,0 0 0 0,0 0 0 0,2 1 0 15,-2-1 0-15,0 0 0 0,0 0 0 0,0 0 0 16,0 0 0-16,18-3 0 0,-6 1 0 0,1-1 0 15,7-2 0-15,-2 1 0 0,1 1 0 0,0-2 0 0,3 1 0 16,-2-3 0-16,0 6 0 0,-2-1 0 0,-1 1 0 16,-4-2 0-16,1 2 0 0,-1-2 0 0,-3 1 0 15,3-1 0-15,-8 4 0 0,3-4 0 16,-3 3 0-16,1-1 0 0,-6 1 0 0,9-1 0 0,-9 1 0 16,4-1 0-16,-4 1 0 0,0 0 0 0,8 1 0 15,-8-1 0-15,0 0 0 0,0 0 0 0,0 0 0 16,4 2 0-16,-4-2 0 0,1 3 0 15,-1-3-521-15,0 0-79 0,-8 7-81 0,2-5-385 0,-2 1-1153 16,-5-3 511-16</inkml:trace>
  <inkml:trace contextRef="#ctx0" brushRef="#br0" timeOffset="258725.0801">30132 7290 79 0,'0'0'327'0,"0"0"10"16,0 0-13-16,0 0 1 0,0 0 5 0,0 0 4 15,0 0-7-15,0 0-5 0,0 0 2 0,0 0-8 16,0 0-5-16,0 0-18 0,0 0-3 0,0 0-13 16,0 0-12-16,0 0-12 0,0 0-10 0,0 0-5 15,0 0-20-15,0 0 6 0,0 0-6 0,0 0-3 16,0 0-12-16,0 0 4 0,0 0-2 0,9 2-12 16,-9-2-21-16,8-1-16 0,-8 1-17 0,20-3-10 15,-3 1-17-15,5 1-4 0,6-1-7 0,2-2-25 16,6 2-76-16,1 0 0 0,2 1 0 0,13-5 0 15,2 6 0-15,-1-5 0 0,-12 4 0 0,-2 0 0 16,-5-1 0-16,-3 1 0 0,-4-1 0 0,-8 2 0 16,-6 0 0-16,-1 0 0 0,-1 0 0 0,-5-2 0 15,-1 2 0-15,0 2 0 0,-5-2 0 0,10-2 0 16,-10 2 0-16,7-2 0 0,-7 2 0 0,0 0 0 16,0 0-125-16,0 0-110 0,0 0-27 0,0 0-44 0,0 0-59 15,0 0-46-15,0 0-57 0,-30-1-57 16,24 1-391-16,-3 1-992 0,-4-1 439 0</inkml:trace>
  <inkml:trace contextRef="#ctx0" brushRef="#br0" timeOffset="259131.9938">30396 7477 306 0,'0'0'495'0,"3"-3"6"0,-3 3 2 0,4-4-7 16,-2 1-16-16,-2 3-9 0,3-4-9 15,-3 4-10-15,3-3-20 0,-3 3-12 0,0 0-21 16,0 0-22-16,0 0-22 0,2-4-27 0,-2 4-26 16,0 0-32-16,0 0-30 0,0 0-23 0,0 0-28 0,0 0-17 15,0 0-20-15,0 0-14 0,0 0-104 0,-2 16-34 16,2-6 0-16,2-3 0 0,-5 6 0 15,1-2 0-15,2 2 0 0,-1 2 0 0,1 2 0 16,0-1 0-16,0-1 0 0,-2 2 0 0,2-2 0 0,-2-2 0 16,1-1 0-16,0 0 0 0,-1 1 0 0,0-3 0 15,1-1 0-15,-1 2 0 0,1-5 0 0,0 1 0 16,1 0 0-16,-2-1 0 0,2-2 0 0,-1 1 0 16,0 1 0-16,1-2 0 0,0-4 0 0,0 5 0 15,0-5 0-15,0 5 0 0,0-5 0 0,-3 2 0 16,3-2 0-16,0 0 0 0,0 0 0 0,0 0 0 15,0 0-100-15,0 0-293 0,5-15-54 0,-5 10-53 16,0-2-63-16,0-2-469 0,0-2-1117 0,-1 3 494 16</inkml:trace>
  <inkml:trace contextRef="#ctx0" brushRef="#br0" timeOffset="259600.632">30254 7486 17 0,'-3'-3'180'0,"3"3"6"0,0 0-4 0,0 0 3 16,0 0 4-16,0 0 4 0,-4-2 5 0,4 2 4 15,0 0 7-15,0 0-1 0,0 0 13 0,0 0 5 16,-4-3 27-16,4 3 4 0,0 0 8 0,0 0 5 15,0 0 8-15,0 0 8 0,0 0 5 0,0 0-1 16,0 0 9-16,0 0-9 0,0 0-1 0,0 0-12 16,0 0 6-16,0 0-20 0,0 0-10 0,0 0-9 15,0 0-9-15,0 0-15 0,0 0-14 0,0 0-11 16,0 0-13-16,0 0-13 0,8-4-15 0,-8 4-108 16,8-6-46-16,-4 4 0 0,6 0 0 0,0-1 0 15,3 0 0-15,4-2 0 0,3 1 0 0,8 0 0 16,-1 0 0-16,1-1 0 0,0 0 0 0,0 2 0 15,-5 2 0-15,-4-2 0 0,-1 3 0 0,-4-3 0 16,-1 0 0-16,1 2 0 0,-2-1 0 0,-2 1 0 16,0 0 0-16,-3 0 0 0,-2 0 0 0,-5 1 0 15,9-3 0-15,-9 3 0 0,7 0 0 0,-7 0 0 16,0 0 0-16,0 0 0 0,5 0 0 0,-5 0 0 16,0 0 0-16,0 0 0 0,0 0 0 0,0 0 0 15,8 0 0-15,-8 0-201 0,0 0-95 0,0 0-72 16,0 0-62-16,0 0-66 0,0 0-59 0,3 4-420 15,-3-4-1055-15,0 0 468 0</inkml:trace>
  <inkml:trace contextRef="#ctx0" brushRef="#br0" timeOffset="260773.7336">30872 6782 32 0,'0'0'253'0,"0"0"-9"0,0 0-13 0,0 0-8 16,0 0-13-16,-2-4-13 0,2 4-9 0,0 0-7 16,0 0-8-16,0 0-10 0,0 0 1 0,0 0-7 15,0 0 4-15,0 0-2 0,0 0 2 0,0 0-9 16,0 0-3-16,0 0 6 0,0 0-6 0,0 0-2 16,0 0 7-16,0 0-10 0,0 0-2 0,0 0-7 15,0 0 2-15,0 0 1 0,0 0 1 0,0 0-5 16,0 0-4-16,0 0-2 0,0 0 3 0,0 0-2 15,0 0-3-15,0 0-4 0,0 0-6 0,0 0-9 16,0 0-5-16,0 0-7 0,0 0-7 0,0 0-7 16,0 0-3-16,0 0-11 0,0 0-2 0,0 0-8 15,0 0 0-15,0 0-1 0,0 0-4 0,0 0-5 16,0 0 2-16,0 0 0 0,0 0-1 0,0 0 0 16,0 0 3-16,0 0 2 0,0 0 1 0,0 0-4 0,0 0 3 15,0 0-5-15,0 0-3 0,0 0 5 0,0 0-5 16,0 0-3-16,0 0-15 0,0 0 12 0,0 0-10 15,0 0 3-15,7 11-6 0,-4-6 25 0,2 4 6 16,4 5-4-16,-1 2 13 0,2 0 9 0,1 9 12 16,3 0 10-16,-1 1-4 0,-2 0 17 0,2 6-52 15,-4-2-58-15,0 2 0 0,3 2 0 0,-6-1 0 16,1 3 0-16,-2 8 0 0,-4-11 0 0,-1 1 0 16,-4-1 0-16,-2 0 0 0,-3 0 0 0,-4 0 0 15,-4 12 0-15,2-14 0 0,-3 11 0 0,0-12 0 16,-1 0 0-16,1-3 0 0,2 1 0 0,-1-3 0 15,-2 0 0-15,5-1 0 0,-3-1 0 0,4-2 0 16,-1-4 0-16,5-1 0 0,-1-5 0 0,-2 3 0 16,2-5 0-16,3 1 0 0,0 0 0 0,-3-3 0 15,6 0 0-15,-3-2 0 0,3 1 0 0,-1-3 0 16,2 1 0-16,1 0 0 0,-1 0 0 0,3-4 0 16,-5 3 0-16,5-3 0 0,0 0 0 0,-4 2 0 15,4-2 0-15,0 0 0 0,0 0 0 0,0 0 0 16,-1 3 0-16,1-3 0 0,0 0 0 0,-1 4 0 15,1-4 0-15,0 0 0 0,0 0 0 0,0 0 0 16,0 0 0-16,-4-9 0 0,4 4-345 0,0-4-378 16,-4 0-465-16,-2-2-1286 0,-1-5 570 0</inkml:trace>
  <inkml:trace contextRef="#ctx0" brushRef="#br0" timeOffset="261398.7091">29978 6729 180 0,'1'-6'484'16,"-4"3"6"-16,2-2 20 0,0 0 5 0,1 5-3 0,-1-6-13 15,1 6-7-15,-2-6-11 0,1 2-15 0,1 4-19 16,0 0-23-16,-4-4-23 0,4 4-26 0,-1-2-27 15,1 2-21-15,0 0-28 0,0 0-20 16,0 0-27-16,0 0-23 0,0 0-48 0,-5-2-181 0,5 2 0 16,0 0 0-16,0 0 0 0,0 0 0 0,0 0 0 15,-4 9 0-15,1-5 0 0,-2 4 0 0,0 3 0 16,0 5 0-16,-3 2 0 0,-1 6 0 16,-5 1 0-16,4 3 0 0,-4-1 0 0,-1 5 0 0,-2 11 0 15,2-11 0-15,-6 11 0 0,-2 3 0 0,5-1 0 16,1 1 0-16,0-3 0 0,3 3 0 0,5-14 0 15,0 3 0-15,-1 13 0 0,3-13 0 0,6-3 0 16,1 3 0-16,-2-1 0 0,5 2 0 0,4-2 0 16,-2-4 0-16,5 3 0 0,-2-3 0 0,2-1 0 15,4 0 0-15,-4-5 0 0,3 1 0 0,-4-7 0 16,1 0 0-16,0 0 0 0,-1-4 0 0,-4-3 0 16,3 0 0-16,-1 0 0 0,0-3 0 0,-2 2 0 15,-1-3 0-15,1-1 0 0,-1 1 0 0,1-3 0 16,-2-1 0-16,1 0 0 0,-2 1 0 0,-2-4 0 15,3 3 0-15,-1-2 0 0,-2-1 0 0,0 0 0 16,9-8 0-16,-5 2 0 0,1-4 0 0,1-1-234 16,2-6-1093-16,4-9-1436 0,4 0 635 0</inkml:trace>
  <inkml:trace contextRef="#ctx0" brushRef="#br0" timeOffset="262243.2233">31134 6735 7 0,'0'0'343'0,"-1"-2"8"0,1 2-8 0,0 0-13 16,0-5-7-16,0 5 3 0,0 0-32 0,0-6 12 16,0 6-1-16,0 0-1 0,4-4-11 0,-4 4 5 15,0 0-8-15,0 0-7 0,-2-3-5 0,2 3-8 0,0 0-17 16,4-5-29-16,-4 5-11 0,0-4-20 0,0 4-28 15,6-4-8-15,-3 1-18 0,6-1-14 16,-4 2-12-16,4-1-17 0,0 1 1 0,1-2-18 16,2 3-7-16,-3-3-10 0,2 1-1 0,-3 3-11 0,1-1-4 15,0 1-6-15,1-2-15 0,-2 1 6 0,-3 1-8 16,-5 0-3-16,13 1 0 0,-8-1-1 0,-1 2-5 16,-4-2-5-16,9 5 2 0,-3-2-7 15,-5 0 6-15,2 1-2 0,-2 0-2 0,2 2-1 16,-3 0-2-16,-2 1-6 0,1 0 7 0,-2 4 7 0,0-3 3 15,-2 2 10-15,-2-1 1 0,1 1 6 0,-2 0 9 16,-2 0 5-16,1-1 9 0,0 0-9 0,1-1-3 16,1 0 1-16,-1 0 4 0,4 0 6 0,0-3-11 15,2 0 7-15,-2-2 3 0,0-1 8 0,3 1 10 16,1-3-5-16,-4 4-24 0,4-4-41 0,0 0 0 16,-4 5 0-16,4-5 0 0,0 0 0 0,0 0 0 15,0 0 0-15,0 0 0 0,0 0 0 0,0 0 0 16,14 1 0-16,-14-1 0 0,18-4 0 0,-4 2 0 15,3-1 0-15,1 2 0 0,0-1 0 0,1 1 0 16,-1-1 0-16,-6 0 0 0,-1 0 0 0,1 1 0 16,-3-1 0-16,-1 2 0 0,2-1 0 0,-5-2 0 15,1 3 0-15,-6 0 0 0,7-1 0 0,-7 1 0 16,8 4 0-16,-8-4 0 0,6 0 0 0,-6 0 0 16,0 0 0-16,0 0 0 0,5-4 0 0,-5 4 0 15,0 0 0-15,4-1 0 0,-4 1 0 0,0 0 0 16,0 0-305-16,0 0-246 0,0 0-64 0,0 0-54 15,0 0-340-15,9 6-1093 0,0-4 485 0</inkml:trace>
  <inkml:trace contextRef="#ctx0" brushRef="#br0" timeOffset="262696.1587">31870 7034 236 0,'0'0'428'15,"0"0"25"-15,0-7 4 0,0 7-1 0,0 0-2 0,0 0-2 16,-5-6-3-16,4 2-8 0,1 4-3 0,-3-4-3 15,3 4-32-15,0-4-10 0,0 4-26 16,0 0-26-16,0 0-30 0,-5-3-28 0,5 3-33 16,0 0-27-16,0 0-23 0,0 0-23 0,0 0-22 0,0 0-15 15,-6 9-7-15,0-3-17 0,0 2-116 0,1 3 0 16,-5 2 0-16,1 2 0 0,-1 0 0 16,-2 3 0-16,0 5 0 0,0-8 0 0,-3 7 0 15,4-6 0-15,-1 0 0 0,-1 6 0 0,0-6 0 0,-1-1 0 16,1-2 0-16,-1 2 0 0,4-3 0 0,0-1 0 15,-2-1 0-15,3-1 0 0,2-3 0 16,3 0 0-16,0-1 0 0,2 0 0 0,-2-2 0 16,2-1 0-16,2-2 0 0,-1 6 0 0,-1-3 0 0,2-3-226 15,0 0-63-15,0 0-38 0,0 0-49 0,0 0-35 16,0 0-25-16,0 0-29 0,7-16-26 0,-3 11-8 16,-3-2-280-16,2 1-843 0,-2-1 373 15</inkml:trace>
  <inkml:trace contextRef="#ctx0" brushRef="#br0" timeOffset="262977.78">31594 7149 246 0,'0'-4'286'0,"-2"-1"19"16,0 1 20-16,2 1 25 0,0-2 26 0,-2 1 22 15,2-2 14-15,0 6 12 0,-1-5 13 0,-1 1 5 16,2 4-9-16,0-3-5 0,0 3-10 0,0 0-25 16,0 0-23-16,0 0-33 0,0 0-27 0,-2-5-34 15,2 5-31-15,0 0-18 0,0 0-28 0,9 10-11 16,-2-4-18-16,2 1-13 0,1-1-118 0,-2 2-39 15,4 0 0-15,-1 3 0 0,3 2 0 0,0-2 0 16,-1-1 0-16,0 1 0 0,0 1 0 0,0-4 0 16,-2 2 0-16,-2-3 0 0,-1-1 0 0,-1 1 0 15,3-1 0-15,-2 0 0 0,-3-2 0 0,2 2 0 16,0-2 0-16,-2-1 0 0,1 1 0 0,-1-1 0 16,1 1 0-16,-1-1 0 0,0-1 0 0,0 0-77 15,1 1-214-15,1-4-64 0,-2 2-70 0,-5-1-76 16,18-5-93-16,-10 1-398 0,3-3-1073 0,6 2 474 0</inkml:trace>
  <inkml:trace contextRef="#ctx0" brushRef="#br0" timeOffset="263400.0326">32571 6978 209 0,'0'-15'451'0,"1"2"18"0,-1 1-3 0,5-5-10 16,-5 2-1-16,-1 5 1 0,1-2 1 0,0 0-7 15,1 2 7-15,-2 4-25 0,1-1-9 0,0 1-18 16,0 1-25-16,1 1-32 0,-1 0-24 16,0 4-36-16,-1-7-30 0,1 7-31 0,0 0-28 0,0 0-27 15,0 0-17-15,0 0-13 0,0 0-30 0,1 16-112 16,-1-3 0-16,1 1 0 0,-1 4 0 0,0 1 0 15,0-1 0-15,0 2 0 0,-1-1 0 16,-2 6 0-16,2-7 0 0,-1 0 0 0,2 0 0 0,0-1 0 16,0-1 0-16,-4-2 0 0,6-3 0 0,-5 1 0 15,1-1 0-15,1-1 0 0,0-4 0 0,2 4 0 16,-2-4 0-16,1-2 0 0,0 0 0 0,0 0 0 16,-1-1 0-16,1-3 0 0,0 0 0 0,0 7 0 15,0-7 0-15,-2 1 0 0,2-1 0 0,0 0 0 16,0 0 0-16,0 0 0 0,0 0 0 0,0 0 0 15,0 0 0-15,0 0-372 0,0 0-168 0,7-12-81 16,-6 9-489-16,-1 3-1202 0,0-8 532 16</inkml:trace>
  <inkml:trace contextRef="#ctx0" brushRef="#br0" timeOffset="263821.6397">32251 7324 303 0,'-4'3'336'15,"4"-3"-5"-15,0 0-18 0,-9 4-6 0,9-4-28 16,0 0-2-16,-4 1-6 0,4-1-9 0,-1 2-9 16,1-2-15-16,0 0-5 0,-2 2-12 0,2-2-17 15,0 0-12-15,0 0-7 0,0 0-15 0,0 0-9 16,0 0-13-16,0 0-5 0,0 0-3 0,-9 0 4 15,9 0-1-15,0 0 0 0,0 0 4 0,0 0 1 16,0 0-1-16,0 0 12 0,0 0 1 0,0 0 11 16,0 0 18-16,0 0-12 0,0 0-8 0,0 0-16 15,0 0-16-15,24-4-15 0,-9 1-15 0,6 1-11 16,8 0-10-16,7 1-11 0,5-1-7 0,15 2-2 16,-1-1-12-16,7 2-1 0,4 1-11 0,0 1-8 15,2-1-4-15,-7 1 1 0,-2-2 2 0,-8 1-9 16,-11 1-1-16,-8-1-5 0,-1 0 11 0,-6 1-14 15,-25-3-1-15,30 1 2 0,-30-1-15 0,0 0-1 16,30 3 0-16,-30-3-26 0,0 0-23 0,0 0-19 16,0 0-23-16,0 0-23 0,0 0-18 0,22 3-26 15,-22-3-11-15,0 0-19 0,0 0-37 0,0 0-40 16,0 0-58-16,0 0-69 0,0 0-70 0,0 0-83 16,-45 22-286-16,45-22-900 0,-24 8 398 0</inkml:trace>
  <inkml:trace contextRef="#ctx0" brushRef="#br0" timeOffset="264229.1358">32655 7638 430 0,'0'0'467'0,"0"0"-4"0,0 0 1 0,0 0-10 16,0 0-14-16,0 0-20 0,0 0-19 0,0 0-22 16,0 0-29-16,0 0-24 0,0 0-25 0,0 0-30 15,0 0-27-15,0 0-27 0,0 0-22 0,0 0-12 16,0 0-2-16,-1 11-11 0,-2-3-16 0,3 2-6 16,-2 0 0-16,-2 4-17 0,0 3-9 0,1 0-8 15,0 0-10-15,-1-1-9 0,0 0-9 0,1-1-1 16,1 2-20-16,-1-2 2 0,2 2-12 0,0-6-6 15,-1 1 1-15,1 1-9 0,0-2 12 0,0-1-35 16,-1-2 18-16,1 0-7 0,1-2 1 0,-1 1-5 16,-1-3-2-16,2 1-8 0,-1-2-16 0,1-3-16 15,0 6-15-15,0-6-8 0,-1 3-9 0,1-3-18 16,0 0-18-16,0 5-21 0,0-5-25 0,0 0-46 16,0 0-48-16,0 0-39 0,0 0-34 0,9-12-33 15,-5 7-42-15,-3-2-31 0,3-2-38 0,0 1-28 16,-3 1-295-16,0-2-828 0,2 0 366 0</inkml:trace>
  <inkml:trace contextRef="#ctx0" brushRef="#br0" timeOffset="264744.6135">32467 7653 152 0,'0'0'312'0,"-4"-2"-5"0,4 2-9 0,0 0-15 16,0 0 18-16,0 0-14 0,-9-4-7 0,9 4-6 16,0 0-7-16,0 0-11 0,0 0-10 0,0 0-8 15,-4-6-13-15,4 6-11 0,0 0-7 0,0 0-10 16,0 0-8-16,0 0-9 0,0 0-6 0,-3-2-2 15,3 2-8-15,0 0-3 0,0 0-4 0,0 0-10 16,0 0-2-16,0 0-9 0,0 0 2 0,0 0-3 16,0 0-1-16,0 0-5 0,0 0 7 0,0 0-8 15,0 0-2-15,0 0 1 0,0 0-6 0,0 0-20 16,0 0-4-16,9-10-10 0,-9 10-12 0,11-2-5 16,-11 2-4-16,19-5-11 0,-7 3 8 0,4-2-2 15,1 3-7-15,6-1 3 0,-3-1-4 0,10-3 1 16,-2 5-2-16,1 0-12 0,-3-4-6 0,-26 5-5 15,47-2-29-15,-25-1 0 0,-22 3 0 0,38-1 0 16,-38 1 0-16,26 0 0 0,-26 0 0 0,0 0 0 16,0 0 0-16,34-1 0 0,-34 1 0 0,0 0 0 15,0 0 0-15,0 0 0 0,0 0 0 0,0 0 0 16,0 0 0-16,0 0 0 0,0 0 0 0,0 0 0 16,28 1-9-16,-28-1-80 0,0 0-24 0,0 0-15 15,0 0-12-15,0 0-22 0,0 0-23 0,0 0-34 16,0 0-23-16,0 0-26 0,0 0-51 0,0 0-22 15,0 0-29-15,0 0-39 0,0 0-34 0,0 0-350 16,0 0-858-16,0 0 380 0</inkml:trace>
  <inkml:trace contextRef="#ctx0" brushRef="#br0" timeOffset="271295.0666">26910 6964 35 0,'0'0'38'0,"0"0"12"0,0 0-1 16,0 0-7-16,0 0 3 0,0 0-10 0,0 0-1 15,0 0-2-15,0 0 0 0,0 0-6 0,0 0-2 16,0 0-7-16,0 0-9 0,0 0 6 0,0 0-8 16,0 0-1-16,0 0-4 0,0 0-2 0,0 0-7 15,0 0-2-15,0 0-16 0,0 0-49 0,0 0-81 16,0 0 36-16</inkml:trace>
  <inkml:trace contextRef="#ctx0" brushRef="#br0" timeOffset="279531.471">25635 6646 288 0,'0'-3'334'0,"-2"-2"7"0,-1 0 9 0,2 0 5 16,1 2 12-16,-3-2 3 0,3 0 4 0,-1 1 0 15,1 4-4-15,-2-8-5 0,2 5-13 0,0 3 3 16,-1-5-9-16,1 5-8 0,-1-4-11 0,1 4-10 15,0 0-26-15,1-6-15 0,-1 6-28 0,0 0-12 16,0 0-19-16,-2-2-21 0,2 2-21 0,0 0-16 16,0 0-15-16,0 0-20 0,0 0-16 0,0 0-23 15,0 0-76-15,0 0-9 0,0 0 0 0,2 12 0 16,-1-7 0-16,2 6 0 0,1 0 0 0,-1 6 0 0,2 0 0 16,0 0 0-16,1 1 0 0,-1 2 0 0,2 4 0 15,-4-5 0-15,5 8 0 0,-4-2 0 16,1-6 0-16,0 4 0 0,-1-4 0 0,-1-1 0 15,-2-5 0-15,3 3 0 0,-1 1 0 0,-1-7 0 0,-1 0 0 16,0-4 0-16,2 1 0 0,-3-1 0 0,2-1 0 16,-2 0 0-16,2-1 0 0,0-2 0 0,-2 2 0 15,0-4 0-15,1 5 0 0,-1-5 0 0,0 0 0 16,4 3 0-16,-4-3 0 0,0 0 0 0,0 0 0 16,0 0 0-16,6-12 0 0,-5 5 0 0,3-1 0 15,1-1 0-15,-2-3 0 0,3-4 0 0,0-2 0 16,-1-7 0-16,4 1 0 0,-4-3 0 0,4 2 0 15,1-1 0-15,2-2 0 0,-3 1 0 0,0-1 0 16,2 0 0-16,2 0 0 0,0 3 0 0,0 0 0 16,-3 3 0-16,1 5 0 0,-3 0 0 0,1 3 0 15,-4 2 0-15,1 1 0 0,-2 4 0 0,-1 1 0 16,1 1 0-16,-1 0 0 0,-1 0 0 0,0 3 0 16,0-2 0-16,0 2 0 0,-2 2 0 0,2-4 0 15,-2 4 0-15,1-3 0 0,-1 3 0 0,0 0 0 16,0 0 0-16,0 0 0 0,0 0 0 0,0 0 0 15,1 13 0-15,-2-9 0 0,0-1 0 0,-1 3 0 16,2-1 0-16,-4 0 0 0,4 2 0 0,-2-1-403 16,0 1-127-16,2-1-50 0,4-2-39 0,-4 2-392 0,4-2-1093 15,0 0 484-15</inkml:trace>
  <inkml:trace contextRef="#ctx0" brushRef="#br0" timeOffset="280359.4027">25990 6770 98 0,'0'0'340'15,"0"0"-12"-15,0 0-13 0,-4 3-23 0,4-3-24 16,0 0-18-16,0 0-16 0,0 0-22 0,0 0-6 16,0 0-24-16,0 0-11 0,0 0-18 0,0 0-7 15,0 0-24-15,0 0-1 0,0 0-23 16,0 4-5-16,0-4-8 0,0 0-2 0,0 0-8 0,0 0 6 16,0 0-1-16,0 0 14 0,0 0-6 0,8 4 13 15,-8-4-1-15,5 3 0 0,0-3 4 0,-5 0 1 16,13 0-3-16,-5 0-5 0,5-2-1 0,-6 1-3 15,5 1 4-15,-2-3 9 0,3 1 0 0,-4-3 2 16,0 2 0-16,-1 0 5 0,-1 1-2 0,-2-2-4 16,0-1 9-16,2 3-4 0,-2-1-7 0,-3-1-1 15,5 2-3-15,-5-1-8 0,1-1-4 0,-3 4 1 16,0 0-8-16,4-2-9 0,-4 2-5 0,0 0-10 16,2-3-8-16,-2 3-7 0,0 0-5 0,0 0 1 15,-13 5 0-15,6-1-11 0,-1 2-5 0,-1-1-2 16,0 2-2-16,0 0 0 0,-1-1-3 0,2 0-6 15,1 1 2-15,-2 2 2 0,4-2-3 0,-2 0 0 16,2 1-2-16,0 2-7 0,1-1 8 0,-1-2-3 16,5 4 2-16,-1-6-4 0,2 5 3 0,2 0 1 15,0-3-1-15,4-1 1 0,-1 1-1 0,6-1 4 16,0-1 4-16,1 0-24 0,6-3-20 0,-3 0-20 16,4-1-25-16,-1-1-31 0,-1-1-41 0,1-2-42 15,2-1-56-15,-2-4-62 0,0 3-47 0,-1-4-58 16,0 3-56-16,-4-4-400 0,1 3-939 0,-4-2 416 15</inkml:trace>
  <inkml:trace contextRef="#ctx0" brushRef="#br0" timeOffset="280687.4626">26381 6635 154 0,'2'-6'510'0,"-1"0"33"16,-2 0 30-16,1 0 10 0,1-1 10 0,-1 3-15 15,0 0-16-15,0 4-17 0,0-8-23 0,0 5-34 16,0 3-36-16,0 0-40 0,0-4-41 0,0 4-39 0,0 0-37 16,0 0-34-16,0 0-30 0,0 0-45 0,0 0-186 15,-3 15 0-15,3-4 0 0,-2 0 0 16,-1 2 0-16,-1 2 0 0,1 4 0 0,1 0 0 16,0-1 0-16,0 1 0 0,0 0 0 0,-1 1 0 0,3 1 0 15,-5 2 0-15,3-6 0 0,-1 1 0 0,-1 2 0 16,1-5 0-16,-1 1 0 0,4-4 0 0,-3 1 0 15,2-6 0-15,1 2 0 0,-2-2 0 16,4-2 0-16,-4-2 0 0,2 1 0 0,0-4 0 0,0 0-12 16,7 6-452-16,-7-6-72 0,0 0-72 0,22-12-488 15,-11 6-1186-15,-1 0 525 0</inkml:trace>
  <inkml:trace contextRef="#ctx0" brushRef="#br0" timeOffset="281046.7697">26568 6817 168 0,'0'0'401'0,"0"0"25"16,0 0 9-16,0 0 1 0,0 0-10 0,0 0-16 15,4-6-16-15,-4 6-19 0,0 0-10 0,2-2-15 16,-2 2-9-16,0 0-24 0,0 0-17 0,3-6-22 16,-3 6-23-16,2-2-24 0,-2 2-29 0,0 0-14 15,0 0-27-15,8-1-18 0,-8 1-17 0,10 2-15 16,-1-1-4-16,-5 0-17 0,3 1-20 0,1 1 1 15,0-1-4-15,2 4-14 0,-6-3-9 0,5 2-2 16,-4 1-4-16,3 1-3 0,-4-1-4 0,-2 1-3 16,-2-1-6-16,4 3-6 0,-4-3 5 0,-1-1-2 15,-2 2 2-15,1-1 1 0,-9 2-11 0,1-3 6 16,0 2-3-16,-3-1 7 0,-1-1-16 0,-3 0 9 16,5-3-2-16,0 2 1 0,0-3 1 0,4 0-2 15,0-1 2-15,0-1 15 0,3-3 3 0,-2 1 13 16,3-2-2-16,0-1-8 0,2-2-9 0,2-1-3 15,1-3-2-15,1 4-17 0,2-3-18 0,3 0-33 16,0 2-33-16,2 0-35 0,0 0-40 0,8 0-62 16,-2 1-70-16,4 0-66 0,2 4-57 0,-2 1-60 15,1 0-42-15,3 0-386 0,-5 0-971 0,1 1 430 16</inkml:trace>
  <inkml:trace contextRef="#ctx0" brushRef="#br0" timeOffset="281593.4933">26873 6810 50 0,'0'0'352'0,"0"0"24"0,5-8 28 0,-5 8 18 16,0-5 19-16,0 5 6 0,-1-6 0 0,1 6-6 15,0-6-9-15,0 6 7 0,-4-6-10 0,4 6-7 0,0-3-17 16,0 3-25-16,-5-3-28 0,5 3-30 0,-1-3-33 16,1 3-26-16,0 0-33 0,0 0-22 15,0 0-23-15,0 0-16 0,-12 6-19 0,9-1-17 16,-4-2-130-16,1 4-3 0,-2-1 0 0,3 3 0 0,-5 0 0 15,2 1 0-15,3 1 0 0,-1 0 0 0,1-2 0 16,-1 2 0-16,0 0 0 0,2 0 0 0,0-2 0 16,2 0 0-16,-1-2 0 0,1-1 0 0,2-1 0 15,-2 1 0-15,2-3 0 0,2 4 0 0,0-3 0 16,0 0 0-16,3-2 0 0,2 0 0 0,2 1 0 16,3-3 0-16,0 0 0 0,0-2 0 0,7-2 0 15,-5-1 0-15,4 0 0 0,-5 0 0 0,2-1 0 16,2-2 0-16,-4 3 0 0,-2-3 0 0,0 2 0 15,-1 1 0-15,-1-3 0 0,-3 3 0 0,-1 1 0 16,3-3 0-16,-6 4 0 0,2-1 0 0,-1 3 0 16,-3 1 0-16,4-6 0 0,-2 3 0 0,-2 3 0 15,0 0 0-15,5 0 0 0,-5 0 0 0,0 0 0 16,0 0 0-16,0 0 0 0,0 0 0 0,5-2 0 16,-5 2 0-16,0 0 0 0,0 0 0 0,0 8 0 15,-1-4 0-15,-1 0 0 0,2-4 0 0,0 10 0 16,-2-5 0-16,2 2 0 0,0 2 0 0,0-3 0 15,2 1 0-15,-1 0 0 0,0 0 0 0,0-2 0 16,4 1 0-16,-5-1 0 0,2 0 0 0,0-1-1 16,1 2-179-16,-1-3-22 0,2-2-32 0,-4-1-39 15,9 4-37-15,-5-6-53 0,-4 2-45 0,10-5-43 16,-3-3-48-16,-1 2-380 0,-1-2-952 0,0-1 423 16</inkml:trace>
  <inkml:trace contextRef="#ctx0" brushRef="#br0" timeOffset="281812.1876">27152 6689 236 0,'0'0'376'0,"1"-5"16"0,-1 1 43 0,0 4 22 15,3-5-10-15,-3 5-29 0,0-4-40 0,0 4-40 16,0 0-34-16,0 0-34 0,0-6-28 0,0 6-49 0,0 0-61 16,0 0-77-16,0 0-88 0,0 0-80 15,2-2-39-15,-2 2-49 0,0 0-65 0,3 9-72 16,-2-5-257-16,-1-4-646 0,7 7 286 0</inkml:trace>
  <inkml:trace contextRef="#ctx0" brushRef="#br0" timeOffset="282031.1731">27286 6695 115 0,'0'-5'411'0,"0"3"42"0,-2-3 32 0,2 5 24 15,0-8 15-15,-2 4 8 0,2 0-8 0,0 4 3 16,-1-6-10-16,-2 3-17 0,3 3-24 15,0 0-30-15,-1-5-40 0,1 5-28 0,0 0-43 16,0 0-34-16,0 0-36 0,-2-3-28 0,2 3-25 0,0 0-174 16,0 0-38-16,0 0 0 0,-2 15 0 0,2-7 0 15,0 4 0-15,0-3 0 0,0 3 0 0,-3 0 0 16,0 3 0-16,3 0 0 0,-4 2 0 0,2 1 0 16,2 0 0-16,-2-1 0 0,2-1 0 0,-2-1 0 15,0 1 0-15,1-4 0 0,-3-1 0 0,4 0 0 16,-4-2 0-16,4 0 0 0,-1-4 0 0,1 2 0 15,-2-1 0-15,0-1 0 0,2 0-98 0,0-5-280 16,0 6-9-16,0-6-11 0,0 0-33 0,0 0-48 16,0 0-43-16,0 0-24 0,0 0-280 0,0 0-894 15,0-19 396-15</inkml:trace>
  <inkml:trace contextRef="#ctx0" brushRef="#br0" timeOffset="282812.2131">27175 6834 98 0,'0'0'320'0,"0"0"12"0,0 0 16 0,0 0 22 16,0 0 14-16,0 0 13 0,0-6 6 0,0 6 0 16,0 0-10-16,0 0-8 0,0 0-13 0,0 0-8 15,0 0-22-15,0 0-9 0,0 0-18 0,0 0-22 16,0 0-13-16,0 0-24 0,0 0-22 0,0 0-37 16,6-5-11-16,-4 3-21 0,-2 2-20 0,10-3-14 15,-5 0-13-15,1 1-12 0,6-2-17 0,-3-2-6 16,4 2-13-16,-1-1 8 0,1 1-21 0,-1-1-3 15,0 2-4-15,1-1-10 0,0 2-40 0,-3 1 0 16,3-3 0-16,-5 3 0 0,2-1 0 0,-5 0 0 0,3 1 0 16,-3 0 0-16,-5 1 0 0,9-1 0 0,-9 1 0 15,5-2 0-15,-5 2 0 0,0 0 0 16,6 0 0-16,-6 0 0 0,0 0 0 0,0 0 0 16,8 5 0-16,-7-1 0 0,2-3 0 0,-3 5 0 0,2-1 0 15,1-1 0-15,-2 3 0 0,2 0 0 0,-2 0 0 16,2-1 0-16,-1-1 0 0,-1 0 0 15,-1 2-3-15,3-1-54 0,-2-1-2 0,2 2-8 16,-2-2-7-16,0-1-1 0,2 1 7 0,-1-1 4 0,1-2 3 16,-3 3 4-16,0-5 13 0,4 1 1 0,-4-1 16 15,8 3-8-15,-8-3 5 0,11-4 8 0,-5-1 0 16,-1 2 7-16,3-3 4 0,0-1 6 16,-2-2 3-16,3 2 0 0,-4 0 16 0,4-2 6 0,-1 0 23 15,-3 1 5-15,1 0 17 0,-2 2 16 0,0 1 6 16,0 0 1-16,1 3 4 0,-4-2 1 0,-1 1 1 15,4-1-5-15,-4 4-60 0,3-5-29 0,-3 5 0 16,1-2 0-16,-1 2 0 0,0 0 0 0,0 0 0 16,0 0 0-16,0 0 0 0,0 0 0 0,0 0 0 15,0 0 0-15,0 0 0 0,0 11 0 0,-1-5 0 16,-2 1 0-16,-1-1 0 0,4 5 0 0,-4 4 0 16,1 3 0-16,-1-2 0 0,1 1 0 0,-1 2 0 15,3 0 0-15,-3 2 0 0,0-1 0 0,3-1 0 16,-3 0 0-16,-1 0 0 0,4-1 0 0,-3-2 0 15,3 1 0-15,-2-4 0 0,-1-2 0 0,3-2 0 16,1 1 0-16,-2-4 0 0,2 1 0 0,-2-2 0 16,2-1 0-16,-1 2 0 0,-2-3 0 0,3-3 0 15,0 6 0-15,0-6 0 0,-1 3 0 0,1-3 0 16,0 0 0-16,0 0 0 0,-2 4 0 0,2-4 0 0,0 0 0 16,0 0 0-16,0 0 0 0,0 0 0 15,0 0 0-15,0 0 0 0,0 0 0 0,-18-5 0 16,11 3 0-16,1 0 0 0,0 0 0 0,1 1 0 15,-1-2 0-15,6 3 0 0,-7-1 0 0,3-2 0 0,4 3 0 16,-5-3 0-16,5 3 0 0,-5-3 0 0,5 3 0 16,-3-3 0-16,3 3 0 0,0 0-347 15,13-1-127-15,-13 1-60 0,19 0-65 0,-6 0-441 16,0-2-1126-16,3 0 498 0</inkml:trace>
  <inkml:trace contextRef="#ctx0" brushRef="#br0" timeOffset="283312.1828">27648 6538 383 0,'0'-7'454'0,"2"-1"1"0,1 3 1 0,-2-1-8 15,0 1-20-15,3 0-15 0,-2-1-23 0,0 3-22 16,0 0-23-16,1 1-16 0,-3 2-34 0,5-6-14 16,-3 2-23-16,0 2-21 0,-2 2-25 0,5-3-18 15,-5 3-26-15,2-3-16 0,-2 3-13 0,5-2-17 16,-5 2-12-16,6-1-14 0,-6 1-2 0,0 0-17 16,10 1-6-16,-10-1-10 0,4 3-2 0,-4-3-13 15,5 5 4-15,-3-2-8 0,0 1 4 0,-1 1 1 16,2 1-2-16,-2-1-3 0,-1 0-4 0,0 2-6 15,0 0-4-15,3 0 7 0,-3 3-2 0,-3-4 2 16,-1 2-17-16,3-1 6 0,-3 2-8 0,4-2 3 16,-4 0-2-16,3-2-7 0,1 0 6 0,-2 1-4 15,0-3 6-15,2 1-5 0,0-4-5 0,-2 7 14 16,2-3 4-16,0-4 15 0,0 0-7 0,2 5 18 16,-2-2 12-16,4-1 5 0,5 0 6 0,0-2-52 15,5 0-23-15,3-2 0 0,3 0 0 0,-1-1 0 16,1 1 0-16,1-1 0 0,0 0 0 0,1 0 0 15,-5-1 0-15,4 0 0 0,-5 1 0 0,-2 2 0 16,-1-2-102-16,-4 2-272 0,1 1-94 0,-6 1-82 16,-4-1-65-16,5 3-399 0,-5-3-1098 0,0 0 486 15</inkml:trace>
  <inkml:trace contextRef="#ctx0" brushRef="#br0" timeOffset="284046.3858">25694 7218 247 0,'-4'-3'296'0,"4"3"-6"16,0 0-7-16,-4-5-6 0,4 5-3 0,-4-2-8 15,4 2-10-15,0 0 2 0,-5-4-5 0,2 2-6 16,3 2-11-16,-7 0-3 0,7 0-9 0,0 0-7 16,-6-1-8-16,6 1-7 0,0 0-5 0,-6-2-13 15,6 2-9-15,0 0-7 0,-5-3-2 0,5 3-11 16,0 0-9-16,0 0-13 0,0 0-13 0,0 0 0 16,0 0-14-16,0 0-8 0,0 0 3 0,0 0 1 15,0 0-5-15,0 0-1 0,0 0 6 0,0 0 5 16,22 8 6-16,-4-4 0 0,4 3-1 0,12-4 15 15,17 3-16-15,4-1-11 0,8 2 2 0,29-3-17 16,6 1-1-16,-2-1-11 0,9-4-6 0,2 5-18 16,3-3 10-16,9-1-9 0,4 1-5 0,2-2-10 0,-5 0 0 15,0 2 4-15,-9-1 4 0,-7 0 11 0,-12 0 0 16,-31-1-54-16,-10 1 0 0,-12 2 0 16,-7-3 0-16,-2 0 0 0,-7 2 0 0,-5-2 0 0,-4 0 0 15,-3 2 0-15,-4-4 0 0,2 2 0 0,-3 2 0 16,2-2 0-16,-8 0 0 0,9 0 0 0,-9 0 0 15,4-2 0-15,-4 2 0 0,0 0 0 0,10 4-82 16,-7-3-131-16,-3-1-42 0,4 8-51 0,-3-6-44 16,0-1-39-16,3 6-32 0,-3-2-39 0,3-1-42 15,-2 0-368-15,-1 1-941 0,-1-5 418 0</inkml:trace>
  <inkml:trace contextRef="#ctx0" brushRef="#br0" timeOffset="284639.9972">26527 7488 2 0,'0'0'459'16,"0"0"25"-16,0 0-4 0,0 0-3 0,3 2-3 0,-3-2-8 15,0 0-20-15,0 0-15 0,0 0-13 16,0 0-20-16,0 0-20 0,0 0-24 0,0 0-18 16,0 0-24-16,0 0-22 0,0 0-23 0,0 0-27 0,0 0-9 15,-5 7 1-15,5-2-3 0,-4-1-11 0,1 1-12 16,1 3-7-16,-1 0-35 0,0 3-164 0,2 0 0 15,-2-2 0-15,1 4 0 0,-3-2 0 0,0 5 0 16,1-4 0-16,0-1 0 0,2 1 0 0,-1-1 0 16,-1-1 0-16,3 0 0 0,-3 2 0 0,0 0 0 15,2-5 0-15,-1 4 0 0,-1-6 0 0,4 3 0 16,-2-3 0-16,-1 1 0 0,2-3 0 0,1 2 0 16,-3-1 0-16,3 1 0 0,0-5 0 0,0 0 0 15,-1 4 0-15,1-4 0 0,0 0 0 0,0 0 0 16,0 0 0-16,0 0 0 0,0 0-215 0,0 0-231 15,5-12-33-15,-5 6-47 0,3 1-48 0,-2-2-419 16,0-2-1074-16,2 1 476 0</inkml:trace>
  <inkml:trace contextRef="#ctx0" brushRef="#br0" timeOffset="284968.0453">26260 7536 101 0,'-9'-1'412'0,"1"-5"35"0,3 4 34 0,0 1 9 16,0-1 5-16,-4 0-2 0,4 1-3 0,-1 0-13 16,3-1-8-16,3 2-21 0,-8-4-19 0,3 3-27 0,5 1-26 15,-5-3-26-15,5 3-22 0,-4-2-22 0,4 2-22 16,0 0-15-16,0 0-25 0,0 0-27 0,0 0-34 16,5-6-183-16,4 6 0 0,0-5 0 0,8 0 0 15,1 1 0-15,10-2 0 0,3 1 0 0,3 2 0 16,1-3 0-16,-3 3 0 0,3-2 0 0,2 3 0 15,-2 0 0-15,-3-1 0 0,-2 1 0 0,-2 0 0 16,-7 1 0-16,-1 1 0 0,-2-2 0 0,-5 2 0 16,1 0 0-16,-2-1 0 0,-2 1 0 0,-2 0 0 15,-1 0 0-15,-2-2 0 0,-5 2 0 0,9-1-361 16,-9 1-135-16,8 1-57 0,-8-1-54 0,8 4-422 16,-8-4-1115-16,3 2 493 0</inkml:trace>
  <inkml:trace contextRef="#ctx0" brushRef="#br0" timeOffset="285280.4722">26643 7651 269 0,'0'0'381'0,"0"0"10"0,0 0 13 15,0 0 2-15,0 0 5 0,0 0 2 16,0 0-2-16,0 0 6 0,0 0-18 0,0 0-5 15,0 0-7-15,0 0-6 0,0 0-18 0,0 0-18 0,0 0-12 16,0 0-29-16,0 0-26 0,0 0-30 0,0 0-24 16,0 0-26-16,6 2-18 0,-6-2-14 0,2 5-10 15,-2 0-4-15,0 0-9 0,0-1-106 0,0 1-37 16,0 0 0-16,0 2 0 0,0-2 0 0,1 4 0 16,-2-4 0-16,1 2 0 0,0 2 0 0,0-5 0 15,0 3 0-15,0 0 0 0,0-4 0 0,0 3 0 16,-2-3 0-16,2 1 0 0,0-4 0 0,0 5 0 15,0-5 0-15,0 0-31 0,0 0-267 0,0 0-57 16,0 0-48-16,0 0-39 0,12-9-34 0,-8 4-25 16,1-2-12-16,4-2-349 0,0-4-935 0,-1 1 414 15</inkml:trace>
  <inkml:trace contextRef="#ctx0" brushRef="#br0" timeOffset="285514.8208">26746 7581 14 0,'3'-4'158'0,"-1"-1"77"15,-1 0 30-15,1-1 20 0,0 3 13 0,-2-2 21 16,1-1 38-16,2 2 33 0,-3 4 12 0,-2-4 4 15,2 4-5-15,2-6-11 0,-2 6-25 0,0-5-27 16,0 5-35-16,0-4-26 0,0 4-35 0,0 0-33 16,0 0-63-16,0 0-78 0,0 0-72 0,0 0-66 15,0 0-73-15,0 0-77 0,6 12-72 0,-5-7-75 16,4 5-53-16,-1-5-306 0,1 3-786 0,-1 2 348 16</inkml:trace>
  <inkml:trace contextRef="#ctx0" brushRef="#br0" timeOffset="286061.9538">26868 7663 14 0,'0'0'394'0,"0"0"26"0,0 0 33 0,0 0 23 31,9-4 10-31,-9 4-1 0,0 0-4 0,0 0-19 0,0 0-3 0,5-3-37 0,-5 3-22 0,0 0-23 0,0 0-25 32,0 0-35-32,0 0-36 0,0 0-28 0,0 0-21 15,0 0-29-15,0 0-23 0,0 0-15 0,0 8-18 16,0-2-13-16,0-2-15 0,0 2-13 0,-1 0-9 15,1-1-5-15,-3 2-17 0,3-1-20 0,-1 2-33 16,1 0-19-16,0-3-21 0,0 0-30 0,0-2-14 16,0 3-12-16,0-3-11 0,0 2-11 0,0-1-2 15,0-4 2-15,4 3-1 0,-4-3 23 0,0 0 5 16,0 0 5-16,1 4 8 0,-1-4 4 0,0 0 5 16,12-6 4-16,-8 1 4 0,2 0 7 0,0-2 5 15,1 0 0-15,1 1 12 0,0-4 5 0,1 2 21 16,-2-1 14-16,-1 0 9 0,1-2 2 0,0 4 17 15,0-3 11-15,-1 3 8 0,-1 1 7 0,-1 2 5 16,2 1-1-16,-2 0 3 0,0 1-13 0,-4 2-14 16,6-2-2-16,-2 0-10 0,-4 2 8 0,0 0-19 15,10 4-7-15,-6-2 16 0,1 2-15 0,-3 1-4 16,0 0 1-16,3 0 2 0,-3 0-7 0,0 1-4 16,0 0 11-16,0 1-16 0,-2 1 2 0,1-3-17 0,-1 2-15 15,2-1-17-15,-2-2-8 0,0 2-11 16,3-1-5-16,-3 0 15 0,0-5 2 0,0 4-1 15,0-4 9-15,0 0 5 0,2 4 9 0,-2-4 1 0,0 0 1 16,0 0 8-16,0 0 4 0,7-10 4 0,-3 5 7 16,0-4 8-16,-3 5 9 0,4-4 17 0,4 2 13 15,-5-2 0-15,1 3 16 0,-1 0 14 0,1 3 6 16,-2-4-36-16,1 6-53 0,-2-3 0 0,-2 3 0 16,5-4 0-16,-5 4 0 0,4-3 0 0,-4 3 0 15,3-3 0-15,-3 3 0 0,0 0 0 0,6 7 0 16,-6-7 0-16,7 4 0 0,-6 1 0 0,3-1 0 15,-1 1 0-15,1 1 0 0,0 0 0 0,1-3 0 16,-2 2-6-16,-1 3-294 0,4-5-63 0,0-1-56 16,-2 4-51-16,-1-1-65 0,3-1-47 0,-3-3-338 15,3 1-995-15,-6-2 440 0</inkml:trace>
  <inkml:trace contextRef="#ctx0" brushRef="#br0" timeOffset="286515.0022">27290 7649 270 0,'0'0'329'0,"0"-4"15"0,0 4 29 0,4-5 10 16,-3 1 12-16,-1 4 4 0,0 0-7 0,0 0 3 16,0 0-15-16,0 0-12 0,0 0-18 0,0-3-22 15,0 3-21-15,0 0-18 0,0 0-29 0,0 0-25 0,0 0-26 16,0 0-25-16,0 0-18 0,0 0-14 16,0 0-18-16,0 0-10 0,0 0-20 0,0 0-6 15,0 0-13-15,0 0-6 0,0 0-4 0,5 8-8 16,-1-5-2-16,-4-3-10 0,6 2 1 0,1-1-17 0,-1 1 10 15,1-1-5-15,0-1-17 0,5 2 6 0,-6-3 5 16,3 0-8-16,-1 1 0 0,-1-3 11 0,4-1 9 16,-4 4 19-16,0-3 5 0,-2-1-1 15,0 0 2-15,0 0-6 0,-1 0-69 0,0-4 0 0,-2 5 0 16,1-3 0-16,-1 1 0 0,-2 0 0 0,0 1 0 16,-2 0 0-16,-1-3 0 0,2 3 0 0,-4 0 0 15,0 2 0-15,0-3 0 0,-2 3 0 0,2 0 0 16,5 2 0-16,-11 0 0 0,11 0 0 0,-17 2 0 15,11 2 0-15,-3-2 0 0,2 1 0 0,0 2 0 16,-4 4 0-16,1-1 0 0,4 3 0 0,-3-2 0 16,1 2 0-16,2-2 0 0,2 0 0 0,0 2 0 15,-1-2 0-15,1 1 0 0,4 0 0 0,0-2 0 16,4 3 0-16,1-3 0 0,0 4 0 0,0-6 0 16,8 0 0-16,-1 0 0 0,0-1 0 0,6 0 0 15,1-1 0-15,3-6 0 0,-1 1 0 0,0-1 0 16,2-3 0-16,-1 2 0 0,-3 0 0 0,4-2 0 15,-5 0 0-15,0-1-117 0,0 2-121 0,-4-1-33 0,-2 1-41 16,-1 0-55-16,-3 1-40 0,-4 1-60 16,1-2-63-16,-3 1-384 0,-2 3-990 0,3-4 438 15</inkml:trace>
  <inkml:trace contextRef="#ctx0" brushRef="#br0" timeOffset="290453.3166">29046 6949 202 0,'-5'-3'224'0,"2"-2"5"0,-2 2-1 0,3-2 9 0,-1 3 11 15,-1-1 4-15,-1 0 5 0,3-1 20 16,2 4 9-16,-3-6 5 0,-1 5 11 0,2-2 7 16,2 3-1-16,-2-5-5 0,2 5-10 0,0 0-11 15,0 0-13-15,0 0-16 0,0 0-10 0,0 0-18 0,0 0-5 16,0 0-23-16,-4-3-14 0,4 3 1 15,0 0-20-15,0 0-17 0,0 0-8 0,0 0-8 16,0 0-6-16,0 0-21 0,0 0 0 0,0 0-13 16,0 0-7-16,-5-1-15 0,5 1 0 0,0 0 1 0,0 0 2 15,0 0-9-15,0 0 3 0,0 0-2 0,0 0-9 16,0 0 0-16,0 0-6 0,0 0-6 0,0 0 0 16,0 0-1-16,0 0-7 0,0 0-30 0,0 0-5 15,0 9 0-15,0-5 0 0,-5-1 0 0,2 1 0 16,-1 3 0-16,-1 3 0 0,1 2 0 0,-4-1 0 15,-1 4 0-15,0 1 0 0,-6 4 0 16,-4 0 0-16,5-5 0 0,-4 5 0 0,-1-2 0 0,-1-1 0 16,6-2 0-16,4 0 0 0,-3-2 0 0,-1 1 0 15,3-3 0-15,-1 2 0 0,3-6 0 0,0 2 0 16,4-2 0-16,-2-3 0 0,3 3 0 0,0-4 0 16,1 0 0-16,1 1 0 0,-1-1 0 0,3-3 0 15,-2 5 0-15,2-5 0 0,-4 0 0 0,4 0 0 16,-4 3 0-16,4-3 0 0,0 0 0 0,0 0 0 15,0 0 0-15,-1 2 0 0,1-2 0 0,0 0 0 16,0 0 0-16,-2 6 0 0,2-6 0 0,7 5 0 16,-2-1 0-16,0-1 0 0,5 3 0 0,9 3 0 15,-2 0 0-15,10 3 0 0,2 0 0 0,3 2 0 16,4 1 0-16,13 5 0 0,-14-6 0 0,15 4 0 16,-14-4 0-16,0 1 0 0,-3 0 0 0,0-2-52 15,-7 0-488-15,-1-4-118 0,-11-2-500 0,-1 1-1253 16,-5-5 556-16</inkml:trace>
  <inkml:trace contextRef="#ctx0" brushRef="#br0" timeOffset="299905.3152">18072 419 310 0,'0'0'472'0,"9"-25"-9"0,-9 25 0 16,0 0-1-16,5-18-9 0,-5 18-6 0,0 0-7 31,5-17-7-31,-5 17 2 0,0 0-15 0,7-12-6 16,-7 12-20-16,0 0-22 0,0 0-30 0,0 0-32 0,0 0-34 0,0 0-26 0,0 0-31 15,0 0-26-15,0 0-27 0,0 0-28 0,0 0-9 32,0 0-10-32,0 0-48 0,0 0-71 0,0 0 0 0,-39 54 0 0,21-29 0 0,2 0 0 0,-4 2 0 0,4 4 0 15,-9-1 0-15,2 9 0 0,4-11 0 0,0 6 0 16,5-3 0-16,-1 1 0 0,1-1 0 16,0 0 0-16,5-4 0 0,1 5 0 0,4-9 0 15,4 4 0-15,4-2 0 0,2-1 0 0,10-2 0 16,-1 0 0-16,5-4 0 0,1 0 0 0,3-2 0 15,-1-2 0-15,1-3 0 0,-7-3 0 0,2 2 0 16,-2-4 0-16,-3-4-212 0,0 2-235 0,0-4-82 16,3 3-102-16,-6-6-431 0,-2-1-1151 0,1-1 509 15</inkml:trace>
  <inkml:trace contextRef="#ctx0" brushRef="#br0" timeOffset="300311.4456">18243 558 2959 0,'5'-23'349'0,"-5"23"-102"0,4-23-10 16,-4 23 52-16,2-20 4 0,-2 20-2 0,3-18 0 16,-3 18-10-16,5-11-10 0,-5 11 18 0,0 0 4 15,0 0-7-15,5-18 8 0,-5 18-9 0,0 0-8 16,0 0-20-16,0 0-17 0,5-13-25 0,-5 13-19 15,0 0-145-15,0 0-51 0,0 0 0 0,0 0 0 16,0 0 0-16,0 0 0 0,0 0 0 0,0 0 0 16,0 0 0-16,0 0 0 0,0 0 0 0,0 0 0 15,3 51 0-15,-3-37 0 0,0-14 0 0,-1 32 0 16,-2-14 0-16,2-3 0 0,-2 0 0 0,3-15 0 16,-2 29 0-16,-1-14 0 0,1 1 0 0,2-16 0 15,-3 22 0-15,3-22 0 0,-3 18 0 0,3-18 0 16,-5 17 0-16,5-17 0 0,0 0 0 15,0 16 0-15,0-16 0 0,0 0 0 0,0 0 0 16,0 0 0-16,0 0 0 0,3 17-302 0,-3-17-53 0,0 0-67 16,0 0-54-16,0 0-78 0,0 0-460 0,0 0-1098 15,51-25 486-15</inkml:trace>
  <inkml:trace contextRef="#ctx0" brushRef="#br0" timeOffset="300717.6017">18483 497 371 0,'0'0'465'0,"8"-19"-3"0,-8 19-6 15,0 0-12-15,6-16-8 0,-6 16-12 0,0 0-17 16,4-16-22-16,-4 16-24 0,0 0-22 0,8-15-18 16,-8 15-20-16,0 0-16 0,6-12-27 0,-6 12-20 15,0 0-25-15,0 0-19 0,0 0-16 0,10-13-24 16,-10 13-18-16,0 0-15 0,0 0-17 15,0 0-11-15,0 0-15 0,35 0-9 0,-35 0-5 16,0 0-10-16,0 0-2 0,43 14-9 0,-31-8-6 16,-12-6-1-16,19 11-13 0,-19-11 0 0,18 13-8 15,-18-13-3-15,10 17 3 0,-2-10-4 0,-8-7-3 16,4 17 4-16,-4-17-4 0,0 17-1 0,0-17 1 16,-8 18 5-16,8-18 1 0,-20 18-2 0,4-8-7 15,-3-6 10-15,-5 5-4 0,7-3 4 0,17-6 2 16,-23 8-2-16,23-8 12 0,0 0-3 0,-30 3 26 15,30-3 11-15,0 0 3 0,0 0-5 0,-22-15-16 16,22 15-18-16,-7-20-25 0,7 20 0 0,0-22 0 16,0 22 0-16,4-22 0 0,-4 22 0 0,9-21 0 15,-9 21 0-15,10-17-124 0,-10 17-68 0,9-11-45 16,-9 11-43-16,18-7-50 0,-18 7-48 0,0 0-37 16,0 0-30-16,0 0-23 0,0 0-26 0,51 16-311 15,-51-16-872-15,0 0 386 0</inkml:trace>
  <inkml:trace contextRef="#ctx0" brushRef="#br0" timeOffset="301123.7561">18520 587 265 0,'0'0'376'16,"0"0"-7"-16,0 0 9 0,0 0-9 0,0 0-19 16,0 0-12-16,0 0-21 0,0 0-12 0,0 0-12 15,0 0-20-15,0 0-24 0,0 0-19 0,0 0-24 16,0 0-31-16,0 0-11 0,27-34-18 0,-27 34-14 15,0 0-16-15,0 0-10 0,0 0-13 0,0 0-10 16,0 0-9-16,51 12-5 0,-51-12-9 0,17 9-4 16,-17-9-9-16,19 13-1 0,-11-4-5 0,-8-9-1 15,15 17-6-15,-15-17-4 0,9 20-4 0,-4-9-2 16,-5-11 4-16,2 19-1 0,-2-19-3 0,-4 18 0 16,4-18-6-16,-8 22 5 0,8-22 0 0,-12 17 2 15,2-10-3-15,10-7-1 0,-14 10 5 0,14-10 22 16,0 0 32-16,-18 8 39 0,18-8 22 15,0 0 27-15,0 0 8 0,0 0-22 0,0 0-18 0,0 0 7 16,0 0-12-16,-28-23-14 0,28 23-15 0,-2-16-5 16,2 16-14-16,0-17-27 0,0 17-14 0,0 0-28 15,2-31-31-15,-2 31-53 0,0-14-35 0,0 14-38 16,0 0-45-16,1-20-59 0,-1 20-55 16,11-12-68-16,-11 12-60 0,19-11-52 0,-19 11-61 15,24-9-300-15,-5 5-911 0,-19 4 403 0</inkml:trace>
  <inkml:trace contextRef="#ctx0" brushRef="#br0" timeOffset="301529.9118">18981 489 426 0,'0'0'524'0,"0"0"21"0,8-21 0 0,-8 21-1 0,0 0-4 16,3-15-10-16,-3 15-13 0,0 0-20 15,0 0-21-15,6-15-35 0,-6 15-34 0,0 0-33 16,0 0-43-16,0 0-25 0,0 0-38 0,0 0-27 16,0 0-33-16,0 0-25 0,0 0-27 0,0 0-24 0,0 0-132 15,0 0 0-15,0 0 0 0,0 0 0 0,0 0 0 16,0 0 0-16,0 0 0 0,-24 51 0 16,19-40 0-16,-5 7 0 0,0-1 0 0,2 0 0 15,-1 0 0-15,0-2 0 0,3 1 0 0,-1-6 0 16,7-10 0-16,-9 23 0 0,9-23 0 0,-2 16 0 15,2-16 0-15,0 17 0 0,0-17 0 0,10 15 0 16,-10-15 0-16,20 13 0 0,-20-13 0 0,22 1 0 16,-22-1 0-16,26 2 0 0,-26-2 0 0,0 0 0 15,35-8 0-15,-35 8 0 0,18-13 0 0,-18 13 0 16,14-14 0-16,-14 14 0 0,9-11 0 0,-9 11 0 16,0 0 0-16,9-15 0 0,-9 15 0 0,0 0 0 15,0 0 0-15,0 0 0 0,-13-21 0 0,13 21 0 16,0 0 0-16,-23-10-26 0,23 10-203 0,0 0-48 15,0 0-42-15,-30-2-58 0,30 2-58 0,0 0-52 16,0 0-57-16,0 0-373 0,0 0-992 0,0 0 439 16</inkml:trace>
  <inkml:trace contextRef="#ctx0" brushRef="#br0" timeOffset="301998.5519">19154 536 340 0,'0'0'530'0,"0"0"34"0,0 0 0 0,0 0-16 16,-18-27-25-16,18 27-17 0,0 0-17 0,0 0-17 15,-6-14-20-15,6 14-29 0,0 0-23 0,0 0-28 16,0 0-25-16,0 0-26 0,0 0-35 0,0 0-28 16,1-18-34-16,-1 18-22 0,0 0-24 0,0 0-14 15,17-12-136-15,-17 12-28 0,22-10 0 16,-22 10 0-16,26-9 0 0,-8 5 0 0,-18 4 0 0,36-5 0 15,-36 5 0-15,28-5 0 0,-28 5 0 0,26-6 0 16,-26 6 0-16,0 0 0 0,23-4 0 0,-23 4 0 16,0 0 0-16,0 0 0 0,0 0 0 0,0 0 0 15,22-3 0-15,-22 3 0 0,0 0 0 16,0 0 0-16,0 0 0 0,0 0 0 0,0 0 0 16,0 0 0-16,0 0 0 0,0 0 0 0,0 0 0 15,0 0 0-15,0 0 0 0,0 0 0 0,0 0 0 16,0 0 0-16,0 0 0 0,0 0 0 0,0 0 0 15,-3 31 0-15,3-31 0 0,0 0 0 0,-13 29 0 16,8-17 0-16,5-12 0 0,-13 27 0 0,8-16 0 16,0 5 0-16,0 3 0 0,-4-4 0 0,1 3 0 15,3 0 0-15,0-2 0 0,0 0 0 0,-3 0 0 16,8-16 0-16,-5 25 0 0,0-17 0 0,5-8 0 16,-8 20 0-16,8-20 0 0,0 0 0 0,-5 17 0 15,5-17-31-15,0 0-287 0,-6 12-49 0,6-12-86 16,0 0-119-16,0 0-503 0,0 0-1166 0,0 0 516 15</inkml:trace>
  <inkml:trace contextRef="#ctx0" brushRef="#br0" timeOffset="302279.7351">19439 323 335 0,'0'0'439'0,"7"-21"-6"16,-7 21-8-16,0 0-17 0,11-15-31 0,-11 15-32 15,0 0-30-15,9-13-30 0,-9 13-34 0,0 0-15 16,24-4-6-16,-24 4-1 0,0 0-3 0,0 0-9 16,53 20-7-16,-33-4-16 0,1 2-5 0,-5 3-6 15,2 3-9-15,-4 1-13 0,-2 1 5 0,-1 3 2 16,-6-1-24-16,-3 5-3 0,-4-2-20 0,-3 0 0 16,-4 0-10-16,-7 1-8 0,-2 0-3 0,-14 11-15 15,-9-4-7-15,0-3-18 0,-4 1-69 0,-5-3-68 16,-1-5-73-16,5 1-77 0,10-12-72 0,-6 6-87 15,17-12-91-15,6-4-463 0,7-1-1017 0,-1-1 450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20T09:53:29.36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12313 288 67 0,'0'0'383'0,"0"0"7"0,0 0 10 0,0 0 18 16,0 0 8-16,0 0 21 0,0 0-3 0,9-23-4 15,-9 23 17-15,0 0-14 0,0 0 3 0,0 0-27 16,9-12-2-16,-9 12-11 0,0 0-19 0,0 0-17 16,0 0-20-16,0 0-20 0,0 0-27 0,0 0-22 15,0 0-114-15,0 0-167 0,0 0 0 0,0 0 0 16,0 0 0-16,0 0 0 0,0 0 0 0,0 0 0 15,0 0 0-15,0 0 0 0,0 0 0 0,0 0 0 16,0 0 0-16,0 0 0 0,0 0 0 0,14 52 0 16,-9-34 0-16,-5 1 0 0,4 7 0 15,0 0 0-15,-3-1 0 0,-1 1 0 0,0-2 0 0,0-3 0 16,0 6 0-16,-5-3 0 0,5 5 0 16,-1-3 0-16,-3-2 0 0,0-4 0 0,0-1 0 0,3 0 0 15,-2 0 0-15,2-1 0 0,-4-1 0 0,5 0 0 16,0-17 0-16,-4 19 0 0,4-19 0 0,0 16 0 15,0-16 0-15,0 0 0 0,0 0 0 16,-1 19 0-16,1-19 0 0,0 0 0 0,0 0 0 16,0 0 0-16,0 0 0 0,-4 14 0 0,4-14 0 15,0 0 0-15,0 0 0 0,0 0 0 0,0 0 0 16,0 0 0-16,0 0 0 0,0 0 0 0,0 0 0 16,0 0 0-16,0 0-389 0,0-55-296 0,0 55-502 15,9-29-1285-15,0 15 569 0</inkml:trace>
  <inkml:trace contextRef="#ctx0" brushRef="#br0" timeOffset="421.646">12511 526 286 0,'14'-20'355'0,"-14"20"38"0,13-16 26 0,-8 7 25 16,-5 9 24-16,13-15 11 0,-13 15 8 0,5-13 2 16,-5 13-8-16,0 0-7 0,9-12-11 0,-9 12-18 15,0 0-27-15,0 0-35 0,0 0-37 0,0 0-37 0,0 0-30 16,0 0-32-16,0 0-31 0,0 0-24 0,0 0-74 15,0 0-118-15,0 0 0 0,0 0 0 0,0 0 0 16,0 0 0-16,-49 40 0 0,30-22 0 16,-2 0 0-16,-1 0 0 0,-1 1 0 0,0-2 0 15,0-1 0-15,6-6 0 0,-6 5 0 0,9-6 0 16,0-2 0-16,14-7 0 0,-18 12 0 0,18-12 0 16,0 0 0-16,-16 12 0 0,16-12 0 0,0 0 0 15,0 0 0-15,0 0 0 0,0 0 0 0,0 0 0 16,0 0 0-16,0 0 0 0,0 0 0 0,0 0 0 15,0 0 0-15,42-34 0 0,-42 34 0 0,23-8 0 16,-23 8 0-16,24-4 0 0,-24 4 0 0,0 0 0 16,36 4 0-16,-36-4 0 0,28 13 0 0,-28-13 0 15,24 11 0-15,-12-4 0 0,2 1 0 0,-14-8 0 16,20 16 0-16,-20-16 0 0,14 16 0 0,-9-5 0 16,-5-11 0-16,16 18 0 0,-9-8 0 0,-7-10 0 15,8 12 0-15,-8-12 0 0,0 0 0 0,9 14 0 16,-9-14 0-16,0 0 0 0,0 0 0 15,9 12 0-15,-9-12 0 0,0 0-236 0,0 0-217 16,0 0-96-16,0 0-79 0,0 0-427 0,0 0-1142 16,0 0 506-16</inkml:trace>
  <inkml:trace contextRef="#ctx0" brushRef="#br0" timeOffset="718.6125">12698 594 191 0,'0'0'535'0,"0"0"36"0,0 0 38 16,0 0 3-16,0 0-8 0,9-23-29 0,-9 23-27 16,0 0-33-16,0 0-33 0,0 0-39 0,0 0-37 15,0 0-39-15,0 0-40 0,0 0-36 16,0 0-31-16,0 0-28 0,0 0-32 0,0 0-17 16,0 0-22-16,0 0-82 0,0 0-79 0,0 0 0 0,0 0 0 15,0 0 0-15,0 0 0 0,-14 56 0 0,12-44 0 16,2-12 0-16,-5 20 0 0,5-20 0 0,-4 17 0 15,4-17 0-15,0 0 0 0,-4 14 0 16,4-14 0-16,0 0 0 0,0 0 0 0,0 0 0 16,-2 16 0-16,2-16 0 0,0 0-187 0,0 0-195 15,0 0-63-15,0 0-44 0,0 0-32 0,0 0-37 16,0 0-378-16,31-49-1012 0,-24 33 449 0</inkml:trace>
  <inkml:trace contextRef="#ctx0" brushRef="#br0" timeOffset="843.4249">12742 496 75 0,'0'0'121'0,"0"0"-23"0,0 0-15 15,0 0-35-15,0 0-43 0,0 0-45 16,0 0-25-16,0 0-71 0,0 0 31 0</inkml:trace>
  <inkml:trace contextRef="#ctx0" brushRef="#br0" timeOffset="1140.2302">12866 554 253 0,'0'0'516'0,"0"0"29"0,0 0 11 15,0 0 4-15,0 0 9 0,0 0-2 0,0 0-23 16,0 0-16-16,22-21-20 0,-22 21-29 0,0 0-28 16,0 0-33-16,0 0-41 0,0 0-34 0,0 0-37 15,0 0-33-15,0 0-30 0,0 0-88 0,0 0-155 16,0 0 0-16,0 0 0 0,0 0 0 0,0 0 0 15,0 0 0-15,0 0 0 0,0 0 0 0,0 0 0 16,0 0 0-16,0 0 0 0,-32 37 0 16,32-37 0-16,0 0 0 0,-11 18 0 0,11-18 0 15,-5 12 0-15,5-12 0 0,-6 19 0 0,6-19 0 16,0 16 0-16,0-16 0 0,0 0 0 0,12 23 0 16,-12-23-94-16,14 18-135 0,-5-10-13 0,-9-8-13 15,24 10-30-15,-24-10-32 0,27 7-19 0,-27-7-24 16,37 3-37-16,-37-3-36 0,40-9-35 0,-20 4-329 15,0-4-861-15,4-1 382 0</inkml:trace>
  <inkml:trace contextRef="#ctx0" brushRef="#br0" timeOffset="1437.9868">13233 394 334 0,'0'0'584'16,"3"-23"49"-16,-3 23 48 0,0 0 0 0,0 0-11 15,0 0-29-15,4-17-30 0,-4 17-33 0,0 0-39 16,0 0-45-16,0 0-45 0,0 0-50 0,0 0-40 0,0 0-37 16,0 0-106-16,0 0-216 0,0 0 0 0,0 0 0 15,0 0 0-15,0 0 0 0,0 0 0 16,0 0 0-16,0 0 0 0,-3 63 0 0,-1-46 0 16,0-1 0-16,-2 1 0 0,6 3 0 0,-4-3 0 15,2 1 0-15,-1 0 0 0,-1-2 0 0,4-16 0 16,-5 29 0-16,5-13 0 0,-4-4 0 0,4-12 0 15,-6 21 0-15,6-21 0 0,-3 13 0 0,3-13 0 16,0 0 0-16,-5 18 0 0,5-18-312 0,0 0-169 16,0 0-95-16,0 0-105 0,0 0-343 0,0 0-1109 15,0 0 491-15</inkml:trace>
  <inkml:trace contextRef="#ctx0" brushRef="#br0" timeOffset="1782.1143">13353 471 281 0,'0'0'490'0,"0"0"45"16,0 0 33-16,5-18 15 0,-5 18 17 16,0 0-50-16,0 0-27 0,0 0-46 0,0 0-36 15,9-13-53-15,-9 13-29 0,0 0-54 0,0 0-18 16,0 0-30-16,0 0-36 0,0 0-21 0,0 0-19 0,0 0-20 16,0 0-11-16,0 0-15 0,0 0-10 0,-29 51-14 15,21-42-14-15,8-9-10 0,-20 22-8 16,11-14-79-16,0 3 0 0,9-11 0 0,-15 17 0 15,15-17 0-15,-12 11 0 0,12-11 0 0,-10 12 0 16,10-12 0-16,0 0-26 0,-1 15-6 0,1-15 5 16,0 0 5-16,0 0 9 0,12 20-4 0,-12-20 5 15,15 8 6-15,-15-8-6 0,20 7 1 0,-20-7-3 16,25 6 6-16,-25-6 2 0,24 4 2 0,-24-4-20 16,25 3-10-16,-25-3-28 0,0 0-24 0,0 0-24 15,23 2-35-15,-23-2-46 0,0 0-69 0,0 0-68 16,0 0-83-16,0 0-67 0,0 0-64 15,0 0-343-15,27-20-959 0,-27 20 424 0</inkml:trace>
  <inkml:trace contextRef="#ctx0" brushRef="#br0" timeOffset="2032.9244">13537 332 40 0,'0'0'545'0,"11"-22"-4"15,-11 22 11-15,5-11 0 0,-5 11-3 0,0 0-17 16,7-15-45-16,-7 15-34 0,0 0-42 0,0 0-36 16,0 0-47-16,0 0-39 0,9-12-30 0,-9 12-38 15,0 0-29-15,0 0-13 0,0 0-25 0,0 0-10 16,0 0-18-16,0 0-13 0,0 0-23 0,0 0-37 16,14 34-31-16,-14-34-35 0,0 0-27 0,-3 23-35 15,3-23-44-15,-7 18-38 0,7-18-35 0,-4 16-40 16,4-16-42-16,-10 13-45 0,10-13-61 0,-10 11-59 15,10-11-390-15,0 0-896 0,0 0 397 0</inkml:trace>
  <inkml:trace contextRef="#ctx0" brushRef="#br0" timeOffset="2376.5494">13683 433 223 0,'0'0'515'0,"0"0"44"0,0 0 22 0,0 0-9 15,0 0-33-15,0 0-44 0,0 0-49 0,0 0-50 16,0 0-37-16,0 0-44 0,0 0-36 0,0 0-31 16,0 0-29-16,0 0-13 0,1 23-22 0,-1-23-22 15,0 0-15-15,0 0-15 0,-15 20-12 0,15-20-14 16,-4 14-6-16,4-14-10 0,-1 18-8 16,1-18-8-16,5 19-6 0,-5-19-1 0,9 17-10 0,-9-17-5 15,9 15 1-15,-9-15-9 0,15 14-4 0,-15-14-5 16,11 10 1-16,-11-10-10 0,0 0 3 0,13 12-1 15,-13-12 22-15,0 0-23 0,0 0 14 0,0 0-24 16,9 13 20-16,-9-13-21 0,0 0-7 0,0 0 0 16,0 0 1-16,0 0 4 0,0 0-4 15,0 0 6-15,-44 5-21 0,44-5-34 0,0 0-41 16,-37 3-30-16,37-3-45 0,-20 3-47 0,20-3-59 16,0 0-54-16,0 0-65 0,0 0-58 0,0 0-56 15,0 0-417-15,0 0-986 0,0 0 437 0</inkml:trace>
  <inkml:trace contextRef="#ctx0" brushRef="#br0" timeOffset="3597.5092">14303 377 3 0,'0'0'340'16,"0"0"-7"-16,0 0-21 0,0 0 12 0,0 0-15 15,0 0-3-15,0 0-3 0,0 0-1 0,0 0-5 16,0 0-3-16,0 0-4 0,0 0-6 0,-4-23 0 16,4 23-5-16,0 0-3 0,0 0-3 0,0 0-9 15,0 0 1-15,0 0 9 0,0 0-2 0,0 0-6 16,-4-17-5-16,4 17-2 0,0 0-8 16,0 0-9-16,0 0-8 0,0 0-9 0,0 0-11 15,0 0-12-15,0 0-49 0,0 0-153 0,0 0 0 0,0 0 0 16,0 0 0-16,0 0 0 0,0 0 0 0,0 0 0 15,0 0 0-15,0 0 0 0,0 0 0 0,0 0 0 16,0 0 0-16,0 0 0 0,0 0 0 0,0 0 0 16,0 0 0-16,0 0 0 0,0 0 0 0,0 0 0 15,-5 50 0-15,5-34 0 0,0 3 0 16,0 0 0-16,-1 0 0 0,-2 8 0 0,2-2 0 0,-2-1 0 16,2 3 0-16,0-8 0 0,-2 0 0 15,-2 6 0-15,4-6 0 0,-1-1 0 0,-1 8 0 16,0-7 0-16,3-3 0 0,-1 0 0 0,-2 0 0 0,3-16 0 15,-1 24 0-15,1-24 0 0,0 22 0 16,0-22 0-16,0 14 0 0,0-14 0 0,0 0 0 16,0 0 0-16,4 21 0 0,-4-21 0 0,0 0 0 15,0 0 0-15,0 0 0 0,0 0 0 0,0 0 0 16,0 0 0-16,9 8 0 0,-9-8 0 0,0 0 0 16,0 0 0-16,63-19 0 0,-44 14 0 0,-1-3 0 15,1 2 0-15,0-2 0 0,1 1 0 0,-20 7 0 16,36-8 0-16,-19 2 0 0,-17 6 0 0,24-7 0 15,-24 7 0-15,22-3 0 0,-22 3 0 0,0 0 0 16,18-6 0-16,-18 6 0 0,0 0 0 0,0 0 0 16,0 0 0-16,0 0 0 0,0 0 0 0,21-9 0 15,-21 9 0-15,0 0 0 0,0 0 0 0,0 0 0 16,0 0-331-16,0 0-242 0,0 0-61 0,0 0-476 16,0 0-1201-16,0 0 533 0</inkml:trace>
  <inkml:trace contextRef="#ctx0" brushRef="#br0" timeOffset="4647.3469">14620 657 28 0,'0'0'361'0,"0"0"7"16,11-21 7-16,-11 21 0 0,0 0-20 0,0 0-8 16,0 0-11-16,12-13-16 0,-12 13-7 0,0 0-11 15,0 0-13-15,9-14-19 0,-9 14-21 0,0 0-21 16,0 0-25-16,0 0-21 0,0 0-18 0,0 0-18 15,0 0-19-15,13-10-14 0,-13 10-10 0,0 0-12 16,0 0-11-16,0 0-11 0,0 0-7 0,0 0-8 16,0 0-6-16,0 0-9 0,0 0-1 0,0 0-8 15,0 0-4-15,0 0-1 0,0 0-3 0,34 24-3 16,-34-24-4-16,0 0-3 0,0 0 2 16,0 21-1-16,0-21 0 0,0 0-1 0,0 0 1 15,-13 22-2-15,13-22-2 0,-14 11 1 0,14-11 1 16,-16 11 2-16,16-11-1 0,0 0-3 0,-21 7 2 15,21-7 4-15,0 0 1 0,0 0 3 0,-27 2 2 16,27-2 15-16,0 0 12 0,0 0 8 0,0 0 4 16,-11-24-5-16,11 24-1 0,-1-18-7 0,1 18-9 15,0 0-2-15,10-28 10 0,-10 28-6 0,11-17-5 16,-11 17-2-16,12-15 2 0,-6 7-3 0,-6 8 2 16,0 0-4-16,17-14 6 0,-17 14-3 0,0 0-5 15,0 0-4-15,11-10-9 0,-11 10-3 0,0 0-6 16,0 0 2-16,0 0-2 0,0 0 0 0,0 0 3 15,0 0-1-15,0 0-11 0,41 24 5 0,-41-24-3 16,9 14 6-16,-9-14 0 0,9 20-6 0,-5-7 0 16,-4-13 1-16,8 23 8 0,-8-23-6 0,7 19-18 15,-7-19-9-15,4 18-11 0,-4-18-2 0,3 14-6 16,-3-14 0-16,0 0 3 0,2 18 8 0,-2-18 2 16,0 0 8-16,0 0 7 0,8 12 3 0,-8-12 2 15,0 0 2-15,0 0 4 0,0 0 13 0,0 0 11 16,46-22 0-16,-46 22 13 0,23-21 15 15,-13 14 15-15,-10 7 11 0,17-16 11 0,-17 16 23 16,15-13 9-16,-15 13 7 0,14-13 10 0,-14 13 6 16,12-7-3-16,-12 7-6 0,0 0-110 0,11-13-20 15,-11 13 0-15,0 0 0 0,0 0 0 0,0 0 0 16,0 0 0-16,0 0 0 0,0 0 0 0,13-8 0 16,-13 8 0-16,0 0 0 0,0 0 0 0,0 0 0 15,0 0 0-15,0 0 0 0,0 0 0 0,0 0 0 16,0 0 0-16,0 0 0 0,11 36 0 0,-11-36 0 15,0 0 0-15,7 17 0 0,-7-17 0 0,0 0-73 16,0 0-2-16,5 14 14 0,-5-14 12 0,0 0 8 16,0 0-1-16,0 0 12 0,0 0 6 0,0 0 4 15,28 0-5-15,-28 0 11 0,0 0 21 0,0 0 16 16,0 0 14-16,35-18 16 0,-35 18 10 0,12-9 21 16,-12 9 8-16,13-13 3 0,-13 13-95 0,0 0 0 15,13-11 0-15,-13 11 0 0,0 0 0 0,0 0 0 16,0 0 0-16,13-13 0 0,-13 13 0 0,0 0 0 15,0 0 0-15,0 0 0 0,0 0 0 0,0 0 0 16,0 0 0-16,0 0 0 0,0 0 0 0,0 0 0 16,0 0 0-16,38 16 0 0,-38-16 0 0,15 17 0 15,-15-17 0-15,18 13 0 0,-10-4 0 0,-8-9 0 16,15 9 0-16,-15-9 0 0,0 0 0 0,13 11 0 16,-13-11 0-16,0 0 0 0,0 0 0 0,0 0 0 15,0 0 0-15,0 0 0 0,0 0 0 16,0 0 0-16,42-20 0 0,-42 20 0 0,9-19 0 15,-5 6 0-15,-4 13 0 0,10-28 0 0,-6 14 0 16,4 0 0-16,-8 14 0 0,4-24 0 0,-1 14 0 0,-3 10 0 16,7-18 0-16,-7 18 0 0,0 0 0 0,4-18 0 15,-4 18 0-15,0 0 0 0,0 0 0 0,0 0 0 16,3-13 0-16,-3 13 0 0,0 0 0 16,0 0 0-16,0 0 0 0,0 0 0 0,0 0 0 15,0 0 0-15,0 0 0 0,0 0-73 0,0 0-397 16,0 0-62-16,0 0-66 0,0 0-489 0,0 0-1177 15,0 0 521-15</inkml:trace>
  <inkml:trace contextRef="#ctx0" brushRef="#br0" timeOffset="5163.5405">16194 256 75 0,'0'0'512'0,"15"-19"3"0,-15 19 10 0,8-11-4 16,-8 11-12-16,0 0-11 0,0 0-20 0,5-16-13 16,-5 16-32-16,0 0-24 0,0 0-39 0,0 0-27 15,0 0-34-15,0 0-31 0,0 0-28 0,0 0-26 16,0 0-15-16,0 0 17 0,0 0 6 0,0 0 4 15,0 0-6-15,-43 39-6 0,25-19-104 0,-1 1-120 16,-4 3 0-16,6 1 0 0,-4 3 0 0,3 1 0 16,-3-1 0-16,1 0 0 0,3-2 0 0,-1 2 0 15,4 2 0-15,2-1 0 0,1 1 0 0,2-1 0 16,0 1 0-16,3-4 0 0,6 1 0 0,0-8 0 16,4 5 0-16,2 0 0 0,8-6 0 0,2 2 0 15,4-2 0-15,0 0 0 0,2-3 0 16,4 0-274-16,-7-8-231 0,-2 0-74 0,-1-3-99 15,3-3-349-15,-6-2-1110 0,1 1 491 0</inkml:trace>
  <inkml:trace contextRef="#ctx0" brushRef="#br0" timeOffset="5491.911">16363 408 3525 0,'5'-17'362'15,"1"0"-21"-15,-6 17 14 0,6-23 57 0,-4 11 2 16,-2 12-17-16,4-20-3 0,-4 20-31 0,1-14-36 16,-1 14-1-16,0 0-9 0,0 0-21 0,4-17-20 15,-4 17-190-15,0 0-86 0,0 0 0 0,0 0 0 16,0 0 0-16,0 0 0 0,0 0 0 0,0 0 0 16,0 0 0-16,0 0 0 0,0 0 0 0,0 0 0 15,0 0 0-15,0 0 0 0,-5 59 0 16,4-39 0-16,-2-1 0 0,3 7 0 0,-5-3 0 0,5-3 0 15,-4-2 0-15,3 0 0 0,-3 1 0 16,2-1 0-16,-1-1 0 0,1 0 0 0,2-17 0 16,-3 23 0-16,3-23 0 0,-3 17 0 0,3-17 0 15,0 0 0-15,3 17 0 0,-3-17 0 0,0 0 0 0,0 0 0 16,10 10-447-16,-10-10-169 0,0 0-93 16,0 0-362-1,50-24-1158-15,-35 13 512 0</inkml:trace>
  <inkml:trace contextRef="#ctx0" brushRef="#br0" timeOffset="5882.4502">16649 398 219 0,'0'0'459'0,"0"0"18"16,13-24 3-16,-13 24-9 0,8-11-20 0,-8 11-25 15,0 0-11-15,10-13-31 0,-10 13-21 0,0 0-31 16,9-14-29-16,-9 14-37 0,0 0-25 0,10-13-24 15,-10 13-25-15,0 0-23 0,18-10-19 16,-18 10-14-16,0 0-15 0,31-4-13 0,-31 4-10 16,0 0-14-16,37 5-7 0,-37-5-4 0,23 7-14 15,-23-7-8-15,20 8-6 0,-20-8-6 0,14 12-5 16,-14-12 7-16,13 13-14 0,-13-13-4 0,5 13-1 16,-5-13-4-16,6 20-2 0,-6-20 1 0,0 16-1 15,0-16-1-15,-11 19 4 0,11-19-4 0,-20 19 2 16,8-14-1-16,-5 4 1 0,0-2-1 0,17-7-1 15,-31 9 2-15,31-9 3 0,-23 3 0 0,23-3 26 16,0 0 12-16,0 0 9 0,0 0 1 0,0 0-4 16,-45-14-12-16,45 14-9 0,-9-16-1 0,9 16-15 15,-6-21-18-15,6 21-22 0,0-19-20 0,0 19-31 16,0-19-41-16,0 19-61 0,0 0-59 0,14-22-56 16,-14 22-41-16,13-7-46 0,-13 7-39 0,0 0-45 15,27-2-47-15,-27 2-309 0,0 0-876 16,0 0 388-16</inkml:trace>
  <inkml:trace contextRef="#ctx0" brushRef="#br0" timeOffset="6258.2042">16640 509 180 0,'0'0'377'0,"0"0"2"15,0 0-6-15,0 0-8 0,0 0-21 0,0 0-13 16,0 0-17-16,0 0-18 0,0 0-21 0,0 0-25 15,0 0-21-15,0 0-22 0,0 0-21 0,31-36-17 16,-31 36-20-16,0 0-16 0,27-5-19 0,-27 5-7 16,0 0-16-16,0 0-10 0,47 10-3 0,-47-10-8 15,28 11-5-15,-16-6-9 0,-12-5-2 0,24 18-11 16,-15-7-5-16,-9-11 6 0,15 19-12 0,-11-9-3 16,-4-10-1-16,9 21-2 0,-9-9 0 0,0-12-3 15,-6 23 2-15,6-23-3 0,-14 28 5 0,1-17-6 0,-4 2 1 0,1-3 3 0,-1-3-4 0,2 1 19 31,15-8 17-31,-25 9 28 0,25-9 39 0,0 0 27 0,0 0-4 0,-29 0 20 0,29 0-7 16,0 0-5-16,-18-21 0 0,18 21-15 0,-5-19-20 16,5 19-13-16,-4-23-10 0,4 23-11 0,4-22-15 15,1 8-35-15,-5 14-46 0,10-23-63 0,-2 15-56 16,-8 8-66-16,22-15-55 0,-12 8-74 0,-10 7-81 0,31-9-77 16,-12 2-478-16,-19 7-1039 0,37-6 461 15</inkml:trace>
  <inkml:trace contextRef="#ctx0" brushRef="#br0" timeOffset="6695.5979">17099 405 156 0,'0'0'508'0,"10"-24"-7"0,-10 24-20 0,0 0-29 0,8-12-36 32,-8 12-32-32,0 0-32 0,0 0-32 0,9-14-31 0,-9 14-26 0,0 0-30 0,0 0-25 15,0 0-21-15,0 0-19 0,0 0-21 0,15-11-13 32,-15 11-15-32,0 0-15 0,0 0-12 0,0 0-9 0,0 0-8 0,0 0-8 0,0 0-10 0,46 15-6 15,-46-15-2-15,17 8-7 0,-17-8-8 0,13 10-4 31,-13-10-4-31,0 0-1 0,13 17-6 0,-13-17 3 0,5 14-7 0,-5-14-1 0,0 15-1 0,0-15 0 16,0 0-2-16,-13 27 1 0,5-18-4 0,8-9 4 16,-24 15-1-16,10-4-1 0,-4-2 2 0,1-4-1 15,17-5 3-15,-29 9-4 0,29-9 4 0,-22 2 2 16,22-2 2-16,0 0-3 0,0 0 0 0,0 0-1 16,-41-15-4-16,41 15 3 0,-10-16-2 0,10 16-3 15,-5-16-2-15,5 16-11 0,3-24-7 0,-3 24-17 16,5-23-24-16,-5 23-35 0,11-19-32 0,-2 11-24 15,-9 8-17-15,19-15-41 0,-19 15-32 0,13-7-32 16,-13 7-31-16,0 0-32 0,0 0-23 0,0 0-55 16,0 0-211-16,46 13-668 0,-46-13 297 15</inkml:trace>
  <inkml:trace contextRef="#ctx0" brushRef="#br0" timeOffset="7070.5183">17067 506 215 0,'0'0'358'0,"0"0"-23"15,0 0-25-15,0 0-30 0,0 0-23 0,0 0-27 16,50-19-22-16,-50 19-31 0,0 0-2 0,0 0-12 16,0 0-15-16,0 0-9 0,0 0-11 0,37 9-18 15,-37-9 5-15,13 12-7 0,-13-12-3 0,19 14-12 16,-19-14-7-16,13 15-8 0,-6-7-7 0,-7-8-10 15,9 18-7-15,-9-18-12 0,7 18 18 16,-7-18-12-16,1 19-3 0,-1-19-9 0,0 0-3 16,-6 24-1-16,-2-14 6 0,8-10-2 0,-18 17-9 15,8-10-4-15,10-7 3 0,-32 12 3 0,32-12 11 16,-24 4 24-16,24-4 40 0,0 0 23 0,-31-1 20 16,31 1 4-16,0 0-1 0,0 0-1 0,-22-22-13 31,22 22-8-31,-1-17-18 0,1 17-15 0,4-26-6 0,-4 26-12 0,10-20-23 0,-5 9-29 0,-5 11-32 15,19-21-55-15,-7 9-56 0,2 4-59 0,-14 8-61 16,29-12-62-16,-15 8-63 0,-14 4-79 0,31-7-295 16,-31 7-797-16,33-4 352 0</inkml:trace>
  <inkml:trace contextRef="#ctx0" brushRef="#br0" timeOffset="7462.1127">17514 435 226 0,'0'0'559'0,"0"0"-3"16,0 0-1-16,-1-23-26 0,1 23-32 0,0 0-41 16,0 0-46-16,0 0-43 0,0 0-43 0,0 0-42 15,0 0-29-15,0 0-23 0,0 0-29 0,0 0-18 16,0 0-20-16,0 0-13 0,0 0-26 0,0 0-3 15,0 0-11-15,0 0-18 0,0 0-10 0,0 0-11 16,-23 41-7-16,23-41-9 0,0 18-6 0,0-18-5 31,0 0 2-31,5 25-4 0,-5-25-7 0,8 21-2 16,-8-21-1-16,14 16-6 0,-14-16-1 0,9 11-2 16,-9-11-2-16,10 11-3 0,-10-11-3 0,0 0-6 15,0 0 0-15,9 14-3 0,-9-14-1 0,0 0-2 16,0 0 4-16,0 0 0 0,0 0-2 15,0 0 4-15,0 0 5 0,-23 21-3 0,23-21-7 16,-27 7-19-16,27-7-29 0,-26 6-29 0,26-6-34 0,-28 5-29 16,28-5-24-16,-24 1-34 0,24-1-30 0,0 0-47 15,0 0-64-15,0 0-75 0,0 0-106 0,0 0-264 16,0 0-843-16,0 0 374 0</inkml:trace>
  <inkml:trace contextRef="#ctx0" brushRef="#br0" timeOffset="7681.0896">17503 437 281 0,'0'0'519'0,"0"0"28"15,-22-17 26-15,22 17-2 0,0 0-14 0,-10-10-17 16,10 10-18-16,0 0-20 0,0 0-30 0,0 0-29 16,-11-12-38-16,11 12-39 0,0 0-36 0,0 0-40 15,0 0-49-15,0 0-60 0,0 0-49 0,25-20-51 16,-25 20-59-16,37-9-49 0,-15 6-29 15,-3-1-36-15,-19 4-42 0,36-7-57 0,-13 3-46 16,4-3-29-16,-27 7-29 0,37-7-36 0,-10-1-38 16,-7 3-31-16,-2-3-39 0,0 0-19 0,-4 0-256 15,-14 8-773-15,27-15 342 0</inkml:trace>
  <inkml:trace contextRef="#ctx0" brushRef="#br0" timeOffset="7901.0123">17842 246 1206 0,'0'0'-12'0,"0"0"46"0,0 0 38 0,0 0 51 15,2-25 47-15,-2 25 47 0,0 0 40 0,0 0 28 16,0 0 23-16,0 0 18 0,0 0 2 0,2-19-5 15,-2 19-14-15,0 0-17 0,0 0-22 0,0 0-28 16,0 0 1-16,0 0 37 0,0 0 27 0,0 0 16 16,0 0 10-16,42 40-6 0,-33-23-7 0,7 5-1 15,-7 2-1-15,2 2-16 0,-1-1-22 0,-4 4-191 16,-3 1-89-16,-1 1 0 0,-6-1 0 0,-1 4 0 16,-4 0 0-16,-10 11 0 0,4-11 0 0,-15 9 0 15,-3-3 0-15,-5-2 0 0,-6-6 0 0,-3-1 0 16,-5 4 0-16,2-3 0 0,-5-7-474 0,-1-4-813 15,7 0-1393-15,12-9 617 0</inkml:trace>
  <inkml:trace contextRef="#ctx0" brushRef="#br0" timeOffset="9794.3177">12184 1104 157 0,'0'0'245'16,"-18"5"8"-16,18-5-7 0,0 0 4 0,-5 1-13 16,5-1-2-16,0 0-11 0,0 0-6 0,0 0-8 15,-5 5-10-15,5-5-12 0,0 0 2 0,0 0-16 16,0 0-10-16,0 0 5 0,0 0-4 0,0 0-5 15,0 0 0-15,0 0-6 0,0 0-6 0,0 0-7 16,0 0 1-16,0 0-5 0,0 0 0 0,0 0-5 16,0 0-7-16,0 0-1 0,0 0-7 0,0 0-7 15,0 0-4-15,0 0-10 0,0 0-6 16,0 0-6-16,0 0-9 0,0 0-4 0,0 0-6 16,0 0-10-16,22-3-5 0,-16 3-4 0,4-2-6 0,2 2 0 15,0 0-4-15,1 0 3 0,1 2 3 0,3-4-5 16,2 4-2-16,0-4-3 0,3 2 3 0,1 0 9 15,-1 0 3-15,3-2 7 0,-2 2-3 16,4 0-8-16,1 0 6 0,-1 1 4 0,1-1-2 16,0 0 5-16,-7 0 2 0,1 0-4 0,-1 0-7 15,0 0 2-15,0 1-7 0,6-2 2 0,-6 1-9 16,-1 0-5-16,2 0-1 0,-3 0 0 0,0 1-6 16,3-2 9-16,0 2-10 0,-2-1-3 0,2-1 0 15,6 1-3-15,-8 0-1 0,-2 1 2 0,4-1-1 16,1 2 3-16,-4-4-10 0,2 4 2 0,0-4 1 15,-3 4-4-15,3-2-3 0,-2 0 4 0,0 0-3 16,1 0-3-16,-2 0 2 0,2-2-1 0,0 1-1 16,-1 1 6-16,3-1-5 0,0 2 5 0,-2-2-6 15,13 1 1-15,-4 0 1 0,-1 0-6 0,1 1 3 16,-9-1-1-16,2 0-1 0,-1 0 3 0,-1 0-3 16,2-1 1-16,-3 1-3 0,3 0 3 0,-1 0 1 15,-1 0 3-15,1 1-3 0,1-1-4 0,-3-2 9 16,2 3-2-16,0-1 1 0,-1-3-7 0,1 3 8 15,1 0-7-15,7-1-2 0,-9 0 6 0,6 0-4 16,4 1 3-16,-3 0-6 0,-6-1 11 0,5-1-7 16,-4 1-3-16,1 1-1 0,-4-1 2 0,1 1-2 15,3 0 0-15,-4-1 9 0,2 0-6 0,-2 1-1 16,-1-3 1-16,2 3-2 0,1 0 2 0,-1 0 4 16,2 3-2-16,6-3-2 0,0-3-3 0,-6 3 3 15,-3-1 0-15,9-1-3 0,-1 0 9 0,2 2-13 16,0-1 8-16,-3 1-3 0,5-1 2 15,1 2 2-15,-4-1-5 0,1-1 4 0,1 0-5 0,-2 1 1 16,1 0-4-16,0 0 9 0,0 0 1 0,-1-1-5 16,4 1 5-16,-4 0-5 0,0 0 5 0,-5 0-6 15,4 0 0-15,1 0 6 0,-9 0-6 0,4 1-2 16,-1-1 6-16,1 0 1 0,-2 0-3 16,0 0 0-16,2 1 1 0,5-1 8 0,-2 1-11 15,-3 0 0-15,0-1 4 0,5-1-2 0,-5 1 4 16,-2 1-6-16,7-1 2 0,-8 2 5 0,1-2-6 15,0 0 1-15,2 0 0 0,-1-2 3 0,0 2-4 16,5 2-4-16,-6-4 8 0,2 1 1 0,5 1 0 0,-7 0-4 16,8 0 1-16,-2 1 2 0,1-2-4 15,3 0 4-15,-3 1-4 0,0-1 9 0,3 2-9 16,-2-1 5-16,3 0-8 0,-3-1 8 0,5 1-5 16,-2 0-3-16,2-1 7 0,-1 2-3 0,3-1-1 15,0-1 0-15,2 1 4 0,-3 0 2 0,-1 1-3 16,0-1-4-16,-1 1 1 0,0-1 0 0,0 1 0 15,-1 0 1-15,-2 1 1 0,2-2 2 0,-2 1-5 16,0 1 3-16,-1-2-4 0,-1 0 4 0,0 3 1 16,3-1-1-16,-3-1-3 0,-1 0 5 0,1-1-2 15,5 2-3-15,-1-2 2 0,-1 1 2 0,2 1 0 16,2-2-1-16,-1 1 2 0,3 1-6 0,0-1 6 16,3 0-3-16,-3 2 2 0,14-1-5 0,-14 0 7 15,0 1-7-15,0-2 4 0,2 0 2 0,-1 1 4 16,-4 2-12-16,2-1 4 0,1-1 2 0,-1 0-4 15,-4 1 4-15,5-2-4 0,-4 3 8 0,-1-2-5 16,3 1 2-16,-6-2-2 0,3 2 1 0,0-1-2 16,0 4 3-16,-3-5 3 0,-7 2-8 0,5-2 5 15,-3-1 2-15,-5 1-6 0,-2 0 5 0,2-2-5 16,-6 2 5-16,1 0 3 0,-5-2-4 0,-9 1-3 16,14 1 1-16,-14-1 5 0,9 3-7 0,-9-3 6 15,8 0-12-15,-8 0-3 0,0 0-18 0,7-3-15 16,-7 3-23-16,5-1-24 0,-5 1-30 0,0 0-35 15,0 0-45-15,0 0-53 0,11 4-59 16,-11-4-58-16,0 0-52 0,7 4-79 0,-7-4-324 0,4 6-895 16,-4-6 396-16</inkml:trace>
  <inkml:trace contextRef="#ctx0" brushRef="#br0" timeOffset="18799.6007">1403 1313 25 0,'0'-5'377'0,"0"5"-1"0,2-7 9 0,-2 7-12 15,3-7 4-15,-1 1-4 0,0 1 10 0,-2 5 0 16,2-9 0-16,1 6-6 0,1-2 3 0,-3 1-3 15,0-1 9-15,-1 5-11 0,2-6-9 0,-2 6-7 16,0-6-8-16,0 6-22 0,2-6-10 0,-2 6-21 16,0 0-14-16,0-5-14 0,0 5-14 0,0 0-227 15,0 0-29-15,0 0 0 0,0 0 0 0,0 0 0 16,0 0 0-16,0 0 0 0,-5-4 0 0,5 4 0 16,0 0 0-16,0 0 0 0,0 0 0 0,0 0 0 15,0 0 0-15,0 0 0 0,0 0 0 0,0 0 0 16,0 18 0-16,1-8 0 0,1 2 0 15,0 5 0-15,-4-1 0 0,4 4 0 0,-2-2 0 16,0 11 0-16,0 2 0 0,0-1 0 0,0-2 0 16,0-1 0-16,0 1 0 0,0-2 0 0,0-1 0 15,4-7 0-15,-2 2 0 0,0-2 0 0,-1 2 0 16,4-3 0-16,-1-3 0 0,1-2 0 0,0-2 0 16,-1-1 0-16,1 1 0 0,0-2 0 0,-1-2 0 15,-3-1 0-15,2-2 0 0,-2 2 0 0,3-1 0 16,-4-4 0-16,4 2 0 0,-4-2 0 0,0 0 0 15,10-8 0-15,-6 2 0 0,1-5 0 0,0 0 0 16,-1-1 0-16,1-2 0 0,3-2 0 0,-3-3 0 16,0 4 0-16,3-1 0 0,-4 4 0 0,1 0 0 15,0 1 0-15,-2 5 0 0,1-4 0 0,-1 5 0 16,1 0 0-16,0 0 0 0,-1 1 0 0,-3 4 0 16,3-6 0-16,-3 6 0 0,5-4 0 0,-5 4 0 15,0 0 0-15,12 2 0 0,-12-2 0 0,0 0 0 16,14 4 0-16,-14-4 0 0,10 3 0 0,-6-1 0 15,1 2 0-15,-1 0 0 0,2 1 0 0,-2-2 0 16,2 2 0-16,-1-2 0 0,3 1 0 0,-3 0 0 16,4 0 0-16,-3 2 0 0,2-2 0 0,0 1 0 15,-3-2 0-15,1 1 0 0,1-1 0 0,-1 0 0 16,-6-3 0-16,9 4 0 0,-6-3 0 0,-3-1 0 16,6 2 0-16,-6-2 0 0,0 0 0 0,9-6 0 15,-4 2 0-15,-2-3 0 0,2-2 0 0,1-7 0 16,-2 0 0-16,0-4 0 0,1-8 0 0,1-1 0 15,1-1 0-15,-1 1 0 0,0-2 0 0,0 0 0 16,0 4 0-16,-2 2 0 0,1-2 0 0,-1 4 0 16,-2 5 0-16,1 2 0 0,-2 3 0 0,0 3 0 15,1 2 0-15,-1 2 0 0,0-3 0 16,-1 4 0-16,1 1 0 0,1-3 0 0,-2 7 0 16,1-4 0-16,-1 4 0 0,0-4 0 0,0 4 0 15,0 0 0-15,0 0 0 0,0 0 0 0,0 0 0 16,0 0 0-16,5 16 0 0,-5-9 0 0,-1 1 0 15,1 0 0-15,3 3 0 0,-3-2-49 0,2 2-564 16,1-2-94-16,2 2-430 0,1-2-1232 0,-2-3 545 16</inkml:trace>
  <inkml:trace contextRef="#ctx0" brushRef="#br0" timeOffset="19221.4941">2019 1500 245 0,'0'0'402'0,"0"0"-4"15,0 0-7-15,0 0-20 0,0 0-8 16,-9-20-10-16,9 20-13 0,0-9-21 0,0 9-17 16,0 0-23-16,0 0-20 0,0 0-24 0,0 0-24 15,6-8-21-15,-6 8-24 0,0 0-16 0,0 0-17 16,17 1-16-16,-17-1-9 0,0 0-14 0,20 7-10 15,-12-2-7-15,1 0-4 0,-1 3-9 0,0-2-5 16,0 0-9-16,-1 3-1 0,-1-5-10 0,-5 2 2 16,4 2-1-16,-1 0-6 0,-4 2-2 0,1-3-1 15,-2 3-2-15,-4-1 0 0,0 0-3 0,-3-2-1 16,-2 1-2-16,-1 1 1 0,-1-2-3 0,0-2-2 16,1-2 9-16,1 1 32 0,-1-1 24 15,4-2 29-15,7-1 12 0,0 0 0 0,-19-8 9 0,11 3-3 16,3-3 5-16,0 0-27 0,1-3 2 0,4-1-13 15,-1 1-30-15,2 0 0 0,3-1-15 0,0 0-53 16,2-4-41-16,2 2-54 0,-1-1-51 0,4 1-76 16,4 3-44-16,2 0-54 0,-1 1-58 15,3 5-52-15,7-2-75 0,-6 3-385 0,2 0-963 16,-4 1 427-16</inkml:trace>
  <inkml:trace contextRef="#ctx0" brushRef="#br0" timeOffset="19830.73">2190 1477 357 0,'0'0'442'0,"0"0"6"0,4-14-20 0,-4 14-21 16,6-8-31-16,-2 3-24 0,0 0-33 0,0 0-39 16,-4 5-26-16,9-6-31 0,-3 3-21 15,-6 3-17-15,22-4-21 0,-9 4-18 0,-13 0-3 16,25 4-11-16,-8 2-18 0,-7-2-13 0,4 4-7 15,-4-4-9-15,2 2-10 0,-1 0-5 0,-3 0-12 16,1 4-6-16,-1-4-5 0,-2 4-2 0,-2-3-5 16,0 2-3-16,-1 3 0 0,-3-1-6 0,0 0 1 0,-2-1-7 15,-2-1 2-15,0 0-2 0,-3 0-5 16,-1 1 0-16,4-5 2 0,-1-1-3 0,0 1 5 16,5-5 5-16,-9 5 20 0,9-5 22 0,0 0 16 15,0 0 6-15,0 0-12 0,0 0-4 0,-9-18-10 16,13 8-5-16,1-2-7 0,5-6-6 0,4-2-4 15,4-1-7-15,5 3-2 0,-1 0 0 0,1-3-8 16,1 2 1-16,4 3-4 0,-1 1-5 0,-4-1-2 16,0 1 2-16,-6 2-4 0,1 0-5 0,-2 4 4 15,1-1 0-15,-6 3 2 0,-2 1 14 16,0 1 11-16,-2 1 15 0,-1-2 10 0,-2 2 15 16,0-1-9-16,-2 0 4 0,-2 5 1 0,4-12-8 15,-5 6 1-15,1-1-9 0,-2-3 11 0,1 1 16 16,0-1 16-16,-2 5 6 0,-1-5-55 0,3 3-56 0,-1 3 0 15,-3-4 0-15,2 3 0 0,3 1 0 0,0 4 0 16,-4-7 0-16,3 3 0 0,1 4 0 0,0 0 0 16,-3-5 0-16,3 5 0 0,0 0 0 15,0 0 0-15,0 0 0 0,0 0 0 0,0 18 0 16,0-7 0-16,3 4 0 0,-3 4 0 0,0 1 0 16,0 4 0-16,0 3 0 0,0 0 0 0,0-1 0 15,-3 2 0-15,1 0 0 0,-1-1 0 0,-1 1 0 16,2-5 0-16,-2-3 0 0,1-1 0 0,-2-1 0 15,3-2 0-15,-1-4 0 0,2-3 0 0,0 1 0 16,-2-4 0-16,3 0 0 0,0-6 0 0,0 0 0 16,-1 7 0-16,1-7 0 0,0 0-181 0,0 0-425 15,36-15-55-15,-21 5-464 0,4-5-1217 0,-4 0 540 16</inkml:trace>
  <inkml:trace contextRef="#ctx0" brushRef="#br0" timeOffset="20144.9014">2843 1384 48 0,'3'-6'401'0,"-2"-1"22"0,-1 7 25 0,4-9 25 16,-3 2 15-16,1 1 12 0,-2 6-5 0,4-8-1 16,-1 1-8-16,-3 7-7 0,3-4-21 0,-3 4-18 15,0 0-26-15,2-6-34 0,-2 6-29 16,0 0-39-16,0 0-28 0,0 0-39 0,0 0-27 16,0 0-28-16,0 0-26 0,0 0-164 0,0 0 0 15,0 0 0-15,-14 21 0 0,8-9 0 0,-3 0 0 16,-3 6 0-16,2-2 0 0,0 0 0 0,-6 5 0 0,5-6 0 15,3-1 0-15,0-2 0 0,1-2 0 16,1-2 0-16,-1 1 0 0,5-3 0 0,-1-1 0 16,0 2 0-16,3-7 0 0,-1 8 0 0,1-8 0 0,0 0 0 15,9 6 0-15,1-5 0 0,3 2 0 16,5-1 0-16,4-1 0 0,-3 0 0 0,0 0 0 16,3 1 0-16,-2-2 0 0,-2-5 0 0,0 5 0 15,-1 0 0-15,-5 1 0 0,-4 1 0 0,-8-2-244 16,13 5-166-16,-6-4-86 0,-7-1-67 0,0 0-517 15,0 0-1170-15,0 0 518 0</inkml:trace>
  <inkml:trace contextRef="#ctx0" brushRef="#br0" timeOffset="20911.2364">3726 1416 230 0,'0'0'448'0,"3"-3"-7"0,-1 0-12 0,0 0-13 15,-1-1-13-15,1-1-16 0,1 3-23 0,-3 2-29 16,5-7-27-16,-4 3-24 0,1 0-27 0,0 3-26 16,-2 1-29-16,5-4-21 0,-1 2-19 0,-4 2-19 15,12 2-17-15,-4 0-8 0,3 0-17 16,-1 3-10-16,0 1-9 0,-1 1-7 0,0 0-10 16,1 4-3-16,-1-2-9 0,3 5-7 0,-7-3-4 15,0 2-6-15,4 1-2 0,-5-4 0 0,0 2-7 16,-4 1-4-16,1-3-3 0,-1 1-17 0,0-4-5 15,0 1-2-15,-1-1-4 0,-2 0 0 0,3-3 7 16,-1 1 1-16,-2-1 9 0,6-1 15 0,-3-3 32 16,0 0 14-16,0 0 5 0,0 0 16 0,0 0 20 15,-4-20-4-15,5 10 0 0,2-5-10 0,1-3-19 16,2 2-3-16,2-2-10 0,-3-1-9 0,2 1 10 16,0 0-18-16,1 1-8 0,0 3-4 0,3 0-5 15,-6 4-29-15,4 1-45 0,-2 0-56 0,1 3-62 16,-1 0-75-16,5-1-63 0,-3 5-59 0,2 1-66 15,1 0-62-15,-2 2-46 0,-10-1-275 0,16 3-875 16,-10 2 387-16</inkml:trace>
  <inkml:trace contextRef="#ctx0" brushRef="#br0" timeOffset="21349.0145">4117 1476 242 0,'0'0'490'0,"0"0"16"15,0 0 10-15,0 0-6 0,0 0-18 0,8-9-20 16,-8 9-30-16,0 0-21 0,1-4-30 0,-1 4-33 16,0 0-32-16,0 0-25 0,0 0-37 15,0 0-15-15,0 0-34 0,0 0-16 0,0 0-33 0,0 0-15 16,0 0-19-16,0 0-12 0,0 0-14 0,0 0-9 16,0 0-13-16,8-4-12 0,-8 4 6 0,10 1-12 15,2-4-6-15,-1 3 2 0,3-1-11 0,-2 0-2 16,2-3-8-16,0-3 3 0,-1 2-5 0,-1-1-4 15,1 0 6-15,1-1-12 0,-5 1 2 16,0 0-1-16,0 1-2 0,-3-2 24 0,1 3 2 16,-3 0 10-16,-3 1-49 0,0-1-15 0,3 3 0 15,-4 1 0-15,0-7 0 0,0 7 0 0,-1-5 0 16,-3 2 0-16,4 3 0 0,0 0 0 0,-18 0 0 16,5 4 0-16,0 0 0 0,-2 1 0 0,-3 2 0 15,0 4 0-15,5 0 0 0,-2 1 0 0,4 1 0 16,-1-5 0-16,6 1 0 0,-1 5 0 0,4-2 0 15,-1-4 0-15,4 3 0 0,1 0-66 0,3-3-42 16,1 1-17-16,3-1-19 0,0-1-25 0,7 2-31 16,0 0-40-16,-2-5-27 0,7 0-32 0,-2-4-11 15,0 1-25-15,2-3-23 0,0 0-22 0,0-4-29 16,-2-1-25-16,2 0-291 0,-3-3-785 0,-3 0 348 16</inkml:trace>
  <inkml:trace contextRef="#ctx0" brushRef="#br0" timeOffset="22006.391">4471 1414 36 0,'0'0'366'0,"0"0"15"0,0 0 15 0,4-6 10 15,-4 6-18-15,4-3-13 0,-4 3-25 0,0 0-27 16,4-3-17-16,-3 0-24 0,-1 3-24 16,2-2-26-16,-2 2-25 0,0 0-25 0,7-2-19 0,-7 2-19 15,0 0-14-15,9 3-17 0,-4-2-10 0,-5-1-13 16,10 5-3-16,-6-1-10 0,1 2-13 0,-1 2-3 15,0 2-1-15,-3-1-9 0,3 1-3 0,-4 2-1 16,3-5-7-16,-6 4-3 0,-2 0-3 16,1-3-1-16,-1 4-5 0,-7 1-11 0,2-4-13 15,0 2-30-15,-3-4-6 0,2 0-4 0,-1-1-9 16,2-4 3-16,0 1 1 0,2-2 3 0,0-1 5 16,1-2 4-16,0-1 3 0,1-3 7 0,1-1 8 15,2-2 7-15,3-2 2 0,1-3 11 0,5-4 11 0,0 0 16 16,2 2 12-16,1 1 0 0,1 3-3 15,0-2 5-15,2 1 10 0,-3 4 4 0,2 1 3 16,-1 0-2-16,1 1 0 0,-1 3-3 0,-3 0-10 16,1 1-4-16,1 2-5 0,-1 0 2 0,-2 2 6 15,2 3 9-15,-2 0 10 0,-2 0 10 0,4 6 27 16,2 3 11-16,-5 3 15 0,-1 2 28 0,-2 1-16 16,0 6 7-16,-2-6 4 0,-3 11-8 0,1 1-10 15,-2-4-14-15,1 2-7 0,0-1-48 0,0 1-69 16,-2-3 0-16,1 0 0 0,4 0 0 0,-1-6 0 15,-2-1 0-15,3-1 0 0,0 2 0 0,0-2 0 16,0-2 0-16,0 0 0 0,0-5 0 0,0 0 0 16,0 0 0-16,4 1 0 0,-3-4 0 0,0 0 0 15,2 0 0-15,-3-3 0 0,5 1 0 0,-5-2 0 16,2 1 0-16,-2-5 0 0,2 8 0 0,-1-5 0 16,0-1 0-16,-1-2 0 0,2 5 0 0,-2-5 0 15,1 1 0-15,-1-1 0 0,0 0 0 0,4 3 0 16,-4-3 0-16,0 0 0 0,0 0 0 0,0 0 0 15,14-4 0-15,-5 0 0 0,-9 4 0 0,18-5 0 16,-7-1 0-16,-2 3 0 0,4-3 0 0,0 0 0 16,-3 1 0-16,3 1 0 0,-3-3 0 0,-1 2 0 15,1 0 0-15,-1 1 0 0,1 0 0 0,-3 2 0 16,-1 0 0-16,-1 0 0 0,-5 2 0 0,9-7 0 16,-5 4 0-16,0-3-237 0,-4-1-1089 0,0 2-1436 15,0-3 635-15</inkml:trace>
  <inkml:trace contextRef="#ctx0" brushRef="#br0" timeOffset="22412.5936">4774 1409 448 0,'-2'-7'445'16,"2"3"-15"-16,1 1-27 0,-1 3-18 0,1-7-24 0,2 5-21 16,-2-1-38-16,2-2-24 0,3 1-21 15,-1 0-20-15,3 2-22 0,-2-1-14 0,2 1-21 16,4 1-18-16,-1-1-17 0,-1 0-16 0,3 2-13 16,-3 0-10-16,0 1-8 0,2 2-15 0,-5-1-10 15,5 3-5-15,-2 2-8 0,-1-2-7 0,-5-1-5 16,1 2-3-16,-4 0-3 0,7 5-7 0,-7 0-3 15,-1 1 2-15,-1-3-3 0,-3 3 0 0,-5 3 2 16,-1-1-5-16,0-1 0 0,-6 1 1 0,2-3-5 16,-1 0-3-16,-2-1-3 0,-1-2 2 0,2 1 4 15,1-4 17-15,3-1 29 0,1-3 22 0,3-1 15 16,0-1-2-16,2 0 4 0,-2-4 0 0,3-1-10 16,1-2-14-16,0-3-15 0,3-1 1 0,2 1-37 15,6-6-31-15,-5 0-40 0,2 2-52 0,5-2-53 16,-4 4-52-16,8-3-63 0,0 6-73 0,1-2-72 15,4 0-75-15,-3 3-385 0,-1-3-932 0,0 2 413 16</inkml:trace>
  <inkml:trace contextRef="#ctx0" brushRef="#br0" timeOffset="22725.1814">4944 1200 234 0,'0'-8'540'0,"0"-1"33"0,0 3 17 15,0 0 17-15,0-3 17 0,0 0-2 16,0 3-15-16,-4 1-17 0,4-3-12 0,0 4-22 16,-1-3-27-16,1 7-36 0,0-6-32 0,0 6-48 0,0 0-239 15,-2-5-174-15,2 5 0 0,0 0 0 0,0 0 0 16,-2-5 0-16,2 5 0 0,0 0 0 16,0 0 0-16,0 0 0 0,0 0 0 0,-1 19 0 15,-2-11 0-15,2 4 0 0,-2 5 0 0,2 1 0 16,0 0 0-16,-2 1 0 0,3 7 0 0,-1-7 0 15,-2 0 0-15,0 8 0 0,1-9 0 0,-3 1 0 16,4 6 0-16,-5 1 0 0,3-6 0 0,1-2 0 16,0-1 0-16,2-1 0 0,-2-3 0 0,2 0 0 15,-2-3 0-15,2-1 0 0,-1 3-400 0,5-7-287 16,-1 0-497-16,0-2-1283 0,5 1 567 0</inkml:trace>
  <inkml:trace contextRef="#ctx0" brushRef="#br0" timeOffset="23647.8783">6051 1230 18 0,'2'-3'353'0,"1"-3"-3"0,-3 6-6 0,0-7 7 31,0 5-3-31,0-3 1 0,0-1-4 0,0 6-3 0,-3-5-1 0,3 5-5 0,-2-5-9 15,1 3-12-15,1 2-13 0,-3-7-10 0,3 7-4 0,-4-2-13 16,4 2-8-16,0 0-12 0,-1-4-15 0,1 4-33 16,0 0-20-16,0 0-16 0,0 0-26 0,0 0-8 15,0 0-14-15,-9 6 11 0,5 3-6 16,-1-1-6-16,-4 2 0 0,4 5-10 0,-4 3 4 16,-1 6 4-16,1 0-5 0,1 1 0 0,2 5-16 15,-1-1-99-15,0 1 0 0,3 1 0 0,1-1 0 16,-2 4 0-16,0-3 0 0,2 1 0 0,2-4 0 15,-3 1 0-15,1 2 0 0,3 0 0 0,-2-3 0 0,0 1 0 16,-1 0 0-16,1-10 0 0,2 7 0 16,-2-7 0-16,2 1 0 0,0-4 0 0,-1-2 0 15,1-4 0-15,-1 0 0 0,1 1 0 0,0-3 0 16,1-1 0-16,-2-1 0 0,1-6 0 0,1 9 0 16,-1-5 0-16,1 1 0 0,-1-5 0 0,0 0-159 15,0 0-203-15,0 0-89 0,0 0-92 0,0 0-99 16,0 0-364-16,0 0-1089 0,0 0 481 0</inkml:trace>
  <inkml:trace contextRef="#ctx0" brushRef="#br0" timeOffset="23882.0423">5728 1680 499 0,'-3'-4'534'0,"3"4"19"16,-4-6 15-16,4 6-13 0,-5-8-12 0,1 6-26 15,4 2-28-15,-5-7-15 0,3 4-23 0,2 3-25 16,-2-6-37-16,2 6-45 0,-1-8-37 16,1 8-34-16,5-9-34 0,0 2-56 0,4 0-66 15,7-5-52-15,5 2-65 0,2 0-49 0,5 2-43 16,3-1-43-16,-3 0-52 0,3 1-41 0,-3 3-48 16,-6-1-41-16,-1 1-40 0,0 2-42 0,-2 2-28 15,0-1-54-15,-1 0-282 0,-5-1-828 0,0 0 367 16</inkml:trace>
  <inkml:trace contextRef="#ctx0" brushRef="#br0" timeOffset="24555.6798">6163 1500 118 0,'6'-5'406'0,"-6"5"19"0,2-3 8 16,-2 3-4-16,0 0 4 0,6-6-14 0,-6 6-16 15,0 0-26-15,4-3-32 0,-4 3-33 0,0 0-26 16,0 0-36-16,4-2-30 0,-4 2-21 0,0 0-21 15,0 0-22-15,14 2-14 0,-6 4-11 0,-2-3-20 16,-1 5-8-16,3 0-12 0,-3-1-13 16,4 3-3-16,-4-1-13 0,-1 1-2 0,0-1-6 15,-2 1-9-15,1 0-4 0,-2 1-11 0,-1-1-3 16,-1 1-24-16,1-3-14 0,-4 2-10 0,-1 0-9 16,-2-1-9-16,0-2-14 0,-2 1-4 0,0-2-4 0,0-1 4 15,0-1 7-15,0 1 7 0,1-5 12 0,8 0 0 16,-12-4 0-16,7-1 25 0,-1-1 4 15,3-3 9-15,0-2-6 0,0 0 1 0,2 0 1 16,2-6 1-16,2 4-8 0,0-2 1 0,0 5 3 16,1 0-8-16,2 2 0 0,-1-2 1 0,2 3-13 15,-2 2-22-15,3-3-17 0,1 3-19 0,-3 1-22 16,1 1 9-16,-1-1-12 0,-1 3-19 0,-5 1-3 16,14-4-5-16,-14 4 5 0,9 0 3 0,-9 0 5 31,9 4 19-31,-9-4 3 0,9 1 2 0,-9-1 21 0,5 3 10 0,-5-3 8 0,8 3 6 0,-8-3 19 15,4 3 18-15,-4-3 23 0,0 0 24 0,0 0 21 32,0 0 22-32,0 0 14 0,9 0 8 0,-9 0-7 15,0 0 0-15,10-3 15 0,-10 3-4 0,5-7-4 0,1 6-4 0,-6 1-4 0,11-5-8 0,-4 3-7 32,1 1-11-32,1-4-11 0,4 4 3 0,-2-1-4 15,2 4-6-15,1-1 2 0,1 4-8 0,3-2-4 16,-5 2-7-16,1 3 0 0,0-3-8 0,-4 2 0 15,-1 2-3-15,-1-1-2 0,-3 1-2 0,4 0 1 16,-4 1-5-16,-1-1 3 0,-1 1 1 0,-6 2-2 16,2-1 0-16,-2 0-2 0,-2 2-3 0,-4-5 1 15,4 3 2-15,-3-2-3 0,6-4 1 0,-2-1 4 16,0-1 4-16,-1 2 27 0,5-5 25 0,-8 2 10 16,8-2-3-16,0 0-5 0,-5-14-2 0,5 8-8 15,4-5-10-15,0 0-10 0,-4 2-1 0,5-3-4 16,1 0-2-16,3-1-6 0,3-4-25 0,-7 9-35 15,5-2-56-15,3 3-65 0,5-4-42 0,-3 3-45 16,3 5-66-16,-1-5-78 0,2 3-101 0,1 2-350 16,-2 1-900-16,5-1 399 0</inkml:trace>
  <inkml:trace contextRef="#ctx0" brushRef="#br0" timeOffset="24930.5956">7523 1401 234 0,'4'-16'527'0,"1"5"8"0,-4 0-1 16,-1 1-11-16,0 1-21 0,0 2-6 0,2 1-21 15,0-1-2-15,-2 3-18 0,0 4-19 0,0-7-24 16,0 7-34-16,0 0-34 0,1-4-34 0,-1 4-34 16,0 0-26-16,0 0-32 0,0 0-9 15,0 0-17-15,-29 9-10 0,15 1-6 0,-1 3-122 16,-8 4-54-16,1 2 0 0,3 0 0 0,-3 2 0 16,2 3 0-16,0-1 0 0,0 2 0 0,2-2 0 15,1-2 0-15,7-3 0 0,0-3 0 0,0 1 0 16,2-3 0-16,3 4 0 0,1-8 0 0,4 5 0 15,4-4 0-15,2 3 0 0,3-4 0 0,2 4 0 16,5-4 0-16,2-2-9 0,0-1-346 0,10 0-59 16,-1 1-61-16,-5-8-53 0,6 0-65 0,-9 2-377 15,1-2-1051-15,0-5 466 0</inkml:trace>
  <inkml:trace contextRef="#ctx0" brushRef="#br0" timeOffset="25336.8427">7637 1517 405 0,'0'0'420'16,"2"-7"-12"-16,1 4-11 0,-2-3-22 0,-1 6-27 16,5-7-18-16,-5 7-15 0,7-5-15 0,-4 2-19 15,-3 3-16-15,7-3-24 0,-7 3-26 16,9-2-24-16,-3 2-17 0,-6 0-19 0,16 1-17 15,-7 3-10-15,-2 2-13 0,2 2-13 0,0 1-11 16,0-3-15-16,-4 5 1 0,4-1-12 0,-5 0-3 16,1-1-7-16,-1 3-4 0,-3-2-5 0,3 1-7 15,-4 0-9-15,-1 0-12 0,-2-2-5 0,2 2-9 16,-3-4-5-16,0 2-1 0,0-3 2 0,0 0-1 16,2-4 6-16,-2 2 3 0,4-4 7 0,-5 4 6 15,5-4 5-15,0 0 9 0,0 0 8 0,-9-11-6 16,9 1 2-16,-2 0-3 0,4 0-3 0,-2-2-4 15,1 0-7-15,2 0-3 0,-2 1 1 0,3 0-9 16,0-3-5-16,1 4-27 0,-3 1-42 0,5 1-44 16,-2-1-42-16,4 2-46 0,1 0-32 0,-2 2-40 15,-3 2-46-15,3 0-25 0,1 1-39 0,-3 2-46 16,-6 0-220-16,0 0-694 0,18 4 307 0</inkml:trace>
  <inkml:trace contextRef="#ctx0" brushRef="#br0" timeOffset="25776.0578">7938 1534 155 0,'0'0'441'0,"6"-4"9"0,-4-1 12 0,2 0 9 0,-1 0-2 16,-3 5-2-16,6-3-7 0,-6 3-12 0,1-4-17 16,-1 4-24-16,5-4-34 0,-5 4-35 15,0 0-29-15,0 0-35 0,0 0-35 0,0 0-29 16,0 0-27-16,0 0-21 0,0 0-13 0,0 0-14 15,5 16-14-15,-5-10-11 0,3 1-17 0,-6 2-1 16,3-3-12-16,0 1-20 0,3 2-36 0,-3-1-24 16,0 2-25-16,0-4-14 0,0 1-17 0,0-1-12 15,1 0-17-15,-1 0-8 0,0 0-3 0,4-2-2 16,-4-4 12-16,0 8 9 0,0-8 9 0,4 2 10 16,-4-2 6-16,0 0 6 0,15-6 4 0,-6-1 5 15,0 0 7-15,0 0 4 0,0-3-3 0,0 3 10 16,0-1 12-16,1-2 13 0,-2 3 12 0,0 1 11 15,-2 0 10-15,0 0 8 0,-1 1 8 0,-2 1 6 16,-3 4 0-16,6-6-11 0,0 5-8 0,-6 1 3 16,5-4-10-16,-5 4-11 0,0 0-5 0,0 0-6 15,0 0 3-15,0 0-5 0,0 0 3 0,0 0 0 16,12 9-5-16,-9-3-6 0,1-1-11 0,2 1-20 16,-1 1-29-16,2 1-45 0,0 0-47 0,4 0-43 15,1-1-55-15,1 3-60 0,5-3-65 0,-1 0-53 16,3-2-78-16,-8-1-281 0,5-4-847 0,-5 0 375 15</inkml:trace>
  <inkml:trace contextRef="#ctx0" brushRef="#br0" timeOffset="26104.4793">8428 1444 2 0,'0'0'386'0,"1"-6"9"0,-1 6 5 15,4-7-15-15,-4 7-21 0,0 0-18 0,1-6-26 16,-1 6-16-16,0 0-27 0,0 0-28 15,0 0-34-15,0 0-18 0,0 0-17 0,0 0-13 16,0 0-8-16,7 15-17 0,-7-10-13 0,-3 2-8 16,3 4-7-16,3 0-11 0,-3-3-7 0,1 4-5 15,0-1-6-15,2-1-8 0,-3 2 1 0,1-3 2 0,2 1-3 16,-2-3-3-16,3 2-3 0,-2-1 0 16,6 0-1-16,-5-1 6 0,-1-1 4 0,2-2 1 15,1 2-1-15,-1 0 5 0,1 0-5 0,-1-2-13 16,0-1-2-16,-2 3-9 0,1-2-8 0,-1-1-2 15,-2-3-4-15,3 5-4 0,-3-5-6 0,-1 8 3 16,-2-4 1-16,-3 0 0 0,-7 2-8 0,0-3 5 16,-6 4-12-16,-8-1-41 0,0-1-44 0,-2 1-50 15,2-1-44-15,5-5-46 0,1 2-48 0,1-4-41 16,6 2-47-16,2-2-53 0,0-3-78 0,3 1-293 16,4 0-827-16,4-3 366 0</inkml:trace>
  <inkml:trace contextRef="#ctx0" brushRef="#br0" timeOffset="26809.3573">8693 1246 473 0,'0'-9'607'0,"0"3"10"0,0-1 9 16,-3 0 13-16,3 0-11 0,0 0-16 0,0 4-23 15,0-1-34-15,0 4-37 0,-1-5-38 0,1 5-47 16,-3-6-36-16,3 6-42 0,0 0-40 0,0-4-37 16,0 4-209-16,0 0-69 0,0 0 0 0,0 0 0 15,0 0 0-15,0 0 0 0,0 20 0 0,0-4 0 16,0-2 0-16,0 6 0 0,-1-2 0 0,1 1 0 16,-1 7 0-16,1 2 0 0,0-2 0 0,-3 0 0 15,3 1 0-15,-1 3 0 0,-2-10 0 0,3 6 0 16,0-8 0-16,0-2 0 0,0 0 0 0,-1-5 0 15,1 1 0-15,0-1 0 0,1-3 0 0,-1-2 0 16,0-1 0-16,0-5 0 0,0 7 0 0,0-7 0 16,3 6 0-16,-3-6 0 0,0 0 0 0,0 0 0 15,16-8 0-15,-6 2 0 0,-2-2 0 0,0 2 0 16,0-2 0-16,0 0 0 0,1 1 0 16,0-1 0-16,-1 0 0 0,0 2 0 0,-2 2 0 0,-1-1 0 15,-1 2 0-15,0-2 0 0,2 1 0 0,-6 4 0 16,4-6 0-16,-1 3 0 0,-3 3 0 0,0 0 0 15,6-3 0-15,-6 3 0 0,0 0 0 0,0 0 0 16,0 0 0-16,0 0 0 0,0 0 0 0,10 8 0 16,-5-3 0-16,-3 0 0 0,0-2 0 15,2 2 0-15,0-1 0 0,-2 3 0 0,1-3 0 16,1 1 0-16,-3 1 0 0,3-2 0 0,-3-1 0 16,4 1 0-16,-5-4 0 0,8 6-43 0,-4-4-44 15,1 0 14-15,-5-2 6 0,14 1 12 0,-14-1 7 0,13-3 7 16,-8 1 1-16,4-1 8 0,0 0 5 0,-2-3 3 15,4 1 9-15,-2 0 22 0,-3 0 8 0,-1 1 22 16,2 0 5-16,-2-2 5 0,0 1 7 0,-2 3 5 16,-3 2-4-16,8-5 0 0,-8 5-15 15,5-4-3-15,-5 4-18 0,0 0-7 0,0 0 3 16,0 0-3-16,0 0 3 0,0 0-4 0,12 7-2 16,-12-7 2-16,7 7-11 0,-7-7 0 0,6 7 0 15,-4-2 0-15,-1-1-38 0,2 1-27 0,-3-5-16 16,1 9-32-16,2-5-25 0,-3-4-27 0,5 5-38 0,-5-5-24 15,1 5-37-15,-1-5-35 0,4 3-36 16,-4-3-53-16,0 0-95 0,0 0-416 0,0 0-974 16,18-13 432-16</inkml:trace>
  <inkml:trace contextRef="#ctx0" brushRef="#br0" timeOffset="26981.1657">9094 1394 189 0,'-3'-6'507'0,"3"6"-4"0,0 0-16 16,0 0-28-16,0 0-42 0,-1-5-45 0,1 5-40 16,0 0-40-16,0 0-61 0,0 0-67 0,0 0-74 15,0 0-72-15,0 0-80 0,0 0-37 16,0 0-64-16,0 0-69 0,-1 20-99 0,1-20-198 16,6 12-574-16,3-5 254 0</inkml:trace>
  <inkml:trace contextRef="#ctx0" brushRef="#br0" timeOffset="27387.392">9200 1535 61 0,'0'0'488'15,"0"0"-3"-15,0 0 35 0,0 0 10 0,0 0 5 16,0 0-9-16,6-13-14 0,-6 13-16 0,0 0-10 16,3-7-29-16,-3 7-21 0,0 0-40 0,0 0-35 15,0 0-37-15,0 0-40 0,0 0-34 0,0 0-29 16,0 0-21-16,0 0-30 0,0 0-15 0,0 0-34 15,0 0-29-15,0 0-34 0,0 0-31 0,0 0-27 16,0 0 0-16,0 0 0 0,2 19 0 0,1-15 0 16,-2 3-56-16,1-3-12 0,-1 2-8 15,1-2-15-15,0 2-12 0,1-2-11 0,-3-4-13 0,4 7 0 16,-4-3 7-16,0-4 10 0,3 4 18 0,-3-4 4 16,0 0 12-16,0 0 8 0,0 0 4 0,0 0 7 15,15-6 9-15,-11 1 4 0,-3 1 5 16,4-1 5-16,-1 0 8 0,1 0 18 0,0-1 17 15,-2 0 13-15,2 0 4 0,-1 3 15 0,1-2 4 16,-4 2 9-16,3-2 1 0,-4 5-6 0,4-5-1 16,-4 5 0-16,4-3-5 0,-4 3-12 0,0 0 0 15,0 0-5-15,0 0-3 0,5-3-3 0,-5 3-6 16,0 0-15-16,0 0-14 0,0 0-19 0,0 0-35 0,0 0-29 16,19 8-43-16,-11-5-28 0,0 0-44 15,-1 0-44-15,2 1-52 0,0-1-49 0,0-1-53 16,2-1-45-16,1 1-313 0,-4 0-831 0,-8-2 368 15</inkml:trace>
  <inkml:trace contextRef="#ctx0" brushRef="#br0" timeOffset="28046.874">9530 1463 33 0,'0'0'363'0,"3"-7"18"16,-3 7 21-16,4-7-18 0,-4 3-16 0,0 4 6 15,0 0-21-15,4-6-13 0,-4 6-22 0,3-5-15 16,-3 5-23-16,0 0-24 0,0-6-30 0,0 6-12 15,0 0-23-15,0 0-24 0,0 0-18 16,0 0-20-16,0 0-16 0,0 0-17 0,0 0-9 0,0 0-8 16,0 0-9-16,6 16-5 0,-6-11-10 0,0-1-2 15,3 5-5-15,-2-4-10 0,-1-1-3 0,1 3-7 16,-2 0-1-16,0 0-6 0,-2-2-11 0,2-1-1 16,-2 3-14-16,1-3 8 0,-2 1-11 15,-3 0 4-15,1-1-5 0,1 0-2 0,5-4 0 16,-12 3 3-16,7-2 7 0,5-1 1 0,-10 1 3 15,10-1 0-15,-9-5 3 0,9 5 6 0,-9-7 6 16,9 2 5-16,-5 0 13 0,1 0 11 0,4-3 1 16,-1 3 4-16,1-1-5 0,0 6 0 0,1-9 4 15,-1 4 1-15,0 5-3 0,4-8 1 0,-4 8-8 16,0-5 0-16,0 5-11 0,0 0-2 0,5-3-8 16,-5 3-3-16,0 0-4 0,17 11 1 0,-12-3-1 15,6 6 7-15,-3-1 2 0,1 10 14 0,1 1 8 16,-1-1-3-16,-1 1 8 0,-3 3 2 0,5 0 4 15,-6 3 1-15,4 0 7 0,-3 1 17 0,-4 3-19 16,4-2 5-16,-1-1-7 0,-2 0-3 0,0-1-10 16,0 0 0-16,-2 4-15 0,0-5 12 0,-2-1-11 15,0-3 2-15,0 0-6 0,-2 3-3 0,2-9-2 16,-2-1-1-16,0-3-12 0,3-3 12 0,-1 0-6 16,1-4-5-16,-1 0 4 0,-1-2 1 0,2-2-6 15,1-4 3-15,-3 9 4 0,3-9 1 0,0 0 5 16,-11 5 4-16,11-5-7 0,0 0 11 0,-18-5-14 15,8 2-3-15,-2-4-15 0,3 0 0 0,-1 0 0 16,1 0 0-16,1-4 0 0,-2-2 0 0,1 0 0 16,4-4 0-16,1-1 0 0,4 0 0 0,0-2 0 15,0 1 0-15,7-6 0 0,5 1 0 0,1 1 0 16,5 0 0-16,0 1 0 0,6 2 0 0,3 4 0 16,-2-1 0-16,2 0 0 0,-1 0 0 0,2 4 0 15,-1 3 0-15,-3-1 0 0,-5 2 0 0,-2 5-77 16,-3 1-116-16,-2-3-63 0,-3 2-46 0,-3 2-80 15,-6 2-73-15,11-3-85 0,-11 3-458 0,0 0-1081 16,0 0 478-16</inkml:trace>
  <inkml:trace contextRef="#ctx0" brushRef="#br0" timeOffset="28952.6461">10690 1512 25 0,'0'0'411'0,"0"0"2"0,0 0 2 0,0 0-2 15,0 0-18-15,0 0-9 0,0 0-9 0,0 0-17 16,0 0-12-16,0-5-12 0,0 5-17 0,0 0-21 16,0 0-24-16,0 0-16 0,0 0-24 0,0 0-29 15,0 0-20-15,8 1-15 0,-8-1-22 0,0 0-14 16,0 0-20-16,0 0-11 0,0 0-14 15,0 0-13-15,0 0-8 0,1 5-3 0,-1-5-11 0,1 9-8 16,2-3 1-16,-3 0-8 0,0 1-8 0,0 0 3 16,-3-1-4-16,2 4-1 0,-2-1-5 0,1 2-2 15,-2-3 5-15,0 3-4 0,-1-1-1 16,-4 0-2-16,2-2-3 0,-3-2 1 0,1 2-2 16,-2-1-5-16,2 0 2 0,4-4-4 0,-3 0 3 0,2-1-5 15,1-1 7-15,5-1 3 0,-8 0-6 0,8 0 1 16,-9-5 6-16,5 0 10 0,3-1-9 0,-3-4 1 15,8 1 0-15,-8-3 6 0,8 4-3 16,0-5 5-16,-3 2 8 0,4 0 0 0,0-1 3 16,2 0-3-16,-2 4 14 0,1-1-3 0,2 2-9 15,-4 0 4-15,1 3-11 0,0-1 2 0,-2 3 0 0,2-2-10 16,-2 0-1-16,-3 4 1 0,8-4-12 0,-8 4-4 16,0 0 4-16,14 7-3 0,-7-5 2 0,-2 2-4 15,-1 1 2-15,1 3 2 0,0-3 3 0,0 4-7 16,1 2 5-16,-1-3-1 0,2 3-4 15,-2 0 1-15,-1-1 1 0,1 1 0 0,0-1-22 16,0-3-28-16,0 5-25 0,2-2-40 0,0-1-54 0,6 4-64 16,1-3-57-16,-4-3-71 0,7-2-68 0,2 1-85 15,-6-3-471-15,1-3-1057 0,4-2 468 0</inkml:trace>
  <inkml:trace contextRef="#ctx0" brushRef="#br0" timeOffset="30096.2332">11562 1538 30 0,'-2'-5'490'0,"1"2"-11"0,1 3-17 15,1-7-26-15,1 1-22 0,-1 1-25 16,1 3-22-16,2-4-25 0,0 2-24 0,0 1-22 16,1 0-23-16,0-2-19 0,2 1-22 0,-1 1-27 15,0 2-14-15,3 1-22 0,-1 0-18 0,-8 0-15 16,23 2-14-16,-9 4-10 0,-5-3-14 0,0 0-7 16,0 6-7-16,1-1-7 0,-1-1-11 0,-1 4-8 15,2 1-6-15,-6-1-4 0,2 0-1 0,-2 1-7 16,-4-1-8-16,0-1 3 0,-1 0 0 0,-3 2-2 15,-1 0-7-15,-3-1-1 0,-1 0-2 0,0-2-1 16,-1-1-2-16,0 0-1 0,-2-1-10 0,-6-1-5 16,8-2 0-16,-3-1 2 0,3 0 1 0,-1-3 3 0,3 0 1 15,-1-2 3-15,3 1 12 0,0-5 15 16,4 1 0-16,-2-1-1 0,1-11-5 0,2 6 10 16,2 0 0-16,3 0 0 0,0-7 2 0,3 4 11 15,0-2 10-15,3 3 10 0,-3 3 3 0,-1 2 1 16,1-2 3-16,0 3 4 0,-3 2 4 0,1 1-9 15,-1-2-9-15,1 1-5 0,-1 2-5 0,0 1-31 16,-4 2-34-16,7-2 0 0,-7 2 0 0,0 0 0 16,17 6 0-16,-13 0 0 0,0 0 0 0,5 2 0 15,-3 3 0-15,3 4 0 0,0 0 0 0,-1 2 0 16,-1 8 0-16,-4-7 0 0,5 9 0 0,-3 2 0 16,0-3 0-16,-1 7 0 0,0 0 0 0,-1 1 0 0,0 0 0 15,0 0 0-15,-2-1 0 0,0 2 0 16,0 0 0-16,1 1 0 0,1-5 0 0,0 0 0 15,-2 0 0-15,0-2 0 0,1-4 0 0,-1 2 0 16,2-10 0-16,-3 0 0 0,1 2 0 0,1-4 0 16,0 1 0-16,-1-9 0 0,0 3 0 0,1-3 0 15,-1-1 0-15,-1-1 0 0,1-1 0 0,-1-4 0 16,0 0 0-16,3 9 0 0,-3-9 0 0,0 0 0 16,0 0 0-16,0 0 0 0,1 7 0 0,-1-7 0 15,0 0 0-15,0 0 0 0,0 0 0 0,0 0 0 16,0 0 0-16,0 0 0 0,0 0 0 0,0 0 0 15,0 0 0-15,0 0 0 0,0 0 0 0,0 0 0 16,-13-16 0-16,5 10 0 0,0-2 0 0,-4 0 0 16,-3-2 0-16,-3 3 0 0,-4-4 0 0,-2 0 0 15,2-1 0-15,-3-1 0 0,8 6 0 0,-1-1 0 16,-2 2 0-16,3 1 0 0,-1-4 0 0,5 3 0 16,1 0 0-16,0 2 0 0,3 0 0 0,0 0 0 15,4 1 0-15,1-1 0 0,-1-2 0 0,1 0 0 16,0 1 0-16,2-3 0 0,2-4 0 0,0 2 0 15,5 1 0-15,-1-3 0 0,5-2 0 0,1 1 0 16,10-6 0-16,1-3 0 0,7 2 0 0,5-1 0 16,8-8 0-16,4 3 0 0,-11 7 0 0,10-8 0 15,-10 10 0-15,2 0 0 0,-4-2 0 0,-4 4 0 0,2 1 0 16,-5-1 0-16,-5 6 0 0,-3-2 0 0,1 0 0 16,-6 5 0-16,0 0 0 0,-3 1 0 0,-1 0 0 15,-3 2 0-15,-1 0 0 0,2-1 0 0,-5 1 0 16,-1 3 0-16,3-2 0 0,-3 2 0 0,0 0 0 15,5-4 0-15,-3 2 0 0,-2 2 0 0,0 0 0 16,3-3 0-16,-3 3 0 0,0 0 0 0,0 0 0 16,0 0 0-16,0 0 0 0,0 0 0 0,0 0 0 15,0 0 0-15,6-1 0 0,-6 1 0 0,0 0 0 16,0 0 0-16,0 0 0 0,0 0 0 0,0 0 0 16,0 0 0-16,0 0 0 0,0 0 0 0,2 6 0 15,-2-6 0-15,0 0 0 0,0 0 0 0,1 5 0 16,-1 0 0-16,0 1 0 0,3-2 0 0,-3 4 0 15,0-1 0-15,2-1 0 0,-2 0 0 0,0 0 0 16,2 0 0-16,-2-1 0 0,2-2 0 0,-2 2 0 16,0 0 0-16,0-2 0 0,0-3 0 0,0 7-42 15,0-7-313-15,0 0-37 0,0 0-111 0,0 0-120 16,9-10-423-16,-5 0-1134 0,0 2 502 0</inkml:trace>
  <inkml:trace contextRef="#ctx0" brushRef="#br0" timeOffset="30252.2861">12179 1606 6 0,'0'0'438'0,"5"-5"24"0,-5 5 14 0,0 0 7 0,0-4-20 15,0 4-37-15,0-3-42 0,0 3-42 0,0 0-35 16,0 0-45-16,0 0-57 0,0 0-87 0,0 0-103 16,0 0-90-16,0 0-70 0,0 0-94 0,6 12-111 15,-4-8-247-15,3 0-646 0,0 1 286 16</inkml:trace>
  <inkml:trace contextRef="#ctx0" brushRef="#br0" timeOffset="30658.7979">12323 1722 16 0,'0'0'454'0,"4"-8"54"0,-4 4 34 0,0 4 25 16,0-9 15-16,0 4-2 0,0 5-14 15,-4-11-8-15,3 7-18 0,1 1-30 0,-3 0-40 16,3 3-41-16,0 0-46 0,-1-5-39 0,1 5-38 15,0 0-32-15,0 0-37 0,0 0-22 0,0 0-105 0,0 0-110 16,0 15 0-16,0-9 0 0,0 1 0 16,1 4 0-16,2 1 0 0,-3 0 0 0,0-1 0 15,1 2 0-15,3-1 0 0,-4 0 0 0,3-4 0 16,-2 1 0-16,-1 1 0 0,1-3 0 0,3 1 0 16,-3-1 0-16,-1-2 0 0,4 1 0 0,-1-2 0 15,-2-1 0-15,4 0 0 0,3-1 0 0,-8-2 0 0,15-1 0 16,-6-2 0-16,-1-1 0 0,2-2 0 0,0-2 0 15,-1-4 0-15,1-4 0 0,-2-1 0 16,0-2 0-16,-2 3 0 0,3-1 0 0,-4-2 0 16,0 7 0-16,-1 1 0 0,-3 2 0 0,1 2 0 15,2-5 0-15,-4 7 0 0,1 0 0 0,0 1 0 16,-1 4 0-16,1-6 0 0,-1 6 0 0,0 0 0 16,3-6 0-16,-3 6 0 0,0 0 0 0,4-3 0 15,-4 3 0-15,0 0 0 0,0 0 0 0,5 11-363 16,-5-11-110-16,4 12-68 0,2-10-84 0,-5 5-407 15,5-4-1117-15,1 2 494 0</inkml:trace>
  <inkml:trace contextRef="#ctx0" brushRef="#br0" timeOffset="31425.5264">12617 1741 11 0,'0'0'413'0,"0"0"26"16,0 0 14-16,0 0 4 0,0 0-11 0,0 0-20 15,0 0-32-15,0 0-32 0,0 0-30 0,4 3-29 16,-4-3-33-16,0 0-24 0,0 0-26 0,0 0-23 16,0 0-27-16,0 0-16 0,0 0-19 0,0 0-10 15,4 2-21-15,-4-2-9 0,0 0-13 0,2 4 2 16,-2-4-8-16,0 0-11 0,8 5-5 0,-4-3-1 16,-4-2-4-16,11 2-5 0,-11-2-6 0,12 1-1 15,-4-1-3-15,-8 0-2 0,16-1-2 0,-8-1-3 16,-2 0-3-16,3-2 5 0,-2 1 14 0,-1 0 4 15,-1-1 0-15,-1 1 2 0,2-2 0 0,-2 0 6 16,0 2 5-16,-4 3-7 0,4-9 0 0,-3 5-4 16,-1 4-11-16,0-8 3 0,0 3-13 0,0 5-11 15,-4-4-3-15,4 4-5 0,-5-9-5 0,1 7 5 16,4 2-8-16,-10-1-6 0,10 1-1 0,-9-2 2 16,9 2-2-16,0 0-1 0,-13 6-8 0,7-2-1 15,1 1-13-15,0 2-7 0,0 0-2 0,-2 3 2 16,1-2-5-16,3 2-12 0,1 1-3 0,-1-1-3 15,2 1-1-15,-3 0-5 0,2-3-1 0,2 4-1 16,0-3 6-16,1-2 5 0,3-1 3 0,-3 1 7 16,2-2 7-16,0 1 0 0,5-1 8 0,-3-3 1 15,3 2 6-15,2-3 4 0,4-2 5 0,-2-2 2 16,2 0 12-16,-3-2 11 0,8-3 14 16,-2 0 8-16,-2-3 3 0,2 0 13 0,-2-1 16 0,-1 2 13 15,0-3 2-15,-2-2-9 0,-1 4 8 0,1-3 1 16,-4 6 0-16,-1 0-1 0,-2 0 6 0,2 3 0 15,-2 2-5-15,-3-1-9 0,-2 4 6 16,5-3-25-16,-5 3-14 0,4-5-9 0,-4 5-10 16,8-3-11-16,-8 3-8 0,0 0 3 0,0 0-6 15,0 0 9-15,6 11-6 0,-4-5 1 0,0 0 2 0,-1 2 5 16,2-3-4-16,-3 3-7 0,1-1 3 0,1 0-27 16,0 2-1-16,-2-2-10 0,1-2-1 15,2 2-1-15,-3-4 4 0,0-3-15 0,4 8 9 16,-4-8 5-16,1 5 3 0,-1-5 8 0,4 3 3 15,-4-3 4-15,9 1 3 0,-9-1-3 0,10-6 10 16,-5 3 2-16,2-2 6 0,0 0 9 0,2 0 10 0,-1-3 10 16,0 2 8-16,0-1 5 0,-1 4 14 0,-1-1 14 15,-1 0 3-15,2-1 6 0,-2 1-4 0,-1 2-2 16,-4 2-50-16,5-5-27 0,-5 5 0 16,5-2 0-16,-5 2 0 0,0 0 0 0,6-4 0 15,-6 4 0-15,0 0 0 0,0 0 0 0,12 6 0 16,-7-1 0-16,0-3 0 0,0 2 0 0,-1 1 0 0,4-1-54 15,-2 2-163-15,0 3-51 0,0-4-69 0,0-2-62 16,0 2-72-16,3-5-86 0,-9 0-425 0,0 0-1063 16,17-7 471-16</inkml:trace>
  <inkml:trace contextRef="#ctx0" brushRef="#br0" timeOffset="32990.5428">14276 1664 237 0,'1'-4'513'16,"-1"4"13"-16,0-7 5 0,0 4-6 0,0 3-19 15,-1-8-8-15,1 1-18 0,1 3-15 0,-1 0-8 16,0 4-19-16,0-8-21 0,0 3-16 0,0 5-31 16,0-2-34-16,3-2-31 0,-3 4-40 0,0 0-29 15,0 0-27-15,0-5-24 0,0 5-24 0,0 0-31 16,0 0-130-16,0 0 0 0,0 0 0 0,0 0 0 15,0 15 0-15,1-7 0 0,-1-1 0 0,0 4 0 16,0 2 0-16,0 2 0 0,0-3 0 0,-1 2 0 16,-2 3 0-16,3-5 0 0,0 0 0 0,0 0 0 15,-5 0 0-15,4-1 0 0,2-2 0 0,-2 3-103 16,1-6-31-16,0 1 14 0,0-3 12 0,0 1 14 16,0-1 15-16,0-4 15 0,0 0 28 0,0 0 36 15,5 5 28-15,-5-5-14 0,0 0 14 0,9-16 10 16,-4 5 20-16,3 0 12 0,3-2 8 0,-3-2-4 15,2 1 2-15,-2 0 5 0,1 3 5 0,-3-1-5 16,3-1-55-16,-2 3-26 0,-1 1 0 0,0 0 0 16,-1 4 0-16,-2 1 0 0,1-2 0 0,-2 2 0 15,2 1 0-15,-4 3 0 0,8-2 0 0,-8 2 0 16,0 0 0-16,13 3 0 0,-9-1 0 0,-1 2 0 16,4 2 0-16,-4-1 0 0,1 1 0 0,0 4 0 0,0-3 0 15,1 2 0-15,-3-2 0 0,0 3 0 0,4-2 0 16,-2 2-96-16,-3-2-26 0,2-2-1 15,-3 0-1-15,1-1-1 0,3 2 5 0,-4-6 13 16,0 3 14-16,0-4 16 0,4 3 13 0,-4 0 24 16,0-3 27-16,0 0 9 0,0 0-1 0,9-11 2 15,-8 3 5-15,4-1 13 0,3 0 9 0,-3-3-2 0,3 2 15 16,-3-1 12-16,4-1-3 0,-3 3 12 16,-2-1 4-16,4 1 6 0,-3-1 2 0,0 6-4 15,-1-1 9-15,-3 2 2 0,3-2-32 0,0 2-3 16,-4 3 11-16,5-3-24 0,-5 3-7 0,3-5-8 15,-3 5-3-15,0 0 7 0,0 0-1 0,13 9-10 0,-10-6-1 16,1 1-1-16,0 1-9 0,0 0 1 16,-1 1-23-16,4 3-5 0,-4 1-32 0,1-1-32 15,-1 1-26-15,0 1-35 0,0-2-32 0,1 0-28 16,-1-3-41-16,1 0-37 0,2-2-33 0,-2 3-54 16,2-4-36-16,3-1-53 0,-2 1-358 0,4-3-897 15,-1-1 397-15</inkml:trace>
  <inkml:trace contextRef="#ctx0" brushRef="#br0" timeOffset="34148.3973">14964 1610 323 0,'0'0'399'0,"6"-4"-3"0,-2 1-19 0,-4 3-16 16,0 0-49-16,0 0-21 0,5-2-29 0,-5 2-24 15,0 0-21-15,0 0-23 0,0 0-31 0,0 0-11 16,0 0-24-16,0 0-16 0,0 0-4 0,0 0-18 16,10 11-11-16,-7-9-2 0,-2 3-14 0,-1 2-1 15,4 1-4-15,-2 0-7 0,0 0-4 0,-2 2-9 16,1 0-3-16,-1 0-11 0,-1 0 5 0,1 1-2 16,-2-3-1-16,0 3 1 0,-2-1-4 0,-1 0-3 15,-4-1 1-15,3 0-2 0,-3-2 3 0,-4 1-7 16,1-1 1-16,2-4-2 0,-4 1 5 0,5-2-2 15,-2 1 1-15,0-4 15 0,5-1 20 0,-2 0 17 16,2-2 9-16,-3-4 1 0,5 0-8 0,3-3 3 16,1 1 6-16,3-2-8 0,0-1-3 0,5-1-4 15,2-2 3-15,-1 1 11 0,1-1 6 16,1 3 4-16,-2 3-3 0,2 4-9 0,-2-2 0 0,-4 0-1 16,3 3-11-16,-3 1-4 0,1 0-7 0,-2 2-7 15,-4 2-9-15,5-4-6 0,-5 4-4 0,0 0-3 16,0 0-3-16,13 6 0 0,-7-1-6 0,-3 0 0 15,1 0 2-15,-3 2-7 0,2 3-1 0,-2-2 2 16,1 2 1-16,0-2-4 0,-2 4 1 16,0-3-5-16,1 1 6 0,-1-3-5 0,0 3 0 0,0-1 4 15,0-1-6-15,3-3-5 0,-2-1-5 0,0 1-2 16,0 0 4-16,3 0 3 0,1-2 7 0,0 0-1 16,2-1-1-16,1-1 6 0,3-1-4 0,0-1 2 15,1-1-1-15,1-3 5 0,7-1 8 0,-2 0 21 16,-5-4 5-16,-2 3 4 0,2-5 7 15,4 1 7-15,-7-6-12 0,-1 4 10 0,1 2 16 0,-1-1-4 16,-5 1 4-16,2 1 7 0,1 1 3 0,-5 4 6 16,1-2-9-16,-1 4-16 0,1-1-6 0,0 0-10 15,-3 4-34-15,3-3-20 0,-3 3 0 16,0 0 0-16,3-5 0 0,-3 5 0 0,0 0-21 16,0 0-19-16,0 0 1 0,3 15 1 0,-5-9-8 15,1 2 3-15,1-1 4 0,-1 4-9 0,1-4-4 0,0 4-5 31,-2-2 1-31,4-3 0 0,-1 6-1 0,0-2 9 0,2-1 3 0,-3-2 0 0,2 3 9 0,-2-3 2 16,0-1 5-16,3 1 2 0,-1-1 4 0,0-2 9 16,-1 0-6-16,-1-4 3 0,1 6 1 0,-1-6-1 15,1 5 8-15,-1-5-3 0,0 6 3 16,0-6 4-16,0 0-3 0,0 0 3 0,0 0-2 0,0 0 2 16,0 0-2-16,-1 6 0 0,1-6 5 0,0 0-1 31,0 0 0-31,-9 4-2 0,4-3 3 0,5-1 3 0,-7 1-2 0,7-1 0 0,-7 5 5 0,7-5-3 15,-5 1 0-15,5-1 4 0,0 0-5 0,0 0 3 16,0 0 6-16,0 0-7 0,0 0 6 16,0 0 3-16,0 0 9 0,0 0 6 0,0 0 11 0,0 0 2 15,0 0 6-15,0 0-3 0,0 0-11 0,1-13 8 16,6 8-9-16,2-5-3 0,1 2-4 0,4-3 4 16,0 0-7-16,3-2-2 0,-2 1 12 0,4-1-4 15,-4 1 1-15,2-2 7 0,2-8 1 16,-6 11-8-16,2-1-3 0,1 3 9 0,-7 0-3 15,1 2 12-15,-2 0-8 0,-2 3 0 0,-2 1-6 0,0-1-8 16,1 2 7-16,-5 2-13 0,5-7-4 0,-3 3-4 16,-2 4-6-16,0 0-4 0,0 0-10 0,0 0-8 31,5-4-17-31,-5 4-7 0,0 0 5 0,0 0 6 0,0 0 1 0,0 0-5 0,-5 19 0 16,4-14 4-16,1 2 2 0,0 3 6 0,1-3 3 0,1 1 5 15,-1 1-1-15,1 2 2 0,4-3 4 16,-3 3 1-16,6 0 0 0,-2-3 5 0,-1 1 3 0,1 0-5 15,-2 1 5-15,2-5 4 0,-3 2-5 0,1-1 0 16,-1 0 1-16,-3-3 1 0,3 2-3 0,0-2 9 16,-4-3-1-16,4 6 3 0,-4-6-5 15,0 4 3-15,0-4 3 0,0 0-1 0,0 0 4 16,-9 9-1-16,1-7 5 0,-3 1-3 0,-2 0-17 16,-2 2-43-16,2-3-37 0,1 1-50 0,0 0-54 0,0-3-64 15,2 3-60-15,1 0-68 0,9-3-82 0,-13-2-477 16,13 2-1021-16,0 0 452 0</inkml:trace>
  <inkml:trace contextRef="#ctx0" brushRef="#br0" timeOffset="34899.7762">16258 1710 45 0,'0'0'506'16,"0"0"20"-16,-1-7 1 0,1 7-12 0,1-5-32 15,-1 5-36-15,0-9-37 0,0 9-33 0,3-8-31 16,-2 4-34-16,4-1-34 0,-2 1-28 0,2-1-28 16,1 2-18-16,-2 0-25 0,4-1-19 0,-8 4-18 15,15-3-17-15,-5 3-15 0,-2 0-15 0,2 0-10 16,-1 3-9-16,0 1-10 0,-2-1-9 0,-2 0-7 15,2 2-4-15,-3 2-7 0,1-2-3 0,-3 2-4 16,1 1-5-16,-3 1 2 0,0 1-3 0,-2-2-1 16,-3 0-1-16,-3 1-5 0,-2 0 0 0,-4 0-5 15,-2-2 3-15,2 0-11 0,-5 3-3 0,1-8-1 16,7 0 3-16,-1 0-1 0,-2-2 10 0,5 0 5 16,9 0 9-16,-14-1 6 0,10-2 3 0,-2 0-4 15,2-4-8-15,0-2-1 0,6 1-6 0,0-4-11 16,2 0-17-16,7-4-31 0,1 2-29 0,10-4-34 15,-3 1-27-15,5 2-42 0,3-2-39 0,2 2-43 16,2 1-39-16,1 0-34 0,0 3-22 16,0-3-23-16,-1 4-12 0,-2 1 22 0,2-3 22 0,-3 6 25 15,-7-2 28-15,-4 3 29 0,2-3 28 0,-6 4 20 32,1-5 51-32,-5 4 53 0,0-4 36 0,0 4 50 15,-4-2 44-15,3 0 45 0,-4-1 38 0,-2-2 15 16,-1 0 23-16,1 3 47 0,-1-2 31 0,-1-1 27 15,-1 3 39-15,-2-1 31 0,2-3 25 0,-3 4 23 16,1-1 21-16,1 2 19 0,-2 1 6 0,0-2-2 0,3 3-8 0,0 0-21 0,1 4-19 0,-2-8-27 31,-1 6-30-31,3 2-77 0,-3-2-229 0,3 2 0 16,0 0 0-16,0 0 0 0,0 0 0 0,0 0 0 16,-9 12 0-16,5 1 0 0,0 5 0 0,-1 3 0 15,-5 5 0-15,2 3 0 0,-1 3 0 0,4 2 0 16,-5 13 0-16,2-2 0 0,5-8 0 0,-3 9 0 15,1 3 0-15,0-2 0 0,2 0 0 0,-1-13 0 16,0 0 0-16,1 14 0 0,1-1 0 0,-1-11 0 16,0-1 0-16,2-1 0 0,0-3 0 0,-4 1 0 15,2-4 0-15,1-10 0 0,1 2 0 0,-2-5 0 16,2-4 0-16,-1 0 0 0,1-6 0 0,0 3 0 16,1 0 0-16,0-8 0 0,-1 10 0 0,1-10 0 15,0 5 0-15,0-5 0 0,0 0 0 0,0 0 0 16,0 0 0-16,0 0-616 0,10-16-88 0,-8 1-442 15,3-3-1240-15,-1-1 548 0</inkml:trace>
  <inkml:trace contextRef="#ctx0" brushRef="#br0" timeOffset="35087.3237">16514 1980 475 0,'0'0'535'0,"-5"-7"48"15,3 4 60-15,2 3 35 0,-2-6 0 16,2 6-30-16,0 0-40 0,-1-7-39 0,1 7-37 0,0 0-46 15,2-6-44-15,-2 6-46 0,4-9-50 0,1 4-36 16,5-1-48-16,2-1-262 0,7-5 0 0,-2 1 0 16,2 2 0-16,6-2 0 0,-5 4 0 15,1-3 0-15,-3 2 0 0,3 1-30 0,4-2-368 16,-7 2-91-16,-5 2-98 0,1-2-528 0,3 0-1207 16,-7 1 534-16</inkml:trace>
  <inkml:trace contextRef="#ctx0" brushRef="#br0" timeOffset="35978.4152">17663 1753 118 0,'-3'-5'501'0,"3"1"13"0,0 4 9 16,-1-7 5-16,1 7-9 0,1-10-14 0,-1 5 0 15,3 0-9-15,-3 1-5 0,2-2-5 0,0 2-14 0,0 0-19 16,-2 0-18-16,0 4-22 0,5-5-28 0,-5 5-24 16,0 0-31-16,4-5-174 0,-4 5-156 15,0 0 0-15,0 0 0 0,0 0 0 0,1-4 0 16,-1 4 0-16,0 0 0 0,0 0 0 0,0 0 0 15,0 0 0-15,0 0 0 0,6 18 0 0,-5-10 0 16,0 0 0-16,0 3 0 0,-2-2 0 0,0 4 0 0,0-3 0 16,-1 1 0-16,2 1 0 0,0-1 0 15,0 0 0-15,-4-1 0 0,3-3 0 0,1 1 0 16,0-3 0-16,0 2 0 0,0-2 0 0,0-5 0 16,0 7 0-16,0-7 0 0,0 0 0 0,1 5 0 15,-1-5 0-15,0 0 0 0,0 0 0 0,0 0 0 0,11-15 0 16,-4 6 0-16,-4-1 0 0,3-1 0 15,-1 0 0-15,-1-2 0 0,6-2 0 0,-2 0 0 16,1 2 0-16,-2 2 0 0,1 2 0 0,-4 0 0 16,4 2 0-16,-4 2 0 0,-2 0 0 0,1 2 0 15,-2-1 0-15,-1 4 0 0,4-5 0 0,-4 5 0 0,6-2 0 16,-6 2 0-16,0 0 0 0,0 0 0 16,13 9 0-16,-10-5 0 0,2 3 0 0,0 2 0 15,1-2 0-15,-5 4 0 0,2-3 0 0,1 2 0 16,0-1 0-16,-2 0 0 0,0 1 0 0,0-3-71 15,1-1-92-15,-1 2-7 0,-2-3-4 0,4 1 6 0,-1-3 16 16,-1 1 16-16,-1-1 18 0,-1-3 11 0,6 5 14 16,-6-5 14-16,6-2 9 0,-6 2 12 0,9-6 22 15,-1 1 14-15,-1-3 22 0,2 3 18 0,-1-5 15 16,1 2 21-16,1-2 7 0,-1 2 18 16,-1 0 8-16,-1-2 6 0,1 3 19 0,-2 0 6 0,2 2 8 15,-3 0 8-15,-1 0-9 0,1 3-8 0,-2-2-15 16,-3 4-9-16,5-3-12 0,-4 1-14 0,-1 2-1 15,4-2-18-15,-4 2-45 0,0 0-3 16,0 0 0-16,0 0 0 0,10 7 0 0,-6-2 0 0,-3 1 0 16,3 0 0-16,0 0 0 0,0 0 0 0,1 1 0 15,0 3-47-15,0-2-104 0,0 1-29 0,0-1-34 16,2 2-37-16,0-2-52 0,2-2-58 0,2-1-53 16,0-1-53-16,1-1-51 0,-1-1-364 15,2-4-954-15,0 0 423 0</inkml:trace>
  <inkml:trace contextRef="#ctx0" brushRef="#br0" timeOffset="36728.3265">18271 1722 301 0,'0'0'371'0,"5"-6"13"16,-5 6 24-16,4-3 4 0,-4 3-16 16,3-4-17-16,-3 4-10 0,0 0-11 0,3-5-19 15,-3 5-17-15,0 0-28 0,0 0-24 0,6-2-28 16,-6 2-25-16,0 0-23 0,1-3-21 0,-1 3-22 15,0 0-15-15,0 0-15 0,0 0-16 0,9 8-6 16,-8-6-14-16,3 2-9 0,-3-1-8 0,4 2-6 16,-4 0-8-16,2 1-7 0,0 0-4 0,-3 1-4 15,1-1-1-15,-1 2-4 0,-1 0-4 0,-1 0-1 16,0 3-4-16,-3-3-4 0,0 1-3 0,-2 0-10 16,1 0-12-16,-3 0-14 0,-1-2-5 0,-1-2-4 15,1 1-1-15,0-2 5 0,1 0 3 0,5-2 12 0,-1 0 5 16,0-2 7-16,5 0 11 0,0 0 16 15,-13-7 14-15,12 2 0 0,-3-1 2 0,7-3-7 16,-3-3 5-16,2 1 4 0,2 2 1 0,0-3-4 16,2 3 6-16,1-3-1 0,-1 1 8 0,-1 2 0 15,-1 1 1-15,4 1-13 0,-5 1 5 0,0 1-3 16,1 0-6-16,-2 3-5 0,-2 2-6 0,4-5-9 16,-4 5 6-16,4-5-19 0,-4 5 2 0,0 0 2 15,0 0-9-15,0 0 9 0,0 0-9 0,14 10-2 16,-10-5 3-16,0 1-5 0,0 0 6 0,1 1-8 15,0 2-15-15,1 0-14 0,-1-1-13 0,1 1-12 16,-1 0-5-16,1-3-2 0,0 6-2 0,2-4 1 16,0-2 3-16,-2-1 8 0,4 1 9 0,-1-4 4 15,0 0 5-15,5-1 7 0,-1-2 1 0,0-1 12 16,2-6-3-16,4 0 2 0,4-6 2 0,0-1 8 16,-6 1 7-16,5-5 13 0,-1-1 17 0,2-7 11 15,-5 4 13-15,3 0 9 0,-2-10 3 0,-1 1 11 16,4-15 9-16,-10 16 15 0,1 3 23 0,-1 1-5 15,-5-1-13-15,0 2-9 0,-4 9 2 0,-4 2 2 16,4 2-34-16,-2 2-69 0,-1 3 0 0,0-2 0 16,-1 3 0-16,1 2 0 0,0 5 0 0,-2-7 0 15,2 7 0-15,-3-4 0 0,3 4 0 0,0 0 0 16,0 0 0-16,-19 10 0 0,12-1 0 0,-3-2 0 16,6 5 0-16,-5 5 0 0,1 0 0 0,3 0 0 15,-2 8 0-15,3-6 0 0,-1 8 0 0,2-1 0 16,1-6 0-16,-1 0 0 0,2 8 0 0,-2-3 0 15,2-6 0-15,2 6 0 0,-1 3 0 0,4-9 0 16,-1-1 0-16,2-1 0 0,-4 1 0 0,4-4 0 16,-2-2 0-16,4 1 0 0,-2-2 0 0,2-1 0 15,-2-2-156-15,1 1-178 0,3-5-28 0,-2-1-51 16,-2-3-51-16,-5 0-66 0,13 0-54 0,-7-5-308 16,-1 0-965-16,3-2 426 0</inkml:trace>
  <inkml:trace contextRef="#ctx0" brushRef="#br0" timeOffset="36978.7052">18629 1644 133 0,'-14'-2'459'0,"14"2"7"16,-9 0 11-16,9 0-2 0,0 0-16 16,-13-1-19-16,13 1-18 0,-4-4-27 0,4 4-19 0,0 0-26 15,0 0-20-15,0 0-21 0,0 0-18 0,0 0-43 16,0 0-16-16,0 0-35 0,4-9-17 0,-4 9-22 15,18-4-12-15,-4 3-18 0,-4-2-11 0,12 1-24 16,-4-1-20-16,2 0-29 0,1-1-15 16,6 1-40-16,-8-1-33 0,1 2-34 0,1-2-36 15,-1 0-35-15,-2 2-43 0,3 0-53 0,-5-2-54 0,-3 3-61 16,6-1-52-16,-6-1-60 0,-3 3-304 0,2-2-840 16,-3 0 372-16</inkml:trace>
  <inkml:trace contextRef="#ctx0" brushRef="#br0" timeOffset="38013.4735">18957 1764 176 0,'0'0'420'0,"0"0"20"0,3 6 5 0,-3-6-6 0,-3 3-11 15,3-3-14-15,0 0-11 0,0 0-19 0,0 0-14 16,0 0-11-16,0 0-21 0,0 0-23 0,0 0-27 15,0 0-20-15,0 0-21 0,0 0-21 0,0 0-19 16,0 0-15-16,0 0-15 0,0 0-26 0,0 0-16 16,0 0-16-16,0 0-6 0,0 0-16 0,0 0-4 15,0 0-14-15,0 0-1 0,0 0-9 0,0 0-3 16,0 0-6-16,0 0-13 0,0 0-7 0,22-6-1 16,-14 3-6-16,-1 2-2 0,4-5-5 0,-1 1 4 15,1 2-3-15,1-4-2 0,-3 3-2 0,1-2-3 16,-2 2 4-16,-2 1-2 0,1-1 20 0,-1-1-3 15,-1 1 12-15,0 0-6 0,-2 0-14 0,-3 4-31 16,6-6 0-16,-3 4 0 0,-3 2 0 0,1-7 0 16,-1 7 0-16,-1-9 0 0,1 9 0 0,-5-5 0 15,1 2 0-15,0-1 0 0,4 4 0 0,-12-5 0 16,6 2 0-16,6 3 0 0,-13-1 0 0,13 1 0 16,-19 3 0-16,10 0 0 0,0 2 0 0,-1 1 0 15,0-2 0-15,3 5-60 0,0 0-10 0,0 1-12 16,2 1-9-16,1 0-12 0,0 0-1 0,3 0 0 15,1 1 5-15,1-1 11 0,2-1 8 0,-2-1 9 16,6-1 8-16,0 0 11 0,2 1 6 0,0-2 7 16,5-3 8-16,3 3 0 0,-3-6 6 0,4 0 3 15,1-1 6-15,-1-4 9 0,2-1 18 0,-1 0 14 16,-2-1 9-16,1-3 12 0,-4 0 6 0,0-4 4 16,0 3 1-16,-2-4-3 0,-1 2 10 0,-3 1-4 15,1-5-1-15,-3 6-12 0,2-6-1 0,-7 8-16 16,3 0 0-16,-4-2-1 0,1 1 0 0,2 4-9 15,-3-4-11-15,0 5 7 0,0 4-5 0,1-8-5 16,-1 8-2-16,0-5-4 0,0 5-10 0,0 0-9 16,0 0-20-16,4-5-12 0,-4 5-9 0,0 0-5 15,0 0 3-15,0 0 5 0,0 0 1 0,0 0 5 16,0 0 3-16,10 14 4 0,-10-14 6 0,4 5 3 16,-4-5 0-16,5 5 5 0,-1-3 5 0,-4-2-2 15,3 5 9-15,-3-5 0 0,5 1 3 0,-5-1 2 16,0 0 1-16,6 4 2 0,-6-4 5 0,0 0-3 15,8 1 2-15,-8-1 1 0,0 0 1 0,0 0 0 16,7 3-2-16,-7-3 1 0,0 0 1 0,0 0 1 16,8 2-5-16,-8-2-2 0,0 0 0 0,4 3 1 15,-4-3-1-15,4 7 2 0,-2-3-3 0,1 1 7 16,-3-5-2-16,1 9 1 0,2-3 2 0,0 4 2 16,-3-2 0-16,2 2 0 0,-2-1 1 0,-2 1-3 15,2-1 2-15,2 0-17 0,-1-1-4 0,-1-2-14 16,1 0-9-16,-1 1-10 0,0-2-9 0,2 2 3 15,-2-7-1-15,4 7 6 0,-2-2 12 0,3-2 3 16,0 0 10-16,-5-3 1 0,16 1 2 0,-4-2 7 16,-1-2 5-16,0-1 1 0,3-1 4 0,-1 0 9 15,-2-2 13-15,1 0 9 0,-2-2 12 0,0 3 18 16,-2-4 11-16,1 3 7 0,-1-1 10 0,-2 3 10 16,-2 0 10-16,-3 0-2 0,-1 5-2 15,7-6-5-15,-5 4-5 0,-2 2-7 0,4-5-10 0,-4 5-4 16,0 0-6-16,5-2-13 0,-5 2-4 0,0 0-5 15,0 0-6-15,0 0-7 0,0 0-8 0,0 0-6 16,0 0 1-16,0 0 3 0,0 0-7 0,0 0-1 16,0 0 1-16,1 13-3 0,-1-13 4 0,-1 10 0 15,0-5 0-15,0 1-18 0,2 0-18 0,0 2-16 16,-1-1-7-16,3 1-9 0,-2-2-17 0,3 1-20 16,-2 0-20-16,2-3-30 0,0 1-31 0,1-2-25 15,3 2-53-15,-8-5-40 0,14 0-52 0,-14 0-56 16,18-8-66-16,-8 3-300 0,-1-5-835 0,-3 0 370 15</inkml:trace>
  <inkml:trace contextRef="#ctx0" brushRef="#br0" timeOffset="38167.4904">19691 1613 77 0,'0'0'410'0,"0"0"24"0,0-6 30 16,0 6 13-16,-2-5-17 0,2 5-17 0,-2-6-41 15,2 6-40-15,0 0-35 0,-1-5-40 0,1 5-27 16,0 0-42-16,-3-4-56 0,3 4-74 0,0 0-96 15,0 0-93-15,0 0-55 0,0 0-56 16,0 0-95-16,-1 16-92 0,1-16-216 0,4 11-666 16,-3-5 295-16</inkml:trace>
  <inkml:trace contextRef="#ctx0" brushRef="#br0" timeOffset="38904.5188">19765 1770 122 0,'0'0'370'0,"0"0"-5"16,8-10-6-16,-7 7 2 0,4-1-13 0,-1 0-24 16,-1-1-20-16,2 0-17 0,-2 1-20 0,0 0-16 15,1 1-22-15,0-2-21 0,0 3-19 0,1 0-22 16,-5 2-19-16,10-3-13 0,-5 2-14 0,5 0-15 16,-3 2-15-16,0 0-6 0,0 2-8 0,-1-1-10 15,-1 2-6-15,0-2-2 0,2 2-8 0,-5-1 0 16,3 2-8-16,-1-2 2 0,-3 4-9 0,2-3 0 15,-3 2-2-15,0 0-5 0,-3 2 0 0,0 0-4 16,0-1 3-16,-5 1 1 0,0-1-10 0,-1 2 3 16,1-1-3-16,-4-3-11 0,5 0-8 0,-2-2-3 15,0 2-3-15,1-2 0 0,3 0 10 0,5-3 2 16,-9 1 0-16,9-1 5 0,0 0-3 0,-13-5 5 16,11 2 7-16,2-4 4 0,-1 2-3 0,-1-6 9 15,4 0 0-15,1 3 7 0,1-4 11 0,0 2 5 16,0 0 0-16,1-1 7 0,-3 4 14 0,2-3 6 15,0 6 1-15,-1-1 1 0,-1 0 6 0,2 0-10 16,-4 5-3-16,3-6-8 0,-1 3-6 0,-2 3-7 16,1-4-3-16,-1 4-16 0,0 0-6 0,3-2-6 15,-3 2-1-15,0 0-11 0,0 0-2 0,0 0-1 16,0 0-1-16,0 0 5 0,6 13-7 0,-4-7 0 16,-1-1-8-16,2 1-12 0,-2 1-11 0,3 1-13 15,3 2-8-15,-3-2-4 0,3 1-1 0,0 1-2 16,0-4 5-16,1 3 4 0,4-3-1 0,-6 2 7 15,5-3 2-15,0-1 4 0,2 0 5 0,0-2 6 16,2-2-1-16,5-2 6 0,1-3 4 0,-2-3 6 16,-1 1 15-16,2 3 16 0,-2-8 16 0,0 1 3 15,4-4 1-15,-3-4 21 0,3 1 38 0,-4-3 6 16,-3 1-3-16,-1-2-7 0,-5 4-1 0,0-7 4 16,-4 7 4-16,0-1 0 0,0 1 2 0,-1-2 7 15,0 2 10-15,-2 3 4 0,-2-2-7 0,2 5-4 16,-1 4-22-16,-2-2-96 0,-1 7 0 0,2-3 0 15,0 6 0-15,-1-10 0 0,1 10 0 0,0-6 0 16,0 6 0-16,0 0 0 0,0 0 0 0,0 0 0 16,0 0 0-16,-16 17 0 0,8-9 0 0,2 7 0 0,-5 0 0 15,4 2 0-15,-2-2 0 0,-1 3 0 16,3 0 0-16,-2 0 0 0,0 6 0 0,3-6 0 16,1 3 0-16,-2-2 0 0,6-1 0 0,1-1 0 15,0 2 0-15,1-2 0 0,6 1 0 0,-1-1-37 16,12 2-294-16,-3-5-66 0,2-4-67 0,2-1-69 15,7 0-85-15,-6-8-351 0,3-1-1049 0,0-1 464 0</inkml:trace>
  <inkml:trace contextRef="#ctx0" brushRef="#br0" timeOffset="40967.2189">21276 1631 28 0,'0'0'394'0,"0"0"12"0,-8-4-7 16,8 4-18-16,0 0 17 0,0 0-10 0,0 0 2 15,0 0-8-15,0 0-12 0,0 0-9 0,0 0-12 16,0 0-17-16,0 0-18 0,0 0-6 0,0 0-20 16,0 0-26-16,0 0-17 0,0 0-20 0,0 0-31 15,0 0-23-15,0 0-24 0,0 0-24 16,0 0-12-16,0 0-14 0,5 14-9 0,-5-9-7 0,0 1-8 16,0 1-10-16,0 2 2 0,3 3-10 0,-1-2-17 15,-2 2-8-15,2-1 18 0,0 1-13 0,-2 3 2 16,0 1-4-16,0-5-5 0,0 2 3 0,0-5-6 15,0 5-1-15,-1-5-5 0,1-3-16 0,0 1-29 16,0 0-27-16,0-2-30 0,0 1-25 0,0-1-24 16,1-1-24-16,-1-3-29 0,0 0-35 0,0 0-72 15,0 0-94-15,0 0-63 0,5-12-61 0,-2 2-364 16,-2 0-945-16,3-6 418 0</inkml:trace>
  <inkml:trace contextRef="#ctx0" brushRef="#br0" timeOffset="41123.6067">21227 1500 229 0,'0'-4'398'16,"0"4"21"-16,0-11 10 0,0 7 5 0,3-1-10 15,-3-2-25-15,-3 1-38 0,3 0-35 0,3 2-35 16,-3 4-28-16,0 0-36 0,-3-7-48 0,3 7-67 16,0 0-70-16,0 0-86 0,0 0-67 15,0 0-47-15,0 0-70 0,10 14-91 0,-6-9-294 16,1-1-662-16,3 4 293 0</inkml:trace>
  <inkml:trace contextRef="#ctx0" brushRef="#br0" timeOffset="41639.9147">21462 1631 467 0,'7'-4'518'16,"-5"0"6"-16,1 0-11 0,-2-2-10 0,-1 6-34 15,0-8-20-15,3 4-29 0,-3 4-29 0,0-7-24 16,0 7-22-16,1-5-40 0,-1 5-33 0,0 0-35 16,0 0-23-16,0 0-28 0,-4-6-34 0,4 6-17 15,0 0-13-15,0 0-9 0,0 0-15 0,-4 16-6 16,2-8-15-16,-2 0-16 0,1 3-16 0,-2-1-12 16,1 0-15-16,-2 2-17 0,1-2-5 0,2 0-11 15,-2 1-3-15,1-4-11 0,4 0-2 0,-5-1-3 16,5 0 0-16,-2-2 0 0,0-1 2 0,1 0 3 15,1-3 1-15,-4 5 10 0,4-5 2 0,4 3 4 16,-4-3 2-16,0 0 1 0,9 2 4 0,-9-2-3 16,9-1 1-16,-1 1-1 0,-1 0 9 0,-7 0-10 15,13 0 6-15,-5 0-3 0,-2 1 2 0,3-1-2 16,-2 2-1-16,0 0 1 0,0-1 1 0,0 3-3 16,1-3-1-16,-2 3 3 0,-2-1 0 0,3 1-2 15,-2 0 0-15,-2 1 2 0,1 1 0 0,-1 1 2 16,-2-2 2-16,0 0-1 0,-1 3 0 0,0-2 4 15,-2 2 1-15,-1-3 0 0,1 5 0 0,-5-4 2 16,-1 2 6-16,0 1-6 0,-1-3 3 0,-1 2-4 0,1-4-9 16,0 0-11-16,1 1-14 0,-1-2-10 15,5 1-5-15,-5-2 1 0,4 1-5 0,5-3-3 16,-11 1-17-16,11-1-22 0,-8 0-20 0,8 0-32 16,-8-6-33-16,8 6-43 0,-1-5-41 0,1 5-49 15,1-10-38-15,4 7-49 0,3-2-312 0,2-1-766 16,-1-1 339-16</inkml:trace>
  <inkml:trace contextRef="#ctx0" brushRef="#br0" timeOffset="41999.4054">22453 1613 187 0,'2'-11'487'0,"2"1"4"0,-4 1 7 0,0 2-12 15,0-3-28-15,-2 3-34 0,0 1-23 0,0 0-21 16,-2 1-19-16,1-1-29 0,-1 1-32 0,-1 4-20 16,-1-3-35-16,6 4-25 0,-17-1-18 0,6 2-8 15,2 3-1-15,-3 0-30 0,-2 6-19 0,-1-1-13 16,1 3-14-16,1 1-4 0,-6 5-9 0,1 0-22 15,5-1 3-15,3 1-14 0,-6 3-5 0,3 4 1 16,4-10-12-16,0 3-2 0,0-4-38 0,6 0-25 16,-2 0-25-16,1 2-16 0,4-1-14 0,4-6-12 15,-2 2-10-15,4 1-27 0,5-3-19 0,1 1-23 16,2 0-32-16,5-5-45 0,0 0-30 0,3-3-34 16,6-1-35-16,0-2-46 0,0-3-34 15,1 1-351-15,-9-1-826 0,6-5 366 0</inkml:trace>
  <inkml:trace contextRef="#ctx0" brushRef="#br0" timeOffset="42672.485">22669 1712 174 0,'0'0'462'0,"5"-5"-17"0,-3 2 0 16,2 0-22-16,1 0-30 0,-2 1-36 0,-1 0-32 0,2-2-25 15,0 3-28-15,-4 1-30 0,5-2-29 0,-5 2-18 16,9-1-26-16,-9 1-15 0,10 1-18 0,-4 2-18 16,0 1-11-16,-1 0-15 0,1 1-7 15,-2 0-9-15,1 1-6 0,-1 3-10 0,0-1-4 16,1 2-1-16,-5 0-11 0,3-1-1 0,-6 1-4 16,2 3-6-16,-3-2-5 0,-1-2-2 0,-3 1-14 0,-4 2-10 15,3-2-15-15,-4 0-18 0,-4-1-13 16,-2-1-9-16,2-4-3 0,1 2-2 0,2-2 6 15,1-2 5-15,3 1 15 0,2-3 7 0,8 0 22 16,-15-4 25-16,11 2 20 0,0-6 7 0,0 3 7 16,3-6-4-16,2-1-5 0,4-4 10 0,-1 3 9 15,4-3 2-15,-2-1-1 0,4 3 1 0,1-3-8 0,-3 4-2 16,4 1 0-16,-3 4-4 0,2-1-8 16,-2 3-7-16,2-2-9 0,-2 3-3 0,0 0-6 15,2 5-3-15,-3-2-4 0,2 2-3 0,0 2 3 16,0 2-6-16,-1 3-4 0,-2 0 0 0,3-1 1 15,3 5 0-15,-7 0-3 0,3-2 0 0,-4 1 1 16,1 0-2-16,-3 0 2 0,2 0-9 0,-1 1-10 16,-1-2-15-16,-1 0-6 0,1-3-9 0,-2 3-9 15,2-3-7-15,-2-1-3 0,1-2 7 0,-2-3 6 16,4 6 11-16,-4-6 11 0,3 5 11 0,-3-5 29 16,0 0-8-16,0 0 2 0,0 0 2 0,14-11 0 15,-8 4 3-15,2 1 3 0,0-5 12 0,-1 1 15 16,0-2 7-16,3 2 7 0,-2 1 9 0,-1-1 5 0,3 2 5 15,-5-2 11-15,3 3 7 0,-4 1 13 16,1-1-2-16,-1 3-1 0,2 1-15 0,-3 0-7 16,-3 3-8-16,6-5-15 0,-6 5-17 0,0 0-6 15,0 0 6-15,0 0-10 0,0 0-3 0,9 11 0 16,-6-6 0-16,1 4-6 0,1-1 0 0,-4 2-4 16,-1-2-7-16,1 1-10 0,-2 3-19 0,1-1-20 15,1 2-27-15,-1-4-32 0,3 2-35 0,-2-1-41 16,-1-2-30-16,5 1-29 0,-1-4-40 0,3 2-50 15,0-4-69-15,6-2-68 0,-1-1-340 0,5-5-869 16,1 0 386-16</inkml:trace>
  <inkml:trace contextRef="#ctx0" brushRef="#br0" timeOffset="43016.0936">23251 1618 146 0,'-1'-3'337'0,"1"3"4"16,0 0 1-16,-8-3-9 0,8 3-13 0,-2-5-32 15,2 5-18-15,0 0-40 0,0 0 9 0,0 0 2 16,-5 8-3-16,5-8-5 0,-4 8-12 0,2 0-11 16,0-2-12-16,2 1-16 0,-1 2-14 0,1 1-14 15,0 2-6-15,0-2-13 0,0 0-10 0,0 0-13 16,1 1-2-16,1-1-11 0,-1 1-2 0,0-2-12 16,5 1-8-16,-3-2-7 0,-1-1-2 0,1 2-5 15,1-3-2-15,-2 0-5 0,1 1-4 0,1-3 0 16,-1 3-5-16,0-3-4 0,-1 2-5 0,1-1-2 15,0 0 2-15,-3-4-8 0,1 3-2 0,0 0-1 16,-1-4-3-16,-1 5-4 0,1-5 5 0,0 0 0 16,-7 4 2-16,2-1-3 0,-5 2 3 0,-2-3-4 15,-2 0-1-15,-3 2-4 0,-2-2-15 0,-1 1-20 16,1-2-28-16,0 0-18 0,6-1-17 0,1 0-27 16,2 0-31-16,-1-1-41 0,11 1-20 0,-14 0-36 15,8-3-56-15,6 3-74 0,-1-5-77 16,1 5-303-16,9-8-805 0,1 2 356 0</inkml:trace>
  <inkml:trace contextRef="#ctx0" brushRef="#br0" timeOffset="43375.4174">23510 1548 403 0,'5'-11'528'0,"-4"0"27"0,2-5 20 15,-1 5 21-15,-2-1 20 0,1 2-4 0,1 0-21 16,-4-1-25-16,1 4-22 0,1-2-19 0,0 1-31 0,-1 3-28 16,1 5-31-16,-1-7-48 0,1 7-89 15,0-6-298-15,0 6 0 0,-3-5 0 0,3 5 0 16,0 0 0-16,1-4 0 0,-1 4 0 0,0 0 0 16,0 0 0-16,0 0 0 0,-1 27 0 0,0-12 0 15,-2 12 0-15,1-9 0 0,0 8 0 0,-1 2 0 16,0 1 0-16,2 1 0 0,-4-1 0 0,5 2 0 15,-2 0 0-15,2-4 0 0,0-1 0 0,-2-1 0 16,2-5 0-16,0-4 0 0,0-1 0 0,-2-3 0 16,2-1 0-16,-2-2 0 0,2 0 0 0,0-1 0 15,1-1 0-15,-2-4 0 0,1 2 0 0,0-5 0 16,0 7 0-16,0-7-5 0,0 0-523 0,0 0-86 16,0 0-59-16,0 0-390 0,5-25-1149 0,-2 13 509 15</inkml:trace>
  <inkml:trace contextRef="#ctx0" brushRef="#br0" timeOffset="43578.461">23471 1710 123 0,'0'0'310'0,"-7"-3"38"0,7 3 14 15,-7-4 37-15,3 3 15 0,4 1 12 0,-6-3-5 16,6 3-9-16,-4-3-15 0,4 3-16 0,0 0-21 16,0 0-26-16,0 0-18 0,0 0-23 0,-2-7-14 15,2 7-29-15,0 0-24 0,0 0-27 0,0 0-19 16,10-5-22-16,-1 4-33 0,2-2-38 0,3 1-40 15,3-1-46-15,3 1-44 0,3-1-55 0,-3 0-53 16,10-4-60-16,-11 5-41 0,12-4-31 0,-4 4-28 16,-9-1-41-16,1-2-34 0,-1 5-29 0,0-4-310 15,-2 2-784-15,-3 2 347 0</inkml:trace>
  <inkml:trace contextRef="#ctx0" brushRef="#br0" timeOffset="44360.5258">23825 1642 68 0,'2'5'105'0,"-2"-5"25"0,0 0 31 0,3 5 25 16,-3-5 36-16,3 5 31 0,-3-5 25 0,0 0 23 15,0 0 39-15,4 3 4 0,-4-3 7 0,0 0 2 16,0 0-6-16,0 0-8 0,0 0-16 0,0 0-18 16,0 0-21-16,0 0-27 0,0 0-16 15,0 0-34-15,0 0-26 0,0 0-16 0,0 0-22 0,0 0-16 16,9 3-17-16,-9-3-6 0,5 5-15 0,-3-3-15 16,-2-2-6-16,7 8-8 0,-5-5-5 0,0 3-7 15,0 1-3-15,-2-2 0 0,3 3-11 0,-3-2-1 16,1 0-5-16,-5 1-1 0,4-1 1 15,-2 2-4-15,-1-2-4 0,-5 3 1 0,2-1-13 16,1-1-6-16,-7-2-9 0,2 1-10 0,1-2-6 0,-1 0-4 16,2 1-6-16,0-3 7 0,0 0 2 0,1-1 5 15,7-1 4-15,-12 0 2 0,12 0 8 0,-11-5-3 16,8 0 1-16,3 5-3 0,-6-6 3 0,4 1-2 16,2-2 3-16,1 0-1 0,0 1-1 15,2-1 1-15,0 0 2 0,-1 1 0 0,1 0-1 16,1 0 0-16,-1 1-1 0,-1 0 2 0,1 2 1 0,0-2-1 15,-3 5-4-15,6-4 3 0,-6 4-3 0,4-3 0 16,-4 3 0-16,9 0-2 0,-9 0 3 16,14 2-1-16,-9 0 2 0,-1 2 1 0,1 0-2 15,-1 0 3-15,1 1-3 0,5 3 3 0,-3-1-1 16,-1-2 3-16,-2 3-1 0,2-2 0 0,-2 1 3 16,-1-2-1-16,2 0 0 0,-4 2-1 0,3-4-3 15,0 0-8-15,-1 2-2 0,-1-4 3 0,-2 3 4 0,0-4 2 16,0 0 10-16,8 5 0 0,-8-5 4 15,0 0-4-15,0 0 0 0,11-7 2 0,-6 1 2 16,2-1 1-16,0 0 6 0,0-2 8 0,0 2-1 16,0-1 6-16,3-1 7 0,-4 2 3 0,1-1 0 15,-2 3 4-15,0-1-1 0,1 3 0 0,-2-1 5 16,1-1-7-16,-1 3 0 0,-1-1-10 0,1 1 0 0,-4 2-12 16,6-2-2-16,-6 2-2 0,0 0-3 15,0 0-4-15,6 5 2 0,-6 0 0 0,2-1-3 16,0 2 1-16,3-1 4 0,-5 1-5 0,4 0-2 15,-3 0-1-15,2-2-17 0,-2 0-1 0,1 2-14 16,0-2-6-16,-2 0-2 0,0 0-2 0,0-4 3 16,4 4 6-16,-4-4 7 0,5 3 7 0,-5-3 7 15,0 0 13-15,0 0 6 0,0 0 2 0,0 0-5 16,10-7-1-16,-6 1 2 0,1 0 4 0,-1 1 10 16,2 0 4-16,1-3 1 0,-1 1 6 0,2 0 5 15,0 0 5-15,-2 2 9 0,-1 0 5 0,-1-1-9 16,1 4-2-16,-1-1-8 0,0 1-2 0,-2-1-10 15,-2 3-3-15,5-3-5 0,-5 3-5 0,7 0 1 16,-7 0-4-16,7 4 2 0,-1 0-3 0,-3-1-4 16,4 1-5-16,-2 0-22 0,-1 2-18 0,1 0-32 15,0 1-27-15,0 0-45 0,1 2-34 0,1-2-43 16,0 1-55-16,-1-2-61 0,0-1-73 0,4-1-89 16,-5-2-334-16,4-2-906 0,-9 0 401 0</inkml:trace>
  <inkml:trace contextRef="#ctx0" brushRef="#br0" timeOffset="44657.3414">24361 1527 52 0,'0'-8'448'0,"0"-1"48"0,0 0 16 16,-1 0 17-16,1-1 3 0,-2 5-3 0,2-1-8 16,0 0-13-16,0 6-7 0,0 0-35 0,2-5-27 15,-2 2-38-15,0 3-39 0,0 0-34 0,0 0-37 16,0 0-32-16,-2-6-31 0,2 6-28 0,0 0-10 15,0 0-28-15,2 14-16 0,-4-3-55 0,2 0-91 16,-1 3 0-16,2 5 0 0,-3 2 0 0,0-4 0 16,1 2 0-16,1 0 0 0,-1 2 0 0,1 4 0 15,-2-5 0-15,0-1 0 0,1-2 0 0,-3 1 0 16,4-1 0-16,0-1 0 0,-1-2 0 0,1-3 0 16,-2 1 0-16,1-3 0 0,2 0 0 0,-2-1 0 15,1-1 0-15,-1-1-119 0,1-1-234 0,1-4-29 16,-1 5-28-16,0-6-24 0,0 0-36 0,0 0-68 15,0 0-377-15,0 0-990 0,-11-20 439 0</inkml:trace>
  <inkml:trace contextRef="#ctx0" brushRef="#br0" timeOffset="44829.1758">24271 1702 166 0,'-1'-4'252'0,"1"4"28"0,0 0 21 16,0 0 40-16,-1-3 39 0,1 3 31 0,0 0 18 0,1-5-1 15,-1 5-18-15,5-3-37 0,-1 1-40 0,5 0-37 16,1-1-28-16,8-2-29 0,1 2-25 0,11-2-23 15,-2-2-17-15,-5 6-15 0,6-4-43 0,-10 3-39 16,3 0-67-16,-8 2-70 0,3 0-72 0,-3 0-62 16,-3 0-65-16,-3-1-82 0,-8 1-65 15,9-2-337-15,-9 2-805 0,0 0 357 0</inkml:trace>
  <inkml:trace contextRef="#ctx0" brushRef="#br0" timeOffset="48020.5148">25850 1557 6 0,'5'-3'367'0,"-5"3"-3"16,0 0-3-16,1-8-23 0,-1 8-10 0,0-6-4 15,-1 2-8-15,-2-1-6 0,1 1-11 0,0-1-4 16,1 0-12-16,-3-2-13 0,-1 1-9 0,4 1-11 15,-3 0 1-15,0 0-12 0,0-2-10 0,-2 3-11 16,2 1-7-16,2-2-24 0,2 5-22 0,-7-5-20 16,7 5-16-16,0 0-19 0,0 0-4 0,-9 2-16 15,9-2-6-15,-10 11-1 0,2 0-4 0,3 0 9 16,-4 6 1-16,-6 6 3 0,7-5 12 0,-1 11 18 16,1-1-2-16,0 4-1 0,1 1 0 0,0-1-9 15,0 0 15-15,1 2-13 0,0 1 3 0,2 1-3 16,0-1-46-16,0 13-66 0,3-11 0 0,-4-5 0 15,3 1 0-15,0 1 0 0,-1-1 0 0,1 3 0 16,-2-4 0-16,0 1 0 0,0-2 0 16,-1-4 0-16,-1 1 0 0,-1-9 0 0,1-1 0 0,1-4 0 15,1-1 0-15,1-1 0 0,0 1 0 0,-1-5 0 16,1-2 0-16,2 1 0 0,1-7 0 0,-4 7 0 16,4-7 0-16,0 0 0 0,-1 2 0 0,1-2 0 15,0 0-252-15,0 0-123 0,1-19-46 0,2 7-41 16,-3-4-63-16,1-2-52 0,-5-8-354 15,0-2-1006-15,3 0 445 0</inkml:trace>
  <inkml:trace contextRef="#ctx0" brushRef="#br0" timeOffset="48239.73">25351 1982 19 0,'-4'-2'427'0,"4"2"36"0,-1-10 38 15,-3 7 38-15,4 3 14 0,0-10 1 16,0 6 14-16,0 4-20 0,0-8-15 0,0 8-41 15,0-8-41-15,0 2-47 0,3 1-41 0,-2-1-39 16,4 0-35-16,4 0-28 0,1-3-35 0,7-2-41 16,10 1-55-16,-2 3-68 0,6-4-63 0,2 2-66 0,1 2-50 15,4 0-46-15,-2 0-46 0,-4 4-47 0,1-3-45 16,-4 0-53-16,3 1-41 0,-13 4-31 16,11-5-42-16,-10 4-29 0,1 2-276 0,-5-5-838 15,-2 3 370-15</inkml:trace>
  <inkml:trace contextRef="#ctx0" brushRef="#br0" timeOffset="48896.5016">25926 1799 320 0,'0'0'400'0,"0"0"33"0,0 0 18 0,7-12 6 16,-5 6 0-16,0 3-13 0,0-4-25 0,1 3-27 16,-1 1-27-16,3-1-32 0,-1 0-30 0,-1-1-31 15,1 3-29-15,-1-2-29 0,3 3-21 0,-3-1-21 16,-3 2-23-16,14 2-17 0,-14-2-13 0,13 2-16 15,-8 2-11-15,3-1-15 0,-2 3-3 0,1 0-10 16,-2 2-4-16,-1 0-9 0,0 0-4 0,-1 4-1 16,-3-3-8-16,0 1-5 0,-1 0-5 0,-4 1-11 15,0-1-18-15,-3 1-13 0,-1-2-20 0,-5 1-9 16,1-1-14-16,-4 2-15 0,2-4-4 0,3-1-8 16,1-2 3-16,2-1 9 0,2 0 10 0,1-4 12 15,-1 1 2-15,2-3 6 0,1 1 2 0,3-3 9 16,-2-1-1-16,2 0 0 0,3-4 7 0,0 1-1 15,2-1 2-15,1 1-6 0,3-6-13 0,-3 5 4 16,5 0-10-16,-3 1-2 0,1 0-7 0,2 1 1 16,-3 0 2-16,3 0-2 0,-5 5 0 0,3-2-13 15,-2 1 16-15,-2 0 3 0,1 3 4 0,-1-1 3 16,-3-1 5-16,-1 3 0 0,5-4 7 0,-5 4 1 16,5-1 12-16,-5 1 6 0,4-3-5 0,-4 3 10 15,0 0 13-15,0 0 17 0,5-4 10 0,-5 4 8 16,3-1-1-16,-3 1-1 0,5-2-6 0,-2-1-3 15,-3 3-5-15,9-2-6 0,-3 2 3 0,0-2-6 16,2 2 3-16,0 0-7 0,3 2 3 0,-2 0-4 16,1 1-4-16,3-1 2 0,-1 3-5 0,-1-2 5 15,-1 5-3-15,-1-4 1 0,0 3-1 0,0 0-1 16,-2 0-1-16,0 2 2 0,-2-2-4 0,-1 0 7 16,1 1-2-16,-4 2-2 0,2-3-2 0,-3 2 5 15,-3-1 4-15,2-2-4 0,-1 1 0 0,-5 0-3 16,4-1 4-16,1-1 1 0,-3 1-3 0,1-2 3 15,-1-1 1-15,3 1 3 0,-2-2 0 0,4-2 16 16,-7 2 28-16,7-2 4 0,0 0-2 0,0 0-1 16,-1-9 10-16,1 3 1 0,3-4-11 0,2 0-1 15,-1 0-8-15,1-2-4 0,-1 0-5 0,3-3-6 16,2 0-4-16,1 0-9 0,2 3-28 0,2-1-48 16,1 2-37-16,11 0-47 0,1 1-56 0,3 3-68 15,-3 1-73-15,4 0-78 0,-1 3-399 0,1 0-879 16,0 2 390-16</inkml:trace>
  <inkml:trace contextRef="#ctx0" brushRef="#br0" timeOffset="49224.4226">27052 1587 422 0,'2'-7'579'0,"-2"-2"8"16,3 0 2-16,-6 1-1 0,6 2-8 0,-3 6-20 0,0-10-40 16,0 7-33-16,0-1-38 0,0 4-40 0,0-3-42 15,0 3-38-15,0 0-35 0,2-3-36 16,-2 3-31-16,0 0-28 0,0 0-21 0,0 0-20 16,-2 11-15-16,2-2-8 0,0 3-9 0,-3 4-119 15,1 1-7-15,7 0 0 0,-10 9 0 0,4-6 0 0,1 5 0 16,0 1 0-16,0 0 0 0,0-1 0 15,0 0 0-15,0-4 0 0,-2-2 0 0,2-1 0 16,0-2 0-16,2 1 0 0,-2-1 0 0,-2-3 0 16,2-4 0-16,-2 1 0 0,2-2 0 0,0 0 0 15,0-2-124-15,0 1-220 0,0-7-32 0,0 6-17 16,0-3-21-16,0-3-18 0,0 0-79 0,0 0-423 16,0 0-1010-16,2-16 447 0</inkml:trace>
  <inkml:trace contextRef="#ctx0" brushRef="#br0" timeOffset="49835.1587">26862 1796 393 0,'0'0'422'0,"-16"-1"38"0,11 0 7 0,0-2-5 16,2 1-3-16,3 2-22 0,-7-2-15 0,7 2-8 16,0 0-26-16,0 0-10 0,0 0-21 0,0 0-38 15,0 0-32-15,0 0-42 0,0-7-30 0,0 7-19 16,17-6-8-16,-6 2-21 0,2 1-27 0,6-1-12 15,0-1-19-15,2 0-5 0,8-3-8 0,-2 2-10 16,-1 0-9-16,4-1-13 0,-3 0 7 0,-3-2-22 16,-2 3-4-16,-3 0-6 0,3-1 2 15,-3 0-3-15,0 0 7 0,-6 0-8 0,0 4 9 0,2-5-18 16,-5 2 21-16,-1 2 12 0,-4 2 11 0,1-3 3 16,0 1-60-16,-3 2-15 0,-3 2 0 0,7-5 0 15,-6 0 0-15,3 0 0 0,-4 5 0 0,0-8 0 16,0 3 0-16,0 2 0 0,0 3 0 0,0-5 0 15,0 5 0-15,0 0 0 0,0-6 0 0,0 6 0 16,0 0 0-16,0 0 0 0,0 0 0 0,0 0 0 16,0 0 0-16,-7 16 0 0,0-7 0 0,4 2 0 15,-1 1 0-15,2 0 0 0,-3 6 0 0,-1-3 0 16,3 3 0-16,-1 2 0 0,-1-3 0 0,3-1 0 16,-1 0 0-16,1-4 0 0,-1 1 0 0,2-2 0 15,0-1 0-15,-1 0 0 0,1-5 0 0,-2 0 0 16,3-5 0-16,2 6 0 0,-2-6 0 0,0 7 0 15,0-7 0-15,0 0 0 0,0 0 0 0,0 0 0 16,25-16 0-16,-16 7 0 0,4-2 0 0,-3-3 0 16,3 2 0-16,-3-1 0 0,4-2 0 0,-2 3 0 15,-2 5 0-15,-1-2 0 0,-3 2 0 0,0 1 0 16,1-1 0-16,-4 2 0 0,0 3 0 0,1-1 0 16,0 2 0-16,-4 1 0 0,4-2 0 0,-4 2 0 15,0 0 0-15,0 0 0 0,0 0 0 0,8 8 0 16,-6-3 0-16,1 2 0 0,1 1 0 0,-1-3 0 15,1 5 0-15,-1 0 0 0,-1-1 0 0,2 2 0 16,0 0-130-16,1-2-254 0,0 0-54 0,0 0-52 16,2-2-66-16,2-1-53 0,-2-2-322 0,2-1-1008 15,0-3 445-15</inkml:trace>
  <inkml:trace contextRef="#ctx0" brushRef="#br0" timeOffset="50288.3933">27592 1781 198 0,'0'0'388'16,"0"0"22"-16,0 0 7 0,0 0-11 0,0 0-17 16,0 0-27-16,0 0-24 0,3-3-22 0,-3 3-18 15,0 0-25-15,0 0-26 0,3-3-21 0,-3 3-18 16,0 0-22-16,0 0-19 0,0 0-20 0,0 0-13 16,0 0-13-16,0 0-10 0,0 0-11 0,0 0-13 15,10 3-6-15,-2-1-10 0,-8-2-5 0,15 0-7 16,-3 0 0-16,-1-2-4 0,1 1 6 15,-1-2 4-15,1 0 1 0,6 0-10 0,-6-2 0 0,6 0 7 16,-6 0 5-16,-3 2-3 0,1-2-6 0,-4 2 5 16,1 0-2-16,-2-2 3 0,0 1-5 0,0 0-3 15,-1 0-5-15,-3 1-8 0,3 0 0 0,-3 0-13 16,-1-1-2-16,0 4-8 0,-5-7-7 0,4 3 0 16,-3 1 2-16,-1-1-9 0,-3 3-2 0,2-2-2 15,-2 2 0-15,1 1-3 0,-4 1-7 0,-2 2 5 16,2 2 2-16,-3 2-1 0,0 1 1 0,-1 2-1 15,4-3-2-15,-5 3 2 0,5-2-5 0,-1 4 7 16,4-4-7-16,3 1-1 0,1 0 3 0,0-3 3 16,2 4 0-16,2-4 1 0,2 3 6 0,1-3-2 15,5 2 2-15,4 3 3 0,5-4 2 0,0-1 0 16,4-1-7-16,6 1 4 0,1-3 0 0,-6 0-2 16,6-3-8-16,-9 0-25 0,2 0-20 0,-3-2-32 15,-4 1-30-15,-3-3-50 0,2-1-60 0,-3 1-62 16,-3-1-55-16,-1-2-69 0,0-1-66 0,-6 1-358 15,0-5-896-15,-2 0 396 0</inkml:trace>
  <inkml:trace contextRef="#ctx0" brushRef="#br0" timeOffset="50961.637">28889 1492 268 0,'9'-9'455'0,"1"1"-18"0,-4-4-6 16,3-1-4-16,-5 7-5 0,0-1-13 0,0 1-20 0,-2 1-23 31,1 0-23-31,-1-2-25 0,-2 1-26 0,0 2-33 15,-2 1-30-15,1-1-14 0,-3 2-25 0,-4 1-20 16,8 1-16-16,-19 2-18 0,4 1-18 0,-1 5-8 0,-3-3-9 0,-5 8-14 0,3 1-6 16,-3 2-8-16,0 0-10 0,1 5-7 0,2-3-6 15,-2 2-1-15,4-4-5 0,5-3-4 0,-2 1-6 0,5-2-4 32,2-2-8-32,4-3-5 0,0 4-9 0,0-4-5 15,1 1-3-15,4 1 8 0,0-2-1 0,1-1 0 16,6 3-1-16,-1 0 3 0,4-1-2 0,2-1 4 0,4 0-7 0,1 1 4 0,2-1 2 15,-2-3-4-15,2 3-2 0,1-2 4 0,-3 1-3 32,-2 0 7-32,-2-2 3 0,1 0 1 0,-2 1-4 0,-3 0-1 0,1-3 3 0,-4 2-8 0,-2-2-1 15,3-1-4-15,-3 2 0 0,-2-1 3 0,2 2-2 16,0 0 2-16,-3 0 1 0,-1 0 2 0,-1 3 3 16,-3 0-5-16,0-1 6 0,-5 3 0 0,-1-2 1 31,-7 3-1-31,-1-4-2 0,-6 6 5 0,-5-3-6 15,3-1 3-15,4-1 1 0,6-2-4 0,-2-1-1 0,6-1-17 16,2-1-13-16,0 0-10 0,2 0-16 0,6-1-17 16,-5 0-27-16,2 0-48 0,5-1-84 0,0 0-64 15,0 0-39-15,9-10-35 0,0 2-36 16,3 1-53-16,0 1-344 0,3-2-860 0,2-1 381 16</inkml:trace>
  <inkml:trace contextRef="#ctx0" brushRef="#br0" timeOffset="52010.0125">29006 1741 226 0,'4'-3'414'16,"0"-2"12"-16,-3 2 0 0,3-1-6 0,0-1-18 16,1 3-14-16,-5 2-25 0,3-9-21 0,0 7-24 15,1-1-23-15,-1 1-25 0,-3 2-25 0,1-4-25 16,3 3-22-16,-4 1-17 0,0 0-23 0,4-4-22 15,-4 4-19-15,0 0-13 0,0 0-9 0,6 7-11 16,-1-4-7-16,0 2-13 0,-1-1-11 0,-1 2-3 16,-1 0-5-16,2 0-4 0,-4 0-8 0,3-1-2 15,-3 4-5-15,-3-1-6 0,3 2 3 0,-2-2-9 16,-1-2-13-16,-2 3-6 0,-3 0-7 0,3-2 1 16,-1-1-10-16,-1 0 1 0,-3-1-1 0,1-2-3 15,0-1 0-15,2 1-1 0,0-1 5 0,-3 0 5 16,10-2 7-16,0 0 0 0,-13-4 6 0,7 1 6 15,3-1 15-15,2-2 14 0,0 0 13 0,-4-4 1 16,7 0-2-16,1-1 3 0,-1-1 6 0,3 1-1 16,-1 1 6-16,1-2 4 0,1 1 7 0,2 3 2 15,0-2-3-15,-2 3-7 0,2 0-14 0,-4-1-1 16,1 4-3-16,0 1-10 0,-1-1-5 0,0 1-5 16,-4 3-4-16,9-1-1 0,-9 1-12 0,11 1 1 15,-6 2-1-15,-1 1-5 0,3 0 4 0,-2 1-5 16,2 4 3-16,-3-4-7 0,0 2 1 0,1 0 3 15,-1 2 9-15,-1-1-9 0,1 2-7 0,-3-4-7 16,1 4-10-16,0-2-8 0,1-3-9 0,0 2-7 16,-2-4-3-16,0 1-11 0,1 1-2 0,-2 1 3 15,0-6 8-15,2 4 11 0,0-2 8 16,-2-2 5-16,5 4 2 0,0-4 6 0,-5 0 5 0,11-4 21 16,0 1 10-16,-1-2 10 0,1 0 8 0,-1 0 13 15,3 0-5-15,-1-2 15 0,3 0 9 0,0-1 10 16,-3 1 7-16,-2 1 6 0,7-1 8 0,-7 0 2 15,0 1 10-15,-2 2 3 0,-2 2-7 0,1-1-1 16,-1 1-8-16,-1 0-16 0,-1-2-2 0,-4 4-7 16,8-2-13-16,-8 2-11 0,5 0-3 0,-5 0-27 15,0 0-17-15,0 0 0 0,0 0 0 0,0 0 0 16,10 5 0-16,-10-5 0 0,2 8 0 0,-2-3-15 16,3 1-29-16,-2 0 1 0,-1-1-16 0,3 1-12 15,-3-1-5-15,0 1-19 0,1 0-8 0,-1 0-5 16,2-2-5-16,-1-1 2 0,1 0-5 0,-2 2 5 15,0-2 9-15,0-3 13 0,2 6 12 0,-2-6 10 16,0 0 16-16,2 4 16 0,-2-4 0 0,0 0 8 16,14-5 9-16,-9 0 7 0,6 2 11 0,-2-2 10 15,3-3 8-15,-1 0 4 0,1 0 2 0,-3 1 3 16,3-2 11-16,3 0 4 0,-5 3 8 0,1-1 3 16,1 2-1-16,-3-1 0 0,-1 2-1 0,3-1-5 15,-5 4-5-15,-1-1-7 0,-5 2-12 0,7-1-5 16,-3 0-5-16,-4 1 4 0,9 4 2 15,-6-1-7-15,2 1-8 0,-1 1 5 0,1 0-7 0,-3 1-14 16,5 3-6-16,-4-4-25 0,1 4-8 0,-1-3-7 16,-1 1-3-16,2 0 0 0,-4-1-4 0,2 1-6 15,0-3 2-15,-2-2 2 0,3 3 9 0,-1 1 9 16,-2-4 9-16,0 3 9 0,0-5 25 0,5 1 27 16,-5-1 5-16,0 0-6 0,9-6 2 15,-4 1 5-15,-1 0-1 0,1 0 2 0,4-3 9 0,0 0 8 16,-1 0 2-16,1 1 9 0,-3-1 7 0,3 0 9 15,-2 2 5-15,-2 1 2 0,1 3-1 16,-2-2 1-16,-3 1-10 0,-1 3 5 0,8-4-11 16,-8 4-5-16,4-3-15 0,-4 3 7 0,0 0-6 15,5-4-15-15,-5 4-9 0,0 0-10 0,0 0 10 16,0 0-9-16,0 0-7 0,0 0 1 0,0 0-29 16,10 12-24-16,-8-8-29 0,4 2-30 0,-4-1-32 0,2-1-38 15,-1 3-45-15,3-2-63 0,-3 2-70 0,5 0-83 16,1 0-76-16,-1-3-383 0,1-1-971 15,1 0 430-15</inkml:trace>
  <inkml:trace contextRef="#ctx0" brushRef="#br0" timeOffset="52495.0911">29986 1689 20 0,'-1'-5'393'0,"1"5"13"0,0 0-4 0,0 0-10 0,0 0-16 15,-1-4-26-15,1 4-26 0,-1-4-29 0,1 4-27 16,0 0-26-16,0 0-19 0,0 0-22 0,0 0-18 16,0 0-18-16,0 0-20 0,0 0-14 0,0 0-14 15,0 0-15-15,0 0-10 0,0 0-11 0,0 0-7 16,0 0-5-16,0 0-8 0,0 0-9 0,0 0 0 16,14 5-2-16,-10-2-6 0,1-1-4 0,2-1-4 15,0 1-1-15,0-2-1 0,0 0-3 0,4 0-1 16,0 0-4-16,0-3-2 0,0 1 2 0,-3-1 6 15,-1 2 14-15,-1-2 6 0,4 1 3 0,-5 0 5 16,-1-1 2-16,1 0 0 0,-1 1-4 0,0 0-4 16,-4 2-2-16,6-3-5 0,-3 1-8 0,-3 2-8 15,0-6-7-15,0 6-5 0,-8-6 1 16,3 5-10-16,-4-2 2 0,1 3-4 0,-3 2-2 0,-2-1 1 16,-1 0-3-16,-2 2 1 0,-3 0-3 0,3 4 2 15,3-3-8-15,-2 3-6 0,5 0-6 0,-2 0-4 16,5 0-4-16,-1 0 2 0,4 0 0 0,0 4-1 15,3-1 4-15,5 2 5 0,-2-2 3 16,6 1 5-16,5 1 3 0,5-2 4 0,6 3-3 16,4-2-2-16,0-1 3 0,3 0 1 0,-2-5 0 15,6-2 0-15,-6 1 3 0,4-3-3 0,-1 0 0 0,-2-2-4 16,0 1-23-16,-3-3-24 0,-4 1-32 0,-2 0-50 16,-6-2-59-16,3-2-62 0,-6 5-57 0,-2-5-73 15,-4 4-74-15,-3-2-254 0,-3 4-771 0,0-12 341 16</inkml:trace>
  <inkml:trace contextRef="#ctx0" brushRef="#br0" timeOffset="53309.4261">30845 1703 87 0,'0'0'443'0,"0"0"4"15,0 0 5-15,0 0-3 0,0 0 1 0,4-5-14 16,-4 5-13-16,0 0-14 0,1-3-22 0,-1 3-20 16,0 0-21-16,0 0-29 0,0 0-29 0,0 0-29 15,4-4-25-15,-4 4-33 0,0 0-18 0,0 0-29 16,0 0-19-16,0 0-21 0,0 0-13 0,0 0-7 16,0 16-9-16,2-11-10 0,-2 4-5 0,0 0-7 15,1 1-6-15,-1 0-7 0,1-1 3 0,-1 2-9 16,1 0-10-16,1-3 5 0,-1 4-12 0,0-3-18 15,2 1-23-15,-2-3-10 0,0-1-9 0,2 1-3 16,1-1-7-16,-3 0 2 0,2-1-9 0,-2 1 0 16,3-3 2-16,-3 0 3 0,0 0 12 0,3 0 3 15,-4-3 7-15,8 2 3 0,-8-2 1 0,10-5 10 16,-2 3 18-16,-1-3 10 0,2-1 12 0,0-1 13 16,5-5 11-16,-3-2 4 0,3-2 4 0,-3 1 7 15,8-6 24-15,-6-2 14 0,5 4 2 0,-6 3-6 16,-2 1 2-16,-1-1-3 0,-2 1 4 0,0 5 0 15,0 2-3-15,-3 2-70 0,-1 1-34 16,1-1 0-16,-2 2 0 0,1 0 0 0,-1 1 0 0,1 0 0 16,-3 3 0-16,1-4 0 0,-1 4 0 15,4-3 0-15,-4 3 0 0,0 0 0 0,0 0 0 0,0 13 0 16,-1-4 0-16,-1 1 0 0,0 1 0 0,1 4 0 16,-1-3 0-16,0 0 0 0,2 0 0 0,-3 1 0 15,2-1 0-15,0 0 0 0,-1-1 0 0,2 0 0 16,0-1 0-16,2 0 0 0,-1-2 0 15,1 0 0-15,0 1 0 0,-1-2-124 0,2 0-61 16,-1-2-25-16,-1 1-26 0,2-2-32 0,2 1-47 16,-1-2-51-16,-4-3-84 0,11 2-93 0,-11-2-373 0,11-3-992 15,-3 1 439-15</inkml:trace>
  <inkml:trace contextRef="#ctx0" brushRef="#br0" timeOffset="53746.791">31286 1752 422 0,'0'0'433'0,"3"-2"-18"0,-3 2-20 0,0 0-24 16,0 0-34-16,0 0-25 0,0 0-26 0,0 0-25 16,0 0-22-16,0 0-28 0,0 0-11 0,0 0-20 15,0 0-7-15,0 0-10 0,0 0-14 0,0 0-19 16,0 0-11-16,0 0-16 0,0 0-3 0,6 5-12 15,-6-5-9-15,9 2 0 0,-1-1-13 0,0-1 0 16,1 1-10-16,2 3 6 0,-1-4 12 0,2 0 3 16,-1-4 0-16,-2 2 3 0,0 0 13 0,1-2 3 15,-5 1 8-15,3-3 10 0,-3 4-6 0,-1 0-1 16,2-2-19-16,-3 2-3 0,1 0-10 0,-4 2 5 16,2-5-13-16,2 2-4 0,-4 0-1 0,0 3-14 15,0 0-12-15,0-6 5 0,0 6-15 0,-4-4-10 16,4 4 2-16,-9-1-4 0,9 1-5 0,-14 0 2 15,9 1-11-15,-2 2-5 0,0-1-18 0,2 0-7 16,-3 3-20-16,3 0-12 0,0 1-21 0,1 0-12 16,-3 2-4-16,4-3-11 0,1 2-1 15,0 0-13-15,2 2 3 0,0 0-10 0,2-3-12 0,2 4-4 16,1-5-24-16,5 1-24 0,-3 1-27 0,5 1-23 16,-1-5-33-16,6 0-15 0,2 1-37 0,4-2-41 15,-4-6-251-15,4 4-672 0,4-3 298 0</inkml:trace>
  <inkml:trace contextRef="#ctx0" brushRef="#br0" timeOffset="54137.4493">31735 1715 104 0,'2'-5'395'0,"-2"5"3"0,3-6-3 0,-3 6-9 0,2-3-20 15,-2 3-24-15,6-3-23 0,-4 1-14 16,-2 2-26-16,0 0-21 0,5-5-23 0,-5 5-22 15,6-2-22-15,-3 0-22 0,-3 2-17 0,0 0-16 16,0 0-15-16,9 0-16 0,-9 0-8 0,0 0-17 16,8 8-2-16,-6-4-9 0,2 0-6 0,-2 0-11 15,0-1-8-15,-1 3 1 0,-1-1-10 0,2 1 0 16,-4 1-6-16,2-1 0 0,0 2-5 0,-2-1-3 16,2 1 4-16,-3-2-5 0,-2 2-7 0,1-2 7 15,-1 0 2-15,-4 4-7 0,0-6 0 0,-2 2 2 16,-1-1-3-16,0 0-1 0,-8-4 2 0,2 0-5 15,2 1 1-15,0-2 0 0,5-2-2 0,-2 1 2 16,-1 1-2-16,7-1 3 0,0-5 2 0,-3 2-1 16,5-1-2-16,0 2-3 0,2-4 1 0,1-1-6 15,3-1-3-15,0-3-8 0,4 0-18 0,2 1-24 16,2 3-29-16,3-3-24 0,6 1-36 0,-5 0-42 16,6 3-48-16,-1 1-48 0,-1 1-44 0,2 0-38 15,0 0-49-15,-1 2-211 0,-1-1-670 0,0 3 297 16</inkml:trace>
  <inkml:trace contextRef="#ctx0" brushRef="#br0" timeOffset="54434.2841">31764 1467 148 0,'0'-12'487'15,"0"1"18"-15,0 0 34 0,0 1 11 0,0 3 17 16,0 1 10-16,2 1-11 0,0-2-12 0,1 4-10 15,-2-3-24-15,-1 6-28 0,0 0-29 0,1-8-30 16,-1 8-20-16,0 0-42 0,3-3-33 0,-3 3-214 16,0 0-124-16,0 0 0 0,0 0 0 0,0 0 0 15,0 0 0-15,0 0 0 0,0 0 0 0,-2 20 0 16,0-8 0-16,1 6 0 0,-2 0 0 0,1 1 0 16,0 8 0-16,-1-1 0 0,3 0 0 0,-6-1 0 15,4-6 0-15,-1 6 0 0,1-5 0 0,-1 6 0 16,0-9 0-16,2 1 0 0,-1 0 0 0,-2 1 0 15,3-8 0-15,-1 5 0 0,1 0 0 0,0-3 0 16,1-1 0-16,4-2-257 0,-1 1-323 0,2-1-90 16,-1-5-444-16,5 1-1208 0,0-3 535 0</inkml:trace>
  <inkml:trace contextRef="#ctx0" brushRef="#br0" timeOffset="54840.2816">31953 1788 340 0,'0'0'465'0,"4"-5"19"16,-4 5 34-16,3 0 0 0,-3 0-25 0,0 0-28 16,0 0-37-16,0 0-26 0,7-2-30 0,-7 2-33 15,0 0-34-15,0 0-32 0,0 0-36 0,0 0-28 16,0 0-22-16,0 0-22 0,0 0-20 0,0 0-11 16,6 8-17-16,-6-2-13 0,0 0-31 15,0-6-23-15,0 12-14 0,0-4-16 0,0-1-18 16,0-2-20-16,1 1-20 0,-1 1-16 0,1-1-1 15,-1 0 1-15,2-1-1 0,-2-5 1 0,2 7-3 16,-1-3 9-16,-1-4-9 0,5 4 8 0,-5-4 5 16,0 0 2-16,11-1 7 0,-11 1-1 0,11-6 9 15,-3 2 4-15,-3-1 15 0,3-3 10 0,-1-1 14 16,1 2 16-16,-1-3 20 0,1 2 17 0,1 0 11 16,0-1 4-16,-4 2 17 0,0 0 14 0,-1 1 4 15,1 3 7-15,2-2 7 0,-7 5-10 0,6-6-9 16,-6 6-11-16,4-5-12 0,-4 5-12 0,0 0-20 15,5-5-3-15,-5 5-20 0,0 0-31 0,0 0-24 16,4-3-37-16,-4 3-26 0,0 0-5 0,0 0-22 16,0 0-34-16,2 14-38 0,1-7-34 0,2-1-36 15,-2-2-47-15,4 4-47 0,0-2-62 0,2-2-49 16,0 1-390-16,1-1-916 0,0-1 406 0</inkml:trace>
  <inkml:trace contextRef="#ctx0" brushRef="#br0" timeOffset="55137.6131">32334 1777 219 0,'7'-6'281'0,"-5"2"22"0,-2 4 32 16,4-11 21-16,2 5 11 0,-4 0 9 0,0 0 9 16,-2 6-3-16,4-8 1 0,-1 3-4 15,-3 5 2-15,2-6 3 0,-2 6-31 0,0 0-34 16,1-6-35-16,-1 6-28 0,0 0-24 0,0 0-34 16,0 0-9-16,0 0-36 0,0 0-15 0,0 0-26 0,0 0 4 15,0 0-16-15,0 0-6 0,0 0 1 0,-20 18-23 16,14-10-7-16,-1-1-4 0,3 3-1 15,-6-2-11-15,5 1 0 0,0 1-8 0,-3-1-8 16,3 0-3-16,-4-1-18 0,4 2-27 0,1-3-13 16,-1 2-13-16,3 0-9 0,0 0-7 0,4 1-6 15,1 1-15-15,1-2-16 0,5-1-25 0,1 0-15 16,3 1-26-16,6-2-29 0,2-2-25 0,7-1-28 16,-8-5-29-16,3 1-35 0,-1-3-32 0,11-2-24 15,-2-2-28-15,-4-2 13 0,4-1 10 0,-2-3-258 16,-2 0-677-16,-2-8 301 0</inkml:trace>
  <inkml:trace contextRef="#ctx0" brushRef="#br0" timeOffset="55419.8814">32715 1526 216 0,'-4'-9'330'0,"-1"-3"9"0,1 4 34 0,0-2 32 16,3 5 29-16,-1 3 26 0,2 2 17 0,-5-10 17 15,5 10-4-15,0-7-17 0,0 7-13 0,-2-6-22 16,2 6-19-16,0 0-28 0,0 0-32 0,0 0-30 15,0 0-34-15,0 0-31 0,0 0-28 0,0 0-26 16,0 0-16-16,0 0-89 0,0 21-105 16,2-10 0-16,1 0 0 0,-3 7 0 0,0-1 0 0,0 3 0 15,0 5 0-15,-3 1 0 0,6 1 0 0,-6 0 0 16,3-7 0-16,-2 5 0 0,2 1 0 0,-1-7 0 16,-1-1 0-16,0-1 0 0,0-4 0 15,2-1 0-15,-2-1 0 0,2-1 0 0,0 1 0 16,-2 0 0-16,0-4 0 0,4 3 0 0,-2-5-300 0,-3 1-144 15,3 0-35-15,0-6-36 0,1 5-26 16,-1-5-47-16,0 0-300 0,0 0-961 0,0 0 425 16</inkml:trace>
  <inkml:trace contextRef="#ctx0" brushRef="#br0" timeOffset="55779.2905">32638 1785 297 0,'0'0'344'16,"0"0"9"-16,0 0 1 0,-2-4-10 0,2 4-8 15,0 0-13-15,0 0-11 0,0 0-12 0,0 0-19 16,0 0-26-16,8-8-22 0,-8 8-21 0,3-4-20 16,-3 4-22-16,8-5-14 0,-2 1-14 0,1 0-16 15,-1 0-13-15,7 0-13 0,-3 0-11 0,0 0-4 16,3 1-14-16,5-2-5 0,-18 5-9 0,28-9-5 16,-28 9 5-16,28-6-11 0,-28 6-3 0,25-5-5 15,-25 5 1-15,20-5 0 0,-20 5 0 0,0 0 5 16,0 0 4-16,27-6 1 0,-27 6-3 0,0 0-4 15,0 0-6-15,0 0-5 0,0 0-8 0,0 0-5 16,0 0 1-16,0 0 9 0,31 11-1 16,-31-11 2-16,6 13-3 0,-6-13-1 0,1 17 0 0,-1-17-2 15,2 21-1-15,-2-21-2 0,3 20-3 0,-3-20 0 16,0 18-3-16,0-18 0 0,0 0-1 0,0 24 1 16,0-24 1-16,0 0-5 0,2 17-14 0,-2-17-31 15,0 0-36-15,0 0-32 0,-2 20-30 0,2-20-36 16,0 0-19-16,0 0-43 0,0 0-76 15,0 0-87-15,0 0-57 0,0 0-262 0,0 0-771 16,0 0 342-16</inkml:trace>
  <inkml:trace contextRef="#ctx0" brushRef="#br0" timeOffset="55951.4363">33021 1588 332 0,'0'0'402'0,"0"0"26"0,0 0 9 16,-3-26-12-16,3 26-36 0,0 0-36 0,0 0-42 15,0 0-30-15,0 0-33 0,0-16-22 0,0 16-39 16,0 0-52-16,0 0-62 0,0 0-64 0,0 0-73 16,0 0-25-16,0 0-66 0,0 0-69 0,0 0-76 15,0 0-268-15,0 0-614 0,0 0 271 0</inkml:trace>
  <inkml:trace contextRef="#ctx0" brushRef="#br0" timeOffset="56685.6963">33088 1737 327 0,'0'0'383'0,"0"0"-1"15,0 0-1-15,0 0-13 0,0 0-10 0,0 0-11 0,0 0-11 16,0 0-13-16,0 0-14 0,0 0-15 16,0 0-18-16,0 0-27 0,0 0-21 0,0 0-26 15,0 0-24-15,0 0-21 0,0 0-20 0,0 0-16 16,0 0-19-16,0 0-13 0,0 0-9 0,0 0-6 15,0 0-2-15,0 0-13 0,0 0-9 0,0 0-4 16,0 0-9-16,0 0-2 0,0 0-10 0,0 0-5 16,9 23-6-16,-9-23-8 0,0 0-20 0,-4 21-6 15,4-21-8-15,0 0-6 0,-5 14-4 0,5-14-1 16,0 0 4-16,0 0 1 0,-9 15 2 0,9-15 5 16,0 0 5-16,0 0 4 0,0 0 8 0,0 0-5 15,0 0 2-15,-9 11 6 0,9-11 4 0,0 0 0 16,0 0-2-16,0 0 2 0,0 0 8 0,0 0-2 15,0 0-2-15,0 0 5 0,-24-38-2 0,24 38 5 16,-1-18-1-16,1 18-8 0,0-19 6 0,0 19 0 16,4-19-1-16,-4 19-2 0,7-17-2 0,-7 17-1 15,12-9-1-15,-12 9-2 0,0 0 4 0,17-15-2 16,-17 15-4-16,21-6-1 0,-21 6 0 16,0 0-2-16,28-2 5 0,-28 2-3 0,0 0 4 15,0 0-3-15,37 5 1 0,-37-5 1 0,0 0-5 0,22 9 1 16,-22-9 0-16,0 0-1 0,17 10-1 0,-17-10 2 15,0 0 5-15,15 17 2 0,-15-17-5 16,5 12 1-16,-5-12-1 0,4 14 5 0,-4-14 0 16,0 0-5-16,4 20-2 0,-4-20 1 0,0 0-14 15,4 16-4-15,-4-16-10 0,0 0-2 0,0 0-2 16,0 0 5-16,1 17 6 0,-1-17 4 0,0 0 11 16,0 0-5-16,0 0 18 0,0 0 1 0,0 0 1 15,0 0-4-15,0 0 6 0,0 0 6 0,0 0 1 16,0 0 8-16,0 0 11 0,46-30 14 0,-46 30 7 15,13-12-1-15,-13 12 8 0,16-14 5 0,-16 14 6 16,13-11 10-16,-13 11 6 0,0 0 9 0,15-12 3 16,-15 12 4-16,0 0 1 0,12-7 1 0,-12 7-1 15,0 0-3-15,0 0-9 0,0 0-9 0,9-13-13 16,-9 13-4-16,0 0-16 0,0 0-10 0,0 0 2 16,0 0-9-16,0 0 1 0,0 0-6 0,0 0 0 15,0 0-8-15,0 0-2 0,19 35 6 0,-19-35-2 16,5 16-6-16,-5-16-14 0,9 18-25 0,-9-18-31 15,8 18-37-15,-8-18-56 0,6 19-60 0,2-11-62 16,-8-8-81-16,16 17-96 0,-16-17-117 0,25 7-289 16,-25-7-923-16,0 0 409 0</inkml:trace>
  <inkml:trace contextRef="#ctx0" brushRef="#br0" timeOffset="58250.4924">1320 2581 172 0,'1'-5'387'0,"-1"5"-7"0,0-5-7 0,0 5-6 16,0-2-14-16,0 2-23 0,4-3-36 0,-4 3-21 15,0 0-29-15,0 0-23 0,0 0-23 0,0 0-20 16,0 0-4-16,0 0-5 0,13 6-7 0,-6-1-3 15,3 3-4-15,0 1-9 0,1 0-11 0,0 4-10 16,6-2-15-16,-5 1-6 0,0 2-9 0,1 0-10 16,-4-1-7-16,-2 1-10 0,4-2-7 0,-6-1-4 15,-1-1-6-15,0 1-1 0,-2 2-7 0,1-4-1 16,-3 2-4-16,1-1-3 0,2-3-6 0,-7-2-2 16,4 1 2-16,1-1 2 0,-1-5 8 0,0 8 36 15,0-4 37-15,0-4 53 0,0 0 62 0,0 0-3 16,0 0-9-16,0 0-26 0,4-22-17 0,-3 9-17 15,4-4-13-15,-1-1-13 0,4-1-5 0,-3-7-14 16,4 3-25-16,1 5-85 0,-1 1 0 0,-2 2 0 16,5 1 0-16,-4 1 0 0,3 0 0 0,-3 2 0 15,0 4 0-15,-1 0 0 0,0 1 0 0,2 2 0 16,-2 0 0-16,0 3 0 0,-1-1-179 0,1 2-67 16,-7 0-48-16,15 5-56 0,-9-1-58 0,2 3-44 15,-3 0-55-15,0 0-51 0,-1 1-309 0,-4-2-938 16,4 4 416-16</inkml:trace>
  <inkml:trace contextRef="#ctx0" brushRef="#br0" timeOffset="58765.9046">1755 2693 166 0,'0'0'463'0,"0"0"-2"16,2-6-8-16,-1 4-11 0,-1 2-13 0,0 0-27 15,0-7-25-15,3 6-23 0,-3 1-27 0,0-7-30 16,0 7-25-16,1-3-27 0,2 0-26 0,-3 3-24 0,5-5-21 16,-3 3-13-16,-2 2-21 0,6-3-13 15,-6 3-18-15,7-1-12 0,-7 1-13 0,9 1-8 16,-9-1-10-16,10 2-6 0,-6-1-8 0,0 2-7 16,-2-1-6-16,2 0-2 0,0 2-4 0,-1 0-6 15,0 1 0-15,-1-2-2 0,-1 4-5 0,1-1 0 16,-4 0 0-16,1 1-1 0,-2 0-4 0,1 1-1 15,-4-1-4-15,1 3-6 0,0-5-8 0,0 0-7 16,-1 0 0-16,1-1 1 0,-1-2 7 0,3 3 3 16,-1-2-1-16,0-2 9 0,4-1 12 0,0 0 8 15,0 0 7-15,-15-8 13 0,12 5 9 0,2-1 3 16,-3-3 11-16,3 1-6 0,1 1-4 0,0-3 3 16,0 1 2-16,0-3 0 0,0 5 3 0,0-2-8 15,0 2 2-15,1-1-9 0,-1 1-2 0,0 5-3 16,2-5-7-16,-2 5-8 0,0 0-10 0,3-5-12 15,-3 5 3-15,0 0 0 0,8-2-7 0,-8 2-2 16,0 0-3-16,11 7 10 0,-7-4-16 0,1 2 2 16,0 0 5-16,-1 1 6 0,4 1-12 0,-3 2 2 15,0-4-4-15,1 3-15 0,0 2-27 0,-1-1-29 16,1 0-21-16,-1 0-27 0,1 0-10 0,1-3-20 16,-1 4-27-16,4-2-34 0,2-3-42 0,5-2-42 15,-5-1-35-15,9-3-49 0,1-2-44 0,-2 1-47 16,7-6-283-16,1-6-817 0,-1 3 363 15</inkml:trace>
  <inkml:trace contextRef="#ctx0" brushRef="#br0" timeOffset="59063.1477">2208 2391 501 0,'0'0'582'16,"-4"-4"32"-16,4 4 28 0,0 0 23 0,0-5-2 15,0 5-28-15,0 0-30 0,0 0-33 0,0 0-34 16,0 0-45-16,0 0-18 0,0 0-49 0,0 0-35 16,0 0-42-16,0 0-309 0,0 0-40 0,0 0 0 15,0 0 0-15,3 19 0 0,-2-16 0 0,0 7 0 16,-2 1 0-16,2 4 0 0,0 3 0 0,1 1 0 16,-2 5 0-16,2 2 0 0,-2-7 0 0,-2 5 0 15,2-5 0-15,-2 8 0 0,1-10 0 0,1 3 0 16,-2-1 0-16,-2 0 0 0,4-3 0 0,-3-2 0 15,1 3 0-15,-2-5 0 0,3-3 0 0,-2 0-309 16,3-2-345-16,0-1-56 0,0-6-377 0,0 0-1177 16,-3 8 521-16</inkml:trace>
  <inkml:trace contextRef="#ctx0" brushRef="#br0" timeOffset="59406.9879">2103 2713 189 0,'0'0'402'0,"0"0"14"0,0 0 10 0,-8-6-5 16,8 6-12-16,0 0-18 0,0-2-21 0,0 2-20 16,0 0-24-16,0 0-27 0,0 0-30 0,0 0-27 15,0 0-24-15,4-7-25 0,0 7-22 16,-4 0-16-16,14-7-17 0,-6 6-12 0,1-3-15 16,1 0-9-16,3 0-14 0,-3 3-8 0,0-3-6 15,3 3-9-15,6-1-6 0,-7 0-11 0,-2 1 0 16,0 1-6-16,2-1-10 0,2 1-2 0,-2 1-5 15,0 0-4-15,2 0-4 0,-5 2-4 0,0 0 0 16,2 0-1-16,-3 1-2 0,1 2-2 0,0 0 4 16,-4-2-6-16,-1 2 0 0,0 2-3 0,0-3 6 15,-3 3-5-15,4-1 3 0,-2-1-1 0,-3 1-3 16,0 1 3-16,2-3 4 0,-2 4-7 0,0-5-1 16,0-4-19-16,0 9-24 0,-2-4-20 0,2-5-23 15,0 0-30-15,2 8-35 0,-2-8-36 0,0 0-30 16,0 0-61-16,0 0-60 0,0 0-86 0,0 0-343 15,18-19-828-15,-10 11 367 0</inkml:trace>
  <inkml:trace contextRef="#ctx0" brushRef="#br0" timeOffset="59578.6498">2507 2551 180 0,'0'0'432'0,"0"0"5"0,0 0-8 0,0 0-27 0,0 0-40 15,0 0-35-15,0 0-37 0,0 0-32 16,0 0-48-16,0 0-59 0,0 0-79 0,0 0-77 16,0 0-53-16,0 0-76 0,0 0-85 0,0 0-64 15,5 15-193-15,0-11-515 0,2 1 229 0</inkml:trace>
  <inkml:trace contextRef="#ctx0" brushRef="#br0" timeOffset="59970.2457">2641 2678 363 0,'0'0'434'0,"0"0"18"0,-5-15 3 0,5 15-6 15,-5-4-12-15,5 4-17 0,0-9-12 0,0 9-25 16,-1-6-24-16,1 6-39 0,1-7-32 0,-1 7-27 16,0-6-28-16,0 6-26 0,5-4-21 0,-5 4-22 15,6-3-20-15,-6 3-16 0,8-1-14 0,-8 1-14 16,12 1-12-16,-12-1-8 0,15 2-11 0,-9 0-9 15,1 2-8-15,0 1-6 0,-2 0-5 0,1-1-1 16,-3 1-6-16,4 3-4 0,-3-3-1 0,1 4-4 16,-4 0 2-16,-1 0-4 0,0 0-3 0,-5 3 4 15,0-2-7-15,-3 2 3 0,-1-1-8 0,-3 1-13 16,2-2-14-16,-4-1-9 0,3 0-3 0,1-3 4 16,-3-1 4-16,7-2 7 0,-1 1 8 0,2-2 6 15,5-2 9-15,-14-1 7 0,14 1 8 0,-6-8 19 16,2 4 2-16,1-2-9 0,2-5-2 0,-2 2-2 15,3-4-3-15,0 0-2 0,0 3-3 0,0-3 1 16,3 1-1-16,-3 2-13 0,1 0-5 0,2-2-24 16,-2 5-29-16,2 0-48 0,-2 1-49 0,0 1-62 15,7-1-67-15,-3 2-62 0,-1 1-60 16,0 0-58-16,-4 3-59 0,0 0-303 0,12-1-881 16,-12 1 390-16</inkml:trace>
  <inkml:trace contextRef="#ctx0" brushRef="#br0" timeOffset="62329.7458">2978 2848 84 0,'0'0'204'0,"0"0"-28"0,0 0-35 0,0 0-34 0,-7-3-47 16,7 3-43-16,-6 0-32 0,6 0-42 0,-11-1-63 15,6 2-129-15,-4 0 57 0</inkml:trace>
  <inkml:trace contextRef="#ctx0" brushRef="#br0" timeOffset="65019.8413">3831 2416 284 0,'0'-3'422'0,"6"0"-5"0,-6 3 3 15,4-4-12-15,0 3-15 0,-4 1-16 0,0 0-14 16,5-3-7-16,-5 3-7 0,0 0-11 0,0 0-18 16,0 0-17-16,0 0-10 0,0 0-19 0,0 0-16 15,0 0-11-15,0 0-24 0,0 0-15 0,-22-1-12 16,10-2-6-16,-6 1-16 0,-2 1-6 0,0 0 2 15,1 1-6-15,-2 0 2 0,0-2-8 0,-1 1-5 16,3 1 1-16,-3 3-5 0,1-2-53 0,2-2-96 16,6 2 0-16,0 0 0 0,0-1 0 0,3 0 0 15,-1 0 0-15,4 2 0 0,0-2 0 0,1-2 0 16,6 2 0-16,-8 2 0 0,8-2 0 0,-6 0 0 16,6 0 0-16,0 0 0 0,0 0 0 0,-8 3 0 15,8-3 0-15,0 0 0 0,0 0 0 0,0 0 0 16,0 0 0-16,0 0 0 0,-10-3 0 0,10 3 0 15,0 0 0-15,0 0 0 0,0 0 0 0,0 0 0 16,0 0 0-16,0 5 0 0,0-5 0 0,0 4 0 16,0 1 0-16,0 3 0 0,0 0 0 0,3 2 0 15,-2 2 0-15,-1 6 0 0,5 8 0 0,-5 1 0 16,3 3 0-16,-1 2 0 0,-2-1 0 0,0 3 0 16,-2-2 0-16,2 4 0 0,-3 0 0 0,3 11 0 15,-6-15 0-15,-2 14 0 0,-1 1 0 0,3-14 0 16,-3 3 0-16,1-2 0 0,-1-2 0 0,-1 0 0 15,2-2 0-15,0-2 0 0,3-2 0 0,-1-6 0 16,4-4 0-16,-2 1 0 0,2-3 0 0,1-3 0 16,2-1 0-16,-1 1 0 0,2 0 0 0,-1-3 0 15,4 1 0-15,-4 1 0 0,4-5 0 0,0 2 0 16,2 1 0-16,-2-3 0 0,4 1 0 0,1 0 0 16,-1 0 0-16,0-1 0 0,5-1 0 0,-1-1 0 15,6-1 0-15,-2-1 0 0,3 2 0 0,0-3 0 16,0 0 0-16,1-3 0 0,1 3 0 0,0-1 0 15,-3 0 0-15,-1 1 0 0,-1-2 0 0,-6 0 0 16,2 2 0-16,-13 0 0 0,18 0 0 0,-18 0 0 16,10-1 0-16,-10 1 0 0,10-1 0 0,-10 1 0 15,0 0 0-15,9-2 0 0,-9 2 0 0,0 0 0 16,6-3 0-16,-6 3 0 0,0 0 0 0,0 0 0 16,0 0 0-16,0 0 0 0,0 0 0 0,0 0 0 15,-6-14 0-15,9 5-387 0,-3-2-914 0,2-6-1410 16,3-1 625-16</inkml:trace>
  <inkml:trace contextRef="#ctx0" brushRef="#br0" timeOffset="65379.3072">4070 2614 4139 0,'0'-11'540'0,"-3"-1"-184"0,2 4-36 0,-3 1 2 15,3 1 4-15,1 0 8 0,0-1 2 0,-3 3-23 16,2 0-31-16,-1 1-9 0,2 0-5 16,0 3-11-16,-2-6-132 0,2 6-125 0,0 0 0 0,0 0 0 15,-5-5 0-15,5 5 0 0,0 0 0 0,0 0 0 16,0 0 0-16,0 0 0 0,0 0 0 0,-1 16 0 16,1-5 0-16,0 2 0 0,0 4 0 0,0 2 0 15,0 8 0-15,-3-2 0 0,2-2 0 16,0 3 0-16,-3-5 0 0,4 5 0 0,-4 0 0 15,-4-2 0-15,5-3 0 0,-2-2 0 0,0 1 0 0,1-3 0 16,1 2 0-16,0-3 0 0,1-8 0 0,-1 4 0 16,2-6 0-16,0 0 0 0,-1 0 0 0,1-1 0 15,1 0 0-15,1-1 0 0,-1-4 0 0,0 3 0 16,0-3 0-16,0 0 0 0,0 0-20 16,0 0-504-16,0 0-53 0,0 0-51 0,16-12-446 0,-12 2-1163 15,-4 1 514-15</inkml:trace>
  <inkml:trace contextRef="#ctx0" brushRef="#br0" timeOffset="65897.1354">3882 2639 65 0,'0'-8'483'0,"3"-3"1"0,-3 5 11 0,1-3 2 15,-1-3-24-15,0 3-22 0,4 0-32 0,-3-2-16 16,3 0-27-16,1-1-37 0,-1 1-14 15,1 0-31-15,4-3-27 0,1 4-18 0,5-3-24 0,-2-1-17 16,5 2-16-16,6-1-10 0,-8 4-24 16,4 0-18-16,7 0-11 0,0 0-12 0,-8 7-15 15,10-2-6-15,0 1-19 0,-9 3 3 0,2 3-15 0,-2-3 0 16,3 2-12-16,-4 0-5 0,2 2-9 0,-7 1 6 16,1 1-8-16,3-1-3 0,-6 2-11 15,-1-1-1-15,-2 0 1 0,0 2-4 0,-3 2-2 16,1-1 2-16,-4 3 1 0,-3 0 1 0,-1 5 9 15,-5-1 1-15,-2 2 8 0,-6 5-13 0,-6-3 3 16,-2 1 1-16,-1 1-3 0,-3-1-4 0,0-4 7 0,3-1-7 16,3-4-1-16,3-3-17 0,0 0-5 0,7-3 0 15,1-3 0-15,1 2 0 0,2-1 0 0,-2-1 0 16,4-2 0-16,2 0 0 0,-1 1 0 0,3-2 0 16,-6 3 0-16,6-3 0 0,0 0 0 15,-8 1 0-15,8-1 0 0,0 0 0 0,-4 3 0 0,4-3 0 16,0 0 0-16,0 0 0 0,0 0 0 0,-1 3 0 15,1-3 0-15,0 0 0 0,0 0 0 16,0 7 0-16,4-3 0 0,-3 2 0 0,7 0 0 16,-6 0 0-16,6 1 0 0,-3 1 0 0,-1 2 0 15,5-2 0-15,-3 0 0 0,-2-1 0 0,4 1 0 0,-3 0 0 16,4-1 0-16,-2 1 0 0,0-1 0 0,-1 1 0 16,-1-1 0-16,3 0-105 0,-2-1-207 0,-1-4-43 15,2 4-50-15,-1-3-46 0,-1-1-68 0,3-2-74 16,-8 0-316-16,15-1-984 0,-7-3 435 0</inkml:trace>
  <inkml:trace contextRef="#ctx0" brushRef="#br0" timeOffset="66320.729">4411 2821 94 0,'0'0'425'0,"0"0"4"15,4-3 8-15,-4 3 8 0,0 0-2 0,0 0-14 16,0 0-26-16,0 0-22 0,5-2-25 15,-5 2-26 1,0 0-26-16,0 0-21 0,0 0-20 0,0 0-26 0,0 0-23 0,0 0-21 0,0 0-26 0,0 0-11 16,0 0-15-16,0 0-19 0,0 0-11 0,8 4-9 15,-8-4-7-15,6 1-2 0,1 0-11 0,0 0-9 16,5-1-6-16,-1-2-5 0,3 1-5 0,-1-2-1 16,-3 0-20-16,3 1 10 0,-3-1-1 15,1 0-6-15,-4-2 3 0,1 2 10 0,1-2 3 0,-4 1 13 16,0 1-9-16,-1-1 13 0,-2-2-7 0,1 4-6 15,-3-3-6-15,0 2-6 0,0 3-8 0,-4-9-3 16,-1 7-6-16,0-1 8 0,1 1-18 0,-5 0 10 16,0 0 2-16,-2 2-20 0,-2 2 9 0,-1 2-6 15,-3 1-4-15,2 2 1 0,-3 3-3 16,1 1-2-16,1 0 7 0,1 0-8 0,2 0-1 0,0-1 2 16,3 3-11-16,2-4 10 0,2 0-3 0,3 1-3 15,-2 1-7-15,5-3-7 0,-1 0 10 0,6-1-11 16,1 0-7-16,3 2-9 0,3-4-15 0,6-2-28 31,10 2-28-31,-8-4-39 0,1 3-34 0,8-4-31 0,3-1-51 0,-4-7-39 0,0 5-58 0,-8-1-45 31,0-4-58-31,7 2-63 0,-10-3-317 0,-2 0-905 0,1 1 400 0</inkml:trace>
  <inkml:trace contextRef="#ctx0" brushRef="#br0" timeOffset="70339.6011">4874 2817 235 0,'0'0'312'0,"0"0"-10"16,0 0 2-16,0 0-15 0,-4-5-8 0,4 5 4 16,0 0-1-16,0-5 1 0,0 5-2 0,0 0 2 15,1-4-4-15,-1 4-9 0,0 0-10 0,0 0-12 16,0 0-11-16,4-4-13 0,-4 4-16 0,4-3-13 16,-4 3-21-16,6-2-17 0,-2 0-18 0,0-1-9 15,1 2-16-15,4-2-11 0,1 3-6 0,0-2-11 16,2 2-7-16,-2 2-8 0,3-2-7 0,-4 3-7 15,4 2-3-15,-3-3-6 0,3 4 0 0,-3-1-11 16,-1 2 5-16,1 0-7 0,-4 1-6 0,-2-3-2 16,1 5 0-16,-2-5-4 0,-2 2 0 0,-2 1 2 15,-2 1 1-15,-3 0-2 0,-3 0-4 0,-2-1 5 16,-5 1-8-16,-3-2 0 0,-8 2 1 0,8-5 2 16,-1 2 19-16,1-1 23 0,3-4 30 0,2 2 35 15,4-2 22-15,1 0 21 0,0-1-3 0,3-3-10 16,0-1-17-16,1-5-74 0,1 2-68 0,3-2 0 15,1-1 0-15,1-1 0 0,3 0 0 0,0 0 0 16,1-1 0-16,4-1 0 0,0-3 0 0,-1 6 0 16,1-3-198-16,0 2-96 0,0 3-69 0,0-2-68 0,1 3-56 15,5-4-61-15,-4 5-431 0,0-3-1060 16,-2 3 470-16</inkml:trace>
  <inkml:trace contextRef="#ctx0" brushRef="#br0" timeOffset="70652.6979">5042 2471 83 0,'0'-15'446'0,"4"-3"31"16,-4 1 26-16,2 0 12 0,-2 1 9 15,0 6-4-15,0-1-16 0,1 1 18 0,-2 3-2 16,2 0-8-16,-2 2-22 0,2-1-32 0,-2 1-31 16,2 2-36-16,-1 3-33 0,-1-7-37 0,1 7-31 15,0 0-31-15,1-3-188 0,-1 3-71 0,0 0 0 16,0 0 0-16,0 0 0 0,-1 17 0 0,-1-5 0 15,1 5 0-15,0 1 0 0,-2 8 0 0,-1 2 0 16,3-3 0-16,1 6 0 0,-5-5 0 0,0 3 0 16,2-1 0-16,-3 1 0 0,5-4 0 0,-2 0 0 15,-1 2 0-15,2-9 0 0,2 0 0 0,-4 0 0 16,4 2 0-16,-4-4 0 0,4-3 0 0,0 0 0 16,3-2 0-16,2-1 0 0,-3 0 0 0,2-2 0 15,0 4 0-15,2-7 0 0,1 0 0 0,2 1-354 16,-3-2-260-16,7-2-97 0,-2 1-375 0,0-3-1176 15,0 0 521-15</inkml:trace>
  <inkml:trace contextRef="#ctx0" brushRef="#br0" timeOffset="71028.3638">5270 2732 337 0,'4'-4'484'0,"-3"-1"21"0,2 3 21 16,-3 2 11-16,2-4-14 0,-2 4-12 0,4-3-40 15,-4 3-26-15,3-2-47 0,-3 2-33 0,0 0-42 16,0 0-24-16,0 0-31 0,0 0-28 0,0 0-20 16,0 0-25-16,1 10-16 0,-1-5-20 0,0 3-4 15,0 1-19-15,1 0-15 0,-1 2-17 0,-1 0 1 16,1 0-18-16,0-2-16 0,1 1-41 0,0-1-35 16,1-3-12-16,-2 2-20 0,0-3-17 0,1 3-7 15,0-3-12-15,-1-2 1 0,2 1 2 0,0 0 5 16,1-2 5-16,2-1 7 0,-5-1 6 0,11-1 6 15,-3-1 3-15,1-1 4 0,2-3 0 0,-2 1 5 16,0-2 11-16,0 1 9 0,4 0 5 0,-4-1 2 16,0 0 11-16,1 2 10 0,-2-1 7 0,-3 3 7 15,0 0-7-15,-1-1 10 0,3 2-5 0,-4 0 1 16,-3 2-7-16,8-2-2 0,-8 2-10 0,4-3-3 16,-4 3-1-16,0 0-4 0,5-3 0 0,-5 3-11 15,0 0-28-15,11 5-33 0,-7-2-38 0,1 0-53 16,0 1-55-16,3 0-59 0,2 0-76 0,-1-1-77 15,4-2-74-15,-2 0-359 0,0-1-929 0,0 0 411 16</inkml:trace>
  <inkml:trace contextRef="#ctx0" brushRef="#br0" timeOffset="71340.7463">5711 2728 19 0,'4'-3'380'0,"-2"-2"12"15,-1 1 8-15,1 0 14 0,-1-1 11 0,2 2-6 16,-3 3-5-16,1-5-16 0,-1 5-10 0,1-3-17 15,-1 3-11-15,0 0-22 0,0 0-23 0,0 0-7 16,0 0-21-16,0 0 0 0,0 0 3 0,0 0-8 16,-15 7-10-16,10-4-26 0,-2 3-17 0,0-1-16 15,-1 3-25-15,0 1-15 0,1-2-14 0,-1 4-16 16,3-3-62-16,-4 3-81 0,4-2 0 0,0 2 0 16,1-2 0-16,0 1 0 0,0 1 0 0,3-1 0 15,1-1 0-15,0 0 0 0,1 2 0 0,3-1 0 16,1-3 0-16,6 4 0 0,1-6 0 0,1 1-91 15,4-2-137-15,-1-1-28 0,7-3-9 0,-2-1-13 16,8-2-13-16,-2-8-13 0,1 4-24 0,2-5-12 16,-5-1-7-16,3 0-20 0,-2-5-44 0,0 0-37 15,-5 0-259-15,2-3-765 0,-4 0 339 0</inkml:trace>
  <inkml:trace contextRef="#ctx0" brushRef="#br0" timeOffset="71575.3996">6079 2455 115 0,'-1'-7'400'0,"-2"-3"29"0,2 3 25 0,1 1 32 0,-1 2 17 16,1 2-4-16,-3-4 4 0,6 0-18 0,-3 6-16 16,0-3-20-16,0 3-25 0,1-3-19 0,-1 3-23 15,0 0-23-15,0 0-17 0,0 0-1 0,0 0 0 16,0 15-18-16,0-5-10 0,0 2-144 0,0 5-169 16,0 1 0-16,0 7 0 0,0-5 0 0,0 6 0 15,0 0 0-15,-1 4 0 0,1-3 0 0,-3-1 0 16,3 2 0-16,0-3 0 0,-1 1 0 0,-2-5 0 15,3-3 0-15,-2 2 0 0,-1-4 0 0,3 0 0 16,0-4 0-16,0-2 0 0,0 0 0 0,0-2 0 16,3-2-164-16,-3-2-402 0,0-4-68 15,5 4-505-15,-5-4-1231 0,0 0 544 0</inkml:trace>
  <inkml:trace contextRef="#ctx0" brushRef="#br0" timeOffset="71965.9348">6013 2751 223 0,'-9'-1'488'0,"9"1"-2"0,-6 1 3 15,6-1 5-15,0 0-17 0,0 0-19 0,0 0-28 16,0 0-30-16,0 0-24 0,0 0-25 0,0 0-20 0,0 0-30 16,0 0-24-16,0 0-31 0,0 0-27 15,0 0-12-15,0 0-29 0,0 0-19 0,17-11-17 16,-7 10-13-16,-1 0-16 0,4-2-13 0,1 0-8 15,-1-2-3-15,1 3-14 0,4-1-10 0,-4 2-6 16,-1 0 4-16,1 1-19 0,-3-3 0 0,1 0-8 16,-1 2-4-16,-1 0 1 0,2 1-7 0,-6-2-10 15,-6 2-4-15,13 0 2 0,-6 3-3 0,1 0-2 16,0 1 2-16,-3-2-3 0,0 4 7 0,3 1-3 16,1-1 1-16,-4 3-5 0,0-2 2 0,2 3 0 15,-5-2 1-15,2 0-3 0,1 0 9 0,-2-1-10 16,-3 0 5-16,1-2 1 0,0 2-14 0,-1-2 8 15,0-5-6-15,3 6-26 0,-2-1 0 0,-1-5-20 16,0 8-9-16,0-5-21 0,0 1-17 0,0-4-28 16,0 0-20-16,0 0-21 0,0 0-23 0,5 5-43 15,-5-5-65-15,0 0-68 0,18-5-55 0,-10-2-75 16,-2 2-386-16,1-3-948 0,-1 0 420 0</inkml:trace>
  <inkml:trace contextRef="#ctx0" brushRef="#br0" timeOffset="72106.613">6354 2651 228 0,'-1'-5'387'0,"1"0"4"16,0 0 13-16,0-1 15 0,0 1 11 0,0 0-6 16,0 1-36-16,0-2-38 0,0 6-39 0,1-3-36 15,-1 3-45-15,-1-5-56 0,1 5-72 0,0 0-84 16,0 0-89-16,0 0-87 0,0 0-68 0,0 0-66 16,13 6-65-16,-9 0-215 0,1 0-619 0,3-1 275 15</inkml:trace>
  <inkml:trace contextRef="#ctx0" brushRef="#br0" timeOffset="72747.9759">6493 2744 241 0,'0'0'395'0,"0"0"17"0,0 0-9 16,8-10-6-16,-7 7-15 0,-1-1-13 0,0 4-14 15,4-6-15-15,-3 2-13 0,2 1-27 0,-2-1-22 16,-1 4-23-16,8-3-25 0,-6 1-21 0,-2 2-27 0,10-2-23 15,-3 3-10-15,-7-1-21 0,14 2-11 0,-9 1-13 16,3 0-9-16,1 1-12 0,-2 0-7 16,1-1-8-16,-2 5-8 0,1-2-5 0,-1 1-7 15,-2 0-4-15,-2-1-5 0,1 4-1 0,-2-3-4 16,-1 4-1-16,-2-3-7 0,-3 4 2 0,-3-4-8 16,-1 1-3-16,0-1-9 0,-7 1-11 0,4-4-16 15,-2-1-10-15,4 1 1 0,-2-1 0 0,6-2 6 16,-3 2 4-16,1-3 7 0,8-1-6 0,-9 0 5 15,9 0 13-15,-10-4-1 0,10 4 8 0,-5-7-7 16,5 2 4-16,1-4-2 0,4-2 2 0,0 0 6 16,3 0 1-16,0 0 3 0,-2 1 7 0,3-1-1 15,0 1 0-15,0 2 6 0,0-2 3 0,2 2 3 0,1 4-2 16,-1-3-6-16,0 2-8 0,-5 3 7 0,4-2-6 16,-1 4-1-16,-1 0-1 0,2 0-4 15,0 4 2-15,-2-2 1 0,1 1-1 0,0 4 1 16,-3-1-5-16,2-3-7 0,-2 6 6 0,1-2-5 15,0 0 5-15,-3-2 1 0,1 2 0 0,-1-1-1 16,0 0-4-16,0-1-4 0,-3-2-7 0,3 1-9 0,0-1-7 16,-2 0-6-16,-2-3 6 0,3 6 1 15,-2-5 6-15,-1-1 2 0,0 0 8 0,0 0 13 16,0 0 3-16,9 0-4 0,-6-4 0 0,4-2-3 16,0-1 1-16,-4 2 2 0,5-3 6 0,0 1 7 15,-2 0 4-15,2 2 11 0,0-2 8 0,-2 5 1 16,-1-3-1-16,5-1-4 0,-3 2 3 0,-1 3-2 15,1 0-4-15,5 1-2 0,-3 0 2 0,0 2 9 16,1 1 0-16,-1 0 3 0,-1-1-6 0,1 3-4 16,1 1-3-16,-1 1-3 0,0-2-6 0,0 0-2 15,-1 2 0-15,-2-1-5 0,1 0-27 0,-2-1-21 16,1 0-32-16,-2 0-36 0,1 1-41 0,-1-1-42 16,0-3-59-16,-2 2-60 0,1-1-56 0,-3-3-56 15,5 5-56-15,-5-5-411 0,0 0-951 0,0 0 421 16</inkml:trace>
  <inkml:trace contextRef="#ctx0" brushRef="#br0" timeOffset="73420.6765">7687 2723 271 0,'0'0'432'0,"0"0"12"0,0-6 8 0,0 2-7 15,0 4-3-15,0-6-16 0,0 6-6 0,0-6-10 16,0 6-9-16,1-3-8 0,-1 3-19 0,2-5-19 16,-2 5-26-16,2-6-30 0,0 4-37 0,-2 2-31 15,4-4-24-15,0 3-26 0,1-1-21 0,-5 2-24 16,15 3-4-16,-6 1-19 0,0 1-12 0,4 0-21 16,-4 3-2-16,0-1-3 0,5 5-10 0,-5-2-8 15,-1-1-10-15,2 5-15 0,-5-5-21 0,1 2-12 16,-3 0-24-16,0-1-14 0,-2 0-5 0,-1 0-2 15,0-3-3-15,-1 0 4 0,-2 0 4 0,3-1 5 16,-1-1 0-16,-1 0 9 0,1-3 11 0,1-2 21 16,-1 5 29-16,1-5 6 0,0 0-3 0,0 0 16 15,0 0 3-15,0-17 2 0,4 6-2 0,-3 0-11 16,5-1-2-16,1 1-6 0,0-5-2 0,2 3-7 16,2-1-9-16,1-1-18 0,-3 2-27 0,0 3-36 15,3 0-38-15,-1 1-26 0,2 4-40 0,2-2-47 16,-3 2-47-16,2 2-47 0,-4 3-57 0,4-1-42 15,-5 2-37-15,0-1-41 0,0 4-357 0,-4-1-912 16,-1 0 404-16</inkml:trace>
  <inkml:trace contextRef="#ctx0" brushRef="#br0" timeOffset="73858.3917">8085 2739 168 0,'2'-1'406'0,"0"-3"7"0,2 1 4 0,-1-1-14 0,-1 2-16 15,2-2-24-15,-1 3-17 0,-2-3-17 0,3 1-16 16,-2-1-25-16,-2 4-23 0,8-5-27 0,-6 4-24 16,2-1-23-16,-4 2-17 0,8-2-17 0,-8 2-23 15,9 1-14-15,-3 0-11 0,-2 2-13 0,1-1-10 16,-1 1-7-16,0 0-6 0,1 1-8 0,-5 1-5 16,4 1-1-16,-3-1-8 0,2 4-14 0,-1-2 1 15,-4 2-2-15,-1-4-15 0,2 3-14 0,-5-1-11 16,-1 2-11-16,-1-1-5 0,2 1-8 0,-3-2 0 15,1-3 1-15,3 0 6 0,-1 0 7 0,3-1 8 16,-3-1 13-16,2-1 11 0,4-1 10 0,0 0 15 16,-9-6 9-16,8 2 5 0,1-2 3 15,0-1-1-15,1 2 0 0,2-4 6 0,1-1 3 0,-2-1 6 16,3 0 3-16,2 4 5 0,-4-2-3 0,4 1-12 16,-3 1-11-16,0 1 10 0,-1 0-4 0,0 3-9 15,2-1-5-15,0 1-7 0,-1 1-9 0,-4 2-5 16,9 0-1-16,-9 0-8 0,9 3 3 15,-3 2-1-15,-1-1-8 0,3 0 8 0,-4 3-3 16,2 3-3-16,2-3-3 0,-3 4 1 0,0 0 0 0,-1-3-12 16,1 1-21-16,-1 1-18 0,2 0-30 0,2-3-35 15,-3 1-33-15,-1 2-25 0,4-1-32 0,2-2-59 16,1-2-76-16,0 0-71 0,6-4-76 16,4 2-401-16,-4-3-950 0,2-3 421 0</inkml:trace>
  <inkml:trace contextRef="#ctx0" brushRef="#br0" timeOffset="74171.7071">8566 2478 38 0,'3'-12'516'16,"0"3"29"-16,-1-2 24 0,3 2 7 0,-3-1-16 15,-1 3-18-15,1 1-13 0,0-1-5 0,0 3-10 16,-2 2-18-16,0 2-29 0,1-6-30 0,-1 6-29 0,1-4-37 15,-1 4-36-15,0 0-37 0,0 0-27 0,0 0-76 16,0 0-195-16,0 0 0 0,0 0 0 0,-2 14 0 16,0-3 0-16,0 6 0 0,-1 0 0 0,-2 2 0 15,3 6 0-15,-1-7 0 0,1 6 0 16,-1 2 0-16,2 0 0 0,-2-7 0 0,3 5 0 0,-1-5 0 16,0-1 0-16,-1-1 0 0,4 2 0 0,-1-1 0 15,-2-2 0-15,1-2 0 0,0-2 0 0,1-1 0 16,-1 1 0-16,1-1 0 0,-2-4 0 15,1-2 0-15,0 1-112 0,0 0-393 0,0-1-33 16,0-5-26-16,1 4-44 0,-1-4-370 0,0 0-1059 16,0 0 469-16</inkml:trace>
  <inkml:trace contextRef="#ctx0" brushRef="#br0" timeOffset="74562.1946">8479 2738 293 0,'0'0'402'0,"0"0"13"15,0 0 12-15,0 0 7 0,0 0-3 0,0 0-9 16,-2-4-15-16,2 4-9 0,0 0-11 0,0 0-11 0,0 0-18 16,0 0-12-16,0 0-23 0,0 0-29 0,0 0-31 15,0 0-25-15,6-6-27 0,-1 3-17 0,1 3-24 16,3-3-15-16,2 1-16 0,0-2-16 16,-1 2-14-16,4 0-9 0,-2-1-3 0,1 0-14 15,5 0-5-15,-6-1-13 0,6 3-10 0,-4-2-9 16,0 2-2-16,-1 0-3 0,0-2-5 0,-3 1 1 15,2 2-22-15,-1-1 6 0,-1 1-9 0,-3 1 4 16,2-1-6-16,-3 3-7 0,2 1 2 0,-1 0 0 16,2 1-2-16,-2 3 9 0,-2-4-5 0,0 5-4 15,-1-3 11-15,0 2-8 0,-2 5-1 0,3-7-2 16,-5 2 4-16,0 1-3 0,0-2-4 0,0 0 4 16,0 0 1-16,0 0-5 0,0-1-10 0,0-2-17 15,0 3-16-15,0-5-15 0,0-2-15 0,0 5-17 16,0-2-18-16,0-3-26 0,0 0-15 0,0 0-2 15,0 0-19-15,0 0-28 0,9 2-51 0,-9-2-54 16,11-7-38-16,-4 3-33 0,-1-3-49 0,2-1-61 16,-4-3-312-16,1 1-861 0,-1-5 380 0</inkml:trace>
  <inkml:trace contextRef="#ctx0" brushRef="#br0" timeOffset="74718.4079">8842 2570 355 0,'0'-4'410'0,"0"4"7"0,4-7-8 0,-3 4-9 15,-1 3-23-15,0-3-39 0,0 3-35 0,0 0-39 16,0 0-43-16,0 0-50 0,0 0-53 0,0 0-60 16,0 0-64-16,0 0-42 0,0 0-54 0,0 0-61 15,5 11-87-15,-1-5-77 0,-4-1-165 0,1 3-531 16,3-1 236-16</inkml:trace>
  <inkml:trace contextRef="#ctx0" brushRef="#br0" timeOffset="75093.8605">8971 2725 100 0,'10'-2'406'0,"-6"0"17"0,-4 2-9 15,5-5 1-15,-2 2-19 0,1-1-18 0,0 0-16 16,-2-1-20-16,2 3-22 0,2-1-17 0,-2 1-18 16,1-4-26-16,0 4-20 0,8-1-10 0,-1 1-7 15,-1 2-14-15,3 1-14 0,-5-1-17 0,4 2-19 16,0 1-16-16,-3 1-13 0,-2 0-11 0,0 1-11 15,3 1-14-15,-1 1-7 0,0 1-14 0,-3 0-6 16,-4 3-4-16,1 0-2 0,0-2-6 0,-1 3-3 16,-3 0-10-16,-2 0-5 0,-1 0-8 0,-4 3-4 15,-3-2-15-15,-5 2-18 0,-1-2-13 0,0 1-9 16,0-3-2-16,0-4 5 0,0 1-2 16,2-4 10-16,4-2 7 0,1 1 10 0,-1-1 17 0,0-4 26 15,3-1 12-15,-3 0 4 0,5-5 9 0,-1-2-2 16,3-1 6-16,0 0 0 0,2-5-12 0,1 5 2 15,1-6-9-15,2 5-2 0,-2 0-8 0,4 0-12 16,-1 0-22-16,-1 0-29 0,1 1-41 0,-1-1-50 16,1 7-58-16,0-4-61 0,1 4-82 0,0 1-83 15,-1 1-82-15,0 0-84 0,-4 3-298 0,5-4-935 16,-5 4 414-16</inkml:trace>
  <inkml:trace contextRef="#ctx0" brushRef="#br0" timeOffset="75611.4163">9884 2858 357 0,'0'0'494'0,"0"0"17"0,0 0 3 16,0 0-2-16,0 0-8 0,0 0-21 0,3-13-17 15,3 9-28-15,-3-1-25 0,4 1-23 0,-1 0-27 16,3-1-27-16,0 0-30 0,1 0-33 0,-1 2-29 16,0-1-19-16,1 1-32 0,-2 0-15 0,-3 2-30 15,4 0-56-15,4-3-53 0,-4 3-62 0,-1 0-67 16,-2 1-61-16,1 0-71 0,-7 0-67 0,9 1-56 16,-5 1-51-16,0 1-49 0,-1 0-53 0,-2 1-339 15,-1-4-907-15,-2 12 401 0</inkml:trace>
  <inkml:trace contextRef="#ctx0" brushRef="#br0" timeOffset="75798.8744">9937 3009 104 0,'0'0'421'0,"-4"7"36"0,4-4 30 0,0-3 34 16,3 3 7-16,-3-3 4 0,0 4-12 0,0-4-11 16,0 0-32-16,5 1-24 0,-5-1-39 0,0 0-37 15,10-3-44-15,-10 3-31 0,14-3-30 0,-6 1-26 16,-3 0-33-16,7-2-63 0,-1-2-78 0,5-2-81 15,3-1-68-15,-1 0-71 0,-1 3-74 0,4-2-74 16,-6 4-81-16,3 2-85 0,0-3-98 0,-7 3-314 16,2-2-945-16,1 2 419 0</inkml:trace>
  <inkml:trace contextRef="#ctx0" brushRef="#br0" timeOffset="76690.6266">11089 3076 78 0,'0'0'286'15,"-4"2"-14"-15,0 0-36 0,4-2-8 0,-10 3-8 16,6-1-10-16,4-2 1 0,-9 2-3 0,5-2 2 15,4 0 4-15,-9 0-7 0,9 0-3 0,-7 1 8 16,7-1-18-16,0 0-14 0,0 0-1 0,-11-1-9 16,11 1-7-16,0 0-5 0,0 0-3 0,0 0-6 15,0 0-8-15,-6 0 0 0,6 0 5 0,0 0-5 16,0 0 1-16,0 0 0 0,0 0-3 0,0 0 0 16,0 0-11-16,0 0-6 0,0 0-16 0,0 0-7 15,0 0-15-15,18-9-8 0,-5 7-8 0,5-1-9 16,10 0-3-16,10-3-8 0,15-1-6 0,4 3-3 15,3-1-5-15,32-5 0 0,-27 3-3 0,35 0 0 16,2-1 6-16,-2-1 2 0,3 0 4 0,10-1-4 16,3 5 12-16,4-4-7 0,3 4-1 0,-4-3-1 15,16 2-1-15,2-1-6 0,7 2 0 0,7-2 2 16,5 1-2-16,5 1 2 0,0-1-7 0,9 4 2 16,0-6 8-16,-4 4-4 0,2 0 5 0,2-2-3 15,-3 5 7-15,0 0-1 0,-4-1-5 0,-3 2 4 16,-6-1-5-16,3 0-4 0,-10 2 6 0,-2-1 2 15,-10 3-8-15,-3-3 3 0,-2-2-5 0,-10 2-7 16,-10-2-4-16,-1 2 2 0,-12-2 5 0,-32-2-4 16,0-1-5-16,-2 8-3 0,-4-6 2 0,-4 3-10 15,-19-2 13-15,-3 0-12 0,-3 1 8 0,-8 1-10 16,-5 0 7-16,-3-1 14 0,-5 2-9 0,1-2-4 16,-2 0-4-16,-3 0 9 0,-5 1-13 0,10 0 3 15,-10 0 0-15,5-1-6 0,-5 1-24 0,0 0-11 16,0 0-23-16,8 1-35 0,-8-1-26 0,0 0-22 15,0 0-25-15,0 0-30 0,0 0-34 0,0 0-27 16,0 0-37-16,-14 6-14 0,14-6-20 0,-5 2-30 16,-2 0-32-16,7-2-43 0,-5 1-42 0,-1 1-241 0,6-2-772 15,0 0 342-15</inkml:trace>
  <inkml:trace contextRef="#ctx0" brushRef="#br0" timeOffset="81082.5023">11305 2599 184 0,'0'0'365'0,"0"0"-11"0,0 0-12 0,0 0-6 16,0 0-8-16,0 0-12 0,0 0-7 0,0 0-7 15,0 0-6-15,0 0-10 0,0 0-7 0,0 0-9 16,0 0-17-16,0 0-8 0,0 0-7 0,0 0-5 16,0 0-7-16,0 0-11 0,0 0-20 0,0 0-17 15,-13-11-21-15,0 10-16 0,4-3-11 0,-6-1-11 16,2 2-6-16,-9-2-11 0,4 2 3 0,-1-2 11 15,3 2 6-15,-1-2 3 0,4 2 5 0,-1 0-1 16,-2-1-2-16,4-1-4 0,2 2 6 16,2 2 10-16,1-2 4 0,0 2 6 0,2-2-7 0,5 3-142 15,-5-2 0-15,4-3 0 0,-2 1 0 0,3 0 0 16,0-2 0-16,4-1 0 0,1-1 0 0,3-1 0 16,-3 1 0-16,5-1 0 0,-1 0 0 0,4 1 0 15,-4-2 0-15,1 4 0 0,-1-2 0 0,0 2 0 16,0-3 0-16,-1 2 0 0,0 2 0 0,-1-2 0 15,-1 1 0-15,-1 2 0 0,1 0 0 0,-3-2 0 16,4 4 0-16,-4-2 0 0,0 1 0 0,0 1 0 16,-3 2 0-16,3-5 0 0,0 2 0 0,-3 3 0 15,1-3 0-15,-1 3 0 0,4-3 0 0,-4 3 0 16,4-2 0-16,-4 2 0 0,0 0 0 0,0 0 0 16,0 0 0-16,1-3 0 0,-1 3 0 15,0 0 0-15,0-4 0 0,0 4 0 0,0 0 0 0,0 0 0 16,0 0 0-16,0 0 0 0,0 0 0 0,0 0 0 15,0 0 0-15,0 0 0 0,0 0 0 0,0 0 0 16,0 0 0-16,0 0 0 0,0 0 0 16,0 0 0-16,7 8 0 0,-5 2 0 0,-1 5 0 0,3 2 0 15,-1 1 0-15,-2 9 0 0,3-2 0 16,1 1 0-16,-1 1 0 0,-2-1 0 0,2 0 0 0,-1 0 0 16,-2-7 0-16,3 7 0 0,-3-8 0 0,-1-1 0 15,3 0 0-15,-2-1 0 0,-1 0 0 0,0-3 0 16,0-2 0-16,0 0 0 0,3-4 0 15,-3 2 0-15,0-3 0 0,0 1 0 0,1-2 0 16,-1 0 0-16,0-5 0 0,1 7 0 0,-1-7 0 0,0 6 0 16,0-6 0-16,4 5 0 0,-4-5 0 0,0 0 0 15,0 4 0-15,0-4 0 0,0 0 0 0,0 7 0 16,0-7 0-16,0 0 0 0,0 0 0 0,0 0 0 16,0 0 0-16,0 0 0 0,-4 5 0 0,4-5 0 15,-6 3 0-15,-2 2 0 0,-6 1 0 16,-4-2 0-16,-1 1 0 0,-4-2 0 0,-6 3 0 15,2-3 0-15,-1 0 0 0,6-2 0 0,4-2 0 0,-1-2 0 16,6 2 0-16,-1-1 0 0,8-4 0 0,3 3-292 16,3 3-330-16,1-12-66 0,4 4-411 0,8-2-1189 15,8 2 526-15</inkml:trace>
  <inkml:trace contextRef="#ctx0" brushRef="#br0" timeOffset="81551.7482">11426 2675 115 0,'0'-7'504'0,"0"3"4"16,0-3 9-16,0 3-4 0,0-1-13 0,-2 0-23 16,2 1-27-16,0 4-19 0,2-7-25 0,-2 3-21 15,0 1-27-15,0 3-26 0,0 0-21 0,0 0-50 16,0-4-38-16,0 4-19 0,0 0-23 0,0 0-21 15,0 0-24-15,0 0-16 0,0 0-2 0,4 10-18 16,-4-10-24-16,3 10 3 0,-1-3 9 0,-2-1-21 16,4 0-9-16,-4 2-2 0,1-1-4 0,3 1-13 15,-3-1-27-15,0-2-13 0,2-1-16 0,-3 1-14 16,1-2-7-16,-1 2 0 0,3-1 4 0,-3-4 9 16,1 4 2-16,-1-4 3 0,0 0 7 0,0 2 5 15,0-2 12-15,0 0 13 0,0 0 24 0,0 0 4 16,0 0-25-16,0 0 2 0,9-8 11 0,-5 4-10 15,0 0 9-15,1-1 2 0,-1 2 9 0,-2-1-2 16,2-2 1-16,3 3-6 0,-2-2-3 0,-4 2 7 16,7 1-9-16,-8 2-1 0,6-6-10 0,-1 4-5 15,-5 2-15-15,10 0 0 0,-10 0 0 0,14 3 0 16,-7-1 0-16,-2 1 0 0,1 0 0 0,2 0 0 16,-3 1 0-16,1-1 0 0,0 3-45 0,-1-2-48 15,2-1-29-15,-2 2-41 0,1-1-36 0,-3 0-36 16,-3-4-35-16,8 6-51 0,-4-6-62 0,-4 0-59 15,14 0-92-15,-14 0-364 0,12-3-972 0,-1-1 431 16</inkml:trace>
  <inkml:trace contextRef="#ctx0" brushRef="#br0" timeOffset="81771.1181">11751 2636 277 0,'0'0'372'0,"0"0"14"0,0 0 11 15,0 0 2-15,0 0 8 0,0 0-6 0,0 0-10 16,0 0-14-16,0 0-6 0,0 0-13 0,0 0-15 15,0 0-16-15,0 0-30 0,0 0-22 0,0 0-23 16,0 0-20-16,0 0-29 0,0 0 9 0,0 0-5 16,6 10-11-16,-6-3-23 0,0-1-19 0,1-1-7 15,-2 3-19-15,2 0-19 0,-1 2-8 0,-1-4-3 16,1 1-16-16,0 0-18 0,1-1-33 0,1 0-54 16,-2-1-42-16,0 2-47 0,0-7-55 0,0 6-47 15,0-6-45-15,2 6-40 0,-2-6-45 0,0 0-117 16,0 0-108-16,0 0-307 0,13-16-949 0,-7 6 420 15</inkml:trace>
  <inkml:trace contextRef="#ctx0" brushRef="#br0" timeOffset="81911.5941">11802 2492 319 0,'0'-6'417'16,"-1"1"-5"-16,1 5 1 0,1-6 5 0,-1 6 2 16,-3-5-30-16,3 1-29 0,0 4-39 0,0 0-35 15,0 0-33-15,-2-4-55 0,2 4-61 16,0 0-91-16,0 0-108 0,0 0-91 0,0 0-77 0,0 0-115 15,0 0-259-15,20 8-651 0,-13-7 288 0</inkml:trace>
  <inkml:trace contextRef="#ctx0" brushRef="#br0" timeOffset="82210.0142">12024 2432 222 0,'5'-6'581'0,"-2"1"35"0,-2 0 19 0,2-2 16 0,-1 1 4 15,0 1-14-15,-1 2-24 0,1-3-19 0,0 3-31 16,-1 0-26-16,-1 3-36 0,1-5-39 0,-1 5-41 16,0 0-46-16,2-2-287 0,-2 2-92 15,0 0 0-15,0 0 0 0,0 0 0 0,0 0 0 16,0 0 0-16,0 0 0 0,0 0 0 0,2 18 0 16,-2-8 0-16,0 3 0 0,0 4 0 0,0 4 0 0,1 4 0 15,-1-2 0-15,0 5 0 0,0-3 0 0,2-5 0 31,-1 2 0-31,-1 1 0 0,0-3 0 0,-1-4 0 0,1 4 0 0,0-3 0 0,1-5 0 16,-2-1 0-16,1 0 0 0,1 0 0 0,0-4 0 16,2 2-359-16,-1-4-229 0,-2 1-66 0,0-6-445 15,1 3-1190-15,-1-3 527 0</inkml:trace>
  <inkml:trace contextRef="#ctx0" brushRef="#br0" timeOffset="82584.9393">11973 2635 3 0,'-5'-3'484'0,"5"3"25"0,0 0 19 0,-6-2 6 16,6 2-14-16,0 0-26 0,0 0-30 0,0 0-38 15,-3-5-27-15,3 5-24 0,0 0-32 0,0 0-19 16,0 0-36-16,0 0-26 0,0 0-34 0,9-8-28 0,-5 4-19 16,2-1-19-16,3 4-25 0,1-5-7 15,2 0-32-15,3 0-16 0,-2 2-3 0,1 0-14 16,0 0-8-16,0-1-14 0,0 3-1 0,-1-1-5 15,-3-1-9-15,3 3 1 0,-4-2 1 0,0 0-4 16,1 2-14-16,-3 0 1 0,-1 1-4 0,-6 0-10 16,9 2 6-16,-3 1 2 0,-1 1-6 0,-1 0 2 0,0 1-3 15,1 1 0-15,-1 0 2 0,-1 0 3 16,0 5-6-16,1-4-4 0,-3 1-8 0,1-1 16 16,-1 2-3-16,0-2 6 0,1 0-6 0,-2 1-1 15,1-3 3-15,0 0-13 0,-1 0-18 0,1 1-25 16,1-3-33-16,-1 0-22 0,-1-3-13 0,1 6-12 15,1-2-22-15,-2-4-29 0,7 3-44 0,1-1-26 0,0-2-43 16,-1 0-42-16,-7 0-37 0,21-5-57 16,-14 2-44-16,-1-2-248 0,2-1-787 0,-3-2 348 15</inkml:trace>
  <inkml:trace contextRef="#ctx0" brushRef="#br0" timeOffset="82725.5215">12318 2466 292 0,'0'-3'398'15,"0"3"13"-15,0-6 16 0,0 6 1 0,0-4-11 16,0 4-23-16,0 0-30 0,0-3-33 0,0 3-30 16,0 0-38-16,0 0-26 0,0 0-43 0,0 0-59 15,0 0-69-15,0 0-103 0,0 0-112 0,0 0-74 16,0 0-73-16,0 0-83 0,0 0-217 0,9 12-646 16,-5-8 287-16</inkml:trace>
  <inkml:trace contextRef="#ctx0" brushRef="#br0" timeOffset="83414.2386">12446 2588 17 0,'0'0'454'15,"0"0"-3"-15,0 0 15 0,0 0 0 16,4-11-17-16,-3 9-21 0,-1 2-31 0,1-5-23 16,-1 5-30-16,2-6-26 0,-2 2-33 0,0 4-30 15,1-4-21-15,-1 4-29 0,0 0-23 0,4-3-20 16,-4 3-19-16,0 0-18 0,0 0-12 0,0 0-16 15,11 4-8-15,-11-4-17 0,5 6-7 0,-1-3-6 16,1 1-8-16,-2-2-3 0,-1 4-9 0,2 0-4 16,-4-2-7-16,1 1-6 0,1 0-2 0,-4 0-10 15,1-1-10-15,-1 3-7 0,0-3-15 0,-3 1-3 16,0-2-16-16,0 1-14 0,1-1-5 0,-1 0 1 16,1-2 5-16,-2 0 3 0,6-1 9 0,-9 0 5 15,9 0 4-15,-8-5 9 0,4 0 0 0,2 2 13 16,-1-2 13-16,2-2 7 0,2 0-3 0,-1 0 11 15,0-2 5-15,2 2 9 0,0-5 5 0,-1 5 15 16,2 0 5-16,1 1 3 0,-2 1 2 0,0 0 2 16,3 1-3-16,-3-1-1 0,2 1-9 0,-1 2-6 15,-1-1-8-15,-2 3-4 0,5-2-7 0,-5 2-1 16,0 0 1-16,11 4-7 0,-6-1 3 0,0 1-8 16,2 1-1-16,-1 3 3 0,1 0-4 0,1 1 5 15,-2-1-9-15,-1 0-1 0,2 2 1 0,-2 1 2 16,3-3-10-16,-1 3-18 0,-2-2-17 0,2 0 1 15,-2-2-6-15,0 1-7 0,-1-2 0 0,6-1-8 16,-1 0-10-16,1-2-1 0,3-3 3 0,1-1 5 16,5-2 5-16,-3-3 2 0,3-1 4 0,1-3 8 15,2-6 3-15,5-2 9 0,-3-1-1 0,-1 0 32 16,0-4 35-16,0 1 24 0,-1-1 16 0,-2 0 9 16,-2 0 13-16,-4 0 3 0,-7 6 12 0,-1 1-4 0,0 0-2 15,-2 4 1-15,1-1-1 0,-5 3-8 16,0 1-10-16,0 0 0 0,-1 3-2 0,-3 0-3 15,3 0-1-15,-3-1 3 0,2 3-9 0,-1 2-25 16,3-1 7-16,0 3-11 0,-3-4-4 0,3 4-16 16,0 0 3-16,0 0-3 0,-9 8 4 0,8-3-8 15,-1 4 0-15,-3 2-5 0,3 5-9 0,1-3-12 16,1 4 0-16,1 1 0 0,1 3 0 0,0-1 0 16,3 4 0-16,-2 1 0 0,1-7 0 0,-2-1 0 15,2-1 0-15,1 1 0 0,-1 0-41 0,1-6-103 16,0 0-42-16,2 1-53 0,3-5-68 0,1 3-106 15,1-7-108-15,6 2-536 0,-3-5-1145 0,7-2 507 16</inkml:trace>
  <inkml:trace contextRef="#ctx0" brushRef="#br0" timeOffset="83774.7627">13529 2367 194 0,'2'-7'532'16,"1"0"12"-16,0-3 13 0,0 4-5 0,-2-1-14 15,0 1-21-15,2 2-12 0,-2-1-15 0,-1 5 0 16,2-8-14-16,-1 6-18 0,-1 2-32 0,1-4-39 15,-1 4-35-15,0 0-40 0,0 0-32 0,0 0-29 16,0 0-34-16,0 0-104 0,0 0-113 0,0 0 0 16,0 0 0-16,0 18 0 0,1-6 0 0,-1 1 0 15,2 3 0-15,-4 7 0 0,2-3 0 0,0 0 0 16,2 0 0-16,-2 6 0 0,0-2 0 0,0-4 0 16,0 0 0-16,1-2 0 0,-4 2 0 0,2-2 0 15,1-1 0-15,-1-4 0 0,0-1 0 0,1-1 0 16,-2-2 0-16,1 0 0 0,2-2 0 0,-2-1 0 15,0-1-204-15,1-1-293 0,0-4-79 0,0 0-577 16,0 0-1248-16,0 0 553 0</inkml:trace>
  <inkml:trace contextRef="#ctx0" brushRef="#br0" timeOffset="84119.7866">13431 2321 326 0,'-2'-7'520'0,"-1"0"-3"15,-1 2 14-15,3-1 0 0,0-1-9 0,-2 2-25 16,3 1-39-16,4-5-46 0,-4 3-41 0,4-5-40 16,1 5-35-16,4-5-29 0,5 2-30 0,1-1-25 15,5 1-20-15,5-1-15 0,-6 2-16 0,8-1-21 16,-4 5-10-16,4-3-19 0,-7 5-14 0,9-4-4 16,-1 8-26-16,-8-1-2 0,7 3 3 0,-7-1-10 15,1 0-12-15,-3 2 3 0,-2-1-13 0,-2 3-2 16,-1-4-7-16,-3 3 0 0,-1 0-17 0,-1 0 7 15,-3 5 9-15,-1 1-7 0,1 0-2 0,-5-1 3 16,-5 2-6-16,-3 4 8 0,-6 6-5 0,-5-1-3 16,-8-5-16-16,2 1-30 0,-6 0-23 0,3-4-34 15,0-1-42-15,-2-1-33 0,11-3-38 0,0-1-35 16,6-2-35-16,4 0-57 0,-1-3-55 0,2 2-84 16,7-2-63-16,-1 1-284 0,2-4-882 0,0 0 390 15</inkml:trace>
  <inkml:trace contextRef="#ctx0" brushRef="#br0" timeOffset="85059.4573">13752 2548 209 0,'0'0'387'0,"0"0"-1"0,0 0-2 0,6-13-15 15,-2 8-22-15,-1 3-25 0,-1-3-26 0,1 0-20 16,-2 3-23-16,2-2-13 0,-1 1-27 0,-2 3-14 15,7-4-23-15,-3 2-18 0,-1 0-19 0,-3 2-15 16,8-1-15-16,-8 1-17 0,7 0-10 0,-1 2-1 16,0 1-13-16,2 2-2 0,-3-2-8 0,0 2-7 15,-1 2-8-15,2-4-6 0,-2 4 1 0,0-1-11 16,0 1 2-16,-3 0-2 0,2 0 1 0,-3 1-1 16,1-3-7-16,-1 0 2 0,0 3-3 0,-1-3-4 15,-3 0 2-15,0-1 2 0,0 1-2 0,-1-4 0 16,0 4-3-16,1-2 2 0,0 0-3 0,0-2-8 15,4-1 21-15,-6 1 5 0,6-1 14 0,0 0 7 16,-10-3-1-16,7-1-6 0,3 4 13 0,-3-7 0 16,1 2-4-16,2-2-5 0,2 1 2 0,-2 2-8 15,2-3-6-15,-1 1-4 0,2 0 4 0,1 0-4 16,-2 1-5-16,-1 1 4 0,3-1-4 0,0 2-11 16,1-1 3-16,-1 1-1 0,1 0-4 0,0 0-6 15,-1 1 4-15,1 0-5 0,3 1-2 0,-3-1 0 16,-5 2-2-16,10-3-2 0,-6 2-3 0,-4 1 3 15,9 1 2-15,-2 0-4 0,-7-1-2 0,10 2 2 16,-7 1-5-16,3-1 4 0,-2-2 3 0,2 4-4 16,-2-3 2-16,1 2 1 0,1 0 1 0,1 2-3 15,-1-3 3-15,-3 0-1 0,2 1-3 0,0 0 7 16,-1 0-10-16,2 0 3 0,-1 1 4 0,-1 1-5 16,0-3 0-16,1 2-1 0,1 1 3 0,-3-1 0 15,3 0-4-15,-2 2 1 0,-1 1-2 0,1-2-7 16,-2-2-8-16,2 2-3 0,-2 1-4 0,0-1-14 15,0 0 4-15,-2 0 0 0,0-2-8 0,0-3-4 16,-6 6 13-16,6-1-3 0,-4-1 7 0,2-3 2 16,-2 1 12-16,1 1 1 0,3-3-2 15,-6 1 7-15,6-1 8 0,0 0 13 0,-7-6 3 0,1 1 18 16,5 0 4-16,-1-1 11 0,2-1-1 0,3-1-1 16,-2-5-12-16,5 1 6 0,2-3-3 0,3 1-5 15,-1-4 0-15,2 2-4 0,5 1 1 0,-3 2-3 16,9-5-8-16,-1 2 2 0,2 0 3 0,-5 5 11 15,7-2 10-15,-8 3-4 0,-2 0 0 0,-3-1-2 16,2 3-1-16,-3 1-8 0,2 0 0 0,-4 2-7 16,6-5 0-16,-6 7 3 0,-4-2 3 0,5 0-3 15,-6 1-3-15,1 0 14 0,-1 1 2 0,-1 0 0 16,-4 3 1-16,4-5-1 0,-4 5-4 0,5-2-9 16,-5 2 4-16,4-4-4 0,-4 4-1 0,1-6-5 15,-1 6-1-15,1-7-3 0,-1 7-2 0,-2-7-1 16,-1 3-2-16,3 4-1 0,-4-8 0 15,2 3 12-15,-2 3 6 0,4 2 12 0,-4-6 15 0,4 6-2 16,0 0-3-16,-4-7-9 0,4 7-2 0,-6-2-3 16,6 2-10-16,0 0-4 0,0 0-6 0,0 0 4 15,-4 16 4-15,0-6 3 0,-1 1 3 0,1 2-3 16,-1 1 9-16,1 1 9 0,-2 3-9 0,2 1 2 16,-1 1-4-16,1-1-1 0,-1 1-3 0,5-2 6 15,-4 3-8-15,0-2 0 0,-2 1-5 16,2-3-15-16,0-1-33 0,0-4-38 0,3 1-32 0,1-3-35 15,-4 2-38-15,3-2-53 0,1-3-41 0,0-3-61 16,1 4-42-16,3-5-55 0,0 0-95 0,-4-3-359 16,0 0-951-16,0 0 422 0</inkml:trace>
  <inkml:trace contextRef="#ctx0" brushRef="#br0" timeOffset="85403.4101">14267 2559 300 0,'0'0'437'15,"0"0"0"-15,-5-5 6 0,5 5-18 0,0 0-26 16,0 0-21-16,-3-3-25 0,3 3-26 0,0 0-25 16,3-5-26-16,-3 5-28 0,0-7-24 0,0 7-33 15,5-6-12-15,-1 3-16 0,6-2-22 16,3 0-13-16,-4 1-17 0,5 0-10 0,-5 1-9 16,0-1-12-16,4 1-5 0,-3 0-9 0,3 0-10 0,-4 0-6 15,1 2-3-15,-1-2-6 0,-2 3-3 0,0-1-5 16,-1 1-2-16,-1-1-6 0,-5 1-6 15,9 0-3-15,-9 0-6 0,7 1-2 0,-4 2 1 16,0-1 2-16,2 3-4 0,-1 0 7 0,-3 2 2 16,4 2 1-16,-1 0 0 0,0 0-2 0,-4 2-1 15,1-4-7-15,3 5 5 0,-4-3 4 0,0 0-4 0,1-1 2 16,-2 1-6-16,1-4 1 0,0 2-1 0,0-1-2 16,0-1-24-16,0-2-23 0,0-3-31 15,0 7-28-15,0-7-18 0,4 4-17 0,-4-4-13 16,0 0-35-16,4 3-72 0,-4-3-86 0,0 0-99 15,14-10-329-15,-8 4-833 0,2-2 370 0</inkml:trace>
  <inkml:trace contextRef="#ctx0" brushRef="#br0" timeOffset="85544.156">14590 2434 351 0,'0'-3'434'0,"0"3"3"0,2-6-1 15,-2 2-4-15,0 4-32 0,0 0-44 0,1-4-40 16,-1 4-51-16,0 0-43 0,0 0-60 0,0-4-51 15,0 4-80-15,0 0-89 0,0 0-74 0,0 0-63 16,8 8-62-16,-4-4-63 0,-1 2-179 0,4-3-540 16,-2 1 239-16</inkml:trace>
  <inkml:trace contextRef="#ctx0" brushRef="#br0" timeOffset="85794.4322">14688 2489 367 0,'0'0'398'16,"0"0"14"-16,6-7 18 0,-6 7 6 0,0-4 3 15,0 4-20-15,0 0-12 0,0-4-20 0,0 4-25 16,0-5-18-16,0 5-21 0,0 0-35 0,-4-3-24 16,4 3-33-16,0 0-26 0,0 0-21 0,0 0-29 15,0 0-19-15,0 0-13 0,0 0-11 0,-5 9-13 16,2-3-5-16,0 0-14 0,-4 2-1 0,4 0-13 16,-1 1-3-16,-2 0-13 0,5 0-29 0,-4 2-13 15,2-3-30-15,2 3-23 0,0-1-24 0,1-3-14 16,-1 1-8-16,2 0-18 0,0-1-19 0,3-1-27 15,1-3-33-15,4 6-46 0,1-4-45 0,3-2-58 16,5-2-60-16,0-1-64 0,1-2-270 0,2-4-792 16,-1-4 351-16</inkml:trace>
  <inkml:trace contextRef="#ctx0" brushRef="#br0" timeOffset="86059.9607">14929 2277 140 0,'-3'-7'492'0,"2"-4"0"15,-4 5 31-15,4 2 34 0,1-2 13 16,-3 2 5-16,6 0-17 0,-3 4-19 0,0-5-18 0,0 5-24 16,0 0-20-16,0-6-34 0,0 6-34 0,0 0-36 15,0 0-41-15,0 0-37 0,0 0-35 0,0 0-122 16,0 0-138-16,0 0 0 0,0 0 0 0,0 19 0 16,0-7 0-16,-3 2 0 0,2 4 0 0,-1-2 0 15,-1 2 0-15,3 0 0 0,0 2 0 0,-4-1 0 16,2-2 0-16,0 0 0 0,-2-1 0 0,4 0 0 15,-1-3 0-15,2 4 0 0,-1-5 0 0,3 0 0 16,0-1-445-16,3 3-85 0,0-5-96 16,3 0-473-16,4-2-1190 0,-4-4 527 0</inkml:trace>
  <inkml:trace contextRef="#ctx0" brushRef="#br0" timeOffset="86514.1923">15071 2519 319 0,'0'0'395'16,"0"0"-20"-16,0 0 5 0,0 0-14 0,0 0-15 16,0 0-21-16,0 0-22 0,0 0-18 0,0 0-17 15,0 0-14-15,0 0-17 0,0 0-20 0,0 0-17 16,0 0-24-16,0 0-18 0,0 0-15 0,0 0-17 16,0 0-15-16,0 0-11 0,0 0-10 0,0 0-18 0,0 0 2 15,0 0-7-15,1 6-10 0,-1-6-1 16,10 0-8-16,-1-4 3 0,0 3 1 0,4 0-3 15,-3-1 0-15,3-1 2 0,1-1 4 0,-1 0-2 16,5-2-7-16,-4 0-2 0,0 0-5 0,-5-1 7 16,1 1-1-16,-1 0 4 0,-4 0 0 0,3 0-1 15,-4 1-9-15,1-1-4 0,-1 0-7 0,-1 3-4 16,-1-2-3-16,-2-1-7 0,0 0-1 0,-3 2-3 16,1-2-5-16,-3 1-4 0,-2 2 1 0,1 2-8 15,-1-2 3-15,-4 1 0 0,-1 1-4 0,0 2 1 16,-6 1-3-16,5 3 0 0,0-1 1 0,-1 2 0 15,4 2 2-15,-2-2-1 0,2 4-5 0,1-3 3 16,4 2 0-16,-3 1 3 0,3-2 0 0,4-1-1 16,-2 1-1-16,3 1 6 0,2 1 1 0,0-2-2 15,5 2 4-15,3-2 2 0,5 2-1 0,3 0-4 16,13 1 6-16,-3-3 0 0,5-3-7 0,0 0-23 16,-1-4-26-16,0 1-34 0,0-4-36 0,-1 2-39 15,-3-3-38-15,-2 0-53 0,-7 0-58 0,-6 1-75 16,1-1-96-16,-7-4-307 0,0 3-848 0,-5 1 375 15</inkml:trace>
  <inkml:trace contextRef="#ctx0" brushRef="#br0" timeOffset="87436.2432">16041 2323 168 0,'9'-17'440'0,"5"-6"23"0,-6 5-12 16,-2 4-5-16,4-5-14 0,-2 8-24 0,-4 0-13 15,0 1-11-15,-1 1-17 0,0 1-13 0,-2 2-34 16,2 3-8-16,-3-2-21 0,2-1-35 0,-2 3-21 16,0 3-25-16,-1-4-27 0,1 4-28 0,0 0-21 15,0 0-10-15,0 0-15 0,-14 2-9 0,0 9-15 16,0 0 0-16,-9 3-11 0,6-2-8 0,-10 6-8 15,3 1-2-15,1 3-13 0,4-4 2 0,4-3-10 16,1-3-6-16,0 3-4 0,3-2-11 0,-1 0-12 16,7-4 4-16,1 1-3 0,0 1 1 0,3-3 4 15,1 4-2-15,0-4-15 0,5 3 16 0,-1-6-4 16,1 4 2-16,1-2-4 0,2 3 2 0,1-4 0 16,-2 1 2-16,5 2 4 0,-5-4-6 0,2 3 3 15,2-1-4-15,-1-1-5 0,0 1 0 0,0-1 2 16,-1 1-3-16,-2 1 3 0,-1-2-1 0,0 2-3 15,-1 0 6-15,-1-2-5 0,0 1 0 0,0 1-3 16,0-2 5-16,-3 1-2 0,-2-1 3 0,1 0 1 16,-3 5-7-16,2-7 9 0,-4 6 4 0,-2-5-7 15,2 2 1-15,-5 0-9 0,1-2-4 0,1 0-6 16,1-3 4-16,1 2 1 0,2-3-1 0,-1 2 3 16,1-2 10-16,4-1 1 0,0 0 6 0,-9-4-8 15,9 4 8-15,-3-10 4 0,3 3-4 0,4-2-6 16,1-3 0-16,3-1 2 0,0-2 1 0,2 1 2 15,-1 1-3-15,0-1-2 0,2 6 4 0,-5 0 1 16,3 1-6-16,-1 0 1 0,2 0-2 0,-1 2-3 16,-5 1-5-16,4 3 3 0,-3-1-1 0,4 2-1 15,-3 0-2-15,3 1 6 0,-2 1-4 0,-1 1 3 16,0 1 4-16,-1 0-5 0,-1 1-3 0,1 2 9 16,-2-1-1-16,1 0-3 0,0 4 0 0,1-3-14 15,-4 1-18-15,2 0-29 0,-2-2-25 0,1 1-27 16,0-3-28-16,0 1-23 0,0 1-33 0,-1-2-42 15,1 0 5-15,0-1-28 0,-2-3-32 0,7 4-64 16,0-4-75-16,-7 0-307 0,11-7-809 0,-6 0 358 16</inkml:trace>
  <inkml:trace contextRef="#ctx0" brushRef="#br0" timeOffset="87592.5198">16253 2406 179 0,'3'-2'423'0,"-2"-1"10"0,0 0 18 0,-1 3 21 0,0-7 0 15,0 7-15-15,0-4-25 0,0 4-30 0,0 0-25 16,0-6-42-16,0 6-31 0,0 0-31 0,0 0-33 16,0 0-42-16,0 0-65 0,0 0-79 0,0 0-91 15,0 0-93-15,0 0-106 0,0 0-65 0,0 0-64 16,9 8-90-16,-5-1-231 0,0-5-742 0,2 2 329 16</inkml:trace>
  <inkml:trace contextRef="#ctx0" brushRef="#br0" timeOffset="87982.9879">16348 2473 79 0,'0'0'464'0,"0"0"20"0,0 0 19 0,0 0 20 15,0 0-2-15,0 0-21 0,0 0-34 16,0 0-33-16,0 0-25 0,0 0-25 0,7-7-32 16,-7 7-32-16,3-3-38 0,-3 3-30 0,4-5-25 0,-4 5-27 15,2-2-18-15,-2 2-30 0,7-1-11 0,-7 1-28 16,6 0 2-16,-6 0-20 0,0 0-9 0,14 0-14 15,-11 1-2-15,4 0-11 0,-3 2-3 16,1 0-13-16,-1 0-5 0,1-1-7 0,-1 1 2 16,0 1-13-16,1-1-14 0,-4 2-2 0,3 0 0 15,-3 1-3-15,2 1 0 0,-3 2 8 0,0 0-7 0,-3 0 1 16,2 4-10-16,-3-3 9 0,-2 1 6 0,-2-2-9 16,1 3 10-16,0-4-5 0,0 3 5 15,0-4-11-15,3 2 3 0,1-4 3 0,-1-1-6 16,0 1 1-16,1-1-2 0,2-2 3 0,1-2-2 15,1 5-3-15,-1-5 3 0,-1 3-6 0,1-3 4 16,0 0 6-16,10 3 6 0,-3-2-11 0,5-1-1 0,1-1-18 16,0 0-25-16,6-1-37 0,0-3-47 15,2 0-46-15,0 0-40 0,5-1-52 0,1-1-68 16,-8 3-62-16,1-3-67 0,0 1-73 0,-4-2-291 16,2-1-900-16,0 1 398 0</inkml:trace>
  <inkml:trace contextRef="#ctx0" brushRef="#br0" timeOffset="88437.2897">16730 2528 37 0,'0'0'436'0,"0"0"11"15,-8 0 29-15,8 0 9 0,0 0-4 0,0 0-26 16,0 0-34-16,0 0-33 0,0 0-23 0,0 0-30 16,0 0-22-16,0 0-25 0,0 0-35 0,0 0-19 15,0 0-19-15,0 0-22 0,0 0-22 0,0 0-18 16,0 0-14-16,0 0-16 0,0 0-7 0,0 0-15 15,0 0-11-15,0 0-15 0,0 0-10 0,7-3-2 16,-7 3-6-16,0 0-7 0,0 0-3 0,14 3-10 16,-5-4-1-16,3 0-4 0,1 0 0 0,6-5-2 15,2 3-2-15,-1-1 0 0,-2-2-6 0,0 1 1 16,-5 2-2-16,-2-2-1 0,2 0-2 0,-4 1 3 16,0 0-10-16,-3 0 7 0,1 1 3 0,-3-2-5 15,1 0-1-15,-4-1-7 0,4 5 1 0,-4-4-6 16,1 2-3-16,-5-4-9 0,3 7 3 0,-5-6-3 15,1 4 2-15,-1 0-5 0,-3-2 8 0,-2 3-3 16,-4 0-2-16,1 2-2 0,-6 1-1 0,1 3 3 16,0 0 0-16,-1 5 3 0,1-1 1 0,2 2-3 15,3 1-1-15,0 1 2 0,0-3-2 0,6 1 7 16,-1 0-18-16,5 0-2 0,0 1-3 0,0-3 7 16,6 4-1-16,-1-3 5 0,7 4 5 0,1-1 1 15,7-1 2-15,7 0-8 0,4-1-17 0,3-4-20 16,-3-3-16-16,0 0-20 0,0-1-14 0,0-1-29 15,-7-4-28-15,1 1-40 0,-1-1-49 0,0 0-64 16,-8 0-76-16,-1-2-105 0,1 0-334 0,-8 1-896 16,-1-1 397-16</inkml:trace>
  <inkml:trace contextRef="#ctx0" brushRef="#br0" timeOffset="89468.0655">11220 3339 364 0,'3'-4'413'0,"-3"-1"-22"0,0-1-22 16,0 1-7-16,0-1-3 0,0 1 8 0,0-1-12 16,-3 0-14-16,2 1-13 0,1-1-10 0,-4 1-14 15,3 0-17-15,-2 1-17 0,2 0-13 0,-1 0-9 16,2 4-10-16,-4-6-18 0,4 6-22 0,-3-4-18 16,3 4-23-16,-2-3-13 0,2 3-14 0,0 0-12 15,0 0-14-15,0 0-13 0,0 0-7 0,0 0-13 16,0 0 9-16,0 0 5 0,-10 13 1 0,4-4 8 15,1 1-7-15,0 3 12 0,-1 3 5 0,-3 1 5 16,2 3-2-16,1 7 0 0,1-2-2 0,-3 2-45 0,3 1-60 16,1-2 0-16,2 2 0 0,0 0 0 15,0 1 0-15,-1-2 0 0,1 3 0 0,0 0 0 16,-1 3 0-16,1-2 0 0,1 1 0 0,0-5 0 16,-2 0 0-16,1-8 0 0,0-1 0 0,1 1 0 15,-1-4 0-15,2-4 0 0,-3 2 0 0,3-4 0 16,-3 0 0-16,1-2 0 0,1-1 0 0,-2-1 0 15,2-2 0-15,1-3 0 0,0 7 0 0,0-7 0 16,0 5 0-16,0-5 0 0,-3 3 0 0,3-3 0 16,0 0-319-16,0 0-78 0,0 0-42 0,0 0-43 15,0-22-44-15,-1 12-37 0,-4 2-349 0,0-4-986 0,0 0 437 16</inkml:trace>
  <inkml:trace contextRef="#ctx0" brushRef="#br0" timeOffset="89671.1477">10901 3696 5 0,'0'0'383'0,"0"-4"6"16,0 4 36-16,-3-6 31 0,3 6 31 0,0 0 5 15,0 0-10-15,-4-6-20 0,4 6-15 0,-1-6-28 16,1 6-18-16,3-6-31 0,-2 1-34 0,2 1-38 16,-3 4-36-16,9-11-21 0,-2 2-21 0,3 2-26 15,3-2-34-15,11-5-54 0,-4 5-58 0,10-3-53 16,-4 1-55-16,5 0-59 0,-5 4-59 0,4-4-72 15,1 5-63-15,-5 0-65 0,1-2-65 0,0 5-73 16,-9-3-288-16,4 3-870 0,-3-2 384 0</inkml:trace>
  <inkml:trace contextRef="#ctx0" brushRef="#br0" timeOffset="89937.6635">11397 3535 304 0,'0'0'494'0,"0"0"29"15,0 0 20-15,0 0 13 0,0 0 1 0,0 0-2 16,0 0-21-16,0 0-17 0,0 0-17 0,0 0-17 16,0 0-33-16,0 0-33 0,0 0-36 0,0 0-41 0,0 0-37 15,0 0-31-15,0 0-30 0,0 0-32 0,0 0-200 16,0 0-10-16,0 0 0 0,0 6 0 16,0-1 0-16,-2-1 0 0,2 3 0 0,-1 0 0 15,1 0 0-15,0-3 0 0,-2 6 0 0,0 1 0 16,2-4 0-16,-1 1 0 0,0-1 0 0,1 0 0 0,0 2 0 15,1-4 0-15,0 0 0 0,1 1 0 16,-2-1 0-16,0-5-288 0,3 6-138 0,0-6-67 16,-3 0-91-16,0 0-45 0,15-9-334 0,-10 2-1041 15,1-2 461-15</inkml:trace>
  <inkml:trace contextRef="#ctx0" brushRef="#br0" timeOffset="90109.3803">11476 3467 16 0,'1'-4'367'0,"2"-1"8"0,-2 3 25 0,3-2 33 15,-4 4 23-15,4-6 3 0,-3 6-10 0,-1 0-23 16,3-3-32-16,-3 3-31 0,2-4-41 0,-2 4-35 16,0 0-36-16,3-2-52 0,-3 2-76 0,0 0-84 15,0 0-86-15,11 4-98 0,-7 0-106 0,5 2-95 16,0 0-94-16,0 1-249 0,0-1-745 0,0 0 329 16</inkml:trace>
  <inkml:trace contextRef="#ctx0" brushRef="#br0" timeOffset="90485.5184">11674 3584 183 0,'0'0'549'15,"9"-3"26"-15,-9 3 23 0,0 0 11 0,1-7-7 16,-1 7-21-16,3-2-30 0,-3 2-33 0,0 0-29 16,0 0-30-16,0 0-44 0,2-5-42 0,-2 5-41 15,0 0-37-15,0 0-35 0,0 0-33 0,0 0-27 0,0 0-25 16,0 0-19-16,0 0-112 0,0 0-44 0,-2 17 0 15,2-12 0-15,0 5 0 0,0-4 0 16,-3 1 0-16,6-3 0 0,-3 4 0 0,0-2-82 16,0 1-58-16,2-3-10 0,1 0-11 0,-3-4-3 15,1 8 5-15,-1-8 15 0,0 8 19 0,0-8 11 0,0 0 13 16,4 1 16-16,-4-1 14 0,0 0 4 0,0 0 26 16,14-10 28-16,-6 4 10 0,-2 1 11 15,2-2 14-15,-3 1 18 0,3-1 17 0,-1 2 19 16,0-2 9-16,-1 3 3 0,-1-2 7 0,-1 0 15 15,2 3-1-15,-3 0-3 0,-3 3-6 0,6-5-7 0,-6 5-13 16,4-4-8-16,-4 4-2 0,0 0-15 0,0 0-13 16,5-3 2-16,-5 3-6 0,0 0-6 0,0 0-8 15,0 0-38-15,16 7-43 0,-9-5-39 0,-2-1-39 16,1 3-54-16,0-1-74 0,5-2-85 16,1 5-86-16,-3-5-92 0,6 0-467 0,-2-2-1075 0,0 0 475 15</inkml:trace>
  <inkml:trace contextRef="#ctx0" brushRef="#br0" timeOffset="91141.6468">12049 3530 337 0,'3'-3'436'0,"-3"3"40"16,0 0 35-16,2-3 18 0,-2 3-9 0,0 0-21 0,2-5-35 16,-2 5-22-16,0 0-34 0,0 0-26 0,0 0-16 15,0 0-46-15,0 0-27 0,5-1-37 16,-5 1-32-16,0 0-32 0,0 0-18 0,0 0-24 15,0 0-42-15,0 0-39 0,0 0-29 0,0 0-7 16,1 9-1-16,-1-5-10 0,0 0-22 0,0 2-12 0,3-2-12 16,-3 0-7-16,-3 2-11 0,2-1-17 0,-1-1-12 15,-2 3-9-15,1-1-8 0,0 1-4 16,-1-2 2-16,-3-2 1 0,2 1-1 0,0 1 13 16,-1-1 10-16,-1-2 11 0,3-1 11 0,-1 0 10 0,5-1 8 15,0 0 6-15,-10-1 14 0,10 1 16 0,-7-6 5 16,7 0-4-16,0 0 2 0,1 0 14 0,1-1 12 15,0-1 12-15,1 3 6 0,0-3 12 0,1-2 11 16,-2 6 10-16,2-3 3 0,-1 2 1 16,1 2-1-16,-2-3-6 0,1 5-2 0,-1-2-12 15,-2 3-10-15,3-4-7 0,-3 4-6 0,0 0-2 0,2-4-15 16,-2 4 4-16,0 0-9 0,0 0-4 0,11 4-6 16,-8-1 7-16,1 0-5 0,1 3-3 15,2-3-3-15,-4 0-2 0,5 5-6 0,-3-2-11 16,3-3-20-16,2 4-8 0,-1 0-2 0,-1-2-4 15,3 1 5-15,-3-1 0 0,4 1-4 0,0-2-1 0,1-1 4 16,4 2 0-16,-5-5 4 0,6 0 7 0,-1 0 3 16,1-3 3-16,-1-2 0 0,2-1 4 0,1-4 3 15,2-5 4-15,-3 4 8 0,-2 0 17 16,6-7 2-16,-4 1 12 0,0 1 20 0,-5 1 5 16,-2 1-9-16,0-1 10 0,-1 0-10 0,-5 4 10 0,-1 0-4 15,-1 0-10-15,2 0-11 0,-5 0 7 0,2 4-12 16,-2 1 4-16,1 0 6 0,-2 1 7 0,2 2 9 15,-2 1-6-15,0 2-6 0,4-6 4 16,-4 6 1-16,0-1-18 0,0 1 0 0,0 0 3 16,0 0-9-16,0 14-2 0,-3-3 3 0,3 0-2 0,-1 1 0 15,1 4-15-15,0 2-6 0,0-2 0 0,0 0 0 16,1 0 0-16,2 0 0 0,0-2 0 16,-1-2 0-16,3-1-26 0,4 0-75 0,4 0-51 15,2-2-64-15,1 3-75 0,3-8-68 0,0 4-89 16,1-5-95-16,9 3-467 0,-7-9-1093 0,7-1 484 0</inkml:trace>
  <inkml:trace contextRef="#ctx0" brushRef="#br0" timeOffset="91517.3502">13497 3291 512 0,'2'-11'587'16,"-1"2"9"-16,-1-1 3 0,3 2-10 0,-4-1-12 16,1 4-24-16,1-6-20 0,-1 9-22 0,1-3-28 15,2 2-36-15,-2-1-43 0,-1 4-41 0,0-4-36 16,0 4-35-16,0 0-33 0,0 0-38 0,0 0-17 15,0 0-70-15,1 16-134 0,-3-4 0 0,2 5 0 16,0 3 0-16,-3 0 0 0,3 6 0 0,-2-1 0 16,-1 2 0-16,-2-2 0 0,2 0 0 0,1 0 0 15,2-6 0-15,1-1 0 0,-3 2 0 0,0-1 0 16,1-1 0-16,-2-1 0 0,-2-2 0 0,4-4 0 16,-4 0 0-16,4-2 0 0,-2-1 0 0,3-3 0 15,0 1-124-15,1-3-278 0,1 1-29 0,-2-1-19 16,0-3-65-16,0 0-84 0,0 0-346 0,0 0-1024 15,-2-21 453-15</inkml:trace>
  <inkml:trace contextRef="#ctx0" brushRef="#br0" timeOffset="91830.5679">13337 3290 283 0,'-4'-6'464'0,"-1"-3"16"0,-2 5 37 15,2-4 22-15,3 5 3 0,-1-3-10 0,-1-2-17 16,3 5-20-16,0-3-34 0,1 0-40 0,0 1-45 15,1-3-42-15,4-2-33 0,2 2-32 0,3 0-28 16,-3 0-22-16,11-2-26 0,-5 2-23 0,6 0-19 16,3 1-13-16,9 1-11 0,-1 1-19 0,2-3-7 15,-1 6-13-15,0 2-8 0,-2-2-34 0,-1 5-46 16,0-1 0-16,-6 2 0 0,-4-2 0 0,1 3 0 16,-2 0 0-16,-7 1 0 0,0-2 0 0,0 3 0 15,-3 1 0-15,-3 0 0 0,-2 3 0 0,-3 4 0 0,-2 2 0 16,-7 0 0-16,-4 4 0 0,-5-2 0 15,-4 4 0-15,-8-2 0 0,0-1-59 0,-2 0-144 16,-1-4-34-16,-1 0-25 0,6-3-24 0,3-2-19 16,7-5-15-16,9 0-14 0,-3-3-12 0,7 0-32 15,-2 0-34-15,8-1-52 0,0-2-301 0,0 0-827 0,0 0 366 16</inkml:trace>
  <inkml:trace contextRef="#ctx0" brushRef="#br0" timeOffset="92831.6011">13737 3482 361 0,'0'0'371'0,"0"0"-3"16,0 0-4-16,0 0 0 0,0 0-5 0,6-6-16 16,-6 6-10-16,0 0-20 0,3-5-18 0,-3 5-16 15,1-2-26-15,-1 2-24 0,0 0-24 0,8-3-22 0,-8 3-20 16,0 0-18-16,0 0-19 0,0 0-19 0,0 0-9 15,9 5-12-15,-7-2-11 0,1 1-7 0,1 0-10 16,-1 1-4-16,0 1-6 0,3 0-3 0,-3 2-16 16,-2-2-7-16,0 1-10 0,1 0-12 15,-4-2-10-15,1 4-11 0,1-5-17 0,-1 0-3 0,0 2-4 16,-1-2 5-16,-3 1 0 0,1-3 9 0,1 3 0 16,0-3 0-16,3-2 6 0,-6 2 1 0,6-2 7 15,-9 0-3-15,9 0 8 0,-8-4 1 0,7 0-1 16,0 1 5-16,-1-4 2 0,4-1 8 0,0 0 9 15,1-3 16-15,0 2 6 0,-1 0 14 0,1 2 12 16,3-2 13-16,-3 4 5 0,1-1-5 0,0 2-3 16,0-1-6-16,2 2-8 0,-1-1 0 0,3 2-12 15,1 1-3-15,5 1-5 0,-4 0-6 0,3 4 0 16,0-3-4-16,-3 3-2 0,4-1-2 16,-2 1-5-16,-2 1-3 0,3 0 2 0,-3-1-2 0,-1 1-4 15,0 0 1-15,-3-2-15 0,-1 1-19 0,1 0-15 16,-4-1-7-16,3 1-6 0,-2-1-5 0,-1-2 16 15,-2-1 2-15,5 0 8 0,-5 0 4 0,0 0 10 16,0 0 14-16,8 2 18 0,-8-2 22 16,0 0 4-16,5-3-6 0,-5 3-6 0,5-7-3 0,0 3 4 15,-1-1 13-15,1 0-7 0,-1 0 1 0,1 0-2 16,3 2 5-16,-2-3-4 0,-1 3-1 0,0-3 1 16,5 4-6-16,-2 0-4 0,-3 1-1 15,3-2 0-15,0 3-7 0,-3 1-4 0,4 1-1 16,-3 0-3-16,1 0 0 0,-2 1-1 0,0 1-3 0,2 1 0 15,-4 0-1-15,1 0 0 0,-2 2 0 0,0-1-4 16,-1 0-14-16,-1 1-5 0,0-4-5 0,0 3-8 16,-1 1-13-16,-1-3-7 0,0 0-7 0,-2 3 3 15,3-3 5-15,-1-1 2 0,2-3 4 0,-2 3 13 16,2 2 11-16,0-5 5 0,-5 2 18 0,5-2 14 16,0 0-3-16,0 0-3 0,4-11-1 0,-2 4 7 15,2-3 2-15,0 1-5 0,1-2-4 0,2-1 1 16,3-1-1-16,0-2 8 0,1 1 10 0,3-2-3 15,-2 1-1-15,7-4 1 0,0-2-2 0,-5 9-1 16,4-7 0-16,0 5 5 0,-5 0 2 16,2 0 5-16,2 1 1 0,-3 1 4 0,-1 1-4 0,1 0-1 15,-3 0-3-15,-2 2 13 0,0-1 4 0,-2 3 1 16,0-2 1-16,0 1-2 0,-2 0-11 0,-2 1 0 16,0 2-2-16,2-6-6 0,-4 3-6 0,-1 1 0 15,3 0-9-15,-4 0 1 0,2-3-6 0,-2 2-6 16,-1 3 3-16,2 0-2 0,-1-2-3 0,-1 3 4 15,0 0 2-15,1 1 4 0,1 3 5 0,-4-6-1 16,4 3-6-16,0 3-2 0,-4-2-8 0,4 2-3 16,0 0 6-16,-6 12 11 0,0-2 7 0,-2 5 14 15,0 3 24-15,-1 6 22 0,4 2 19 0,1 4 21 16,-2-2-3-16,0 2-5 0,3-2-4 0,-2-1-52 16,0 0-57-16,1-2 0 0,-1 0 0 0,1-7 0 15,3 1 0-15,-2-1 0 0,1 2 0 0,-3-2 0 16,2-2 0-16,2 0 0 0,2-4 0 0,-3-2 0 15,3 0 0-15,-1-2 0 0,0-1 0 0,-1-1 0 16,1-2-201-16,0-4-60 0,0 9-9 0,0-9-7 16,0 5-23-16,0-5-62 0,0 0-52 0,0 0-53 15,0 0-27-15,13-14-11 0,-11 9-269 0,3-4-838 16,-3-1 371-16</inkml:trace>
  <inkml:trace contextRef="#ctx0" brushRef="#br0" timeOffset="93160.0012">14353 3501 30 0,'-2'-2'189'0,"2"2"24"0,-1-5 19 15,1 5 6-15,0 0 12 0,-1-5 21 0,1 5 6 16,0 0 5-16,-4-4 8 0,4 4-6 0,0 0 3 16,0 0-2-16,0 0 2 0,0 0-1 0,0 0-8 15,0 0-10-15,0 0-21 0,4-4-28 0,-4 4-18 16,5-4-22-16,-1 2-18 0,0 0-14 0,2-2-18 16,0-1-11-16,5 2-11 0,-2-1-11 0,3 0-7 15,-3 0-12-15,3 1-3 0,-1 0-1 0,-3 1-6 16,1 0-3-16,-3 0-7 0,3 0-1 0,-1 1-11 15,-2 1 0-15,2-2-6 0,-8 2-7 0,9-2-5 16,-9 2-7-16,6 4 0 0,-2-1-6 0,0-1 1 16,0 2-2-16,1 1-4 0,-1 2 2 0,0 0-1 15,-2 2-2-15,1-2 2 0,-2-1-2 0,2 4 1 16,-3-1-2-16,1 0 3 0,-1-2-1 0,1 1 0 16,1-3-10-16,-2 2-19 0,0-1-21 0,0-3-23 15,1 0-35-15,-2 2-36 0,2-1-35 0,-1-4-29 16,1 4-30-16,-1-4-58 0,0 0-83 0,0 0-89 15,17-9-325-15,-11 0-850 0,2-1 376 0</inkml:trace>
  <inkml:trace contextRef="#ctx0" brushRef="#br0" timeOffset="93316.1801">14690 3327 228 0,'0'0'374'15,"0"0"-3"-15,0 0 16 0,1-3-10 0,-1 3-24 16,0 0-25-16,0 0-46 0,3-5-43 0,-3 5-43 15,0 0-48-15,0 0-43 0,0 0-53 0,0 0-60 16,1 12-71-16,-2-8-62 0,2 3-56 0,3-1-55 16,-3 3-209-16,2-3-499 0,3 1 221 0</inkml:trace>
  <inkml:trace contextRef="#ctx0" brushRef="#br0" timeOffset="93566.1169">14810 3430 180 0,'0'0'369'0,"0"0"19"0,7-5 25 0,-7 5 22 15,4-2 1-15,-4 2-5 0,3-4-21 16,-3 4-18-16,-1-5-14 0,1 5-10 0,0 0-20 0,-5-3-20 16,5 3-32-16,0 0-21 0,-5-2-28 0,5 2-27 15,0 0-21-15,-7-2-24 0,7 2-18 0,0 0-11 16,-12 7-12-16,8-5-12 0,0 3-20 16,-1-1-16-16,-3 5-5 0,4 0-6 0,-2-1-3 15,2 2-29-15,2-2-29 0,-2 3-21 0,1-2-17 0,3 1-17 16,-1 2-16-16,2-3-22 0,3 1-19 0,0 1-21 15,-1-2-22-15,5 0-28 0,-1-2-33 0,2 0-35 16,1-2-33-16,3 1-41 0,0-6-54 0,6 0-66 16,0-2-365-16,-1-5-860 0,2-1 381 0</inkml:trace>
  <inkml:trace contextRef="#ctx0" brushRef="#br0" timeOffset="93847.7107">15131 3290 382 0,'4'-9'395'0,"1"1"23"0,-4 1 20 15,3 0 28-15,-8-1 17 0,4 1 4 0,1 2-3 16,-1 0 3-16,0-1-7 0,-1 3 6 16,1 3-8-16,0-7-14 0,0 3-23 0,0 4-34 0,0-4-34 15,0 4-33-15,0 0-30 0,0 0-29 0,0 0-190 16,0 0-91-16,0 0 0 0,0 0 0 0,0 0 0 16,0 0 0-16,0 0 0 0,-6 18 0 15,3-4 0-15,0 1 0 0,0 5 0 0,0-2 0 0,2-1 0 16,1 3 0-16,-4 5 0 0,4-5 0 0,0-2 0 15,-2-1 0-15,0 3 0 0,4-6 0 0,-2 3 0 16,2-5 0-16,-2-2 0 0,2 4 0 0,0-6 0 16,3 2-36-16,-1 0-529 0,6-5-104 15,-5-1-485-15,3-1-1250 0,1-3 553 0</inkml:trace>
  <inkml:trace contextRef="#ctx0" brushRef="#br0" timeOffset="94270.3899">15282 3443 152 0,'0'0'356'16,"0"0"3"-16,5 8-6 0,-5-8 3 0,0 0-16 0,0 0-38 15,0 0-30-15,0 0-23 0,0 0-32 0,6 2-21 16,-6-2-13-16,0 0-18 0,0 0-22 0,0 0-17 16,0 0 1-16,0 0-22 0,0 0-13 0,0 0-10 15,0 0 2-15,4 3-14 0,-4-3 4 0,0 0-6 16,4 3-6-16,1-1-14 0,-1-1 6 0,2 0 2 15,3-1 0-15,0 0 15 0,-1 0-2 0,1-2-4 16,5-1-8-16,-4 0-6 0,4-3 9 0,-5 2 12 16,4-1-2-16,-3 0 3 0,0 0 15 0,-3 2 13 15,3-3-1-15,-5 1 0 0,-2 1-7 0,2-1-6 16,-3 2-8-16,1-2-7 0,-2 1-12 0,-1-2-9 16,-2 1-7-16,-1-1-4 0,1 3-7 0,-4-3-5 15,0 3-6-15,0-1-3 0,-2 2-2 0,-2-1-5 16,-3 3-3-16,4 2-3 0,-1 0 1 0,-3 3-1 15,3-1-5-15,-2 3-2 0,2-2 2 0,1 4-1 16,0-1-4-16,0 3 8 0,4 0-3 0,3 2-4 16,-1-4 2-16,2 1-2 0,2 0 1 0,-1 1 0 15,5-1-1-15,-1-1 0 0,6 0 3 0,0 2-1 16,2-4-11-16,3 1-16 0,3-1-24 0,0 0-36 16,4-4-41-16,6-3-57 0,-6 0-44 0,6-2-52 15,-1 0-54-15,-6-3-65 0,1-3-64 0,-8 4-233 16,1-6-755-16,-3 3 334 0</inkml:trace>
  <inkml:trace contextRef="#ctx0" brushRef="#br0" timeOffset="95162.6909">16226 3083 413 0,'3'-5'516'16,"-2"2"27"-16,-1 3 9 0,0-6-6 0,0 3-17 15,0 3-16-15,1-7-9 0,-1 7-11 0,3-3-20 16,-3 3-25-16,-3-5-28 0,3 5-29 0,3-3-33 16,-3 3-32-16,0 0-33 0,0 0-32 0,0 0-30 15,0 0-30-15,0 0-25 0,0 0-172 0,0 0-4 16,0 0 0-16,-15 14 0 0,7-3 0 0,-5 2 0 16,2 1 0-16,-1 3 0 0,-3 5 0 0,-3-2 0 15,5 2 0-15,3-5 0 0,0-1 0 0,1 1 0 16,4-2 0-16,-4 1 0 0,6-5 0 0,-2 1 0 15,4-1 0-15,-2 0 0 0,2-1 0 0,1 3 0 16,3-2 0-16,-1-1 0 0,7 1 0 0,0 4 0 16,0-7 0-16,-1 3 0 0,4 0 0 0,-4-2 0 15,1-1 0-15,4 0 0 0,-6 0 0 0,0 0 0 16,1 0 0-16,0-1 0 0,-3 1 0 0,1-2 0 16,-3 1 0-16,1 2 0 0,-2-1 0 0,0 2 0 15,-2-4 0-15,0 4 0 0,-4-2 0 0,0 2 0 16,-1-4 0-16,-2 6 0 0,-5-6 0 0,3 0 0 0,-2 3 0 15,-5-2 0-15,5-2 0 0,-2 1 0 16,3-2 0-16,-2-2 0 0,1 2 0 0,5-3 0 16,-1 0 0-16,3 1 0 0,4-2 0 0,0 0 0 15,-7-5 0-15,7 5 0 0,7-12 0 0,-3 3 0 16,4-3 0-16,5 0 0 0,1-3 0 0,1 1 0 16,5-2 0-16,-4 4 0 0,0-1 0 0,0 1 0 15,-1 3 0-15,0 0 0 0,-6 2 0 0,3 3 0 16,-1-3 0-16,-3 2 0 0,-3 2 0 0,3 1 0 15,-3-1 0-15,1 2 0 0,2 1 0 0,-8 0 0 0,12 1 0 32,-5 2 0-32,-2 0 0 0,0 1 0 0,0 2 0 0,1 0 0 0,-1 1 0 0,0 0 0 0,-3-1 0 15,2 4 0-15,-1-3 0 0,-1 0 0 0,0 1 0 32,0-3 0-32,-1 2-79 0,1 0-34 0,-1-3-30 0,0 1-32 0,1 1-37 0,-1-4-24 0,1-1-31 15,-2-1-20-15,7 3-35 0,-7-3-60 0,11-3-63 16,-2 2-44-16,3-7-352 0,-1-1-909 0,3-1 402 15</inkml:trace>
  <inkml:trace contextRef="#ctx0" brushRef="#br0" timeOffset="95318.9006">16506 3327 25 0,'-1'-3'393'0,"1"3"3"16,-1-5 33-16,-2 2 20 0,3 3 24 0,0 0 2 15,0-7-11-15,0 7-26 0,0 0-22 0,0 0-30 16,-4-3-38-16,4 3-40 0,0 0-31 15,0 0-38-15,0 0-61 0,0 0-75 0,0 0-91 0,0 0-120 16,0 0-106-16,0 0-81 0,0 0-85 0,13 10-422 16,-5-9-870-16,2 3 385 0</inkml:trace>
  <inkml:trace contextRef="#ctx0" brushRef="#br0" timeOffset="95710.2962">16603 3438 270 0,'0'0'501'0,"0"0"-1"0,0 0 2 16,0 0 2-16,0 0-26 0,0 0-35 15,0 0-41-15,0 0-34 0,6-11-26 0,-3 8-23 16,2-2-26-16,0 2-20 0,1 1-20 0,0-2-36 0,-1 0-29 31,-1 2-7-31,2-2-17 0,-1 2-21 0,-1 0-15 0,-4 2-16 0,9-1-15 0,-5 1-12 0,-4 0-10 16,10 1-4-16,-6 1-11 0,1 0-7 0,2 2-5 15,-5 1-5-15,2 0-9 0,2 0 1 16,-3 0-8-16,-2 3-3 0,3-2 2 0,-1 2-4 0,-6 1-2 16,3 0 3-16,-1 1-1 0,-2 1-6 0,-1 0 1 15,-2-1 0-15,2 0 3 0,-5 1-9 0,4-1 4 16,-4-1-3-16,4 0-1 0,0-1 0 0,0-2-2 16,1-1-2-16,0-1 3 0,2 0 5 15,0-2 4-15,2-2 8 0,-1 6 4 0,1-6 1 0,0 0-2 16,0 0 0-16,5 5-4 0,3-4 1 0,2-1-6 15,9 0-10-15,0-1-27 0,1-1-38 0,-1 0-42 16,9 0-37-16,-8-2-38 0,1 1-48 0,0-4-35 16,6-2-42-16,-6 5-46 0,-10-2-49 0,7-1-53 15,-4 3-49-15,-5-4-318 0,3 2-878 0,-6 2 389 16</inkml:trace>
  <inkml:trace contextRef="#ctx0" brushRef="#br0" timeOffset="96149.1346">16983 3475 122 0,'0'0'342'0,"0"0"16"0,-8-1 30 16,8 1 20-16,0 0 14 0,0 0-1 0,0 0-15 16,0 0-18-16,0 0-15 0,0 0-11 0,0 0-13 15,0 0-22-15,0 0-26 0,0 0-21 0,0 0-14 16,0 0-29-16,0 0-21 0,0 0-34 0,0 0-23 16,0 0-14-16,0 0-15 0,0 0-12 0,0 0-13 15,0 0-14-15,0 0-6 0,0 0-10 16,0 0-11-16,0 0-7 0,0 0-2 0,22 2-9 0,-14-2-4 15,3-1-2-15,1-1-5 0,-1-1-2 0,3 0-8 16,-1 0 2-16,0 0-9 0,-2-2 2 0,1 0-3 16,-1 0 5-16,-7 2-5 0,5-1-1 15,-4 0-3-15,2-1 0 0,-4 2-2 0,1-1 1 16,0 0-5-16,-1 1-6 0,-1 1 6 0,-2 2-5 0,-1-8-4 16,-3 5 2-16,4 3-7 0,-5-7-4 0,-4 6 0 31,4 1 4-31,-3 0-3 0,-2 0 1 0,0 0-2 15,-2 3 5-15,3 2-7 0,-3 1 9 0,3 1-4 16,0 0 9-16,0 2-13 0,0 0-2 0,4-1 6 16,-1 2-2-16,5-2-9 0,-1 2-2 0,4 0-3 15,-2-1 7-15,3 1 2 0,2-2-4 0,3 2-4 16,-2-4-5-16,5 0-2 0,1 1-13 0,1-4-13 16,6 5-14-16,0-3-21 0,4-1-21 0,-2-3-15 15,8-1-16-15,-1-1-23 0,1-3-33 0,0 0-45 16,-3-3-48-16,-4 2-55 0,4-2-66 0,1-2-49 15,-10 0-298-15,0 1-821 0,1-2 364 0</inkml:trace>
  <inkml:trace contextRef="#ctx0" brushRef="#br0" timeOffset="100463.8123">6419 4952 349 0,'4'-5'405'0,"-4"-3"2"16,2 4 3-16,-2-2-4 0,1 1-4 0,2-1 2 15,-3 2-3-15,0-1-10 0,1 1-5 0,-1 4-20 16,2-5-18-16,-1 3-14 0,-1 2-13 0,0 0-14 16,3-5-15-16,-3 5-19 0,0 0-19 0,0 0-15 15,2-3-19-15,-2 3-16 0,0 0-12 0,0 0-8 16,0 0-13-16,0 0-11 0,0 0-19 0,0 0-5 16,0 0-48-16,0 0-88 0,0 15 0 0,0-6 0 15,4 3 0-15,-4 4 0 0,5 1 0 0,-1 2 0 16,1 6 0-16,-3 1 0 0,5 0 0 0,-6 0 0 0,3 5 0 15,0-2 0-15,1 3 0 0,0 2 0 16,-4 0 0-16,2 0 0 0,-2 2 0 0,-1 1 0 16,-1-3 0-16,-2-1 0 0,2-1 0 0,1-1 0 15,-5 2 0-15,4-2 0 0,-2-2 0 0,2-2 0 16,-4 0 0-16,2-8 0 0,3 0 0 0,-4-2 0 16,3 0 0-16,-2-5 0 0,3-1 0 0,-1-3 0 15,1 2 0-15,0-6 0 0,0 2 0 0,0-2 0 16,0 2 0-16,0-4 0 0,0-2 0 0,-4 6 0 15,4-6 0-15,0 5 0 0,0-5 0 0,0 0 0 0,0 0 0 16,0 0 0-16,0 0 0 0,0 0 0 0,0 0 0 16,0 0 0-16,-2-17 0 0,2 8 0 0,5-7 0 15,-8 4 0-15,1-6-253 0,-1 0-533 16,2-9-406-16,-1 0-1292 0,-1-1 572 0</inkml:trace>
  <inkml:trace contextRef="#ctx0" brushRef="#br0" timeOffset="100979.1364">6295 4954 149 0,'0'-2'397'0,"0"-5"3"0,0 3 5 0,0-1-8 16,-1 0 0-16,2 0-11 0,-1 5 6 0,-1-8 0 16,1 1-5-16,0 1-7 0,1 3-5 0,-1-6-7 15,5 1-9-15,-1 0-25 0,1-1-28 0,3 1-24 16,1-2-33-16,5-1-17 0,4 4-22 0,6-5-22 16,3 2-8-16,3 2-12 0,1-1-11 0,4 2-11 15,0 3-14-15,-1 1-13 0,4 1-10 0,-2 2-15 16,-2 0-10-16,1 5-67 0,-2-1-17 0,-5 1 0 15,-1 2 0-15,-7-2 0 0,-2 4 0 0,0 0 0 16,-5 4 0-16,2 0 0 0,-6 1 0 0,0 2 0 16,-5-1 0-16,-3 3 0 0,-2 3 0 0,-8 2 0 15,-3 1 0-15,-4 0 0 0,-7 1 0 0,-3 0 0 16,-13 7 0-16,-1-5 0 0,-6-1 0 0,10-6 0 16,3-4 0-16,-3-2 0 0,4-1 0 0,2-4 0 0,3 0 0 15,5-3 0-15,4-2 0 0,3 0 0 16,6-1 0-16,-3-2 0 0,5 0 0 0,-1 0 0 15,2-1 0-15,6 0 0 0,-9-1 0 0,5-1 0 16,4 2 0-16,-8-6 0 0,7 2 0 0,0 2 0 0,1 2 0 16,-2-7 0-16,2 2 0 0,2 2 0 15,-1-1 0-15,-1 4 0 0,5-2 0 0,-5 2 0 16,9-3-202-16,-3 4-375 0,-6-1-73 0,12 4-477 16,-6 0-1222-16,-1-3 541 0</inkml:trace>
  <inkml:trace contextRef="#ctx0" brushRef="#br0" timeOffset="101807.0637">5942 6184 237 0,'0'0'256'15,"-5"-1"-7"-15,5 1-8 0,0 0-8 0,-10 0-9 16,10 0-3-16,-9 0-3 0,9 0-6 0,-9-1-3 16,9 1 4-16,-9 0-4 0,9 0-4 0,-10 0-4 15,10 0-3-15,-9 1-3 0,9-1 1 0,-8 1 6 16,8-1 0-16,0 0 8 0,0 0 4 0,-5 2 6 16,5-2 3-16,0 0 3 0,0 0 15 0,0 0 2 15,0 0-18-15,0 0-13 0,0 0-13 0,27-5 6 16,-5 2 3-16,8-3 7 0,4 2-3 0,5 1-7 15,19 1-2-15,2-5-8 0,1 3-4 0,6 0-8 16,-1-2-143-16,-1 2-40 0,32 2 0 0,-32-3 0 16,1 4 0-16,26-2 0 0,-31-1 0 0,-1-2 0 0,0 4 0 15,-1-3 0-15,-3-2 0 0,-5 3 0 16,-15 2 0-16,-4 0 0 0,1 1 0 0,-13 0 0 16,-1 0 0-16,-7 0 0 0,1 1 0 0,-4-3 0 0,1 1 0 15,-3 2 0-15,-2 0 0 0,-5 0 0 16,8-1 0-16,-8 1 0 0,7 0 0 0,-7 0 0 15,0 0 0-15,0 0 0 0,0 0 0 0,0 0 0 16,0 0 0-16,0 0-217 0,-25 3-271 0,12 0-61 0,3-1-53 16,-3 0-455-16,-1-2-1143 0,-4 4 506 0</inkml:trace>
  <inkml:trace contextRef="#ctx0" brushRef="#br0" timeOffset="102650.6543">6075 6728 82 0,'0'0'403'0,"9"-10"13"0,-5 7-3 0,0 1-4 16,0-2-4-16,-1 1-6 0,0-1-4 0,2-1-5 16,-1 1-5-16,1 1-8 0,-1 1-11 0,0-1-17 15,1 1-19-15,-1-1-15 0,-2 1-16 0,-2 2-20 16,8-3-29-16,-3 1-19 0,-5 2-27 0,9-2-17 16,-4 2-20-16,2 2-13 0,0 1-2 0,2 4-1 0,1-2-6 15,2 2-10-15,-2 2-3 0,2 2-5 16,0 2-18-16,-4 2-74 0,2 1-35 0,-1 0 0 0,-1 0 0 15,-3 2 0-15,0-2 0 0,-2 2 0 0,-1-2 0 16,-2 0 0-16,0 4 0 0,-2-5 0 0,-1-3 0 16,-1 0 0-16,-1-1 0 0,1-2 0 0,-1 0 0 15,0-4 0-15,1 2 0 0,0-2 0 0,3-1 0 16,-4-2 0-16,2 1 0 0,3-3 0 0,0 0 0 16,0 0 0-16,0 0 0 0,-4-9 0 0,7 0 0 15,1 0 0-15,0-3 0 0,5-3 0 0,2-3 0 16,5-7 0-16,-1 5 0 0,-4 4 0 0,6-4 0 15,-4 6 0-15,-2 2 0 0,2-1 0 0,0 1 0 16,1 0 0-16,-4 5 0 0,-1 1 0 0,5-1 0 16,-1 3 0-16,-2 1 0 0,1-2 0 0,-3 5 0 15,5 2 0-15,-4 1 0 0,2 2 0 0,-1 0 0 16,-1 3 0-16,-2-1 0 0,1 3 0 0,-3 0 0 16,2 5 0-16,1 1 0 0,0 0 0 0,-5 0 0 15,-2 0 0-15,-3-1 0 0,1-3 0 0,0-2 0 16,-3 1 0-16,1-1 0 0,1 0 0 0,-1-3 0 15,1-1 0-15,1-1 0 0,-2 0 0 0,0-2 0 16,2-3 0-16,0 4 0 0,0-4 0 0,0 0 0 16,0 0 0-16,0 0 0 0,8-11 0 0,-2 1 0 15,2 1 0-15,2-4 0 0,-1 3 0 0,3-3 0 0,-2-1 0 16,0 4 0-16,3-2 0 0,-4 2 0 0,-3 2 0 16,3-2 0-16,-1 5 0 0,-2-3 0 0,6 4 0 15,-7 0 0-15,0 1 0 0,3 2 0 0,-1 0 0 16,0 3 0-16,-1-1 0 0,2 2 0 0,1 2 0 15,-2 5 0-15,1-3 0 0,-1 5 0 0,0-2 0 16,2 3 0-16,-3 0 0 0,-2-3 0 0,-1 2 0 16,-1-1 0-16,0 1 0 0,0 0 0 0,-2-3 0 15,3 2 0-15,-3-4 0 0,0 1 0 0,-3-2 0 16,2 1 0-16,2-2 0 0,-1 0 0 0,0-1 0 16,0-4 0-16,0 7 0 0,-1-5 0 0,1-2 0 15,0 0 0-15,4 4 0 0,-4-4 0 0,0 0 0 16,10-7 0-16,-5 1 0 0,2-3-93 0,-1 0-410 15,0 0-60-15,-1-3-55 0,-1-5-451 0,0-1-1159 16,-4 0 513-16</inkml:trace>
  <inkml:trace contextRef="#ctx0" brushRef="#br0" timeOffset="103291.0927">6556 6429 202 0,'0'0'357'16,"0"0"7"-16,0 0 11 0,0 0-19 0,0 0-2 15,0 0-8-15,0 0 0 0,0 0 2 0,0 0-15 16,21 1-10-16,-21-1-18 0,0 0-22 0,7 1-22 16,-7-1-19-16,0 0-23 0,6 0-20 0,-6 0-18 15,0 0-12-15,7 3-15 0,-5-2-15 0,-2-1-13 16,3 6-10-16,2-4-13 0,-5-2-11 0,1 4-11 16,2-1-10-16,-3-3-1 0,2 6-7 0,-2-4-5 15,0-2-10-15,1 5-3 0,-1-5-6 0,-1 4 0 16,1-4-5-16,-1 5-1 0,-2-2-3 0,3-3-5 15,-7 3 3-15,3-3 0 0,4 0-5 0,-7 1 2 16,7-1-2-16,0 0 3 0,-10-3 6 0,10 3 12 16,-4-4 10-16,1 2 4 0,3 2-4 0,-3-5 3 15,3 5-2-15,-1-6-3 0,1 6 9 0,0-7-5 16,2 4-15-16,-2 3 2 0,8-6 1 0,-4 4-8 16,0-1 4-16,1 1-14 0,-1 0 1 0,3 2-5 15,1 0-5-15,-8 0-1 0,6 0 1 0,-6 0-5 16,11 0 3-16,-8 2-11 0,1 0 9 0,1 1-9 0,-4-1 5 15,2 3-2-15,-3-1-2 0,0 1-6 16,0-5-11-16,-4 8 10 0,-3-3-24 0,0-2-4 16,0 2-6-16,-1 0 1 0,-2 0-3 0,3-3-1 15,1 2 5-15,2-3 8 0,-1 0 4 0,5-1 5 0,-6 1 4 16,6-1 0-16,0 0 2 0,-9-1 9 0,9 1-11 16,-2-5 6-16,2 5-5 0,0 0-2 0,4-8 6 15,-1 6-3-15,-3 2-5 0,6-5-17 0,-1 2-22 16,-1 2-26-16,0-1-34 0,0-1-34 0,0 1-46 15,-1 0-51-15,-3 2-48 0,9-3-37 0,-9 3-52 16,5-1-58-16,1 0-40 0,-6 1-313 0,0 0-860 16,6-2 381-16</inkml:trace>
  <inkml:trace contextRef="#ctx0" brushRef="#br0" timeOffset="104042.3828">7896 6134 67 0,'0'0'328'0,"-5"2"2"15,5-2-1-15,0 0-2 0,0 0-5 0,-6-3 1 16,6 3 1-16,0 0 4 0,-4-3 12 0,4 3 6 15,0 0 3-15,0 0 6 0,0 0 1 0,0 0-8 16,0 0 0-16,0 0 6 0,0 0-31 0,0 0-22 16,0 0-24-16,13-8-19 0,-2 4-13 0,-1-1-16 15,7-1-16-15,1 2-13 0,1-3-16 0,0 3-15 16,-1-2-15-16,3 1-20 0,-6 0-104 0,3-1-30 16,-1 3 0-16,-5 0 0 0,0 0 0 0,-2 2 0 15,0 0 0-15,-2 0 0 0,-2 0 0 0,1-1 0 16,-1 2 0-16,-1-1 0 0,-5 1-85 0,0 0-160 15,9 1-43-15,-9-1-38 0,4 2-41 0,-1 0-30 0,-5 3-46 16,2-5-46-16,-2 11-46 0,-3-9-301 0,-1 3-906 16,1 1 400-16</inkml:trace>
  <inkml:trace contextRef="#ctx0" brushRef="#br0" timeOffset="104386.6069">7959 6271 310 0,'-3'2'377'0,"3"-2"25"0,0 0 12 16,0 0 11-16,-1 5 4 0,1-5-2 0,0 0-4 15,0 0-9-15,0 0-7 0,0 0-18 0,0 0 1 16,0 0-22-16,0 0 3 0,11 2-20 0,-4-2-8 16,-7 0-14-16,15-1-11 0,-1-1-11 0,-2 0-8 15,7 1-10-15,-1 1-20 0,2-6-129 0,2 6-140 16,-5-1 0-16,2-1 0 0,1 2 0 0,-3-3 0 15,2 1 0-15,-6 1 0 0,1-1 0 0,-1 1 0 16,1-1 0-16,-4 0 0 0,-1 2 0 0,0-3 0 16,0 3 0-16,-4-2 0 0,1 1 0 0,0 0 0 15,-6 1 0-15,6 0 0 0,-6 0 0 0,0 0 0 16,7-1 0-16,-7 1 0 0,0 0 0 0,0 0 0 16,0 0 0-16,0 0 0 0,7-1 0 0,-7 1 0 15,1-4 0-15,-1 4-498 0,0 0-125 0,0 0-74 0,0 0-366 16,-6-12-1150-16,8 6 509 0</inkml:trace>
  <inkml:trace contextRef="#ctx0" brushRef="#br0" timeOffset="104902.2015">9463 5378 315 0,'-2'-8'493'15,"-1"0"25"-15,2 1 20 0,-2 2-3 0,1 2-12 16,0-4 4-16,1 1-15 0,1 0 14 0,-1 3-7 15,-1-2-7-15,2 5-30 0,0-4-28 0,-1-1-35 0,1 5-32 16,0-3-37-16,0 3-34 0,0 0-51 16,0 0-265-16,0 0 0 0,0 0 0 0,0 0 0 15,1 19 0-15,1-9 0 0,-1 6 0 0,4 2 0 16,-5 6 0-16,4 3 0 0,-1 1 0 0,-1 3 0 0,-1 3 0 16,2-1 0-16,-2 0 0 0,3 1 0 0,-4 1 0 15,-4-1 0-15,3-1 0 0,-3-1 0 16,0 0 0-16,2-1 0 0,-1-1 0 0,-3 0 0 0,3-2 0 15,-1-2 0-15,-2 1 0 0,2-2 0 0,0-1 0 16,2-5 0-16,-1-4 0 0,3 1 0 16,-4-4 0-16,4 0 0 0,-1-2 0 0,1-1 0 15,-1-4 0-15,1 4 0 0,0-6 0 0,0 1 0 0,1 0 0 16,-1 1 0-16,0-1 0 0,0-4 0 0,3 4 0 16,0-3 0-16,-3-1 0 0,8 0 0 0,-8 0 0 15,14-3 0-15,-10 1 0 0,5-4 0 0,0-2 0 16,-1 3-400-16,1-5-255 0,3-2-24 0,1 0-398 15,-3-4-1165-15,2 2 515 0</inkml:trace>
  <inkml:trace contextRef="#ctx0" brushRef="#br0" timeOffset="105339.5099">9729 5794 163 0,'5'-10'341'0,"3"2"10"0,-2-3 24 15,-1 0 33-15,-1 5 21 0,1-2 12 0,-1 2 11 16,0 0-5-16,0 0 2 0,-3 1 2 0,3 0 2 15,-3 0 2-15,2 1-4 0,-3 0-14 0,0 4-25 16,2-6-29-16,-2 4-29 0,0 2-35 0,3-3-33 16,-3 3-29-16,0 0-180 0,0 0-77 0,0 0 0 15,0 0 0-15,-5 10 0 0,1-4 0 0,-3 4 0 16,1-2 0-16,-3 6 0 0,0 0 0 0,-4 1 0 16,3-1 0-16,-4 2 0 0,-3 4 0 0,-2 0 0 15,6-5 0-15,0-1 0 0,-2 0 0 0,0-2 0 0,4 0 0 16,1-4 0-16,3 0 0 0,1-1 0 15,0-4 0-15,0 1 0 0,5 0 0 0,-1 2 0 16,-1-4 0-16,0-1 0 0,3-1 0 0,-5 2 0 0,5-2 0 16,0 0 0-16,13 8 0 0,-6-4 0 0,5-1 0 15,-1-2 0-15,4 1 0 0,-2 1 0 0,0 2 0 16,0-3 0-16,1 1 0 0,-1-2 0 16,1 0 0-16,-4 3 0 0,3-2 0 0,-8 0 0 0,3-2 0 15,-3 1 0-15,3 1 0 0,-5-1 0 0,-3-1 0 16,8 1 0-16,-8-1 0 0,5 2 0 0,-5-2 0 15,4 1 0-15,-4-1 0 0,0 0 0 0,6 1 0 16,-6-1 0-16,0 0 0 0,0 0 0 0,0 0 0 16,0 0 0-16,0 0 0 0,8 0 0 0,-8 0-275 15,0 0-313-15,0 0-62 0,0 0-463 0,5-5-1206 16,-5 5 533-16</inkml:trace>
  <inkml:trace contextRef="#ctx0" brushRef="#br0" timeOffset="106012.4991">9981 5882 500 0,'6'-4'540'0,"-3"1"30"0,-2 1 15 16,-1 2 10-16,5-6-2 0,-2 4-15 0,-3 2-20 16,2-5-32-16,1 4-30 0,-3 1-39 0,0 0-41 0,4-3-36 15,-4 3-42-15,0 0-33 0,0 0-24 0,0 0-24 16,0 0-41-16,-3 15-216 0,2-5 0 15,-2-1 0-15,3 6 0 0,0-2 0 0,-4 3 0 0,3 0 0 16,0 4 0-16,1-4 0 0,0 1 0 0,0 1 0 16,-4-1 0-16,3 0 0 0,2-1 0 0,-5 1 0 15,3-5 0-15,0 1 0 0,-2-2 0 0,2-1 0 16,-3 2 0-16,3-4 0 0,1 1 0 0,-3-4 0 16,3 1 0-16,0 1 0 0,0-3 0 0,-1 0 0 15,1-4 0-15,-3 7 0 0,3-7 0 0,0 3 0 16,0-3 0-16,4 1 0 0,-4-1 0 0,0 0 0 15,5-7 0-15,-1 3 0 0,1-3 0 0,3-1 0 16,-2 0 0-16,6-5 0 0,-2 0 0 0,1 0 0 16,0-3 0-16,-2 0 0 0,2-1 0 0,1 2 0 15,-2 1 0-15,-1-3 0 0,0 2 0 0,1 1 0 0,-4 4 0 16,3-4 0-16,-1 5 0 0,-5-1 0 16,3 0 0-16,-1 3 0 0,-4 0 0 0,3 0 0 15,-3 3 0-15,2-1 0 0,-2 1 0 0,3 2 0 16,-4-2 0-16,0 4 0 0,4-2 0 0,-4 2 0 15,0 0 0-15,0 0 0 0,0 0 0 0,0 0 0 16,-12 7 0-16,7-2 0 0,-5 2 0 0,1 4 0 16,0-3 0-16,-5 5 0 0,5-4 0 0,-1 4 0 15,-3-1 0-15,5-1 0 0,1-2 0 0,-1 1 0 0,2 1 0 16,1 0 0-16,2-3 0 0,0-1 0 0,2 3 0 16,-1-5 0-16,2-1 0 0,1 3 0 15,1 0 0-15,2-3 0 0,3 2 0 0,2 2 0 0,1-4 0 16,0 1 0-16,8-1 0 0,-4 0 0 0,3-1 0 15,-1 0 0-15,5 1 0 0,-2-4 0 0,-9 2 0 16,3-1 0-16,2-1 0 0,-3 1 0 0,-1-1 0 16,1 1 0-16,-3 1 0 0,0-2 0 0,-3 0 0 15,0 0 0-15,-2 1 0 0,-4-1 0 0,8 0 0 16,-8 0 0-16,0 0 0 0,9 0 0 0,-9 0 0 16,0 0 0-16,0 0 0 0,0 0 0 0,0 0 0 15,0 0-120-15,0 0-421 0,0 0-53 0,0 0-53 16,0 0-402-16,0 0-1135 0,-18-12 503 0</inkml:trace>
  <inkml:trace contextRef="#ctx0" brushRef="#br0" timeOffset="106888.429">11085 5599 228 0,'1'-3'444'15,"-1"3"2"-15,-1-8 12 0,1 4 6 0,-1-1 1 0,1 5-8 16,-4-5-14-16,4 1 3 0,-3 0-20 15,3 0 11-15,0 4-1 0,0 0-14 0,-2-7-25 16,2 7-20-16,1-3-27 0,-1 3-30 0,0 0-28 16,0 0-29-16,0 0-29 0,0 0-27 0,0 0-28 0,0 0-179 15,0 0 0-15,1 21 0 0,3-9 0 0,0 7 0 16,1 0 0-16,0 8 0 0,3 1 0 16,-2-1 0-16,2 0 0 0,-3 4 0 0,1-1 0 15,-3-2 0-15,3 1 0 0,-1-1 0 0,-1 2 0 0,0-2 0 16,-1-1 0-16,-1-1 0 0,1 2 0 0,-3 0 0 15,0-3 0-15,0-4 0 0,1-3 0 0,-2-2 0 16,1 0 0-16,1-4 0 0,-3-2 0 0,3-1 0 16,-1-2 0-16,-1 0 0 0,1-2 0 0,-2 0 0 15,4-1 0-15,-2 0 0 0,0-4 0 0,1 5 0 16,-1-5 0-16,0 6 0 0,0-6 0 0,0 0 0 16,2 1 0-16,-2-1 0 0,0 0 0 0,12-7 0 15,-8 5 0-15,1-3 0 0,1-1-242 0,-4 1-337 16,5-2-53-16,-2 1-491 0,-1-4-1218 0,1 2 539 15</inkml:trace>
  <inkml:trace contextRef="#ctx0" brushRef="#br0" timeOffset="107373.2696">11370 5988 34 0,'9'-7'343'0,"0"1"3"16,-2-1 14-16,1 2 33 0,-5 1 14 0,4-2 16 0,-3 2-2 15,0-1-1-15,-1 0-11 0,0 2-10 16,1 1-15-16,0 0-28 0,-4 2-20 0,1-5-34 15,-1 5-32-15,0 0-12 0,0 0 1 0,0 0-9 16,9 9-7-16,-8-1-20 0,2-2-20 0,-2 6-17 0,2-4-16 16,-3 2-20-16,0 1-17 0,-3 0-9 15,3 0-11-15,0 5-13 0,0-3-9 0,-1-1-9 16,-2 1-79-16,2-3-3 0,1 1 0 0,0 0 0 0,-1-3 0 16,1 0 0-16,0-3 0 0,0 0 0 0,-4 1 0 15,4-3 0-15,4 1 0 0,-4-4 0 0,-4 5 0 16,4-5 0-16,4 4 0 0,-4-4 0 0,0 0 0 15,0 0 0-15,13-13 0 0,-8 4 0 0,4-1 0 16,5-6 0-16,-4 2 0 0,4-1 0 0,-4-2 0 16,2 3 0-16,-2 4 0 0,0-2 0 0,-2 4 0 15,2-2 0-15,-3 3 0 0,-1 3 0 0,1 0 0 16,-2 0 0-16,2 1 0 0,-2 0 0 0,2 3 0 16,-7 0 0-16,16 3 0 0,-3 3 0 0,-6-1 0 15,0 0 0-15,3 2 0 0,-2-1 0 0,0 3 0 16,-3-1 0-16,4 3 0 0,-7 1 0 0,2-3 0 15,0 3 0-15,0-2 0 0,-4-2 0 0,1 2 0 16,-1-2 0-16,3 0 0 0,-3-2 0 0,0 4 0 16,0-6 0-16,0 3 0 0,0-2 0 0,0-1 0 15,0-4 0-15,0 6 0 0,0-6 0 0,1 3 0 16,-1-3 0-16,0 0 0 0,0 0-362 0,0 0-58 0,0 0-40 16,0 0-54-16,5-16-53 0,-4 9-411 15,-1-4-1060-15,-1 0 469 0</inkml:trace>
  <inkml:trace contextRef="#ctx0" brushRef="#br0" timeOffset="108189.1695">13017 5263 339 0,'3'-3'404'0,"-2"-2"21"0,2 0 7 0,-1 3 6 0,-2-2 8 16,0 4 4-16,3-6 0 0,-3 3-6 0,1-1-4 15,-1 4-6-15,3-5-6 0,-3 2-11 0,0 3-20 16,1-3-24-16,-1 3-23 0,0 0-29 0,0 0-27 16,1-5-26-16,-1 5-27 0,0 0-23 0,0 0-36 15,0 0-182-15,0 0 0 0,0 0 0 0,0 0 0 16,-1 14 0-16,1-5 0 0,1 5 0 0,-1 1 0 16,2 5 0-16,-2-2 0 0,2 8 0 0,3-2 0 15,-5 1 0-15,3 0 0 0,-2-1 0 0,-1 2 0 0,0-5 0 16,1-2 0-16,-1 6 0 0,1-4 0 0,1-2 0 15,-2 0 0-15,1 0 0 0,-1-1 0 16,-1 2 0-16,1-1 0 0,-4-1 0 0,4-3 0 0,0 2 0 16,0-5 0-16,-1-1 0 0,1-3 0 0,-2-1 0 15,2 0 0-15,0 1 0 0,-1-6 0 0,-1 3 0 16,4 0 0-16,-2-2 0 0,0-3 0 0,-2 4 0 16,2-4 0-16,0 0 0 0,0 0 0 0,0 0 0 15,0 5 0-15,0-5 0 0,0 0 0 0,0 0 0 16,0 0 0-16,0 0 0 0,3-18 0 0,-3 11 0 15,2-5 0-15,-1-4 0 0,1 4-32 0,-2-1-524 16,2-3-67-16,2-1-45 0,-4-1-384 0,0-3-1140 16,-3 2 504-16</inkml:trace>
  <inkml:trace contextRef="#ctx0" brushRef="#br0" timeOffset="108626.8996">12911 5275 8 0,'-2'-4'305'0,"-3"-7"15"0,3 5 10 0,0 0 7 0,0-4 9 16,1 0 1-16,0 5 3 0,1-5 2 0,-2 2-14 15,2 3-11-15,3-3-19 0,2-2-24 16,-1 1-16-16,4 2-8 0,3-1-12 0,-2 2-12 0,5-3-8 16,4 3-5-16,1 0 2 0,-2 2-12 0,5 0-11 15,6 2-1-15,-2 1-18 0,3 1-19 0,0 0-17 16,-2 3-9-16,2 4 4 0,-2 0-9 15,-6-1-4-15,-1 3 0 0,-2 0-1 0,6 6-10 0,-10-6-4 16,0 5-4-16,-1-2-4 0,-1 4 2 0,-3 0-22 16,0 1-86-16,-3 1 0 0,-2 1 0 0,2 9 0 15,-6-4 0-15,0 1 0 0,-3 0 0 0,-3 0 0 16,-4 4 0-16,1-3 0 0,-4 3 0 0,0-2 0 16,-3-1 0-16,1-2 0 0,-5 1 0 0,1 0 0 15,-4-1 0-15,4-5 0 0,0 0 0 0,1-5 0 16,5-4 0-16,-1 1 0 0,0-1 0 0,3-4 0 15,2 0 0-15,0 0 0 0,2-1 0 0,1 0 0 16,1-2 0-16,1 0 0 0,0-2 0 0,0 3 0 16,4-4 0-16,-4 1 0 0,4-1 0 0,0 0 0 15,-4 6 0-15,4-6 0 0,-3 1 0 0,3-1 0 16,0 0 0-16,0 0 0 0,0 0 0 0,5-11-39 16,0 10-411-16,1-4-44 0,2 3-57 0,3-4-53 15,0 1-406-15,-1-1-1092 0,3 1 484 0</inkml:trace>
  <inkml:trace contextRef="#ctx0" brushRef="#br0" timeOffset="109127.3704">13526 5545 319 0,'3'-9'370'0,"4"2"12"0,-3-2 7 0,0-1 4 16,1 0-8-16,-3 4-6 0,1 1-12 0,2-2-14 15,-5 2-14-15,0 3-14 0,1-2-16 0,1 0-19 16,-2 4-25-16,-2-6-28 0,2 6-28 0,0 0-21 0,0 0-19 16,0 0-12-16,0 0-15 0,-6 12-13 0,1-8-14 15,0 7-14-15,-2 0 1 0,0-2-21 16,0 3-7-16,2-1-7 0,-3 3-2 0,2-2-9 16,0-1-2-16,-1 0-7 0,5 0 2 0,-2-2-13 0,0 0-7 15,0-1 2-15,4-1-1 0,-2-2-7 16,2-1 2-16,-4 2-5 0,4-2-3 0,0-4 2 0,4 6 3 15,-4-2-2-15,0-4-3 0,9 3-2 16,-4 2 3-16,0-4-7 0,0 1 0 0,0 1 0 0,4-1-1 16,-1-2-1-16,0 2 1 0,-1 1-4 0,5 2 1 15,-6-4 1-15,0 1 0 0,1 2-2 0,0-1 0 16,-1 0 5-16,-1 0-3 0,1 1 4 0,-2 0-5 16,-3 0 2-16,4 0 0 0,-4 1 2 0,2 0 2 15,-3-2-1-15,-3 3 1 0,2 0 4 0,-5 0 0 16,0-1-1-16,-1 1 3 0,-3 1 3 0,-2-1-4 15,2 0-2-15,-6 0-9 0,3-1 5 0,0-1-3 16,-1 2-4-16,2-4 3 0,-2 1-2 0,4-1-10 16,1-1-16-16,4 1-11 0,-4-1-21 0,4-1-22 15,5 0-34-15,0 0-46 0,-10-4-46 0,10 4-37 16,1-6-50-16,-1 6-39 0,5-11-42 0,0 7-46 16,8-1-44-16,-1-2-355 0,-2 0-881 0,6 0 390 15</inkml:trace>
  <inkml:trace contextRef="#ctx0" brushRef="#br0" timeOffset="109674.1983">13750 5654 275 0,'3'-4'288'0,"0"-1"3"0,-1 2-3 0,1-3-4 15,0 1-4-15,-1 1-7 0,1-2-6 0,1-1 6 0,-2 3-6 16,1 2-10-16,-1-2-16 0,3-1-20 15,-3 2-20-15,0 0-17 0,1 0-22 0,-1-1-15 16,2 3-14-16,0-2-14 0,-4 3-14 0,9-2-7 16,-3 2-14-16,-6 0-2 0,9 2-7 0,-1 1 2 0,-3 2-4 15,0-4-5-15,0 4-3 0,4-1-6 0,-5 3-4 16,-3-3-6-16,2 2-7 0,-2 4 0 16,2-3-5-16,-3 1-3 0,0-2 1 0,-3 1-8 15,3 1-1-15,-1 0-7 0,-3 0-1 0,0-1 7 0,-1 0-4 16,0-1-1-16,-3-1 0 0,3-2-1 0,-3 1-3 15,2 0 2-15,-3-2-3 0,4-1 0 0,-1 1 1 16,-1-2 12-16,7 0 13 0,-9-3 9 0,3 1 11 16,1-2 4-16,1-1 9 0,1 1 11 0,1-2 3 15,-1-4 1-15,3 1-3 0,-1 2 2 0,1-1 15 16,1-1-2-16,2 1 4 0,-2 4-19 0,3-5 3 16,-1 3 3-16,0 0-1 0,1-1-7 0,1 3 2 15,-2 0-9-15,1 1-9 0,-2-1-1 0,-2 4-12 16,8 0-3-16,-8 0 6 0,15 2 4 0,-10 2 0 15,0 0-8-15,3 2 8 0,1 3-2 0,-4-3-4 16,3 6 2-16,-3-3-56 0,4 1-2 0,-3 0 0 16,1 0 0-16,-2 1 0 0,0 1 0 0,-1-1 0 15,0-1 0-15,1 2 0 0,-2-1 0 0,0 0 0 16,0 1 0-16,-1-4 0 0,1 2 0 0,-3-3 0 16,1-2 0-16,2 1 0 0,-3 0 0 0,1-3 0 15,2 2 0-15,-3-4 0 0,0-1-6 0,1 4-158 16,-1-4-30-16,0 0-65 0,0 0-58 0,0 0-46 15,4-14-39-15,-6 5-43 0,1-4-66 0,-1 0-411 16,-2-5-998-16,-1-10 441 0</inkml:trace>
  <inkml:trace contextRef="#ctx0" brushRef="#br0" timeOffset="110189.8519">13039 4961 119 0,'0'0'393'0,"-6"-2"-4"16,2-1 6-16,0 1-20 0,4 2-22 15,-8-2-15-15,6-1-23 0,-6 1-4 0,8 2-6 0,-6-2-7 16,6 2-4-16,-7 0-1 0,7 0-7 0,-6-2-9 16,6 2-4-16,0 0-5 0,-8-1-3 0,8 1-12 15,0 0-7-15,0 0 6 0,-5-1-6 0,5 1-5 16,0 0 0-16,0 0-5 0,0 0-15 0,0 0-25 15,15-5-19-15,-3 1-15 0,7 2-4 0,10-3-143 16,3 0-15-16,3-2 0 0,21-1 0 0,-6 2 0 16,8-1 0-16,2 4 0 0,2-4 0 15,5 0 0-15,27-1 0 0,-3 4 0 0,-28 1 0 0,-1-1 0 16,-5 3 0-16,-17-1 0 0,-1 2 0 0,-7-1 0 16,-3 2 0-16,-11-2 0 0,-3 1 0 0,-6 1 0 15,1-2 0-15,-2 1 0 0,-2-2 0 0,1 2 0 16,-7 0 0-16,6 2 0 0,-6-2 0 0,9 2 0 15,-9-2 0-15,1 3 0 0,-1-3 0 0,-1 7 0 16,1-7 0-16,-9 7 0 0,4-3-274 0,0 2-208 16,-4-1-82-16,-1 0-95 0,0 0-377 0,-2-1-1121 15,1-2 495-15</inkml:trace>
  <inkml:trace contextRef="#ctx0" brushRef="#br0" timeOffset="110970.944">12837 6234 149 0,'-9'0'276'16,"9"0"-3"-16,-10 0-14 0,10 0-3 0,-9 0-9 16,9 0-3-16,-9 0-3 0,9 0 5 0,-9 0-12 0,9 0 0 15,-9 1-6-15,9-1-2 0,0 0-1 0,-4 1-4 16,4-1 1-16,0 0 3 0,0 0 0 15,0 0 3-15,0 0 4 0,0 0-9 0,0 0-4 16,0 0-5-16,0 0-1 0,26 2-3 0,-7-2 2 0,13 0-6 16,7 0 6-16,14-2-8 0,7 0-17 15,3-3-10-15,3-1-22 0,34 3 0 0,-4-2-8 16,2 0-11-16,1-3-13 0,9 5-13 0,3-6-9 0,3 2 0 16,1-5 4-16,-6 6-15 0,-11-3-90 0,-5 1 0 15,-31 6 0-15,-7-6 0 0,-2 6 0 0,-18 0 0 16,-7-2 0-16,-5 2 0 0,-5 2 0 0,-3-1 0 15,-4-1 0-15,-1 2 0 0,-3-1 0 0,0 1 0 16,-7 0 0-16,9-1 0 0,-9 1 0 0,8 1 0 16,-8-1 0-16,0 0 0 0,3 1 0 0,-3-1-113 15,0 0-244-15,-16 5-63 0,3-1-65 0,-6-2-66 16,1 2-62-16,-3-3-329 0,2 1-1021 0,1 0 451 16</inkml:trace>
  <inkml:trace contextRef="#ctx0" brushRef="#br0" timeOffset="111627.6081">13302 6638 340 0,'0'0'425'0,"-2"-6"12"0,2 6 6 0,0-5 6 15,0 5-6-15,-4-5-7 0,1 3-8 16,1-1-10-16,2 3-2 0,-5-4-14 0,5 4-15 15,-3-4-11-15,3 4-21 0,-2-2-22 0,2 2-24 16,0 0-28-16,-2-5-24 0,2 5-25 0,0 0-23 0,0 0-22 16,0 0-19-16,0 0-12 0,-2 11 21 15,0-2-50-15,4 2-127 0,-2 0 0 0,1 6 0 16,-1 0 0-16,1 3 0 0,2 5 0 0,-1-3 0 0,1 4 0 16,1 0 0-16,-4 2 0 0,2-2 0 0,-1-7 0 15,1 7 0-15,-4-1 0 0,2-7 0 16,2 0 0-16,-5 0 0 0,2-2 0 0,1 0 0 0,-1-2 0 15,-2-2 0-15,3-2 0 0,-1-1 0 0,0 2 0 16,1-4 0-16,0-3 0 0,0 4 0 0,-2-4 0 16,4 1 0-16,-2-1 0 0,0-4 0 0,2 4 0 15,-2-4 0-15,0 0 0 0,3 3 0 0,-3-3 0 16,0 0 0-16,0 0 0 0,7-8-385 0,-5 3-144 16,0-2-55-16,2-1-41 0,-3-3-387 0,3-4-1095 15,-1 2 484-15</inkml:trace>
  <inkml:trace contextRef="#ctx0" brushRef="#br0" timeOffset="112066.1269">13232 6706 163 0,'-4'-6'331'0,"4"0"3"0,-5 1 10 15,5 0 15-15,-4-1 2 0,4-1 0 0,-1 0-4 0,-3 1-2 16,4 1 0-16,-1-2-1 0,1 1 4 0,-3 0-2 15,3 0-12-15,-1 0-11 0,2 0-14 16,-1 0-30-16,3-2-24 0,1 3-20 0,1-3-24 0,1 0-22 16,3 0-18-16,5 2-16 0,3 0-8 0,2 1-7 15,0-1-11-15,0 2-14 0,1-1-6 0,8 3-11 16,-7 1-11-16,7 1-8 0,-5 0-15 16,-2 2-1-16,6 3-8 0,-6 3-19 0,5 4-46 0,-7-3 0 15,4 5 0-15,-3 2 0 0,1 2 0 0,-7-2 0 16,-5 2 0-16,3 4 0 0,-5 2 0 0,-3-4 0 15,-4 9 0-15,0-2 0 0,-4 4 0 0,-6-2 0 16,-3-1 0-16,-5 2 0 0,4-5 0 0,-7 1 0 16,1-2 0-16,-8 1 0 0,1-3 0 0,-1-2 0 15,0-2 0-15,0-2 0 0,0-2 0 0,2 1 0 16,3-3 0-16,5-1 0 0,2-6 0 0,3 1 0 16,4-3 0-16,0 1 0 0,3-3 0 0,1 1 0 15,0 0 0-15,5-2 0 0,-8 0 0 0,8 0 0 0,0 0 0 16,-3-7 0-16,3 7 0 0,8-9 0 0,1 3 0 15,1-1-261-15,3 1-243 0,2-3-76 0,3 3-72 16,1 2-381-16,-3-3-1118 0,5 3 495 16</inkml:trace>
  <inkml:trace contextRef="#ctx0" brushRef="#br0" timeOffset="112599.4364">13949 6841 363 0,'1'-3'386'0,"0"-4"1"16,1 3 4-16,-1-2-11 0,0 2-15 0,-1 4-19 16,2-6-14-16,-2 4-14 0,0 2-14 0,0 0-10 15,0 0-24-15,-2-7-23 0,2 7-21 0,0 0-20 16,0 0-25-16,0 0-17 0,0 0-6 0,0 0-7 15,0 0-12-15,-7 10-10 0,4-4-10 0,2 1-3 16,-2 3-6-16,-1 1-4 0,1 0-5 0,-2-1-10 0,1 1-2 16,0 0-14-16,0 1-7 0,-3 0-3 15,0-3-8-15,3 3 2 0,-1-1-13 0,0 0-5 16,1-3-5-16,-1 0 0 0,1 1-2 0,-1-4-4 0,5-1-5 16,-1 1 7-16,-2-1 0 0,3 0 29 0,0-1-17 15,0-3 13-15,0 8-9 0,4-5 10 0,2 1 2 16,-2-1 8-16,3 2-2 0,-1 1 2 0,2-2-1 15,2 2 0-15,-1 1-3 0,0-2-7 0,1 3 4 16,0-2-2-16,-3 0-6 0,0 1 7 0,1-1-5 16,-2-1-42-16,-1 2-13 0,-1-2 0 0,0 1 0 15,-3-1 0-15,1 1 0 0,0-1 0 0,-3 0 0 0,1 0 0 16,-3 1 0-16,0 0 0 0,-6-1 0 0,1 0 0 16,-3 1 0-16,-2-1 0 0,-1 0 0 0,1-1 0 15,-5-1 0-15,5-2 0 0,0 2 0 0,-2-2 0 16,2 0 0-16,3 1 0 0,-2-3 0 0,6 0 0 15,-3 2 0-15,9-1 0 0,-10-3 0 0,6 0 0 16,0 0 0-16,2-2 0 0,2 0 0 0,2 0 0 16,2-1-251-16,5-2-150 0,-1 2-54 0,3-1-60 15,7-2-57-15,-5 5-428 0,5-2-1083 0,1-1 479 16</inkml:trace>
  <inkml:trace contextRef="#ctx0" brushRef="#br0" timeOffset="113741.5391">13559 6429 140 0,'0'0'320'0,"0"0"0"0,0 0-1 15,0 0 1-15,0 0-5 0,-9 2 13 0,9-2-9 16,0 0-2 0,0 0-3-16,0 0-20 0,0 0-17 0,0 0-18 0,0 0-21 0,0 0-13 0,0 0-11 15,0 0-9-15,0 0-8 0,0 0-10 0,0 0-2 0,0 0-2 32,0 0-5-32,0 0-7 0,0 0-3 0,0 0-3 0,0 0-5 0,0 0 1 0,0 0-4 0,0 0-2 15,0 0 8-15,0 0-5 0,0 0 4 0,0 0 1 16,0 0-1-16,0 0 7 0,0 0 6 0,0 0 3 15,0 0-108-15,0 0-70 0,0 0 0 0,0 0 0 32,0 0 0-32,26-7 0 0,-16 3 0 0,9 1 0 0,0 1 0 0,12 0 0 0,1-4 0 0,7 3 0 15,0-1 0-15,14 0 0 0,0 3 0 0,-12-3 0 16,11 4 0-16,-1-3 0 0,-13 1 0 0,-4 0 0 16,-2-1 0-16,2 3 0 0,-13-2 0 0,1 2 0 0,-6-1 0 15,0 0 0-15,-2 1 0 0,-3-1 0 16,-5 1 0-16,2 0 0 0,-8 0 0 0,13 0 0 15,-13 0 0-15,5-1 0 0,-5 1 0 0,0 0 0 0,8 1 0 16,-8-1 0-16,0 0 0 0,0 0 0 0,0 0 0 16,0 0 0-16,0 0 0 0,0 0 0 15,0 0 0-15,0 0-206 0,0 0-141 0,0 0-33 16,-16 3-32-16,16-3-43 0,-8 2-66 0,8-2-47 0,0 0-316 16,-11-5-958-16,7 1 425 0</inkml:trace>
  <inkml:trace contextRef="#ctx0" brushRef="#br0" timeOffset="119090.8584">17835 2966 169 0,'0'0'404'0,"0"0"-9"0,-2-4 24 16,2 4-13-16,0 0-2 0,0 0-5 0,0 0-5 16,0 0-5-16,0 0-5 0,-4-2-6 0,4 2-14 15,0 0-19-15,0 0-9 0,0 0-23 0,0 0-33 16,0 0-20-16,12-4-35 0,-7 2-20 0,3-1-19 15,-1 2-13-15,-1-1-24 0,7-2-12 0,-7 3-22 16,1-1-25-16,-1 0-38 0,-6 2-41 0,8-1-51 16,-2 1-44-16,-6 0-59 0,9-1-58 0,-5 0-65 15,-4 1-70-15,0 0-44 0,0 0-11 0,1 5-30 16,-1-5-25-16,-5 8-18 0,-4 0-238 0,-1-2-760 16,0 3 336-16</inkml:trace>
  <inkml:trace contextRef="#ctx0" brushRef="#br0" timeOffset="119278.4771">17783 3089 122 0,'-4'4'210'0,"4"-3"35"0,0 4 33 16,0 0 34-16,0-5 25 0,-1 5 40 0,1-5 26 16,-4 4 18-16,4-4 10 0,0 0 9 0,0 0 13 15,1 4-8-15,-1-4-9 0,0 0-18 0,0 0-18 16,0 0-30-16,18-5-33 0,-11 3-32 0,0-2-30 16,6 2-29-16,-3-2-26 0,3-1-25 0,4 2-34 15,2-1-67-15,1 1-82 0,1-2-83 0,0 1-78 16,-4 2-82-16,3-1-92 0,-7-1-108 15,1 3-113-15,-5-1-489 0,0 0-1118 0,-2-1 495 0</inkml:trace>
  <inkml:trace contextRef="#ctx0" brushRef="#br0" timeOffset="120216.1057">19323 2463 44 0,'0'0'527'0,"-4"-5"9"0,4 5 14 0,-2-5-5 0,2 5-13 16,-3-5-8-16,2-2-18 0,-2 4-16 0,3-1 3 15,-1 1-10-15,-2-3-12 0,2 2-9 0,1 4-17 16,-4-5-25-16,4-1-15 0,0 6-22 16,-1-4-22-16,1 4-347 0,-3-3-14 0,3 3 0 15,0 0 0-15,-1-5 0 0,1 5 0 0,0 0 0 0,0 0 0 16,0 0 0-16,0 0 0 0,0 0 0 0,0 0 0 15,0 0 0-15,0 0 0 0,0 0 0 0,0 0 0 16,0 0 0-16,0 0 0 0,-5 11 0 0,9-1 0 16,-4-1 0-16,0 4 0 0,1 3 0 15,-1 3 0-15,-1 0 0 0,2 0 0 0,-2 0 0 16,1 2 0-16,0-3 0 0,1 8 0 0,-1-8 0 0,0-2 0 16,-1 0 0-16,1-4 0 0,-4 1 0 15,4-1 0-15,0 1 0 0,0-4 0 0,0 4 0 16,0-8 0-16,0 4 0 0,0-3 0 0,4-1 0 15,-4 2 0-15,0-2 0 0,1-3 0 0,-1-2 0 16,1 9 0-16,-1-7 0 0,0-2 0 0,0 5 0 0,0-5 0 16,0 0 0-16,0 2 0 0,0-2 0 15,0 0 0-15,0 0 0 0,0 0 0 0,0 0-316 16,0 0-336-16,4-10-54 0,-4 1-381 0,0 1-1176 16,0-4 520-16</inkml:trace>
  <inkml:trace contextRef="#ctx0" brushRef="#br0" timeOffset="120466.0482">19225 2414 432 0,'2'-5'491'0,"1"-1"16"16,-2 1-3-16,3 1-28 0,2-4-31 0,-1 2-20 15,0-4-31-15,4 2-21 0,4-1-14 0,1 0-21 0,0 0-27 16,4-1-22-16,-4 1-34 0,3 0-27 15,-5 5-23-15,7-3-17 0,-3 0-13 0,-3 3-27 16,1 1-16-16,-3-3-23 0,0 5-29 0,1-1-49 16,0 0-48-16,-2 2-47 0,-4 0-59 0,-6 0-56 15,12-1-55-15,-7 3-55 0,-1-1-36 0,-3 6-24 16,3-3-46-16,-4 0-33 0,-4 3-321 0,2 0-812 16,-6 1 360-16</inkml:trace>
  <inkml:trace contextRef="#ctx0" brushRef="#br0" timeOffset="120700.3709">19290 2514 408 0,'0'0'479'0,"0"0"39"16,0 0 17-16,0 0 6 0,0 0-17 0,0 0-13 16,0 0-19-16,0 0-26 0,0 0-33 0,16-5-41 15,-9 2-35-15,-2 2-36 0,0-2-28 0,4 2-31 16,-3-1-29-16,3-3-19 0,3 3-23 0,-5-1-24 15,2 1-43-15,2-1-59 0,0 0-71 0,-1 0-61 16,-1 2-58-16,0 0-66 0,1-1-69 0,-1 2-70 16,1-3-62-16,2 3-61 0,-5-1-57 0,1 1-356 15,-8 0-937-15,13 0 414 0</inkml:trace>
  <inkml:trace contextRef="#ctx0" brushRef="#br0" timeOffset="121184.6309">19544 2624 306 0,'0'0'454'0,"1"3"13"16,-1-3-4-16,0 0-15 0,0 0-34 0,0 0-30 16,0 0-30-16,0 0-25 0,0 0-25 0,-1 5-20 15,1-5-23-15,0 0-24 0,0 0-19 0,0 0-23 16,2 3-17-16,-2-3-12 0,0 0-22 0,0 0-13 15,0 0-20-15,0 0-8 0,0 0-6 0,0 0-9 16,0 0-7-16,10-2-10 0,-10 2-6 0,9 0-3 16,-1-1-6-16,0 1-2 0,2-2-8 0,3-1-3 15,0 1-4-15,0-3 9 0,5 1 0 16,-6-2-12-16,2 3-3 0,3-4 0 0,-6 0-4 0,2 2-2 16,-4 0-2-16,0-1 9 0,0 0 7 0,0 2 4 15,-3 1 4-15,-1 2 1 0,-2-2 7 0,1 0-7 16,-2 1-2-16,-2 2-9 0,3-4 3 0,-3 4-13 15,0-5-2-15,0 5-3 0,0 0-7 16,-5-7-6-16,1 5-3 0,0 0 4 0,-2 0-8 16,6 2-1-16,-13 2-3 0,7-1 0 0,-2 0-2 0,-2 5 6 15,1-1-7-15,1-2 2 0,-2 5-1 0,1 2-2 16,1-2-3-16,1-1 4 0,-1 2 0 0,4 1-1 16,-5-3-1-16,5 4-14 0,0-2-12 15,3 0-17-15,-1 1 3 0,2-3-6 0,1 0 5 16,0 0 3-16,4 1-7 0,-1-1-8 0,3 1-21 0,2-3-11 15,2 0-22-15,2-2-22 0,0 1-28 0,7-1-31 16,-1-3-60-16,0 0-35 0,-2-1-34 0,2-4-47 16,0-1-52-16,2 3-359 0,-6-4-845 15,-1 1 374-15</inkml:trace>
  <inkml:trace contextRef="#ctx0" brushRef="#br0" timeOffset="121637.806">19957 2616 340 0,'0'0'449'0,"0"0"3"15,0 0-4-15,0 0-21 0,0 0-27 0,0 0-28 16,0 0-25-16,0 0-32 0,0 0-33 0,0 0-22 16,0 0-25-16,0 0-23 0,0 0-29 0,0 0-10 0,0 0-18 15,0 0-13-15,0 0-15 0,0 0-15 0,1 3-10 16,-1-3-12-16,0 0-3 0,0 0-11 15,0 0-4-15,0 0-6 0,0 0-6 0,0 0-7 16,0 0 0-16,18-6-2 0,-13 2-3 0,1 2-3 16,4 0-6-16,-3-2-2 0,1-3-1 0,-2 2 9 15,-1 3-1-15,0-2 5 0,2-2-2 0,-3 1 6 16,1 2 9-16,-1-2-2 0,-2 1-12 0,1 1-8 16,-3 3 3-16,0-6-6 0,0 3-7 0,0 3-6 15,-2-7-6-15,2 7-4 0,-6-4-2 0,2 3-1 16,4 1-3-16,-11 0-2 0,0 3-5 0,0 2 3 15,0 0-3-15,-5 5 1 0,2 1 1 0,1-3-1 16,4 2-4-16,-1-3 3 0,2 3-7 0,2-1-20 16,0 1-19-16,3-2-11 0,-2 1 2 0,5 0 3 15,5 1-15-15,0-2-12 0,3-1-19 0,2-1-40 16,4 1-8-16,4 1-29 0,2-6-13 0,0 0-25 16,1-1-22-16,1 1-29 0,-2-5-35 0,1 2-29 15,2-3-45-15,-3-1-35 0,0 0-222 0,-1-3-682 16,-1 0 301-16</inkml:trace>
  <inkml:trace contextRef="#ctx0" brushRef="#br0" timeOffset="121981.9562">20292 2585 268 0,'0'0'413'0,"0"0"-5"0,0 0-16 0,0 0-21 15,-2-9-13-15,2 9-33 0,4-6-19 0,-4 5-21 16,3-2-24-16,-3 3-29 0,6-4-22 0,-6 4-24 15,10-6-19-15,-3 5-16 0,0 1-15 0,1-1-16 16,2 1-16-16,-1 1-5 0,0 1-17 0,1 3-5 16,-1-1-13-16,3 0-3 0,-4 2-8 0,-1-1-5 15,-2 2-8-15,3 0-1 0,-2 1-5 0,-3-3-8 16,1 4 1-16,-2-3-1 0,-2 2-2 0,-1 2 0 16,-4-2 3-16,2-2-6 0,-4 2 0 0,-6 2 1 15,-1-1-5-15,-4 0 3 0,-11-2-2 0,8-2-4 16,-7 2-2-16,11-3-1 0,-2-1 6 0,5 0 2 15,3-3-4-15,-1 0 1 0,1-3 1 0,2 2 1 16,2-3-3-16,2-2-8 0,1 1-1 0,-2-3-1 16,6 0-17-16,4-2-7 0,1-2-24 0,4-1-33 15,1 0-24-15,4 0-33 0,0-3-39 16,1 3-52-16,1 3-51 0,3 0-65 0,-2-2-55 16,1 4-263-16,-2-3-712 0,2 0 314 0</inkml:trace>
  <inkml:trace contextRef="#ctx0" brushRef="#br0" timeOffset="122231.9962">20402 2407 112 0,'0'-5'386'0,"2"-5"36"16,-1 0 26-16,1 1 36 0,-1-2 26 0,-1 4 8 15,1-2-5-15,-1 4 21 0,0-1 12 16,0 4-5-16,3-3-16 0,-3 5-24 0,-4-5-29 16,4 5-41-16,0 0-32 0,1-7-35 0,-1 7-43 0,0 0-157 15,0 0-164-15,0 0 0 0,0 0 0 0,0 0 0 16,0 0 0-16,0 18 0 0,-1-8 0 15,1 1 0-15,-3 5 0 0,3 1 0 0,-3 2 0 16,0 8 0-16,2-8 0 0,1 6 0 0,-3 0 0 16,1-5 0-16,2 0 0 0,0-3 0 0,-3 0 0 15,3 1 0-15,3-3 0 0,-3-1 0 0,-3 3 0 0,6-7 0 16,-1 1 0-16,2-1-517 0,5-1-174 16,0-3-474-16,4-3-1260 0,2-2 558 0</inkml:trace>
  <inkml:trace contextRef="#ctx0" brushRef="#br0" timeOffset="122858.892">21181 2306 326 0,'0'-4'565'0,"0"-2"19"0,0 1 1 16,0 2-15-16,-3-2-38 0,3-1-39 0,0 6-57 15,0-5-45-15,0 5-39 0,-1-2-37 0,1 2-40 0,0 0-23 16,0 0-24-16,-19 6-29 0,6 5-19 0,-2 0-14 16,-8 6-23-16,2 3-9 0,0 2-26 0,-1-1-5 15,4-1-7-15,-1 3-8 0,6-7-11 16,-1 2-9-16,5-3-7 0,0-1-6 0,-1 1-6 16,1-2-7-16,5-4-6 0,2 1-13 0,-1-3-2 15,3 0-3-15,0-1 0 0,1 0 2 0,1 3 1 0,3-3 3 16,1 2-4-16,2-1-7 0,2-1 3 0,-1 1 0 15,0-1-6-15,2-2-3 0,1 3 0 16,-3-1-3-16,1-2-2 0,-1 1-5 0,0 0 9 16,0 0-5-16,-4-2-1 0,0 2-3 0,-1 0 5 15,3-1-6-15,-5 0 5 0,2 1-6 0,-3 0 3 0,2 0-3 16,-2-1 0-16,-1 4 5 0,-4-3 2 16,2 0 1-16,-5 2 3 0,2 0-1 0,-4-1-3 15,-1-1 0-15,-3 2 3 0,3-1 1 0,-3-3-7 16,0 1 1-16,4 1 4 0,1-3 1 0,2-1 7 15,1 1-1-15,0-1 6 0,5-1 6 0,0 0-10 0,-9-5 0 16,9 0-9-16,0 5 2 0,6-12-1 16,2 1-2-16,1 0-6 0,1 2 8 0,4-3-7 15,4-1 1-15,-5 1 2 0,5 0-3 0,-4 2 5 16,4 2-8-16,-1 0 3 0,-1 1-12 0,-4 2 2 16,-1-1 5-16,3 3-2 0,-5 3-3 0,5-1 7 15,-5 1-6-15,4 0 0 0,-5 1 1 0,2 1 5 0,-1 6-2 16,1-2-3-16,-2 1 4 0,-3 0 2 0,1 0-3 15,-2 2-1-15,0 0 9 0,2 1-5 16,-2-1 0-16,-1 0-11 0,-1-1-14 0,1-1-15 0,-2 0-26 16,-1-3-23-16,0 2-27 0,0-1-34 15,0-1-34-15,3 0-53 0,-1-1-12 0,-2-3-32 0,0 0-60 16,0 0-94-16,0 0-91 0,14-7-291 0,-7-1-888 16,0 1 393-16</inkml:trace>
  <inkml:trace contextRef="#ctx0" brushRef="#br0" timeOffset="123015.1048">21365 2505 123 0,'0'0'445'15,"-2"-4"18"-15,2 4 14 0,-2-6-3 0,2 6-32 0,-1-4-38 16,1 4-40-16,-1-4-34 0,1 4-37 0,0 0-46 16,0 0-62-16,0 0-68 0,0 0-77 15,-3-4-72-15,3 4-70 0,0 0-62 0,0 0-74 16,14 8-97-16,-10-5-255 0,1 1-637 0,2-2 283 15</inkml:trace>
  <inkml:trace contextRef="#ctx0" brushRef="#br0" timeOffset="123391.0753">21461 2575 441 0,'0'0'537'0,"0"0"24"15,0 0 3-15,0 0-15 0,1 2-22 0,-1-2-24 16,0 0-49-16,0 0-38 0,0 0-35 0,0 0-42 15,0 0-30-15,12-7-38 0,-11 6-25 0,3-2-26 0,-4 3-28 16,6-3-27-16,-6 3-11 0,8-1-24 16,-8 1-9-16,10 2-15 0,-3 1-14 0,-1 0-10 15,-1-1-15-15,1 2-10 0,-2 0-18 0,0 0-19 16,0 0 11-16,-1-1-7 0,-1 1 1 0,2 3-7 16,-3-2 0-16,0 1-2 0,-1-1-6 0,0 2 3 15,-2 3-3-15,-1-1-1 0,-4 1 2 0,0 0 1 16,-2 3 3-16,-5 0 0 0,0 0-6 0,-1 0 3 15,1-2-3-15,-3 0-3 0,4-1 0 0,4-1 4 16,3-4 1-16,-3 1-4 0,4-3 0 0,1 1-5 16,-1 1-2-16,4-3 11 0,1-2-3 0,-3 4-2 15,3-4-3-15,7 2-6 0,4-2-11 0,3-1-6 16,4 0-10-16,5-3-35 0,-4-1-32 0,11 3-37 16,-1-2-42-16,-2 0-42 0,7-4-48 0,-7 2-63 15,0 1-49-15,-8 0-73 0,8-3-81 0,-11 3-329 16,4 0-933-16,-5-3 413 0</inkml:trace>
  <inkml:trace contextRef="#ctx0" brushRef="#br0" timeOffset="123828.3536">21801 2670 168 0,'0'0'475'0,"0"0"18"0,0 0 10 0,0 0 4 15,0 0-15-15,0 0-23 0,0 0-26 0,0 0-30 16,0 0-28-16,0 0-34 0,0 0-16 0,0 0-25 15,0 0-37-15,0 0-31 0,0 0-26 0,0 0-18 16,0 0-29-16,0 0-19 0,0 0-8 0,0 0-15 16,0 0-14-16,0 0-15 0,0 0-19 0,22-3-8 15,-11 2-6-15,0-3-9 0,2-1-5 0,4 2-8 16,1-3-5-16,6-3-3 0,3 1 0 0,-8 0-15 16,2 1 13-16,-3-2-8 0,-2 2-1 0,-2-2 4 15,-2 6-4-15,-2-1-6 0,-1-2 5 0,-3 3 8 16,-1 0 2-16,-1 1-2 0,0-1-18 0,-4 3 3 15,1-5-1-15,-1 0-5 0,0 5 0 0,-3-6-9 16,-4 3-6-16,3 3 1 0,-6-2 7 0,1 1-9 16,-7 2 0-16,-1 1 4 0,-2 3-1 0,-2 1-7 15,1 2 7-15,-7 2-3 0,10 1-2 0,-2 0 1 16,4-1 0-16,-2 4-1 0,8-1-1 0,-1 0 5 16,1-2 1-16,5 4-1 0,0 1 6 0,8-1-1 15,0 0 1-15,5 1 4 0,1-5-10 0,4 1 5 16,4 3-1-16,7-1-11 0,0-4-10 15,3 0 5-15,-2-2-15 0,3-2-8 0,-6-4-18 0,3 1-15 16,-7-4-18-16,0-1-30 0,-1 2-33 0,1-3-49 16,-1-1-64-16,-8 0-86 0,-2 2-105 15,1-1-121-15,-5-3-315 0,-3-1-965 0,-1 7 428 16</inkml:trace>
  <inkml:trace contextRef="#ctx0" brushRef="#br0" timeOffset="124516.4124">19186 3053 7 0,'0'0'308'0,"0"0"-10"15,0 0-17-15,0 0-20 0,0 0-17 0,8 0 2 16,-8 0-19-16,0 0-2 0,0 0-19 0,0 0-5 16,0 0-17-16,0 0-3 0,0 0-3 0,0 0-9 15,0 0-6-15,0 0-12 0,0 0-6 0,0 0-4 16,0 0-10-16,0 0-9 0,0 0-1 0,0 0-6 15,0 0-8-15,0 0-1 0,0 0-5 0,0 0-1 16,0 0 4-16,0 0 1 0,0 0-6 0,5 2-1 16,-5-2-6-16,0 0 2 0,9 1 4 0,-1 0 13 15,4 0 6-15,8 3 5 0,9-2 3 0,3 0-3 16,5-1 1-16,17-2-2 0,8-1-14 0,30 0-8 16,2-1-1-16,8 2 0 0,5 0-12 0,7-5-8 15,12 3-7-15,0-5-4 0,5 6 4 0,7-2-12 16,7-3 0-16,-4 6-5 0,2-1-7 0,-4 0 0 15,-4 1-3-15,-4 0-9 0,-4 1-3 0,-9 1 1 16,-7 6-3-16,-9-3-8 0,-2-4 1 0,-35 0 4 16,2 0-10-16,-3 1 1 0,-2-3-4 0,0 1 3 15,-4-4-1-15,-3 1-4 0,-4 2-1 0,-10 0-5 16,-4 2-4-16,-3-1-2 0,0 1-9 0,-3-2-7 16,-2 2-15-16,-8-1-25 0,-2 1-22 0,-5 0-34 15,-3 0-34-15,0 0-48 0,1-1-56 0,-7 0-59 16,1 1-60-16,-6 0-56 0,10 0-61 0,-10 0-376 15,0 0-934-15,0 0 414 0</inkml:trace>
  <inkml:trace contextRef="#ctx0" brushRef="#br0" timeOffset="125751.5487">19736 3384 106 0,'0'0'335'0,"1"-4"12"16,-1 4-4-16,0 0 12 0,0 0 4 0,1-3 4 16,-1 3 8-16,0 0-11 0,0-7-15 0,0 7-9 15,0-6-9-15,0 6-2 0,-1-4-6 0,1 4-5 16,0-8 3-16,0 8-1 0,1-4-3 0,-1 4 2 15,-1-4-12-15,1 4-16 0,0 0-13 0,-1-3-12 16,1 3-17-16,0 0-19 0,0 0-18 0,0 0-19 16,0 0-158-16,0 0-31 0,0 0 0 0,0 0 0 15,0 0 0-15,0 0 0 0,0 0 0 0,1 14 0 16,-1-3 0-16,0 1 0 0,0 5 0 0,-1 0 0 16,2 9 0-16,-2-6 0 0,-2 6 0 0,3 1 0 15,0-2 0-15,-4 1 0 0,3-1 0 0,-3-6 0 16,2 6 0-16,2-1 0 0,-3-6 0 0,-1 7 0 0,3-7 0 15,-3 0 0-15,0-1 0 0,3-1 0 16,-3 1 0-16,2-6 0 0,0 1 0 0,1-1 0 16,-3 0 0-16,3-3 0 0,-1 0 0 0,2-3 0 15,-2 0 0-15,2-5 0 0,0 9 0 0,0-7 0 16,0 3 0-16,0-5 0 0,0 0 0 0,0 0-316 16,0 3-105-16,0-3-96 0,0 0-84 0,0 0-455 15,10-13-1144-15,-8 0 506 0</inkml:trace>
  <inkml:trace contextRef="#ctx0" brushRef="#br0" timeOffset="126158.7492">19549 3434 320 0,'0'-6'458'15,"0"0"12"-15,0 1 8 0,4 0-16 0,-1-1-23 16,-1-2-20-16,2 1-27 0,2-3-22 0,1 3-11 16,0-5-17-16,5 0-19 0,2-1-22 0,1 1-17 15,4 0-19-15,4-1-27 0,1 2-24 0,5 0-22 16,0 2-19-16,-2 1-15 0,4 2-20 0,-1 2-11 16,1 3-13-16,-3 1-10 0,-7 1-11 0,-1 2-12 15,-2 2-10-15,0-1-10 0,-4 3 2 0,1-2-12 16,-3 1-10-16,-5 3-5 0,2-1-2 0,0 2-6 15,-6 1 16-15,-2 2-8 0,-2 3-2 0,-3 0-7 16,-6 1-2-16,-3 5-4 0,-7-1 7 0,-3-2-11 16,-2 0 7-16,-5-1 0 0,0-3-6 0,-2 1 4 15,0-2-5-15,4-4 8 0,0 0-4 0,10-4-8 0,3 0-18 16,1-1-5-16,2-3-20 0,5 0-10 16,0-1-19-16,4 1-25 0,-4 0-36 0,7-2-50 15,-6 2-50-15,6-2-84 0,0 0-109 0,0 0-92 16,0 0-83-16,25-7-337 0,-12 7-1002 0,1-2 444 15</inkml:trace>
  <inkml:trace contextRef="#ctx0" brushRef="#br0" timeOffset="126549.2873">19899 3651 114 0,'0'0'418'0,"0"0"10"0,13-6 1 16,-13 6-9-16,1-3-27 0,3 0-36 0,-4 3-30 16,1-3-32-16,-1 3-16 0,4-4-28 0,-4 4-24 15,4-2-22-15,-4 2-24 0,9-2-20 0,-9 2-21 16,10 2-15-16,-3 0-11 0,-1 0-15 0,1 0-9 16,4 3-12-16,-6-2-8 0,7 4-8 0,-5-2-4 15,5 1-7-15,-6 2-6 0,-1 2-6 0,-1-2-6 16,-1-1-13-16,2 1-8 0,-3 2-6 0,0 2-9 15,-2 0-11-15,-2-4-13 0,1 2 3 0,0-3-7 16,-3-1 6-16,0-1 8 0,2-1-6 0,-1 0 7 16,2 0 7-16,1-4 14 0,-5 2 17 0,5-2 14 15,0 0 23-15,-7-6 20 0,6 1 5 0,1-4 0 16,0-2-2-16,1-2 2 0,3 2-2 0,1-5-7 16,-1-2-11-16,2 2-6 0,3 2-6 0,0-1-4 15,-2 5-7-15,-1 1-8 0,3 0-14 0,-1 0-30 16,1 1-45-16,3 2-45 0,-3 3-43 0,0-1-45 15,5 1-52-15,-5 2-52 0,3 1-51 0,-12 0-50 16,15 2-39-16,-10 1-258 0,2 0-746 0,-2-2 330 16</inkml:trace>
  <inkml:trace contextRef="#ctx0" brushRef="#br0" timeOffset="126924.2349">20211 3670 212 0,'0'0'393'0,"8"-8"16"0,-8 8-6 0,5-5-15 16,-3 1-24-16,2 2-15 0,0-1-9 0,-1 0-13 16,2 0-24-16,-1 2-30 0,-2-2-28 0,3 1-21 15,-5 2-23-15,8-2-20 0,-3 0-18 0,-5 2-21 16,10-2-13-16,-3 2-14 0,0 0-17 0,0 1-2 16,-1 2-14-16,4-1-11 0,-6 1-4 0,5 0-6 15,-4 0-7-15,0 1-7 0,4-1-7 0,-5 4-4 16,0-2-2-16,1 2-7 0,-5 0 3 0,1 0-4 15,2 3-1-15,-6-7 1 0,2 8-7 0,0-3 1 16,-6 3-4-16,1-5 1 0,-3 5-6 0,0-1 0 16,-2-3-5-16,-1 0-9 0,-2-2 1 0,0 3 0 15,4-3 1-15,2-1 3 0,-1-3 4 0,3 0 9 16,6-1 12-16,0 0 3 0,-16-5 8 0,13 2 7 16,-1-3 2-16,1-4-6 0,2-1-5 0,5-1-7 15,-2 0-2-15,5-5-16 0,2 4-6 0,-2 4-25 16,3-1-40-16,1-2-36 0,-2 3-59 0,5 0-48 15,-3 3-58-15,3 1-52 0,-1 2-49 0,6-1-58 16,-6 1-337-16,-4 3-821 0,5 0 363 0</inkml:trace>
  <inkml:trace contextRef="#ctx0" brushRef="#br0" timeOffset="127269.4992">20490 3663 115 0,'0'0'393'0,"7"-6"8"0,-4 2-1 16,-1 0-13-16,4 0-29 0,-1 0-23 0,1 0-21 16,-1 1-18-16,4-3-19 0,-2 3-22 0,0-1-21 15,1 2-25-15,-1-1-21 0,4 3-16 0,-5 0-15 16,4 0-21-16,2 0-14 0,-2 2-11 0,2 0-11 16,-6 1-11-16,0 1-8 0,1 0-8 0,-2 1-6 15,2 3-5-15,-3-2-11 0,0 3-3 0,-4 1-3 16,2-1 0-16,-4 1-3 0,0 1-6 0,-4 1-3 15,-1-2 4-15,1-4-5 0,-5 4-2 0,1-6 0 16,-8 3 0-16,-1-2-4 0,9 1-2 0,-2-3 3 16,-2-1 12-16,5 1 28 0,-2-3 18 0,3 0 13 15,2-4-1-15,-1-3-8 0,1 0-5 0,3 0-10 16,-3-1-11-16,5-2-7 0,1 0-23 0,1-3-20 16,2 3-27-16,3-3-36 0,0 2-48 0,1 0-43 15,3-2-65-15,1 1-42 0,2 0-44 0,0 5-34 16,-3 0-44-16,3-3-35 0,1 0-34 0,-5 3-241 15,0 0-736-15,1 0 326 0</inkml:trace>
  <inkml:trace contextRef="#ctx0" brushRef="#br0" timeOffset="127535.5283">20690 3428 226 0,'0'-5'325'0,"0"-2"36"16,0 0 22-16,2-3 33 0,-2 4 18 0,-2-2 12 15,1 1 10-15,1 3 11 0,0-3 6 0,0 1 15 0,0 2-2 16,-1 0-9-16,1 4-14 0,-2-4-29 15,2 4-33-15,-1-5-31 0,1 5-42 0,0 0-36 16,0 0-29-16,0 0-61 0,0 0-202 0,0 0 0 16,0 0 0-16,0 0 0 0,0 13 0 0,0-3 0 15,0 1 0-15,-1 3 0 0,1 3 0 0,-3 2 0 16,1-1 0-16,-1 2 0 0,2-2 0 0,-1 1 0 16,0 3 0-16,-2-2 0 0,2-1 0 0,-2 1 0 15,3-3 0-15,-2 0 0 0,2-1 0 0,-2-4 0 16,-3 4-225-16,6-4-294 0,0 1-62 0,5-4-50 15,-4-2-409-15,4 1-1126 0,2-3 499 0</inkml:trace>
  <inkml:trace contextRef="#ctx0" brushRef="#br0" timeOffset="127925.7483">20867 3628 28 0,'0'0'383'0,"5"-4"47"0,-3 1 32 0,1 1 25 16,-3 2 0-16,3-3-15 0,-3 3-20 0,0 0-24 15,0 0-21-15,7-3-17 0,-7 3-33 0,0 0-35 16,0 0-35-16,0 0-34 0,0 0-23 0,0 0-29 16,0 0-21-16,0 0-21 0,0 0-11 0,2 13-18 15,-1-8-26-15,-1 0-30 0,1 0-21 0,0-1-30 16,-1 2-21-16,2 0-26 0,-1 0-23 0,-1-1-16 16,0-5-14-16,0 10-12 0,2-7-11 0,-2 2 5 15,0-5 4-15,3 6 7 0,-3-6 8 0,2 3 5 16,-2-3 15-16,9 1 6 0,-9-1 3 0,0 0 5 15,18-3 7-15,-9-2 6 0,-4 2 12 0,1-1 17 16,0 0 17-16,1 0 11 0,3-2 14 0,-3 1 12 16,1 0 12-16,-2 0 8 0,-1 3 9 0,0-3 5 15,-1 3-3-15,0-2-13 0,-4 4-6 0,10-5-6 16,-10 5-8-16,4-2-8 0,-4 2-5 0,0 0-8 16,8-2-4-16,-8 2-6 0,0 0-15 0,0 0-33 15,13 6-33-15,-8-3-35 0,-5-3-47 0,6 6-44 16,-1-3-56-16,2-1-51 0,-7-2-50 0,7 6-60 15,2-2-72-15,-9-4-283 0,12 0-821 0,-12 0 364 16</inkml:trace>
  <inkml:trace contextRef="#ctx0" brushRef="#br0" timeOffset="128175.7715">21246 3581 69 0,'3'-7'376'15,"-3"7"25"-15,1-7 43 0,-1 7 25 0,0-3 13 16,0 3-2-16,0 0-3 0,4-7-6 0,-4 7-10 15,0 0-12-15,0 0-25 0,0 0-34 0,1-6-37 16,-1 6-36-16,0 0-28 0,0 0-39 0,0 0-19 16,0 0-25-16,0 0-20 0,0 0-18 0,-15 15-21 15,6-9-14-15,1 0-14 0,3 0-8 0,0 1-15 16,-3 2-9-16,0-1-10 0,1 0-49 0,3 2-28 16,0-2 0-16,0-4-31 0,1 3-47 0,0-1-22 15,3 3-15-15,0-2-19 0,6 3-34 0,-2-5-38 16,5 4-52-16,3-4-43 0,7-1-31 0,0 3-31 15,9-3-32-15,0-3-42 0,4-2-21 0,0-6-9 16,1-2-258-16,-2 0-786 0,-3 0 349 0</inkml:trace>
  <inkml:trace contextRef="#ctx0" brushRef="#br0" timeOffset="128441.2826">21690 3441 228 0,'-3'-9'331'0,"2"0"41"0,-3 0 22 0,0 2 31 16,3 0 16-16,-3 2 8 0,0-2 16 0,-1 1 16 15,1 1 9-15,3 2 13 0,0-2-11 0,1 5-13 16,-7-6-26-16,6 4-23 0,1 2-30 0,0-4-31 16,0 4-31-16,0 0-34 0,0 0-36 0,0 0-189 15,0 0-79-15,0 0 0 0,0 0 0 0,-9 16 0 16,7-5 0-16,0 1 0 0,1 6 0 0,-3 0 0 16,3-1 0-16,-1 4 0 0,0 4 0 15,0-1 0-15,0-4 0 0,1 5 0 0,1-5 0 0,-4-2 0 16,4-1 0-16,-2 1 0 0,0-2 0 0,2 1 0 15,-2-6 0-15,2 0 0 0,-2-2 0 0,1 3 0 16,1-3 0-16,0-3 0 0,0 0-373 0,0-6-214 16,1 4-75-16,-1-4-434 0,0 0-1185 0,0 0 525 15</inkml:trace>
  <inkml:trace contextRef="#ctx0" brushRef="#br0" timeOffset="128675.6637">21566 3593 279 0,'0'0'424'15,"-5"-5"33"-15,3 2 43 0,0 2 39 0,2 1 15 16,-4-6 5-16,4 6-14 0,0 0-20 0,-4-4-26 16,4 4-20-16,0-3-23 0,0 3-31 15,0 0-29-15,0 0-28 0,0 0-35 0,0 0-32 0,0 0-38 16,0 0-29-16,12-5-179 0,-5 3-55 0,6 0 0 16,-1-3 0-16,7 2 0 0,-2-3 0 0,4 3 0 15,1-3 0-15,2-2 0 0,3 4-3 0,2-4-288 16,2 1-54-16,1 0-51 0,6-2-18 0,-6 2-18 15,-1 0-40-15,3 0-59 0,-5-2-354 0,-1 2-958 16,-8 3 423-16</inkml:trace>
  <inkml:trace contextRef="#ctx0" brushRef="#br0" timeOffset="129316.1156">22289 3363 253 0,'1'-4'414'16,"3"-3"19"-16,-2 1 3 0,0-1 9 0,-1 0-3 16,2 0-5-16,-2 1-6 0,-1 1-9 0,3 0-5 15,-2 1-13-15,-1-2-11 0,1 2-22 16,-1 4-27-16,0-5-26 0,0 5-38 0,0-3-35 16,0 3-26-16,0 0-27 0,0 0-24 0,0 0-18 0,0 0-13 15,-6 11-24-15,0-3 2 0,-1 2-16 0,-3 2-5 16,2 2-17-16,1 1-6 0,1-4-3 0,1 3-6 15,-2 0-9-15,4 0-4 0,-2-3-10 16,2 0-39-16,2 0 0 0,1-2 0 0,1 0 0 16,1 0 0-16,-1-2 0 0,4 1 0 0,-3 0 0 0,6-2 0 15,-4 0 0-15,1 2 0 0,2-2 0 0,3 2 0 16,-4-4 0-16,3 4 0 0,0-2 0 16,-5-1 0-16,5 1 0 0,-4 0 0 0,0-4 0 15,-1 1 0-15,1 2 0 0,-2 0 0 0,1-1 0 16,-1 0 0-16,0 1 0 0,-3-5 0 0,1 10 0 0,-1-4 0 15,-4 0 0-15,3 0 0 0,-4 0 0 0,0 2 0 16,-3-1 0-16,3-1 0 0,-5 1 0 0,2 0 0 16,-2-3 0-16,-3 1 0 0,4 0 0 15,-2 0-2-15,4-3-69 0,-3-1-1 0,4 0 9 16,6-1 1-16,-11 3 14 0,11-3 5 0,-8 0 1 16,8 0-3-16,0 0-8 0,-4-8-3 0,4 8 4 0,5-10 2 15,2 3 7-15,0-3 0 0,3 1 5 0,4-2 1 16,0 1 3-16,0 1 6 0,-3 1-1 15,4 0 3-15,-5 2 2 0,3 1 2 0,2-1-1 16,-2 3-1-16,0 1 3 0,-3 1 1 0,2 1 2 16,-5-3 1-16,2 3-3 0,-1 2 2 0,-2-1 4 0,2 0 1 15,-1 1 0-15,0 4 3 0,1-2 0 0,-3 1 1 16,-3 1 2-16,5 0 7 0,-4 0-1 0,1 0-4 16,0 0 3-16,-1 0-2 0,-1 2 4 15,0-3 0-15,0 0-1 0,2 1 3 0,-4-3-8 16,1 3-19-16,4-3-26 0,-5-3-28 0,0 7-33 0,0-7-27 15,0 0-34-15,1 5-19 0,-1-5-29 0,0 0-41 16,0 0-83-16,0 0-100 0,17-10-374 16,-17 10-887-16,10-12 394 0</inkml:trace>
  <inkml:trace contextRef="#ctx0" brushRef="#br0" timeOffset="129472.3324">22546 3474 260 0,'0'0'460'0,"0"-7"28"15,0 7 22-15,0 0-2 0,-1-3-34 0,1 3-47 16,0 0-42-16,-3-3-39 0,3 3-32 16,0 0-55-16,0 0-61 0,0 0-76 0,0 0-89 15,0 0-90-15,0 0-89 0,0 0-65 0,0 0-63 16,0 0-55-16,0 0-300 0,0 0-679 0,4 14 301 0</inkml:trace>
  <inkml:trace contextRef="#ctx0" brushRef="#br0">22583 3527 154 0,'0'0'421'0,"0"0"1"0,4 0 16 0,-4 0-15 15,0 0-21-15,8-6-32 0,-8 6-27 0,3-4-29 16,0 1-21-16,2 1-29 0,0 0-27 0,-1-2-27 16,2 1-15-16,2 1-17 0,2 0-11 0,1-1-14 15,-3 2-15-15,0 0-15 0,2 2-13 0,-1 0-11 16,-2-1-13-16,-1-1-11 0,1 2-6 0,0 2-7 15,2-1-11-15,-4 0-1 0,-1 2-7 0,0 1-3 16,-1 1-3-16,-1 1 2 0,2-2-6 0,-4 4-3 16,0-3 2-16,0 4 6 0,-4-1 8 0,0 2 3 15,-1-2-2-15,0 2 1 0,-3 0-6 0,-2-1-3 16,1 1-1-16,-2 1-5 0,-3 0-4 0,5-3-3 16,-2-1-2-16,3 1 1 0,0-5-5 0,3 0 0 15,-1 2-3-15,3-2 0 0,-2-3 2 0,2 3 4 16,3-4 6-16,-5 4 16 0,5-4 8 0</inkml:trace>
  <inkml:trace contextRef="#ctx0" brushRef="#br0" timeOffset="130287.7152">22892 3595 180 0,'0'0'360'0,"9"1"9"0,-9-1-5 0,0 0-6 0,4-4-23 16,-4 4-7-16,0 0-20 0,0 0-11 0,0 0-11 16,0 0-27-16,0 0-12 0,0 0-18 0,0 0-23 15,0 0-22-15,3-4-19 0,-3 4-15 0,0 0-11 16,0 0-14-16,0 0-5 0,0 0-12 0,0 0-11 15,0 0-12-15,11-1-9 0,-11 1-6 0,8-2-6 16,-2 1-9-16,1-1-1 0,4-2-6 0,-6 1-1 16,4 2 9-16,0-4 5 0,-1 2 6 0,-3 0 5 15,1-1 6-15,2-1 3 0,-3 0-1 0,0 2-5 16,-1 0-6-16,-4 1-5 0,3-3-9 0,-2 0-7 16,0 1-5-16,2-3-11 0,-3 3-1 0,0 0-3 15,-3-1-5-15,3 5-3 0,-5-6-7 0,4 4 2 16,-3-2-5-16,4 4-1 0,-8-1-4 0,3 0-3 15,5 1 3-15,-18 1-4 0,9 1-1 0,-1 3 1 16,-4 1 1-16,1 1-2 0,-1 3 1 0,-1-2 2 16,6 1-5-16,-1-1 4 0,-2 5-1 0,3-6-2 15,3 2 1-15,1 1 2 0,0-2 2 0,2 1-1 16,2 0 1-16,2 1 5 0,4 0 4 0,3-2-6 16,3 3 1-16,7 0-4 0,0-2-14 0,10 0-12 15,0-4-12-15,4 1-24 0,-5-4-30 0,4-1-36 16,2-2-36-16,1-2-49 0,-2-3-44 0,0 0-42 15,-1-1-41-15,-3 1-67 0,-7-1-402 0,-3-1-870 16,-2-3 385-16</inkml:trace>
  <inkml:trace contextRef="#ctx0" brushRef="#br0" timeOffset="131115.0114">23097 2660 346 0,'-4'-7'448'15,"0"-1"0"-15,-2 0-9 0,2 1-9 0,-2-2-21 16,2 4-21-16,-1-4-11 0,2 4-7 0,0-2-18 16,1 2-13-16,1 0-12 0,-3 1-17 0,4-1-11 15,-3 2-7-15,3 0-15 0,-1-3-10 0,1 6-15 0,0-7-12 16,0 4-14-16,1 0-20 0,1 0-21 16,-1-2-21-16,3 0-15 0,-2 0-16 0,2 0-13 15,1 0-13-15,2 0-8 0,4-3-15 0,-2 1-6 16,3 2-48-16,3-2-30 0,-5 0 0 0,2 3 0 15,0-1 0-15,-3 0 0 0,-1 1 0 0,-2 2 0 16,6 0 0-16,-6-2 0 0,2 2 0 0,1-2 0 16,-3 3 0-16,1-1 0 0,-2-1 0 0,-5 3 0 15,10 0 0-15,-5-3 0 0,-5 3 0 0,6 0 0 16,-6 0 0-16,8-2 0 0,-8 2 0 0,0 0 0 16,10 3 0-16,-7 2 0 0,1-2 0 0,1 5 0 0,1 2 0 15,2 4 0-15,1 3 0 0,-1 1 0 16,2 7 0-16,1 1 0 0,-2 4 0 0,0-2 0 15,5 4 0-15,-5-1 0 0,0 3 0 0,1 11 0 16,2 1 0-16,-6-14 0 0,2 13 0 0,1 3 0 16,-4-2 0-16,-1-11 0 0,0 14 0 0,-2 0 0 15,-3-2 0-15,0 0 0 0,2 1 0 0,-2-2 0 16,-2-11 0-16,3 13 0 0,-4-15 0 0,4 0 0 16,-1 1 0-16,-3 0 0 0,3-2 0 0,-2-2 0 15,-2-1 0-15,4-3 0 0,-3-2 0 0,3 2 0 16,-2-6 0-16,3-2 0 0,-1 0 0 0,1-2 0 15,-1-3 0-15,-2-1 0 0,3-1 0 0,0 0 0 16,0-3 0-16,0 3 0 0,0-4 0 0,0 1 0 16,0-4 0-16,0 2 0 0,0 1 0 0,0-7 0 15,0 7 0-15,0-2 0 0,0-5 0 0,0 0 0 16,0 8 0-16,0-8 0 0,0 0 0 0,0 7 0 16,0-7 0-16,0 4 0 0,0-4 0 0,0 0 0 15,0 0 0-15,0 0 0 0,0 0 0 0,0 0 0 16,-4 7 0-16,4-7 0 0,0 0 0 0,-4 3 0 15,4-3 0-15,-6 8 0 0,-7-2 0 0,-3 0 0 16,-9 2 0-16,-5 0 0 0,-2 1 0 0,-4-1 0 16,-5-1 0-16,-9-1 0 0,11 2 0 0,2-3 0 15,3 2 0-15,0-4 0 0,3 1 0 0,3 2 0 16,5-4 0-16,14 2 0 0,1 0-507 0,8-4-774 16,-3 4-1388-16,3-4 614 0</inkml:trace>
  <inkml:trace contextRef="#ctx0" brushRef="#br0" timeOffset="132068.7868">22662 3712 31 0,'0'0'107'15,"0"0"-9"-15,0 0 2 0,0 0-9 0,0 0-1 16,0 0-1-16,0 0-6 0,0 0-2 0,0 0-5 16,0 0 6-16,0 0 0 0,0 0 2 0,0 0 10 15,0 0 1-15,-12 4 10 0,12-4 4 0,0 0 1 16,0 0 2-16,0 0-3 0,0 0 1 0,0 0 1 16,0 0-5-16,0 0-2 0,0 0-2 0,0 0-5 15,0 0-1-15,0 0-6 0,0 0-4 0,0 0-6 16,0 0-7-16,-7 0-1 0,7 0-11 0,0 0 0 15,0 0-5-15,0 0-1 0,0 0-1 0,0 0 6 16,0 0 23-16,0 0-16 0,-4 2 8 0,4-2 0 16,0 0 7-16,0 0-2 0,0 0 16 0,0 0 0 15,0 0 10-15,0 0 7 0,0 0 15 0,0 0 11 16,0 0 14-16,0 0 10 0,0 0 10 0,0 0 6 16,0 0 0-16,0 0-9 0,0 0-15 0,0 0-17 15,0 0-10-15,0 0-14 0,30-2-10 0,-24 2-12 16,8 0-10-16,-2-2-9 0,2 0-41 0,5-3-50 15,-3 4-60-15,4-1-57 0,-2 1-70 0,-2 1-83 16,5-2-80-16,-4 2-86 0,-6 2-352 0,0-2-872 16,-1-2 386-16</inkml:trace>
  <inkml:trace contextRef="#ctx0" brushRef="#br0" timeOffset="138413.3047">14256 6983 249 0,'0'0'294'0,"0"0"6"0,0 0-7 16,0 0 2-16,3-3 22 0,-3 3 21 0,0 0 19 15,0 0 17-15,0 0-4 0,7-2 0 0,-7 2-4 16,0 0-2-16,1-6-10 0,-1 2 0 0,0 4-3 16,2-4-15-16,-4 0-8 0,4 0-9 0,0 0-9 15,-2 4-9-15,-4-8-11 0,4 8 6 0,-1-3-14 16,1 3-32-16,0 0-117 0,-3-3-133 0,3 3 0 16,0 0 0-16,0 0 0 0,0 0 0 0,0 0 0 15,0 0 0-15,0 0 0 0,0 0 0 0,0 0 0 16,0 0 0-16,-4 13 0 0,4-7 0 0,-1 4 0 15,1 0 0-15,-2-1 0 0,4 9 0 0,-2-1 0 16,0 1 0-16,-4 0 0 0,3 2 0 0,1-1 0 0,-4 6 0 16,2-6 0-16,-2 2 0 0,6 3 0 15,-4-6 0-15,1 3 0 0,-2-1 0 0,3-1 0 16,-4-1 0-16,6 0 0 0,-2-1 0 0,2-1 0 0,-1-3 0 16,2-1 0-16,3-1 0 0,1-2 0 0,-1 0 0 15,3-2 0-15,2 2 0 0,1-4 0 0,3-1 0 16,-2-3 0-16,0 0 0 0,2-3 0 15,1-3 0-15,-2 1 0 0,1-4 0 0,-4 3 0 0,2-6 0 16,-1 4 0-16,0-6 0 0,-2 1 0 0,-2 2 0 16,-3 1 0-16,-1-3 0 0,0 0 0 0,-4-1 0 15,0 1 0-15,-2 1 0 0,-1 2 0 0,-1 0 0 16,-3 0 0-16,0 2 0 0,-2 0 0 0,3 3 0 16,-6 3 0-16,2-2 0 0,-3 3 0 0,-6 0 0 15,1 2 0-15,-1-1 0 0,1 2 0 0,-1 1 0 16,-3 0 0-16,3 0 0 0,1 0-455 0,-1-3-835 15,-1 3-1397-15,2-2 618 0</inkml:trace>
  <inkml:trace contextRef="#ctx0" brushRef="#br0" timeOffset="140009.8458">16262 5592 256 0,'-1'-6'352'0,"1"1"13"0,0 1 27 0,-3 0 7 16,6-1 7-16,-3 0 7 0,-3 2 2 0,6-1-2 15,-3 4-2-15,-3-6 5 0,3 6-3 0,0-7-11 16,0 7-18-16,3-2-23 0,-3 2-22 0,0 0-30 15,0 0-26-15,-3-3-30 0,3 3-25 0,0 0-23 16,0 0-26-16,0 0-19 0,0 0-8 0,4 11-1 16,0 1-17-16,-3 4-134 0,3 2 0 0,0 7 0 15,1 0 0-15,-1 1 0 0,0 3 0 0,-2 3 0 16,1-3 0-16,-2 4 0 0,2 0 0 0,-2-1 0 16,2-1 0-16,-3 0 0 0,-2 1 0 0,2-1 0 15,-2-1 0-15,2-5 0 0,-3 3 0 0,3-1 0 16,0-9 0-16,-1 3 0 0,-2-2 0 0,3-4 0 0,-1 1 0 15,0-4 0-15,-2-2 0 0,3 1 0 0,0-2 0 16,0-2 0-16,0-1 0 0,0 0 0 16,0-4 0-16,0 2 0 0,-1 0 0 0,1-4 0 15,0 7 0-15,0-7 0 0,0 4 0 0,0-4 0 0,0 0 0 16,0 0 0-16,0 0 0 0,0 0 0 0,0 0 0 16,0 0 0-16,0 0 0 0,7-15 0 0,-4 9 0 15,4-4 0-15,-2 1-634 0,2 0-106 16,2-7-397-16,-2 2-1230 0,-1 0 544 0</inkml:trace>
  <inkml:trace contextRef="#ctx0" brushRef="#br0" timeOffset="140495.5021">16594 5879 361 0,'7'-8'404'0,"1"-2"21"15,0 1 23-15,-3-1 10 0,1 3 0 0,0-1-4 16,-5 2-9-16,4-2-7 0,-2 2-9 0,-2 1 0 15,4 0-19-15,-3 3-17 0,0-1-18 0,-2-1-21 16,0 4-28-16,1-6-24 0,2 3-29 0,-3 3-30 16,0 0-23-16,0 0-24 0,0-3-23 0,0 3-23 15,0 0-123-15,0 0-27 0,0 0 0 0,0 0 0 16,-13 12 0-16,8-7 0 0,-4 2 0 0,0 8 0 16,-3-3 0-16,-1-1 0 0,-3 1 0 0,0 1 0 15,-1-1 0-15,2 2 0 0,-3-3 0 0,-5 5 0 16,10-5 0-16,-1 3 0 0,-3-6 0 0,7 0 0 15,0 0 0-15,2-3 0 0,1 2 0 0,1-4 0 16,1 1 0-16,0 0 0 0,2-3 0 0,1 2 0 16,0 1 0-16,2-4 0 0,-3 6 0 0,4-3 0 15,1 1 0-15,0 1 0 0,0 1 0 0,6 2 0 16,-4-1 0-16,5 3 0 0,1 2 0 0,3-2 0 16,4 0 0-16,-3 1 0 0,1 0 0 0,2 2 0 15,0-3 0-15,0 1 0 0,-3-1 0 0,3-1 0 16,-4-1 0-16,-1-1 0 0,1 4 0 0,-4-5 0 0,3 1 0 15,-5-2 0-15,1-1 0 0,-3-1 0 0,2 1 0 16,0-1 0-16,-4 0 0 0,-1 0 0 0,2-1 0 16,0 0 0-16,-4-2 0 0,4 2 0 15,-4-2 0-15,5 1 0 0,-5-1 0 0,0 0 0 0,0 0 0 16,0 0 0-16,0 0 0 0,0 0 0 0,0 0 0 16,0 0 0-16,0 0 0 0,0 0-64 0,0 0-456 15,0 0-88-15,5-10-90 0,-4 5-353 0,3-3-1137 16,0 1 503-16</inkml:trace>
  <inkml:trace contextRef="#ctx0" brushRef="#br0" timeOffset="141186.0036">16865 6083 292 0,'1'-4'434'0,"3"2"39"0,-1-3 41 15,-2 3 12-15,-1 2 2 0,0-7 0 0,0 7-21 16,0-6-22-16,0 3-14 0,0 3-20 0,0 0-26 15,0-4-32-15,0 4-37 0,0 0-35 0,0 0-35 16,0 0-31-16,0 0-30 0,0 0-26 0,0 0-21 16,0 0-14-16,2 11-9 0,-2-1-130 0,-2 1-25 15,2 2 0-15,0 4 0 0,-1-1 0 0,1-1 0 16,1 1 0-16,-1 2 0 0,-1-2 0 0,2 1 0 16,-2 0 0-16,-2 0 0 0,3 0 0 0,-1-1 0 15,-2-1 0-15,6 1 0 0,-3-4 0 0,-3-3 0 16,2 2 0-16,1-1 0 0,0-4 0 0,1-1 0 15,-1 2 0-15,-1-2 0 0,1 0 0 0,1-2 0 0,-1-3 0 16,3 7 0-16,-3-6 0 0,0-1 0 0,4 2 0 16,-4-2 0-16,0 0 0 0,0 0 0 15,0 0 0-15,0 0 0 0,0 0 0 0,0 0 0 0,6-15 0 16,-2 7 0-16,0-3 0 0,6-4 0 0,-2 1 0 16,1-1 0-16,1-3 0 0,0 0 0 0,3-9 0 15,-1 11 0-15,0-9 0 0,-1 8 0 0,-1-1 0 16,0 3 0-16,-1-1 0 0,0 2 0 0,-3 2 0 15,-1 4 0-15,1-5 0 0,0 5 0 0,0 1 0 16,-2 2 0-16,-1-1 0 0,-1 0 0 0,2 2 0 16,-4 2 0-16,4-2 0 0,-4 4 0 0,0-4 0 15,0 4 0-15,0 0 0 0,3-4 0 0,-3 4 0 16,0 0 0-16,0 0 0 0,-7 12 0 0,3-6 0 16,0 2 0-16,-1 2 0 0,-5 3 0 0,2-2 0 15,2 0 0-15,-2 0 0 0,0 2 0 0,1-2 0 16,1-2 0-16,-1 1 0 0,1 0 0 0,0-3 0 15,2 0 0-15,0 0 0 0,3-1 0 0,-1 1 0 16,1-1 0-16,1 0 0 0,1 1 0 0,3-2 0 0,0 1 0 16,2 2 0-16,4 0 0 0,-2-2 0 0,3 2 0 15,-3-2 0-15,4 1 0 0,-1-2 0 16,0 0 0-16,0-1 0 0,-2 1 0 0,-1-3 0 0,-2 2 0 16,-1-3 0-16,-1 1 0 0,1 0 0 0,-1 0 0 15,2-1 0-15,-6-1 0 0,4 2 0 0,-4-2 0 16,0 0 0-16,4 1 0 0,-4-1 0 0,0 0 0 15,0 0 0-15,0 0 0 0,0 0 0 0,8-4-15 16,-7 0-591-16,3-2-89 0,0 0-452 0,3-2-1240 16,0-4 549-16</inkml:trace>
  <inkml:trace contextRef="#ctx0" brushRef="#br0" timeOffset="141435.9438">17465 6061 75 0,'2'-3'459'0,"2"0"27"0,-4 3 34 0,1-5 8 16,1 2-14-16,0-1-30 0,-2 4-17 0,0-7-20 15,0 5-15-15,0 2-24 0,5-9-34 0,-5 6-21 16,5-1-34-16,-3 1-36 0,2 1-22 0,1-2-27 0,5-1-28 16,0 0-20-16,3 2-17 0,1 0-23 15,4-2-15-15,-3 3-22 0,4-1-28 0,-6 1-26 16,1 1-42-16,-2 0-34 0,-1 0-46 0,-3 1-42 15,-3 0-48-15,1-1-38 0,-6 1-59 0,9-2-39 0,-9 2-18 16,4 3-16-16,-4-3-22 0,0 0-26 0,-10 7-28 16,2-4-17-16,-1 2-324 0,-1-1-805 15,-3-2 357-15</inkml:trace>
  <inkml:trace contextRef="#ctx0" brushRef="#br0" timeOffset="141701.5073">17494 6083 45 0,'-6'8'136'0,"2"-4"27"15,1 1 26-15,-2 1 29 0,4-1 30 0,0-1 22 16,-1-1 29-16,2-3 37 0,-1 4 14 15,1-4 15-15,0 0 12 0,0 6 10 0,0-6 3 16,0 0 12-16,3 3 6 0,-3-3-2 0,7 2-5 0,-7-2-11 16,9 0-15-16,0 0-20 0,-1-2-28 0,2 2-23 15,0 0-23-15,3-1-30 0,-3 1-24 16,3-2-21-16,-3 2-121 0,-1-1-85 0,0-1 0 0,4 0 0 16,-4 2 0-16,0 0 0 0,1-3 0 0,-2 1 0 15,-2 0 0-15,2 1 0 0,-3 1 0 0,-5 0 0 16,15 0 0-16,-11-3 0 0,-4 3 0 0,0 0 0 15,13-2 0-15,-9-1 0 0,-4 3 0 0,6 0 0 16,-6 0-151-16,0 0-145 0,9-4-43 0,-9 4-44 16,5 0-35-16,-5 0-38 0,0 0-44 0,0 0-39 15,4-7-313-15,-4 7-922 0,6-5 407 0</inkml:trace>
  <inkml:trace contextRef="#ctx0" brushRef="#br0" timeOffset="142076.4163">17778 5932 388 0,'1'-3'452'0,"3"1"29"0,-4-4 11 15,6 5 2-15,-6-4 0 0,4 1-15 0,-1 2-14 16,-2-2-13-16,-1 4-14 0,4-3-27 0,-4 3-31 16,4-3-26-16,-4 3-41 0,0 0-29 0,2-3-32 15,-2 3-25-15,0 0-24 0,14 4-22 0,-7-1-26 16,0 2-6-16,4 2-18 0,-1 1-10 0,0 3-8 15,3 1-6-15,-3 2-11 0,0-1-17 0,-2 0-79 16,1 1 0-16,-3-3 0 0,-1 5 0 0,-1-4 0 16,0 3 0-16,1 1 0 0,-5-3 0 0,-5-1 0 15,3 5 0-15,-4-5 0 0,1 2 0 0,-4 1 0 16,-5-2 0-16,1-1 0 0,-2 1 0 0,-2-2 0 16,-7 3 0-16,5-3 0 0,1-3 0 0,-1 1 0 15,2-4 0-15,6 0 0 0,-2 1 0 0,3-4 0 16,2 1 0-16,3-3 0 0,1 2 0 0,-2-1 0 15,3 2 0-15,3-3 0 0,-9 2 0 0,9-2 0 16,-5 1 0-16,5-1 0 0,0 0 0 0,0 0 0 0,0 0 0 16,0 0-276-16,0 0-85 0,0 0-61 0,0 0-70 15,5-11-88-15,-5 11-430 0,4-6-1095 16,-4 6 485-16</inkml:trace>
  <inkml:trace contextRef="#ctx0" brushRef="#br0" timeOffset="142873.1089">18702 5623 129 0,'0'-3'323'0,"1"-2"3"0,-1 0 0 0,0 5 14 16,1-8 15-16,-1 5 13 0,0 3 25 0,2-7 8 15,-2 5 10-15,0-3-12 0,0 5-11 0,0-6 2 16,1 2 13-16,-1 4-2 0,0-7-11 0,0 7-17 16,0-6-21-16,-1 1-13 0,1 5-16 0,-2-5-12 15,1 1-14-15,-1 0-11 0,0 2-119 0,2 2-167 16,2-4 0-16,-2 4 0 0,0 0 0 0,0 0 0 15,-3-6 0-15,3 6 0 0,0 0 0 0,0 0 0 16,0 0 0-16,0 0 0 0,0 0 0 0,0 0 0 16,1 15 0-16,-1-5 0 0,2 6 0 0,-2 2 0 15,2 7 0-15,-3 3 0 0,2-2 0 0,2 3 0 16,-1 1 0-16,2 0 0 0,1 4 0 0,-4-5 0 16,1 3 0-16,0-2 0 0,0 0 0 0,-2 1 0 15,0-1 0-15,1-3 0 0,-1-1 0 0,-3-1 0 16,2-6 0-16,0 1 0 0,-1-2 0 0,0-3 0 15,-1-2 0-15,3-2 0 0,0 0 0 0,-1-3 0 16,-3-1 0-16,4 0 0 0,0-1 0 0,0-3 0 16,0 1 0-16,0 0 0 0,0-4 0 0,3 4 0 15,-3-4 0-15,0 0 0 0,-3 5 0 0,3-5 0 0,0 0 0 16,0 0 0-16,0 0 0 0,6-11 0 16,-4 6 0-16,0-1 0 0,2-2 0 0,1-2-102 15,-2 2-498-15,2-4-64 0,1 0-474 0,2-6-1233 0,-2 5 547 16</inkml:trace>
  <inkml:trace contextRef="#ctx0" brushRef="#br0" timeOffset="143357.5664">18983 5843 58 0,'10'-13'332'0,"-3"3"24"16,0 0 12-16,-2-1 26 0,4 1 8 0,-4-1 11 15,-1 4 6-15,0-3 8 0,0 6 1 0,-3-5-3 16,1 4 1-16,0 1-12 0,-1-1-8 0,2 1-23 15,-1 1-14-15,-2 3-26 0,0-5-26 0,0 5-29 16,0 0-27-16,0-5-27 0,0 5-28 0,0 0-20 16,0 0-19-16,0 0-18 0,0 0-129 0,0 0-20 15,0 0 0-15,-17 11 0 0,10-4 0 0,-6 1 0 16,-1 6 0-16,-3-4 0 0,-3 9 0 0,4-6 0 16,-7 3 0-16,2 3 0 0,2-4 0 0,-4 2 0 15,1-1 0-15,4-6 0 0,4 2 0 0,-2-2 0 16,4-3 0-16,2-1 0 0,2-1 0 0,2 1 0 15,-1-2 0-15,5-2 0 0,-3-1 0 0,2 1 0 16,1 1 0-16,-1 2 0 0,3-5 0 0,-5 2 0 16,5-2 0-16,0 0 0 0,0 0 0 0,7 5 0 15,-2-4 0-15,3 1 0 0,-1-2 0 0,2 3 0 16,2 0 0-16,0 3 0 0,0-4 0 0,3 3 0 16,-1-1 0-16,-2 3 0 0,2-2 0 0,0 0 0 15,2 4 0-15,-4-2 0 0,4 3 0 0,-6-5 0 16,0 1 0-16,1 2 0 0,-1-3 0 0,-4-1 0 15,4 2 0-15,-3-1 0 0,-1 1 0 0,1-3 0 16,-5 3 0-16,4 1 0 0,-1-4 0 0,0 1 0 0,3 0 0 16,-5 0 0-16,1 1 0 0,1-2 0 0,-2-2 0 15,0 1-127-15,-2-2-269 0,7 5-36 16,-7-5-44-16,0 0-54 0,10-5-50 0,-4 3-362 16,-6 2-1020-16,5-6 451 0</inkml:trace>
  <inkml:trace contextRef="#ctx0" brushRef="#br0" timeOffset="143623.1184">19122 5981 16 0,'5'-3'311'0,"-1"-1"1"0,0 0 3 16,-1-1 19-16,2 1 30 0,-2 0 12 0,0 2 9 15,-2-3 6-15,-1 5 6 0,4-4-4 0,-4 4-4 16,3-2-8-16,-3 2-14 0,2-2-22 0,-2 2-23 16,0 0-26-16,0 0-30 0,0 0-27 0,0 0-20 15,0 0 1-15,0 0 1 0,-1 13-16 0,0-6-10 16,-1-1-7-16,2 5-25 0,-1-2-13 0,1 2-23 15,0 0-5-15,-1 1-10 0,1-1-42 0,-1-1-70 16,-1 4 0-16,1-4 0 0,0 0 0 0,1-4 0 16,0 3 0-16,0-4 0 0,-2 1 0 0,2 0 0 15,0-2 0-15,-1-1 0 0,1-3 0 0,1 6 0 16,-1-6-121-16,3 3-66 0,-3-3-60 0,0 0-66 16,0 0-62-16,12-10-45 0,-7 5-51 0,4-5-54 15,-2 1-397-15,1-4-1000 0,-2-2 443 0</inkml:trace>
  <inkml:trace contextRef="#ctx0" brushRef="#br0" timeOffset="143779.2672">19241 5892 22 0,'1'-3'323'15,"-1"3"-7"-15,2-5 10 0,-2 5 23 0,2-3 20 16,-2 3-2-16,4-6-20 0,-4 4-35 0,0 2-34 16,0 0-23-16,1-6-39 0,-1 6-50 0,0 0-57 15,0 0-58-15,0 0-67 0,0 0-58 0,0 0-56 16,0 0-69-16,12 7-57 0,-6-2-267 0,-2-2-564 15,1 1 250-15</inkml:trace>
  <inkml:trace contextRef="#ctx0" brushRef="#br0" timeOffset="144091.8309">19446 5970 159 0,'0'0'370'0,"0"0"23"0,11-5 28 0,-8 2 14 15,-1 0 9-15,-2-1 5 0,0-2 2 0,0 2 6 16,0 1 10-16,0-3-2 0,0 6-1 0,0-7-9 0,-2 5-27 15,0-2-32-15,2 4-32 0,-4-7-37 0,4 7-31 16,-5-2-32-16,0-1-26 0,5 3-24 0,-7 0-23 16,7 0-148-16,-13 5-43 0,8-1 0 15,-3 1 0-15,-1 1 0 0,1 2 0 0,0 0 0 0,0 4 0 16,-1-3 0-16,1 2 0 0,1-2 0 16,0 6 0-16,3-5 0 0,1 0 0 0,-1 0 0 15,1-1 0-15,3 1 0 0,0-3 0 0,3 1 0 16,-1-3 0-16,1 1 0 0,6 2 0 0,0 0 0 0,2-5 0 15,0 3 0-15,5 1 0 0,1-5 0 0,6 1 0 16,-3-2 0-16,-1-1 0 0,3-1-153 16,-3 1-102-16,-1-5-30 0,4 0-41 0,-3-1-31 15,-2 0-21-15,-1 1-39 0,-2-5-54 0,1 2-30 0,-4-1-341 16,2-2-911-16,-2-5 403 0</inkml:trace>
  <inkml:trace contextRef="#ctx0" brushRef="#br0" timeOffset="144389.3191">19754 5732 92 0,'1'-11'364'0,"4"-1"24"0,-1-1 33 0,-6 1 37 16,4 1 25-16,-2 1 16 0,1 0 10 0,-1 2 7 15,3 2 5-15,-3-1 4 0,1 2-4 0,-1 3-28 16,0-2-30-16,0 4-32 0,0-7-43 0,0 7-33 16,0 0-34-16,1-4-40 0,-1 4-119 0,0 0-162 15,0 0 0-15,-2 17 0 0,-1-3 0 0,3-3 0 16,-3 7 0-16,1 0 0 0,-4 5 0 0,3-4 0 15,1 1 0-15,-1 7 0 0,-2-2 0 0,2-5 0 16,1 0 0-16,-5 5 0 0,2-4 0 0,4-1 0 16,1-2 0-16,-4-1 0 0,3 1 0 0,-2-4 0 15,3-1 0-15,-1-1 0 0,-2 1 0 0,2-4 0 16,1-2 0-16,-1 0 0 0,1-1 0 0,1-2 0 16,-1 0 0-16,0 0 0 0,1 1 0 0,-1-5 0 15,7 1 0-15,-7-1-352 0,11-5-173 0,-2 0-50 16,-1-2-40-16,-3 0-406 0,5-4-1106 0,-2 1 490 15</inkml:trace>
  <inkml:trace contextRef="#ctx0" brushRef="#br0" timeOffset="144795.6413">19917 5778 341 0,'4'-2'360'0,"1"-3"37"16,-1-1 28-16,-3 2 32 0,3 1 15 0,-1 2 7 15,-2-4-5-15,-1 5-12 0,5-4-10 0,-5 4-10 16,1-2-20-16,-1 2-35 0,0 0-28 0,0 0-38 15,0 0-29-15,3-4-41 0,-3 4-20 0,0 0-24 16,0 0-24-16,-10 10-9 0,6-4-18 0,-4 2-19 16,-1 1-8-16,-1 0-16 0,1 0-45 0,-4 4-68 15,3-4 0-15,-1 5 0 0,1-5 0 0,0 1 0 16,1-1 0-16,4 0 0 0,0-1 0 0,-1 0 0 16,-1-4 0-16,5 2 0 0,-1-1 0 0,-1 0 0 15,3-2 0-15,-1 1 0 0,0 1 0 0,2-5 0 16,3 6 0-16,-1 0 0 0,2-3 0 0,1 0 0 15,2 4 0-15,2-2 0 0,0-2 0 0,2 5 0 16,3-4 0-16,-1-1 0 0,-2 1 0 0,1 0 0 16,3-1 0-16,-3 3 0 0,-2-2 0 0,3-2 0 15,-3 2 0-15,-2-1 0 0,-1-2 0 0,0 1 0 16,-1 0 0-16,-2-1 0 0,1 0 0 0,0 0 0 16,-1 2 0-16,-4-3 0 0,5 1 0 0,-2 1 0 15,-3-2 0-15,0 0 0 0,0 0 0 0,6 1 0 16,-6-1 0-16,0 0 0 0,0 0 0 0,0 0-173 15,0 0-142-15,0 0-48 0,5-5-93 0,-5 5-100 16,7-10-499-16,-5 2-1143 0,1-3 506 0</inkml:trace>
  <inkml:trace contextRef="#ctx0" brushRef="#br0" timeOffset="145047.1394">20124 5585 154 0,'9'-10'434'15,"-4"1"33"-15,-1 3 32 0,0 0 19 0,-3 1 8 16,3-1-16-16,-1 2-18 0,-1 1-21 0,2-1-27 0,-4 4-35 16,4-3-33-16,-4 3-34 0,1-3-35 0,-1 3-34 15,4-2-28-15,-4 2-27 0,0 0-41 0,0 0-2 16,0 0-27-16,0 0-8 0,5 10-16 0,-2-6-10 16,-2 2-13-16,-1 2-25 0,-1-1-33 0,2 1-49 15,-1 0-51-15,-1 3-53 0,-2-1-63 0,2 2-66 16,-2-4-66-16,2 3-68 0,-4 1-67 0,2-6-77 15,-3 2-411-15,2-1-1004 0,-4-1 444 0</inkml:trace>
  <inkml:trace contextRef="#ctx0" brushRef="#br0" timeOffset="145438.675">20298 5784 250 0,'5'2'321'16,"0"0"14"-16,-5-2 20 0,9 0 11 0,-9 0-4 15,7 1 12-15,-7-1 6 0,3 2-5 0,-3-2-6 16,0 0-10-16,0 0-10 0,0 0-31 0,8 0-21 16,-8 0-37-16,0 0-26 0,0 0-26 0,0 0-23 15,0 0-17-15,0 4-16 0,0-4-17 0,-5 5-10 16,1 1-15-16,2-1-12 0,0-1-10 0,0 1-5 16,2 0-10-16,-2 2-11 0,2-1-4 0,2 2-5 15,0-2 0-15,2 2-9 0,-4-2-1 0,5 1-7 0,3 2 0 16,-2-1-5-16,-1-1 0 0,3-1-2 0,-3 1 4 15,2 1-3-15,0 0 1 0,-3-3-1 16,1 0 3-16,-1 1-5 0,1-3 1 0,-1 1-3 16,-1 0-4-16,0-1 2 0,-1 1-3 0,0-2-1 0,-2-2-3 15,3 3-1-15,-3-3 4 0,0 5-5 16,0-5 2-16,-3 7-4 0,1-4 3 0,-1 0-5 16,3-3 7-16,-10 5-4 0,5-1 1 0,-3-1-2 15,-3 0-1-15,-1-1-4 0,3 0 6 0,-1-1-16 0,2 0-13 16,-1 0-4-16,2 0-20 0,-2-1-9 0,2 1-17 15,2 1-23-15,0-1-36 0,5-1-38 0,0 0-35 16,0 0-52-16,-13 3-48 0,12-2-38 0,1-1-47 16,0 0-57-16,0 0-27 0,0 0-338 0,0 0-871 15,0 0 385-15</inkml:trace>
  <inkml:trace contextRef="#ctx0" brushRef="#br0" timeOffset="145892.3563">21530 5770 45 0,'18'-22'418'0,"-1"3"10"0,-1-3 21 16,-2-1 7-16,1 2 6 0,-7 5-9 0,-1 0-12 15,0 1-14-15,0 4-17 0,-4-1-4 0,1 1-6 16,0 1-11-16,-3 0-18 0,2 1-19 0,-2 3-31 16,-2-2-29-16,1 3-18 0,-4-1-19 0,3 1-19 15,-3-1-26-15,-2 2-20 0,-2 2-22 0,0-1-12 0,-1 0-14 16,-3 5-102-16,-1 1-40 0,-4 3 0 16,1-1 0-16,-2 5 0 0,0 1 0 0,-5 6 0 15,0 2 0-15,-3 2 0 0,7 5 0 0,-3-4 0 16,1 4 0-16,1 0 0 0,0-1 0 0,3 0 0 0,-1-1 0 15,8-5 0-15,0-1 0 0,1 0 0 0,4 0 0 16,-3-3 0-16,2-1 0 0,6 2 0 16,0-4 0-16,0 0 0 0,6 4 0 0,-2-3 0 15,5-1 0-15,6 2 0 0,-1-1 0 0,6-4 0 0,-2 1 0 16,7-2 0-16,3-1 0 0,-7-4 0 0,9-2 0 16,-9 0 0-16,1-3 0 0,4-1 0 0,1 1-205 15,-8 0-238-15,-1-4-50 0,-5 3-67 0,7-4-67 16,-2-2-351-16,-1 0-1058 0,-2-2 468 0</inkml:trace>
  <inkml:trace contextRef="#ctx0" brushRef="#br0" timeOffset="146908.5765">21804 5877 13 0,'2'-2'392'0,"-2"2"14"15,3-7 14-15,-1 4 10 0,1-2-9 0,-2 1-7 16,2 0-17-16,0-1-19 0,1 1-17 0,-3-1-17 15,3 2-15-15,-4-2-22 0,4 2-24 0,0-1-15 16,-4 4-28-16,7-3-14 0,-5 0-31 0,-1 1-23 16,4-1-16-16,-5 3-14 0,0 0-13 0,9-1-19 15,-9 1-12-15,9 4-9 0,-1-2-6 0,-2 2-14 16,-1 0-6-16,2 5-4 0,-1-2-7 0,-2 1 0 16,0 0-11-16,0 2 0 0,-2 0-8 0,1 1-3 15,-3-2 2-15,0 2-6 0,-3-1-1 0,2-1 2 16,-4 2-10-16,1-3-2 0,-1 2 1 0,-3-1 3 15,-1-4-6-15,-1 0 1 0,-1 0-8 0,0 0-4 16,-3-2-10-16,1 1 0 0,0-1 4 0,0-2-3 16,1-2 0-16,3 2 5 0,2-4 4 0,-1 1-1 15,-1-4-3-15,3 1 1 0,2 0 1 0,1-2 3 16,2-2 0-16,1-4-3 0,0 1 4 0,2 4-5 16,1-4-3-16,2 2 2 0,-1 1 0 0,4-2-3 15,-2 4-2-15,2-3-2 0,-1 2 4 0,5 2-2 16,-2-1 2-16,2 2 2 0,0 0 0 0,1 3 1 15,1 0-6-15,0 0 4 0,-1 2 0 0,1 1 1 0,-1 2 1 16,0-1-8-16,-2 1 10 0,2 3-1 16,-2-2 0-16,1 1-4 0,1 1 9 0,-3 1-7 15,-1 3 2-15,4-3-4 0,-6 1 3 0,1 0-1 16,-2 3 1-16,-1-2 2 0,-1 0-2 0,0 4 1 0,-3-8-2 16,3 4 1-16,-2-2 6 0,-2 0-6 0,2 0-1 15,-1-3-1-15,2 0 1 0,-2-1 1 0,4 2-2 16,-5-5 1-16,0 4 11 0,0-4 1 0,0 2 1 15,0-2-4-15,0 0-3 0,0 0 2 16,0 0-2-16,5-13 3 0,-2 6 5 0,0-1-1 0,3-2-6 16,-2-1 3-16,2 4 12 0,2-5-1 0,-2 1-6 15,2 1 1-15,0 0 21 0,-1 2-8 0,1 1 4 16,-3 0 0-16,3 2-6 0,-4 0 9 0,3 3-6 16,-3-1 1-16,0 0-7 0,1 3-3 0,-5 0-1 15,9 0-3-15,-9 0-4 0,10 5 11 0,-7-2-10 16,2 2 7-16,0 0-8 0,-1 1 2 0,0 2-1 15,1-1-5-15,-3-2-3 0,1 2 16 0,-1 2-10 16,0-2-7-16,-1 0 5 0,1 2-2 0,-2-5-4 16,2 4-1-16,0-1 2 0,2-1 2 0,-1 0-1 15,-1-1 0-15,5 0-4 0,0-1 9 0,-2-1-1 16,7 1-3-16,-4-3 5 0,3-1-3 0,-1 0 4 16,3-3 1-16,1-1-1 0,3-2 1 0,-2-2-1 15,2-2 5-15,-4 1 8 0,-3-1-3 0,-1 2 11 16,4-5-4-16,-7 3 3 0,1-1 3 0,0-3-9 15,-2 3-23-15,0 0-1 0,-2 2 0 0,-2-1 0 16,0 3 0-16,-1 1 0 0,2 0 0 0,-2 1 0 16,0 0 0-16,0 0 0 0,0 5 0 0,0-5-29 15,0 5-7-15,0 0 0 0,0 0 4 0,0 0 7 16,0 0 6-16,0 0-13 0,-7 13 4 0,7-5 5 16,2-1 13-16,0 2-12 0,1 0 4 0,0 0 3 0,2 0-1 15,1 2 2-15,-3-1 4 0,5-2-1 16,-3 2 1-16,0-2-1 0,-1 0 6 0,1 1-2 15,-1-3-1-15,-3-1-1 0,3 1 1 0,-1 0 4 16,-1-4-4-16,1 3 2 0,-1-2-2 0,1 1 0 0,-3-4 5 16,0 6 1-16,0-3-1 0,0-3 4 0,-8 8-2 15,6-4-4-15,-6-1 7 0,0 0-7 0,-3 1-14 16,-6 0-19-16,3-3-10 0,-4 2-30 16,2 0-19-16,2 0-21 0,0-3-23 0,1 1-22 0,-1 1-21 15,1-1-32-15,3 0-20 0,2-1-22 0,-1 0-8 16,3 0-27-16,-2-2-50 0,8 2-62 0,-9-8-67 15,9 2-250-15,5 1-783 0,0-3 347 16</inkml:trace>
  <inkml:trace contextRef="#ctx0" brushRef="#br0" timeOffset="147283.664">22798 5723 243 0,'6'-16'321'16,"-1"5"21"-16,-2-1 32 0,-2-4 30 0,-1 2 12 15,0 3 6-15,0-5 3 0,-1 4 2 0,-2 1-8 16,1 0 5-16,-2-1 4 0,3 4 5 0,-1 1-10 16,0 0-9-16,-2 2-15 0,3 0-19 0,-2-1-21 15,3 2-26-15,-1 1-26 0,1 3-25 0,-3-5-66 16,3 5-216-16,-2-6 0 0,2 6 0 0,0 0 0 16,0 0 0-16,0 0 0 0,0 0 0 0,1 19 0 15,0-2 0-15,2 1 0 0,-2 8 0 0,4-3 0 16,-5 4 0-16,2 2 0 0,-1-2 0 0,-1 1 0 15,1-2 0-15,0 2 0 0,1-1 0 0,-4-8 0 16,4 1 0-16,-2 5 0 0,0-7 0 0,0 0 0 16,-2-6 0-16,2 3 0 0,-1-1 0 0,0-2 0 15,1-4 0-15,-3 2 0 0,3-4 0 0,-1 0 0 16,1-2 0-16,0 2 0 0,-1-2 0 0,2-1 0 16,-1-3 0-16,1 3 0 0,-1-3 0 0,0 0 0 0,0 0 0 15,0 0 0-15,0 0 0 0,7-10-112 16,-5 3-418-16,1 0-56 0,2-1-45 0,-4-3-425 15,2-1-1143-15,-1 1 506 0</inkml:trace>
  <inkml:trace contextRef="#ctx0" brushRef="#br0" timeOffset="147486.8823">22767 5873 159 0,'-9'4'323'0,"9"-4"3"0,0 0-3 0,0 0 22 16,0 0 29-16,0 0 10 0,0 0-2 0,0 0-19 15,0 0-18-15,-8-2-17 0,8 2-10 0,0 0-4 16,0 0-9-16,0 0-18 0,0 0-13 0,0 0-18 15,0 0-25-15,0 0-23 0,0 0-26 0,0 0-18 16,11-7-13-16,-11 7-25 0,5-4-31 0,4 1-33 16,-3 1-31-16,3-3-33 0,4 1-28 0,1 1-27 15,1-2-37-15,-1 1-35 0,4 1-46 0,0-2-54 16,3 3-28-16,-1-1-29 0,-1 0-26 0,0 1-32 16,-1 2-13-16,3-2-8 0,-6 2-5 0,-1 0-239 15,-1 0-658-15,0-1 291 0</inkml:trace>
  <inkml:trace contextRef="#ctx0" brushRef="#br0" timeOffset="148315.7244">23120 5822 215 0,'2'3'49'0,"-2"-3"30"16,0 0 25-16,8 4 24 0,-8-4 9 0,0 0 32 16,5 0 29-16,-5 0 24 0,0 0 16 0,4 1 12 15,-4-1 22-15,0 0 13 0,0 0 4 0,0 0-16 16,0 0-2-16,0 0 4 0,6-5 4 0,-6 5-6 16,0 0-7-16,0 0-19 0,0 0-20 0,0 0-21 15,2-4-15-15,-2 4-21 0,0 0-18 0,0 0-17 16,0 0-17-16,0 0-17 0,0 0-8 0,0 0-11 15,2 9-7-15,-2-4-10 0,0-1-6 0,0 2-3 16,0-1-7-16,0 0-7 0,0 1-5 0,-2 1 3 16,0 0-8-16,-1 3-3 0,0-3-2 0,1 1-6 15,0 0 3-15,-3-3-5 0,1 2-11 0,0-1-4 16,-1-3 0-16,0 2-5 0,-2 3-6 0,0-5-4 16,1-1 2-16,1 1 0 0,1-3 10 0,-2 3-2 15,6-3-1-15,0 0 4 0,-13-4 0 0,10 0-3 0,-1 2 1 16,2-5 2-16,0 0-1 0,-3-1-2 15,4-2 10-15,1 3 8 0,1-1 11 0,-1-2 5 16,2 1 1-16,1 2-1 0,0-2 0 0,-1 2-5 16,1 0 0-16,2 2-3 0,-2-1 0 0,1 1-5 0,0 2-2 15,2-2 0-15,-1 3-5 0,1 1-3 0,1-1 1 16,-1 2 8-16,-6 0-8 0,15 0-3 16,-7 2 2-16,-3-1 2 0,5 3-1 0,-5 0-2 15,3-1 2-15,-3 4-1 0,1-1 3 0,2 1 0 0,-4-3-1 16,0 1 0-16,1 1-2 0,-2 1 1 0,-1-2-5 15,2 0 5-15,-1 1 4 0,-2-1-7 0,3 0-2 16,-2-1-1-16,2 0 3 0,-4-1-4 0,0-3 4 16,3 5 3-16,-3-5 0 0,2 4 3 0,-2-4 1 15,4 1-4-15,-4-1-4 0,8-1 6 0,-8 1-3 16,10-6 3-16,-5 2-9 0,1-1 16 0,4 0-11 16,-3 0 13-16,2-1 11 0,-1-1 6 0,-4 2-5 15,3-2 4-15,1 2 14 0,-3 0 0 0,0 1 4 16,2 1-2-16,-4 0-1 0,1 1 1 0,1 0-11 15,-5 2-4-15,5-4-11 0,-5 4 0 0,4-3-8 16,-1 2-6-16,-3 1-3 0,0 0-1 0,6 4 2 16,-2-1-5-16,-1 1 4 0,0 1-4 0,1 0-1 15,0 0 1-15,-1 2-4 0,-1-1-9 0,3-1 5 16,-1 2 0-16,-2-1-13 0,0-1-17 0,-2 3 2 16,5-5-4-16,-4 1 3 0,3 1-7 0,-4-2 4 15,0-3-2-15,4 4 8 0,-3-3 8 0,-1-1 4 16,4 3-2-16,-4-3 5 0,0 0 1 0,9-4 6 15,0-2 1-15,-4 0 0 0,0-1 1 0,4-1 7 16,1-2 12-16,-2 2 12 0,0-1 18 0,-2 1 12 16,3 0 8-16,-4 3 4 0,0 0 11 0,-1 1 4 15,0 0-29-15,-1 1-56 0,0 1 0 0,-1-2 0 0,-2 4 0 16,5-2 0-16,-5 2 0 0,4-3 0 16,-4 3 0-16,0 0 0 0,0 0 0 0,7 9 0 15,-4-5 0-15,-2 0 0 0,4 0 0 0,-2 2 0 0,1-1 0 16,1 4 0-16,0-1-173 0,1 2-49 0,-1-2-36 15,4 0-43-15,0 1-53 0,0-2-44 16,0 0-51-16,5-3-48 0,-4-2-37 0,2-2-301 16,1-1-903-16,-3-2 400 0</inkml:trace>
  <inkml:trace contextRef="#ctx0" brushRef="#br0" timeOffset="148643.6161">23708 5631 123 0,'4'-11'372'0,"-2"-1"16"15,1-1 19-15,4-1 12 0,-4 3 10 0,2 2 6 16,-4 0 2-16,2 2 6 0,-2 1 2 0,0 1-2 16,1-1-2-16,-1 2-5 0,-1 0-10 0,3 0-14 15,-3 4-23-15,1-5-27 0,-1 5-32 0,0-4-31 16,0 4-30-16,0 0-28 0,0 0-32 0,0 0-173 16,0 0-36-16,0 0 0 0,0 0 0 0,2 11 0 15,1-1 0-15,-3 0 0 0,1 4 0 0,1 2 0 16,-1 2 0-16,1 1 0 0,3-1 0 0,-3 2 0 15,-1-1 0-15,0 0 0 0,2 0 0 0,-1-1 0 16,2-1 0-16,-4 1 0 0,0 0 0 0,3-1 0 16,-2-6 0-16,0 2 0 0,3-3 0 0,-4 2 0 15,0-4 0-15,2 2 0 0,0-2 0 0,-2-2 0 16,1 0 0-16,1-3 0 0,-2 1 0 0,3-1 0 16,-3 1 0-16,0-4-127 0,4 4-223 0,-4-4-41 15,4 1-65-15,-4-1-56 0,0 0-43 0,9-9-21 16,-8 2-295-16,-1 2-943 0,0-2 416 0</inkml:trace>
  <inkml:trace contextRef="#ctx0" brushRef="#br0" timeOffset="148955.9977">23649 5772 53 0,'-8'-1'344'0,"2"-4"23"0,-2 0 37 16,-1 3 28-16,3 1 20 0,-3-3 2 0,1 0-9 15,3 2-18-15,0 0-15 0,-1-1-17 0,-1 1-15 16,4 1-19-16,3 1-5 0,-7-2-24 0,7 2-14 15,-4-3-19-15,4 3-12 0,-4-1-11 0,4 1-7 0,0 0-12 16,-5-2-14-16,5 2-13 0,0 0-24 16,0 0-21-16,0 0-178 0,13-4-7 0,-3 0 0 15,8 0 0-15,5 0 0 0,5-1 0 0,7 0 0 0,-2 2 0 16,2-2 0-16,-1 1 0 0,2-2 0 0,-3 2 0 16,-1 0 0-16,-3-1 0 0,1 3 0 0,-8-1 0 15,-1 0 0-15,-3 1 0 0,-4 0 0 16,-4 1 0-16,-2 0 0 0,1 0 0 0,-4-2 0 0,0 3 0 15,0-2 0-15,-5 2 0 0,7-1 0 0,-7 1 0 16,5-2 0-16,-5 2 0 0,0 0 0 0,0 0 0 16,0 0 0-16,0 0-333 0,0 0-109 15,0 0-53-15,-12 10-57 0,12-10-55 0,-5 5-354 16,4-4-1040-16,1-1 461 0</inkml:trace>
  <inkml:trace contextRef="#ctx0" brushRef="#br0" timeOffset="154647.2993">1823 8574 121 0,'0'0'300'0,"0"0"-12"16,0 0-7-16,2-3-5 0,-2 3-6 0,2-4-13 16,-2 4-3-16,0-5-4 0,0 5-2 0,1-5 1 15,-1 5 3-15,0 0-1 0,2-4-2 0,-2 4 0 16,0-4-4-16,0 4 4 0,-3-5-3 0,3 5 2 16,-2-4-1-16,2 4 7 0,0 0 12 0,0-4 5 15,0 4 8-15,1-4-5 0,-1 4-3 0,0 0-1 0,0-5 0 31,0 5-4-31,1-3-1 0,-1 3-13 0,0 0-29 0,0-6-223 0,0 6 0 0,0 0 0 0,0 0 0 16,0 0 0-16,0 0 0 0,3-5 0 0,-3 5 0 16,0 0 0-16,0 0 0 0,0 0 0 0,5 15 0 15,0-5 0-15,1 5 0 0,-2 0 0 0,1 4 0 16,2 8 0-16,0 3 0 0,-6-2 0 0,2 6 0 16,-2 2 0-16,-2 0 0 0,1 11 0 0,-4-11 0 15,-6 11 0-15,6-10 0 0,-4 6 0 0,3-9 0 16,-1 2 0-16,0-4 0 0,1-2 0 0,-1 0 0 15,3-3 0-15,0-1 0 0,0-9 0 0,1 1 0 16,-1-1 0-16,2-7 0 0,0-1 0 0,-2-2 0 16,2-1 0-16,2-1 0 0,-2 2 0 0,1-3 0 15,0-2 0-15,0-2 0 0,1 5 0 0,-1-5 0 16,0 0 0-16,-1 4 0 0,1-4 0 0,0 0 0 16,0 0 0-16,0 0 0 0,5-13 0 0,-2 9 0 15,-1-5 0-15,-1 4-123 0,-1-7-531 0,3 1-582 16,-2-6-1339-16,1-1 592 0</inkml:trace>
  <inkml:trace contextRef="#ctx0" brushRef="#br0" timeOffset="155319.8021">1717 8651 226 0,'0'0'404'16,"3"-5"5"-16,-2 1-3 0,-1 1-10 0,4-2-9 0,-3 2-11 16,2 0 1-16,-2-3-11 0,3 5-15 0,-3-4-9 15,-1 0-10-15,4 2-14 0,0-1-13 16,-3 0-35-16,3 0-13 0,1 0-8 0,-1-1-17 15,1 1-30-15,0 0-21 0,5-1-10 0,0 0-24 16,1 0-16-16,5 1-7 0,1-2-14 0,-1 3-2 16,4-1 0-16,-4 4-15 0,6-1-2 0,-4 0-11 15,1 2-11-15,3-1-12 0,-2 4 0 0,1 0-4 16,-2 2-8-16,-2-2-4 0,-1 4-12 0,-6-1-3 16,6 3 7-16,-7-2-4 0,0 3-4 0,-3-2 0 0,-1 3-8 15,-2 5 6-15,-1-2-1 0,-6 5-5 16,-2-2 3-16,-6 7-3 0,-5 0-3 0,-1-2-2 15,-5 1-1-15,-2-1-11 0,4-2 0 0,-5-1 0 16,3-1 0-16,5-6 0 0,5-5 0 0,1-1 0 0,4-1 0 16,0-3 0-16,3 0 0 0,0 2 0 0,2-5 0 15,3 0 0-15,0 0 0 0,0 0 0 0,0 0 0 16,13-13 0-16,-4 8 0 0,9-3 0 0,-5 0 0 16,5 0 0-16,0 1 0 0,-3 3 0 0,3-2 0 15,-5 4 0-15,1 1 0 0,2 1 0 0,2 1 0 16,-5 1 0-16,1 2 0 0,-2-1 0 0,-1 4 0 15,4 3 0-15,-6-1 0 0,-1 1 0 0,1 0 0 16,-4 6 0-16,-1 1 0 0,-4 2 0 0,-4-2 0 16,-4 3 0-16,-3 3 0 0,-6 2 0 0,-2 2 0 15,-2 3 0-15,0-4 0 0,-5 2 0 0,0-4 0 16,-1-4 0-16,0 1 0 0,4-2 0 0,5-8 0 16,1-1 0-16,2 0 0 0,4-6 0 0,3 1 0 15,0-3 0-15,2 0 0 0,1-2 0 0,5 0 0 16,-10-6 0-16,6 4 0 0,1-1 0 0,1 0 0 15,0-5 0-15,2 4 0 0,0-2 0 0,3 0 0 16,-1 0 0-16,4 0-51 0,0 0-426 0,1 0-117 16,2 2-585-16,3-2-1276 0,-2 2 565 0</inkml:trace>
  <inkml:trace contextRef="#ctx0" brushRef="#br0" timeOffset="155726.2319">2254 9147 400 0,'5'-10'434'0,"1"3"1"0,1-2-2 16,-2 3-7-16,-1-2-16 0,0 2-18 0,-2 2-18 0,2-1-12 16,1-2-21-16,0 3-18 0,0-1-18 15,-1 0-26-15,0 0-24 0,1 2-18 0,-1 0-26 16,2 0-22-16,-2 1-18 0,5-1-16 0,-5 3-10 15,5 0-19-15,-3 3-11 0,2-2-12 0,-3 3 1 16,7-3-11-16,-5 5-6 0,2 1-10 0,-5-3 1 0,4 0-5 16,-2 3-14-16,-1 1-6 0,-2-2 0 15,-2 3-7-15,2-3-5 0,-6 6-2 0,3-3-2 16,-4 3-8-16,-1-1 4 0,-3-1-8 0,-4 2 6 16,0-1-4-16,-2 0-14 0,-5-2 15 0,2 0 0 0,7-4-10 15,-4 0 31-15,1-2 11 0,3-1 16 16,1-2 26-16,1 0 1 0,2-1 5 0,-2 0-108 15,5-2 0-15,-3 0 0 0,4-2 0 0,-1-3 0 16,2 0 0-16,1-5 0 0,3 0 0 0,0-2 0 0,3 0 0 16,0 5 0-16,5-5 0 0,0 0 0 0,1-2 0 15,2 5 0-15,3 1-276 0,6-3-107 0,-5 4-77 16,1 2-63-16,7-4-63 0,-7 4-409 0,-1 0-1075 16,0 1 475-16</inkml:trace>
  <inkml:trace contextRef="#ctx0" brushRef="#br0" timeOffset="156054.9815">2733 8875 37 0,'3'-10'503'0,"-2"1"19"16,0 1 24-16,1-4 11 0,-4 3 5 0,2-1-1 16,2 3-7-16,-2-1-19 0,0 2-11 0,-2-2-14 15,2 2-17-15,2 2-26 0,-2-2-33 0,0 6-36 16,-3-5-39-16,3 5-38 0,0-4-35 0,0 4-264 15,0 0-22-15,0 0 0 0,0 0 0 0,-4 15 0 16,2-5 0-16,-1 2 0 0,-1 3 0 0,0 5 0 16,2-2 0-16,-3 4 0 0,2-2 0 0,1 1 0 31,-1 5 0-31,0-6 0 0,-2 3 0 0,0 2 0 0,2-5 0 0,-3-1 0 0,0 6 0 0,2-7 0 16,-1-2 0-16,0 0 0 0,2-5 0 0,0 2 0 15,1-3 0-15,1-2 0 0,1-5 0 0,-1 4 0 16,1-3 0-16,0-4 0 0,6 3-25 0,-6-3-532 15,0 0-64-15,22-8-48 0,-14 1-385 0,2-1-1140 16,-3-3 504-16</inkml:trace>
  <inkml:trace contextRef="#ctx0" brushRef="#br0" timeOffset="156273.7033">2577 9031 42 0,'-9'-1'402'0,"3"-2"18"0,-3 2 24 16,5 1 10-16,4 0 11 0,-13-1-3 0,10-2-18 15,3 3-15-15,-7 0-17 0,7 0-22 0,-4-3-7 16,4 3-43-16,-1-3-24 0,1 3-24 0,0-6-33 0,0 6-22 16,9-7-37-16,-4 4-16 0,4 0-19 15,1-2-15-15,3 0-30 0,2-1-51 0,6 1-55 16,-3-1-43-16,2 1-57 0,-1-2-52 0,2 1-61 16,6-3-71-16,-7 3-56 0,3 0-51 0,-4 0-69 0,9-3-49 15,-11 3-294-15,5-1-853 0,-3-1 379 16</inkml:trace>
  <inkml:trace contextRef="#ctx0" brushRef="#br0" timeOffset="156648.654">2986 8838 338 0,'0'0'413'0,"1"-3"27"0,-1 3 26 16,0 0 36-16,3-4 19 0,-3 4 3 0,0 0 2 16,-3-6-8-16,3 6-14 0,0 0-11 0,0 0-23 15,0 0-29-15,3-5-36 0,-3 5-34 0,0 0-42 16,0 0-29-16,0 0-22 0,0 0-21 0,-8 15-162 0,8-7-95 15,-1 2 0-15,-2-1 0 0,2 3 0 0,1 4 0 16,-4 1 0-16,-1 0 0 0,4-1 0 16,-3 0 0-16,0 3 0 0,1-4 0 0,-1 1 0 15,1-4 0-15,-2 1 0 0,4-2 0 0,-3-1 0 0,0-2 0 16,4-2 0-16,-2-1 0 0,0 0 0 0,2-5 0 16,4 5 0-16,-4-5 0 0,9-3 0 15,-9 3 0-15,14-10 0 0,-4 5 0 0,3-2 0 16,-4-1 0-16,1 2 0 0,2-4 0 0,-2 3 0 0,-1 0 0 15,1 0 0-15,-2-1 0 0,-3 4 0 0,3 0 0 16,-2 2 0-16,-1-3 0 0,1 3 0 0,0 2 0 16,-1-1 0-16,-5 1 0 0,14 0 0 0,-14 0 0 15,11 5 0-15,1 0 0 0,-5-1 0 0,2 0 0 16,2 1 0-16,0 0 0 0,-2 0 0 0,0 1 0 16,1 0 0-16,0-1 0 0,2 2 0 0,-2-4 0 15,2 1-250-15,-2-3-202 0,4-1-115 0,-2-1-116 16,0-3-358-16,-2-1-1126 0,0-3 499 0</inkml:trace>
  <inkml:trace contextRef="#ctx0" brushRef="#br0" timeOffset="157242.3097">4558 8826 19 0,'-5'-9'426'0,"1"2"14"16,-1-4 20-16,0 0 9 0,0 2 13 0,1 0-2 15,0-1-1-15,-1-2-17 0,4 2 18 16,-2-1-4-16,2 3 3 0,-4 1 0 0,5-2-20 0,-3 2-17 15,2 3-23-15,1-3-24 0,-1 4-32 0,1-1-29 16,-4 1-186-16,4 3-148 0,0 0 0 0,0-6 0 16,0 6 0-16,0 0 0 0,0 0 0 0,5 19 0 15,-1-6 0-15,1 5 0 0,-1 6 0 0,2 3 0 16,-2 2 0-16,0 2 0 0,1-1 0 0,-2 0 0 16,-1-1 0-16,-1 1 0 0,-1 1 0 0,-1-3 0 15,-1 3 0-15,-2-2 0 0,0 2 0 0,-1-5 0 16,1 2 0-16,-1 0 0 0,1-3 0 0,-5-2 0 15,5-8 0-15,0-2 0 0,3-2 0 0,-1 0 0 16,-1-3 0-16,3-1 0 0,0 0 0 0,1-3 0 16,3-1 0-16,0 0 0 0,1-1 0 0,5-2 0 15,-2-2 0-15,2-3 0 0,4 2-540 0,2-8-57 16,1 1-58-16,-1-2-412 0,2 2-1155 0,-3-5 511 16</inkml:trace>
  <inkml:trace contextRef="#ctx0" brushRef="#br0" timeOffset="157634.236">4848 8913 213 0,'9'-14'409'0,"0"2"31"0,-1 1 21 0,-2 4 25 0,0-2-4 15,-2 3-1-15,-1 0-5 0,0 1-26 0,-1 1-23 16,1 0-13-16,-3 4-31 0,2-3-22 16,-2 3-32-16,2-4-25 0,-2 4-17 0,0 0-11 15,0 0-14-15,-15 15-17 0,5-8-20 0,-4 4-17 0,0 0-25 16,-5 7-14-16,-4-1-20 0,4 0-78 0,-4 1-71 15,-3 2 0-15,8-7 0 0,0 4 0 16,-3-2 0-16,7 0 0 0,-3-6 0 0,3 0 0 31,4-1 0-31,1-1 0 0,2-2 0 0,2-1 0 0,-1-1 0 16,1-1 0-16,1 3 0 0,1-3 0 0,3-2 0 16,0 0 0-16,0 0 0 0,0 0 0 0,0 0 0 15,0 0 0-15,11-13 0 0,-6 10 0 0,1-1 0 16,0 1 0-16,1 0 0 0,3-2 0 0,-4 3 0 15,3 1 0-15,2 1 0 0,0 0 0 0,-1 2 0 16,2-1 0-16,-2 2 0 0,-1 1 0 0,0 2 0 16,1-1 0-16,-1 1 0 0,-1 1 0 0,2 0 0 15,-2 2 0-15,-2-2 0 0,1 0 0 0,-1 2 0 16,-1-4 0-16,0 5 0 0,2-4 0 0,-4 0 0 16,3 0 0-16,-1-1 0 0,0-1 0 0,-2 3-216 0,1-3-178 15,0 0-46-15,3 0-44 0,-5-1-58 16,7-2-36-16,-9-1-346 0,15-4-999 0,-8 2 443 15</inkml:trace>
  <inkml:trace contextRef="#ctx0" brushRef="#br0" timeOffset="157884.1807">5003 9071 196 0,'6'-4'319'0,"-3"1"19"16,1-1 18-16,-3-3 28 0,3 2 22 0,-2 1 20 16,1 0 4-16,-3 2-5 0,4-4 0 0,-3 4 6 15,-1 2-13-15,3-5-10 0,-3 5-9 0,0 0-23 16,3-3-29-16,-3 3-34 0,0 0-29 0,0 0-31 15,0 0-24-15,0 0-24 0,0 0-16 0,0 0-21 16,0 0-16-16,2 13-16 0,-2-6-12 0,0-1-70 16,0 1-54-16,-2 2 0 0,2 1 0 0,-1-1 0 15,-1-3 0-15,2 4 0 0,-2-1 0 0,1 0 0 16,0-1 0-16,1-1 0 0,0-3 0 0,-1-1 0 16,1 5-168-16,0-5-138 0,0-3-52 0,0 0-55 15,0 0-64-15,8 0-74 0,-8 0-40 0,8-12-298 16,-2 6-961-16,2-5 426 0</inkml:trace>
  <inkml:trace contextRef="#ctx0" brushRef="#br0" timeOffset="158009.1743">5115 8992 56 0,'2'-7'248'0,"0"2"15"15,-2-3 6-15,0 3 7 0,-1 1 11 0,0-1 18 16,-1 1-16-16,2-1-14 0,0 5-28 0,-1-4-28 16,-1-1-31-16,2 5-39 0,0-6-48 0,0 6-58 15,0 0-71-15,0 0-85 0,0 0-86 0,0 0-88 16,0 0-145-16,7 0-467 0,-7 0 207 0</inkml:trace>
  <inkml:trace contextRef="#ctx0" brushRef="#br0" timeOffset="158290.3336">5302 8981 165 0,'6'-5'421'0,"-2"0"26"0,1 2 34 0,-5 3 15 15,1-3 12-15,-1 3-2 0,0-4-11 0,0-1-4 0,0 5-22 16,-1-6-29-16,-4 3-30 0,5 3-35 0,-6-2-36 15,2 0-33-15,4 2-33 0,-12 3-26 16,6-2-26-16,-2 2-21 0,1 1-18 0,-2 5-19 16,1-3-18-16,1 4-12 0,0-1-16 0,-2 6-13 0,-1 0-47 15,5-3-57-15,-3 2 0 0,3 2 0 0,-3 0 0 16,7-2 0-16,-4-2 0 0,5 0 0 0,0-6 0 16,4 5 0-16,-2-3-3 0,5 0-135 15,-1-2-38-15,6 1-31 0,3-1-43 0,5-3-59 0,1-1-32 16,7-1-22-16,0-4-30 0,-5 0-31 0,5-5-36 15,0-2-20-15,-3-3-295 0,-6 2-839 0,6 0 371 16</inkml:trace>
  <inkml:trace contextRef="#ctx0" brushRef="#br0" timeOffset="158571.603">5565 8796 202 0,'0'-11'437'16,"-2"2"33"-16,0-1 35 0,-3 2 28 0,4-2 17 15,1 4 5-15,-4-1-2 0,2 1 1 0,-1 1-14 16,0 2-22-16,1-3-23 0,1 4-35 0,1 2-35 16,-3-3-34-16,3 3-42 0,0 0-38 0,0 0-31 15,0 0-217-15,0 0-63 0,-3 11 0 0,3-2 0 16,0 3 0-16,0 4 0 0,-1 2 0 0,1 0 0 16,0 0 0-16,0 1 0 0,-1 0 0 0,3 2 0 15,-3 5 0-15,0-7 0 0,0 0 0 0,1 0 0 16,-2 3 0-16,2-3 0 0,-2-1 0 0,-1-1 0 15,2 0 0-15,1-3 0 0,0-3 0 0,0 0 0 16,1-1 0-16,-1-1 0 0,2-4 0 0,-1 1 0 0,3-2-282 16,1-1-201-16,0-1-50 0,1-2-61 15,5-1-457-15,0-5-1136 0,-2 3 503 0</inkml:trace>
  <inkml:trace contextRef="#ctx0" brushRef="#br0" timeOffset="158930.8095">5738 8892 106 0,'4'-9'381'0,"2"1"36"0,-1 0 10 0,-2 2 30 16,0-1 21-16,0 2 1 0,0-1-6 0,-1 2 0 0,2 0 7 15,-4 0-22-15,0 4-11 0,4-5-18 0,-3 3-36 16,-1 2-39-16,0 0-36 0,1-5-35 16,-1 5-37-16,0 0-20 0,0 0-22 0,0 0-20 15,-8 13-19-15,1-6-16 0,-2 7-15 0,1-2-104 0,-4 4-30 16,0-2 0-16,-1 4 0 0,2-3 0 0,-8 7 0 15,7-5 0-15,-2 3 0 0,0-4 0 0,4-1 0 16,0-4 0-16,-1 2 0 0,5-6 0 0,2 0 0 16,-1-2 0-16,0 1 0 0,5-1 0 0,-3-1 0 15,3-4 0-15,3 8 0 0,2-5 0 0,1 0 0 16,3 0 0-16,3-2 0 0,2 2 0 0,8-3 0 16,-3 0 0-16,3 3 0 0,-2-3 0 0,-2 2 0 15,1-1 0-15,-1-1 0 0,-7 2 0 0,2-1 0 16,0 0 0-16,-4 0 0 0,-3 1 0 0,2 0 0 15,1-1 0-15,-4-1 0 0,0 1-108 0,-5-1-215 16,7 1-43-16,-3 1-45 0,-4-2-48 0,0 0-47 16,0 3-44-16,0-3-362 0,0 0-987 0,0 0 437 15</inkml:trace>
  <inkml:trace contextRef="#ctx0" brushRef="#br0" timeOffset="160417.127">6213 8634 174 0,'1'-3'392'0,"-1"3"5"0,0 0 9 0,3-3-12 16,-3 3-9-16,0 0-19 0,1-4-28 0,-1 4-26 0,0 0-25 15,0 0-22-15,0 0-23 0,5-2-25 0,-5 2-23 16,0 0-18-16,0 0-16 0,0 0-9 0,0 0-8 16,0 0-14-16,0 0-12 0,-9 13-8 0,8-6-14 15,-3-2-10-15,2 0-9 0,-2 3-17 0,1-3-41 16,0 1-62-16,0 1-63 0,2 0-76 0,-2 1-74 15,1-1-89-15,4 0-84 0,-4 0-290 0,2-1-780 16,-2-1 345-16</inkml:trace>
  <inkml:trace contextRef="#ctx0" brushRef="#br0" timeOffset="160808.8114">6366 8849 92 0,'0'0'448'0,"7"1"-6"16,-7-1 3-16,0 0-9 0,0 0-8 0,6 0-27 16,-6 0-30-16,0 0-30 0,3 4-28 0,-3-4-22 15,0 0-21-15,0 0-20 0,0 0-20 0,-10 8-22 16,3-6-20-16,0 3-18 0,-1 1-20 0,-1 1-13 16,1 1-18-16,-1 0-3 0,0 1-15 0,-1-1-10 15,5 1-17-15,-4 0 0 0,4 1-10 0,1-3-5 0,3 0-8 16,-2 0-3-16,6-1-2 0,-2 3-2 15,6-2-10-15,-1 2 3 0,4-1-4 0,7 1-2 16,-2 0 9-16,2-3 4 0,1 1 4 0,-2-1-2 16,2-1 8-16,-5 0 3 0,2 2-5 0,-2-3 2 0,-2-1-8 15,0 1 11-15,-6-1-14 0,5 0 3 0,-5-1-6 16,-1 0 1-16,-3 1-5 0,-1-3-2 0,0 6 13 16,-1-1-7-16,-7-2-5 0,-2 4-4 0,1-1 5 15,-6 0-13-15,2 2 2 0,-7 1-4 0,3-3-3 16,-1 0-7-16,5-1-29 0,1 0-27 0,1 0-25 15,5-2-28-15,-2 1-33 0,3-3-42 0,5-1-62 16,-5 0-78-16,5 0-75 0,0 0-70 0,18-6-59 16,-4-1-352-16,6 2-942 0,11-6 418 0</inkml:trace>
  <inkml:trace contextRef="#ctx0" brushRef="#br0" timeOffset="161419.1714">7719 9220 373 0,'9'-2'445'16,"-9"2"3"-16,6-1 4 0,-6 1-15 0,0 0-19 15,3-3-19-15,-3 3-12 0,0 0-11 0,0 0-17 16,-15-4-4-16,5 0-5 0,3 0-16 0,-2 0-11 15,-2 0-14-15,0 0-7 0,-2 1-9 0,-1-4-4 16,-1 1-11-16,-7 0-12 0,7-1-7 0,-2-1-8 0,-2-3-11 16,5-1-18-16,-4 0-196 0,-4-5-26 0,2-1 0 15,1 0 0-15,1-5 0 0,-1-1 0 16,4 0 0-16,-1-3 0 0,3 0 0 0,2 1 0 0,2 1 0 16,1-2 0-16,4 0 0 0,0 2 0 0,4 4 0 15,0 1 0-15,0 1 0 0,4 2 0 0,0-1 0 16,0 7 0-16,1-1 0 0,-1 1 0 0,0 2 0 15,2 0 0-15,-1 0 0 0,0 2 0 0,-1 4 0 16,0 1 0-16,6-5 0 0,-5 6 0 0,5-1 0 16,-3 3 0-16,-7-1 0 0,12 5 0 0,-6 1 0 15,1 0 0-15,-1 2 0 0,-1 2 0 0,2 5 0 16,-3 1 0-16,-1 0 0 0,-1 2 0 0,1 0 0 16,-3 1 0-16,-3 1 0 0,1 5 0 0,-5-1 0 0,-2 1 0 15,3 1 0-15,-4-3 0 0,-3 4 0 16,1-2 0-16,0-2 0 0,-5 1 0 0,4-1 0 15,-2-2 0-15,3 1 0 0,1-5 0 0,-1 6 0 0,3-6 0 16,-1-1 0-16,1-2 0 0,4-5 0 0,0 1 0 16,1-4 0-16,0 2 0 0,1-3 0 15,0 0 0-15,1-2 0 0,0 1 0 0,2-4 0 0,0 0 0 16,7 3 0-16,1-4 0 0,4-1 0 0,5-3 0 16,-1-4 0-16,11-2 0 0,1-4 0 0,0 4 0 15,2-2 0-15,-1-1 0 0,2 4 0 0,-1-2 0 16,1-3 0-16,-3 3 0 0,2 0 0 0,-6 2 0 15,-5 4 0-15,0-4 0 0,-1 5-150 0,-1 0-576 16,-7 0-494-16,0 1-1321 0,3 0 585 0</inkml:trace>
  <inkml:trace contextRef="#ctx0" brushRef="#br0" timeOffset="161950.235">8737 8901 18 0,'-1'-6'446'0,"1"1"16"16,0-3 11-16,1 5 4 0,0-2-14 0,1 3-14 15,-2 2-10-15,1-8-9 0,-1 6-17 0,1-2-5 16,1 0-1-16,-2 4-10 0,2-3-7 0,-2 3-17 15,1-3-24-15,-1 3-32 0,0 0-31 0,0 0-30 16,0 0-37-16,0 0-11 0,0 0-13 0,0 0-1 16,-2 15-72-16,2-4-122 0,-1 7 0 0,-1 0 0 0,2 6 0 15,-2 0 0-15,2 3 0 0,-3-2 0 0,3 2 0 16,1-3 0-16,-2 5 0 0,0 0 0 0,0-3 0 16,-1-6 0-16,-1 0 0 0,3 0 0 0,-2-4 0 15,1 0 0-15,1-4 0 0,-1 0 0 0,2-3 0 16,-2 1 0-16,2-5 0 0,-1 0 0 0,1 3 0 15,1-5 0-15,0-1 0 0,-1 1 0 0,1 2 0 16,-2-5 0-16,9 0-479 0,-9 0-53 0,0 0-51 16,9-5-40-16,-7 2-373 0,2-1-1079 0,-3-1 477 15</inkml:trace>
  <inkml:trace contextRef="#ctx0" brushRef="#br0" timeOffset="162530.5148">8483 8947 149 0,'-4'-8'441'0,"-1"-2"20"0,1-1 11 15,-1 3 4-15,0-3 5 0,1 2 0 0,-1-2-16 16,5-1-2-16,-4-1-16 0,3-3-8 0,1-4-5 0,1 2-22 16,2-1-21-16,2-2-36 0,1-3-26 0,3 0-34 15,4 0-24-15,5 1-25 0,2 0-24 16,3-2-21-16,4 4-25 0,5 1-92 0,1 1-84 15,15-5 0-15,-13 9 0 0,14-4 0 0,-11 5 0 0,-2 6 0 16,4-4 0-16,-7 6 0 0,5 1 0 0,-3 5 0 16,-1 2 0-16,-2 2 0 0,0 5 0 0,-4 0 0 15,-2 3 0-15,-2-1 0 0,-9 3 0 0,-2 2 0 16,4 4 0-16,-8-2 0 0,0 6 0 0,-7-4 0 16,-2 6 0-16,-6 2 0 0,-2 0 0 0,-5 1 0 15,-3 1 0-15,-10-1 0 0,-7 7 0 0,9-10 0 16,-16 5 0-16,13-9 0 0,2-2 0 0,-2-3 0 15,4-2 0-15,5-3 0 0,0-5 0 0,3 1 0 16,2-2 0-16,3-2 0 0,-3 2 0 0,4-2 0 16,4-2 0-16,-3-1 0 0,3-1 0 0,5 0 0 0,-9-1 0 15,9 1 0-15,-8-4 0 0,7 2 0 16,1 2 0-16,-5-5 0 0,5 5 0 0,-4-3 0 16,4 3 0-16,0-5 0 0,0 5 0 0,0 0 0 0,-1-4 0 15,1 4 0-15,0 0 0 0,0 0 0 0,0 0 0 16,11 10 0-16,-4-4 0 0,-2 0 0 0,0 2 0 15,4-1 0-15,-3 4 0 0,2 0 0 0,1 2 0 16,1 2 0-16,-2-1 0 0,-3-3 0 0,3-2 0 16,-3 7 0-16,5 0 0 0,-2-2 0 0,-2-4 0 15,3 5 0-15,-4-6 0 0,2 2 0 0,-2-1 0 16,0-2 0-16,-1-3 0 0,3 1 0 0,-2-1 0 16,1-1 0-16,-1 1 0 0,1-3 0 0,5-2-386 15,-3 1-62-15,0-1-33 0,-2-1-31 0,7-1-20 16,-7-3-24-16,2 0-324 0,-4 0-952 0,6-1 421 0</inkml:trace>
  <inkml:trace contextRef="#ctx0" brushRef="#br0" timeOffset="162749.0525">9135 9137 208 0,'2'-2'161'0,"2"-2"37"15,1-2 28-15,-1 2 28 0,0 1 25 0,0 0 26 0,1 0 18 16,-3-1 15-16,1-1 9 0,-1 3 7 0,-2 2 1 16,6-4 5-16,-4 1 2 0,-2 3-8 0,3-4-9 15,-3 4-22-15,0 0-31 0,0 0-15 0,0 0-30 16,0 0-10-16,0 0-2 0,0 0-25 0,0 0-9 15,6 10-22-15,-5-4-12 0,-1 0-23 0,0-1-3 16,2 0-12-16,-4 5-16 0,2 0-13 0,-2-1-6 16,1 1-10-16,-2 0-9 0,0-4-18 0,2 1-50 15,0-1-49-15,0-1-49 0,-1 1-40 0,2-2-41 16,0-4-35-16,-1 5-46 0,1-5-40 0,0 0-44 16,-1 1-60-16,1-1-66 0,0 0-57 0,0 0-343 15,7-13-934-15,2 5 413 0</inkml:trace>
  <inkml:trace contextRef="#ctx0" brushRef="#br0" timeOffset="162906.3043">9284 8980 315 0,'0'-4'364'0,"0"-2"22"16,4 3 21-16,-4 3 15 0,-4-6-5 0,4 6-17 16,-1-7-23-16,1 7-40 0,0-4-31 0,0 4-31 15,-3-3-32-15,3 3-27 0,-1-4-58 0,1 4-61 0,0 0-75 16,0-4-85-16,0 4-72 0,0 0-59 0,0 0-64 15,0 0-80-15,0 0-288 0,18 3-678 16,-10-3 300-16</inkml:trace>
  <inkml:trace contextRef="#ctx0" brushRef="#br0" timeOffset="163219.4236">9478 8900 95 0,'3'-5'444'16,"-3"0"37"-16,3 0 25 0,-3 0 23 0,0-1 9 15,0-1-6-15,0 2 2 0,2-3-4 0,-2 3-10 16,-2 0-14-16,2 0 0 0,-2-1-27 0,2 3-26 16,0 3-40-16,2-6-33 0,-2 6-50 0,-2-5-23 15,2 5-199-15,0 0-108 0,0 0 0 0,0 0 0 16,0 0 0-16,0 0 0 0,-1 19 0 0,1-8 0 16,-3 2 0-16,2 1 0 0,1 2 0 0,-4 0 0 15,2 1 0-15,-1 1 0 0,2 1 0 0,1 0 0 16,-3-1 0-16,2-1 0 0,-3-1 0 0,0 2 0 15,3-5 0-15,-3 3 0 0,0 2 0 0,1-2 0 0,1-5 0 16,-1 1 0-16,3-1 0 0,0-5 0 0,0 1 0 16,2-1 0-16,-1-1-376 0,3-2-57 15,0-3-26-15,1 1-28 0,-5-1-11 0,17-7-11 0,-7 0 8 16,0 0-321-16,4-4-890 0,-2-1 394 0</inkml:trace>
  <inkml:trace contextRef="#ctx0" brushRef="#br0" timeOffset="163469.2624">9581 9019 870 0,'4'-18'19'0,"3"0"60"16,1 0 47-16,-2 2 44 0,-1-1 38 0,1 2 39 15,-4 5 21-15,2-2 39 0,0 2 21 0,-2 1 16 16,-1 4 9-16,1-3 16 0,-2 2 9 0,1 0 14 16,0 1 9-16,1 1-5 0,-1 0 3 0,-1 1-8 15,0 3-23-15,1-5-21 0,-1 5-26 0,0 0-34 16,1-4-30-16,-1 4-26 0,0 0-9 0,0 0-109 16,0 0-113-16,-2 19 0 0,2-10 0 0,0 6 0 15,-4-2 0-15,3 4 0 0,1 0 0 0,-3 1 0 16,-1 6 0-16,1-5 0 0,0 7 0 0,1-8 0 15,-2 0 0-15,1 0 0 0,-2 0 0 0,0 6 0 16,1-5 0-16,-2-1 0 0,2-1 0 0,0-1 0 16,1-6 0-16,1 0 0 0,-2-1 0 0,4-2 0 15,-1-2 0-15,1 0-192 0,-2-2-306 0,4 1-35 16,-2 0-44-16,0-4-39 0,0 0-347 0,0 0-1042 16,10-10 460-16</inkml:trace>
  <inkml:trace contextRef="#ctx0" brushRef="#br0" timeOffset="163719.5866">9527 9074 76 0,'-8'-3'377'0,"3"1"35"15,0 0 53-15,0 1 17 0,-3 0 11 0,8 1 3 16,-9-1-5-16,9 1-20 0,-3-3-26 0,3 3-16 16,-6-1-39-16,6 1-14 0,0 0-30 0,-5-3-25 15,5 3-27-15,0 0-27 0,-2-2-28 0,2 2-20 16,0 0-26-16,0 0-22 0,10-6-25 0,-5 4-8 15,4 0-24-15,5 0-31 0,-4 1-32 0,8-1-29 16,0 0-42-16,-4 1-26 0,4-2-27 0,-4 0-32 16,-1 1-45-16,5-1-41 0,-1-1-46 0,0-1-39 15,0 1-53-15,-3 3-37 0,0 0-34 0,-4 0-49 16,3-2-32-16,1 2-333 0,-2-1-883 0,-2 1 391 16</inkml:trace>
  <inkml:trace contextRef="#ctx0" brushRef="#br0" timeOffset="164126.6896">9812 9132 314 0,'0'0'491'0,"1"-7"5"16,-1 7-3-16,0-6-12 0,1 2-14 0,-1 4-10 15,0-5-10-15,0 5-5 0,0-8-4 0,0 5-6 16,0 3-18-16,2-5-14 0,-2 5-14 0,0-4-20 16,0 4-20-16,0 0-25 0,-3-5-25 0,3 5-26 15,0 0-26-15,0 0-54 0,0 0-190 0,0-4 0 16,0 4 0-16,0 0 0 0,0 0 0 0,0 0 0 15,0 0 0-15,0 0 0 0,0 0 0 0,-6 12 0 16,6-8 0-16,-1 2 0 0,-1-1 0 0,1 1 0 16,1-2 0-16,-2 7 0 0,-1-5 0 0,3 6 0 15,0-5 0-15,0-3 0 0,-1 2 0 0,1-3 0 16,0-3 0-16,-2 7 0 0,1-4 0 0,1-3 0 16,3 6-409-16,1-5-137 0,-4-1-101 0,0 0-452 15,20-10-1189-15,-10 3 526 0</inkml:trace>
  <inkml:trace contextRef="#ctx0" brushRef="#br0" timeOffset="164282.9899">9931 8998 59 0,'-3'-5'350'0,"2"-1"-11"0,1 2 18 15,0 0 29-15,0-3 24 0,-4 4 6 0,3-1-9 16,1 4-25-16,-4-4-31 0,2 0-35 0,2 4-34 16,0 0-27-16,-3-5-29 0,3 5-24 0,-3-2-22 15,3 2-35-15,0 0-44 0,0 0-61 0,0 0-69 16,-4 12-68-16,4-9-65 0,0 4-50 0,3 4-61 15,1-2-64-15,-3-1-55 0,3 3-225 0,0-3-669 16,1 2 295-16</inkml:trace>
  <inkml:trace contextRef="#ctx0" brushRef="#br0" timeOffset="164675.5354">10011 9118 336 0,'0'0'370'15,"11"-5"23"-15,-8 4 28 0,-3 1-6 0,0 0-2 16,3-6-5-16,-3 6-10 0,1-4-4 0,-1 4-7 15,4-3-12-15,-4 3-3 0,1-2-15 0,-1 2-21 16,0 0-29-16,0 0-26 0,0 0-18 0,2-4-41 16,-2 4-22-16,0 0-29 0,0 0-13 0,0 0-14 15,0 0-36-15,0 0 12 0,-3 14-19 0,3-8-3 16,3-2-15-16,-5 3-5 0,4 2-10 0,-2 1-21 0,2-2-35 16,-2-2-12-16,1 2-17 0,1-2-20 15,-1-2-12-15,0 4-10 0,1-2-5 0,-1-3-4 16,0 0-2-16,-1-3 1 0,0 6 10 0,0-6 6 0,2 4 5 15,-2-4 13-15,0 0-2 0,10 0 2 0,-10 0 7 16,6-6 4-16,-6 6 0 0,8-5 3 0,-6 1 3 16,5-3 0-16,0-1 3 0,-2 4 1 15,-1-2 2-15,1 2-1 0,1-2 5 0,-3 4-1 0,4-2 4 16,-4 2 0-16,1-1 1 0,2 1-3 0,-6 2 4 16,7-4-1-16,1 4-2 0,-8 0 3 0,10 1-2 15,-5 2 2-15,0 0 0 0,2-1-8 0,-1 0-22 16,-1 2-27-16,0-2-34 0,2 4-29 0,-2-2-39 15,0-1-53-15,4 1-37 0,-3 0-51 0,1 0-61 16,0-3-72-16,2 1-370 0,0-1-872 0,-1-1 386 16</inkml:trace>
  <inkml:trace contextRef="#ctx0" brushRef="#br0" timeOffset="165394.814">10373 9097 228 0,'0'-2'351'0,"4"0"20"0,-4 2 4 0,5-6 11 15,-4 1 0-15,3 2-8 0,0 1-10 0,-3-1-14 16,4 0-12-16,-1 0-15 0,-1 0-19 0,-3 3-20 16,5-5-23-16,-5 5-26 0,4-3-19 0,-4 3-23 0,4-2-22 15,-4 2-18-15,2-2-17 0,-2 2-15 0,0 0-15 16,10 7-11-16,-6-6-4 0,-1 4-16 0,1-2-4 16,-2 2-12-16,1-1-5 0,-2 2-6 0,3-1-3 15,-3 0-8-15,-1 1-3 0,0 1-3 0,0 1-7 16,0-2-4-16,-2 5-17 0,-2 0-16 0,0-1-13 15,-1-1-9-15,-2-2-6 0,-3-1-11 16,4 0-2-16,-2-3-4 0,0 1-10 0,-2-3 3 0,5 0 5 16,-3-2 4-16,8 1 3 0,-14-4-4 0,9 2 5 15,1-1-2-15,3-3 4 0,-2-1 6 0,2-3 5 16,1 0 1-16,4-2 1 0,0-1 9 0,1 3 13 16,0-1 12-16,4 0 16 0,-1 3 6 0,-2 0 14 15,4-1 15-15,-2 4 12 0,-3 2 2 0,3-1-3 16,1 1 2-16,-3 3 4 0,2 0 5 0,-3 6 18 15,3-2 4-15,-1 4 5 0,0 1 9 0,-2 2 0 16,0 4 4-16,-1 4 17 0,1 8 2 0,-3-1 1 16,-3 2 15-16,0 0-4 0,-3 1-2 0,0-3-8 15,2 2-14-15,0-2-101 0,-2-1-20 0,3 4 0 0,1-1 0 16,0 3 0-16,-1-2 0 0,2-1 0 16,0-1 0-16,1-1 0 0,2 0 0 0,-2-5 0 15,2-2 0-15,0-2 0 0,-2 2 0 0,2-3 0 0,-3-4 0 16,2 0 0-16,0-2 0 0,-2-3 0 0,0 0 0 15,0-1 0-15,1-1 0 0,-1-2 0 0,-1 1 0 16,1 0 0-16,-1-1 0 0,0-3 0 16,0 0 0-16,0 6 0 0,0-6 0 0,0 2 0 0,0-2 0 15,0 0 0-15,0 0 0 0,0 0 0 0,0 0 0 16,-10-11 0-16,4 5 0 0,-1 1 0 0,-3 0 0 16,-2-2 0-16,-4-2 0 0,-2 1 0 0,0 0 0 15,-9-3 0-15,3 2 0 0,-4-2 0 0,9 4 0 16,-3 2 0-16,0-2 0 0,4 1 0 0,-2-1 0 15,3 4 0-15,5-2 0 0,0 2 0 0,2-2 0 16,-2 3 0-16,7-2 0 0,0 2 0 0,-3-3 0 16,3 1 0-16,4 1 0 0,-3-1 0 0,4-1 0 15,2-1 0-15,1 2 0 0,2-5 0 0,3 2 0 0,1 1 0 16,4-2 0-16,-3 0 0 0,4-3 0 0,4 1 0 16,-3-1 0-16,10-3-447 0,-9 3-78 0,7-5-16 15,-5 7-15-15,6-6-1 0,3 0-371 0,-10 2-1005 16,7-3 445-16</inkml:trace>
  <inkml:trace contextRef="#ctx0" brushRef="#br0" timeOffset="166050.7534">10655 9213 264 0,'3'-6'304'0,"0"2"12"0,-3-2-1 16,1 1 12-16,0 1 11 0,-1-3 3 0,0 1 5 15,-1 2-1-15,1-1 1 0,-1 1 2 0,-2 0-3 16,3 4 8-16,-1-5-5 0,-1 2 9 0,2 3-23 15,0-5-22-15,0 5-21 0,0 0-21 0,0 0-22 16,0 0-20-16,0-6-26 0,0 6-24 0,0 0-11 16,0 0-30-16,0 0-16 0,0 0-12 0,-1-3-7 0,1 3-15 15,0 0-7-15,0 0-7 0,0 0-5 16,0 0-5-16,0 0-9 0,0 0-1 0,0 0-32 16,0 0-21-16,0 0 0 0,13 7 0 0,-8-5 0 0,-5-2 0 15,10 3 0-15,-3-3 0 0,-7 0 0 0,14-1 0 16,-8-1 0-16,2 1 0 0,-2-1 0 0,2-4 0 15,-1 5 0-15,1-3 0 0,-4 2 0 16,1-3 0-16,-1 1 0 0,2 1 0 0,-4 0 0 0,1-1 0 16,-3 4 0-16,3-4 0 0,-3 0 0 0,0 4 0 15,0-5 0-15,-4 2 0 0,2-1 0 0,2 4 0 16,-10-3 0-16,4 3 0 0,1-2 0 0,5 2 0 16,-15 0 0-16,7 3 0 0,2-1 0 0,-1 1 0 15,1 1 0-15,-2-1 0 0,3 2 0 0,0 0 0 16,0 3 0-16,2-1 0 0,0 3 0 0,0 0 0 15,-1-2 0-15,3 3 0 0,0-3 0 0,1 4 0 16,0-3 0-16,2-1 0 0,2-1 0 0,1 0 0 16,0-1 0-16,2-1 0 0,2 0 0 0,1-3 0 0,1 2 0 15,5-3 0-15,0-1 0 0,2-1 0 16,1-3 0-16,3 0 0 0,-3 0 0 0,2-4 0 16,-2 1 0-16,4-9 0 0,0 2 0 0,0 1 0 15,-5 1 0-15,-3 2 0 0,0 0 0 0,-3-3 0 16,-2 6 0-16,0-2 0 0,-1 2 0 0,-1 2 0 15,-4 1 0-15,2-2 0 0,-2 3 0 0,1-1 0 16,-1 1 0-16,-1 1 0 0,-3 2 0 0,5-4 0 0,-5 4 0 16,4-2 0-16,-4 2 0 0,0 0 0 0,1 8 0 15,-1-4 0-15,0 1 0 0,4 1 0 0,-3 2 0 16,0 0 0-16,-1 2 0 0,3 0 0 0,-3 0 0 16,0 0 0-16,0-2 0 0,1-3 0 0,-1 3 0 15,0-2 0-15,0-1 0 0,3-1 0 0,-1 2-132 16,-1-3-77-16,1-1-44 0,-2-2-61 0,11 3-69 15,-3-3-77-15,1-2-62 0,2-1-49 0,-1-2-321 16,2 0-965-16,3-6 427 0</inkml:trace>
  <inkml:trace contextRef="#ctx0" brushRef="#br0" timeOffset="166238.1624">11243 8862 294 0,'3'-6'472'0,"-3"0"23"0,1 1 17 15,2 0 6-15,-3 0-11 0,0 2-34 0,0-2-18 16,0 5-37-16,1-7-33 0,-1 7-46 16,0-3-27-16,0 3-38 0,0 0-44 0,0 0-61 15,0-4-67-15,0 4-63 0,0 0-48 0,0 0-77 0,0 0-83 16,6 14-84-16,-2-6-80 0,-1 1-78 0,-1 1-379 16,1 0-854-16,1 0 378 0</inkml:trace>
  <inkml:trace contextRef="#ctx0" brushRef="#br0" timeOffset="166550.5895">11413 9027 436 0,'0'0'499'16,"0"0"28"-16,0 0 22 0,0-6 1 0,0 6-10 16,-6-5-54-16,6 5-42 0,-4-5-44 0,-1 4-39 15,5 1-34-15,-6-2-38 0,6 2-31 0,-9 2-13 16,1 0-33-16,3 0-28 0,0 3-12 0,0 1-23 15,1 3-25-15,-1-1-3 0,1-1 2 0,4 4-25 16,0-2-12-16,1 4-4 0,2-2-8 0,0-1-8 16,5 5-1-16,0 0-7 0,0 0-5 0,3-3-23 15,-1 0 15-15,-2-1-4 0,2-4-9 0,-3 4 2 16,-1-4 2-16,0 0-11 0,2-5-7 0,-6 2-2 16,2 1-6-16,-1 0-5 0,-2-2-1 0,-1 1-7 0,-1 1-16 15,-3-2-19-15,-6 2-25 0,-2-1-33 16,0-1-38-16,-9 3-44 0,2-5-57 0,1 1-58 15,-5 0-49-15,3-2-44 0,-1 1-57 0,7-2-41 0,4 0-376 16,-2-2-932-16,6 2 412 0</inkml:trace>
  <inkml:trace contextRef="#ctx0" brushRef="#br0" timeOffset="168412.9409">12534 8760 25 0,'-1'-3'345'15,"1"-4"14"-15,-3 2 11 0,3-1 0 0,0-1-1 16,-1 0 3-16,1 2-2 0,0-3 6 0,0 3 6 16,0-2 1-16,0 2-4 0,-3-1-12 0,3-1-4 15,0 3-10-15,3 0-7 0,-3-2-14 0,0 3-15 16,-3-2-17-16,3 5-23 0,0-6-24 0,0 6-30 15,0-4-22-15,0 4-24 0,0 0-21 0,0 0-18 16,0 0-16-16,0 0-12 0,-1 19-54 0,-3-6-56 16,3 4 0-16,-4 1 0 0,3 7 0 0,-4 0 0 15,1 4 0-15,-3-4 0 0,-2 4 0 0,1-2 0 16,-1 4 0-16,-3-4 0 0,1 1 0 0,-4-3 0 16,2 6 0-16,-1-6 0 0,1 0 0 0,0 5 0 15,-3-2 0-15,-2-4 0 0,6 0 0 0,4-9 0 16,-3 0 0-16,3-6 0 0,5 1 0 0,-2-1 0 0,0-3 0 15,2-1 0-15,3-2 0 0,-3 1 0 0,2 0 0 16,2-4 0-16,-4 3 0 0,1 0 0 16,3-3 0-16,0 0 0 0,0 0 0 0,0 0 0 0,-1-14 0 15,2 7 0-15,1-2 0 0,0-4 0 0,1-3 0 16,-1-1 0-16,0 3 0 0,0-3 0 0,1 6 0 16,-2-1 0-16,5-1 0 0,-3 1 0 0,-1 3 0 15,0 2 0-15,2 0 0 0,-2 2 0 0,-2-1 0 16,3 1 0-16,-1 3 0 0,0-3 0 0,0 3 0 15,-1-1 0-15,4 0 0 0,-5 3 0 0,9 0 0 16,-9 0 0-16,17 5 0 0,-7-1 0 0,-5 0 0 16,4 2 0-16,-1 2 0 0,2 0 0 0,-1 2 0 15,1 0 0-15,3 3 0 0,-7-2 0 0,4 3 0 16,0-2 0-16,-1 3 0 0,-2-6 0 0,1 2 0 16,1-1 0-16,-1-2 0 0,1-1 0 0,-1 2 0 15,1-2 0-15,0-2 0 0,-1-1-127 0,2-2-289 16,-2-1-34-16,-2-1-46 0,2-1-42 0,-2 0-34 0,-1-3-360 15,3-1-1010-15,1-3 446 0</inkml:trace>
  <inkml:trace contextRef="#ctx0" brushRef="#br0" timeOffset="169443.9583">12663 9097 293 0,'2'-2'340'0,"-2"2"9"0,3-3 23 0,0 0 16 0,-3 3-1 16,5-5-13-16,-3 3-5 0,-2 2-7 0,4-5-5 15,-4 5-12-15,3-5-15 0,0 1-8 0,-3 4-30 16,2-2-9-16,-2 2-32 0,3-6-32 0,-2 4-22 16,-1 2-14-16,0 0-24 0,8-2-19 0,-8 2-9 15,10 0-18-15,-4 0-10 0,-6 0-11 0,11 0-7 16,-3 0-14-16,-3 2-12 0,3 0-3 0,1 2-3 16,-5 0-10-16,2 0-3 0,-1 2-4 0,-1 0-5 15,0-1-6-15,1 3 6 0,-1 2-9 0,-1-2 0 16,-2-2-4-16,-1 6 0 0,0 0-11 0,0 0-7 15,-4 0-7-15,0-2-14 0,-1-1-4 0,0-2-4 0,-3 5-4 16,-2-4 2-16,1-2 7 0,0 0-4 0,-1-1 4 16,1-2 6-16,1 1 3 0,3-3 2 15,-4-1 7-15,0 0 4 0,3-2 5 0,1-2 9 16,2 1 19-16,-3-3 6 0,2-4-3 0,0 1 11 0,2-8 2 16,3 4 0-16,-1-3 7 0,1 5 8 15,1-3-8-15,3-1 3 0,1 3-12 0,0 3 1 16,-2-1-6-16,0 0 1 0,3 0-10 0,-4 6 5 0,6-3-11 15,-5 4-4-15,1-5-1 0,0 4 10 0,3 3-20 16,-2-1-1-16,-2 2-1 0,-4 0-2 0,13 2 0 16,-8 0-5-16,-1 2 2 0,2 1 1 0,-1 2-13 15,-1-1 8-15,3 4 13 0,-6 1-6 0,4-1 2 16,-2 1-7-16,-2 1 4 0,-1 0-2 0,0-1 0 16,0-1 5-16,0 1-5 0,0-3 3 0,0 0-7 15,0-3-10-15,4 0-6 0,-4 0-3 0,0-2-2 16,0-3-1-16,1 7 1 0,-1-7 0 0,1 5 9 15,-1-2 10-15,0-3-7 0,0 0 5 0,0 0-4 16,9-8 4-16,-5 4 1 0,1 0-1 0,-1-3 9 16,1 2-2-16,4-4 9 0,-3 0 8 0,2-3 0 15,0 5 16-15,-2-4-4 0,1 4 4 0,0-2-3 16,-2 3 18-16,2-3 5 0,-2 4-1 0,0 1-20 0,0 2-34 16,0-3 0-16,-1 3 0 0,1-2 0 15,0 3 0-15,-5 1 0 0,9-1 0 0,-4 3 0 0,3 2 0 16,-2-2 0-16,-1 3 0 0,3 0 0 15,-3 2 0-15,3 3 0 0,-2 2 0 0,-1-3 0 0,-1 2 0 16,3-3 0-16,-5 3 0 0,2-3 0 0,0 3 0 16,0-4 0-16,-3 1 0 0,0-2 0 0,2 2 0 15,-2 0 0-15,2-4 0 0,-2 1 0 0,-1-1 0 16,0-4 0-16,1 6 0 0,2-3 0 0,-3-3 0 16,0 0 0-16,1 3 0 0,-1-3 0 0,0 0 0 15,7-14 0-15,-5 8 0 0,3-1 0 0,-2 1 0 16,2-3 0-16,-1-1 0 0,1 1 0 0,-1-2 0 15,1 3 0-15,-3 3 0 0,3-4 0 0,-1 5 0 16,-1 1 0-16,-1-2 0 0,0 1 0 0,0 2 0 16,-1 0 0-16,-1 2 0 0,0 0 0 0,4-4 0 15,-4 4 0-15,0 0 0 0,10 4 0 0,-6-2 0 16,0 0 0-16,0 3 0 0,1 0 0 0,0 0 0 0,-1 1 0 16,4 2 0-16,-5-2 0 0,3-1 0 15,-3 1 0-15,3-2 0 0,-4 0 0 0,2-2 0 16,-3 2 0-16,4-1 0 0,-1 0 0 0,-4-3 0 15,5 1 0-15,-5-1 0 0,8-5 0 0,-3 1 0 0,-1-1 0 16,2-6 0-16,-2 1 0 0,1-1 0 0,2-4 0 16,-5 2 0-16,2-4 0 0,1 3 0 15,-1-2 0-15,-3 6 0 0,3 0 0 0,-4 0 0 0,3 2 0 16,-2 0 0-16,-2 0 0 0,1 2 0 0,0 0 0 16,-3 1 0-16,3 1 0 0,0 0 0 0,0 4 0 15,-1-6 0-15,1 3 0 0,0 3 0 0,0 0 0 16,0 0 0-16,-4-3 0 0,4 3 0 0,0 0 0 15,0 0 0-15,-4 9 0 0,5-2 0 0,-1-4 0 16,4 5-268-16,3 0-239 0,-2 1-79 0,2-3-73 16,5 0-370-16,-2 0-1114 0,4-2 492 0</inkml:trace>
  <inkml:trace contextRef="#ctx0" brushRef="#br0" timeOffset="169678.4493">13664 9084 244 0,'-18'-3'507'16,"14"0"28"-16,4 3 21 0,-9-2 3 0,8 0-13 0,-4-4-31 15,1 4-15-15,3-1-36 0,-2 0-28 0,3 3-38 16,0-11-44-16,3 7-32 0,-1-1-39 0,6 0-27 16,-2 0-33-16,3 0-32 0,4 1-10 0,0-1-32 15,-3 1-34-15,3 2-36 0,0-2-45 0,-3 2-49 16,1 1-49-16,-4 1-46 0,1 0-53 0,-1 0-58 15,-1-2-54-15,1 4-44 0,-3 1-40 0,-3-1-34 16,0 2-40-16,-1-4-33 0,-2 7-306 0,-1-1-836 16,-1-1 370-16</inkml:trace>
  <inkml:trace contextRef="#ctx0" brushRef="#br0" timeOffset="169865.8043">13589 9192 74 0,'-4'5'415'0,"1"-1"10"0,1 0 29 16,2-2 33-16,0-2 27 0,-4 4 6 0,4-4-31 15,0 0-38-15,0 0-35 0,0 0-39 0,15-8-29 16,-10 3-48-16,8-1-27 0,1-3-32 0,4-2-28 16,1 4-26-16,-1 0-28 0,1 0-63 0,-1 4-54 15,0-3-64-15,1 0-68 0,-6 3-69 0,7-1-76 0,-9 2-61 16,0-3-65-16,0 4-67 0,1-2-50 16,-3 0-258-16,1-2-796 0,-5 1 352 0</inkml:trace>
  <inkml:trace contextRef="#ctx0" brushRef="#br0" timeOffset="170084.6126">13903 9056 92 0,'0'0'393'0,"7"-3"50"16,-7 3 8-16,3-4 28 0,-3 4 12 0,0 0-11 15,4-4-24-15,-4 4-25 0,0 0-28 0,0 0-19 16,0 0-16-16,12 4-9 0,-9-3-3 0,4 2-4 16,-2 1-1-16,1 0-2 0,1 3-13 0,0 1-19 15,1-1-24-15,-2 3-22 0,-1 0-24 0,1 1-158 16,-4 0-89-16,1 6 0 0,-1-1 0 0,-4 1 0 15,0 1 0-15,-1-1 0 0,-3-1 0 0,-1 0 0 16,-1-2 0-16,-5-2 0 0,-1 2 0 0,-2-2 0 16,-10 0 0-16,4 1 0 0,3-6-448 0,-4 5-96 15,3-8-89-15,-1 1-462 0,2-2-1186 0,5-2 526 16</inkml:trace>
  <inkml:trace contextRef="#ctx0" brushRef="#br0" timeOffset="171147.8007">14939 8892 26 0,'0'-3'434'0,"0"3"15"0,-1-9 11 0,1 4 10 0,0-1 5 16,0 2 17-16,-1 0-1 0,1 4-3 0,0-8 5 16,0 3-18-16,0 1-11 0,0-2-8 0,1 1-25 15,-1 5 0-15,-4-7-37 0,4 5-18 0,0 2-42 16,-1-5-27-16,1 5-62 0,0 0-245 0,-3-4 0 16,3 4 0-16,0 0 0 0,0 0 0 0,0 0 0 15,0 20 0-15,0-9 0 0,-1 6 0 0,1 0 0 16,0 2 0-16,-4 6 0 0,4-6 0 0,-6 6 0 15,6 1 0-15,-4-1 0 0,0 0 0 0,-1 0 0 16,0 3 0-16,1-4 0 0,-5-3 0 0,2 2 0 16,1-5 0-16,-1 0 0 0,3-4 0 0,-2 2 0 0,3-4 0 15,-2-2 0-15,2 2 0 0,0-6 0 0,1 3 0 16,0-4 0-16,0 0 0 0,2 2 0 0,-1-4 0 16,1 0 0-16,0-3 0 0,0 0 0 0,0 7 0 31,1-4 0-31,-1-3 0 0,0 0-214 0,0 0-266 0,11-8-52 0,-7 3-67 0,-3 2-462 0,1-8-1150 15,0 4 508-15</inkml:trace>
  <inkml:trace contextRef="#ctx0" brushRef="#br0" timeOffset="171507.079">14937 8845 270 0,'5'-12'397'0,"0"0"8"0,-1 1 26 16,2-2 14-16,-2 4 2 0,1-1-1 0,-5 1-6 15,4 3-5-15,-4-1 4 0,4 1-12 0,-3 1-11 16,-1 2-20-16,3 0-20 0,-3 3-27 0,4-6-30 0,-4 6-31 16,0 0-26-16,2-3-20 0,-2 3-7 15,0 0-7-15,5 9-9 0,2-1-1 0,-2 2-157 16,0 2-61-16,0 3 0 0,3 4 0 0,-2-1 0 0,6 9 0 16,-2-3 0-16,-4-1 0 0,2 4 0 15,-3-2 0-15,-1 0 0 0,3 1 0 0,-4-2 0 16,-1-4 0-16,1 5 0 0,-2 1 0 0,1-6 0 0,-4 4 0 15,2-4 0-15,0-5 0 0,0 2 0 0,0-1 0 16,0-5 0-16,2 0 0 0,0-1 0 0,-2-3 0 16,1-1 0-16,1-3 0 0,0 2 0 15,0 1 0-15,0-2 0 0,-1-3 0 0,-1-1 0 0,7 1-315 16,-7-1-108-16,0 0-16 0,0 0-16 0,9-5-27 16,-7 0-18-16,0 1-21 0,0-2-322 0,-4 1-913 15,2 5 404-15</inkml:trace>
  <inkml:trace contextRef="#ctx0" brushRef="#br0" timeOffset="171694.3935">15017 9167 144 0,'-6'-2'273'0,"1"-1"29"0,0 2 19 0,-3 1 33 15,8 0 39-15,-5-3 22 0,5 3 22 0,-9-1 15 16,9 1 11-16,-4-3 5 0,4 3-2 0,0 0-7 16,-5-1-11-16,5 1-32 0,0 0-17 0,-4-3-36 15,4 3-34-15,0 0-32 0,0 0-41 0,0-6-22 0,0 6-41 16,9-6-39-16,0 3-46 0,0 0-61 15,0 0-47-15,9-4-50 0,-5 5-73 0,3-1-76 16,2-2-90-16,0-2-84 0,1 4-77 0,-1 1-71 0,2-3-54 16,-3 2-361-16,1-1-1013 0,0 0 449 0</inkml:trace>
  <inkml:trace contextRef="#ctx0" brushRef="#br0" timeOffset="171991.1953">15343 9085 75 0,'0'0'434'0,"0"0"31"15,0 0 22-15,0 0 39 0,0 0 38 0,0 0 19 16,0 0-4-16,8-4-10 0,-8 4-11 0,0 0-16 16,0 0-20-16,0 0-24 0,0 0-44 0,0 0-21 15,0 0-30-15,0 0-42 0,0 0-223 0,0 0-138 16,-4 11 0-16,4-6 0 0,-2 6 0 0,0 6 0 16,1 1 0-16,-5 6 0 0,4-4 0 0,-3 6 0 15,1-1 0-15,-1 2 0 0,0 0 0 0,3 0 0 16,-2 1 0-16,1-1 0 0,1-2 0 0,-2 1 0 15,2-1 0-15,1-4 0 0,-1-2 0 0,0-1 0 16,2-1 0-16,-3-4 0 0,3-1 0 0,0 0 0 16,0-2 0-16,0 1 0 0,0-5 0 0,0 3 0 15,0-3 0-15,0-4 0 0,0 5 0 0,0-4 0 16,0-3 0-16,3 5-306 0,-3-5-272 0,0 0-65 16,0 0-468-16,5-11-1203 0,-5 6 531 0</inkml:trace>
  <inkml:trace contextRef="#ctx0" brushRef="#br0" timeOffset="172303.6648">15264 9249 136 0,'2'-14'395'0,"2"-1"34"0,-1 0 13 16,1 2 8-16,-2 1-6 0,4 0-21 0,-1 1-19 16,2 1-27-16,0 0-15 0,0 3-23 0,7-6-15 15,-1 3-18-15,0 2-15 0,2-1-6 0,-2 4-26 16,1 2-23-16,3-3-24 0,-6 4-11 0,2 0-34 15,1 4-4-15,-1-2-7 0,0 1-18 0,-3 1-27 16,1 2-6-16,-2 2-25 0,1 2 8 0,-2-2-3 16,1 1-13-16,-6 3-6 0,2-1-4 0,-2 1-4 15,0 6-13-15,-3-4-2 0,0-1 10 0,-4 3-11 16,-2-3-9-16,2-1-2 0,-5 1-13 0,0-1-24 16,-1-3-19-16,0 1-20 0,-2-2-22 0,0 3-21 15,3-4-17-15,-1-1-16 0,3-1-10 0,1-1-12 16,2 1-22-16,-1-2-44 0,5-1-58 0,0 0-64 15,0 0-51-15,-3-8-54 0,3 8-60 0,15-7-323 16,-3 3-888-16,1-1 393 0</inkml:trace>
  <inkml:trace contextRef="#ctx0" brushRef="#br0" timeOffset="172585.5203">15704 9174 12 0,'5'-5'410'0,"-1"0"20"16,-1-1 32-16,0 1 42 0,-2 1 25 0,2-2 18 15,-1-1 16-15,0 4-5 0,-2-1 6 0,0-3-3 0,0 7-5 16,-3-7-24-16,3 5-22 0,0 2-34 0,0-6-38 16,0 6-51-16,0 0-235 0,0 0-152 0,0 0 0 15,0 0 0-15,0 0 0 0,0 0 0 0,0 0 0 16,0 0 0-16,-5 20 0 0,4-4 0 0,-2 1 0 16,1-1 0-16,-1 2 0 0,0 1 0 0,0 0 0 15,1 5 0-15,1 2 0 0,0-7 0 0,-2-1 0 16,1 1 0-16,2-1 0 0,-2 0 0 0,-1-2 0 15,3-4 0-15,0 1 0 0,0-3 0 0,2 0 0 32,-2 0 0-32,-2-2 0 0,2-4 0 0,2 2 0 0,-1-1 0 0,-2-1-507 0,1-4-18 0,0 0-32 15,0 0-29-15,0 0-417 0,0 0-1086 0,0 0 480 16</inkml:trace>
  <inkml:trace contextRef="#ctx0" brushRef="#br0" timeOffset="172882.138">15647 9210 150 0,'0'-13'326'0,"0"1"10"0,-1-1 26 16,2 3 38-16,-1-1 17 0,2-1 4 0,-1 4-11 0,2-3-10 16,-1 4-16-16,2-4-17 0,3 2-16 0,1 1-8 15,1 1 4-15,5-3-19 0,-2 5-13 0,4-2-12 16,0 0-17-16,-5 2-22 0,8 3-23 0,-5-1-21 16,-1 2-26-16,-1 0-13 0,2 2-23 0,-4 1-11 15,-1 2-16-15,1 0-11 0,-2 1-16 0,0 2-4 16,-2 0-15-16,1 1-85 0,-3 1 0 0,-1 1 0 15,-1-1 0-15,-2 3 0 0,0 0 0 0,-3-1 0 16,-1 5 0-16,-5-4 0 0,0 1 0 0,0-3 0 16,-1-4 0-16,-7 5 0 0,4-2 0 0,-5 1 0 15,8-4 0-15,-2 0 0 0,1-3 0 0,3 0-3 16,1-2-176-16,1 0-36 0,0 0-51 0,6-1-54 16,-5-3-54-16,5 3-53 0,0-8-57 0,7 5-53 15,2-4-361-15,2-2-972 0,3-1 429 0</inkml:trace>
  <inkml:trace contextRef="#ctx0" brushRef="#br0" timeOffset="173179.1392">16132 8927 113 0,'2'-13'443'0,"3"-2"39"0,-3 3 24 0,-1-1 19 15,0 0 18-15,-2 1 1 0,0-2-8 0,1 4-7 0,-3-1 4 16,1-2-11-16,3 6-16 0,-4 0-17 0,1-1-25 15,2 4-34-15,-3-1-43 0,3 0-37 0,-1 1-61 16,1 4-289-16,-3-4 0 0,3 4 0 16,0 0 0-16,0 0 0 0,-5 15 0 0,3 1 0 0,2 2 0 15,-3 2 0-15,1 5 0 0,2 1 0 0,-3 3 0 16,3-1 0-16,-1 1 0 0,2-4 0 0,0 4 0 16,1-3 0-16,0-2 0 0,-1-4 0 0,-1 7 0 15,3-6 0-15,-2-3 0 0,2-2 0 0,-2 2 0 16,0-7 0-16,1-1 0 0,-1 0 0 0,0-2 0 15,2-1 0-15,-1-1-172 0,2-2-361 0,1 0-38 16,0-4-25-16,-5 0-13 0,14-3-343 0,-6-3-1031 16,1-1 456-16</inkml:trace>
  <inkml:trace contextRef="#ctx0" brushRef="#br0" timeOffset="173868.0325">16253 9139 580 0,'12'-10'65'0,"-6"1"78"0,3 3 38 16,-4-1 30-16,0 1 26 0,-1 2 33 0,1-1 12 15,-2 1 32-15,1 0 4 0,-1 1-1 0,-1 0-8 16,-2 3-6-16,3-3-13 0,-3 3-15 0,0 0-14 15,0 0-16-15,2-4-12 0,-2 4-16 0,0 0-18 0,0 0-15 16,0 0-21-16,0 0-6 0,0 0-10 0,0 0-14 16,0 0-14-16,0 0-6 0,2 12-13 15,-2-8-8-15,0-1-8 0,2 1-8 0,-1 2-7 0,0 0-7 16,2 1-2-16,-2-3-10 0,0 0-3 0,2 4-10 16,1-2 0-16,1 1-2 0,-1-2-3 0,-1 1-6 15,3-2-6-15,-3 1-7 0,1 0-2 16,1-1-1-16,2-3 0 0,-2-1-5 0,1 0 4 0,-6 0-1 15,12-4-2-15,-5 0 1 0,0-3 2 0,-1 0 2 16,1 0-3-16,0-3 0 0,-2-2 13 0,3 3 14 16,-3-2 16-16,-1 2 10 0,1-1 28 0,-1 0 24 15,2 2 11-15,-3 2 17 0,-2 1 4 0,0-1 8 16,2 1-103-16,-2 2-50 0,-1-1 0 0,3 0 0 16,-3 4 0-16,1-5 0 0,-1 5 0 0,0 0 0 15,0 0 0-15,0 0 0 0,0 0 0 0,-1 14 0 16,-2 2 0-16,-1 2 0 0,3 5 0 0,-3 5 0 15,4 1 0-15,-6 4 0 0,2-3 0 0,3 3 0 16,-3 0 0-16,0 0 0 0,0-1 0 0,0 3 0 16,1-1 0-16,-4-1 0 0,2-1 0 0,3-3 0 15,-1 2 0-15,-1-4 0 0,0-2 0 0,2 2 0 16,-1-8 0-16,3-1 0 0,0-6 0 0,-2 1 0 0,2-2 0 16,-2-1 0-16,2-3 0 0,0-1 0 15,0-1 0 1,0 1 0-16,0-3 0 0,0 2 0 0,-3-2 0 0,3-3 0 0,3 5 0 0,-3-5 0 0,0 0 0 15,0 4 0-15,0-4 0 0,0 0 0 0,0 0 0 16,0 0 0-16,-10-12 0 0,5 6 0 0,-4-2 0 16,-1 1 0-16,0 0 0 0,-1-1 0 0,-3-2 0 15,-1-1 0-15,-1 4 0 0,0-1 0 0,1 0 0 16,-2 1 0-16,6-2 0 0,-2 6 0 0,1-2 0 16,2-3 0-16,2 5 0 0,2-2 0 0,2 0 0 15,0 1 0-15,1 1 0 0,1-6 0 0,4 2 0 16,-1-2 0-16,6-3 0 0,1-3 0 0,3 2 0 15,2-1 0-15,4 0 0 0,6-4 0 0,0 1 0 32,1 4 0-32,1-3 0 0,-2 2 0 0,2-1 0 0,-1 3 0 15,3 0 0-15,0 0 0 0,4 1 0 0,0 1 0 16,-2 0 0-16,-1 2 0 0,0 2 0 0,-9 1-281 16,-6 1-333-16,6-2-76 0,-6 2-411 0,1 1-1193 15,0-4 527-15</inkml:trace>
  <inkml:trace contextRef="#ctx0" brushRef="#br0" timeOffset="174759.772">17521 8833 448 0,'5'-12'599'0,"0"3"26"0,-1-3 17 15,1-1 7-15,-1 1-18 0,-2 0-16 0,1 0-33 0,-2 3-10 16,-1-1-17-16,-1 3-23 0,1 2-33 16,0-2-27-16,0 2-37 0,0 5-100 0,0-5-335 15,0 5 0-15,0 0 0 0,1-4 0 0,-1 4 0 0,0 0 0 16,0 22 0-16,0-5 0 0,0 3 0 0,0 6 0 16,0 3 0-16,0 2 0 0,0-1 0 0,0 2 0 15,-1 0 0-15,-2-1 0 0,3 1 0 0,-2-2 0 16,2 3 0-16,-3-4 0 0,2-1 0 0,-3 1 0 15,3-4 0-15,0-6 0 0,-2 0 0 0,-1-3 0 16,3-3 0-16,-3-3 0 0,4 0 0 0,0-3 0 16,-1-1 0-16,1 1 0 0,-3-3 0 0,2-1 0 15,1 3 0-15,0-6 0 0,1 6 0 0,-1-4 0 16,0-2 0-16,0 0 0 0,0 0 0 0,8-8 0 16,-8 1 0-16,1 2 0 0,2-6 0 0,-3 3-378 15,-4-3-55-15,0 3 5 0,0 2 4 0,-1-2 14 16,-5-3 18-16,1-2 26 0,-3 4 29 0,-1 0 35 15,-2-1 30-15,-1 5 35 0,-1-2 46 0,5 5 50 0,-1-2 54 16,-1-2 52-16,1 4 47 0,0-2 53 16,0-1 58-16,3 0 54 0,-3 2 48 0,3 0 41 15,2 1 31-15,3-2 23 0,-4 2 17 0,6-2-2 16,-1 3 3-16,4 1-12 0,-5-5-32 0,3 3-27 0,2 2-29 16,2-8-20-16,1 3-25 0,5 2-17 15,2-2-19-15,8-2-88 0,0 3-69 0,4-2 0 16,5-2 0-16,1 4 0 0,1-4 0 0,3 0 0 0,0 0 0 15,1 1 0-15,4 1 0 0,-5-1 0 0,0 2 0 16,-2 1 0-16,1-3 0 0,-2 2 0 0,-9 2 0 16,-1 0 0-16,-6-1 0 0,0 1 0 0,-5 3 0 15,-1 0 0-15,0 0 0 0,0 0 0 0,-7 0 0 16,8-2 0-16,-8 2 0 0,6 2 0 0,-6-2 0 16,0 0 0-16,6-3 0 0,-6 3 0 0,0 0 0 15,0 0 0-15,0 0 0 0,0 0 0 0,0 0-23 16,0 0-3-16,0 0 16 0,0 0 21 0,0 0 18 15,0 0-10-15,0 0-19 0,0 0 0 0,0 0 0 16,5-3 0-16,-5 3 0 0,5-3 0 0,-5 3 0 0,3-4 0 16,-3 4 0-16,6-1 0 0,-6 1 0 0,0 0 0 15,9 1 0-15,-9-1 0 0,6 5 0 0,0-1 0 16,-2 0 0-16,0 4 0 0,0-2 0 0,0 2 0 16,0 2 0-16,-4-1 0 0,1 4 0 0,0-3 0 15,-1 2 0-15,-2 4 0 0,-2-5 0 0,-4 4 0 16,-1 2 0-16,-2-2 0 0,-1-1 0 0,-2-3 0 15,-4-3 0-15,2 0 0 0,0-1 0 0,2-2 0 16,-3-3 0-16,6 1 0 0,-1-4 0 0,2-1 0 16,0-4 0-16,6-2 0 0,-1-2 0 0,-1-3 0 15,3-2 0-15,2-1 0 0,5 1 0 0,2-2 0 16,1-2 0-16,6 4 0 0,-1-1 0 0,3 2 0 16,1 2 0-16,-1 2 0 0,-1 1 0 0,-2 4 0 15,-1 1 0-15,5-1-309 0,-5 5-191 0,-5 1-91 16,3 3-542-16,-4-2-1225 0,-1 4 543 0</inkml:trace>
  <inkml:trace contextRef="#ctx0" brushRef="#br0" timeOffset="177169.3536">19301 8862 244 0,'5'-5'283'0,"-2"2"1"16,-2-2 0-16,4-1-1 0,-1-1-2 0,-1 2 5 15,-2-2 22-15,4 0 2 0,-3 0 1 0,0-4 12 0,-1 1 10 16,3 2 2-16,-1-2-2 0,-2 4-1 0,0-1-5 15,0-1-6-15,1 3-6 0,0-1-28 0,-2-2-5 16,-1 2-16-16,-2 2-29 0,3-3-1 0,0 3-12 16,-1-2-19-16,-1 3-16 0,0-2-14 0,1 2-10 15,0-1-13-15,-2 0-10 0,3 4-4 0,-4-3-138 16,-2 2 0-16,6 1 0 0,-13 1 0 0,9 2 0 16,-2-1 0-16,-4 4 0 0,1 4 0 0,-4 2 0 15,-5 8 0-15,3 2 0 0,-2 0 0 0,4 5 0 16,-1 2 0-16,3 0 0 0,-2 0 0 0,4 3 0 15,-3-1 0-15,-3 0 0 0,4 4 0 0,-6-2 0 16,-1 14 0-16,0-2 0 0,4-15 0 0,0 3 0 16,-4-3 0-16,4-1 0 0,-2 1 0 0,-2-5 0 15,-1 1 0-15,2-4 0 0,3-5 0 0,2-4 0 16,2 0 0-16,0-4 0 0,5-1 0 0,1-3 0 16,0 0 0-16,0 1 0 0,3-4 0 0,0 1 0 15,-2-1 0-15,3-2 0 0,0 0 0 0,0 0 0 0,-5-8 0 16,6 0 0-16,-1 1 0 0,0-4 0 0,0-2 0 15,0 1 0-15,0-5 0 0,0 6 0 16,0-6 0-16,0 1 0 0,0 0 0 0,0 2 0 0,3 3 0 16,-6 0 0-16,7 0 0 0,-4 3 0 0,3-3 0 15,-3 4 0-15,1 3 0 0,0-1 0 0,1 0 0 16,-2 1 0-16,1 0 0 0,-1-2 0 0,0 6 0 16,4-3 0-16,-4 3 0 0,1-5 0 0,3 5 0 15,-4 0 0-15,0 0 0 0,15 0 0 0,-7 3 0 16,0-1 0-16,2 1 0 0,-1 1 0 0,1 0 0 15,-1 1 0-15,4 2 0 0,-3-2 0 0,-1 1 0 16,0 0 0-16,2 1 0 0,-2-2 0 0,1-1 0 16,-1 1 0-16,0 1 0 0,0-1 0 0,0 0 0 15,3 0 0-15,-5-3 0 0,4-1 0 0,-1 0 0 0,3-1 0 16,-3 2 0-16,0-2 0 0,4-2 0 16,-2 0 0-16,0-2 0 0,2-4 0 0,-2 4 0 15,-1-4 0-15,2-2 0 0,2 2 0 0,-7-2 0 16,1 5 0-16,-4-5 0 0,4 3 0 0,-4-2 0 0,2 4 0 15,-5 0 0-15,2-4 0 0,0 2 0 0,1 5 0 16,-4-2 0-16,-1 4 0 0,4-7 0 0,-1 5 0 16,-3 2 0-16,0-3 0 0,0 3 0 0,0 0 0 15,0 0 0-15,0 0 0 0,0 0 0 0,1 13 0 16,-2-8 0-16,-2 0 0 0,3 3 0 0,0-1 0 16,-1-2 0-16,1 2 0 0,-3 0 0 15,3-1 0-15,0 2 0 0,3-2 0 0,-3-2 0 0,1 1 0 16,-1 1 0-16,0-2 0 0,3 0 0 0,-2-1 0 15,0 1-228-15,-1-4-237 0,8 0-58 0,-8 0-39 16,9-7-35-16,-2 4-373 0,1-5-1050 0,0-1 465 16</inkml:trace>
  <inkml:trace contextRef="#ctx0" brushRef="#br0" timeOffset="177325.4582">19410 9063 137 0,'1'-5'358'0,"0"2"2"16,1-2 2-16,-1 0 26 0,0 2 2 0,2 0-17 15,-1-1-26-15,0 1-32 0,-2 3-30 0,1-5-34 16,-1 5-27-16,0 0-31 0,0 0-49 0,2-3-46 0,-2 3-72 16,0 0-63-16,0 0-67 0,9 8-76 0,-1 2-84 15,-2-7-75-15,-1 5-216 0,3-1-600 16,0 0 265-16</inkml:trace>
  <inkml:trace contextRef="#ctx0" brushRef="#br0" timeOffset="178155.0339">19587 9190 418 0,'8'-2'482'0,"-5"-1"28"0,-3 3 19 0,2-5 1 15,-2 5-10-15,7-5-2 0,-5 1-26 0,-1 0-19 16,-1-1-15-16,2 1-18 0,-2 4-26 16,2-5-35-16,-2 5-31 0,0 0-37 0,0-3-32 0,0 3-31 15,0 0-27-15,0 0-24 0,0 0-23 0,0 0-18 16,0 0-62-16,0 0-94 0,4 14 0 0,-5-7 0 15,1-2 0-15,-1 4 0 0,-1-1 0 0,2 1 0 16,-1-1 0-16,1 0 0 0,1 2 0 0,-1-4 0 16,2 2 0-16,-1-3 0 0,-1 1 0 0,2-1 0 15,-2 2 0-15,4-3 0 0,-4-1-87 0,2 5 1 16,-1-6 12-16,3 1 16 0,-4-3 5 0,7 0 5 16,-2 1 5-16,-5-1 12 0,11-5-4 0,-5 3 8 15,0-3 1-15,2-2 2 0,1 2 18 0,-2-1 4 16,1-1 14-16,0 0 9 0,-3 3 8 0,3-3 4 15,-3 0 10-15,5 0 16 0,-5 4 1 0,-1-1-2 16,0 1-4-16,-1 1-5 0,-1-1-4 0,1 0-5 16,-3 3-4-16,6-2-6 0,-6 2-6 0,4-3-17 0,-4 3-7 15,0 0 0-15,0 0 0 0,7 9 0 0,-4-5 0 16,-3 0 0-16,5 2 0 0,-3-1 0 0,-1 1 0 16,0 0 0-16,0 2 0 0,3-3 0 0,-3 0 0 15,1 0 0-15,0 2-10 0,-1-3-53 0,1-1-10 16,-1 2 10-16,0 1-4 0,2-3 8 0,-1-2 6 15,0 2 6-15,-2-3 4 0,5 1 0 0,-5-1 13 16,0 0 3-16,15-3 1 0,-8 1 3 0,-1-1 5 16,-1-3 11-16,3 2-2 0,-1-3 21 0,1-1 2 15,1 2 9-15,1-1 11 0,-3 0 16 0,0 2 5 16,1-2-3-16,0 0 2 0,-2 3 11 0,-1-2-6 16,-1-1 3-16,1 3-7 0,-1-1 1 0,1 1-14 15,-4 1-14-15,2 1-28 0,-3 2 0 0,0 0 0 16,0 0 0-16,10 7 0 0,-6-4 0 0,0 3 0 0,0 0 0 15,-1-1 0-15,0 0 0 0,1 2 0 0,0-1 0 16,-2 0 0-16,-1 2 0 0,1-3 0 0,-1 0 0 16,3 1 0-16,-3 0 0 0,2-2 0 15,-2-1-1-15,2 2-52 0,-1-1 9 0,-2-4 1 0,4 3 10 16,-4-3 8-16,4 2 0 0,-4-2 4 0,0 0 1 16,13-5 1-16,-10 0 7 0,4 0 0 15,-1-3 15-15,-1-1-1 0,2 2 9 0,-2 0 3 0,2-4 12 16,0 1 19-16,-1 2 7 0,1-3 1 0,-1 2-1 15,0 4-2-15,-2 0-50 0,-1 0 0 0,-1 1 0 16,2 0 0-16,-4 1 0 0,4 0 0 0,-4 3 0 16,1-4 0-16,-1 4 0 0,0 0 0 0,0 0 0 15,0 0 0-15,8 7 0 0,-3-3 0 0,-4 0 0 16,1 3 0-16,0-3 0 0,-1 2 0 0,3-2 0 16,-1 0 0-16,-2 1 0 0,-1 0 0 0,5-2-222 15,-5-3-52-15,3 4-56 0,-3-4-41 0,1 2-23 16,2 0-38-16,-3-2-52 0,0 0-43 0,7-10-333 15,-3 5-931-15,0-3 412 0</inkml:trace>
  <inkml:trace contextRef="#ctx0" brushRef="#br0" timeOffset="178327.0644">20203 9013 237 0,'2'-6'331'0,"-4"0"2"0,2-1 21 16,0 0 29-16,-1 2 37 0,0 0 1 0,0-2-4 0,-1 2-11 15,1 4-17-15,1 1-29 0,0-8-21 0,0 8-34 16,-1-4-36-16,1 4-24 0,0 0-43 0,0-5-57 15,0 5-70-15,0 0-82 0,0 0-99 0,-3-2-99 16,3 2-71-16,0 0-57 0,0 0-61 0,0 0-325 16,16 6-778-16,-10-5 344 0</inkml:trace>
  <inkml:trace contextRef="#ctx0" brushRef="#br0" timeOffset="178608.995">20426 8924 2945 0,'5'-5'274'0,"1"1"-51"15,-1 0 5-15,-3 1 39 0,2-2 47 0,-2 1 23 16,1 0-4-16,-2 1-11 0,0 0-21 0,-1 3 14 16,3-6 17-16,-2 4 8 0,-1 2 5 0,3-5-12 15,-3 5-16-15,0-4-23 0,0 4-25 0,0 0-167 16,0 0-102-16,0 0 0 0,0 0 0 0,0 0 0 16,1 16 0-16,-4-10 0 0,3 6 0 0,-2-1 0 15,1 5 0-15,-1 1 0 0,0 1 0 0,2-1 0 16,-3 9 0-16,1-2 0 0,-1-4 0 0,-1-1 0 0,3 7 0 15,0 1 0-15,1-7 0 0,-3-2 0 16,3 0 0-16,-1-2 0 0,1-4 0 0,0 4 0 16,-3-3 0-16,2-2 0 0,1-1 0 0,0-2 0 15,0 3 0-15,0-5 0 0,0 0 0 0,1 0 0 0,3-1 0 16,-3-3-418-16,2-1-178 0,-3-1-56 0,0 0-436 16,14-5-1178-16,-6-2 521 0</inkml:trace>
  <inkml:trace contextRef="#ctx0" brushRef="#br0" timeOffset="179063.2346">20583 9172 145 0,'4'-1'314'0,"-4"1"3"0,2-4 28 0,-2 4 17 15,4-5 20-15,-4 5 12 0,3-4-5 0,-3 4-8 16,1-4-9-16,-1 4-7 0,0 0-12 0,0 0-14 16,0 0-18-16,0 0-27 0,0 0-23 0,0 0-15 15,0 0-48-15,0 0-5 0,0 0-25 0,0 0-18 16,0 0 3-16,0 0-32 0,0 0-15 0,0 0-14 15,0 0-11-15,0 0-18 0,0 0 3 0,0 0-7 16,0 0-5-16,0 0-7 0,14 6-2 0,-10-4-6 0,5 2-3 16,-1-3 0-16,2 1-8 0,2 0-6 0,-1-2-9 15,0-2 7-15,2-1 5 0,0 1-1 16,1-5-1-16,-3 3 12 0,1-2 12 0,3-2 15 16,-6 4 2-16,-1-2 2 0,-1-2 5 0,0 4-7 0,-2 1-74 15,-1-3 0-15,-3 3 0 0,3-2 0 0,-3 2 0 16,-1-1 0-16,4-2 0 0,-4 6 0 0,-5-5 0 15,4 2 0-15,-2 0 0 0,-2 1 0 0,5 2 0 16,-12 1 0-16,12-1 0 0,-15 1 0 0,6 2 0 16,0 1 0-16,-1 3 0 0,2 0 0 0,-1 1 0 15,3 1 0-15,-1-1 0 0,1 5 0 0,2-4 0 16,1-2 0-16,0 3 0 0,2 0 0 0,2-1 0 16,0 1-9-16,3-2-67 0,0 2-16 0,3-3-13 15,3 0-19-15,0 0-17 0,1-1-20 0,9-1-16 16,-4-2-21-16,2-1-28 0,4-3-26 0,-3 0-22 15,0-3-19-15,3-1-12 0,-3-2-5 0,0 1-8 16,0-1-16-16,-1 0-29 0,0-2-10 0,-4 1-24 16,0-1-214-16,-4 2-661 0,2-1 293 0</inkml:trace>
  <inkml:trace contextRef="#ctx0" brushRef="#br0" timeOffset="179674.4281">21084 9106 93 0,'2'-1'251'15,"-2"1"6"-15,0 0 8 0,6-4 14 0,-6 4 14 16,4-2 16-16,-4 2 5 0,3-2-3 0,1 0-1 0,-4 2-6 15,3-3-18-15,-3 3-13 0,7-3-14 0,-7 3-17 16,5-1-16-16,-1 0-24 0,-4 1-16 0,8-3-20 16,-4 2-19-16,-4 1-11 0,0 0-15 0,13 2-17 15,-6 1-5-15,-2-1-14 0,3 1-3 0,0 1-12 16,1-1-4-16,-2 4-7 0,1 1-4 0,2-3-4 16,-2 4-5-16,-3-1-4 0,0 2-2 0,-1-2-3 15,2 3-4-15,-6-2-1 0,3 1-4 0,-3-1 3 16,-3 0-7-16,3 1 1 0,-6-2-4 0,1 2-1 15,-3-2-1-15,0-1 0 0,1-1-1 0,-6-1-3 16,1 0 0-16,-3 0-1 0,-3-3-2 0,4 0-1 0,4-2-2 16,-1 0 2-16,0 0 2 0,4-1 0 15,-1-2-3-15,-2-2-1 0,2-2 0 0,4 2 1 16,2 0-2-16,-1-6 1 0,3 3-3 0,0-3-1 16,0-1 3-16,5 1-6 0,-1 0 0 0,3 1-5 0,-2 1-4 15,3 0-26-15,2-1-22 0,-1 2-32 0,1 2-29 16,1-3-43-16,1 4-40 0,0 0-30 15,3-4-27-15,-8 5-25 0,3 1-21 0,1-1-16 16,-1-1-21-16,-4 3-2 0,2-2-5 0,-3 1 3 0,0-2-177 16,0 1-561-16,0 0 249 0,-2-1 2122 0,-2 0-1436 15,2-1 59-15,-2-1 53 0,0-3 45 0,-1 2 40 16,3 0 43-16,-2-2 41 0,3 0 34 0,-3-1 41 16,2 0 37-16,-2 2 8 0,2-2 30 0,-2 1 20 15,-2-1 12-15,1 1 20 0,-3 0 12 0,3 0 12 16,-1 3 17-16,1 0 7 0,-3 0 8 0,3 1-4 15,0 1-6-15,-1 3-18 0,1 2-23 0,0-7-30 16,0 7-21-16,-1-6-167 0,1 6-124 0,0 0 0 16,0 0 0-16,0 0 0 0,0 0 0 0,0 0 0 15,-3 22 0-15,2-10 0 0,-2 3 0 0,3 0 0 0,0 1 0 16,0 3 0-16,0-2 0 0,0 1 0 0,0 1 0 16,0-1 0-16,0 0 0 0,0 0 0 15,3-1 0-15,-6-5 0 0,3 5 0 0,0-2 0 0,0-2 0 16,-1-1 0-16,2-2 0 0,-1-1 0 0,0 0 0 15,-1-3 0-15,2-2 0 0,-1 1-268 0,0-2-215 16,0-3-31-16,0 0-49 0,0 0-59 0,0 0-336 16,0 0-1036-16,0 0 459 0</inkml:trace>
  <inkml:trace contextRef="#ctx0" brushRef="#br0" timeOffset="179971.2616">20445 8998 309 0,'-10'-5'402'15,"2"0"36"-15,2 2 24 0,1 0 4 0,-2 0-12 16,3-1-15-16,-2-2-19 0,2 4-7 0,3-1-3 16,-3 0-10-16,4-2-30 0,0 0-18 0,0 5-36 15,0-8-16-15,3 3-32 0,-1 0-24 0,2 0-17 16,4 1-20-16,-3-2-22 0,2 1-23 0,4-1-9 15,1 0-19-15,5 0-8 0,1 1-20 0,2-2-11 16,-3 3-9-16,5-3-7 0,7 2-4 0,-10-1-13 16,3 1-40-16,9-1-34 0,-3-2-46 0,-1 1-57 0,-7 3-73 15,-1-1-63-15,0 0-74 0,-2 1-63 16,-3 2-73-16,0 0-78 0,-5-1-436 0,0-1-1055 0,-4 2 468 16</inkml:trace>
  <inkml:trace contextRef="#ctx0" brushRef="#br0" timeOffset="180675.9806">22320 9183 118 0,'-9'-4'392'0,"4"0"18"0,-3-2 20 0,3 3-1 16,-3-5-2-16,-1 1-4 0,6 1 3 0,-1-1-3 15,1 1 0-15,1-1-11 0,0 1-1 0,0 1-20 16,0-3-7-16,1 3-25 0,1-1-17 0,0 0-24 0,1 1-5 16,1 0-36-16,0 0-23 0,2-1-28 0,1 2-25 15,-3 0-24-15,4 2-17 0,2 1-95 16,3 1-65-16,-3 1 0 0,3 4 0 0,6 4 0 0,-3 1 0 16,-1 2 0-16,-3 0 0 0,4 1 0 0,-2 4 0 15,-2 2 0-15,-3-2 0 0,-3 0 0 0,1 1 0 16,-3 0 0-16,-2-1 0 0,-3-1 0 0,-2 1 0 15,0-5 0-15,0 1 0 0,-7 0 0 0,3-4 0 16,2 0 0-16,-1-2 0 0,-1-3 0 0,3-1 0 16,-1 0 0-16,2-1 0 0,-1-2 0 0,6 0 0 15,-9-7 0-15,5 2 0 0,1-4 0 0,6-4 0 16,1-4 0-16,1-2 0 0,6-9 0 0,5 3 0 16,2-1 0-16,0 4 0 0,-1 0 0 0,3 0 0 0,-1 2 0 15,-3 7 0-15,-3-1 0 0,1 2 0 16,-5 3 0-16,5 0 0 0,-4 3 0 0,-1 1 0 0,-1 1 0 15,6 3-272-15,-5 2-141 0,1 1-60 0,-5 2-62 16,4-1-54-16,-4 2-397 0,-1-2-1066 0,0 1 472 16</inkml:trace>
  <inkml:trace contextRef="#ctx0" brushRef="#br0" timeOffset="181567.3638">22657 9192 98 0,'0'0'401'0,"5"-4"18"0,-5 0 18 0,4 0-5 16,-1-1-18-16,-1 1-25 0,1-1-23 0,1 0-17 15,-2 1-17-15,3-2-18 0,-2 3-23 0,1-1-18 0,0-1-22 16,-2 3-20-16,3 0-12 0,-1 0-18 16,-4 2-21-16,8-3-19 0,-5 2-18 0,-3 1-14 15,8-4-13-15,-3 4-11 0,-5 0-2 0,9 6-22 0,-1-2-6 16,-6-2-15-16,2 3-2 0,3 1-3 0,-6-1-6 15,3 2-8-15,-3 0-3 0,3-2-2 0,0 6 7 16,-4-5-14-16,1 0-4 0,-1 2-1 0,-1-1-3 16,-4 1 1-16,2 0 5 0,-2-1-6 0,1-1-7 15,-1 2 1-15,0-3-10 0,-4 3-5 0,0-4-5 16,1 0-2-16,3-1 1 0,-1-2 1 0,0 2 8 16,0 1 1-16,3-3 1 0,3-1 0 0,0 0 3 15,-11-6 7-15,6 2 8 0,3 1 4 0,0-3 15 16,0-4 8-16,2 4 13 0,0-2-2 0,1-2 5 15,2 3 6-15,-2-3-2 0,5 1 0 0,-3 0 5 16,3 1-3-16,-2 1-3 0,-1-2-5 0,1 3-13 16,-1 1 5-16,1 1-1 0,1 0-11 0,-4-1-2 15,2 4-33-15,1-3-9 0,-4 4 0 0,5-2 0 16,-5 2 0-16,0 0 0 0,9 10 0 0,-5-4 0 16,1-1 0-16,-4 3 0 0,3 1 0 0,0 1 0 15,-3 2 0-15,2-1 0 0,-2-2 0 0,-1 2 0 0,1-1 0 16,-1-2 0-16,3-1 0 0,-2 1 0 15,2-2 0-15,-3-2 0 0,1 0 0 0,-1 2 0 16,0-2 0-16,0-4-33 0,0 3 4 0,4-1 4 0,-4-2 6 16,0 0 3-16,0 0-1 0,15-3 9 0,-8 1 4 15,0-4-5-15,2-3 9 0,-1 3 5 0,1-3 12 16,2 1 9-16,-1 0-2 0,0 0 9 0,1-1 10 16,-1 3-31-16,0 0-12 0,-1-2 0 0,-2 4 0 15,-1 0 0-15,-1 0 0 0,0 1 0 0,0 0 0 16,-1-1 0-16,0 1 0 0,-4 3 0 0,5-1 0 15,-5 1 0-15,0 0 0 0,9 4 0 0,-7 1 0 16,1-1 0-16,2-1 0 0,-2 3 0 0,-2-1 0 16,3 2 0-16,0-1 0 0,-3 0 0 0,-1 0 0 15,3 0 0-15,-2 0 0 0,-1-1 0 0,1 1 0 16,-1-1 0-16,3-1 0 0,-3 1 0 0,1-2 0 16,-1-3 0-16,0 4 0 0,0-4 0 0,4 4 0 0,-4-4 0 15,0 0 0-15,0 0 0 0,10-6 0 0,-3 1 0 16,-2 1 0-16,-1-2 0 0,2 0 0 15,1 1 0-15,-1-4 0 0,-1 6 0 0,1-2 0 16,-1-1 0-16,2 1 0 0,-4 2 0 0,3 0 0 0,-3-1 0 16,0 1 0-16,0 2 0 0,-1-2 0 0,-2 3 0 15,5-2 0-15,-5 2 0 0,0 0 0 0,0 0 0 16,10 6 0-16,-7-1 0 0,1-3 0 0,-3 2 0 16,4 0 0-16,-3 2 0 0,0-1 0 0,1 1 0 15,2-1 0-15,-2 0 0 0,0 1 0 0,2-2 0 16,-1 1 0-16,-1-1-68 0,3 1-171 0,0-2-39 15,-1 0-47-15,3-2-31 0,0 2-26 0,2-3-30 0,0 0-26 16,-1-3-21-16,4-1-6 0,-3 1-331 16,-1-1-860-16,3 0 381 0</inkml:trace>
  <inkml:trace contextRef="#ctx0" brushRef="#br0" timeOffset="182256.4668">23289 9225 1107 0,'3'-4'-27'16,"4"0"70"-16,-5 2 35 0,2-2 28 0,0 0 28 16,-1 2 32-16,-1-2 29 0,1 1 19 0,-1-1 18 15,-2 4 15-15,7-5 1 0,-5 1-4 0,3 0 6 16,-2 2-9-16,-3 2-11 0,6-4-6 0,-2 1-13 15,1 2-13-15,-5 1-8 0,7-2-11 0,-4 0-13 16,-3 2-13-16,0 0-11 0,13 2-11 0,-12 1-5 16,3 0-10-16,0-1-8 0,-2 2-11 0,0 2-7 15,-2-3-3-15,0 8-9 0,0-2-9 0,0-1-4 16,-4 2-5-16,0 0-8 0,0-1-2 0,-1 0-7 16,0 0-3-16,-5 1-1 0,4 0-3 0,-3-5-3 15,-3 4-5-15,3-3-3 0,-2 2 0 0,-1-4-1 16,3 1-3-16,-1-2 4 0,2-2-7 0,0-1 1 15,1-1-1-15,1-2 1 0,-1 2-5 0,1-4 3 16,2-1 3-16,2-4 10 0,-1-1 9 0,4 2 4 16,2-3 9-16,-2 2-1 0,8-5 6 0,-4 4 9 15,5-3 2-15,-2 2 14 0,2 1 9 0,2 0 8 0,-5 2 15 16,2 1-2-16,-1 3-2 0,0-2-13 16,-2 5 2-16,2-2-9 0,-2 2-7 0,-1 0-39 15,2 2-44-15,-7 0 0 0,14 5 0 0,-5 2 0 0,-2 3 0 16,2 3 0-16,0 2 0 0,0 5 0 0,-1 4 0 15,-2 4 0-15,2 2 0 0,-2 2 0 0,-2 2 0 16,4-2 0-16,-3 1 0 0,0 2 0 0,-3 1 0 16,2-3 0-16,1 0 0 0,-1 2 0 0,2-1 0 15,-1-1 0-15,0-3 0 0,1 2 0 0,-2-3 0 16,2 0 0-16,-2 1 0 0,1-3 0 0,3 1 0 16,-4-5 0-16,0-3 0 0,-1-2 0 0,-1-6 0 0,0 1 0 15,2-1 0-15,2-1 0 0,-4-2 0 16,-1-2 0-16,1 0 0 0,2-1 0 0,-2-2 0 15,0 1 0-15,-2-1 0 0,1-1 0 0,-1-3 0 0,3 6 0 16,-3-3 0-16,0-3 0 0,1 2 0 0,-1-2 0 16,0 0 0-16,4 3 0 0,-4-3 0 0,0 0 0 15,0 0 0-15,0 0 0 0,0 0 0 16,0 0 0-16,0 0 0 0,-13-11 0 0,4 4 0 0,-5 2 0 16,-1-4 0-16,-9-3 0 0,-3 2 0 0,-4-2 0 15,3 1 0-15,-6-2 0 0,-2 2 0 0,0 0 0 16,-2 2 0-16,2-2 0 0,-1 1 0 0,-2 2 0 15,4-3 0-15,0 4 0 0,1-2 0 0,2 2 0 16,1 0 0-16,3-2 0 0,11 5 0 0,2 0 0 16,6 0 0-16,-1-3 0 0,1 1 0 0,4-1 0 15,2-1 0-15,3-2 0 0,7 1 0 0,5-5 0 16,3 1 0-16,10-6 0 0,2 1 0 0,1 1 0 16,0 3 0-16,5-3 0 0,-1 1 0 0,2 0 0 0,0 0-525 15,13-6-134-15,-12 6-510 0,-1-2-1264 16,2 3 560-16</inkml:trace>
  <inkml:trace contextRef="#ctx0" brushRef="#br0" timeOffset="183068.7767">23699 9283 181 0,'0'0'476'0,"-4"-4"0"16,4 4 9-16,-3-4 3 0,3 4-21 0,-2-3-30 16,2 3-32-16,0 0-35 0,0 0-21 0,0 0-24 15,-1-4-17-15,1 4-23 0,0 0-27 0,0 0-27 16,0 0-18-16,0 0-31 0,0 0-2 0,0 0-31 16,0 0-13-16,0 0-11 0,0 0-21 0,0 0-7 15,0 0-13-15,0 0 9 0,0 0-25 0,0 0-7 16,0 0-7-16,0 0-5 0,0 0-6 0,0 0 0 15,0 0-4-15,0 0 4 0,0 0 3 0,0 0 1 16,0 0 4-16,0 0 2 0,0 0 2 0,20 3-12 16,-15-4 16-16,4-1-5 0,0-2 10 0,-3 1 7 15,1-1 7-15,-1-1 2 0,4-1-7 0,-3 0-2 16,-1-1-29-16,1 0-42 0,-3 1 0 0,-1-3 0 16,2 0 0-16,-1 0 0 0,-4 3 0 0,1-2 0 15,2 3 0-15,-3-2 0 0,1 0 0 0,-1 1 0 16,-1 2 0-16,-3-1 0 0,2-2 0 0,-3 4 0 0,2 0 0 15,-1 2 0-15,-2-3 0 0,-1 2 0 16,2 1 0-16,5 1 0 0,-15 3 0 0,3 0 0 16,0 2 0-16,1-1 0 0,1 6 0 0,-5-1 0 15,1 2 0-15,0 1 0 0,1 0 0 0,0-3 0 0,4-1 0 16,3 0 0-16,-2 1 0 0,4-2 0 0,-2 1 0 16,6-3 0-16,0 3 0 0,0 1 0 0,6-3 0 15,2 4 0-15,2-4 0 0,8 2 0 0,0-2 0 16,11-1 0-16,1 0 0 0,4-5 0 0,-2-2 0 15,5-2 0-15,-1-3 0 0,1-3 0 0,0-1 0 16,0-1 0-16,0 0 0 0,-4-3 0 0,-2-2 0 16,-1-2 0-16,-1-1 0 0,-5 0 0 0,1 2 0 15,-4-4 0-15,-8 8 0 0,1 1 0 0,-5 0 0 16,0 1 0-16,-4 4 0 0,0-3 0 0,-4 3 0 16,-2 1 0-16,1 1 0 0,0-1 0 0,-5 4 0 15,1 0 0-15,-1-1 0 0,0 3 0 0,5 1 0 16,-13 3 0-16,6 1 0 0,0 2 0 0,-2 4 0 15,4-2 0-15,1 0 0 0,-2 3 0 0,4 2 0 0,2-2 0 16,1 6 0-16,3-1 0 0,2 1 0 16,-2-5 0-16,2 2 0 0,3 0 0 0,-1-2 0 15,-2-5 0-15,3 4 0 0,-4-5 0 0,4 1 0 0,-3 2 0 16,2-4 0-16,-4 0 0 0,0-2 0 0,1 1 0 16,-2-2 0-16,0-1 0 0,0 3 0 0,-3-4 0 15,4 4 0-15,-4-4 0 0,0 0 0 16,-7 7 0-16,0-5 0 0,-5-1 0 0,-2 1 0 0,-4 0 0 15,-10-1-222-15,-3-2-48 0,2-3-50 0,7 6-50 16,-7-2-37-16,11-2-40 0,-1 2-34 0,6-3-27 16,-1 1-353-16,5-2-933 0,1 0 412 0</inkml:trace>
  <inkml:trace contextRef="#ctx0" brushRef="#br0" timeOffset="183975.2625">24918 9252 162 0,'0'0'421'0,"-4"-6"9"16,4 4 8-16,-4-2 3 0,4 4-10 0,-1-5-15 0,1 5-11 16,-3-4-13-16,2 1-12 0,1 3-13 15,0-7-19-15,0 2-21 0,1 0-11 0,2 2-12 16,-2-2-29-16,3-1-14 0,0-1-18 0,1 0-18 0,-1 1-16 15,2 1-21-15,1 0-13 0,2-2-18 0,1 2-16 16,3 3-8-16,-3-3-11 0,1 5-5 16,2-3-15-16,-2 0-7 0,0 0-12 0,-1 3-9 0,0 3-61 15,2-2-13-15,-4 1 0 0,-1 1 0 0,3 2 0 16,-5-1 0-16,-1 1 0 0,1 1 0 0,1 3 0 16,-2 1 0-16,-4-4 0 0,-2 4 0 0,-2 1 0 15,0-1 0-15,-1-1 0 0,-4 0 0 0,-1 0 0 16,-1 0 0-16,-5-1 0 0,1 0 0 0,-1-2 0 15,3-2 0-15,0-1 0 0,3 2 0 0,2-4 0 16,0 1 0-16,2-4 0 0,6 2 0 0,-9-7 0 16,8 4 0-16,-2-3 0 0,6-3 0 0,-1-1 0 15,7-6 0-15,3-1 0 0,6-4 0 0,5-2 0 0,1-2 0 16,3 2 0-16,3 0 0 0,10-8 0 16,5 5 0-16,-16 5 0 0,-2 3 0 0,4 0 0 15,-2 0-2-15,-1 3-75 0,-4 2-11 0,3-1-8 16,-1 3-7-16,-8 1 7 0,-3 1 4 0,-3 0 7 0,0 3 7 15,-1 0 6-15,-1-1 7 0,-1 2 9 16,-2-1 4-16,2 0 8 0,-5 0 3 0,-1 0 3 16,1-1 4-16,-4-1 8 0,0 2 8 0,-2-4 9 0,0 2 20 15,-3-3 18-15,1 0 7 0,-3 2 24 0,3-1 21 16,-2 0 20-16,-1-1 18 0,-1 1 13 0,3 1 19 16,-2 0 21-16,1 2 19 0,1 0-102 0,2 2-89 15,-1-1 0-15,-1 2 0 0,3-1 0 0,-2 2 0 16,1-1 0-16,3 4 0 0,-7-4 0 0,7 4 0 15,0 0 0-15,0 0 0 0,-9 11 0 0,5 5 0 16,-1 9 0-16,-2 6 0 0,1 4 0 0,0 13 0 16,-1 1 0-16,7 6 0 0,-6 28 0 0,7-25 0 15,-1 23 0-15,-4-22 0 0,7 0 0 0,-2 2 0 16,0-2 0-16,2 2 0 0,-3-5 0 0,1-2 0 16,3-1 0-16,-4-5 0 0,0-13 0 0,3 1 0 15,-6-1 0-15,-1-3 0 0,0-3 0 0,3-3 0 16,0-9 0-16,-2 1 0 0,2-7 0 0,-3-1 0 0,4-2 0 15,-1-4 0-15,0 5 0 0,2-5 0 0,-2 0 0 16,1-4 0-16,0 0 0 0,0 0 0 16,0 0 0-16,6-20 0 0,-5 8 0 0,3-5 0 0,-4-1 0 15,5-5 0-15,-2-2 0 0,-3 6-214 0,0-1-418 16,4-7-34-16,-7 9-448 0,-1-1-1205 0,3-2 533 16</inkml:trace>
  <inkml:trace contextRef="#ctx0" brushRef="#br0" timeOffset="184178.3344">25246 9468 358 0,'0'0'460'0,"0"0"33"0,-1-5 40 15,1 5 33-15,-2-5 6 0,2 5-9 0,0-4-23 16,0 4-29-16,3-5-42 0,3-2-47 0,1 0-42 16,8-3-36-16,9-2-33 0,5-1-31 0,4 1-27 0,17-4-24 15,-14 5-29-15,12-2-34 0,-8 4-59 16,10-6-73-16,-12 6-84 0,13-2-81 0,-18 5-75 15,1-4-91-15,-5 5-93 0,-11 2-96 0,1-1-108 0,-1-2-346 16,-9 1-1018-16,-4 1 450 0</inkml:trace>
  <inkml:trace contextRef="#ctx0" brushRef="#br0" timeOffset="185946.3919">26335 8824 9 0,'0'0'289'0,"0"0"-2"0,4-6-2 0,-2 3 0 16,-2 3 0-16,3-5-4 0,-1 3 4 0,1-4 3 0,0 3-2 0,-2 1 6 0,4 0-5 0,-5 2-3 15,2-5-2-15,-2 5-7 0,0 0-4 0,2-2-4 0,-2 2-15 16,0 0-16-16,3-4-15 0,-3 4-11 31,0 0-14-31,4-2-12 0,-4 2-7 0,0 0-8 16,0 0-12-16,0 0-6 0,0 0-12 0,3-3 3 0,-3 3-6 15,0 0-14-15,0 0 4 0,0 0-6 0,0 0 0 0,0 0-4 0,0 0 3 0,0 0-2 16,4-1 1-16,-4 1-2 0,0 0 1 0,0 0-25 31,0 0-92-31,0 0 0 0,0 0 0 0,0 0 0 0,0 0 0 16,0 0 0-16,0 0 0 0,0 0 0 0,0 0 0 16,0 0 0-16,0 0 0 0,5-3 0 0,-5 3 0 0,0 0 0 0,0 0 0 0,0 0 0 0,0 0 0 31,0 0 0-31,0 0 0 0,0 0 0 0,0 9 0 15,0-1 0-15,2 2 0 0,1 7 0 0,1 3 0 0,-2 6 0 0,0 1 0 0,5-1 0 0,-4 3 0 16,1-1 0-16,-4 1 0 0,6-2 0 0,-2 2 0 16,-1 0 0-16,-6 2 0 0,6-1 0 0,-2-1 0 15,-1-2 0-15,0 0 0 0,-1-3 0 0,-2-5 0 0,2 8 0 16,-3-9 0-16,2-2 0 0,-1-3 0 16,3 2 0-16,-1-4 0 0,-2-2 0 0,2 1 0 31,1-2 0-31,-2 0 0 0,2-2 0 0,-2-1 0 15,2 1 0-15,0-2 0 0,0-4 0 0,0 4 0 0,0-4 0 16,0 0 0-16,0 0-141 0,0 0-325 0,0 0-43 16,4-16-42-16,0 8-30 0,-4-2-410 15,1-5-1073-15,2-2 475 0</inkml:trace>
  <inkml:trace contextRef="#ctx0" brushRef="#br0" timeOffset="186321.824">26264 8853 66 0,'-3'-9'393'15,"-1"0"20"-15,3-1 21 0,1-3 8 0,0 0-3 16,0 2 1-16,1-1-15 0,2-1-11 0,-2-3 8 16,4 1-19-16,3-2-29 0,1 2-20 0,4-2-31 15,6-2-21-15,3 4-18 0,2 0-28 0,5 2-23 16,2 2-14-16,1 0-12 0,1 4-15 0,3 1-9 15,0 3-10-15,1 3-10 0,-2 3-11 0,1 1-16 16,-1 3-11-16,-5 0-11 0,0 3-16 0,-1 0-86 16,-1 1-12-16,-5 4 0 0,-6-4 0 0,-2 3 0 0,-3 0 0 15,-2 1 0-15,0 2 0 0,-5 1 0 16,-5 0 0-16,-1 1 0 0,-8 5 0 0,-1 2 0 16,-7-3 0-16,-4-3 0 0,-5 3 0 0,-1-4 0 15,-7 1 0-15,0-4 0 0,1 2 0 0,-4-2 0 0,5-2 0 16,3-3 0-16,-2-1 0 0,11-2 0 0,1-2-16 15,3 1-223-15,6-4-30 0,2 0-30 16,1-1-36-16,4 1-46 0,3 2-51 0,3 0-58 0,3-3-41 16,5 2-336-16,2-2-938 0,5 0 414 0</inkml:trace>
  <inkml:trace contextRef="#ctx0" brushRef="#br0" timeOffset="187400.5074">26728 9224 168 0,'13'-9'367'0,"-8"7"4"0,0-1-8 16,0 0-17-16,0-2-32 0,0 1-16 0,0 1-14 16,3 1-16-16,-3-1-16 0,0 2-25 0,1-1-17 0,1-1-23 15,-1 0-10-15,-1 3-25 0,-5 0-12 16,13 3-19-16,-8 1-2 0,0-2-14 0,4 1-6 15,-4 2-15-15,3 3-5 0,-3 1-5 0,0 1-11 0,0-1-7 16,-1 1-3-16,-3-1-4 0,3 2-4 0,-4-3-6 16,-1 3-2-16,-2-2-5 0,2-1-3 15,0-2-1-15,-7 3-2 0,3-3-1 0,-3-1-4 16,3 0 1-16,-2-2 1 0,-3 0 2 0,3 0-2 0,-3-3 8 16,2 2 7-16,-3-4 15 0,4 2 8 0,-2-2 9 15,2-1 8-15,0-1 10 0,2-2 7 0,3 0-5 16,-2-3 0-16,4-1 1 0,0 0-3 15,2 2 7-15,1-4-5 0,1 3-4 0,2-2-8 0,3-4-7 16,-1 6-5-16,3-6 9 0,-4 6-18 0,3-1-5 16,-2 3-5-16,1 2-4 0,-1-1-3 0,0 4-8 15,-3-2-7-15,4 2-1 0,-4 3-4 0,4 1-4 16,0 3 4-16,-1 0-5 0,-2 1-5 0,2 1-1 16,-2 2 2-16,1-2-3 0,-2 3-5 0,0-1 5 15,0 2-3-15,-1-2 0 0,-2 1 2 0,1 0-1 16,-2-2-3-16,0 0-7 0,1-3 8 0,-2 4 1 15,1-3-5-15,-1-3 4 0,0 5-4 0,0-4-3 16,0 0-3-16,1 0-3 0,-1 1 1 0,0-2-2 16,0-3 5-16,0 5 0 0,0-5 3 0,0 0-1 15,0 0 5-15,0 0 6 0,0 0-10 0,0 0 4 16,0 0 5-16,-5-14-3 0,4 10 2 0,2-2 2 16,-1 1 8-16,1-2-6 0,1 2 8 0,0-3 8 0,1 3 6 15,2-4 2-15,3 4 0 0,-1-1-14 0,2-1 11 16,3 4 14-16,-1-1-2 0,0 2-5 0,2 0 7 15,4 1-3-15,-3 2 2 0,0-2-1 16,0 2-10-16,-5 3-9 0,4-3 0 0,-3 2 0 0,-1-1-2 16,-1 2-7-16,1-1 0 0,1 0-19 0,-2 2 19 15,-3 2-5-15,-1-4 6 0,-2 1-12 0,2 0 1 16,-1 4-1-16,-6-3 4 0,6 2-2 0,-5-1 3 16,1 0-8-16,0 0 4 0,-3-2 0 0,3 1-6 15,-3-2-5-15,1-1 9 0,3-2 3 0,-2 6 4 16,0-3 2-16,2-3-6 0,0 0 6 0,0 0 3 15,0 0-3-15,0 0 2 0,0 0-5 0,0 0 1 16,8-12-6-16,0 4 1 0,1-1 2 0,1-3-13 16,5 0 15-16,6-6-1 0,4 3-2 0,0-3-6 15,1-1 0-15,5-1 0 0,-2 2 0 0,1 0 0 0,-1-1 0 16,1 1 0-16,0-2 0 0,-3 2 0 16,0 6 0-16,1-4 0 0,-2 2 0 0,-3-1 0 15,1 0 0-15,-7 6 0 0,-1-3 0 0,-2 1 0 0,0 0 0 16,-3-2 0-16,-1 5 0 0,-4-4 0 0,3-4 0 15,-4 4 0-15,-2 1 0 0,-2-1 0 16,-1 1 0-16,0-4 0 0,-4 4 0 0,0 0 0 16,-1 0 0-16,-1-1 0 0,-2 0 0 0,1 3 0 0,0 2 0 15,-2 0 0-15,0-2 0 0,0 4 0 0,4-1 0 16,-2 3 0-16,0-1 0 0,1 0 0 0,1 3 0 16,-1-2 0-16,3 0 0 0,-4 0 0 0,7 3 0 15,0 0 0-15,-11 6 0 0,6 0 0 0,0 2 0 16,1 6 0-16,-3 4 0 0,2 6 0 0,1 3 0 15,1 0 0-15,0 2 0 0,2 4 0 0,-1-1 0 16,0 0 0-16,-1 3 0 0,0 0 0 0,0 1 0 16,1-1 0-16,-1-3 0 0,-1-1 0 0,0-3 0 15,3 1 0-15,-2-2 0 0,1-1 0 0,-1-8 0 16,3-1 0-16,-1-5 0 0,-2-2 0 0,3 1 0 16,0-4 0-16,0-1 0 0,-2 0 0 0,2-1 0 15,-1-1 0-15,1-4 0 0,1 3 0 0,-1-3 0 16,0 0 0-16,0 0-333 0,10-13-197 0,-6 5-41 15,1-2-23-15,2 2-434 0,0-4-1113 0,-1 1 493 0</inkml:trace>
  <inkml:trace contextRef="#ctx0" brushRef="#br0" timeOffset="187729.1184">27627 9256 247 0,'0'0'139'16,"2"-5"45"-16,-2 5 16 0,1-5 8 0,-1 5 14 16,0 0 15-16,0 0 21 0,-1-4 15 0,1 4 17 0,0 0 9 15,0 0 15-15,0 0 9 0,0 0 11 0,0 0-5 16,0 0-1-16,0 0 1 0,0 0-19 0,0 0-13 15,0 0-7-15,2-3-8 0,-2 3-7 16,0 0-25-16,4-2-29 0,-1-2-24 0,0 2-11 0,2-2-25 16,2 3-13-16,-1-3-18 0,8 2-22 0,-5-1-7 15,4 1-10-15,-1 1-11 0,-1 0-10 0,-2-1-4 16,2 2-13-16,-3 0 2 0,0 0-4 0,-3-1-8 16,1 1-2-16,-6 0-11 0,9 0-2 0,-5 3 0 15,1 1-7-15,-1 0 7 0,0 0-8 0,0 0-4 16,0 1-16-16,-3 1 0 0,0 0 0 0,3 1 0 15,-4 1 0-15,1-1 0 0,-1 0 0 0,0 1 0 16,-1-3 0-16,1 4 0 0,0-5 0 0,0 0 0 16,-1 2 0-16,1-2 0 0,0-4 0 0,1 6-20 15,-1-6-96-15,0 5-34 0,0-5-43 0,0 3-69 16,0-3-101-16,0 0-85 0,8-12-83 0,-2 8-64 16,2-6-325-16,-2-3-994 0,4-1 439 0</inkml:trace>
  <inkml:trace contextRef="#ctx0" brushRef="#br0" timeOffset="187916.612">27949 9078 360 0,'4'-2'384'0,"-4"2"17"15,1-5 25-15,2 2 24 0,-3 3-2 0,1-3-27 16,-1 3-38-16,0-5-41 0,0 5-35 0,0 0-29 0,4-3-31 16,-4 3-44-16,0 0-48 0,0 0-58 0,0 0-69 15,0-4-76-15,0 4-74 0,0 0-53 16,0 0-39-16,0 0-52 0,0 0-61 0,4 13-41 15,-3-8-201-15,2 0-615 0,-2 0 272 0</inkml:trace>
  <inkml:trace contextRef="#ctx0" brushRef="#br0" timeOffset="188183.1588">28038 9124 244 0,'0'0'259'16,"0"0"6"-16,7 1 20 0,-7-1 20 0,0 0 15 16,7-6 7-16,-5 4 7 0,-2 2 0 0,3-5 5 0,-6 0-1 15,3 5 4-15,-2-6-2 0,-2 4 0 0,0-2-19 16,-2 1-22-16,2 0-33 0,1 1-18 0,3 2-27 15,-7-3-33-15,7 3-9 0,-11 1-21 0,6 2-18 16,-1 1-12-16,-3 1-9 0,4 0-12 0,-2 3-16 16,1 2-9-16,-2 7-4 0,3 1-8 0,4-1-2 15,-2-1-18-15,3-1-22 0,4 0-22 0,1 1-20 16,-1-4-23-16,0 0-14 0,6 1-23 0,-1-1-20 16,4-3-27-16,-3 0-23 0,6 0-25 0,-3-4-25 15,3-2 3-15,-2-2 6 0,4-2-12 0,2-2 1 16,-2-1 1-16,0-4-4 0,1 2-3 0,-5-6-4 15,4 1-10-15,-2-3-20 0,3-6-16 0,-1 1-34 16,2-3-14-16,-5 0-16 0,-2-1-208 0,1 2-568 16,-2-4 251-16</inkml:trace>
  <inkml:trace contextRef="#ctx0" brushRef="#br0" timeOffset="188417.2873">28393 8935 17 0,'5'-9'236'16,"-1"-3"20"-16,-3 2 27 0,4-1 22 0,0 1 26 15,-1-1 34-15,-4 3 8 0,3 1 26 0,-1 1 18 16,-2 0 14-16,4 1 2 0,-4 0 22 0,4 2-4 15,-3-1-6-15,-1 4-5 0,2-3-22 0,-2 3-20 16,0 0-26-16,0 0-31 0,0 0-31 0,0 0-27 0,0 0-15 16,0 0-104-16,1 14-164 0,-2-3 0 0,1 8 0 15,-3-1 0-15,-1 1 0 0,0 4 0 16,3 4 0-16,-4-1 0 0,-3 0 0 0,3 3 0 16,1-5 0-16,-1 3 0 0,1-2 0 0,-1-1 0 0,4-4 0 15,-2-1 0-15,-2-2 0 0,2 1 0 16,1-2 0-16,1 1 0 0,-2-4 0 0,3-1 0 15,3 1 0-15,-2-3 0 0,3 1-46 0,0 0-529 16,2-6-73-16,-1 0-506 0,7 0-1250 0,-1-3 553 0</inkml:trace>
  <inkml:trace contextRef="#ctx0" brushRef="#br0" timeOffset="188889.5876">28508 9220 278 0,'0'0'339'15,"0"0"-10"-15,0 0 6 0,0 0 0 0,0 0-2 16,0 0-17-16,0 0-19 0,0 0-9 0,0 0-15 16,0 0-15-16,0 0-6 0,0 0-16 0,0 0-7 15,0 0-17-15,0 0-12 0,0 0-15 0,0 0-15 16,0 0-10-16,0 0-11 0,0 0-12 0,0 0-10 16,0 0-9-16,0 0-8 0,0 0-13 0,15 1-6 15,-15-1-7-15,14 1-5 0,-2-2 0 0,-1 1 8 16,7-3 0-16,4 1 9 0,-4-4-2 0,2 2 0 15,7-7-6-15,-8 4 0 0,0-1-10 0,1-1-8 16,-4-1-5-16,1 2 1 0,-2-2 0 0,-5 4 5 16,1-1-13-16,-1-1 0 0,-4 4-7 0,-1-2-4 15,-1 1-7-15,0 0-14 0,-3 0 15 0,-2 2-19 16,-3-2 2-16,0 1-11 0,-2 1 1 0,-2 0 0 16,-2 1-3-16,-4 2-5 0,1 1 0 0,-6 3-1 15,2 3 4-15,0 1-5 0,-6 7 0 0,5 4 5 16,1-7-6-16,4 0 2 0,-1 4-1 0,5 0-2 15,0-1-5-15,4 1 4 0,1 0 1 0,-1 0 3 16,5-1-1-16,4-4 1 0,1 1 8 0,4 3 1 16,3-2 4-16,3 0-9 0,7 1-1 0,1 0 3 15,4-5 3-15,3-1 3 0,0-6-10 0,4 0-3 16,-2-2-23-16,0-2-22 0,3-2-28 0,-7 0-24 16,0 0-45-16,-8 0-37 0,-7-1-65 0,6-3-65 15,-10 1-63-15,1 1-81 0,2-2-67 0,-10 3-374 16,2-1-964-16,-4-5 426 0</inkml:trace>
  <inkml:trace contextRef="#ctx0" brushRef="#br0" timeOffset="189763.3212">29714 8928 174 0,'4'-12'389'0,"0"-5"17"0,-3 0 8 0,2-1 8 16,-3 2 0-16,1 3 11 0,-1-4-5 0,0 5-8 0,-1 0-1 16,1-1 1-16,1 2-11 0,-1 1-17 0,0-1-17 15,0 4-16-15,0-2-19 0,-1 3-23 0,0 0-23 16,1 0-32-16,0 3-26 0,-2-1-28 15,2 4-25-15,-5-4-15 0,5 4-21 0,0 0-12 0,-19 10-116 16,6 1-19-16,3 2 0 0,-3 2 0 0,-5 7 0 16,-2 3 0-16,1-1 0 0,-1-2 0 0,0 6 0 15,2-4 0-15,0-1 0 0,2-1 0 0,0-7 0 16,7 4 0-16,-1-6 0 0,5-2 0 0,1-1 0 16,-1-2 0-16,1-1 0 0,4 4 0 0,0-5 0 15,1 4 0-15,3 1 0 0,4-1 0 0,1-3 0 16,4 4 0-16,2 0 0 0,-1 1 0 0,4-3 0 15,-1 0 0-15,-3 2 0 0,-2-5 0 0,1 1 0 16,-4 2 0-16,1-3 0 0,-1-1 0 0,0 3 0 16,2 0 0-16,-4 1 0 0,-2-1 0 0,-1-2 0 15,0 3 0-15,-3 0 0 0,3 1 0 0,-4-2 0 16,-4 5 0-16,3-4 0 0,-7 2 0 0,-1 2 0 16,-1-1 0-16,-5-1 0 0,3 0 0 0,-5-3 0 15,-1 0 0-15,0-1 0 0,-1-2 0 0,2 3 0 0,3-5 0 16,2 1 0-16,6-1 0 0,-3-2 0 0,5 2 0 15,-1-2 0-15,5-1 0 0,-8-1 0 16,8 1 0-16,0-8 0 0,3 0 0 0,2-1 0 16,5-5 0-16,4 2 0 0,-1-1 0 0,10-4 0 0,-2 1 0 15,-1-1 0-15,-3 6 0 0,-1-1 0 0,1 2 0 16,1 1 0-16,-3 1 0 0,-5 1 0 0,0 4 0 16,2-3 0-16,-3 1 0 0,-3 5 0 0,2-3 0 15,0 2 0-15,-2 2 0 0,3 3 0 0,0 0 0 16,1 1 0-16,-5 1 0 0,2 1 0 0,-1 1 0 15,-1 3 0-15,-1 0 0 0,1 0 0 0,-2 7 0 16,1-9 0-16,-3 3 0 0,4-1 0 0,-5 0 0 16,1 0 0-16,0-2 0 0,1 1 0 0,-1-4 0 15,-2 1 0-15,2-1 0 0,-1-1 0 0,1-2 0 16,-1-3 0-16,0 6 0 0,0-2 0 0,0-4 0 16,2 4 0-16,-2-4 0 0,0 0 0 0,0 0-235 15,0 0-141-15,16-10-32 0,-12 5-45 0,0-1-54 16,2-9-51-16,-1 2-385 0,3-2-1021 0,-3-1 452 15</inkml:trace>
  <inkml:trace contextRef="#ctx0" brushRef="#br0" timeOffset="189934.9465">29872 9106 168 0,'2'-5'339'16,"-2"1"3"-16,1-1 15 0,3 0 29 0,-2-1 29 16,0 2 8-16,-2-1 2 0,0 5-20 0,4-4-15 15,-3 1-37-15,-1 3-24 0,0-5-35 0,3 1-33 0,-3 4-25 16,2-4-29-16,-2 4-41 0,0 0-46 0,0 0-67 15,0 0-84-15,0-4-101 0,0 4-75 16,0 0-47-16,0 0-50 0,0 0-47 0,8 13-52 16,-5-9-262-16,-1 2-720 0,-1 0 319 0</inkml:trace>
  <inkml:trace contextRef="#ctx0" brushRef="#br0" timeOffset="190372.3794">29948 9227 216 0,'3'4'370'0,"-3"-4"9"0,0 0 23 0,0 0 18 15,0 0 19-15,0 0-1 0,0 0-11 0,10-7-8 16,-7 3-18-16,-1-1-21 0,3 0-18 0,-1 0-9 16,1-2-18-16,5 1-28 0,-1-1-24 15,2-1-22-15,0 2-14 0,2 1-21 0,3-4-21 0,-3 5-11 16,1 1-24-16,-1 0-19 0,-3-1-16 0,3 3-12 16,-7-3-12-16,5 3-12 0,-4 2-7 0,2 0-17 15,-1 2-14-15,-3 0-2 0,3 1-8 16,-1 1-51-16,0 3 0 0,-6-2 0 0,6 3 0 0,-5 2 0 15,-1-2 0-15,-1-1 0 0,0 3 0 0,-2 1 0 16,-3 5 0-16,0-1 0 0,-3-2 0 0,-2 0 0 16,-2 1 0-16,-1 3 0 0,-1-5 0 0,1 0 0 15,2-1 0-15,2-2 0 0,1-2 0 0,1-1 0 16,0-2 0-16,2 0 0 0,1 0 0 0,1-3 0 16,1 2 0-16,0 0 0 0,2-4 0 0,-3 5 0 15,1-3 0-15,2-2 0 0,0 0 0 0,3 4 0 16,-3-4 0-16,13 1 0 0,-1-1 0 0,-1 2 0 15,2-4 0-15,6 2 0 0,-6-1 0 0,2 0 0 16,2-1 0-16,1-1 0 0,-5 1 0 0,1 0 0 16,-1-1 0-16,-2 1 0 0,2-1 0 0,-2 0 0 15,3-1 0-15,-1 1 0 0,0-1 0 0,0 3 0 16,-1-2 0-16,0 0-135 0,-2 0-400 0,-1 2-69 16,1-1-64-16,-3 0-374 0,-1 0-1129 0,2-1 501 15</inkml:trace>
  <inkml:trace contextRef="#ctx0" brushRef="#br0" timeOffset="190826.1802">30466 9322 194 0,'2'-3'386'0,"2"1"11"0,-4 2 14 0,3-6 2 16,-2 3-4-16,-1 3-16 0,3-4-21 0,0 3-17 0,-3 1-17 16,2-6-18-16,0 3-17 0,-2 3-19 0,2-5-17 15,0 3-19-15,-2 2-19 0,0 0-18 0,1-2-11 16,-1 2-18-16,0 0-17 0,0 0-23 15,0-6-6-15,0 6-15 0,4-5-8 0,-4 5-14 0,5-5-11 16,-1 1-5-16,2 0-13 0,4-4-8 0,-1 2 0 16,3 1-11-16,-3-3-16 0,1 0 19 0,-1 0 2 15,3 0 1-15,-3 0-5 0,2 1 0 16,-3 1 5-16,-4 0-4 0,2-3-2 0,-2 3 5 0,2 2-1 16,-2-3 4-16,-1 3-10 0,-1 1-4 0,0 0-4 15,0-1-3-15,-3-1-15 0,0 0 0 0,-3 2-1 16,0 0-8-16,-1 0-3 0,5 3 8 15,-10-2-10-15,2 4-7 0,-2-2 8 0,-2 5 1 0,3-4-8 16,0 6 4-16,-6 4-3 0,3-6 1 0,-1 8-2 16,2-5-1-16,2 2 3 0,0-1-5 0,2 3 8 15,2-2-7-15,-1 1 5 0,3 0-2 0,-1-2-2 16,1 1-5-16,1 1 10 0,2-4-1 0,0 2-4 16,2 2 7-16,2-4-2 0,0 3 2 0,2 1-10 15,3-2-3-15,0-2-10 0,3-1-14 0,4 3-18 16,1-4-13-16,-2 1-11 0,2-2-13 0,1-2-19 15,0 0-28-15,1-2-32 0,-5 0-35 0,4 0-32 16,0-3-38-16,1 3-81 0,1-4-65 0,-4-1-78 16,4 2-427-16,-7-1-993 0,1 1 441 0</inkml:trace>
  <inkml:trace contextRef="#ctx0" brushRef="#br0" timeOffset="190998.0204">30974 9389 225 0,'3'1'457'16,"-3"-1"11"-16,3 4 25 0,-3-4 24 0,0 0-10 16,3 1-30-16,-3-1-30 0,0 0-45 0,0 0-42 15,0 0-27-15,0 0-25 0,0 0-40 0,0 0-17 16,0 0-45-16,0 0-57 0,4 2-29 0,-4-2-63 16,0 0-71-16,0 0-77 0,0 0-90 0,0 0-94 15,0 0-96-15,0 0-99 0,0 0-305 0,0 0-837 16,0 0 371-16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20T09:56:47.34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12318 410 139 0,'0'0'223'0,"0"0"-2"0,0 0 9 0,0 0 4 16,0 0 8-16,0 0 3 0,0 0 7 0,0 0 0 15,0 0 16-15,0 0 2 0,0 0 12 0,0 0 10 16,0 0 6-16,0 0 7 0,0 0 7 0,0 0 8 16,0 0 0-16,0 0 11 0,0 0 0 0,0 0-12 15,0 0-3-15,0 0-14 0,0 0-11 0,0 0-18 16,0 0-14-16,0 0-22 0,0 0-15 0,0 0-23 16,0 0-21-16,0 0-15 0,0 0-98 0,0 0-65 15,0 0 0-15,0 0 0 0,0 0 0 0,0 0 0 16,0 0 0-16,0 0 0 0,0 0 0 0,0 0 0 15,0 0 0-15,12 32 0 0,-12-32 0 0,-3 31 0 16,3-13 0-16,0 3 0 0,0-4 0 16,-1 2 0-16,-2 0 0 0,3 1 0 0,-1 6 0 15,1-2 0-15,0-4 0 0,-3-1 0 0,3 0 0 16,0 1 0-16,0-2 0 0,-1 0 0 0,1-1 0 16,0-17 0-16,0 28 0 0,0-15 0 0,0-1 0 15,0-2 0-15,0 0 0 0,0-4 0 0,-1 2 0 16,1-3 0-16,0-5 0 0,0 10 0 0,0-10 0 15,0 8 0-15,0-8 0 0,-3 5 0 0,3-5 0 16,0 0 0-16,0 0 0 0,4 8 0 0,-4-8 0 16,0 0 0-16,0 0 0 0,0 0 0 0,0 0 0 15,0 0 0-15,0 0 0 0,0 0 0 0,0 0 0 16,0 0 0-16,0 0 0 0,0 0-258 0,0 0-349 16,0 0-85-16,0 0-414 0,0 0-1198 0,-1-53 530 15</inkml:trace>
  <inkml:trace contextRef="#ctx0" brushRef="#br0" timeOffset="672.8041">12143 494 215 0,'0'0'396'0,"0"0"1"0,-10-20-6 15,10 20-11-15,0 0-5 0,0 0 5 0,-4-15-5 16,4 15 3-16,0 0 3 0,0 0-13 0,0 0-9 16,0-19-10-16,0 19 1 0,0 0-18 0,0 0-20 15,4-20-25-15,-4 20-23 0,5-14-32 0,-5 14-15 16,9-14-24-16,-9 14-20 0,19-21-16 0,-6 9-20 16,0 0-9-16,3 1-29 0,3-1 5 0,-1 5-14 15,2-2-15-15,-1 2-3 0,-3-2-11 0,6 2-2 16,0 1-22-16,3 0 8 0,-3 3-22 0,-22 3-23 15,49-4 0-15,-28 3 0 0,-21 1 0 0,41 4 0 16,-41-4 0-16,32 8 0 0,-18-1 0 0,4 0 0 16,-18-7 0-16,23 14 0 0,-14-7 0 0,-9-7 0 15,14 16 0-15,-8-4 0 0,-6-12 0 0,7 22 0 16,-7-22 0-16,-5 30 0 0,0-14 0 0,-7 0 0 16,-2 6 0-16,0-6 0 0,-4 5 0 0,-4-4 0 15,7-4 0-15,1 1 0 0,-1-2 0 16,1 0 0-16,14-12 0 0,-17 14 0 0,17-14 0 15,-11 7 0-15,11-7 0 0,0 0 0 0,0 0 0 16,-13 10 0-16,13-10 0 0,0 0 0 0,0 0 0 16,0 0 0-16,0 0 0 0,0 0 0 0,0 0 0 0,0 0 0 15,0 0 0-15,0 0 0 0,0 0 0 16,0 0 0-16,0 0 0 0,0 0 0 0,0 0 0 16,0 0 0-16,53 9 0 0,-53-9 0 0,20 10 0 15,-20-10 0-15,24 11 0 0,-15-3 0 0,-9-8 0 16,19 14 0-16,-10-4 0 0,-9-10 0 0,15 18 0 15,-8-9 0-15,-7-9 0 0,6 18 0 0,-6-18 0 16,0 14 0-16,0-14 0 0,-1 19 0 0,1-19 0 16,-8 22 0-16,2-13 0 0,6-9 0 0,-18 18 0 15,6-11 0-15,12-7 0 0,-20 14 0 0,20-14 0 16,-22 11 0-16,22-11 0 0,-18 6 0 0,18-6 0 16,0 0 0-16,0 0 0 0,0 0 0 0,-27 1 0 15,27-1 0-15,0 0 0 0,0 0 0 16,0 0 0-16,0 0-229 0,0 0-75 0,0 0-84 0,0 0-83 15,0 0-95-15,0 0-474 0,7-32-1124 0,-7 32 497 16</inkml:trace>
  <inkml:trace contextRef="#ctx0" brushRef="#br0" timeOffset="1079.0903">12755 719 41 0,'0'0'432'16,"0"0"10"-16,4-27 0 0,-4 27-15 0,0 0-30 15,4-16-34-15,-4 16-32 0,0 0-30 0,10-16-37 16,-10 16-22-16,12-11-29 0,-12 11-21 0,0 0-20 16,20-10-20-16,-20 10-17 0,17-6-18 0,-17 6-11 15,0 0-9-15,28-4-14 0,-28 4-8 0,0 0-8 16,0 0-9-16,42 11-10 0,-42-11-5 15,15 6-4-15,-15-6-5 0,0 0-3 0,18 16-5 16,-14-5-2-16,-4-11 3 0,5 16-7 0,-5-16 3 16,0 19-3-16,0-19 5 0,-11 20-5 0,-1-8 3 15,1 0 1-15,-3 2-4 0,0-6-2 0,-6 5-4 16,4-5 0-16,-1 0 3 0,17-8 4 0,-25 9 10 16,25-9 31-16,0 0 41 0,-22 3 27 0,22-3 7 15,0 0 2-15,0 0-8 0,0 0-4 0,-30-19-3 16,30 19-8-16,-5-18-20 0,5 18-12 0,0-21-6 15,0 21-30-15,0-23-42 0,0 23-36 0,9-18-69 16,-9 18-67-16,13-21-70 0,2 13-78 0,1-3-67 16,-16 11-57-16,36-13-70 0,-20 12-312 0,2-6-889 15,-18 7 393-15</inkml:trace>
  <inkml:trace contextRef="#ctx0" brushRef="#br0" timeOffset="1548.7289">13039 701 180 0,'0'0'541'0,"0"0"27"15,0 0 7-15,0 0-14 0,0 0-18 0,0 0-13 16,11-35-27-16,-11 35-37 0,0 0-28 0,0 0-56 16,0 0-44-16,0 0-39 0,0 0-32 0,0 0-34 15,0 0-19-15,0 0-20 0,0 0-27 0,0 0-21 16,0 0-11-16,0 0-19 0,0 0-30 15,41 26-27-15,-41-26-13 0,11 16-33 0,-11-16-28 0,7 20-18 16,-3-10-15-16,-4-10-11 0,5 20-13 16,-5-20-15-16,1 16-8 0,-1-16-7 0,0 0-8 15,2 20-6-15,-2-20 5 0,0 0 9 0,2 14 12 0,-2-14 14 16,0 0 17-16,0 0 25 0,0 0 9 0,0 0 11 16,0 0 1-16,0 0 23 0,0 0 10 0,0 0 11 15,0 0 5-15,0 0 15 0,40-40 11 16,-32 31 12-16,-8 9 10 0,12-12-2 0,-12 12 4 15,13-14 7-15,-13 14-6 0,14-12-2 0,-14 12-3 16,0 0-10-16,9-12-4 0,-9 12-13 0,0 0-11 16,0 0-2-16,0 0-14 0,0 0-3 0,0 0-5 15,0 0 5-15,21-5-4 0,-21 5 2 0,0 0-6 16,0 0-4-16,0 0 5 0,28 18-16 0,-28-18-30 16,10 11-37-16,-10-11-41 0,10 12-35 0,-10-12-43 15,0 0-33-15,16 17-48 0,-16-17-50 0,12 8-45 16,-12-8-56-16,0 0-49 0,27 1-391 0,-27-1-927 15,0 0 410-15</inkml:trace>
  <inkml:trace contextRef="#ctx0" brushRef="#br0" timeOffset="1876.7689">13510 694 137 0,'0'0'321'0,"0"0"12"0,0 0 11 0,0 0 7 16,0 0-16-16,0 0-5 0,0 0 0 0,0 0 1 15,0 0-11-15,0 0-18 0,13-21-18 0,-13 21-15 0,0 0-17 16,0 0-25-16,9-11-25 0,-9 11-22 16,0 0-14-16,0 0-15 0,19-11-23 0,-19 11-12 15,0 0-11-15,0 0-18 0,31 0-8 0,-31 0-7 16,0 0-10-16,0 0-8 0,0 0-7 0,37 11-3 16,-37-11-4-16,14 14-9 0,-14-14 3 0,9 11-7 15,-9-11-1-15,5 15-5 0,-5-15-1 0,0 0 8 16,3 22-9-16,-3-22 1 0,-8 20-3 0,8-20 1 15,-15 18-2-15,2-7 1 0,4-3-2 0,9-8-3 16,-27 15-4-16,11-7-8 0,16-8 4 0,-16 8 5 16,16-8 0-16,0 0 0 0,-23 5-14 0,23-5-24 15,0 0-25-15,0 0-37 0,0 0-55 16,-32-23-38-16,32 23-52 0,2-21-56 0,-2 21-55 16,11-33-78-16,-2 15-334 0,0 0-822 0,8-6 365 15</inkml:trace>
  <inkml:trace contextRef="#ctx0" brushRef="#br0" timeOffset="2173.536">13623 499 420 0,'0'0'478'0,"0"0"43"0,-17-21 32 0,17 21 20 16,0 0 15-16,-7-15 1 0,7 15-12 0,0 0-23 15,-8-12-27-15,8 12-40 0,0 0-46 0,0 0-34 16,0 0-44-16,0 0-38 0,0 0-37 0,0 0-36 15,0 0-27-15,0 0-202 0,0 0-23 0,0 0 0 16,0 0 0-16,0 0 0 0,0 0 0 0,0 0 0 16,0 0 0-16,-2 53 0 0,2-37 0 0,0-1 0 15,-4 2 0-15,4 0 0 0,0 6 0 16,0-6 0-16,-2-2 0 0,2-15 0 0,-1 30 0 16,-1-21 0-16,2-9 0 0,0 27 0 0,0-13 0 15,0-14 0-15,-4 24 0 0,4-24-347 0,-3 18-117 16,3-18-59-16,-1 13-64 0,1-13-458 0,0 0-1133 15,0 0 501-15</inkml:trace>
  <inkml:trace contextRef="#ctx0" brushRef="#br0" timeOffset="2455.07">13702 403 106 0,'0'0'434'16,"16"-25"-26"-16,-16 25-22 0,11-16-28 0,-11 16-11 0,13-15-16 16,-13 15-30-16,10-10-33 0,-10 10-27 0,0 0-28 15,13-10-20-15,-13 10-23 0,0 0-16 0,0 0-16 16,0 0-14-16,29-1-15 0,-29 1-12 0,0 0-7 16,0 0-14-16,23 18-3 0,-23-18-7 15,5 15-3-15,-5-15-14 0,4 17-3 0,-4-17 1 16,-1 21-5-16,1-21-22 0,-10 26-22 0,3-15-49 15,7-11-43-15,-14 22-40 0,0-7-49 0,1-1-50 16,2-2-53-16,0-3-64 0,0 6-254 0,11-15-652 16,-16 15 289-16</inkml:trace>
  <inkml:trace contextRef="#ctx0" brushRef="#br0" timeOffset="2815.2994">13831 587 7 0,'0'0'414'0,"0"0"38"15,0 0 22-15,0 0 18 0,0 0 6 0,0 0 0 16,0 0-9-16,0 0-22 0,0 0-25 0,0 0-30 16,0 0-48-16,0 0-44 0,0 0-29 15,0 0-36-15,0 0-32 0,0 0-30 0,0 0-14 16,0 0-18-16,0 0-20 0,0 0-7 0,22 14-18 16,-22-14-14-16,0 0-21 0,-4 23-7 0,4-23-18 0,0 18-19 15,0-18-9-15,0 20-3 0,0-20-7 16,5 17 3-16,-5-17-9 0,7 22 0 0,-2-13 6 15,-5-9-2-15,11 16 2 0,-11-16-5 0,13 15-5 16,-13-15 5-16,13 14-4 0,-13-14-5 0,10 10 5 16,-10-10-5-16,0 0 15 0,0 0-21 0,13 9 6 15,-13-9 0-15,0 0-6 0,0 0-3 0,0 0 2 16,0 0-7-16,0 0 0 0,0 0 7 0,0 0-1 16,0 0-2-16,0 0-15 0,0 0-26 0,-27 24-32 15,27-24-23-15,-23 6-29 0,23-6-27 0,-26 4-22 16,26-4-25-16,0 0-15 0,-28 4-5 0,28-4-11 15,0 0-1-15,0 0-21 0,-23 3-39 16,23-3-39-16,0 0-29 0,0 0-40 0,0 0-275 16,0 0-737-16,0 0 325 0</inkml:trace>
  <inkml:trace contextRef="#ctx0" brushRef="#br0" timeOffset="3581.9524">14925 432 498 0,'0'0'511'0,"0"0"16"0,0 0 0 16,0 0 3-16,14-17 12 0,-14 17-11 0,0 0-5 15,0 0-12-15,0 0-16 0,0 0-25 0,0 0-29 16,0 0-30-16,0 0-36 0,0 0-30 16,0 0-43-16,0 0-30 0,0 0-33 0,0 0-134 0,0 0-108 15,0 0 0-15,0 0 0 0,0 0 0 0,0 0 0 16,0 0 0-16,0 0 0 0,0 0 0 0,14 41 0 16,-16-26 0-16,2 4 0 0,0-19 0 0,0 34 0 15,-4-10 0-15,4 1 0 0,-1-6 0 0,-2 1 0 16,-2 5 0-16,4-5 0 0,-2-1 0 15,-1-1 0-15,3-2 0 0,-3 0 0 0,4-16 0 16,-1 24 0-16,1-24 0 0,0 17 0 0,0-17 0 16,0 0 0-16,0 18 0 0,0-18 0 0,0 0 0 15,6 16 0-15,-6-16 0 0,0 0 0 0,23 9 0 16,-23-9 0-16,22 2 0 0,-22-2 0 0,0 0 0 16,33 1 0-16,-33-1 0 0,0 0 0 0,32-1 0 0,-32 1 0 15,0 0 0-15,0 0 0 0,30-5 0 0,-30 5 0 16,0 0 0-16,0 0 0 0,24-4 0 15,-24 4 0-15,0 0 0 0,0 0 0 0,19-11 0 16,-19 11 0-16,0 0 0 0,0 0 0 0,0 0 0 16,0 0-472-16,0 0-104 0,0 0-97 0,19-6-406 15,-19 6-1168-15,0 0 517 0</inkml:trace>
  <inkml:trace contextRef="#ctx0" brushRef="#br0" timeOffset="4598.1708">15278 647 128 0,'0'0'387'0,"0"0"-2"15,20-20-18-15,-20 20-23 0,12-9-13 0,-12 9-28 16,15-9-20-16,-15 9-20 0,0 0-19 0,0 0-20 16,18-10-28-16,-18 10-20 0,0 0-18 0,0 0-19 15,26-5-15-15,-26 5-9 0,0 0-16 0,0 0-5 16,0 0-11-16,0 0-9 0,33 12-6 0,-33-12-10 15,0 0-4-15,15 17-12 0,-15-17 3 0,4 13-6 16,-4-13-6-16,7 19-10 0,-7-19 8 0,-2 19-3 16,2-19-2-16,-9 18 2 0,9-18-3 0,-12 17-10 15,12-17-1-15,-16 15-12 0,5-8 2 0,11-7 1 16,-20 7-5-16,20-7 5 0,0 0-5 0,-24 6 10 16,24-6 15-16,0 0 16 0,0 0 19 0,0 0 15 15,-30-17 14-15,30 17 12 0,0 0 8 0,-8-18 3 16,8 18-9-16,1-20-4 0,-1 20-5 0,9-22-1 15,-9 22-3-15,7-16-7 0,-7 16-11 16,10-16-7-16,-10 16-9 0,9-14-5 0,-9 14-8 16,10-11-7-16,-10 11-5 0,0 0-3 0,15-9-8 15,-15 9-4-15,0 0-1 0,0 0-4 0,0 0 0 16,0 0-4-16,0 0-3 0,0 0-1 0,45 8 3 0,-45-8-1 16,0 0-2-16,17 25 4 0,-15-15 0 0,-2-10-9 15,9 22 6-15,-6-11-5 0,-3-11-14 16,1 20-11-16,-1-20-14 0,0 22-18 0,0-22-6 15,0 16-14-15,0-16-18 0,0 0 11 0,0 0 0 16,0 20 10-16,0-20 11 0,0 0 16 0,0 0 19 16,0 0 28-16,0 0 5 0,0 0 5 0,0 0 7 15,0 0 11-15,0 0 10 0,0 0 6 0,0 0 10 16,0 0 6-16,32-45 14 0,-32 45 0 0,15-16 5 16,-15 16 2-16,14-16 9 0,-6 9-3 0,-8 7 7 15,11-14-1-15,-11 14-1 0,0 0-12 0,12-15-1 16,-12 15-14-16,0 0-13 0,0 0-13 0,15-7-2 15,-15 7-4-15,0 0-4 0,0 0-1 16,0 0-10-16,0 0 3 0,0 0-6 0,0 0 1 0,36 23-2 16,-36-23-2-16,10 16 3 0,-10-16-10 0,8 20-10 15,-8-20-12-15,9 15-13 0,-9-15-16 0,5 18-12 16,-5-18-13-16,1 12-4 0,-1-12 1 0,0 0-1 16,0 0 5-16,7 17 4 0,-7-17 10 0,0 0 13 15,0 0 12-15,0 0 22 0,0 0 24 16,0 0 0-16,0 0 5 0,0 0 11 0,0 0 17 15,0 0 10-15,0 0 19 0,38-29 4 0,-38 29 4 16,17-15 12-16,-17 15 3 0,11-17-6 0,-11 17 12 16,15-15 8-16,-15 15-10 0,9-8-7 0,-9 8-14 15,0 0-10-15,11-12-7 0,-11 12-14 0,0 0-39 16,0 0-12-16,0 0 0 0,0 0 0 0,21-5 0 16,-21 5 0-16,0 0 0 0,0 0 0 0,0 0 0 0,0 0 0 15,35 15 0-15,-35-15 0 0,0 0 0 16,16 9 0-16,-16-9 0 0,0 0 0 0,0 0-34 15,21 11 11-15,-21-11-1 0,0 0 4 0,0 0 8 16,0 0-2-16,0 0 14 0,0 0 20 0,0 0 5 16,0 0-3-16,0 0 9 0,0 0-2 0,32-16-29 15,-32 16 0-15,10-16 0 0,-10 16 0 0,12-21 0 16,-7 10 0-16,-5 11 0 0,9-20 0 0,-9 20 0 16,7-21 0-16,-3 12 0 0,-4 9 0 0,7-21 0 15,-7 21 0-15,4-14 0 0,-4 14 0 0,0 0 0 16,0 0 0-16,3-17 0 0,-3 17 0 0,0 0 0 15,0 0 0-15,0 0 0 0,0 0 0 16,0 0 0-16,0 0 0 0,0 0 0 0,0 0 0 0,0 0 0 16,0 0 0-16,0 0 0 0,0 0-167 0,0 0-328 15,0 0-55-15,0 0-83 0,0 0-425 0,0 0-1146 16,0 0 507-16</inkml:trace>
  <inkml:trace contextRef="#ctx0" brushRef="#br0" timeOffset="6867.2904">16874 336 63 0,'0'0'418'0,"9"-22"-6"0,-9 22-5 15,0 0-4-15,8-15 6 0,-8 15 8 0,0 0-4 16,6-12 1-16,-6 12 0 0,0 0-6 0,0 0-11 16,0 0-22-16,0 0-27 0,9-14-23 0,-9 14-25 15,0 0-33-15,0 0-35 0,0 0-24 0,0 0-19 16,0 0-25-16,0 0-22 0,0 0-16 0,0 0 21 15,0 0 8-15,-19 49-3 0,6-24 6 0,-2 4 1 16,-2 1 4-16,-4 13-157 0,1 0-6 0,-4 0 0 16,2-1 0-16,1 1 0 0,3-1 0 0,-4 2 0 15,9-12 0-15,-2 11 0 0,3-9 0 16,1 0 0-16,-1 12 0 0,5-11 0 0,2 0 0 16,3-2 0-16,-1 0 0 0,6-1 0 0,1-5 0 15,3-2 0-15,-1 0 0 0,3-6 0 0,6 3 0 16,-1-1 0-16,0-6 0 0,2-4 0 0,-1 2 0 15,2-2 0-15,-1-1 0 0,-2-2 0 0,-1-1 0 16,-3-1 0-16,1 1 0 0,0-2 0 0,1-1 0 16,-6-1 0-16,2 2 0 0,-8-5 0 0,20 3-314 15,-10-1-171-15,1-1-80 0,-11-1-107 0,20-1-355 16,-20 1-1110-16,17-7 491 0</inkml:trace>
  <inkml:trace contextRef="#ctx0" brushRef="#br0" timeOffset="7948.2356">17181 499 458 0,'0'0'515'0,"0"0"8"15,0 0-2-15,0 0-13 0,0 0-18 0,0 0-10 16,0 0-13-16,1-28 1 0,-1 28-23 0,0 0-21 16,0 0-10-16,0 0-21 0,0 0-19 0,0 0-30 15,0 0-29-15,0 0-24 0,0 0-27 0,0 0-23 16,-2-16-25-16,2 16-176 0,0 0-40 15,0 0 0-15,0 0 0 0,0 0 0 0,0 0 0 16,0 0 0-16,0 0 0 0,0 0 0 0,0 0 0 16,0 0 0-16,0 0 0 0,0 0 0 0,-6 60 0 0,5-45 0 15,0 4 0-15,0-2 0 0,1 1 0 0,1 7 0 32,-1-6 0-32,0 8 0 0,-1-9 0 0,1 0 0 0,0-1 0 0,0-1 0 0,-4 1 0 0,4 0 0 15,0-17 0-15,0 22 0 0,0-22 0 0,0 18 0 16,0-18 0-16,0 0 0 0,4 17 0 15,-4-17 0-15,0 0 0 0,0 0-158 0,5 13-262 16,-5-13-110-16,0 0-131 0,0 0-410 0,0 0-1160 16,0 0 515-16</inkml:trace>
  <inkml:trace contextRef="#ctx0" brushRef="#br0" timeOffset="8605.8668">17567 494 229 0,'0'0'414'0,"0"0"-7"16,13-20-18-16,-13 20-31 0,0 0-15 0,0 0-30 16,9-18-11-16,-9 18-16 0,0 0-16 0,0 0-14 15,10-9-22-15,-10 9-9 0,0 0-21 16,0 0-9-1,0 0-18-15,0 0-9 0,0 0-18 0,0 0-13 0,0 0-12 0,0 0-14 0,15-8-12 16,-15 8-10-16,0 0-11 0,0 0-6 0,0 0-7 16,0 0-7-16,0 0-9 0,0 0-1 0,0 0-3 15,36 23-5-15,-36-23-4 0,0 0 0 0,8 12-5 16,-8-12-4-16,0 0 2 0,2 15-6 0,-2-15-1 16,0 0-3-16,0 0 2 0,-11 24-1 0,11-24 1 15,-14 16 2-15,14-16-6 0,-22 15-1 0,8-8 1 16,14-7-4-16,-28 13-1 0,15-8 0 0,13-5 6 15,-23 7-3-15,23-7 1 0,0 0 6 0,-22 6 13 16,22-6 11-16,0 0 6 0,0 0 19 0,0 0 16 16,0 0-7-16,-23-19 1 0,23 19-9 0,0 0 1 15,5-29-11-15,-5 29 2 0,12-22-5 0,-2 14-1 16,-10 8 4-16,14-21-16 0,-4 12-5 0,-10 9-7 16,17-14-3-16,-17 14-2 0,19-11-4 0,-19 11-6 15,14-7-5-15,-14 7-8 0,0 0 2 0,0 0-5 16,34 0 4-16,-34 0 4 0,0 0-1 15,28 20 8 1,-21-11-4-16,3 5 5 0,-4 1-2 0,-1 0-1 16,2 0 1-16,0 3 5 0,-2 1-6 0,-4 1-3 15,0-1 0-15,1-1 4 0,-2 2-8 0,-2-1 5 16,1-1 3-16,0 3-6 0,-1-3-12 0,2 0 11 16,3-3-10-16,-3-15 17 0,0 27-1 0,0-15-3 15,0-12-1-15,1 20-1 0,-1-20 5 16,0 0-8-16,4 18 3 0,-4-18-1 0,0 0-8 15,2 14 11-15,-2-14 3 0,0 0-8 0,0 0 2 16,0 0-14-16,0 0-11 0,0 0-24 0,0 0-21 16,0 0-24-16,0 0-49 0,0 0-67 0,0 0-73 15,0 0-48-15,0 0-75 0,0 0-78 0,0 0-97 16,0 0-334-16,44-42-978 0,-27 21 433 0</inkml:trace>
  <inkml:trace contextRef="#ctx0" brushRef="#br0" timeOffset="8934.5252">17926 509 202 0,'0'0'455'0,"0"0"22"15,0 0 22-15,0 0 2 0,0 0-20 0,0 0-35 16,5-24-41-16,-5 24-31 0,0 0-45 0,0 0-30 16,0 0-33-16,0 0-31 0,0 0-30 0,0 0-17 15,0 0-25-15,0 0-11 0,0 0-14 0,0 0-15 16,0 0-13-16,0 0-11 0,0 0-10 0,9 51-6 15,-9-51-9-15,6 18-5 0,0-7-5 16,-6-11-4-16,11 18-10 0,-1-6-3 0,-10-12-4 16,16 20-6-16,-10-12-2 0,-6-8-3 0,18 19-9 15,-18-19 2-15,10 16-1 0,-10-16 4 0,7 12-4 16,-7-12 1-16,0 0 3 0,0 0-13 0,10 10-1 16,-10-10 9-16,0 0 24 0,0 0 15 0,-22 23 3 0,7-17-8 15,15-6-7-15,-51 12-2 0,22-6-11 16,9-2-1-16,-8-2-20 0,28-2-32 0,-29 4-30 15,29-4-34-15,-21 4-41 0,21-4-49 0,0 0-91 16,0 0-111-16,0 0-96 0,0 0-83 0,0 0-348 16,0 0-974-16,58-38 432 0</inkml:trace>
  <inkml:trace contextRef="#ctx0" brushRef="#br0" timeOffset="9200.8706">17918 542 109 0,'0'0'502'0,"0"0"4"0,-21-13 21 0,21 13-2 15,0 0-21-15,0 0-38 0,0 0-44 0,-5-14-46 16,5 14-37-16,0 0-38 0,0 0-27 0,0 0-31 0,22-20-27 16,-22 20-26-16,31-10-17 0,-3 3-15 0,-10 3-14 15,4 1-18-15,6-5-7 0,-7 3-15 16,-1 0-18-16,8 1-1 0,-28 4-11 0,42-8-24 0,-19 6-35 15,-23 2-38-15,36-6-45 0,-36 6-54 16,27-4-55-16,-27 4-60 0,22-5-88 0,-22 5-89 16,0 0-105-16,0 0-273 0,26-1-857 0,-26 1 379 15</inkml:trace>
  <inkml:trace contextRef="#ctx0" brushRef="#br0" timeOffset="9826.9756">18215 512 189 0,'0'0'451'0,"0"0"-10"0,0 0-5 16,0 0-13-16,0 0-12 0,0 0-18 0,0 0-21 15,0 0-24-15,0 0-24 0,0 0-21 0,31-23-23 16,-31 23-33-16,0 0-17 0,0 0-22 16,12-13-24-16,-12 13-18 0,0 0-19 0,0 0-14 15,23-9-16-15,-23 9-7 0,17-5-15 0,-17 5-12 0,0 0-8 16,0 0-10-16,33 0-11 0,-33 0-4 0,0 0-5 15,0 0 0-15,34 5-8 0,-34-5-6 0,0 0-3 16,19 12-4-16,-19-12-4 0,10 11 1 0,-10-11-4 16,5 15-1-16,-5-15 5 0,-3 22-2 0,3-22 16 15,-6 24-2-15,-2-11 7 0,-3 1-7 16,-1 0-3-16,-1-1 0 0,0 1-2 0,0-4-6 16,4 1 0-16,9-11-2 0,-19 17-1 0,19-17 1 15,-12 10 0-15,12-10 2 0,0 0 6 0,0 0 7 16,-10 12 7-16,10-12 2 0,0 0-4 0,0 0-3 15,0 0-1-15,0 0 1 0,0 0-2 0,46 9-6 16,-46-9 1-16,42-4-26 0,-14-4-37 0,0 4-39 16,-9-2-34-16,-19 6-33 0,49-9-34 0,-29 1-41 15,6-2-23-15,-5 5-30 0,0-5-31 0,-7 4-30 16,4-3-20-16,-5 0-17 0,-13 9-10 0,19-16 10 16,-10 6 21-16,-9 10 24 0,10-21 22 0,-6 9 42 15,-4 12 52-15,4-21 66 0,-4 21 60 0,1-24 54 16,-1 24 41-16,0-20 54 0,0 20 42 0,-1-20 36 15,1 20 50-15,0 0 27 0,-1-19 32 0,1 19 12 16,0 0 25-16,0-16 11 0,0 16 0 0,0 0-3 16,0 0-23-16,0 0-27 0,0 0-24 0,9-12-23 15,-9 12-21-15,0 0 22 0,0 0 38 0,0 0 2 16,0 0-9-16,24 40-4 0,-16-23-4 16,-2 7-5-16,0 4-11 0,-1-1-14 0,-5 2-163 15,-2 3-37-15,-6 3 0 0,-1 0 0 0,-6 10 0 16,-8-1 0-16,-4-1 0 0,-5-4 0 0,-4-5 0 15,-3 3 0-15,-6-2 0 0,0-3 0 0,-1-1-445 16,3-3-272-16,11-13-455 0,1-4-1269 0,3 2 562 16</inkml:trace>
  <inkml:trace contextRef="#ctx0" brushRef="#br0" timeOffset="11251.3632">12047 1342 90 0,'0'0'198'0,"4"-4"3"0,-4 4-4 16,0 0-9-16,0 0-3 0,0 0-10 0,0 0-2 15,0 0-4-15,0 0-6 0,0 0-1 0,0 0-5 16,0 0 0-16,0 0 3 0,0 0-7 15,0 0 5-15,0 0 7 0,0 0-11 0,0 0-1 16,0 0-4-16,0 0 4 0,0 0 2 0,0 0 3 16,0 0 2-16,0 0-2 0,0 0-2 0,0 0-6 15,11 3-19-15,-3-3-5 0,5 0-11 0,10 1 1 16,9-1 2-16,6 0 0 0,22 0-5 0,4 0-7 16,37 2-8-16,-6-1-3 0,3-2-3 0,7 3-2 15,13-4-5-15,0 2-6 0,6 3-4 0,9-3-2 16,7 5-7-16,4-4 4 0,4 1 1 0,11 1-7 15,6-2-5-15,2 2-6 0,4 4-2 0,6-2-6 16,2 2 0-16,3-2-2 0,2-3 5 0,-1 6-1 16,6-3-11-16,0 1-2 0,-6 0 1 0,4 1 7 15,-10-4 7-15,8 6-5 0,-12-1 4 0,2 4-4 16,-11-2 13-16,-8-5-6 0,-3 5 4 0,-6-4 0 16,-7 2-3-16,-9-5-1 0,-11 3-2 0,-11-5-4 15,-12 8-7-15,-5-2 5 0,-28 1-7 0,-5-3-8 16,2 1-2-16,-9 0 0 0,-12-3 0 0,-3 0-5 15,-5 0-6-15,-4 0 7 0,-7-2-2 0,-8 1-16 16,-1 0 6-16,-2-3-4 0,-3 3-8 0,-2 1-5 16,-5-3-7-16,14 0-15 0,-14 0-18 0,5 1-17 15,-5-1-21-15,0 0-28 0,0 0-35 0,5 2-36 16,-5-2-34-16,0 0-42 0,4 4-47 0,-4-4-57 16,0 0-59-16,0 0-72 0,0 0-339 0,0 0-902 15,0 0 400-15</inkml:trace>
  <inkml:trace contextRef="#ctx0" brushRef="#br0" timeOffset="17710.9092">1550 1555 162 0,'2'-6'347'0,"0"-1"2"0,0-2-2 16,3 3 2-16,-4-2-2 0,2 2-9 15,0 0-1-15,-3-1-1 0,1 3 4 0,-1-1-2 0,0-1-1 16,2 2 1-16,-2 4 2 0,4-6-7 0,-4 0 1 16,0 6-12-16,0-6 3 0,0 6-8 0,2-6-6 15,-1 2-9-15,-1 4-9 0,0 0-16 16,0 0-11-16,0 0-20 0,0 0-15 0,0 0-202 16,0 0-29-16,0 0 0 0,0 0 0 0,0 0 0 15,0 0 0-15,0 0 0 0,0 0 0 0,0 0 0 16,0 0 0-16,0 0 0 0,0 0 0 0,1 16 0 15,-1-5 0-15,3-2 0 0,-2 2 0 0,4 2 0 16,-4 4 0-16,3 7 0 0,1 3 0 0,-2-3 0 0,-1-3 0 16,0 5 0-16,-2-5 0 0,2 4 0 0,0 0 0 15,-1 1 0-15,0-6 0 0,-1-2 0 16,0 0 0-16,1-2 0 0,1 1 0 0,-2-6 0 16,0-1 0-16,2 1 0 0,-2-4 0 0,3-1 0 15,-2-1 0-15,-1-2 0 0,1 0 0 0,-1-3 0 16,0 4 0-16,0-4 0 0,3 4 0 0,-3-4 0 15,0 0 0-15,0 0 0 0,5-11 0 0,-2 7 0 16,-1-3 0-16,-1-1 0 0,2-1 0 0,-3 2 0 16,1-4 0-16,3 3 0 0,-1-3 0 0,0 0 0 15,-1 4 0-15,0 0 0 0,2 0 0 0,-4 0 0 16,1 1 0-16,2 0 0 0,-2 1 0 0,3-1 0 16,-4 2 0-16,1 1 0 0,2-1 0 0,-3 4 0 15,1-3 0-15,-1 3 0 0,0 0 0 0,10 1 0 16,-10-1 0-16,13 2 0 0,-9-2 0 0,4 2 0 15,-1 0 0-15,1 4 0 0,1-2 0 0,0 0 0 16,1 3 0-16,-1-2 0 0,1 1 0 0,0 4 0 16,-1-1 0-16,2-4 0 0,0 2 0 0,-3 0 0 15,1-3 0-15,-2 2 0 0,1-1 0 0,-2-1 0 16,0 1 0-16,0-2 0 0,-1 1 0 0,0-3 0 16,-1 0 0-16,-4-1 0 0,0 0 0 0,13-1 0 15,-8-5 0-15,0 1 0 0,0-3 0 0,-1-1 0 16,1 1 0-16,0-3 0 0,-1-7 0 0,5-7 0 15,-5 1 0-15,0-2 0 0,-3-2 0 0,0 0 0 16,3-1 0-16,-1-3 0 0,-2 2 0 0,2 4 0 16,-1-1 0-16,-3 2 0 0,2-1 0 15,-1 9 0-15,3 0 0 0,-2 8 0 0,-2-1 0 0,1 0 0 16,-3 4 0-16,6 1 0 0,-3 5 0 0,-3-8 0 16,3 5 0-16,0 3 0 0,0-5 0 0,3 3 0 15,-3 2 0-15,0 0 0 0,0 0 0 0,0 0 0 16,1 13 0-16,-1-4 0 0,0 2 0 0,4 0 0 15,-3 2 0-15,0-1 0 0,-2 3 0 16,2 3 0-16,-1-5-507 0,7 4-185 0,-6-2-474 16,3-4-1262-16,0 1 558 0</inkml:trace>
  <inkml:trace contextRef="#ctx0" brushRef="#br0" timeOffset="18101.9666">2089 1703 205 0,'0'0'445'0,"5"-5"4"16,-5 5 5-16,0-6-11 0,0 6-15 0,4-5-17 15,-4 3-20-15,0 2-25 0,3-5-22 0,-3 5-31 16,0 0-20-16,1-3-18 0,-1 3-30 0,5-2-23 16,-5 2-21-16,1-5-23 0,-1 5-19 0,9 0-19 15,-9 0-19-15,13 2-7 0,-8-1-18 0,-1 2-10 16,5 1-12-16,-4 0-5 0,0 1-3 0,4 0-9 15,-4 2-5-15,3-1-9 0,-7 0 2 0,5 1-7 16,0 0-8-16,-5 3 1 0,3-2-3 0,-3 0 0 16,-4-1-5-16,1 3-1 0,-3 0 1 15,1-2-7-15,-4 2 4 0,3-3-4 0,-4 1 6 0,7-2-11 16,-2-2 9-16,0 0-4 0,0-1 8 0,4-3 26 16,-5 3 20-16,5-3 6 0,0 0 15 0,-13-5 17 15,9 0-1-15,3 1-9 0,-4-3-6 0,2-2-14 16,0 0-5-16,0 0-6 0,-1-2-12 15,3 1-19-15,1 1-30 0,0-2-34 0,0 1-67 16,5 1-67-16,-2 0-70 0,3 1-51 0,3 1-67 16,0 0-60-16,5 3-75 0,0-1-66 0,-1 4-377 15,-3-2-1004-15,0 2 444 0</inkml:trace>
  <inkml:trace contextRef="#ctx0" brushRef="#br0" timeOffset="18743.3421">2268 1733 353 0,'-8'-13'486'0,"7"10"9"0,1 3 1 0,0-4-12 15,0 4-33-15,0 0-35 0,1-8-50 0,-1 8-32 16,3-4-44-16,-3 4-26 0,10-5-29 0,0 4-26 16,-2 1-23-16,2 0-17 0,0 0-17 0,2 3-16 15,2 0-19-15,-1 1-12 0,-2 0-10 0,2 1-11 16,-1 1-9-16,-1 1-8 0,-2-1-5 15,1 2-6-15,0 1-8 0,-3-1-9 0,1 1-10 16,-3 2-14-16,0-2-7 0,-3 3-9 0,1-2-13 16,-7 0-12-16,4-3-7 0,-5 2-4 0,2 0-7 15,-2-1-5-15,0 0 7 0,-4-2 2 0,4-2 14 0,0 0 5 16,5-4 14-16,-5 4 21 0,5-4 19 0,0 0 17 16,0 0 16-16,-8-6 8 0,8 6-4 15,1-14-8-15,2 4 6 0,0 0 0 0,3-7-1 16,3 4 3-16,0-6-1 0,1 3-7 0,7-5-7 15,-1-1-4-15,3 1-2 0,1-1-9 0,0 5 5 16,-2-4-9-16,-4 7-1 0,5-4-15 0,-2 4 12 16,-3 1-6-16,0 1 1 0,0 3 1 0,-5-1-5 15,2 3 20-15,-3 0 13 0,-2 2 8 0,0-1 4 16,-2 2 2-16,-1 0 10 0,-3 4 3 0,7-8 3 16,-5 4-13-16,-1 0 0 0,1-2-4 0,-1 1-10 15,-1 5 0-15,-3-7-7 0,2 1-18 0,-1 1-34 16,-3 1 0-16,1 2 0 0,0-4 0 0,-1 2 0 15,1-1 0-15,-3 0 0 0,2 1 0 0,-1 2 0 16,2 0 0-16,4 2 0 0,-6-1 0 0,6 1 0 16,0 0 0-16,-8 3 0 0,8-3 0 0,0 0 0 15,0 0 0-15,-5 8 0 0,4 0 0 0,-3 4 0 16,4 3 0-16,-1 5 0 0,1 3 0 16,1 4 0-16,-1-2 0 0,0 1 0 0,5-2 0 0,-5 2 0 15,0-5 0-15,2 3 0 0,-2 1 0 0,0 1 0 16,2-5 0-16,-2-5 0 0,-2 2 0 15,2-2 0-15,-2-4 0 0,2 0 0 0,0-2 0 0,-1-2 0 16,-3-2 0-16,4-1 0 0,0-5 0 0,0 6 0 16,0-4 0-16,0-2 0 0,0 0 0 0,0 0 0 15,0 0-250-15,0 0-221 0,9-14-49 0,-4 3-46 16,1-3-66-16,1 0-327 0,0-1-1039 16,2-4 460-16</inkml:trace>
  <inkml:trace contextRef="#ctx0" brushRef="#br0" timeOffset="19087.0127">2784 1636 70 0,'8'-5'334'0,"-4"1"16"16,-2-2 16-16,5 2 40 0,-6 0 19 0,3 1 19 16,-4 3 0-16,4-5-11 0,-4 5-8 15,0 0-12-15,5-5-22 0,-5 5-24 0,0 0-19 16,0 0-36-16,0 0-34 0,0 0-31 0,0 0-28 16,0 0-25-16,0 0-15 0,0 0-18 0,0 0-23 15,-14 18-8-15,6-8-14 0,-1 0-14 0,0 1-4 16,1 0-14-16,-2 1-3 0,0 1-8 0,2-2-7 15,1-2-9-15,0 1-4 0,0-2-10 0,0 1-13 16,3-3-16-16,1 0 15 0,-1-1-27 0,1-2 9 16,2 1-15-16,1-4-1 0,-1 7 9 0,1-7-3 15,3 7 3-15,0-2 6 0,1 0 1 0,1-2-2 16,1 0-1-16,7 0 5 0,-3 3-3 0,2-2-9 16,-2-2 2-16,3 0-5 0,-2 0 6 0,2 3 4 15,-1-3-3-15,2 0-3 0,-1 1-2 0,-2 0-18 16,-3 0-27-16,1 0-46 0,-2-2-37 0,0 2-42 15,-2-2-32-15,-5-1-36 0,7 2-34 16,-7-2-26-16,7 5-33 0,-7-5-38 0,1 3-50 16,-1-3-74-16,0 0-331 0,0 0-892 0,0 0 395 15</inkml:trace>
  <inkml:trace contextRef="#ctx0" brushRef="#br0" timeOffset="19604.8718">3908 1624 114 0,'-3'-3'539'0,"2"-1"26"0,-2 1 20 0,2-1-4 16,1 4 2-16,0 0-6 0,-1-5-16 0,1 5-26 16,0-5-28-16,0 5-31 0,0 0-37 0,0 0-36 15,0 0-37-15,0 0-38 0,2-4-34 0,-2 4-34 16,0 0-29-16,0 0-21 0,0 12-173 0,0-2-37 16,0 2 0-16,4 3 0 0,-4 3 0 0,0 3 0 15,0 4 0-15,-1 0 0 0,-2-4 0 0,1 5 0 16,-2 3 0-16,0-4 0 0,3-6 0 0,-3 2 0 15,0 2 0-15,-1-7 0 0,2 1 0 0,1 0 0 16,-2-8 0-16,0 3 0 0,3-4 0 0,-3 0 0 16,4-1 0-16,-1-1 0 0,-2-5-445 0,3-1-51 15,-1 6-43-15,1-6-93 0,0 0-382 0,0 0-1097 16,0 0 485-16</inkml:trace>
  <inkml:trace contextRef="#ctx0" brushRef="#br0" timeOffset="20136.1288">3698 1698 374 0,'-5'-11'510'0,"1"2"12"0,-1-1 6 0,0 0-2 16,1-3 7-16,3-1-13 0,-3 2-9 0,4-1-26 16,-4 1-23-16,4-2-30 0,3-3-29 15,-2 0-30-15,0-2-28 0,7 0-31 0,2 0-26 16,-1-5-28-16,1 9-26 0,3-2-27 0,0 3-23 15,10-7-16-15,0 4-156 0,1 1-12 0,4 1 0 16,8 2 0-16,-4 0 0 0,0 3 0 0,4 3 0 16,-2 0 0-16,2 2 0 0,-4 2 0 0,-1 1 0 0,-2 2 0 15,2 2 0-15,-11 2 0 0,-1 0 0 0,0 3 0 16,-2 0 0-16,-3 3 0 0,-5-3 0 16,0 4 0-16,-3 0 0 0,-3 1 0 0,0 6 0 15,-6 1 0-15,-6 4 0 0,-4 3 0 0,-5 0 0 16,-6-2 0-16,-3 2 0 0,-2-2 0 0,-3-3 0 15,0 1 0-15,3-3 0 0,-1-1 0 0,6-4 0 16,7-2 0-16,1-5 0 0,4-1 0 0,2 0 0 16,0-2 0-16,5 0 0 0,-2-2 0 0,2 1 0 0,5-3 0 15,0 0 0-15,-14-2 0 0,14 2 0 16,0 0 0 0,-9-3 0-16,9 3 0 0,0 0 0 0,0 0 0 0,0 0 0 0,0 0 0 0,0 0 0 15,0 0 0-15,0 0 0 0,-4 7 0 0,4-7 0 16,12 7 0-16,-3 0 0 0,0 2 0 0,1 4 0 15,3 0 0-15,-3 3 0 0,3-2 0 0,-1 1 0 16,0 1 0-16,0-3 0 0,-4 3 0 0,-1-2 0 16,-1-2 0-16,2-3 0 0,-2 0 0 0,-1 1 0 15,-1-2 0-15,0-1 0 0,-1-1-77 0,-1-1-442 16,2 0-54-16,-4-5-71 0,10 3-419 0,-10-3-1153 16,18-1 510-16</inkml:trace>
  <inkml:trace contextRef="#ctx0" brushRef="#br0" timeOffset="20558.4182">4219 1789 425 0,'0'0'445'0,"0"0"8"0,0 0-3 0,0 0-16 31,0 0-31-31,3-6-35 0,-3 6-30 0,0 0-34 0,0 0-26 0,0 0-23 0,0 0-24 0,0 0-19 16,0 0-18-16,0 0-17 0,0 0-16 15,0 0-14-15,0 0-14 0,0 0-11 0,0 0-12 0,0 0-11 16,19 2-10-16,-14-4-9 0,2 0-4 0,3 1-4 16,1-4-1-16,1 0-1 0,-3 2 0 0,2-1 8 15,1-2 8-15,-2 0 7 0,-5 1 6 16,2-1 0-16,-1 3 15 0,-2 0-9 0,1-1-3 16,0 1 4-16,-5 3-12 0,4-6-2 0,-4 6-16 31,2-5-9-31,-2 5-16 0,0 0-4 0,-6-6-8 15,6 6-10-15,0 0-4 0,-14-1-8 0,14 1 1 0,-17 5-6 0,7 0 4 0,0 1-7 0,-4 3 4 16,5 1-8-16,0-1 1 0,0 1-8 0,0-3-24 16,3 4-10-16,-2-4-10 0,4 4-16 0,4-1-12 31,-2-2-10-31,0 2 0 0,6-2-5 0,-1-1-1 0,3 0-7 0,1 0-12 0,4 0-16 0,1-3-16 16,3 1-19-16,4 0-28 0,-5-2-11 0,4-2-30 15,1 0-13-15,-1-3-26 0,1 0-30 0,-1-1-26 16,0-1-30-16,1-2-33 0,-1-2-289 0,-4-1-731 15,-5 3 324-15</inkml:trace>
  <inkml:trace contextRef="#ctx0" brushRef="#br0" timeOffset="21214.8758">4548 1755 282 0,'1'-6'371'0,"-1"6"6"0,0-5-6 16,0 5-1-16,7-5-9 0,-7 5-4 0,2-5-18 15,1 3-20-15,-2 0-23 0,-1 2-15 0,4-5-21 16,-4 5-19-16,4-4-22 0,-4 4-23 0,0 0-22 16,10-5-15-16,-8 5-18 0,-2 0-15 0,9 1-12 0,-9-1-13 0,11 4-9 0,-5-2-10 31,-1 3-5-31,0-1-11 0,-1-1-4 0,0 2-10 16,1 1-6-16,0 0-1 0,-1 2-2 0,-3 0-4 15,0-1-2-15,-1 1-1 0,-1 4-3 0,0-4-4 16,-2 2-2-16,-5 2-2 0,2-4-12 0,-1 1-12 0,-2 1-14 0,-1-4-9 0,2 1-6 0,-1-2 3 15,0 0 3-15,4-3 7 0,-3 1 6 0,8-3 4 16,-9 1-1-16,9-1 16 0,0 0 9 0,-15-6 11 16,11 1 10-16,0-1 2 0,4-2-6 0,0-3 1 31,0 3 6-31,0-3 4 0,3 2 4 0,-2 2 11 0,3-2-3 0,-3-3 0 0,3 4 0 0,1 2-4 16,-1 0 6-16,0 1-2 0,0 0-3 0,-2 2 1 31,-2 3-10-31,7-6-9 0,-7 6-2 0,3-4-3 15,-3 4-4-15,7-1-1 0,-7 1 1 0,0 0 7 0,10 10 9 0,-5-6 18 0,-1 2-6 0,1 3 14 16,-1 2 3-16,3 5 18 0,-1 2-7 0,-3 0-1 31,1-1 8-31,0 7-1 0,-2-4 2 0,1 0-22 0,-1-1-71 0,1 8 0 0,0-1 0 0,1-2 0 16,-2 3 0-16,5-1 0 0,-5-8 0 0,0 0 0 31,-1 0 0-31,0 3 0 0,0-3 0 0,-1 0 0 0,0 0 0 0,2-2 0 0,-2-4 0 16,1 0 0-16,-2 0 0 0,1-5 0 0,-2 4 0 31,4-4 0-31,-4 0 0 0,2-7 0 0,2 10 0 0,-2-4 0 16,0-6 0-16,0 5 0 0,0-5 0 0,0 6 0 15,0-6 0-15,0 5 0 0,0-5 0 0,0 0 0 16,0 0 0-16,5 8 0 0,-5-8 0 16,0 0 0-16,0 0 0 0,2 4 0 0,-2-4 0 15,0 0 0-15,0 0 0 0,0 0 0 0,23-11 0 16,-14 10 0-16,1-4 0 0,2 0 0 0,-1 1 0 15,5-6 0-15,-6 2 0 0,3 0 0 0,-4 3 0 16,1-5 0-16,-2 4 0 0,1 0 0 0,1-4 0 16,-1 2-103-16,1-1-547 0,-3 1-68 0,-2-1-402 15,0 1-1214-15,-3-2 537 0</inkml:trace>
  <inkml:trace contextRef="#ctx0" brushRef="#br0" timeOffset="21589.7888">4813 1846 380 0,'1'-5'418'0,"1"1"-1"0,3-3-8 0,-1 4-11 16,0-3-19-16,-1 0-25 0,-1 3-26 0,-2 3-19 16,7-9-19-16,-3 7-22 0,1-3-19 0,0 3-27 15,-5 2-18-15,7-6-17 0,-7 6-19 0,9-3-19 16,-4 1-13-16,-5 2-14 0,10 0-13 0,-10 0-12 15,15 2-8-15,-9 0-10 0,2 0-9 0,-2 1-3 0,0 3-3 0,-2-2-4 0,0 3-6 16,1-2-2-16,3 2-8 0,-6 0 0 0,1 0-6 16,-3 0 2-16,0 2-6 0,0-2-1 0,0 2 0 0,-4 0-3 31,-1 0 1-31,-4 0-3 0,-1-2-1 0,0 0-4 16,0 0 1-16,-1-1 1 0,-3-1-1 0,5 0 1 0,0-1 7 0,3-2 12 0,-2-1 14 15,8-1 12-15,0 0 2 0,-14 1-2 0,14-1-7 16,-9-3 6-16,7-2-18 0,-3 0-29 0,3-1-22 15,2-1-31-15,2-3-41 0,-1 1-53 0,3-2-47 0,2-1-55 16,2 1-58-16,-3 0-58 0,8-3-56 16,-3 0-58-16,1 3-389 0,1-1-915 0,-4-3 405 15</inkml:trace>
  <inkml:trace contextRef="#ctx0" brushRef="#br0" timeOffset="21918.0007">4927 1578 332 0,'3'-9'503'0,"-2"-1"35"0,-1-1 27 0,3 0 7 0,0 4-8 0,-1 2 2 31,3-3-3-31,-4 3-6 0,2 1-27 0,-3 4-39 16,1-8-44-16,-1 8-42 0,0 0-41 0,1-3-38 15,-1 3-36-15,0 0-31 0,0 0-28 0,0 0-143 16,0 0-88-16,3 26 0 0,-2-11 0 0,3 2 0 0,-4-1 0 0,0 2 0 0,0 6 0 0,3 1 0 15,-6-4 0-15,3-2 0 0,0 5 0 0,0-4 0 16,0-2 0-16,0 0 0 0,0 1 0 0,0-1 0 31,-1-3 0-31,1-5 0 0,0 1 0 0,0-1 0 16,0-2 0-16,0 0 0 0,0-3 0 0,0-5 0 16,1 8 0-16,-1-4 0 0,0-4 0 0,4 4 0 0,-4-4 0 0,0 0 0 0,0 0-65 0,9 2-409 15,-9-2-62-15,0 0-75 0,26-6-474 16,-20 3-1174-16,3-1 520 0</inkml:trace>
  <inkml:trace contextRef="#ctx0" brushRef="#br0" timeOffset="22074.0456">5173 1872 299 0,'0'0'359'0,"0"0"24"16,5 4 20-16,-5-4-2 0,0 0-21 0,0 0-31 15,5 2-31-15,-5-2-32 0,0 0-24 16,0 0-28-16,0 0-40 0,0 0-51 0,0 0-65 15,0 0-67-15,0 0-74 0,0 0-84 0,0 0-98 0,0 0-363 16,0 0-658-16,0 0 291 0</inkml:trace>
  <inkml:trace contextRef="#ctx0" brushRef="#br0" timeOffset="23074.3974">5936 1534 351 0,'0'0'368'0,"0"0"-9"15,0 0 1-15,0 0-2 0,0 0-17 16,0 0-9-16,0 0-7 0,0 0-9 0,5-4-2 16,-5 4-6-16,0 0 0 0,2-5-7 0,-2 5-4 15,0 0-7-15,0 0-8 0,0 0 5 0,0 0-11 16,0-8-4-16,0 8-5 0,0 0-6 0,0 0-12 16,0 0-21-16,0 0-17 0,0 0-20 0,0 0-21 15,0 0-15-15,0 0-22 0,0 0-16 0,0 0-13 16,0 0-44-16,6 14-60 0,-6-4 0 0,4 1 0 15,-1 4 0-15,2 5 0 0,-2-2 0 0,3 8 0 16,-2 2 0-16,-1-3 0 0,-2 1 0 0,-1-1 0 16,4 0 0-16,-4 1 0 0,0-7 0 0,0-1 0 15,-1 0 0-15,1-2 0 0,-2 2 0 0,1-2 0 0,1-4 0 0,0 0 0 0,0-1 0 0,0-1 0 32,0-1 0-32,0-3 0 0,1 0 0 0,1 1 0 15,-2 0 0-15,1-1 0 0,0-2 0 0,0 2 0 0,2-3 0 0,-3-3 0 0,5 8 0 0,-4-4 0 16,1 0 0-16,-2-4-149 0,0 0-238 0,0 0-69 15,0 0-60-15,0 0-52 0,0 0-34 0,0 0-318 32,0-16-994-32,-4 11 439 0</inkml:trace>
  <inkml:trace contextRef="#ctx0" brushRef="#br0" timeOffset="23292.9062">5822 1889 388 0,'-4'-5'476'0,"4"5"28"0,0 0 29 0,-5-3 18 0,5 3 6 0,0-5 2 31,0 5-23-31,0 0-34 0,0 0-40 0,0 0-37 16,0 0-44-16,0-6-38 0,0 6-42 0,4-6-36 0,1 2-31 0,3 0-46 0,3 0-42 0,-2 0-58 31,9-4-39-31,-1-1-42 0,2 5-35 0,-2-2-45 16,2-1-51-16,1 2-51 0,-1 0-48 0,8-4-49 15,-7 2-46-15,0 2-36 0,0-1-47 0,10-2-47 0,-5-2-35 0,-7 4-283 0,-1 3-831 0,-1-5 368 16</inkml:trace>
  <inkml:trace contextRef="#ctx0" brushRef="#br0" timeOffset="23620.9916">6273 1733 232 0,'0'0'373'0,"0"0"17"16,0 0 12-16,0 0-5 0,5-3-16 16,-5 3-12-16,4-3-18 0,0 1-21 0,-4 2-26 31,8-3-25-31,-2 2-25 0,-2-1-28 0,1 0-24 0,3 2-21 15,-8 0-19-15,14 2-16 0,-4-1-12 0,0 2-17 0,2 4-11 0,-3-3-8 0,2 3-10 16,-1 3-7-16,-5-2-6 0,3 3-7 0,-1 0-4 16,-2 0-7-16,0 1-3 0,1 4-9 0,-6-3-1 31,0 0-5-31,-3-2 1 0,2-1-4 0,-5 3-3 0,2-4-3 0,-4 0 1 0,-3-1-2 0,-1-1-1 16,2-1-2-16,-1 0 2 0,-1 0 0 0,5-6 20 0,-1 1 25 15,8-1 17-15,-15-1 12 0,8-4 15 16,2-1 10-16,1 1 7 0,-2-3-9 0,1-1-10 15,1-1-7-15,3-6-24 0,-3 4 3 0,4-3-16 32,-3 3-10-32,3-6-32 0,0 6-29 0,0 3-56 15,4 0-57-15,-1 2-62 0,-1-3-78 0,6 1-71 16,-4 3-79-16,2 2-98 0,3 0-71 0,0-1-317 0,1 2-963 0,0 1 426 0</inkml:trace>
  <inkml:trace contextRef="#ctx0" brushRef="#br0" timeOffset="24168.1662">7348 1653 222 0,'0'-3'380'0,"0"3"-8"15,-5-8 2-15,5 2 4 0,-1 1-10 0,-3 2-7 31,0-2-14-31,0 0-14 0,0 0-8 0,-1 0-8 0,0 2-3 0,-3-5-1 0,2 5-6 0,0-1-3 16,-3-1-8-16,-1 2 4 0,3 1-17 0,-1-1-8 16,2 2-13-16,-2 0-24 0,8 1-23 0,-11 1-26 15,6 1-9-15,0 2-18 0,-2 1-9 0,2 3-4 16,-3 7 19-16,3 1 9 0,0 8-48 0,0 6-129 16,1-2 0-16,4 5 0 0,2 3 0 0,0-3 0 15,1 3 0-15,-1 10 0 0,1-11 0 0,-1 14 0 16,2-13 0-16,-3 10 0 0,-1-13 0 0,0 3 0 15,2-1 0-15,-1-2 0 0,-2 3 0 0,-2-2 0 16,2-3 0-16,-3 0 0 0,3-1 0 0,-1-1 0 16,-1-2 0-16,0-8 0 0,-1-1 0 0,3-6 0 15,-1 0 0-15,-1 0 0 0,2-5 0 0,1-1 0 32,-3-2 0-32,3 2 0 0,-1-1 0 0,1-5 0 15,-3 5 0-15,3-5 0 0,-2 1 0 0,2-1 0 16,0 0 0-16,-8-10-401 0,3 0-194 0,4-1-66 15,-6-8-428-15,2 0-1180 0,0-7 522 0</inkml:trace>
  <inkml:trace contextRef="#ctx0" brushRef="#br0" timeOffset="24387.3557">7022 2107 205 0,'-1'-4'472'0,"-3"2"42"0,3-1 35 16,1 3 25-16,-3-11 2 0,2 7-3 0,0 2-23 15,-1-4-29-15,1 4-34 0,1 2-26 0,-1-6-32 16,1 6-35-16,1-7-41 0,-1 4-28 0,1-1-40 16,-1 4-35-16,5-8-32 0,-2 4-37 0,3-5-54 15,6 3-50-15,5-4-53 0,0 1-52 0,3 0-38 16,5-1-51-16,1 0-52 0,-7 3-53 16,9 0-43-16,-1 0-56 0,0-1-39 0,-7 3-39 0,-1-2-50 15,8 1-55-15,-9 1-371 0,-1 0-947 16,-2 1 420-16</inkml:trace>
  <inkml:trace contextRef="#ctx0" brushRef="#br0" timeOffset="24732.2757">7413 1921 91 0,'0'0'396'0,"0"0"20"0,1 4 17 16,-1-4 3-16,0 0-18 0,0 0-11 0,6-8-13 0,-6 8-18 15,0 0-26-15,6-8-30 0,-2 6-24 16,-4 2-29-16,5-4-25 0,-5 4-28 0,9-2-22 15,-3 1-18-15,1 1-22 0,0 1-14 0,1 1-13 16,2 1-13-16,-2 0-9 0,2 1-13 0,-1 2-9 0,0 1-8 16,-3 2-5-16,2 0-9 0,-3 0-3 0,-1 0-6 15,1 1-6-15,-5 1-3 0,1 1-4 16,2-1 2-16,-6-1-3 0,2 1-4 0,-4-1 0 16,-1 1-5-16,-2-2-4 0,-1 1-12 0,-4-1-6 15,2-2 0-15,0-3 1 0,1 0 0 0,1-1 5 16,2 1 2-16,-4-4 10 0,11 0 3 0,-15-9 9 15,9 3 1-15,-1-3 2 0,3 0-1 0,1-3-10 0,-2 1-5 16,2-4-4-16,1 2-9 0,4-3-20 16,-1-1-24-16,3 6-51 0,-1-2-41 0,4 4-64 15,6-3-66-15,4 2-75 0,-2 3-47 0,2 0-59 16,-1 0-52-16,-2 5-314 0,4 1-871 0,0-2 385 16</inkml:trace>
  <inkml:trace contextRef="#ctx0" brushRef="#br0" timeOffset="25123.0152">7624 1980 63 0,'0'0'513'16,"0"0"14"-16,6-16 8 0,-4 12-4 0,-1-2-15 16,-1 3-25-16,4-3-32 0,-2-1-45 0,0 2-21 15,-2 5-46-15,5-8-32 0,-4 6-32 0,2-3-36 16,2 2-21-16,0 1-27 0,1-1-16 0,1 1-20 15,0 2-22-15,2 1-12 0,1 3-18 0,2-2-16 16,1 2-10-16,-3 0-1 0,0 0-14 16,3 2-11-16,-4 2-1 0,0 0-9 0,2-2-12 0,0 2-14 15,-5 0-23-15,3 1-14 0,-8-1-10 0,6 0-10 16,-5-1-9-16,-1-1-3 0,1 1-4 0,-1 1-5 16,-2-2 8-16,-1-1 5 0,1 1 2 0,-4-1 5 15,4-1 11-15,-2-1 9 0,1 1 13 0,2-4 25 16,0 0 5-16,0 0 6 0,0 0 3 15,-13-11 8-15,13 6-3 0,-1-3-5 0,-2-1-2 16,3-2-4-16,0 0-8 0,0 0-3 0,3 0-7 0,-2 2-31 16,3 2-36-16,2-4-45 0,-1 4-48 0,-1 0-44 15,5 0-36-15,0 5-55 0,4-3-45 0,-2 3-39 16,2-1-39-16,-1 2-37 0,-1 0-340 16,-2 3-845-16,2-1 375 0</inkml:trace>
  <inkml:trace contextRef="#ctx0" brushRef="#br0" timeOffset="25688.8772">8006 1970 223 0,'0'-4'457'0,"0"0"28"0,4-1 14 16,-1 0 6-16,-2 1-14 0,3-2-11 0,0 1-14 16,-2 1-3-16,-2 2-22 0,4-3-21 0,-3 3-30 15,-1 2-39-15,4-4-37 0,-4 4-32 0,0 0-32 16,0 0-29-16,0 0-30 0,0 0-28 0,0 0-11 15,0 0-11-15,0 0-12 0,5 11-14 0,-2-5-15 16,-2 2-10-16,2-1-7 0,-2-2-42 0,1 4-33 16,0-3-19-16,-1 3-21 0,-1 0-21 0,0-1-22 15,4 0-16-15,-8-2-7 0,4-1-6 0,0 1 5 16,4-3 6-16,-3-1 14 0,-1-2 14 0,1 4 9 16,-1-4 22-16,0 0 28 0,0 0-4 0,0 0-7 15,8-7 4-15,-3 1 9 0,2-1 11 0,-1-2 5 16,1 0 9-16,0-2 2 0,1 4 4 0,-2-2 11 15,2-1 13-15,-5 5-2 0,4-2-2 0,-2 1 7 16,0 3-8-16,-1-1-3 0,-4 4-1 16,6-6-14-16,-6 6-7 0,5-2-2 0,-5 2-1 0,0 0-6 15,0 0-3-15,13 8 1 0,-9-4-7 0,0 1 7 16,0 0-9-16,-1 1 2 0,0-1-5 0,1 2-10 16,-3-1-16-16,3 0-12 0,-4-2-19 0,1 1-18 15,2 0-9-15,-3-1-4 0,0-4 5 16,4 4 8-16,-4-4 15 0,1 3 7 0,-1-3 4 15,0 0 7-15,13-3 4 0,-8-1 3 0,0 0 6 0,0-1 4 16,3-2 3-16,-2-1 2 0,3 1 8 0,-1-1 15 16,2 1 19-16,-1-2 14 0,0 2 6 0,-1 0 7 15,-1 2 6-15,-2 2 4 0,-1-1-2 0,1 3-3 16,-5 1-14-16,6-4-3 0,-6 4-2 0,0 0-8 16,11 0-6-16,-11 0 2 0,0 0-5 0,14 5 3 15,-9-1-2-15,-2-1-1 0,4 2-3 0,-3 1-5 16,0-1-39-16,1 0-41 0,-4 2-50 15,3-3-62-15,0-1-68 0,2 2-63 0,-2 1-55 0,0-2-75 16,2-3-92-16,-6-1-286 0,13 0-890 0,-4 0 394 16</inkml:trace>
  <inkml:trace contextRef="#ctx0" brushRef="#br0" timeOffset="26140.3714">9288 1804 129 0,'1'-3'529'15,"-1"-2"4"-15,0-2 4 0,3 4-4 0,-3-2-25 16,0 5-11-16,0 0-19 0,2-7-30 0,-2 7-25 16,0 0-66-16,3-4-25 0,-3 4-33 0,0 0-38 15,0 0-25-15,0 0-32 0,0 0-14 16,1 11 6-16,2 0 6 0,-3 0-19 0,1 5 1 0,2 3-8 15,-2 5-13-15,-1 1-14 0,0-6-7 0,4 6-19 16,-3 1-13-16,3 0-41 0,-4 3-69 0,0-4 0 16,0-6 0-16,0 7 0 0,2-1 0 0,1 2 0 15,-3-12 0-15,-3 1 0 0,6 3 0 0,-8-7-135 16,5-1-108-16,0-4-59 0,2-1-58 16,-4 1-73-16,4-2-59 0,-2-5-61 0,-2 5-393 15,2-5-1025-15,0 0 455 0</inkml:trace>
  <inkml:trace contextRef="#ctx0" brushRef="#br0" timeOffset="26499.4648">9003 1725 453 0,'-5'-8'580'0,"0"-2"17"0,2-1-3 0,-1 0-8 16,3 2 2-16,-2-4-2 0,1 2-20 0,1-6-47 15,3 5-53-15,-1-5-43 0,2-1-43 0,6 0-31 16,3-5-36-16,4-2-28 0,7 3-29 0,-4 0-26 16,7 1-22-16,6 1-22 0,13-9-160 0,1 7-26 15,2 1 0-15,-11 14 0 0,13-6 0 0,3 2 0 16,-4 5 0-16,5 4 0 0,-3 0 0 0,-11 6 0 16,10 0 0-16,-15 3 0 0,-4 3 0 0,0 1 0 15,-7 3 0-15,-5-5 0 0,0 10 0 0,-5-5 0 16,-5 3 0-16,0 7 0 0,-6-4 0 0,-6 7 0 15,-4-3 0-15,-8 1 0 0,-5 5 0 0,-14 6 0 16,-9 2 0-16,-1-8 0 0,-4 2 0 0,1 0 0 16,0-8 0-16,15-8 0 0,0-2 0 0,5 0 0 15,1-3 0-15,9-4 0 0,6-4 0 0,1 1 0 16,4 0 0-16,1 0 0 0,0-2 0 16,5-2-129-16,-3 0-327 0,3 0-106 0,0 0-82 0,27-2-423 15,-8-2-1156-15,0 4 512 0</inkml:trace>
  <inkml:trace contextRef="#ctx0" brushRef="#br0" timeOffset="27500.8309">9602 2027 360 0,'0'0'419'16,"-5"-8"13"-16,5 3-26 0,0 5-18 0,0-7-19 15,0 3-23-15,1-1-34 0,1 1-26 0,0-2-22 16,1 3-22-16,-2-1-26 0,2 1-22 0,-1 1-24 16,2-3-21-16,-4 5-15 0,7-4-14 0,-4 4-14 15,-3 0-12-15,11-1-13 0,-5 4-10 0,1-2-13 16,0 1-14-16,-1 3-16 0,0-1-24 0,1 3-7 16,1 1-6-16,-2-3-7 0,-2 4-7 0,0-2-4 15,-4 2 1-15,0 0-13 0,0-2-13 0,-3 3-6 16,2-2-7-16,-3-1-3 0,-5 1-4 0,2-1 0 15,-1 2-2-15,-1-2 5 0,0-3 13 0,-1-1 5 16,2-1 15-16,1-2 8 0,-1 3 27 0,8-3 38 16,-12-4 31-16,7 2 25 0,-1-1 31 0,1-4 21 15,1 1 4-15,3-1 7 0,-3-3 1 0,4-1 3 16,0 1-3-16,1-2 8 0,3 1-10 0,0-1-9 16,-2 2-16-16,5 0-2 0,-2 0-11 0,-3 3-11 15,4-1-4-15,-3 1-13 0,1 1-6 16,1 1-15-16,0 1-6 0,0 1-11 0,2-1-1 0,-1 2-11 15,1 2 1-15,4-1-8 0,-4 1-8 0,2 0 3 16,3 3-6-16,-4 1-6 0,2 0 1 0,0 0-8 16,-2 0 4-16,1 3-4 0,0 0 0 0,1 2-2 15,-2-2 0-15,0 1 1 0,-2 0-2 0,3 2-7 16,-4-2-8-16,1 1-9 0,-3-1-5 16,1-1-6-16,-2-1-11 0,1 0-3 0,1 0-4 15,-3 0-5-15,-1 0-9 0,0 0-2 0,0-6 1 0,-1 10-1 16,1-3 1-16,0-7 0 0,-3 5 7 0,3-5 6 15,0 4 14-15,0-4 1 0,0 0 3 0,0 0 8 16,0 0 6-16,-2 6-2 0,2-6 7 0,0 0 3 16,0 0 2-16,-11-11 3 0,9 10 6 15,1-2 5-15,-2-4 4 0,-1 4 1 0,3-2 6 16,-3 3 7-16,3-3 4 0,-3 2 5 0,1-3-7 16,1 2 2-16,1-1 2 0,-3 0-2 0,1 1 5 15,3 0-2-15,0 4-2 0,0-10-8 0,4 5 5 0,-4 0-7 16,5-1-8-16,3-3-2 0,-2 1-2 15,10-2-3-15,0 0-1 0,2 0 2 0,1 2-1 16,7-3-3-16,0 2 3 0,-1-4 2 0,6 5 3 16,-3-2 5-16,-1 2 5 0,1-1 5 0,-8 4 4 15,-5-2-3-15,3 0 2 0,-5 4 4 0,-3-2-7 16,-1 0 0-16,-4 1-4 0,3 3 1 0,-2-1 3 16,2-2-2-16,-4 2-2 0,1-1-3 0,-1-1 0 15,-3-1-10-15,2-1 4 0,2 3-1 0,-4-2 1 16,0-1-5-16,2-4 0 0,-2 2-1 0,-1-5 0 15,0 3 1-15,-1-3 15 0,1 4 14 0,-3-1 15 16,2 2 14-16,1 1 11 0,0-1 14 0,-1 1 17 16,1 1 18-16,-4 1 19 0,4-1-10 0,0 1-133 15,-1 1 0-15,-2 0 0 0,3 4 0 0,0-6 0 16,-1 4 0-16,1 2 0 0,0 0 0 0,0 0 0 16,-4-3 0-16,4 3 0 0,0 0 0 0,-1 10 0 15,-2 0 0-15,2 2 0 0,-3 0 0 0,0 4 0 16,4 2 0-16,-6 7 0 0,6 0 0 0,-3-5 0 15,0 10 0-15,0-3 0 0,3-2 0 0,-4-6 0 16,2 1 0-16,0 0 0 0,0-1 0 0,2 1 0 16,-3-2 0-16,3 0 0 0,-4-2 0 0,4-1 0 15,0-4 0-15,-5-3 0 0,4 4 0 0,2-8 0 16,-1 4 0-16,-1-2 0 0,1-6 0 0,0 4-362 16,0-4-122-16,0 0-64 0,0 0-62 0,0 0-422 15,0 0-1117-15,0 0 495 0</inkml:trace>
  <inkml:trace contextRef="#ctx0" brushRef="#br0" timeOffset="27875.9925">10052 2026 266 0,'0'0'357'0,"0"0"33"0,0 0 38 0,0 0 25 16,0 0 18-16,-10-2-9 0,10 2-12 0,0 0-16 16,0 0-20-16,0 0-19 0,0 0-27 0,0 0-25 15,0 0-22-15,0 0-33 0,0 0-24 0,0 0-35 16,12-9-20-16,-5 7-24 0,-2-1-18 0,6 0-17 15,1-1-2-15,-3 0-26 0,4 0-20 0,-3 0-1 16,3 1-14-16,-4 0-15 0,5-1-1 0,-1 3-10 16,-3-1-4-16,0 0 7 0,1-2-25 0,0 3-5 15,-6 0-2-15,3 1-5 0,-8 0 1 0,10-1-9 16,-10 1 1-16,9-2-10 0,-9 2-5 0,6-1-5 16,-6 1-4-16,0 0 4 0,12 6-5 0,-8 2-3 15,-2-5 4-15,3 2 5 0,-1 2 10 0,-3 0-8 16,1-1-10-16,-1 0 2 0,2 4 4 0,-2-3 5 15,-2-1-2-15,1 1 1 0,0-1 1 0,0 2 6 16,1 2-12-16,-2-5-31 0,2 0-26 16,-1-5-30-16,-1 8-28 0,1-8-27 0,-2 6-27 0,2-6-24 15,3 7-23-15,-3-7-36 0,0 0-68 0,0 0-92 16,0 0-88-16,2-17-437 0,0 6-1015 0,3 0 449 16</inkml:trace>
  <inkml:trace contextRef="#ctx0" brushRef="#br0" timeOffset="28000.9596">10359 1878 275 0,'0'0'357'16,"5"-3"17"-16,-5 3 24 0,0 0-1 0,4-3-23 15,-4 3-38-15,0 0-35 0,0 0-38 0,0 0-34 16,0 0-56-16,0 0-66 0,0 0-58 0,0 0-80 0,9 6-86 16,-5-2-92-16,1-1-83 0,-4 2-206 15,8-3-539-15,-5 1 239 0</inkml:trace>
  <inkml:trace contextRef="#ctx0" brushRef="#br0" timeOffset="28266.5216">10487 1932 83 0,'0'0'438'0,"0"0"37"0,0 0 30 0,0 0 12 16,0 0 1-16,0 0-13 0,0 0-16 0,0 0-21 16,2-7-29-16,-2 7-24 0,0 0-41 0,0 0-39 15,0 0-31-15,0 0-29 0,0 0-27 0,-15 7-23 16,10-2-22-16,-2 0-20 0,0-1-25 0,-2 1-12 15,3 4-14-15,-5 0-13 0,1-1-13 0,4 2-14 16,-2-1-15-16,3 1-32 0,1-2-35 0,-2-1-33 16,3 2-11-16,3-1-13 0,0 0-17 0,3 2-20 15,3-1-28-15,2 1-22 0,1-3-23 0,5 3-26 16,2-3-14-16,3-3-35 0,1-2-43 0,1 0-30 16,8-4-29-16,-1-1-25 0,1-1-16 0,-2-5-24 15,-4 0-39-15,-4-1-251 0,0 0-747 0,2-8 331 16</inkml:trace>
  <inkml:trace contextRef="#ctx0" brushRef="#br0" timeOffset="28563.4449">10750 1770 229 0,'-1'-5'491'0,"1"3"43"16,0-4 39-16,0 6 15 0,0-7 5 0,-1 5-6 15,1 2-16-15,1-6-15 0,-1 6-27 0,2-2-28 0,-2 2-29 16,0 0-33-16,0 0-30 0,0 0-37 15,0 0-38-15,0 0-37 0,0 0-181 0,0 0-116 16,0 0 0-16,4 9 0 0,-5-2 0 0,0 2 0 16,-1 3 0-16,1-1 0 0,0 2 0 0,-2 3 0 15,1 2 0-15,0 0 0 0,0-1 0 0,0 1 0 16,0 0 0-16,1 0 0 0,-2-3 0 0,2 1 0 16,1-1 0-16,-3 0 0 0,2-2 0 0,-1-2 0 15,-1 6 0-15,2-8 0 0,-1 2 0 0,1-1 0 16,1-1 0-16,4 2 0 0,-1-5-367 0,4 1-227 15,2-4-97-15,-4 3-400 0,6-6-1179 0,1 0 521 16</inkml:trace>
  <inkml:trace contextRef="#ctx0" brushRef="#br0" timeOffset="29236.348">10921 1982 392 0,'0'0'441'0,"0"0"0"15,0 0 3-15,3-5-15 0,-3 5-30 0,0 0-38 16,0 0-36-16,0 0-31 0,0 0-28 0,5 0-31 16,-5 0-22-16,0 0-21 0,0 0-23 0,0 0-17 15,0 0-14-15,0 0-17 0,0 0-14 0,0 0-12 16,0 0-14-16,0 0-7 0,0 0-1 0,0 0-14 16,0 0-1-16,0 0-2 0,0 0-1 0,0 0-5 15,6 4-5-15,1-4-2 0,-7 0 2 0,20-1-2 16,-9-2-2-16,1-1 0 0,1 1 8 0,-3-1 17 15,3-2 2-15,-4 1 13 0,1 1 9 0,-1-2-3 16,0-1-6-16,-4 0 2 0,-1 1 1 0,0 0-6 16,1 1-10-16,-4 0-9 0,-2-2-9 0,0 1-5 15,-3 1-6-15,3 1-2 0,-2-1-11 16,-2 1-3-16,0 1-3 0,0 0-6 0,-2 1-5 16,0 1 2-16,7 1-7 0,-23 3 2 0,11 2-5 15,1 1-13-15,0 1-4 0,-1 4-15 0,-1-2-7 0,-4 4-7 16,4-3-2-16,2 1-6 0,2-3-14 15,1 2-6-15,2-2-1 0,2 3 3 0,0-2 12 16,4 2 1-16,0-2 8 0,4 1 3 0,0-2 10 16,5 1 4-16,1-4 7 0,3 2 4 0,14-1 5 15,0-1 0-15,3-5 6 0,0-2 20 0,2-1 10 16,1-2 10-16,-1-3 7 0,-2-3 17 0,-1 0 3 16,0-1 5-16,-1-1 16 0,-5-1 6 0,-4 3 1 0,-3 1 1 15,-1-2-1-15,-2 1 0 0,-4 4 11 16,-2-5-3-16,1 2-15 0,-4 2-11 0,-3 2-4 15,0-1-15-15,1-3-6 0,-5 4-4 0,1 0-9 16,-4 1-7-16,2 2-8 0,-2 0-6 0,0 2-9 16,-2 1-9-16,8 0 1 0,-15 5-6 0,5 0-2 15,3-1-6-15,2 5 4 0,1-3 8 0,3 3-4 16,0 1 2-16,3 1-1 0,2 1 7 0,2-1 2 16,1 2 0-16,-1-4 0 0,2 1 3 0,0-1-3 15,-3 0 4-15,2 0 2 0,0-4-6 0,-1 1 2 16,-2-2-3-16,0 1 2 0,0-2-2 0,-3 1 0 15,-1-4 0-15,4 6-8 0,-4-5-5 0,0-1-10 16,0 0 4-16,0 9 4 0,-3-7-7 0,-1 1-23 16,-2 0-32-16,-7 2-37 0,2 0-50 0,-2 0-59 15,-5-2-52-15,3 1-50 0,-3-1-49 0,5 1-40 16,-1-3-55-16,1 4-303 0,0-4-843 0,3-1 374 16</inkml:trace>
  <inkml:trace contextRef="#ctx0" brushRef="#br0" timeOffset="29644.1833">12009 1919 362 0,'1'-4'446'0,"0"1"-9"0,1-1 1 0,-2 4-22 15,1-7-28-15,2 4-27 0,-1 0-24 0,1-2-20 16,-1 0-25-16,2 2-29 0,0 1-28 0,-2-3-22 16,4 0-25-16,-1 2-14 0,1 1-26 0,-2-1-14 15,6 1-15-15,-3 2-9 0,0 2-13 0,3 0-14 16,2 3-10-16,-3-2-3 0,-3 3-11 0,3 1-7 16,-4 0-7-16,3 2-5 0,-3 0-1 15,-5-1-6-15,3 4-1 0,-3-4 1 0,-3 5-5 16,1-4 1-16,-5 0 0 0,1 0-4 0,-6 1-1 0,-2 0-4 15,5-2-1-15,-9-1-8 0,4 0-10 0,-5-1-5 16,4-1-4-16,2-1 0 0,0-4-1 0,1 0 10 16,1 0-5-16,3 2 3 0,1-5-2 15,-2 3-12-15,4-4-32 0,1-1-36 0,0-1-24 16,4-1-42-16,0-2-48 0,4-2-54 0,1 0-47 16,3-6-44-16,4 1-43 0,1 0-334 0,3 1-778 15,3-2 344-15</inkml:trace>
  <inkml:trace contextRef="#ctx0" brushRef="#br0" timeOffset="29973.7927">12239 1727 157 0,'1'-6'358'0,"3"0"32"0,-3-1 32 16,1-3 27-16,-4 3 23 0,2 1 16 0,-1-3-8 16,0 3-6-16,1-2 6 0,0 3 5 0,-3-2 12 15,2 2-4-15,0 1-14 0,1-1-34 0,0 5-34 16,0 0-40-16,-3-5-47 0,3 5-31 0,0 0-70 15,0 0-223-15,0 0 0 0,0 0 0 0,-5 19 0 16,2-1 0-16,0 8 0 0,0 3 0 0,2 1 0 16,-3 3 0-16,3 1 0 0,-1-1 0 0,1 2 0 15,-1 0 0-15,0 12 0 0,2-1 0 0,0-12 0 16,-1-1 0-16,1 3 0 0,-1-2 0 0,1 0 0 16,0 0 0-16,0-2 0 0,0 2 0 0,0-7 0 15,-1 2 0-15,-1-12 0 0,2 1 0 0,-1-2 0 16,0-5 0-16,2 1 0 0,0-2 0 0,-2-3 0 15,1-1 0-15,-1 2 0 0,1-8 0 0,0 9 0 16,0-9 0-16,2 6 0 0,-2-3 0 0,0-3 0 16,0 0 0-16,0 0-92 0,0 0-473 0,0 0-62 15,0 0-48-15,-2-20-364 0,-1 9-1125 0,-2-5 497 16</inkml:trace>
  <inkml:trace contextRef="#ctx0" brushRef="#br0" timeOffset="30208.1537">12093 2213 30 0,'-4'-7'431'0,"4"7"21"0,-2-7 39 16,2 7 42-16,-3-6 23 0,3 6 17 0,0 0 3 16,3-10-10-16,-3 10-15 0,4-3-27 0,-4 3-43 15,6-6-54-15,3-1-41 0,6 0-34 0,2 0-29 16,10-4-27-16,1 1-19 0,3 1-29 0,-3 2-130 16,1-3-118-16,-1 5 0 0,3-4 0 0,-4 3 0 15,-8 2 0-15,3 2 0 0,-2-2 0 0,-3-1 0 16,-6 1 0-16,6 0 0 0,-7 1 0 15,-2 1 0-15,-2 0 0 0,-1 1 0 0,-5 1 0 16,0 0 0-16,0 0-336 0,14-3-139 0,-14 3-65 0,0 0-88 16,0 0-408-16,0 0-1121 0,-23-10 495 0</inkml:trace>
  <inkml:trace contextRef="#ctx0" brushRef="#br0" timeOffset="31053.4529">13714 1653 377 0,'-5'-8'461'0,"2"-1"-4"16,-1 1-2-16,2-2-7 0,-2 4-14 0,1-1-9 15,1-1-27-15,-2 1-18 0,3 1-15 0,-2 3-28 16,2-2-21-16,1 5-32 0,-4-6-24 0,4 6-32 16,-4-4-27-16,4 4-22 0,0 0-15 15,0 0-17-15,-19 10-25 0,9-2 2 0,-1 0-10 16,0 2-13-16,2 2-11 0,-3 4-5 0,1-4-12 0,-2 3-10 16,6 0-6-16,-4-2-1 0,2 3-3 0,3-7-13 15,1 2 3-15,1-1-8 0,-1-2 0 0,3 2-9 16,2-1-2-16,-2 1 0 0,2 0 6 0,3-1-12 15,1 5 7-15,3-5-5 0,1 1-3 0,3 1 2 16,3 2-1-16,-2-1-11 0,3-1 8 16,-1 3-9-16,3-3 5 0,-3-1-6 0,0 2 5 15,0-2-6-15,-5-3-9 0,1 3 10 0,-1 0-2 0,-2-1 8 16,-2 0-8-16,-1 0-3 0,-1-2 8 0,0 3-4 16,-3 0 1-16,-1-1 7 0,-6 1-1 0,1-3-3 15,-2 3 1-15,-7 1 2 0,0-1 7 16,-3-2-5-16,1-2-7 0,-1-1 3 0,1 0 0 15,4-2 4-15,-4 2 1 0,5-1 1 0,5-3 0 16,7-1-3-16,-16-1 9 0,16 1 9 0,-11-7 8 0,7 3 11 16,1-2-12-16,5-4 2 0,-1-1-15 0,2 0 3 15,4 0-8-15,5-2-7 0,1 0-12 16,1-1 0-16,-2-1 0 0,6 3 0 0,-1 1 0 16,-2-1 0-16,3 1 0 0,0 4 0 0,-1-3 0 15,-1 5 0-15,-3 2 0 0,6-1 0 0,-6 5 0 16,5-1 0-16,-7 0-5 0,2 1-7 0,-1 2-5 15,-2 2 0-15,1-2 4 0,-3 2 8 0,1 1-5 0,-3-1-4 16,2 3 8-16,-3 0-3 0,-1 1 4 0,1-1-1 16,-5 0 7-16,3-1-3 0,-2 0-2 0,-1 0 1 15,0 0 1-15,0 0 4 0,0-3 2 16,0-4-6-16,0 9 7 0,0-9-31 0,0 7-25 16,0-7-17-16,0 4-25 0,0-2-25 0,0-2-23 15,0 0-20-15,0 0-12 0,0 0-28 0,4 5-50 16,-4-5-81-16,0 0-75 0,0 0-65 0,13-12-67 0,-11 5-301 15,2-1-910-15,0-1 403 0</inkml:trace>
  <inkml:trace contextRef="#ctx0" brushRef="#br0" timeOffset="31209.8463">13857 1810 238 0,'1'-5'491'0,"-1"5"19"0,0-4 14 16,0 4-15-16,0 0-39 0,3-6-49 0,-3 6-42 15,1-3-50-15,-1 3-64 0,0 0-82 0,0 0-93 16,0 0-104-16,0 0-102 0,0 0-72 0,0 0-62 16,0 0-74-16,8 10-263 0,-8-10-635 0,7 8 282 15</inkml:trace>
  <inkml:trace contextRef="#ctx0" brushRef="#br0" timeOffset="31663.3778">13971 1921 253 0,'3'2'473'0,"-3"-2"37"0,0 0 29 16,0 0 11-16,0 0-1 0,0 0-9 16,0 0-21-16,0 0-38 0,12-8-30 0,-12 8-30 15,4-5-23-15,-4 5-23 0,9-4-34 0,-6 1-39 0,3 1-25 16,0-3-23-16,-1 3-23 0,3-3-25 16,2 1-18-16,-1 1-24 0,0-3-12 0,1 4-135 15,3 0-17-15,-5 2 0 0,-1-2 0 0,-7 2 0 16,13-3 0-16,-6 3 0 0,-7 0 0 0,11 3 0 15,-6-1 0-15,-5-2 0 0,8 6 0 0,-6-2 0 16,2 1 0-16,-2 0 0 0,0 5 0 0,1 1 0 16,-3-1 0-16,-2 0 0 0,1 2 0 0,-3 0 0 15,-1 2 0-15,1 3 0 0,-1-7 0 0,-5 6 0 16,6-5 0-16,-2 3 0 0,-1-3 0 0,2-3 0 16,1-2 0-16,-2 0 0 0,5 0 0 0,-2 0 0 15,2-1 0-15,-3-1 0 0,4-4 0 0,0 7 0 16,0-7 0-16,-1 5 0 0,1-5 0 0,0 0 0 15,0 0 0-15,0 0 0 0,-3 3 0 0,3-3 0 16,0 0 0-16,0 0 0 0,0 0 0 0,0 0 0 16,0 0 0-16,0 0 0 0,31-8 0 0,-21 4 0 15,4 2 0-15,3-4 0 0,-5 3 0 0,1 0 0 16,6-2 0-16,-3-1 0 0,4 0 0 0,-4 1 0 16,-4 3 0-16,1-1 0 0,0 0 0 0,-3-1-71 15,-1 0-449-15,5 0-47 0,-5 0-52 0,-2 2-450 16,-1-3-1159-16,1 1 513 0</inkml:trace>
  <inkml:trace contextRef="#ctx0" brushRef="#br0" timeOffset="32101.3836">14374 1982 14 0,'0'0'365'0,"0"0"9"0,0 0 30 16,0 0 27-16,0 0 10 0,0 0 2 0,0 0-15 15,0 0-25-15,0 0-22 0,0 0-23 0,0 0-23 16,0 0-12-16,0 0-27 0,0 0-28 0,0 0-19 15,0 0-21-15,0 0-20 0,0 0-28 0,0 0-20 16,0 0-13-16,0 0-12 0,0 0-16 16,12-2-6-16,-12 2-12 0,14-3-11 0,-5-2-11 15,1 3-4-15,2-2-4 0,-1 0 3 0,-2-1-20 16,3 1-3-16,-1 0 4 0,-3-3-7 0,-2 3 8 0,3 1 14 16,-4-1 9-16,0 4 3 0,-1-5 4 0,-4 5-1 15,7-5-9-15,-7 5-9 0,2-4-9 0,-2 4-27 16,4-5-31-16,-4 5 0 0,0 0 0 15,0 0 0-15,-9-7 0 0,9 7 0 0,-9-3 0 16,9 3 0-16,-19 0 0 0,10 3 0 0,-3-1 0 16,1 3 0-16,-1 0 0 0,2 2 0 0,-4 2 0 15,1 2 0-15,6-3 0 0,-1 0 0 0,3 2 0 16,0 0 0-16,1 0 0 0,3 1 0 0,1-2 0 16,1 2 0-16,3-2 0 0,0-1 0 0,3 0 0 15,2 1 0-15,4-1 0 0,4-1 0 0,-1 1 0 16,6-3 0-16,-4 0 0 0,2-1 0 0,2 2 0 15,0-5 0-15,0 1 0 0,-3-2-7 0,-1 1-136 16,-4-2-43-16,-1 1-45 0,-1 1-52 0,-2-4-53 16,0-2-81-16,-10 5-70 0,13-6-70 0,-9 1-367 15,0 2-1001-15,-3-4 442 0</inkml:trace>
  <inkml:trace contextRef="#ctx0" brushRef="#br0" timeOffset="32555.9443">15329 1751 357 0,'3'-3'496'0,"-1"0"2"16,-2 3-5-16,0-7-14 0,2 3-16 0,-2 1-17 0,0 3-24 15,0-8-9-15,0 8-20 0,2-4-20 0,-2 4-15 16,0 0-15-16,0-5-15 0,0 5-25 15,0 0-23-15,0 0-26 0,0 0-25 0,0 0-30 16,0 0-28-16,0 0-13 0,0 0-20 0,0 0-17 16,0 0-17-16,0 0-14 0,0 0-11 0,0 0-9 0,0 0 0 15,0 16-7-15,0-12-63 0,0 3 0 16,0 1 0-16,-2 0 0 0,2 0 0 0,2 2 0 16,-2-2 0-16,-2 0-5 0,0 2-143 0,2-2-43 15,0 2-43-15,0-4-55 0,2 0-44 0,0 2-55 16,2-3-49-16,-3 0-52 0,4 0-69 0,-2-2-296 15,3 0-924-15,-6-3 409 0</inkml:trace>
  <inkml:trace contextRef="#ctx0" brushRef="#br0" timeOffset="32759.5123">15454 1745 4 0,'2'-4'362'0,"-2"4"20"0,1-3 35 0,-1 3 14 15,1-5 8-15,-1 5-5 0,2-3-10 0,-2 3-19 16,0 0-11-16,0 0-18 0,2-3-20 0,-2 3-34 15,0 0-23-15,0 0-26 0,0 0-33 0,0 0-20 16,0 0-17-16,0 0-21 0,0 0-28 0,0 13-7 16,-1-8-17-16,0 1-4 0,-1 0-14 0,1 1-39 15,0 3-51-15,-2 1-56 0,2 0-64 0,-1-2-66 16,2 1-70-16,0-2-61 0,2 2-63 0,-1-1-73 16,2 0-87-16,-1-2-282 0,3 1-866 0,4 0 384 15</inkml:trace>
  <inkml:trace contextRef="#ctx0" brushRef="#br0" timeOffset="33166.2009">15705 1906 496 0,'1'-5'551'0,"0"-2"23"0,2 0 3 0,0 0-2 0,-2-1 5 16,1-1-4-16,-2 3-15 0,3 1-14 16,1-1-15-16,-2 2-17 0,0 1-14 0,-2-1-27 15,1 0-30-15,-1 4-15 0,0 0-170 0,0 0-259 16,2-5 0-16,-2 5 0 0,0 0 0 0,0 0 0 16,0 0 0-16,0 0 0 0,0 0 0 0,0 0 0 0,0 0 0 15,0 0 0-15,0 0 0 0,0 0 0 16,0 0 0-16,0 0 0 0,0 23 0 0,-2-9 0 15,1 3 0-15,-2-1 0 0,2 2 0 0,-3 3 0 16,4-3 0-16,-1 7 0 0,-1 3 0 0,1-8 0 16,-3 4 0-16,2-4 0 0,0-3 0 0,4 3 0 15,-4-2 0-15,2-1 0 0,-2 1 0 0,1-1 0 0,1-5 0 16,-2 1 0-16,2-3 0 0,0-3 0 16,-1 4 0-16,0-3 0 0,1-1 0 0,1-1 0 15,0-4-212-15,-1-2-337 0,0 0-73 0,0 0-52 16,0 0-349-16,16-10-1108 0,-14 2 492 0</inkml:trace>
  <inkml:trace contextRef="#ctx0" brushRef="#br0" timeOffset="33557.1012">15631 1915 115 0,'0'-5'461'0,"1"0"27"0,-1 0 33 0,1-3 11 16,2 3-13-16,-2-1-17 0,-1 0-19 0,4 0-1 15,-1 1-31-15,-1-1-23 0,2 1-20 0,-1 0-23 16,-1 1-29-16,2-1-31 0,2-1-31 0,-2 3-29 16,2 3-23-16,0-4-29 0,1 1-18 0,1 1-21 15,2 1-21-15,3 1-16 0,2 1-75 0,2 4-62 16,0-1 0-16,0 3 0 0,1 1 0 0,5 4 0 16,-2-2 0-16,-1 6 0 0,-5-4 0 0,0 0 0 15,-1 1 0-15,-2 0 0 0,0 0 0 0,-2 1 0 16,-1-2 0-16,-4-1 0 0,2 4 0 0,-2-4 0 15,-3 0 0-15,-2 0 0 0,-4 0 0 0,-1 5 0 16,-2 0 0-16,-4 1 0 0,-8 2 0 0,4-4 0 16,-8 2 0-16,0 3 0 0,5-11 0 0,0 2 0 15,-5 2 0-15,6-5 0 0,4-1 0 0,2 1 0 32,-3-3 0-32,7 0 0 0,-2-1 0 0,2 0 0 0,2-1 0 0,5-3 0 0,-6 4 0 0,6-4 0 15,-7 3 0-15,7-3 0 0,-4 5-153 0,4-5-234 16,0 0-67-16,0 0-58 0,25-6-46 0,-12 2-464 15,-1 2-1106-15,1 1 490 0</inkml:trace>
  <inkml:trace contextRef="#ctx0" brushRef="#br0" timeOffset="33901.5054">16114 2205 240 0,'5'-5'480'0,"0"-1"33"0,-4 0 39 0,3-1 17 0,0-1 24 15,-3 2 8-15,2 2-15 0,-1 0-3 0,-2 4-14 16,2-7-20-16,-2 7-32 0,0 0-22 0,1-10-50 16,-1 10-31-16,0 0-42 0,1-4-259 15,-1 4-113-15,0 0 0 0,0 0 0 0,0 0 0 16,0 0 0-16,0 0 0 0,7 20 0 0,-9-5 0 16,0 1 0-16,-3 2 0 0,3 0 0 0,1 2 0 15,0 6 0-15,0 1 0 0,-1-1 0 0,2 0 0 0,0 0 0 16,-1-1 0-16,0-6 0 0,1-1 0 0,-3 1 0 15,2 0 0-15,0-1 0 0,-3-6 0 0,4 0 0 16,0-2 0-16,1 1 0 0,-5-1 0 16,4-3 0-16,0 0 0 0,0-7 0 0,-1 7 0 15,1-7 0-15,0 6 0 0,0-6 0 0,-1 5 0 16,1-5 0-16,0 0 0 0,0 0-352 0,0 0-200 0,0 0-45 16,1-24-37-16,-2 13-376 0,-1-2-1093 0,2-3 483 15</inkml:trace>
  <inkml:trace contextRef="#ctx0" brushRef="#br0" timeOffset="34214.1252">16036 2218 274 0,'1'-9'364'0,"2"-2"20"16,-1 2 31-16,2 1 7 0,4 0 0 0,1-2-13 16,-3 0-14-16,3 2 0 0,-4 1 0 0,3 3-4 15,1-2-25-15,1 0-15 0,-2 4-10 0,1-2-11 16,-3 1-31-16,0 0-33 0,2 2-27 0,-8 1-27 15,13-3-21-15,-3 4-12 0,-10-1-17 0,17 9-7 16,-10-5-2-16,1 1-15 0,-3 0-13 0,-1 2-9 16,2 1-11-16,-4 0-8 0,1 2-7 0,1-2-80 15,-4-1-10-15,0-1 0 0,0 2 0 0,0-8 0 16,0 11 0-16,-4-2 0 0,1-3 0 0,-5 1 0 16,2 0 0-16,-1 0 0 0,-2 0 0 0,2-2 0 15,0-3 0-15,7-2 0 0,-9 4 0 0,1-1 0 16,5 3-16-16,-2-3-163 0,5-3-24 0,0 0-28 15,0 0-41-15,-7 4-31 0,7-4-33 0,0 0-70 16,0 0-71-16,0 0-48 0,17-13-350 0,-17 13-945 16,15-8 418-16</inkml:trace>
  <inkml:trace contextRef="#ctx0" brushRef="#br0" timeOffset="34495.2697">16536 1903 2873 0,'3'-9'384'0,"1"3"-150"0,-1 0 0 15,-1-1 44-15,1 1 38 0,-2 0 33 0,3 1-11 16,-3 0-15-16,2 0-17 0,-2 2 3 0,0-1-8 16,-1 4 0-16,3-3-22 0,-3 3-22 0,1-5-22 15,-1 5-27-15,2-3-20 0,-2 3-22 0,0 0-20 16,0 0-21-16,0 0-84 0,0 0-41 0,0 0 0 15,0 0 0-15,-3 11 0 0,2-7 0 0,1 3 0 16,-2-2 0-16,0 2 0 0,2-1 0 0,-2 0 0 16,2 1 0-16,0-1 0 0,-2 0-147 0,1-1-132 15,2 0-60-15,-1-1-44 0,1 1-39 0,2-1-67 16,3-2-63-16,-1-1-378 0,-5-1-1008 0,18-7 446 16</inkml:trace>
  <inkml:trace contextRef="#ctx0" brushRef="#br0" timeOffset="34668.0146">16735 1844 236 0,'5'0'307'0,"-5"0"4"0,0 0 12 16,6-4 23-16,-6 4 24 0,6 0-1 0,-6 0-10 16,0 0-14-16,0 0-9 0,0 0-15 0,0 0 9 15,0 0 13-15,0 0-5 0,0 0-23 0,0 0-35 16,-12 18-19-16,7-10-34 0,-1 0-24 0,3 1-21 16,-3 0-10-16,2 1-47 0,0-2-60 0,3 5-71 15,1-3-75-15,0 2-91 0,2-3-109 16,2 1-142-16,4-2-495 0,1-2-993 0,2-4 441 31</inkml:trace>
  <inkml:trace contextRef="#ctx0" brushRef="#br0" timeOffset="37936.3284">17879 1870 52 0,'4'-8'403'15,"-1"2"-13"-15,0-4-19 0,-2 4 15 0,3-1-6 16,-3 0-14-16,1 0-2 0,-2 0-15 0,0-1-5 15,-2 3-7-15,1-5-3 0,0 4-9 0,-2 0-10 16,2-2-18-16,-2 2-25 0,-2-1-25 0,0 1-20 16,0 0-9-16,0 1-11 0,1 0 0 0,0 3-7 15,-1-3-6-15,5 5-1 0,-10-6-20 0,10 6-19 16,-4-2-7-16,4 2-37 0,0 0-3 0,-5-3-11 16,5 3-6-16,0 0-4 0,-4 12 9 0,3-1 6 15,-3 5-47-15,0 3-54 0,3 8 0 0,-5 0 0 16,3 1 0-16,2 5 0 0,1-1 0 0,-3 2 0 15,-2 17 0-15,4-18 0 0,0 2 0 0,-1 0 0 16,1 1 0-16,-4 10 0 0,2-12 0 0,3 1 0 16,0-1 0-16,-1-3 0 0,0 1 0 0,-3-3 0 15,4-2 0-15,0-7 0 0,-1-1 0 0,2-5 0 16,-1-2 0-16,-1-1 0 0,-2-1 0 0,3 0 0 16,0-5 0-16,-1 1 0 0,1-6 0 0,0 11 0 15,-3-6 0-15,3-5 0 0,-1 7 0 0,1-7 0 16,0 0 0-16,-8 3 0 0,8-3 0 0,0 0 0 15,0 0-282-15,0 0-409 0,-5-16-512 0,5 6-1304 16,-4 2 577-16</inkml:trace>
  <inkml:trace contextRef="#ctx0" brushRef="#br0" timeOffset="38154.9628">17573 2285 2 0,'-6'-3'482'0,"2"-2"21"0,-1 1 34 0,5 4 29 15,-4-7 2-15,4 7 6 0,-4-7-11 0,4 3-17 16,0 4-13-16,0 0-13 0,0 0-27 16,0 0-25-16,0-7-40 0,0 7-49 0,4-7-28 0,-4 7-51 15,9-9-34-15,-1 5-154 0,2-4-112 0,5 0 0 16,2 1 0-16,7-5 0 0,3 3 0 0,1 1 0 16,5-2 0-16,-6 4 0 0,4 2-200 0,3-1-114 15,-5-2-65-15,1 3-70 0,0 2-55 0,-3-1-59 16,-6 0-401-16,-2 1-1044 0,-1 0 462 15</inkml:trace>
  <inkml:trace contextRef="#ctx0" brushRef="#br0" timeOffset="38483.5879">18017 2160 4 0,'0'0'443'16,"-12"3"36"-16,12-3 20 0,0 0 4 0,0 0 4 15,0 0-3-15,0 0-18 0,-2-14-16 0,2 14-16 0,0-5-18 16,0 5-20-16,1-6-30 0,-1 6-40 0,0 0-37 15,1-6-37-15,-1 6-42 0,7-2-17 16,-7 2-24-16,9-2-24 0,-9 2-15 0,14 3-17 16,-5 1-15-16,0 0-17 0,0 3-6 0,1-1-11 15,-3 0-15-15,1 1-7 0,0 3-19 0,-3 2-20 16,-1-1-21-16,0 0-2 0,-2-1-24 0,-1 1-14 0,-1-2-8 16,-1 3-10-16,-1-3-4 0,-2 1-1 0,1-3 5 15,0-1 2-15,1-2 12 0,-2-1 10 16,4-3 12-16,0 0 17 0,0 0 7 0,0 0-4 15,0 0 2-15,0 0 1 0,0 0-5 0,4-25 1 16,1 12-11-16,4-2 3 0,0-3-21 0,2 5-16 16,1-2-19-16,-3 1-28 0,5 1-38 0,-5 5-44 0,1 0-57 15,4-2-70-15,-1 4-76 0,0 2-65 16,-3-1-70-16,2 2-367 0,0 2-952 0,-1 1 421 16</inkml:trace>
  <inkml:trace contextRef="#ctx0" brushRef="#br0" timeOffset="39405.2487">18327 2233 380 0,'6'-16'481'0,"-5"12"2"0,0-2-13 0,2 1-25 15,0 1-31-15,-3 4-21 0,5-7-21 0,-2 3-24 16,0 0-22-16,-3 4-20 0,5-7-30 0,-3 4-24 15,-2 3-26-15,0 0-23 0,4-6-21 0,-4 6-21 16,8-2-20-16,-8 2-17 0,0 0-8 0,0 0-12 16,15 6-9-16,-11-3-13 0,1 0-14 0,-1 1-5 15,2 0-13-15,-2 3-2 0,0-3-6 0,0 1 0 16,-3 1-6-16,3 1-2 0,-3 0-9 0,-1 2-2 16,0-4-2-16,0 3-2 0,0 0-3 0,-1 0 0 15,-3 2-11-15,-4-4 6 0,6 3-3 0,-7-3-5 16,1 2 5-16,-1-3-5 0,4-1 2 0,-5 1-3 15,4-1 1-15,2 0 5 0,-1-1-1 0,5-3-1 16,-9 1 2-16,9-1 6 0,0 0 0 0,-14-3-1 16,14 3 9-16,-8-7 11 0,4 3 0 0,1 0-3 15,2-3 2-15,-1-1-7 0,2 1-7 0,-3-4 7 16,6 3-3-16,-2-3 1 0,1 5-6 0,1-6-1 16,1 1-1-16,-1 3-10 0,2-2 5 0,0 4-4 15,2-2 1-15,-3 3-3 0,1 0 1 0,3-1 2 16,1 0 0-16,1 2-5 0,-3 0-3 0,0 1 0 15,1 0 6-15,1 2-2 0,-9 1-7 0,14 1 0 16,-6 0 3-16,2 3-1 0,-10-4-1 0,18 4-4 16,-7-1 3-16,-3 2 5 0,-2-1-2 0,2 1 1 15,1 3-3-15,-1-3 0 0,-2 2 3 0,0 0 1 16,-1 0 0-16,-2 0 1 0,-1-3-6 0,1 1-5 16,2 1-6-16,-2 1-16 0,-2-2-1 0,0-1-9 15,-1-4-2-15,4 5-3 0,-4-5-2 0,0 7-1 16,0-7 4-16,2 4 3 0,-2-4 6 0,5 2 6 15,-5-2 7-15,0 0 6 0,0 0 14 0,0 0 6 16,0 0-4-16,0 0 0 0,17-13 16 16,-11 8 6-16,0 1 8 0,2-4 0 0,3 2-3 0,-1-1 10 15,3 0-3-15,-4-2 6 0,0 4 2 0,5-2-2 16,-5 1-4-16,4 2 1 0,-4-1 5 0,2 0-5 16,-2 3-5-16,1 0-4 0,-10 2-1 0,13-2-6 15,-13 2-3-15,14 0-5 0,-14 0 1 16,12 2-5-16,-12-2 4 0,9 5-8 0,-2-1 0 0,-7-4 2 15,7 9 4-15,-1-4-6 0,-6 3 3 0,3-3-5 16,-2 2-11-16,-1 2-15 0,1-6-11 0,-2 3-13 16,1-6-11-16,-1 10-13 0,1-10 3 0,0 7 1 15,-2-3 7-15,2-4 7 0,0 0 4 0,0 7 7 16,0-7 8-16,0 0 0 0,0 0 5 16,0 0 1-16,13-12 1 0,-3 8 7 0,-2-4-2 15,5-3 6-15,-3 4 13 0,4-1 13 0,-1 0 10 0,-3 0 11 16,2 1 1-16,-1 1 4 0,-2 1 2 0,1 0-4 15,-3 1 9-15,0 3-7 0,-1-1-6 0,-6 2-4 16,12-1 0-16,-12 1-4 0,12 3-1 16,-6 0-1-16,-1 1 4 0,1-1-5 0,0 2 2 15,-2 0-6-15,-1 1 2 0,3 1-4 0,-4-1-2 16,1 0 2-16,1 4-10 0,-2-3-37 0,-1 3-42 0,2-4-50 16,1-1-50-16,-2-1-71 0,2 3-45 0,-1-4-85 15,8-1-130-15,-11-2-387 0,23-2-971 16,-5-3 430-16</inkml:trace>
  <inkml:trace contextRef="#ctx0" brushRef="#br0" timeOffset="39889.9596">19568 2140 335 0,'5'-3'554'0,"-3"-3"20"16,0 2 8-16,1-1-11 0,-3 5-19 0,4-6-37 16,-4 2-11-16,2 1-18 0,-2 3-12 0,3-5-21 15,-3 5-34-15,2-3-34 0,-2 3-35 0,2-3-40 16,-2 3-35-16,0 0-34 0,0 0-29 0,0 0-25 16,0 0-23-16,0 0-116 0,12 9-48 0,-5 1 0 15,-2 0 0-15,1 1 0 0,1-1 0 0,0 0 0 16,2 6 0-16,0-2 0 0,-2 3 0 0,1-1 0 15,0 0 0-15,0 0 0 0,-3 0 0 0,1-5 0 16,-2-2 0-16,0 1 0 0,-3-2 0 0,3 0 0 16,-3 0 0-16,3-3 0 0,-1 1 0 0,-2-2 0 15,-1-4 0-15,4 5 0 0,-4-5 0 0,1 5 0 16,4-5 0-16,-5 0 0 0,0 0 0 0,7-7 0 16,-2-2 0-16,0 0 0 0,4-7 0 0,-2 0 0 15,2-2 0-15,3-3 0 0,2-1 0 0,-5-2 0 16,1 1 0-16,2-2 0 0,-1 1 0 0,-3 6 0 15,-1 0 0-15,1 1 0 0,-3 1 0 0,3 2 0 16,-5 5 0-16,0 2 0 0,1 2 0 0,-3-1 0 16,2 2 0-16,-2-1 0 0,-1 2 0 0,0-1 0 15,0 4 0-15,2-5 0 0,-2 5 0 0,0 0 0 16,0 0 0-16,-7 11 0 0,0-1 0 0,0-3 0 16,3 1-55-16,-1 2-572 0,0-2-119 0,1 3-382 15,2-5-1221-15,2 1 541 0</inkml:trace>
  <inkml:trace contextRef="#ctx0" brushRef="#br0" timeOffset="41378.1376">20000 2217 163 0,'0'0'432'0,"0"0"0"0,0 0-4 0,-5 3-12 16,5-3-22-16,0 0-31 0,0 0-27 0,0 0-23 15,0 0-26-15,0 0-22 0,0 0-20 0,0 0-21 16,0 0-22-16,0 0-23 0,0 0-15 0,0 0-18 16,0 0-17-16,0 0-13 0,0 0-8 15,0 0-10-15,0 0-8 0,0 0-6 0,0 0-9 0,0 0-2 16,0 0-8-16,14 0-10 0,-9 1 5 0,-5-1 3 16,16-2 5-16,-7 0-3 0,1-2 0 0,-2 4-3 15,0-3 1-15,1 0-1 0,-2 1-2 0,1-1-9 16,0-4-5-16,-3 5 4 0,-1-2 6 15,1 0 2-15,-2 0-9 0,2 1 2 0,-4 0-12 0,2-1-5 16,-3 4 0-16,0-7-3 0,0 3-10 0,-4 1-3 16,0-1 0-16,0 2-12 0,1-4 2 0,-3 3 2 15,1 1-7-15,-1 0 1 0,-2-1-2 0,3 2 4 16,-4 1-9-16,2 0 0 0,-1 4 3 0,2-3-3 16,-3 5 0-16,0 2-5 0,0-2 2 0,1 4-8 15,2-1-5-15,1 2 5 0,1-1-9 0,1 0-8 16,2 1-11-16,1 0 7 0,1 1 5 0,2-1 5 15,-2 0 1-15,5-3 4 0,-1 3 3 0,2-4 1 16,1 0 6-16,3-2 0 0,1 1 5 0,0-1 1 16,2-4 2-16,4 1 12 0,1-3 11 0,-1-1 3 15,0-3 9-15,-1-1 9 0,-2 1 4 16,2-5 5-16,-4-3 3 0,1 2 3 0,-2-2-3 0,1 0 0 16,-1-2-1-16,-5 1-8 0,0 3-6 0,0-2-6 15,-2 3 8-15,-1-1 2 0,0 4 9 0,-4 1-3 16,4 0-13-16,-1-1 3 0,-1 4-10 0,-2 3 3 15,3-5-7-15,-3 5-13 0,4-5-3 0,-1 1-3 16,-3 4-3-16,0 0-4 0,0 0-1 0,2-4 4 16,-2 4-10-16,0 0-2 0,0 0 3 0,0 0-1 15,0 0 1-15,7 11-10 0,-7-11 5 0,5 2 1 16,-5-2 4-16,6 7-4 0,-3-6 7 0,-3-1 0 16,9 2 1-16,-9-2 6 0,8 4 0 0,-3-2-12 15,-5-2 9-15,9 2 3 0,-9-2 4 0,13 1-8 16,-13-1 6-16,0 0 0 0,10 0 1 0,-10 0-3 15,12 0-6-15,-12 0 7 0,7 3 1 0,-7-3 6 16,0 0-3-16,7 3 1 0,-7-3 1 0,0 0-17 16,3 2 6-16,-3-2-7 0,0 0 13 0,3 6-3 15,0-3-2-15,-2 2 4 0,-1 0-1 0,1 1 6 16,-1-1-8-16,1 1 5 0,-1-1-7 0,2 0 3 16,-2 2-5-16,1-2-1 0,-1 0-8 0,0-5-11 15,0 8-8-15,1-5-14 0,-1 2-3 0,0-5 0 16,5 6 7-16,-2-2-4 0,2-1-10 0,1-1-12 15,2-2 3-15,5 0 5 0,-4 0 3 0,2-3 6 16,3 0 9-16,-1-1 1 0,1 0 7 0,-1 0 1 16,-4-2 1-16,5 0 15 0,-4 0 10 0,0 3 14 15,-2-4 11-15,-3 0 11 0,3 2 6 0,-3 0 6 16,0 0-5-16,0 0 11 0,-2 1 8 0,1-1 3 16,-2 1 4-16,-2 4 6 0,4-7-2 0,-4 7 4 15,4-5 5-15,-3 1 0 0,0 3 4 0,-1 1-9 16,0 0 1-16,3-6-7 0,-3 6-11 0,0 0-4 15,0 0-10-15,0 0-2 0,0 0-4 0,0 0-11 16,0 0 0-16,0 0-8 0,0 0-8 0,0 0 4 16,0 0-3-16,7 14-7 0,-7-8 7 0,0-2-2 15,0 4 2-15,0-1-1 0,2 4 12 0,-1-2-22 16,-1-3 6-16,3 5-3 0,-2-5-6 0,0 1-11 16,2-1 0-16,-1 0-6 0,1 0-7 0,2-2-1 15,1 0-3-15,-1-1-6 0,2 2-5 0,2-1 14 16,-1-3 4-16,-8-1 4 0,16-3 3 0,-7 2 9 15,1-5 16-15,-1 1 12 0,0-2 14 0,0-2 10 16,0 0 26-16,0-2 17 0,-4 2 0 0,0 1-58 16,3 0-26-16,-3-1 0 0,-1 2 0 0,0 0 0 15,-3 1 0-15,2 1 0 0,-1 2 0 0,1-1 0 16,-2 0 0-16,-1 4 0 0,4-4 0 0,-2 1 0 16,-2 3 0-16,2-3 0 0,-2 3 0 0,0 0 0 15,0 0 0-15,0 0 0 0,0 0 0 0,0 0 0 16,2 19 0-16,-2-3 0 0,-1 2 0 0,-2 9 0 15,-3 2 0-15,2 3 0 0,4 3 0 0,-2 0 0 16,-5 11 0-16,10 2 0 0,-6-1 0 0,3-12 0 16,-1-1 0-16,-3 4 0 0,3-4 0 0,-2 1 0 15,-1-4 0-15,-1 1 0 0,0-5 0 0,1-1 0 16,3-6 0-16,-3-2 0 0,3-2 0 0,-2-3 0 16,2-1 0-16,1-3 0 0,0-2 0 0,-3-1 0 15,2 0 0-15,1-1 0 0,0-5 0 0,0 8 0 16,0-8 0-16,-1 5 0 0,1-5 0 0,0 0 0 15,0 0 0-15,0 0 0 0,0 0 0 0,0 10 0 16,0-10 0-16,0 0 0 0,0 0 0 0,-4 3 0 16,4-3 0-16,0 0 0 0,0 0 0 0,0 0 0 15,-16-14 0-15,7 10 0 0,-2-3 0 0,0 1 0 16,-1 0 0-16,-3-5 0 0,0 4 0 0,-2-4 0 16,2 2 0-16,-1 2 0 0,5 0 0 0,-2 3 0 15,4-2 0-15,0 0 0 0,0 0 0 0,4 3 0 0,1 1 0 16,4 2 0-16,-5-6 0 0,4 2 0 15,-3-3 0-15,8 1 0 0,-3-1 0 0,8-9 0 0,5 3 0 16,7-5 0-16,3 2 0 0,7-1 0 16,1-1 0-16,2 0 0 0,-1 0 0 0,17-4 0 15,-18 5 0-15,-1 2 0 0,-2-1 0 0,-1 1 0 16,-1 2-488-16,-3-4-797 0,-11 1-1390 0,-4 0 615 0</inkml:trace>
  <inkml:trace contextRef="#ctx0" brushRef="#br0" timeOffset="42112.3415">22110 1862 380 0,'0'-10'466'0,"0"0"-3"16,0 1-3-16,-1 3 14 0,-2-1 3 0,3 0-7 16,3 2-17-16,-2-2 0 0,-1 2-5 0,0-2-5 15,0 3 0-15,0 0-10 0,0 4-25 16,3-3-18-16,-2 0-32 0,2-1-39 0,-3 4-30 16,0 0-26-16,0 0-41 0,0 0-143 0,0 0-79 0,0 0 0 15,2 10 0-15,-2 3 0 0,4 3 0 0,2 4 0 16,-2 7 0-16,0 0 0 0,-3 3 0 15,2 0 0-15,1 2 0 0,-4-3 0 0,0 4 0 16,-3-1 0-16,1-1 0 0,2 0 0 0,-3 3 0 16,2-2 0-16,-3-5 0 0,1-1 0 0,-3 0 0 15,5-5 0-15,-2-4 0 0,2 0 0 0,1-6 0 16,1 1 0-16,-2-3 0 0,0 2 0 0,-2-6 0 16,6 0 0-16,-2 1 0 0,4-1 0 0,4 0 0 15,1-2 0-15,8 0 0 0,-1-1 0 0,3-2 0 16,-2-3 0-16,10-1 0 0,-9 3 0 0,-1-4 0 15,0 3 0-15,-4-4 0 0,-1 1 0 0,1 0 0 16,1-4 0-16,-3 5 0 0,-2 1 0 0,2-2 0 16,-3 0 0-16,-3 3 0 0,1 1 0 0,1-2 0 15,-8 3-237-15,9-5-426 0,-4 2-553 0,0-1-1316 16,-5 4 582-16</inkml:trace>
  <inkml:trace contextRef="#ctx0" brushRef="#br0" timeOffset="42882.2501">22427 2259 50 0,'0'0'449'0,"7"-8"29"0,0 0 4 15,-4 3 1-15,2-3-15 0,-1 2-32 0,2 0-34 16,-3 0-25-16,1 0-27 0,2 1-31 0,0 0-16 16,-2 1-29-16,1 0-29 0,-1 0-23 0,0 1-19 15,-4 3-26-15,7-3-22 0,-7 3-11 0,0 0-18 16,8-2-18-16,-8 2-7 0,0 0-11 0,13 8-15 15,-7-3-6-15,-2 1-8 0,-3 0 0 0,3 3-12 16,-1-2-5-16,-3 3 0 0,1-4-4 0,-2 4-7 16,-2 0-1-16,-1-3-2 0,2 4-5 0,-3-2-2 15,-3-1-1-15,1-1-10 0,0 1-9 0,-6-4-3 16,6 1-4-16,-2-1 0 0,2 0 2 0,-1-1 4 16,2-1 2-16,-1-1 4 0,7-1-5 0,0 0 6 15,-16-6 1-15,11 2 9 0,1-3 0 0,3 0 6 16,-1 0 5-16,2-3 8 0,1-3 2 15,1-3 0-15,1 5 1 0,3-4 4 0,2 2 6 0,0-2 12 16,-2 6-2-16,-1 3 6 0,0-4-14 0,2 6 1 16,0-4-9-16,-3 3-7 0,3 2-4 0,-1 1 6 15,-6 2-17-15,17-6 1 0,-17 6-1 0,17 3-5 16,-17-3-4-16,18 5 2 0,-7 2-5 0,0-1 1 16,-2 1-16-16,-1 0 9 0,2 7 0 0,-4-3 3 15,1-1-3-15,-3 1-16 0,-1 1-13 0,2-2-11 16,-1 3-16-16,-1-5-15 0,-2 3-11 0,-1-4-8 15,3 0-5-15,-2 0 8 0,0-2 5 0,-1-5 9 16,3 7 12-16,-3-7 11 0,2 6 16 0,-2-6 15 16,0 0 3-16,0 0 6 0,0 0 4 0,16-13 3 15,-9 6 15-15,-2-5 7 0,2 4 4 0,4-6 6 16,-2 2-3-16,0-2 17 0,-1 4 11 0,2 1 4 16,-3 0 12-16,-1 1-5 0,0 1 14 0,2 3-13 15,-3 0 1-15,-1 0-6 0,0-1-9 0,-4 5-8 16,0 0-10-16,15-2-7 0,-15 2-2 0,13 1-17 15,-4 4-13-15,0-1 0 0,0 1 0 0,-2 2 0 16,1 0 0-16,0 2 0 0,-2 2 0 0,0 1 0 16,0-2 0-16,-1 2 0 0,1-4 0 0,-1 3 0 15,-2-3 0-15,-2 2-25 0,3-1-52 0,-2 0 1 16,0-3-11-16,-2 1 4 0,0-2 3 0,0-5 12 16,2 8 9-16,-2-8 12 0,0 0 7 0,0 6 25 15,0-6 9-15,0 0 0 0,0 0 4 0,9-16 8 16,-2 8 8-16,2-9 9 0,2 5-4 0,-1-6 11 15,-1-2-1-15,4 5 16 0,-3-2 8 0,2 1 7 0,3-4-4 16,-3 5-2-16,-2 1-7 0,-1 3-2 16,-3 3-9-16,2-1-1 0,-3 2-11 0,-1 0-1 15,1 3-25-15,1 0-31 0,-2-2-38 0,0 4-44 16,-4 2-49-16,0 0-52 0,0 0-50 0,19 4-77 16,-14-1-82-16,-1 2-76 0,0 0-88 0,2 0-310 0,-6-5-975 15,4 8 432-15</inkml:trace>
  <inkml:trace contextRef="#ctx0" brushRef="#br0" timeOffset="43602.8649">23185 2173 318 0,'0'0'394'16,"4"-6"20"-16,-4 6-9 0,5-5-14 0,-1 2-23 0,-4 3-19 15,1-6-16-15,-1 6-12 0,4-5-13 16,-4 5-10-16,4-4-16 0,-3-1-17 0,-1 5-21 15,0 0-18-15,5-4-23 0,-5 4-18 0,0 0-19 16,0 0-20-16,5-3-14 0,-5 3-11 0,0 0-19 16,0 0-10-16,13 2-8 0,-13-2-11 0,11 5-12 0,-7 0-5 15,0-1-6-15,1 0-8 0,1 0-4 0,-1 0-4 16,0 5-3-16,-2-3-6 0,0 1 1 16,-2 2-3-16,1 0-1 0,-2-3-5 0,-2 5-3 15,-2 0 5-15,1-1-4 0,-2-3-3 0,-3 2 1 16,0 1 4-16,-3-2-4 0,-2 2-1 0,0-5-9 15,2-2 1-15,-1 2-8 0,-1-2 4 0,3-2 3 16,1 2 2-16,0-3-1 0,0-4 7 0,4 0 0 16,0-2-1-16,-1 0 4 0,2-4 5 0,1 2 4 15,3-5 2-15,3-7 8 0,-1 4 3 0,4 2 3 16,1 0 9-16,-2 2 9 0,2 0 2 0,0 2 0 16,-2 1 9-16,3 0-6 0,1 2-2 0,-4 1 3 15,3 4-6-15,-3-2-11 0,0 3-13 0,-5 1 2 16,17 1 4-16,-8 4 1 0,1 4 17 0,3 7 14 15,-2 1 1-15,3 7 7 0,-2 2 12 0,-3 3 8 16,0 0-99-16,-4 1 0 0,0 0 0 0,-1 1 0 16,-2 3 0-16,-2 1 0 0,0-3 0 0,0 1 0 15,0 1 0-15,-2-1 0 0,0-1 0 0,-1 0 0 16,3 1 0-16,0-3 0 0,0 1 0 0,-2-4 0 16,4 1 0-16,-5 0 0 0,4-9 0 0,1-3 0 15,-2-1 0-15,1-3 0 0,0-1 0 0,-2-4 0 16,2-1 0-16,-1 0 0 0,0-6 0 0,3 10 0 15,-3-10 0-15,-2 4 0 0,2-4 0 0,0 0 0 16,4 8 0-16,-4-8 0 0,0 0 0 0,0 0 0 16,0 0 0-16,0 0 0 0,0 0 0 0,0 0 0 15,0 0 0-15,0 0 0 0,0 0 0 0,0 0 0 16,0 0 0-16,0 0 0 0,0 0 0 0,-24-11 0 16,12 3 0-16,-5-2 0 0,-9 1 0 0,-2-1 0 15,-3 0 0-15,0-1 0 0,-2 2 0 0,3 0 0 16,-2 0 0-16,1 3 0 0,4-1 0 0,8 3 0 15,1-1 0-15,5 1 0 0,4 1 0 0,0 1 0 16,3-1 0-16,6 3 0 0,-9-6 0 0,7 0 0 16,2 6 0-16,12-9 0 0,6 0 0 0,1 4 0 15,2-2 0-15,8 0-753 0,-1-4-487 0,-1 3-1343 16,0-5 594-16</inkml:trace>
  <inkml:trace contextRef="#ctx0" brushRef="#br0" timeOffset="44087.3834">23519 2337 239 0,'3'-6'548'0,"-3"6"4"0,2-6 5 0,-2 6-4 15,0 0-29-15,1-8-40 0,-1 8-40 0,0 0-33 16,1-8-39-16,-1 8-17 0,0 0-26 0,2-2-27 15,-2 2-29-15,0 0-23 0,0 0-32 16,0 0-24-16,0 0-16 0,0 0-17 0,0 0-19 0,0 0-11 16,0 0-15-16,0 0-10 0,0 0-13 0,0 0-5 15,0 0-10-15,0 0-8 0,0 0-1 0,0 0-14 16,14-5-4-16,-8 2-5 0,4 0-5 0,-1-2 1 16,-2 3-4-16,5 0-2 0,-4-2 1 0,1-3-29 31,0 2-8-31,-3 3 0 0,-1-3 0 0,2-2 0 0,-7 7 0 0,6-6 0 0,-2 3 0 0,-4 3 0 15,4-6 0-15,-4 6 0 0,1-9 0 0,-1 9 0 16,0 0 0-16,-4-9 0 0,-1 4 0 0,5 5 0 16,0 0 0-16,-13-1 0 0,13 1 0 0,-11 0 0 15,11 0 0-15,-17 6 0 0,12-3 0 0,-4 1 0 16,0 3 0-16,4 1 0 0,-3 0 0 16,5-2 0-16,-1 4 0 0,1 0 0 0,2-3 0 15,1 4-3-15,2-2-11 0,6 3-1 0,1-3 5 0,5 5 4 16,3-4 1-16,2 0-4 0,8 3-15 0,1-5-12 15,1 1-13-15,1-3-34 0,-5-1-39 0,2-1-46 16,-8-2-61-16,-1-5-66 0,0 2-88 0,-3-6-103 16,-2-2-116-16,-2 2-340 0,-6-4-1021 15,0 2 451-15</inkml:trace>
  <inkml:trace contextRef="#ctx0" brushRef="#br0" timeOffset="44681.4208">24861 1930 3539 0,'2'-12'301'0,"-1"1"-151"0,1 0-17 0,0 0-3 15,-2 0 20-15,0-1 11 0,-4-1 11 0,3 5 10 16,-3-2-10-16,-2-1 6 0,1 1-6 0,-3 1 13 0,-1-3 5 15,-2 1 2-15,-3 0 7 0,-1 2-4 16,5 2 14-16,-6 1-13 0,0 2-9 0,1 2-12 16,2-2-20-16,-1 4-13 0,-3 3-7 0,4-1-9 15,2 4-10-15,-5 4 19 0,5 3 25 0,1 1-106 16,1 5-54-16,2 7 0 0,1 4 0 0,3 3 0 16,0 15 0-16,2 1 0 0,5-4 0 0,3 3 0 15,-2 5 0-15,7-2 0 0,-4 2 0 0,1 3 0 16,-2-5 0-16,2 2 0 0,0-2 0 0,-4-1 0 15,-3-4 0-15,0-13 0 0,2 3 0 0,-4-4 0 16,-6 2 0-16,4-4 0 0,-5 0 0 0,-3-1 0 16,-1-5 0-16,1 1 0 0,-2-8 0 0,1-1 0 15,1-1 0-15,-3-3 0 0,1 1 0 0,3-5 0 16,-1 0 0-16,3-6 0 0,0 2 0 0,-2 1 0 16,9-5 0-16,-14-1 0 0,14 1 0 0,-18-10 0 15,14 2 0-15,-1-2 0 0,4-2-485 0,1-5-184 16,0-3-505-16,5-7-1270 0,-5 0 562 0</inkml:trace>
  <inkml:trace contextRef="#ctx0" brushRef="#br0" timeOffset="44885.1913">24427 2443 313 0,'-5'-4'475'0,"5"4"21"15,-8-5 34-15,6 2 18 0,2 3 8 0,-3-8-6 16,3 8-12-16,-3-3-13 0,3 3-17 0,0-7-29 15,0 7-26-15,0 0-37 0,0-7-41 0,0 7-42 32,5-8-37-32,0 4-31 0,2-4-49 0,6 2-61 0,5 2-64 0,1-4-57 0,9 0-49 0,-1 3-55 15,3-1-43-15,0 2-52 0,0 0-50 0,-11 1-47 16,10-2-56-16,-6 3-63 0,-5-1-53 0,10-4-42 16,-7 5-55-16,-2-1-331 0,0-1-935 0,-2 2 414 15</inkml:trace>
  <inkml:trace contextRef="#ctx0" brushRef="#br0" timeOffset="45684.8116">24857 2387 437 0,'0'0'477'0,"0"0"6"15,0 0 11-15,0 0-16 0,-5 4-21 0,5-4-22 0,0 0-22 16,0 0-26-16,0 0-26 0,0 0-25 0,0 0-26 15,0 0-34-15,0 0-29 0,0 0-18 16,0 0-29-16,0 0-17 0,0 0-21 0,0 0-15 16,0 0-14-16,0 0-16 0,0 0-12 0,0 0-10 15,0 0-1-15,0 0-10 0,16 4-8 0,-7-3-13 16,-9-1-3-16,18 2-3 0,-7-4-6 0,2 1-1 16,4 1-11-16,-2-3-1 0,4-1-2 0,-2-1-4 15,2 0-5-15,-1 3 7 0,-4-5-9 0,0 3-18 16,-2-1 3-16,-3 1 2 0,0-1-3 0,-2 2 4 15,0-1-7-15,-1 2 5 0,-1-2-2 0,-3 0-9 16,1 0 3-16,1-1-5 0,-4 5-3 0,-4-8-3 16,4 8-8-16,-5-10 16 0,0 2-6 0,-3 5 1 15,3 1 3-15,-5-2-5 0,-1 2-10 0,3 2 12 16,8 0 2-16,-15-3-3 0,6 5 0 0,1-1 3 16,-1 0-6-16,3 1 4 0,-5 5-4 0,4-4 5 15,-2 3 5-15,1 1 2 0,0-1-1 0,2 2-4 16,0 1 3-16,-2 2-1 0,4-2 3 0,-1 2-9 15,0-1 3-15,2 3 2 0,-2-1-1 0,5-1-14 32,0 0-9-32,5 1-1 0,-2 0-2 0,3-3-6 0,1 3-8 0,4-2-4 0,5 2-12 0,3-4-16 15,-1 1-6-15,2-5-9 0,2 0 2 0,5-3 0 16,0-1-2-16,3-2 6 0,-2-2 7 0,4-3 7 16,-4-2 7-16,-6 4 4 0,7-8 9 0,-6 3 6 15,3-3 1-15,-2-2 5 0,-6 6 8 0,-4-1 0 16,-1 3 2-16,-5-3 1 0,1 2-7 0,-2-1 4 15,1 2-11-15,-6 2-8 0,2-1 0 0,-2 0-11 16,-1 2 7-16,-1 4 4 0,1-8-2 0,-1 8 2 16,-1-6 8-16,1 6 2 0,-5-6 9 0,5 6 0 15,-4-6 8-15,4 6 11 0,-4-3 16 0,4 3 14 16,0 0 22-16,0 0 18 0,-11-2 14 0,11 2 5 16,0 0 10-16,0 0 9 0,-16 5 5 0,14-1 1 15,-6-2-1-15,4 3 7 0,-1-3-6 0,-4 4-11 16,5 1-7-16,-2-4-7 0,1 3-7 0,1-1-8 15,0 0-10-15,0-1-1 0,-1 2-4 0,1-2-1 16,4 2-10-16,-1-1-4 0,-3 1-1 0,4-6 1 16,4 11-3-16,-1-5 0 0,4 2-6 0,2-1-4 15,5 3 1-15,4-4-5 0,1 1-13 0,9-1-10 32,-1 1-19-32,-6-4-13 0,8-1-20 0,3-2-15 15,-4-1-17-15,3-3-20 0,-2 1-7 0,-2-1-31 16,0-2-30-16,0-1-39 0,0-2-51 0,-11 2-35 15,6 0-19-15,-7-2-11 0,3 1-25 0,-2-3-38 16,-6 6-29-16,-4-2-253 0,-3 1-735 0,-1-1 325 16</inkml:trace>
  <inkml:trace contextRef="#ctx0" brushRef="#br0" timeOffset="46296.752">25810 2342 259 0,'0'0'347'0,"0"0"40"0,0 0 32 0,0 0 20 16,0 0 17-16,0 0 7 0,0 0-5 0,0 0-14 15,0 0-18-15,0 0-33 0,0 0-31 0,0 0-28 16,0 0-34-16,0 0-17 0,8-12-31 0,-4 9-25 16,-4 3-21-16,0 0-27 0,11-1-16 0,-11 1-21 15,9-2-20-15,-5-1-15 0,-4 3-3 0,13 2-9 16,-13-2-12-16,14 4-12 0,-7-3-12 0,1 3-9 16,-2-1-5-16,1 3 0 0,-1 1-11 0,-1 1-14 15,2 0 18-15,-5-1-10 0,-1 2-2 0,-1 0-11 16,0 3 12-16,-1-4-2 0,-1 2-5 0,-5-2 1 15,0 3-3-15,-2 3 3 0,-3-6-10 0,-1 3 5 16,-2-4-3-16,-3 2 1 0,-1-1-12 0,-3-3 0 16,1 1-17-16,1 0-3 0,1-2-2 0,1-2 0 15,5-1 4-15,2 0 3 0,0-2 5 0,11 1 1 16,-20-6 4-16,11 2-5 0,4-2 2 0,0 1-3 16,4-4-8-16,1-2 0 0,0 2-10 0,2-2-3 15,1 1-11-15,1-1-8 0,2 1-20 0,2 0-9 16,1 0-6-16,0 4-8 0,-1-4-9 0,2 2-3 15,-3 3 5-15,2 0 1 0,-1-1 6 0,-2 2 4 16,3 1 12-16,-1-4 10 0,-3 3 9 0,0-3 6 16,2 2 11-16,-1 0 12 0,-5-2 8 0,3-3 20 15,-4 2 9-15,1-1 18 0,-1-1 7 0,0-3 6 16,0 2 21-16,0 0 7 0,0-1 13 0,-1 1 13 16,1-2 6-16,0-1 25 0,-2-1 9 0,0 4 16 15,2 0 19-15,-1 1 9 0,1 0 6 0,0 2 3 16,0 0-141-16,-3 0-46 0,6 3 0 0,-3 0 0 15,-3-2 0-15,3 7 0 0,3-6 0 0,-3 6 0 16,-3-7 0-16,3 7 0 0,0-5 0 0,0 5 0 16,0 0 0-16,0 0 0 0,0 0 0 0,0 0 0 15,0 0 0-15,0 0 0 0,-1 23 0 0,1-3 0 16,-4 3 0-16,4-2 0 0,0 4 0 0,-5 4 0 16,5-1 0-16,5 0 0 0,-6 0 0 0,-3-2 0 15,4 0 0-15,0-7 0 0,0 0 0 0,4-1 0 16,-4-1 0-16,3-5 0 0,-1-1-248 0,3-2-473 15,4-4-483-15,-1-1-1304 0,1-4 577 0</inkml:trace>
  <inkml:trace contextRef="#ctx0" brushRef="#br0" timeOffset="48018.1681">26818 2288 388 0,'0'-3'391'0,"0"3"0"0,2-5-3 16,-2 0-10-16,2 1-11 0,-2 4-6 0,0 0-6 16,4-2-10-16,-4 2-12 0,0 0-10 0,0-4-17 15,0 4-17-15,0 0-16 0,0 0-21 0,0 0-20 16,0 0-21-16,0 0-23 0,0 0-19 0,0 0-23 16,0 0-5-16,3 12 8 0,-3-7 4 15,2 1-9-15,-4 0-10 0,2 1 19 0,0-1-6 0,0 2-11 16,0 1-12-16,0-3-3 0,-2 5-11 0,2-2-13 15,0 1-3-15,-1 0-6 0,1 1-17 0,-2-4 1 16,2 3-3-16,0-3-13 0,-2 1-10 16,2-1-46-16,0-1 0 0,0 2 0 0,0-4 0 15,0 2 0-15,0-1-77 0,0-2-62 0,0-3-35 16,0 5-39-16,0-5-42 0,0 0-48 0,0 0-87 0,0 0-92 16,0 0-89-16,13-11-361 0,-7 3-1009 0,-2-4 447 15</inkml:trace>
  <inkml:trace contextRef="#ctx0" brushRef="#br0" timeOffset="48159.1519">26827 2138 313 0,'0'0'386'16,"0"0"5"-16,-1-3-10 0,1 3-12 0,0 0-36 0,0 0-36 16,0 0-31-16,-2-4-49 0,2 4-59 0,0 0-64 15,0 0-56-15,0 0-55 0,0 0-74 0,9 13-96 16,-6-8-81-16,2 3-179 0,3-2-484 15,-2 1 214-15</inkml:trace>
  <inkml:trace contextRef="#ctx0" brushRef="#br0" timeOffset="48565.8365">27029 2260 317 0,'1'-1'488'0,"1"-3"21"0,0 1 12 0,2 2-5 16,-4 1-14-16,0 0-15 0,1-9-15 0,-1 9-34 15,4-5-17-15,-4 5-37 0,0 0-42 0,0 0-40 16,0-5-34-16,0 5-32 0,0 0-19 0,0 0-32 16,0 0-17-16,0 0-15 0,-9 14-16 0,4-6-6 15,1 2-23-15,-3-4-11 0,4 7-1 0,-2-5-33 16,3 4-15-16,-1-1-14 0,0 0-18 0,3 3-11 16,0-4-7-16,0 0 4 0,0-4-5 0,2 2-1 15,-1-3 0-15,2 3 0 0,-1-2 7 0,1 0-5 16,1 0 1-16,1-3 5 0,0 2-5 0,-2 0 4 15,1-2 0-15,1-1 0 0,-1 3-1 0,0-1-2 16,0-2-4-16,-4-2 1 0,3 4 0 0,-3-4 3 16,3 3-10-16,-3-3 9 0,0 0 0 0,4 3-2 15,-4-3-2-15,0 0-9 0,0 5 5 0,0-5 2 16,0 0 0-16,-4 5 0 0,-1-2 3 0,2-1 1 16,-3 3-13-16,1-2-18 0,-1 1-22 0,-4 0-23 15,3-1-26-15,-3 2-27 0,0-1-26 0,2-2-25 16,0 1-14-16,2-2-18 0,2 0-32 0,-1 0-40 15,5-1-38-15,0 0-64 0,0 0-73 0,-5-5-321 16,5 5-848-16,13-8 377 0</inkml:trace>
  <inkml:trace contextRef="#ctx0" brushRef="#br0" timeOffset="48942.8895">27891 2128 515 0,'1'-16'554'0,"-1"2"19"0,2-1-2 16,0 2-7-16,0-2-20 0,-2 4-3 0,0 1-5 15,2 0-5-15,-2 2-27 0,0 2-28 0,0-1-36 16,0 2-36-16,0 1-39 0,-2 0-31 15,2 4-40-15,0 0-35 0,0-5-73 0,0 5-186 0,0 0 0 16,0 0 0-16,0 0 0 0,4 20 0 0,-4-5 0 16,0 4 0-16,3 7 0 0,-3 0 0 0,2 3 0 15,-2 2 0-15,2-4 0 0,-2 4 0 16,0-2 0-16,2 3 0 0,-2-4 0 0,0-2 0 0,0 0 0 16,0 0 0-16,0-7 0 0,-2-2 0 0,0-2 0 15,2 2 0-15,-2 1 0 0,0-6 0 0,2-3 0 16,-1 1 0-16,1-1 0 0,-2-1 0 0,4-2 0 15,-2-2-164-15,0 2-263 0,0-4-16 0,0-2-51 16,0 0-101-16,0 0-417 0,0 0-1095 0,3-22 484 16</inkml:trace>
  <inkml:trace contextRef="#ctx0" brushRef="#br0" timeOffset="49350.0845">27644 2087 3218 0,'-13'-5'375'0,"3"-2"-155"16,1-3-66-16,-4-2 12 0,4 4 48 0,-1-4 51 15,1 2 4-15,3-4-30 0,1 3-31 0,-2-6-5 16,6 0 1-16,2 1-10 0,4-11-20 16,6 4-16-16,5-3-14 0,7-1-3 0,4 1 6 15,13-7 8-15,-1 5-7 0,-4 10-10 0,-1 0-13 16,13 0-14-16,-9 6-9 0,10-2-12 0,3 0-8 0,-15 9 5 15,6-1-5-15,-5 3 5 0,0 3-4 16,1 4-11-16,-3 0-7 0,1 2-8 0,-7 6-43 16,-3-3-14-16,-7 2 0 0,0 0 0 0,-3 8 0 15,-2 3 0-15,-7-3 0 0,-1-1 0 0,-3 9 0 16,-6 1 0-16,-7-1 0 0,-5-2 0 0,-3 2 0 16,-6 0 0-16,-11 7 0 0,6-11 0 0,-14 2 0 0,-3 0 0 15,11-8 0-15,2 1 0 0,1-5 0 16,4-2 0-16,1 0 0 0,5-4 0 0,9-2 0 15,0-1 0-15,4 3 0 0,0-5 0 0,1 1-198 16,2-1-102-16,4 2-59 0,0-1-44 0,2-3-66 16,6 10-102-16,2-4-412 0,5-1-1062 0,-1-2 469 15</inkml:trace>
  <inkml:trace contextRef="#ctx0" brushRef="#br0" timeOffset="49741.2483">28076 2371 157 0,'0'0'473'0,"0"0"13"0,0 0 5 15,0 0-1-15,-3-14-26 0,3 14-27 0,5-7-31 16,-3 2-33-16,0 1-34 0,1-3-20 0,1 3-18 16,0-1-33-16,-1-1-32 0,1 2-17 0,3 1-26 15,-2-2-25-15,1 3-17 0,-6 2-15 0,9-3-13 16,2 3-14-16,-11 0-12 0,16 3-7 0,-7-1-11 15,-3 3-11-15,6-1-5 0,-7 1-14 0,3 1-1 16,-1 2-8-16,-2 0-7 0,2 0-10 0,-3 1-8 16,1 0-15-16,-3-2-9 0,-2 2-12 0,0 0-6 15,3 0-13-15,-6-2-6 0,1 0-7 16,-1-3 0-16,2 1 1 0,-3 0 3 0,3-1 8 16,-2-1-3-16,3-3 15 0,-1 3 11 0,1-3 11 0,0 0 0 15,0 0-2-15,0 0-1 0,0 0 8 0,1-18-1 16,3 9-2-16,-1-2 0 0,7-4 1 0,-5 2-2 15,-1 0-1-15,3-1-4 0,0 4-17 0,2-1-26 16,-2 1-41-16,6 0-30 0,-3 1-36 0,1 5-44 16,-2-2-37-16,3 1-28 0,-1 2-28 0,-2 0-29 15,3 3-33-15,-7 0-18 0,1 0-5 0,1 3-194 16,-3-3-625-16,-4 0 277 0</inkml:trace>
  <inkml:trace contextRef="#ctx0" brushRef="#br0" timeOffset="50054.6079">28406 2320 117 0,'0'0'212'0,"0"4"43"0,0-4 19 15,0 0 19-15,0 0 14 0,0 0 6 0,0 0 2 16,0 0-15-16,10-8-3 0,-6 6-13 16,-4 2-12-16,6-7-12 0,-2 3-9 0,-1 0-15 15,2 1-16-15,-3-2-17 0,4 3-11 0,0 0-15 16,-2-1-19-16,-1 2-16 0,4 0-14 0,-7 1-14 0,11 0-11 16,-6 2-9-16,2 1-11 0,-1-1-7 15,4 3-10-15,-2 0-8 0,0 3-8 0,-2 0-10 16,-1-2 4-16,-2 3-8 0,-1 0-3 0,1-2 0 15,-6 0 1-15,1 0-2 0,-1 3-5 0,-3-2 0 16,-2 1-2-16,-1 0-1 0,-7-2-2 0,5-3-7 16,-8 2-9-16,2 0 2 0,5-5 1 0,-1 0-2 15,0-1 1-15,4-1 5 0,3 0-1 0,-3-4 1 0,1 1-9 16,3-2 6-16,1 0-5 0,-1-5-4 0,5 2-10 16,0 0-7-16,5-1-19 0,-1 1-22 15,4 0-23-15,2 0-23 0,3-2-26 0,2 2-45 16,1 2-46-16,1 0-51 0,1 0-60 0,4 5-62 15,0 1-361-15,-4-2-816 0,1 2 362 0</inkml:trace>
  <inkml:trace contextRef="#ctx0" brushRef="#br0" timeOffset="50382.8086">28689 2309 335 0,'0'0'499'0,"-10"-13"39"0,9 7 28 0,1 1 10 15,0 0 7-15,0 5-5 0,1-10-2 0,-1 10-12 16,2-6-30-16,-2 6-37 0,1-5-43 0,-1 5-47 16,0 0-36-16,0 0-46 0,0 0-36 0,0 0-35 15,0 0-23-15,0 0-217 0,0 29-14 0,2-4 0 16,-3 0 0-16,2 5 0 0,1 3 0 0,-1 3 0 16,-1 0 0-16,0 0 0 0,0 9 0 0,-3-10 0 15,6 1 0-15,-6-1 0 0,1-2 0 0,-1-3 0 16,1 2 0-16,-2-4 0 0,-1-4 0 0,1-4 0 15,0-1 0-15,-1-3 0 0,1-6 0 0,0 1 0 16,2 0 0-16,-1-4 0 0,3-1 0 0,-4-3 0 16,4 5 0-16,0-8 0 0,-2 6 0 0,2-6 0 15,0 0-209-15,0 0-205 0,0 0-80 0,0 0-69 16,2-19-61-16,-2 5-358 0,3-1-1062 0,-6-6 470 16</inkml:trace>
  <inkml:trace contextRef="#ctx0" brushRef="#br0" timeOffset="50682.9276">28668 2413 210 0,'6'-15'426'0,"-1"-1"14"0,5 1 7 15,-3 1-5-15,2 0-9 0,-2 5-17 0,6-5-18 16,1-1-22-16,-1 3-15 0,2 3-11 0,1-1-15 16,0 0-9-16,-2 4-30 0,-2 3-31 0,-2-3-23 15,4 4-24-15,-6-2-22 0,0 1-26 16,-8 3-13-16,12-1-22 0,-12 1-12 0,17 1-12 15,-11 1-13-15,2 3-14 0,-3 0-7 0,0-1-11 16,-1 1-3-16,-1 3-8 0,-1-3-2 0,-2 5-6 0,0-1-4 16,-1 0-1-16,-4 2 0 0,-2 0-8 0,-5 1-7 15,-1 1 8-15,0-2-10 0,-2-2-2 0,-1 1-2 16,2-5-12-16,0 1-26 0,0-1-14 16,5 0-19-16,0 0-26 0,0-2-8 0,2-1-21 15,0 1-25-15,7-3-40 0,-8 3-69 0,8-3-115 16,0 0-96-16,0 0-91 0,0 0-371 0,13-17-988 15,1 9 437-15</inkml:trace>
  <inkml:trace contextRef="#ctx0" brushRef="#br0" timeOffset="51070.9643">29024 2338 273 0,'0'0'365'0,"0"0"2"0,9-4-12 0,-9 4-18 15,0 0-32-15,1-7-21 0,2 4-17 0,-3 3-5 16,5-4-14-16,-5 4-15 0,5-5-21 0,-5 5-20 16,0 0-21-16,7-2-15 0,-7 2-19 0,11-3-13 15,-11 3-16-15,0 0-10 0,14 2-7 0,-10 0-11 16,6 0-11-16,-5 1-10 0,3 1 2 0,-3 0-9 16,0 1-10-16,3 1-8 0,-3 0 1 0,-1 0 2 15,0 1-5-15,-2 0-6 0,0-1 0 0,-2 2 0 16,-2-3-7-16,0 3 1 0,-3-3-1 0,-3 1-6 15,-2-2 7-15,-1 2-13 0,1-4 8 0,0 3-2 16,-4-4 1-16,1-1-6 0,3 0 3 0,10 0 7 16,-15-3-3-16,4 0-5 0,2 1 1 0,4-4-1 15,1 2 1-15,-1-2-4 0,0-2 0 0,7 1-3 16,-2 2 1-16,3-3-5 0,-1-1-2 0,4 0-10 16,-1-2-17-16,4 4-15 0,5-2-22 0,-4 2-31 15,3-2-17-15,5 4-31 0,0 1-31 16,-3-4-34-16,3 5-26 0,-5-1-33 0,0 4-41 0,-2 0-34 15,0 0-218-15,-3-1-607 0,1-1 269 0</inkml:trace>
  <inkml:trace contextRef="#ctx0" brushRef="#br0" timeOffset="51743.5003">29192 2242 80 0,'0'0'336'0,"0"0"15"0,0 0 3 16,2-9 5-16,-2 9-18 0,0 0-17 0,1-3-14 15,-1 3-15-15,4-6-14 0,-4 6-16 0,4-4-21 0,0 2-20 16,-1-1-15-16,2 2-16 0,-5 1-19 0,7 4-19 16,-2-3-8-16,3 1-8 0,1 2-15 15,-3 1-2-15,2 0-7 0,1-1-12 0,1 2-9 16,-1 1-11-16,-1 1-4 0,0 2-7 0,-1-3-5 16,-2 4-7-16,0-3-5 0,-2 1-2 0,-2 0-8 15,1 0-4-15,-1-1-5 0,0-1 1 0,-1 0-5 0,-1-1-1 16,0-1-4-16,1-1 0 0,-2 0 1 15,1 0-2-15,-2-2-1 0,0 3-1 0,3-5-1 16,-7 3 0-16,7-3 3 0,-2 0 16 0,2 0 11 16,0 0 12-16,0 0 1 0,-9-7 0 0,9 7-5 15,0-7 4-15,0 0-7 0,0 1 5 0,4-2-11 16,1-1-3-16,0 1-9 0,0-1-8 0,3 1-3 16,2 0-4-16,3-5-8 0,-2 7 2 0,4-6-2 15,0 2-6-15,2 2-16 0,1-2-12 0,0-1-16 16,1 1-14-16,-1 1-26 0,5-4-20 0,-4 5-4 15,-2 1 1-15,2-2-10 0,-2 0-19 0,-1 0-24 16,1 0-18-16,-2-1-32 0,-2 2-19 0,2-2-15 16,-6 0-7-16,4-1-16 0,-3-3-19 0,-1 0-14 15,0 0-5-15,-1 2 3 0,-3 1 21 0,0 0 43 16,0-5 21-16,-2 4 46 0,-2-2 42 0,2 5 41 16,-3-3 39-16,1 3 11 0,-1-3 33 0,-1 4 40 15,-3-2 35-15,3 1 32 0,-1 2 30 0,1-2 31 16,0 0 40-16,-2 3 31 0,-1-1 28 0,4-1 28 15,-2 2 22-15,-1 2 19 0,2-1 33 0,-2 0 19 16,1 1-3-16,2 4-13 0,-3-4-21 0,3 4-41 16,0-5-32-16,0 5-30 0,0 0-29 0,0 0-27 15,0 0-103-15,0 0-95 0,-1 16 0 0,2-2 0 16,-2 5 0-16,1 7 0 0,-1 4 0 0,1 3 0 16,1 4 0-16,-2-4 0 0,-3 1 0 0,4 14 0 15,-3-1 0-15,3-2 0 0,-5-12 0 0,1-1 0 16,0 0 0-16,2 1 0 0,-2 0 0 0,-1-5 0 15,1 1 0-15,0-4 0 0,7-4 0 0,-7-4 0 16,0-2 0-16,4-3 0 0,-4-2 0 0,1 0 0 16,1-4 0-16,-3-2 0 0,5 1 0 0,0-5 0 15,-4 6 0-15,4-6 0 0,0 0 0 0,0 0-26 16,0 0-712-16,7-23-501 0,0 7-1340 0,-1-1 593 16</inkml:trace>
  <inkml:trace contextRef="#ctx0" brushRef="#br0" timeOffset="52118.4195">29603 2373 3 0,'0'0'382'0,"0"0"6"0,0 0 22 15,0 0 14-15,0 0 4 0,0 0-18 0,0 0-24 16,0 0-25-16,0 0-17 0,-4-5-15 0,4 5-14 16,0 0-12-16,0 0-19 0,0 0-21 0,14-11-26 15,-10 7-22-15,3 1-19 0,-2-1-21 0,4 0-20 16,2-3-4-16,-4 2-11 0,2 0-11 15,2 0-8-15,-1 0 3 0,-2 0-11 0,3 1-12 16,-2 0 11-16,-1 0-8 0,1 1-10 0,0-3 4 0,0 2-5 16,-1 2-9-16,-8 2 4 0,12-3-9 0,-7-1 1 15,-5 4-11-15,0 0-2 0,9-4-13 16,-9 4-11-16,0 0 1 0,9-1-17 0,-9 1-9 16,0 0 19-16,8 12-12 0,-6-7-15 0,1 1 5 15,-2 1 3-15,3-1-2 0,-3 3 3 0,3 1-9 16,-1 1-10-16,-2-2 0 0,1 0 0 0,-1-2 0 15,1 1 0-15,0 0 0 0,-2 1 0 0,0-2 0 16,2-3 0-16,1 1 0 0,-3-5 0 0,1 9-60 16,0-5-71-16,-1-4-34 0,0 0-25 0,3 4-39 15,-3-4-85-15,0 0-94 0,15-4-79 0,-5-3-48 16,-1-1-411-16,0 1-1024 0,3-5 454 0</inkml:trace>
  <inkml:trace contextRef="#ctx0" brushRef="#br0" timeOffset="52243.4135">29958 2239 47 0,'2'-6'219'0,"0"3"7"15,-2-6 0-15,3 5 10 0,-3-3 15 0,0 2 16 16,1 0 7-16,-1 5-27 0,3-8-21 0,-3 8-22 16,0 0-30-16,-3-8-21 0,3 8-25 0,0-4-38 15,0 4-45-15,0 0-55 0,0 0-52 0,0 0-39 16,0 0-60-16,0 0-80 0,0 0-166 0,0 0-440 16,0 0 195-16</inkml:trace>
  <inkml:trace contextRef="#ctx0" brushRef="#br0" timeOffset="52948.1398">30026 2307 124 0,'0'0'421'0,"0"0"21"16,12-8-13-16,-12 8-20 0,6-4-24 0,-2-1-31 0,0 3-21 16,0-1-25-16,1 1-15 0,-1-1-22 0,1-4-22 15,-3 5-21-15,3 1-25 0,-1-2-18 0,-4 3-20 16,5-1-23-16,-5 1-12 0,5-1-15 0,-5 1-16 31,8 5-8-31,-2-4-15 0,-2 4-3 0,1 2-11 0,-2-2-4 0,3 3-8 0,-3-2-5 0,-2-1-7 16,-1 2-2-16,3-1 3 0,-6 0-10 15,3 1-1-15,0-1-2 0,-4 0-2 0,4-1-4 16,-5 1 0-16,1-2 1 0,0 1-2 0,-1 0 0 0,-1 1-4 16,0-4-4-16,3 2 3 0,-3 0-1 0,3-2 1 15,-1-1-2-15,4-1 2 0,-7 2 4 0,7-2 0 16,0 0-2-16,-7 1 4 0,7-1-8 0,0 0-1 15,-2-6-2-15,0 2-3 0,2-1 2 16,0 5-2-16,4-9-3 0,-2 3-1 0,0 0 1 16,3 2-3-16,0 0 3 0,-4-2-6 0,3 1 6 15,0 1-4-15,1-1 2 0,-1 2 0 0,0 1-2 16,2-2-2-16,-1 1 0 0,-1 0-1 0,1 0 0 16,3 0 1-16,-3 3-2 0,3 0 6 0,-8 0-5 15,14 0 0-15,-6 3 1 0,-2-1 1 0,2 0-3 16,-2 0 4-16,1 1-7 0,-1 1 5 0,0 0-3 15,-1-1 4-15,1 1-1 0,-3 0 4 0,1 1-5 16,1-2-1-16,-1 2-4 0,0-1-9 0,1-2-5 16,-2 1-3-16,-1 0-2 0,-2-3 5 0,5 2 3 15,-5-2 4-15,3 3 10 0,-3-3 7 0,0 0-3 16,0 0-1-16,0 0 4 0,13-8-4 0,-10 5 7 16,1-1 6-16,0 0 1 0,1-1 10 0,2 0 16 15,1-2 9-15,0 3 7 0,-1-3 3 0,-1 3 6 16,0-1-2-16,-1 0 5 0,-1 3-5 0,0-2-4 15,1 1-6-15,2 0-2 0,-7 3-6 0,6-6-11 16,-5 4-2-16,-1 2-7 0,0 0-5 0,0 0-1 16,12 4 0-16,-7 3-6 0,-1-2 1 0,-3 2-6 15,4 2 5-15,0 0-3 0,0 0 0 0,-1 0-3 16,0 1 2-16,-1-1-1 0,-1 2-2 0,1-5-20 31,-1 0-15-31,1 2-22 0,1-6-18 0,-2 4-21 0,1-1-13 0,-3-5-19 0,4 7-16 0,-2-4-42 16,3-2-48-16,3-1-67 0,-8 0-51 0,15-4-38 15,-3-3-29-15,-1 2-15 0,0-1-234 0,-1 0-720 16,1-3 319-16</inkml:trace>
  <inkml:trace contextRef="#ctx0" brushRef="#br0" timeOffset="53730.4631">30590 2307 167 0,'0'0'288'0,"0"0"11"0,0 0 2 0,0 0-16 15,-3-8-12-15,3 8-4 0,0 0-12 0,0 0-16 16,8-4-6-16,-8 4-23 0,6-5-6 0,-2 3-15 0,-4 2-12 16,12-4-22-16,-8 2-10 0,1 0-19 15,-5 2-12-15,11 0-9 0,-11 0-15 0,10 0-10 16,-10 0 2-16,9 2-21 0,-9-2-10 0,10 5-3 16,-4-2-5-16,-4 2 6 0,2-1-20 0,0 3 5 15,-3-3-9-15,2 2-2 0,-3 2 8 0,2-1-11 16,-4-1-7-16,0 0 4 0,0 0-5 0,-2-2 9 15,-1 2-3-15,-2-2-13 0,-3 0 8 0,0-1-7 16,0 2-8-16,-2-4-3 0,5 0-2 0,-2-1-1 16,9 0 4-16,-17-2-1 0,11 0 12 0,-1-1-7 15,3 0 3-15,-1-2-4 0,0 0 4 0,1-2-2 16,3 0-3-16,1 1 6 0,1-4 8 0,2-1-1 16,-2 2 5-16,3 0 12 0,0-2 11 0,1 1-11 15,-4 3 6-15,3 2-4 0,1-3 9 0,-2 3-9 16,1 4-4-16,1-2 1 0,-5 3-4 0,6-6-8 15,-6 6-1-15,7-1-6 0,-7 1-4 16,0 0 1-16,19 5 0 0,-14 0 0 0,0-2-2 0,1 0 4 16,3 5-5-16,-1-2-2 0,-2 5-3 0,1-5 5 15,0 4-3-15,2-1 0 0,0-1 2 0,-2 3 0 16,-2-3 1-16,2 0 0 0,0-1 1 0,-1 0-4 16,-1-1 9-16,3 1 0 0,-2-1-2 0,-1-3 7 15,3 1 5-15,-3 0 18 0,8-3 6 16,-3-1 6-16,2 1 17 0,-1-2 17 0,2-3 14 15,-1-1 4-15,5-2-1 0,1-1 9 0,-1 0 15 16,-1-4 5-16,5-4-6 0,-4 3-3 0,4-7-6 0,-4-2-1 16,2-1-6-16,-1-5-15 0,0 6 1 0,-3-4-19 15,2-1-3-15,-4-2-9 0,1 1-10 0,-4 4 13 16,-1 1 15-16,-3 5 15 0,1 1-17 0,0 2 8 16,-3 0 3-16,-2 4-3 0,1 0 7 15,2 5-6 1,-5-1-78-16,2 1-10 0,-4 1 0 0,2-1 0 0,0 1 0 0,0 2 0 0,0 3 0 15,-3-5 0-15,3 5 0 0,0 0 0 0,0 0 0 0,-15 3 0 16,10 3 0-16,-5 4 0 0,4 0 0 16,-3 3 0-16,1 5 0 0,-1 1 0 0,3 5 0 0,-2 3 0 15,3-2 0-15,1 2 0 0,2 7 0 16,-1-6 0-16,3 1 0 0,1-1 0 0,1-2 0 16,0-6 0-16,2 6 0 0,1-6 0 0,0-1 0 15,4 0 0-15,0-3 0 0,-1 0 0 0,0-3 0 0,-1-3 0 16,3-1 0-16,-1 1 0 0,-2-4 0 0,2 2 0 15,2-5 0-15,-2 1 0 0,-4-3 0 16,5 0-90-16,-10-1-126 0,13 0-37 0,-13 0-42 16,14-2-53-16,-9-1-64 0,-5 3-61 0,8-8-71 15,-8 8-383-15,3-7-1004 0,-3 1 444 0</inkml:trace>
  <inkml:trace contextRef="#ctx0" brushRef="#br0" timeOffset="56061.5419">1713 2687 152 0,'-5'-4'443'0,"4"-1"14"0,0 2 13 16,-3 0-2-16,4-2-3 0,-3 1-6 0,3 4-1 15,0 0-10-15,-1-9 7 0,-2 6-7 0,3 3-7 16,0 0-13-16,0-5-17 0,0 5-17 0,0 0-34 16,0 0-23-16,0 0-24 0,0 0-34 0,0 0-26 15,0 0-27-15,0 0-200 0,0 0-26 0,0 0 0 16,0 0 0-16,0 0 0 0,0 0 0 0,0 0 0 16,0 0 0-16,-1 14 0 0,2-4 0 0,2 2 0 15,-3 4 0-15,4 6 0 0,-4 3 0 0,4 3 0 16,-3 3 0-16,4 0 0 0,-4 3 0 0,3 3 0 15,-4 10 0-15,0-12 0 0,0-1 0 0,0 1 0 16,-4 0 0-16,3-2 0 0,-3 0 0 0,2-4 0 16,-5 0 0-16,3-1 0 0,3-2 0 0,-4-8 0 15,5-3 0-15,0-4 0 0,0 1 0 0,0-4 0 16,0-1 0-16,0-3 0 0,1 1 0 0,-1 2 0 16,3-4 0-16,-3-3 0 0,0 6 0 0,0-6 0 15,0 0 0-15,2 4 0 0,-2-4 0 0,0 0 0 16,0 0 0-16,13-2 0 0,-13 2 0 0,12-5 0 15,-7 1-347-15,-4 0-206 0,3-3-55 0,0-3-37 16,-5 3-362-16,1-5-1090 0,-4-1 482 0</inkml:trace>
  <inkml:trace contextRef="#ctx0" brushRef="#br0" timeOffset="56296.0961">1550 3180 266 0,'-8'-3'359'15,"3"0"15"-15,-4 0 23 0,4-1 27 0,1 1 25 16,4 3 14-16,-9-5 3 0,9 5-2 15,-9-4 29-15,8 0-18 0,1 4 5 0,0 0-8 0,0 0-11 16,0 0-28-16,-4-5-36 0,4 5-48 0,0 0-35 16,9-8-31-16,0 1-33 0,9 0-128 0,-1 2-122 15,9-5 0-15,2 2 0 0,2 0 0 16,0 0 0-16,1-1 0 0,1 4 0 0,-3-3 0 16,2 0 0-16,0-1 0 0,-2 2 0 0,-1 2 0 15,0 1 0-15,-7 1-6 0,1 1-317 0,-3-1-29 16,-6 1-34-16,-2 1-31 0,2 1-30 0,-4 2-30 15,2-1-7-15,-11-1-2 0,12 0-317 0,-10 3-869 0,-2-3 385 16</inkml:trace>
  <inkml:trace contextRef="#ctx0" brushRef="#br0" timeOffset="56639.8249">2029 3059 9 0,'0'0'131'16,"0"0"64"-16,-1 5 50 0,1-5 26 0,0 0 21 16,0 0 9-16,0 0 24 0,0 0 6 0,0 0 10 15,0 0 2-15,15-13-2 0,-7 8-9 0,-3 3-6 16,0-3-9-16,-1 1-11 0,-4 4-22 0,15-5-16 15,-10 2-18-15,0 0-26 0,-5 3-25 0,13-4-22 16,-13 4-15-16,18-1-15 0,-18 1-17 0,14 1-14 16,-5 1-14-16,-4 2-4 0,4 1-9 0,0 2-5 15,0 0-6-15,-4 4-12 0,1-4-6 0,-3 6 2 16,1-1-3-16,-4 0-11 0,0 4-6 0,-5 0-2 16,-3 1 0-16,-1 0-3 0,-5-3-2 0,0-1-2 15,-3 1-2-15,2-1-6 0,-3-3-1 0,2-1 2 16,4-4 4-16,2-1 11 0,1-1 38 0,4-1 36 15,-2-1 28-15,7-1-19 0,-13-6-2 16,7 1-27-16,2 0-95 0,1-7 0 0,1 0 0 16,1 0 0-16,1 1 0 0,3-6 0 0,0 1 0 0,4 2 0 15,-1-3 0-15,1 1 0 0,0 0 0 0,1 8 0 16,3-6 0-16,-2 4-190 0,7 0-165 0,-1 0-81 16,2 2-90-16,3 4-107 0,2 0-376 0,-2-2-1093 15,2 4 485-15</inkml:trace>
  <inkml:trace contextRef="#ctx0" brushRef="#br0" timeOffset="57358.8482">3486 3104 96 0,'8'-17'449'16,"-1"1"-5"-16,0 2 0 0,-2-3-8 0,-1 7-11 15,-1 0-8-15,4 2-20 0,-6 0-20 0,0 2-20 16,1 1-13-16,-1 0-15 0,-1 0-13 0,1 0-20 15,-1 1-23-15,0-1-27 0,-1-1-27 0,0 3-23 16,-2-1-22-16,-1 1-22 0,-2 0-19 0,2 2-17 16,4 1-12-16,-10-3-5 0,2 5-14 0,1-1-5 15,-5 3-13-15,2 5-6 0,-4 2-8 0,2 5 2 16,1-2-10-16,-1 3-10 0,-1 4 3 0,5-3-7 16,-3 6 0-16,3-8-1 0,1 1-8 0,3-1 1 15,-2-2-12-15,2-1 2 0,1-3 7 0,2-1-8 16,1 1 2-16,1-2-5 0,1-1 8 0,0 3 5 15,5 0-3-15,1-3-4 0,1 2 2 0,4-4-12 16,5 5 13-16,-1-3-7 0,2-1-3 0,0 1 0 16,-1 0 1-16,0 1-2 0,-4-2 5 0,-1-3-4 15,-2 1 2-15,-2 0-5 0,-1-2 0 0,-2 1-1 16,-2 0 1-16,1-1-6 0,-2 3 4 0,-1 0-1 16,-2 0 4-16,-1-1 3 0,-2 3 2 0,-7 2 1 15,-4 1-3-15,-3 2 2 0,-7 0 2 0,-4-1-4 16,0 4-2-16,-3-4-10 0,1 1 14 0,2-3-3 15,8-3-2-15,1 1-3 0,1-4-4 0,7 1-12 16,3-1-13-16,-2-3-24 0,1 0-24 0,5 0-72 16,4 0-71-16,-5-7-73 0,10 1-53 0,2-4-36 15,6-3-32-15,3-1-43 0,7-6-38 0,1 2-342 16,-2 2-902-16,4-3 399 0</inkml:trace>
  <inkml:trace contextRef="#ctx0" brushRef="#br0" timeOffset="58064.1891">3657 3187 155 0,'4'-3'337'0,"0"0"13"0,0-1 21 16,-3 1 12-16,4-1-10 0,-1-3-4 0,1 2-4 15,-1-2-13-15,1 2-5 0,-1 0-24 0,1-1-11 16,3-1-15-16,-2 0-11 0,-1-1-32 0,3 4-24 16,-3 0-21-16,4-5-29 0,-3 4-12 0,1 1-15 15,-1 0-18-15,0 1-16 0,3 1-15 0,-1 1-14 16,1 1-8-16,4 1-7 0,-2 1-7 0,-3 1-10 15,3-1-9-15,-3 0-1 0,-2 2-10 0,2-1-2 16,-4 2-6-16,6 0-6 0,-6 1 0 0,0 1-3 16,-3 3 0-16,3-2-4 0,-4 2 4 0,-4 0-5 15,-1 1-9-15,-3 3-1 0,-2-5-8 0,-4 3-7 16,-3-1-12-16,2 0-3 0,-4-2 3 0,1 2 6 16,-1-6 2-16,1 2 2 0,3-2 8 0,3-2 9 15,1 1 13-15,3-4 10 0,0-4 8 0,-2 2 6 16,5-3 5-16,0-3 16 0,1 1 1 0,0-6-6 15,4 2-5-15,0-5-2 0,4-1 2 0,1 2 1 16,3-4 4-16,-3 6 15 0,5-4-2 0,-6 6-10 16,5-2 12-16,-1 0-5 0,0 5-7 0,0-3-6 15,0 4-7-15,-4 1-1 0,2 3-9 0,-1-1-2 16,0 1-21-16,2 3 11 0,-1-2-19 0,3 6 9 16,0 1-4-16,1 3-1 0,0-1 4 0,-1 6-4 15,0 2-12-15,-1 1 0 0,2 2 0 0,-3 6 0 16,-1 3 0-16,-2-1 0 0,-3 4 0 0,-1 0 0 15,0 1 0-15,-1 1 0 0,1 0 0 0,-4-1 0 16,1 0 0-16,0-2 0 0,0 1 0 0,-3-1 0 16,-1 0 0-16,6-1 0 0,-3-3 0 0,0 0 0 15,3-1 0-15,-3 1 0 0,4-4 0 0,0-4 0 16,0 3 0-16,0-4 0 0,-2 0 0 0,4 0 0 16,-2-5 0-16,1-2 0 0,-1 2 0 0,3-4 0 15,-3 2 0-15,0-3 0 0,1-1 0 0,1-1 0 16,0 1 0-16,-1-3 0 0,2 1 0 0,-3 1 0 15,0-4 0-15,5 4 0 0,-4-2 0 0,-1-2 0 16,8 3 0-16,-3-3 0 0,-5 0 0 0,14-1 0 16,-1-1 0-16,1-1 0 0,3 0 0 0,1-2 0 15,8-3 0-15,3-1 0 0,-3-1 0 0,-1-3 0 16,1 1 0-16,1-1 0 0,0 4 0 0,0-2 0 16,-3-1 0-16,-6 6 0 0,-1-1 0 0,-6 1 0 15,-1 0 0-15,0 4 0 0,-3-1 0 0,-2 1 0 16,0 0 0-16,-1-3 0 0,1 2 0 0,-5 3 0 15,0 0 0-15,8-3 0 0,-8 3 0 0,4-3 0 16,-4 3 0-16,0-9-326 0,-7 3-986 0,7 6-1419 16,-9-11 628-16</inkml:trace>
  <inkml:trace contextRef="#ctx0" brushRef="#br0" timeOffset="58532.8263">4188 3210 161 0,'5'-11'545'0,"-3"3"-1"0,1 1-10 15,-2 0-7-15,0 1-16 0,1 2-41 0,-1 1-23 16,1 0-42-16,-2-1-27 0,0 4-35 0,0 0-20 16,4-4-30-16,-4 4-7 0,0 0-35 0,0 0-26 15,0 0-24-15,0 0-30 0,0 0-20 0,0 0-6 16,0 0-23-16,0 0-5 0,1 13-14 0,1-6-12 15,-2 2-25-15,0 1 13 0,1-1-7 0,0 2-8 16,2 1-11-16,-2-2-7 0,-1 0-6 0,1 2-12 16,1-1-20-16,-1-1-8 0,-1-2-14 0,1 0-7 15,-1-3-2-15,2 0-9 0,-2-1 0 0,1 0-7 16,-1-4 13-16,1 5 6 0,2-4 5 0,-3-1 8 16,6 2-5-16,-6-2 5 0,9-6 2 0,-3-1-3 15,2 0 3-15,2 1 11 0,-1-5 8 0,-1 3-3 16,1 1-1-16,1 0 17 0,-2 0 4 0,-3-2 5 15,0 4-3-15,5-2 5 0,-6 3-3 0,1 1-5 16,2 1-1-16,-4-3-3 0,0 1-8 0,2 2 2 16,-5 2-5-16,9 0-5 0,-3 0-3 0,-6 0 5 15,11 1-10-15,-4 3 7 0,-2 2-10 0,3-3 8 16,-1 3-7-16,0 0 2 0,-2 0-17 16,2 0-22-16,-1 1-26 0,0-1-35 0,-2 1-38 0,3-2-42 15,-5-2-48-15,3 1-54 0,-1 2-54 0,-1-3-44 16,3 0-49-16,-6-3-72 0,11-1-383 0,-11 1-955 15,17-5 422-15</inkml:trace>
  <inkml:trace contextRef="#ctx0" brushRef="#br0" timeOffset="59626.4984">4699 3173 247 0,'0'0'378'0,"3"-3"5"0,-3 3-6 0,0 0-30 15,3-4-14-15,-3 4-18 0,4-3-16 0,-4 3-22 16,0 0-13-16,5-2-23 0,-5 2-20 16,0 0-23-16,1-3-17 0,-1 3-22 0,0 0-18 15,0 0-20-15,0 0-11 0,8 0-13 0,-8 0-14 0,6 3-5 16,-2-1-9-16,-3 1-5 0,3 2-10 0,0 0-9 16,0 3-1-16,0-1-4 0,-4-2-2 15,1 1-6-15,-1 3 1 0,0-2-8 0,-1 0 2 16,-2 2-7-16,2 1 0 0,-4-1-3 0,-3-2-3 15,-1 0-8-15,-1-1-5 0,1-1-4 0,-1-1-2 16,0 1-3-16,1-2 5 0,1 1 3 0,-1-3 1 16,3-2 3-16,6 1-4 0,-14-4 8 0,7 1 6 15,4-4 7-15,-1 2 7 0,0-4 0 0,1 2 3 16,2-6-2-16,1 5-1 0,1-4 6 0,2 2 5 16,1 1 3-16,0-3 5 0,1 4-4 0,1-1 2 15,0 1 0-15,-2 2 1 0,-1 1-7 0,1 2-5 16,-1-2-4-16,5 4-4 0,-2 0 1 0,2 0-1 15,-8 1-6-15,13 5 0 0,-3 0 5 0,-1 1 7 16,-1 1 2-16,-1 0-6 0,2 0-3 0,-1 3 3 16,-3 1-1-16,3-3-4 0,-3 2 1 0,-1-2-2 15,0 2-2-15,-2-1-10 0,2-3 5 0,-4-1-1 16,4 2-2-16,-2-3-2 0,0 1 1 0,-1-2 0 16,3 1-2-16,-3-1 4 0,-1-3 1 0,2 2 1 0,-2-2 1 15,0 0 1-15,0 0-1 0,16-6-1 16,-8 2 3-16,0-2-4 0,-1 1 0 0,1-3-2 15,-3 0 3-15,2-2 6 0,-2-2 5 0,-1 2 2 16,-1-1 1-16,-1 1 6 0,0 1 2 0,-1 0 11 16,3 1-1-16,-3 1 3 0,-1 2-2 0,1 0-6 15,-1-1-4-15,2 3-6 0,-2 3-5 0,1-4 0 16,-1 4-5-16,1-3-5 0,-1 3-4 0,0 0-3 16,0 0-3-16,3-4-3 0,-3 4 2 0,0 0-2 15,0 0-2-15,0 0 0 0,3-2-1 0,-3 2 1 16,0 0-3-16,0 0-2 0,4-3 8 0,-4 3-3 15,8 0 0-15,-8 0-3 0,0 0 8 0,9 3-5 16,-5-1 5-16,-4-2-4 0,11 0-5 0,-11 0 1 16,9 1-1-16,-6 0 0 0,2 1 1 0,1 1-5 15,-2-2-2-15,4 3 2 0,-7 0 1 0,3 1 2 16,1-1 3-16,-1 0-5 0,1 1 4 0,0 0 1 16,-1 1-5-16,1-1 5 0,-1 2-1 0,0-2-1 15,-3 2-6-15,-1-3 7 0,4 2 5 0,-4-1-2 16,4 0-9-16,-4 0 10 0,0 1-1 0,1 0-5 15,-1-1 8-15,0 1-5 0,0-1 3 0,0-2-2 16,0 2 1-16,1-1 0 0,0-1 1 0,1 1-15 16,-2-1 1-16,0-3 3 0,5 6 2 0,-1-5 3 15,1 1 0-15,5-1 4 0,2-2 2 0,7 0 0 16,-3-3-9-16,13-3 10 0,-4-4-8 0,7-2 1 16,-4-3 4-16,4 1 8 0,0-2-3 0,0-2 8 15,-7 1 14-15,1-1 9 0,-4 4 8 0,-3 3 11 16,-5-1 12-16,0-1 11 0,-6 7 13 0,1-2-2 15,-4 3-3-15,1 1-10 0,-2 0-6 0,0 2-4 16,0-1-10-16,-2 0-9 0,0 1-44 0,-2 3-4 16,0 0 0-16,-7-4 0 0,7 4 0 0,-11 0 0 15,-2 3 0-15,0 3 0 0,-2-3 0 0,-2 8 0 16,2 0 0-16,-1 1 0 0,1-1 0 0,2 2 0 16,1-1 0-16,3 1 0 0,4-1 0 0,-1 1 0 15,4-3 0-15,3-1 0 0,2 2 0 0,2 0 0 16,3-1 0-16,4-1 0 0,5-1 0 0,5 0 0 15,4-4 0-15,5 4 0 0,-3-5 0 0,5-3 0 16,-1-1 0-16,0 0 0 0,0-3 0 0,-1-2 0 16,1 0 0-16,-9 1 0 0,5-3-76 0,-11 3-34 15,-3 1-28-15,-3-1-45 0,1 1-45 0,-1 2-64 16,-4-2-80-16,-1 2-88 0,1 1-110 0,-5-4-391 16,-2 5-1040-16,0 0 461 0</inkml:trace>
  <inkml:trace contextRef="#ctx0" brushRef="#br0" timeOffset="60266.7629">6589 3368 140 0,'-1'-6'369'16,"-2"3"5"-16,3-1-1 0,-1 0 7 0,-2 1-10 0,3 3-5 15,3-9-3-15,-2 4 0 0,2-2-1 0,-1 1-10 16,2 1-8-16,-3-2-2 0,-1 1-18 0,4-1-7 16,-3 2-21-16,1-1-19 0,0 1-29 15,1 2-18-15,-1-2-23 0,1 2-29 0,-2-3-13 0,2 4-18 16,1-2-17-16,-1 2-17 0,1-2-10 0,1 1-12 15,4 1-16-15,-4 1-8 0,4 1-6 16,0 0-7-16,0 3-15 0,0 2 1 0,0-1-3 16,1 2-7-16,-2 2-6 0,1-1-4 0,-1 2-5 15,0 0-16-15,-2 1-9 0,-1 0-15 0,0 0 2 0,-2 1-7 16,-2 0-5-16,-1 0-2 0,1-1 1 0,-2-1 5 16,1 1-4-16,-4-2 5 0,3-1 5 0,-2 0-2 15,3-3 9-15,-1 1 5 0,1-5 5 0,-1 5 4 16,-2-2 24-16,3-3 19 0,0 0 10 15,0 0-3-15,0 0-5 0,0 0 0 0,5-21 1 0,-5 10-3 16,4-2-4-16,1-1-3 0,-1-3 5 0,5 0-13 16,-4 2-12-16,0 1 9 0,2 2-9 0,-2 0 6 15,1 3-20-15,0-2-20 0,1 4-35 16,2-2-53-16,1 3-53 0,-1-1-48 0,4 3-52 16,-1 2-51-16,0 1-45 0,1 0-43 0,-2 3-52 0,1-2-37 15,-1 5-339-15,-2 1-899 0,-2-4 399 0</inkml:trace>
  <inkml:trace contextRef="#ctx0" brushRef="#br0" timeOffset="60657.2948">7004 3313 188 0,'4'-4'385'0,"0"2"8"15,0-5 1-15,0 3-3 0,1 1-21 0,0-2-22 16,-3-1-18-16,5 2-12 0,-4 0-23 0,3 1-20 15,-1-2-20-15,-1 1-21 0,2 2-21 16,-2-2-16-16,2 1-14 0,-1-2-23 0,3 2-15 16,-3 2-15-16,4 0-13 0,-3 0-13 0,2 1-13 0,4 1-13 15,-5 0-7-15,5 1-11 0,-7 3-5 0,3-1-6 16,3 2-4-16,-6-1-4 0,3 2-3 16,-3 1-5-16,-2 0-6 0,2-1-1 0,-4 4 0 15,0-1-3-15,-3 1-1 0,-1 2-5 0,-3-2-4 16,-2 0-6-16,3-1 4 0,-5-2-6 0,-2 0-2 15,2-1-2-15,-3 1 2 0,4-2-1 0,3 0 3 0,-2-3 11 16,3-3 17-16,-4 2 3 0,9-2 1 16,-11-4 1-16,5 1 8 0,3-2-7 0,-1-6 0 15,1 4-9-15,2-6-1 0,-1 4-2 0,4-1-8 16,-1 0-2-16,2-1-17 0,1 1-31 0,2 1-37 16,-1-1-47-16,3 3-54 0,2-1-29 0,0 2-42 15,2-1-38-15,2 4-40 0,-1 0-39 0,1 1-36 0,1 1-31 16,-1 1-242-16,-4-1-721 0,1 1 319 15</inkml:trace>
  <inkml:trace contextRef="#ctx0" brushRef="#br0" timeOffset="61016.6055">7293 3317 117 0,'3'-4'358'0,"-3"4"5"15,6-5 13-15,0 0-5 0,-2 1-14 0,3-1-6 16,-4 2-27-16,0-1-19 0,3-3-16 0,-2 4-20 15,0-2-16-15,1 0-21 0,3 1-22 0,-3 2-24 16,4-2-19-16,-1 2-15 0,-1 0-17 0,1 0-12 16,1 1-15-16,1-1-15 0,3 4-8 0,-4 2-10 15,2-1-9-15,-4 1-6 0,3 2-9 0,-2 1-3 16,2 0-6-16,-4 2-4 0,-2-1 0 0,1 3-6 16,-3-1 1-16,0-1-2 0,-3 5-1 0,-2-4-7 15,-2 5 3-15,-1-4-4 0,-7 3 2 0,-1-2-3 16,0-2-1-16,-3-1-3 0,-1 2 1 0,3-6-2 15,-3-1 3-15,8 1 24 0,1-2 36 0,0-2 36 16,4-1 8-16,-3-3-4 0,3 0-1 0,-1-3-8 16,3-2-11-16,-2-2-12 0,2-1-12 0,6-5-4 15,-3-1-19-15,8 0-19 0,-2-1-20 0,3 1-34 16,0-1-45-16,5 3-49 0,0-1-51 0,8-2-56 16,-2 1-61-16,3 3-57 0,-4 4-65 0,11-2-62 15,-5 1-371-15,-7 5-907 0,4-1 400 0</inkml:trace>
  <inkml:trace contextRef="#ctx0" brushRef="#br0" timeOffset="61360.4475">7690 3050 459 0,'-1'-11'571'0,"0"0"46"0,-2 0 25 0,0 2 19 15,1-1-1-15,1 1-12 0,-1-2-16 0,0 6-24 16,1-2-25-16,0 2-30 0,1 0-40 0,-2 0-42 15,1 2-34-15,1 3-301 0,-1-5-136 0,1 5 0 16,0 0 0-16,0 0 0 0,0 0 0 0,-3-2 0 16,3 2 0-16,0 0 0 0,0 0 0 0,2 22 0 15,-2-7 0-15,0 5 0 0,0 4 0 0,0 2 0 16,1 1 0-16,-1-1 0 0,-1 1 0 0,1 1 0 16,0 0 0-16,-2 1 0 0,2-3 0 0,-1 1 0 15,0 0 0-15,-1-3 0 0,2-4 0 0,-1-4 0 16,1 1 0-16,-1 0 0 0,-1-5 0 0,1 0 0 15,0-2 0-15,0-3 0 0,-2-1 0 0,3 0 0 16,0-1 0-16,0-5 0 0,0 7 0 0,3-4 0 16,-3-3 0-16,0 3 0 0,0-3 0 0,0 0 0 15,0 0-185-15,6-12-357 0,-5 7-61 0,3-6-32 16,-2 2-403-16,-1-3-1124 0,0-2 497 0</inkml:trace>
  <inkml:trace contextRef="#ctx0" brushRef="#br0" timeOffset="61594.705">7581 3243 221 0,'0'0'446'0,"-4"-2"29"0,4 2 29 0,0 0 19 0,0 0 4 15,-3-4-14-15,3 4-17 0,0 0-19 0,0 0-33 16,4-6-39-16,0 3-48 0,1 1-38 0,5-3-33 16,3 0-34-16,5-3-17 0,0 1-25 0,9 0-28 15,-3-3-15-15,3 3-15 0,-8 1-20 0,4 1-16 16,-4 1-30-16,2-2-33 0,-2 0-32 0,1 2-25 15,-3 2-24-15,-5-1-22 0,0 1-19 0,-5 1-31 16,1 0-29-16,-1-3-35 0,-2 4-32 0,-5 0-27 16,8-2-40-16,-8 2-28 0,6 0-34 0,-6 0-41 15,0 0-56-15,6-1-45 0,-6 1-284 0,0 0-813 16,0 0 360-16</inkml:trace>
  <inkml:trace contextRef="#ctx0" brushRef="#br0" timeOffset="64738.9971">8966 3303 316 0,'0'0'371'16,"-3"-4"17"-16,3 4 12 0,0-5-13 0,0 5-16 16,0 0-20-16,4-7-10 0,-1 2-16 0,-2 1-14 15,3 1-12-15,0 0-15 0,-2 0-19 0,1-3-17 16,2 5-18-16,-2-1-27 0,-3 2-25 0,6-3-18 15,-6 3-21-15,6-1-16 0,-6 1-14 0,0 0-10 16,14 6-8-16,-9-1-18 0,2 0-3 0,-2 1-8 16,0 3-7-16,0 0-2 0,-1 1-6 0,-3 0-6 15,1 2-2-15,0 1-6 0,-6-2-4 0,-1 4 1 16,0-1-2-16,-2 0-3 0,-4-2-2 0,-5 0-3 16,2-1 2-16,-3-1 1 0,2-4-1 0,-2 3 20 15,3-6 29-15,0 0 41 0,5-1 43 0,0-2 39 16,1 0 15-16,-2-4-1 0,4 1-7 0,-2-7-14 15,3 1-59-15,1-4-128 0,0-5 0 0,8-1 0 16,1-6 0-16,4 1 0 0,3-1 0 0,3 2 0 16,3 0 0-16,5 1 0 0,-3 3 0 0,2 4-188 15,0-1-118-15,-2 8-66 0,-2-2-69 0,0 4-71 16,10 1-68-16,-6 2-386 0,-3-1-1046 0,1 1 463 16</inkml:trace>
  <inkml:trace contextRef="#ctx0" brushRef="#br0" timeOffset="65146.0725">9256 3110 442 0,'3'-10'506'0,"-3"-1"25"16,2 0 16-16,-2-6 29 0,4 1 9 0,-4-1-4 16,1 3-10-16,1 0-22 0,0 5-17 0,-2-4-14 15,-2 7-6-15,2-2-19 0,0 3-24 0,2-1-31 16,-2 1-97-16,0 1-341 0,0 1 0 0,0 3 0 15,0-5 0-15,0 5 0 0,0 0 0 0,0 0 0 16,0 0 0-16,0 0 0 0,1 18 0 0,-2 0 0 16,2 1 0-16,-1 10 0 0,3 2 0 0,-2 5 0 15,2 10 0-15,2 3 0 0,-5-1 0 0,0 0 0 16,0 2 0-16,0-1 0 0,1-3 0 0,3 1 0 16,-13-1 0-16,5 0 0 0,-1-12 0 0,3 19 0 15,-5-18 0-15,2 15 0 0,0-14 0 0,-1-2 0 16,3-2 0-16,-1-4 0 0,0 0 0 0,2-8 0 15,2-3 0-15,0-5 0 0,0 1 0 0,0-5 0 16,0-1 0-16,0 1 0 0,0-3 0 0,1 0 0 16,-1-5 0-16,1 8 0 0,-1-8 0 0,0 0 0 0,2 4 0 15,0-1 0-15,-2-3 0 0,0 0 0 16,0 0 0-16,0 0 0 0,0 0 0 0,11-17 0 16,-9 7 0-16,-2-1-1 0,0 0-650 0,0-7-43 15,-4 2-448-15,-1-3-1235 0,-4-6 547 0</inkml:trace>
  <inkml:trace contextRef="#ctx0" brushRef="#br0" timeOffset="65396.0395">9076 3613 267 0,'0'0'422'16,"-3"-6"24"-16,3 6 36 0,0 0 44 0,0 0 26 16,3-6 19-16,-3 6 8 0,1-2-1 0,-1 2-25 15,0-4-30-15,0 4-33 0,4-5-54 0,-3 0-45 16,8-2-41-16,4 2-32 0,1-4-35 0,5 1-26 15,9-3-90-15,2 0-167 0,0 1 0 0,2-1 0 16,0 0 0-16,-4 3 0 0,1-1 0 0,-3 2 0 16,-5 2 0-16,-1-1 0 0,-3 2 0 0,1 0 0 15,-5 1 0-15,-1-1 0 0,1 1 0 0,-4 0 0 16,1 2 0-16,-5-1 0 0,3 2 0 0,-4-2-155 16,-4 2-208-16,9-1-60 0,-9 1-52 0,5-1-55 15,-5 1-47-15,0 0-368 0,0 0-1024 0,0 0 453 16</inkml:trace>
  <inkml:trace contextRef="#ctx0" brushRef="#br0" timeOffset="66474.7386">11017 3166 250 0,'1'-4'313'0,"2"-1"3"0,-3-1 1 16,0 1 12-16,1 0 2 0,3-3 3 0,-4 3 21 16,0-1-1-16,4 0-5 0,0-3-5 0,-3-2-8 15,2 4-12-15,-2-2-8 0,0-1-7 0,4 3-15 16,-2-1 5-16,-2-1 3 0,2 2-7 0,-1-1-20 16,1-3-10-16,-2 4-13 0,-1 0-24 0,0-1-19 15,3 3-16-15,-6 1-18 0,3 0-17 0,3 0-14 16,-3 4-13-16,0-6-37 0,0 6-94 0,-4-3 0 15,-4 2 0-15,-3 0 0 0,-1 2 0 0,-1 1 0 16,-6 5 0-16,1 0 0 0,2 1 0 0,-9 4 0 16,0 2 0-16,3 3 0 0,-2-2 0 0,6-4 0 15,4 3 0-15,-3 0 0 0,7-2 0 0,-4 1 0 16,5-3 0-16,0-4 0 0,3 2 0 0,1-3 0 16,2 0 0-16,-2 1 0 0,4-1 0 0,-2 0 0 15,4 2 0-15,2-1 0 0,2-1 0 0,3 4 0 16,-1-2 0-16,7 2 0 0,3 1 0 0,-3-2 0 15,8 1 0-15,-2-2 0 0,-2 2 0 0,1-1 0 16,-1 1 0-16,1-1 0 0,-2-1 0 0,-7 1 0 16,3-2 0-16,-2 2 0 0,1-2 0 0,-6-2 0 15,3 3 0-15,-1-3 0 0,-3 2 0 0,-1-1 0 16,0 1 0-16,-3-1 0 0,3 2 0 0,-4-1 0 16,-1 1 0-16,-6 1 0 0,1 2 0 0,-2-2 0 15,-5 0 0-15,3-1 0 0,-8 1 0 0,5 1 0 16,1-3 0-16,-7-2 0 0,8 1 0 0,0-3 0 15,1 1 0-15,-2-2 0 0,5 1 0 0,0-2 0 16,2 0-29-16,5 0-103 0,-14-3-38 0,10 1-46 16,3-1-57-16,2-2-67 0,-1 5-67 0,4-11-57 15,2 5-55-15,3-1-422 0,2-2-1018 0,4-1 451 16</inkml:trace>
  <inkml:trace contextRef="#ctx0" brushRef="#br0" timeOffset="66928.7928">11155 3312 329 0,'3'-5'473'0,"-2"1"26"15,2 1 22-15,-2-1 7 0,3-1-4 0,-3 2-17 0,0-1-12 16,-1 4-18-16,4-6-22 0,-3 3-27 16,-1 3-33-16,2-3-40 0,-2 3-38 0,0 0-36 15,2-2-26-15,-2 2-33 0,0 0-27 0,0 0-26 16,0 0-23-16,0 0-11 0,0 0-11 0,5 10-14 15,-3-2-14-15,0-1-6 0,0 3-25 0,0 1-65 0,-1-1 0 16,3 1 0-16,-1 0 0 0,-1-2 0 16,1 2-55-16,-3-2-23 0,1-2-15 0,0 1-2 15,1-4-9-15,0 3-4 0,-2-3 5 0,0 0 13 16,0-4 12-16,4 5 13 0,-4-2 10 0,0-3 19 16,0 0 23-16,0 0 3 0,0 0 1 0,0 0 5 0,9-12 13 15,-3 3 24-15,-1 0 9 0,3-2 3 0,-3 1 16 16,3-1 4-16,1 0 7 0,-3 3 8 0,2-2 2 15,-3 3 10-15,0-1 2 0,0 2-5 16,-1 1-6-16,1-1-4 0,-1 5-14 0,-1-3-60 16,-2 1-5-16,1 0 0 0,-2 3 0 0,0 0 0 0,9-1 0 15,-9 1 0-15,9 3 0 0,-4 0 0 0,1 1 0 16,-1-2 0-16,1 2 0 0,-1 2 0 0,2-1 0 16,-1 1-42-16,-1 1-116 0,-1-1-35 0,2-1-34 15,-2 1-45-15,1-2-42 0,-2 1-49 16,-1-3-29-16,2 5-36 0,-3-5-41 0,1 0-10 15,3 2-5-15,-5-4-245 0,0 0-789 0,0 0 349 0</inkml:trace>
  <inkml:trace contextRef="#ctx0" brushRef="#br0" timeOffset="67600.7265">11486 3280 313 0,'0'0'386'0,"4"-2"7"0,-4 2-4 15,5-3-6-15,-1 2-18 0,1-1-21 0,-5 2-20 16,5-1-23-16,2 0-16 0,-2 0-26 0,-5 1-24 16,11 0-20-16,-3 0-15 0,-2 1-20 15,2-1-14-15,-2 1-15 0,2 1-14 0,-2 0-16 16,1 3-15-16,2 0-11 0,-3-1-8 0,0 1-9 0,0 0-6 16,-3 2-12-16,1-1-1 0,0-1-2 0,-4 3-10 15,0 2-1-15,0-2-2 0,-4 0-3 16,0 1-2-16,-1-2-5 0,0 3-4 0,-2-7-1 15,2 2-7-15,-1-1 3 0,1 0 0 0,3-2 1 16,-4 1 6-16,4-2 15 0,2-1-4 0,0 0 2 0,0 0 10 16,-8-7 2-16,8 0 2 0,2-1-9 0,3-6-3 15,2-1-6-15,1-1-6 0,7-7-3 16,3 2-1-16,4-4-3 0,2 0-1 0,2 1 1 16,2 1 2-16,3-2-2 0,6-9 1 0,-10 12 7 15,3 1 0-15,8-11 0 0,-8 9 4 0,-2 1 7 0,-2 0 5 16,-1 3 18-16,-2-1 6 0,-2 4-7 0,-7 2-3 15,-3 3 3-15,1 6-3 0,-5-6 8 16,1 6 7-16,-2-2-9 0,-2 2-5 0,0 1-2 16,-3 0-7-16,-1 1-3 0,0-3-13 0,0 6-15 15,-4-9-2-15,-1 6-7 0,-3-4-1 0,-1 3-4 0,-1-1-12 16,-3 1-1-16,2 1 0 0,-3 1 0 0,4 1 0 16,0-1 0-16,-2 0 0 0,5 2 0 0,0-1 0 15,1 2 0-15,6-1 0 0,-12 3 0 0,6 3 0 16,1-1 0-16,-3 11 0 0,3 0 0 0,-1 10 0 15,2 4 0-15,0 1 0 0,4 1 0 0,0 5 0 16,0-1 0-16,0-1 0 0,5 13 0 0,-1-2 0 16,1 0 0-16,-4-11 0 0,1-1 0 0,-2 12 0 15,0-14 0-15,0 2 0 0,-4-3 0 16,0 1 0-16,4-4 0 0,-1-3 0 0,-3 2 0 0,3-8 0 16,-3-2 0-16,1-1 0 0,2-4 0 0,-2-1 0 15,2-3 0-15,1-1 0 0,0-1 0 0,0-1 0 16,0 0 0-16,0 0 0 0,0-5 0 0,0 0 0 15,0 8 0-15,0-8 0 0,0 0 0 0,0 3 0 16,0-3 0-16,0 0 0 0,0 0 0 0,0 0-436 16,0 0-162-16,18-16-49 0,-14 10-438 0,-2-5-1176 15,-2 1 520-15</inkml:trace>
  <inkml:trace contextRef="#ctx0" brushRef="#br0" timeOffset="68212.7866">11778 3441 368 0,'0'0'501'0,"0"0"29"0,-3-3 11 16,3 3 2-16,0 0-12 0,0 0-27 0,1-8-36 15,-1 8-37-15,2-5-39 0,-2 5-24 0,5-6-46 16,-3 3-33-16,3-2-44 0,0-1-22 0,6-1-20 16,0 2-26-16,3-3-14 0,4 0-40 0,0-1-51 15,1 1-44-15,3 0-45 0,-3 1-36 0,-1 1-46 16,4 1-45-16,-4-3-52 0,2 1-35 0,-3 1-29 15,2 0-25-15,-6 1-26 0,1-1-19 0,-3 5-8 16,3-4-6-16,-5 2 1 0,3-2 7 0,-2 3 15 16,-5 0 29-16,3-1 27 0,-3 1 26 0,0 2 27 15,0-2 39-15,-5 2 38 0,8-2 44 0,-8 2 32 16,5-2 50-16,-5 2 33 0,0 0 32 0,5-4 37 16,-5 4 24-16,0 0 21 0,0 0 26 0,0 0 31 15,5 0 15-15,-5 0 7 0,0 0 12 0,0 0-2 16,0 0-1-16,0 0-9 0,0 0-12 0,11 0-10 0,-11 0-21 15,0 0-14-15,0 0-16 0,0 0-14 16,0 0-13-16,0 0-17 0,0 0-11 0,7 3-13 16,-7-3-11-16,1 4-6 0,-1-4-5 0,4 5-6 15,-3-2-6-15,2 4-6 0,0-2-2 0,-2 1-5 16,-1 3-1-16,0-2-1 0,-1 0-6 0,1 0-7 16,-3 1-9-16,0-1-12 0,1 0-2 0,-2 2-9 15,0 0-5-15,-1-5-4 0,-1 3 4 0,-2-2 3 16,4 0-2-16,-1-3 9 0,1 1 6 0,0 0 1 15,-2-3 1-15,6 0 7 0,0 0 1 0,-6-6 14 16,3 2 11-16,2-1 4 0,-2 0 2 0,3-2 8 0,3-2 1 16,-2 1 1-16,2 2 8 0,-1-1 1 0,1 0 3 15,-2 1-3-15,5 0-2 0,-3 1-6 0,-2 2 0 16,3-2-11-16,0 1-1 0,-3 1-5 16,-1 3-5-16,8-3-3 0,-8 3-6 0,9 0-3 15,-9 0 0-15,9 3-2 0,-4-2-2 0,4 4-2 0,-3-2-6 16,0 2-24-16,0-1-24 0,1 4-32 0,0 1-35 15,-1-4-57-15,3 0-44 0,-1 3-40 0,-2-1-41 16,4-2-52-16,3 1-63 0,-6 1-344 16,0-6-820-16,2-1 364 0</inkml:trace>
  <inkml:trace contextRef="#ctx0" brushRef="#br0" timeOffset="68730.2945">12502 3263 58 0,'4'-6'369'0,"1"0"30"0,-1 0 22 15,1 3 18-15,0-1 10 0,-1 0 0 16,-3 0-7-16,2 0-13 0,-3 4-4 0,0 0-9 16,2-6-6-16,1 4-18 0,-3 2-34 0,0 0-36 0,0-4-30 15,0 4-32-15,0 0-28 0,0 0-23 0,0 0-23 16,0 0-16-16,0 0-16 0,-13 11-17 16,8-8-18-16,-4 3-2 0,4 2-19 0,-1-2-17 15,-1 3-2-15,0 0-3 0,0 0-12 0,1 1-10 16,-1 0-4-16,1 1-15 0,0 0-35 0,-1 0 0 0,2-2 0 31,1 2-23-31,2-2-31 0,0 1-13 0,0-2-4 0,1-2-6 0,2 2 2 0,1-1 8 0,4 2 10 16,0-2 2-16,2 0-2 0,3-2 3 15,7 1 4-15,1-2 8 0,4-1-1 0,5-5 9 16,3-1 1-16,0-1 6 0,-2-2 3 0,2-2 2 0,-4-2 5 31,3-1 0-31,-2-2 14 0,-2 2 6 0,-2-1 13 0,-6 3 5 0,-3-2 14 0,2 0 21 0,-4 1-5 16,0-1 9-16,-5 2 25 0,-1 2 2 0,-2 2-8 31,0-1-12-31,-1 1-1 0,-3 1-8 0,-1-3-17 0,-1 2-12 0,0 2-6 0,1 3-3 0,-8-8-9 16,2 6 8-16,-1 0-9 0,-2 2 0 0,0 0-1 15,-1 1-7-15,0 0-2 0,1 5 6 0,-1 0-9 16,-3 0 2-16,7 2-6 0,-2 0 1 0,0 1-11 16,2-1-8-16,2 0-9 0,0 2 8 0,3-4-5 15,1 3 9-15,4 2 3 0,0-1 1 0,3-2 4 16,3-1 0-16,7 4 4 0,1-5-3 0,2 0-3 15,2-2-8-15,6 0-13 0,0-4-17 0,3 0-27 16,0-3-24-16,-2-1-16 0,-2-2-17 0,-4 2-39 16,-3 1-69-16,0-4-61 0,-3 2-64 0,-4 1-65 15,3-3-63-15,-5 4-370 0,-2-2-942 0,-5 0 416 16</inkml:trace>
  <inkml:trace contextRef="#ctx0" brushRef="#br0" timeOffset="69263.0197">13912 3198 2927 0,'1'-10'272'15,"-1"0"-113"-15,4 1-11 0,-4 1 42 0,3-2 22 16,-2 4 17-16,0-1-1 0,0-1-11 0,1 1-10 0,-1 0 18 16,0 2 14-16,2-1 14 0,-3 0 16 15,1 1 20-15,-1 5-4 0,-2-7-7 0,2 7-13 16,0-7-22-16,0 7-21 0,-2-4-28 0,2 4-17 16,0 0-21-16,0 0-26 0,0-2-18 0,0 2-47 15,0 0-65-15,0 0 0 0,-1 12 0 0,0-5 0 0,1 3 0 16,0 3 0-16,0 3 0 0,-2 3 0 15,1 1 0-15,1 5 0 0,-1 3 0 0,-2-2 0 16,1 2 0-16,-1-1 0 0,0-1 0 0,1 0 0 16,1-1 0-16,-3-7 0 0,4 3 0 0,-1-3 0 15,-2-2 0-15,3-4 0 0,-1-1 0 0,1 0 0 0,0-1 0 16,0-2-17-16,0-1-344 0,1-2-44 0,-1 1-29 16,0-3-26-16,0 0-39 0,0-3-41 15,8 1-373-15,-8-1-989 0,0 0 439 0</inkml:trace>
  <inkml:trace contextRef="#ctx0" brushRef="#br0" timeOffset="69482.0534">13746 3428 310 0,'-5'-3'357'0,"-2"2"29"0,7 1 51 0,-8-1 32 0,5 0 17 16,3 1 6-16,0 0 4 0,-8-3 7 15,8 3-3-15,0 0-14 0,0 0-14 0,-5-2-24 16,5 2-33-16,0 0-33 0,0-3-37 0,0 3-40 0,4-7-37 15,0 4-36-15,3-3-43 0,2 1-43 0,4-1-79 16,6-3-67-16,2 1 0 0,3-1-34 16,2 0-85-16,-5 6-44 0,2-3-51 0,4-2-60 15,-6 4-52-15,5-2-54 0,-4 0-48 0,-4 6-35 16,6-3-38-16,-6 0-24 0,-4 2-269 0,0-2-861 0,-1 1 381 16</inkml:trace>
  <inkml:trace contextRef="#ctx0" brushRef="#br0" timeOffset="69825.7193">14167 3305 78 0,'8'0'324'0,"-8"0"25"0,0 0 35 16,0 0 33-16,0 0-1 0,8 0-4 0,-8 0-12 0,0 0-12 15,0 0-14-15,0 0-20 0,6-5-21 16,-6 5-23-16,0 0-27 0,3-2-26 0,-3 2-23 16,0 0-28-16,0 0-25 0,0 0-22 0,6-2-17 15,-6 2-15-15,7 4-16 0,-4-1-12 0,4 2-12 16,-4-1-8-16,3 0-6 0,0 4-10 0,-5-1-7 15,3-1-4-15,0 5-6 0,-3-2-6 0,2 1-5 16,-3 1-6-16,-1-1-1 0,1-2 1 0,-3 2-7 16,1 1 0-16,-2-1-12 0,-3-2-6 0,-1 0-6 15,1 0-3-15,-2-2 6 0,0-1 3 0,0-1-7 16,-1 0 8-16,3-1 2 0,1-2 3 0,1-1 16 16,5 0 3-16,-14-3 7 0,9-1 13 0,0 0 3 15,-1-2-4-15,4-3 0 0,-3 0-4 0,4-2-9 16,-2 0-4-16,3-2-8 0,4 1 7 0,0 0-19 15,-2 0-25-15,2 1-45 0,2 2-56 0,1-1-74 16,3 2-70-16,4-1-78 0,4 4-77 0,9-2-93 16,1 1-426-16,5 1-1011 0,-1 2 447 0</inkml:trace>
  <inkml:trace contextRef="#ctx0" brushRef="#br0" timeOffset="70389.9081">14979 3200 102 0,'5'-11'549'0,"-4"2"25"0,1 2 11 0,-1-4 1 15,-1 4-11-15,0-2-21 0,-1 6-16 0,2-2-21 0,0-2-17 16,-1 4-24-16,0-1-30 0,0 4-30 0,0-4-30 15,0 4-28-15,3-7-36 0,-3 7-29 0,0 0-33 16,0-2-106-16,0 2-154 0,0 0 0 16,0 0 0-16,0 0 0 0,0 0 0 0,0 0 0 15,4 13 0-15,-1-4 0 0,3 4 0 0,0 2 0 0,2 1 0 16,-1 0 0-16,2 2 0 0,3 5 0 16,-3 0 0-16,0 2 0 0,3-1 0 0,-4-2 0 0,-2-4 0 15,2 2 0-15,2-2 0 0,-5-2 0 0,3 1 0 16,-1-2 0-16,-4-4 0 0,0-2 0 0,2-2 0 15,-4 0 0-15,0-3 0 0,3 0 0 0,0 0 0 16,-1-1 0-16,-2 0 0 0,-1-3 0 0,0 0 0 16,0 0 0-16,12-7 0 0,-5-1 0 0,-2-2 0 15,7-4 0-15,-3-3 0 0,4-6 0 0,-2-5 0 16,2-7 0-16,5-9 0 0,-3-1 0 0,-2-1 0 16,-2 10 0-16,5-11 0 0,-5 14 0 0,3-15 0 15,-5 16 0-15,4-1 0 0,-7 8 0 0,1 8 0 16,-1 0 0-16,-2 4 0 0,-3 2 0 0,4 3 0 15,-1 3 0-15,-1-1 0 0,-2 1 0 0,-1 0 0 16,0 2 0-16,0 3 0 0,1-6 0 0,-1 6 0 16,0 0 0-16,0-4 0 0,0 4 0 0,0 0 0 15,0 0 0-15,-5 11 0 0,1 1 0 0,-2-4 0 16,2 2 0-16,-1 4-88 0,0 4-526 0,2-1-66 16,-2 0-456-16,5-3-1228 0,0 0 543 0</inkml:trace>
  <inkml:trace contextRef="#ctx0" brushRef="#br0" timeOffset="70781.3074">15454 3317 248 0,'0'0'402'0,"0"0"11"15,0 0-1-15,0 0-6 0,0 0-16 0,0 0-18 16,6 2-21-16,-6-2-14 0,0 0-12 0,0 0-18 15,0 0-19-15,0 0-20 0,0 0-24 0,0 0-21 16,0 0-26-16,7-7-19 0,-7 7-23 0,0 0-17 16,0 0-16-16,8 0-14 0,-8 0-15 0,9 1-9 15,-4 2-10-15,0 0-8 0,1 1-11 0,1-1-1 16,-1 2-11-16,-1-1-4 0,0 4-5 0,1-1-7 16,-3 0-4-16,0 0-6 0,1 3-3 0,-2-3-4 15,-2 0 2-15,0 0-7 0,0-2-2 0,0 1 1 16,-2 0 4-16,-3-1 0 0,2 0-2 0,-2-2 0 15,-1 0 4-15,0-1-1 0,1 2 4 0,-1-3 4 16,6-1 14-16,-10-1 15 0,10 1 13 0,-11-2 6 16,8-3 6-16,-2 0 1 0,1-3-6 0,1-1-4 15,1-1-9-15,0-3-2 0,1 1-9 0,0 1-3 16,1-2-15-16,1 1-22 0,2 1-29 0,2-1-38 16,0 1-48-16,4 1-51 0,0 1-59 0,7 1-54 15,-3-2-54-15,0 8-52 0,2 0-59 0,4-3-56 16,-6 2-299-16,0 0-862 0,1-1 381 0</inkml:trace>
  <inkml:trace contextRef="#ctx0" brushRef="#br0" timeOffset="71079.3839">15738 3043 490 0,'7'-18'520'0,"-1"2"23"0,0 0-3 0,-2 4-10 15,-1 2-5-15,1 0-8 0,-2 3 7 0,-2 1-17 16,1 1-37-16,2 1-44 0,-2 1-44 0,-1-1-36 16,0 4-38-16,0 0-39 0,4-4-27 0,-4 4-18 15,0 11-5-15,0-1-3 0,0 5-22 0,0 3-10 16,0 1-169-16,0 2-15 0,1 3 0 0,-2 5 0 16,-1-5 0-16,-1 1 0 0,-1 1 0 0,0 2 0 15,2-3 0-15,-1 3 0 0,-3-2 0 0,2-6 0 16,1-1 0-16,-2 1 0 0,1-2 0 0,-1-3 0 15,1 0 0-15,3-2 0 0,-1-5 0 0,0 2 0 16,1 0 0-16,0-3-203 0,1-2-223 0,1 0-27 16,0 0-43-16,4-2-61 0,-1-1-453 0,-4-2-1093 15,9-4 483-15</inkml:trace>
  <inkml:trace contextRef="#ctx0" brushRef="#br0" timeOffset="71939.3088">15902 3275 276 0,'6'0'392'0,"-6"0"35"16,6-1 6-16,-6 1 0 0,0 0-14 0,0 0-13 15,0 0-16-15,0 0-13 0,0 0-20 0,7-1-22 16,-7 1-21-16,0 0-27 0,0 0-23 0,0 0-20 16,0 0-24-16,2 4-24 0,-2-4-22 0,0 0-22 15,0 0-19-15,0 0-16 0,2 4-14 0,-2-4-11 16,0 7-6-16,0-4-4 0,1 2-11 0,0 1-3 15,2 0-4-15,-3 0-9 0,1 3-11 0,3-2 1 16,-3 2-2-16,2 1-5 0,1-2-1 0,-3 2-9 16,3-2-2-16,-2-1 2 0,0 0-4 0,0 0-4 15,1-3-10-15,-1 1 0 0,-2 0-1 0,4-1-2 16,-4-1-4-16,0-3 7 0,3 5-2 0,-3-5 1 16,3 2 3-16,-3-2-6 0,9-1 6 0,-9 1-2 15,11-4 3-15,0-1-2 0,-6 1 7 0,4-2-5 16,0-2 3-16,0 1 16 0,0-2 11 0,0 2 5 15,0-2-3-15,-3 2 14 0,3 1 5 0,-5 1 6 16,3 0 0-16,-2-1 9 0,0 5 1 0,-2-5-2 16,0 4-32-16,-3 2-46 0,4-3 0 0,-2-1 0 15,-2 4 0-15,0 0 0 0,6-2 0 0,-6 2 0 16,0 0 0-16,0 0 0 0,3-1 0 0,-3 1 0 16,0 0 0-16,0 0 0 0,0 0 0 0,3 10 0 15,-3-5 0-15,4-1 0 0,-3 3 0 0,-1-1 0 16,3-1 0-16,-2-1-29 0,-1 2-63 0,0-1-5 15,1 2-3-15,2-4-2 0,-2 3 5 0,0-2 8 16,1 0 7-16,-2-4 9 0,5 4 4 0,-4-4 12 16,3 3 5-16,-4-3 11 0,9 0 6 0,-9 0 2 15,13-3 5-15,-6 0 3 0,0-1 5 0,1 0 4 16,0 0 1-16,1 0 18 0,1-5 8 0,-2 2 1 16,1-1 12-16,-1 0 10 0,-1 1 15 0,2 1 11 15,-5 1 3-15,1 1 9 0,2-2-11 0,-1 3 0 16,-2 0 1-16,0-1-13 0,-2 2-5 0,2 0-10 15,-4 2-8-15,4-3-3 0,-4 3-6 0,0 0-1 16,0 0-4-16,10 6-1 0,-6-3-3 0,0 1-14 16,-2-1-11-16,2 4-7 0,0-3-8 0,-1 3-17 15,0-2-9-15,0 1-12 0,2 0-11 0,-2 0-10 16,-1-1-7-16,1 1-4 0,-2 0-5 0,2-2 5 16,-2-1 7-16,1 1 5 0,0-1 12 0,-2-3 15 15,0 0 7-15,4 3 17 0,-4-3 14 0,0 0 4 16,0 0 1-16,11-7 7 0,-6 4 12 0,0-1 7 15,2-4 5-15,-1 5 7 0,4-4 9 0,-3 0 11 16,0 0 3-16,2 1 5 0,0-1 9 0,-1 0 8 16,-3 3 9-16,0-1 5 0,-1 3-8 0,2-1-6 15,-2 0-7-15,0 1-10 0,-4 2-8 0,5-3-6 16,-5 3-7-16,0 0-3 0,0 0-2 0,9 4 1 16,-5-2-1-16,2 2-4 0,-3 0 0 0,1 0-7 15,-2 1-19-15,2 0-20 0,0 1-25 0,0 0-28 16,-2 0-38-16,2-2-43 0,-3 2-50 0,3-2-52 0,-1 1-50 15,-2 1-55-15,2-3-52 0,-2-2-53 16,3 2-330-16,-4-3-872 0,0 0 386 0</inkml:trace>
  <inkml:trace contextRef="#ctx0" brushRef="#br0" timeOffset="72424.7901">16648 3288 336 0,'0'0'384'0,"0"0"12"0,0 0-3 16,0 0-12-16,0 0-18 0,0 0-10 0,0 0-24 16,0 0-24-16,0 0-18 0,0 0-22 0,0 0-26 15,0 0-26-15,0 0-20 0,0 0-21 0,0 0-15 0,0 0-19 16,0 0-12-16,0 0-15 0,3 7-15 0,-3-7-6 16,2 1-8-16,-2-1-9 0,0 0-5 0,5 3-4 15,-5-3-7-15,4 1 1 0,1 4-7 16,0-4 6-16,4 1 10 0,3-1 3 0,-2 1 3 15,4-1 10-15,-1-2-2 0,1 1 1 0,-1-2 4 0,1 1 5 16,-4-1 10-16,0 1 2 0,-3-2-3 0,3 0 12 16,-5 0 5-16,0 2-5 0,2-3-2 15,-4 1-16-15,2-3-14 0,-1 2-11 0,-4 1-5 16,1-2-7-16,-1-2-15 0,-1 1-3 0,-3 0-8 16,-3-1-3-16,2 1-1 0,-4-2-7 0,0 3-7 0,-3 0 6 15,-1 1-8-15,1 1-3 0,0 1-2 0,1 1-14 16,-2 2-12-16,0 2-3 0,4 1 6 15,-2 4-2-15,0 0 5 0,5 1-12 0,-7 4-5 16,8-2-9-16,1 0 3 0,-1 5-4 0,3-1-2 16,0-5-1-16,4 3 4 0,-2-1 9 0,2-1-4 0,3 0 6 15,-1-2 3-15,1-2 1 0,0 2 2 0,4-2 4 16,-1 0 5-16,1-2-3 0,4-1-6 0,-1-1-12 16,6-1-17-16,2 0-19 0,-1-4-28 0,2-3-35 15,-1 1-32-15,9-7-22 0,-5 4-31 16,-5-1-44-16,-2 1-44 0,1-1-68 0,-1 0-81 0,-6 2-349 15,-1-3-870-15,1 4 385 0</inkml:trace>
  <inkml:trace contextRef="#ctx0" brushRef="#br0" timeOffset="73955.6526">18097 3239 351 0,'0'0'420'0,"4"-2"5"0,-4 2-18 15,0 0-16-15,5-3-23 0,-5 3-27 0,0 0-19 16,0 0-24-16,0 0-29 0,0 0-23 0,0 0-32 16,0 0-24-16,0 0-20 0,9 5-19 0,-5-2-16 15,-1-1-12-15,2 5-10 0,0 1-13 16,1 0-7-16,-2 2-12 0,1 0-7 0,2-1-7 0,0 3-7 16,-2 3-6-16,-1-4-4 0,0 0-7 0,-3 1-2 15,3 0-5-15,0 0 1 0,-3-2-6 0,-1-2-2 16,4 0-6-16,-3-3-2 0,2 0-6 15,-2 0 0-15,-1-2 3 0,1 0 2 0,-1-3 1 16,0 6 9-16,0-6 18 0,4 4 39 0,-4-4 31 16,0 0 9-16,0 0-9 0,4-10 4 0,1 3-1 0,-2-3 5 15,1-3-5-15,-2-3-8 0,3 0-7 0,3-1-7 16,-4-1-6-16,1 1-3 0,0-1-11 0,3 3-13 16,-3 0 0-16,0 4-7 0,-3 0-12 0,2 5-7 15,-1-2-10-15,-1 4-36 0,1-2-49 16,2 0-62-16,-2 5-48 0,2 0-45 0,-5 1-37 0,13 0-41 15,-7 1-43-15,0 3-37 0,1 0-32 0,-3 1-41 16,1 1-30-16,-1 3-308 0,-3-4-843 0,1 3 373 16</inkml:trace>
  <inkml:trace contextRef="#ctx0" brushRef="#br0" timeOffset="74724.1741">18413 3317 16 0,'0'0'317'0,"5"-1"28"16,-5 1 17-16,5-2 25 0,-2 0 11 0,-3 2 1 15,1-4 4-15,2 2-1 0,-3 2-1 0,3-6-5 16,0 2-19-16,-2 2-18 0,3-2-27 16,-1 1-31-16,-2-2-13 0,0 1-35 0,3-1-20 0,-1 2-16 15,1-1-24-15,-2 1-26 0,6 0-15 0,-5-1-14 16,3 1-23-16,-1 0-11 0,0-1-10 0,1 3-13 16,-6 1-13-16,12-1-5 0,-12 1-6 0,11 2-11 15,-4 0-2-15,-1 1-11 0,0 0-3 0,-1-1-4 16,-1 2-3-16,2-1-7 0,-3 5-5 0,2-1-1 15,-5-1-8-15,0 1-14 0,3 1-3 0,-6 1-12 16,0 0-7-16,-1 0-6 0,1 0-5 16,-3 0 2-16,-2 0-13 0,-2-1 1 0,1 0 1 0,1 0 0 15,1-5 10-15,-1 1 4 0,3 0 8 16,1 0 12-16,1-3 2 0,-2 1 12 0,5-2 9 0,0 0 8 16,0 0 8-16,-12-7 11 0,9 1 12 0,3 1-3 15,0-4 6-15,0 0-5 0,3-1 16 0,-1-2 0 16,1 2-7-16,0-1-5 0,1 1-2 0,0 0-2 15,0 2 2-15,0 1-5 0,-2 3-10 0,0 0-1 16,-1-2 0-16,3 2-3 0,-3 2 0 16,-1 2-12-16,3-5-2 0,-3 5-6 0,0 0 3 0,5 0-6 15,-5 0 1-15,9 6 1 0,-4-1-5 0,2 2 5 16,-2 0 10-16,1 2-14 0,0 0 0 0,-1 1-2 16,-1 0 1-16,2 1 3 0,-2 0 0 0,1 0 3 15,-1 0-10-15,-1 3-14 0,1-4-11 16,-1-1-13-16,1 1-13 0,3 0-6 0,-4-2 8 0,1 2 4 15,5-4 7-15,-1 0 8 0,-1 1 0 0,5-2 3 16,1-1 4-16,5-2 6 0,1-2 1 0,0-2 6 16,3-2-2-16,5-3 3 0,-1-3 12 0,1-3 19 15,-1 1 24-15,1-1 13 0,-3-5 12 0,0-4 16 16,-1 4 29-16,-3-2 21 0,0 0 7 0,-2-4 8 16,-3 3 3-16,2-1-74 0,-6-3-74 0,2 3 0 15,-3-2 0-15,-6 5 0 0,4 3 0 0,-7-2 0 16,0-1 0-16,-2 2 0 0,2 2 0 0,-3 3 0 15,-2 1 0-15,-3-3 0 0,2 4 0 0,-3 2 0 16,1-1 0-16,3 5 0 0,-1-1 0 0,-1 3 0 0,2-3 0 16,-2 4 0-16,6 1 0 0,-9 1 0 0,5 5 0 15,-1 0 0-15,-2 2 0 0,1 6 0 16,1 3 0-16,1 4 0 0,0-2 0 0,1 6 0 16,1 0 0-16,1 1 0 0,-1 1 0 0,0-2 0 0,1 3 0 15,1-2 0-15,1-1 0 0,-2 0 0 0,1-6 0 16,0-1 0-16,0 1 0 0,0-3 0 0,0 1 0 15,1-5 0-15,-1-2 0 0,4 0 0 16,-3 0 0-16,-1-4 0 0,1-1 0 0,0 2 0 16,1-4 0-16,0 0-452 0,1-1-130 0,-3-2-51 0,9 0-455 15,-9 0-1177-15,9-5 520 0</inkml:trace>
  <inkml:trace contextRef="#ctx0" brushRef="#br0" timeOffset="75084.4277">18973 3364 247 0,'0'0'344'0,"0"0"25"16,-8 0 28-16,8 0 14 0,0 0 11 0,0 0-3 0,-3-4-13 16,3 4-18-16,0 0-19 0,0 0-16 0,0 0-13 15,0 0-25-15,0 0-24 0,0 0-27 16,0 0-24-16,4-5-33 0,-4 5-16 0,9-3-23 16,-2 2-19-16,2-1-14 0,0-1-2 0,2 1-23 15,0 0-9-15,1-2-13 0,1 3-6 0,-3-2-9 0,4 0-5 16,-4 2-9-16,2-2-15 0,-2 2 3 15,0 0-8-15,-2 0-2 0,0 1-6 0,-1 0-1 16,0-1-1-16,-7 1-12 0,12 0-4 0,-6 2 3 16,-1-1-8-16,-1 0 0 0,1 2 0 0,1 1 0 15,-2 0-1-15,0 1 3 0,-2 0-2 0,1 0 0 0,-1 1-1 16,1 1 5-16,1 0-13 0,-2-2 2 0,-2 2 5 16,0 1-1-16,0-3 1 0,0 1 1 0,0 0-3 15,0-2 1-15,0 1-1 0,0-1-18 0,0-4-23 16,0 5-26-16,0 1-29 0,0-6-24 15,0 0-19-15,0 4-10 0,0-4-13 0,0 0-8 0,5 1-51 16,-5-1-42-16,0 0-47 0,15-5-48 0,-10-1-50 16,2-1-39-16,-3 0-333 0,-3-3-841 0,3-1 373 15</inkml:trace>
  <inkml:trace contextRef="#ctx0" brushRef="#br0" timeOffset="75225.019">19244 3231 322 0,'2'-5'328'16,"-2"2"22"-16,4-2 41 0,-4 0 28 0,4 3-6 15,-3-2-26-15,-1 4-40 0,4-5-36 0,-4 5-34 16,1-3-30-16,-1 3-55 0,0-4-75 0,5 2-79 16,-5 2-103-16,0 0-82 0,13 5-106 0,-8-2-77 15,-1 2-228-15,0-1-604 0,1-1 268 16</inkml:trace>
  <inkml:trace contextRef="#ctx0" brushRef="#br0" timeOffset="75599.9355">19388 3368 67 0,'0'0'406'16,"0"0"42"-16,8-6-1 0,-8 6-19 0,5-5-17 0,-4 1-16 15,2 1-17-15,1 1-13 0,-2-2-11 0,-1-1-15 16,3 1-22-16,1 0-20 0,-3 1-25 16,-1-1-22-16,1 1-27 0,2-1-21 0,-1 3-24 15,-1-3-17-15,4 1-22 0,-1 2-13 0,2 1-12 16,-7 0-13-16,13 1-14 0,-4 1-8 0,1 1-8 15,-1 2-8-15,3 0-8 0,-5 1-6 0,2 1-5 0,-1 1-6 16,1 0-7-16,-3 1-3 0,1 2 7 0,-5-3-4 16,1 3-10-16,-1-3-1 0,0 3-4 15,-2 0 4-15,-3 1-5 0,1-3 0 0,-5 0 0 16,3-2-12-16,-6 0 4 0,1 1-1 0,0-2-6 16,-1-2 9-16,1 0-4 0,4-1 16 0,-7-1-1 0,4-2 16 15,8 0 21-15,-11-2 10 0,3-1 3 0,3-1-1 16,-3-5 15-16,2 0 6 0,3 0-8 15,1-2-6-15,-3 2-10 0,4-3-3 0,0 1-4 16,2 1-13-16,1 1-33 0,2-4-38 0,-1 5-62 16,3-2-74-16,-2 5-78 0,10-4-76 0,-1 3-71 0,-2 3-65 15,2 0-89-15,1 3-443 0,0-3-1065 0,7 2 472 16</inkml:trace>
  <inkml:trace contextRef="#ctx0" brushRef="#br0" timeOffset="76039.6732">20324 3350 11 0,'2'-4'424'0,"2"2"5"0,-3-1 6 0,3-1-14 16,-4 1-13-16,1-1-10 0,2 0-5 0,-3 4-3 0,5-7-14 15,-4 4-18-15,1 0-20 0,0-1-28 0,-2 4-26 16,4-6-27-16,-3 3-21 0,2-1-31 16,-1 2-18-16,-2 2-25 0,8-5-18 0,-4 4-21 15,2 0-8-15,-6 1-12 0,13 0-10 0,-5 0-17 16,-1 1-8-16,-3 1-8 0,5 2-7 0,-5-2-10 0,2 4-19 16,1 0-11-16,-1 2-10 0,-1-1-5 0,-2 2-2 15,-2-2-4-15,-2 2-6 0,1 0 0 0,-3 1-8 16,-1 0 2-16,1-3-11 0,-5 4 0 0,-1-6-5 15,1 5 0-15,-2-3-2 0,0-1 7 0,-7 1 4 16,7-3 3-16,0 0 1 0,0-1 10 0,2-1 0 16,2-2 10-16,-1 0 8 0,7 0 9 0,-11-6 5 15,3 3-4-15,4-4 0 0,-2-1-3 0,3-2-2 16,-1-3-8-16,3 1-8 0,2 1-30 0,3-5-35 16,1 0-27-16,1 1-35 0,4 1-39 0,1 0-62 15,7 3-50-15,-4 1-60 0,4 0-46 0,0 0-37 16,1 3-315-16,-1 0-802 0,2-2 355 0</inkml:trace>
  <inkml:trace contextRef="#ctx0" brushRef="#br0" timeOffset="76383.3887">20639 3092 326 0,'0'-6'428'0,"2"-5"45"0,-1 3 36 15,-2-1 24-15,1 0 13 0,-2 1 20 0,2 2-1 16,0 1 5-16,-2 0-11 0,2 0-19 0,-2 1-36 15,1 1-43-15,1 3-36 0,0-5-48 0,0 5-42 16,0 0-30-16,0 0-136 0,0 0-169 0,0 0 0 16,-4 14 0-16,3 3 0 0,0 8 0 0,-2 5 0 15,3 3 0-15,-1 14 0 0,-3 0 0 0,2 2 0 16,-1 0 0-16,3-2 0 0,-4 1 0 0,2 0 0 16,-1-1 0-16,2-13 0 0,-2-2 0 0,2 17 0 15,-2-16 0-15,1 5 0 0,-1-3 0 0,2-6 0 16,-4 0 0-16,1-3 0 0,0 0 0 0,3-4 0 15,-3-7 0-15,3-2 0 0,-2-2 0 0,3 0 0 16,-1-2 0-16,1-1 0 0,-3-1 0 0,2-1 0 16,1-2 0-16,0-4 0 0,0 7 0 0,0-7 0 15,0 4 0-15,0-4 0 0,0 0 0 0,0 0 0 16,0 0 0-16,0 0-350 0,0-18-144 0,-3 10-23 16,2-2-29-16,0-3-27 0,-7-3-380 0,3 1-1030 15,-4-9 456-15</inkml:trace>
  <inkml:trace contextRef="#ctx0" brushRef="#br0" timeOffset="76571.2205">20469 3714 299 0,'-2'-5'210'16,"-3"-3"46"-16,3 3 23 0,-1 2 34 0,1-3 50 16,2 3 51-16,-1-3 44 0,1 6 16 0,-3-8 3 15,2 4-5-15,2 0-3 0,-2-2-9 0,2 2-26 16,1 1-36-16,0-3-44 0,3-1-36 0,3-1-35 16,1 0-30-16,5-1-23 0,1-1-22 0,2 0-22 15,9-3-26-15,-1 4-33 0,2-1-53 0,0-1-53 16,-1 2-68-16,-6 2-55 0,1 0-61 0,1 0-59 15,-4 0-60-15,1-2-64 0,-1 3-65 0,-4 2-65 16,-1 0-78-16,-3 0-345 0,-1-3-971 0,0 3 429 16</inkml:trace>
  <inkml:trace contextRef="#ctx0" brushRef="#br0" timeOffset="77087.0396">21945 3451 116 0,'2'-8'490'0,"-1"3"7"0,0 1 9 0,-1-2-4 15,0 1-11-15,0 1-24 0,0-1-15 0,0 5-26 16,1-5-18-16,-1 5-13 0,2-4-22 0,-2 4-25 15,0 0-19-15,0 0-33 0,0 0-30 0,0 0-28 16,0 0-27-16,0 0-17 0,0 0 13 0,5 17 11 16,-1-4-7-16,-2 4-7 0,0 8-11 0,1 1-40 15,1 1-153-15,3 5 0 0,-4-3 0 0,-1 3 0 16,-1 1 0-16,4 14 0 0,-2-12 0 0,-1-3 0 16,1 2 0-16,-4-2 0 0,1-1 0 0,0 0 0 15,-3-4 0-15,3-2 0 0,-1-6 0 0,1-2 0 16,-2 1 0-16,0-4 0 0,1 0 0 0,-1-5 0 15,1-2 0-15,2-3 0 0,-1 3 0 0,0-2 0 16,2-2-160-16,-2-3-211 0,2 3-45 0,-2-3-61 16,0 0-70-16,7-8-62 0,-6-1-327 0,0 1-1013 15,-1-3 449-15</inkml:trace>
  <inkml:trace contextRef="#ctx0" brushRef="#br0" timeOffset="77462.0417">21794 3549 179 0,'-1'-4'476'0,"-1"0"22"0,-1-3 24 15,-1 1 10-15,3 2 9 0,0-3-12 0,1 0-24 16,0 0-37-16,1 0-37 0,0-2-27 0,3-1-30 16,6-5-27-16,-1 1-10 0,5 0-18 0,0-1-23 15,8-1-26-15,1 2-25 0,3 2-31 0,-2 1-21 16,-2 4-14-16,7-1-18 0,-2 2-16 0,2 3-119 15,-2 2-26-15,-4 2 0 0,4 1 0 0,-5 2 0 16,-3 0 0-16,1 4 0 0,-1-1 0 0,-3 4 0 16,-2-1 0-16,-1-2 0 0,-4 3 0 0,-2-1 0 15,-3 1 0-15,-1 2 0 0,-1-1 0 0,-2 4 0 16,-5-1 0-16,-2 0 0 0,-2 0 0 0,-6 1 0 16,0-1 0-16,-8 2 0 0,0-4 0 0,-2 4 0 15,-2-6 0-15,1 2 0 0,6-6 0 0,-1 0 0 16,9-3 0-16,1-1 0 0,2 1 0 0,2-1-53 15,0-2-165-15,5 2-30 0,2-3-42 0,0 0-45 16,0 0-51-16,0 0-39 0,12-10-39 0,0 6-32 16,3 0-384-16,-2-2-952 0,1 0 421 0</inkml:trace>
  <inkml:trace contextRef="#ctx0" brushRef="#br0" timeOffset="78790.6633">22317 3556 177 0,'4'-2'374'0,"-3"-3"23"16,3 2 14-16,0 2-2 0,1-2-9 0,-2-2-11 16,3 2-12-16,-2-1-5 0,1 1-16 0,-1 1-20 15,0-3-21-15,0 3-19 0,-1 0-26 0,0-1-30 16,-3 3-27-16,8-2-21 0,-8 2-23 0,7-1-21 16,-7 1-13-16,11 1-15 0,-4 1-16 0,2 3-7 15,-2 1-17-15,0-2-27 0,-2 2-22 0,2-1-17 16,-2 1-13-16,-1-1-15 0,-2 4-8 0,2-4-7 0,-3 2-14 15,3 0-8-15,-4-1-4 0,2 0-12 16,-1-1-1-16,0 0 7 0,-1-2 3 0,0-3 4 16,0 6 4-16,0-6 12 0,1 3 6 0,-1-3 9 15,0 0 6-15,0 4 4 0,0-4 1 0,0 0 11 16,0 0 4-16,0 0-2 0,0-15 4 0,2 10 1 0,-2-1 5 16,3 0 1-16,-3-1-3 0,3-1 4 15,-1 2-4-15,2-3-2 0,0 1 0 0,-3 4-1 16,3-3-6-16,1 2-2 0,-1 2 1 0,2-3 1 15,1 3-6-15,-2 1 2 0,3-1-6 0,-1 2-10 16,-2 1-10-16,2-1-4 0,-7 1-15 0,10 2-8 0,-1-1-4 16,-4 2 4-16,0-1-8 0,-1 0-6 15,1 1-6-15,-1-2 23 0,-4-1 2 0,8 2 4 16,-6-1 1-16,-2-1 13 0,5 2 6 0,-5-2 5 16,0 0 16-16,0 0 23 0,8 0 13 0,-8 0 13 15,0 0 17-15,0 0-5 0,5-3-3 0,-2 1 9 0,-3 2 8 16,9-5 0-16,-4 4-5 0,0-1 4 0,1-1 1 15,1 1 3-15,0-1 1 0,-2 0-4 16,2-1-4-16,-1 3-11 0,2-1-4 0,0-1-6 16,-1 3-5-16,2-1-1 0,-4 1-8 0,4 1-2 15,-4 1-4-15,3 0-3 0,1 1-6 0,-3 3 0 0,3-1 0 16,-2 2-2-16,-2 2-3 0,-1-2 4 0,-3 2-3 16,3 1-5-16,-8 0 5 0,4-1-4 15,-4 0 1-15,-2 2-3 0,-2-3-9 0,0-2-10 16,-3 3-1-16,-1-4-10 0,2 0 7 0,-3-1-1 15,3-2 5-15,-3 1 6 0,4-2 0 0,2-2 11 0,-1 1 15 16,1-3 17-16,1-3 8 0,2 2 5 0,-1-4 10 16,3 1 3-16,-1-2-5 0,3-3-4 15,1 1-10-15,3 0-2 0,1-1-4 0,3-3-8 16,-1 4 4-16,1 0-10 0,5-1-5 0,3 1-6 16,0-1-4-16,2 4-3 0,-2 1-6 0,1 3-26 0,-5 0-32 15,2 3-27-15,-1 0-18 0,6 3-13 16,-4 5 1-16,3-6-11 0,-1 3-2 0,-3-2-22 15,-3 0-20-15,-2 3-17 0,1-1 3 0,-2-1 12 16,-3 1 7-16,3 0 6 0,-4 0 11 0,-2-1 22 16,3 1 2-16,-3 0 11 0,0-2 11 0,-1 0 12 15,2 1 14-15,1 0 9 0,-4-3 22 0,1 4 28 0,-1-4 29 16,0 0 36-16,4 3 28 0,-4-3 15 0,0 0 0 16,0 0 10-16,0 0-10 0,14-9-10 15,-9 7 9-15,0-2 16 0,2 2 4 0,-2-1 1 16,1-1-17-16,-1 1-5 0,-1 1-6 0,5-1-2 15,-1 1-6-15,-2 1-9 0,1 0-8 0,0-1-5 0,1-2-7 16,-1 4-1-16,1 0-6 0,-1 0-4 16,0 3-2-16,1 0-5 0,0 0-5 0,1 2 2 0,-2 2-6 15,-2-2 0-15,-1 0-3 0,1 4 0 16,-1-6-4-16,-3 5 3 0,-1 1 4 0,0 0-4 16,-1-1-3-16,-3-1 2 0,-1 1-4 0,-4 0 1 0,2 0 2 15,-4-1 0-15,0-1-4 0,-6 1-7 16,2 0 3-16,2-3-6 0,0-1 1 0,-1-2 2 15,0-1 5-15,4-1 2 0,-3 1 12 0,5-1 13 16,2-1 14-16,-1-2 9 0,1 0 7 0,2-1 8 16,1-5 0-16,1 0-10 0,4 1-3 0,0-2-12 0,2-4-2 15,0 4-3-15,6-4-8 0,-5 4 0 0,7-1-18 16,-2-1-22-16,3 1-26 0,-4 4-23 0,-3 0-28 16,7 1-30-16,-5 0-33 0,1 1-28 15,2 0-30-15,-1 0-23 0,-2 0-10 0,-2 2 3 16,3-1 2-16,-4 2 3 0,0-1-3 0,-1 1-13 0,0-1 14 15,-1-2 16-15,2 3 22 0,-3-1 23 0,-1-1 23 16,1-2 18-16,-1 0 27 0,-1-2 37 0,1 0 29 16,1 0 41-16,0-3 30 0,-4 2 31 15,4-2 34-15,-2 0 30 0,2 1 33 0,0-1 34 16,-2-2 37-16,1 5 23 0,1-2 13 0,0-1 10 0,-2 4 26 16,0-2 16-16,2 4 16 0,-2-2 7 0,2 3 1 15,-2-1-3-15,0 3-7 0,0 3-21 0,0-4-24 16,0 4-25-16,0 0-24 0,0 0-27 15,0 0-82-15,0 0-130 0,0 0 0 0,0 0 0 16,0 0 0-16,-2 14 0 0,0-2 0 0,2 6 0 16,0 1 0-16,0 0 0 0,0 8 0 0,2-1 0 0,-2 0 0 15,0-1 0-15,2 1 0 0,-2 0 0 0,0 0 0 16,0-1 0-16,1-7 0 0,-1 1 0 16,-1 1 0-16,1-2 0 0,0-6 0 0,1 0 0 15,-2 4 0-15,1-5 0 0,1-4 0 0,4 3-368 16,-5-3-188-16,4-2-75 0,1-2-475 0,-5-3-1199 0,15 0 531 15</inkml:trace>
  <inkml:trace contextRef="#ctx0" brushRef="#br0" timeOffset="79196.9501">23351 3500 284 0,'0'0'349'0,"0"0"20"0,4-5 28 15,-4 5 9-15,3-2 2 0,-3 2-15 0,0 0-12 0,5-1-16 16,-5 1-15-16,0 0-23 0,0 0-22 0,0 0-30 15,0 0-29-15,0 0-25 0,0 0-26 0,0 0-22 16,0 0-20-16,0 0-5 0,3 7-23 16,-3-3-12-16,0-4-10 0,3 7-12 0,-3-1-9 15,0-2-7-15,0 3-11 0,0-3-3 0,1 1-23 0,-1 2-17 16,2-4-23-16,-2 2-16 0,2 1-11 16,-2-1-10-16,1-3 0 0,-1-2-4 0,3 3 5 15,-2 2 4-15,-1-5 8 0,4 2 3 0,-4-2 4 16,9 0 2-16,-9 0 5 0,10-5-1 0,-3 2 4 15,-1-1 6-15,4-2 7 0,-6-1 11 0,5 3 12 16,0-2 10-16,0-2 9 0,-4 4 9 0,1-3 7 0,-2 4 10 16,2-2 13-16,-3 2 5 0,2 0 6 15,-2 0-10-15,-1 1-5 0,-2 2-8 0,4-2-16 16,-4 2-2-16,0 0-13 0,5-3-4 0,-5 3-14 16,0 0-2-16,0 0-20 0,6 9-37 0,-5-7-31 15,-1 3-36-15,1 0-40 0,-1-5-40 0,4 11-47 0,0-7-40 16,-2 3-42-16,0-1-43 0,0-3-41 0,2 4-36 15,2-3-354-15,-6-4-850 0,0 0 376 16</inkml:trace>
  <inkml:trace contextRef="#ctx0" brushRef="#br0" timeOffset="79462.5044">23731 3463 14 0,'3'-4'359'0,"3"1"15"15,-2-1 21-15,1 0 17 0,-4 1 7 16,3 1-8-16,0-2-26 0,-4 4-27 0,3-4-14 15,-3 4-9-15,0 0-12 0,0 0-18 0,4-3-24 16,-4 3-32-16,0 0-26 0,0 0-21 0,0 0-25 16,-11-2-19-16,11 2-13 0,0 0-15 0,-13 7-11 15,6-5-18-15,0 2-8 0,1-1-8 0,-1 4-8 16,1 1-8-16,-2-2-7 0,0 3-4 0,3 0-9 16,-1 2-4-16,-1 0-3 0,4 0-3 0,-5 1-1 15,6 0-32-15,-2-3-29 0,1 4-25 0,2-3-26 16,-2 1-18-16,6 0-20 0,1-1-24 0,1-3-33 15,2 1-32-15,2-1-35 0,3-1-27 0,4-2-41 16,2-3-30-16,2-1-29 0,1-2-12 0,7-4-11 16,-1-2-242-16,-8 1-680 0,2-1 301 0</inkml:trace>
  <inkml:trace contextRef="#ctx0" brushRef="#br0" timeOffset="79759.3307">24013 3478 255 0,'9'-16'47'16,"0"-1"22"-16,0-1 22 0,-4 1 30 0,0 0 32 15,-1 1 18-15,-4 3 17 0,0 2 22 0,0 1 13 16,-4-2 12-16,4 4 18 0,0-3 23 0,-4 2 25 15,3 2 21-15,-2 1 20 0,2 0 14 0,-4 0 16 16,4 2 12-16,-2 0 19 0,2 0 6 0,-1-1 8 16,2 5-5-16,-2-4-14 0,2 4-18 0,-1-4-28 15,1 4-22-15,0 0-34 0,0 0-28 0,0 0-111 16,0 0-157-16,0 0 0 0,0 0 0 0,0 0 0 16,0 0 0-16,-4 16 0 0,4-7 0 0,-2 3 0 15,2 6 0-15,0 0 0 0,-2 1 0 0,2 6 0 16,0 1 0-16,0-6 0 0,0-1 0 0,0 7 0 15,0-9 0-15,0 3 0 0,0-4 0 0,-1 1 0 16,2-2 0-16,-2-1 0 0,1-2 0 0,-4 0 0 16,4-4 0-16,0 2 0 0,0-4 0 0,1 0 0 15,2 0 0-15,-3 0 0 0,0-1 0 0,0-5-265 16,0 0-142-16,0 6-8 0,0-6-36 0,0 0-59 16,0 0-44-16,0 0-378 0,0 0-1009 0,9-16 447 15</inkml:trace>
  <inkml:trace contextRef="#ctx0" brushRef="#br0" timeOffset="79963.0711">23977 3532 93 0,'-3'-2'287'0,"3"2"20"0,0 0 27 16,-4-3 43-16,4 3 35 0,0 0 31 0,-1-7 3 15,1 7-17-15,0 0-20 0,0 0-28 0,0-3-29 16,0 3-31-16,0 0-38 0,8-6-27 0,-5 4-25 16,3-4-26-16,3 2-20 0,3 0-20 0,-2 0-19 15,2-2-8-15,4 2-14 0,-3-1-30 0,5 0-44 16,-5 1-44-16,3 0-47 0,-3 2-51 0,5-3-51 15,-3 1-54-15,-1 0-45 0,-1 4-49 0,-1 1-55 16,4-1-56-16,-4 2-43 0,0 2-268 0,1-3-772 16,0 1 342-16</inkml:trace>
  <inkml:trace contextRef="#ctx0" brushRef="#br0" timeOffset="80151.8507">24335 3603 173 0,'0'0'381'0,"2"6"31"0,-1-3 41 0,0-1 40 15,-1-2 23-15,0 0 1 0,0 0-6 0,1 7-5 32,-1-7-22-32,0 3-27 0,0-3-28 0,0 0-43 0,0 0-34 0,0 0-35 0,0 0-36 0,0 0-27 15,0 0-33-15,0 0-60 0,0 0-66 0,0 0-72 16,0 0-67-16,0 4-67 0,0-4-75 0,0 0-75 16,0 0-87-16,0 0-89 0,0 0-108 0,0 0-370 15,0 0-992-15,0 0 439 0</inkml:trace>
  <inkml:trace contextRef="#ctx0" brushRef="#br0" timeOffset="83169.821">6273 4786 297 0,'0'-4'396'0,"3"-2"22"15,-1 1 3-15,-2 0-1 0,3 0-9 0,-2 0-3 16,-1 1-5-16,0 1-6 0,3-1-2 0,-3 4-4 16,1-9-2-16,-1 7-15 0,0 2 5 0,0-5-16 15,4 3-26-15,-4 2-15 0,0 0-21 0,1-5-25 16,-1 5-20-16,0 0-24 0,0 0-18 0,0 0-23 15,0 0-20-15,0 0-142 0,0 0-29 0,0 0 0 16,0 13 0-16,3-3 0 0,2 2 0 0,-4 4 0 16,4 2 0-16,-1 7 0 0,2 1 0 0,-3 4 0 15,5 0 0-15,-3 3 0 0,0-4 0 0,0 6 0 16,0-2 0-16,-1-1 0 0,-1-1 0 0,-1 4 0 16,1-1 0-16,2 0 0 0,-4-1 0 0,0-1 0 15,0-2 0-15,2-1 0 0,-2-2 0 0,2-1 0 0,-3-9 0 16,2 2 0-16,0-2 0 0,-1 0 0 15,0-4 0-15,1-3 0 0,-2-1 0 0,1 2 0 16,-1-6 0-16,1 2 0 0,-1-3 0 0,0-4 0 16,1 9 0-16,-1-5 0 0,0-4 0 0,0 6 0 15,0-6 0-15,0 0 0 0,0 5 0 0,0-5 0 0,0 0 0 16,0 0 0-16,0 0 0 0,0 0 0 16,0 0 0-16,0 0 0 0,0 0 0 0,-3-15 0 15,3 6 0-15,2 0 0 0,-1-4 0 0,-1-2-437 16,2-3-288-16,-2 0-447 0,5-1-1269 0,-3-5 562 0</inkml:trace>
  <inkml:trace contextRef="#ctx0" brushRef="#br0" timeOffset="83591.5962">6341 4878 118 0,'-1'-14'424'0,"1"-1"11"0,1 3 1 0,-1-2 3 16,0-2-8-16,0 4 1 0,3-1-13 0,-1 4-11 0,1-4-27 15,3-1-14-15,0 2-26 0,5 0-17 0,1 0-20 16,4 0-9-16,2 2-14 0,6-4-15 16,4 6-18-16,-9-1-12 0,2 4-19 0,9 1-8 15,-1-1-16-15,-7 4-10 0,7 2-8 0,-8 0-15 16,1 4-12-16,-3-2-12 0,0 4-7 0,-2 2-73 0,2-3-56 15,-6 6 0-15,3-1 0 0,-5 2 0 0,-1 0 0 16,-1 1 0-16,-5 4 0 0,-2-2 0 16,-3 4 0-16,-5 5 0 0,-6-2 0 0,-6-1 0 15,-6-1 0-15,1 5 0 0,-21 3 0 0,-3-3 0 0,-3 1 0 16,3-7 0-16,1 1 0 0,-4-3 0 0,3-1 0 16,13-7 0-16,3-1 0 0,3-5 0 0,7 2 0 15,7-3 0-15,4-1 0 0,-2 0 0 16,4-1 0-16,1-1 0 0,2 0 0 0,5 0 0 0,-9-3 0 15,5 1 0-15,4 2 0 0,-1-5 0 0,1 5 0 16,1-6 0-16,4 4 0 0,-1-1 0 0,1-1 0 16,3 2 0-16,3 1-3 0,1 0-587 0,-2 2-95 15,0 0-468-15,3-1-1247 0,-1 2 552 0</inkml:trace>
  <inkml:trace contextRef="#ctx0" brushRef="#br0" timeOffset="84122.7235">5968 5770 144 0,'0'0'309'0,"-5"3"1"0,5-3-15 0,-8 2 1 16,8-2 0-16,-8 1 5 0,8-1 5 0,-10 0 4 15,5 0-1-15,5 0 6 0,-13 2 5 0,8-2 1 16,5 0 2-16,-8 1-4 0,5 2 2 0,3-3-14 15,-7 0 2-15,7 0-7 0,0 0-5 0,0 0-9 0,-5 2-8 16,5-2-1-16,0 0-10 0,0 0-10 16,0 0-21-16,0 0-17 0,0 0-13 0,23-2-69 15,-10 2-139-15,15-3 0 0,1 2 0 0,11 0 0 16,10-1 0-16,10-1 0 0,-1-4 0 0,33 1 0 0,-28 4 0 16,35-7 0-16,-4 2 0 0,7 0 0 0,-6 1 0 15,2 0 0-15,1-4 0 0,-35 7 0 16,0-1 0-16,-7 2 0 0,-2 1 0 0,-17-2 0 15,-4 1 0-15,-5 1 0 0,-10 1 0 0,-6-2 0 0,-3 4 0 16,-1-2 0-16,-1-2 0 0,-3 2 0 0,4-1 0 16,-4 0 0-16,-5 1 0 0,8-1 0 0,-8 1 0 15,0 0 0-15,0 0 0 0,0 0 0 0,0 0 0 16,0 0 0-16,-26 1 0 0,17 0-17 0,-2 4-586 16,-1-4-70-16,-6 3-477 0,0 0-1245 0,5 0 550 15</inkml:trace>
  <inkml:trace contextRef="#ctx0" brushRef="#br0" timeOffset="85047.1875">6194 6250 71 0,'0'0'358'0,"0"0"-5"0,-4 3 2 0,4-3-2 16,0 0-1-16,0 0-4 0,0 0 1 0,0 0 3 15,0 0-1-15,0 0-7 0,0 0-6 0,0 0-2 0,0 0-7 16,0 0-5-16,-4-9-14 0,4 9-15 0,0 0-11 15,0 0-21-15,0 0-17 0,0 0-18 0,0 0-21 16,7-6-12-16,-7 6-26 0,6 0-15 16,-6 0-17-16,8-2-7 0,-8 2-16 0,11 3-14 0,-3 1-6 15,1-2-7-15,1 2-13 0,0 1-2 0,3 3-5 16,1-2-15-16,-2 4-52 0,2 1 0 0,-5-3 0 16,2 4 0-16,-2-3 0 0,0 6 0 0,-4-6 0 15,0 1 0-15,2 6 0 0,-5-5 0 0,-2 4 0 16,0-3 0-16,-2 0 0 0,-3 0 0 0,2 0 0 15,-3 3 0-15,2-4 0 0,-1-1 0 0,-1 0 0 16,-1-1 0-16,4-3 0 0,1-1 0 0,-2 0 0 16,3 0 0-16,-1-2 0 0,0 1 0 0,1-1 0 15,-2 0 0-15,3-3 0 0,0 0 0 0,0 0 0 16,0 0 0-16,0 0 0 0,8-16 0 0,-3 8 0 16,1 1 0-16,3-4 0 0,-1 1 0 0,2-3 0 15,1-1 0-15,1 0 0 0,2 3 0 0,-2-1 0 16,0 1 0-16,4 1 0 0,-3-1 0 0,-1 5 0 15,0-3 0-15,3 4 0 0,-1 1 0 0,-2 1 0 0,-1 0 0 16,2 0 0-16,0 3 0 0,-1 2 0 0,0 0 0 16,-1 2 0-16,0 3 0 0,0-2 0 0,-2 2 0 15,0 1 0-15,0 1 0 0,-1-1 0 0,-2 3 0 16,-1 0 0-16,-1-1 0 0,1-1 0 0,-3 2 0 16,0 0 0-16,-1 0 0 0,-1-2 0 0,0 0 0 15,0 0 0-15,0-1 0 0,-1-2 0 0,1-1 0 16,-2 0 0-16,2 1 0 0,-2-3 0 0,1 0 0 15,1-3 0-15,0 5 0 0,0-5 0 0,0 0 0 16,0 0 0-16,0 0 0 0,0 0 0 0,9-11 0 16,-4 3 0-16,1 0 0 0,-1-3 0 0,2 1 0 15,3-2 0-15,-1-1 0 0,3 1 0 0,-6 2 0 16,4 1 0-16,-2-2 0 0,0 2 0 0,-2 2 0 16,4 0 0-16,-2 1 0 0,-3 2 0 0,5 2 0 15,-4 2 0-15,2 0 0 0,-1 1 0 0,0 1 0 16,6 4 0-16,-5 1 0 0,-1-1 0 0,2 3 0 15,0 0 0-15,-4 2 0 0,3-2 0 0,-3 3 0 16,0 0 0-16,-4-1 0 0,2 0 0 0,1 0 0 0,-3-4 0 16,-1 2 0-16,4 2 0 0,-7-5 0 0,3 2 0 15,0-3 0-15,0 1 0 0,-1-2 0 0,1 1 0 16,0 0 0-16,0-5 0 0,0 4 0 16,1-1 0-16,-1-3 0 0,0 0 0 0,0 5 0 0,0-5 0 15,0 0 0-15,0 0-210 0,0 0-191 0,3-15-47 16,-3 9-52-16,0-1-62 0,0-5-450 0,-4-3-1096 15,-1-2 485-15</inkml:trace>
  <inkml:trace contextRef="#ctx0" brushRef="#br0" timeOffset="85641.1636">6710 6043 265 0,'4'-2'315'0,"-4"2"0"16,4-2-5-16,-4 2 5 0,4-3-14 0,-4 3-4 15,0 0-3-15,5-1-8 0,-5 1-5 16,7-1-17-16,-7 1-5 0,0 0-16 0,0 0-14 16,6-1-16-16,-6 1-16 0,0 0-19 0,0 0-7 0,0 0-6 15,0 0-18-15,6 3-7 0,-2 0-11 0,-4-3-15 16,0 3-11-16,4 0-3 0,-4-3-15 0,2 5-10 16,-2-2-4-16,0-3-8 0,-1 5-9 0,1-5 1 15,-1 6-10-15,1-2-4 0,-4-2 2 0,4 3-6 16,0-5 0-16,-4 2-2 0,4-2-3 0,-1 2 0 15,1-2 2-15,-5 3 4 0,5-3 9 0,0 0 2 16,0 0 7-16,-13-5 3 0,13 5 2 0,-4-2 5 16,4-3 4-16,-1 2 3 0,1 3-5 0,0-8 11 15,0 3-17-15,1 1 4 0,-1 4 5 0,0-7-11 16,0 4-4-16,4-1-5 0,0 1-9 0,-4 3-2 16,5-4 5-16,-5 4-12 0,4-2-5 0,0 0-3 15,-4 2-4-15,0 0-7 0,0 0-1 0,0 0-2 16,0 0 1-16,6 4 0 0,-2-1 2 0,-4-3-6 15,0 6-6-15,0-3-2 0,-4 3-7 0,4 0-18 16,-4 0-7-16,3 0-8 0,-3-1-3 0,0 0-1 16,1-3-6-16,0 0-1 0,-2 1 3 0,5-3 12 15,-3 6-1-15,1-2 1 0,2-4-10 0,0 0-23 16,0 0-30-16,0 0-25 0,0 0-37 0,0 0-32 0,6-13-45 16,0 10-49-16,-2-3-59 0,3 4-75 0,-1-3-56 15,-1 1-325-15,-1 0-870 0,3-2 385 0</inkml:trace>
  <inkml:trace contextRef="#ctx0" brushRef="#br0" timeOffset="87894.1761">8667 5341 25 0,'6'-4'293'0,"-2"1"0"0,0 1-3 16,0-2 3-16,0 2-2 0,-4 2 10 0,6-2 2 15,-3-2-13-15,-2-2 11 0,4 3-4 0,-3 1-5 16,1 0 1-16,0-2-9 0,-3 4-9 0,1-7-10 16,0 3-10-16,-1 2-5 0,0 2-16 0,0 0-10 15,1-8-14-15,-1 8-12 0,-2-3-9 0,2 3 1 16,0 0-25-16,-1-5-7 0,1 5-2 0,-4-3-14 16,0-1-8-16,-1 3-1 0,5 1-14 0,-10-3 11 15,2 2-12-15,4 0 2 0,4 1-11 0,-18 1-5 16,12 0-5-16,-3 1-3 0,-4-1-3 0,4-1-10 15,-2 5-5-15,-2-2-60 0,1 1-18 0,0-1 0 16,0 6 0-16,-2-1 0 0,-3 5 0 0,2 0 0 16,0-2 0-16,-6 4 0 0,6 0 0 0,1-3 0 15,-4 5 0-15,-1 1 0 0,2-5 0 0,-1 2 0 16,-2 3 0-16,5-5 0 0,-1 0 0 0,1 1 0 16,1-4 0-16,0 2 0 0,-4 0 0 0,5-2 0 0,-1 0 0 15,4-2 0-15,-2-3 0 0,2 1 0 16,0-2 0-16,1 1 0 0,-1 0 0 0,-2 0 0 15,3-4 0-15,-1 1 0 0,1 0 0 0,1-2 0 16,2 1 0-16,0-1 0 0,-2-4 0 0,2 0 0 0,-1 0 0 16,2-2 0-16,0 0 0 0,0-4 0 0,2 2 0 15,2-2 0-15,0 0 0 0,2-3 0 16,0 2 0-16,2-4 0 0,6 1 0 0,-5 3 0 0,2-1 0 16,3 0 0-16,1 1 0 0,0-1 0 0,2 0 0 15,-2 4 0-15,0-1 0 0,2 2 0 0,2-2 0 16,-5 4 0-16,1-1 0 0,4 2 0 0,-5-1 0 15,1 0 0-15,6 4 0 0,-2 2 0 0,0 0 0 16,4 2 0-16,-2 2 0 0,2 3 0 0,-2-2 0 16,0 4 0-16,-2 2 0 0,1 1 0 0,1 1 0 15,-1 2 0-15,-3 1 0 0,-2 0 0 0,3 0 0 16,0 6 0-16,-3-7 0 0,-3 2 0 0,2-1 0 16,-2-1 0-16,2 1 0 0,-2-1 0 0,-2-2 0 15,2 2 0-15,-3-2 0 0,2-3 0 0,-1-1 0 16,-1-1 0-16,1 0 0 0,0-1 0 0,-2-2 0 15,1 0 0-15,1-1 0 0,-2 0 0 0,1-3 0 16,2 2 0-16,-3-2 0 0,5 2 0 0,-4-3 0 16,2 0 0-16,-1-1 0 0,3 0 0 0,-3-2 0 15,4 2 0-15,-4-4 0 0,3 2 0 0,-3 0 0 16,0-1 0-16,3 1 0 0,-8 2-91 0,6-3-320 16,-2 0-42-16,-4 0-45 0,0 3-63 0,0 0-31 15,0 0-340-15,-4-7-1007 0,4 7 445 0</inkml:trace>
  <inkml:trace contextRef="#ctx0" brushRef="#br0" timeOffset="88706.6433">9090 5832 156 0,'0'-4'426'0,"1"-4"12"0,3 0 11 15,-4 2-7-15,3 0-2 0,-2 1-16 0,3-1-12 16,-3 1-18-16,-1 0-18 0,0 3-22 0,1-2-14 16,-1 4-29-16,0 0-31 0,4-3-17 0,-4 3-32 15,0 0-24-15,0 0 2 0,0 0 1 0,9 11-2 16,-1-1-1-16,-2 1 4 0,3 2 6 0,0 2-11 15,1 2-7-15,2-3-4 0,-3 0-13 0,1 3-16 16,1 6-128-16,0-6-38 0,1 7 0 0,1-1 0 16,-6-5 0-16,0 0 0 0,3 0 0 0,-1-1 0 15,-1 1 0-15,-3 0 0 0,4-1 0 0,-1-2 0 16,-3 3 0-16,3-2 0 0,-2-2 0 0,-2-2 0 16,0-2 0-16,-2-1 0 0,2 1 0 0,-1-4 0 15,-2-1 0-15,3 2 0 0,-3-3 0 0,2 1 0 16,-1-1 0-16,-2 0 0 0,4-3 0 0,-4-1 0 15,0 3 0-15,0-3 0 0,4 1 0 0,-4-1 0 16,0 0 0-16,9-8 0 0,-5 4 0 0,2-4 0 16,0-2 0-16,3-7 0 0,2-6 0 0,0-2 0 15,-1-2 0-15,1-4 0 0,2-16 0 0,-1 3 0 16,-2-10 0-16,3-4 0 0,2-23 0 0,-2-4 0 16,-3 5 0-16,7-5 0 0,-7 2 0 0,3-3 0 15,5 3 0-15,1 2 0 0,2 1 0 0,-6 27 0 16,0-4 0-16,-2 2 0 0,0 0 0 0,1 9 0 15,-4 11 0-15,-1 1 0 0,-3 4 0 0,3 3 0 0,0 3 0 16,-5 7 0-16,0 6 0 0,1-3 0 0,-2 7 0 16,-3-1 0-16,2 3 0 0,-1 0 0 15,2 0 0-15,-3 1 0 0,1 1 0 0,-1 3 0 16,3-4 0-16,-3 4 0 0,0-5 0 0,0 5 0 0,0 0 0 16,0 0 0-16,0 0 0 0,0 0 0 0,0 0 0 15,0 0 0-15,0 0 0 0,0 0 0 0,-8 9 0 16,6-5 0-16,-1 0 0 0,3-4 0 15,-1 8 0-15,-2-7-346 0,2 3-126 0,1 2-34 0,-3-1-60 16,3-2-39-16,-1-1-345 0,1 4-1028 0,0-6 455 16</inkml:trace>
  <inkml:trace contextRef="#ctx0" brushRef="#br0" timeOffset="89272.377">9824 4674 149 0,'0'0'243'0,"-8"-8"-3"15,8 8 4-15,0 0 0 0,-4-3 1 0,4 3 11 16,0 0-3-16,-6-2 6 0,6 2 3 0,0 0 11 16,-3-5-16-16,3 5 0 0,-2-4-7 0,2 4 2 15,0 0-9-15,0 0-5 0,0 0-6 0,-3 0-11 0,3 0-10 16,0 0-4-16,0 0-6 0,0 0-5 0,0 0-12 16,0 0-7-16,0 0-2 0,0 0-6 15,0 0-9-15,0 0-4 0,0 0-10 0,0 0 0 16,0 0-10-16,0 0-7 0,0 0-9 0,0 0-1 15,0 0-3-15,0 0-9 0,0 0 14 0,0 0 2 0,0 0 4 16,0 0-13-16,0 0-5 0,20-2-12 0,-3 1-70 16,13-3-27-16,8 3 0 0,14-4 0 0,7 0 0 15,9 0 0-15,35-4 0 0,7-3 0 16,9 3 0-16,2 0 0 0,11 1 0 0,6-7 0 0,6 2 0 16,7 5 0-16,4-4 0 0,3 5 0 0,-2-1 0 15,-4 1 0-15,-6 0 0 0,-3 4 0 0,-12-2 0 16,-14 0 0-16,-8 2 0 0,-17 3 0 0,-35-2 0 15,2 0 0-15,-4 2 0 0,-17 0 0 0,1 0 0 16,-9-1 0-16,-4 1 0 0,-3 1 0 0,-5-2 0 16,-5 1 0-16,-2 1 0 0,-2-2 0 0,-3 2 0 15,2-2 0-15,0 2 0 0,-8-1 0 0,7 0 0 16,-7 0-223-16,7 0-158 0,-7 0-63 0,2 6-29 16,-2-6-54-16,-1 7-67 0,1-7-332 0,-5 2-1001 15,5-2 444-15</inkml:trace>
  <inkml:trace contextRef="#ctx0" brushRef="#br0" timeOffset="90151.0083">10776 4975 59 0,'2'-12'342'0,"2"3"8"0,1-1-18 0,-4-2-2 16,3 3-6-16,1-3 6 0,-1 4 4 0,0-2 3 16,-3 1 3-16,3 3-3 0,0-2-7 0,-4 2-11 15,0-1-5-15,1 3-20 0,2-1-14 0,-3-1-15 16,0 6-14-16,0-5-13 0,1 0-25 0,-1 5-16 15,-1-4-13-15,1 4-31 0,0 0-15 0,0 0-26 0,0 0 4 16,0 0-23-16,0 0-9 0,0 0-7 0,-21 10-5 16,11-2-6-16,-4 2-13 0,-2 2-3 0,0 1 10 15,-4 4-22-15,-3-1-6 0,1 2 6 16,1 2-2-16,1-2-11 0,5-6 0 0,-2 1-4 0,3-1-2 16,0 1 0-16,5-4-3 0,0-3-4 0,3 0 14 15,-2 1-15-15,3-5-2 0,2 1-3 0,1 1 2 16,1-1 6-16,1-3-6 0,2 7 4 0,3-4-2 15,3 1 2-15,3-2 2 0,2 0-3 0,1 1 0 16,3 0 2-16,1-1-5 0,-3 0 0 0,4 1 0 0,-5-2-5 16,0 1 8-16,-1 1 1 0,5-1-2 15,-6 1-3-15,0 0 2 0,0 1 3 0,-2-2-5 16,-4 1 2-16,3 4-2 0,-1-5 2 0,-2 3-3 0,2-2 5 16,-3 6-8-16,-1-4-5 0,-3 0 12 0,2 3-4 15,-2-2-3-15,-2 1 12 0,-3 3-6 0,-2-1-5 16,-2 1-3-16,-1-1 11 0,-4 3-3 0,-5-1 3 15,3-1-3-15,-7 3 4 0,3-6-1 0,2 3 1 16,0-5-2-16,1 0-3 0,4 2 9 0,0-6-12 16,4 0 7-16,1 0-2 0,-1 0-10 0,4-1-17 15,4 0-13-15,-9-3-21 0,4 2-35 0,1-6-29 16,3 5-45-16,1-3-31 0,-2 1-39 0,9-2-55 16,-2-3-41-16,5 3-33 0,1-1-39 0,0 2-44 15,7-1-28-15,0 1-362 0,-3 1-901 0,4-1 399 16</inkml:trace>
  <inkml:trace contextRef="#ctx0" brushRef="#br0" timeOffset="90480.7624">10943 5189 46 0,'4'-3'303'0,"2"2"2"0,-6 1 3 16,4-6 19-16,-1 3 15 0,0 0 22 0,-1 0 0 15,-2 3 15-15,2-6 15 0,0 2 1 0,0 2 6 16,-2 2 4-16,2-4-2 0,-2 4-8 0,0 0-13 15,0-5-19-15,0 5-26 0,2-3-32 0,-2 3-29 16,0 0-26-16,0 0-28 0,0 0-21 0,0 0-20 16,0 0-24-16,0 0-4 0,3 12 1 0,-1-6-75 15,-1 4-79-15,-1 1 0 0,0 2 0 0,4 2 0 16,-3 0 0-16,-1 2 0 0,0 3 0 0,3-4 0 0,-6 3 0 16,2-1 0-16,1-1 0 0,-4 0 0 0,1-1 0 15,0 0 0-15,3-1 0 0,-4 1 0 0,2-1 0 16,-2-4 0-16,1 1 0 0,3-4 0 15,-2 4 0 1,0-8 0-16,1 1 0 0,0 1 0 0,-1-2 0 16,2-1 0-16,0-3 0 0,-1 5-175 0,1-5-156 15,0 0-48-15,0 0-47 0,9-10-37 0,-9 10-41 16,7-8-36-16,-3 3-356 0,-1-4-970 0,2-2 429 16</inkml:trace>
  <inkml:trace contextRef="#ctx0" brushRef="#br0" timeOffset="90809.6517">10989 5182 89 0,'5'-8'335'0,"5"0"9"0,1-1 8 0,0-1 7 16,-2 3-2-16,8-5-8 0,-6 2-10 0,6-1-8 16,-3 3-5-16,-3 2-8 0,0 0-19 0,0 3-16 15,0-3-16-15,0 3-16 0,-3 1-27 0,-2-1-23 16,1 3-20-16,1 0-14 0,-1 0-21 0,-1 3-11 15,-1-1-11-15,1 2-14 0,0 2-9 0,0-2-7 16,-1 2-9-16,-4 2-8 0,2-2-6 0,-3 6-11 0,0-5 0 16,-4 5-4-16,0-3-4 0,-1 0-5 0,-3 1 2 15,-2-1-12-15,-1 4-1 0,-3-1-3 0,-4-3-2 16,1 0-3-16,2-1-4 0,-2 0-4 16,4-2 2-16,1-3 0 0,-2 4 1 0,5-4-6 0,1-1 2 15,-1 0-6-15,4-1-23 0,5-1-36 0,-13-3-54 16,13 3-74-16,-2-5-77 0,4 0-81 0,2 1-73 15,13-4-63-15,-1 1-395 0,1 0-936 0,10-3 415 16</inkml:trace>
  <inkml:trace contextRef="#ctx0" brushRef="#br0" timeOffset="91201.6142">11525 5084 132 0,'2'-6'369'0,"2"1"16"15,1-1 16-15,-1-2 16 0,0 3 8 0,-2-1 5 16,1 0-2-16,-2-1 7 0,0 1-1 0,2 0 3 16,0 1-1-16,-3 1-12 0,1-1-8 0,0 1-8 15,0 1-20-15,-1 3-25 0,0-7-19 0,0 7-31 16,0-5-29-16,0 5-26 0,0 0-28 0,0 0-196 16,0 0-34-16,0 0 0 0,0 0 0 0,0 0 0 15,-6 12 0-15,2-5 0 0,-2 8 0 0,-2 0 0 16,-2 3 0-16,-3 4 0 0,4 2 0 0,-5 3 0 15,5 4 0-15,-5 5 0 0,1-2 0 0,-6 9 0 16,4 3 0-16,2-13 0 0,-4 12 0 0,1-2 0 16,3-8 0-16,0-1 0 0,0-1 0 0,-6 14 0 15,6-14 0-15,-4 9 0 0,5-11 0 0,-1 0 0 16,2 0 0-16,-1-3 0 0,3-2 0 0,0 0 0 16,3-1 0-16,0-7 0 0,2 0 0 0,-1-4 0 0,0-2 0 15,2-3 0-15,3 2 0 0,-2-6 0 0,0 4 0 16,0-5 0-16,0 1 0 0,2-2 0 0,0-3 0 15,0 6 0-15,0-6 0 0,8 1 0 0,-8-1 0 16,0 0 0-16,20-8-80 0,-8 4-489 0,6-5-81 16,-4 2-499-16,4-4-1245 0,5-3 551 0</inkml:trace>
  <inkml:trace contextRef="#ctx0" brushRef="#br0" timeOffset="91718.5695">11670 5384 137 0,'4'-10'476'0,"1"-1"1"0,-2 1 4 0,2 4-11 0,-5-2-11 16,5-3-19-16,-5 7-16 0,1-3-16 0,2 0-11 16,-2 4-19-16,-1 3-4 0,1-10-16 0,-1 8-18 15,3-1-18-15,-3 3-27 0,1-3-29 0,-1 3-28 16,0 0-24-16,0 0-22 0,0 0-20 0,0 0-16 15,0 0-14-15,0 0 3 0,7 11-2 0,-5-3-8 16,-2 4-9-16,8-1-100 0,-3 6-26 0,0-2 0 16,1 2 0-16,1-2 0 0,-3 3 0 0,2-2 0 15,-2 3 0-15,4-2 0 0,-6 0 0 0,3 1 0 0,-2-2 0 16,-2-4 0-16,0-2 0 0,4 2 0 0,-5-1 0 16,3-4 0-16,-2 0 0 0,3 2 0 15,-3-3 0-15,1-1 0 0,-1-1 0 0,0 1 0 16,0-1 0-16,-1-4 0 0,3 2 0 0,-3-2 0 0,0 0 0 15,0 0 0-15,10-12 0 0,-2 4 0 0,-2-2 0 16,3-4 0-16,-1-2 0 0,3 0 0 16,1-1 0-16,-1-6 0 0,-2-4 0 0,0 2 0 0,4 3 0 15,-5 6 0-15,-2-3 0 0,-2 2 0 0,4 1 0 16,-3 4 0-16,-1-1 0 0,1 3 0 0,-4 1 0 16,2 1 0-16,-1 1 0 0,1 1 0 0,-2 0 0 15,-1 3 0-15,0-1 0 0,3 1 0 0,-2-1 0 16,-1 4 0-16,1-5 0 0,0 3 0 0,-1 2 0 15,0-5 0-15,0 5 0 0,0 0 0 0,0 0 0 16,0 0 0-16,0 0 0 0,0 0 0 0,-7 13 0 16,7-8 0-16,1 4 0 0,-1-1-355 0,4 4-197 15,-2-1-59-15,7 3-49 0,-2-1-343 0,-1 1-1085 16,3 0 480-16</inkml:trace>
  <inkml:trace contextRef="#ctx0" brushRef="#br0" timeOffset="92062.3883">12081 5529 140 0,'0'0'473'0,"2"-4"16"0,-2 4 28 0,4-4 16 16,-4 4 0-16,4-1-7 0,-4 1-13 0,0 0-22 16,3-4-32-16,-3 4-29 0,0 0-24 0,0 0-34 15,0 0-27-15,0 0-34 0,0 0-28 0,4 8 7 16,-4-2-5-16,3 3-9 0,-3 2-15 0,0 6-12 15,1 2-240-15,-1 6-9 0,0 2 0 0,0 0 0 16,1-3 0-16,-1 2 0 0,0-2 0 0,0 1 0 16,3-5 0-16,-6-1 0 0,3 1 0 0,0 2 0 15,0-6 0-15,0 2 0 0,-1 0 0 0,0 1 0 0,-2-3 0 16,2 1 0-16,1-3 0 0,-3-3 0 0,2 1 0 16,1-3 0-16,0-5 0 0,0 6 0 15,0-4 0-15,0-1 0 0,0 0 0 0,0-2 0 16,0 1 0-16,0-4 0 0,0 0 0 0,0 0 0 0,4 4-206 15,-4-4-349-15,0 0-91 0,6-11-485 0,-2 3-1225 16,0-2 542-16</inkml:trace>
  <inkml:trace contextRef="#ctx0" brushRef="#br0" timeOffset="92469.0975">12103 5621 184 0,'7'-10'418'0,"-3"-1"-2"0,2 2 9 0,-1-1-12 16,-1 2-6-16,1 0-18 0,-2 0-20 0,1 0-20 16,-2 3-5-16,2-1-5 0,0-1-17 0,-2-1-15 15,2 2-15-15,0 0-23 0,0-1-14 0,1 3-15 16,-1-2-18-16,1 2-14 0,2-1-19 0,0 2-11 16,-1-1-12-16,1 3-17 0,4 0-8 0,-1 1-5 15,2 1-3-15,-1 1-8 0,0 0-11 0,-1 2 0 16,-1 3-10-16,-1-1 0 0,-1-2-13 0,2 2-10 15,-4 2-1-15,0 0-10 0,-1-2-22 0,0 2-48 16,0-1 0-16,-4 1 0 0,-3 1 0 0,2 2 0 16,-4 0 0-16,-3 0 0 0,-1-2 0 0,-1 0 0 15,-3 1 0-15,-5 1 0 0,4-2 0 0,0-7 0 16,-1 6 0-16,2-2 0 0,2-4 0 0,-2 0 0 16,3 1 0-16,2-2 0 0,0 2 0 0,2-3 0 15,-3 0 0-15,9 0 0 0,-9 0 0 0,9 0 0 16,-8 0 0-16,8 0 0 0,-6-2 0 0,6 2 0 15,0 0 0-15,-8-1 0 0,8 1 0 0,0 0 0 0,0 0 0 16,0 0 0-16,0 0-189 0,-5-1-151 0,5 1-66 16,0 0-36-16,-5 4-58 0,5-4-67 15,0 0-392-15,0 0-1036 0,9 8 458 0</inkml:trace>
  <inkml:trace contextRef="#ctx0" brushRef="#br0" timeOffset="99379.0508">17196 4543 104 0,'0'0'258'0,"2"-6"10"0,-1 3 6 16,3-1 8-16,-4 4-2 0,1-9-9 0,-1 6 8 16,1-3 5-16,-1-3 18 0,0 5 12 0,1-6-3 15,-1 5-2-15,0-2-2 0,2-1-9 0,-4 2 20 16,2 0-4-16,0-2 1 0,0 1-3 0,-1 0-9 16,0 1-9-16,0 1-10 0,-1-1-10 0,0 2-14 15,2 0-5-15,-1 0-13 0,1 0-11 0,0 4-14 16,-3-6-20-16,3 6-20 0,0 0-120 0,-2-3-57 15,2 3 0-15,0 0 0 0,0 0 0 0,-7 0 0 16,7 0 0-16,-13 7 0 0,3-1 0 0,0 1 0 16,-5 4 0-16,-2 1 0 0,-5 4 0 0,4 0 0 15,-1 2 0-15,0-2 0 0,-2 0 0 0,6-3 0 16,0 1 0-16,0-3 0 0,6-1 0 0,1-3 0 16,-1 0 0-16,3-1 0 0,-1-1 0 0,5-1 0 15,-2-2 0-15,1 3 0 0,3-2 0 0,0 1 0 16,3 1 0-16,3 0 0 0,6-1 0 0,4 4 0 15,1-4 0-15,3 3 0 0,1 1 0 0,-1-5 0 16,-1 5 0-16,3 0 0 0,-3-4 0 0,2 3 0 16,-5-2 0-16,-3-2 0 0,0 4 0 0,0-4 0 15,-4 3 0-15,0-3 0 0,-2 3 0 0,-2-2 0 16,0 1 0-16,-1 0 0 0,-2 0 0 0,-1 2 0 0,-1 0 0 16,-3 3 0-16,-2-2 0 0,-3 3 0 0,-4 3 0 15,-2-1 0-15,-4-3 0 0,-4 3 0 0,-1 1 0 16,1-4 0-16,3-2 0 0,3-2 0 15,5-1 0-15,-4-1 0 0,3-1 0 0,4 0 0 16,0 0 0-16,4-2 0 0,-2 2 0 0,2-2 0 0,4-1 0 16,-5 1 0-16,5-1 0 0,0 0 0 0,0 0 0 15,0 0 0-15,0 0 0 0,11-9-151 16,0 4-339-16,2 2-71 0,7-1-76 0,0 1-422 16,0-3-1147-16,7 1 507 0</inkml:trace>
  <inkml:trace contextRef="#ctx0" brushRef="#br0" timeOffset="99738.1715">17421 4742 166 0,'5'-7'480'0,"-2"1"20"0,-2 0 26 16,-1 1 9-16,1 1-2 0,-1-1-12 0,0 1-23 15,2 1-23-15,-2 3-10 0,0 0-25 0,0-6-30 16,0 6-26-16,-2-5-27 0,2 5-33 0,0 0-30 15,0 0-27-15,0 0-25 0,0 0-25 0,0 0-27 16,0 0-15-16,0 0 2 0,0 0-162 0,-1 19-15 16,-1-9 0-16,2 2 0 0,-3 1 0 0,3 5 0 15,-3 0 0-15,2 3 0 0,0 2 0 0,0 4 0 16,1-1 0-16,0-5 0 0,-2 0 0 0,0 2 0 16,1 4 0-16,-1-9 0 0,1 7 0 0,0-6 0 15,0 1 0-15,-1-2 0 0,0-1 0 0,2-1 0 16,-3-3 0-16,3-1 0 0,-1 0 0 0,0-3 0 15,-1-3 0-15,1-1 0 0,1 2 0 0,0-2 0 16,0 0 0-16,0-1 0 0,0-4 0 0,0 0 0 16,3 4 0-16,-1-2 0 0,-2-2 0 0,0 0-123 15,17-5-344-15,-14 4-49 0,4-3-71 0,-1-2-46 16,-2 1-345-16,1-3-1059 0,-1-3 469 0</inkml:trace>
  <inkml:trace contextRef="#ctx0" brushRef="#br0" timeOffset="100098.7135">17403 4847 363 0,'-1'-8'388'15,"1"-1"27"-15,0 0 18 0,-2 5-5 0,2-3-6 16,-2-1-7-16,2 3-16 0,2-1-2 0,-1-3-16 16,-1 3-8-16,2 1-26 0,0-2-10 0,0 2-29 15,2-1-18-15,0 2-23 0,2-2-30 0,-1 2-21 16,2 0-14-16,-3 1-19 0,5-2-20 0,3 1-8 15,-7 2-16-15,3 2-12 0,2-1-11 0,-3 1-16 16,2 0-17-16,-3 2 0 0,2-1-6 0,-1 1 2 16,-2 4-12-16,2-5-3 0,-2 4-4 0,0-1-16 0,-1 1-11 15,-3 1-33-15,0 0 0 0,2 0 0 0,-3 3 0 16,-3-3 0-16,1 2 0 0,-7 0 0 16,4-1 0-16,-4 2 0 0,-1 0 0 0,-2-2 0 15,1 1 0-15,-2-4 0 0,3 3 0 0,-1-3 0 0,1 1 0 16,4-3 0-16,1 1 0 0,0 1 0 0,1-2 0 15,0 0 0-15,4-2 0 0,-5 2 0 0,5-2 0 16,0 0 0-16,0 0-280 0,20-6-118 16,-4 5-75-16,2-2-84 0,12 0-90 0,-3-2-326 0,5-2-1054 15,0-2 467-15</inkml:trace>
  <inkml:trace contextRef="#ctx0" brushRef="#br0" timeOffset="100364.3518">17967 4802 347 0,'0'0'560'0,"0"0"2"0,-9-9 9 0,9 9-1 16,-3-4-21-16,3 4-37 0,0 0-28 0,0 0-46 16,0-5-34-16,0 5-47 0,3-4-27 0,1 1-39 15,-3 0-29-15,-1 3-26 0,10-4-33 0,-6 0-18 16,4 2-15-16,-2-1-28 0,1 1-4 0,0 0-19 15,2 1-11-15,-2-2-23 0,-1 2-30 0,3 1-34 16,-4-2-22-16,3 1-24 0,-3-2-28 0,-5 3-33 16,8 0-38-16,-8 0-44 0,8-1-54 0,-8 1-68 15,0 0-57-15,8 1-43 0,-8-1-61 0,3 6-51 16,-3-6-338-16,-3 6-910 0,-1-3 402 0</inkml:trace>
  <inkml:trace contextRef="#ctx0" brushRef="#br0" timeOffset="100614.6203">17962 4910 243 0,'0'0'449'0,"-3"4"16"16,3-4 30-16,0 0 20 0,0 0-1 0,-1 4-13 15,1-4-25-15,0 0-20 0,0 0 1 0,0 0-25 16,15-8-25-16,-11 6-29 0,1-1-22 0,2 1-22 16,-2 1-25-16,0-2-23 0,5 0-19 0,-5 0-30 15,3 1-21-15,-3 1-23 0,3 0-19 0,-2-2-143 16,-6 3-31-16,12-1 0 0,-7 0 0 0,1 1 0 15,-6 0 0-15,9-2 0 0,-5 2 0 0,-4 0 0 16,0 0 0-16,9 0 0 0,-9 0 0 0,0 0 0 16,11-1 0-16,-11 1 0 0,5-1 0 0,-5 1 0 15,7 1-280-15,-7-1-135 0,6 0-76 0,-6 0-84 16,0 0-497-16,0 0-1161 0,0 0 514 0</inkml:trace>
  <inkml:trace contextRef="#ctx0" brushRef="#br0" timeOffset="101834.0327">19678 4443 295 0,'-4'-6'333'16,"8"3"4"-16,-4 0 7 0,0 3-15 0,1-7 21 0,2 4-1 15,-3 3 2-15,0-5 4 0,0 1-7 0,0 1-9 16,0 3-12-16,0-9 20 0,0 5-7 0,0 0-3 16,0 0-8-16,0 4-23 0,0-7-11 15,0 7-13-15,0-5-15 0,0 5-11 0,0-5-24 0,0 5-10 16,0 0-10-16,0 0-18 0,0 0-17 0,0 0-15 15,0 0-18-15,0-3-112 0,0 3-32 0,0 0 0 16,0 0 0-16,0 0 0 0,0 0 0 0,0 0 0 16,0 0 0-16,0 0 0 0,-8 10 0 0,4-2 0 15,-1 2 0-15,-5 4 0 0,-4 3 0 0,3 4 0 16,0-5 0-16,-5 6 0 0,0 4 0 0,5-1 0 16,-3-2 0-16,4-1 0 0,-4 1 0 0,5-5 0 15,-3 3 0-15,7-4 0 0,-1 0 0 0,3-6 0 16,2 6 0-16,1-5 0 0,5 1 0 0,1-2 0 15,3 3 0-15,4-4 0 0,1 3 0 0,4-5 0 16,1 2 0-16,0-5 0 0,-1 0 0 0,1-1 0 16,-2 1 0-16,2-4 0 0,-8-1 0 0,2-3 0 15,0 1 0-15,-5-1 0 0,2-3 0 0,-5 5 0 16,3-7 0-16,-3 3 0 0,-2-2 0 0,0-2 0 16,-3-1 0-16,-6 0 0 0,1 0 0 0,-4-1 0 15,-5 0 0-15,-3 1 0 0,-2 2 0 0,2 2 0 16,-2-2 0-16,0 5 0 0,1-1 0 0,0 2 0 15,2 0 0-15,1 2 0 0,-2-4-14 0,7 5-381 16,1 4-76-16,-3-3-77 0,8 3-89 0,4-3-384 16,0-2-1107-16,0 0 490 0</inkml:trace>
  <inkml:trace contextRef="#ctx0" brushRef="#br0" timeOffset="102351.1947">20023 4521 109 0,'4'-7'521'0,"1"-2"27"0,-1 1 19 0,-3-2-3 16,1 2-7-16,-2 2-16 0,1-3-10 0,-1 4-10 0,1-2-12 16,0 3-18-16,-1-1-21 0,0 1-27 0,0 4-31 15,-1-5-28-15,1 5-37 0,0-4-39 0,0 4-28 16,0 0-192-16,0 0-88 0,0 0 0 0,0 0 0 15,0 0 0-15,0 0 0 0,0 0 0 0,7 13 0 16,-5-3 0-16,1 1 0 0,1 2 0 0,1 2 0 16,1 2 0-16,-1 2 0 0,0-2 0 0,2 6 0 15,-3-4 0-15,1 0 0 0,0 0 0 0,-2 0 0 16,5 1 0-16,-4-3 0 0,1 0 0 0,-1-2 0 16,1-5 0-16,-2-1 0 0,-1 1 0 0,3 0 0 15,-1-4 0-15,-4 0 0 0,4 0 0 0,-3-3 0 16,-1-1 0-16,3 0 0 0,-3-2 0 0,4 4 0 0,-4-4 0 15,0 0 0-15,16-8 0 0,-7-1 0 16,-1 2 0-16,1-4 0 0,0-3 0 0,1-1 0 16,3-6 0-16,-4 4 0 0,5-9 0 0,-5 2 0 15,-3 4 0-15,2-3 0 0,-4 5 0 0,-1 2 0 0,1-1 0 16,0 0 0-16,-3 5 0 0,3 4 0 16,-1-4 0-16,-2 3 0 0,2 1 0 0,-3 3 0 15,0 1 0-15,2 0 0 0,-2-2 0 0,0 6 0 16,0-4 0-16,0 4 0 0,0-4 0 0,0 4 0 0,0 0 0 15,2-5 0-15,-2 5 0 0,0 0 0 0,0 0 0 16,0 0 0-16,0 0 0 0,0 0 0 16,3 12 0-16,-1-5 0 0,-2 1 0 0,3 1-602 15,-3 2-66-15,2-1-486 0,0 2-1250 0,-1 0 553 0</inkml:trace>
  <inkml:trace contextRef="#ctx0" brushRef="#br0" timeOffset="102648.1355">20407 4652 282 0,'0'0'412'16,"9"-2"18"-16,-9 2 29 0,6-5 23 0,-3 3 9 16,-3 2 1-16,0 0-4 0,5-4-9 0,-3 1-4 15,-2 3-15-15,0 0-16 0,5-2-24 0,-5 2-27 16,0 0-36-16,0 0-41 0,0 0-30 0,0 0-33 16,0 0-26-16,0 0-29 0,0 0-20 0,0 0-13 15,-1 18-161-15,-3-10-4 0,4 2 0 0,3 2 0 16,-6 1 0-16,3 5 0 0,0-2 0 0,4 1 0 15,-4 1 0-15,0 0 0 0,0 2 0 0,0-2 0 16,-1 0 0-16,2-1 0 0,-2 0 0 0,1-4 0 16,-3 0 0-16,3-3 0 0,0 2 0 0,-1-2 0 15,1-4 0-15,0 1 0 0,0-2 0 0,0 0 0 16,-1-2 0-16,2 1 0 0,-1-4-175 0,1 3-215 16,-1-3-83-16,0 0-74 0,0 0-63 0,0 0-390 15,13-10-1082-15,-10 2 478 0</inkml:trace>
  <inkml:trace contextRef="#ctx0" brushRef="#br0" timeOffset="103007.6033">20394 4725 16 0,'0'-7'424'0,"1"-2"9"0,6 0 6 16,-1 2-9-16,-1-2-18 0,0-2-19 0,-1 2-15 15,4 1-20-15,-2 1-5 0,-1-1-22 0,2-1-22 16,2 2-16-16,-4 1-18 0,1 1-22 0,0 0-23 15,1 2-20-15,-2-1-19 0,1-2-20 0,2 3-19 16,-2 2-17-16,1 0-16 0,0 0-12 0,2 2-7 16,0 0-6-16,2 0-7 0,0 2-11 0,-1 3 1 0,2-2-8 15,-1 0-6-15,-2 0-4 0,0 6-10 16,0-5 0-16,-1 1-7 0,1 0-1 0,-5 1-7 16,1-3-4-16,1 1-3 0,-2 2-7 0,-2-1 2 15,1-1 3-15,-2 2-4 0,-2 0-2 0,-2 2 1 0,-2-1-12 16,-6 0 12-16,-1-1 4 0,-4 3-3 0,-5-4 2 15,2 2-9-15,0-1 1 0,-2-2 1 0,1-3 0 16,7 0-1-16,1 1-1 0,3-1-3 16,1 0 5-16,-1 0-1 0,4-2 0 0,-2 0-3 0,7 0-29 15,-9 0-42-15,9 0-55 0,0 0-52 0,-5-4-54 16,5 4-73-16,0 0-87 0,0 0-103 0,0 0-98 16,0 0-316-16,0 0-971 0,0 0 430 0</inkml:trace>
  <inkml:trace contextRef="#ctx0" brushRef="#br0" timeOffset="103572.1894">19203 5141 50 0,'0'0'371'0,"0"0"-1"16,-10-1-13-16,10 1-14 0,0 0-9 0,-6-1-11 15,6 1-9-15,-7-2-9 0,7 2-9 0,-8-2-10 16,4-2-14-16,4 4-15 0,-7-2-12 0,7 2-10 16,-9-1-10-16,9 1-10 0,0 0-6 0,-6-1-14 15,6 1-11-15,0 0-9 0,0 0 4 0,-5-2-1 16,5 2 3-16,0 0-3 0,0 0 7 0,0 0 6 16,0 0-15-16,0 0-12 0,0 0-16 0,26-1-2 15,-7-1-6-15,11 1 7 0,2 0-2 0,21-3-6 16,3 0-8-16,8-2-7 0,28-2-46 0,4 1-78 15,5 2 0-15,10-2 0 0,6 4 0 0,14-5 0 16,-4-7 0-16,1 7 0 0,7-1 0 0,-5 0 0 16,-9 2 0-16,-4 1 0 0,-12 5 0 0,-39-2 0 15,-4 0 0-15,2 3 0 0,-11 0 0 0,-16 2 0 16,-1-1 0-16,-1-1 0 0,-9 0 0 0,-8 3 0 16,-5-3 0-16,-3 1 0 0,2-1 0 0,-6 0 0 15,1 0 0-15,-1 0 0 0,-6 0 0 0,8 0 0 16,-8 0 0-16,0 0 0 0,6 0 0 0,-6 0 0 15,0 0-241-15,0 0-294 0,0 0-101 0,-18 8-495 16,9-6-1223-16,-1-1 541 0</inkml:trace>
  <inkml:trace contextRef="#ctx0" brushRef="#br0" timeOffset="104901.7062">19441 5465 58 0,'0'0'251'0,"0"0"2"0,0 0 0 0,0 0-4 16,0 0 4-16,0 0 5 0,0 0 2 0,0 0 9 16,-6-2 9-16,6 2 7 0,0 0 10 0,-2-4 7 15,2 4 5-15,0 0 9 0,-3-2-2 0,1-1 0 16,2 3-2-16,-3-5-4 0,3 5 0 0,-1-7-6 16,0 4 3-16,1-2-12 0,1 0-4 0,0 0-17 15,0 1-18-15,3-1-16 0,-2 0-17 0,0-1-16 16,7-1-15-16,-3-1-15 0,3 1-171 0,3 1-4 15,-1 0 0-15,6-1 0 0,1 2 0 0,-1 1 0 16,-1 2 0-16,1 0 0 0,2 4 0 0,-1 0 0 0,0 3 0 16,-1 3 0-16,2-1 0 0,-3 0 0 15,-2 1 0-15,-4 1 0 0,-1 0 0 0,-1 2 0 16,0 3 0-16,-1 2 0 0,-4 0 0 0,-3-1 0 16,-3 4 0-16,-3-1 0 0,-3-3 0 0,-8 6 0 0,2-7 0 15,-10 5 0-15,-2-2 0 0,1-2 0 0,-5 0 0 16,-3-2 0-16,7-3 0 0,-4 0 0 15,3-4 0-15,9 0 0 0,6-4 0 0,-2-1 0 16,3-1 0-16,0 0 0 0,3-3 0 0,0-3 0 0,0 0 0 16,1-5 0-16,4 2 0 0,3-5 0 0,1-1 0 15,3-2 0-15,1 0 0 0,2 0 0 0,1 0 0 32,2 1 0-32,-1 0 0 0,4 0 0 0,-3 5 0 0,0-2 0 0,3 1 0 0,-1 3-412 0,-4 1-164 15,5 1-62-15,-3 2-457 0,1 1-1185 0,-5 1 525 16</inkml:trace>
  <inkml:trace contextRef="#ctx0" brushRef="#br0" timeOffset="105307.9669">19513 5259 270 0,'4'-10'503'0,"1"4"28"0,-2 0 33 0,-2 0 3 16,3 1 8-16,-1-1-5 0,-2 3-17 0,0-1-18 15,2 1-28-15,-3 3-29 0,1-3-24 0,-1 3-37 16,0 0-40-16,0-4-33 0,0 4-35 0,0 0-29 0,0 0-31 16,0 0-141-16,0 0-108 0,0 0 0 15,0 20 0-15,0-8 0 0,-1 3 0 0,-2 6 0 16,3 4 0-16,0 1 0 0,0 2 0 0,-4 0 0 16,4 1 0-16,0 3 0 0,0-3 0 0,-1 1 0 0,1 1 0 15,1-1 0-15,1-1 0 0,-2 0 0 16,1 1 0-16,-1-4 0 0,0 3 0 0,1-6 0 15,-2 2 0-15,2-4 0 0,-1 3 0 0,0-4 0 0,0-1 0 16,-1-1 0-16,0-2 0 0,1 0 0 0,0-3 0 16,0-2 0-16,-3 1 0 0,4-4 0 0,-1-2 0 15,2 3 0-15,-2-6 0 0,0 1 0 0,-2 2 0 16,2-6 0-16,0 6 0 0,2-3 0 0,-2-3 0 16,0 0 0-16,0 0 0 0,0 0 0 0,0 0 0 15,0 0 0-15,16-8 0 0,-7 1 0 0,0 2 0 16,6-2 0-16,-4 0-92 0,0 1-574 0,1-8-65 15,2 3-386-15,0 0-1211 0,-3-3 536 0</inkml:trace>
  <inkml:trace contextRef="#ctx0" brushRef="#br0" timeOffset="105729.5976">19873 5626 123 0,'3'-10'371'15,"4"2"17"-15,-4-2 46 0,1 4 27 0,-4 0 20 16,4-1 3-16,-4 2-21 0,1-1-11 0,2 3-24 15,-3-1-5-15,1-1-20 0,-1 2-19 0,0 3-40 16,0-6-34-16,0 6-26 0,0 0-35 0,0-4-32 16,0 4-19-16,0 0-21 0,0 0-23 0,-10 9-14 15,6-4-14-15,-3 3-11 0,0 1-14 0,0 1-9 16,1 1-13-16,0-1-6 0,0 0-6 0,2 1-8 0,-1-3-13 16,1 2-15-16,1-4-1 0,2 3-26 15,0-2-4-15,1-3 0 0,1 4 0 0,0-4 0 16,2 2 0-16,2-1 0 0,-1-1 0 0,2 1 0 15,4-1 0-15,-1 1 0 0,0-1 0 0,1 1 0 0,-1-3 0 16,-1 0 0-16,-3 1 0 0,4-1 0 16,-4 1 0-16,0-1 0 0,2-1 0 0,-7-1 0 15,5 4 0-15,0-3 0 0,-4 2 0 0,2 0 0 16,-2 0 0-16,-1 2 0 0,0-5 0 0,-4 9 0 0,-2-6 0 16,2 3 0-16,-1-1 0 0,-4 0 0 15,1 4 0-15,-2-5 0 0,-3 1 0 0,4-1 0 16,-5 2 0-16,4-1 0 0,0-3 0 0,2 1 0 15,2-2 0-15,1 1 0 0,1-2-40 0,-1 4-67 0,5-4-28 16,0 0-45-16,-8 2-71 0,8-2-52 0,0 0-47 16,0 0-58-16,14-12-50 0,-4 6-47 15,2 1-404-15,1-4-985 0,2 3 435 0</inkml:trace>
  <inkml:trace contextRef="#ctx0" brushRef="#br0" timeOffset="106167.0426">20350 5332 318 0,'-1'-5'483'0,"1"-1"23"0,0-1 3 15,1 3 3-15,-1 4-13 0,0 0-19 0,-1-6-20 16,1 6-7-16,1-4-23 0,-1 4-23 0,-1-4-33 16,1 4-36-16,0 0-25 0,0 0-31 0,0 0-28 15,0 0-23-15,0 0-25 0,0 0-5 0,0 0 3 16,0 14-12-16,0-4-19 0,0 1-10 0,0-1-19 16,-2 2-85-16,2 1-59 0,-2 5 0 0,1 1 0 15,1-2 0-15,0 2 0 0,0 0 0 0,-5-1 0 16,5 0 0-16,1 1 0 0,-2-1 0 0,-2-2 0 15,2 0 0-15,1 0 0 0,-2-3 0 0,2 0 0 16,0-3 0-16,0 1 0 0,0-6 0 0,-2 6 0 16,2-8 0-16,0 2 0 0,-1-1 0 0,1 1 0 15,-3-2 0-15,3-3 0 0,0 5 0 0,0-5 0 16,4 3 0-16,-4-3 0 0,0 0 0 0,0 0 0 16,0 0 0-16,0 0-68 0,0 0-281 0,8-11-37 15,-8 5-30-15,5 3-41 0,-4-3-61 0,3-3-48 16,0 1-340-16,1 1-980 0,-1-4 433 0</inkml:trace>
  <inkml:trace contextRef="#ctx0" brushRef="#br0" timeOffset="106573.6019">20269 5376 60 0,'1'-5'386'0,"-2"0"21"16,1-2 30-16,0 2 9 0,1 1-5 0,-1-1-14 15,1-3-19-15,1 3-21 0,-1 0-17 0,1 2-34 16,3-4-23-16,-3 1-21 0,3 3-19 16,4-3-26-16,-3 0-12 0,4 3-10 0,1-1-9 0,0 1-12 15,-1-2-13-15,3 2-20 0,2 2-10 0,2 2-29 16,2 0 1-16,-2 2-6 0,1 5-5 0,-2-2-12 16,2 3-4-16,1 0-16 0,-3 3-3 0,0-2-11 15,-3 2-2-15,0-1 2 0,-3-2-14 0,0 4 1 16,-2-2 0-16,-2 1-13 0,-2 0-2 0,0 3 9 15,-5 1-15-15,-2 0-2 0,-1-1-40 0,-6 2 0 16,1 1 0-16,-5-2 0 0,-6 3 0 0,-3 0 0 16,0 0 0-16,1-6 0 0,-5 2 0 0,2-1 0 15,4-1 0-15,3-7 0 0,3 2 0 0,2-2 0 16,3-2 0-16,2-1 0 0,1-1 0 0,1 1 0 16,1-1 0-16,-2 1 0 0,4-2 0 0,3-1 0 15,-5 2 0-15,5-2 0 0,0 0 0 0,0 0 0 16,0 0 0-16,0 0-133 0,15-8-132 0,-6 5-72 15,0-1-60-15,-1 3-55 0,6-1-60 0,4-1-43 32,-7 0-369-32,5 0-1000 0,2 2 443 0</inkml:trace>
  <inkml:trace contextRef="#ctx0" brushRef="#br0" timeOffset="106918.0507">20699 5582 159 0,'4'-4'404'0,"0"-2"21"16,1 0 28-16,-4 0 12 0,2 1 7 0,1 0-7 16,-2 0 0-16,0 1-11 0,-1 1 1 0,0 0-7 15,-1 3-17-15,3-4-20 0,-3 4-25 0,0 0-27 0,0 0-28 16,2-3-33-16,-2 3-32 0,0 0-27 0,0 0-23 16,0 0-27-16,0 0-23 0,0 0-17 15,0 0-64-15,0 15-85 0,-4-6 0 0,3 2 0 16,-1 6 0-16,0-4 0 0,2 4 0 0,-2 1 0 0,0 2 0 15,0 0 0-15,1 0 0 0,-2-2 0 0,1 1 0 16,0-2 0-16,1 1 0 0,0-1 0 16,-3 0 0-16,3-5 0 0,-2 0 0 0,2 1 0 0,-1-2 0 31,0-1 0-31,1-2 0 0,-1-1 0 0,1-1 0 0,1-1 0 0,0 1 0 0,1-2 0 0,-2-1 0 31,1 1 0-31,0-4 0 0,0 0-316 0,1 5-50 16,-1-5-36-16,0 0-39 0,3 3-39 0,-3-3-46 15,8-7-32-15,-6 3-293 0,1 0-921 0,1-2 407 16</inkml:trace>
  <inkml:trace contextRef="#ctx0" brushRef="#br0" timeOffset="107293.0936">20679 5608 199 0,'4'-9'388'0,"-2"0"32"0,1-1 10 0,1 2 8 16,-2 2 1-16,2-3-8 0,0 0-6 0,0 0-2 16,2 0-6-16,-2 0-10 0,2 1-25 0,-1-1-9 15,3 3-19-15,-4 0-16 0,4-2-21 0,-3 2-25 16,1 4-27-16,-1-3-29 0,0 2-21 0,4 0-23 16,-4 1-16-16,3 0-21 0,-3 0-15 0,4 2-16 15,-1 1-9-15,-2 0-15 0,-2 2-100 0,4 1 0 16,-2-1 0-16,-1 0 0 0,-1 0 0 0,-1-1 0 15,-1 4 0-15,1-1 0 0,-1 0 0 0,-2 0 0 0,2 2 0 0,-4 1 0 0,-3-2 0 0,4 1 0 16,-7 3 0-16,3-3 0 0,-5 3 0 0,-2-2 0 16,-3 2 0-16,1-1 0 0,-3 0 0 0,3-1 0 31,3-2 0-31,-1-3 0 0,3 2 0 0,2-3 0 0,-1 3 0 0,3-4 0 0,0 1 0 0,1-2 0 0,4 0-47 16,-8 4-148-16,6-4-25 0,2 0-28 15,0 0-27-15,-8 0-29 0,8 0-34 0,0 0-29 16,-5 4-44-16,5-4-58 0,0 0-418 0,0 0-960 0,0 0 425 31</inkml:trace>
  <inkml:trace contextRef="#ctx0" brushRef="#br0" timeOffset="108684.0376">21841 4970 23 0,'0'0'193'0,"0"0"-1"16,0 0-4-16,0 0-2 0,0 0-5 0,0 0-5 0,0 0-4 16,0 0-7-16,0 0-3 0,0 0 15 0,0 0 1 15,0 0-3-15,0 0 1 0,0 0 0 0,0 0 4 16,0 0 0-16,0 0 1 0,0 0-22 15,0 0 15-15,0 0-4 0,0 0 2 0,0 0 0 0,0 0 10 16,0 0 2-16,0 0 4 0,0 0 6 0,0 0 7 16,0 0 5-16,0 0 1 0,0 0 7 0,0 0-4 15,0 0-6-15,0 0-6 0,0 0-13 0,0 0-30 16,0 0 0-16,16-6-11 0,-12 5-22 0,1 0-5 16,3 0-17-16,-2-1-3 0,3-1-5 0,-4 2-15 15,3-1-21-15,-3 1-8 0,4 1 6 0,-5-3-25 16,1 1-26-16,-5 2-40 0,8-2-46 0,-8 2-53 15,0 0-64-15,6 0-79 0,-6 0-91 0,0 0-79 16,0 0-76-16,0 0-384 0,5 7-984 0,-5-7 435 16</inkml:trace>
  <inkml:trace contextRef="#ctx0" brushRef="#br0" timeOffset="108887.6287">21811 5134 127 0,'0'0'437'0,"0"0"16"16,2 3 11-16,-2-3 1 0,0 0-18 0,0 0-36 16,0 0-36-16,8 0-38 0,-8 0-31 0,0 0-32 15,7-7-25-15,-1 5-29 0,-2-1-21 0,3 1-21 16,1 0-22-16,1 1-40 0,0-5-43 0,0 4-48 16,5 0-55-16,-1-1-61 0,1 1-68 0,-1 2-61 15,0 0-79-15,-2-2-77 0,-1 3-314 0,1-1-747 16,-11 0 331-16</inkml:trace>
  <inkml:trace contextRef="#ctx0" brushRef="#br0" timeOffset="109168.9026">22080 4986 67 0,'3'-2'454'15,"5"-3"-7"-15,-3 3 15 0,0-1-8 0,3 2-25 16,-3-2-31-16,0 3-30 0,-5 0-12 0,13 3-2 15,-5 2 3-15,-2 2-14 0,3-2-18 0,1 3-5 16,-2 0-12-16,0 0-13 0,-1 1-10 0,1 0-15 16,-2 1-19-16,-1 1-19 0,1 0-10 0,-3 0-18 15,2 0-20-15,-3 0-15 0,-1-1-17 0,-1 3-14 16,0-3-16-16,-3 2-7 0,-2 1-8 0,-4 0-104 16,2 3-3-16,-9-2 0 0,-4 3 0 0,-2-4 0 15,-2 2 0-15,-3-4 0 0,0 1-161 0,0-4-121 0,7-1-63 16,0 1-69-16,3-4-51 0,3 0-48 15,4-3-42-15,2 1-355 0,-1 0-985 0,9-2 436 16</inkml:trace>
  <inkml:trace contextRef="#ctx0" brushRef="#br0" timeOffset="109763.0695">23392 4657 245 0,'0'-8'481'0,"1"0"0"0,-1-1-5 16,0 0-9-16,0-1-27 0,0 4-18 0,-1-2-19 15,-4 2-18-15,5 0-13 0,0 1-25 0,-4 3-23 16,4 2-19-16,-1-7-25 0,-2 3-21 0,-2 2-32 16,1 1-23-16,-1-1-21 0,5 2-14 0,-12 0-19 15,3 3-13-15,-2 2-19 0,-3 1-5 0,0 5-14 16,-2-1-9-16,0 2-9 0,0 3-7 0,-1 4-7 16,-5-1 0-16,3 3-11 0,5-2-1 0,0-4-19 15,1-1 6-15,0-1-5 0,1-1-2 0,5-3-2 16,-1-1-8-16,2-1-2 0,4 0-1 0,-1-2 0 15,1 0-7-15,0-1 1 0,2-1 4 0,0 1 2 16,2-1-1-16,1 2-3 0,6-2 0 0,0-2 4 16,0 5-22-16,5-3 12 0,0-1 2 0,4 2 0 15,0 1-13-15,1-1 4 0,2-1-8 0,-5 1 4 16,3 0 4-16,-6-3 3 0,0 6-11 0,-3-4 6 16,1 2-9-16,1 0-2 0,-3-1 2 0,0 1 10 15,-2 1-10-15,0 1 1 0,-2-1 0 0,-1 2 0 16,0-1 2-16,-3-1 0 0,-1 3 4 0,0 0 6 15,-5 1-6-15,0-1 8 0,-9 3-7 0,3 1 1 16,-5-2-1-16,0-3-1 0,-1 2-19 0,2 0-20 16,-3-3-10-16,5-2-17 0,4-1-17 0,-2 1-12 15,0-1-14-15,5-1-12 0,1-1-16 0,-3 0-17 16,4-1-35-16,4-1-74 0,0 0-67 0,0 0-50 16,0 0-43-16,13-10-55 0,-3 5-378 0,2 0-925 15,0 0 410-15</inkml:trace>
  <inkml:trace contextRef="#ctx0" brushRef="#br0" timeOffset="110091.2584">23501 4952 42 0,'2'-4'443'16,"2"0"37"-16,0-1 24 0,1 1 17 0,-2-1 11 16,-1 1 1-16,-1-1 1 0,1 1-4 0,-1-2-15 15,-1 2-3-15,1 0-19 0,-1 0-18 0,2 0-25 16,-2 4-29-16,0-6-29 0,0 6-34 0,0-4-32 0,0 4-196 15,0 0-130-15,0 0 0 0,0 0 0 16,2-3 0-16,-2 3 0 0,0 0 0 0,0 0 0 16,-2 17 0-16,2-8 0 0,-2 3 0 0,0-1 0 15,0 3 0-15,4 3 0 0,-4-1 0 0,0 3 0 16,1-2 0-16,-2 1 0 0,2 0 0 0,-3 0 0 16,3-1 0-16,-2 0 0 0,3-5 0 0,-2 1 0 15,0-1 0-15,1-4 0 0,0 4 0 0,-1-1 0 16,0-2 0-16,3-1 0 0,-2 0 0 0,1-1 0 0,0-2 0 15,0-1 0-15,-3 1 0 0,3-5 0 0,0 5-282 16,0-5-151-16,3 3-51 0,-3-3-40 16,0 0-37-16,0 0-24 0,8-14-302 0,-6 7-962 15,-1-2 426-15</inkml:trace>
  <inkml:trace contextRef="#ctx0" brushRef="#br0" timeOffset="110404.9497">23493 4948 351 0,'1'-11'397'0,"3"0"25"0,-1 1 18 0,1-1 8 0,-2 1 2 16,3 0-8-16,2 0-25 0,-2 1-10 0,1 0-19 16,3 2-14-16,0-1-11 0,1 2-15 0,-1 0-8 15,3 0-22-15,-1 2-18 0,-1 1-29 0,3-2-9 16,-3 3-20-16,2-1-23 0,-2 3-22 0,2 0-21 16,-6 0-16-16,2 2-19 0,-1-1-12 0,-3 3-16 15,3-1-37-15,-2 0-76 0,2 2 0 0,-2 2 0 16,-1-1 0-16,-1 2 0 0,-2-1 0 0,0-3 0 15,-1 7 0-15,-1-1 0 0,-1-1 0 0,-4 2 0 16,-4 1 0-16,1-2 0 0,-4 1 0 0,-3 1 0 16,-1-3 0-16,-1-1 0 0,-1 0 0 0,5-2 0 15,1-1 0-15,-1 0 0 0,5-3 0 0,0 2 0 16,2-3 0-16,0 1 0 0,2 0 0 0,0 1 0 16,5-3 0-16,-9 0 0 0,9 0 0 0,-5 2 0 15,5-2-190-15,-5 0-107 0,5 0-50 0,0 0-62 16,0 0-70-16,0 0-79 0,0 0-428 0,0 0-1067 15,18-3 473-15</inkml:trace>
  <inkml:trace contextRef="#ctx0" brushRef="#br0" timeOffset="110873.1186">23005 5362 268 0,'-8'-4'427'0,"8"4"1"0,0 0-10 0,0 0-28 16,0-4-5-16,0 4-16 0,0 0-13 16,0 0-14-16,0 0-17 0,0-4-14 0,0 4-31 15,0 0-9-15,0 0-19 0,0 0-13 0,0 0-9 16,0 0-12-16,-10 0-12 0,10 0-8 0,0 0-1 0,0 0-14 15,0 0-6-15,0 0-1 0,-9 0-6 0,9 0-6 16,0 0 3-16,0 0-8 0,0 0-10 0,-4 3-5 16,4-3 5-16,0 0-2 0,0 0-6 15,0 0-17-15,0 0-93 0,26-4-31 0,-7 2 0 0,12 0 0 16,7 2 0-16,16-2 0 0,6-1 0 0,7-1 0 16,29-1 0-16,5-1 0 0,0 2 0 0,10-6 0 15,6 3 0-15,5-4 0 0,2 5 0 16,-2-6 0-16,-14 3 0 0,-7 3 0 0,-34 1 0 0,-5 3 0 15,-23-1 0-15,11-2 0 0,-21 4 0 0,-5 1 0 16,-6 0 0-16,-8-2 0 0,-1 1 0 0,0 2 0 16,0-1 0-16,-4 0 0 0,-5 0 0 0,8 0 0 15,-7 3 0-15,-1-3 0 0,-2 8 0 0,-5-4 0 16,-2 4 0-16,-6 1 0 0,0 2-244 0,-2 0-329 16,-1 1-114-16,-6 1-428 0,-2-2-1207 0,0 5 534 15</inkml:trace>
  <inkml:trace contextRef="#ctx0" brushRef="#br0" timeOffset="111450.9599">23506 5590 199 0,'1'-5'381'0,"-1"1"16"0,1 0 4 15,-1 4 1-15,2-7 0 0,-2 2 1 0,-2 1 4 16,2 4 3-16,-3-6-2 0,3 6 5 0,0-3-4 0,0 3-5 16,0 0-11-16,-3-5-14 0,3 5-18 15,0 0-19-15,0 0-27 0,0 0-26 0,0 0-24 16,0 0-27-16,0 0-23 0,0 0-25 0,0 0-22 15,0 0-168-15,0 0 0 0,0 0 0 0,0 0 0 0,0 18 0 16,1-9 0-16,-2 3 0 0,2 6 0 16,1-2 0-16,-1 0 0 0,1 0 0 0,0 3 0 15,0-2 0-15,1 1 0 0,-2-2 0 0,0 0 0 16,1-5 0-16,-1 0 0 0,0 2 0 0,0-4 0 0,1 4 0 16,-1-2 0-16,2-2 0 0,-3-2 0 0,1 0 0 15,0-2 0-15,0-1 0 0,1 0 0 16,0 0 0-16,-2-4 0 0,3 3 0 0,1-2 0 15,-4-1 0-15,0 0 0 0,17-7 0 0,-9 2 0 0,2-4 0 16,3-3 0-16,-4-3 0 0,9-6 0 0,-8-1 0 16,4-2 0-16,-2 0 0 0,-2-1 0 0,3-1 0 15,-4 0 0-15,-3 6 0 0,-2 1 0 16,4 1 0-16,-5 0 0 0,0 1 0 0,0 5 0 0,-1 2 0 16,-1 2 0-16,1-2 0 0,0 3 0 0,0 2 0 15,-1 0 0-15,0 1 0 0,0 0 0 0,1 2 0 16,-2 2 0-16,0 0 0 0,2-4 0 0,-2 4 0 15,0 0 0-15,0 0 0 0,-1 11 0 0,1-4 0 16,1 3 0-16,-2-2 0 0,1 3-490 0,-1 6-128 16,2-5-47-16,3 1-405 0,-3-1-1159 0,3 0 512 15</inkml:trace>
  <inkml:trace contextRef="#ctx0" brushRef="#br0" timeOffset="111794.8317">23838 5757 394 0,'0'0'509'0,"5"-5"40"16,-5 2 28-16,4 1 6 0,-4 2 0 0,0-4-16 15,0 4-13-15,0 0-22 0,0-4-19 0,0 4-30 16,3-3-30-16,-3 3-35 0,0 0-35 0,0 0-34 16,0 0-33-16,0 0-32 0,0 0-140 0,0 0-144 15,0 0 0-15,0 0 0 0,-3 18 0 0,2-7 0 16,-2 0 0-16,3 5 0 0,0 1 0 0,-5 2 0 15,6-4 0-15,-2 3 0 0,1 2 0 0,-4-4 0 0,3 3 0 16,-3-3 0-16,4 2 0 0,-4 2 0 0,-1-4 0 16,5 1 0-16,-1-5 0 0,-2 0 0 15,3-1 0-15,-1 1 0 0,0-3 0 0,1 2 0 16,-3-4 0-16,3-1 0 0,0 2 0 0,0-4 0 16,0-4 0-16,-4 8 0 0,7-5 0 0,-3-3 0 0,-3 6 0 15,3-6 0-15,0 0 0 0,0 0-175 16,0 0-277-16,0 0-28 0,0 0-24 0,0 0-31 15,22-15-28-15,-21 11-351 0,3-6-990 0,-4-1 438 0</inkml:trace>
  <inkml:trace contextRef="#ctx0" brushRef="#br0" timeOffset="112139.5069">23829 5795 225 0,'0'-6'386'0,"1"-2"13"0,3 0 29 16,-1-1 16-16,-1-1 5 0,1 3-12 0,1 2-16 15,-3-1-19-15,3 2-12 0,-2-1-11 0,1-1-12 16,1 1-23-16,-3 0-19 0,2 3-22 0,-1-2-19 16,-2 1-28-16,4 0-20 0,0 1-21 0,-4 2-32 15,11-4-9-15,-7 2-22 0,5 2-16 0,1 1-13 16,-1 0-12-16,-1 0-13 0,2 2-3 0,-2-2-4 16,2 1-12-16,-1 4-6 0,0 0-3 0,0 0-5 15,1 1-14-15,-5 0-51 0,-1 0 0 0,1 0 0 16,0-1 0-16,-1 1 0 0,-4 0 0 0,0 0 0 15,0-1 0-15,-4 6 0 0,-1-4 0 0,0 0 0 16,-3 0 0-16,1-2 0 0,-6 2 0 0,3-3 0 0,-2 0 0 16,-2-1 0-16,4 1 0 0,-3-4 0 15,2 0 0-15,-1 2 0 0,5-3 0 0,-2 0-6 0,1 0-131 16,3-3-21-16,-2 1-20 0,-3-1-33 0,5-3-36 16,1 3-30-16,0-2-66 0,1 1-59 0,1-2-86 15,2 0-470-15,4 1-1037 0,4-3 459 16</inkml:trace>
  <inkml:trace contextRef="#ctx0" brushRef="#br0" timeOffset="112686.8113">25149 5052 230 0,'0'0'398'0,"0"0"20"15,0 0 3-15,0 0 7 0,0 0 2 0,-7 1 7 16,7-1-3-16,0 0-4 0,0 0 8 0,0 0-11 15,0 0-10-15,0 0-4 0,0 0-6 0,0 0-12 16,0 0-11-16,0 0-7 0,0 0-19 0,0 0-31 16,0 0-32-16,0 0-29 0,0 0-205 0,24-1-61 15,-16-2 0-15,4 1 0 0,-1-2 0 0,3 3 0 16,-3-1 0-16,2 1 0 0,4-3 0 0,-6 1 0 16,2 3 0-16,-3-1 0 0,-1-1 0 0,-3 2 0 15,3 0 0-15,-4-4 0 0,-1 3 0 0,-4 1 0 16,8-1 0-16,-8 1 0 0,0 0-376 0,0 0-37 15,5 6-26-15,-5-6-29 0,-9 7-33 0,5-3-20 16,-1-1-392-16,-4 6-987 0,-3-4 437 0</inkml:trace>
  <inkml:trace contextRef="#ctx0" brushRef="#br0" timeOffset="112952.8591">25170 5174 138 0,'-3'3'244'0,"2"1"19"15,1-1 33-15,0-3 31 0,-4 3 19 0,4-3 44 16,0 0 26-16,0 0 16 0,3 5 8 0,-3-5 6 15,0 0-12-15,0 0 14 0,0 0-11 0,0 0-14 16,2 3-24-16,-2-3-22 0,7 0-31 0,-7 0-30 16,12-1-23-16,-5-1-18 0,4 1-26 0,-1 0-24 15,1 0-24-15,0-2-171 0,3 3-30 0,-1-1 0 16,6 0 0-16,-6-1 0 0,-3 2 0 0,0 0 0 16,-2 0 0-16,1-1 0 0,-4 1 0 0,3-2 0 15,-8 2 0-15,6-2 0 0,1 2 0 0,-7 0 0 16,7 0 0-16,-7 0 0 0,5-1 0 0,-5 1 0 0,7-2 0 15,-7 2 0-15,0 0-135 0,0 0-209 0,1-3-59 16,-1 3-43-16,0 0-52 0,0 0-56 16,0 0-415-16,0 0-1049 0,0 0 464 0</inkml:trace>
  <inkml:trace contextRef="#ctx0" brushRef="#br0" timeOffset="114000.0045">27470 4293 306 0,'3'-3'422'0,"3"-1"15"0,-2-1-1 15,0 1-14-15,0 0-3 0,-2 0-4 0,-2-1-6 16,0 5-4-16,4-5-8 0,-3 2-5 0,1 0-16 16,-2 3-13-16,2-5-15 0,-2 5-11 0,0-4-20 15,0 4-20-15,0 0-24 0,0 0-26 0,0 0-23 16,0-5-27-16,0 5-19 0,0 0-21 0,0 0-25 16,0 0-7-16,0 0-15 0,0 0-60 0,-13 16-50 15,5-5 0-15,-7 1 0 0,1 2 0 0,-6 8 0 16,1-2 0-16,1 6 0 0,-5 0 0 0,2 0 0 15,0 1 0-15,-9 10 0 0,12-10 0 0,6 2 0 16,1-1 0-16,2-2 0 0,0-2 0 0,4-4 0 16,4 0 0-16,0-1 0 0,8 0 0 0,-3-1 0 15,8-1 0-15,-1-3 0 0,7 1 0 0,1-6 0 16,3 4 0-16,1-6 0 0,-1-1 0 0,-3-4 0 16,3 1 0-16,-5-4 0 0,0-2 0 0,-2-1 0 15,2 0 0-15,-5-2 0 0,-1 0 0 0,-2-3 0 16,0 2 0-16,-3 1 0 0,-2-1 0 0,0-1 0 15,-4 0 0-15,-1-1 0 0,-6 1 0 0,-3 0 0 16,1-2 0-16,-5 6 0 0,-6-1 0 0,-2 0 0 16,-6 5 0-16,6 1 0 0,3 3 0 0,-9 1 0 15,0-1 0-15,7 1-11 0,-6 5-525 0,8-4-104 16,3-1-528-16,4 2-1264 0,1-1 559 0</inkml:trace>
  <inkml:trace contextRef="#ctx0" brushRef="#br0" timeOffset="114499.89">26748 5014 34 0,'0'0'289'0,"0"0"-8"15,0 0-8-15,0 0-4 0,0 0-8 16,0 0-6-16,0 0-7 0,0 0-9 0,0 0-9 16,0 0 1-16,0 0-15 0,0 0-6 0,0 0-6 15,-15-4 2-15,15 4-17 0,-7 0-5 0,7 0-10 0,-6-1-11 16,6 1-6-16,0 0-9 0,-9 0 6 15,9 0 3-15,0 0-1 0,-6-2-2 0,6 2 4 16,0 0-6-16,0 0-4 0,0 0 2 0,0 0-7 16,0 0-8-16,0 0-19 0,0 0-9 0,21 0-8 0,7 0-14 15,4 0-7-15,18 0-5 0,5 0 20 0,8-4 6 16,26 5 15-16,6-10 8 0,2 1 2 16,9 2 12-16,4-3 4 0,10-4 1 0,4 3 8 15,4-1-2-15,1-3 5 0,-3 0-1 0,2 9-54 0,-4-1-97 16,-5-1 0-16,-13 2 0 0,-15 0 0 0,-32 0 0 15,-4 2 0-15,-17 0 0 0,-5 0 0 0,-3 1 0 16,-9 0 0-16,-8 2 0 0,1 0 0 16,-6 0 0-16,-2 0 0 0,2 0 0 0,-3 2 0 15,-1-1 0-15,0 3 0 0,-4-4-307 0,-2 7-163 0,-5-1-76 16,-3 1-100-16,-6 0-391 0,-4-2-1124 0,-7 1 497 16</inkml:trace>
  <inkml:trace contextRef="#ctx0" brushRef="#br0" timeOffset="115173.4123">26899 5459 176 0,'0'-2'309'0,"0"2"0"0,1-4 5 16,-1 4-9-16,0 0 15 0,0-5 4 0,0 5-5 15,3-5 5-15,-3 5 0 0,-3-4-1 0,3 4-1 16,-1-5-4-16,1 0 4 0,0 5-13 0,0-6-6 16,1 1-6-16,2 2-5 0,-2-1-11 0,0-1-12 15,-1 1-16-15,3 0-19 0,-1-1-15 0,2-1-13 16,0 1-11-16,1 0-21 0,3-2-15 0,2 2-18 15,-1-3-11-15,3 1-12 0,0 4-23 0,5-3-4 16,0-1-6-16,4 0-54 0,-5 2-31 0,4 0 0 16,-6 5 0-16,4 1 0 0,0 2 0 0,-3 2 0 15,4 1 0-15,-2 3 0 0,1 4 0 0,-7-1 0 16,1 0 0-16,-1 2 0 0,-4-2 0 0,-1 1 0 16,1 5 0-16,-7 1 0 0,-2 1 0 0,1-4 0 15,-7-1 0-15,-3 1 0 0,-8 5 0 0,-2-4 0 16,-2-1 0-16,-4-1 0 0,-1-3 0 0,0 0 0 15,0-3 0-15,-1-5 0 0,2 1 0 0,8-1 0 16,-1 1 0-16,4-4 0 0,3-1 0 0,0-1 0 16,3-2 0-16,0-1 0 0,1-3 0 0,0 0 0 15,1-5 0-15,3-3 0 0,1 3 0 0,0-3 0 0,3-2 0 16,1 0 0-16,1 1 0 0,3-1 0 16,0 0 0-16,0 3 0 0,0-1 0 0,2 1 0 0,-1 0 0 15,-1 5 0-15,0-1 0 0,1-1-257 16,0 2-171-16,-1 3-64 0,5 0-61 0,0 0-46 0,-5 3-378 15,-3-3-1059-15,4 1 468 0</inkml:trace>
  <inkml:trace contextRef="#ctx0" brushRef="#br0" timeOffset="115532.8732">26997 5182 389 0,'4'-12'427'15,"1"0"18"-15,-1 3 41 0,-1 1 23 0,-1 1 12 16,0-2 13-16,0 4 2 0,-1-4 2 0,4 4 4 15,-5 1-7-15,0 0-20 0,0 4-31 0,2-5-38 16,-2 5-40-16,3-5-48 0,-3 5-36 0,0 0-124 16,2-2-198-16,-2 2 0 0,0 0 0 0,2 19 0 15,-6-1 0-15,3 8 0 0,-1 2 0 0,2-2 0 16,-2 7 0-16,2 3 0 0,0 9 0 0,0-9 0 16,5 14 0-16,-5-5 0 0,-1-8 0 0,1 10 0 15,0-11 0-15,3 0 0 0,-5 10 0 0,2-10 0 16,0-4 0-16,-3 3 0 0,1 0 0 0,-3-3 0 0,3 1 0 15,-1-2 0-15,-2-1 0 0,3 0 0 0,-1-4 0 16,2-8 0-16,-1 0 0 0,2-2 0 16,-2-4 0-16,2-3 0 0,0 1 0 0,0-4 0 15,0 0 0-15,0 0 0 0,0-1 0 0,0-3 0 0,0 3 0 16,0-5 0-16,1 8 0 0,-1-6 0 0,0-2 0 16,8 0 0-16,-8 0 0 0,0 0 0 15,23-7 0-15,-16 2-200 0,5 0-480 0,-1-3-539 16,2-3-1320-16,1 0 584 0</inkml:trace>
  <inkml:trace contextRef="#ctx0" brushRef="#br0" timeOffset="115970.1091">27367 5578 471 0,'3'-10'510'0,"0"1"14"16,0 3 9-16,-2-3-6 0,1 3-21 0,0-1-32 15,-1 4-43-15,-1-2-31 0,0 5-38 0,0-5-32 16,0 5-46-16,-1-6-30 0,1 6-25 0,-3-2-22 16,3 2-24-16,0 0-15 0,-14 7-25 0,7-1-6 15,-4-1-13-15,5 2-20 0,-3 0-14 0,1 0-11 16,2 1-26-16,-2 1-8 0,-1-2-15 0,5-1-5 16,3-1-10-16,-3 1-4 0,3-3 2 0,-2 2 0 15,2 1-5-15,1-2 1 0,1 1 0 0,2-1 1 16,1 2-8-16,-2-3 5 0,7-1 5 0,-4 2-6 15,6 0 0-15,1 3 7 0,0-5-3 0,-2 5 3 16,3-2-4-16,-2 1 8 0,1 1 2 0,-1-4-5 16,0 4 6-16,-4-1-4 0,2 2 1 0,-1-3 3 15,0 1-6-15,-4-1 0 0,-1 1 2 0,2 0-4 16,-3 0 2-16,-2 0-1 0,-2 0 12 0,-1 0-9 16,0-2-3-16,-3 0 5 0,-3 1 3 0,-3 0-10 15,1-2 5-15,-2 3-9 0,0-3-9 0,0-2-4 16,-2-1-18-16,1 1-5 0,5 0-5 0,0-1 1 15,0 2-6-15,5-2-9 0,4 0-18 0,-9-2-41 16,9 2-59-16,0 0-50 0,0 0-43 0,0 0-38 16,16-9-29-16,-4 5-45 0,1 2-50 0,8-4-59 15,-1 1-320-15,6-2-867 0,2-1 384 0</inkml:trace>
  <inkml:trace contextRef="#ctx0" brushRef="#br0" timeOffset="116313.9412">27900 5365 63 0,'3'-13'503'0,"-3"1"22"0,-1-1 30 16,1 6 3-16,0-4 0 0,0 4-10 0,0 0-17 0,0 1-3 15,0-1-22-15,0 3-23 0,0 0-35 0,0 4-41 16,-2-3-40-16,2 3-35 0,0 0-38 0,0 0-28 15,0 0-31-15,0 0-24 0,0 0-12 0,-2 10-125 16,2 2-74-16,0 4 0 0,-2 2 0 0,0 0 0 16,1 2 0-16,0 4 0 0,-2 3 0 0,3-3 0 15,-3 1 0-15,1-6 0 0,2-3 0 16,-2 4 0-16,1-2 0 0,1-2 0 0,-3 1 0 0,3-4 0 16,-3-2 0-16,3-1 0 0,-2-1 0 0,0 0 0 15,1-3 0-15,2 1 0 0,-1-1 0 0,0-3 0 16,0 2 0-16,0-5 0 0,0 4 0 0,0-4-182 15,0 0-236-15,0 0-69 0,0 0-62 0,0 0-46 16,4-18-399-16,-2 9-1076 0,-1-5 477 0</inkml:trace>
  <inkml:trace contextRef="#ctx0" brushRef="#br0" timeOffset="116688.689">27782 5266 355 0,'-1'-6'427'0,"1"-1"21"0,0 1 24 0,0 1-2 16,0 0-18-16,1 0-33 0,3-1-34 0,0 0-26 16,2 2-18-16,-1-1-14 0,3 1-20 0,1-1-15 15,2 1-7-15,2 0-16 0,0 1 3 0,7 2-17 16,-1 2-10-16,3-1-12 0,0 4-22 0,-2 1-11 16,7 2-13-16,1 2-13 0,-2 2-14 0,0 5-8 0,0 1-5 15,-3 1-2-15,-2 2-6 0,-5 0-76 16,2 2-63-16,-9-5 0 0,0 2 0 0,5 4 0 15,-9-6 0-15,-1-1 0 0,0 2 0 0,-3 2 0 0,-3-4 0 16,-2 3 0-16,-4 1 0 0,-3 2 0 0,-5-2 0 16,1-5 0-16,-3 3 0 0,-5-2 0 0,-4 2 0 15,3-2 0-15,6-5 0 0,-4-5 0 16,3 0 0-16,0 0 0 0,1 0 0 0,5-3 0 0,4-2 0 16,-1 1 0-16,5-1 0 0,0 1 0 0,-3 0 0 15,3-1 0-15,5-1 0 0,0 0 0 0,0 0 0 16,-5-4 0-16,5 4-128 0,0 0-209 0,10-7-46 15,-2 6-65-15,2-3-71 0,9 2-71 0,-2 0-375 16,2-2-1044-16,4 4 462 0</inkml:trace>
  <inkml:trace contextRef="#ctx0" brushRef="#br0" timeOffset="117048.0293">28366 5568 358 0,'1'-6'493'0,"-1"-1"19"0,0 2 22 0,3 0 3 16,-2 1-10-16,-1-2-6 0,0 2-19 0,0 1-24 15,0 3-17-15,2-5-18 0,-2 5-30 0,0 0-34 16,0-5-39-16,0 5-31 0,0 0-35 0,0 0-30 16,0 0-23-16,0 0-14 0,0 0 8 0,2 20 8 15,-4-9-223-15,0 6 0 0,2 1 0 0,-4 3 0 16,4 2 0-16,0 3 0 0,-3 0 0 0,3 0 0 15,-2-7 0-15,2 2 0 0,-4-2 0 0,4 7 0 16,0-10 0-16,-1 0 0 0,-2 2 0 0,2-3 0 16,1-1 0-16,-2-3 0 0,-1-2 0 0,1 0 0 15,-1 0 0-15,3-3 0 0,-2 1 0 0,2-1 0 16,-2-1 0-16,2-1 0 0,0 1 0 0,-2-2 0 16,2-3 0-16,-2 2 0 0,2-2 0 0,0 0 0 15,0 0 0-15,0 0 0 0,0 0-153 0,0 0-322 16,0 0-46-16,8-14-42 0,-8 9-48 0,1-4-367 15,-1-1-1060-15,0-1 469 0</inkml:trace>
  <inkml:trace contextRef="#ctx0" brushRef="#br0" timeOffset="117438.5153">28326 5550 287 0,'2'-7'432'0,"0"-4"20"0,-2 3 12 0,2 1 9 0,0-2-10 15,3 1-16-15,-3 3-16 0,1-4-15 16,1 2-16-16,1 3-12 0,0-3-17 0,-1 0-26 16,1 4-11-16,-1-2-26 0,1-1-17 0,4 1-24 15,-4 3-22-15,2 1-26 0,-1-3-21 0,7 3-23 0,-7 1-16 16,3 0-15-16,0 3-23 0,3 0-3 0,-1-1-10 16,-1 2-13-16,-1 0-55 0,-1 1-40 15,0 0 0-15,1 2 0 0,-4-1 0 0,0-1 0 16,1 3 0-16,-3 0 0 0,-1-2 0 0,0 4 0 0,-4 0 0 15,2-1 0-15,-2-2 0 0,-1 1 0 0,-3 3 0 16,-1-3 0-16,-3 3 0 0,1-3 0 0,0 0 0 16,-3-1 0-16,-1 3 0 0,1-7 0 15,1 3 0-15,-2-2 0 0,0 1 0 0,8-3 0 0,-1 0 0 16,-1 1 0-16,2 0 0 0,5-3 0 0,-9 1 0 16,9-1 0-16,-5 3 0 0,5-3 0 0,0 0 0 15,-5 0 0-15,5 0 0 0,0 0 0 0,0 0-5 16,0 0-202-16,0 0-34 0,0 0-28 0,0 0-45 15,0 0-41-15,0 0-28 0,0 0-34 0,0 0-47 16,-4-8-30-16,4 8-347 0,0 0-910 0,0 0 403 16</inkml:trace>
  <inkml:trace contextRef="#ctx0" brushRef="#br0" timeOffset="121504.2639">8510 7454 71 0,'1'-5'421'0,"2"-1"10"0,-1-1 0 0,1 0-6 15,-1 2 0-15,-1-4-10 0,1 2-9 0,0 3-36 16,0-4-13-16,-1 1-17 0,-1 1-12 0,0-1 0 16,1 2-26-16,-1 1-18 0,0-4-13 0,-2 3-28 15,0 2-14-15,2-3-16 0,-1 2-10 0,-2-1-17 16,3 5-15-16,-3-4-22 0,0 1 1 0,3 3-11 16,-7-2-6-16,3 0-8 0,4 2-2 15,-9 0-9-15,9 0-2 0,-13 3-9 0,8 1-1 0,-3-1-11 16,-1 2-91-16,-1 0 0 0,1 2 0 0,-1 2 0 15,-2 1 0-15,2 2 0 0,-5-1 0 0,3 3 0 16,-2 2 0-16,-5 2 0 0,4-4 0 0,-1 0 0 16,2 0 0-16,-1 1 0 0,1-1 0 0,-8 4 0 15,8-4 0-15,3 0 0 0,-5 8 0 0,5-8 0 16,1-5 0-16,-1 2 0 0,1-2 0 0,1 0 0 16,1-2 0-16,1 2 0 0,-1-1 0 0,3-3 0 0,-1 0 0 15,-1-1 0-15,0-1 0 0,2-1 0 16,-2 2 0-16,2-3 0 0,-2 0 0 0,0 2 0 15,-1-3 0-15,1 0 0 0,0-4 0 0,-3 1 0 16,1-1 0-16,4 1 0 0,-4-4 0 0,3 2 0 16,-2-2 0-16,3-2 0 0,-3-1 0 0,4 1 0 15,0-2 0-15,2 0 0 0,-1-2 0 0,3 3 0 0,3-2 0 16,-1 1 0-16,2-1 0 0,4 3 0 0,-3-5 0 16,3 4 0-16,1 1 0 0,2-4 0 0,2 2 0 15,0 0 0-15,1 3 0 0,-3 2 0 0,2 0 0 16,-1 2 0-16,0 0 0 0,1 0 0 0,-3 1 0 15,3 2 0-15,0 1 0 0,-3 2 0 0,0 1 0 16,3 2 0-16,0 1 0 0,-3 0 0 0,4 2 0 16,2 2 0-16,-1 2 0 0,-1 0 0 0,0 0 0 15,-1 2 0-15,-2 4 0 0,-1-1 0 0,1 1 0 16,-4-2 0-16,2 2 0 0,-1-2 0 0,0 0 0 16,-2 0 0-16,0-1 0 0,-2-4 0 0,-3 1 0 15,2 0 0-15,2 1 0 0,-1-4 0 0,0-1 0 16,0-2 0-16,-3 0 0 0,4 2 0 0,0-5 0 15,0 1 0-15,3-2 0 0,0 0 0 0,3-2 0 16,1 0 0-16,-2-2 0 0,3 1 0 0,-3-3 0 0,4 1 0 16,-5 0 0-16,0-2 0 0,1 1 0 15,-1-1 0-15,0 0 0 0,-3 0 0 0,3-1-293 16,-2 1-273-16,0-3-83 0,-4 4-466 0,2 1-1205 16,1 0 533-16</inkml:trace>
  <inkml:trace contextRef="#ctx0" brushRef="#br0" timeOffset="122193.5676">8965 7994 455 0,'5'-11'476'15,"-1"2"0"-15,-2 2 6 0,3-2-11 0,-4 3-9 16,2 0-16-16,1 0-6 0,-3 1-13 0,3-1-6 16,-3 3-17-16,2-2-17 0,0 1-20 0,-2 2-28 15,-1 2-29-15,2-6-31 0,-2 6-27 0,0 0-25 16,0 0-26-16,0 0-14 0,10 8-12 0,-4-1 2 15,0 0-8-15,-3 2-8 0,3 3-161 0,0 4 0 16,2 1 0-16,-3 0 0 0,-1 2 0 0,2-1 0 16,2 6 0-16,-3-4 0 0,0 4 0 0,3 2 0 15,-3-1 0-15,-1-6 0 0,2 1 0 0,1 5 0 0,-6-5 0 16,0-1 0-16,3-1 0 0,0 2 0 0,-4-3 0 16,3 2 0-16,-1 2 0 0,1-3 0 15,-3-2 0-15,0-5 0 0,2 0 0 0,-2-1 0 16,4-1 0-16,-4-4 0 0,2 1 0 0,-2-1 0 0,2-1 0 15,-2-1 0-15,1 2 0 0,-1-5 0 0,5 2 0 16,-5-2 0-16,14-5 0 0,-4 0 0 0,-1-1 0 16,-1-3 0-16,6-5 0 0,-4 0 0 0,1 0 0 15,5-10 0-15,-3-3 0 0,1-1 0 0,0-4 0 16,0-1 0-16,0-19 0 0,0 1 0 0,2-7 0 16,3-25 0-16,-4-1 0 0,3-7 0 0,1 3 0 15,4-5 0-15,1 7 0 0,-1 6 0 0,4 0 0 16,-10 25 0-16,5-1 0 0,-2 3 0 0,-2 3 0 15,2 5 0-15,-7 12 0 0,2 2 0 0,-2 1 0 16,-2 4 0-16,1 2 0 0,-5 8 0 0,-1-1 0 0,-2 10 0 16,2-2 0-16,-2 3 0 0,-3 0 0 0,2 2 0 15,-2 1 0-15,3 1 0 0,-4 2 0 0,0-5 0 16,0 5 0-16,0 0 0 0,0 0 0 0,0 0 0 16,0 0 0-16,-5 10 0 0,2-5 0 0,2-1 0 15,1-4 0-15,-2 6 0 0,0-1 0 0,2-1 0 16,0-1 0-16,-2 1 0 0,2-4-260 0,-4 4-182 15,4-4-17-15,0 8-19 0,0-3-19 0,0-5-26 16,0 6-15-16,0-1-295 0,0-5-901 0,4 3 398 16</inkml:trace>
  <inkml:trace contextRef="#ctx0" brushRef="#br0" timeOffset="122755.9022">9693 6979 191 0,'0'0'232'0,"4"-4"-4"0,-4 4-4 0,0 0 0 16,0 0-5-16,0 0-3 0,0-4-2 0,0 4 0 0,0 0-7 16,0 0 6-16,0 0-11 0,0 0 12 15,0 0 14-15,-6-4-6 0,6 4-2 0,0 0 5 16,-7-2 4-16,7 2-3 0,-5-2-1 0,0 0-3 15,5 2-9-15,-8-2-2 0,4 0-4 0,4 2-7 0,-10-4-2 16,7 1-11-16,-3 2-6 0,2-2-1 0,4 3-4 16,-6-2-10-16,6 2-2 0,-5-3-2 15,5 3-4-15,0 0-7 0,-5-2-12 0,5 2-5 0,0 0-5 16,0 0 1-16,0 0-9 0,0 0-11 0,0 0-16 16,6-6-8-16,4 5-10 0,3 0-53 0,8 1-23 15,9-4 0-15,6 3 0 0,17-4 0 16,1 2 0-16,9 1 0 0,33-1 0 0,4-7 0 0,12-1 0 15,4 7 0-15,6-6 0 0,12-3 0 0,0 1 0 16,7 2 0-16,2 2 0 0,5-4 0 0,3 2 0 16,1 4 0-16,-8-2 0 0,1 0 0 15,3 0 0-15,-6 1 0 0,-1 4 0 0,-10-4 0 0,-2 2 0 16,-10-2 0-16,-6 4 0 0,-5-3 0 0,-3 2 0 16,0 2 0-16,-9-2 0 0,-6 7 0 0,-22-3 0 15,27-2 0-15,-29 2 0 0,1-1 0 0,-5-1 0 16,1 3 0-16,-7 0 0 0,-5 0 0 0,-12 1 0 15,-5-1 0-15,2-1 0 0,-8 1 0 0,-9 0 0 16,0 3 0-16,-6-3 0 0,-4-1 0 0,1 1 0 16,-2-1 0-16,-3 0 0 0,0 1 0 0,0-1-40 15,-5 0-88-15,0 0-29 0,0 0-35 0,0 0-48 16,0 0-54-16,0 0-61 0,0 0-59 0,0 0-71 16,-23 4-73-16,11-5-330 0,0-1-962 0,-2-1 425 0</inkml:trace>
  <inkml:trace contextRef="#ctx0" brushRef="#br0" timeOffset="123772.4158">11517 7301 160 0,'2'-6'379'0,"4"-4"-9"0,-3 2 2 15,1-2-1-15,1 0-9 0,-3 3-2 0,3-3 0 16,-3 2-9-16,2 1-6 0,0-1 0 0,-1 0-4 15,-1 2-13-15,1 2-13 0,0-5-12 0,-1 4-16 16,1 1-19-16,-3-2-5 0,3 1-19 0,-2 0-8 16,-1 0-13-16,-2 1-9 0,0 0-14 0,2 0-9 15,-1-1-5-15,-1 1-9 0,0 1-11 0,2 3-4 16,-2-5-14-16,2 5-8 0,-3-3-116 0,3 3-24 0,0 0 0 16,-3-4 0-16,3 4 0 0,0 0 0 15,-8 0 0-15,8 0 0 0,-7 4 0 0,2-1 0 0,-1 2 0 16,-3 5 0-16,-4 1 0 0,3 3 0 0,-3 1 0 15,-5 6 0-15,4 1 0 0,-1 1 0 16,-2 2 0-16,6 0 0 0,-5 0 0 0,2 0 0 0,2 1 0 16,1 2 0-16,1-3 0 0,3 0 0 0,0-5 0 15,5-1 0-15,0-1 0 0,2-2 0 0,4 2 0 16,3 2 0-16,3-6 0 0,1 2 0 0,6-4 0 16,2-1 0-16,9 0 0 0,3-3 0 0,1-4 0 15,0-4 0-15,-5-2 0 0,2 0 0 0,-7-4 0 16,3-2 0-16,-6 2 0 0,-1-4 0 0,-4-2 0 15,4 1 0-15,-1 0 0 0,-6-1 0 0,-4 3 0 16,-2-4 0-16,-1 3 0 0,-3 0 0 0,-2 0 0 16,-7 1 0-16,2 1 0 0,-6 0 0 0,-1 3 0 15,-3-2 0-15,-5 3 0 0,0 1 0 0,0 3 0 0,-1 1 0 16,2 3 0-16,-2-2 0 0,4 2 0 16,0 3 0-16,1 2 0 0,5-1-237 0,-1 0-314 15,3 0-98-15,1-1-477 0,4 1-1219 0,1-2 538 16</inkml:trace>
  <inkml:trace contextRef="#ctx0" brushRef="#br0" timeOffset="124303.4665">10773 7910 216 0,'0'0'264'0,"-3"3"-4"0,3-3-7 15,0 0-3-15,0 0-5 0,0 0-2 0,0 0 13 16,0 0-5-16,-10-2 20 0,10 2-7 0,0 0 1 0,-9-2-1 15,9 2-2-15,0 0-6 0,0 0-5 0,-9 0-8 16,9 0-4-16,-4 2-3 0,4-2-6 16,0 0-7-16,0 0-20 0,0 0 3 0,0 0 5 0,0 0-15 15,0 0-2-15,0 0-4 0,0 0-7 0,0 0-4 16,0 0-7-16,0 0-16 0,0 0-13 0,27 0 3 16,-5-1-4-16,10-1 12 0,9 0-6 0,18-3 0 15,3-3-9-15,34 1-100 0,1 0-39 0,8-2 0 16,10-3 0-16,9 7 0 0,13-8 0 0,6 3 0 15,9-1 0-15,4 0 0 0,-1-5 0 0,-1 1 0 16,1 2 0-16,-3 0 0 0,-11-2 0 0,-11 4 0 16,-15 1 0-16,-18 2 0 0,-37 4 0 0,-2-1 0 15,-19 0 0-15,1 3 0 0,-11 1 0 0,-7 0 0 16,-4 0 0-16,-4-1 0 0,-5 1 0 0,0-2 0 16,-2 3 0-16,-1-1 0 0,-6 1 0 0,9 1 0 15,-9-1 0-15,0 0 0 0,0 0 0 0,0 4-311 16,0-4-197-16,-13 5-81 0,1-1-90 0,5-1-339 15,-4 1-1102-15,0-4 488 0</inkml:trace>
  <inkml:trace contextRef="#ctx0" brushRef="#br0" timeOffset="124959.61">10909 8198 30 0,'0'-3'384'0,"0"3"4"0,0-5-2 15,0 5 0-15,2-7 2 0,-2 7 5 0,0-6-9 16,0 6 18-16,4-3-9 0,-3 0-11 0,-1-2-12 15,0 5-21-15,3-5-15 0,-3 5-18 0,2-3-21 16,-2 3-27-16,3-5-25 0,-1 2-20 0,-2 3-33 0,7-5-10 16,-2 3-25-16,1-1-11 0,2 3-11 15,-3-4-16-15,1 4-21 0,2 0-10 0,2 0-7 16,1 0-5-16,0 4 0 0,3-2-24 0,-4 2-6 0,2 1-5 16,3 1-4-16,-6 1 5 0,4 3-7 0,-4-5-3 15,-1 6 1-15,-3-3 2 0,6 7 3 0,-6-6-11 16,-2 2 11-16,-2 2 2 0,-1-1-2 0,-2 0 7 15,-5 3-43-15,-4 0 0 0,-2 0 0 0,-9 2 0 16,-2-2 0-16,-2-1 0 0,-1 1 0 0,1-4 0 16,5-3 0-16,-8-1 0 0,7-1 0 0,2-1 0 15,-2-1 0-15,-1-3 0 0,6 0 0 0,3-1 0 16,0-2 0-16,3-3 0 0,-2-1 0 0,1-5 0 16,2 3 0-16,3-2 0 0,1-2 0 0,4-4 0 15,2-1 0-15,1-1 0 0,6 2 0 0,3-1 0 16,6-3 0-16,0 5 0 0,4-3 0 0,3 5 0 15,3 0 0-15,-2 3-115 0,0-1-332 0,-3 6-35 0,0 0-30 16,-1 0-27-16,0-2-9 0,-1 5-377 16,-6 1-1002-16,1-1 444 0</inkml:trace>
  <inkml:trace contextRef="#ctx0" brushRef="#br0" timeOffset="125318.9477">11003 8111 56 0,'-5'-5'371'0,"-1"-2"26"0,3-2 32 0,-5 1 31 15,3 2 35-15,2 2 12 0,1-2 10 0,-3 1 4 16,2-2 3-16,2 1-8 0,-1 1-7 0,0 0-6 16,1 1-15-16,0-1-19 0,-1 2-29 0,2 3-34 15,-2-5-35-15,2 5-159 0,-1-2-212 0,1 2 0 16,0 0 0-16,0 0 0 0,0 0 0 0,0 0 0 16,1 17 0-16,0-6 0 0,-1 5 0 0,0 0 0 0,0 4 0 15,1-1 0-15,1 1 0 0,-1 7 0 16,-2 1 0-16,-1 0 0 0,1 0 0 0,-3 2 0 15,1-2 0-15,3 3 0 0,-4 1 0 0,1-3 0 16,-3 1 0-16,1 0 0 0,-2-2 0 0,1 0 0 0,0 0 0 16,0-3 0-16,4 3 0 0,-2-10 0 0,0 1 0 15,2-2 0-15,-1-2 0 0,1-3 0 16,0-2 0-16,1-1 0 0,1-1 0 0,1-4 0 0,-1 2 0 16,2 0 0-16,-4-4 0 0,4 2 0 0,-2-4 0 15,2 5 0-15,2-3 0 0,-4-2 0 0,8 0 0 16,-8 0 0-16,9-2 0 0,-4 0 0 0,4-5 0 15,-4 5 0-15,-1-5-367 0,5-2-322 0,-3 1-501 16,3-1-1288-16,0-4 570 0</inkml:trace>
  <inkml:trace contextRef="#ctx0" brushRef="#br0" timeOffset="125787.4989">11270 8296 233 0,'7'-8'481'0,"-1"1"2"16,-1 1 5-16,0-1-9 0,-1 1-16 0,1 1-19 0,-1 1-21 15,0 1-22-15,-2 0-18 0,1 1-31 16,-3 2-30-16,5-5-33 0,-2 3-14 0,-3 2-25 16,0 0-29-16,0-4-31 0,0 4-15 0,0 0-20 15,0 0-10-15,0 0-17 0,0 0-17 0,-9 15-8 0,6-10-9 16,-2 4-3-16,0-1-18 0,0 0-6 15,0 0-7-15,0 2-8 0,1-3-2 0,-1 2-6 16,2 0-6-16,-1-4-5 0,4 2-1 0,-1 1 2 0,-2-3-9 16,2-1-3-16,1 2-2 0,1 0-1 0,3 0-1 15,-1-1 1-15,1 0-2 0,1 2 0 16,1-3-3-16,2 1 0 0,-3 0-4 0,3-3-1 16,2 5-2-16,-1-2 2 0,0 0 0 0,-3 0-5 0,4 0 0 15,-5-4-3-15,1 2-1 0,-1 1 1 0,0 1-4 16,-1 0 6-16,1-2-9 0,-3 1 3 15,-1 1 5-15,2 1 2 0,-3-1-6 0,0 0 5 0,-1-1 5 16,-2 2-2-16,1 1 13 0,-3-3-12 0,2 1 2 16,-2 1-3-16,-3-2 0 0,-2 3 2 0,1-1-9 15,-2-1 2-15,2-1 1 0,-2 0 2 0,0-2-4 16,2 1-28-16,-4-1-2 0,4-1-25 0,0 0-24 16,-2-2-33-16,3 1-47 0,-3-2-46 0,3-1-49 15,4-1-54-15,-1-1-50 0,1 1-62 0,4-2-66 16,1-1-428-16,5-1-989 0,0-2 437 0</inkml:trace>
  <inkml:trace contextRef="#ctx0" brushRef="#br0" timeOffset="126146.7891">11751 8253 205 0,'2'-9'456'0,"-1"-1"20"0,1 3 23 16,0 0 7-16,-2 0 1 0,0 0 4 0,0-2 0 16,2 2-5-16,-5 0-5 0,3 1-4 0,-1 3-9 15,1-2-23-15,-2-1-17 0,2 1-31 0,0 5-25 16,0-5-31-16,0 5-40 0,-1-4-197 0,1 4-124 16,0 0 0-16,-1-3 0 0,1 3 0 0,0 0 0 15,0 0 0-15,-5 10 0 0,5-5 0 0,0 5 0 16,0-4 0-16,0 9 0 0,-3-5 0 0,2 3 0 15,0 0 0-15,1 3 0 0,-4 1 0 0,4-1 0 16,-1 2 0-16,-2-3 0 0,2 2 0 0,0 2 0 16,-2-2 0-16,2-1 0 0,-2-1 0 0,3-2 0 15,-1-2 0-15,0 0 0 0,-2-1 0 0,-2-3 0 0,5 0 0 16,0-4 0-16,-1 2 0 0,-2-1 0 16,3-4 0-16,0 0-268 0,0 0-300 0,0 0-52 15,0 0-30-15,4-12-365 0,0 5-1098 0,-3-1 486 16</inkml:trace>
  <inkml:trace contextRef="#ctx0" brushRef="#br0" timeOffset="126521.7901">11683 8192 45 0,'4'-4'353'16,"2"-3"14"-16,-2 1 14 0,1 3 16 0,-1-3-3 15,1-1-1-15,3 5-8 0,-3-2-3 0,0 1-5 16,3 0-5-16,-3-1-9 0,0 3-17 0,6-1-30 15,-3-2 1-15,-1 1-17 0,4 2-10 0,-1 0-22 16,2 1-8-16,-1 0-12 0,-1 1-20 0,2 0-13 16,1 1-19-16,0 1-5 0,4 2-12 0,-4 1-9 15,1 3-9-15,3-1-9 0,-3 3-10 0,-1 0-139 16,-3-1-3-16,3 5 0 0,-4-6 0 0,-2 4 0 16,2 1 0-16,-4-2 0 0,0 2 0 0,-1 1 0 15,-2-2 0-15,-4 3 0 0,0-1 0 0,-3 4 0 16,-3-3 0-16,-1 0 0 0,-2 0 0 0,-6 5 0 15,4-10 0-15,-7 6 0 0,3-4 0 0,-1-2 0 0,0-2 0 16,0 1 0-16,5-4 0 0,2 1 0 16,1-3 0-16,1 0 0 0,1-3 0 0,2 1 0 15,2-2 0-15,-1 1 0 0,5-1 0 0,0 0 0 0,-9-5 0 16,10 0-331-16,6-4-46 0,0 2-41 0,2 0-38 16,1 0-46-16,7-2-42 0,-6 1-384 0,6-2-1004 15,1 1 444-15</inkml:trace>
  <inkml:trace contextRef="#ctx0" brushRef="#br0" timeOffset="126850.9751">12227 8375 197 0,'4'-4'481'0,"-2"2"31"16,-2 2 35-16,1-4 39 0,-1 4 0 0,0 0-4 15,0-6-8-15,0 6-11 0,-1-5-11 0,1 5-17 16,-2-5-25-16,2 5-28 0,-2-3-32 0,2 3-37 15,0 0-35-15,-2-4-135 0,2 4-243 0,0 0 0 16,0 0 0-16,0 0 0 0,0 0 0 0,-2 16 0 16,2-6 0-16,0 1 0 0,0 6 0 0,0 1 0 0,-1 0 0 15,1 3 0-15,-2 4 0 0,2-6 0 16,0 1 0-16,-1 6 0 0,0-2 0 0,-3 1 0 16,4-7 0-16,-1 3 0 0,-2-2 0 0,1-1 0 0,-1-1 0 15,1 1 0-15,-1-7 0 0,0 1 0 16,2-2 0-16,0-3 0 0,-1 1 0 0,1-1 0 15,0 0 0-15,0-2 0 0,1 0 0 0,-2-2 0 16,2-3 0-16,0 6 0 0,0-2 0 0,0-4 0 0,0 0 0 16,0 0 0-16,0 0 0 0,0 0-349 0,0 0-217 15,4-12-65-15,-3 6-477 0,1-3-1200 0,-1-2 531 16</inkml:trace>
  <inkml:trace contextRef="#ctx0" brushRef="#br0" timeOffset="127211.0096">12207 8394 395 0,'3'-6'449'15,"0"0"29"-15,0 0 4 0,-1 0 3 0,0 0-8 16,2 1-6-16,-3 0-23 0,3 0-19 0,0 2-17 0,1-1-28 16,2 0-28-16,0-1-22 0,-1 1-24 15,1 2-25-15,5-1-27 0,-5 1-19 0,2 0-26 16,2-1-20-16,-1 3-18 0,2-1-22 0,-1 1-13 0,1 1-20 15,-2 2-4-15,0 1-20 0,-1-3-1 0,-1 1-7 16,-2 0-15-16,2 2-36 0,-3 1-37 0,0 0 0 16,-1-1 0-16,1 5 0 0,-3-4 0 0,-1-1 0 15,-2 7 0-15,-2 0 0 0,0-1 0 0,-2 1 0 16,0-1 0-16,-5-1 0 0,0 3 0 0,-6 0 0 16,1-2 0-16,-2-1 0 0,2-1 0 0,-3 2 0 15,-2-3 0-15,3-5 0 0,3 2 0 0,1-1 0 16,3 1 0-16,-2-2 0 0,6-2 0 0,-3 0 0 15,4 0-12-15,5 0-218 0,-10-4-45 0,7-1-62 16,1 1-55-16,-2 0-55 0,4 4-64 0,7-10-52 16,-3 5-341-16,3-1-980 0,1 0 434 0</inkml:trace>
  <inkml:trace contextRef="#ctx0" brushRef="#br0" timeOffset="145851.9037">8558 9672 232 0,'0'0'342'0,"4"-5"-7"15,-3 2 0-15,-1 3-8 0,2-6 2 0,-1 3-11 16,-1-1 0-16,0 4-4 0,1-5-7 0,-1 5-9 15,3-6-5-15,-3 3-11 0,0 3-30 0,0 0-8 16,1-5-15-16,-1 5-6 0,-4-7-11 0,4 7-5 16,-4-3-7-16,1 2-6 0,-3-2 2 0,1 1-9 0,-2-3-11 15,0 4 3-15,-2-3 2 0,-1 2 2 16,0 1-11-16,1-2-4 0,-5 1-14 0,4-1 7 16,-2 1-24-16,-2 1-10 0,-4-1-5 0,4 4-7 0,4-2-8 15,-2 2-72-15,-2 2-35 0,1-2 0 0,0 2 0 16,4-1 0-16,-3 5 0 0,1-2 0 0,3 1 0 15,-10 2 0-15,7 3 0 0,-1-1 0 0,-2 3 0 16,5 0 0-16,-1 1 0 0,-3 1 0 0,3 1 0 16,-3 0 0-16,-1 3 0 0,0-3 0 0,-3 6 0 15,-1-3 0-15,2 1 0 0,-1-2 0 0,0 2 0 16,-2 3 0-16,3-3 0 0,-2-2 0 0,0-4 0 16,0 1 0-16,4-2 0 0,0 0 0 0,-4-3 0 15,5 0 0-15,-2-1 0 0,5-2 0 0,-2-3 0 16,0 1 0-16,0-1 0 0,2-4 0 0,0 3 0 15,-2-4 0-15,7 0 0 0,-4 0 0 0,3-3 0 16,-1 1 0-16,1-2 0 0,1-2 0 0,0 1 0 16,-2-5 0-16,5 2 0 0,-1-2 0 0,-1-1 0 15,3 0 0-15,-3-1 0 0,5-1 0 0,2 1 0 0,1-1 0 16,0 4 0-16,-3-5 0 0,7 2 0 16,-2 2 0-16,3 4 0 0,-1-3 0 0,3 1 0 15,-3 3 0-15,1-1 0 0,1 1 0 0,0 2 0 0,0 0 0 16,1 0 0-16,1 3 0 0,-1 3 0 0,1 0 0 15,1 0 0-15,-3-1 0 0,3 4 0 0,-3 2 0 16,2-1 0-16,2 3 0 0,-4 2 0 0,4 1 0 16,-5-5 0-16,1 7 0 0,-1-6 0 0,2 3 0 15,-5-2 0-15,3 3 0 0,-2-4 0 0,2 1 0 16,-2 0 0-16,-1-2 0 0,4 2 0 0,-1-1 0 16,2-3 0-16,0 2 0 0,3 1 0 0,0-3 0 15,-1-1 0-15,-3-1 0 0,11 2 0 0,-1-2 0 16,-2 0 0-16,3-1 0 0,-4 1 0 0,-4-3 0 15,0 1 0-15,1-1 0 0,-4-1 0 0,4 0 0 16,-5 0 0-16,0 1 0 0,-1-1 0 0,-1-1 0 16,0 0 0-16,-7 1 0 0,6-6 0 0,-3 5-332 15,-3 1-338-15,-3-7-529 0,3 7-1298 0,-5-7 575 16</inkml:trace>
  <inkml:trace contextRef="#ctx0" brushRef="#br0" timeOffset="147244.512">9052 10218 149 0,'0'0'278'0,"2"-3"3"0,-2 3-4 16,4-5-9-16,-4 5-1 0,0-3-5 16,0 3 1-16,0-6 3 0,0 3 12 0,0 3 8 0,0 0-2 15,4-8 1-15,-4 8 2 0,1-3 16 0,-1 3-1 16,1-5-1-16,-1 5-5 0,-1-3-6 0,1 3-9 16,1-4 0-16,-1 4-8 0,0 0-10 0,0-4-6 15,0 4-7-15,0 0-16 0,0 0-14 0,0 0-18 16,3-3-19-16,-3 3-18 0,0 0-19 0,0 0-13 15,0 0-53-15,0 0-80 0,0 0 0 0,5 12 0 16,-4-6 0-16,3 1 0 0,0 3 0 0,0-1 0 16,0 4 0-16,1 2 0 0,0 2 0 0,1 2 0 15,3 3 0-15,-1 2 0 0,-4-6 0 0,2 7 0 16,-2 0 0-16,4-2 0 0,-7 3 0 0,8 0 0 16,-5-7 0-16,3 5 0 0,-5-3 0 0,3 5 0 15,0-2 0-15,-1-5 0 0,-2-1 0 0,3 1 0 16,-2 0 0-16,-2-2 0 0,2 0 0 0,-1-5 0 0,-1 1 0 15,-1-1 0-15,3-4 0 0,-3 2 0 0,1-2 0 16,1-2 0-16,-1-1 0 0,0 1 0 0,-1-1 0 16,0-5 0-16,0 5 0 0,0-2 0 0,3 0 0 15,-3-3 0-15,0 0 0 0,0 0 0 0,0 0 0 16,0 0 0-16,6-9 0 0,-3 3 0 0,2-3 0 16,1-3 0-16,1-3 0 0,2 0 0 0,-2-4 0 15,6-5 0-15,-4-2 0 0,0-5 0 0,1 1 0 16,-1-3 0-16,3-14 0 0,-1 1 0 0,-2-5 0 15,0-2 0-15,-1-2 0 0,-2-2 0 0,2 0 0 16,-2-25 0-16,-1 25 0 0,2 6 0 0,0-5 0 16,0 3 0-16,0 1 0 0,0 0 0 0,-2 5 0 15,1 12 0-15,-2 1 0 0,0 1 0 0,0-1 0 0,0 1 0 16,-1 3 0-16,1 3 0 0,0 3 0 0,-5 4 0 16,3 1 0-16,0 2 0 0,0 1 0 15,-1 4 0-15,-1 0 0 0,3 2 0 0,-2 1 0 0,-1 1 0 16,4-1 0-16,-4 3 0 0,0 0 0 0,0 1 0 15,1 2 0-15,-1 3 0 0,0-5 0 0,0 5 0 16,0 0 0-16,-1-6 0 0,1 6 0 0,1-4 0 16,-1 4 0-16,0 0 0 0,0 0 0 0,0 0-9 15,-9 0-584-15,9 0-54 0,0 0-40 0,-9 3-356 16,9-3-1129-16,0 0 500 0</inkml:trace>
  <inkml:trace contextRef="#ctx0" brushRef="#br0" timeOffset="147697.3355">9481 9301 78 0,'0'0'279'16,"0"0"-16"-16,0 0-11 0,0 0-8 0,0 0-23 15,5-2-14-15,-5 2-12 0,0 0-8 0,0 0-10 16,0 0-11-16,0 0-6 0,0 0-5 0,0 0-10 15,0 0-5-15,0 0-9 0,0 0 0 0,0 0-1 0,0 0-1 16,0 0-2-16,0 0 6 0,0 0 8 16,0 0 6-16,0 0 3 0,0 0 2 0,0 0 1 15,0 0 1-15,0 0 1 0,0 0-9 0,0 0 3 16,0 0-5-16,0 0-3 0,0 0-6 0,0 0-9 0,8 0-10 16,-8 0-12-16,11 0-5 0,-2 0-3 0,8 0 0 15,2-1-4-15,13 1-8 0,3-4-4 16,18 0-10-16,2 0-8 0,9-1-4 0,33-2-3 0,-1-5-5 15,2-1-3-15,10 4-8 0,-1 0 4 0,2 0 14 16,-7-3 16-16,-9 3 9 0,-29 2-1 0,-1 2-2 16,-3 0-9-16,-4 5-6 0,-19-3-9 0,3 2-4 15,-6-3-6-15,-2 2-3 0,-4 0-8 0,-10 1-12 16,0-2 18-16,-5 6-17 0,0-2 7 0,-3-1-14 16,-2 2-2-16,-2-4-4 0,-6 2-21 0,11 2-24 15,-7 0-11-15,-4-2-15 0,5 4-23 0,-5-4-31 16,2 4-31-16,-2 1-35 0,-3-2-45 0,1 0-57 15,-4 3-50-15,-4 0-60 0,0-2-75 0,-5 3-406 16,-7-3-946-16,0 0 419 0</inkml:trace>
  <inkml:trace contextRef="#ctx0" brushRef="#br0" timeOffset="148259.7087">10252 9525 243 0,'2'-5'398'0,"1"0"3"0,-1 0 8 16,1 0 4-16,0 1 1 0,-1-2-1 0,-1 1-4 16,-2 3-5-16,4-2-4 0,-3 4 1 0,-2-8-15 15,4 4-4-15,-2 4-27 0,0-5-14 0,2 1-15 16,-2 4-21-16,0 0-18 0,-2-7-25 0,2 7-23 16,-3-3-29-16,3 3-20 0,0 0-20 0,0 0-16 15,0 0-14-15,0 0-15 0,0 0-111 0,-13 10-14 16,8-2 0-16,-1 0 0 0,-3 3 0 0,2 0 0 15,-6 3 0-15,2 2 0 0,2-1 0 0,3 2 0 16,-2-1 0-16,-1 0 0 0,4 2 0 0,-3 0 0 16,3-3 0-16,5 0 0 0,-6 2 0 0,6-6 0 15,-3 1 0-15,6 0 0 0,-1-3 0 0,2 4 0 0,0-5 0 16,1 2 0-16,4-3 0 0,5-1 0 16,-2 0 0-16,4-4 0 0,1 2 0 0,3-4 0 0,-2 0 0 15,-1-4 0-15,-4 2 0 0,1-1 0 0,-1 0 0 16,-1-3 0-16,-3 0 0 0,0 2 0 0,0-3 0 15,-4 3 0-15,-1-5 0 0,1 3 0 0,-5 0 0 16,3 1 0-16,-2 0 0 0,-5 1 0 0,0-1 0 16,-1 1 0-16,0 1 0 0,-2 0 0 0,0 2 0 15,-6 0 0-15,1 1 0 0,-1 1 0 0,0 3 0 16,0-1 0-16,0 2-60 0,2 0-368 0,-1 2-76 16,-4 0-83-16,4 0-515 0,1-1-1195 0,-7 2 529 15</inkml:trace>
  <inkml:trace contextRef="#ctx0" brushRef="#br0" timeOffset="148744.5802">9765 10014 14 0,'-4'3'393'0,"0"1"1"15,0-3 2-15,4-1-7 0,-5 2-4 0,3 0 0 0,2-2-5 16,-4 3-5-16,1 0-9 0,3-3-8 0,-4 3-10 16,4-3-12-16,-1 4-12 0,1-4-19 0,0 0-17 15,0 0-11-15,0 0-24 0,0 0-9 0,0 0-26 16,0 0-46-16,0 0 8 0,0 0-11 0,0 0-15 15,0 3-9-15,0-3-12 0,0 0-6 0,0 0-8 16,0 0-8-16,8 1 1 0,-8-1-9 0,11 1-6 16,2 1-2-16,6-1-49 0,9 0-46 0,7-2 0 15,1 0 0-15,3-1 0 0,20-2 0 0,8-1 0 16,27-4 0-16,-2 0 0 0,1 2 0 0,1-6 0 16,-29 9 0-16,-3-3 0 0,-4 1 0 0,-2-1 0 15,-15 4 0-15,-7 1 0 0,-3 2 0 0,-1-4 0 16,-7 4 0-16,-4-1 0 0,-6-4 0 0,2 5 0 15,-10 0 0-15,3 0 0 0,-2 4 0 0,-6-4 0 0,9 0 0 16,-9 0 0-16,8 0 0 0,-8 0 0 0,0 0 0 16,0 0 0-16,1 5 0 0,-1-5 0 15,-12 3-179-15,6 1-227 0,-5 0-44 0,-2 0-52 0,-5 2-49 16,5-1-51-16,-6 2-316 0,1 0-993 0,-2 1 441 16</inkml:trace>
  <inkml:trace contextRef="#ctx0" brushRef="#br0" timeOffset="149229.0657">10018 10402 228 0,'0'0'413'16,"-8"-2"4"-16,3-1 8 0,5 3 3 0,-8-3-2 15,6 2-5-15,2 1-3 0,-8-3-5 0,8 3-7 16,-1-7-1-16,0 4-22 0,1-1-4 0,0 1-21 16,1-4-17-16,0 3-31 0,3 0-25 0,2 1-19 15,2-4-22-15,-3 2-11 0,4-1-19 0,2 3-22 16,0-2-18-16,4 1-13 0,-3 2-9 0,-1 0-53 16,4-1-99-16,-2 3 0 0,6 0 0 0,-2 3 0 0,2-1 0 15,-1 3 0-15,-8 1 0 0,2 0 0 0,3 2 0 16,-2 2 0-16,-2 0 0 0,1 2 0 0,-4 4 0 15,-3-5 0-15,-1 1 0 0,-1-1 0 0,-4 6 0 16,-1-4 0-16,-2 2 0 0,-4 0 0 0,-2-1 0 16,-5 1 0-16,-7 3 0 0,-1 1 0 0,-3-6 0 15,-1-2 0-15,1 0 0 0,6-5 0 0,0-2 0 16,0 0 0-16,3-1 0 0,3-3 0 0,0 0 0 16,1-1 0-16,3 0 0 0,-2-4 0 0,2 1 0 15,6-1 0-15,-1-5 0 0,-3 2 0 0,4-3 0 16,3 0 0-16,1 1 0 0,0-3 0 0,1 3 0 15,2-2 0-15,1 1 0 0,1-1 0 0,0 2 0 16,4-1 0-16,-1 2 0 0,-2 1 0 0,7-5 0 0,-3 8-473 16,3-3-144-16,-2-1-65 0,0 2-389 15,-2 0-1158-15,0 2 512 0</inkml:trace>
  <inkml:trace contextRef="#ctx0" brushRef="#br0" timeOffset="149573.6062">10100 10233 106 0,'2'-7'531'0,"-2"-1"40"0,0 2 45 16,0 0 33-16,0-2 5 0,0 0-7 0,0 2-14 15,0 1-23-15,0 0-22 0,-2 0-33 0,0 2-32 16,2 3-47-16,0-6-30 0,0 6-46 0,-2-5-214 16,2 5-186-16,0 0 0 0,0 0 0 0,0 0 0 15,-3 20 0-15,1-5 0 0,-2 3 0 0,0 2 0 16,-2 8 0-16,0-1 0 0,4 3 0 0,-2-1 0 15,1 2 0-15,-2 0 0 0,0 0 0 0,0-3 0 16,1 2 0-16,-1-2 0 0,1 0 0 0,2 1 0 16,0-4 0-16,0-6 0 0,-1 6 0 0,0-5 0 15,1-1 0-15,1-1 0 0,2 0 0 0,-2-3 0 0,1-4 0 16,1-1 0-16,-2 0 0 0,2 0 0 16,-1-4 0-16,2-1 0 0,-1-1 0 0,1 2 0 0,0-3 0 15,-1 0 0-15,-1-3 0 0,1 5 0 0,-1-5 0 16,7 1 0-16,-7-1 0 0,7-4 0 0,0-1 0 15,-1 0 0-15,2-1-572 0,1 0-186 16,-2-4-386-16,2 0-1239 0,4-2 548 0</inkml:trace>
  <inkml:trace contextRef="#ctx0" brushRef="#br0" timeOffset="150059.5924">10386 10473 203 0,'6'-8'436'15,"6"-2"38"-15,-6 3 17 0,2-1 6 0,-3 1-5 16,4 0-14-16,-5 2-2 0,1-1-13 0,-3 2-9 16,1 1-19-16,0-1-16 0,-2 2-27 0,-1 2-33 15,4-6-31-15,-4 6-35 0,1-3-30 0,-1 3-30 0,0 0-22 16,0 0-28-16,0 0-16 0,0 0-15 0,-14 12-15 16,9-6-13-16,-2 3-93 0,1 0-31 15,-3 0 0-15,5 1 0 0,-1-1 0 0,0 1 0 16,-4 1 0-16,4-2 0 0,1 1 0 0,3-4 0 0,-2-1 0 15,2 2 0-15,-2-1 0 0,6-1 0 0,-2 0 0 16,2-1 0-16,-1 0 0 0,5-1 0 16,0 1 0-16,1 0 0 0,4 1 0 0,-1-2 0 0,-2-1 0 15,0 0 0-15,4 0 0 0,-3 3 0 0,1-1 0 16,0-1 0-16,-1 0 0 0,-1 0 0 0,0 4 0 16,-3-2 0-16,1-1 0 0,-1 5 0 0,-1-4 0 15,-2 2 0-15,0-1 0 0,1 0 0 0,-4 0 0 16,0 1 0-16,-2 1 0 0,-3-2 0 0,2-1 0 31,-3 5 0-31,-5 2 0 0,1-5 0 0,-1 0 0 16,-3 1 0-16,-3-3 0 0,2 1 0 0,1 0 0 15,2-4 0-15,-2 2 0 0,5-2 0 0,3-1 0 16,-1 1 0-16,1 0 0 0,1-1 0 0,5-1 0 0,-8 0 0 16,8 0 0-16,-5-6 0 0,5 6 0 0,-3-4 0 15,3-1 0-15,3-3 0 0,-2 4 0 0,3 0 0 16,0-2 0-16,-3 1 0 0,3 1-241 15,5 0-99-15,-4-1-49 0,-1 1-43 0,4 1-50 0,-2 0-63 16,5-1-416-16,-4 0-1040 0,-2-1 461 0</inkml:trace>
  <inkml:trace contextRef="#ctx0" brushRef="#br0" timeOffset="151236.9485">11990 10037 262 0,'0'0'312'0,"-1"-4"2"0,1 4-2 16,0 0-2-16,0 0 1 0,0 0 2 15,-2-4 8-15,2 4 10 0,2-5-3 0,-2 5 5 16,-3-5-2-16,3 5 4 0,-3-4 12 0,2 1-15 0,1 3 0 16,-1-6-8-16,1 6 6 0,-3-5-5 0,3 5-7 15,0-6-7-15,-2 3-9 0,2 3-16 0,-2-4-15 16,2 4-12-16,0 0-28 0,-1-5-121 0,1 5-110 15,0 0 0-15,0 0 0 0,0 0 0 0,0 0 0 16,0 0 0-16,0 0 0 0,7 16 0 0,-2-7 0 16,-3 4 0-16,7 1 0 0,-3 1 0 0,2 6 0 15,1 1 0-15,3 3 0 0,-6-6 0 0,-1 0 0 16,4 7 0-16,-4 0 0 0,4 5 0 0,-4-7 0 16,-1 1 0-16,0 0 0 0,1 2 0 0,-1-2 0 0,0 2 0 15,-2-9 0-15,2 1 0 0,0 1 0 0,-3-2 0 16,-1-1 0-16,4 1 0 0,-4-7 0 15,4 1 0-15,-3-3 0 0,2-1 0 0,-2 0 0 0,-1-2 0 16,5-2 0-16,-4-1 0 0,-1 1 0 0,0 0 0 16,3 0 0-16,-3-4 0 0,0 0 0 0,0 0 0 15,0 0 0-15,0 0 0 0,0 0 0 0,9-10 0 16,-8 6 0-16,3-2 0 0,0-6 0 0,-3-1 0 16,7-5 0-16,-2-7 0 0,-1 0 0 0,-1-5 0 15,3-6 0-15,-2-9 0 0,3-7 0 0,-4-1 0 16,3-1 0-16,-2-2 0 0,5-25 0 0,-5 26 0 15,0-5 0-15,8-19 0 0,-5 25 0 0,1 1 0 16,-2-1 0-16,1 1 0 0,2 4 0 0,-3 1 0 16,-1 13 0-16,-1 2 0 0,0 0 0 0,2 3 0 0,-1 4 0 15,-5 1 0-15,3 5 0 0,-3 4 0 16,2 0 0-16,-6 4 0 0,6 3 0 0,-2 1 0 16,2 2 0-16,-2 0 0 0,-1-1 0 0,0 3 0 0,0 0 0 15,0 0 0-15,0 4 0 0,3-5 0 0,-3 5 0 16,1-4 0-16,-1 4 0 0,0 0 0 0,0-3 0 15,0 3 0-15,0 0 0 0,5-2 0 0,-5 2 0 16,0 0 0-16,0 0 0 0,0 0 0 0,0 0 0 16,0 0 0-16,0 0-271 0,0 0-190 0,0 0-15 15,8 7-14-15,-8-7-4 0,1 2-6 0,-1-2 4 16,0 0 12-16,0 0-270 0,4 2-815 0,-4-2 361 16</inkml:trace>
  <inkml:trace contextRef="#ctx0" brushRef="#br0" timeOffset="151628.6157">12358 9244 125 0,'0'-4'67'0,"0"4"39"0,0-5 18 15,0 5 18-15,1-6 8 0,-1 3 24 0,0 3 18 0,0-6 2 16,0 6 9-16,0-6 10 0,0 6 3 16,0-4 6-16,0 4 20 0,0 0 1 0,0-5 10 15,3 2 6-15,-3 3 10 0,0 0 2 0,0 0-1 0,0 0-1 16,0 0-2-16,0 0-5 0,0 0-14 0,0 0-6 16,0 0-17-16,0 0-5 0,0 0-9 15,0 0-14-15,0 0 5 0,0 0-31 0,0 0-4 16,0 0-14-16,0 0-3 0,0 0-5 0,0 0-12 0,0 0-3 15,0 0-1-15,0 0-14 0,0 0-5 0,0 0-11 16,19 1-12-16,-6-3-14 0,7-1-6 0,11 0-5 16,6-2-7-16,15 2 0 0,10-4-43 0,31-8-12 15,4-3 0-15,5 3 0 0,8-2 0 0,9 2 0 16,0-2 0-16,7 2 0 0,1 0 0 0,-2 4 0 16,-1 0 0-16,-4-3 0 0,-7 4 0 0,-15 2 0 15,-38 2 0-15,1 1 0 0,-4 2 0 0,-18 1 0 16,-3 0 0-16,1 0 0 0,-5 0 0 0,-5 0 0 15,-7 2 0-15,-3 0 0 0,-3 0 0 0,-1 1 0 0,-7-1 0 16,2-1 0-16,-2 2 0 0,-1-2 0 0,-5 1 0 16,11 1 0-16,-11-1-78 0,6 4-150 0,-5-1-41 15,-1 0-54-15,0 1-46 0,-6 0-30 16,1 1-41-16,-4-1-52 0,-3-3-46 0,-2 1-305 0,0 2-912 16,-6-2 403-16</inkml:trace>
  <inkml:trace contextRef="#ctx0" brushRef="#br0" timeOffset="152128.4497">13448 9370 104 0,'1'-4'380'16,"-1"1"0"-16,0 3 14 0,4-5 12 0,-4 5 13 15,0-3 3-15,0 3 8 0,0 0 8 0,-1-7-2 16,1 7 3-16,0-4-22 0,0 4-10 0,0 0-23 0,0 0-20 15,0 0-37-15,0 0-34 0,0 0-24 16,0 0-24-16,0 0-32 0,0 0-17 0,0 0-18 16,9 9 1-16,-9-2 4 0,1-1-9 0,-1 4-60 0,0 2-114 15,3 1 0-15,-3 3 0 0,1 2 0 0,-2-2 0 16,1 2 0-16,-3 0 0 0,6-2 0 16,-2 1 0-16,-1 0 0 0,-1-2 0 0,1 2 0 0,0-1 0 15,0-6 0-15,-3 1 0 0,3 0 0 0,0-6 0 16,0 4 0-16,0-3 0 0,0-3 0 0,-1 4 0 15,1-3 0-15,1 0 0 0,-1-4 0 0,0 5 0 16,0-5 0-16,0 0 0 0,0 2 0 0,0-2 0 16,0 0 0-16,0 0 0 0,-4 5 0 0,4-5 0 15,0 0 0-15,0 0 0 0,0 0 0 0,0 0 0 16,-2-12 0-16,-2 8 0 0,1 2 0 0,-1-1-564 16,4 3-73-16,-10-3-528 0,5 0-1263 0,1 3 559 15</inkml:trace>
  <inkml:trace contextRef="#ctx0" brushRef="#br0" timeOffset="152550.194">12979 9878 301 0,'-3'2'425'0,"3"-2"5"16,-2 3 4-16,2-3-12 0,-4 3-13 0,4-3-21 0,0 0-21 15,-4 3-21-15,4-3-17 0,0 0-18 0,-5 1-24 16,5-1-20-16,0 0-23 0,-8 0-20 0,8 0-22 16,0 0-15-16,0 0-18 0,-6 0-18 0,6 0-13 15,0 0-14-15,0 0-12 0,0 0-13 0,-4 3-4 16,4-3-6-16,0 0 3 0,0 0-2 0,0 0-2 16,0 0 7-16,0 0-16 0,24-1 5 0,-11-1 4 15,17 2-7-15,-1-1 7 0,8-5-14 0,14 1 1 16,8 1-23-16,1-2 18 0,33-6-6 0,2-1-4 15,5 2-11-15,4-2-2 0,6-1-1 0,-4 4 6 16,-3-3 6-16,-9 0 3 0,-3 2-4 0,-32 6 2 16,-4-3-27-16,-3 5-32 0,-18-2 0 0,-2 4 0 15,-2 0 0-15,-11-3 0 0,0 3 0 0,-6 0 0 16,-3 0 0-16,-1 2 0 0,-5-1 0 0,1-1 0 16,-5 1 0-16,10-2 0 0,-10 2 0 0,5-1 0 15,-1 5-194-15,-4-4-54 0,-1 6-65 0,-3-2-76 16,-6 1-72-16,5 1-97 0,-7 0-447 0,-3 0-1089 0,2 0 482 15</inkml:trace>
  <inkml:trace contextRef="#ctx0" brushRef="#br0" timeOffset="152972.0635">13273 10171 285 0,'0'-5'469'16,"0"5"2"-16,0-6 7 0,2 2-2 0,-2 4-3 15,2-6-2-15,-2 6-9 0,1-4-4 0,0 1-10 16,-1 3-23-16,0 0-14 0,0 0-25 0,0 0-33 15,0 0-27-15,0 0-31 0,0 0-36 0,0 0-15 16,0 0-9-16,0 0-6 0,3 13-3 0,-2-6-14 0,0 4-113 16,-1 1-99-16,3 5 0 0,-2-2 0 15,-1 4 0-15,3 0 0 0,-3-1 0 0,1 0 0 16,0 0 0-16,0 1 0 0,-2-1 0 0,0 1 0 0,1-1 0 16,-1 0 0-16,-3-1 0 0,1-6 0 0,2 6 0 15,-1-4 0-15,0-1 0 0,1-1 0 0,-2-1 0 16,3-2 0-16,-1-1 0 0,0 0 0 0,1-2 0 15,-1 0 0-15,1-5 0 0,-3 4 0 0,3-2 0 16,0-2 0-16,0 0-263 0,0 0-159 0,0 0-27 16,-1-13-28-16,2 3-41 0,-1-1-31 0,0-1-371 15,-3-5-994-15,0-2 439 0</inkml:trace>
  <inkml:trace contextRef="#ctx0" brushRef="#br0" timeOffset="153348.782">13190 10189 278 0,'1'-5'339'0,"-1"-1"27"0,0 0 33 0,0 2 28 16,0-2 10-16,1 2 7 0,-1 0-2 0,0 0-8 16,3 1-10-16,2-2-15 0,-4 1-22 0,3-1-27 0,0 2-14 15,1-2-13-15,0 0-17 0,4 2-14 16,0-2-19-16,0 1-18 0,6 1-21 0,-2 3-24 16,4 0-17-16,1 3-11 0,1-1-15 0,-1 2-13 15,2 0-164-15,-1 2 0 0,-1 2 0 0,9 3 0 0,-4 2 0 16,-5-2 0-16,5 4 0 0,-8-1 0 0,-1-2 0 15,0 3 0-15,-2-2 0 0,-4 3 0 16,2-3 0-16,-5 3 0 0,-1 0 0 0,-2-5 0 0,-2 3 0 16,0 1 0-16,-6 1 0 0,-3 1 0 0,-1-2 0 15,-2 2 0-15,-8 0 0 0,3-6 0 0,-3 6 0 16,1-8 0-16,-1 1 0 0,5-2 0 0,-4 2 0 16,6-4 0-16,0 1 0 0,1-3 0 0,1 0 0 15,2 1 0-15,-1-2 0 0,4 0 0 0,-1 1 0 16,2-3 0-16,-1 1 0 0,2-1 0 0,4-1 0 15,-8 2 0-15,6 0 0 0,2-2 0 0,-7 1 0 0,7-1 0 16,0 0 0-16,0 0 0 0,0 0 0 16,0 0 0-16,0 0-419 0,0 0-100 0,21-1-58 0,-8 1-35 15,0 0-399-15,0 0-1095 0,4 0 484 0</inkml:trace>
  <inkml:trace contextRef="#ctx0" brushRef="#br0" timeOffset="153708.0295">13697 10457 230 0,'5'-4'402'0,"0"-1"34"15,-2-1 18-15,2 2 10 0,-1 2 5 0,0-2 1 16,-2 1 0-16,1 2 1 0,-1-3-5 0,-2 4-5 16,2-5-19-16,-2 5-21 0,2-4-29 0,-2 4-31 15,0 0-28-15,0 0-40 0,0 0-24 0,0 0-15 16,0 0 7-16,4 11-3 0,-3-2-144 0,-1-1-114 15,-1 3 0-15,1 1 0 0,0 3 0 0,-1 1 0 16,1 0 0-16,0 1 0 0,0 0 0 0,-2 1 0 0,1 2 0 16,0-4 0-16,-2 2 0 0,2-2 0 15,-2 1 0-15,2 0 0 0,-3-1 0 0,1-1 0 16,0 2 0-16,2-5 0 0,-3 0 0 0,1-4 0 0,2 3 0 16,0-4 0-16,0-2 0 0,-1 2 0 0,1-2 0 15,0 1 0-15,-2-3 0 0,3 1 0 16,0 0 0-16,0-4 0 0,-1 4 0 0,1-4 0 0,0 0 0 15,0 0 0-15,0 0 0 0,0 0 0 0,8-9 0 16,-5 3-102-16,0 0-376 0,1-4-38 0,-3 2-46 16,2-4-27-16,0 1-402 0,-1-3-1073 0,-4 2 474 15</inkml:trace>
  <inkml:trace contextRef="#ctx0" brushRef="#br0" timeOffset="154085.6111">13701 10492 10 0,'0'-5'341'15,"-1"1"13"-15,1-1 33 0,0-1 24 0,0 0 8 16,0 0 5-16,0 0 6 0,0 0 0 0,0 0-5 16,1 0-27-16,-1-1-5 0,3 1-6 0,-3-2-21 15,2 3-21-15,1-1-24 0,-2 1-21 0,3 0-31 16,0 1-23-16,1-2-22 0,0 1-20 0,1 0-18 16,3-1-6-16,1 1-19 0,1 4-11 0,-1-3-16 0,1 4-9 15,2-1-8-15,-3-1-63 0,3 2-54 0,0 2 0 16,-2-1 0-16,2 3 0 0,-4 0 0 0,1 0 0 15,1 0 0-15,-2 0 0 0,-3 1 0 0,0 1 0 16,-2-2 0-16,3 3 0 0,-5 0 0 0,1-1 0 16,-2 4 0-16,-4-4 0 0,1 4 0 0,-2-1 0 15,-3 0 0-15,-1 1 0 0,0-1 0 0,-5 1 0 0,-5 0 0 16,3-2 0-16,-7 0 0 0,4 0 0 16,4 0 0-16,-1-5 0 0,2 0 0 0,3 0 0 15,-1 1 0-15,0-3 0 0,5 0 0 0,1 0 0 0,-2 1 0 16,1-2 0-16,6 0 0 0,0 0 0 0,-6 0 0 15,6 0 0-15,0 0 0 0,0 0 0 0,0 0-245 16,0 0-105-16,0 0-51 0,0-5-45 16,0 5-50-16,6-6-50 0,-6 6-406 0,11-4-1030 0,-2 1 456 15</inkml:trace>
  <inkml:trace contextRef="#ctx0" brushRef="#br0" timeOffset="163775.0511">16414 6867 331 0,'0'0'389'0,"9"-2"6"15,-9-1-10-15,1 0-8 0,2 0-11 0,-3 3-19 16,1-4-4-16,-1 4-10 0,5-4-9 0,-5 4-15 16,-1-5-17-16,1 5-22 0,-5-5-22 0,5 5-19 15,-9-3-12-15,3 2-17 0,-1 0-10 0,-4-2-12 16,1 2-11-16,-1 1-1 0,-3 0-11 0,0 0-11 15,-2 0 12-15,1 0-29 0,-5 1 12 0,5 0-3 16,-3 3-5-16,0-1-14 0,5 0 7 0,-1 0-5 16,-4 5-11-16,5-6-4 0,-1 0 2 0,3 1-2 15,-3 0 2-15,1 0 4 0,0 0-3 0,3 1-65 16,-9-4-42-16,9 1 0 0,-2 0 0 0,2 0 0 16,0-2 0-16,3 2 0 0,-2-2 0 0,-1 2 0 15,10-1 0-15,-8-1 0 0,8 1 0 0,-9-1 0 16,9 1 0-16,0 0 0 0,-5 0 0 0,5 0 0 0,0 0 0 15,0 0 0-15,0 0 0 0,-8 1 0 0,8-1 0 16,0 0 0-16,0 0 0 0,0 0 0 16,0 0 0-16,0 0 0 0,0 0 0 0,0 0 0 15,0 0 0-15,-2 4 0 0,2-4 0 0,-2 4 0 0,2-4 0 16,0 6 0-16,0 2 0 0,2 0 0 0,-4 8 0 16,2-1 0-16,-2 4 0 0,2 6 0 0,-1 2 0 15,1 1 0-15,0 6 0 0,0-1 0 0,-3 2 0 16,6 13 0-16,-3-12 0 0,1 0 0 0,-1 11 0 15,2-11 0-15,-5 10 0 0,3-13 0 0,0 3 0 16,-4 9 0-16,-1-9 0 0,5-1 0 0,-6-1 0 16,1-2 0-16,3 2 0 0,1-3 0 0,-3-2 0 15,0 0 0-15,2 0 0 0,2-3 0 0,0 0 0 16,-1-7 0-16,1 7 0 0,-2-8 0 0,2 0 0 0,0 0 0 16,0-1 0-16,0-5 0 0,0 0 0 15,2-2 0-15,1 2 0 0,-4-5 0 0,1 3 0 16,1-5 0-16,-1 0 0 0,0 1 0 0,0-1 0 15,2-2 0-15,0 1 0 0,-2-2 0 0,0-2 0 0,2 5 0 16,0-1 0-16,-2-4 0 0,0 3 0 0,1 0 0 16,-1-3 0-16,7 2 0 0,-4 1 0 15,1-2 0-15,1 0 0 0,1 0 0 0,1 1 0 0,2-2 0 16,4 1 0-16,-3-1 0 0,4 0 0 0,2 0 0 16,-2 0 0-16,4-1 0 0,1 1 0 0,0-2 0 15,-2 0 0-15,-5-1 0 0,1 1 0 0,6 1 0 16,-6 0 0-16,2-1 0 0,-2 1 0 0,-4 0 0 15,1 1 0-15,-1-1 0 0,-2 0 0 0,-1 1 0 16,2-1 0-16,-8 1 0 0,6-2 0 0,-6 2 0 16,8-1 0-16,-8 1 0 0,6 0 0 0,-6 0 0 15,0 0 0-15,0 0 0 0,0 0 0 0,0 0 0 16,4-4 0-16,-4 4 0 0,0 0 0 0,0 0 0 16,0 0 0-16,-19-4 0 0,10-2 0 0,0 3 0 15,-4-6 0-15,3 3-1366 0,5-3-1478 0,-3-1 654 16</inkml:trace>
  <inkml:trace contextRef="#ctx0" brushRef="#br0" timeOffset="164432.6876">16772 7239 42 0,'0'0'467'0,"4"-4"29"0,-4 0 13 0,1-2 6 0,-1 6 3 15,1-7-4-15,-1 4-2 0,0-4-1 0,2 3-5 16,-2 4-4-16,0-4-9 0,0-1-20 0,0 5-19 16,1-6-19-16,-1 6-25 0,0-4-26 0,0 4-34 15,1-3-250-15,-1 3-100 0,0 0 0 0,0 0 0 16,0 0 0-16,0 0 0 0,0 0 0 0,0 0 0 16,2 13 0-16,-2-1 0 0,0 1 0 0,1 3 0 15,-1 2 0-15,1 2 0 0,2 5 0 0,-3 0 0 0,0 3 0 16,0-2 0-16,-2 0 0 0,1-6 0 15,1 7 0-15,1-2 0 0,-2-6 0 0,-1-1 0 16,-2 2 0-16,1 0 0 0,-1-1 0 0,-1 0 0 0,4-3 0 16,-2-3 0-16,0-1 0 0,1-3 0 0,0 2 0 31,0-4 0-31,1 1 0 0,1-4 0 0,0 2 0 0,-1-1 0 0,1-1 0 0,-1-1 0 0,1-3 0 16,0 5 0-16,0-5 0 0,0 0 0 0,0 0 0 15,0 0 0-15,-3-14-103 0,2 8-490 0,1-5-73 16,-3 5-473-16,1-6-1233 0,-1-5 546 0</inkml:trace>
  <inkml:trace contextRef="#ctx0" brushRef="#br0" timeOffset="164807.5625">16772 7249 208 0,'6'-14'403'15,"3"-1"36"-15,-1-2 23 0,0 6 5 0,-1-2-3 16,1 2-10-16,0 0-11 0,3 2-3 0,-4-3-4 15,0 4-21-15,1 0 2 0,-2 0-17 0,3 2-20 0,-5 0-17 16,1 1-22-16,-1 0-9 0,0 1-19 16,2 1-25-16,-2 1-29 0,-3-1-26 0,-1 3-23 15,4-4-186-15,-4 4-24 0,7 0 0 0,-5 5 0 0,2-1 0 16,4 4 0-16,-3 1 0 0,1 3 0 0,1 3 0 16,-1 3 0-16,3 1 0 0,-1 6 0 15,-2-3 0-15,2 5 0 0,-2 0 0 0,-1-1 0 0,-4 0 0 16,2 0 0-16,0 1 0 0,-3 0 0 0,0 0 0 15,-2-3 0-15,0-4 0 0,0 0 0 0,0-1 0 16,0 7 0-16,0-7 0 0,-2-1 0 0,3-2 0 16,-2 0 0-16,2-4 0 0,0-2 0 0,0 0 0 15,1 0 0-15,0-4 0 0,0 0 0 0,1 0 0 16,0 0 0-16,2-3 0 0,-1 2 0 0,2-1 0 16,0-2 0-16,0 2 0 0,2-1 0 0,-6-3 0 15,5 0 0-15,-5 0 0 0,10-3 0 0,-7-1 0 16,1-2 0-16,0 1-62 0,-4-1-555 0,0-3-55 15,-3 4-468-15,0-6-1235 0,-2 2 546 0</inkml:trace>
  <inkml:trace contextRef="#ctx0" brushRef="#br0" timeOffset="165073.2661">16812 7479 273 0,'-4'-1'411'0,"0"-1"47"0,4 2 41 0,-8-4 33 0,8 4 26 16,-5-2-8-16,5 2-8 0,-2-3-7 15,2 3-8-15,0 0-14 0,0 0-17 0,-2-3-27 0,2 3-47 16,0 0-38-16,3-6-37 0,1 4-37 0,3-1-33 16,0 1-189-16,3-1-88 0,2 1 0 15,0-1 0-15,5 0 0 0,2-1 0 0,-1 1 0 0,0 1 0 16,-4 1 0-16,5 0 0 0,-5 0 0 0,0 0 0 16,-1 1 0-16,0 0 0 0,-2-2 0 0,1 1 0 15,-3 1 0-15,-3 0 0 0,2 0 0 0,-2 0 0 16,-6 0 0-16,7 0 0 0,-7 0 0 0,6-2 0 15,-6 2 0-15,5-1 0 0,-5 1-376 0,0 0-139 16,0 0-70-16,4-4-59 0,-4 4-369 0,0 0-1095 16,-4-9 485-16</inkml:trace>
  <inkml:trace contextRef="#ctx0" brushRef="#br0" timeOffset="165543.0415">17227 7365 6 0,'5'-2'421'0,"0"-1"40"16,0 0 16-16,-2 0 13 0,-1 1 3 0,0-1-9 16,-2 3-11-16,1-6-14 0,-1 6-18 0,1-4-13 0,-1 4-33 15,0-4-33-15,0 4-35 0,0 0-27 0,0-6-36 16,0 6-27-16,0 0-29 0,0 0-25 16,0 0-9-16,-13 6-25 0,10-2-14 0,-2 2-11 0,0 1-16 15,-1-1-15-15,1 4 6 0,0-1-20 0,0 0-9 16,0 1-5-16,1 0-17 0,2-1-6 0,-1 1-9 15,0 0-21-15,2-3 1 0,0 0-18 16,0 0-6-16,2 0 5 0,0-2 0 0,0 1 6 0,2 1-6 16,0-3 9-16,0 2-8 0,2-1 3 0,2-1 16 15,-2 2-20-15,0-2 12 0,3 4-12 0,-2-6 3 32,2 2 0-32,-2-1 5 0,3 1-7 0,-4 1 3 0,2-1-1 0,-2-1-4 0,1 1 1 0,-1 1-2 15,-1-1 5-15,0-2-4 0,-3 3 1 0,4 1 3 16,-4-1-5-16,2-1 2 0,-3 0 5 0,-3 2 0 15,2-1 3-15,-4 1-2 0,1-1 1 0,-1 0 2 16,0 0 3-16,-4 1 0 0,0-1 2 0,-1-1-3 16,2 1-5-16,-4-1 2 0,3-1 5 0,-2-1-9 31,4 1-11-31,-1 0-10 0,0-1-11 0,3-1-20 0,0 0-14 0,5-1-27 0,0 0-42 0,-10-2-42 16,10 2-43-16,-1-7-45 0,2 1-41 0,3 1-19 15,-1-1-46-15,3-2-49 0,1 0-57 0,4 1-370 16,-4-2-919-16,3 3 407 0</inkml:trace>
  <inkml:trace contextRef="#ctx0" brushRef="#br0" timeOffset="165995.9554">17522 7408 36 0,'4'-2'375'0,"0"-7"20"0,-3 3 25 15,3 3 14-15,1-2 11 0,-5-1 8 0,1 1-10 16,-2 3-11-16,1 2-9 0,-4-10-13 0,3 8-24 15,1 2-17-15,0-6-34 0,0 6-23 0,-4-6-23 16,4 6-39-16,0 0-21 0,-4-3-29 0,4 3-22 31,0 0-18-31,0 0-20 0,-10 8-10 0,6-5-18 16,0 2-2-16,-1 3-14 0,2 0-11 0,-1 3-6 0,1-4-11 0,-1 4-1 0,0-1-19 0,2 0 2 31,0-1-7-31,1 0-3 0,1-2-5 0,0 0-3 16,0 0 7-16,1-2-12 0,1 4-11 0,0-3-16 0,2-1 0 0,0 1 0 0,1 0 0 0,0 1 0 31,4-1 0-31,-1-1 0 0,-3-2 0 0,3 0 0 0,2 0 0 0,-4 3 0 0,-2-3 0 0,4-1 0 0,-3 0 0 16,0 1 0-16,-1 1 0 0,0-2 0 15,0 1 0-15,-2-1 0 0,-2-2 0 0,3 4 0 16,-1-3 0-16,-2-1 0 0,3 5 0 0,-3-5 0 16,-1 6 0-16,1-6 0 0,-7 5 0 0,2-2 0 0,-3 0 0 15,-2 1 0-15,1 0 0 0,0-1 0 0,-1 2 0 16,-2 0 0-16,2-1 0 0,0-1 0 15,1 1 0-15,-1-1 0 0,1-2 0 0,1 2 0 16,3-2 0-16,-1 2 0 0,2-2 0 0,4-1 0 0,0 0-152 16,-8 0-84-16,8 0-79 0,0 0-55 0,0 0-76 15,14-10-60-15,-6 3-44 0,2 3-386 16,0-2-1014-16,1 1 448 0</inkml:trace>
  <inkml:trace contextRef="#ctx0" brushRef="#br0" timeOffset="166542.7159">17782 7456 244 0,'5'-3'402'0,"-3"-3"24"15,2 1 19-15,0 2 13 0,-3-1-1 0,2 0-1 16,-3 4-8-16,1-6-3 0,-1 3 1 0,3-1-13 16,-3 4-17-16,2-5-19 0,-2 5-26 0,3-2-31 15,-3 2-29-15,0 0-32 0,1-3-30 0,-1 3-25 16,0 0-24-16,0 0-22 0,0 0-20 0,0 0-16 31,0 0-17-31,0 0-10 0,6 13-89 0,-6-7-26 0,2-1 0 0,-1 3 0 0,-1-1 0 0,1 0 0 16,2 0 0-16,-3 0 0 0,1 2 0 0,3 0 0 15,-2-1 0-15,1-2 0 0,-2 1 0 0,3-1 0 0,-2 2 0 16,0-4 0-16,1 2 0 0,0 1 0 16,-1-5 0-16,0 2 0 0,2-1 0 0,-1 1 0 0,0-2 0 15,-3-2 0-15,8 0 0 0,-8 0 0 16,12-4 0-16,-7 0 0 0,1 2 0 0,1-5 0 0,0-1 0 15,1 2 0-15,2-2 0 0,-3 0 0 0,1-1 0 16,0 1 0-16,1 0 0 0,-3-1 0 0,3 1 0 16,-4 0 0-16,2 3 0 0,-3-1 0 0,-2 1 0 15,2 0 0-15,0 2 0 0,0 0 0 0,-2 1 0 16,2 0 0-16,-4 2 0 0,3-3 0 0,-3 3 0 16,0 0 0-16,0 0 0 0,0 0 0 0,0 0 0 15,6 6 0-15,-6-6 0 0,0 8 0 0,3-2 0 16,-2 0 0-16,-1 2 0 0,3 0 0 0,-3-1 0 15,0 0 0-15,1 0 0 0,0 0 0 0,-1 0 0 16,0 1 0-16,3-2 0 0,-2 2 0 0,1-3 0 16,-2 0 0-16,3 0 0 0,-2-1 0 0,-1-1 0 15,0-3 0-15,3 4 0 0,-3-4 0 0,1 5 0 16,-1-5 0-16,0 0 0 0,0 0 0 0,10-1 0 16,-10 1 0-16,0 0 0 0,13-8 0 0,-8 6-119 15,-1-1-227-15,1 1-71 0,-1-3-47 0,0 1-75 16,2-1-69-16,0 1-342 0,-2-1-1029 0,2 0 455 15</inkml:trace>
  <inkml:trace contextRef="#ctx0" brushRef="#br0" timeOffset="167433.242">18260 7453 2 0,'0'0'421'0,"2"-4"27"15,1 2 17-15,-3 2 14 0,2-5-2 0,-2 5-10 16,2-2-11-16,-2 2-9 0,0 0-10 0,1-7-6 16,-1 7-15-16,0 0-18 0,1-5-23 0,-1 5-23 15,1-3-27-15,-1 3-31 0,0 0-26 0,0 0-27 16,0 0-18-16,0 0-32 0,0 0-21 0,0 0-19 16,0 0-19-16,0 0-10 0,0 0-119 0,0 0-3 15,0 0 0-15,4 11 0 0,-1-6 0 0,-3 0 0 16,-3 0 0-16,6 0 0 0,-2 2 0 0,0-3 0 15,-1 3 0-15,2 0 0 0,-1-2 0 0,0 1 0 16,-1 1 0-16,1-3 0 0,1 1 0 0,-1-2 0 16,-1-3 0-16,1 7 0 0,1-5 0 15,-2-2 0-15,2 1 0 0,-2-1 0 0,3 4 0 0,-3-4 0 16,0 0 0-16,0 0 0 0,14-6 0 0,-11 0 0 16,3 2 0-16,-1-1 0 0,1 1 0 0,-1-1 0 15,4-2 0-15,-4 0 0 0,3 0 0 0,-3 1 0 0,-1 1 0 16,2 1 0-16,-2-1 0 0,1 0 0 15,-1 3 0-15,-3-2 0 0,3 1 0 0,0-1 0 16,-4 4 0-16,4-1 0 0,-4 1 0 0,5-4 0 16,-5 4 0-16,0 0 0 0,0 0 0 0,0 0 0 0,0 0 0 15,9 8 0-15,-8-6 0 0,2 2 0 16,-2 0 0-16,0 1 0 0,2-1 0 0,-2 2 0 16,2-3 0-16,-2 2 0 0,-1-1 0 0,3-1 0 0,-2 1 0 15,-2-1 0-15,2 1 0 0,-1-4 0 0,0 5 0 16,0-5 0-16,0 0 0 0,5 2 0 0,-5-2 0 15,0 0 0-15,8 0 0 0,-8 0 0 0,9-3-6 16,-4-1-13-16,2 0-3 0,1-1 5 0,-2 0 3 16,0 1 1-16,0-2-8 0,4 1 15 0,-3 2 8 15,-2-2 9-15,1 0 4 0,2 2-4 0,-3-1 14 16,-1-1 5-16,1 2-6 0,-1 2-24 0,-2-2 0 16,-2 3 0-16,4-2 0 0,-4 2 0 0,0 0 0 15,9 0 0-15,-9 0 0 0,0 0 0 0,6 5 0 16,-2-2 0-16,-3 1 0 0,3-1 0 0,-2 0 0 15,0 1 0-15,-1 0 0 0,2 1 0 0,1-2 0 16,-2 2 0-16,-2 0 0 0,4-2 0 0,-4 0 0 16,4 1 0-16,-3-2-41 0,-1-2 0 0,2 3 11 15,-2-3 0-15,0 0 5 0,0 4 13 0,0-4-1 16,0 0 0-16,0 0 10 0,0 0-7 0,15-7 2 16,-5 3 3-16,-5 2 12 0,-1-3 10 0,1 0 15 15,2 2-1-15,-4-1 9 0,4 0 7 0,-2 0-5 16,-4 1-27-16,3 1-15 0,-1-2 0 0,1 2 0 0,-2 0 0 15,-2 2 0-15,6-4 0 0,-6 4 0 0,5-2 0 16,-5 2 0-16,0 0 0 0,7-1 0 16,-7 1 0-16,5 4 0 0,-5-4 0 0,6 5 0 15,-3-3 0-15,1 2 0 0,-1 0 0 0,0-2 0 0,0 1 0 16,-1 2 0-16,0-1 0 0,0-1 0 0,1 1-121 16,-1-2-51-16,0 2-34 0,-1 0-45 0,1-2-33 15,-2-2-57-15,0 0-27 0,7 2-38 0,-7-2-63 16,0 0-46-16,6-5-328 0,-3 0-914 0,0-1 404 15</inkml:trace>
  <inkml:trace contextRef="#ctx0" brushRef="#br0" timeOffset="167573.7069">18787 7297 142 0,'0'0'363'16,"-1"-6"20"-16,1 6 32 0,1-5 6 0,-1 5-6 15,0 0-29-15,-1-6-37 0,1 6-37 0,0 0-35 16,-2-5-28-16,2 5-29 0,0 0-29 0,0 0-40 15,0 0-55-15,0 0-81 0,0 0-78 0,-2 16-71 16,2-9-90-16,2-1-81 0,-2 4-306 0,0-3-659 16,2 0 291-16</inkml:trace>
  <inkml:trace contextRef="#ctx0" brushRef="#br0" timeOffset="168011.0979">18895 7440 277 0,'4'-4'474'0,"-4"4"27"0,2-5 25 16,-2 5 4-16,0-6-6 0,3 5-21 0,-3-5-8 16,0 6-19-16,1-6-15 0,-1 6-13 0,1-4-38 0,-1 4-32 15,0 0-35-15,0 0-31 0,-1-4-38 0,1 4-29 16,0 0-26-16,0 0-28 0,0 0-20 16,0 0-14-16,0 0-18 0,0 0-14 0,0 0-113 15,-4 13-12-15,4-8 0 0,0 2 0 0,3-3 0 0,-3 3 0 16,0-1 0-16,0 0 0 0,1 1 0 0,-1-2 0 15,1-1 0-15,1 2 0 0,-2-2 0 0,0 0 0 16,1-1 0-16,-1-3 0 0,1 5 0 0,0-3 0 16,-1-2 0-16,3 4 0 0,-3-4 0 0,0 0 0 15,0 0 0-15,15-4 0 0,-11 1 0 0,0-1 0 16,1 1 0-16,2-1 0 0,-1-4 0 0,0 4 0 16,-1-2 0-16,0 2 0 0,1-1 0 0,-2 0 0 15,2 1 0-15,-4-2 0 0,1 3 0 0,-1 1 0 16,2-1 0-16,-4 3 0 0,2-4 0 0,0 2 0 15,-2 2 0-15,0 0 0 0,5-4 0 0,-5 4 0 16,0 0 0-16,0 0 0 0,0 0 0 0,8 6 0 16,-4-5 0-16,2 4 0 0,-5-2 0 0,5 3 0 15,0-2 0-15,-1 0 0 0,1 0 0 0,3 1 0 16,0 0-116-16,2 2-275 0,0-3-49 0,-2 2-47 16,4-2-44-16,1-3-40 0,-5 0-372 0,5-2-1021 15,-4-1 452-15</inkml:trace>
  <inkml:trace contextRef="#ctx0" brushRef="#br0" timeOffset="168901.6662">19287 7406 119 0,'0'0'310'0,"0"0"7"0,3-3 20 16,-3 3 18-16,1-4-10 0,-1 4-9 0,5-3-3 0,-5 3-1 16,4-3 1-16,-4 3-5 0,0 0-26 0,0 0-17 15,5-3-18-15,-5 3-20 0,0 0-19 0,0 0-20 16,0 0-21-16,0 0-18 0,0 0-19 0,0 0-16 15,0 0-13-15,0 0-14 0,0 0-11 0,10 7-12 16,-8-5-3-16,0 2-12 0,1 0-5 0,-2 0-4 16,-1-1-7-16,4 4-8 0,-2-3-2 0,-1 2-8 15,1-2 10-15,-4 2-13 0,1-1-1 0,1 0-5 16,-1 0-1-16,0 0 4 0,-3-1-7 0,4 2-2 16,-4-3-1-16,2 2 0 0,-2-1-1 0,-3-2-2 15,2 1 2-15,-1-1-2 0,6-2 4 0,-12 1 0 16,12-1 2-16,-9-1-2 0,4-1-4 0,1-2 2 15,2 1 0-15,-2-2 6 0,0-1 2 0,4 1 7 16,-1-2 4-16,2 1 8 0,-1-1 3 0,0-2 6 16,2 2 2-16,1 2 5 0,2-2-4 0,-2-2 10 15,-1 5 4-15,2-1 5 0,3-1-7 0,-6 3 0 16,3 1-8-16,1 0-4 0,1 2 5 0,-6 0 10 16,12 4 13-16,-7-1 12 0,4 6-83 0,0 0-14 15,-4 1 0-15,3 5 0 0,-2 2 0 0,0 2 0 16,2 4 0-16,-2 3 0 0,1 0 0 0,-2 1 0 0,0 1 0 15,-1 1 0-15,-2 1 0 0,1-1 0 16,1 1 0-16,-2 2 0 0,1-1 0 0,0 1 0 0,-3 2 0 16,5-1 0-16,-5 0 0 0,1-3 0 0,0 2 0 15,2-2 0-15,-3 2 0 0,4-6 0 0,-1 1 0 16,-3-8 0-16,0-1 0 0,0 1 0 16,4-3 0-16,-6-1 0 0,4-2 0 0,0-2 0 0,-1-1 0 15,-1-4 0-15,2 1 0 0,-2-2 0 0,2-1 0 16,-2 0 0-16,2 0 0 0,-2-4 0 0,4 4 0 15,-4-1 0-15,0-3 0 0,0 3 0 0,0-3 0 16,0 0 0-16,0 0 0 0,0 0 0 0,0 0 0 16,0 0 0-16,0 0 0 0,0 0 0 0,0 0 0 15,0 0 0-15,0 0 0 0,-10-7 0 0,7 5 0 16,-1-2 0-16,-1-1 0 0,0 1 0 0,-1-1 0 16,-2-1 0-16,-2-1 0 0,-1 1 0 0,-5-3 0 15,3 4 0-15,-2-3 0 0,-3 0 0 0,4 3 0 16,0-1 0-16,1-1 0 0,0 4 0 0,2-4 0 15,-2 4 0-15,3-3 0 0,0 2 0 0,-1-1 0 16,4 0 0-16,0 1 0 0,1 2 0 0,1-1 0 16,0 0 0-16,1 1 0 0,0-2 0 0,-1 2 0 0,3-2 0 15,-1 1 0-15,2-1 0 0,-1-1 0 16,1 0 0-16,2-1 0 0,1 1 0 0,0-4 0 16,5 0 0-16,3-5 0 0,0-1 0 0,5 0 0 15,7-3 0-15,6-2 0 0,-2 2 0 0,8-2 0 0,0 3 0 16,-2-1 0-16,17-6 0 0,-3 5 0 0,-9 8 0 15,-5-3 0-15,3 2 0 0,-5-3 0 0,0 4 0 16,-1-1 0-16,-1 3 0 0,-11 0 0 0,-2 3 0 16,-2 1 0-16,-4-1 0 0,2 3 0 0,-4 0 0 15,-2 3 0-15,-1-4 0 0,0 2 0 0,0-1 0 16,-4 3 0-16,7-1 0 0,-7 1 0 0,0 0 0 16,0 0 0-16,0 0 0 0,0 0 0 0,0 0 0 15,0 0 0-15,0 0-665 0,0 0-590 0,0 0-1359 16,0 0 602-16</inkml:trace>
  <inkml:trace contextRef="#ctx0" brushRef="#br0" timeOffset="169745.7472">20509 7361 233 0,'-5'-4'414'0,"3"1"6"0,2 3 11 0,-2-5 4 15,2 1 0-15,-1-1-6 0,-1 0-5 0,2 1-10 16,0-3-10-16,0 1-18 0,2 1-3 0,0-2-32 15,-1-1-15-15,3 0-24 0,0-1-18 0,0 2-20 16,2-2-18-16,3 1-17 0,-4 0-19 0,3-1-3 16,-1 1-16-16,0 1-21 0,2 0-16 0,0 0-21 15,1 3-10-15,2 0-70 0,-2 2-63 0,-1 0 0 16,5-1 0-16,-1 6 0 0,1-2 0 0,-1 1 0 16,1 2 0-16,-2 0 0 0,5 4 0 0,-7 0 0 15,3 2 0-15,1 1 0 0,-5-1 0 0,0 0 0 0,-4 0 0 16,4-1 0-16,-5 3 0 0,-4 0 0 15,0 3 0-15,-3-1 0 0,-1 0 0 0,-2 4 0 16,-7-4 0-16,-3 5 0 0,-5-1 0 0,-2-1 0 0,-3-2 0 16,-1-1 0-16,-1-1 0 0,3-4 0 0,-3 3 0 15,10-6 0-15,0-1 0 0,-3 1 0 0,3-4 0 16,5 1 0-16,0-2 0 0,2 0 0 0,0-1 0 16,4-1 0-16,-3-3 0 0,3 2 0 0,-3-6 0 15,1 1 0-15,4-1 0 0,-3-2 0 0,4-2 0 16,2 1 0-16,-1-5 0 0,3-3 0 0,0 2 0 15,3-4 0-15,-2 3 0 0,0 2 0 0,6-1 0 16,-3 2 0-16,5-3 0 0,-2 3 0 0,3 2 0 16,3-1 0-16,0 1 0 0,1 0-223 0,3 3-230 15,-3 2-23-15,-2 3-33 0,0-1-21 0,3 1-10 0,2 3-370 16,-8 0-987-16,5-2 437 0</inkml:trace>
  <inkml:trace contextRef="#ctx0" brushRef="#br0" timeOffset="170169.4152">20618 7071 191 0,'2'-5'459'15,"-2"0"30"-15,0-3 38 0,1-2 30 0,1 3 4 32,-2-2 19-32,1 2-5 0,-1 0 3 0,0 0 8 15,0-2-13-15,1 1-26 0,-1 4-29 0,0-2-21 0,0 2-30 0,0-1-31 0,0 5-386 0,3-3-50 31,-3 3 0-31,0 0 0 0,0-4 0 0,0 4 0 16,0 0 0-16,0 0 0 0,0 0 0 0,0 0 0 16,0 16 0-16,1-5 0 0,-2 6 0 0,-2 3 0 15,3 6 0-15,-2 4 0 0,0 0 0 0,4 2 0 0,-5 0 0 16,1 2 0-16,-1 1 0 0,3 0 0 16,0-1 0-16,-1-2 0 0,-2 2 0 0,3-1 0 15,-1 1 0-15,-3-3 0 0,4 4 0 0,-1 2 0 16,-3-3 0-16,1 0 0 0,3 0 0 0,0-1 0 15,-2-5 0-15,-1 0 0 0,2-1 0 0,1-7 0 16,-3-2 0-16,3 0 0 0,-2-5 0 0,2-2 0 16,-3-1 0-16,3 1 0 0,-1-4 0 0,1 0 0 0,0-2 0 15,0-1 0-15,0-1 0 0,-1 0 0 0,1-3 0 16,0 5 0-16,0-5 0 0,0 0 0 16,0 0 0-16,2 3 0 0,-2-3 0 0,0 0 0 0,14-8 0 15,-3 2 0-15,-5 1 0 0,8-8 0 0,-1 1 0 16,-1 2-167-16,0-4-520 0,3 0-537 0,2-5-1324 15,-5 5 587-15</inkml:trace>
  <inkml:trace contextRef="#ctx0" brushRef="#br0" timeOffset="170623.0311">20951 7540 305 0,'3'-9'359'0,"4"-1"18"0,-2 0 40 0,-1 1 17 15,0 1 16-15,1-1 11 0,-5 3 5 0,4 1 2 16,-3-2 1-16,2 1-18 0,-1 3-5 15,-2-2-22-15,2 1-25 0,-2 4-33 0,2-4-34 16,-2 4-35-16,0-4-33 0,0 4-31 0,0 0-25 0,0 0-26 16,0 0-16-16,0 0-16 0,-10 8-83 0,2-1-67 15,3-3 0-15,0 3 0 0,-1 3 0 0,-2-2 0 16,2 1 0-16,-1-1 0 0,2-1 0 0,0 4 0 16,-1-5 0-16,2 1 0 0,1-2 0 0,1 0 0 15,-1 1 0-15,2-2 0 0,0-1 0 0,1-3 0 16,-2 2 0-16,2-2 0 0,4 6 0 15,-4-6 0-15,7 6 0 0,-2-4 0 0,1 3 0 0,0-3 0 16,2 2 0-16,1 1 0 0,-1-1 0 0,-2 1 0 16,-1 0 0-16,3-1 0 0,-2 1 0 0,3 0 0 15,-5 0 0-15,1 0 0 0,-1-2 0 0,1 2 0 16,-1 0 0-16,-3 1 0 0,3-1 0 0,-3 1 0 16,-1-1 0-16,0 1 0 0,-1-1 0 0,-4 3 0 15,1-2 0-15,0-1 0 0,-2 2 0 0,-4 2 0 16,0-4 0-16,-1 3 0 0,-3-3 0 0,3 1 0 15,0-2 0-15,-1 0 0 0,3 0 0 0,1-1 0 16,2-3 0-16,-1 1 0 0,4 0 0 0,3-1 0 16,-7-3 0-16,7 3 0 0,-1-6 0 0,2-1 0 15,2 0-167-15,2-1-137 0,4-1-50 0,0-1-53 16,1 2-54-16,1 0-68 0,3-2-40 0,4 1-331 16,0 0-975-16,9-2 431 0</inkml:trace>
  <inkml:trace contextRef="#ctx0" brushRef="#br0" timeOffset="170872.9476">21413 7521 458 0,'-2'-2'533'0,"0"-2"31"0,-1-1 9 0,1 2-9 15,2-2-19-15,0 2-19 0,-2-2-26 0,2 0-26 16,2 1-35-16,0 1-41 0,-1-2-39 0,3-1-36 15,0 1-37-15,2 0-28 0,3 0-28 0,-1 0-27 16,1 1-20-16,2 0-25 0,1 2-50 0,-2-3-32 16,2 4-45-16,-2-1-35 0,1 1-41 0,-3-1-32 15,-2 2-35-15,1-1-41 0,-7 1-46 0,11 1-51 16,-6-1-41-16,-1 1-38 0,-4-1-28 0,3 4-27 16,-3-4-39-16,0 5-22 0,-4 0-342 0,-2-2-852 15,-1 2 376-15</inkml:trace>
  <inkml:trace contextRef="#ctx0" brushRef="#br0" timeOffset="171060.5626">21409 7545 244 0,'-2'4'288'16,"1"-1"36"-16,1-3 32 0,-4 2 45 0,4-2 28 15,0 0 4-15,0 0-5 0,9 3-5 0,-9-3-9 16,9-1-4-16,-9 1-21 0,10 0-26 0,-2 0-27 16,1-2-33-16,1 0-26 0,2-1-22 0,-2 1-38 15,0 0-17-15,-1 0-14 0,3 0-24 0,-4 1-15 0,-1 1-15 16,1-1-47-16,-2 1-46 0,2-1-48 15,-8 1-52-15,12-2-56 0,-6 1-56 0,0-1-78 16,1 0-72-16,-7 2-80 0,11-2-107 0,-9-1-389 0,2 1-975 16,-2-1 432-16</inkml:trace>
  <inkml:trace contextRef="#ctx0" brushRef="#br0" timeOffset="171653.9851">22665 7136 31 0,'1'-9'437'0,"2"-5"15"0,-1 3 6 0,-2 0 8 16,2-1-1-16,-2 4-10 0,1-4-12 0,-1 5-12 16,-3-2-4-16,3 0 1 0,0 3-14 0,0-1-6 15,-2 1-17-15,-1-2-26 0,1 3-22 0,-4 2-25 16,3-1-25-16,-5-1-26 0,2 3-27 0,-2 2-20 16,-2-2-15-16,-3 4-12 0,-4 5-152 0,3-1-41 15,-1 2 0-15,-3 3 0 0,-5 3 0 0,9 2 0 16,-8 2 0-16,4 3 0 0,-1 2 0 0,3 0 0 15,0-2 0-15,2 5 0 0,1-1 0 0,2 0 0 16,1 0 0-16,2 1 0 0,2 1 0 0,3-8 0 16,2 6 0-16,1 2 0 0,2-8 0 0,2-1 0 0,3 0 0 15,4 5 0-15,-2-8 0 0,1 0 0 16,-1-5 0-16,5 0 0 0,-1 2 0 0,0-6 0 0,2 3 0 16,0-5 0-16,0 0 0 0,2-3-102 0,4 1-351 15,-2-2-63-15,0-6-60 0,0 1-65 0,2-3-344 16,-5-1-1065-16,0-4 472 0</inkml:trace>
  <inkml:trace contextRef="#ctx0" brushRef="#br0" timeOffset="172341.359">22770 7393 360 0,'1'-5'516'0,"-1"5"21"0,4-3 7 16,-4-1-10-16,0 4-21 0,1-7-32 0,-1 4-19 15,0 3-20-15,4-6-22 0,-3 1-36 0,2 2-36 16,-1 0-30-16,-2 3-36 0,4-3-29 0,-1-1-28 16,1 2-21-16,-4 2-22 0,7-3-25 0,-7 3-15 15,12 0-19-15,-12 0-1 0,11 3-19 0,-4-1-16 16,0 3-11-16,-2-1-5 0,0 1-9 0,3 2-3 16,-1 0-5-16,-1 3-8 0,-4-2-6 0,0-1 3 15,-2 1-42-15,0 2-1 0,1 2 0 0,-2-3 0 16,-3-2 0-16,-5 1 0 0,3 3 0 0,-2-2 0 0,-1-1-7 15,-2-1-46-15,-5 1-1 0,5-2-4 16,-1 0 9-16,2-1 9 0,-3 0-4 0,4-3 15 16,1-2 2-16,1 0 5 0,7 0 13 0,-13-2 6 15,9-3 19-15,-1-1 9 0,1 0 12 0,4-4 6 0,0 0 5 16,4-1 0-16,0 0-2 0,1 0-5 0,2-3-6 16,4 0-2-16,-2-1-10 0,1-1-23 0,-1 8 0 15,1-2 0-15,3-1 0 0,-3 3 0 0,1 1 0 16,-1 1 0-16,1 1 0 0,-1 2 0 0,2-1 0 15,-1 3 0-15,0 1 0 0,-1 0 0 0,1 2 0 16,-2 2 0-16,3-1 0 0,-5 3 0 16,2 3 0-16,-1-3 0 0,1 4 0 0,-4-3 0 0,0 5 0 15,-1-4 0-15,0 4 0 0,-3-4 0 0,2 2 0 16,-2-3 0-16,2-2 0 0,-2 2 0 0,-1-2-18 16,0 0-44-16,4-2-2 0,-3 1 7 0,-1-4 4 15,0 7 11-15,0-7 9 0,1 1 7 0,-1-1 0 16,0 0 6-16,0 0 4 0,7-9-6 0,-5 4 5 15,1-1 12-15,1 1 0 0,0-2 0 0,2 0 8 16,-1 2 8-16,0-4 11 0,2 2 5 0,-4 2 1 16,5-4 3-16,-2 5 5 0,1-1 3 0,-2 1-1 15,-1-1-11-15,1 3 7 0,-1-1-9 0,1 3-2 16,0-1-6-16,-5 1 4 0,8 1-4 0,-3 0-5 0,0 3-1 16,1 1 1-16,-1-1-1 0,-4 0-2 0,5-2 4 15,-2 6-9-15,-1-1-4 0,1-1 0 16,0 0 0-16,-1 1 0 0,0-1-30 0,1-1-39 15,0 1-35-15,-3-1-34 0,3 1-35 0,0-1-33 0,0 0-43 16,1-3-49-16,1 0-49 0,2 1-50 0,-3-3-48 16,7-2-34-16,-1 0-30 0,-6-1-283 15,7-4-857-15,-2 0 380 0</inkml:trace>
  <inkml:trace contextRef="#ctx0" brushRef="#br0" timeOffset="172669.3687">23328 7302 216 0,'3'-5'256'0,"-1"-1"12"0,-2 1 21 0,0 2 18 0,0-1 22 15,1 0 10-15,1-1-2 0,-2 5-5 0,1-3-7 16,-1 3-9-16,0 0-21 0,0 0-24 0,0 0-24 16,1-4-24-16,-1 4-1 0,0 0-2 0,0 0-11 15,-4 14-10-15,4-10-10 0,0 1-17 0,2 2-1 16,-2-1-11-16,0 4-13 0,1-2-14 0,-1-1-5 16,1 2-8-16,3-1-3 0,-4 2-3 0,3-4 7 15,-2 2-15-15,4-2-4 0,-1 1-8 0,2 1-4 16,-2-4-8-16,1 2-8 0,0 2 1 0,2-4-9 15,-2 2 3-15,1-2-3 0,-3 2-6 0,2-3-3 16,-1 0-12-16,-3 0 2 0,3 0-8 0,-3 1-5 16,2-2-5-16,-3-2-1 0,1 4-3 0,-1-4 3 15,-1 6-6-15,1-6 8 0,-9 4-3 0,1-1-3 16,-4 1-9-16,1-2-19 0,0 0-37 0,-1 1-27 16,-2-2-25-16,-1 2-25 0,1-3-34 0,2 0-30 15,1 0-30-15,0 0-27 0,1-3-40 0,4 2-36 16,-1-2-29-16,2 1-44 0,5 2-68 0,-1-9-35 15,2 5-297-15,7-3-852 0,1-2 377 0</inkml:trace>
  <inkml:trace contextRef="#ctx0" brushRef="#br0" timeOffset="173013.0723">23571 7192 76 0,'0'-10'485'0,"-2"0"40"0,0 1 40 0,0-1 19 16,-1 2 13-16,2-1-6 0,-1 3 3 0,1 0-9 0,-1 0-11 16,0 0-22-16,2 1-27 0,-2 1-21 0,0 0-36 15,2 4-38-15,-1-6-35 0,1 6-254 16,0-4-141-16,0 4 0 0,0 0 0 0,0 0 0 16,0 0 0-16,0 0 0 0,0 0 0 0,-1 17 0 0,2-5 0 15,-1 0 0-15,0 6 0 0,1 1 0 0,-1 5 0 16,2 3 0-16,-2-4 0 0,2 4 0 0,-2-5 0 15,0-5 0-15,0 3 0 0,0 0 0 16,0 0 0-16,0-4 0 0,0 0 0 0,2-1 0 0,-2-2 0 16,0-1 0-16,0-2 0 0,0-1 0 0,0-1 0 15,0 0 0-15,0-3 0 0,0 1 0 0,0-2 0 16,0-1 0-16,2 1 0 0,-2-4 0 16,0 6 0-16,0-6-17 0,0 0-509 0,0 0-55 0,0 0-41 15,4-14-453-15,-4 7-1163 0,3 0 515 0</inkml:trace>
  <inkml:trace contextRef="#ctx0" brushRef="#br0" timeOffset="173216.15">23550 7374 64 0,'0'0'318'0,"-10"0"33"0,10 0 47 16,-5-2 51-16,5 2 37 0,-4-1 14 0,4 1-7 16,-3-3-2-16,3 3-15 0,0 0-23 0,-4-3-29 15,4 3-13-15,0 0-22 0,0 0-30 0,0 0-30 16,0 0-40-16,0 0-29 0,0 0-30 0,7-8-23 15,-1 5-37-15,2 1-59 0,-3 1-41 0,6-3-53 16,0 0-53-16,2 2-58 0,0 0-65 0,6-2-61 16,-2 1-56-16,2 0-56 0,-1 1-41 0,-2-1-47 15,5 1-49-15,-5 0-30 0,0-1-313 0,-3 3-879 16,-2-2 390-16</inkml:trace>
  <inkml:trace contextRef="#ctx0" brushRef="#br0" timeOffset="174031.882">23830 7314 249 0,'0'0'311'0,"0"0"18"0,0 0 26 0,0 0 26 16,0 0 23-16,0 0 16 0,0 0 0 0,0 0-6 16,0 0-7-16,0 0-18 0,0-11-8 0,3 9-37 15,-3 2-29-15,4-6-15 0,-2 4-32 0,2 0-24 0,0-1-24 16,-4 3-29-16,10-2-7 0,-6 2-40 0,-4 0 6 16,9 0-33-16,-2 4-6 0,-5-2-22 0,6 2-6 15,-6-1-7-15,5 2-9 0,-5 2 11 16,2-1-24-16,-1 1-8 0,-2-2-5 0,0 1-1 0,0 2 6 15,-1 1-11-15,0-1-9 0,-2 0-7 0,-1 0-22 16,-1 2-10-16,-1-2-13 0,-2 4-10 0,-2-5-12 16,1 1-8-16,-5-2-7 0,2-1-4 0,-1 2-4 15,2-4 7-15,0 1 6 0,-2-2 9 0,5-1 6 16,-1 1 9-16,8-2 9 0,-8-3-1 0,3 0 3 16,1-1 5-16,0-2 12 0,-1-2 6 0,2-2 6 15,3 1 2-15,0 0 9 0,0-4 3 0,3 2 5 16,2 1 4-16,1-2 10 0,-3 4 11 0,-1 1-3 15,0 1 5-15,2-1 2 0,1 0-11 0,0 3 17 16,-1 0-20-16,0 0-9 0,1 2-5 0,0 0 1 16,0 1-2-16,4 1 0 0,-9 0-6 0,13 3 0 15,-8-1-3-15,3 1-7 0,-2 1 0 0,-1 0 5 16,-1 3-6-16,0-2-2 0,4 2 4 0,-1 2-8 16,-3-2-3-16,1-2 7 0,-2 1-3 0,1 1-10 15,-2-3-10-15,1 0-9 0,-1 3-6 0,1-6-3 16,-2 3-7-16,4-1-4 0,-2 0 6 0,-3-3 7 0,2 6-2 15,-2-6 19-15,4 2-11 0,-4-2 5 16,0 0 8-16,16-5 0 0,-8 2 1 0,-1-2 2 16,-1 3 1-16,3-4-3 0,1-1 12 0,-2 2-5 15,1 1 8-15,1-5 11 0,-1 3 11 0,0 1 2 16,0-1 10-16,-4 3 6 0,3-2 5 0,-3 1 19 16,0 0-5-16,-1 3 3 0,-1-2-5 0,3 0-4 15,-6 3-8-15,1-2-9 0,-1 2-6 0,5-2-5 16,-5 2-4-16,0 0-10 0,0 0 4 0,0 0 1 0,11 8-2 15,-10-5-6-15,3 1-2 0,-3 0-2 0,4 1-10 16,-4-1-13-16,2 3-13 0,-2-2-12 0,2 0-9 16,-2 1-8-16,0-1-9 0,2-1 0 0,-2-1 4 15,0 1-1-15,-1-4 12 0,3 5 5 0,-2-3 11 16,-1-2 2-16,0 0 11 0,0 0 1 0,0 0 3 16,14-5 8-16,-9 3 26 0,-1-3 4 0,1 1 13 15,-1 0 10-15,3-1 9 0,-1 1 9 0,-1-2 22 16,0 2 4-16,0-2 1 0,-1 2 2 0,3-1 12 15,-2 0 7-15,-3 3-9 0,3-1-98 0,-3 0 0 16,0 0 0-16,1 1 0 0,-3 2 0 0,2-3 0 16,-2 3 0-16,0 0 0 0,5-2 0 0,-5 2 0 15,0 0 0-15,9 9 0 0,-5-5 0 0,-1 0 0 16,1 1 0-16,-1 0 0 0,1-1 0 0,0 0 0 16,0 2-77-16,-3-1-139 0,4 1-33 0,-1-1-37 15,1-2-34-15,-1 1-41 0,-3-1-45 0,3 1-67 16,4-3-59-16,-8-1-347 0,14-6-951 0,-8 3 420 0</inkml:trace>
  <inkml:trace contextRef="#ctx0" brushRef="#br0" timeOffset="174376.8732">24418 7106 121 0,'2'-7'430'0,"-1"1"27"0,0-1 6 0,2 2 20 15,-3 1 7-15,0-2 4 0,0 6 4 0,0-5 13 16,0 2-10-16,0 3-9 0,0-6-18 15,0 6-26-15,0 0-33 0,-2-5-29 0,2 5-35 0,0 0-33 16,0 0-34-16,0 0-20 0,0 0-37 0,0 0-143 16,0 0-84-16,0 0 0 0,0 0 0 0,4 13 0 15,-4-7 0-15,4 5 0 0,-4 1 0 0,1 3 0 16,3 1 0-16,-4 1 0 0,3 1 0 0,-1 1 0 16,0 2 0-16,0-1 0 0,-2-1 0 0,0 0 0 15,1 1 0-15,3-2 0 0,-4 0 0 0,0-1 0 16,4-6 0-16,-4 1 0 0,0 1 0 0,0-5 0 15,0 3 0-15,1-7 0 0,-2 5 0 0,2-2 0 16,-2-5 0-16,2 3 0 0,-2-1 0 0,1-4 0 16,4 1 0-16,-4-1 0 0,0 0 0 0,0 0 0 15,0 0-382-15,0 0-47 0,0 0-11 0,1-10-11 16,-1 5-16-16,2-4-32 0,-2 1 2 0,2-3 14 16,-4 3-275-16,-1-5-820 0,-1 5 363 0</inkml:trace>
  <inkml:trace contextRef="#ctx0" brushRef="#br0" timeOffset="174641.8269">24412 7291 829 0,'-8'-5'-4'0,"3"2"51"0,1 0 36 15,-3 0 43-15,1 0 40 0,1-1 40 16,-1 2 37-16,1 1 23 0,0-2 28 0,2 1 17 16,3 2 16-16,-5-4 14 0,1 3 7 0,4 1 8 15,0 0-3-15,-6-3-3 0,6 3-6 0,0 0-9 16,0 0-6-16,0 0-19 0,0 0-26 0,0 0-28 0,9-5-27 16,-9 5-25-16,10-4-18 0,-2 3-10 15,3-3-15-15,-2 4-11 0,3-2-8 0,-1 0-18 16,1-2-8-16,2 1-9 0,-3-1-11 0,2 0-96 0,1 3 0 15,4-5 0-15,-8 1 0 0,2 2 0 0,2 0 0 16,-5 1 0-16,-3 0 0 0,2-2 0 16,1 1 0-16,-6 1 0 0,3 2 0 0,-1-2 0 15,-5 2 0-15,6-2 0 0,-6 2-77 0,5-1-187 0,-5 1-70 16,0 0-44-16,0 0-28 0,0 0-40 0,0 0-60 16,0 0-50-16,0 0-315 0,0 0-943 0,-12 11 416 15</inkml:trace>
  <inkml:trace contextRef="#ctx0" brushRef="#br0" timeOffset="180737.0394">25117 7220 375 0,'0'-6'488'0,"0"6"10"0,0-6 12 0,0 6-10 0,0-4-8 16,0 4-15-16,2-3-24 0,-2 3-4 0,2-5-24 15,-2 5-26-15,0 0-18 0,0 0-29 0,0 0-30 16,0 0-24-16,0 0-41 0,0-4-21 0,0 4-22 15,0 0-31-15,0 0-15 0,0 0-18 0,0 0-9 16,0 0-23-16,0 0-15 0,0 0-41 0,0 0-52 16,0 0-64-16,0 0-45 0,0 0-61 0,0 0-76 15,0 0-81-15,0 14-70 0,-2-10-85 0,4 3-89 16,-4-3-402-16,0 0-1042 0,2-4 460 0</inkml:trace>
  <inkml:trace contextRef="#ctx0" brushRef="#br0" timeOffset="180971.3605">25142 7451 42 0,'2'7'411'15,"2"-5"20"-15,-3 2 30 0,-1-1 27 0,0-3 13 16,3 4-11-16,-2-1-23 0,-1-3-16 0,0 4-21 16,0-4-30-16,0 0-7 0,3 4-39 0,-3-4-34 15,1 3-27-15,-1-3-22 0,0 4-24 0,0-4-34 0,0 6-6 16,0-1-21-16,-1-2-23 0,-2 2-14 15,-1 5-18-15,-2-3-5 0,1 3-5 0,-4-2-28 16,1 2-41-16,-6 0-40 0,1 1-63 0,-1-2-55 16,2 3-70-16,-1-1-85 0,1-6-77 0,2 3-78 15,-1-2-72-15,3 0-84 0,3-1-345 0,0-2-991 16,5-3 439-16</inkml:trace>
  <inkml:trace contextRef="#ctx0" brushRef="#br0" timeOffset="181580.7156">26219 6961 269 0,'1'-7'429'0,"2"0"22"16,-1-2 2-16,2 3 9 0,-4-5-2 0,3 6-8 15,-2-5-13-15,-2 3-3 0,1-3-6 0,2 3-2 16,-2-1-16-16,0 2-10 0,0 0-13 0,0 1-14 15,0 1-14-15,-2-2-22 0,2 0-25 0,0 6-21 16,-3-3-34-16,3 3-19 0,0-4-142 0,0 4-98 16,0 0 0-16,0 0 0 0,0 0 0 0,0 0 0 15,0 0 0-15,0 0 0 0,-10 13 0 0,5-4 0 16,-3 3 0-16,0 4 0 0,-3-2 0 0,2 3 0 0,0 1 0 16,-4 5 0-16,4-6 0 0,-1 9 0 15,0-1 0-15,2-1 0 0,2-1 0 0,1-3 0 16,1-2 0-16,3 0 0 0,-2 0 0 0,3-3 0 0,4 0 0 15,0 2 0-15,0-3 0 0,3 0 0 0,0-5 0 16,2 1 0-16,5 1 0 0,-3-4 0 0,5-1 0 16,-5-2 0-16,4-1 0 0,-2-3 0 15,1-2 0-15,3-2 0 0,-3-1 0 0,1-2 0 0,-2 1 0 16,-4 0 0-16,4-5 0 0,-3 3 0 0,-2-2 0 16,-2 2 0-16,-1 4 0 0,-2-6 0 0,-1 5 0 15,0-4 0-15,-4 2 0 0,-1 2 0 0,-1-2 0 16,-3 5 0-16,-2-1 0 0,-2 0 0 0,1 2 0 15,-3 1 0-15,1 2 0 0,-2 2 0 0,4-1-102 16,-3 4-408-16,0 2-72 0,3 0-66 0,1-1-411 16,-2-1-1146-16,-1 1 508 0</inkml:trace>
  <inkml:trace contextRef="#ctx0" brushRef="#br0" timeOffset="182017.9944">25836 7495 50 0,'-7'2'345'0,"3"1"-6"0,-2-1-9 15,2-2-11-15,4 0-1 0,-9 0-11 0,5 1-1 16,4-1-2-16,0 0-1 0,-10 1-7 0,10-1-5 15,-5 2-8-15,5-2-2 0,0 0-17 0,0 0-8 16,0 0-14-16,-9 0-10 0,9 0-14 0,0 0-12 16,0 0-14-16,0 0 2 0,-4 1-17 0,4-1-8 15,0 0 3-15,0 0 9 0,0 0-23 0,0 0 4 16,0 0 4-16,0 0-10 0,0 0-12 0,0 0-24 16,26 0 3-16,-8 0-16 0,2-3-12 0,13 2 5 15,6 0-5-15,14-1-1 0,5 1-7 0,8-2-78 16,30-2-9-16,8 3 0 0,-1-3 0 0,0-2 0 15,-1 4 0-15,-5-1 0 0,-33 1 0 0,-4 1 0 16,-3 1 0-16,-16 1 0 0,-5 0 0 0,-7-1 0 16,-7 1 0-16,-5-3 0 0,-5 3 0 0,-3 0 0 15,3 1 0-15,-6-2 0 0,-6 1 0 0,9 0 0 16,-5-1 0-16,-4 1 0 0,0 0 0 0,-13 7-159 16,1-5-200-16,-4 4-92 0,-5-3-80 0,-2 2-90 15,-7 1-391-15,0 0-1096 0,0 2 485 0</inkml:trace>
  <inkml:trace contextRef="#ctx0" brushRef="#br0" timeOffset="182471.0134">26013 7892 356 0,'-1'-4'379'0,"-2"-3"17"0,3 3-6 0,0-2-4 16,0 0-4-16,0-1 8 0,3 2-1 0,-2-4-9 15,-1 3-14-15,5-2-19 0,-5 2-18 0,8-3-10 16,-4 3-17-16,4-1-16 0,-1 0-18 0,2 1-38 16,0 1-15-16,1 2-15 0,1-1-23 0,0 2-17 15,2-1-20-15,-2 3-4 0,3-1-10 0,2 4-9 16,0-2-12-16,-3 3 1 0,4 1-8 0,-2 1-9 15,0 1 0-15,1 2-8 0,-6-2-4 0,5 5-7 16,-6 1-8-16,4-3-3 0,-7 1-3 0,-2 4-2 16,-4-5-7-16,-1 5-15 0,-3-1-32 0,-2 1 0 15,-4 1 0-15,-3-2 0 0,-4 0 0 0,-7 3 0 16,-2-2 0-16,-1 0 0 0,-5-7 0 0,0 4 0 16,-1-5 0-16,1 0 0 0,4-2 0 0,5-3 0 15,4-1 0-15,1-1 0 0,4 0 0 0,3-2 0 16,0 0 0-16,1-2 0 0,3-3 0 0,1-1 0 15,4-3 0-15,0-1 0 0,5 1 0 0,1-5 0 16,4-1 0-16,2 2 0 0,3-1 0 0,0 2 0 0,-1 3-214 16,2-2-107-16,0 3-54 0,-1-3-50 15,-4 8-65-15,6-10-62 0,-4 10-417 0,-2-2-1050 16,-2 0 464-16</inkml:trace>
  <inkml:trace contextRef="#ctx0" brushRef="#br0" timeOffset="182799.0573">26044 7704 151 0,'1'-10'338'16,"-1"2"39"-16,0-3 43 0,3 0 36 0,-3 1 34 16,1 3 13-16,-1-2 22 0,1-1 6 0,1-1 13 0,-2 5 2 15,1-1-2-15,-1 1-11 0,1 0-27 0,-1 2-28 16,0-2-32-16,0 6-36 0,0-5-34 0,0 5-359 16,0 0-17-16,0 0 0 0,0 0 0 0,0 0 0 15,8 21 0-15,-6-4 0 0,1 2 0 0,1 6 0 16,0 5 0-16,-2 2 0 0,1 0 0 0,-2 3 0 15,0-1 0-15,1 2 0 0,-1-2 0 16,-1 2 0-16,1-2 0 0,-1-2 0 0,-1 3 0 16,0-3 0-16,1-3 0 0,1 0 0 0,-1-2 0 0,0-8 0 15,1-1 0-15,-2 0 0 0,1-5 0 0,0 2 0 16,0-2 0-16,1-3 0 0,-1-1 0 0,1-2 0 16,1-1 0-16,0-1 0 0,0-2 0 0,0 1 0 15,3-3 0-15,3 0-235 0,2-1-296 0,-10 0-55 16,19-2-52-16,-10-2-396 0,3-1-1120 0,0-2 496 15</inkml:trace>
  <inkml:trace contextRef="#ctx0" brushRef="#br0" timeOffset="183189.5927">26434 7986 384 0,'7'-9'434'0,"-2"1"32"0,-1 1 19 16,0 1 7-16,0 0-5 0,-3 1-9 0,2 2-9 15,-2-3-22-15,3 3-13 0,-3-1-29 0,-1 4-45 16,3-3-26-16,-3 3-35 0,0 0-37 0,2-4-32 16,-2 4-24-16,0 0-18 0,0 0-29 0,0 0-13 15,-7 12-11-15,4-6-15 0,-1 3-11 0,-1 0-11 16,1 2-8-16,0-3-8 0,2 3-14 0,-6-2-6 16,7 0 2-16,0-3-13 0,-2 3-3 0,2-3-4 15,-2-2-9-15,3 4-15 0,3-2-20 0,-2-2 0 0,3 3 0 16,2-2 0-16,2 0 0 0,0 1 0 0,-2-1 0 15,3 0 0-15,-1-1 0 0,-3 0 0 16,4 2 0-16,-4-2 0 0,2-1 0 0,-1 1 0 16,-2 0 0-16,1-1 0 0,-3 1 0 0,1-2 0 0,-1 3 0 15,0-3 0-15,-2 2 0 0,0-4 0 16,-3 7 0-16,-1-3 0 0,-2 0 0 0,-1-2 0 16,-4 1 0-16,1 2 0 0,-2-3 0 0,-2-2 0 15,1 3-47-15,-1-1-89 0,4-1-17 0,-2-1-18 0,5 1-17 16,3 0-16-16,4-1-22 0,-13-2-31 0,8 1-48 15,3-3-27-15,2 4-43 0,0 0-35 16,-7-6-46-16,10 1-367 0,1 0-889 0,-1-2 394 16</inkml:trace>
  <inkml:trace contextRef="#ctx0" brushRef="#br0" timeOffset="183611.5361">27585 7389 281 0,'0'0'474'0,"0"0"18"0,0 0 20 0,-4-3 1 16,4 3-12-16,0 0-12 0,-6-4-7 0,6 4-3 15,0 0-11-15,3-6-17 0,-3 6-22 0,0-5-31 16,0 5-32-16,5-3-35 0,-5 3-34 0,5-3-27 15,-3 1-36-15,-2 2-32 0,9-4-34 0,-1 3-45 16,0 2-39-16,-1-1-44 0,4-1-47 0,1 2-50 16,-3-1-46-16,-1 1-45 0,0-1-51 0,0 5-60 15,0-3-56-15,-1-1-43 0,-1 2-33 0,0 1-36 16,-4 2-30-16,4-4-24 0,-5 1-333 0,-1 1-881 16,0-4 389-16</inkml:trace>
  <inkml:trace contextRef="#ctx0" brushRef="#br0" timeOffset="183814.6778">27616 7515 208 0,'-3'5'315'0,"2"-3"39"0,0 1 58 0,1-3 53 16,0 0 44-16,0 4 43 0,0-4 6 15,0 0 9-15,-3 6 4 0,3-6-14 0,0 0-35 16,8 1-50-16,-8-1-42 0,11-5-44 0,-2 1-37 16,0 1-37-16,1-1-32 0,1 3-32 0,1-5-124 0,1 3-124 15,-1 0 0-15,-1-1 0 0,7 0 0 0,-8 0-113 16,3 0-187-16,0 2-87 0,-3 1-71 15,2-2-81-15,-1 1-69 0,2 0-357 0,-4 0-1044 16,1-1 462-16</inkml:trace>
  <inkml:trace contextRef="#ctx0" brushRef="#br0" timeOffset="184189.9293">28413 7188 482 0,'9'-18'536'0,"-1"0"21"16,-3 1 5-16,3-1 1 0,-3 1-8 0,-1 0-26 16,0 2-19-16,-2-2-15 0,-1 6-18 0,2 0-16 15,-2 4-23-15,-1 0-25 0,0-1-22 0,0 4-34 16,0-1-25-16,0 0-28 0,0 5-75 0,-2-7-229 15,-2 5 0-15,-1 1 0 0,5 1 0 0,-17 1 0 16,8 3 0-16,-1 1 0 0,-7 5 0 0,3 3 0 16,-4 0 0-16,-1 8 0 0,1 0 0 0,-3 5 0 15,4-2 0-15,2 2 0 0,-1 1 0 0,4 1 0 16,-1-2 0-16,4 2 0 0,1-3 0 0,2 0 0 16,2 1 0-16,1-7 0 0,3-2 0 0,7 1 0 15,-1 2 0-15,3-4 0 0,3 1 0 0,2-4 0 16,2 1 0-16,2-2 0 0,1-2 0 0,4 1-243 15,5-2-224-15,-1-4-31 0,-6-3-28 0,2 1-26 16,4-8-20-16,-6 3-318 0,-1-2-962 0,1-1 426 16</inkml:trace>
  <inkml:trace contextRef="#ctx0" brushRef="#br0" timeOffset="184847.378">28659 7397 44 0,'2'-3'418'0,"2"-1"31"0,-4 4 4 0,4-4 3 16,-1 4-17-16,-3 0-19 0,5-5-25 16,-1 1-26-16,-2 2-15 0,1-1-27 0,-3 3-20 15,6-2-26-15,-2 0-25 0,-2 1-26 0,-2 1-17 16,8-2-28-16,-8 2-18 0,10 2-15 0,-2-1-19 0,-4 2-15 16,1 0-14-16,1 0-10 0,-3 3-12 15,3 0-2-15,-3-1-10 0,-1 5-8 0,1-3-5 16,-3 0-5-16,2 0-9 0,-2 4-3 0,-2-2-6 15,-1 0 2-15,-2-2-2 0,0 3-3 0,-1-3-6 0,-1 0-3 16,0 0 3-16,-4 0-15 0,1-3-9 16,-1 1-13-16,-2-2-5 0,0 0 2 0,2 1-3 15,-1-3 3-15,6 0 1 0,-6-3-2 0,6-2 2 16,-1 0 2-16,2 0 0 0,1-2 2 0,3-4 1 0,2-1-1 16,3 0 4-16,4-4 8 0,0 1 12 0,3-1 0 15,-2-1 3-15,5 1 20 0,-1 3-5 0,0-1 0 16,1 2-2-16,-1 1 4 0,-1 3-2 15,-1 1 0-15,0 0-2 0,-1 2 4 0,1 0 7 0,-4 2-4 16,3 2 3-16,-1 0-4 0,0 2-7 0,-1 2 3 16,0-1 3-16,-1 3-6 0,2 1-5 0,-5-1-1 15,1 4-3-15,0 1 5 0,0-3-11 0,-1 3 0 16,0-3 5-16,-4 2-2 0,4-3-6 0,-3 0 0 16,1 2-3-16,-4-4-13 0,5-1-18 0,-2 2-6 15,-1-2 5-15,3-1-1 0,-3-3 15 0,3 5 6 16,-3-5-1-16,4 2 2 0,-4-2-5 0,0 0 4 15,10-13 7-15,-4 9 4 0,0-4 4 0,4-1 0 16,-2 0 7-16,1 0 13 0,0-4 16 0,0 7 6 16,-2-5 6-16,2 4 12 0,-2-2 7 0,0 4 19 15,-3-1 11-15,1 2-64 0,-1 1-44 0,0-1 0 16,-3 2 0-16,4 0 0 0,-5 2 0 0,4-3 0 16,-4 3 0-16,0 0 0 0,0 0 0 0,0 0 0 15,0 0 0-15,4 10 0 0,-3-6 0 0,-1 5 0 16,2-4 0-16,0 3 0 0,-2-2 0 0,0 1 0 15,1 1 0-15,3-3 0 0,-2 4 0 0,0-2 0 0,3 0 0 16,0 3-153-16,4-5-162 0,-1 1-43 0,1-2-46 16,2-2-38-16,0-1-54 0,3-2-32 0,2-4-389 15,1 1-991-15,-2-1 439 0</inkml:trace>
  <inkml:trace contextRef="#ctx0" brushRef="#br0" timeOffset="185146.8534">29298 7309 17 0,'7'-11'202'0,"0"1"32"0,-1 1 21 16,-1 0 22-16,-1 0 18 0,0 0 20 0,0 2 21 15,-2-2 16-15,-2 2 6 0,2-1 4 0,-2 5-5 16,1-4-9-16,-1 3-16 0,0 0-26 0,0 4 1 16,0-4-36-16,0 4-31 0,-1-6-35 0,1 6-9 15,0 0-21-15,0 0-18 0,0 0-15 0,-9 14-10 16,6-6-14-16,2-1-13 0,-2 4-1 0,3 1-12 16,-1-1 7-16,0 1-8 0,1-1 2 0,0 0-5 15,4 5-9-15,-1-6 10 0,1 2 4 0,0-1 3 16,1-1-6-16,0-1 1 0,0 3-2 0,-1-5-15 15,3 2 5-15,-2-2-12 0,0 0 0 0,-1-1-12 16,-2-4 0-16,1 3-6 0,-1-3-4 0,0 1-10 16,-2-3-7-16,0 6 4 0,0-6-15 0,-5 5-17 15,-2-2 0-15,-3 0 0 0,-3-2 0 0,-5 2 0 16,0-3 0-16,3 2-15 0,-2-2-87 0,-2 0-37 16,3-1-47-16,2 1-49 0,3 0-67 0,4 0-68 15,-1 0-68-15,8 0-127 0,-10-4-409 0,10 4-1054 16,0 0 467-16</inkml:trace>
  <inkml:trace contextRef="#ctx0" brushRef="#br0" timeOffset="185520.9059">29599 7099 312 0,'2'-17'573'0,"-1"0"31"16,0 2 7-16,1 0 14 0,-2 2 5 0,2 1-16 15,-3 3-16-15,1 1-13 0,-1-1-25 0,1 0-25 16,0 2-27-16,0 2-35 0,1 1-46 0,-1-1-33 0,0 2-252 16,0 3-142-16,-1-5 0 0,1 5 0 15,0 0 0-15,0 0 0 0,0 0 0 0,0 0 0 16,0 0 0-16,0 22 0 0,1-4 0 0,-1 2 0 16,1 3 0-16,7 5 0 0,-10 1 0 0,5-2 0 15,-2 3 0-15,0-1 0 0,3-1 0 0,-4-2 0 16,3 2 0-16,1-2 0 0,-2-7 0 0,2 6 0 15,-4-9 0-15,0 0 0 0,3-4 0 0,-1-2 0 16,-2 2 0-16,0 0 0 0,3-6 0 0,-1 1 0 0,-2 0 0 16,0-2 0-16,0-2 0 0,0-3 0 0,2 5 0 15,-2-5 0-15,3 4 0 0,-3-4 0 16,0 0 0-16,0 0-332 0,2-15-228 0,0 12-38 16,-2-7-26-16,0 2-390 0,0-1-1097 0,0 3 487 0</inkml:trace>
  <inkml:trace contextRef="#ctx0" brushRef="#br0" timeOffset="185708.2479">29596 7328 157 0,'0'0'172'0,"-11"-1"39"16,5 1 43-16,6 0 43 0,-10-3 42 0,6 3 44 16,-1-2 8-16,5 2 9 0,-8-2-5 0,4 0-6 15,4 2-12-15,0 0-6 0,-7-1-18 0,7 1-21 16,0 0-22-16,0 0-15 0,-4-2-24 0,4 2-22 16,0 0-33-16,0 0-12 0,0 0-27 0,10-6-16 15,1 3-37-15,0 3-42 0,3-3-34 0,-1 1-38 16,7 0-39-16,0 0-40 0,2 0-41 0,-2-1-52 15,10-4-50-15,-8 5-62 0,-3 0-41 0,0 0-45 16,-2 0-40-16,3-3-27 0,-4 1-20 0,-3 4-248 16,0-3-750-16,-4 1 331 0</inkml:trace>
  <inkml:trace contextRef="#ctx0" brushRef="#br0" timeOffset="186442.5002">29887 7256 568 0,'0'0'62'0,"7"2"35"0,-7-2 18 16,0 0 28-16,0 0 30 0,0 0 34 0,0 0 27 15,0 0 25-15,0 0 19 0,0 0 2 0,0 0 29 16,0 0 12-16,0 0 12 0,8-1 8 0,-8 1-2 15,0 0-19-15,0 0-15 0,0 0-25 0,0 0-9 16,5-1-36-16,-5 1-8 0,0 0-22 0,0 0-21 16,0 0-25-16,0 0-13 0,8 1-20 0,-8-1-12 15,5 5-13-15,-4-3-6 0,2 2-18 0,-2 2-1 16,2 0-15-16,-2 0 2 0,-1 0-22 0,1 0 12 16,-1 0-13-16,0 0-8 0,-1 1 6 0,-3 0-3 15,4-2-12-15,-1 1-2 0,-3-1-10 0,-1 0-1 16,1 1-9-16,0-3 1 0,1 1-10 0,0-2 6 15,-1 1 0-15,0 1 3 0,4-4 2 0,-9 1 2 16,9-1-4-16,0 0 3 0,-5-7 5 0,5 7-5 16,-5-7-2-16,5 4-1 0,0-5-3 0,1 3 8 15,2-2-3-15,-2 0-3 0,3 0 1 0,0 1-1 16,0-2 2-16,-1 3-2 0,4-1 1 0,-2 0-2 16,-1 3 1-16,1 0 1 0,1 0-2 0,-2 0 1 15,1 3 4-15,2 0-1 0,-7 0-3 0,10 0 1 16,-4 3-2-16,-1-1-3 0,1 2 4 0,-4-1 0 15,5 2-3-15,-2 0 0 0,1 1 3 0,-2-2-2 16,-2 4 0-16,2-4 6 0,-2 2-7 0,1 1 0 16,0-3 9-16,0 1-4 0,-1-2-9 0,-2 3-12 15,1-3-7-15,2-1 3 0,-3-2 7 0,4 4 4 16,-4-4 0-16,3 1-5 0,-3-1 12 0,0 0-1 0,12-5 2 16,-7 3 2-16,0-4 1 0,4-1-7 15,-1 1 9-15,0 0 11 0,-1-1 5 0,3 1 6 16,-2-2 7-16,-1 1 15 0,-1 3-1 0,0-3 8 15,-1 4 9-15,-1 1 12 0,1-2-10 0,-1 3-1 0,-1-3-10 16,-3 4-14-16,6-4-1 0,-6 4-11 0,4-2-11 16,-4 2 17-16,0 0-10 0,0 0-4 15,6 9-1-15,-6-6-7 0,4 0-13 0,-4 2-2 16,4 0-3-16,-3 0-19 0,-1 1-10 0,4 0-12 0,-4-1-7 16,4 1-10-16,0-3-7 0,-4 1-3 0,1 0-9 15,0-1 5-15,-1-3 4 0,5 5 11 0,-5-5 11 16,3 2 4-16,-3-2 8 0,0 0 1 0,12-4 5 15,-7 0 6-15,2 1 1 0,1-4 12 0,1-1 9 16,1 1 11-16,3-4 16 0,-3 3 25 0,0-1 3 16,-1 2 5-16,0 0-6 0,-2-1 13 0,0 6 6 15,-2-3 2-15,1 2-6 0,-1 0-9 0,-1-2 7 16,-2 4-14-16,4 0-6 0,-6 1-6 0,0 0-2 16,0 0-9-16,13 5-4 0,-9-2 4 0,0 2 4 15,0 1-8-15,2 1-6 0,-1 2-16 0,-1 0-21 16,1 1-28-16,0-1-24 0,-1 0-28 0,4-2-31 15,-6 2-41-15,5-2-37 0,-3-1-58 0,-2 0-63 16,2 0-49-16,0-4-71 0,1 0-65 0,-5-2-330 16,10-2-922-16,-6-1 408 0</inkml:trace>
  <inkml:trace contextRef="#ctx0" brushRef="#br0" timeOffset="186770.6789">30509 7096 126 0,'1'-12'352'16,"3"0"30"-16,0 3 26 0,1-2 13 0,-5 4 19 15,2 0 4-15,-2 2 22 0,2-1 14 0,-2 0 8 16,2 1 1-16,-2 2 1 0,2 0-6 0,-2 3-22 16,0-6-22-16,0 6-29 0,0-5-35 0,0 5-36 15,0 0-33-15,0 0-30 0,0-3-169 0,0 3-108 16,0 0 0-16,0 0 0 0,0 0 0 0,0 0 0 16,0 0 0-16,1 18 0 0,-1-10 0 0,4 4 0 15,-3-1 0-15,-1 2 0 0,4 3 0 0,-3 3 0 16,3-1 0-16,0 0 0 0,0 0 0 0,0-1 0 15,-3 0 0-15,3-2 0 0,1 0 0 0,-4-2 0 16,3-1 0-16,-3-1 0 0,2 1 0 0,-2-3 0 16,2 2 0-16,-2-2 0 0,-1-2 0 0,4 0 0 0,0-3 0 15,-7 1 0-15,3 0 0 0,3-1 0 16,-3-4-159-16,1 4-197 0,-1-4-40 0,0 0-50 16,0 0-39-16,0 0-27 0,-4-11 2 0,3 4 3 15,-3 0-297-15,0-1-870 0,0 0 385 0</inkml:trace>
  <inkml:trace contextRef="#ctx0" brushRef="#br0" timeOffset="186958.8218">30554 7245 1714 0,'-4'-5'-43'0,"3"3"41"0,-2-1 32 0,3-1 32 0,0 4 29 16,-1-7 36-16,1 7 34 0,-4-4 40 16,4 2 34-16,0 2 18 0,0 0 23 0,0 0 14 15,0 0 20-15,0 0 8 0,0 0 8 0,0 0-6 0,1-7-4 16,-1 7-5-16,0 0-15 0,4-2-24 0,-4 2-37 16,9-1-22-16,-5-1-25 0,1 0-10 0,8 0-23 15,-5 1-15-15,2-4-19 0,4 1-13 0,3 1-5 16,-3-1-9-16,4 0-27 0,-4 0-35 0,2 1-29 15,1-3-43-15,1 3-41 0,-6-1-44 0,6-1-58 16,-4-2-36-16,4 0-46 0,-9 3-60 0,0-1-53 16,3-1-70-16,-6-3-47 0,1 3-329 0,-5 0-893 15,-1-3 396-15</inkml:trace>
  <inkml:trace contextRef="#ctx0" brushRef="#br0" timeOffset="187506.9573">30594 6843 391 0,'-7'-8'499'0,"2"-2"21"0,1 2 11 16,0 3-10-16,2-3-36 0,-1 3-34 0,2-1-18 15,-3-1-27-15,4 3-23 0,0-1-25 0,0-1-37 16,5 2-24-16,-2-2-25 0,-1 1-27 0,2 0-28 16,4 0-17-16,1-2-30 0,2 2-11 0,2 0-19 15,1-1-9-15,0 0-7 0,4 2-22 0,-1-2-2 16,-3 3-9-16,5-2 0 0,0 0 0 0,0-1-3 15,-1 1 5-15,-4 1-4 0,3 0-10 0,-3 1-8 16,-1 1-29-16,-2 0-42 0,1-1 0 0,-1 3 0 16,-4-1 0-16,0 1 0 0,0 0 0 0,-7 0 0 15,10-1 0-15,-10 1 0 0,8 4 0 0,-3-3 0 16,-2 6 0-16,1 1 0 0,-1 0 0 0,3 7 0 16,-2 1 0-16,-2 2 0 0,-1 2 0 0,0 6 0 15,0 6 0-15,-2-2 0 0,2 4 0 0,-2-2 0 16,0 3 0-16,-2 9 0 0,3-8 0 0,-2 13 0 15,2 0 0-15,-2-2 0 0,-3-13 0 0,5 15 0 16,0-13 0-16,-1 11 0 0,-2-1 0 0,3 0 0 16,0 6 0-16,-2-17 0 0,2 0 0 0,0-1 0 15,-3-5 0-15,1 1 0 0,-1-5 0 0,-1-1 0 0,2-3 0 16,-1-3 0-16,2-2 0 0,0-4 0 0,-1-1 0 16,1 0 0-16,1-2 0 0,-2-2 0 0,2-1 0 15,0 0 0-15,-2-2 0 0,1 0 0 16,1-4 0-16,0 5 0 0,0-5 0 0,-1 5 0 0,1-5 0 15,-4 1 0-15,4-1 0 0,-12 1 0 0,2-2 0 16,-3-1 0-16,-7 1 0 0,-2-1 0 0,-6 0 0 16,1 2 0-16,4 0 0 0,-6 1 0 0,2 2 0 15,-2-2 0-15,6 0 0 0,1 3 0 16,-5-1 0-16,5-1 0 0,1 2 0 0,0-3-1366 0,5 2-1478 16,3-3 654-16</inkml:trace>
  <inkml:trace contextRef="#ctx0" brushRef="#br0" timeOffset="192825.7697">18519 9453 208 0,'0'0'277'0,"-1"-2"10"0,1 2 8 0,0 0-4 16,1-4 9-16,-1 4 19 0,0-7 12 0,0 7 10 15,1-4 8-15,-1 4 3 0,3-3 10 0,-1 1 6 16,-2 2-15-16,3-6 13 0,-1 2-4 0,-2 4-5 0,3-6-11 15,-2 3-3-15,-1-1-4 0,0 4-7 0,0-5-8 16,0 5-16-16,0 0-13 0,2-4-19 16,-2 4-166-16,0 0-110 0,0 0 0 0,1-4 0 0,-1 4 0 15,0 0 0-15,0 0 0 0,2-2 0 0,-2 2 0 16,0 0 0-16,0 0 0 0,2 15 0 0,-1-5 0 16,0 3 0-16,3 3 0 0,-6 2 0 0,4 0 0 15,1 1 0-15,-2 7 0 0,-1-3 0 0,0 4 0 16,1-2 0-16,-1-6 0 0,2-1 0 0,-2 10 0 15,-2-8 0-15,4 5 0 0,-2-7 0 0,-2 2 0 16,4-2 0-16,-4 2 0 0,1-3 0 0,2 0 0 16,-2-4 0-16,1-2 0 0,-2 0 0 0,2-1 0 15,-2 0 0-15,2-3 0 0,0 0 0 0,0 4 0 16,-2-6 0-16,2-1 0 0,0 2 0 0,2-2 0 0,-4-1 0 16,2-3 0-16,0 0 0 0,0 4 0 15,0-4 0-15,0 0 0 0,0 0 0 0,0 0 0 16,0 0 0-16,0 0 0 0,0 0 0 0,0 0 0 0,0 0 0 15,12-12 0-15,-9 7 0 0,3 1 0 0,-2 0 0 16,5-5 0-16,-5 3-446 0,6-2-195 16,3-2-42-16,-4 0-388 0,2-2-1159 0,-3 2 514 0</inkml:trace>
  <inkml:trace contextRef="#ctx0" brushRef="#br0" timeOffset="193310.4089">18833 9605 222 0,'3'-5'395'16,"-1"-3"35"-16,5 1 9 0,-3-3 21 0,-3 4 10 16,3 0 0-16,-3-1 0 0,2 2 3 0,-2 0-3 15,-1 2-18-15,5-2-6 0,-5 2-13 0,1-3-24 16,-1 6-29-16,-1-4-31 0,1 4-37 0,0 0-31 16,1-4-31-16,-1 4-25 0,0 0-21 0,0 0-53 0,0 0-151 15,-19 11 0-15,11-4 0 0,-3 3 0 16,0 1 0-16,0 1 0 0,-3 1 0 0,1-3 0 15,0 5 0-15,-3-3 0 0,0 3 0 0,0-5 0 16,1 1 0-16,-1 0 0 0,1-2 0 0,5-2 0 0,-2-2 0 16,2 2 0-16,1-3 0 0,1 1 0 0,1-3 0 15,4 2 0-15,-2-2 0 0,4 1 0 16,1-3 0-16,-4 2 0 0,2 1 0 0,2-3 0 0,0 0 0 16,0 0 0-16,0 0 0 0,0 0 0 15,0 0 0-15,15-1 0 0,-8 1 0 0,5 0 0 16,0 0 0-16,-1 1 0 0,-2 1 0 0,0 0 0 15,2 2 0-15,0 2 0 0,0-2 0 0,1 1 0 0,-1 3 0 16,-1-5 0-16,1 3 0 0,-1 0 0 0,3 2 0 16,-4-2 0-16,0 1 0 0,1-4 0 0,-4 6 0 15,-1-5 0-15,0 1 0 0,-1-1 0 0,0 0 0 16,2-1 0-16,-3-1 0 0,-2 1 0 0,3-1 0 16,-4-2 0-16,4 3 0 0,-4-3 0 0,4 2 0 15,-4-2 0-15,1 3 0 0,-1-3 0 0,0 0 0 16,0 0 0-16,0 0 0 0,0 0-24 0,0 0-462 15,9-8-80-15,-3 5-86 0,-2-2-426 0,0-2-1166 16,-1 2 516-16</inkml:trace>
  <inkml:trace contextRef="#ctx0" brushRef="#br0" timeOffset="194638.8286">19098 9819 3 0,'-1'-4'246'0,"1"4"4"0,0 0-4 0,-4-4-6 16,4 4 0-16,-4-1 0 0,4 1 1 0,-1-4 1 16,1 4 6-16,0 0 2 0,-3-5 0 0,3 5 4 15,0 0-3-15,0-5 6 0,0 5 1 0,0 0 1 16,0 0-2-16,-1-6 0 0,1 6-6 0,-3-3-8 16,3 3-4-16,0 0-8 0,0 0 0 0,0 0-7 15,-3-3-4-15,3 3-22 0,0 0-9 0,0 0-14 16,0 0-16-16,0 0-27 0,0 0-5 0,0 0-20 15,0 0 7-15,0 0-23 0,10 11 4 0,-6-5-11 16,-2 0 2-16,6 4-6 0,-3-1-9 0,3 2-1 16,-2-3-11-16,2 7-2 0,-2-1-10 0,2 1 1 15,-2 2-7-15,0-1-8 0,1 2-33 0,-1-1 0 16,2-1 0-16,-2 0 0 0,-1 1 0 0,1-2 0 0,-1-1 0 16,2 1 0-16,-4-3 0 0,1-1 0 0,0 0 0 15,-2-1 0-15,3-1 0 0,-3-1 0 16,0 2 0-16,1-3 0 0,-1-3 0 0,3 1 0 0,-4 0 0 15,2-1 0-15,-3-1 0 0,1 1 0 0,-1-4 0 16,0 0 0-16,0 0 0 0,0 0 0 0,0 0 0 16,0 0 0-16,0 0 0 0,0 0 0 15,4-14 0-15,-4 7 0 0,4-2 0 0,-4-3 0 0,4-5 0 16,-3-6 0-16,3-5 0 0,2 0 0 0,-1-1 0 16,2-6 0-16,-2-1 0 0,3-10 0 0,-1-2 0 15,0 1 0-15,-1-2 0 0,6-1 0 0,-2-3 0 16,-2 1 0-16,3 1 0 0,2-1 0 0,-4 2 0 15,0 2 0-15,3 1 0 0,-4 12 0 0,-1 1 0 16,-1 5 0-16,2-1 0 0,-5 4 0 0,1 9 0 16,-1 3 0-16,3 4 0 0,-6-2 0 0,4 7 0 15,-4 0 0-15,0-1 0 0,1 1 0 0,4 1 0 16,-5 1 0-16,0 3 0 0,0-5 0 0,2 1 0 16,-2 4 0-16,2-3 0 0,-2 3 0 0,0 0 0 0,1-4 0 15,-1 4 0-15,0 0 0 0,0 0 0 16,0 0 0-16,0 0 0 0,3-4 0 0,-3 4 0 15,0 0 0-15,0 0 0 0,0 0 0 0,0 0 0 0,0 0 0 16,0 0 0-16,0 0 0 0,0 0 0 0,0 0 0 16,0 0 0-16,0 0 0 0,0 0 0 15,0 0 0-15,0 0 0 0,0 0 0 0,0 0 0 16,0 0 0-16,0 0 0 0,0 0 0 0,-4-4 0 0,4 4 0 16,0 0 0-16,0 0 0 0,0 0 0 0,0 0 0 15,0 0 0-15,0 0 0 0,0 0 0 0,0 0 0 16,0 0 0-16,0 0 0 0,0 0 0 0,0 0 0 15,0 0 0-15,0 0 0 0,0 0 0 0,0 0 0 16,0 0 0-16,0 0 0 0,0 0 0 0,0 0 0 16,0 0 0-16,0 0 0 0,0 0 0 0,5-3 0 15,-5 3 0-15,0 0 0 0,13-2 0 0,5 2 0 16,10-2 0-16,7-1 0 0,2 0 0 0,20-4 0 16,7 4 0-16,32-5 0 0,-1 1 0 0,3-2 0 15,4 1 0-15,3-1 0 0,11-2 0 0,4 3 0 16,4-1 0-16,4-4 0 0,-5 5 0 0,0 3 0 15,-6-5 0-15,-7 1 0 0,-10 1 0 0,-34 5 0 16,-1-2 0-16,-1 1 0 0,-4-1 0 0,-5 3 0 16,-16 0 0-16,-1-1 0 0,-10 2 0 0,-5 0 0 0,-6 1 0 15,-3 0 0-15,-4 0 0 0,-2-2 0 0,-1 2 0 16,-7 0 0-16,11-1 0 0,-8 1 0 16,-3 0 0-16,7 3 0 0,-7-3 0 0,-4 5-112 15,4-5-396-15,-13 9-93 0,2-5-90 0,0 1-356 0,0-3-1133 16,-3-4 501-16</inkml:trace>
  <inkml:trace contextRef="#ctx0" brushRef="#br0" timeOffset="195483.0038">20398 9053 167 0,'4'-5'344'0,"-1"2"1"15,-3 3-1-15,3-3 7 0,-3 3 1 0,1-4 8 16,-1 4 2-16,4-4 0 0,-4 4 1 0,3-5-5 15,-2 2-3-15,-1 3-6 0,0 0-11 0,1-4 3 16,0 1-24-16,-1 3-22 0,0 0-23 0,0 0-26 16,0 0-24-16,0 0-20 0,0 0-33 0,0 0-10 0,0 0-17 15,0 0-9-15,0 0-6 0,-10 8-4 16,6-3-16-16,-6 3-10 0,-4 2-8 0,6 0-5 16,-3 2-5-16,-2 1-17 0,0 2-4 0,1 2-4 0,3 1 6 15,-5 1-57-15,1 4-3 0,1-1 0 0,5-4 0 16,0-1 0-16,3 2 0 0,-1-1 0 0,5 0 0 15,-1 1 0-15,2-2 0 0,2 0 0 0,1 1 0 16,5-3 0-16,3 0 0 0,1-2 0 0,3-1 0 16,4-3 0-16,-1 0 0 0,2-4 0 15,-2-1 0-15,1-1 0 0,-1-5 0 0,2 1 0 0,-3-2 0 16,-7 0 0-16,1-1 0 0,-1-2 0 0,1-1 0 16,-5 3 0-16,2-4 0 0,-5 2 0 0,1-2 0 15,-3-2 0-15,-2 1 0 0,-2-2 0 0,-3 3 0 16,-4-4 0-16,-1 6 0 0,-2-2 0 0,-4 1 0 15,-1 0 0-15,-4 2 0 0,0 0 0 0,1 3 0 16,-10 2 0-16,11 1 0 0,-3 1 0 0,6 7 0 16,2-6 0-16,-3 1 0 0,6 0-89 0,0 4-380 0,2-2-66 15,3-1-76-15,-2 5-471 0,3-5-1171 16,4 1 519-16</inkml:trace>
  <inkml:trace contextRef="#ctx0" brushRef="#br0" timeOffset="195920.4903">20030 9668 40 0,'-8'2'377'0,"4"-1"7"0,4-1 3 0,-8 1-4 15,3 1-8-15,5-2 5 0,-11 0-2 0,4 1 4 16,1-1-5-16,1 1-14 0,5-1-11 0,-15 0-16 16,11 0-10-16,-4 0-11 0,-1 0-8 0,9 0-22 15,-9-1-14-15,9 1-19 0,-10 0-20 0,4 0-16 16,6 0-13-16,0 0-21 0,-12-1-9 0,12 1-16 16,0 0-13-16,-5 1-10 0,5-1-6 0,0 0-3 15,0 0-11-15,0 0-5 0,0 0-105 0,0 0-4 16,17 3 0-16,2-3 0 0,4 1 0 0,10-1 0 15,8 2 0-15,20-5 0 0,7 3 0 0,29-7 0 16,4 3 0-16,5-3 0 0,5 2 0 0,7-4 0 16,1 3 0-16,-8-1 0 0,-4-2 0 0,-4 3 0 15,-13 3 0-15,-31-1 0 0,-5 3 0 0,-16-3 0 16,-3 3 0-16,-6 0 0 0,-10 0 0 0,-6 1 0 16,1-2 0-16,-5 1 0 0,-1 1 0 0,-1 0 0 15,0 0 0-15,-7 0 0 0,7 0 0 0,-7 0 0 16,0 0 0-16,0 0 0 0,-21 6 0 0,8-2-385 15,-6 2-125-15,-7 0-92 0,-4 4-514 0,3-5-1209 0,0 1 535 16</inkml:trace>
  <inkml:trace contextRef="#ctx0" brushRef="#br0" timeOffset="198484.3678">17191 9685 299 0,'0'0'383'0,"14"-3"10"16,-6 0 4-16,-2 2-6 0,5-1-1 0,-4 0-11 15,2 2-7-15,-2-3-1 0,0 2-18 0,2 0-8 16,-4 0-8-16,-5 1-20 0,9-1-17 15,-5-1-21-15,-4 2-20 0,5-3-21 0,-5 3-21 0,0 0-25 16,9-1-11-16,-9 1-21 0,0 0-18 0,0 0-14 16,0 0-9-16,0 0-2 0,0 0-10 0,0 0-2 15,-31 8-9-15,14-6-8 0,-3 2-6 0,-3-1-9 16,-3 1-5-16,-4 0-1 0,2 0-12 0,1 0 2 16,4-2-7-16,3 2 3 0,3-3-3 0,-1 1-10 15,3-1 10-15,6 1-9 0,-1 0 0 0,2 0-32 16,3-2-9-16,5 0 0 0,-9 1 0 0,9-1 0 15,-5 1 0-15,5-1 0 0,0 0 0 0,0 0 0 16,0 0 0-16,0 0-54 0,0 0-91 0,15 6-45 16,-10-2-35-16,3-2-48 0,0 0-32 0,-2 2-51 15,3 1-35-15,1-1-47 0,-1-1-44 0,0 2-38 16,-4-1-282-16,7-1-870 0,-6-1 385 0</inkml:trace>
  <inkml:trace contextRef="#ctx0" brushRef="#br0" timeOffset="198844.2354">17297 9892 311 0,'4'0'388'0,"-4"0"17"0,7 2 12 16,-7-2-4-16,6 1-2 0,-6-1-6 0,0 0-4 16,0 0-4-16,4 3-12 0,-4-3-12 15,0 0-16-15,1 3-20 0,-1-3-18 0,0 0-13 0,0 0-21 16,0 0-7-16,0 0-7 0,-13 0-15 0,4 0-21 15,-5 2-18-15,0-1-19 0,-5 1-17 0,-3 0-7 16,-7 0-13-16,2 1-8 0,-1 1-11 0,-4 0-127 16,5-3-15-16,-4 2 0 0,-2 0 0 0,5 1 0 15,-3-2 0-15,10 0 0 0,2 2 0 0,2 1 0 16,0-3 0-16,7 1 0 0,2-2 0 0,-2 1 0 16,5 0 0-16,0-2 0 0,1 1 0 0,4-1 0 15,-8 2 0-15,8-2 0 0,-5 0 0 0,5 0 0 16,0 0 0-16,-6 4 0 0,6-4 0 0,0 0 0 15,0 0 0-15,0 0 0 0,0 0 0 0,0 0 0 16,0 0 0-16,0 0 0 0,0 0 0 0,0 0-204 16,0 0-167-16,23-4-46 0,-23 4-50 0,0 0-71 15,19 0-45-15,-10 0-353 0,1-2-1013 0,2 1 449 16</inkml:trace>
  <inkml:trace contextRef="#ctx0" brushRef="#br0" timeOffset="199940.4361">20200 10060 239 0,'0'0'333'0,"0"0"-11"0,-13-2-3 16,13 2-3-16,-8 0 2 0,8 0-3 0,-5-2 3 15,5 2-2-15,0 0 4 0,-6-5-4 16,6 5-1-16,-7 0-2 0,7 0-5 0,-5-2 2 0,5 2-5 16,0 0-7-16,0 0-11 0,-2-5-13 0,2 5-15 15,-3-2-9-15,3 2-10 0,0 0-25 0,0-5-1 16,0 5-9-16,0 0-19 0,3-6-12 0,-1 4-16 15,-2 2-16-15,5-5-16 0,-1 2-13 0,0 0-46 16,0-1-67-16,2 2 0 0,2 0 0 0,1-1 0 16,1 2 0-16,0 0 0 0,3 0 0 0,-3 1 0 15,5 1 0-15,2 4 0 0,0-1 0 0,-2 3 0 16,-1-3 0-16,-4 3 0 0,2 0 0 0,-2 0 0 16,-1 2 0-16,-1-2 0 0,-1 4 0 0,-3-3 0 15,0 3 0-15,-4-1 0 0,0 0 0 0,0 2 0 16,-5 0 0-16,-4 1 0 0,-4-1 0 0,-2 0 0 15,-7 4 0-15,-1-4 0 0,-4 0 0 0,2 1 0 0,-3-2 0 16,1-2 0-16,5-2 0 0,3-2 0 0,1-2 0 16,-2 3 0-16,6-4 0 0,2-2 0 0,2 0 0 15,-3-1 0-15,3-2 0 0,1-2 0 0,1 2 0 16,2-2 0-16,3-1 0 0,1-4 0 0,0 2 0 16,5-3 0-16,0 0 0 0,2-1 0 0,6-1 0 15,-1-1 0-15,4 2 0 0,-1-1 0 0,0 1 0 0,2 1 0 16,-2-1-3-16,2-1-411 0,1 6-41 15,-5-1-33-15,-2 3-28 0,3-3-24 0,-2 3-22 16,-5 0-308-16,1-3-941 0,-3 2 418 0</inkml:trace>
  <inkml:trace contextRef="#ctx0" brushRef="#br0" timeOffset="200299.7263">20209 9932 84 0,'1'-7'327'15,"0"0"33"-15,0-3 44 0,1 1 17 0,-1 0 16 0,0 1 14 16,2-1 7-16,-2 1 4 0,0 1-6 0,2 0 9 15,-2-4 5-15,0 6 1 0,-1-2-8 0,-1 3-9 16,1-2-25-16,1 2-20 0,-1 4-33 0,3-6-27 16,-3 4-40-16,0 2-173 0,0 0-136 0,0 0 0 15,0 0 0-15,0 0 0 0,0 0 0 0,0 13 0 16,-1-4 0-16,1 6 0 0,-2 2 0 0,4 6 0 16,-5 4 0-16,3 3 0 0,-1-1 0 0,0-1 0 15,1 1 0-15,-3 2 0 0,2-1 0 0,1 0 0 16,-3 1 0-16,1-1 0 0,0-1 0 0,2 0 0 15,-2 0 0-15,1-1 0 0,3-2 0 0,-4 1 0 16,-2 0 0-16,4-3 0 0,-3-6 0 0,2 2 0 16,0-4 0-16,-1 0 0 0,2-5 0 0,-1 0 0 15,1-2 0-15,-1-3 0 0,-2 0 0 0,3 0 0 16,0-2 0-16,0 0 0 0,3 0 0 0,-3-2 0 16,0-2 0-16,0 0 0 0,0 5 0 0,0-5 0 15,0 0 0-15,0 0 0 0,15-5 0 0,-7 3 0 16,-2-3 0-16,3-3 0 0,1 1 0 0,-1 0-361 0,4-5-351 15,-1-1-475-15,4 2-1285 0,-4-1 568 16</inkml:trace>
  <inkml:trace contextRef="#ctx0" brushRef="#br0" timeOffset="200769.9162">20632 10187 102 0,'5'-8'465'0,"-1"2"38"0,-1 0 29 0,0 0 8 15,2 1 0-15,-4 0-10 0,2 0-18 0,-2-1-18 16,0 3-21-16,-1-1-27 0,0 4-31 0,2-7-38 16,-2 7-38-16,-2-5-38 0,2 5-32 0,-6-1-30 15,6 1-23-15,0 0-22 0,-18 8-20 0,9-3-19 16,-1 1-14-16,1 2-14 0,1-1-20 0,-1 1-107 16,-1 1 0-16,4 0 0 0,-2-2 0 0,-1 3 0 15,4-2 0-15,1-2 0 0,0 1 0 0,3-1 0 16,-3-2 0-16,4 3 0 0,2-2 0 0,-2-2 0 15,3 0 0-15,1 3 0 0,4 0 0 0,-2-3 0 16,3 3 0-16,0-2 0 0,4 0 0 0,-3 0 0 16,-1 0 0-16,4 0 0 0,-3-1 0 0,2 1 0 15,-4 0 0-15,2-1 0 0,-4 1 0 0,-1 1 0 16,3-2 0-16,-5 1 0 0,1 1 0 0,-1-2 0 16,-2 3 0-16,0-1 0 0,-2 1 0 0,0 0 0 15,-3 1 0-15,-4-1 0 0,-2 1 0 0,-1 1 0 16,-5-1 0-16,1 2 0 0,-3-5 0 0,0 2 0 15,-1-3 0-15,1 2 0 0,2-3 0 0,5-1 0 0,-4 0 0 16,3 0 0-16,7-1 0 0,-3-1 0 0,2 0 0 16,1-1-18-16,1 1-48 0,4 1-15 15,-5-7-27-15,5 7-21 0,0-7-21 0,0 4-25 0,0 3-30 16,4-9-44-16,1 4-38 0,-1 1-30 0,-1 2-30 16,1-5-46-16,1 4-47 0,2 1-46 0,-2-1-304 15,2 2-857-15,-1-3 379 0</inkml:trace>
  <inkml:trace contextRef="#ctx0" brushRef="#br0" timeOffset="201831.6453">22201 9813 186 0,'0'0'425'0,"1"-6"15"0,1 4 4 0,0-2-1 0,-2 4-11 16,3-4-6-16,-3-1-13 0,1 3-5 0,-1 2-5 15,1-5-13-15,-1 5-5 0,3-3-14 0,-3 3-13 16,1-6-22-16,-1 6-13 0,0 0-28 0,4-4-30 15,-4 4-28-15,0 0-30 0,0 0-22 0,0 0-17 16,9 6-19-16,-5 2-13 0,1-2-4 0,1 7-11 16,-1-3-8-16,5 3-113 0,-2 2 0 0,1 3 0 15,3 4 0-15,-1 3 0 0,-2 2 0 0,4-4 0 16,-7 6 0-16,2-3 0 0,0 0 0 0,-2 0 0 16,2-1 0-16,-6-5 0 0,3 0 0 0,-2-1 0 15,-1 0 0-15,1-2 0 0,1-2 0 0,-3-3 0 0,2 0 0 16,-2-3 0-16,1 0 0 0,0-4 0 0,-1 3 0 15,0-5 0-15,1 2 0 0,-1 0 0 0,0-2 0 16,2-1 0-16,-3-2 0 0,0 0 0 0,0 0 0 16,7-11 0-16,-4 6 0 0,4-6 0 0,-1 1 0 15,1-8 0-15,1 0 0 0,1-6 0 0,-1-3 0 16,1-3 0-16,-3-5 0 0,9-17 0 0,-4 3 0 16,1 0 0-16,-3-4 0 0,0-2 0 0,1-2 0 15,-2-2 0-15,2-26 0 0,-2 29 0 0,-2 0 0 16,2 6 0-16,-3 2 0 0,0 1 0 0,2 12 0 15,-2 1 0-15,0 0 0 0,-3 6 0 0,4 2 0 16,-4 7 0-16,2 2 0 0,-1 2 0 0,0-1 0 16,-1 5 0-16,-1 0 0 0,1 4 0 0,0-1 0 15,-1 3 0-15,-1 0 0 0,2 1 0 0,0 0 0 0,-1 0 0 16,-1 4 0-16,1-4 0 0,1 0 0 16,-2 4 0-16,0-3 0 0,0 3 0 0,0 0 0 15,0 0 0-15,0 0 0 0,0 0 0 0,0-7 0 0,0 7 0 16,0 0 0-16,0 0 0 0,-3-2 0 0,3 2 0 15,0 0 0-15,0 0 0 0,0 0 0 0,0 0 0 16,4-5 0-16,-4 5 0 0,0 0 0 0,0 0 0 16,0 0 0-16,0 0 0 0,0 0 0 0,0 0 0 15,0 0 0-15,0 0 0 0,0 0 0 0,0 0 0 16,0 0 0-16,0 0 0 0,0 0 0 0,0 0 0 16,0 0 0-16,0 0 0 0,0 0 0 0,0 0 0 15,0 0 0-15,0 0 0 0,0 0 0 0,0 0 0 16,0 0 0-16,0 0 0 0,8-2 0 0,4 1 0 15,6-3 0-15,14 3 0 0,10-4 0 0,21 0 0 16,32-6 0-16,2 4 0 0,4-1 0 0,7-1 0 16,7 1 0-16,4-3 0 0,5 0 0 0,1-1 0 15,2-1 0-15,-2 3 0 0,-10 1 0 0,-10 2 0 0,-13 2 0 16,-33 1 0-16,-5 1 0 0,-17-1 0 0,-4 4 0 16,-3-3 0-16,-12 0 0 0,4 2 0 0,-4 1 0 15,-8 1 0-15,-2-1 0 0,-2-1 0 16,1 1 0-16,-7 0 0 0,10 0 0 0,-10 0 0 0,5 1 0 15,-5-1 0-15,0 0 0 0,-14 10 0 0,2-5-390 16,-3 4-110-16,-7-2-65 0,3 1-57 0,-9 0-397 16,-1 2-1105-16,1-4 489 0</inkml:trace>
  <inkml:trace contextRef="#ctx0" brushRef="#br0" timeOffset="202550.2263">23569 9342 3 0,'-2'-4'326'0,"2"-2"6"0,0-1-14 0,0 1-8 16,-2 2 5-16,0-3 1 0,1 2-3 0,0-1 6 15,1-1 6-15,-2 3 2 0,2 0-6 0,2-2-3 16,-2 2-8-16,0 4-6 0,0-7-3 0,-2 3-5 16,2 4-6-16,-1-5-10 0,1 5-1 0,1-5-20 15,-1 5-7-15,0 0-21 0,0 0-19 0,0 0-28 16,0 0-16-16,0 0-26 0,0 0-7 0,0 0-20 16,0 0-7-16,0 0 5 0,-1 16 2 0,1-9-8 15,1 4 3-15,-1 1-73 0,-1 4-37 0,1-5 0 16,-2 5 0-16,0 0 0 0,0-1 0 0,-1-3 0 15,2 4 0-15,-2 0 0 0,3-3 0 0,-7-2 0 16,6 1 0-16,-1 0 0 0,-2-3 0 0,3 3 0 16,0-6 0-16,0-1 0 0,1 2 0 0,-2-2 0 15,2-1 0-15,-1 2 0 0,1-2 0 0,0 0 0 0,0-4 0 16,0 4 0-16,0-4 0 0,0 0 0 16,0 0 0-16,-1 6 0 0,1-6 0 0,0 0 0 15,0 0 0-15,0 0 0 0,0 0 0 0,0 0 0 16,0 0-361-16,0 0-113 0,0 0-63 0,0 0-56 0,0 0-445 15,6-10-1124-15,-6 10 497 0</inkml:trace>
  <inkml:trace contextRef="#ctx0" brushRef="#br0" timeOffset="202941.9178">23169 9765 213 0,'-7'1'384'0,"-1"2"24"16,-1-3 12-16,-1 2-4 0,1-1-13 0,3 0-6 16,-2 0-9-16,1 1-9 0,1 0-10 0,1-2-9 15,-1 3-13-15,6-3-17 0,-10 1-16 0,10-1-14 16,-5 0-10-16,5 0-17 0,0 0-22 0,-8 1-25 16,8-1-10-16,0 0-17 0,0 0-7 0,0 0-18 15,0 0-6-15,-7 0-2 0,7 0-3 0,0 0-14 16,0 0-8-16,0 0-17 0,0 0-93 0,27-5-31 15,-7 3 0-15,8-2 0 0,6 1 0 0,17-6 0 16,5 3 0-16,3-3 0 0,5 1 0 0,3-1 0 16,28-5 0-16,-1 7 0 0,-5-5 0 0,-25 6 0 15,0-2 0-15,0 3 0 0,-7 1 0 0,-3 1 0 16,-19-1 0-16,-6 1 0 0,-7 2 0 0,-9 0 0 16,-1 1 0-16,0-2 0 0,-5 2 0 0,1 0 0 15,-1-1 0-15,-7 1 0 0,10 0 0 0,-10 0 0 0,6 0 0 16,-6 0 0-16,0 0 0 0,-4 8-11 0,-3-3-313 15,-3 1-58-15,-6 3-59 0,-2 1-49 0,-1-1-53 16,-5 2-457-16,-2 2-1084 0,-2-4 480 16</inkml:trace>
  <inkml:trace contextRef="#ctx0" brushRef="#br0" timeOffset="203285.5894">23365 10030 219 0,'0'0'390'0,"1"-5"11"0,-1 5 8 0,4-7-10 15,-4 1-2-15,2 4 1 0,0-2-11 0,-1-1-4 16,2 1-10-16,-2 1-5 0,2 1-19 0,-3 2-11 16,1-5-14-16,-1 5-20 0,2-2-24 0,-2 2-24 15,0 0-28-15,0 0-22 0,0 0-29 0,0 0 14 16,7 8-17-16,-6-2-7 0,-1 2 2 0,3 2-9 15,-2 1-11-15,-1 1-3 0,1 3-10 0,2-1-4 16,-3 3-19-16,1 0-45 0,-1-1-68 0,0 2 0 16,0-2 0-16,0-1 0 0,3 1 0 0,-6-4 0 15,3 0 0-15,0 1 0 0,0-3 0 0,3 1 0 16,-3-4 0-16,0 1 0 0,0-2 0 0,1 0 0 16,-1-1 0-16,0 0 0 0,3-1-157 0,-2-1-119 15,-1-3-34-15,0 3-34 0,0-3-26 0,0 0-51 0,0 0-55 16,0 0-45-16,0 0-365 0,1-15-961 15,-1 8 425-15</inkml:trace>
  <inkml:trace contextRef="#ctx0" brushRef="#br0" timeOffset="203660.5011">23319 10014 311 0,'0'-4'353'0,"2"-1"9"0,-1-1 5 16,1 0-6-16,2 1-9 0,1 0-21 0,2 0-13 0,-1 1-9 15,3-1 1-15,1 0-6 0,0-1-12 0,2 3-13 16,3-1-15-16,2-4-14 0,1 5-16 0,-5 6-7 16,7-6-14-16,0 3-12 0,-2 3-19 0,0-1-12 15,1 4-24-15,-5 0-7 0,4 1-16 0,-7-1-3 16,4 5-7-16,0 0 6 0,-3 2 4 0,-1 0 2 16,-2 0-7-16,0 3-6 0,-1-3-6 0,-1 1-10 15,-4-1 0-15,-2 0-11 0,1 1 2 0,-2 0 12 16,-3 2 4-16,-3 1 2 0,-4-2 2 0,-1-1-28 15,-3 3-79-15,0-1 0 0,-9-2 0 0,3 2 0 16,-3-1 0-16,-3-2 0 0,6-5 0 0,-5 3 0 16,6-4 0-16,0 1 0 0,1-2 0 0,4-3 0 15,4 1 0-15,1-1 0 0,0 0 0 0,4-2 0 16,-3 0 0-16,4 0 0 0,4-1 0 0,-5 2 0 16,5-2 0-16,0 0 0 0,0 0 0 0,0 0 0 15,0 0-167-15,14-9-182 0,-5 5-46 0,4 3-46 16,-3-1-55-16,4-2-58 0,-1 3-412 0,6-2-1045 15,-2 0 464-15</inkml:trace>
  <inkml:trace contextRef="#ctx0" brushRef="#br0" timeOffset="204035.5845">23842 10171 358 0,'1'-7'442'0,"-1"0"30"0,0 4 18 16,0-2 10-16,0 0-8 0,0 0-4 0,0 1-15 16,0 4 3-16,0-5-16 0,0 5-15 0,0-4-23 15,0 4-25-15,0 0-28 0,0 0-33 0,0 0-29 0,0-5-32 16,0 5-30-16,0 0-24 0,0 0-19 0,0 0 3 16,0 15-89-16,0-4-116 0,3-1 0 15,-6 2 0-15,3 0 0 0,-1 4 0 0,1 3 0 0,-3 0 0 16,3-1 0-16,0 0 0 0,-1 0 0 0,-3 1 0 15,4-1 0-15,-5-1 0 0,3 0 0 0,0 1 0 16,1-3 0-16,-3-3 0 0,0 2 0 0,3-3 0 16,0 2 0-16,-2-2 0 0,2-2 0 0,-2-1 0 15,3-1 0-15,-1-2 0 0,1 1 0 0,-4-2 0 16,4 0 0-16,0-4 0 0,0 7 0 0,2-3 0 16,-2-4 0-16,-2 4 0 0,2-4-169 0,0 0-199 15,0 0-53-15,5 3-40 0,-5-3-44 0,0 0-27 16,0 0-38-16,9-7-292 0,-9 7-932 0,4-10 413 15</inkml:trace>
  <inkml:trace contextRef="#ctx0" brushRef="#br0" timeOffset="204394.8046">23810 10207 14 0,'1'-9'402'0,"3"0"21"0,0 0 20 0,1-2-5 15,-2 3-7-15,-1 0-16 0,2-2-13 0,-3 4-18 16,3 0-21-16,1-1-27 0,2 0-14 0,-4 0-26 16,5 2-18-16,-3 0-20 0,4-1-18 0,-2 4-16 0,0-1-19 15,1 1-13-15,0 1-26 0,3 0 0 16,-2 5-20-16,-1-1-12 0,3-2-10 0,-3 2-12 16,0 2-12-16,-2-1 2 0,-1 1-10 0,-2-1 5 15,2 3-11-15,0 1-7 0,-3-1-6 0,2 0-8 0,-4 0 2 16,-2 3-4-16,0-2-6 0,-4 3 0 15,0 0 0-15,-1-2-8 0,-2 0-3 0,-6 6-6 16,2-7 8-16,-2 3-9 0,-3-1-5 0,0-2-8 0,1-1-26 16,-2-3 0-16,1 1 0 0,4-2 0 0,1 0 0 15,2 0-1-15,2-2-52 0,3 0-17 16,0 1-21-16,6-2-22 0,-10 1-32 0,10-1-30 16,0 0-47-16,-6 0-62 0,6 0-40 0,0 0-31 0,0 0-45 15,0 0-39-15,0 0-41 0,0 0-361 0,11-11-909 16,-6 10 403-16</inkml:trace>
  <inkml:trace contextRef="#ctx0" brushRef="#br0" timeOffset="206082.2433">25360 9774 357 0,'0'0'400'0,"0"0"10"0,-6-2 5 0,6 2 5 0,0 0 0 16,0 0 2-16,0 0 3 0,-3-3 0 0,3 3 4 15,0 0-2-15,0 0-11 0,0 0-8 0,0 0-13 16,4-8-23-16,-4 8-26 0,0-3-26 0,4 0-31 16,1 2-30-16,0-3-25 0,0-1-26 0,4 0-19 15,5 1-23-15,-1 0-127 0,5 0-39 0,-1-2 0 16,-2 5 0-16,0-2 0 0,4-1 0 0,-2 2 0 15,-2 1 0-15,2 0 0 0,-7 1 0 0,-2 0-274 16,2 0-100-16,-1 0-67 0,-3 3-55 0,-2 1-36 16,0 0-21-16,-1 0-368 0,-3 2-996 0,-3-1 440 15</inkml:trace>
  <inkml:trace contextRef="#ctx0" brushRef="#br0" timeOffset="206332.6778">25438 9880 230 0,'-2'5'319'16,"0"-1"18"-16,1-1 30 0,1-3 32 0,-1 5 31 0,1-5 26 15,0 6 5-15,-3-5 7 0,3-1 7 0,0 0-9 16,0 0 5-16,0 0-3 0,0 0-20 0,0 0-20 16,0 0-19-16,14-3-18 0,-14 3-15 0,8-6-32 15,-2 5-28-15,-1-1-184 0,3-1-132 0,-1 0 0 16,3 0 0-16,-3 0 0 0,6-1 0 0,-3 1 0 16,1-1 0-16,0 0 0 0,3 2 0 0,0-1 0 15,-1 0 0-15,0 0 0 0,0 0 0 0,1 1 0 16,-3 0 0-16,1 0 0 0,-2 0 0 0,-2 2 0 15,-1-1 0-15,1-1 0 0,-2 2 0 0,-6 0 0 16,11-1 0-16,-9 0 0 0,-2 1 0 0,9-1 0 16,-9 1-439-16,0 0-167 0,0 0-50 0,0 0-426 15,0 0-1172-15,0 0 518 0</inkml:trace>
  <inkml:trace contextRef="#ctx0" brushRef="#br0" timeOffset="207004.9393">26859 9090 260 0,'3'-7'441'0,"-2"-2"15"0,-1 0 20 15,0 4 5-15,0-3 1 0,0 3-6 16,2 0 4-16,-2-3 14 0,2 1-2 0,-1 2 5 16,-1 1-7-16,0-2-12 0,4 1-20 0,-4 1-23 15,0 4-16-15,1-6-27 0,-1 2-27 0,0 4-246 0,0-6-119 16,0 6 0-16,3-2 0 0,-3 2 0 0,0 0 0 15,0 0 0-15,1-4 0 0,-1 4 0 0,0 0 0 16,0 11 0-16,0-2 0 0,1 4 0 16,-1 4 0-16,3 1 0 0,-2 11 0 0,-1 3 0 0,4 0 0 15,0-2 0-15,-3 1 0 0,2 0 0 0,1 0 0 16,2-1 0-16,-5-1 0 0,2-1 0 0,-1 1 0 16,0-4 0-16,-1 4 0 0,0-7 0 0,-3-3 0 15,2-1 0-15,-2 1 0 0,2-4 0 0,0 1 0 16,0-5 0-16,-1-2 0 0,1-1 0 0,-1-1 0 15,1-1 0-15,0-2 0 0,-3 1 0 0,3 0 0 16,0-1 0-16,0-4 0 0,0 3 0 0,0-3 0 16,0 0 0-16,0 0 0 0,0 0 0 0,0 0 0 15,0 0 0-15,8-11 0 0,-4 3 0 0,2 1 0 16,1-3 0-16,-1 0 0 0,0-5 0 0,5-2-443 16,-4 0-849-16,2-2-1398 0,0 1 618 0</inkml:trace>
  <inkml:trace contextRef="#ctx0" brushRef="#br0" timeOffset="207474.0041">27195 9201 194 0,'13'-12'375'15,"-3"2"40"-15,-2 0 23 0,0 3 24 0,1-2 19 16,-2 0 11-16,-3 1 1 0,1 2 2 0,-1-2-3 16,0 1-11-16,-3 6-8 0,-1-5-15 0,2 3-26 0,1 0-26 15,-3 3-31-15,2-5-30 0,-2 5-27 0,0-3-40 16,0 3-33-16,0 0-202 0,0 0-43 15,0 0 0-15,-12 9 0 0,6-2 0 0,-5 2 0 0,-2 5 0 16,-6 4 0-16,-1 0 0 0,-3 2 0 0,4-1 0 16,-3 1 0-16,-2 1 0 0,2-1 0 0,-1 3 0 15,0-1 0-15,3-4 0 0,-2-2 0 16,4-4 0-16,4 0 0 0,-1-3 0 0,6-1 0 0,-1-2 0 16,5-1 0-16,-2 0 0 0,3-2 0 0,2 0 0 15,-2-1 0-15,1 2 0 0,3-4 0 0,-5 2 0 16,5-2 0-16,0 0 0 0,0 0 0 0,8 7 0 15,-3-4 0-15,0 1 0 0,4-2 0 0,2 1 0 16,1 1 0-16,0 1 0 0,0-1 0 0,0 0 0 16,4 4 0-16,-3-2 0 0,2 1 0 0,2 4 0 15,-2-3 0-15,2 2 0 0,1 0 0 0,-5 0 0 16,2 1 0-16,-6-3 0 0,0 0 0 0,4 0 0 16,1 0 0-16,-3-2 0 0,-3 2 0 0,0-3 0 15,-1 0 0-15,-3 1 0 0,4-3 0 0,-4 0 0 16,0-1 0-16,-2-1 0 0,3 2 0 0,-5-3 0 15,3 3 0-15,-2 0 0 0,-1-3 0 0,6 2 0 16,-6-2 0-16,0 0 0 0,0 0 0 0,0 0 0 16,7-7-27-16,-5 2-490 0,2 2-58 0,1-8-49 15,-1 5-451-15,3-2-1164 0,0-2 514 0</inkml:trace>
  <inkml:trace contextRef="#ctx0" brushRef="#br0" timeOffset="207942.8143">27468 9399 323 0,'2'-3'457'15,"-1"0"21"-15,-1 3 23 0,4-9 6 0,-4 6 3 16,0-2-14-16,0 1 0 0,0 1-11 0,0 3-11 0,0-8-15 16,0 8-17-16,0-4-22 0,0 4-24 0,-2-5-21 15,2 5-20-15,-2-4-28 0,2 4-23 0,0 0-28 16,0 0-166-16,0 0-110 0,-1-4 0 0,1 4 0 15,0 0 0-15,0 0 0 0,0 0 0 0,0 0 0 16,0 0 0-16,0 0 0 0,0 13 0 0,-4-6 0 16,4 3 0-16,-5-1 0 0,1 2 0 0,-1 3 0 15,3-1 0-15,-1 1 0 0,-1 4 0 0,1-3 0 16,1 2 0-16,0 0 0 0,-2-1 0 0,1-1 0 16,4-4 0-16,-1 2 0 0,2-1 0 0,2 1 0 15,0-3 0-15,1 2 0 0,1-3 0 0,3 0 0 16,1 1 0-16,-1-2 0 0,5-1 0 0,-4-3 0 15,3-2 0-15,1 1 0 0,5-2 0 0,-6-2 0 16,5-3 0-16,-5-1 0 0,0-2 0 0,-1 4 0 16,-1-3 0-16,-2-3 0 0,1 3 0 0,-5 0 0 15,1-1 0-15,-3-1 0 0,1 2 0 0,-3 2 0 16,-1-5 0-16,-1 5 0 0,-2-3 0 0,-1 4 0 16,0-1 0-16,-1 1 0 0,-4 2 0 0,-2-1 0 15,1 2 0-15,-4 2 0 0,2-1 0 0,-1 1 0 0,1 2 0 16,-1 0 0-16,0 1 0 0,0 1-96 0,4 0-428 15,-5-1-70-15,5 1-61 0,0 1-399 16,-1-3-1141-16,1-1 504 0</inkml:trace>
  <inkml:trace contextRef="#ctx0" brushRef="#br0" timeOffset="208649.575">26765 9875 247 0,'-4'-2'302'0,"4"2"-4"0,-7-4-6 16,7 4-4-16,-8-1-2 0,4 0 1 0,4 1-7 16,-9 0-5-16,2-3-1 0,7 3-4 0,-11 0-7 15,11 0-7-15,-10 0-7 0,3-1-6 0,7 1-11 16,-11 0-14-16,3 0-14 0,8 0-18 0,0 0-13 15,-13 0-8-15,13 0-11 0,-6 0-13 0,6 0-9 16,0 0-9-16,-8 1 1 0,8-1-2 0,0 0-4 16,0 0-2-16,0 0 5 0,-3 4-9 0,3-4-11 0,0 0 1 15,0 0-17-15,21 0-13 0,-9 0-1 0,7 0 0 16,9 0 11-16,5 0-5 0,4-1 4 0,18-1-1 16,5 2-4-16,5-1-10 0,34-1 0 15,3-5-6-15,4 5-15 0,8-5 17 0,7-1-10 0,3 5 8 16,-1-3 3-16,0 1 10 0,-6 0 8 0,-2 1 5 15,-14 0-58-15,-4 1-28 0,-34 0 0 0,-7-2 0 16,-2 4 0-16,-16-1 0 0,-5 0 0 0,-7-1 0 16,-6 3 0-16,-2-2 0 0,-5 2 0 0,-4 0 0 15,-1 0 0-15,-2 0 0 0,-6 0 0 0,9 0 0 16,-9 0 0-16,4-1 0 0,-4 1 0 0,0 0-82 16,0 0-205-16,-27 1-62 0,18-1-57 0,-4 0-49 0,-1 0-64 15,0 0-50-15,-4 2-352 0,4 1-998 16,0-3 442-16</inkml:trace>
  <inkml:trace contextRef="#ctx0" brushRef="#br0" timeOffset="210243.5636">26602 10570 112 0,'0'0'332'0,"8"-9"1"0,-8 9-9 15,0 0 5-15,0-4 3 0,0 4-5 0,1-5 0 16,-1 5-1-16,4-3-17 0,-4 3-1 0,0 0-16 15,0-5-16-15,0 5-16 0,0 0-22 0,0-2-19 16,0 2-27-16,0 0-18 0,0 0-18 0,0 0-21 16,0 0-14-16,0 0-9 0,12 8-13 0,-6-1-5 15,-1 3-4-15,3 1 3 0,-2 3 7 0,4 0-8 16,-2 3-4-16,4 7-6 0,-1-1-5 0,1 3-6 16,-1-5-8-16,2 6-4 0,-5-9-4 0,-2-1-8 15,3 3-3-15,-3-2-8 0,2 0-1 0,-3-2-6 16,0 0-1-16,2-2-2 0,-5-1-1 0,2-2-6 15,-1 0-1-15,-1-3 1 0,1-1-2 0,-1-1-5 16,0-1 2-16,-1 2-5 0,0-4 5 0,-1 0 1 16,0-3 2-16,3 5 21 0,-3-5 25 0,0 4 27 15,0-4 38-15,0 0 6 0,0 0 0 0,0 0-8 16,5-11 9-16,-3 7 3 0,1-5-1 0,-1-1-90 16,4-5-47-16,1-2 0 0,-2-2 0 0,4-6 0 15,0-3 0-15,4-5 0 0,-4 0 0 0,0 1 0 16,1-18 0-16,7 2 0 0,-3 0 0 0,0 0 0 0,-3 0 0 15,-2 0 0-15,3 13 0 0,1-10 0 0,-6 12 0 16,1 4 0-16,2 0 0 0,-3 2 0 16,-2 8 0-16,2 1 0 0,-2 2 0 0,-1 5 0 0,0 1 0 15,-3 4 0-15,1 0 0 0,0 1 0 0,0 0 0 16,0 1 0-16,-2 1 0 0,0 3 0 0,0-5 0 16,0 5 0-16,3-3 0 0,-3 3 0 0,3-3 0 15,-3 3 0-15,0 0 0 0,0 0 0 0,0 0 0 16,0 0 0-16,5-2 0 0,-5 2 0 0,0 0-13 15,0 0-278-15,0 0-23 0,0 0-14 0,0 0-9 16,0 0 7-16,0 0-13 0,12 1-10 0,-12-1-13 16,5 0-12-16,-5 0-16 0,5-2 8 0,0-1 0 15,-1 0 7-15,1 0-221 0,-2 0-648 0,-3 3 288 16</inkml:trace>
  <inkml:trace contextRef="#ctx0" brushRef="#br0" timeOffset="210571.6191">27114 10092 585 0,'0'0'-6'15,"0"0"41"-15,0 0 10 0,1-6 24 0,-1 6-1 16,-4-5 25-16,4 5 25 0,-1-5 21 0,-2 3 23 15,3 2 13-15,0 0 9 0,-5-1 10 0,5 1 14 16,-4-4 11-16,4 4 15 0,0 0 28 0,0 0 7 0,-4-3 11 16,4 3 3-16,0 0-2 0,0 0-8 15,0 0-16-15,-5-3-10 0,5 3-16 0,0 0-12 16,0 0-17-16,0 0-15 0,0 0-17 0,0 0-7 16,0 0-9-16,0 0-10 0,0 0-14 0,0 0-12 0,0 0-8 15,0 0-14-15,0 0-8 0,25 8 2 0,-6-8-20 16,4 2 6-16,11 1-5 0,3-1-11 15,18-4-1-15,4 4-3 0,4-2-5 0,31-2 0 16,-26 2-1-16,31-3-11 0,1 3-5 0,-8-5-2 0,3 2 0 16,-31 0-13-16,28-1 2 0,-35 3 1 0,-3 1-7 15,0 1 5-15,-20-1-2 0,-6 0-11 0,-5 0 8 16,-5 0-7-16,0 0 3 0,-5 0 3 16,-7-1-6-16,3 1 4 0,-2 0-5 0,-7 0-2 0,10 0-14 15,-5 1-22-15,-5-1-34 0,0 0-24 0,0 0-30 16,0 0-39-16,0 0-48 0,-22 0-63 0,8 0-56 15,-4 5-49-15,-1 0-55 0,1-2-59 0,-3 2-362 16,0-2-921-16,2-1 409 0</inkml:trace>
  <inkml:trace contextRef="#ctx0" brushRef="#br0" timeOffset="211008.8812">27443 10370 130 0,'2'-5'359'16,"0"0"14"-16,0 2 5 0,-1-1 1 0,1 0 12 15,0-1 11-15,1 1 2 0,-3 0 4 0,2 1-3 16,-2 3 2-16,1-7-8 0,-1 4-7 0,0 3-7 16,1-4-11-16,-1 4-20 0,0 0-16 0,0-6-25 15,0 6-29-15,0 0-27 0,0 0-26 0,0 0-29 16,0 0-22-16,0 0-20 0,0 0-21 0,0 0-9 16,0 0-113-16,0 0-17 0,-2 20 0 0,2-10 0 0,-2 2 0 15,2-1 0-15,-3 6 0 0,1 2 0 16,1-2 0-16,1 1 0 0,-1 1 0 0,-2-2 0 15,3 0 0-15,0 1 0 0,0-2 0 0,-2 2 0 16,2-2 0-16,0-5 0 0,0-1 0 0,-2 3 0 0,2-4 0 16,0-2 0-16,0 2 0 0,2-2 0 0,0-1 0 15,-2-1-57-15,0 0-183 0,0-2-22 16,2 0-24-16,-2-3-41 0,0 0-47 0,0 0-59 0,0 0-56 16,0 0-45-16,8-7-332 0,-4 1-936 0,-4-3 415 15</inkml:trace>
  <inkml:trace contextRef="#ctx0" brushRef="#br0" timeOffset="211431.7847">27408 10358 126 0,'0'-3'397'16,"1"-3"14"-16,-1 1 6 0,1 1-3 0,-1-1-6 15,-1 0-5-15,2 1-10 0,-1 0-13 0,0-1-22 16,1 0-13-16,1 1-35 0,-1 0-23 0,2 1-26 15,0-1-25-15,1 1-28 0,2-1-24 0,4 1-13 16,1 1-23-16,8 0-10 0,0 1-12 0,-1 2-13 16,4 1-16-16,-2 0-4 0,1 3-7 0,1-1-10 15,-2 0-6-15,-1 4-8 0,-2 0-6 0,-2 0-2 16,0 1-6-16,0 1-3 0,-3 2 2 0,-3-2 7 16,-1 1 10-16,-2 5-1 0,-2-5 1 0,1-1-2 15,-5 5 9-15,0-4-6 0,0 6 0 0,-5-2 19 16,-1-1-21-16,-2 3 0 0,-5-3 9 0,-1 0-4 15,-4 5-12-15,-1-6-1 0,-1 4-9 0,-3-4-6 16,4-2 1-16,0-2-1 0,-5 2-2 0,5-4-6 0,0-1-15 31,6-1-17-31,4 0 0 0,-3 0 0 0,5-2 0 0,1 0 0 0,-1 0 0 0,1-2 0 0,2 0 0 16,0 2 0-16,4-3 0 0,-5 3 0 0,5-3 0 16,0 0-30-16,0 0-123 0,0 0-50 0,0 0-55 15,19 2-60-15,-10-3-58 0,2 3-58 0,3-2-69 16,5 2-67-16,-3 0-321 0,4-2-966 0,1 0 427 15</inkml:trace>
  <inkml:trace contextRef="#ctx0" brushRef="#br0" timeOffset="211775.4547">27898 10617 119 0,'0'-5'503'0,"2"-1"23"0,-4 3 32 0,4-2 8 15,-2 1-3-15,0 4-6 0,0-6-21 0,0 6-14 16,2-3-19-16,-2 3-23 0,0 0-35 0,-2-6-38 16,2 6-35-16,0 0-35 0,2-4-39 0,-2 4-30 15,0 0-26-15,0 0-26 0,0 0-43 0,0 0-173 16,-4 12 0-16,4-6 0 0,0 2 0 0,-2-1 0 16,-1 4 0-16,2 1 0 0,-2 0 0 0,3 3 0 15,-3 3 0-15,1-6 0 0,-1 1 0 0,0 3 0 16,2 0 0-16,1 0 0 0,-2 1 0 0,0-4 0 15,2-1 0-15,-3-1 0 0,1-1 0 0,0 2 0 0,1-3 0 16,1 1 0-16,0-3 0 0,0-1 0 16,0 0 0-16,0-3 0 0,0 3 0 0,1-1 0 15,-1-2 0-15,0 0 0 0,0-3 0 0,0 0-72 16,0 8-287-16,0-8-49 0,0 0-37 0,0 0-37 0,0 0-23 16,0 0-18-16,15-9-377 0,-12 7-974 0,2-3 430 15</inkml:trace>
  <inkml:trace contextRef="#ctx0" brushRef="#br0" timeOffset="212165.9957">27881 10619 338 0,'0'-6'399'0,"1"-1"21"0,1-1 5 0,-2 3 14 0,0-2-5 15,2 0-6-15,1-1-21 0,-1 0-20 0,1 0-18 16,1 0-17-16,1 2-20 0,-1-1-29 0,0 1-23 15,1 1-11-15,2 0-34 0,-1-1-23 0,-1 2-12 16,2 1-24-16,1 0-17 0,-3 2-14 0,3-2-8 16,0 2-16-16,3 1-22 0,-3 1-7 0,0-1-8 15,-2 3-8-15,2 0-7 0,-2 1-7 0,-1 1 1 16,-1 0-14-16,0 0 2 0,0 0-6 0,-3 1-1 16,2 2-5-16,-5-3 2 0,2 5 5 0,-2-4-3 15,-3 4 8-15,-4-3-1 0,1 2 1 0,-3 0-12 16,-2 0 5-16,-1-3-7 0,-2 2-11 0,-1-3-3 15,2 3-23-15,0-5 0 0,4 0 0 0,0 0 0 16,4 0 0-16,0-2 0 0,3-1 0 0,4 0 0 16,-6 3 0-16,2-1 0 0,4-2 0 0,-6 1 0 15,6-1 0-15,0 0 0 0,0 0-95 0,0 0-44 16,0 0-33-16,0 0-33 0,0 0-36 0,0 0-47 16,0 0-36-16,0 0-30 0,0 0-33 0,0 0-36 15,0 0-29-15,20-2-37 0,-20 2-282 0,7 3-835 16,-7-3 371-16</inkml:trace>
  <inkml:trace contextRef="#ctx0" brushRef="#br0" timeOffset="216306.9177">948 10905 251 0,'1'-6'392'0,"0"5"-2"0,1-5-10 0,-2 3-9 16,1-4-9-16,-1 4-6 0,0 3-8 0,1-7-3 16,-2 3-4-16,1 4-9 0,0-4-1 0,0 4-20 15,1-4-27-15,-1 4-19 0,0 0-20 0,0 0-15 16,-4-4-18-16,4 4-26 0,0 0-17 0,0 0 4 16,0 0 9-16,0 12 7 0,0-5-4 0,0 0 4 15,2 5-1-15,-2-1-2 0,0 6 0 0,1 0 1 16,-1-1-9-16,1 9-8 0,2 1-93 0,-2-6-77 15,2 3 0-15,-2-4 0 0,-1 0 0 0,2 2 0 16,1-3 0-16,1 2 0 0,-4-4 0 0,-3 1 0 16,2 0 0-16,1-2 0 0,1-3 0 0,-2-1 0 15,1 1 0-15,0-3 0 0,1 0 0 0,-2-4 0 16,1 1 0-16,0-1 0 0,1 0 0 0,2-1 0 16,-6 0 0-16,6 0 0 0,-3-4 0 0,0 4 0 15,0-4 0-15,1 3 0 0,-1-3 0 0,0 0 0 0,5 2 0 16,-5-2-382-16,0 0-39 0,10-6-41 15,-7 3-45-15,1-3-42 0,1 1-36 0,-1-1-297 16,-2-1-954-16,2-1 423 0</inkml:trace>
  <inkml:trace contextRef="#ctx0" brushRef="#br0" timeOffset="216760.8929">1215 10968 31 0,'6'-10'382'0,"1"1"16"15,-1-1 26-15,-1 2 18 0,0 0 6 0,-1 1 0 16,0 2-15-16,-3 0-11 0,0-1-11 0,-1 6-5 16,7-4-18-16,-7 4-31 0,0-4-31 0,0 4-22 15,0 0-27-15,4-3-32 0,-4 3-10 0,0 0-11 16,0 0-10-16,-17 9-13 0,7-2-16 0,0 0-14 16,1 0-17-16,-5 4-6 0,1 1-8 0,-2 1-3 15,-1 1-7-15,0-3-20 0,-4 6-110 0,3-3 0 16,0 0 0-16,4-2 0 0,-1-1 0 0,1 1 0 15,4-6 0-15,4 0 0 0,-4-2 0 0,4 0 0 16,4 0 0-16,-3-1 0 0,-1 0 0 0,2 0 0 16,3-3 0-16,-5 4 0 0,4-2 0 0,0 1 0 15,1-3 0-15,0 0 0 0,6 8 0 0,-3-4 0 16,3 0 0-16,3 1 0 0,1 2 0 0,3 0 0 16,5 0 0-16,-4 3 0 0,2-2 0 0,3 2 0 15,-3 0 0-15,0 2 0 0,-1-2 0 0,0 1 0 16,0-3 0-16,-4-2 0 0,-2 0 0 0,2 2 0 15,-5-3 0-15,2 2 0 0,1-2 0 0,-4-1 0 0,-1 2 0 16,0-3 0-16,0 3 0 0,-3-4 0 16,0 3 0-16,3-2 0 0,-1 1 0 0,-2-1 0 15,-1-3 0-15,5 4 0 0,-5-4 0 0,1 3 0 16,-1-3 0-16,0 0 0 0,7 0-347 0,-7 0-145 16,0 0-90-16,6-6-63 0,-6 6-377 0,9-8-1105 0,-5 4 490 15</inkml:trace>
  <inkml:trace contextRef="#ctx0" brushRef="#br0" timeOffset="217197.9873">1422 11216 110 0,'3'-6'401'0,"-1"0"18"16,1 2 37-16,0 2 31 0,-3 2 13 0,2-11-1 16,-2 11-19-16,-4-8 0 0,4 8-1 0,0-7-15 15,-1 4-11-15,-1-1-9 0,2 4-24 16,0 0-24-16,0-4-31 0,0 4-28 0,0 0-32 15,0 0-30-15,0 0-27 0,0-5-75 0,0 5-173 0,0 0 0 16,0 0 0-16,0 0 0 0,-3 13 0 0,3-8 0 16,-2 2 0-16,1 4 0 0,-2-3 0 0,1 4 0 15,1-2 0-15,-1 2 0 0,1 0 0 16,0-1 0-16,1 1 0 0,-2 0 0 0,2 5 0 16,0-4 0-16,-1-2 0 0,1 1 0 0,1 1 0 0,1-1 0 15,0-3 0-15,1 2 0 0,1-4 0 0,2 3 0 16,2-2 0-16,-1-1 0 0,1-3 0 0,-1 1 0 15,0-2 0-15,2 0 0 0,0-3 0 16,1 2 0-16,3-7 0 0,-4 3 0 0,0-2 0 16,4-1 0-16,-4 0 0 0,0-3 0 0,-2 3 0 0,0-4 0 15,-2 4 0-15,-3 1 0 0,0-5 0 0,0 6 0 16,-1-2 0-16,1-1 0 0,-2 1 0 0,-2 1 0 16,0-1 0-16,1 1 0 0,-3 1 0 15,-1 1 0-15,5 2 0 0,-12-1 0 0,12 1 0 16,-10 0 0-16,10 0 0 0,0 0 0 0,-16 1 0 0,9 0 0 15,7-1-223-15,0 0-245 0,-9 4-45 16,9-4-70-16,-5 4-54 0,5-4-325 0,0 0-1041 16,0 0 461-16</inkml:trace>
  <inkml:trace contextRef="#ctx0" brushRef="#br0" timeOffset="217510.4151">1864 11155 456 0,'0'-1'513'16,"0"1"27"-16,3-7 3 0,-3 7-6 0,0 0-20 16,2-4-15-16,-2 4-17 0,0-4-17 0,0 4-21 15,0 0-32-15,0-4-35 0,0 4-30 16,4-4-38-16,-4 4-30 0,6-5-30 0,1 5-26 15,-2-3-27-15,3 1-21 0,2 0-20 0,0 2-18 0,-1-1-24 16,-1 1-33-16,-8 0-33 0,15-1-39 0,-6-1-37 16,-9 2-41-16,14 0-27 0,-8 3-33 15,-2-3-47-15,-4 0-37 0,12 3-42 0,-12-3-34 16,6 4-33-16,-3-1-29 0,-3-3-43 0,-4 8-50 16,4-8-41-16,-8 6-340 0,3-1-891 0,-5 1 394 0</inkml:trace>
  <inkml:trace contextRef="#ctx0" brushRef="#br0" timeOffset="217760.6911">1825 11257 226 0,'0'0'336'15,"0"0"18"-15,-4 4 11 0,4-4 22 0,0 0 0 0,0 0 10 16,0 0-4-16,0 0-3 0,0 0-12 0,12 3-9 16,-12-3-12-16,11 0-16 0,-11 0-15 15,15 0-11-15,-7-2-8 0,2 2-17 0,-10 0-16 16,15-1-27-16,-2-2-22 0,-3 3-19 0,4-3-20 15,-5 2-14-15,3-1-20 0,-3 1-14 0,-3-1-12 0,3 1-18 16,1-1-6-16,-1 2-9 0,-9 0-18 0,12-2-20 16,-12 2-23-16,11-1-24 0,-6 0-47 0,-5 1-16 15,9-3-34-15,-9 3-35 0,7-2-36 16,-7 2-45-16,0 0-43 0,0 0-56 0,6-2-45 16,-6 2-43-16,0 0-45 0,0 0-59 0,0 0-375 0,0 0-941 15,0 0 417-15</inkml:trace>
  <inkml:trace contextRef="#ctx0" brushRef="#br0" timeOffset="218838.7295">2851 10865 51 0,'1'-3'346'0,"-1"1"-3"0,2-4 9 0,1 1 2 16,-2 0 7-16,2-1 6 0,1 3 11 0,-2-3 10 16,0 1 1-16,-2 0-5 0,1 0-6 0,0-1-13 15,1 2 6-15,-1 0-6 0,-1 4-7 0,1-7-17 16,0 5-9-16,-1 2-29 0,0 0-24 0,2-4-29 16,-2 4-27-16,0 0-20 0,0 0-26 0,0 0-19 15,0 0-1-15,0 0-6 0,5 13-84 0,-3-3-67 16,1 3 0-16,-2 2 0 0,2 3 0 0,-1 2 0 0,2-2 0 15,0 7 0-15,0 2 0 0,1 0 0 0,-1-3 0 16,-1 2 0-16,-3 0 0 0,0-7 0 0,0 2 0 16,0-2 0-16,0-1 0 0,-1 0 0 0,0-4 0 15,1-1 0-15,-1-3 0 0,1 1 0 0,0-3 0 16,-2 0 0-16,4-2 0 0,-2-3 0 0,0 3 0 16,0-3 0-16,0-3 0 0,-2 8 0 0,2-8 0 15,0 5 0-15,2-2 0 0,-2-3 0 0,0 0 0 16,0 0 0-16,0 0 0 0,0 0 0 0,0 0 0 15,0 0-412-15,10-12-61 0,-8 7-53 0,1-3-46 16,-2 3-463-16,1-3-1121 0,-2 0 496 0</inkml:trace>
  <inkml:trace contextRef="#ctx0" brushRef="#br0" timeOffset="219416.8833">2838 10964 165 0,'-4'-6'357'0,"4"2"12"16,-2-1 10-16,-1-2 12 0,2 0 10 0,1 1 6 16,-3-1-3-16,3 0-13 0,0 0-6 0,3-1-14 15,-2 1-21-15,-1-4-11 0,4 4-20 0,0-4-9 0,0 3-33 16,1-1-13-16,1 0-23 0,2 1-20 16,-1 2-14-16,2-3-12 0,1 2-20 0,1 0-11 15,-2 2-19-15,2-1-21 0,1 1-5 0,-1 1-14 16,3 2-14-16,3-2-11 0,2 2-4 0,-5 2-11 0,4 0-6 15,0 1-3-15,-5 1-3 0,2 0-14 0,2 4-1 16,0-3-2-16,-1 4-13 0,-3 1-23 16,-4-2 0-16,-2 3 0 0,0-1 0 0,-1 4 0 0,-4-3 0 15,1 3 0-15,-7 1 0 0,-2 1 0 0,-2 5 0 16,-1-4 0-16,-5 1 0 0,0-2 0 0,-5 4 0 16,5-6 0-16,-3 2 0 0,2-4 0 15,1-1 0-15,5-2 0 0,0 0 0 0,5-3 0 0,-5-1 0 16,4 1 0-16,4-2 0 0,-3 0 0 0,4-2 0 15,0 0 0-15,0 0 0 0,0 0 0 0,0 0 0 16,8-12 0-16,-2 8 0 0,-1-2 0 0,4 4 0 16,3-1 0-16,-1-1 0 0,1 0 0 0,2 2 0 15,-2 2 0-15,8-1 0 0,-4 3 0 0,2 3 0 16,0-1 0-16,-4 0 0 0,-4 1 0 0,4 1 0 16,-1 2 0-16,-1 3 0 0,-5-2 0 0,1-1 0 15,-3 3 0-15,-1 0 0 0,0 0 0 0,-4 5 0 16,-3-5 0-16,1 0 0 0,-10 3 0 0,1 0 0 15,-2 1 0-15,-9 2 0 0,-1-3 0 0,7-5 0 16,-2 2 0-16,2-1 0 0,1-3 0 0,3-2 0 16,1-2 0-16,1 0 0 0,2 0 0 0,-1-2 0 15,-1-1 0-15,10 0 0 0,-9-2 0 0,5-1 0 16,0-1 0-16,3 0 0 0,0-1 0 0,1 0 0 0,1-3 0 16,0 3-16-16,3-3-207 0,3 4-68 15,3-5-81-15,-4 3-72 0,3 1-84 0,4 1-82 16,-2 0-342-16,2 0-1030 0,2 2 456 0</inkml:trace>
  <inkml:trace contextRef="#ctx0" brushRef="#br0" timeOffset="219823.3446">3371 11125 150 0,'0'-6'425'0,"2"1"22"15,0-2 8-15,0 1-5 0,-1-1-8 0,1 2-15 16,-1 0-24-16,2-1-21 0,-1 3-21 0,-1-5-23 16,2 5-27-16,0-1-25 0,1 1-30 0,-2-3-26 15,3 3-24-15,1 2-21 0,1 0-18 0,-1 1-17 16,2 0-15-16,3 0-14 0,1 1-12 0,-3 0-11 16,1 4-10-16,-1 0-4 0,1 1-15 0,-2-3-2 15,0 6-12-15,-3-2-4 0,0 0-7 0,1 0 0 16,-2 1-6-16,-1 2-6 0,-3-2 2 0,-2 2-3 15,0-1-5-15,-5 0-2 0,2 0 2 0,-1-1-4 16,-3-1-2-16,-2 1-4 0,-1 1 0 0,-2-2 3 16,4 2-9-16,-3-6 7 0,-1 1 0 0,1-2 0 15,4-1-10-15,-4 0 27 0,4-2 0 0,4 0 17 16,-5 0 10-16,4-3 15 0,2 0-16 0,-1-4-7 16,2 2-6-16,2-2-11 0,-1 0 4 0,2-5-14 15,0 4-21-15,3-1-35 0,1 0-29 0,2 0-34 16,0 1-43-16,2 0-58 0,3 3-54 0,0 0-59 15,3 3-50-15,-1 0-53 0,1 2-49 0,4 1-47 16,-4 1-350-16,3 2-926 0,-3 0 409 0</inkml:trace>
  <inkml:trace contextRef="#ctx0" brushRef="#br0" timeOffset="220308.312">3647 11135 78 0,'0'0'349'0,"5"-3"10"0,-5 3 14 15,0-6 19-15,4 5 8 0,-3-3 7 0,-1 4-1 0,0-6-10 16,1 3-11-16,2-2-10 0,-3 5-6 0,0-6-14 16,1 3-29-16,-1 3-16 0,3-5-21 0,-3 5-36 15,1-3-20-15,-1 3-23 0,0 0-30 0,9 1-16 16,-9-1-19-16,10 6-9 0,-6-2-15 0,0-1-16 16,1 1-9-16,-1 5-14 0,1-3-2 0,-2-1-10 15,-1 3 1-15,3 0-10 0,-4 2-10 0,-1-3-8 16,2 0-16-16,-2 0-16 0,0 1-6 0,-2-1-12 15,0 0-5-15,2-3-12 0,-1 3 2 0,-2-3-3 16,-1 0 9-16,3-1 0 0,0 1 7 0,1-4 4 16,-1 3 1-16,1-3-9 0,0 0 7 0,0 0 3 15,0 0 4-15,10-12 6 0,-7 6 4 0,4-2 4 16,1 1 7-16,-2-1 4 0,4 1 6 0,-2-4-1 16,1 2-9-16,1 2 6 0,2 0-5 0,-3 0-7 15,1 1 4-15,-1 1 4 0,-2 2 0 0,2-1-4 16,0 4-4-16,-2-1 1 0,-1 1 4 0,0 1 16 15,2 1-22-15,-3 0 8 0,-1 1-5 0,1 3-5 16,-1-1 7-16,1 0-4 0,-5 0-9 0,0 2 0 16,3-3-2-16,-3 5 1 0,0-3-1 0,-3 1-2 0,6-1 12 15,-6 1-12-15,3-2 3 0,-1-2-12 16,1 1 0-16,-3 1-6 0,3-5-16 0,0 5-2 16,0-5-17-16,0 0-15 0,4 2-26 0,-4-2-25 15,0 0-19-15,14-2-29 0,-5-2-40 0,0 1-33 0,5-4-55 31,3 3-41-31,-5 0-41 0,3 0-43 0,1-5-48 0,-4 7-395 0,-1-5-929 0,1 1 412 0</inkml:trace>
  <inkml:trace contextRef="#ctx0" brushRef="#br0" timeOffset="220667.5859">4115 11123 227 0,'0'0'344'0,"2"-3"12"0,1 1 29 0,-2-2-2 16,-1 4 9-16,3-6-6 0,-3 3-3 0,0 3-7 15,2-4-10-15,-2 4-11 0,0-5-17 0,4 2-17 16,-1 0-14-16,-3 3-21 0,3-5-15 0,0 3-29 16,-3 2-19-16,4-5-15 0,1 3-24 0,-5 2-18 15,8-3-19-15,-5 2-8 0,-3 1-19 0,12 0-10 16,-6 1-2-16,2 2-26 0,-2-1 5 0,1 0-17 16,-3 2-9-16,3-1 3 0,-2 1-16 0,-1 1-3 15,0 1-3-15,0 0 0 0,-1 0-4 0,-2 3-7 16,0-2 1-16,-3 2-4 0,-2 1-8 0,-2-2 5 15,0 0-10-15,-2 1 3 0,-2-2-2 0,0 1 4 16,2 0 2-16,-7-1-10 0,3-1 1 0,0-1-4 16,0-4 5-16,1 2 3 0,2 1-5 0,1-2-1 15,0-2 5-15,8 0-8 0,-11-3 4 0,7-1 0 16,-1 1-16-16,-1-2-27 0,4-4-29 0,2 2-26 16,0-4-21-16,4 1-34 0,0 1-33 0,1-1-31 15,0-1-47-15,4 1-47 0,0 0-46 0,0 1-44 16,1 2-45-16,3-4-40 0,-4 4-370 0,1-1-915 15,-1 2 405-15</inkml:trace>
  <inkml:trace contextRef="#ctx0" brushRef="#br0" timeOffset="220949.2483">4222 11004 193 0,'0'-7'255'0,"0"2"16"0,0 0 22 0,-1 0 24 0,1-2 17 16,-2 0 17-16,2-1 19 0,-2 1 21 15,1 1 14-15,-1-4 8 0,0 3 2 0,0 1 6 0,2 0 12 16,-1-1 5-16,-1 1 0 0,0-1-7 0,0 2-9 15,1 1-22-15,-1-2-20 0,2 3-27 0,0 3-30 16,-3-2-179-16,3 2-144 0,-2-6 0 0,2 6 0 16,0 0 0-16,0 0 0 0,0 0 0 0,0 0 0 15,2 14 0-15,-1-4 0 0,1 0 0 0,5 2 0 16,-5 5 0-16,-1-1 0 0,2 1 0 0,-3 0 0 16,0 1 0-16,1-2 0 0,-1 2 0 0,0-2 0 31,0 2 0-31,0-3 0 0,-1-3 0 0,1 0 0 15,0-3 0-15,0-2 0 0,1-1 0 0,-1-1 0 16,0 0 0-16,3-1-44 0,-1-3-498 0,2 2-84 16,-4-3-47-16,11-3-378 0,-4 2-1140 0,-2-4 505 15</inkml:trace>
  <inkml:trace contextRef="#ctx0" brushRef="#br0" timeOffset="221199.2975">4337 10819 295 0,'3'-11'416'0,"-2"3"33"0,0 0 10 0,-1 1 2 15,3 2 7-15,-2-1-15 0,3-1-14 0,-4 2-21 0,4-1-13 16,-3 3-18-16,3-2-28 0,-3 3-27 0,3-1-37 16,-4 3-22-16,4-4-35 0,-3 2-28 15,-1 2-17-15,0 0-25 0,0 0-22 0,0 0-38 16,14 4-41-16,-11-2-30 0,-1 1-38 0,2 2-47 0,-3 0-55 15,0 0-60-15,-1 1-59 0,0 0-63 0,0 4-48 16,-1-2-65-16,1 2-66 0,-1 1-380 0,-3 0-913 16,3-4 404-16</inkml:trace>
  <inkml:trace contextRef="#ctx0" brushRef="#br0" timeOffset="221605.4505">4470 11032 354 0,'6'-3'397'0,"-3"-1"26"16,2-2-4-16,0 1-6 0,-4 2-1 0,2-2-14 15,0 2-19-15,-1-1-8 0,-2 1-32 0,0 3-12 16,1-5-27-16,-1 5-32 0,3-4-23 0,-3 4-30 16,0 0-23-16,0 0-20 0,0 0-17 0,0 0-10 15,0 0-21-15,0 0-11 0,0 0-12 0,-4 16-10 16,2-9-6-16,-1 1-11 0,-1 3-8 0,1-1-5 15,1 0-7-15,-2 2-6 0,3-2-4 0,1-1-3 16,-3 1-3-16,2-1-11 0,2-1 3 0,2-1-2 16,-2-1 0-16,3 0-3 0,-3 0-2 0,4-1 7 15,-1-1-10-15,1-1-1 0,2 2 0 0,-2-1-1 16,1-1-6-16,-1-1 5 0,2 2-3 0,-2-2-2 16,0 1 1-16,0-1-1 0,-4 1-4 0,-1-3-1 15,7 3-4-15,-7-3 8 0,1 4-8 0,-2-1 4 0,1-3-4 0,-3 8 2 0,-1-4-2 0,-2 0 0 16,-2-1-11-16,-2 4-14 0,-3-1-28 0,3-2-30 31,-4 3-36-31,1-3-22 0,0 1-28 0,1-2-28 0,0 2-20 0,4-3-26 0,2 0-15 0,-1-1-21 0,1 1-34 16,6-2-50-16,0 0-38 0,-6-1-35 0,6 1-235 15,0 0-722-15,5-11 319 0</inkml:trace>
  <inkml:trace contextRef="#ctx0" brushRef="#br0" timeOffset="222167.8517">5333 10926 150 0,'2'-5'450'0,"2"-6"8"0,-1 0-3 16,0 3-8-16,1-3-4 0,-4 6-10 16,1-3-17-16,-2 2-20 0,1-1-13 0,0 2-13 31,-2-1-15-31,0 0-17 0,2 0-1 0,-3 1-33 0,0 3-15 0,-3-2-12 0,0 2-21 0,0-1-12 0,-3 3-11 16,-1 2-6-16,0 2-2 0,-2 0-8 0,-1 4-16 15,-2 2 12-15,1 3-139 0,1 2-74 16,-2 0 0-16,-2 7 0 0,1 1 0 0,3 0 0 0,-1-1 0 15,1 1 0-15,7-5 0 0,-2 0 0 0,3 0 0 16,1 1 0-16,2-1 0 0,0-3 0 0,2-2 0 16,0-1 0-16,4 0 0 0,0 0 0 0,2-2 0 15,7-2 0-15,0 3 0 0,2-2 0 0,3-3 0 16,4 0 0-16,-3-2 0 0,2 0 0 0,-1-1 0 16,8-3-353-16,-6-1-66 0,-2-2-26 0,3 0-39 15,-4-2-41-15,7-1-27 0,-7-1-351 0,3 0-977 16,-5-1 433-16</inkml:trace>
  <inkml:trace contextRef="#ctx0" brushRef="#br0" timeOffset="222886.4529">5597 11108 87 0,'0'0'398'15,"0"-5"26"-15,0 5 10 0,0-4 8 0,0 4-8 16,0-3-12-16,0 3-13 0,0-6-15 0,0 6-9 15,-4-4-17-15,4 4-10 0,3-6-18 0,-3 2-15 16,1 1-24-16,0-2-20 0,2 3-22 0,-3 2-21 0,5-5-16 16,-1 2-27-16,0 0-14 0,1 1-25 0,1-1-15 15,1 2-21-15,-1 1-3 0,3 0-18 16,-1 1-9-16,-2 0-10 0,3 5-12 0,-3-5 3 31,5 3-11-31,-2 0-8 0,-2 2-7 0,1 0-5 0,-1 1-2 0,-4 2-3 0,2 0-4 0,-3-2 2 0,-2 4-15 16,-2-1-18-16,-2 0 0 0,0-2 0 15,-4 0 0-15,0 3 0 0,-5 0 0 0,-2 0 0 0,-1-1 0 16,0 1-32-16,2-5-10 0,1 2 1 0,0-5 1 16,3-1 8-16,1 1 10 0,0-2 3 0,4-1 3 15,5 0 0-15,-14-4 15 0,10 0 8 0,0-3 9 16,2 2 0-16,2-8-4 0,1 5 12 0,2-4 4 16,3 0-8-16,-1 3-4 0,4-5 15 0,1-1-11 15,3 2-3-15,0-1-1 0,1 3-5 0,0-1 3 16,0 3-1-16,-1 1-13 0,1 1 0 0,0 1 0 15,-1 3 0-15,-2 1 0 0,2-1 0 0,4 2 0 16,-1 0 0-16,-3 2 0 0,-2 1 0 0,2 2 0 16,0 1 0-16,2 3 0 0,-3-3 0 0,1 4 0 15,-4-3 0-15,0 3 0 0,-2-1 0 0,2 2 0 16,-5-1 0-16,2-1 0 0,-3 0 0 0,2 1 0 16,-5-2 0-16,3 0 0 0,-3-1-6 0,0-1-19 0,0 0-8 15,0-2 7-15,0 1-3 0,0-1 7 16,0-3-6-16,0 0 16 0,0 0-1 0,0 0 9 15,0 0-7-15,0 0 7 0,0 0 8 0,0 0 10 16,0-15 17-16,2 9-8 0,1 0 7 0,-1 0 4 0,1-1 3 16,2 0 3-16,-1 0-40 0,0 2 0 0,1 0 0 15,-2 1 0-15,1-2 0 0,0 2 0 0,0 1 0 16,0-1 0-16,-1 1 0 0,-1 0 0 0,-2 3 0 16,0 0 0-16,11 3 0 0,-11-3 0 0,8 3 0 15,-5 1 0-15,-1 0 0 0,2 1 0 0,0 0 0 16,0 1 0-16,-3-1 0 0,2 4 0 0,-3-2 0 15,2 0 0-15,-2 1 0 0,1-1 0 0,2 1 0 16,-3 0 0-16,0-2 0 0,3 1 0 0,-1-2 0 16,-2-2 0-16,4 1 0 0,-1 2 0 0,3-5 0 15,0 2-213-15,2-4-166 0,5-1-41 0,-2 0-39 16,7-7-45-16,3 2-40 0,-1-2-7 0,-3-3-303 16,2 0-925-16,1-3 410 0</inkml:trace>
  <inkml:trace contextRef="#ctx0" brushRef="#br0" timeOffset="223214.4821">6272 11022 106 0,'1'-5'171'0,"-1"0"32"0,0 0 23 16,-1 2 13-16,-2-1 14 0,3 4 20 0,-3-6 16 16,0 4 12-16,3 2 5 0,-5-3 4 0,5 3 8 15,-4-2 6-15,4 2-5 0,-4-2-11 0,4 2-12 0,0 0-11 16,0 0-11-16,0 0-12 0,-8 8-13 0,7-4-14 16,1-4-18-16,0 9-10 0,0-3-19 0,-1 1-26 15,2 3-9-15,-1-2-13 0,1 2-9 0,2 0-12 16,1-1-3-16,-3 1-8 0,4 0 7 0,-1 0-8 15,3-2-10-15,-1 2 0 0,-1-3 10 0,0 2-10 16,3-3-3-16,-3 0 3 0,0-2-1 0,0 1-3 16,-1 0-10-16,2 0-63 0,-3-1-20 0,1 0 0 15,-2-1 0-15,1-1 0 0,1 3 0 0,-4-5 0 16,0 6 0-16,0-6 0 0,-8 7 0 0,2-3 0 16,-3-1 0-16,-5 1 0 0,-3 1 0 0,-5 1 0 15,2-2 0-15,1 1 0 0,0 0 0 0,1-3 0 16,0 1 0-16,5-2 0 0,2 0 0 0,-1-1 0 15,5 0 0-15,1 0 0 0,6 0-102 0,-10-1-106 16,10 1-37-16,-1-5-40 0,2 1-39 0,2-3-47 16,0 5-43-16,4-3-38 0,-1-2-53 0,2 1-377 15,2-2-954-15,0 1 423 0</inkml:trace>
  <inkml:trace contextRef="#ctx0" brushRef="#br0" timeOffset="223605.548">6375 11001 207 0,'4'-9'389'0,"0"-3"29"16,0 2 25-16,0 0 23 0,-2-1 19 0,1-1 3 15,-2 3-6-15,2-4 9 0,-1-1 1 16,2 6-3-16,-4-3-21 0,1 1-19 0,1 0-16 0,-2 3-29 16,0 1-17-16,-2-1-24 0,4 2-26 0,-2 1-16 15,1 0-142-15,-1 4-179 0,-1-6 0 0,1 6 0 16,1-5 0-16,-1 5 0 0,0-4 0 0,0 4 0 15,0 0 0-15,0 0 0 0,0 0 0 0,0 0 0 16,0 0 0-16,3 12 0 0,-1-2 0 0,-2 0 0 16,3 4 0-16,-1 1 0 0,3 3 0 0,-5 0 0 15,1 1 0-15,2 5 0 0,0 1 0 0,-2 1 0 16,0-6 0-16,-1 5 0 0,-1 1 0 0,0-6 0 16,-1-2 0-16,1-2 0 0,-3 0 0 0,-1 0 0 15,1-4 0-15,3-1 0 0,-1 1 0 0,0-6 0 31,0 1 0-31,0-1 0 0,1 1 0 0,1-4 0 16,0-3 0-16,0 7 0 0,0-7 0 0,1 2 0 16,-1-2 0-16,0 0 0 0,8-9 0 0,-5 2-344 15,-1 3-232-15,7-7-56 0,-4 3-475 0,0-3-1198 16,-1 1 529-16</inkml:trace>
  <inkml:trace contextRef="#ctx0" brushRef="#br0" timeOffset="224606.7801">6425 11096 243 0,'-7'0'287'0,"7"0"29"0,-7 0 20 15,7 0 41-15,0 0 17 0,-7 0 19 0,7 0 4 16,0 0-3-16,-7 0-11 0,7 0-13 16,-4 2-16-16,4-2-11 0,0 0-28 0,0 0-32 0,0 0-9 31,0 0-29-31,0 0-33 0,0 0-26 0,0 0-19 16,0 0-13-16,18-7-15 0,-10 6-36 0,2 0-22 0,0-3-44 0,4 2-40 0,-2 0-42 0,7-1-39 15,2-2-40-15,-1 0-36 0,-2 3-48 0,1-2-23 16,1 0-29-16,-7 1-24 0,3-2-13 0,-4 4-9 15,1 0-20-15,0 0-8 0,-1 0 7 0,-1 1 7 16,-6 0 14-16,1 0 8 0,1 1 36 0,-2 0 27 31,-5-1 15-31,9 1 25 0,-9-1 24 0,4 2 30 16,-3 2 27-16,-1-4 34 0,1 3 31 0,2 0 29 16,-3-3 29-16,0 0 28 0,1 5 23 0,-1-5 28 15,0 5 26-15,0-5 31 0,0 0 47 0,0 0 22 16,3 2 26-16,-3-2 16 0,0 0 2 0,0 0-4 15,0 0 8-15,0 0-5 0,0 0-6 0,6 0-2 16,-6 0-20-16,0 0-11 0,9-7-9 0,-9 7-4 0,5 0-18 16,-5 0-25-16,8-1-13 0,-8 1-15 15,8 1-12-15,-3-1-16 0,1 2-6 0,-2 2-17 16,0 0-8-16,1-1-13 0,-1 1-5 0,0 0-10 16,-1 3-3-16,-1 0-8 0,1-1-5 0,0 1-5 0,-4 2-46 15,1-4 0-15,0 5 0 0,-3-2 0 0,-2 0 0 16,0 0 0-16,-2 1 0 0,1-2 0 0,-4-2 0 15,1 4 0-15,0-3 0 0,-1 0 0 0,0 0 0 16,-2-1 0-16,3-2 0 0,3-2 0 0,-2 3 0 16,3-4 0-16,-2 0 0 0,7 0 0 0,-7-5 0 15,3 3 0-15,2-3 0 0,0-1 0 0,2 0 0 16,2 0 0-16,0-1 0 0,2-1 0 0,2-5 0 16,-2 5 0-16,1 0 0 0,3 2 0 0,-2-1 0 15,3-1 0-15,-4 5 0 0,6-2 0 0,-5 3 0 16,3-2 0-16,-4 2 0 0,4-2 0 0,-1 4 0 15,0 0 0-15,-8 0 0 0,13 6 0 0,-6-3 0 16,-1 0 0-16,-1 2 0 0,2 0 0 0,-4 2 0 16,1-1 0-16,0 2 0 0,-3-1 0 0,2 3 0 15,1 1 0-15,-3-5 0 0,-1 2 0 0,3-2 0 0,-2 0 0 16,-1 1 0-16,1-3 0 0,-1 2 0 0,1-2 0 16,1 1 0-16,-2-1 0 0,0 0 0 15,1-1 0-15,-1-3 0 0,0 0 0 0,0 0 0 0,0 0 0 16,14-7 0-16,-10 3 0 0,3-1 0 0,-1-2 0 15,1 2 0-15,1-4 0 0,0 2 0 0,-1 1 0 16,1-3 0-16,0 5 0 0,-1-6 0 0,1 5 0 16,-3-1 0-16,3 3 0 0,1-2 0 0,-4 1 0 15,0 2 0-15,0-1 0 0,-1 1 0 0,1 1 0 16,-1 0 0-16,-4 1 0 0,0 0 0 0,15 1 0 16,-11 2 0-16,0 0 0 0,-2 0 0 0,1 0 0 15,1 2 0-15,-2 0 0 0,1-1 0 0,-1 0 0 16,0 1 0-16,0 1 0 0,0-4 0 0,-1 3 0 15,-1-1 0-15,1 0 0 0,-1-4 0 0,1 4 0 16,-1-4 0-16,3 2 0 0,-3-2 0 0,4 3 0 16,-4-3 0-16,0 0 0 0,11-3 0 0,-11 3 0 15,11-2 0-15,-6 1 0 0,1-2 0 0,-2-1 0 0,3 1 0 16,1 1 0-16,-3-2 0 0,3 2 0 16,-2 1 0-16,2-3 0 0,-3 2 0 0,-1 1 0 15,-4 1 0-15,10 0 0 0,-2 0 0 0,-8 0 0 16,9 0 0-16,-9 0 0 0,6 3 0 0,-2 1 0 0,4-3 0 15,-6 2 0-15,2 0 0 0,0-1 0 0,0 0 0 16,0 2 0-16,-3-1-159 0,3-1-63 0,0-1-50 16,1 1-47-16,-5-2-41 0,6 3-34 15,-2-2-38-15,-4-1-38 0,10-1-25 0,-10 1-350 0,12-5-916 16,-6 4 406-16</inkml:trace>
  <inkml:trace contextRef="#ctx0" brushRef="#br0" timeOffset="224934.637">7331 10996 228 0,'3'-14'288'0,"-3"2"19"0,0 0 13 16,0 3 20-16,4-1 20 0,-4 2 9 0,1 0 9 16,-1 1 13-16,0 3 6 0,0-2-2 0,0 1 7 15,3 2 2-15,-3-1-6 0,0 4-6 0,0 0-10 16,0-5-21-16,0 5-22 0,0 0-21 0,0 0-16 16,0 0-4-16,0 0-6 0,0 0-5 0,0 0-44 15,-3 12-243-15,3-2 0 0,-1-5 0 0,-2 7 0 16,2-3 0-16,-2 3 0 0,3 0 0 0,-1 3 0 15,0 2 0-15,-2 0 0 0,2-1 0 0,1 0 0 16,-4 0 0-16,4 2 0 0,0-1 0 0,-2-2 0 16,0 0 0-16,1-2 0 0,-3 4 0 0,3-6 0 15,-2 0 0-15,3 0 0 0,-1 0 0 0,1-5 0 16,0 2 0-16,0-3 0 0,0 2 0 0,1-1 0 16,-1-2 0-16,0 2 0 0,3-2 0 0,-3-1 0 0,0-3 0 15,5 6 0-15,-2-6 0 0,-3 0 0 16,0 0 0-16,11-1 0 0,-6-2 0 0,2 1-85 15,-5 0-374-15,3-2-25 0,-1-2-44 0,0 1-32 0,0-1-27 16,-3-1-328-16,-1-1-991 0,3-1 438 0</inkml:trace>
  <inkml:trace contextRef="#ctx0" brushRef="#br0" timeOffset="225215.8159">7319 11114 174 0,'0'0'248'15,"-8"0"19"-15,8 0 20 0,-9-4 21 0,5 2 39 16,4 2 25-16,-9-1 16 0,5-1 13 0,4 2 9 15,-8 0-1-15,8 0 0 0,-9-1 6 0,9 1-2 16,0 0-10-16,-6-1-9 0,6 1-13 0,0 0-13 16,-6-4-22-16,6 4-26 0,0 0-25 0,0 0-19 15,0 0-26-15,9-6-25 0,-5 3-140 0,2-1-85 16,1 2 0-16,5-1 0 0,-1 0 0 0,1 0 0 16,1-1 0-16,0-1 0 0,1 3 0 0,0-2 0 15,0 1 0-15,2-3 0 0,1 4 0 0,-4 1 0 16,1-3 0-16,-4 1 0 0,1-1 0 0,-1 3 0 15,-3-2 0-15,-1 2 0 0,-6 1 0 0,9-1 0 16,-2 0 0-16,-4 0 0 0,-3 1 0 0,6 0 0 16,-6 0 0-16,0 0-90 0,4-4-340 0,-4 4-22 0,0 0-44 15,0 0-47-15,0 0-44 0,0 0-346 0,0 0-1009 16,0 0 446-16</inkml:trace>
  <inkml:trace contextRef="#ctx0" brushRef="#br0" timeOffset="227357.3371">8098 11233 75 0,'0'0'315'0,"0"0"3"0,0 0-2 0,-6 1-4 16,6-1 3-16,0 0-5 0,0 0 1 0,0 0 8 16,-9-1 0-16,9 1 0 0,0 0 6 0,0 0-3 15,0 0 5-15,-1 2 7 0,1-2-14 0,0 0-8 16,0 0-2-16,0 0-14 0,0 0-18 0,0 0-38 16,0 0-19-16,0 0-39 0,23-4 1 0,-12 2-23 15,-2 1-13-15,3-1-11 0,2 1-16 0,-3-2-13 16,6 0-7-16,-6 1-20 0,-2 1-30 0,4 1-36 15,-8-1-45-15,3 1-45 0,-3-1-47 0,-5 1-46 16,5-4-59-16,-5 4-37 0,0 0-29 0,0 0-20 16,0 0-19-16,0 0-28 0,0 0-18 0,-13 7-15 0,8-2-3 15,-3-1-2-15,2-1 10 0,-2 1-219 16,2 0-656-16,-4 2 290 0</inkml:trace>
  <inkml:trace contextRef="#ctx0" brushRef="#br0" timeOffset="227576.029">8129 11279 1005 0,'-5'4'-14'0,"0"1"26"0,0-1 34 0,0 0 32 0,1 0 41 16,0-1 27-16,1 0 38 0,2 0 25 0,1-3 20 15,-5 5 34-15,2-3 16 0,3-2 29 0,-1 3 21 16,1-3 13-16,0 0 14 0,0 0 13 0,-3 4-11 16,3-4-1-16,0 0-19 0,5 3-29 0,-5-3-16 15,0 0-19-15,0 0-20 0,15-4-24 0,-9 3-19 16,0-2-20-16,1 2-22 0,-2 0-14 0,1-1-14 16,1 0-18-16,0 0-13 0,0-1-7 0,-1 3-28 15,-1-1-34-15,3 0-40 0,2-1-40 0,-5 2-34 16,3-2-32-16,-3 1-42 0,1-1-34 0,-2 1-37 15,5 0-44-15,-2-1-56 0,3 2-34 0,-5-2-27 16,0 1-41-16,3-1-28 0,-3 0-31 0,-5 2-283 16,9-2-826-16,-4-1 365 0</inkml:trace>
  <inkml:trace contextRef="#ctx0" brushRef="#br0" timeOffset="227810.5883">8308 11234 34 0,'4'-3'332'0,"-2"1"20"0,2-1 23 0,0 0 27 0,-1-2 11 15,2 3-2-15,-2 0-3 0,1-1 1 0,1 0-10 16,-1 3-6-16,1-3-5 0,0 1-8 0,4 0-8 16,-4 0-13-16,-5 2-11 0,13 0-11 15,-5 0-10-15,6 2-13 0,-5 1-25 0,2 1-5 0,-2-2-19 16,-1 2-23-16,1-1-20 0,-3 3-86 0,2 0-136 16,-3 0 0-16,-1 3 0 0,-1-4 0 0,-2 3 0 15,-1 2 0-15,-4-2 0 0,-1 2 0 0,-3-1 0 16,-2 1 0-16,-3 0 0 0,-1 0 0 0,-5 0 0 15,-10 2 0-15,9-5-423 0,-4 4-123 0,4-8-85 16,-2 2-468-16,5-1-1190 0,-2 0 526 0</inkml:trace>
  <inkml:trace contextRef="#ctx0" brushRef="#br0" timeOffset="228373.2779">8965 11167 278 0,'-4'-3'455'0,"3"-3"20"16,-2 1 12-16,-1-1 2 0,2 3-4 0,-1-2 0 15,-1 1 1-15,3 0-7 0,-1-1-8 0,0 0-6 16,1 2-9-16,0-1-18 0,1 4-18 0,-3-6-33 16,3 2-22-16,0 4-30 0,0 0-37 0,-4-3-29 15,4 3-101-15,0 0-168 0,0 0 0 0,0 0 0 16,3 19 0-16,-3-8 0 0,1 2 0 0,2 4 0 16,-1 2 0-16,0 0 0 0,-1 0 0 0,-2 9 0 15,4-4 0-15,1 3 0 0,-4-8 0 0,0 7 0 0,-2-4 0 16,4 0 0-16,-6-1 0 0,3 4 0 0,-1-1 0 15,-1-7 0-15,0-5 0 0,2 4 0 16,0-5 0-16,-2-2 0 0,4-1 0 0,-3-2 0 0,-2 2 0 16,4-3 0-16,-1-2 0 0,1 0 0 0,0-3 0 15,-3 6 0-15,3-6 0 0,0 0-217 0,0 0-319 16,0 0-46-16,1-17-35 0,-1 9-424 0,-2 2-1126 16,2-3 499-16</inkml:trace>
  <inkml:trace contextRef="#ctx0" brushRef="#br0" timeOffset="228748.1917">8732 11198 61 0,'-2'-9'434'0,"4"-1"33"0,-2 0 21 0,0 1 7 16,0 2-2-16,3-3-14 0,-3 2 11 0,2-2-10 15,1 0-22-15,-1 0-18 0,2 2-34 0,1-2-21 16,2 1-20-16,4-1-28 0,2 2-23 0,3-2-21 0,0 6-21 15,4-5-16-15,8 3-14 0,-1 4-25 16,4 2-6-16,-2 1-103 0,2 4-108 0,-2 3 0 16,3-2 0-16,0 6 0 0,-6-1 0 0,2 3 0 0,-2 2 0 15,-3 1 0-15,-3 1 0 0,-8-1 0 0,2 3 0 16,-3-2 0-16,-2 0 0 0,-6 0 0 0,1 0 0 16,-6 7 0-16,-6 1 0 0,1-2 0 15,-8 2 0-15,-2-5 0 0,-4 5 0 0,-3-2 0 0,-1 0 0 16,-1 0 0-16,-5-3 0 0,1 1 0 0,3-1 0 15,1-4 0-15,2-3 0 0,7-5 0 0,2 0 0 16,3-3 0-16,1-3 0 0,6 1 0 0,-1-2 0 16,-1 2 0-16,3-3 0 0,4-1 0 0,0 0 0 15,0 0 0-15,7-14 0 0,3 1 0 0,-1 9-499 16,11-4-170-16,-3-3-502 0,-2 5-1268 0,4-2 561 16</inkml:trace>
  <inkml:trace contextRef="#ctx0" brushRef="#br0" timeOffset="229170.5298">9367 11479 2 0,'0'-4'453'16,"2"1"32"-16,-4-2 36 0,2 5 14 0,-4-3 3 0,2-1-12 16,1 0-15-16,-2 1-24 0,-1 0-25 0,2 0-21 15,-1 0-22-15,3 3-26 0,-6-2-26 16,6 2-31-16,-4-4-28 0,4 4-27 0,-4-2-24 0,4 2-28 15,0 0-17-15,0 0-21 0,0 0-20 0,-4-5-105 16,4 5-66-16,0 0 0 0,0 0 0 16,0 0 0-16,18-1 0 0,-10 0 0 0,2-2 0 0,3 0 0 15,0 2 0-15,3-3 0 0,2 0 0 0,-1 0 0 16,-5-1 0-16,4-3 0 0,-5 4 0 0,2-4 0 16,0 3 0-16,-7 0 0 0,2-2 0 0,-3 5 0 15,1-3 0-15,1 1 0 0,-6-2 0 0,2 3 0 16,-2 1 0-16,-1-3 0 0,0 5 0 0,-5-6 0 15,-2 5 0-15,7 1 0 0,-14-3 0 0,4 3 0 16,0 1 0-16,-2 2 0 0,2-1 0 0,-3 3 0 16,3 0 0-16,1-1 0 0,-5 5 0 0,5-3 0 15,0 0 0-15,3 1 0 0,0 0 0 0,2 1 0 16,-1-3 0-16,3 6 0 0,1-6 0 0,1 1 0 0,3 2 0 16,0 0 0-16,4 1 0 0,4-4 0 15,-1 0 0-15,7 3 0 0,-2-4 0 0,3 0 0 16,-1-1-257-16,2-2-121 0,-1-3-37 0,4 2-31 0,-3-2-44 15,1-4-24-15,6-1-25 0,-7 2-320 0,-2-1-930 16,1-1 411-16</inkml:trace>
  <inkml:trace contextRef="#ctx0" brushRef="#br0" timeOffset="229436.6987">9783 11357 251 0,'1'-4'329'16,"0"0"20"-16,2 2 31 0,-2-3 38 0,-1 2 23 15,0 3 23-15,0-5 16 0,0 5 2 0,0-5 12 16,0 5 4-16,-1-5 4 0,1 5-7 0,-3-3-13 15,3 3-20-15,0 0-35 0,0 0-17 0,0 0-30 16,0 0-26-16,0 0-261 0,0 0-93 0,0 0 0 16,0 0 0-16,-1 16 0 0,0-5 0 0,-2 2 0 15,3 4 0-15,-1 1 0 0,-3 1 0 0,4 8 0 16,-1-1 0-16,1 4 0 0,0 0 0 0,0 1 0 16,0-3 0-16,0 2 0 0,-2 1 0 0,0-3 0 0,-2 1 0 15,4-1 0-15,-4-2 0 0,3-6 0 16,0-1 0-16,-2 0 0 0,2 1 0 0,-2-8 0 15,6 1 0-15,-6-2 0 0,3 1 0 0,0-6 0 16,0 3 0-16,-1-3-592 0,2-1-131 0,-1-5-423 0,0 4-1242 16,0-4 549-16</inkml:trace>
  <inkml:trace contextRef="#ctx0" brushRef="#br0" timeOffset="229764.8992">9793 11448 273 0,'5'-16'500'0,"-1"5"22"0,0 1 18 0,2 0 4 0,-2 0-10 16,0-1-12-16,2 0-44 0,-2 3-23 0,4-2-29 15,-1 5-27-15,1-5-29 0,1 4-29 0,2 1-23 16,-2-1-26-16,2 4-21 0,1-1-23 0,-1 3-26 16,0 0-24-16,0 0-14 0,1 2-15 0,2 0-22 15,-2 3-7-15,-1 1-42 0,1-1-98 0,-1 2 0 16,-3 0 0-16,-1 2 0 0,-3 0 0 0,1 1 0 15,-3-1 0-15,-1 4 0 0,-4-1 0 0,-3-2 0 16,-5 3 0-16,-2 1 0 0,-1 1 0 0,-7 4 0 16,6-8 0-16,-3-1 0 0,-2 0 0 0,3 0 0 15,-2-2 0-15,5-4 0 0,2 0-75 0,3 1-181 0,2-5-52 16,0-1-59-16,7 1-65 0,-2-6-66 16,2 6-47-16,7-8-407 0,5 0-1031 0,2-1 456 15</inkml:trace>
  <inkml:trace contextRef="#ctx0" brushRef="#br0" timeOffset="230531.2721">10203 11467 170 0,'0'0'395'0,"0"0"23"16,0 0 7-16,0 0 14 0,0 0 5 0,0 0 7 15,0 0-6-15,0 0-18 0,0 0 5 0,0 0-7 16,0 0-14-16,0 0-25 0,0 0-23 0,0 0-25 15,0 0-27-15,0 0-30 0,0 0-23 0,0 0-27 16,0 0-23-16,0 0-22 0,0 0-18 0,0 0-19 16,0 0-12-16,0 0-13 0,0 0-16 0,0 0-47 15,0 0-61-15,0 0 0 0,9-6 0 0,-9 6 0 16,13-1 0-16,-5 0 0 0,4-2 0 0,1 1 0 16,-1-1 0-16,2 0 0 0,1-2 0 0,2-3 0 15,-6 3 0-15,3-2 0 0,-5 2 0 0,0 1 0 16,1-1 0-16,-2-2 0 0,-3 2 0 0,0 1 0 15,-5-3 0-15,4 2 0 0,-4 2 0 0,-1-3 0 0,1 6 0 16,-8-5 0-16,4 4 0 0,-4-1 0 0,3 0 0 16,-3 1 0-16,8 1 0 0,-15 0 0 15,8 1 0-15,-3 1 0 0,-1 0 0 0,5 0 0 0,-2 2 0 16,2 0 0-16,-1 1 0 0,2 0 0 0,0 3 0 16,0-3 0-16,1 1 0 0,3 3 0 0,-1 0 0 15,0-1 0-15,2 0 0 0,0 0 0 0,2 1 0 16,-1-3 0-16,0 5 0 0,4-1 0 0,0-1 0 15,-1-3 0-15,2 1 0 0,2 2 0 0,2-5 0 16,-1 4 0-16,4-4 0 0,1 0 0 0,-1-3 0 16,3-2 0-16,1 0 0 0,1-2 0 0,-5-1 0 15,5 0 0-15,-3-3 0 0,0-4 0 0,-1 3 0 16,0-3 0-16,-3 2 0 0,-2 1 0 0,1 2 0 16,-2-2 0-16,-5 2 0 0,5-3 0 0,-4 5 0 15,2-2 0-15,-2 0 0 0,-1 3 0 0,-1 0 0 16,2 0 0-16,-4 3 0 0,4-3 0 0,-4 3 0 15,3-4 0-15,-3 4 0 0,2-3 0 0,-2 3 0 0,0 0 0 16,0 0 0-16,9 7 0 0,-8-4 0 0,0 0 0 16,2 0 0-16,-2 3 0 0,3-1 0 15,-3-1 0-15,2 2 0 0,1-1 0 0,-3 0 0 16,2 1 0-16,-2-2 0 0,4 0 0 0,-4-2 0 0,-1 2 0 16,0-4 0-16,4 4 0 0,-4-4 0 0,5 1 0 15,-5-1 0-15,11-1 0 0,-11 1 0 16,11-3 0-16,-6 0 0 0,1 0 0 0,0-1 0 0,0-1 0 15,-1 1 0-15,3 0 0 0,-3 1 0 0,1 0 0 16,-3-2 0-16,2 3 0 0,-1-1 0 0,0 2 0 16,1-2 0-16,0 2 0 0,-3-4 0 0,-2 5 0 15,9 0 0-15,-9 0 0 0,12 2 0 0,-6-2 0 16,-2 1 0-16,1 2 0 0,2-1 0 0,0 2 0 16,-2-2 0-16,3 0 0 0,-2 1-121 0,3-1-271 15,-1 1-87-15,2-3-97 0,-1 1-529 0,3-3-1195 16,-2-2 529-16</inkml:trace>
  <inkml:trace contextRef="#ctx0" brushRef="#br0" timeOffset="231125.0571">11025 11398 38 0,'0'0'357'0,"0"0"-1"0,5-1 18 0,-5 1 7 16,0 0 2-16,5-3-14 0,-5 3-16 15,0 0-13-15,4-1-6 0,-4 1-3 0,0 0-5 0,0 0-3 16,0 0-10-16,0 0-13 0,0 0-16 0,0 0-11 15,5-4-21-15,-5 4-21 0,0 0-11 0,4-3-37 16,-4 3-16-16,6 0-16 0,-6 0-16 0,12 3-12 16,-7-3 0-16,1 3-19 0,1-2-6 0,-1 0-13 15,0 2-4-15,1 1-5 0,-2 0-5 0,0 1-3 16,-1-1-4-16,0 0-8 0,-2 0 1 0,1 2-3 16,-3-1 3-16,-1 1 0 0,-2 2-2 0,-2-2 3 15,-3 2-5-15,-2 0-6 0,-3 2-17 0,3-4-30 16,-8 1 0-16,5-2 0 0,-5-1 0 0,6 0 0 15,0-1 0-15,1 0 0 0,4-2 0 0,-3 1 0 16,2-2 0-16,1 0 0 0,3 1 0 0,4-1 0 16,0 0 0-16,-9-8 0 0,9 2 0 0,2 1 0 15,2-5-56-15,3 0-119 0,0 3-39 0,1 0-23 0,6-5-37 16,-4 1-26-16,3 3-21 0,-4 0-20 0,0 0-11 16,0 0-8-16,1-1-7 0,-1 3-3 15,0-5 3-15,0 2 11 0,-1 1 14 0,-3-3 33 0,0 4 43 16,0-5 41-16,0 3 59 0,-2-2 42 0,-1 1 53 15,1 0 52-15,-3 1 41 0,1-1 43 0,-1 0 32 16,0-1 27-16,0 1 44 0,0-3 48 0,-1 0 28 16,1 3 16-16,-3-1 14 0,1 0 21 0,0 0 21 15,1 0 15-15,-3 1 11 0,3 0 9 0,1 3 10 16,-3 1 8-16,1 0 1 0,2 0 0 0,-1 1-7 16,-2 1-19-16,3 1-21 0,0 3-316 0,-1-5-7 15,1 5 0-15,0 0 0 0,0 0 0 0,0 0 0 16,0 0 0-16,-2 19 0 0,4-8 0 0,-1 1 0 15,-1 1 0-15,3 4 0 0,-2 5 0 0,-1 0 0 16,-1-3 0-16,1 8 0 0,1-8 0 0,0 1 0 16,-1-1 0-16,0-1 0 0,1 1 0 0,2-2 0 15,-2 0 0-15,3-1 0 0,-3-5 0 0,1 0 0 16,0 0 0-16,2-2 0 0,2 0 0 0,0-4 0 16,0-2-430-16,3 1-864 0,2-5-1402 0,1 2 621 15</inkml:trace>
  <inkml:trace contextRef="#ctx0" brushRef="#br0" timeOffset="231500.5211">11415 11298 210 0,'9'-6'425'0,"0"-3"26"16,-2 2 34-16,2 2 25 0,-4-1 6 0,0 2-12 0,-1-2-14 16,0 2-13-16,0 0-19 0,2 3-29 0,-3-2-36 15,-2-1-37-15,0 0-32 0,-1 4-40 0,0 0-33 16,0 0-19-16,0 0-24 0,0 0-25 0,-5 14-15 15,-4-5-17-15,4 1-17 0,-1 4-15 0,-1-3-8 16,1 3-10-16,-3 2-12 0,4-2-7 0,1-1-32 16,0-1-50-16,2 2 0 0,0-5 0 0,4 3 0 15,0-2 0-15,2 0 0 0,1-4 0 0,3 0 0 16,-1 1 0-16,4-1 0 0,-5-1 0 0,7 1 0 16,-3-2 0-16,-2-2 0 0,2 0 0 0,-5 2 0 15,4-4 0-15,-2 2 0 0,-2 0 0 0,0 1 0 16,0-2 0-16,-5-1 0 0,5 3 0 0,-5-3 0 15,0 4 0-15,0-4 0 0,-8 9 0 0,-1-2 0 0,-2-5 0 16,-2 1 0-16,-2 3 0 0,-6-1 0 0,3-2-24 16,1 0-211-16,-1 1-40 0,4-4-50 15,2 1-33-15,-1-1-17 0,3 3-19 0,0-6-16 16,2 2-24-16,3 0-28 0,5 1-355 0,-6-1-885 0,6 1 393 16</inkml:trace>
  <inkml:trace contextRef="#ctx0" brushRef="#br0" timeOffset="232531.7467">12310 11329 316 0,'-3'0'424'0,"0"-4"7"0,-2 1 7 0,1 0 0 16,-1 1-10-16,5 2-9 0,-2-5-16 16,0 2-11-16,2 3-14 0,-4-4-14 0,4 4-14 0,0 0-11 15,4-6-17-15,-4 4-21 0,0 2-22 0,4-5-26 16,1 2-23-16,-1 1-18 0,-4 2-24 0,14-1-21 16,-5 1-16-16,-4 0-13 0,9 2-29 0,-5 1 3 15,4 0-16-15,-3 1-3 0,2 1-12 0,-3-1-9 16,1 3-6-16,-3 1-6 0,3 0-7 0,-3 2-5 15,-2-2-8-15,2 4-40 0,-5-1 0 0,-1-1 0 16,-3 2 0-16,-1 2 0 0,-2-4 0 0,-4-1 0 16,0 0 0-16,0-1 0 0,-6 3 0 0,0-3 0 15,1-3 0-15,1-1 0 0,1-2 0 0,1 1 0 16,-1-1 0-16,3-2 0 0,1-3 0 0,2 2 0 16,1-1 0-16,0-2 0 0,1 0 0 0,4-3 0 15,0-2 0-15,0 0 0 0,1 0 0 0,3-2 0 0,0 3 0 16,1-4 0-16,3 2 0 0,2 0 0 15,-1 0 0-15,0 3 0 0,4-2 0 0,1 2 0 16,5-2 0-16,-2 3 0 0,-1 1 0 0,1 2 0 0,1 1 0 16,0-1 0-16,-5 3 0 0,1 0 0 0,0 0 0 15,-1 0 0-15,-1 1 0 0,6 1 0 0,-8-1 0 16,-2 1 0-16,1-1 0 0,-4 3 0 16,3-4 0-16,-3 2 0 0,1-1 0 0,-2 2 0 0,0-2 0 15,-4-1 0-15,8 3 0 0,-8-3 0 0,6 1 0 16,-6-1 0-16,0 0 0 0,5 1 0 0,-5-1 0 15,0 0 0-15,0 0 0 0,8 0 0 0,-8 0 0 16,0 0 0-16,0 0 0 0,0 0 0 0,0 0 0 16,0 0 0-16,0 0 0 0,0 0 0 0,5 1 0 15,-5-1 0-15,2 6 0 0,1-4 0 0,1 1 0 16,0 1 0-16,-1 3 0 0,0-3 0 0,1 4 0 16,-2-1 0-16,2 2 0 0,-1 0 0 0,1 4 0 15,-3-6 0-15,3 3 0 0,-2-2 0 0,1 1 0 0,-2 0 0 16,-1 1 0-16,0-1 0 0,0-2 0 0,1-1 0 15,1-2 0-15,-4 1 0 0,2-1 0 16,2-1 0-16,-2-3 0 0,2 3 0 0,-2-3 0 0,0 0 0 16,0 0 0-16,7-10 0 0,-2-2 0 0,2 4 0 15,1-2 0-15,2-3 0 0,3-1 0 0,-3 2 0 16,3-2 0-16,0 2 0 0,0 1 0 0,-3-2 0 16,3 2 0-16,-3 5 0 0,0-3 0 0,-1 4 0 15,0-2 0-15,-4 3 0 0,3-1 0 0,-1 4 0 16,-1-1 0-16,-1 2 0 0,-5 0 0 0,10 1 0 15,-5 1 0-15,-1 0 0 0,0 3 0 0,-2 0 0 16,1 0 0-16,-1 0 0 0,2 1 0 0,-2 0 0 16,0-1 0-16,-1 3 0 0,-1-2 0 0,2 2 0 15,0-3 0-15,-1 1 0 0,-1 0 0 0,4-2 0 16,-4-1 0-16,0-3 0 0,1 4 0 0,-1-4 0 0,4 4 0 16,-4-4-25-16,9 0-412 0,-9 0-41 0,0 0-35 15,9-5-50-15,-4 3-37 0,-1-2-330 16,-4 0-1006-16,0-3 445 0</inkml:trace>
  <inkml:trace contextRef="#ctx0" brushRef="#br0" timeOffset="235487.5171">13839 11091 322 0,'0'-5'426'0,"0"0"17"0,1 0 8 15,3 1 7-15,-4-1 4 0,0 3 1 0,0 2-3 16,1-7-6-16,2 2-7 0,-3 1-2 0,0 4-11 16,1-2-12-16,-1 2-13 0,0 0-19 0,0 0-21 15,0 0-27-15,0 0-24 0,0 0-27 0,0 0-26 16,0 0-145-16,0 0-120 0,0 0 0 0,1 15 0 15,-1-4 0-15,0 1 0 0,0 4 0 0,3 0 0 16,-3-1 0-16,-3 4 0 0,3-1 0 0,3 7 0 16,-6-5 0-16,3-1 0 0,0-1 0 0,-1 1 0 15,0 0 0-15,-2-1 0 0,2-2 0 0,1 1 0 16,-4 0 0-16,3-2 0 0,-1-2 0 0,2-2 0 16,-2 2 0-16,2-4 0 0,0-2 0 0,0 0 0 0,0-1 0 15,-1-1 0-15,1 0 0 0,0 0 0 16,0-2 0-16,0-3 0 0,0 6 0 0,0-6 0 15,1 4 0-15,-1-4 0 0,2 6 0 0,0-5 0 16,-2-1 0-16,6 1 0 0,-6-1 0 0,0 0 0 0,0 0 0 16,8-5 0-16,-4 2-286 0,-4 3-309 15,0-7-46-15,0 2-471 0,-3-1-1204 0,-1 2 533 16</inkml:trace>
  <inkml:trace contextRef="#ctx0" brushRef="#br0" timeOffset="236426.0317">13714 11375 323 0,'-5'-3'341'0,"-2"0"18"0,2 0 32 16,1 3 28-16,-2-2 24 0,6 2 15 0,-9-3 13 16,9 3 9-16,-4-4-3 0,4 4-2 0,-5-3-2 15,5 3-14-15,-4-3-22 0,4 3-29 0,0 0-40 16,0 0-35-16,7-7-37 0,-5 4-28 0,6 1-24 16,3-3-30-16,1 1-160 0,7-1-54 0,-1 2 0 15,7-3 0-15,2 0 0 0,-4 2 0 0,-3 2 0 16,4-1 0-16,-4 0 0 0,1-3 0 0,0 5 0 0,-3-1 0 15,-1 1-262-15,-3 0-62 0,-3-1-38 16,0-1-24-16,0 2-22 0,-2 0-16 0,-2 2-15 16,1-1-8-16,-8 0 23 0,9 0 21 0,-9 0 32 15,8 0 35-15,-8 0 34 0,5 2 40 0,-5-2 48 16,4 2 50-16,-4-2 54 0,0 0 55 0,0 0 60 16,0 0 48-16,0 0 43 0,0 0 44 0,0 0 38 15,0 0 41-15,6 0 31 0,-6 0 24 0,0 0 20 0,0 0 18 16,0 0 6-16,0 0 6 0,0 0 2 0,0 0 2 15,0 0-7-15,0 0-10 0,0 0-11 16,0 0-13-16,0 0-18 0,0 0-18 0,0 0-21 16,0 0-22-16,0 0-18 0,0 0-7 0,0 7-157 0,0-3-26 15,0-1 0-15,0 2 0 0,0 1 0 0,0-2 0 16,-1 3 0-16,-3-2 0 0,4 0 0 0,0 3 0 16,0-1 0-16,4 0 0 0,-3 0 0 0,2-1 0 15,-2-1 0-15,3 2 0 0,1-2 0 0,-1-3 0 16,4 5 0-16,-1-3 0 0,0-2-37 0,-1 1-199 15,3-3 7-15,4 0 12 0,-4 0 17 0,1-2 22 16,1 0 20-16,-4 1 20 0,2-4 34 0,1-1 32 16,-4 1 35-16,0 1 32 0,-1-3 29 0,-1 3 36 15,-1-4 30-15,1 1 20 0,-1 3 13 0,-1-5 3 16,1 3 31-16,-2 0 16 0,0 0 9 0,-1 1 5 0,0 1 11 16,0-1-17-16,0 5-181 0,-2-6 0 0,0 1 0 15,2 2 0-15,0 3 0 0,-1-5 0 16,1 5 0-16,0-4 0 0,0 4 0 0,0 0 0 0,-5-3 0 15,5 3 0-15,0 0 0 0,0 0 0 0,0 0 0 16,0 0 0-16,-1 15 0 0,0-6 0 0,-1-1 0 16,2 2 0-16,-2 1 0 0,1 4 0 0,-2 0 0 15,2 4 0-15,-1 1 0 0,1-2 0 0,0 9 0 16,0-1 0-16,1 0 0 0,1 2 0 0,-1-3 0 16,0-5 0-16,1 6 0 0,0-2 0 0,1 3 0 15,-1-2 0-15,0-4 0 0,3-1 0 0,-1 4 0 16,-2-6 0-16,-1-1 0 0,6 1 0 0,-6-2 0 15,1-4 0-15,2-1 0 0,0-2 0 0,-1 1 0 16,2-4 0-16,-4 3 0 0,3-4 0 0,-5-1 0 16,6 1 0-16,-4-1 0 0,2 0 0 0,0-2 0 15,-1 1 0-15,-1-3 0 0,3 3 0 0,1 0 0 16,-4-3 0-16,0 0 0 0,0 0 0 0,0 0 0 0,0 0 0 16,0 0 0-16,0 0 0 0,0 0 0 0,0 0 0 15,0 0 0-15,-14-6 0 0,9 2 0 16,-2-1 0-16,-2 1 0 0,2-1 0 0,-4-1 0 0,1 1 0 15,0-2 0-15,-2 3 0 0,-3-4 0 0,-3 2 0 16,3 1 0-16,-2-4 0 0,3 5 0 16,0-3 0-16,1 3 0 0,3-1 0 0,1 0 0 15,-1 1 0-15,2 2 0 0,1-1 0 0,3-1 0 0,0-1 0 16,1 0 0-16,3-2 0 0,4-2 0 0,1-1 0 16,4-4 0-16,5 0 0 0,4-4 0 0,5 0 0 15,-1 1 0-15,6 0 0 0,-4-2 0 0,2-1 0 16,-2 2 0-16,2 2 0 0,-1 2-88 0,-3-4-629 15,-3 7-514-15,-5-1-1335 0,4 3 591 0</inkml:trace>
  <inkml:trace contextRef="#ctx0" brushRef="#br0" timeOffset="236769.8384">14514 11359 114 0,'0'-6'413'0,"0"1"29"0,0 1 22 0,-3 0 18 15,3 4 5-15,-4-8 5 0,3 5-10 16,0-1-1-16,-2 1-1 0,2-1-8 0,1 4-5 16,-4-4-11-16,4 4-16 0,-1-3-14 0,1 3-18 0,0 0-24 15,-3-4-20-15,3 4-21 0,0 0-249 0,0 0-94 16,0 0 0-16,0 0 0 0,0 0 0 0,0 0 0 16,-5 15 0-16,4-8 0 0,2 4 0 0,-1-1 0 15,-1 6 0-15,1 2 0 0,-3-3 0 0,6 3 0 16,-3-2 0-16,0 4 0 0,0-1 0 0,-3 0 0 15,2-2 0-15,1 1 0 0,0 0 0 0,-1-1 0 16,-2-7 0-16,2 6 0 0,2-3 0 0,-2-2 0 16,1 0 0-16,0-1 0 0,0-3 0 0,0-2 0 15,0 2 0-15,0-4 0 0,0 2 0 0,-3 0 0 16,3-5 0-16,0 0-260 0,0 0-254 0,0 0-25 16,0 0-16-16,0 0 1 0,0 0-17 0,8-13-296 15,-8 4-939-15,1 0 417 0</inkml:trace>
  <inkml:trace contextRef="#ctx0" brushRef="#br0" timeOffset="237348.8787">14466 11486 133 0,'3'-13'183'0,"-3"-3"48"0,0 6 30 0,1-2 16 16,1 0 21-16,0 1 28 0,-1-2 23 0,2 0 4 15,1 3 1-15,-2 0 0 0,2-1 5 0,1 2 0 0,0 0-5 16,3 1-12-16,-3 0 0 0,3 1-15 0,2 0-14 16,-2-1-7-16,1 2-15 0,0 2-12 15,1 0-10-15,0 1-11 0,2 0-21 0,-3 0-11 0,1 2-8 16,1-1-13-16,-2 4-10 0,0-2-11 0,-2 0-176 15,0 1-8-15,0-1 0 0,0 3 0 0,1 0 0 16,-2 1 0-16,-2 1 0 0,0 0 0 0,-1-1 0 16,-1 3 0-16,-1 0 0 0,-2 1 0 0,-1 1 0 15,-1 2 0-15,-3-4 0 0,-2 3 0 0,0-2 0 16,-2 3 0-16,-1-4 0 0,0 1 0 0,-2 1 0 16,1-1 0-16,3-1 0 0,1-3 0 0,2 1 0 15,0-2 0-15,-1-1 0 0,4 2 0 0,0-3 0 16,3-1 0-16,-4 2 0 0,4-2 0 0,-4 1 0 15,4-1 0-15,0 0 0 0,0 0 0 0,0 0 0 0,0 0 0 16,4-10 0-16,-4 10 0 0,5-6 0 16,-3 4 0-16,4 0 0 0,-1 1 0 0,2-3 0 15,4 2 0-15,-2 1 0 0,3 0 0 0,0 0 0 0,1-1 0 16,-1 2 0-16,3-2 0 0,-2 4 0 0,5-4 0 16,0 4 0-16,1-4 0 0,-2 1 0 0,2-1 0 15,-1-2 0-15,1 2 0 0,-1-5 0 0,1 1 0 16,0 1 0-16,-2-1 0 0,-3 0 0 0,-1-1 0 15,-3-1 0-15,3 4 0 0,-4-2 0 0,0 0 0 16,0 1 0-16,-5 1 0 0,-2 0 0 0,2 0 0 16,-4 0 0-16,3 1 0 0,-3-1 0 0,0 4 0 15,-4-6 0-15,0 4 0 0,-1 0 0 0,-2 1 0 16,7 1 0-16,-15 0 0 0,6 1 0 0,-4 2 0 16,-1 3 0-16,0 0 0 0,3 0 0 0,-1 1 0 15,1 2 0-15,2-1 0 0,1-1 0 0,2 5 0 16,-1-4 0-16,5 3 0 0,2 0 0 0,0-3 0 15,2 2 0-15,5-2 0 0,0 0 0 0,4 0 0 16,6 0 0-16,4 0 0 0,-1-3 0 0,11 0 0 16,1 0 0-16,4-5-165 0,1 0-328 0,4-4-81 15,16-6-71-15,1 3-408 0,-2-1-1140 0,-1-2 505 16</inkml:trace>
  <inkml:trace contextRef="#ctx0" brushRef="#br0" timeOffset="238084.4512">15631 11336 13 0,'-4'-4'509'0,"4"4"16"0,-1-6 13 0,1 3 5 16,-3-1-15-16,3-1-27 0,3 2-28 0,-2-2-22 15,5 0-38-15,-2 0-25 0,3 0-16 0,0-3-19 16,1 4-21-16,1-3-28 0,0 4-21 0,-1-1-24 15,0 3-23-15,-1-2-21 0,-1 2-22 0,2-1-24 16,-2 2-14-16,4 2-16 0,-3-1-13 0,1 2-14 16,-1 3-51-16,2-1-61 0,-4 1 0 0,-1 0 0 15,1 0 0-15,-1 2 0 0,-3 0 0 0,-1 1 0 16,0 2 0-16,-1-4 0 0,-3 4 0 0,-3-3 0 16,-3 2 0-16,0-4 0 0,0 2 0 0,-1-2 0 15,-6 1 0-15,2-2 0 0,-3-1 0 0,0 0 0 0,1 0 0 16,2-3 0-16,2-1 0 0,3 1 0 15,0-2 0-15,-1 0 0 0,5-1 0 0,-2-1 0 16,3-2 0-16,2 2 0 0,1-7 0 0,4 4 0 0,1-5 0 16,5 4 0-16,-2-7 0 0,6 1 0 0,2 1 0 15,-1 1 0-15,5-1 0 0,-2 1 0 0,3 2-6 16,-2-2-345-16,1 0-38 0,0 2-11 16,-2 2 0-16,2-2 3 0,-4 2 13 0,-2-1 13 0,-1 4 25 15,2-2 34-15,-3-4 33 0,-1 6 42 0,2-4 43 16,-5 1 47-16,4 1 43 0,-2 0 47 0,-2-1 38 15,-2 1 44-15,0-2 44 0,3-1 37 0,-3 2 32 16,-1 0 36-16,-2-1 28 0,0 1 22 0,1 0 15 16,-4-3 34-16,1 0 25 0,-1 5 19 0,-1-5 17 15,-1 2 19-15,-2-1 9 0,3 2 6 0,-2-2 3 16,0 5-6-16,1-2-190 0,2 4-175 0,-1-4 0 16,0 5 0-16,3 1 0 0,-3-4 0 0,3 4 0 15,-5-2 0-15,5 2 0 0,-3 10 0 0,3 1 0 16,-1 2 0-16,0 3 0 0,-2 4 0 0,3 5 0 0,0 4 0 15,0 1 0-15,0 2 0 0,0 0 0 0,0-1 0 16,0 0 0-16,-4 3 0 0,4 1 0 16,0 1 0-16,-1-1 0 0,-2-3 0 0,2-1 0 0,-3 0 0 15,3 1 0-15,-2-3 0 0,2-2 0 0,-4-1 0 16,4 0 0-16,-2-6 0 0,-1-4 0 0,3 0 0 16,-2-4 0-16,3-1 0 0,-1 0 0 0,1 0 0 15,0-2 0-15,0-2 0 0,0 0 0 0,0-3 0 16,0 0 0-16,1 0 0 0,-1 0 0 0,0-4 0 15,7 4 0-15,-3-3 0 0,-4-1 0 0,0 0 0 16,15-6 0-16,-11 0-310 0,0 1-277 0,0-5-34 16,-2 0-16-16,-2-1-369 0,3-6-1091 0,-6-1 483 15</inkml:trace>
  <inkml:trace contextRef="#ctx0" brushRef="#br0" timeOffset="238287.7672">15797 11572 228 0,'-3'-7'206'0,"2"3"44"15,-3-3 26-15,0 4 15 0,4-2 40 16,-5 2 48-16,4-2 39 0,-3 2 35 0,4 3 21 15,-4-6 17-15,3 3 7 0,-3-3 6 0,4 2-3 0,-4 2-15 16,4-3-25-16,0 5-36 0,0-6-36 0,0 6-39 16,4-6-35-16,1-1-31 0,4 1-103 0,4 2-181 15,0 0 0-15,5-3 0 0,1 3 0 0,-1-4 0 16,2 5 0-16,-2-2 0 0,3 0 0 0,-2 0 0 16,-3-1 0-16,2 2 0 0,-8-4 0 0,2 4-336 15,-2-3-176-15,-2 1-96 0,-3 0-515 0,-1 4-1216 16,-4-3 538-16</inkml:trace>
  <inkml:trace contextRef="#ctx0" brushRef="#br0" timeOffset="239303.2998">17042 11367 86 0,'2'-1'279'16,"-2"1"-4"-16,3-5-16 0,-1 1 2 0,-2 4-8 15,0-6 4-15,0 6 3 0,0 0-3 0,4-2 22 16,-4 2 9-16,0 0 4 0,0-3 5 0,0 3 6 16,1-4 6-16,-1 4 3 0,0 0 5 0,0 0 1 15,0 0-6-15,0 0-3 0,0 0 1 0,0 0-9 16,0 0-10-16,0 0-18 0,0 0-14 0,0 0-17 0,0 0-26 16,0 0-18-16,0 0-22 0,0 0-11 0,12 8-1 15,-12-5-91-15,3 3-73 0,-1-1 0 0,2-2 0 16,0 6 0-16,-2 0 0 0,2 2 0 0,0-3 0 15,-1 2 0-15,-1-2 0 0,-2 2 0 0,0 0 0 16,1 1 0-16,-1 1 0 0,0-2 0 0,-1 0 0 16,1 1 0-16,0-3 0 0,-2-1 0 0,0-1 0 15,2 0 0-15,0 0 0 0,0-1 0 0,-1-1 0 16,2 0 0-16,-1-2 0 0,0-2 0 0,0 0 0 16,0 5 0-16,0-5 0 0,0 0 0 0,4-11 0 15,1 8 0-15,-1-4 0 0,6-4 0 0,-1 2 0 16,0-1 0-16,1-2 0 0,3-1 0 0,-3 0 0 15,3 1 0-15,-4 2 0 0,0 2 0 0,1 0 0 0,-1 1 0 16,-1 2 0-16,0-3 0 0,-2 3 0 0,0 2 0 16,-2 1 0-16,0-4 0 0,1 5 0 15,-2-1 0-15,-3 2 0 0,9-2 0 0,-9 2 0 0,7 3 0 16,-3-2 0-16,-1 5 0 0,-1-3 0 0,2 0 0 16,0 3 0-16,-4 1 0 0,6 0 0 0,-5 1 0 15,3 2 0-15,-1-3 0 0,-2 0 0 0,1 0 0 16,0 3 0-16,-2-2 0 0,1-1 0 0,2-2 0 15,-2 2 0-15,-1-2 0 0,0 1 0 0,0-1 0 16,4-2 0-16,-4 0 0 0,5-2 0 0,-5-1 0 16,0 0 0-16,9 0 0 0,-9 0 0 0,10-4 0 15,-2 0 0-15,1-2 0 0,0 1 0 0,0-2 0 16,2 0 0-16,-3-1 0 0,0 0 0 0,1 1 0 0,-1 1 0 16,0 0 0-16,0 0 0 0,0-1 0 15,-1 2 0-15,-2 3 0 0,2-4 0 0,-1 4 0 16,-3-1 0-16,2 1 0 0,-3 1 0 0,2-2 0 15,-4 3 0-15,5-2 0 0,-5 2 0 0,7 0 0 16,-7 0 0-16,0 0 0 0,7 5 0 0,-4-2 0 16,1 0 0-16,-2 2 0 0,2-1 0 0,-3 0 0 15,3 1 0-15,-3-1 0 0,2 2 0 0,2-1 0 16,-5 1 0-16,4 0 0 0,1 2 0 0,-1-2 0 0,-2 0 0 16,2 0 0-16,4 1 0 0,-3-2 0 15,-2-1 0-15,2 0 0 0,-3 0-36 0,5-3-417 0,-3 0-37 16,-4-1-47-16,11-1-28 0,-11 1-23 0,10 0-333 15,-6-1-997-15,4 0 441 0</inkml:trace>
  <inkml:trace contextRef="#ctx0" brushRef="#br0" timeOffset="239725.1107">17672 11456 16 0,'4'-5'285'0,"-2"3"21"0,3 1 17 16,-5 1 28-16,4-6 24 0,-1 3 10 0,2 0 4 15,-2 0-2-15,3 1-4 0,-4 0-3 0,3-1-2 16,1 0-6-16,0 2-11 0,0 0-18 0,-2-2-23 15,1 2-13-15,-5 1-26 0,8-3-14 0,-5 1-23 16,-3 2-18-16,8-2-27 0,-8 2-18 0,0 0-23 16,9 0-14-16,-9 0-13 0,7 1-15 0,-5 2-13 0,2 0-9 15,0 0-8-15,0 2-12 0,-2 0-3 16,1 1-10-16,-3-1-4 0,1 2-20 0,-2-1-37 16,-2 1 0-16,2 1 0 0,-4-2 0 0,1 3 0 0,0-3 0 15,-1 1 0-15,-4-2 0 0,0 2 0 0,0 0 0 16,0-3 0-16,0 2 0 0,1-4 0 15,1-1 0-15,3 0 0 0,-2-1 0 0,6 0 0 0,-10-2 0 16,6-3 0-16,1 3 0 0,3-3 0 0,-2-2 0 16,0 2 0-16,4-1 0 0,0-1 0 0,1 0 0 15,2-1 0-15,1 3 0 0,-2-2 0 0,1 2 0 16,0 0 0-16,1 1 0 0,2 1 0 0,-4-1 0 16,4 4 0-16,-3-2 0 0,2 0 0 0,0 2 0 15,-7 0 0-15,10 2 0 0,-2 0 0 0,-3 1 0 16,3-1 0-16,-3 0 0 0,-1 3 0 0,2-1 0 15,1-1 0-15,-2 2 0 0,0 0 0 0,0-2-151 16,1 2-169-16,1-1-37 0,-1 4-50 0,2-1-34 16,-5-2-39-16,5-1-25 0,-4 2-35 0,1-4-292 15,-1-1-901-15,2 0 399 0</inkml:trace>
  <inkml:trace contextRef="#ctx0" brushRef="#br0" timeOffset="240006.1207">17978 11454 94 0,'4'-5'297'0,"0"-1"6"0,1 0 23 0,-2 0 23 15,2 1 30-15,0-1 9 0,-1 1 0 0,-3 1-7 16,2 0 2-16,-2-1-8 0,3 2 2 0,-3 0-3 16,2 1-5-16,-3 2-6 0,0 0-29 0,4-3-2 15,-4 3-16-15,2-5-18 0,-2 5-23 0,0 0-11 16,0 0-10-16,0 0-9 0,0 0-26 0,-13 12-18 16,8-8-18-16,-1 4-59 0,-2-1-124 0,4-1 0 15,-5 4 0-15,0-1 0 0,3 0 0 0,1 2 0 16,1 0 0-16,-2-3 0 0,3 4 0 0,-1-2 0 15,4 1 0-15,-2-5 0 0,0 4 0 0,6-1 0 16,-3-2 0-16,2 1 0 0,6-1 0 0,0-3 0 0,5 2 0 16,3-2-62-16,3 1-243 0,8-3-51 15,0-4-43-15,-6 0-28 0,-1-3-33 0,7 1-31 16,1-5-17-16,-1-2-357 0,-9 4-935 0,3-9 414 16</inkml:trace>
  <inkml:trace contextRef="#ctx0" brushRef="#br0" timeOffset="240678.7068">18341 11258 368 0,'2'-7'404'0,"0"2"46"0,-1-2 27 0,1 3 23 15,-1-2 8-15,0 3 9 0,1-1 6 0,0-2 5 16,-2 4 9-16,0 2-2 0,0-6-12 0,0 6-12 16,-2-5-19-16,2 5-21 0,0 0-35 0,0-5-25 15,0 5-411-15,0 0 0 0,0 0 0 0,0 0 0 16,0 0 0-16,0 0 0 0,0 0 0 0,-6 14 0 15,5-9 0-15,1 7 0 0,0-1 0 0,-2 2 0 16,0-1 0-16,2-1 0 0,-5 6 0 0,5 1 0 16,-1 0 0-16,1-1 0 0,0-1 0 0,-1 0 0 15,0 2 0-15,2-7 0 0,0 4 0 0,-1 1 0 16,1 1 0-16,1-5 0 0,1-4 0 0,-3 3 0 16,2 0 0-16,0-4 0 0,1 3 0 0,-1-4 0 15,0 0 0-15,0-1 0 0,2 0 0 0,1-2 0 0,-1 2 0 16,2-2 0-16,2-3 0 0,-2 0 0 0,2-1 0 15,1-1 0-15,1 0 0 0,-2-5 0 16,1 2 0-16,1-4 0 0,-2 3 0 0,0-1 0 0,-1-2 0 16,-1 2 0-16,2 0 0 0,0 0 0 0,-3 2 0 15,0 0 0-15,-1 1 0 0,0 0 0 0,-2 0 0 16,1 1 0-16,-1 0 0 0,-2 3 0 0,6-2 0 16,-4 0 0-16,-2 2 0 0,6-4 0 0,-6 4 0 15,0 0 0-15,0 0 0 0,0 0 0 0,0 0 0 16,0 0 0-16,7 7 0 0,-5-3 0 0,1-1 0 15,-3 1 0-15,2 0 0 0,-2 0 0 0,3 1 0 16,0 0 0-16,-1-2 0 0,2 0 0 0,-1 2 0 16,0-2 0-16,0 2 0 0,-1-4 0 0,2 0 0 15,-4-1 0-15,8 3 0 0,-8-3 0 0,15-4 0 16,-7 2 0-16,2-4 0 0,-2 2 0 0,-2-1 0 16,6-1 0-16,-6 0 0 0,4 1 0 0,1-3 0 15,-2 3 0-15,-3 1 0 0,0 0 0 0,1 0 0 16,-2 1 0-16,0 2 0 0,-1-2 0 0,1 2 0 0,-5 1 0 15,6-2 0-15,-6 2 0 0,0 0 0 0,11 2 0 16,-9 0 0-16,2 2 0 0,-4-4 0 16,4 5 0-16,-2-1 0 0,1-1 0 0,1 1 0 0,-2-1 0 15,1 1 0-15,-1 0 0 0,0-1 0 0,-1 2 0 16,1-1 0-16,1 1 0 0,0-1 0 0,-2 0 0 16,2-1 0-16,-1 2 0 0,4-4 0 0,-6-1 0 15,0 0 0-15,14-7-379 0,-6 3-119 0,0-3-35 16,-2 1-17-16,1-1-20 0,0 0-374 0,-3-3-1022 15,2-1 452-15</inkml:trace>
  <inkml:trace contextRef="#ctx0" brushRef="#br0" timeOffset="240866.1619">18859 11339 75 0,'0'0'208'0,"-1"-5"55"0,1 5 29 0,0 0 9 16,-3-5 10-16,3 5 26 0,4-4 23 0,-4 4 12 16,0 0 6-16,0 0-4 0,0 0-9 0,0-4-12 15,0 4-23-15,0 0-32 0,0 0-30 0,0 0-32 16,0 0-24-16,0 0-29 0,0 0-33 0,0 0-52 15,0 0-60-15,0 0-51 0,0 0-55 0,0 0-71 0,0 0-64 16,0 11-63-16,0-11-61 0,3 9-51 0,-1-2-52 16,-1-2-233-16,2 3-719 0,-2-3 318 15</inkml:trace>
  <inkml:trace contextRef="#ctx0" brushRef="#br0" timeOffset="241257.2187">18943 11423 144 0,'0'0'336'0,"0"0"12"16,8-2 20-16,-4-1 24 0,-2 0 13 15,2 2 9-15,-1-3 9 0,-3 4 7 0,4-5 1 0,-4 5 3 16,3-4-5-16,0 1-3 0,-3 3-9 0,3-2-12 16,-3 2-25-16,0 0-28 0,0 0-33 0,0 0-30 15,0 0-29-15,0 0-30 0,0 0-26 0,0 0-21 16,0 0-20-16,5 8-154 0,-4-3-9 0,-1 1 0 16,0-1 0-16,-1 5 0 0,2-3 0 0,-1 3 0 15,1-1 0-15,2 2 0 0,-1-2 0 0,-2 1 0 16,0-3 0-16,3 2 0 0,-3 1 0 0,1-4 0 15,-1-2 0-15,1 2 0 0,3-4 0 0,-4-2 0 16,2 5 0-16,1-2 0 0,1-2 0 0,-4-1 0 16,0 0 0-16,18-5 0 0,-13 1 0 0,0 0 0 15,3-5 0-15,2 1 0 0,-2-2 0 0,-2 2 0 16,2-2 0-16,1 0 0 0,0 1 0 0,-4 1 0 16,3 0 0-16,-1 1 0 0,-3 1 0 0,0 2 0 0,0-2 0 15,0 3 0-15,-2 1 0 0,1-2 0 16,1 2 0-16,-4 2 0 0,3-2 0 0,-3 2 0 15,4-3 0-15,-4 3 0 0,0 0 0 0,0 0 0 16,0 0 0-16,0 0 0 0,0 0 0 0,8 7 0 0,-6-3 0 16,1 0 0-16,0 0 0 0,-1 1 0 15,1 1 0-15,-1-1 0 0,3-1 0 0,-1-1-310 16,0 2-83-16,0-2-50 0,1 4-43 0,-1-5-48 0,0 0-27 16,3 1-350-16,0-3-987 0,-1 0 437 0</inkml:trace>
  <inkml:trace contextRef="#ctx0" brushRef="#br0" timeOffset="241726.7604">19309 11412 265 0,'1'-3'301'0,"-1"3"17"15,0 0 14-15,4-4 18 0,-4 4 8 0,0 0-5 16,3-2-9-16,-3 2-6 0,0 0-1 0,0 0-11 16,0 0-8-16,0 0-15 0,0 0-17 0,0 0-16 15,0 0-17-15,0 0-17 0,0 0-19 0,0 0-18 16,0 0-19-16,0 0-15 0,0 0-14 0,0 0-18 0,0 0-11 15,0 0-10-15,0 0-10 0,0 0-4 16,0 0-6-16,0 0-1 0,6 8-8 0,-6-8-4 16,10 0-6-16,-3 0-1 0,3-2-3 0,1 2 1 15,-1-2-14-15,2 0 1 0,2 1-6 0,-2 0-3 0,0-3 11 16,2 1-1-16,0 0-6 0,-5-1 3 0,3 0-9 16,-2-1 5-16,-5 1-6 0,0 0-5 15,-1 0-5-15,0 1-1 0,-4-2 3 0,0-1-6 0,0 1-6 16,-3 2-10-16,-2-3-15 0,0 2 0 0,-4-2 0 15,0 5 0-15,2-4 0 0,-4 3 0 16,-1-1 0-16,1 2 0 0,-1 1 0 0,0 1 0 16,2 2 0-16,-3 0 0 0,3 2 0 0,1-1 0 0,-1 3 0 15,2 0 0-15,2 2 0 0,0 0 0 0,-1 1 0 16,3-1 0-16,3 0 0 0,0-2 0 0,1 2 0 16,0 0 0-16,2-2 0 0,2 2 0 0,5 2 0 15,1 0 0-15,3 1 0 0,3-3 0 0,2-2 0 16,2 0 0-16,10 0 0 0,-3-5 0 0,5 0-53 15,-4-4-35-15,0-3-20 0,-7-2-18 0,-1 1-24 16,-1-2-35-16,-2 2-46 0,0-3-36 0,-6 3-53 16,-1-1-56-16,-6 3-75 0,-1-3-81 0,-3 2-352 15,0-1-958-15,-3 0 423 0</inkml:trace>
  <inkml:trace contextRef="#ctx0" brushRef="#br0" timeOffset="242556.2847">20533 11572 92 0,'0'0'397'0,"5"1"6"0,-5-1 13 15,0 0-1-15,0 0 10 0,4 2-9 0,-4-2-23 16,0 0-19-16,0 0-16 0,0 0-12 0,0 0-10 0,-9-11-16 16,5 7-13-16,-8-2-10 0,4 0-7 15,1 0-11-15,-1-2 3 0,-3 0-6 0,1-2-3 16,0 3 0-16,1-1-12 0,1-2-13 0,-2 2-11 15,-4-4-13-15,4-2-5 0,2 1-185 0,-6-2-34 0,9 0 0 16,-3-2 0-16,4-2 0 0,-2 1 0 16,6-2 0-16,0 1 0 0,4-2 0 0,-4 3 0 0,5 0 0 15,-1 1 0-15,-2 1 0 0,2 0 0 0,0 2 0 16,1 5 0-16,-1-2 0 0,2 2 0 0,-2 1 0 16,1 0 0-16,-2 2 0 0,1 0 0 15,0 1 0-15,-1 2 0 0,0-2 0 0,1 2 0 0,-3 0 0 16,-1 3 0-16,4-4 0 0,-4 4 0 0,5-1 0 15,-5 1 0-15,0 0 0 0,9 8 0 0,-6 0 0 16,0-2 0-16,1 6 0 0,1-1 0 0,0 5 0 16,-3 1 0-16,-1 1 0 0,-2 1 0 0,2 0 0 15,-2 2 0-15,-3 3 0 0,-1 1 0 0,-3-1 0 16,4-4 0-16,-3 6 0 0,-2-3 0 0,1-4 0 0,-1 6 0 16,-1 0 0-16,5-8 0 0,-3 0 0 15,2 1 0-15,-1-3 0 0,-2-1 0 0,2-5 0 16,3 0 0-16,0-3 0 0,0 0 0 0,3 0 0 0,-2-2 0 15,2 0 0-15,-2 0 0 0,2-1 0 0,1-3 0 16,4 6 0-16,1-4 0 0,4 1 0 16,5-3 0-16,-1-1 0 0,6-2 0 0,0 1 0 0,3-3 0 15,6-3 0-15,0 1 0 0,2 0 0 0,-4-6 0 16,5 3 0-16,-3 1 0 0,1-3 0 0,0 2 0 16,-2-2 0-16,-2-1 0 0,-6 5 0 0,-1 1 0 15,0 1 0-15,-4 0 0 0,-4 1 0 0,1 1 0 16,-5 1 0-16,0-1 0 0,-2 2-204 0,0 1-594 15,-4 1-401-15,3-4-1298 0,-3 4 575 0</inkml:trace>
  <inkml:trace contextRef="#ctx0" brushRef="#br0" timeOffset="244183.0788">21306 11454 65 0,'2'-3'431'16,"1"-1"23"-16,-1 0 3 0,0-1 2 0,1 0-3 16,-2 3 7-16,1-3-22 0,-1 0-16 0,0 3-12 0,0-2-14 15,-1 4-7-15,2-5-19 0,1 2-21 0,-3 3-20 16,2-4-26-16,-2 4-23 0,0 0-30 15,1-4-21-15,-1 4-30 0,0 0-21 0,0 0-21 0,0 0-17 16,0 0-15-16,0 0-12 0,4 11-11 0,-4-7-9 16,1 3-22-16,-1 0-74 0,1 0 0 0,-1 0 0 15,0 0 0-15,2 1 0 0,-1 2 0 0,-1-1 0 16,1 2 0-16,-1 0 0 0,1-5 0 0,-2 1 0 16,1-1 0-16,-1 3 0 0,2-2 0 0,-1-4 0 15,1 4 0-15,-1-6 0 0,0 4 0 0,0-5 0 16,0 5 0-16,0-5 0 0,3 5 0 0,-3-5 0 15,0 0 0-15,0 0 0 0,14-11 0 0,-8 7 0 16,1-5 0-16,3 3 0 0,0-3 0 0,3 0 0 16,-3-4 0-16,0 5 0 0,2-1 0 0,-2-1 0 15,0 3 0-15,1 0 0 0,-5 1 0 0,4-1 0 16,-2 1 0-16,-3 3 0 0,2-1 0 0,-4 2 0 0,2 1 0 16,-1-4 0-16,0 4 0 0,-4 1 0 15,10 3 0-15,-4-2 0 0,-1 4 0 0,0-1 0 16,-2 0 0-16,1 1 0 0,1 0 0 0,-1 5 0 0,0-1 0 15,-1 1 0-15,2-2 0 0,-4-1 0 0,1 1 0 16,1 0 0-16,-2-1 0 0,1-1 0 0,0 1 0 16,-2-1 0-16,2 1 0 0,-2-5 0 0,-2 3 0 15,4-1 0-15,-2-4 0 0,1 4 0 0,-1-4 0 16,0 0 0-16,0 0 0 0,0 0 0 0,18-10 0 16,-11 7 0-16,1-6 0 0,1 3 0 0,1-3 0 15,-1 1 0-15,0-1 0 0,1 3 0 0,2-4 0 16,-6 2 0-16,3 2 0 0,0-1 0 0,-4 2 0 15,2 0 0-15,-3 0 0 0,1 2 0 0,0 2 0 16,-3-3 0-16,-2 4 0 0,5-5 0 0,-1 4 0 16,-4 1 0-16,5-4 0 0,-5 4 0 0,0 0 0 15,0 0 0-15,12 6 0 0,-8-2 0 0,-2 0 0 16,1-1 0-16,-1 3 0 0,2-1 0 0,1-1 0 0,-2 2 0 16,3-1 0-16,-1 4 0 0,-1-1 0 15,0-2 0-15,1 0 0 0,0 4 0 0,2-4 0 16,0-1 0-16,-2-1 0 0,-1 0 0 0,1-2 0 0,3 1-223 15,-2 0-186-15,2-3-15 0,-3 0-7 0,3 0-11 16,-3-3-9-16,1 0-1 0,2 0 6 0,1-4 9 16,-1 2 22-16,-2 0 34 0,0 1 40 15,-2 0 35-15,0 0 49 0,-1 1 51 0,1-1 46 0,-2-1 53 16,-2 2 36-16,5-1 45 0,-2 0 37 0,-3 4 33 16,1-5 31-16,0 2 25 0,-1 3 24 0,4-5 26 15,-3 3 26-15,-1 2 29 0,3-6 17 0,-3 6 13 16,4-4 11-16,-3 2 2 0,-1 2 1 0,4-5 2 15,-2 3-2-15,2-1-5 0,-4 3-3 0,8-5 1 16,-6 2-12-16,2 2-9 0,0-1-15 0,-4 2-7 16,8-2-14-16,-8 2-14 0,9-1-18 0,-9 1-15 0,6 0-18 15,-6 0-5-15,8 3-12 0,-6 0-13 16,2 0-5-16,-2 1-9 0,0 0-5 0,-1-1-13 16,4 3 1-16,-5-2-7 0,-3 1 3 0,1 3-13 0,1-2-4 15,-3 0-6-15,0 1-3 0,-1-1-3 0,-1 0-10 16,-2-1-7-16,1 1-22 0,-2-1 4 15,0 1-18-15,-2-2 9 0,1 1-10 0,5-5 3 0,-1 3 0 16,-2-3 5-16,4 1 8 0,4-1-3 0,-10 0 2 16,10 0 4-16,-8-4 2 0,7 0 0 0,0-1 2 15,-1-1 0-15,2 1 15 0,0-2 2 0,3-2 7 16,-2 1-7-16,3-2 10 0,1 2 12 0,2 0-9 16,-2-1 5-16,1 4-1 0,-1 0 11 0,0 0-3 15,-1-1-3-15,0 2-6 0,0 1-28 0,0 0 0 16,2 0 0-16,-2 1 0 0,-2 1 0 0,-2 1 0 15,9-1 0-15,-9 1 0 0,8 1 0 0,-4 2 0 16,2 0 0-16,-2 2 0 0,1-2 0 0,0 2 0 16,-1 0 0-16,1 0 0 0,2 1 0 0,-4-1 0 15,1 1 0-15,0 2 0 0,1-2 0 0,-1-1 0 16,0 3 0-16,2-2 0 0,2-1 0 0,-3 3 0 16,3-4 0-16,2-1 0 0,0 2 0 0,2-2 0 0,-1-3 0 15,7 0 0-15,0 0 0 0,1-4 0 0,2-1 0 16,7-3 0-16,-1 0 0 0,-2-4 0 0,2-1 0 15,-4 1 0-15,-5 2 0 0,1-2 0 0,0-4 0 16,-4 4 0-16,0-1 0 0,-5-3 0 0,1 2 0 16,-3-3 0-16,-1 0 0 0,-4-2 0 0,2-6 0 15,-5 5 0-15,0 0 0 0,-5 1 0 0,3 1 0 16,-1 0 0-16,-1 1 0 0,0 7 0 0,1-1 0 16,1 2 0-16,-3 0 0 0,4 3 0 0,0 1 0 15,-3 0 0-15,3 2 0 0,1 3 0 0,-3-5 0 16,3 5 0-16,-2-4 0 0,2 4 0 0,0 0 0 0,-3 9 0 15,-1 0 0-15,2 2 0 0,-2 1 0 16,0 4 0-16,0-1 0 0,0 2 0 0,0 3 0 16,2 0 0-16,-2-2 0 0,0 1 0 0,2 0 0 0,-2 0 0 15,0-1 0-15,1 1 0 0,1 2 0 0,-2-5 0 32,4 1 0-32,0-3 0 0,5 1 0 0,-2 2 0 0,-2-5 0 0,4 0 0 0,0-1 0 0,0 0 0 15,3-4 0-15,1 1 0 0,0-2 0 0,1-2 0 16,1-4 0-16,0 3-363 0,0-2-235 0,3-3-41 15,-3-3-460-15,1 2-1190 0,-3-3 526 0</inkml:trace>
  <inkml:trace contextRef="#ctx0" brushRef="#br0" timeOffset="244479.9851">22345 11412 379 0,'-7'-1'404'15,"-2"-3"34"-15,1 2 12 0,3 0 10 0,-4 2-3 16,4-1 1-16,-3 1 1 0,8 0-5 0,-7-4-11 0,3 3-11 16,4 1-21-16,-7-1-20 0,7 1-23 15,0 0-27-15,-1-5-24 0,1 5-25 0,0-6-25 16,0 6-30-16,8-4-31 0,-2 2-19 0,1-1-15 0,3-1-14 16,1 1-148-16,2 1-10 0,1 1 0 0,3-1 0 15,1-2 0-15,0 3 0 0,-1-1 0 0,3-1 0 16,0-1 0-16,-1 3 0 0,0 0 0 15,-1-5 0-15,-4 4 0 0,4-2 0 0,-6 2 0 0,-1-1 0 16,1 3-151-16,-5-1-146 0,2 0-58 0,-2 1-45 16,-2-3-54-16,-5 3-60 0,8-1-48 0,-5 0-348 15,-3 1-985-15,0 0 435 0</inkml:trace>
  <inkml:trace contextRef="#ctx0" brushRef="#br0" timeOffset="245372.5933">22671 11508 129 0,'0'3'366'16,"0"-3"3"-16,0 0 0 0,0 0 7 0,0 0-26 16,0 0 4-16,0 0-11 0,0 0-2 0,0 0-6 15,0 0-14-15,4 3-10 0,-4-3-15 0,0 0-8 16,0 0-10-16,0 0-10 0,0 0-11 0,0 0-15 0,0 0-9 15,0 0-6-15,0 0-31 0,0 0-6 16,-1 3-10-16,1-3-12 0,0 0-13 0,0 0-16 16,0 0-29-16,0 0 0 0,11-5-3 0,-7 2-16 0,3 2-11 15,-2-2-6-15,5 0-18 0,-3 2 1 0,5-2 1 16,-2 2-10-16,4 0-2 0,-1-3-5 0,6 2-4 16,-2-1-6-16,-4-1 9 0,0 0-12 15,-1 0-1-15,-2 2-2 0,1-2-2 0,-1 0-2 0,-4 1-21 16,-1-2 0-16,-1 3 0 0,0-3 0 0,-1 2 0 15,-1-1 0-15,1 0 0 0,-6 0 0 0,3 4 0 32,-4-7 0-32,1 4 0 0,-3-1 0 0,3 3 0 0,-3-1 0 0,1-1 0 0,0 2 0 0,-1-2 0 31,-1 2 0-31,1 0 0 0,6 1 0 0,-11-2 0 16,4 5 0-16,2-1 0 0,0 1 0 0,0 2 0 0,0 0 0 0,-2 1 0 0,2 2 0 0,0 1 0 31,1-1 0-31,-1-3 0 0,1 7 0 0,-2 0 0 0,6 0 0 0,-5 2 0 0,1-4 0 0,4 2 0 31,0-2 0-31,1-1 0 0,2-1 0 0,1-3 0 0,1 3 0 16,1 1-12-16,-1-5-5 0,4 2 9 15,3-2-1-15,-2-1 11 0,0 1 0 0,9-6 23 16,-6 1-8-16,5-1-17 0,-1-4 0 0,-1 0 0 0,-3 0 0 16,2-3 0-16,-2-2 0 0,1-2 0 0,-1 0 0 15,0 1 0-15,-3-1 0 0,-2 2 0 0,-2 0 0 16,2 0 0-16,-2 3 0 0,-1 0 0 15,-2 2 0-15,1 0 0 0,0 4 0 0,-3-3 0 0,1 1 0 16,1 2 0-16,-1-1 0 0,-2 3 0 0,3-3 0 16,-3 3 0-16,0 0 0 0,0 0 0 0,0 0 0 15,0 0 0-15,0 0 0 0,6 6 0 0,-4-3 0 16,-1 2 0-16,1 1 0 0,1-1 0 0,0 2 0 16,-2-1 0-16,2 1 0 0,-1-1 0 0,2 0 0 15,-2-1 0-15,0 2 0 0,0-2 0 0,-1 1 0 16,2-1 0-16,1-3 0 0,0 2 0 0,1-2 0 15,-1-1 0-15,3 2 0 0,0-3 0 0,2 0 0 16,3-4 0-16,-1 2 0 0,0-2 0 0,4-4 0 16,-3 2 0-16,3-4 0 0,-3 4 0 0,-2 0 0 15,1 1 0-15,0-2 0 0,-3 3 0 0,2-1 0 16,-3 0 0-16,0 2 0 0,-2 0 0 0,0-1 0 16,0 3 0-16,0-1 0 0,-5 2 0 0,4-4 0 0,-4 4 0 15,4-1 0-15,-4 1 0 0,0 0 0 0,0 0 0 16,8 7 0-16,-7-4 0 0,1 1 0 15,-2 1 0-15,0 1 0 0,2 0 0 0,0 2 0 0,3 2 0 16,-5-2 0-16,1 1 0 0,1 1 0 0,0-4 0 16,2 2 0-16,-2-3 0 0,0 0 0 0,1 2 0 15,-1-2 0-15,2-1 0 0,-1-2 0 0,2 3 0 16,-2-3-236-16,1-1-85 0,-4-1-46 0,17-3-55 16,-11-2-62-16,-1-1-54 0,3 0-433 0,0-6-1051 15,-3 2 465-15</inkml:trace>
  <inkml:trace contextRef="#ctx0" brushRef="#br0" timeOffset="246529.8034">23458 11399 35 0,'4'-3'291'0,"-2"1"21"0,-1-1 17 15,-1 3 24-15,4-6 13 0,-4 6 19 0,2-2 9 0,-2 2 6 16,3-4-1-16,-3 4 0 0,0 0 3 0,0 0-14 16,0 0-24-16,1-4-15 0,-1 4-34 0,2-4-32 15,-2 4-27-15,0 0-24 0,0 0-19 0,0 0-23 16,0 0-5-16,0 0-26 0,0 0-20 0,0 0-13 15,0 0-21-15,0-5-8 0,0 5-9 0,0 0-11 16,0 0-9-16,0 0-25 0,0 0 11 0,0 0-14 16,0 0-18-16,0 0-25 0,0 0-20 0,0 0-16 15,0 0-14-15,0 0-12 0,0 0-11 0,0 0-10 16,0 0-7-16,0 0-13 0,0 0-11 0,0 0-16 16,0 0-17-16,0 0-13 0,0 0-8 0,0 0-8 15,0 0 4-15,0 0 0 0,-4-4 8 0,4 4 4 16,-3-2 14-16,3 2 6 0,0 0 13 0,-4-3 14 15,4 3 9-15,0 0 14 0,0 0 9 0,0 0 9 16,0 0 13-16,-4-3 24 0,4 3 10 0,0 0 17 16,0 0 22-16,0 0 15 0,0 0 11 0,0 0 15 15,0 0 16-15,0 0 11 0,0 0 15 0,0 0 11 16,0 0 6-16,0 0 7 0,0 0 8 0,0 0 3 0,0 0 2 16,0 0-3-16,0 0-1 0,0 0-10 0,0 0-8 15,0 0-10-15,0 0-7 0,0 0-8 16,0 0-13-16,0 0-5 0,0 0-5 0,0 0-2 15,0 0-5-15,0 0 5 0,0 0 9 0,-6 7-4 0,6-7-7 16,0 0 5-16,0 0-4 0,0 0-4 0,0 0 1 16,0 0-7-16,0 0-1 0,0 0-7 0,0 0-4 15,0 0-5-15,0 0-5 0,0 0-1 0,19-1-8 16,-19 1-1-16,10 0 0 0,-3 2-4 0,-1-2-6 16,1 3 0-16,-1-1-2 0,5 2 1 0,-4 1 2 15,2-1-6-15,1 1-2 0,-4 2-1 0,1-3 4 16,-5 1 7-16,2 1-4 0,1 1-7 0,0-1 7 15,-1 2 0-15,-3-3-10 0,-1 1 5 0,-1 1-2 16,1-2 4-16,-4 4-3 0,-2-1-3 0,2 0-12 16,-4-3-3-16,3 3-8 0,-4-4-7 0,-1 1-3 15,-1 1-2-15,2-1-1 0,-1-3 3 0,2 1-2 16,0-3 6-16,-1 0 4 0,9 0 7 0,-13-5-1 16,7 1 3-16,2 0 4 0,0 0 2 0,-2-3 3 15,5 2 0-15,0-2 2 0,1 0-3 0,0-2 4 16,2 0 13-16,1-1 4 0,0 0 7 0,1 2 2 15,0 2 4-15,1-1-2 0,0 0 1 0,1 1-1 16,-1 3-2-16,0-8-3 0,-2 9-4 0,1-2 4 0,-1 1 0 16,1 3-5-16,-2-4-2 0,-2 4 0 0,4-4 0 15,-4 4-15-15,0 0 12 0,3-2-3 0,-3 2-2 16,0 0 10-16,0 0-13 0,0 0 2 16,0 0-1-16,0 0 7 0,0 0-7 0,5 9 7 0,-5-6-8 15,0-3 3-15,0 5 0 0,1-3 0 0,-1-2 0 16,0 8 1-16,0-5 1 0,0-3-4 0,0 6 6 15,0-4-1-15,0-2-1 0,1 8-3 0,2-5-5 16,-2 1 5-16,3 0-10 0,0 1-18 0,4-1-11 16,0 1-12-16,1-4-8 0,2 3-6 0,1 0-9 15,1 0-5-15,6 0 1 0,-6-2 0 0,6-2 4 16,1 0-1-16,1-1-6 0,1-1-3 0,-2-2-4 16,1-3-11-16,6-2 6 0,-1-1 13 0,-8 2 3 15,3 2 10-15,-5-6 4 0,-7 4 12 0,3-5 2 16,-4 3 8-16,2-5 10 0,-4 1 26 0,1-1 12 15,-2-1 19-15,0 4 7 0,-3 0 23 0,1-3 12 16,-2 2 17-16,0 2 14 0,1-1 15 0,-1 0 11 16,-1 4 10-16,1 0 3 0,-2 3 10 0,2-1 6 15,-2-1-12-15,2 3 17 0,-1 1-7 0,0 3-10 16,2-6-8-16,-2 6-11 0,0-5-17 0,0 5-11 16,0-5-11-16,0 5-6 0,0 0-45 0,0 0-32 15,0 0 0-15,0 0 0 0,-9 17 0 0,5-10 0 0,-3 3 0 16,4-2 0-16,-1 3 0 0,-1 0 0 0,-2 5 0 15,3-1 0-15,1-3 0 0,-1 4 0 0,1-1 0 16,1 2 0-16,2 0 0 0,-3 0 0 0,6-1 0 16,-1 1 0-16,1 1 0 0,3-1 0 0,-1 0 0 15,4 1 0-15,-1-3 0 0,2 0 0 0,-1-1 0 16,0 2 0-16,0-9 0 0,0 2 0 0,1-4 0 16,-1-1 0-16,0 0 0 0,-3-3-107 0,1-2-302 15,-7 1-51-15,10-4-65 0,-4 0-69 0,-4 0-422 16,0-4-1101-16,-2 2 486 0</inkml:trace>
  <inkml:trace contextRef="#ctx0" brushRef="#br0" timeOffset="246968.1419">23234 11288 408 0,'0'0'520'16,"0"0"19"-16,0 0 0 0,0 0-12 0,0 0-23 15,11-1-37-15,-11 1-32 0,0 0-31 0,0 0-32 0,4-4-25 16,-4 4-37-16,0 0-29 0,0 0-33 0,0 0-31 15,1-3-15-15,-1 3-43 0,0 0-41 16,0 0-38-16,0 0-52 0,0 0-58 0,1-4-64 16,-1 4-57-16,0 0-57 0,0 0-44 0,0 0-44 0,0 0-57 15,0 0-73-15,0 0-391 0,-1 11-883 0,1-11 391 16</inkml:trace>
  <inkml:trace contextRef="#ctx0" brushRef="#br0" timeOffset="248330.2745">24777 11672 87 0,'0'0'340'0,"0"0"3"0,0 0 4 0,3 3 5 16,-3-3 12-16,0 0-1 0,0 0 3 0,0 0 10 15,0 0 9-15,0 0 18 0,0 0-4 0,0 0-4 16,0 0-13-16,8-7-5 0,-8 7-2 0,1-8-13 15,0 3-4-15,2 1-9 0,-2-4-8 0,2-1-14 16,-1-2-16-16,3-1-17 0,4-5-99 0,-5 2-195 16,2-2 0-16,5-1 0 0,1-6 0 0,1 2 0 0,-1-1 0 15,-1 1 0-15,-2 4 0 0,1-6 0 16,2-2 0-16,-3 0 0 0,-4-3 0 0,5 3 0 16,-5-2 0-16,3 0 0 0,-4 2 0 0,-3 1 0 0,-1 7 0 15,4-1 0-15,-4 6 0 0,1 2 0 0,2 1 0 16,-6 1 0-16,3 0 0 0,-1 3 0 0,2 1 0 15,-1 1 0-15,0 0 0 0,0 4 0 0,0-5 0 16,0 5 0-16,0-4 0 0,0 4 0 0,0 0 0 16,0 0 0-16,0 0 0 0,0 0 0 0,-5 23 0 15,4-11 0-15,0 5 0 0,-3 1 0 0,-3 6 0 0,2 0 0 16,1 4 0-16,-3-3 0 0,-1 0 0 16,0 2 0-16,4-1 0 0,-1-1 0 0,-1 1 0 15,1 3 0-15,1-5 0 0,0 2 0 0,2-1 0 0,0-7 0 16,2-2 0-16,0 1 0 0,2-6 0 0,2 2 0 15,3 1 0-15,2-2 0 0,0-4 0 0,0 0 0 16,1 0 0-16,4-2 0 0,3 0 0 0,-3-4 0 16,-1 0 0-16,2-3 0 0,-3 1 0 0,2-2 0 15,-4-2 0-15,0 1 0 0,-1-3 0 0,-1 0 0 16,-2-1 0-16,-1-2 0 0,-1 1 0 0,-4-1 0 16,0 0 0-16,-2-1 0 0,-4-2 0 0,-1 1 0 15,-1 1 0-15,-7 1 0 0,3 2 0 0,-4-2 0 16,1 2 0-16,0 4 0 0,0-2 0 0,-3 0 0 15,5 4 0-15,-1 0 0 0,5-2 0 0,0 3-513 16,-1 3-59-16,6-3-61 0,0 3-447 0,4-3-1168 16,-1 5 518-16</inkml:trace>
  <inkml:trace contextRef="#ctx0" brushRef="#br0" timeOffset="249082.116">25211 11528 99 0,'0'0'405'15,"2"-2"17"-15,-2 2 16 0,4-4 11 0,-4 4-2 16,0 0-10-16,0 0-9 0,0 0-11 0,0 0-10 0,0 0-10 16,0 0-19-16,0 0-18 0,0 0-21 0,0 0-18 15,0 0-21-15,0 0-19 0,3-2-25 0,-3 2-18 16,0 0-22-16,0 0-23 0,0 0-8 0,0 0-19 15,0 0-13-15,0 0-14 0,0 0-8 0,0 0-15 16,0 0-43-16,0 0-73 0,9 6 0 0,-6-6 0 16,-3 0 0-16,13 0 0 0,-5 0 0 0,3-3 0 15,3 1 0-15,-3 1 0 0,1 1 0 0,1-4 0 16,0 2 0-16,1-4 0 0,-1 3 0 0,1 0 0 16,-4-1 0-16,2 2 0 0,-1-4 0 0,-5 3 0 15,0-1 0-15,-1 1 0 0,-1-1 0 0,1 2 0 16,-2-1 0-16,-1 0 0 0,-1-1 0 0,-1 4 0 15,1-5 0-15,-1 5 0 0,0 0 0 0,-5-8 0 16,5 8 0-16,-10-2 0 0,6 1 0 0,4 1 0 16,-11-1 0-16,4 0 0 0,0 1 0 0,7 0 0 15,-13 2 0-15,5 0 0 0,-1 2 0 0,0 1 0 16,3 0 0-16,-2 2 0 0,-1 2 0 0,4 2 0 0,1-4 0 16,-1 3 0-16,1-1 0 0,0 0 0 15,3 0 0-15,-1 2 0 0,2 0 0 0,2-1 0 16,-1 1 0-16,3-3 0 0,1 2 0 0,3-2 0 15,2 0 0-15,-2-1 0 0,1 0 0 0,5 0 0 0,0 0 0 16,4-3 0-16,-5 0 0 0,3 0 0 0,1-3 0 16,1-1 0-16,-4 0 0 0,4-2 0 0,-5-1 0 15,1-2 0-15,-3 1 0 0,3-5 0 0,0 3 0 16,-2-4 0-16,-2 2 0 0,-1-1 0 0,0-1 0 16,0-4 0-16,-3 5 0 0,-1-1 0 0,-1 3 0 15,1-2 0-15,-1 0 0 0,-1-2 0 0,-2 7 0 16,-1-3 0-16,3 3 0 0,-1-1 0 0,1 3 0 15,-2-3 0-15,-1 1 0 0,0 4 0 0,0 0 0 16,0-4 0-16,0 4 0 0,0 0 0 0,0 0 0 16,2 10 0-16,0-5 0 0,-4 2 0 0,4 4 0 0,-1-1 0 15,-1-1 0-15,-1 0 0 0,1 1 0 16,-2 1 0-16,4-4 0 0,-2 1 0 0,0-1 0 16,0-1 0-16,1 0 0 0,0 0 0 0,1-1 0 0,-1 1 0 15,0-1 0-15,0-1 0 0,2 0 0 0,0-3 0 16,0 1 0-16,-3-2 0 0,10 0 0 0,-10 0-158 15,8-7-224-15,-1 3-44 0,-1-1-53 16,0-4-59-16,1 0-44 0,0-7-356 0,-1 2-1016 0,-1-3 449 16</inkml:trace>
  <inkml:trace contextRef="#ctx0" brushRef="#br0" timeOffset="249301.0239">25760 11376 189 0,'0'0'382'0,"5"-4"12"16,-5 4 30-16,0 0 24 0,0 0 17 0,4-3 0 15,-4 3-16-15,0 0-22 0,0 0-41 0,0 0-39 0,0 0-48 16,0 0-18-16,0 0-46 0,0 0-63 0,0 0-77 16,0 0-92-16,0 0-82 0,0 0-95 0,0 0-114 15,0 0-114-15,-2 14-351 0,4-12-816 16,-1 6 361-16</inkml:trace>
  <inkml:trace contextRef="#ctx0" brushRef="#br0" timeOffset="249660.9559">25907 11516 370 0,'0'0'508'0,"4"-4"27"0,-1 0 21 15,-3 4 10-15,3-7-1 0,-1 4-42 0,-1 1-31 16,-1 2-33-16,1-7-19 0,0 4-24 0,-1 3-29 16,0 0-35-16,0 0-37 0,0-5-33 0,0 5-32 15,0 0-27-15,0 0-25 0,0 0-22 0,0 0-19 16,0 0-13-16,0 0-14 0,-2 16-17 0,2-12-79 15,1 6-34-15,-1-5 0 0,0 2 0 0,0-1 0 16,1 0 0-16,-1 1 0 0,2-2 0 0,0 1 0 16,0 0 0-16,-1-1 0 0,0-1 0 0,0 1 0 15,3 0 0-15,-2-3 0 0,2 0 0 0,-4-2 0 16,8 0 0-16,-8 0 0 0,11 0 0 0,-5-2 0 16,-6 2 0-16,10-5 0 0,-4-1 0 0,1 2 0 15,-2 1 0-15,0 0 0 0,-1-2 0 0,2 3 0 0,-2-1 0 16,0 1 0-16,-3-1 0 0,3 2 0 15,-1-3 0-15,-3 4 0 0,5-1 0 0,-4-3 0 16,-1 4 0-16,3-3 0 0,-3 3 0 0,0 0 0 0,0 0 0 16,0 0 0-16,0 0 0 0,10 5 0 0,-9 1 0 15,2-4 0-15,-2 2 0 0,2 0 0 0,-1 1 0 16,1-1 0-16,2 2 0 0,-1-2 0 16,3 0 0-16,2 3 0 0,-1-2-84 0,5-1-238 0,-3-2-58 15,0 1-42-15,4-1-35 0,0-1-35 0,-2-1-18 16,1 0-8-16,-2-2-317 0,3-2-904 0,-4 0 401 15</inkml:trace>
  <inkml:trace contextRef="#ctx0" brushRef="#br0" timeOffset="250365.5938">26284 11552 673 0,'4'-4'59'0,"0"0"50"0,-3 2 34 0,0-4 27 15,1 4 33-15,-2 2 23 0,1-4 27 0,-1 4 22 16,1-4 15-16,-1 4 9 0,0 0 9 0,-1-5 6 16,1 5-4-16,0 0-3 0,0 0-10 0,5-1-13 15,-5 1-11-15,3-5-16 0,-3 5-22 0,4-6-16 16,-2 4-18-16,-1-1-13 0,-1 3-20 0,0 0-16 15,9 0-13-15,-9 0-18 0,0 0-14 0,8 3-8 0,-8-3-16 16,8 2-6-16,-6 4-8 0,1-5-6 0,1 3-9 16,-2 2 10-16,2-1-19 0,-3 0-3 15,-1 6-8-15,0-5 0 0,0 0-5 0,0-1-4 0,-2 2 3 16,0-2-5-16,-1 1-1 0,0 0-6 0,-2-1 1 16,0-1-20-16,0-1 10 0,1 2-4 0,-1-4-5 15,-2 3-6-15,2-3 4 0,5-1-2 0,-10 0 3 16,10 0 0-16,-9-2-4 0,4-1 5 0,0 2 4 15,2-3-6-15,1 1 0 0,-1-3 5 0,2 0-9 16,0 2 8-16,1-6 2 0,1 3 1 0,0-1-6 16,3 3 6-16,-3-1 11 0,3-4 9 0,0 5-3 15,0 0 1-15,-1-3 4 0,0 5 4 0,1-3-3 16,0 2 8-16,-2 2-2 0,-2 2-2 0,4-2-3 16,-4 2 8-16,8 7 9 0,-2 0 12 0,-1 0-1 15,0 6 8-15,2 3 10 0,-2 3 9 0,0 0 6 16,-1 8-42-16,2 1-46 0,-2 3 0 0,1 0 0 15,-1 2 0-15,-1 2 0 0,2-2 0 0,-3 1 0 16,2 0 0-16,-1 1 0 0,1-2 0 0,-1 0 0 0,1 5 0 16,-2-9 0-16,0 1 0 0,-1-1 0 15,-2-3 0-15,6 0 0 0,0-8 0 0,-5 0 0 16,1 0 0-16,2 1 0 0,-2-2 0 0,-1-6 0 0,0 0 0 16,0 0 0-16,0-2 0 0,0-5 0 0,3 2 0 15,-3 1 0-15,1-5 0 0,-1 2 0 16,0-4 0-16,-1 3 0 0,1-3 0 0,-3 7 0 15,3-7 0-15,0 0 0 0,0 0 0 0,0 0 0 0,0 0 0 16,-15-10 0-16,6 5 0 0,-4-8 0 0,-3 4 0 16,-3-6 0-16,1 5 0 0,-8-4 0 0,2 3 0 15,2-5 0-15,4 7 0 0,-2-1 0 0,4 0 0 16,1 0 0-16,6 2 0 0,0-1 0 0,0 0 0 16,0 1 0-16,3 0 0 0,3-4 0 0,3 3 0 15,2-3 0-15,3 0 0 0,4-4 0 0,9-3 0 16,4 1 0-16,5 0 0 0,2 2 0 0,17-8 0 15,-2 4 0-15,-7 5 0 0,-1 0 0 0,-3 1 0 16,3 0 0-16,-3 1 0 0,-2 1 0 0,-2 0 0 16,-2 2 0-16,-6 0 0 0,-5 2 0 0,-3 0 0 0,-3 0 0 15,-6 5-105-15,1-7-649 0,-5 4-468 0,-5-1-1325 16,1 0 586-16</inkml:trace>
  <inkml:trace contextRef="#ctx0" brushRef="#br0" timeOffset="252099.9571">27466 11386 80 0,'0'-5'356'0,"0"-5"-9"16,0 3 3-16,-2-4 0 0,4 0-3 0,-6 3 13 16,3 3 10-16,1-2 2 0,-1 2-1 0,0-1-8 15,1 0-6-15,-2 2-3 0,2 0-12 0,0 0-16 16,0 4-10-16,0-6-18 0,0 6-23 0,0-5-20 0,0 5-27 15,0 0-23-15,0 0-17 0,-5-2-3 16,5 2 11-16,0 0-11 0,-15 8-4 0,7 0-14 16,-3 0-3-16,-3 5-11 0,-5 4-4 0,1 0-148 15,-4 8-1-15,0-4 0 0,4 3 0 0,-3 4 0 0,0-2 0 16,1 2 0-16,2-1 0 0,7-3 0 0,0 4 0 16,2-5 0-16,1-4 0 0,6-1 0 0,-1 0 0 15,5 0 0-15,3-2 0 0,4 0 0 0,1-1 0 16,7-1 0-16,9 2 0 0,-3-3 0 0,0-1 0 15,7-3 0-15,-3-5 0 0,2-1-164 0,-7-3-112 16,8-2-31-16,-3-1-34 0,-7-1-35 0,1-1-32 16,1-3-34-16,-3-1-46 0,-1 0-32 0,-4 0-292 15,3-2-879-15,-3-1 389 0</inkml:trace>
  <inkml:trace contextRef="#ctx0" brushRef="#br0" timeOffset="252914.2823">27626 11630 300 0,'0'0'387'0,"0"0"22"0,9-6 13 0,-5 5-4 15,-4 1-24-15,9-1-25 0,-4-2-20 0,-1 1-19 16,1 1-21-16,1 0-26 0,1 0-25 0,0-1-30 16,-2 2-21-16,3-1-19 0,0 2-16 0,-2-1-17 0,3 3-16 15,-4 0-16-15,4 2-8 0,1 1-11 0,-1 1-9 16,-1 1-14-16,1 1-6 0,-3-2-7 0,-2 5-4 15,5 3-8-15,-6-3-7 0,-1 1-2 16,2-1-6-16,-4 0-9 0,0-2 1 0,-1 0-4 0,-3 0-4 16,0-2-3-16,2 0-4 0,-2-4-5 0,0 1-1 15,-4-3-1-15,4 2-1 0,1 0 4 16,-1-2 0-16,4-2-1 0,0 0-1 0,-12-5 2 16,11 1-3-16,-2 0 3 0,2-2 11 0,1 0 5 0,1-1 8 15,3-3 0-15,1-2-2 0,2 2-3 0,0 0 1 16,5-2 2-16,2 0-5 0,3 1 1 0,-2 1-2 15,4-1-1-15,-1 4-1 0,-1-1-1 0,-2 5-4 16,-4 0-1-16,1 0 1 0,-1 0-12 0,2 1 3 16,-3 2-2-16,-2 2 1 0,0-2-1 0,-2 2 0 15,3-1-4-15,-5 1 6 0,2 0-2 0,-2 0 4 16,1 0 2-16,-5-2-4 0,7 3-4 0,-5 2-1 16,2-4 0-16,-1 1 5 0,-3-2-3 0,2 2 3 15,2 0 3-15,-4-2 7 0,0 0 8 0,3 3-1 16,-3-3 25-16,0 0 8 0,2 3 13 0,-2-3 5 15,0 0 5-15,0 0 3 0,0 0 4 0,0 0 6 0,0 0-1 16,0 0-31-16,0 0-68 0,0 0 0 16,0 0 0-16,0 0 0 0,0 0 0 0,0 0 0 15,0 0 0-15,0 0 0 0,0 0 0 0,0 0 0 0,0 0 0 16,7 1 0-16,-6 3 0 0,-1-4 0 0,4 5 0 16,-2-1 0-16,2 1 0 0,0 0 0 0,0-1 0 15,-2 4 0-15,1-5 0 0,-1 4 0 0,1-1 0 16,0-1 0-16,-1 4 0 0,-1-5 0 0,1 1 0 15,1-1 0-15,0 1 0 0,-1-2 0 0,0 0 0 16,-1 1 0-16,0-2 0 0,-1-2 0 0,4 4 0 16,-4-4 0-16,0 0 0 0,0 0 0 0,0 0 0 15,12-5 0-15,-5-1 0 0,-3 1 0 0,1-1 0 16,2-1 0-16,-1-1 0 0,4-1 0 0,-3-1 0 16,-1 2 0-16,1-1 0 0,-1 0 0 0,0 0 0 0,2 1 0 15,-4 4 0-15,1-2 0 0,-4 2 0 16,4-1 0-16,-1 2 0 0,-3 0 0 0,-1 3 0 15,4-5 0-15,0 4 0 0,-4 1 0 0,0 0 0 16,1-4 0-16,-1 4 0 0,0 0 0 0,0 0 0 16,4 9 0-16,-5-4 0 0,2-1 0 0,-1 2 0 15,0-1 0-15,0 4 0 0,3-4 0 0,-3 4 0 16,2 0 0-16,2 0 0 0,-1-3 0 0,2 2 0 0,1-1-154 16,1 1-122-16,-2-3-48 0,5 0-47 0,-1-2-27 15,1 0-29-15,0-2-37 0,3-1-17 0,0 0-16 16,5-3-304-16,-7 0-866 0,3-3 384 0</inkml:trace>
  <inkml:trace contextRef="#ctx0" brushRef="#br0" timeOffset="253242.4741">28468 11561 228 0,'2'-7'256'0,"-1"4"20"0,-1-2-3 0,0 5 3 16,0-4-6-16,0 4 3 0,4-4-2 0,-4 4-11 15,1-5-9-15,-1 5-16 0,1-3-10 0,-1 3-17 16,0 0-6-16,0 0 13 0,0 0 4 0,-1 14-15 15,0-6-2-15,1 2-10 0,-2 0-4 0,4 0-8 16,-1 2 1-16,0 0-7 0,3 4-8 0,-1-4-9 16,0-2-3-16,3 3-9 0,0 1-11 0,0-1-3 15,1-1-3-15,-2-2-11 0,1 1-10 0,-1 0-5 16,4-3-7-16,-4-1-8 0,-1 1-13 0,-2-2-4 0,1-1-8 16,1 0-8-16,-2 1-2 0,0-3-8 15,-2 1-2-15,0-4-4 0,-4 7 3 0,-5-3-7 16,0-3-2-16,-9 0 0 0,-1 0-1 0,0 1-18 0,-3-5-20 15,-2 2-24-15,-3 0-21 0,8-1-23 0,-3-1-18 16,3 1-24-16,8 0-19 0,2 0-19 0,2 0-17 16,0-1-29-16,7 3-58 0,-2-3-41 15,2 3-38-15,0 0-37 0,23-4-39 0,-1 3-28 0,-4 0-264 16,10-3-764-16,4 2 337 0</inkml:trace>
  <inkml:trace contextRef="#ctx0" brushRef="#br0" timeOffset="253726.7679">28786 11476 237 0,'-1'-16'377'0,"-1"-1"28"0,0 0 24 0,-1 3 17 0,0 1 13 16,1 0 13-16,0 3-3 0,-2-2 16 0,4-1 7 15,-2 4 5-15,1 2 6 0,-3 1-9 0,4-1-11 16,-2 1-21-16,4 1-27 0,-4 0-28 0,2 5-22 15,0-5-131-15,0 5-254 0,0 0 0 0,0-4 0 16,0 4 0-16,0 0 0 0,0 0 0 0,0 0 0 16,0 20 0-16,0-11 0 0,0 7 0 0,-2 2 0 15,2-2 0-15,-2 4 0 0,4-2 0 0,-2 9 0 16,0-2 0-16,-2-5 0 0,2-1 0 0,0 2 0 16,-1-4 0-16,1-1 0 0,0-4 0 0,-1 2 0 15,1-3 0-15,-1 0 0 0,1 0 0 0,0 0 0 0,1-4 0 16,-1-1 0-16,1 0 0 0,0-1 0 15,-1 0 0-15,2-1 0 0,-2-4 0 0,2 4 0 16,2-4 0-16,-4 0 0 0,13 0 0 0,-3-2 0 16,-1-3 0-16,0 1 0 0,3-2 0 0,-1-1 0 0,8-3 0 15,-6 0 0-15,2 2 0 0,1-2 0 0,-6 3 0 16,7-1 0-16,-7 2 0 0,-6 2 0 16,5 0 0-16,-4-1 0 0,1 2 0 0,-1 0 0 0,-1 3 0 15,1-4 0-15,0 3 0 0,-5 1 0 0,0 0 0 16,9-2 0-16,-9 2 0 0,3 5 0 0,-1 0 0 15,2-1 0-15,-4 4 0 0,4-2 0 16,-3 2 0-16,4 0 0 0,-1 0 0 0,0-2 0 0,-3 1 0 16,3 1 0-16,-3-2 0 0,5-2-192 0,-4 2-329 15,-2 0-49-15,5-3-38 0,0 1-442 0,-1-1-1138 16,4-1 503-16</inkml:trace>
  <inkml:trace contextRef="#ctx0" brushRef="#br0" timeOffset="254148.5444">29169 11623 90 0,'0'0'290'0,"0"0"8"0,0 0 10 15,0 0 9-15,0 0-7 0,0 0-1 0,0 0-13 16,0 0-7-16,0 0-3 0,0 0-1 0,0 0-6 16,0 0-10-16,0 0-13 0,0 0-10 0,4 5-14 15,-4-5-12-15,0 0-15 0,0 0-18 0,0 0-17 16,0 0-15-16,0 4-11 0,0-4-5 0,0 0-8 15,1 3-2-15,-1-3-9 0,7 1-11 0,-7-1 0 0,7 3 4 16,-1-3-3-16,-6 0-11 0,9 0-7 0,-4 0-8 16,4-2-6-16,-4 1-7 0,3 0-4 15,-3 0-2-15,4-3-9 0,-3 0-5 0,-2 2-5 16,1 0-4-16,2-3 0 0,-3 2-2 0,-2-1 4 0,3 0-4 16,-2 2 1-16,-1-2-9 0,-2 1-2 15,0 3-9-15,0 0 4 0,0-6-5 0,0 6-5 16,-2-4-2-16,-2 2-2 0,4 2 0 0,-9-3 0 15,4 3-8-15,5 0 5 0,-12 0-2 0,7 0-3 0,-1 3 5 16,-2-1-5-16,3 0 1 0,1 3-3 0,-1 1-1 16,-2-1 4-16,4 5-6 0,-3-2-17 0,4 3-11 15,2-2-23-15,0 1-16 0,0 1-20 0,4-3-24 16,-2 3-36-16,3-3-30 0,2 0-41 0,2-1-34 16,0 1-27-16,1-2-42 0,2-1-40 0,1-2-38 15,3-2-27-15,2 0-342 0,-1-3-833 0,2-4 369 16</inkml:trace>
  <inkml:trace contextRef="#ctx0" brushRef="#br0" timeOffset="254601.5605">29544 11622 151 0,'7'-1'232'0,"-7"1"9"0,0 0-2 0,0 0 0 15,0 0-2-15,0 0-5 0,0 0 4 0,0 0 6 16,10 0 1-16,-10 0 5 0,3-3-1 0,-3 3 4 15,0 0 2-15,7-2-2 0,-7 2 0 0,7 0-7 16,-7 0-16-16,7-4-14 0,-2 3-13 0,1-1-8 16,0-1-6-16,0 2-10 0,2 0-14 0,-2 1-13 15,3-3-13-15,-2 2 0 0,2 0-10 0,-2 2-10 16,-2-2-11-16,-5 1-10 0,12 1-14 0,-6 0-5 16,-2 2-12-16,0-2-4 0,-1 1-8 0,0 3-5 15,1 0-3-15,-1 1-4 0,-2-1-7 0,-5 2-1 16,4 0 0-16,0 0-2 0,-4 2-4 0,-1 1-3 15,-3-5 2-15,6 5-4 0,-11-4-2 0,2 2-1 16,2-2 1-16,-3 1-3 0,3-3-1 0,0-1 4 16,-5-1-1-16,4 0 1 0,-3-2 2 0,2 0-1 15,1-1 9-15,-2-2-15 0,2 0 2 0,1 0-4 16,0-3 8-16,1 3-3 0,3-2-3 0,1-1-2 0,-1 0 8 16,1 0-11-16,-1-3 0 0,4 4-9 15,1-3 3-15,-1-1-17 0,2-2-16 0,0 3-19 16,4-2-28-16,-1 1-28 0,4-1-32 0,-3 2-27 15,3 1-38-15,3 1-25 0,-2-2-25 0,3 2-13 0,0 3-17 16,4-5-22-16,-1 1-19 0,-3 6-16 16,0-2-8-16,0-2-6 0,-1 2-13 0,2 2-225 15,-6-5-638-15,0-1 282 0</inkml:trace>
  <inkml:trace contextRef="#ctx0" brushRef="#br0" timeOffset="254914.7098">29645 11393 150 0,'-5'-9'259'0,"0"-3"15"0,3 4 22 0,0-5 17 15,2 3 14-15,-4 0 20 0,3-2 9 0,0 3 8 16,1-2 6-16,0 4 12 0,-1-3 3 0,1 4 15 16,0-1-6-16,1 2 2 0,0-1-10 0,-1 2-2 15,0-1-15-15,0 5-14 0,1-5-23 0,-1 5-21 16,0-5-28-16,0 5-23 0,0 0-26 0,-1-5-26 16,1 5-152-16,0 0-56 0,0 0 0 0,0 0 0 15,0 0 0-15,-1 19 0 0,1-8 0 0,0-2 0 16,0 3 0-16,1 1 0 0,-1-1 0 0,1 7 0 15,1-1 0-15,0 1 0 0,-2-1 0 0,2 1 0 16,0-2 0-16,-1 2 0 0,1-1 0 0,0-1 0 16,-2 0 0-16,0-5 0 0,3 1 0 0,-1-1 0 15,-2-2 0-15,2-1 0 0,-2 1 0 0,2-3 0 16,-1-1 0-16,-1-1 0 0,0 0 0 0,0 1 0 16,2-3 0-16,-2-3 0 0,2 9-355 0,2-8-96 15,1 3-44-15,-5-4-61 0,9 2-42 0,0-2-358 16,-9 0-1036-16,18-1 458 0</inkml:trace>
  <inkml:trace contextRef="#ctx0" brushRef="#br0" timeOffset="255164.4784">29930 11688 288 0,'4'4'385'0,"-1"-2"19"0,-2 2 36 0,2-1 34 15,-3-3 18-15,2 4-11 0,-2-4-21 0,0 0-30 16,3 1-43-16,-3-1-32 0,0 0-37 0,0 0-36 15,0 0-19-15,0 0-29 0,0 0-26 16,0 0-32-16,0 0-48 0,0 0-46 0,0 0-53 0,0 0-60 16,0 0-60-16,0 0-77 0,0 0-67 0,0 0-55 15,0 0-78-15,-5-10-91 0,5 10-320 0,0 0-845 16,0 0 374-16</inkml:trace>
  <inkml:trace contextRef="#ctx0" brushRef="#br0" timeOffset="266109.536">5912 12443 230 0,'0'0'335'0,"1"-5"-5"16,-1 5-10-16,0-5 2 0,0 5 8 0,0 0-7 15,0-6-12-15,0 6 5 0,-1-4-4 16,1 4 5-16,-2-4 4 0,2 4 4 0,0 0-2 0,0 0-4 16,0 0-15-16,-1-5-15 0,1 5-5 0,0 0-11 15,0-3-12-15,0 3-12 0,0 0-9 0,0 0-7 16,1-4-3-16,-1 4-9 0,0 0-8 0,0 0-11 16,0 0-13-16,0 0-19 0,0 0-71 0,0 0-99 15,0 0 0-15,0 0 0 0,0 0 0 0,3 16 0 16,-2-7 0-16,-1 0 0 0,1 5 0 0,-1 2 0 15,2 3 0-15,-1 0 0 0,2 5 0 0,-1-4 0 16,1 7 0-16,0 0 0 0,1 1 0 0,-3-2 0 16,1 1 0-16,-4-1 0 0,4 1 0 0,-4 4 0 0,4-5 0 15,-5 1 0-15,3-7 0 0,0-1 0 16,-1 5 0-16,1-5 0 0,0-2 0 0,-1 2 0 16,1-1 0-16,0 0 0 0,0-2 0 0,1-4 0 0,0 0 0 15,-1-1 0-15,3 0 0 0,-2-4 0 0,2-1 0 16,-3 1 0-16,3-2 0 0,-1 0 0 0,-1-2 0 15,-1 1 0-15,0-4 0 0,3 7 0 0,-2-6 0 16,-1-1 0-16,0 0 0 0,0 5 0 0,0-5 0 16,0 0 0-16,0 0 0 0,4-12 0 0,-3 6-192 15,-1 0-372-15,1-4-86 0,1 0-482 0,-2-3-1224 16,2 3 542-16</inkml:trace>
  <inkml:trace contextRef="#ctx0" brushRef="#br0" timeOffset="266625.341">5900 12491 245 0,'4'-6'388'0,"-2"-1"20"0,1 2-16 0,-2-2 1 15,1 0 0-15,0 1-2 0,-1-3-1 0,1 3-3 16,-1 0-6-16,2-4-9 0,-2 3-7 0,3-1-11 16,-1-1-7-16,1 0-15 0,0 0-17 0,1-2-19 15,2 1-16-15,2 1-17 0,3-2-15 0,0-3-9 16,3 1-13-16,1 2-5 0,5-4-9 0,-4 2-8 16,2 2-55-16,0 3-149 0,0 0 0 0,2-1 0 15,-2 5 0-15,0-2 0 0,2 1 0 0,-1 0 0 16,-2 3 0-16,1 2 0 0,-1 1 0 0,0 0 0 15,0 5 0-15,-8-1 0 0,7 2 0 0,-7 1 0 16,-1 4 0-16,1 3 0 0,0 1 0 0,-5 1 0 16,-2-3 0-16,-1 4 0 0,-4-2 0 0,-3 2 0 15,-4 0 0-15,-4 6 0 0,-5-5 0 0,-2 5 0 16,-6-6 0-16,2 0 0 0,-3-1 0 0,-5-2 0 16,5-2 0-16,2-2 0 0,-2-2 0 0,8-2 0 15,2 1 0-15,-1-5 0 0,8 1 0 0,-3-2 0 16,4-1 0-16,4 1 0 0,-4-2 0 0,9 0 0 15,-7 0 0-15,7 0 0 0,-7 0 0 0,7 0 0 16,-5-2 0-16,5 2 0 0,0 0 0 0,-3-5 0 0,3 5 0 16,0 0 0-16,8-5 0 0,-4 2 0 0,2 2 0 15,-6 1 0-15,13 0 0 0,-8 1 0 0,3 1 0 16,0 0-391-16,-1 0-249 0,1 3-57 16,-3-3-381-16,-1 3-1166 0,0-1 516 0</inkml:trace>
  <inkml:trace contextRef="#ctx0" brushRef="#br0" timeOffset="267203.8094">5606 13297 200 0,'-4'3'313'0,"0"0"-21"0,4-3-5 15,-10 2-5-15,10-2-4 0,-6 3 6 16,-1-4 2-16,7 1-5 0,-9 1-1 0,9-1 1 15,-11 1-5-15,11-1-4 0,-9 0-3 0,4 2-2 0,5-2-7 16,-8 1-3-16,4-1-3 0,4 0-10 0,-8 2-3 16,8-2-4-16,0 0 0 0,-8 0 0 15,8 0 0-15,0 0-6 0,0 0-9 0,0 0 3 16,-8 0-5-16,8 0-3 0,0 0-5 0,0 0 1 0,0 0-10 16,0 0-107-16,0 0-96 0,0 0 0 0,0 0 0 15,28-2 0-15,-12 1 0 0,14-1 0 16,1 0 0-16,1 0 0 0,20-3 0 0,-1 2 0 0,3 0 0 15,4 0 0-15,3 0 0 0,4-3 0 0,26 2 0 16,-28-1 0-16,3 1 0 0,0-3 0 0,-4 6 0 16,-5-5 0-16,0 2 0 0,-4 0 0 0,-12 3 0 15,0-2 0-15,-9 2 0 0,-3-4 0 0,-9 5 0 16,0-2 0-16,-6 2 0 0,-4-1 0 0,-2 1 0 16,0-1 0-16,-3 0 0 0,3 1 0 0,-2-2 0 15,-6 2 0-15,6-1 0 0,-6 1 0 0,0 0 0 16,0 0 0-16,0 0 0 0,0 0 0 0,0 0 0 15,0 0 0-15,0 0 0 0,0 0 0 0,0 0-480 16,-24 3-139-16,16-1-43 0,-1-1-410 0,-2 3-1161 16,-1 0 514-16</inkml:trace>
  <inkml:trace contextRef="#ctx0" brushRef="#br0" timeOffset="268033.0177">5827 13685 170 0,'0'0'474'0,"0"0"16"0,0 0 23 0,0 0 8 16,0 0-6-16,0 0-4 0,0 0-16 0,0 0-3 16,0 0-19-16,0 0-18 0,0 0-26 0,0 0-25 15,0 0-35-15,0 0-26 0,0 0-27 0,0 0-27 16,0 0-20-16,0 0-32 0,14 5-11 0,-11-1-26 16,-2-1-200-16,4 2 0 0,-5 1 0 0,7 0 0 15,-2 2 0-15,1 0 0 0,-1 5 0 0,-1-5 0 16,4 9 0-16,-2-2 0 0,-1-1 0 0,4 2 0 15,-5-1 0-15,2 0 0 0,-3-5 0 0,1 6 0 16,-3-5 0-16,-1 0 0 0,0-2 0 0,0 4 0 0,-1-7 0 16,0 5 0-16,-2-2 0 0,-1 0 0 15,0-3 0-15,0 0 0 0,1 0 0 0,-4-1 0 16,2-1 0-16,0-1 0 0,2-1 0 0,0 1 0 16,3-3 0-16,0 0 0 0,-12-3 0 0,12 3 0 0,-5-4 0 15,4-1 0-15,2 0 0 0,-1 0 0 0,0-1 0 16,5-3 0-16,0-1 0 0,2 1 0 15,-2 0 0-15,2-2 0 0,1 2 0 0,1 0 0 0,0 2 0 16,0 0 0-16,1 1 0 0,0 0 0 0,3 1 0 16,-1 0 0-16,-2 2 0 0,3-1 0 0,-1 3 0 15,0 1 0-15,2 0 0 0,-4 0 0 0,4 2 0 16,-2 2 0-16,-2-1 0 0,0 2 0 0,0 1 0 16,-2 0 0-16,1 3 0 0,-3-2 0 0,0 3 0 15,0-4 0-15,-2 4 0 0,-2-5 0 0,0 3 0 16,-2 0 0-16,0 0 0 0,0 0 0 0,-2-3 0 15,0 0 0-15,-2 1 0 0,3-3 0 0,-1 1 0 16,1-1 0-16,1-3 0 0,-1 4 0 0,1-4 0 16,0 0 0-16,0 0 0 0,0 0 0 0,0 0 0 0,0 0 0 15,5-14 0-15,-1 9 0 0,0 1 0 16,2-1 0-16,-1-1 0 0,0-1 0 0,0 4 0 16,2-3 0-16,2 1 0 0,-3 1 0 0,0 1 0 15,2 3 0-15,0-4 0 0,-2 4 0 0,4 0 0 0,2 2 0 16,-6 0 0-16,3 1 0 0,-1 1 0 0,0 0 0 15,-1 3 0-15,2-1 0 0,-5 2 0 16,4-1 0-16,-2-1 0 0,-2 0 0 0,-3 2 0 0,3-1 0 16,0-1 0-16,-4 0 0 0,1 0 0 0,-1 0 0 15,-1-1 0-15,1 0 0 0,1-2 0 0,-1 1 0 16,0-4 0-16,0 7 0 0,0-7 0 0,1 1 0 16,-1-1 0-16,0 0 0 0,0 0 0 0,11-13 0 15,-5 7-157-15,-1-2-391 0,-1-1-68 0,4-1-51 16,-3-2-368-16,2-4-1119 0,-4 4 495 0</inkml:trace>
  <inkml:trace contextRef="#ctx0" brushRef="#br0" timeOffset="268596.0641">6241 13545 326 0,'0'0'335'0,"4"-1"6"16,-4 1-3-16,0 0 0 0,4-3 5 0,1 2-3 16,-5 1 2-16,0 0-2 0,14 1-10 0,-10 1-10 15,1-1-7-15,0 0-9 0,-1 0-16 0,1 1-6 16,3 1-24-16,-2 0-14 0,1 1-14 0,-2 0-18 15,0-1-21-15,0 2-16 0,-1-2-13 0,-1 4-19 16,0-4-10-16,1 2-21 0,-1 1 1 0,-2 0-16 16,-1-4-18-16,1 3 1 0,-2-1-11 0,1-4-2 0,-4 7-9 15,1-6-9-15,1 3 1 0,-2-2-3 0,-1 0-7 16,1 1 1-16,4-3-6 0,0 0 2 0,-14-3-7 16,14 3 8-16,-6-3 11 0,3 1 17 0,-2-2 5 15,4 0 19-15,-2-1-14 0,2 2 5 0,1-3 1 16,-1 1-76-16,2-1-6 0,0 0 0 0,-1 3 0 15,4-4 0-15,-4 3 0 0,5-1 0 0,-1 0 0 16,0 0 0-16,0 3 0 0,-1-2 0 0,0 1 0 16,1 1 0-16,-4 2 0 0,10-2 0 0,-6 0 0 15,-4 2 0-15,0 0 0 0,9 4 0 0,-7-3 0 16,1 1 0-16,-2 2 0 0,-1-4 0 0,3 5 0 16,-2-1 0-16,-2-1 0 0,1-3 0 0,-1 8 0 15,-2-6 0-15,-1 3 0 0,-1-2 0 0,1 1 0 16,0-1 0-16,-5-1 0 0,6 0 0 0,-3 0 0 15,6-2 0-15,-10 0 0 0,10 0 0 0,-11-2-25 16,7 0-173-16,0-2-32 0,0 1-34 0,4 0-48 16,0-3-37-16,0 1-36 0,0 5-54 0,3-11-51 15,-2 5-427-15,2 0-993 0,-3 0 440 0</inkml:trace>
  <inkml:trace contextRef="#ctx0" brushRef="#br0" timeOffset="269472.7407">7581 13175 335 0,'-7'-1'348'0,"7"1"-6"0,0 0 5 0,-5-1-7 16,5 1-4-16,0 0-2 0,-10 0 4 0,10 0 2 15,-8 1 2-15,8-1 2 0,-6 0-4 0,6 0 12 16,0 0 5-16,-8 1 0 0,8-1 1 0,0 0 0 15,-5 2 0-15,5-2 4 0,0 0-1 0,0 0-2 16,0 0-22-16,0 0 0 0,0 0-128 0,0 0-209 16,0 0 0-16,14-6 0 0,-4 3 0 0,3-3 0 15,4 3 0-15,3 0 0 0,1-2 0 0,-2 2 0 16,3-1 0-16,-2 0 0 0,1 2 0 0,0-1 0 16,-3 0 0-16,-4 1 0 0,-1 1 0 0,-3 0 0 15,-1-1 0-15,3-1 0 0,-6 3 0 0,2-1 0 0,-8 1 0 16,6 0 0-16,-6 0 0 0,0 0 0 0,8 0 0 15,-8 0 0-15,0 0 0 0,0 0 0 0,0 0 0 16,-12 7-151-16,3-4-425 0,-1 3-39 16,1-1-23-16,0 3-398 0,-1-1-1121 0,1 1 496 0</inkml:trace>
  <inkml:trace contextRef="#ctx0" brushRef="#br0" timeOffset="269754.1898">7628 13309 25 0,'-4'3'260'0,"0"1"29"16,0-1 19-16,4-3 23 0,-2 4 33 0,-2-2 18 15,4-2 19-15,0 0 11 0,-1 3 14 0,1-3 4 16,0 0 3-16,-3 4 10 0,3-4-3 0,0 0-6 16,0 0-12-16,0 0-21 0,0 0-13 0,13 2-20 15,-5-3-15-15,-2 1-21 0,7 0-23 0,-1-3-69 16,0 3-240-16,1 0 0 0,2 0 0 0,4-2 0 0,-1 1 0 16,1-2 0-16,2 1 0 0,1 1 0 15,-2-1 0-15,2 1 0 0,-2-1 0 0,-1 1 0 16,1 1 0-16,-3 1 0 0,-4-1 0 0,0 2 0 15,-1-2 0-15,0 1 0 0,-1 2 0 0,-4-2 0 0,1 0 0 16,-2-1 0-16,2 1 0 0,-3-1 0 16,-5 0 0-16,8 2 0 0,-8-2 0 0,4 1 0 15,-4-1 0-15,0 0-259 0,0 0-243 0,0 0-52 0,-16-7-45 16,11 4-448-16,1 0-1133 0,-2 0 502 0</inkml:trace>
  <inkml:trace contextRef="#ctx0" brushRef="#br0" timeOffset="270488.4965">8719 12473 185 0,'-4'-4'324'0,"4"4"4"0,-1-3 5 0,1 3 19 16,-1-5 14-16,1 5 7 0,0 0 10 0,-1-6 8 16,1 6 2-16,0-5-2 0,0 5-2 0,2-6-8 15,-2 6 4-15,0-5-12 0,0 5 0 0,0-4-11 16,0 4-20-16,1-3-6 0,-1 3-13 0,0 0-17 16,0 0-18-16,2-3-23 0,-2 3-20 0,0 0-241 15,0 0-4-15,0 0 0 0,0 0 0 0,0 0 0 16,0 0 0-16,0 0 0 0,0 18 0 0,0-9 0 15,1 3 0-15,-1-2 0 0,3 6 0 0,-2 4 0 16,2-1 0-16,0 1 0 0,2 6 0 0,-3 0 0 16,0-1 0-16,-1 2 0 0,1-2 0 0,-1 0 0 15,-1-5 0-15,0 0 0 0,-1 5 0 0,-2-6 0 0,2 0 0 16,0-1 0-16,-2-1 0 0,-1 0 0 16,2-2 0-16,-2-5 0 0,3 1 0 0,-1-2 0 0,2 1 0 15,-1-4 0-15,1 1 0 0,-1-1 0 0,1 0 0 16,0-2 0-16,0 1 0 0,0-1 0 0,0-4 0 15,4 5 0-15,-3-4 0 0,-1-1 0 0,6 3 0 16,-1-2 0-16,-5-1 0 0,11 1 0 0,-11-1 0 16,9-4 0-16,-4 3 0 0,2-1 0 0,1-2-114 15,-3-1-516-15,3-3-56 0,1-1-442 0,-2-1-1220 16,1-1 541-16</inkml:trace>
  <inkml:trace contextRef="#ctx0" brushRef="#br0" timeOffset="270956.9593">9077 12623 391 0,'8'-7'472'15,"-3"0"25"-15,-1-1 16 0,1 4-1 0,-5-2-4 16,5 0-17-16,-4 3 2 0,3-2-27 0,-1 0-18 0,-2 2-19 16,-1 3-21-16,1-4-30 0,-1 4-24 15,0 0-33-15,0 0-19 0,-5-3-12 0,5 3-20 16,0 0-17-16,-20 8-12 0,9-5-87 0,0 6-154 0,2-1 0 15,-4 2 0-15,-2 1 0 0,1 2 0 0,-3 2 0 16,2-1 0-16,0 0 0 0,-1-1 0 0,0 1 0 16,0-1 0-16,1-1 0 0,-2 1 0 0,2-2 0 15,6-3 0-15,0-2 0 0,-1-1 0 0,3-1 0 16,2 2 0-16,1-5 0 0,1 3 0 0,0-2 0 16,-2 1 0-16,5-3 0 0,-2 4 0 15,2-4 0-15,0 0 0 0,-4 4 0 0,4-4 0 0,0 0 0 16,0 0 0-16,7 3 0 0,-2-2 0 0,0 2 0 15,3 3 0-15,-3-2 0 0,3-1 0 0,2 1 0 16,2 3 0-16,-2 0 0 0,4 4 0 0,-5-3 0 16,9 3 0-16,-7-2 0 0,3 6 0 0,-1-5 0 15,-5 1 0-15,3 1 0 0,-2-4 0 0,0 1 0 16,-1 1 0-16,1-4 0 0,-3 4 0 0,1-3 0 16,-3 3 0-16,-1-6 0 0,4 2 0 0,-5 0 0 15,3-1 0-15,-3-1 0 0,0 1 0 0,2-2 0 16,-3 1 0-16,-1-1 0 0,4-1 0 0,-4-2 0 15,4 3 0-15,-4-3 0 0,5 2 0 0,-5-2 0 16,0 0 0-16,10-6-214 0,-6 2-381 0,1 1-54 16,3 0-474-16,1-5-1215 0,0 1 538 0</inkml:trace>
  <inkml:trace contextRef="#ctx0" brushRef="#br0" timeOffset="271488.2148">9297 12893 124 0,'5'-4'402'0,"-5"4"15"0,0-4 16 0,0 4 7 16,0 0 1-16,4-2 5 0,-4 2 6 0,0 0-4 16,0-5 11-16,0 5-13 0,0-4-2 0,0 4-9 15,0 0-10-15,0 0-9 0,-4-5-18 0,4 5-25 16,0 0-6-16,-1-5-24 0,1 5-14 0,0 0-176 15,0 0-153-15,-4-2 0 0,4 2 0 0,0 0 0 16,0 0 0-16,0 0 0 0,-3-3 0 0,3 3 0 16,0 0 0-16,0 0 0 0,0 0 0 0,0 0 0 15,0 0 0-15,0 0 0 0,0 0 0 0,-1 10 0 16,0-5 0-16,-2 1 0 0,-2 2 0 0,4 2 0 16,1 0 0-16,0 1 0 0,-3 3 0 0,3-2 0 15,-1 3 0-15,0 2 0 0,-3 1 0 0,4-1 0 16,0 0 0-16,0 0 0 0,0-1 0 0,0 0 0 15,0-3 0-15,4 4 0 0,-3-6 0 0,-1-1 0 16,4 4 0-16,1-4 0 0,0-1 0 0,0-3 0 0,3 0 0 16,1-1 0-16,4-1 0 0,-3 0 0 0,3-2 0 15,-2-1 0-15,1-4 0 0,2 0 0 0,-4-1 0 16,3 1 0-16,-2-3 0 0,0-3 0 0,-1 3 0 16,-3-2 0-16,-2 5 0 0,3-5 0 0,-4 1 0 15,0 2 0-15,-2-2 0 0,0 1 0 16,0 3 0-16,-4-3 0 0,-1 0 0 0,-2 2 0 0,-1 2 0 15,-1-3 0-15,-1 5 0 0,-4-2 0 0,0 3 0 16,-4-1 0-16,-1 4 0 0,-2-1 0 0,6 0 0 16,-6 2 0-16,2-3 0 0,2 3 0 0,2-3 0 15,3 0 0-15,-2 1 0 0,2 2-144 0,1-3-560 16,0 0-521-16,4 2-1325 0,-1-3 587 0</inkml:trace>
  <inkml:trace contextRef="#ctx0" brushRef="#br0" timeOffset="272505.0476">10365 12509 137 0,'5'-5'356'0,"2"1"-2"16,-2-2-3-16,0 3-1 0,5-3 2 0,-6-1 3 16,0 2-6-16,4 1 3 0,-3-3-2 0,0 4-1 15,0-1 0-15,0-1 5 0,-2 2-21 0,1-3-2 16,-2 4-10-16,1-2-15 0,-2 2-12 0,-1 2-12 16,4-4-17-16,-4 4-14 0,0 0-15 0,-1-7-25 15,1 7-3-15,-7-2-5 0,2-1-10 0,-3 2-11 16,-2 1-16-16,-3 1-115 0,-1 1-51 0,0-1 0 15,-5-1 0-15,-3 1 0 0,-1 0 0 0,2 0 0 16,-7 2 0-16,7 1 0 0,1-1 0 0,-1-1 0 16,2 1 0-16,1-2 0 0,5 0 0 0,1 0 0 15,1 1 0-15,6-1 0 0,-4-1 0 0,5 0 0 16,4 0 0-16,-10 3 0 0,10-3 0 0,-10 0 0 0,10 0 0 16,-5-3 0-16,5 3 0 0,0 0 0 0,0 0 0 15,-8 3 0-15,8-3 0 0,0 0 0 16,0 0 0-16,0 0 0 0,0 0 0 0,-6 3 0 0,6-3 0 15,0 0 0-15,0 0 0 0,0 0 0 0,0 0 0 16,1 6 0-16,-1-6 0 0,4 6 0 0,-3 3 0 16,0-5 0-16,3 6 0 0,1-2 0 0,-2 4 0 15,-1 0 0-15,6 3 0 0,-5 0 0 0,3 3 0 16,-2 2 0-16,2-2 0 0,-1 9 0 0,-1-2 0 16,1 3 0-16,3 0 0 0,-7 0 0 0,4 2 0 15,-1 3 0-15,0-2 0 0,1 1 0 0,-1 3 0 16,-4 11 0-16,1 1 0 0,-2-11 0 0,2-1 0 15,-2-2 0-15,1 13 0 0,-1 2 0 0,-2-16 0 16,3 4 0-16,0 10 0 0,0-14 0 0,-1 2 0 0,-2-2 0 16,2-1 0-16,1 3 0 0,0-6 0 15,0 2 0-15,0-5 0 0,0 4 0 0,0-6 0 0,0-3 0 16,1-2 0-16,-1 0 0 0,0 0 0 0,3-2 0 16,-6-1 0-16,6-3 0 0,1-2 0 0,-4 3 0 15,1-5 0-15,-2 3 0 0,2-5 0 0,-1 1 0 16,0-2 0-16,0 0 0 0,0-1 0 0,1-2 0 15,-1-2 0-15,3 5 0 0,-3-5 0 0,0 0 0 16,1 2 0-16,-1-2 0 0,4 4 0 0,-4-4 0 16,0 0 0-16,10-1 0 0,-10 1 0 0,13-5 0 15,0 1 0-15,-2 2 0 0,6-2 0 0,2 3 0 16,1-4 0-16,7 1 0 0,1 0 0 0,3 1 0 0,-3 0 0 16,9 1 0-16,-6-1 0 0,0-2 0 0,-3 4 0 15,-8 1 0-15,-1-2 0 0,3 4 0 0,-7-2 0 16,-3 0 0-16,1 0 0 0,-3 0 0 0,-5 3 0 15,3-2 0-15,-2-1 0 0,-2 2 0 0,-4-2 0 16,8 0 0-16,-8 0 0 0,4 4 0 0,-4-4 0 16,0 0 0-16,0 0 0 0,0 0 0 0,0 0 0 15,0 0 0-15,0 0 0 0,-27-4 0 0,22 1 0 16,-2 0 0-16,-2-2-178 0,4 3-1158 0,0-6-1447 16,0-2 640-16</inkml:trace>
  <inkml:trace contextRef="#ctx0" brushRef="#br0" timeOffset="273069.0324">11738 12702 91 0,'0'-2'431'0,"5"-4"13"0,-2 3 9 0,-2-2 4 0,4 1 4 16,-3 1 17-16,1 0-27 0,0 0-4 0,-3 3-16 15,2-5-16-15,-2 5-22 0,4-3-15 0,-3 0-25 16,-1 3-20-16,0 0-20 0,3-2-19 0,-3 2-15 16,0 0-15-16,0 0-19 0,0 0-12 0,0 0-19 15,0-5-11-15,0 5-73 0,0 0-130 0,0 0 0 16,0 0 0-16,0 0 0 0,0 0 0 0,0 0 0 16,0 0 0-16,0 0 0 0,0 0 0 0,0 0 0 15,-4 11 0-15,2-6 0 0,0 2 0 0,0 1 0 16,-1 2 0-16,0 2 0 0,1-1 0 0,1 5 0 0,-4 2 0 15,1 1 0-15,0-1 0 0,0-3 0 0,2 3 0 16,-1 0 0-16,-1 2 0 0,3-2 0 16,-2-1 0-16,1-1 0 0,-2 0 0 0,3-3 0 15,-2-3 0-15,2 0 0 0,0 0 0 0,1-4 0 0,0 4 0 16,0-3 0-16,-3-3 0 0,6 2 0 0,-2-1 0 16,0 0 0-16,-1 0 0 0,3-1 0 0,-2 1 0 15,3-3 0-15,-2 2 0 0,2 0 0 0,0-1 0 16,-1-2 0-16,-3-1 0 0,9-1 0 0,-9 1 0 15,5-3 0-15,0-2 0 0,-3 2-160 0,-2 1-494 16,1-2-576-16,-1 4-1332 0,0-10 590 0</inkml:trace>
  <inkml:trace contextRef="#ctx0" brushRef="#br0" timeOffset="273679.1416">11071 13341 255 0,'-10'1'274'16,"3"-1"-1"-16,7 0-8 0,0 0-6 0,-9 0 0 0,9 0-12 15,-7-1-3-15,7 1 2 0,0 0 6 16,-8-1-4-16,8 1-4 0,0 0-5 0,-5-1-12 15,5 1 4-15,0 0-13 0,0 0-7 0,0 0-7 0,0 0-9 16,0 0-6-16,0 0-5 0,0 0-4 0,0 0 3 16,0 0-4-16,0 0-5 0,0 0-4 0,0 0-12 15,0 0-8-15,0 0-7 0,0 0-1 0,24 2 1 16,-7 0 2-16,2 0-6 0,9 0-3 0,5-1-6 16,2 1-6-16,4-4 1 0,19-1-5 0,1 1 2 15,5 1-9-15,28-8-3 0,6 3-9 0,-2 1-3 16,2-5-9-16,4 1-36 0,2 0-53 0,2-3 0 15,-6-1 0-15,0 2 0 0,-6-2 0 0,-1 1 0 16,-30 5 0-16,2-1 0 0,25-4 0 0,-34 6 0 16,-1 1 0-16,-16 2 0 0,-4 1 0 0,-1-3 0 15,-7 2 0-15,-5 1 0 0,-4 2 0 0,-8-1 0 16,2 2 0-16,-6-1 0 0,-1 0 0 0,0 2 0 0,-5-2 0 16,0 7 0-16,0-7 0 0,-5 6 0 0,-5-1 0 15,0 0-20-15,-6 4-303 0,1-2-67 16,-3 2-62-16,-9 3-73 0,9-6-75 0,-8 5-381 15,6-6-1061-15,0 1 469 0</inkml:trace>
  <inkml:trace contextRef="#ctx0" brushRef="#br0" timeOffset="274698.0223">11021 14042 84 0,'0'0'381'0,"0"0"3"16,1-8-7-16,-1 8 14 0,0 0-7 0,4-4-6 15,-4 4-19-15,0 0-7 0,0 0-21 0,0 0-16 16,0 0-25-16,0 0-26 0,0 0-26 0,0 0-13 16,0 0-6-16,8 9-10 0,-7-3-8 0,2-1-5 15,3 3-7-15,-2 5-10 0,1-1-13 0,0 3-9 16,-1 1-17-16,1-1-2 0,4 2-15 0,-5 0-2 16,2 0-17-16,-2 1-12 0,2 0-10 0,-2 0-8 15,3-2-6-15,-4 0-11 0,0-2 1 0,0 0-10 16,-1-2-3-16,3 0-3 0,-2-3-8 0,-1 1 1 15,0-4-5-15,0 1-5 0,1-1 1 0,-2-1-2 16,1 0-4-16,0-3 3 0,-1 0-6 0,-1-2 9 16,3 6-11-16,-3-6 9 0,4 2-1 0,-4-2 14 15,7 0 28-15,-7 0 12 0,12-4 22 0,-6-1 5 16,3 0-78-16,0-3-26 0,1 0 0 0,3-3 0 16,1 0 0-16,-5-2 0 0,4-2 0 0,-2-1 0 15,2-7 0-15,1-2 0 0,-1-3 0 0,-3-2 0 0,-1-1 0 16,-1-3 0-16,-1-2 0 0,2-12 0 0,-1 15 0 15,-3-13 0-15,2 12 0 0,-4 0 0 16,3 1 0 0,-1 4 0-16,1 3 0 0,-1 0 0 0,0 7 0 0,-5 1 0 0,3 1 0 0,-1 5 0 0,0-1 0 15,0 6 0-15,-2 0 0 0,1 2 0 0,1-2 0 16,-1 3 0-16,-1 0 0 0,4 1 0 0,-2-2 0 16,-2 1 0-16,0 4 0 0,4-5 0 0,-4 5 0 15,4-2 0-15,-4 2 0 0,5-2 0 0,-5 2 0 16,0 0-231-16,13 3-197 0,-13-3-6 0,6 2-2 15,-2 1-9-15,-3-1-1 0,-1-2-1 0,7 3-5 16,-7-3 17-16,5 2 2 0,-5-2-235 0,4 3-722 0,-3-2 319 16</inkml:trace>
  <inkml:trace contextRef="#ctx0" brushRef="#br0" timeOffset="275042.0653">11481 13650 845 0,'0'0'5'0,"8"-3"31"0,-8 3 24 0,4-4 18 16,-4 4 13-16,0 0 38 0,1-3 18 0,-1 3 13 15,0-5 3-15,0 5 6 0,0-5 0 0,0 5 4 0,-4-5 3 16,0 2-1-16,4 3 1 0,0-6 8 0,0 6 5 15,-5-4 6-15,5 4 10 0,-1-4 12 0,1 4 8 16,0 0 10-16,-7-2-1 0,7 2 1 16,0 0-1-16,0 0-5 0,0 0-4 0,-5-3 2 0,5 3-17 15,0 0-6-15,0 0-10 0,0 0-10 0,0 0-12 16,0 0-4-16,0 0-13 0,0 0 2 0,0 0 8 16,0 0-16-16,0 0-10 0,14-2-14 0,-1 2 3 15,1-1 0-15,8 2-1 0,7-2-3 0,7 1-48 16,4 0-76-16,17-6 0 0,2-1 0 0,1 0 0 15,32 0 0-15,0-2 0 0,-1-1 0 0,8 1 0 16,-8-3 0-16,-1 1 0 0,2-1 0 0,-4 2 0 16,-25 3 0-16,-6 0 0 0,-5 1 0 0,-17 2 0 15,-4 2 0-15,-11 1 0 0,-6 1 0 0,-1-1 0 16,-4 0 0-16,-3 1 0 0,1 1 0 0,-5 1 0 16,2 1 0-16,-4-3 0 0,-6 9 0 0,-1-5 0 15,-3 1-178-15,-1 0-261 0,-7 0-87 0,5 0-94 16,-5 3-452-16,-4-4-1160 0,4 1 513 0</inkml:trace>
  <inkml:trace contextRef="#ctx0" brushRef="#br0" timeOffset="275573.4894">11746 13843 24 0,'1'-4'414'0,"-1"1"19"0,5-1 22 0,-5-1 4 16,0 5-1-16,1-6-10 0,-1 3 4 0,0 3-21 16,-1-10-2-16,0 6-6 0,1 4-11 0,0-3-2 15,0 3-13-15,-4-4-11 0,4 4-26 0,0 0-17 16,0 0-21-16,0 0-28 0,0 0-25 0,0 0-25 0,0 0-26 16,0 0-108-16,0 0-110 0,0 0 0 0,-1 14 0 15,-1-7 0-15,2 2 0 0,2 3 0 0,-1 1 0 16,-1 1 0-16,0 2 0 0,5 0 0 0,-6 2 0 15,2-1 0-15,-1 0 0 0,0-1 0 0,0 1 0 16,0 0 0-16,1-1 0 0,-2 0 0 0,0-3 0 16,1 5 0-16,0-4 0 0,1-1 0 0,-1-2 0 15,0-1 0-15,-1 0 0 0,2-3 0 0,-6-1 0 16,9 0 0-16,-8-1 0 0,3 2 0 0,-2-4 0 16,3 0 0-16,0-3 0 0,-2 4 0 0,2-4 0 15,0 0 0-15,0 0 0 0,0 0 0 0,0 0 0 16,-3-15-66-16,3 9-436 0,-1 1-43 0,2-5-40 15,-2-2-35-15,-2 2-360 0,2-1-1059 0,-3 0 468 16</inkml:trace>
  <inkml:trace contextRef="#ctx0" brushRef="#br0" timeOffset="275932.8256">11705 13869 236 0,'1'-4'422'0,"3"-2"32"0,0 1 16 16,-3-1-3-16,4 2-17 0,0-4-20 15,-1-1-17-15,0 4-13 0,0-1-19 0,0 0-19 16,-1 1-17-16,4 1-12 0,-2-1-23 0,4 0-11 0,-4 0-20 16,3 4-21-16,-1-1-18 0,3-1-14 0,0 6-7 15,1 0-13-15,0 3-7 0,0-1-4 0,0 2-8 16,3 4-13-16,0-3-7 0,-1 5-98 0,-4-5-69 16,4 5 0-16,-4 0 0 0,-3 1 0 0,3-2 0 15,-4 1 0-15,-1-1 0 0,1 4 0 0,-5-2 0 16,3 1 0-16,-6-2 0 0,1 3 0 0,-5-2 0 15,2 3 0-15,0-5 0 0,-4 1 0 0,-1 4 0 16,-3-5 0-16,1 0 0 0,2 1 0 0,1-3 0 16,-1-3 0-16,1 0 0 0,-5 0 0 0,3-2 0 15,-1 0 0-15,-1 0 0 0,4-3 0 0,3 1 0 16,-2 0 0-16,3 0 0 0,-1-2 0 0,6-1 0 16,-5 1 0-16,5-1 0 0,-6 1 0 0,6-1 0 15,0 0 0-15,0 0 0 0,0 0 0 0,0 0-29 16,7-12-436-16,-2 11-61 0,0-3-68 0,3 2-45 15,1 0-351-15,2 1-1072 0,0-1 474 0</inkml:trace>
  <inkml:trace contextRef="#ctx0" brushRef="#br0" timeOffset="276307.9435">12070 14132 239 0,'0'-4'331'0,"2"1"6"0,0-2 7 15,1 0 4-15,-2 1 13 0,2-2 16 0,-1 5 13 16,-2 1 12-16,1-4 5 0,-1 4-1 0,3-4 5 16,-3 4 11-16,2-6 2 0,-2 6-7 0,0 0-5 15,2-4-12-15,-2 4-18 0,0 0-20 0,0 0-24 16,2-2-24-16,-2 2-24 0,0 0-213 0,0 0-77 16,0 0 0-16,0 0 0 0,-2 12 0 0,0-6 0 15,0 3 0-15,2 1 0 0,0 2 0 0,0-1 0 16,0 4 0-16,0 1 0 0,0 0 0 0,0-5 0 15,0 6 0-15,-3-2 0 0,2-3 0 0,1 5 0 16,0-3 0-16,0-2 0 0,0-1 0 0,-4 0 0 16,4-1 0-16,-2 2 0 0,0-2 0 0,1-3 0 15,1 1 0-15,0 2 0 0,-2-5 0 0,0 1 0 16,2 1 0-16,0-4 0 0,-2 0 0 0,2 3 0 16,-2-2 0-16,2-4 0 0,2 3 0 0,-2-3 0 15,2 3 0-15,-2-3 0 0,0 0 0 0,0 0 0 16,0 0-343-16,8-7-198 0,-5 3-44 0,0-1-39 15,0-1-393-15,-1-1-1101 0,0 1 487 0</inkml:trace>
  <inkml:trace contextRef="#ctx0" brushRef="#br0" timeOffset="276684.4147">12094 14143 47 0,'3'-5'380'0,"-3"-1"26"0,4 0 23 16,-3-1-2-16,3-2 0 0,0 0-6 0,0 3-8 15,2-3-12-15,-1 2-16 0,-1-3-19 16,1 6-10-16,-1-4-8 0,1-1-9 0,3 4-8 0,-6 0-23 16,5-1-19-16,-2 1-7 0,0 2-32 0,0-1-19 15,-1 2-15-15,2-2-26 0,-1 3-19 0,-2-1-16 16,-3 2-17-16,9-2-1 0,-5 1-20 0,-4 1-8 16,12 4-4-16,-8-2-88 0,3 2-17 0,-2-2 0 15,1 3 0-15,-1 0 0 0,2 3 0 0,-3-1 0 16,1 1 0-16,-3 4 0 0,2-6 0 0,-4 7 0 15,0-2 0-15,0-1 0 0,-2 4 0 0,-1-4 0 16,-2 2 0-16,0 3 0 0,-2-3 0 0,-3 0 0 16,1-1 0-16,1-4 0 0,-3 2 0 0,-1-1 0 15,3-3 0-15,-2 0 0 0,1 3 0 0,1-5 0 32,-1 0 0-32,2-1 0 0,0-1 0 0,3 3 0 15,0-4 0-15,-1 1 0 0,6-1 0 0,-11-1 0 16,11 1 0-16,-6-6 0 0,6 6 0 0,-4-4 0 15,4 2-37-15,-2-2-290 0,4-2-42 0,2 3-47 0,-4 3-53 16,5-3-44-16,3 1-40 0,-3-1-366 0,4 1-993 16,-3 1 440-16</inkml:trace>
  <inkml:trace contextRef="#ctx0" brushRef="#br0" timeOffset="277654.5846">12434 14202 191 0,'0'0'257'15,"0"0"-4"-15,0 0-4 0,2-4-5 0,0 1-5 16,-2 3-6-16,0 0-5 0,2-3 4 0,-2 3-10 0,0 0-2 16,0 0 5-16,1-6-5 0,-1 6 2 0,0 0-4 15,-1-6-1-15,1 6 4 0,0 0 1 16,0 0 3-16,-2-5 1 0,2 5 1 0,0 0 0 15,0 0-6-15,0 0 3 0,0-4 5 0,0 4-3 0,0 0 0 16,-1-3-2-16,1 3-2 0,0 0-7 0,0-5-6 16,0 5-8-16,0 0-13 0,0 0-6 0,0 0-8 15,0 0-19-15,0 0-13 0,0 0-13 16,0 0-123-16,0 0-6 0,0 0 0 0,0 0 0 0,0 0 0 16,0 0 0-16,0 0 0 0,0 0 0 0,0 0 0 15,1 14 0-15,-1-9 0 0,0 0 0 0,2 1 0 16,-4 1 0-16,1 3 0 0,1-1 0 0,0 2 0 15,-1-1 0-15,-1 0 0 0,2 0 0 0,-2 1 0 16,2 0 0-16,-1-2 0 0,1 1 0 0,-2 2 0 16,2-4 0-16,0 3 0 0,2-1 0 0,-2-4 0 15,2 5 0-15,-1-2 0 0,5 0 0 0,-3 0 0 16,0-3 0-16,3 3 0 0,-2-5 0 0,5 2 0 16,-1 1 0-16,1-3 0 0,2-3 0 0,-2 3 0 15,4-3 0-15,-3-1 0 0,0-1 0 0,1 0 0 16,0-2 0-16,-2 0 0 0,3-1 0 0,-2-1 0 15,-2-2 0-15,-1 3 0 0,-2-3 0 0,-1 4 0 16,0-3 0-16,0-1 0 0,-3-1 0 0,-1 3 0 16,3-6 0-16,-2 3 0 0,-5 3 0 0,3-1 0 0,-3 1 0 15,0 0 0-15,-2 1 0 0,-2-1 0 0,3 3 0 16,-3-2 0-16,2 3 0 0,-2-1 0 0,3 1 0 16,-3 1 0-16,8 0 0 0,-10 1 0 15,5 0 0-15,0 1 0 0,0 0-150 0,1 0-348 0,0 0-65 16,-1 2-66-16,0-2-430 0,1 0-1146 0,-1 0 506 15</inkml:trace>
  <inkml:trace contextRef="#ctx0" brushRef="#br0" timeOffset="278749.7626">11890 13732 41 0,'0'0'112'0,"0"0"-20"15,0 0-8-15,0 0 2 0,-9 0 0 0,9 0-16 16,0 0 10-16,-3-2-2 0,3 2 0 0,0 0 16 16,-7-5-5-16,7 5 7 0,0 0 4 0,0 0 7 15,-4-2 5-15,4 2 0 0,0 0 6 0,0 0 1 16,-8-1 5-16,8 1 7 0,0 0 0 0,0 0 1 15,0 0 5-15,0 0-2 0,-5-1 0 0,5 1-3 16,0 0 8-16,0 0-4 0,-5-2 8 0,5 2 6 16,0 0 2-16,-6-1 1 0,6 1 11 0,0 0 6 15,0 0 0-15,0 0 10 0,-12 0-3 0,12 0 6 16,0 0 8-16,-7 2-4 0,7-2-8 0,0 0-3 16,0 0-4-16,0 0-1 0,0 0-3 0,0 0-3 15,0 0-1-15,0 0-11 0,0 0 10 0,0 0-1 16,0 0-10-16,0 0-5 0,0 0-3 0,0 0 0 15,0 0 6-15,21-2 8 0,-10 0 9 0,1 2-3 16,10 0 3-16,-3-1-150 0,12-1-17 0,-1 3 0 0,2-2 0 16,4-4 0-16,3 2 0 0,-1 1 0 15,16-1 0-15,-17 0 0 0,2 1 0 0,-2 0 0 16,-2-2 0-16,-6 1 0 0,1 0 0 0,-11 0 0 16,3 1 0-16,-8 0 0 0,-4 1 0 0,0-2 0 0,-1 2 0 15,-4 1 0-15,2-2 0 0,-7 2 0 0,9-1 0 16,-9 1 0-16,0 0 0 0,10 0 0 15,-10 0 0-15,0 0 0 0,3 1 0 0,-3-1 0 0,0 0 0 16,0 0 0-16,0 0 0 0,8-1 0 0,-8 1 0 16,0 0 0-16,0 0 0 0,4 3 0 0,-4-3 0 15,0 0 0-15,0 0 0 0,0 0 0 0,0 0-7 16,0 0-453-16,0 0-43 0,0 0-59 0,0 0-39 16,0 0-409-16,0 0-1094 0,0 0 484 0</inkml:trace>
  <inkml:trace contextRef="#ctx0" brushRef="#br0" timeOffset="279500.8797">13827 13051 103 0,'0'0'283'0,"0"0"-2"15,0 0-6-15,0 0-13 0,0 0-13 0,0 0 5 0,-10 8-6 16,8-6-1-16,2-2 3 0,0 0-1 0,0 0 7 15,-8 1 3-15,8-1 9 0,0 0 2 16,0 0 5-16,-4 3 22 0,4-3-5 0,0 0 0 16,0 0-2-16,0 0 1 0,0 0-5 0,0 0-14 0,0 0-6 15,0 0-12-15,0 0-9 0,15 3-6 0,-6-6-5 16,3 3-13-16,2 0-9 0,4-3-6 16,4 3-11-16,-2-3-125 0,8 0-70 0,2 0 0 0,-5 0 0 15,6 1 0-15,-11-1 0 0,10 0 0 0,-10 2 0 16,-2-2 0-16,2 2 0 0,-7-1 0 0,0 1 0 15,-5 1 0-15,-1 0 0 0,1-1 0 0,-3 2 0 16,-5-1 0-16,8-1 0 0,-8 1 0 0,8 1 0 16,-8-1 0-16,0 0 0 0,6 1 0 0,-6-1 0 15,0 0 0-15,0 0 0 0,0 0 0 0,0 0 0 16,-10 7 0-16,6-4 0 0,4-3-378 0,-5 1-71 16,5-1-49-16,-9 2-61 0,9-2-47 0,-9 2-345 15,9-2-1029-15,0 0 456 0</inkml:trace>
  <inkml:trace contextRef="#ctx0" brushRef="#br0" timeOffset="280079.1228">15711 12685 315 0,'5'-7'403'0,"2"1"6"0,-2 1 1 0,-1-1-6 15,0 0-4-15,-1 1-14 0,-1-1-13 0,0 3-14 16,0 1-17-16,0-2-13 0,-2-1-11 16,0 5-13-16,0-6 3 0,0 6-3 0,0 0-26 0,0-3-20 15,0 3-14-15,0 0-28 0,0 0-25 0,0 0-16 16,0 0-5-16,0 0-5 0,0 0-4 0,0 0 0 16,-2 14 7-16,0-8-4 0,0 4 11 15,0-1 14-15,2 3-94 0,0 0-96 0,-1 5 0 0,1-1 0 16,0 2 0-16,-1 0 0 0,1-2 0 0,0 5 0 15,0-2 0-15,-3-2 0 0,3 1 0 0,-2-1 0 16,0 2 0-16,0-2 0 0,-2 1 0 0,3-1 0 16,-2-1 0-16,2 0 0 0,0-2 0 0,-1 2 0 15,1-4 0-15,0-2 0 0,1 1 0 0,0-1 0 16,-1-5 0-16,-1 3 0 0,2-5 0 0,-1 1 0 16,2 0 0-16,-1-4 0 0,-1 5 0 0,1-5 0 15,-1 3 0-15,1-3 0 0,0 0 0 0,0 0 0 16,0 0 0-16,0 0 0 0,0 0 0 0,0 0 0 15,0 0 0-15,4-12 0 0,-4 5 0 0,0 3-179 16,-2-1-420-16,1-3-62 0,-3 4-465 0,-1-1-1219 16,-1 0 540-16</inkml:trace>
  <inkml:trace contextRef="#ctx0" brushRef="#br0" timeOffset="280595.7043">15146 13226 8 0,'-6'-4'243'15,"-2"1"-2"-15,3 2-2 0,-2-1-10 0,-2 0-3 16,1 2-12-16,-2-2-4 0,-1 1-2 0,0 1-4 15,-1 1-1-15,1-2-4 0,1 2-4 0,0 1 5 16,-1-2-8-16,0 0 0 0,4 1-14 0,0 0 0 16,-1-1 0-16,8 0-6 0,-10 0-5 0,5 2-9 15,5-2 11-15,-8 1-4 0,8-1 3 0,-5 2 1 16,5-2-2-16,-6 1 1 0,6-1-10 0,0 0-4 16,0 0-7-16,0 0-4 0,-4 2-9 0,4-2-8 15,0 0-11-15,0 0-4 0,0 0-7 0,19 0 6 16,-14 0 1-16,9 2-4 0,-1-1 0 0,7-1 4 15,10 0 6-15,2 0-6 0,7 0 3 0,10-3-4 16,2 1-6-16,4-1 3 0,6 0 0 0,3-2-12 16,31-1-2-16,2-1-3 0,-4 0-4 0,3-4-7 15,0 4-79-15,0-4 0 0,-3 4 0 0,-27 0 0 16,26 0 0-16,-26 3 0 0,24-4 0 0,-31 6 0 0,4-4 0 16,-8 1 0-16,-18 1 0 0,2 3 0 15,0 0 0-15,-6 1 0 0,-2 0 0 0,-12 0 0 16,-6-1 0-16,-1 2 0 0,-1-2 0 0,-5 1 0 0,-2-1 0 15,3 2 0-15,-7-1 0 0,6 2 0 0,-6-2 0 16,0 0 0-16,-7 8 0 0,1-5-187 0,-3 1-149 16,-1-2-47-16,-3 2-45 0,-2 1-62 0,-2-3-57 15,2 0-423-15,-6 1-1052 0,2-2 466 0</inkml:trace>
  <inkml:trace contextRef="#ctx0" brushRef="#br0" timeOffset="281378.2997">14875 13918 288 0,'2'-4'406'0,"-1"1"8"0,2-2-1 0,-1 1-6 16,2 2-12-16,-4 2-14 0,1-2-13 0,-1 2-14 15,0 0-13-15,5-7-20 0,-5 7-21 0,0 0-25 16,0 0-21-16,0 0-16 0,0 0 1 0,0 0-8 0,-6 15-8 16,6-6-1-16,-3-1-2 0,2 3-10 15,1 0 0-15,0 2-9 0,0 1 1 0,1 3-3 16,2 1-10-16,-3 0-10 0,4 0-42 0,-2 2-13 0,6 3-11 15,-5-5-11-15,0-1-67 0,1 1-35 16,0-1 0-16,0 1 0 0,2 0 0 0,-1-1 0 0,-1-2 0 16,0-3 0-16,5 4 0 0,-5-4 0 0,1 0 0 15,0 0 0-15,-2-3 0 0,-2 0 0 0,0-2 0 16,2-2 0-16,-2 1 0 0,-1 0 0 0,3-3 0 16,-2 0 0-16,0 1 0 0,-1-4 0 0,0 0 0 15,3 3 0-15,-3-3 0 0,0 0 0 0,0 0 0 16,11-7 0-16,-7 1 0 0,1 1 0 0,-1-6 0 15,4-3 0-15,4 0 0 0,-4-6 0 0,4-5 0 16,2-3 0-16,-3-3 0 0,3-1 0 0,-1-14 0 16,2-2 0-16,-2 0 0 0,-4 1 0 0,9-3 0 15,-8-2 0-15,3 1 0 0,-7-2 0 0,5 6 0 16,-5 0 0-16,2 13 0 0,-6 4 0 0,3-2 0 16,0 4 0-16,1 5 0 0,-5 2 0 0,1 4 0 15,0 0 0-15,0 8 0 0,1-2 0 0,-1 2 0 16,-1 1 0-16,1 2 0 0,-1 2 0 0,-1-1 0 15,1 1 0-15,-1 1 0 0,0 3 0 0,2-5 0 0,-2 5 0 16,0 0 0-16,4-2 0 0,-4 2 0 0,0 0 0 16,0 0 0-16,0 0 0 0,9 7 0 15,-9-7 0-15,3 3 0 0,-1-1 0 0,-1 3-101 16,-1-5-355-16,4 4-20 0,-4 1-23 0,0-2-19 0,1 2-24 16,-1-5-392-16,1 3-1010 0,-1-3 447 0</inkml:trace>
  <inkml:trace contextRef="#ctx0" brushRef="#br0" timeOffset="281831.1966">15272 13439 187 0,'0'0'263'0,"-7"-2"10"16,7 2 7-16,0 0 2 0,-6-2-2 0,6 2 1 15,0 0-2-15,0 0 0 0,-5-1 3 0,5 1-7 16,0 0-1-16,0 0-4 0,0 0-6 0,0 0-7 15,0 0-5-15,0 0-8 0,-4 6-8 0,4-6-6 16,0 0-12-16,0 0-10 0,0 0-10 0,0 0-10 16,0 0-13-16,0 0 16 0,0 0-24 0,0 0-4 15,0 0 1-15,0 0-11 0,0 0-3 0,0 0-6 16,0 0 5-16,0 0-20 0,0 0-2 0,0 0-14 16,19-1-9-16,-11 1 6 0,3 0-1 0,10-4 1 15,2 6-7-15,7-5-73 0,6 1-30 0,16 0 0 16,2-1 0-16,6-3 0 0,7 0 0 0,27 3 0 15,-2-6 0-15,2 2 0 0,4-4 0 0,-1 1 0 16,0 3 0-16,-1-3 0 0,-6 3 0 0,-28 1 0 16,2 1 0-16,-2-1 0 0,-2 2 0 0,-7 1 0 15,-17 3 0-15,2-3 0 0,-1 0 0 0,-1 0 0 0,-8-1 0 16,3 2 0-16,-14 1 0 0,-3 1 0 16,-4-2 0-16,-1 2 0 0,0-1 0 0,-4 0 0 15,-5 1 0-15,9-1 0 0,-9 1 0 0,5 0 0 16,-5 0 0-16,0 0 0 0,0 0 0 0,8 0 0 0,-8 0 0 15,0 0 0-15,0 0 0 0,6 1 0 0,-6-1-250 16,0 0-180-16,-1 5-36 0,1-5-40 16,-5 6-48-16,2-3-444 0,3-3-1081 0,-10 3 479 15</inkml:trace>
  <inkml:trace contextRef="#ctx0" brushRef="#br0" timeOffset="282441.5965">15651 13672 51 0,'0'0'365'0,"2"-4"12"16,-1 1 8-16,-1 3 8 0,1-5 6 0,-1 5 3 15,0-5-1-15,0 5-3 0,-1-5-2 0,1 5-10 16,-3-4-9-16,3 4-16 0,0 0-15 16,0 0 2-16,2-4-26 0,-2 4-30 0,0 0-26 0,0 0-29 15,0 0-17-15,0 0-24 0,0 0-8 0,0 0 8 16,0 0 1-16,0 16-4 0,1-6-4 0,-1 0-7 15,1 1-54-15,-1 2-128 0,0 4 0 0,3 1 0 16,-3 1 0-16,1 0 0 0,-1-1 0 0,0 0 0 16,0 0 0-16,4 1 0 0,-2-2 0 0,-3 1 0 15,2-3 0-15,-1 0 0 0,-1-3 0 0,0-1 0 16,-3 1 0-16,4-1 0 0,0-4 0 0,0-1 0 16,-1 1 0-16,1-2 0 0,0-1 0 0,0-1 0 15,0-3 0-15,-2 6 0 0,2-2 0 0,0-4 0 16,0 0-110-16,0 0-254 0,0 0-29 0,0-13-19 0,-1 8-28 15,0-1-33-15,0-3-33 0,1 0-28 16,-3 0-293-16,0-2-895 0,0 1 396 0</inkml:trace>
  <inkml:trace contextRef="#ctx0" brushRef="#br0" timeOffset="282816.6876">15552 13720 241 0,'0'-5'352'0,"-2"2"21"0,4-2 29 0,0 0 11 0,-2 0 7 15,1 1-4-15,2-2-16 0,-2 2-11 0,3-2-18 16,0 0-16-16,2 3-8 0,-2-2-27 0,2 0-25 16,2 0-14-16,2 2-10 0,-1-1-15 0,4 0-8 15,0 1-17-15,-2 3-12 0,7-2-9 0,-1 4-21 16,-3-2-5-16,3 3-5 0,-1 3-13 0,2-1 0 16,-4 2-7-16,2 2-16 0,-3 2-8 0,0-1-75 15,1 1-60-15,-1 3 0 0,-4 1 0 0,0 2 0 16,-4 0 0-16,-1 2 0 0,-1 0 0 0,-2-1 0 15,0 1 0-15,-5-3 0 0,2 2 0 0,-5-1 0 16,-3 0 0-16,1 1 0 0,-1-1 0 0,-3-1 0 16,-1-3 0-16,0 0 0 0,-3-1 0 0,2-1 0 15,-2 0 0-15,5-5 0 0,1 0 0 0,1 1 0 16,-2-1 0-16,2-1 0 0,3-5 0 0,2 2 0 16,-2 0 0-16,2-2 0 0,3 3 0 0,-2-1 0 15,4-2 0-15,0 0 0 0,0 0 0 0,0 0 0 16,0 0 0-16,0 0 0 0,0 0-294 0,14-9-178 15,-4 8-49-15,0-1-45 0,4-1-53 0,-2 1-335 16,1 0-1032-16,3 2 456 0</inkml:trace>
  <inkml:trace contextRef="#ctx0" brushRef="#br0" timeOffset="283160.7731">15980 14026 184 0,'3'-5'360'0,"1"3"29"16,0-3 28-16,0 0 23 0,-4-2 15 0,5 2 5 15,-4-1 2-15,-1 1 4 0,0-3 7 0,2 2 2 16,0-1-3-16,-1-1-7 0,-1 1-6 0,0 0-11 16,3 0-14-16,-3 3-18 0,1-3-15 0,-1 1-30 15,3 3-227-15,-3 3-144 0,0-7 0 0,0 4 0 16,0 3 0-16,0 0 0 0,0 0 0 0,2 13 0 16,1 0 0-16,1 0 0 0,-3 2 0 0,2 3 0 15,-2 1 0-15,0 6 0 0,3 1 0 0,-8-3 0 16,4-1 0-16,-1-2 0 0,1-1 0 0,0 0 0 15,-1 5 0-15,1-4 0 0,-3-4 0 0,3-1 0 16,-1-2 0-16,-2 0 0 0,2-4 0 0,-2 1 0 16,2-1 0-16,0-2 0 0,1-1 0 0,-4 1 0 15,4-4 0-15,0 2 0 0,0-1 0 0,0-4 0 16,-3 6 0-16,3-6 0 0,0 0 0 0,0 0 0 16,0 0 0-16,0 0 0 0,-1-16 0 0,1 10-484 15,0 0-88-15,1-5-38 0,-1 1-36 0,0-2-335 16,0 2-1061-16,0-1 471 0</inkml:trace>
  <inkml:trace contextRef="#ctx0" brushRef="#br0" timeOffset="283505.4674">16013 14001 44 0,'5'-6'331'16,"-5"-1"19"-16,5 1 25 0,-1-3 37 0,2 2 15 0,-2 0 15 15,0 1 7-15,0 1-3 0,0-2-4 0,-3 2-6 16,4-2 5-16,-1 0-15 0,1 3-16 0,-1-3-27 15,0 1-25-15,1-1-29 0,-1 5-28 0,0-5-19 16,-1 4-23-16,4 0-27 0,-2 0-20 0,0 0-21 16,1 2-17-16,2 0-135 0,-8 1-39 0,15 2 0 15,-10-2 0-15,2 3 0 0,3-1 0 0,-5 3 0 16,3-1 0-16,-2 3 0 0,-2-2 0 0,0 3 0 16,2-1 0-16,-3 1 0 0,-2 2 0 0,0-3 0 15,1 3 0-15,-4-2 0 0,1 2 0 0,1-2 0 16,-4 2 0-16,0-1 0 0,-2 1 0 0,0-3 0 15,-3 0 0-15,1 1 0 0,-1-1 0 0,-1-1 0 16,2 1 0-16,-3-1 0 0,3 2 0 0,0-4 0 16,2-1 0-16,0 0 0 0,2 2 0 0,-1-4 0 15,1 2 0-15,4-3-220 0,-8 1-154 0,8-1-34 0,0 0-38 16,0 0-46-16,0 0-29 0,0 0-47 0,0 0-293 16,0 0-932-16,21-1 413 0</inkml:trace>
  <inkml:trace contextRef="#ctx0" brushRef="#br0" timeOffset="284067.8403">16294 14163 129 0,'0'0'353'0,"0"0"9"0,0 0-1 0,5-7-8 15,-5 2-2-15,0 1-4 0,0 4-5 0,3-4-2 16,-3 0-7-16,1 1-8 0,-1 3-14 0,5-7-22 15,-5 4-18-15,4-1-19 0,0 1-13 0,-2-1-22 16,3 2-19-16,1-2-13 0,0 0-11 0,0 2-17 16,1 1-7-16,0 0-6 0,0 0-11 0,5 1-10 15,-4 1-8-15,-3 0-13 0,1 0-9 0,2 1 3 16,-3 2-7-16,1 0-5 0,0 1-4 0,-1-1-5 16,-1 2-15-16,-3 0-6 0,4 1-5 0,-5 0-3 15,0 1-1-15,0-2-5 0,-6 3-4 0,3-3-6 16,-2 3-5-16,0 0 7 0,-3-3-2 0,-2 2 0 15,3 1 5-15,-4-7-11 0,1 2-2 0,1 2-15 16,2-3 10-16,-4-2 6 0,1 1-11 0,2-2 7 16,2 0 2-16,0 0-7 0,-2-2 5 0,4 0-4 15,-1-4 19-15,2 0 19 0,1 4 0 0,2-6 6 16,-1-2-1-16,1 1-12 0,2-2-36 0,1 1-10 16,1-1 0-16,2 2 0 0,2 2 0 0,-2-2 0 15,0 1 0-15,0 3 0 0,0-2 0 0,4 1 0 16,-5 3 0-16,2 1 0 0,0 1 0 0,2 0 0 15,0 1 0-15,-4 2 0 0,4 3 0 0,1 1 0 16,-1 1 0-16,-1 1 0 0,1 1 0 0,-3 0 0 16,2 2 0-16,-3 0 0 0,3 0 0 0,-3 2 0 15,-1-3 0-15,-2 3 0 0,2-4 0 0,0 2 0 0,-1-3 0 16,-2 0 0-16,0-1 0 0,2-2 0 16,-2 1 0-16,-1-1 0 0,0-1 0 0,0 0 0 15,0-4 0-15,0 5 0 0,3-3 0 0,-3-2 0 0,0 0 0 16,0 0 0-16,0 0-110 0,0 0-215 0,-3-15-28 15,2 9-48-15,-2-2-40 0,2-3-53 0,0-3-49 16,-2-2-378-16,-1-2-998 0,-5-7 442 16</inkml:trace>
  <inkml:trace contextRef="#ctx0" brushRef="#br0" timeOffset="284677.1043">15939 13608 181 0,'0'0'210'0,"0"0"-2"16,-3 5 0-16,3-5 1 0,-2 3 2 0,2-3-2 15,0 0-7-15,-4 2-3 0,4-2-3 0,0 0 1 16,0 0-2-16,-13 0 1 0,13 0 5 0,0 0 12 15,-9-4 3-15,9 4 0 0,-7-2 5 0,7 2 9 16,0 0 2-16,-7-1 6 0,7 1 3 0,-5-2-2 16,5 2 3-16,0 0-8 0,0 0 5 0,-5-1-5 15,5 1-3-15,0 0 10 0,0 0-7 0,0 0-7 16,0 0-14-16,0 0-16 0,0 0-14 0,0 0-10 0,9-7-11 16,-4 6-7-16,0 1-7 0,3 0-9 15,2-2-68-15,-2-1-71 0,6 2 0 0,-2 0 0 16,10-4 0-16,-4 2 0 0,5 2 0 0,5-1 0 15,-2-1 0-15,3-4 0 0,-2 4 0 0,2-1 0 0,1 1 0 16,-1-4 0-16,-3 3 0 0,-10 1 0 0,6 1 0 16,-5-1 0-16,-3 1 0 0,-3 1 0 15,-1 0 0-15,-1 1 0 0,-2-2 0 0,-2 2 0 16,-5 0 0-16,9 0 0 0,-9 0 0 0,6 2 0 0,-2 0 0 16,-4-2 0-16,0 5 0 0,0-5 0 0,-5 7 0 15,4-3 0-15,-2 1 0 0,-1-3 0 16,0 0-281-16,1 0-173 0,-3 0-44 0,6-2-52 0,-7 2-55 15,7-2-363-15,-8-6-1048 0,6 2 464 0</inkml:trace>
  <inkml:trace contextRef="#ctx0" brushRef="#br0" timeOffset="285616.0103">16846 12455 42 0,'-4'-1'444'0,"2"-3"13"0,0 1 13 16,2 3 6-16,-1-4-10 0,1 4-14 0,0 0-22 16,-7-4-22-16,7 4-21 0,0 0-18 15,-2-4-20-15,2 4-17 0,0 0-28 0,0 0-17 0,2-5-19 16,-2 5-33-16,5-5-17 0,2 2-18 0,1-2-29 15,6 2-10-15,0-1-20 0,5-3-17 0,-1 5-11 16,4-2-7-16,6 0-10 0,1-2 7 0,-2 2-10 16,1 1-1-16,-2 1-6 0,-3 1-6 0,0-1-7 15,-3 0-6-15,-3 1-1 0,2-2-41 0,-6 2-25 16,0 1 0-16,-3-1 0 0,-4 0 0 0,1 1 0 16,-7 0 0-16,9-2 0 0,-9 2 0 0,7-2 0 15,-7 2 0-15,0 0 0 0,8 2 0 0,-8-2 0 16,0 0 0-16,0 0 0 0,8 0 0 0,-8 0 0 15,0 0 0-15,1 3 0 0,-1-3 0 0,1 9 0 16,-1-2 0-16,5 1 0 0,-5 4 0 0,0 1 0 16,4 4 0-16,-3 9 0 0,1 1 0 0,-2 4 0 15,4 0 0-15,-6 4 0 0,2 3 0 0,4 12 0 16,-4-1 0-16,-2 3 0 0,0-3 0 0,2 4 0 16,-2 3 0-16,-1 2 0 0,1 22 0 0,-2-22 0 15,-1-1 0-15,2 0 0 0,-2 0 0 0,1-1 0 0,0-4 0 16,-1 1 0-16,3-4 0 0,0-3 0 0,1 1 0 15,-3-12 0-15,2 10 0 0,1-11 0 0,1 0 0 16,0 3 0-16,-2-4 0 0,2-3 0 0,0 2 0 16,-1-5 0-16,0 2 0 0,1-5 0 0,-3-5 0 15,2-2 0-15,-1 0 0 0,1-3 0 0,-1-2 0 16,0-1 0-16,0-2 0 0,0 0 0 0,0-4 0 16,2 1 0-16,-1-1 0 0,-1-2 0 0,2-3 0 15,0 6 0-15,0-6 0 0,-2 5 0 0,2-5 0 16,0 0 0-16,-1 4 0 0,1-4 0 0,0 0 0 15,0 0 0-15,-3 2 0 0,3-2 0 0,0 0 0 16,0 0 0-16,-14-3 0 0,6 2 0 0,-2-2 0 16,0 2 0-16,-2-2 0 0,0 3 0 0,-5-3 0 15,-5 2 0-15,1-1 0 0,-1 2 0 0,-1 2 0 16,-4-4 0-16,-4 2 0 0,2 2 0 0,1-1 0 16,6-1 0-16,4 0 0 0,4 0 0 0,3 0 0 15,2 0 0-15,0 2 0 0,2-2 0 0,7 0 0 16,-7 0 0-16,7 0 0 0,-8 0 0 0,8 0 0 0,0 0 0 15,0 0 0-15,-8-2 0 0,8 2 0 16,0 0 0-16,0 0 0 0,0 0 0 0,0 0 0 16,0 0 0-16,0 0 0 0,27-1 0 0,-23-1 0 15,2 1 0-15,1 1 0 0,-1-3 0 0,1 2-3 0,-1-4-626 16,4-3-71-16,-5 4-444 0,-3-6-1238 0,4 2 548 16</inkml:trace>
  <inkml:trace contextRef="#ctx0" brushRef="#br0" timeOffset="291101.7965">1270 14523 6 0,'0'0'441'0,"0"0"15"16,-3-5 7-16,3 5 1 0,-1-5-7 0,1 5-6 16,0-5-8-16,0 5 2 0,-4-5-11 0,4 5-18 15,-1-3-17-15,1 3-5 0,-3-3-19 0,3 3-6 16,0 0-13-16,0 0-13 0,0 0-15 0,0 0-15 16,0 0-22-16,-1-4-19 0,1 4-20 0,0 0-229 15,0 0-23-15,0 0 0 0,0 0 0 0,0 0 0 16,0 0 0-16,0 0 0 0,0 0 0 0,0 0 0 15,1 15 0-15,2-8 0 0,-3 1 0 0,0 5 0 16,4-5 0-16,-4 7 0 0,1 2 0 0,0 0 0 16,2-1 0-16,-3 1 0 0,0 0 0 0,1 1 0 15,-1 0 0-15,-1-1 0 0,1 0 0 16,-3 0 0-16,3-6 0 0,-1 2 0 0,1-3 0 16,-1 0 0-16,-2 0 0 0,2-3 0 0,1-1 0 0,0 1 0 15,-3-3 0-15,3-1 0 0,0 1 0 0,0-4 0 16,0 4 0-16,0-4 0 0,0 4 0 0,0-4 0 15,0 0 0-15,0 0 0 0,0 0 0 0,0 0 0 16,0 0 0-16,0-14 0 0,-1 9 0 0,1-4 0 16,4 0 0-16,-4-2-38 0,1-5-671 0,-2 5-532 15,2-1-1345-15,2-6 596 0</inkml:trace>
  <inkml:trace contextRef="#ctx0" brushRef="#br0" timeOffset="291367.3538">1243 14378 31 0,'0'-7'531'16,"-4"5"23"-16,3 1 9 0,-2-3-12 0,3 4-30 15,-1-6-44-15,1 6-34 0,-3-5-51 0,3 5-32 16,-1-3-33-16,1 3-32 0,0 0-32 0,-1-3-30 16,1 3-44-16,0 0-53 0,0 0-64 0,0 0-64 15,0 0-60-15,0 0-62 0,0 0-61 0,0 0-70 16,14 8-53-16,-9-5-53 0,-1-2-44 0,-3 3-325 15,3 1-779-15,0-3 345 0</inkml:trace>
  <inkml:trace contextRef="#ctx0" brushRef="#br0" timeOffset="291773.6058">1591 14390 202 0,'-2'-4'465'0,"2"0"18"0,-1-2 5 0,-3-1-2 16,3 4-5-16,0-3-15 0,-3 2-9 0,1-2-15 16,2 1-5-16,-2 1-15 0,1-3-19 0,1 3-15 15,-2 0-14-15,0 1-22 0,2-1-11 0,-1 0-20 16,2 4-21-16,-3-4-23 0,3 4-21 0,0 0-23 16,-4-4-116-16,4 4-117 0,0 0 0 0,0 0 0 15,0 0 0-15,0 0 0 0,0 0 0 0,0 0 0 16,-2 11 0-16,1-6 0 0,-2 2 0 0,2 3 0 15,-3 0 0-15,0 3 0 0,3 6 0 0,-5-3 0 16,-1 2 0-16,3 7 0 0,3-5 0 0,-3 5 0 16,0 3 0-16,4-2 0 0,-1 4 0 0,2-2 0 15,-5-1 0-15,3-2 0 0,1 3 0 0,0-1 0 16,0 2 0-16,1-4 0 0,-1 2 0 0,4-2 0 16,-4 1 0-16,0-6 0 0,3 0 0 0,-3 1 0 15,0-3 0-15,0 2 0 0,1-1 0 0,-2-2 0 16,1-1 0-16,-3 0 0 0,3-6 0 15,-1 2 0-15,-3-1 0 0,4-3 0 0,0 3 0 0,-1-5 0 16,-2 0 0-16,3-1 0 0,0 1 0 0,-4-1 0 16,3-1 0-16,-3 1 0 0,3-1 0 0,0-1 0 15,1-3 0-15,0 0 0 0,-4 5 0 0,4-5 0 16,0 0 0-16,0 0 0 0,0 0 0 0,0 0 0 16,-4-11 0-16,4 5 0 0,-4 1-202 0,3-7-508 15,-3 3-504-15,-1-1-1314 0,-3-1 582 0</inkml:trace>
  <inkml:trace contextRef="#ctx0" brushRef="#br0" timeOffset="292054.6981">1341 14879 158 0,'-5'-6'337'0,"3"2"39"0,-2-3 44 0,1 2 45 0,0 2 32 16,-1-4 19-16,1 3 5 0,0 0 12 0,1 1 2 16,1-1-13-16,1 4-16 0,-4-4-23 0,4 4-28 15,0 0-30-15,0-7-34 0,0 7-39 0,5-5-39 16,0 3-28-16,3-1-184 0,2 0-101 0,4 0 0 15,3-2 0-15,4 2 0 0,9-2 0 0,-3 0 0 16,2 4 0-16,3-4 0 0,-4 0 0 0,1 2 0 16,-8-1 0-16,2 1 0 0,-3 0 0 0,0 2 0 15,0-2 0-15,-6 2 0 0,0-1 0 0,-6 1 0 16,3 0 0-16,-3 1 0 0,-3 0 0 0,-5 0 0 16,9 0 0-16,-9 0 0 0,9 1 0 0,-9-1 0 15,5-4 0-15,-5 4 0 0,0 0 0 0,0 0-106 16,-1 8-521-16,1-8-113 0,-9 7-380 0,5-3-1213 15,4-4 537-15</inkml:trace>
  <inkml:trace contextRef="#ctx0" brushRef="#br0" timeOffset="296402.6731">3099 14648 190 0,'0'0'328'0,"0"-4"4"16,0 4 11-16,0-5 12 0,0 0 16 16,0 5 9-1,0-8 14-15,0 6 10 0,0 2-3 0,0-8-5 0,0 5 10 0,0 3-4 0,0-5-5 0,1 2-11 16,-1 3-18-16,0 0-7 0,-1-7-20 0,1 7-20 15,0 0-24-15,-2-3-27 0,2 3-22 0,0 0-24 16,0 0-21-16,0 0-130 0,0 0-73 0,0 0 0 16,0 0 0-16,0 0 0 0,0 20 0 0,2-9 0 15,-2 5 0-15,-2 0 0 0,4 2 0 0,-1 8 0 16,-2-6 0-16,-2 5 0 0,4 1 0 0,1-1 0 16,-1 2 0-16,-1 0 0 0,0 0 0 0,0-1 0 15,2-1 0-15,0-4 0 0,-4-4 0 0,1 8 0 16,1-5 0-16,-4-3 0 0,4-2 0 0,2 2 0 31,-2-2 0-31,-2-4 0 0,2-2 0 0,0-2 0 0,2 0 0 0,-4-2 0 0,2 1 0 0,2-2 0 0,-2 1 0 16,-2-2 0-16,2-3 0 0,0 6 0 15,0-6 0-15,0 0 0 0,-1 4 0 0,1-4 0 16,0 0 0-16,0 0 0 0,0 0 0 0,8-15 0 0,-8 9 0 31,4-5 0-31,-4 1 0 0,2-6-261 0,2-2-498 16,-4-2-437-16,-1-5-1295 0,1 6 574 0</inkml:trace>
  <inkml:trace contextRef="#ctx0" brushRef="#br0" timeOffset="296777.5828">2999 14691 335 0,'-1'-5'452'0,"1"-3"17"0,1 1 8 0,-1 2 3 0,5-2-18 16,-5-1-18-16,0 1-22 0,5-3-23 0,0 0-17 15,3 0-17-15,0 2-7 0,3-4-27 0,1 4-28 16,-2 3-24-16,12-3-20 0,-5 4-21 0,1 0-26 16,3 3-1-16,-1 3-10 0,2 0-16 0,5 3-5 15,0 6-9-15,-3 1-8 0,1 3-4 0,-4-2-7 16,2 5-50-16,-4 1-102 0,-1 2 0 0,-8-2 0 16,-1 5 0-16,-1-6 0 0,-3 9 0 0,-5-3 0 15,-4 1 0-15,0 2 0 0,-5 0 0 0,-5 1 0 16,0-2 0-16,-5 1 0 0,2-4 0 0,-3 0 0 15,-3-3 0-15,1-1 0 0,2-2 0 0,2-5 0 16,0-1 0-16,2-1 0 0,1 2 0 0,3-6 0 16,3-1 0-16,-2 2 0 0,5-5 0 0,-4 2 0 15,3-2 0-15,1-1 0 0,2 2 0 0,-1-2 0 16,5-1 0-16,-7 1 0 0,7-1 0 0,-7 1 0 16,7-1 0-16,-5 2 0 0,5-2 0 0,0 0 0 15,0 0 0-15,0 0 0 0,0 0 0 0,0 0-316 16,0 0-440-16,0 0-431 0,22-5-1285 0,-12 2 569 15</inkml:trace>
  <inkml:trace contextRef="#ctx0" brushRef="#br0" timeOffset="297168.9491">3504 15123 70 0,'0'0'505'0,"4"-3"8"16,-2-1 4-16,-2 4-5 0,3-4-8 0,-2 2-10 16,0 0-31-16,-1 2 5 0,0 0-14 0,-1-6-11 0,1 6-13 15,0 0-20-15,0 0-24 0,0-5-26 0,0 5-27 16,0 0-28-16,0 0-30 0,0 0-28 16,0 0-10-16,0 0-9 0,0 0-191 0,-8 14-37 15,8-9 0-15,-1 5 0 0,1 1 0 0,0-1 0 0,-1 2 0 16,1 1 0-1,0 2 0-15,0 2 0 0,1-1 0 0,-5 34 0 16,5-32 0-16,-2 1 0 0,0-1 0 0,2 0 0 16,-3-1 0-16,2-5 0 0,-3-1 0 0,3-2 0 0,-2 1 0 15,0 0 0-15,1-2 0 0,0-3 0 0,1 1 0 16,0-1 0-16,-1-1 0 0,1 0 0 0,0-4 0 16,-3 5 0-16,3-5 0 0,0 0 0 0,3 3 0 15,-3-3 0-15,0 0 0 0,0 0 0 16,0 0-310-16,5-11-219 0,-3 7-60 0,-2-2-46 0,0-3-387 15,0-2-1106-15,0 0 489 0</inkml:trace>
  <inkml:trace contextRef="#ctx0" brushRef="#br0" timeOffset="297512.8459">3482 15136 152 0,'4'-8'412'0,"1"0"18"0,0-2 15 0,-1 1 3 16,-2 0-6-16,4 1-12 0,-4 0-8 0,2 0-11 15,-1-1-4-15,0 1-16 0,1 0-9 0,3 4-19 16,-4-3-25-16,3 1-31 0,-3 2-29 0,4-2-22 16,2 1-24-16,-2 2-27 0,2 0-14 0,-1 2-15 15,2 1-21-15,0-3-9 0,2 6-8 0,2-3-17 16,-4 1-8-16,3 1-6 0,0 0-8 0,-3 2-7 16,0 2-12-16,0-3-58 0,1 2-22 0,-5 2 0 15,3 0 0-15,-3 0 0 0,-2 1 0 0,-1 1 0 16,2 0 0-16,-4 0 0 0,-1-1 0 0,0 2 0 15,-2 0 0-15,-5 0 0 0,0 1 0 0,-5 2 0 16,-2-2 0-16,1-1 0 0,-3 0 0 0,-5 1 0 16,6-4 0-16,-5 1 0 0,4-2 0 0,2-2 0 15,3 0 0-15,0-2 0 0,2-1 0 0,2 1 0 16,0 0 0-16,1-4 0 0,6 2 0 0,0 0 0 16,-9-2 0-16,9 2-228 0,0 0-182 0,14-7-87 15,-4 6-83-15,3-2-500 0,0 2-1169 0,5-1 517 16</inkml:trace>
  <inkml:trace contextRef="#ctx0" brushRef="#br0" timeOffset="298076.2101">3868 15315 197 0,'0'0'425'15,"0"0"7"-15,0 0-2 0,-5-15-15 0,5 10-9 16,-3 3-14-16,2-2-13 0,1 4-15 0,-4-6-10 15,3 1-17-15,-2 0-16 0,3 2-15 0,-1-2-23 16,1 5-14-16,0-7-19 0,1 4-24 0,2-1-19 16,-2 2-13-16,3-3-25 0,0 3-16 0,1-1-15 15,0 2-15-15,0 0-17 0,-5 1-8 0,13 0-8 16,-4 0-14-16,-4 1-3 0,1 2-5 0,1 0-1 16,-2 2-6-16,4-2-2 0,-5 0-15 0,0 2-4 15,-1 1 2-15,1 4-2 0,-1-4 1 0,-1 2-8 16,1 2-6-16,-6 1-1 0,1-3 0 0,-2 2-2 15,-2-1 4-15,0-3-3 0,-2 4 0 0,0-4-7 16,3-3 4-16,-3 0-2 0,3 1-10 0,-4-2 6 16,3-1 4-16,-1 0 18 0,7-1 10 0,-10-1 17 15,2-2-20-15,7-2-45 0,-4 1 0 0,5-1 0 16,-3-6 0-16,2 4 0 0,1-4 0 0,0 2 0 16,4 0 0-16,0 1 0 0,-2 0 0 0,2 2 0 15,1-3 0-15,0 3 0 0,2 2 0 0,-1-2 0 0,2 4 0 16,-2-1 0-16,2 0 0 0,-3 3 0 0,4 0 0 15,-1 0 0-15,-2 3 0 0,2-1 0 0,-2 1 0 16,2 3 0-16,-1 1 0 0,-1 0 0 16,0 1 0-16,0 1 0 0,2-1 0 0,-2 4 0 15,-2-1 0-15,0 2 0 0,-1 4 0 0,-2-5 0 0,2-1 0 16,-3-1 0-16,0 1 0 0,3-2 0 0,-1 1 0 16,3 0 0-16,-3-4 0 0,1 0 0 0,-2-1 0 15,4 0 0-15,-5-2 0 0,1 1 0 0,2-1 0 16,-3-3 0-16,1 5 0 0,-1-5 0 0,0 0 0 15,0 0 0-15,0 0-79 0,8-8-293 0,-11 2-66 16,2-4-63-16,0-8-91 0,-7-5-444 0,2-6-1120 16,-2-3 496-16</inkml:trace>
  <inkml:trace contextRef="#ctx0" brushRef="#br0" timeOffset="298701.5026">3368 14342 4 0,'-6'-2'480'0,"6"2"-2"0,-5-3 0 15,5 3-14-15,-7-1-12 0,7 1-22 0,-10-3-21 16,10 3-17-16,-6 1-29 0,6-1-19 0,-7 2-26 16,7-2-18-16,0 0-27 0,-10 1-18 0,10-1-26 15,-7 2-18-15,7-2-18 0,-5 3-5 0,2-2-19 16,3-1-3-16,-4 4-1 0,1-3-7 0,3-1-2 15,-5 4-13-15,5-4-4 0,-2 3-10 0,2-3-5 16,0 0-5-16,-5 1 1 0,5-1-8 0,0 0-6 16,-4 3-5-16,4-3-78 0,0 0-23 0,0 0 0 15,0 0 0-15,0 0 0 0,0 0 0 0,0 0 0 16,0 0 0-16,0 0 0 0,0 0 0 0,0 0 0 16,0 0 0-16,0 0 0 0,0 0 0 0,0 0 0 15,14 4 0-15,-2-6 0 0,3 1 0 0,3-1 0 16,11 0 0-16,3-1 0 0,1 1 0 0,8-2 0 15,15-2 0-15,-2 1 0 0,1-1 0 0,-4-1 0 16,-11 2 0-16,9-2 0 0,-14 1 0 0,-3 3 0 16,-4-1 0-16,-11 2 0 0,-3 2 0 0,-4 0 0 15,4-1 0-15,-5 0 0 0,-1 1 0 0,-2-1 0 16,-6 1 0-16,8 0 0 0,-8 0 0 0,6-2 0 16,-6 2 0-16,0 0 0 0,8 2 0 0,-8-2 0 15,0 0 0-15,0 0 0 0,5 1 0 0,-5-1 0 16,0 0 0-16,0 3 0 0,0-3 0 0,-1 5 0 15,1-5 0-15,0 4 0 0,0-4 0 0,0 0 0 16,-3 6 0-16,3-6 0 0,0 4-109 0,-1-1-422 16,1-3-63-16,-3 5-72 0,2-3-383 0,1-2-1136 0,0 0 503 15</inkml:trace>
  <inkml:trace contextRef="#ctx0" brushRef="#br0" timeOffset="299985.0988">4617 15098 250 0,'0'0'360'0,"0"0"7"0,-7-1 13 15,7 1-11-15,0 0-1 0,0 0 1 0,-5-2-3 16,5 2-2-16,0 0-10 0,0 0-8 16,0 0-13-16,0 0-10 0,0 0-12 0,0 0-1 15,-3-2-7-15,3 2-7 0,0 0-2 0,0 0-11 0,0 0-15 16,0 0-14-16,0 0-19 0,11-5-18 0,-5 5-17 16,5-2-15-16,-1 0-15 0,0 1-14 0,3 0-19 15,1-2-114-15,0 1-23 0,0-1 0 16,3 0 0-16,-6 2 0 0,1 1 0 0,-2-1 0 15,-1 0 0-15,-4-1 0 0,4 2 0 0,-1 0 0 0,-8 0 0 16,8-1 0-16,-5-2 0 0,-3 3 0 0,0 0 0 16,8 4 0-16,-8-4-258 0,2 4-78 0,-2-4-57 15,0 0-49-15,-11 10-55 0,6-4-53 16,-8 0-403-16,0-1-1032 0,3 2 457 0</inkml:trace>
  <inkml:trace contextRef="#ctx0" brushRef="#br0" timeOffset="300250.5364">4575 15216 281 0,'0'0'310'0,"-5"3"29"16,5-3 12-16,0 0 32 0,-3 2 11 0,3-2 5 16,0 0 1-16,0 0-8 0,0 0-16 0,-2 4-12 15,2-4-15-15,0 0-19 0,0 0-12 0,0 0-22 16,0 0-25-16,0 0-15 0,0 0-18 0,0 0-12 16,0 0-26-16,19-1-10 0,-9 0-14 0,1 1-16 15,0-2-13-15,2 1-11 0,4 0-10 0,-4 1-19 16,6-1-6-16,-2-4-20 0,2 4 2 0,-1 0-9 15,-3-1-12-15,6 1-11 0,-11-1-2 0,4 1 8 16,-1 0-17-16,-3-2-12 0,-1 1-21 0,1 1-27 16,-3 0-27-16,-7 1-26 0,11 0-30 0,-7 0-38 0,-4 0-39 15,0 0-49-15,9-3-52 0,-7 2-54 16,-2 1-49-16,0 0-50 0,0 0-62 0,0 0-409 16,-7-7-979-16,5 3 434 0</inkml:trace>
  <inkml:trace contextRef="#ctx0" brushRef="#br0" timeOffset="300531.8817">4875 15102 312 0,'5'-2'346'0,"-1"-1"23"15,1-1 14-15,-1 0 3 0,1 2-9 0,-1 1 1 16,-1-2 3-16,3 0 0 0,0 0-3 0,-1 2-7 0,-5 1-7 16,12-1-13-16,-7 1-7 0,5 1-11 0,-5 0-16 15,3 2-16-15,-3 1-18 0,4-1-14 16,-5 3-17-16,0-1-15 0,1 1-21 0,-4 0-20 15,3 0-13-15,-1 1-14 0,-3 2-9 0,-3 2-14 0,3 2-138 16,-4-5-8-16,-1 3 0 0,-3 3 0 0,-2 1 0 16,-3-3 0-16,3-1 0 0,-4 3 0 0,1-3 0 15,-2 0 0-15,2-1 0 0,2-1 0 0,4-1 0 16,1-4 0-16,1-1 0 0,0 1 0 0,2 0 0 16,-2 0 0-16,4-2 0 0,1-2-9 0,0 0-352 15,15-2-105-15,-3 0-97 0,8-4-102 0,0 0-357 16,1-1-1106-16,7-3 490 0</inkml:trace>
  <inkml:trace contextRef="#ctx0" brushRef="#br0" timeOffset="301063.0339">5513 15119 193 0,'1'-6'491'0,"-1"1"30"0,-1-1 32 0,0-4 19 16,-2 4-20-16,-1-5 4 0,0 2-16 0,2 0-8 0,-5-3-16 15,4 3-11-15,-3-2-14 0,3 1-27 0,-1 0-23 16,0 1-30-16,0-1-23 0,3 2-27 0,-3 1-257 16,2 1-104-16,-1 0 0 0,2 2 0 0,1 1 0 15,0 3 0-15,0-7 0 0,-2 4 0 0,2 3 0 16,0 0 0-16,0 0 0 0,0 0 0 0,0 0 0 16,13 10 0-16,-8-4 0 0,2 2 0 0,0 4 0 15,2 3 0-15,1 1 0 0,-1 0 0 0,3 7 0 16,1 2 0-16,-7-6 0 0,3 5 0 0,-3 0 0 15,2 0 0-15,-3-7 0 0,3 1 0 0,-3 1 0 16,0 5 0-16,-1-7 0 0,-3-4 0 0,3-1 0 16,-3 4 0-16,2-5 0 0,-2-4 0 0,-2 0 0 15,1-2 0-15,1 1 0 0,-1 0 0 0,1-4 0 16,-1-2 0-16,4 3 0 0,-4-3 0 0,0 0 0 16,13-9 0-16,-9 2 0 0,1-4 0 0,0 0 0 15,4-3 0-15,1-3 0 0,3-4 0 0,0-4 0 16,1-6 0-16,-4 2 0 0,1-2 0 0,0-2 0 15,-1-2 0-15,1-15 0 0,-3 20 0 0,-3-3 0 16,3 3 0-16,-3-2 0 0,0 6 0 0,-4 8 0 16,2-4 0-16,0 6 0 0,0 0 0 0,1 3 0 15,-1 2 0-15,-2 1 0 0,0 3 0 0,2 2 0 16,-3-1 0-16,1 1 0 0,-2 0 0 0,2 3 0 16,-1 2 0-16,0-6 0 0,0 6 0 0,0 0 0 15,0 0 0-15,0 0 0 0,0 0 0 0,-1 18 0 16,-3-9 0-16,4 3 0 0,-1-1 0 0,-2 1 0 0,2 3 0 15,-3 0 0-15,2-3 0 0,4 4 0 16,-4 0 0-16,4 1-440 0,-2-6-853 0,4 0-1399 16,0-1 620-16</inkml:trace>
  <inkml:trace contextRef="#ctx0" brushRef="#br0" timeOffset="302595.1909">5853 15104 382 0,'0'0'448'0,"0"0"22"0,0 0 0 0,1 4-9 0,-1-4-21 16,0 0-23-16,0 0-24 0,0 0-25 0,0 0-22 15,0 0-24-15,0 3-41 0,0-3-3 16,0 0-21-16,0 0-20 0,0 0-13 0,0 0-8 16,0 0-21-16,0 0-8 0,0 0-20 0,4 1-14 15,-4-1-17-15,0 0-16 0,5 3 3 0,0-2-12 0,0-1 8 16,-5 0-12-16,8 3-9 0,-3-2 5 0,-5-1-7 15,14-1-7-15,-8 1 0 0,2 0-4 0,1-3-2 16,1 2-1-16,0-2-44 0,1 1-38 16,0-1 0-16,-2 0 0 0,0 0 0 0,1-4 0 0,-2 4 0 15,-3-1 0-15,-1 1 0 0,-1-2 0 0,3 1 0 16,-1 0 0-16,-4 1 0 0,0 1 0 0,2-2 0 16,-3 4 0-16,-3-6 0 0,3 6 0 15,-7-4 0-15,1 0 0 0,0 3 0 0,1-1 0 0,5 2 0 16,-14 2 0-16,14-2 0 0,-14 4 0 0,5 0 0 15,-1 0 0-15,1 3 0 0,0-2 0 0,3 4 0 16,-4 0 0-16,2 0 0 0,0 1 0 16,3-2 0-16,-3 3 0 0,5 0 0 0,-4 0 0 0,2-2 0 15,1 1 0-15,4-1 0 0,-5 2 0 0,5-2 0 16,0 1 0-16,3-1 0 0,-1 0 0 0,5 0 0 16,-1-2 0-16,3 1 0 0,4-3 0 0,0 0 0 15,4 1 0-15,1-3 0 0,4 0 0 0,-2-3 0 16,1-1 0-16,-1 0 0 0,2-2 0 0,-5-3 0 15,2 0 0-15,-1-4 0 0,-4 2 0 0,0-2 0 16,0 0 0-16,-4-1 0 0,-1 0 0 0,-1 3 0 16,-2-4 0-16,-5 0 0 0,3 1 0 0,0 1 0 15,-4 1 0-15,0 2 0 0,0-2 0 0,0 4 0 16,-2 1 0-16,2-1 0 0,-2 1 0 0,2 4 0 16,-1-6 0-16,0 2 0 0,1 4 0 0,0 0 0 15,0 0 0-15,0 0 0 0,0 0 0 0,0 0 0 16,0 0 0-16,0 0 0 0,0 0 0 0,0 0 0 15,0 0 0-15,0 0 0 0,0 0 0 0,1 13 0 16,-1-13 0-16,6 1 0 0,1 1 0 0,-3-2 0 16,-4 0 0-16,11 0 0 0,-4 0 0 0,-1 0 0 15,-6 0 0-15,14 0 0 0,-9-2 0 0,4 2 0 16,-4-1 0-16,3 1 0 0,-2-1 0 0,-2-1 0 16,-4 2 0-16,9 0 0 0,-9 0 0 0,10 0 0 15,-6 3 0-15,-4-3 0 0,9 3 0 0,-5 0 0 16,0-1 0-16,-3 1 0 0,4 1 0 0,-3 1 0 15,1 0 0-15,-2 0 0 0,1 1 0 0,-1-2 0 16,-1 1 0-16,3 1 0 0,-2 1 0 0,-1-2 0 16,0 3 0-16,0-3 0 0,0-1 0 0,1 2 0 15,-1-1 0-15,1-2 0 0,1 1 0 0,-1 1 0 16,2-3 0-16,-1 1 0 0,1 0 0 0,2-2 0 0,1 2 0 16,-1-1 0-16,0-1 0 0,2-1 0 0,-7 0 0 15,12-3 0-15,-4-1 0 0,-3 1 0 0,3-1 0 16,-1-2 0-16,0 1 0 0,2 0 0 0,0-2 0 15,-3 0 0-15,-2 1 0 0,1-1 0 16,0-1 0-16,2 1 0 0,-1-1 0 0,-1 2 0 0,-2 1 0 16,-1 0 0-16,1 2 0 0,-2-1 0 0,2 0 0 15,-2 2 0-15,-1 2 0 0,4-5 0 0,-4 5 0 16,4-1 0-16,-4 1 0 0,1-3 0 0,-1 3 0 16,0 0 0-16,0 0 0 0,0 0 0 0,0 0 0 15,0 0 0-15,5 7 0 0,-5-4 0 0,3 2 0 16,-3 0 0-16,1 1 0 0,-1 1 0 0,0 0 0 15,-1-1 0-15,1 3 0 0,0-2 0 0,0-1 0 16,0 0 0-16,0 0 0 0,0 1 0 0,1-2 0 16,0 0 0-16,2 1 0 0,1-3 0 0,-2 1 0 15,2-2 0-15,0 1 0 0,1-3 0 0,2 2 0 16,2-4 0-16,2-1 0 0,0 2 0 0,-1-4 0 16,1 0 0-16,-4 0 0 0,4 0 0 0,-4 0 0 15,0-3 0-15,0 3 0 0,-2-3 0 0,3 1 0 16,-4 4 0-16,-3-4 0 0,1 1 0 0,0 0 0 15,-1 1 0-15,-1 0 0 0,3-1 0 0,-3 1 0 16,0 1 0-16,0 0 0 0,0 4 0 0,0 0 0 16,0-7 0-16,0 7 0 0,2-3 0 0,-2 3 0 15,4-3 0-15,-4 3 0 0,0 0 0 0,0 0 0 16,0 0 0-16,-4 18 0 0,2-8 0 0,2 1 0 16,0 2 0-16,-3 4 0 0,2 2 0 0,-4 7 0 15,5 1 0-15,-4 0 0 0,-1 3 0 0,1 1 0 16,0-5 0-16,-3 3 0 0,4 1 0 0,-2 0 0 15,0-3 0-15,-3 4 0 0,-1-1 0 0,2-3 0 16,0 0 0-16,2-1 0 0,0-1 0 0,1-7 0 16,-2 9 0-16,3-12 0 0,1-3 0 0,0 0 0 15,2-1 0-15,-1-2 0 0,0 0 0 0,-1-3 0 16,0 0 0-16,2-1 0 0,-1-2 0 0,1 1 0 16,0-4 0-16,-2 6 0 0,2-6 0 0,0 5 0 15,0-5 0-15,0 3 0 0,0-3 0 0,0 0 0 16,0 0 0-16,-5 1 0 0,5-1 0 0,0 0 0 15,-15-5 0-15,9 2 0 0,-2-1 0 0,-2-2 0 16,-2-1 0-16,-2-1 0 0,0-2 0 0,1 0 0 16,-1 1 0-16,1-3 0 0,2 2 0 0,-2-1 0 15,5 3 0-15,-2-4 0 0,4 4 0 0,1-4 0 0,1 1 0 16,3 0 0-16,-1-2 0 0,5 1 0 0,-1 0 0 16,6-3 0-16,4 0 0 0,-1 1 0 15,8 1 0-15,-6 0 0 0,11-5 0 0,2 3 0 16,-8 5 0-16,9-1 0 0,-8 2 0 0,-1 1 0 0,0-2 0 15,-2 3 0-15,-3 1 0 0,1 2 0 0,-4-2 0 16,-3 2 0-16,0 2 0 0,-1-1 0 0,-3 0 0 16,0-1 0-16,2 0 0 0,-10-1 0 15,5 5-526-15,-6-8-207 0,-1 4-423 0,-5-1-1251 16,1 1 553-16</inkml:trace>
  <inkml:trace contextRef="#ctx0" brushRef="#br0" timeOffset="303219.8941">7821 14828 425 0,'5'-10'507'0,"1"3"15"0,1 0-5 16,-1-2-14-16,-2 3-12 0,-1 1-3 0,-1-3-4 15,1 2-8-15,-1 2-10 0,1-3-14 0,-3 3-14 16,1-1-24-16,2 2-14 0,-3-1-22 0,0 0-34 16,0 4-30-16,1-5-33 0,-1 5-24 0,0 0-223 15,0 0-34-15,0 0 0 0,0 0 0 0,-3 16 0 16,3-5 0-16,0-1 0 0,-1 8 0 0,0 2 0 16,1 5 0-16,-1 0 0 0,-2 3 0 0,2 0 0 15,-1-1 0-15,0 1 0 0,1-1 0 0,1-1 0 16,-3 2 0-16,2 0 0 0,-1 0 0 0,0-2 0 15,-2 0 0-15,-1-6 0 0,4-2 0 0,1-2 0 16,-3 4 0-16,1-6 0 0,2-3 0 0,-3-6 0 16,3 4 0-16,3-4 0 0,-3 1 0 0,1-2 0 15,1-1 0-15,1 1 0 0,6-1 0 0,-4-3 0 16,7 0 0-16,0-1 0 0,1-1 0 0,1-2 0 16,3 0 0-16,-3 1 0 0,-1-1 0 0,2-3 0 15,-1 3 0-15,-1 1 0 0,-2-2 0 0,1 3 0 16,-2-2 0-16,0 1 0 0,-2 1 0 0,-3-2 0 15,0 3 0-15,-1 0 0 0,-4 1 0 0,10-2 0 16,-10 2 0-16,4-2 0 0,-4 2 0 0,6-1 0 16,-6 1 0-16,0 0 0 0,0 0 0 0,6 4 0 0,-6-4 0 15,0 0-289-15,0 0-1028 0,0 0-1427 0,0 0 631 16</inkml:trace>
  <inkml:trace contextRef="#ctx0" brushRef="#br0" timeOffset="304719.5415">8112 15176 39 0,'7'-5'389'0,"-5"-2"27"0,1 1 27 0,-1 0 16 16,2 0 9-16,3-1-11 0,-5 1-17 15,1 0-10-15,-1-1-16 0,2 2-19 0,-1-1-15 0,-1 1-21 16,-1-1-19-16,2 1-42 0,2 1-14 0,-4 1-27 16,3-1-30-16,0 1-19 0,0-1-19 0,0 2-24 15,-1-1-20-15,-3 3-15 0,12 0-8 0,-12 0-17 16,10 3-11-16,-2 0-1 0,-3 1-16 0,0 2-5 15,4 0-24-15,-1 2 2 0,-3-1 1 0,0 1-7 16,-1 0-8-16,-3 3 3 0,-1-2-11 0,3 2-28 16,-6-2 0-16,3-3 0 0,-2 5 0 0,-1-1 0 15,-2-1 0-15,-4 1 0 0,0-1 0 0,4-1 0 16,-7 0 0-16,5-3 0 0,-3 1 0 0,0 0 0 16,3-3 0-16,-1-3 0 0,3 1 0 0,-3 1 0 15,8-2 0-15,-11-5 0 0,7 2 0 0,4-3 0 16,-5 0 0-16,4 0 0 0,-2-1 0 0,4-5 0 15,-1 4 0-15,4-3 0 0,0 0 0 0,0 1 0 16,2 1 0-16,1 0 0 0,-1 0 0 0,-2 1 0 16,2 3 0-16,3 0 0 0,-5 0 0 0,5 3 0 15,-5 1 0-15,2-2 0 0,3 3 0 0,0 0 0 16,-1 3 0-16,-3 1 0 0,5 0 0 0,-1 2 0 16,-1 0 0-16,1 0 0 0,-2 1 0 0,0-1 0 15,-1 4 0-15,1-2 0 0,-1 2 0 0,-2-3 0 16,0-1 0-16,-1 1 0 0,1 0 0 0,-2 1 0 15,0-3 0-15,0 1 0 0,-1-2 0 0,3-1 0 16,-2 1 0-16,-1-2 0 0,-1-2 0 0,0 0 0 16,2 5 0-16,-2-5 0 0,0 0 0 0,0 0 0 0,7-7 0 15,-3 2 0-15,-1 1 0 0,3-4 0 16,4 1 0-16,-7 0 0 0,3 1 0 0,2-3 0 16,-2 1 0-16,4-1 0 0,-2 3 0 0,0 0 0 15,-2 0 0-15,3 0 0 0,-1-1 0 0,-2 3 0 0,2 0 0 16,2 1 0-16,-2 2 0 0,-3 0 0 0,1-1 0 15,3 2 0-15,-1 0 0 0,-2 2 0 16,1 0 0-16,0 0 0 0,0 3 0 0,-1-1 0 16,-2 1 0-16,2 3 0 0,2 1 0 0,-3-1 0 0,-1 1 0 15,0 0 0-15,-2 2 0 0,0 0 0 0,-2-3 0 16,0 4 0-16,0-4 0 0,-2 0 0 0,0-1 0 16,1 0 0-16,-1-1 0 0,0-2 0 15,2 1 0-15,0-5 0 0,-3 3 0 0,3-3 0 0,0 0 0 16,0 0 0-16,0 0 0 0,0 0 0 0,-4-15 0 15,6 5 0-15,0 2 0 0,6-4 0 0,-2 2 0 16,1-2 0-16,4-3 0 0,1 3 0 0,0-4 0 16,2 3 0-16,3 1 0 0,-4-1 0 0,1 3 0 15,4 1 0-15,-8 1 0 0,4 4 0 0,-2-2 0 16,0 1 0-16,0 2 0 0,-2-2 0 0,-1 3 0 16,-1 1 0-16,-2-1 0 0,1 1 0 0,-1-2 0 15,-6 3 0-15,10-1 0 0,-10 1 0 0,5-2 0 16,-5 2 0-16,7 0 0 0,-7 0 0 0,0 0 0 15,6 2 0-15,-6-2 0 0,0 0 0 0,0 0 0 16,6 3 0-16,-6-3 0 0,0 0 0 0,0 0 0 16,4 1 0-16,-4-1 0 0,0 0 0 0,0 0 0 15,0 0 0-15,0 0 0 0,0 0 0 0,0 0 0 16,0 0 0-16,0 0 0 0,0 0 0 0,0 0 0 16,8-4 0-16,-8 4 0 0,0 0 0 0,0 0 0 15,0 0 0-15,0 0 0 0,9 0 0 0,-9 0 0 16,0 0 0-16,6 0 0 0,-1 3 0 0,-5-3 0 15,9 4 0-15,-5-3 0 0,0 3 0 0,1-1 0 16,-1 3 0-16,2-1 0 0,-2 2 0 0,0 1 0 0,0-2 0 16,-3 1 0-16,-1 0 0 0,0 2 0 0,-1-1 0 15,-3 1 0-15,0 0 0 0,0-1 0 16,-2-1 0-16,-3 1 0 0,-3 0 0 0,2-2 0 16,-3 0 0-16,3-4 0 0,-5 2 0 0,3-2 0 0,1-1 0 15,-1 1 0-15,6-4 0 0,0 0 0 0,-3-2 0 16,2 1 0-16,2-3 0 0,1 0 0 15,2-6 0-15,0 4 0 0,4-4 0 0,0-1 0 16,3-2 0-16,-1 5 0 0,-1-1 0 0,6-4 0 0,-4 6 0 16,1-1 0-16,2 3 0 0,-2-1 0 0,3 2 0 15,0 1 0-15,-5 2 0 0,3 0 0 0,1 5 0 16,1-2 0-16,-1 5 0 0,-2-1 0 16,3 5 0-16,-1 1 0 0,0 5 0 0,-2 1 0 0,3 9 0 15,-4-2 0-15,-2 2 0 0,1 3 0 0,-2 0 0 16,-2 1 0-16,3 2 0 0,-6-1 0 0,2-1 0 15,0 3 0-15,-2-3 0 0,-1 3 0 0,-1-1 0 16,0-3 0-16,0 1 0 0,1-3 0 0,0-6 0 16,0-2 0-16,3 2 0 0,-3-3 0 0,3-1 0 15,1-1 0-15,0-5 0 0,0-2 0 0,-3 0 0 16,3 0 0-16,0-1 0 0,3-2 0 0,-3 0 0 16,0 0 0-16,1-1 0 0,-1 0 0 0,0-4 0 15,1 5 0-15,2-1 0 0,-3-4 0 0,0 0 0 16,0 3 0-16,0-3 0 0,0 4 0 0,0-4 0 15,0 0 0-15,0 0 0 0,0 0 0 0,0 0 0 16,0 0 0-16,0 3 0 0,0-3 0 0,0 0 0 16,0 0 0-16,0 0 0 0,-14-2 0 0,6 1 0 15,-1-3 0-15,-5 2 0 0,2-2 0 0,-8-3 0 16,1 2 0-16,-10 0 0 0,2 1 0 0,0-4 0 16,-1 2 0-16,5 4 0 0,5-2 0 0,-4 0 0 15,6 2 0-15,2-2 0 0,2 3 0 0,3-1 0 16,2 1 0-16,0-1 0 0,2 0 0 0,1-1 0 15,4 3 0-15,-4-3 0 0,4-2 0 0,0 5 0 16,9-4 0-16,0-1 0 0,3-1 0 0,-1 3 0 16,2 0 0-16,1 0 0 0,2-4-254 0,-3 4-1070 0,4-7-1432 15,1 4 634-15</inkml:trace>
  <inkml:trace contextRef="#ctx0" brushRef="#br0" timeOffset="305267.5026">9014 15216 377 0,'3'-10'491'0,"-2"2"4"16,-1 2 2-16,0 0-9 0,2-1-20 0,-4 2-18 16,2 0-26-16,4 0-17 0,-4 2-19 0,0 3-14 15,-2-5-14-15,2 5-23 0,0-6-24 0,0 6-22 0,0 0-18 16,2-5-18-16,-2 5-18 0,0 0-22 15,0 0-23-15,0 0-10 0,0 0-16 0,1-4-7 16,-1 4-13-16,0 0-5 0,0 0-76 0,0 0-65 16,0 0 0-16,0 0 0 0,4-1 0 0,-4 1 0 0,0 0 0 15,14 1 0-15,-5-2 0 0,3 1 0 0,2-2 0 16,-1 1 0-16,6-3 0 0,-2-1 0 16,3 2 0-16,-1-6 0 0,-2 5 0 0,-1-1 0 15,-4-1 0-15,-2-3 0 0,3 3 0 0,-3-1 0 0,-1-1 0 16,1 2 0-16,-5-1 0 0,0-1 0 0,-1 1 0 15,0 3 0-15,-3-1 0 0,2-2 0 0,-6 3 0 16,2 0 0-16,0-1 0 0,-6 2 0 0,1 0 0 16,0 2 0-16,-4-1 0 0,-3 2 0 0,-1 2 0 15,-3 0 0-15,0 4 0 0,2 2 0 0,-3 0 0 16,3 4 0-16,-3-1 0 0,5 3 0 0,-2-2 0 16,2 3 0-16,5 1 0 0,-1-2 0 0,7 4 0 15,-2-3 0-15,0-2 0 0,4-1 0 0,4 0 0 16,1 1 0-16,0-2 0 0,8 1 0 0,-4-5 0 15,10 4 0-15,-1-2 0 0,2-2 0 0,7 1 0 16,-6-4 0-16,1-3 0 0,-1-1 0 0,0-2 0 16,-1 1 0-16,2-1 0 0,-6 0 0 0,4-1 0 15,-9 0 0-15,3-1 0 0,-4 2 0 0,2-2 0 16,-3 1 0-16,-3 1 0 0,1-1 0 0,-2 1 0 16,0 1 0-16,-5 1 0 0,5-1-545 0,-5 1-90 15,0 0-534-15,0 0-1266 0,0 0 560 0</inkml:trace>
  <inkml:trace contextRef="#ctx0" brushRef="#br0" timeOffset="307255.1568">10788 14863 224 0,'3'-6'367'0,"3"-1"15"0,-2 1-1 15,0-2-7-15,1 0 5 0,-1 1 2 0,-3 0 2 16,2 0-13-16,-2 0-13 0,3 1-14 0,-4 1-10 0,5 0-17 15,-9 0-18-15,4 1-17 0,-1-1-20 0,1 1-1 16,0 4-28-16,-5-8-11 0,1 5-12 16,0-1-8-16,-1 3-2 0,-3-1-10 0,-2-1-6 15,-1 1-4-15,-6 2-2 0,-1 0-9 0,-2 0-8 0,-1 4-3 16,-4 0-10-16,-7 0-68 0,-3 3-79 0,2-1 0 16,1 0 0-16,-4-3 0 0,2 4 0 15,1 0 0-15,-1 0 0 0,6-1 0 0,5-2 0 0,5-1 0 16,-1 0 0-16,6-2 0 0,1 2 0 0,4-2 0 15,1-1 0-15,1 2 0 0,0-2 0 0,1 2 0 16,5-2 0-16,-7 0 0 0,7 0 0 0,-5 3 0 16,5-3 0-16,0 0 0 0,0 0 0 0,-5 1 0 15,5-1 0-15,0 0 0 0,-3 5 0 0,1-1 0 16,1-1 0-16,1 2 0 0,-2 1 0 0,2-1 0 16,-1 2 0-16,1 1 0 0,-1 1 0 0,1 2 0 15,-1 1 0-15,-3 4 0 0,2 0 0 0,0 1 0 16,-1 0 0-16,1 4 0 0,-1 4 0 0,2 2 0 15,-1 2 0-15,1 2 0 0,-1 0 0 0,-2 1 0 16,0 3 0-16,-1 0 0 0,1 1 0 0,-2 9 0 16,-2-10 0-16,-1 12 0 0,3-12 0 0,-2-1 0 15,-2-1 0-15,6 4 0 0,-5-4 0 0,3-1 0 16,-1 1 0-16,-2-1 0 0,4-1 0 0,1-1 0 16,3-1 0-16,-3-2 0 0,2 1 0 0,0-9 0 0,2 1 0 15,2-2 0-15,-1 0 0 0,-2-6 0 0,2-1 0 16,0 0 0-16,1 0 0 0,0-4 0 0,-2 0 0 15,3-2 0-15,-2 1 0 0,2 0 0 16,0-3 0-16,1 0 0 0,1 1 0 0,-1 1 0 0,1-3 0 16,3-1 0-16,-3 2 0 0,5-3 0 0,-1 1 0 15,4-1 0-15,1 0 0 0,4-1 0 0,1-1 0 16,3 1 0-16,-2 1 0 0,7-2 0 0,1-3 0 16,3 4 0-16,1-6 0 0,-1 2 0 0,-2-1 0 15,3 1 0-15,-4 0 0 0,1 3 0 0,-7-2 0 16,1 0 0-16,-5 1 0 0,-3 3 0 0,-2-1 0 15,-1-2 0-15,-1 2 0 0,-3 0 0 0,-2 0 0 16,1 0 0-16,-1 1 0 0,-6 0 0 0,9 1 0 16,-9-1 0-16,0 0 0 0,8-1 0 0,-8 1 0 15,0 0 0-15,0 0 0 0,0 0 0 0,0 0 0 16,5-1 0-16,-5 1 0 0,0 0 0 0,1-5-278 16,-1-1-1042-16,1-4-1428 0,3 0 633 0</inkml:trace>
  <inkml:trace contextRef="#ctx0" brushRef="#br0" timeOffset="311139.4392">11054 15062 204 0,'0'0'252'0,"0"-6"2"15,0 6 4-15,0-6-1 0,0 1 4 0,0 3 3 16,0-3-3-16,0 1 10 0,4-1 5 0,-4-1 7 16,-1 3 1-16,1 3 11 0,1-11-5 0,-2 7 0 0,1-1-11 15,0 0 26-15,0 5-10 0,0-9-3 16,0 6-9-16,0 3-20 0,-3-7 6 0,3 4-13 16,0 0-10-16,0 3-11 0,0-7-11 0,0 7-24 0,0 0-4 15,-1-3-16-15,1 3-17 0,0 0-16 0,0 0-20 16,0 0-15-16,0 0-10 0,0 0-85 15,0 0-17-15,0 13 0 0,0-3 0 0,0 1 0 16,0 0 0-16,1 6 0 0,2 2 0 0,-2 1 0 0,-1 5 0 16,3-7 0-16,-2 1 0 0,-1-1 0 0,0 7 0 15,1-4 0-15,2-3 0 0,-2 2 0 0,-1-1 0 16,3 0 0-16,-3 0 0 0,1 0 0 0,-1 0 0 16,0-1 0-16,4 1 0 0,-3-3 0 0,-1 0 0 15,0-3 0-15,1-3 0 0,-1 0 0 0,0-3 0 16,0 1 0-16,-1-2 0 0,1-2 0 0,0 1 0 15,1 0 0-15,-1-3 0 0,0 2 0 0,0-4 0 16,0 0 0-16,0 6 0 0,0-6 0 0,0 4 0 16,0-4 0-16,0 0 0 0,0 0 0 0,0 0 0 15,0 3 0-15,0-3 0 0,0 0 0 0,0 0 0 16,0 0 0-16,0 0 0 0,0 0 0 0,0 0 0 16,0 0 0-16,0 0 0 0,7-10-174 0,-7 10-397 15,6-7-83-15,-1 0-478 0,4-1-1227 0,-1 1 543 16</inkml:trace>
  <inkml:trace contextRef="#ctx0" brushRef="#br0" timeOffset="312986.0865">11265 15297 318 0,'1'-3'403'0,"-1"3"-1"0,3-6-8 0,-3 2-11 16,1 1-8-16,-1-2-7 0,0 5-12 0,0-6-13 15,3 4-2-15,-3 2-18 0,1-7-12 0,-1 4-19 0,3 0-16 16,-3 3-14-16,1-4-27 0,-1 4-21 16,1-6-21-16,2 4-20 0,-3 2-20 0,6-4-15 15,-2 3-8-15,-4 1-17 0,10 0-11 0,-10 0-17 16,12 3-7-16,-5-2-5 0,-2 2-6 0,2 1-13 0,-1-1-2 16,1 3-2-16,0-2-3 0,-3 2-13 15,1 2-1-15,-1-1-2 0,-1 3 0 0,-1-2-7 0,0-1-11 16,-2 3 12-16,-3 1-8 0,2 1 2 15,-4-4-5-15,-2 4 2 0,1-3-3 0,-4 2 1 0,1-3 6 16,0-1-5-16,-3 1 2 0,3-2-6 16,0-1-1-16,-2 0 4 0,3-3 0 0,0-2 6 15,2 0-4-15,6 0 14 0,-14-4 10 0,10-1 1 16,-1 0 11-16,2-3 3 0,2-5 3 0,1 1-8 16,1-1 9-16,2 0-4 0,2-3-6 0,-1 2-14 0,4-1 8 15,-1 0-3-15,-2 4-3 0,3 2-15 0,0 0-22 16,1 1 0-16,-3 1 0 0,2 1 0 0,-1 1 0 15,2 4 0-15,-1-1 0 0,0 2 0 16,-1 1 0-16,3 1 0 0,1 1 0 0,-2 2 0 0,0 2 0 16,-2-1 0-16,0 0 0 0,-1 3 0 0,-1-2 0 15,0 5 0-15,0-1 0 0,-2 0 0 0,0 2 0 16,-1-6 0-16,-2 4 0 0,1-5 0 0,2 1 0 16,-3-1 0-16,0-1 0 0,0 1 0 0,1-2 0 15,-1 1 0-15,0-5 0 0,2 3 0 0,-2-3 0 16,2 4 0-16,-2-4 0 0,0 0 0 0,0 0 0 15,1-12 0-15,2 5 0 0,3-2 0 0,-1-2 0 16,-1 4 0-16,4-3 0 0,-3 3 0 0,4-4 0 16,-3 4 0-16,2 0 0 0,0 0 0 0,2 0 0 15,-2 0 0-15,2 1 0 0,-4 3 0 0,3 1 0 16,-2-1 0-16,0 0 0 0,-2 1 0 0,4 3 0 16,1-1 0-16,0 2 0 0,0 3 0 0,-4-3 0 15,3 4 0-15,-1-3 0 0,-1 4 0 0,1-2 0 16,1 1 0-16,-4 2 0 0,0-4 0 0,0 6 0 15,0-2 0-15,-1 1 0 0,0-2 0 0,-4 0 0 16,0 3 0-16,1-4 0 0,-1 2 0 0,0-1 0 16,0-4 0-16,-1 1 0 0,2 1 0 0,-1-5 0 15,0 4 0-15,0-4 0 0,0 0 0 0,0 0 0 16,0 0 0-16,0 0 0 0,0 0 0 0,4-14 0 16,-1 5 0-16,-1-2 0 0,6 0 0 0,-3 1 0 15,0-2 0-15,4 2 0 0,4-3 0 0,-4 5 0 0,4-3 0 16,-2 4 0-16,-1-1 0 0,1 3 0 15,1-2 0-15,0 4 0 0,-1-1 0 0,-2 1 0 16,2 1 0-16,1-2 0 0,-5 4 0 0,-1 0 0 0,3-1 0 16,-1 2 0-16,-2 1 0 0,-6-2 0 0,9 3 0 15,-5-1 0-15,-3 0 0 0,3 1-9 16,1-1-68-16,-4 0 2 0,-1-2-1 0,4 2 4 16,-4-2 3-16,3 3 11 0,-3-3 9 0,0 0 6 0,0 0 7 15,0 0 5-15,0 0 8 0,5 3-4 0,-5-3 3 16,0 0 3-16,0 0 1 0,0 0 11 0,0 0 7 15,0 0 4-15,8-7 0 0,-8 7 8 16,0 0 5-16,5-2-3 0,-4 0-4 0,-1 2 2 0,8-4 7 16,-8 4 1-16,6-2 6 0,-2 1-2 0,-4 1-2 15,8 0-5-15,-8 0 7 0,6 1-2 0,1 1 4 16,-1-1-1-16,-4 2-1 0,3-1-1 0,1 1 1 16,-3 2-6-16,2-1 0 0,-2 2-1 0,-1 0-2 15,1 0-4-15,-2 0 5 0,-2 2-7 0,1-3-1 16,0 2 3-16,-1 3-3 0,-3 2 2 0,0-5-3 15,-2 4 6-15,-2-4-2 0,0 2 2 0,1 0-5 16,-3-4 1-16,3 0-3 0,-2-3 2 0,4 1-6 16,-5 1 12-16,2-4-6 0,3 1 7 0,5-1-5 15,-13-4 0-15,11 0 4 0,-1-2 2 0,-1 0-3 16,3-5-8-16,1 1 4 0,1-2 8 0,3 2 9 16,0-3-5-16,1 1 3 0,0 3 1 0,3-1-6 15,-3 2-17-15,3-1 0 0,-1 2 0 0,0-1 0 0,-2 5 0 16,0-1 0-16,3 1 0 0,-1 2 0 15,1 0 0-15,0 1 0 0,3 4 0 0,-2-1 0 16,-1 2 0-16,-1 4 0 0,2 1 0 0,-1 5 0 16,-2 3 0-16,2 7 0 0,2-2 0 0,-6 3 0 0,-3-1 0 15,3 2 0-15,-2-1 0 0,-2 5 0 0,0-1 0 16,0-2 0-16,-2 0 0 0,2 1 0 16,0 1 0-16,-4-6 0 0,6 2 0 0,-4 0 0 0,2-8 0 15,-1 1 0-15,1-2 0 0,0-1 0 0,0 0 0 16,1-4 0-16,1 2 0 0,0-5 0 0,0 2 0 15,0-5 0-15,-2 0 0 0,1 1 0 0,-1-3 0 16,2 2 0-16,-1-3 0 0,-1 1 0 0,0-4 0 16,1 4 0-16,-1-4 0 0,2 4 0 0,-2-4 0 15,0 0 0-15,0 0 0 0,0 5 0 0,0-5 0 16,0 0 0-16,2 2 0 0,-2-2 0 0,0 0 0 16,0 0 0-16,0 0 0 0,0 0 0 0,0 0 0 15,0 0 0-15,0 0 0 0,0 0 0 0,-13 0 0 16,13 0 0-16,-15-5 0 0,6 3 0 0,-1-2 0 15,-4-2 0-15,-2-1 0 0,0 2 0 0,-1 0 0 16,-3-1 0-16,2-1 0 0,0-2 0 0,-4 0 0 16,4 3 0-16,0 1 0 0,5-4 0 0,2 5 0 15,-3 1 0-15,5-5 0 0,-4 4 0 0,4 0 0 16,4-3 0-16,-1 2 0 0,2 1 0 0,2 1 0 16,-1-1 0-16,0 0 0 0,3 0 0 0,-1-1 0 15,0 0 0-15,1 0 0 0,2 1 0 0,2-3 0 16,0-2 0-16,4 2 0 0,1-1 0 0,2-4 0 15,4-1 0-15,2 2 0 0,6-8 0 0,5 1 0 16,0 1 0-16,7-3 0 0,10-7 0 0,1 2 0 16,1-1 0-16,0-1 0 0,3 3 0 0,-7-2 0 15,-9 10 0-15,10-8 0 0,-12 5 0 0,-2 1 0 16,-5 2 0-16,2 1 0 0,-4 0 0 0,-5 3 0 16,-3 1 0-16,-3 4 0 0,-2 1 0 0,-4 1 0 15,0 1 0-15,0 0 0 0,-1 1 0 0,-4 0 0 16,-1 3 0-16,0 0 0 0,-1-8 0 0,1 8 0 15,-11-2 0-15,11 2 0 0,-13 0 0 0,13 0 0 16,-21 4 0-16,12 3 0 0,-5 4 0 0,4-4 0 16,-1 0 0-16,-2 4 0 0,1 1 0 0,1 1 0 15,2-1 0-15,3 1 0 0,-1-4 0 0,2 2 0 16,0 0 0-16,1-1 0 0,4 2 0 0,0-1 0 0,0-2 0 16,4 1 0-16,0-3 0 0,2 2 0 0,2-2 0 15,0-1 0-15,3-1 0 0,2-2 0 0,5 1 0 16,0-3 0-16,3 0 0 0,0-2 0 15,-1-1 0-15,2-2 0 0,-2 2 0 0,1-2 0 16,-2-2 0-16,-4 1 0 0,-2 2 0 0,1-1 0 0,-2 0 0 16,-3 1 0-16,-2 2 0 0,-2-2 0 0,-1-1 0 15,2 1 0-15,-6 3 0 0,6-5 0 0,-6 5 0 16,0 0-692-16,0 0-559 0,-14-6-1353 16,14 6 599-16</inkml:trace>
  <inkml:trace contextRef="#ctx0" brushRef="#br0" timeOffset="313877.6105">13601 15122 12 0,'9'-13'442'0,"0"-2"13"15,-4 5 0-15,4-1-9 0,-4 0-6 0,2 3 4 16,-2-2-18-16,-4 4-25 0,3-5-26 0,-4 6-28 16,3-2-33-16,-6 1-22 0,3 1-21 0,-4 1-5 0,-1-1-24 15,0 3-12-15,-3 0-11 0,-2 1-19 16,-1 2-7-16,0 3-10 0,-7 1-2 0,4 0-14 16,-4 5-16-16,3 2 0 0,-2 1-9 0,2 2-10 0,-3 3-13 15,3-3-3-15,6 2-6 0,0-1-11 0,1 1-10 16,2 1-8-16,1-2-81 0,1 0 0 0,0 0 0 15,4-4 0-15,0 4 0 0,0-5 0 0,0 1 0 16,4 1 0-16,-3-3 0 0,2 1 0 0,2-1 0 16,0-1 0-16,-1-1 0 0,-3 0 0 0,6 0 0 15,-6 1 0-15,3-2 0 0,0 0 0 0,1-1 0 16,0-1 0-16,1 3 0 0,-1-1 0 0,-2-4 0 16,1 4 0-16,0-2 0 0,-2 1 0 0,1-3 0 15,2 3 0-15,-4-2 0 0,1 1 0 0,1 1 0 16,-2-1 0-16,1 1 0 0,-2 0 0 0,-2 0 0 15,1 1 0-15,-2-2 0 0,1-1 0 0,-4 1 0 16,-5 2 0-16,6-2 0 0,-1-1 0 0,-3 1 0 16,0-2 0-16,0 2 0 0,0-3 0 0,0 2 0 15,4-3 0-15,0 2 0 0,0-2 0 0,5-1 0 16,-12 0 0-16,12 0 0 0,-6-4 0 0,6-1 0 16,0 1 0-16,0-1 0 0,0-6 0 0,4 2 0 15,1-4 0-15,4-1 0 0,0 1 0 0,-3 0 0 16,8-1 0-16,-1 1 0 0,2 2 0 0,-4 4 0 15,4-5 0-15,1 0 0 0,-4 7 0 0,5-4 0 0,-2 3 0 16,-2 1 0-16,0 4 0 0,0-4 0 0,-1 4 0 16,1 2 0-16,1-1 0 0,-1 1 0 15,-2 3 0-15,-2-1 0 0,1 2 0 0,0 2 0 16,-2-2 0-16,0 1 0 0,-2 3 0 0,2-2 0 0,-4 0 0 16,1 1 0-16,-1 2 0 0,-3-1 0 15,2-2 0-15,-2 1 0 0,0-1 0 0,1-2 0 0,-1 1 0 16,-1 1 0-16,0-2 0 0,0 0 0 15,0-1 0-15,0-1 0 0,1-1 0 0,0 2 0 0,-1-4 0 16,0 0 0-16,0 6 0 0,0-6 0 0,0 0 0 16,0 0 0-16,0 0 0 0,9-1 0 0,-9 1 0 15,8-7 0-15,-2 0-228 0,1-1-172 16,2 2-73-16,-4-1-55 0,2-4-57 0,1-6-412 0,-3 3-1078 16,1 4 477-16</inkml:trace>
  <inkml:trace contextRef="#ctx0" brushRef="#br0" timeOffset="314143.2055">13837 15250 68 0,'0'0'266'0,"-2"-5"15"0,2 5 19 0,-1-3 12 0,1 3-11 15,-3-4-12-15,3 4-26 0,0 0-37 0,0-4-24 16,0 4-15-16,0 0-31 0,0 0-45 0,0 0-32 16,0 0-54-16,0 0-55 0,0 0-63 0,0 0-65 15,19 7-71-15,-12-4-197 0,-3 0-462 0,2 1 204 16</inkml:trace>
  <inkml:trace contextRef="#ctx0" brushRef="#br0" timeOffset="314471.229">13944 15369 90 0,'0'0'427'0,"0"0"31"16,0 0 17-16,0 0 10 0,0 0-5 0,0 0-11 15,0 0-5-15,0 0-15 0,0-14-13 0,0 14-18 16,1-8-27-16,0 5-33 0,-1 3-32 0,4-3-23 15,-1 0-32-15,-1-3-25 0,2 3-26 0,1-2-20 16,3 4-24-16,-3-4-17 0,1 3-18 0,1 1-8 16,-1 1-16-16,3 0-16 0,0 0-7 0,1 0-13 15,0 3-3-15,2-2-10 0,-5 5-1 0,4-2-57 16,-5-1-10-16,1 3 0 0,-1-1 0 0,2 1 0 16,-6 1 0-16,2 0 0 0,1 4 0 0,-1-1 0 15,-1-1 0-15,-3 2 0 0,-3-3 0 0,3 2 0 16,-5 1 0-16,0 0 0 0,0 0 0 0,-4-2 0 15,0 1 0-15,1-1 0 0,-2 1 0 0,1-2 0 16,0 1 0-16,1-3 0 0,2 1 0 0,2-2 0 16,-1-2 0-16,1 0 0 0,2-1 0 0,-2 0 0 15,2 2 0-15,2-4 0 0,-1 4 0 0,1-4 0 16,0 0 0-16,0 0 0 0,0 0 0 0,13-8 0 0,-8 6 0 16,3-1 0-16,2-1 0 0,-1-1 0 0,0-3 0 15,1 4 0-15,-1 2 0 0,3-3 0 16,-1 0 0-16,-2 2 0 0,3-1 0 0,-2 0 0 15,-1-1 0-15,1 4 0 0,0-2 0 0,-2-1 0 0,0 2 0 16,-2 1 0-16,3 0 0 0,-1-1-350 0,-1 0-112 16,0 0-35-16,0 1-36 0,-2 0-36 15,3 0-395-15,-8 1-1043 0,7-2 461 0</inkml:trace>
  <inkml:trace contextRef="#ctx0" brushRef="#br0" timeOffset="314971.8034">14262 15436 152 0,'0'0'202'0,"1"-5"25"0,-1 5 26 15,0-6 23-15,0 6 21 0,0 0 21 16,3-3 18-16,-3 3 2 0,3-6 8 0,-3 6 9 16,0 0-1-16,0 0-4 0,0 0-21 0,-6-5-2 0,6 5-19 15,0 0-22-15,0 0-17 0,0 0-29 0,0 0-18 16,0 0-21-16,0 0-15 0,4-2-29 0,-4 2-17 16,0 0 0-16,0 0-18 0,0 0-9 0,0 0-11 15,0 0-12-15,14 2 3 0,-6-2-17 16,-8 0-1-16,14 0-8 0,-4-1-5 0,2 0 0 0,-2 0-12 15,5 1-2-15,-2-1 17 0,1-2-7 0,-1 0-1 16,1 2-1-16,-3-5 3 0,7 0-3 0,-8 1 7 16,2 0-1-16,-2 0 2 0,-1-2 1 0,0 1-48 15,-4 1-17-15,0-1 0 0,-1 1 0 0,1 2 0 16,-5-4 0-16,3 5 0 0,-2-1 0 0,-1 3 0 16,-4-6 0-16,3 1 0 0,-3 3 0 0,0 0 0 15,4 2 0-15,-11-1 0 0,4 1 0 0,7 0 0 16,-14 5 0-16,4 0 0 0,1-2 0 0,0 2 0 15,-2 6 0-15,1-4 0 0,-1 3 0 0,0 1 0 16,3 0 0-16,-3 0 0 0,2-1 0 0,2 0 0 16,0 0 0-16,-1 1 0 0,3-1 0 0,1-1 0 15,2 1 0-15,0-2 0 0,1-1 0 0,1 0 0 16,3 2 0-16,3-3 0 0,3 2 0 0,0-3 0 16,1-1 0-16,3-1 0 0,3 1 0 0,2-1 0 15,3-1 0-15,-3 1 0 0,2-3 0 0,-2 0 0 16,1 0 0-16,0 0 0 0,-1-2 0 0,-4 1 0 15,-2 0 0-15,2 0 0 0,-7-1 0 0,-1 0 0 16,0 2 0-16,-2-6 0 0,0 6-73 0,-4 0-166 16,1-4-47-16,-1 4-55 0,0 0-69 0,-8-6-71 15,3 2-74-15,-1 3-413 0,-1-1-1049 0,-1 2 465 16</inkml:trace>
  <inkml:trace contextRef="#ctx0" brushRef="#br0" timeOffset="315957.275">14828 15404 45 0,'0'0'287'0,"3"-7"-4"16,-3 7-11-16,0 0-13 0,0-6-3 0,0 6-6 15,0 0-2-15,0 0-9 0,0 0-5 0,-4-4 3 16,4 4-9-16,0 0-9 0,-1-3-3 0,1 3-5 15,0 0-7-15,0 0-5 0,0 0-4 0,0 0-12 16,0 0 0-16,0 0-3 0,0 0-7 0,0 0-6 16,0 0-6-16,1-5-6 0,-1 5-11 0,0 0-15 15,0 0-13-15,6-1-10 0,-2-2-10 0,-4 3-10 16,9 1-8-16,-2-2 0 0,-1 2-15 0,3-1-6 16,0 3-5-16,1 1 0 0,0-1-10 0,-1-2-4 15,-2 5 2-15,0 0-3 0,2-1-6 0,0 0-2 16,-1 4-2-16,-4-5 28 0,2 1-4 0,-5 1-2 15,2 0-1-15,-3 4-3 0,-3-4 7 0,-1 3 3 16,-2 0 2-16,-3-1-13 0,0 0 10 0,-5 1-2 0,0 2 3 16,-6-4-9-16,2 3 15 0,-1-5 1 15,-1 1 3-15,4-2 15 0,2-2 14 0,1 1 8 16,0 0 21-16,3-2 14 0,0-2 11 0,3 1-77 16,0-2-71-16,0 0 0 0,2-4 0 0,4 3 0 0,-2-2 0 15,2-2 0-15,-2-1 0 0,7-1 0 0,-1 0 0 16,-1-2 0-16,6 0 0 0,1 0 0 0,1-2 0 15,-1 4 0-15,3 2 0 0,-2-2-9 0,4 1-340 16,-1 1-65-16,-2 3-67 0,2 0-57 16,0 0-53-16,-2 0-378 0,1 0-1048 0,-2-2 463 0</inkml:trace>
  <inkml:trace contextRef="#ctx0" brushRef="#br0" timeOffset="316316.8801">14924 15250 53 0,'-5'-12'422'0,"2"0"35"0,0-1 18 16,-3 2 31-16,3 1 8 0,0-3-8 0,-1 2 7 16,0 0-14-16,2 1 2 0,-2 1-4 0,1-1-15 15,2 3-14-15,-1 1-15 0,0 0-25 0,1 1-23 16,1 2-28-16,-1-1-33 0,1 4-53 0,0-6-291 16,0 6 0-16,0 0 0 0,-2-4 0 0,2 4 0 15,0 0 0-15,0 0 0 0,4 18 0 0,-2-8 0 16,1 2 0-16,0 5 0 0,1 0 0 0,-2 3 0 15,3 5 0-15,-1 1 0 0,-2-1 0 0,0-1 0 16,-2-5 0-16,0 7 0 0,0-7 0 0,0-1 0 16,0 2 0-16,-2-1 0 0,0-3 0 0,2-1 0 15,0-2 0-15,0-1 0 0,0-1 0 0,0 0 0 16,0-2 0-16,0-1 0 0,0 0 0 0,0-3 0 16,0 0 0-16,0 2 0 0,0-3 0 0,0-1 0 15,0 1 0-15,0-4 0 0,0 5 0 0,0-5 0 16,0 5 0-16,0-5 0 0,0 0 0 0,0 0 0 15,0 0 0-15,0 0 0 0,17-10-538 0,-11 6-153 16,-2-2-470-16,4-4-1257 0,-2 4 556 0</inkml:trace>
  <inkml:trace contextRef="#ctx0" brushRef="#br0" timeOffset="316943.3519">15866 15166 230 0,'3'-10'384'0,"-1"-1"-10"0,-1-1-1 16,-2 1-4-16,2 1-10 0,1 2-2 0,-2-3-9 15,-4 4-5-15,3-2 8 0,-1 2-3 0,2 2-6 16,-5-2-15-16,4 1-15 0,-3-1-13 0,0 5-15 15,3-3-2-15,-3 1-10 0,-1 0-18 0,1 1-8 16,4 3-5-16,-6-4-23 0,2 4-10 0,4 0-13 16,0 0-2-16,-12 3-7 0,6 1 12 0,2 2-7 15,-1-1-84-15,2 5-107 0,1 1 0 0,-2 2 0 16,0 3 0-16,0 1 0 0,4 2 0 0,-5 0 0 16,5 7 0-16,-1 1 0 0,1 3 0 0,0-2 0 15,0 4 0-15,1-1 0 0,6 3 0 0,-5-2 0 16,2-2 0-16,1 3 0 0,-1 0 0 0,4 0 0 15,-2-2 0-15,2 0 0 0,-2-2 0 0,-2-2 0 16,1 1 0-16,-1-3 0 0,3 1 0 0,-4-7 0 16,-3-3 0-16,4 0 0 0,-5 0 0 0,1-4 0 15,-3 1 0-15,3-2 0 0,-1 1 0 0,-3-5 0 16,-1 4 0-16,1-2 0 0,-1-4 0 0,1 1 0 16,0-2 0-16,-1 2 0 0,0-2 0 0,-1-1 0 15,-2-1 0-15,0 0 0 0,1-1 0 0,-1 0 0 0,8-1 0 16,-13-5 0-16,8 1 0 0,2-2 0 15,-4-2 0-15,3-2-304 0,-1-1-404 0,-1-2-489 16,2-2-1296-16,-3 0 573 0</inkml:trace>
  <inkml:trace contextRef="#ctx0" brushRef="#br0" timeOffset="317224.634">15601 15572 313 0,'-6'-6'351'0,"2"1"40"16,-1 1 36-16,1 1 37 0,-5-2 19 0,3-1 6 15,-2 2 0-15,3-1 14 0,1 2-1 0,-1 0-7 16,1-1-3-16,-2 0-18 0,2 0-18 0,2 1-23 0,2 3-21 16,-4-3-21-16,4 3-27 0,-2-5-102 0,2 5-262 15,2-7 0-15,0 3 0 0,2 2 0 0,6-4 0 16,-1 1 0-16,4 0 0 0,6-2 0 16,8-4 0-16,1 2 0 0,3 0 0 0,-2-2 0 15,2 5 0-15,-2-1 0 0,-1 0 0 0,-6 3 0 0,0 1 0 16,-3-3 0-16,-1 1 0 0,1 1 0 0,-3 1 0 15,-1 0 0-15,-5 1 0 0,3-2 0 0,-2 2 0 16,-2-1 0-16,3 1 0 0,-1 3 0 0,0 3 0 16,1-1-432-16,-7-1-160 0,7 3-57 0,-7-4-438 15,0 2-1177-15,-5-3 521 0</inkml:trace>
  <inkml:trace contextRef="#ctx0" brushRef="#br0" timeOffset="317974.7217">16065 15516 380 0,'0'0'445'16,"0"0"20"-16,0 0 18 0,0 0 5 0,0 0-16 15,0 0-22-15,0 0-13 0,0 0-17 0,0 0-20 16,0 0-20-16,0 0-20 0,0 0-35 0,0 0-18 16,0 0-30-16,0 0-23 0,0 0-14 0,0 0-29 15,0 0-14-15,0 0-27 0,0 0-14 0,0 0-17 16,0 0-13-16,0 0-2 0,0 0-11 0,0 0-1 15,3 3-5-15,-3-3-9 0,8 1-43 0,-2 1-55 16,2-1 0-16,6 0 0 0,-3-1 0 0,2 0 0 16,2-1 0-16,3-2 0 0,1-1 0 0,-1 1 0 15,1 0 0-15,-2-2 0 0,2-3 0 0,-2 2 0 16,-6-1 0-16,2 0 0 0,-1 3 0 0,-2-3 0 16,-1 2 0-16,-2-1 0 0,0 1 0 15,-3 0 0-15,-1-1 0 0,0 1 0 0,-2 0 0 0,-1-1 0 16,-1 2 0-16,-2-2 0 0,-2 3 0 0,-1-2 0 15,0 1 0-15,-2 0 0 0,-1 0 0 0,-2 2 0 16,-1 0 0-16,2 0 0 0,-3 2 0 0,0 1 0 16,3 0 0-16,-2 1 0 0,2 0 0 0,-2 4 0 15,2-1 0-15,0 2 0 0,1 1 0 0,-1-1 0 16,4 1 0-16,-1 1 0 0,0 0 0 0,0 0 0 16,2 0 0-16,1 2 0 0,-1-1 0 0,1-2 0 15,3 3 0-15,1-1 0 0,-1 1 0 0,2-3 0 16,3 2 0-16,0-2 0 0,1 0 0 0,0-1 0 15,4 0 0-15,2 0 0 0,0 0 0 0,5-1 0 16,2-3 0-16,1 1 0 0,3-3 0 0,-4-2 0 16,4-1 0-16,4-1 0 0,1-2 0 0,0-1 0 15,0-1 0-15,-1-3 0 0,-1 0 0 0,-2-3 0 16,-5 2 0-16,5-4 0 0,-5 3 0 0,-1 0 0 16,-4-1 0-16,2 1 0 0,-3 1 0 0,-1-1 0 15,-4 4 0-15,1-2 0 0,-2 3 0 0,-2 2 0 16,-1-2 0-16,-1 2 0 0,2-1 0 0,-4 2 0 15,-2 0 0-15,-1 0 0 0,-1 1 0 0,4 3 0 16,-10 0 0-16,10 0 0 0,-12 4 0 0,6-1 0 16,-4 3 0-16,0 0 0 0,-1 1 0 0,1 1 0 15,3 1 0-15,-2 0 0 0,1 0 0 0,-2 2 0 16,5-2 0-16,-2 1 0 0,2-1 0 0,1-3 0 16,3 4 0-16,0-2 0 0,2-1 0 0,0 1 0 15,3 0 0-15,5-1 0 0,3 1 0 0,0-5 0 16,5 2 0-16,3 0 0 0,1-3 0 0,-1 1 0 15,8 0 0-15,-6-3 0 0,6-4-120 0,-5 0-81 16,4-1-30-16,-8 3-26 0,3-4-24 0,-2 0-34 16,0-2-24-16,-3 2-24 0,0-1-20 0,-6 2-24 15,5-3-28-15,-7 3-4 0,0-3 3 0,-3 3-228 16,-3-1-720-16,-2 1 319 0</inkml:trace>
  <inkml:trace contextRef="#ctx0" brushRef="#br0" timeOffset="318318.3855">16915 15454 952 0,'0'0'-8'0,"-1"-10"57"0,-3 7 13 0,4 3 34 16,0-5 31-16,0 1 31 0,0 4 33 0,0 0 19 15,4-9 14-15,-4 9 15 0,4-3 12 0,-3-1 8 16,2 0-3-16,2 2 11 0,-3-1-12 0,3 0-1 16,2 0-5-16,-3 2-4 0,2-3-4 0,0 2-4 15,1 0-11-15,-7 2-10 0,11-5-9 0,-4 5-15 16,-7 0-15-16,14-1-12 0,-14 1 3 0,13 3-23 0,-6 0-1 16,-1 1-13-16,3 2-9 0,-1-1-10 15,-4 0-7-15,2 1-4 0,-2-1-13 0,-3 5-5 16,3-3-15-16,-4 3-2 0,0 1-2 0,-4 0-11 15,3-2-2-15,-5 3-8 0,-2-3 3 0,0 1-17 0,-6 4 5 16,-1-6 6-16,1 4-13 0,-4-4 12 0,-1-1-7 16,2 2-7-16,-2-4 1 0,1-2-5 15,4 0 10-15,4-2-4 0,-3-1-12 0,4-1 12 16,0-3-10-16,4 0-9 0,1 0-8 0,-3-5-27 16,4 1-14-16,1-2-13 0,2 0-21 0,2-2-23 0,-2 2-21 15,4-3-26-15,4 2-25 0,-1 0-36 16,1 0-33-16,1-3-27 0,6 1-45 0,-3 2-30 15,-1-2-29-15,5 2-27 0,-1 2-24 0,-1 0-19 16,-5 0-272-16,5 3-769 0,-6-2 341 0</inkml:trace>
  <inkml:trace contextRef="#ctx0" brushRef="#br0" timeOffset="318647.0055">17033 15306 397 0,'4'-5'42'0,"-1"-1"29"16,0-1 26-16,3 2 27 0,-6-1 34 16,2 0 21-16,0-2 24 0,-1 0 21 0,-1 0 17 15,0-2 17-15,0 0 30 0,0 2 22 0,-1-3 17 16,-3 1 19-16,2 1 22 0,-3 0 17 0,2 0 20 15,1-1 14-15,-1 1 14 0,0 2 10 0,1 0 1 0,1 1-13 16,-1 0-22-16,-2 1-23 0,3-1-23 0,0 2-29 16,1 4-228-16,-1-4-106 0,-1 1 0 0,2 3 0 15,0 0 0-15,0 0 0 0,0 0 0 16,0 0 0-16,-3 9 0 0,5 1 0 0,-2 3 0 0,3 1 0 16,-5 2 0-16,4 10 0 0,-2-6 0 0,1 4 0 15,1 1 0-15,1 5 0 0,-2-3 0 0,1-1 0 16,-1 0 0-16,-1 0 0 0,-1-6 0 0,1 0 0 15,1 0 0-15,-1-3 0 0,1 2 0 16,-1-1 0-16,0-6 0 0,-1 3 0 0,2-5 0 0,-2 0 0 16,1-1 0-16,0-3 0 0,0 0 0 0,0 0 0 15,0-1 0-15,1-1 0 0,-1-1 0 0,0 1 0 16,0-4 0-16,0 0 0 0,0 0 0 0,0 0 0 16,13-9-174-16,-12 2-322 0,6-1-52 0,-2-4-60 15,-3 2-454-15,2-8-1149 0,0-2 510 0</inkml:trace>
  <inkml:trace contextRef="#ctx0" brushRef="#br0" timeOffset="319366.2074">16987 15012 213 0,'-10'-8'462'0,"1"-1"19"0,1 2 6 0,-2 0-2 16,1-1-12-16,0 1-5 0,4 4-15 0,-3-3-2 0,4 0-11 16,-1 0-27-16,1 2-28 0,4-1-24 0,-1 2-32 15,1 3-30-15,1-10-34 0,3 3-26 0,5 2-23 16,1 1-18-16,3-1-24 0,7-2-16 0,-3 5-17 16,5-4-15-16,5 1 5 0,-1-2 5 0,2 4-6 15,3 0-53-15,-9 0-77 0,-3 0 0 0,3-1 0 16,-3 3 0-16,-5 0 0 0,4-1 0 0,-3 2 0 15,-2-1 0-15,-1 1 0 0,-3 0 0 0,-2 0 0 16,1 0 0-16,-2 0 0 0,-6 0 0 16,9 0 0-16,-9 0 0 0,9 0 0 0,-9 0 0 0,4 0 0 15,-4 0 0-15,6 3 0 0,-2-1 0 0,-1 1 0 16,-3-3 0-16,2 7 0 0,1-3 0 0,-2 2 0 16,2 2 0-16,-2 0 0 0,0 4 0 15,-1 0 0-15,4 5 0 0,-1 1 0 0,-2 1 0 0,3 9 0 16,-3 2 0-16,0 1 0 0,3 2 0 0,-4 3 0 15,3-2 0-15,1 14 0 0,-4-2 0 0,2 2 0 16,-2 1 0-16,4-13 0 0,-4 0 0 0,0 10 0 16,0-10 0-16,1-1 0 0,-1-1 0 15,-1-2 0-15,0 0 0 0,-2-2 0 0,2-6 0 0,0 1 0 16,-1-4 0-16,0-1 0 0,-1-2 0 0,3-1 0 16,-1-4 0-16,1-1 0 0,0-2 0 0,0 1 0 15,0-4 0-15,-3 1 0 0,3-2 0 0,0-1 0 16,0 0 0-16,0 0 0 0,0-5 0 0,0 4 0 15,0-4 0-15,-1 5 0 0,0-1 0 0,1-4 0 16,0 5 0-16,0-5 0 0,-5 1 0 0,1 1 0 16,-4 1 0-16,3-2 0 0,-8 0 0 0,1 1 0 15,-5 1 0-15,-2-1 0 0,-3 1 0 0,-5-1 0 16,0 0 0-16,-2 2 0 0,0-3 0 0,-2 0 0 16,0 2 0-16,6-2 0 0,-5-1 0 0,2 0 0 15,-1 0 0-15,10 0 0 0,-1 0 0 0,5-1 0 16,5 2 0-16,-3-2 0 0,5 1 0 0,3 0 0 15,0-2 0-15,5 2 0 0,-10-1 0 0,10 1 0 16,-6-1 0-16,6 1 0 0,0 0 0 0,-9 1 0 16,9-1 0-16,0 0 0 0,0 0 0 0,0 0 0 15,0 0 0-15,0 0 0 0,0 0-15 0,0 0-652 16,15-9-62-16,-4 4-401 0,1 1-1225 0,6-3 542 16</inkml:trace>
  <inkml:trace contextRef="#ctx0" brushRef="#br0" timeOffset="321709.4364">18005 15336 26 0,'0'0'371'16,"0"0"6"-16,0 0 17 0,0 0 3 0,0 0 21 16,0 0 0-16,0 0-1 0,0 0 3 0,0 0-14 0,0 0-11 15,0 0-11-15,0 0-34 0,0 0-12 0,8-11-34 16,-4 10-21-16,1-3-22 0,-1 2-42 16,5-2-24-16,0 2-15 0,2-1-24 0,2 1-9 15,0 0-22-15,1-1-17 0,0 6-40 0,-1-6-32 0,-1 3-48 16,-1-1-50-16,-2 0-48 0,-1 1-56 0,0-1-59 15,-3 1-55-15,-5 0-38 0,8 2-32 0,-8-2-31 16,1 3-54-16,-1-3-34 0,0 0-263 16,-9 9-791-16,2-7 351 0</inkml:trace>
  <inkml:trace contextRef="#ctx0" brushRef="#br0" timeOffset="321974.9777">18023 15429 11 0,'-2'3'279'0,"-1"1"29"0,-1-2 51 0,2 0 33 16,2-2 8-16,0 0 10 0,-3 4 6 0,3-4-3 15,0 0-8-15,0 0-14 0,0 0-29 0,0 0-34 16,0 0-32-16,0 0-26 0,8 2-30 0,-3 1-21 16,0-2-33-16,9 3-48 0,-2-1-53 0,0-1-55 15,2 1-50-15,-1 0-53 0,4 1-49 0,-6-1-93 16,2 0-70-16,-1-2-75 0,0 0-79 0,-4 1-299 16,-2-2-799-16,3-3 354 0</inkml:trace>
  <inkml:trace contextRef="#ctx0" brushRef="#br0" timeOffset="322224.9182">18354 15342 364 0,'4'-6'489'15,"1"2"23"-15,-1-1 21 0,-3 2 9 0,4 2-6 16,-1-4-2-16,0 2-15 0,-4 3-18 0,3-2-18 16,-3 2-24-16,6-2-24 0,-6 2-32 0,0 0-36 15,0 0-25-15,0 0-14 0,0 0-13 0,5 9-20 16,-4-3-61-16,2 0-234 0,-2 5 0 0,4 1 0 15,-5-2 0-15,3 4 0 0,-3 3 0 0,-3-1 0 16,2 1 0-16,-3 0 0 0,3-5 0 0,-4 5 0 16,-5 0 0-16,1-2 0 0,-1 1 0 0,-1-2 0 15,-2-1 0-15,3-3 0 0,0 0 0 0,-4 1 0 16,1-1 0-16,3-2 0 0,-2-2-136 0,3-3-369 16,0 1-48-16,4-3-56 0,-1 0-456 0,6-1-1154 15,0 0 511-15</inkml:trace>
  <inkml:trace contextRef="#ctx0" brushRef="#br0" timeOffset="322740.6006">20065 14825 24 0,'0'-7'398'0,"0"-2"18"16,0-2-4-16,0 4-1 0,0-3 11 15,0 0 3-15,0 2 0 0,0-1 1 0,0 2 1 16,0-1-4-16,0 2-8 0,0-2-3 0,0 4-8 16,0-2-13-16,0 2-11 0,2-2-22 0,-4 3-20 0,2 3-29 15,3-5-29-15,-3 5-26 0,0 0-27 16,0-4-25-16,0 4-190 0,0 0-12 0,0 0 0 15,2 15 0-15,1-3 0 0,0 6 0 0,2 0 0 0,-1 8 0 16,0 1 0-16,4 1 0 0,-4 3 0 0,-1-1 0 16,3 1 0-16,-2-1 0 0,-4 0 0 0,5 0 0 15,-1-2 0-15,-4-1 0 0,0 1 0 0,-3-9 0 16,3 6 0-16,-1-6 0 0,1-1 0 0,0 0 0 16,-2-3 0-16,0-2 0 0,1-4 0 0,1 4 0 15,-3-6 0-15,2-2 0 0,1 1 0 0,0 0 0 16,0 0 0-16,0-3 0 0,0 1 0 15,0-4 0-15,-2 3 0 0,2-3 0 0,2 5 0 0,-2-5 0 16,0 0 0-16,0 0 0 0,0 0 0 0,0 0 0 16,0 0 0-16,0 0 0 0,5-13 0 0,-3 8 0 15,0 2-209-15,-2-3-1122 0,4 0-1441 0,-7 2 637 16</inkml:trace>
  <inkml:trace contextRef="#ctx0" brushRef="#br0" timeOffset="323318.4173">19342 15609 45 0,'0'0'144'15,"0"0"-8"-15,0 0-5 0,0 0-11 0,0 0-7 16,0 0-3-16,0 0 6 0,0 0 14 0,0 0 4 16,0 0 4-16,0 0 0 0,0 0 7 0,0 0 10 15,0 0 8-15,0 0 11 0,-20 0 7 0,20 0 1 0,-7 2 17 16,7-2-7-16,-9-2 9 0,9 2 1 15,-9 2 1-15,9-2-12 0,-10-2 9 0,10 2-6 16,-6 0 1-16,6 0 2 0,-8 0 2 0,8 0 0 16,0 0 0-16,-8 0-2 0,8 0 4 0,-6 2 3 15,6-2 5-15,0 0 2 0,0 0 3 0,0 0 3 16,0 0-1-16,0 0-5 0,0 0-12 0,0 0-13 16,0 0-12-16,19-5 1 0,-6 4-3 0,5-3-2 15,11 0 5-15,7 1-141 0,2-3-34 0,20-1 0 16,5-1 0-16,31 0 0 0,2 0 0 0,9-6 0 15,6 3 0-15,8 1 0 0,9-1 0 0,3 0 0 16,9 0 0-16,5 1 0 0,0-1 0 0,-1 1 0 16,-1 4 0-16,-10-2 0 0,-11 0 0 0,-15 4 0 15,-15 1 0-15,-33-1 0 0,-7 1 0 0,-15 3 0 0,-4 0 0 16,-12 0 0-16,-1 0 0 0,-7 0 0 0,0-2 0 16,-4 1 0-16,-2 1 0 0,0-1 0 0,-3-1 0 15,-4 2 0-15,0 0 0 0,0 0 0 16,0 0 0-16,0 0 0 0,-37 2 0 0,10-1 0 0,5 0 0 15,-9 1-440-15,3-1-279 0,0-1-453 0,6 0-1270 16,2 2 561-16</inkml:trace>
  <inkml:trace contextRef="#ctx0" brushRef="#br0" timeOffset="324460.2676">19676 16252 366 0,'0'0'428'0,"-2"-4"12"16,1 1-17-16,1 3-9 0,-3-5-9 16,3 5-9-16,-1-4-9 0,1 4-3 0,0 0-12 15,0-7-6-15,0 7-6 0,0 0-16 0,0 0-4 16,0 0-21-16,0-4-27 0,0 4-27 0,0 0-26 0,0 0-27 15,0 0-20-15,0 0-15 0,0 0-17 16,4 12-2-16,-1-2-3 0,-1 0-6 0,3 5-6 16,-1 3-1-16,-2 7 6 0,5 0-133 0,-4 2-15 15,0-1 0-15,1 3 0 0,0 0 0 0,0 1 0 0,0-2 0 16,1 0 0-16,0-2 0 0,-1 2 0 16,-3 0 0-16,3-10 0 0,-3 1 0 0,3 9 0 15,0-10 0-15,-1 0 0 0,-1 0 0 0,4-2 0 16,-3-3 0-16,-2-4 0 0,3 2 0 0,-1-6 0 15,-3 3 0-15,1-3 0 0,1 0 0 0,0 0 0 0,-1-3 0 16,-1 3 0-16,0-5 0 0,3 3 0 0,-3-3 0 16,0 0 0-16,0 0 0 0,0 0 0 0,0 0 0 15,14-13 0-15,-9 3 0 0,0-7 0 16,3-1 0-16,-1-11 0 0,6-2 0 0,-3-1 0 16,7-18 0-16,-4 2 0 0,3-6 0 0,-3-2 0 0,10-27 0 15,-6-1 0-15,-2 25 0 0,-1-23 0 0,-1 27 0 16,-3 0 0-16,4 3 0 0,-5 5 0 15,-1 13 0-15,-1 2 0 0,-3 4 0 0,3 2 0 16,-2 8 0-16,-1 0 0 0,-3 6 0 0,1 3 0 16,0 0 0-16,-1 3 0 0,0 0 0 0,1 0 0 0,-1 1 0 15,-1 5 0-15,1-7 0 0,-1 7 0 0,0 0 0 16,-1-7 0-16,1 7 0 0,0 0 0 0,0 0 0 16,0 0 0-16,0 0 0 0,0 0 0 15,0 0 0-15,0 0 0 0,0 0 0 0,-4 13 0 16,4-13 0-16,1 6 0 0,-1-2 0 0,0-4-131 15,0 0-204-15,5 8 0 0,-5-8 7 0,7 5 9 0,-4-4 4 16,3-1 8-16,-6 0 9 0,9 2 15 0,-3-2 17 16,-6 0 15-16,8 0 19 0,-8 0 9 0,7-1 14 15,-7 1 26-15,0 0 13 0,4-2 14 0,-4 2 26 16,4-2 25-16,-4 2 29 0,0 0 33 0,0-4 26 16,0 4 21-16,0 0 27 0,0 0 19 0,0 0 26 15,0 0 20-15,-4-8 31 0,4 5 14 0,0 3 16 16,0 0 14-16,-4-3 5 0,4 3 12 0,-2-4 6 15,2 4 5-15,0 0-1 0,-5-5 2 0,5 5-5 16,0 0-1-16,-5-3 3 0,5 3-5 0,0 0-32 16,0 0 1-16,-5-4-7 0,5 4-18 0,0 0-6 15,0 0-15-15,0 0-1 0,0 0-17 0,0 0-5 16,0 0-4-16,0 0-4 0,0 0 1 0,0 0 4 16,0 0 8-16,0 0-2 0,0 0-4 0,0 0-3 15,28 3-38-15,-7-3-50 0,11 1 0 0,4 0 0 16,20-3 0-16,6-2 0 0,30 0 0 0,-26-2 0 15,39 0 0-15,1 1 0 0,6-3 0 0,-2 5 0 16,3-5 0-16,-1 3 0 0,-2-3 0 0,-4 3 0 16,-4 3 0-16,-6-2 0 0,-32 3 0 0,-1 0 0 15,-7 0 0-15,-5 1 0 0,-14 0 0 0,-4 0 0 16,-2 1 0-16,-4-1 0 0,-9-1 0 0,-7 1 0 16,-3 1 0-16,-2-2 0 0,-6 1 0 0,11 1 0 15,-11-1 0-15,0 0 0 0,11 2 0 0,-11-2 0 16,0 0 0-16,-4 4 0 0,4-4 0 0,-11 10-102 15,7-5-342-15,-2-2-47 0,-3 4-45 0,1-3-68 16,-1 1-399-16,3-1-1086 0,-1-3 481 0</inkml:trace>
  <inkml:trace contextRef="#ctx0" brushRef="#br0" timeOffset="325117.4534">20494 16041 391 0,'-2'-5'470'0,"2"0"3"0,-1-1 4 15,0 0 2-15,1 2-7 0,0 0-7 0,-1-2-1 16,-1 1-7-16,1 2-10 0,0-3-14 16,-1 1-18-16,1 0-10 0,1 5-18 0,-1-4-24 15,0 0-21-15,1 4-25 0,-3-4-29 0,3 4-28 0,0 0-24 16,0 0-86-16,0 0-150 0,-1-3 0 0,1 3 0 16,0 0 0-16,0 0 0 0,0 0 0 0,-3 12 0 15,2-7 0-15,1 2 0 0,-2 3 0 16,1 2 0-16,0-1 0 0,1 6 0 0,-4 1 0 0,3-1 0 15,-2 7 0-15,2-3 0 0,1 4 0 0,-1-6 0 16,2 1 0-16,0 0 0 0,-1 0 0 0,-2-2 0 16,2 0 0-16,0 2 0 0,-1-4 0 15,1 0 0-15,-3-1 0 0,2-2 0 0,-1 3 0 16,2-4 0-16,0 4 0 0,0-6 0 0,0 0 0 0,0 1 0 16,-1-2 0-16,0 1 0 0,0 0 0 0,2 0 0 15,-2-6 0-15,1 3 0 0,-2-3 0 16,1-1 0-16,1-3 0 0,-1 8 0 0,1-8 0 0,-2 3 0 15,2-3 0-15,0 4 0 0,0-4 0 0,0 0 0 16,0 0 0-16,0 0 0 0,0 0 0 0,0 0 0 16,0 0 0-16,0 0 0 0,8-10 0 0,-7 5 0 15,3 1 0-15,-1-2-438 0,-1-2-146 0,2 0-71 16,1-2-431-16,-2-2-1176 0,2 0 520 0</inkml:trace>
  <inkml:trace contextRef="#ctx0" brushRef="#br0" timeOffset="325539.6786">20394 16095 383 0,'-1'-7'411'0,"1"2"16"0,1-2 1 0,-1 3-11 16,0-2-16-16,0-1-16 0,1 3-29 0,2-2-17 15,-2 1-17-15,7-1-22 0,-3 0-18 0,2 1-14 16,2 0-6-16,2 1-17 0,-1 0-6 0,0 1-17 15,3 0-10-15,0 1-8 0,1 4-12 0,-2-1-9 16,8 1 2-16,-4 1-4 0,2 2-6 0,-1 3 3 16,-1 1-7-16,0 2-7 0,0 0-9 0,-2 0-9 15,0 4-2-15,-1 0-6 0,-3-1-62 0,-1 3-76 16,-1 2 0-16,-1-4 0 0,-2 3 0 0,0 0 0 16,-4 0 0-16,-1 0 0 0,-3-2 0 0,-3 2 0 15,-2 0 0-15,2-4 0 0,-2 6 0 0,-3-2 0 16,1-3 0-16,-3 0 0 0,-1-4 0 0,-2 2 0 15,-3-2 0-15,6 1 0 0,-6-5 0 0,9-1 0 16,-3 1 0-16,0-3 0 0,2 1 0 0,2-2 0 16,3-1 0-16,-2-1 0 0,5-1 0 0,3 0 0 15,-8 4 0-15,4-3 0 0,4-1 0 0,0 0 0 16,0 0 0-16,0 0 0 0,0 0 0 0,0 0 0 16,21-3 0-16,-10 3 0 0,3-3-341 0,2 4-194 15,-2 3-40-15,4-4-44 0,1 2-402 0,-2-3-1104 16,5 1 488-16</inkml:trace>
  <inkml:trace contextRef="#ctx0" brushRef="#br0" timeOffset="325867.8005">20818 16451 107 0,'4'-2'298'0,"1"-3"12"0,-1 1 17 16,4-3 29-16,-2-2 13 0,-1 2 11 0,0-3 9 16,0 3 6-16,-2-2 10 0,2-1 3 0,-1 3 6 0,-2 0 6 15,1 1 10-15,0 0 0 0,-1 0-6 16,-1 1-10-16,1 1-24 0,-1 1-20 0,0 0-26 15,-1 3-29-15,3-3-32 0,-3 3-70 0,0 0-213 16,0 0 0-16,0 0 0 0,0 0 0 0,0 18 0 16,0-8 0-16,-1 3 0 0,-1 3 0 0,2 2 0 0,-1 1 0 15,0 0 0-15,1 0 0 0,-3-1 0 16,3 1 0-16,-1 0 0 0,-2 0 0 0,3-1 0 16,-4-1 0-16,3 0 0 0,-2-2 0 0,2-2 0 15,0-1 0-15,1-1 0 0,-1 0 0 0,-3-1 0 16,4 1 0-16,-1-5 0 0,1 0 0 0,0 0 0 0,0-1 0 15,0 0 0-15,0-1 0 0,-2 0 0 16,2-4 0-16,0 5 0 0,0-5 0 0,-1 4 0 16,1-4 0-16,0 0 0 0,0 0 0 0,0 0-2 15,10-9-547-15,-6 5-53 0,1-5-51 0,-2 3-412 16,2-5-1152-16,0 0 509 0</inkml:trace>
  <inkml:trace contextRef="#ctx0" brushRef="#br0" timeOffset="326211.4556">20862 16410 2949 0,'0'-10'355'0,"-2"-2"-120"16,2 1 11-16,-1 1 66 0,0 0 39 0,1-2 3 15,-1 0-20-15,2 1-22 0,-1-2-33 0,2 3 16 16,1-5 1-16,1 6 4 0,-1-1-20 0,3 1-25 16,0 0-17-16,1-1-25 0,1 3-8 0,5-6-25 15,-2 8-15-15,1 0-128 0,0 4-37 0,2-1 0 16,-1-1 0-16,-1 2 0 0,7 1 0 0,-1 4 0 15,-2 0 0-15,-6 1 0 0,3 1 0 0,-3 0 0 16,-2 3 0-16,2-1 0 0,-2 2 0 0,-2 0 0 16,-1 1 0-16,-4 0 0 0,3 4 0 0,-3 0 0 15,-4-3 0-15,-1 4 0 0,-4-2 0 0,0 0 0 16,-4 0 0-16,0 1 0 0,-2-5 0 0,0 0 0 16,-3-1 0-16,2-1 0 0,-2-1 0 0,6-1 0 15,1-3 0-15,3 1 0 0,-2-2 0 0,4-1 0 16,1 2 0-16,1 0 0 0,3-3 0 0,-7 3 0 15,5-2 0-15,2-1 0 0,0 0 0 0,10 3-218 16,-2-1-260-16,2 3-53 0,1-3-53 0,6 3-46 16,-6-4-329-16,7 4-1038 0,-4-3 459 0</inkml:trace>
  <inkml:trace contextRef="#ctx0" brushRef="#br0" timeOffset="326727.0061">21154 16579 270 0,'0'0'349'0,"0"0"14"0,0 0 13 0,0 0-1 16,0 0 0-16,5-6 0 0,-5 6-10 0,4-6-7 16,-4 1-12-16,4 3-16 0,-4 2-20 0,5-8-15 15,1 5-18-15,-2 1-13 0,2-2-19 0,-6 4-19 16,7-5-26-16,-7 5-15 0,8-4-18 0,-8 4-19 16,6-1-15-16,-1 1-12 0,-5 0-20 0,12 1-5 15,-8 3-4-15,-3 0-15 0,5 1-3 0,-2 0-12 16,0 2 4-16,-3-1-11 0,3 1-2 0,-4-1-7 15,3 0-7-15,-2 1-3 0,-2 0-1 0,-2 0 8 16,2-1-14-16,-2 2-6 0,1-2-2 0,-1 0 1 16,-1 0-3-16,-2-3-3 0,2 1 3 0,-5 1-1 15,1-3 7-15,1 1-8 0,-1-2-1 0,8-1 1 16,-9 0-8-16,9 0 3 0,-11-5 3 0,4 2-5 16,4-1 4-16,1-2-2 0,0-1 0 0,0 0-5 15,1-2 6-15,1-1-1 0,3-1 0 0,-1 4 0 16,2-2 2-16,-3 1 5 0,8-1 4 0,-2 1-2 15,0 2 14-15,-1 3 5 0,2 0 6 0,-3-1-6 16,3 2 8-16,0 1-4 0,-3 1 7 0,-5 0 2 16,14 1-6-16,-9 1-47 0,3 0 0 0,-3 3 0 15,1 0 0-15,2 3 0 0,-3-1 0 0,0 3 0 16,0-2 0-16,2 1 0 0,-2 0 0 0,0-1 0 16,-1 3 0-16,1-5 0 0,-1 6 0 0,0-4 0 15,1-1 0-15,-4 1 0 0,1-1 0 0,1 1 0 16,0-2 0-16,-1-1 0 0,1 0 0 0,-1 0 0 15,1-2 0-15,-2 1 0 0,0-1 0 0,2 1 0 16,-3-4-12-16,4 2-228 0,-4-2-63 0,0 0-63 16,0 0-54-16,9-9-45 0,-9 3-58 0,2-5-57 15,-2-2-301-15,0-5-953 0,-4-10 421 0</inkml:trace>
  <inkml:trace contextRef="#ctx0" brushRef="#br0" timeOffset="327258.5811">20767 15872 125 0,'0'0'207'0,"0"0"5"0,0 0 10 16,0 0 12-16,0 0 13 0,0 0 10 0,0 0 11 16,0 0 9-16,0 0 8 0,0 0 7 0,0 0 9 15,0 0 8-15,0 0 9 0,0 0-4 0,0 0 0 16,0 0-1-16,0 0-13 0,0 0-13 15,0 0-6-15,0 0-21 0,0 0-19 0,0 0-1 0,0 0-17 16,0 0-10-16,0 0-5 0,0 0-13 0,0 0-5 16,0 0-13-16,0 0-15 0,0 0-15 0,21 0-12 15,-15-2-13-15,0 0-4 0,7 1-4 16,-1-2-31-16,2 1-83 0,4-3 0 0,3 3 0 0,7-2 0 16,4 0 0-16,-5 2 0 0,5-2 0 0,-1-1 0 15,-3 3 0-15,0-1 0 0,-9 2 0 0,3-1 0 16,-2 0 0-16,-8 2 0 0,-1-1 0 15,2-1 0-15,-8 2 0 0,2-3 0 0,-1 2 0 16,0 1 0-16,-6 0 0 0,0 0 0 0,8 0 0 0,-8 0 0 16,0 0 0-16,0 0 0 0,0 0 0 0,0 0 0 15,0 0 0-15,0 0 0 0,0 0-152 0,0 0-285 16,-14 8-56-16,14-8-67 0,-6 3-76 0,6-3-350 16,0 0-1068-16,0 0 473 0</inkml:trace>
  <inkml:trace contextRef="#ctx0" brushRef="#br0" timeOffset="327898.9992">22740 15244 46 0,'0'0'404'0,"-5"-3"7"0,5 3-1 0,-1-4-3 16,-2 1-10-16,3 3-2 0,0 0-7 15,-5-2-7-15,5 2-2 0,-5-3-5 0,5 3-11 16,0 0-2-16,-4-3 5 0,4 3-18 0,0 0-1 0,0 0-12 16,0 0-8-16,0 0-9 0,-5-2-16 0,5 2-7 15,0 0-18-15,0 0-10 0,0 0-13 0,0 0-215 16,0 0-39-16,0 0 0 0,0 0 0 15,0 0 0-15,13-6 0 0,-8 4 0 0,2-1 0 0,4 1 0 16,-1 0 0-16,2 0 0 0,-1 0 0 0,-2-1 0 16,1 2 0-16,-2-1 0 0,2 0 0 0,-3 0 0 15,-1 2 0-15,-6 0 0 0,8 0 0 0,-3-1 0 16,-5 1 0-16,6 0 0 0,-6 0 0 0,7 1 0 16,-7-1-398-16,5 4-61 0,-5 1-21 0,1-2-18 15,-1 2-18-15,1 1-3 0,-2-3-369 0,-1 5-960 16,-1-3 426-16</inkml:trace>
  <inkml:trace contextRef="#ctx0" brushRef="#br0" timeOffset="328180.1772">22762 15369 99 0,'-4'5'256'0,"3"0"25"15,1-3 20-15,-3 1 20 0,3-3 36 0,0 0 22 16,0 5 23-16,0-5 13 0,-1 4 8 0,1-4 9 16,0 0 12-16,0 0 13 0,0 0-10 0,0 0-9 15,1 6-23-15,-1-6-25 0,0 0-30 0,0 0-30 16,0 0-29-16,0 0-27 0,13-3-29 0,-13 3-26 15,13-3-19-15,-5 1-195 0,1 2-5 0,2-3 0 16,1 1 0-16,0-1 0 0,2 3 0 0,-1-2 0 16,1 0 0-16,0 1 0 0,-2 1 0 0,-1-2 0 15,2 2 0-15,-3-3 0 0,-3 4 0 0,-1-1 0 0,3 0 0 16,-9 0 0-16,9-4 0 0,-4 4 0 0,-5 0 0 16,5-2 0-16,-5 2 0 0,0 0-203 15,8 0-177-15,-8 0-54 0,0 0-57 0,1-3-92 16,-1 3-434-16,0 0-1102 0,0 0 488 0</inkml:trace>
  <inkml:trace contextRef="#ctx0" brushRef="#br0" timeOffset="329336.1324">23648 14948 66 0,'0'0'136'0,"1"-5"8"0,-1 1 5 0,0 4 0 15,0-5 9-15,0 5-5 0,1-5 15 0,-1 2 2 16,0 3 1-16,0-6 6 0,0 6 6 0,0 0 8 15,0 0 9-15,0 0 21 0,0-4 22 0,4 3 14 16,-4 1 22-16,0 0 17 0,0 0 5 0,0-6 1 16,0 6-2-16,0 0-4 0,3-3-3 0,-3 3-4 15,0 0 6-15,1-5-5 0,-1 5-9 0,0 0 10 16,4-3-14-16,-4 3 3 0,0 0-11 0,0-4-8 16,0 4-20-16,0 0-16 0,0 0-36 0,0 0-189 15,0 0 0-15,0 0 0 0,0 0 0 0,0 0 0 16,0 0 0-16,0 0 0 0,0 0 0 0,1 13 0 15,-1-4 0-15,0 1 0 0,0 3 0 0,0 5 0 16,0 1 0-16,0 1 0 0,0 5 0 0,3-1 0 0,-3-3 0 16,0 5 0-16,-3 1 0 0,3-9 0 15,-1 1 0-15,2-1 0 0,-2 0 0 0,0-1 0 16,-1 0 0-16,1-5 0 0,0 1 0 0,-2-3 0 16,2 2 0-16,-2-2 0 0,3 0 0 0,0-2 0 0,-1-1 0 15,0-1 0-15,-2-1 0 0,3 0 0 0,0 0 0 16,0-5 0-16,0 4 0 0,0-4 0 15,0 0 0-15,0 5 0 0,0-5 0 0,0 0 0 16,0 0 0-16,0 0-372 0,8-12-143 0,-8 6-29 0,1-1-42 16,2-2-19-16,-3-1-324 0,0 0-1005 15,-3-1 445-15</inkml:trace>
  <inkml:trace contextRef="#ctx0" brushRef="#br0" timeOffset="329649.2923">23654 15111 67 0,'4'-11'265'0,"0"-2"19"0,0 1 10 16,1 2 20-16,-3-4 23 0,2 0 33 0,1-2 19 15,-2 6 17-15,-1 0 9 0,0 3-1 0,-1-1-1 16,0 3 8-16,2-1 12 0,-3-1-10 0,1 2 1 16,0 3-23-16,2-1-20 0,-3 3-27 0,1-4-28 15,-1 4-29-15,0-6-30 0,0 6-31 0,0 0-22 16,0 0-168-16,0 0-46 0,0 0 0 0,10 13 0 16,-6-6 0-16,3 3 0 0,0 0 0 0,3 3 0 15,1 0 0-15,1 2 0 0,-1-1 0 0,0 1 0 16,3 1 0-16,-1-2 0 0,-3 2 0 0,7-1 0 15,-7-1 0-15,5-1 0 0,-4 0 0 0,1 0 0 16,-1 3 0-16,1-5 0 0,-3-2 0 0,0-1 0 16,-2-1 0-16,2-1 0 0,-3-2 0 0,0 0 0 15,0 0 0-15,-3-1 0 0,3 3 0 0,-4-2-180 16,4-4-202-16,-3 3-43 0,-3-3-44 0,0 0-41 16,10-3-19-16,-5-1-26 0,-5-3-303 0,2 2-928 15,0 0 412-15</inkml:trace>
  <inkml:trace contextRef="#ctx0" brushRef="#br0" timeOffset="329962.2555">24014 14998 193 0,'4'-15'296'0,"0"-2"17"0,-3 8 22 0,3-7 30 0,0 4 35 15,-4 1 20-15,0 0 17 0,1 4 7 0,-1 0 12 16,4 1 15-16,-4 1 2 0,0 0-17 16,0 1-12-16,0 4-18 0,0-5-20 0,0 5-23 0,0-5-21 15,0 5-20-15,0 0-29 0,0 0-22 0,-4-4-126 16,4 4-165-16,0 0 0 0,0 0 0 0,0 0 0 15,0 0 0-15,-5 12 0 0,5-8 0 0,-4 1 0 16,3 3 0-16,-3 2 0 0,3 0 0 0,-2 2 0 16,2 4 0-16,1 2 0 0,0-2 0 0,-2 0 0 15,2 2 0-15,0 0 0 0,2-1 0 0,-2-1 0 16,0 0 0-16,0 0 0 0,0 4 0 0,1-4 0 16,2 0 0-16,-2-4 0 0,-1 0 0 0,2 5 0 15,0-5 0-15,-1-2 0 0,2-1 0 0,-2 1 0 16,3-2 0-16,-3-3 0 0,3 2 0 0,0-3 0 15,-2 2 0-15,2-2 0 0,4-1 0 0,0-1-347 16,3-3-255-16,-3 0-38 0,1-2-461 0,2 0-1192 16,-3-2 528-16</inkml:trace>
  <inkml:trace contextRef="#ctx0" brushRef="#br0" timeOffset="331134.9501">24204 15174 39 0,'0'0'326'16,"2"-3"38"-16,-2 3 33 0,0 0 12 0,3-5 21 15,-3 5 6-15,0 0-2 0,2-3-10 0,-2 3-20 16,0 0-15-16,0 0-15 0,0 0-23 0,0 0-32 0,0-4-16 16,0 4-34-16,0 0-16 0,0 0-22 15,0 0-16-15,0 0-16 0,0 0-17 0,0 0-26 16,0 0-4-16,0 0-22 0,0 0-12 0,0 0-6 16,0 0-12-16,0 0-17 0,0 0 0 0,18 4-8 0,-13-4-2 15,6 1-11-15,1 0-4 0,0 0-4 0,1-2-13 16,-1 0 6-16,1 0-3 0,1-1-5 15,2-1-23-15,-3 1-16 0,-1-2 0 0,-2 1 0 16,-3-1 0-16,0 2 0 0,0-1 0 0,-2 0 0 0,0 0 0 16,1 1 0-16,-2-2 0 0,-4 4 0 0,3-6 0 15,-3 3 0-15,0 3 0 0,-3-6 0 0,3 6 0 16,-7-4 0-16,2 2 0 0,-1-1 0 16,-3 3 0-16,2-2 0 0,-3 2 0 0,-1 2 0 0,1 1 0 15,-3-1 0-15,2 2 0 0,-2 3 0 0,4-2 0 16,1 2 0-16,-1 0 0 0,2 0 0 0,-1 3 0 15,4-3 0-15,0 1 0 0,3-2 0 0,-3 0 0 16,5 1 0-16,-1 0 0 0,4 0 0 0,3 1 0 16,-2-1 0-16,4 0 0 0,2-1 0 0,0-2 0 15,3 1 0-15,0-2 0 0,0-2 0 0,4 3 0 16,1-4 0-16,-4-2 0 0,6 0 0 0,-7 0 0 16,2-2 0-16,-3 1 0 0,2-1 0 0,-6-1 0 15,5-1 0-15,-5 1 0 0,2-3 0 0,-4 2 0 16,2-2 0-16,-1 3 0 0,0-3 0 0,-3 2 0 15,2 0 0-15,-3 0 0 0,5 0 0 0,-4-2 0 16,0 3 0-16,4-3 0 0,-2 1 0 0,0-1 0 16,1 0 0-16,2 3 0 0,-2-1 0 0,2 1 0 15,4 1 0-15,-5-1 0 0,0 3 0 0,2 0 0 16,2 1 0-16,-5 1 0 0,6 1 0 0,-5 1 0 0,-1 0 0 16,1 3 0-16,-4 0 0 0,0 1 0 15,-1 0 0-15,0 3 0 0,-2 1 0 0,-2 1 0 16,-1 0 0-16,-3 1 0 0,0-1 0 0,-1 1 0 15,0-3 0-15,-4 3 0 0,-1 1 0 0,1-2 0 0,1-5 0 16,-5 1 0-16,4 0 0 0,0 0 0 0,3-4 0 16,2-1 0-16,-1 0 0 0,-1 1 0 0,6-3 0 15,0 0 0-15,-12-7 0 0,12 4 0 0,-4-4 0 16,3 0 0-16,2-3 0 0,1 0 0 0,0-2 0 16,3 1 0-16,-1-1 0 0,-1 0 0 0,3 1 0 15,-1 1 0-15,-3 0 0 0,4 0 0 0,0 1 0 16,-2 3 0-16,-3 1 0 0,2 1 0 0,-1 0 0 15,2 1 0-15,-4 3 0 0,3-1 0 0,-3 1 0 16,6 5 0-16,2 2 0 0,-4 2 0 0,1 3 0 16,-1 3 0-16,1 9 0 0,-1 4 0 0,-4-3 0 15,0 3 0-15,1 1 0 0,-1 3 0 0,0-1 0 16,0 1 0-16,1-2 0 0,4 3 0 0,-6-3 0 16,2 1 0-16,1-2 0 0,0-2 0 0,-2 2 0 15,7-1 0-15,-5-2 0 0,2 2 0 0,0-11 0 16,-4 0 0-16,2-1 0 0,3 0 0 0,-2-4 0 15,-1-1 0-15,2 0 0 0,-1-4 0 0,-3 0 0 16,1 0 0-16,2-2 0 0,-2-1 0 0,0 0 0 16,-1 1 0-16,0-5 0 0,3 4 0 0,-3-1 0 0,0-3 0 15,0 0 0-15,1 5 0 0,-1-5 0 0,0 0 0 16,0 0 0-16,-1 5 0 0,1-5 0 16,0 0 0-16,0 0 0 0,0 0 0 0,0 0 0 15,0 0 0-15,0 0 0 0,-16-5 0 0,8 2 0 0,-1-1 0 16,-3 0 0-16,-4 1 0 0,0-4 0 15,-6 4 0-15,2-3 0 0,-1 1 0 0,-7 0 0 16,7 1 0-16,-1-1 0 0,3 0 0 0,-2 0 0 16,9 4 0-16,-6-5 0 0,6 3 0 0,2 0 0 0,1-1 0 15,1 1 0-15,3-1 0 0,-1 2 0 0,2-2 0 16,2 0 0-16,0-1 0 0,2-1 0 0,0-1 0 16,0-3 0-16,4 2 0 0,2-3 0 15,-1 1 0-15,7-7 0 0,-2 3 0 0,4-2 0 0,4-3 0 16,4 0 0-16,1-1 0 0,4-1 0 0,-2 3 0 15,2-1 0-15,0 1 0 0,-3-1 0 0,2 3 0 16,-2-1 0-16,-2 2 0 0,4-1 0 0,-9 6 0 16,1-2 0-16,-1 1 0 0,-2 3 0 0,3-3 0 15,-1 1 0-15,2 4 0 0,-4-4 0 0,-3 5 0 16,-2-2 0-16,3 1 0 0,1-6-665 0,-5 5-590 16,-2-3-1359-16,1 1 602 0</inkml:trace>
  <inkml:trace contextRef="#ctx0" brushRef="#br0" timeOffset="331698.6434">25039 15026 2947 0,'2'-18'313'0,"0"-1"-71"0,2 0 67 15,-1 1 5-15,-1-1 28 0,-2 1-4 0,3 1-17 16,-2-1-10-16,-1 1-24 0,4 1 20 0,-4 5 16 16,0 2 12-16,2 0 4 0,-3 2-8 0,2 3-15 15,-1-3-18-15,0 2-80 0,0 5-218 0,0-4 0 16,2 2 0-16,-2 2 0 0,0 0 0 0,0 0 0 15,0 0 0-15,0 0 0 0,0 0 0 0,-3 19 0 16,2-9 0-16,1 8 0 0,-3 0 0 0,2 8 0 16,0 1 0-16,-2 0 0 0,3-1 0 0,0-7 0 15,0 7 0-15,0 0 0 0,0-6 0 0,-2-1 0 16,2-1 0-16,0 2 0 0,-2-2 0 0,2-3 0 16,2 1 0-16,-2-4 0 0,0-1 0 0,0 1 0 15,2-3 0-15,-2-2 0 0,0-2 0 0,0 2 0 16,4-1 0-16,-3 1 0 0,3-4 0 0,3 0 0 15,-2 0 0-15,2-1 0 0,3-1 0 0,2-2 0 16,-2 1 0-16,4-3 0 0,-1-1 0 0,-3 1-26 16,3-2-305-16,-1 1 3 0,-1 0 24 0,-2 2 14 15,-1-1 28-15,1 0 28 0,-3 1 26 0,-1-1 29 16,2 0 45-16,-2 0 42 0,1 0 41 0,-2 2 30 16,-2-2 31-16,-2 3 38 0,6-2 25 0,-6 2 27 0,3-3 18 15,-3 3 31-15,2-3 13 0,-2 3 20 16,1-5 20-16,-1 5 11 0,0 0 10 0,1-5 11 15,-1 5 0-15,0 0-4 0,3-2-12 0,-3 2-154 16,0 0-64-16,0 0 0 0,0 0 0 0,0 0 0 0,0 0 0 16,0 0 0-16,0 0 0 0,0 0 0 0,0 0 0 15,0 0 0-15,4 8 0 0,-4-3 0 0,2 0 0 16,-2-3 0-16,0 4 0 0,3-2 0 16,-2 0 0-16,-1 3 0 0,1-3 0 0,0 2 0 0,1 0 0 15,-2-2 0-15,0-1 0 0,2 3 0 0,-2-1 0 16,4-3 0-16,-4-2 0 0,4 6 0 0,1-5 0 15,-1 1-6-15,-4-2-446 0,13-2-70 0,-7 0-74 16,5-3-60-16,-3 0-338 0,1-1-1075 0,-1-2 476 16</inkml:trace>
  <inkml:trace contextRef="#ctx0" brushRef="#br0" timeOffset="331979.7586">25391 15104 76 0,'-1'-4'319'0,"-2"-1"20"0,3 2 27 16,0 3 15-16,-4-8 8 0,4 6-32 0,-1-3-29 15,1 5-30-15,-4-3-34 0,4 3-26 0,0-4-29 16,0 4-44-16,0 0-56 0,0-4-87 0,0 4-78 16,0 0-59-16,0 0-70 0,0 0-90 0,4 13-264 15,-3-10-583-15,-1-3 259 0</inkml:trace>
  <inkml:trace contextRef="#ctx0" brushRef="#br0" timeOffset="332871.3566">25543 15171 350 0,'0'0'470'0,"6"-10"1"0,-6 7-10 0,2-1-20 15,0 0-25-15,-2-1-21 0,0 1-14 0,4 1-19 16,-3-1-21-16,-1 1-20 0,3-1-20 0,-3 0-28 16,1 1-28-16,3-1-18 0,-4 4-26 0,1-4-18 15,2 2-21-15,-1 0-21 0,-2 2-14 0,4-3-11 16,-4 3-17-16,10-1-9 0,-10 1-12 0,8 0-18 15,-8 0 4-15,9 4-6 0,-5-1-10 0,0-1-1 16,-2 4-6-16,2-3-2 0,-3 2-8 0,1 1-1 16,-1-1-7-16,-1 1 2 0,-1 1-4 0,-2-1 0 15,2 1-1-15,-3 3-2 0,-1-2 0 0,0 2 1 16,-3-1-8-16,-1-2-6 0,-1 1 9 0,-2-3 1 16,3 1-3-16,-1-1-1 0,1-3 5 0,0 0-6 15,2-1 5-15,-1 1 1 0,2 0-2 0,1-2 0 0,5 0-12 16,-11-7 11-16,6 5-5 0,3-4 5 0,0-1 0 15,2 0 2-15,-1 1-7 0,4-5 4 16,2 3 5-16,-2 0 0 0,5 0 2 0,-1 0 5 16,-3 2-2-16,1 0 18 0,2 1-3 0,-2 0 2 15,0 2 10-15,1-1-1 0,0 2-2 0,0-1-9 0,-1 2-8 16,-5 1 12-16,13 4 10 0,-5 0 3 0,1 3 6 16,-3 1 6-16,2 0-43 0,3 7-23 15,-2 1 0 1,-2 3 0-16,2 6 0 0,-3 3 0 15,0 0 0-15,-2 2 0 0,1 4 0 0,-1-5 0 0,-1 0 0 16,-2 4 0-16,2-1 0 0,-2 0 0 0,0-2 0 16,-1 0 0-16,4-2 0 0,-2-1 0 0,0 0 0 15,-2-1 0-15,1-7 0 0,-1 0 0 16,0-2 0-16,1 0 0 0,-1-4 0 0,2-2 0 0,-2-1 0 16,1 0 0-16,-1-3 0 0,0 2 0 0,1-5 0 15,-1 2 0-15,2 0 0 0,-2-3 0 0,0-3 0 16,0 3 0-16,0-3 0 0,1 5 0 0,-1-5 0 15,0 5 0-15,0-5 0 0,0 0 0 0,0 0 0 16,1 3 0-16,-1-3 0 0,0 0 0 0,0 0 0 16,0 0 0-16,0 0 0 0,0 0 0 0,0 0 0 15,-14-10 0-15,3 7 0 0,2-1 0 0,-5-3 0 16,2 2 0-16,-7-1 0 0,-2-2 0 0,-2-5 0 16,4 6 0-16,1 0 0 0,1 1 0 0,2-4 0 15,0 2 0-15,4 2 0 0,3-1 0 0,-2 0 0 16,-1-1 0-16,5 2 0 0,0-3 0 0,-2 2 0 15,4-1 0-15,2-1 0 0,0 1 0 0,2-4 0 16,0 1 0-16,3 1 0 0,1-7 0 0,3 6 0 16,2-4 0-16,2-2 0 0,8-5 0 0,1-1 0 15,1-2 0-15,0 5 0 0,4-3 0 0,-1 1 0 16,0 0 0-16,-1-1 0 0,1 0 0 0,1 3 0 16,-3-1 0-16,0 1 0 0,0 1 0 0,-6 6 0 15,0-1 0-15,-2 1 0 0,0 1 0 0,-2 3 0 16,-2 2 0-16,0-1 0 0,-5 3 0 0,3-1 0 15,-3 2 0-15,-1 1 0 0,0 0 0 0,-2-1 0 16,2 1 0-16,-3 1 0 0,-1 2 0 0,0 0 0 16,4-4 0-16,-4 4 0 0,0 0 0 0,3-2 0 15,-3 2 0-15,0 0 0 0,0 0 0 0,0 0 0 16,0 0 0-16,0 0 0 0,0 0 0 0,0 0 0 16,0 0 0-16,0 0 0 0,2 7 0 0,-2-7 0 15,-1 12 0-15,0-9 0 0,1 4 0 0,0-2 0 16,1 0 0-16,-1 3 0 0,1-3 0 0,1 5 0 15,-1-2 0-15,0-3 0 0,1 3 0 0,0-2 0 16,1 0 0-16,-1 0 0 0,1-1 0 0,-1-1 0 16,1 1 0-16,1-1 0 0,-2-1 0 0,3-1 0 0,1 0 0 15,-6-2 0-15,12-2 0 0,-5-1 0 0,0-1 0 16,1-5-428-16,2 2-59 0,-5-3-49 16,4-3-46-16,-1 0-445 0,-2-5-1112 0,-1 4 493 15</inkml:trace>
  <inkml:trace contextRef="#ctx0" brushRef="#br0" timeOffset="333168.1615">26016 15101 228 0,'-3'-6'127'0,"3"2"38"0,0-1 28 16,-1-1 14-16,-2 2 23 0,3 1 30 0,-6-1 26 16,6 0 16-16,-1 0-8 0,-2 0-22 0,2 1-18 15,1-3-23-15,0 6-23 0,-4-5-15 16,4 5-37-16,0 0-3 0,-2-4-22 0,2 4-38 16,-2-2-58-16,2 2-80 0,0 0-54 0,0 0-64 0,0 0-87 15,0 0-85-15,13 6-186 0,-7-5-565 0,-6-1 249 16</inkml:trace>
  <inkml:trace contextRef="#ctx0" brushRef="#br0" timeOffset="333824.261">26151 14975 430 0,'2'-7'499'0,"0"0"43"16,-4-2 22-16,0-1 4 0,2 1-8 15,0 0-14-15,0 0-5 0,-2 2-10 0,0 0-15 16,1-1-24-16,0 3-12 0,1-1-28 0,-1-1-27 15,2 4-34-15,-1-1-36 0,0-1-56 0,0 5-299 0,0 0 0 16,0-6 0-16,0 6 0 0,0 0 0 0,0 0 0 16,0 0 0-16,-3 20 0 0,3-7 0 15,2 5 0-15,-2 0 0 0,0 8 0 0,0-2 0 16,0-4 0-16,-2 6 0 0,2-1 0 0,-2 2 0 0,2-8 0 16,0 7 0-16,0-8 0 0,0 7 0 0,-2-6 0 15,4-2 0-15,-2 1 0 0,-2 8 0 0,6-10 0 16,-2-1 0-16,1-4 0 0,1 0 0 15,0-1 0-15,1 0 0 0,0-1 0 0,0-2 0 16,4 0 0-16,0-2 0 0,4-3 0 0,-3 1 0 0,4-3 0 16,4-5 0-16,-5-2 0 0,-1 0 0 0,2-4 0 15,-2 0 0-15,0 0 0 0,-3 2 0 0,-2-2 0 16,0 3 0-16,-3-2 0 0,0 1 0 0,-4 1 0 16,0-2 0-16,-4 0 0 0,-1 1 0 0,-2 2 0 15,-2-3 0-15,2 5 0 0,-4-2 0 0,0 3 0 16,-2 0 0-16,0 0 0 0,2 2 0 0,-1-1 0 15,1 1 0-15,-1 2 0 0,6 0 0 0,-4 0 0 16,2 1 0-16,4 0 0 0,-3 1 0 0,7-2 0 16,-7 1 0-16,3 1 0 0,4-2 0 0,-5 3 0 15,5-3 0-15,0 0 0 0,0 0 0 0,0 3 0 16,0-3 0-16,0 0 0 0,14 3 0 0,-9-3 0 16,3 1 0-16,6-1 0 0,-4 0 0 15,8-1 0-15,3-3 0 0,-1 2 0 0,2-4 0 0,5-1 0 16,-2 0 0-16,2-3 0 0,1-1 0 0,-3 0 0 15,1-1 0-15,1-1 0 0,-4-1-2 0,0-1 4 16,-6 3-2-16,1-1 0 0,-2 1 0 0,-4 1 0 16,-1 0 0-16,-2-1 0 0,-2 3 0 0,-1 0 0 15,0 1 0-15,-2 2 0 0,-3-1 0 0,2 0 0 16,-3 0 0-16,0 1 0 0,-3 1 0 0,3-2 0 16,-1 1 0-16,1 2 0 0,-4-1 0 0,4 2 0 15,-2-1 0-15,2 4 0 0,0-6 0 0,0 6 0 16,-3-5 0-16,3 5 0 0,0 0 0 0,0 0 0 15,0 0 0-15,-7 12 0 0,4-8 0 0,-1 7 0 16,0-1 0-16,2-1 0 0,-1 4 0 0,1 1 0 16,-3 4 0-16,1-2 0 0,1 5 0 0,1-3 0 15,2 0 0-15,-2 1 0 0,1 0 0 0,0 1 0 16,0 5 0-16,-1-6 0 0,2 8 0 0,0-8 0 16,0 0 0-16,0-4 0 0,2 1 0 0,-2-3 0 15,2-2 0-15,-1-1 0 0,1-3 0 0,0 4 0 16,-2-4 0-16,2-1 0 0,-2-1 0 0,1 0 0 15,0-3 0-15,2 2 0 0,-3-4 0 0,7 2 0 16,-2-1 0-16,3-2 0 0,-1-3-247 0,5 1-363 16,-3-4-80-16,2-2-418 0,5-4-1199 0,-2 0 530 15</inkml:trace>
  <inkml:trace contextRef="#ctx0" brushRef="#br0" timeOffset="334341.5169">26826 15179 87 0,'3'2'312'0,"-3"-2"4"0,0 0 13 15,6 0 6-15,-6 0 15 0,0 0-1 0,0 0-3 0,0 0-7 0,0 0 1 0,0 0-4 0,0 0-8 32,0 0-4-32,0 0-18 0,0 0-11 0,0 0-21 15,0 0-14-15,0 0-16 0,0 0-21 0,0 0-10 16,0 0-16-16,0 0-24 0,0 0-2 0,0 5-22 16,0-5-10-16,0 0-11 0,0 0-5 0,0 0-23 15,0 0 10-15,0 0-5 0,0 0-8 0,6 2-2 16,-6-2-9-16,5 4-1 0,3-3-4 0,-3 1-6 0,4 1-1 0,0 0-6 0,3 1-1 0,-1-3-4 15,3 0 0-15,-1 0-27 0,1 2-36 0,-1-5 0 16,5 4 0-16,-5-4 0 0,2 1 0 0,-4-1 0 16,3 0 0-16,-3-1 0 0,0-1 0 0,-6 1 0 15,4 2 0-15,-5-3 0 0,1 2 0 0,0-3 0 16,-1 2 0-16,-3-2 0 0,2 2 0 0,-3 3 0 16,-4-8 0-16,3 3 0 0,-6 3 0 0,2-3 0 31,-2 3 0-31,-5-2 0 0,3 3 0 0,-4-2 0 15,-1 2 0-15,2 2 0 0,-2 2 0 0,-2 2 0 0,2-2 0 16,0 4 0-16,0 2 0 0,4 3 0 0,-2 1 0 16,2 0 0-16,5-1 0 0,-3 4 0 15,4-5 0-15,3 2 0 0,1-1 0 0,0 0 0 16,1 0 0-16,6 3 0 0,-1 0 0 0,8-1 0 16,-1-3 0-16,9 6 0 0,-5-5 0 0,8-3 0 0,2 1 0 15,0-3 0-15,5-2 0 0,-2-4 0 0,2 2 0 16,0-4 0-16,-4 1 0 0,0-2 0 15,-8 1 0-15,-3 0 0 0,1-2 0 0,-5 2 0 0,-3-2 0 16,2 2 0-16,-6-3 0 0,1 1 0 0,-2 3 0 16,-5 0-321-16,0 0-88 0,0 0-44 0,0 0-73 15,0 0-76-15,0 0-378 0,-17 9-1062 0,3-7 469 16</inkml:trace>
  <inkml:trace contextRef="#ctx0" brushRef="#br0" timeOffset="338003.4218">3809 16337 76 0,'-2'-6'420'0,"2"1"20"0,0-6 7 16,0 3 5-16,-2 0 10 0,1-1 0 0,1 2 0 16,0 3-3-16,-2-3 1 0,0 1-11 0,2 1-4 0,-1 0-17 15,2 1-11-15,-1 4-18 0,-2-5-15 0,2 5-21 16,-1-4-24-16,1 4-17 0,0 0-29 0,-3-3-81 16,3 3-212-16,0 0 0 0,0 0 0 15,0 0 0-15,0 0 0 0,0 0 0 0,3 14 0 16,-2-3 0-16,1 1 0 0,2 4 0 0,-1 2 0 0,0 7 0 15,-1-6 0-15,-1 7 0 0,0 3 0 0,1-3 0 16,0 2 0-16,2-2 0 0,-4 2 0 0,4 0 0 16,-5-2 0-16,-2-2 0 0,3 3 0 15,-3-7 0-15,2 5 0 0,1-1 0 0,-2-6 0 16,-1 1 0-16,2-1 0 0,-1-2 0 0,1 1 0 0,1-6 0 16,-2 0 0-16,2 0 0 0,-2 0 0 0,2 0 0 15,0-2 0-15,0-2 0 0,0-1 0 0,0 1 0 16,0-1 0-16,0-2 0 0,0 1 0 15,0-5 0-15,0 6 0 0,0-3 0 0,-1 0 0 16,1 2 0-16,0-5 0 0,0 0 0 0,0 0 0 0,0 0 0 16,0 0 0-16,0 0 0 0,0 0 0 0,0 0 0 15,0 0 0-15,0 0 0 0,1-14 0 16,1 7 0-16,-4-1-8 0,6-4-718 0,-6 2-518 0,0-8-1345 16,2 6 595-16</inkml:trace>
  <inkml:trace contextRef="#ctx0" brushRef="#br0" timeOffset="338426.5394">3759 16368 45 0,'3'-12'404'16,"0"0"22"-16,0 0 10 0,0 0 12 0,1 1-1 15,-1 1-7-15,0-1-23 0,1 2-16 0,-1-1-25 0,-1 0-9 16,2 2-9-16,0-1-12 0,2 1-21 0,0 0-26 15,2 1-24-15,0 0-16 0,5 1-17 0,-2 1-4 16,8-2-10-16,-2 1-14 0,5 2-8 16,6 1-12-16,2 1-12 0,-2-1-12 0,-1 3-14 15,0 1-11-15,-5 2-9 0,-2-1-125 0,2 2-11 16,-4 0 0-16,1 3 0 0,-2 1 0 0,-1-1 0 0,-3 3 0 16,0 2 0-16,-5-3 0 0,-2 2 0 15,-1 5 0-15,-1-2 0 0,-4 4 0 0,-1 0 0 16,-4 2 0-16,-4 7 0 0,-7-1 0 0,-2 0 0 15,-5-1 0-15,-6 0 0 0,1-2 0 0,-4-4 0 16,3 1 0-16,-1-4 0 0,0-1 0 0,3-3 0 0,7-3 0 16,3-1 0-16,0 0 0 0,3-3 0 15,2-2 0-15,1-1 0 0,6 3 0 0,-3-4 0 16,3 1 0-16,1-1 0 0,4-1 0 0,-9 1 0 16,9-1 0-16,0 0 0 0,0 0 0 0,0 0 0 15,-7-2 0-15,7 2 0 0,0 0 0 0,1-6 0 0,-1 6 0 16,0 0-260-16,0 0-376 0,0 0-88 0,10-3-372 15,-10 3-1186-15,0 0 525 0</inkml:trace>
  <inkml:trace contextRef="#ctx0" brushRef="#br0" timeOffset="338958.3828">3467 17234 73 0,'-14'-3'301'0,"14"3"0"0,-8 0-2 0,4 2 2 15,4-2 1-15,-10 3 6 0,5-3 10 0,-3 0 5 16,8 0 9-16,-11 0 2 0,3 0-1 0,0 1 1 16,2-1 0-16,-1 1-7 0,0 1-13 0,1-2 1 15,-1 1-10-15,7-1-10 0,-8 0 1 0,8 0-14 16,-7 1-9-16,7-1-13 0,0 0-18 0,-9 0-12 16,9 0-13-16,0 0 0 0,0 0-21 0,0 0-13 15,0 0-137-15,0 0-46 0,16 3 0 0,-3-3 0 16,6 3 0-16,8-3 0 0,6 4 0 0,5-2 0 15,16-1 0-15,5-1 0 0,1 0 0 0,7-1 0 16,26-1 0-16,2-3 0 0,-6-4 0 0,-24 5 0 16,31-6 0-16,-32 5 0 0,0-1 0 0,0 2 0 15,-7-1 0-15,-4-1 0 0,-17 0 0 0,-3 4 0 16,-4-2 0-16,-2 0 0 0,-5 2 0 16,-6-1 0-16,-2 0 0 0,-5 2 0 0,-1 0 0 0,0 1 0 15,-8 0 0-15,11-2 0 0,-11 2 0 0,9 0 0 16,-9 0 0-16,4 4 0 0,-3 2 0 0,-1-6 0 15,-5 15 0-15,-3-6 0 0,-4 2-451 0,-1-1-310 16,-6-1-403-16,-8-1-1260 0,0 4 558 0</inkml:trace>
  <inkml:trace contextRef="#ctx0" brushRef="#br0" timeOffset="339803.4961">3418 17808 222 0,'1'-13'402'0,"-1"13"11"0,0 0 6 0,0 0 3 16,0-4-7-16,0 4 1 0,0 0-4 15,0 0-3-15,0 0-14 0,0 0-7 0,0 0-13 16,3-4-6-16,-3 4-21 0,0 0-15 0,0 0-25 16,1-4-17-16,-1 4-22 0,0 0-27 0,0 0-23 15,0 0-16-15,0 0-23 0,0 0-16 0,0 0-18 16,18 7-8-16,-14-5-14 0,1 0 11 0,-1 2-101 16,5 2-34-16,-4 1 0 0,0 0 0 0,3 3 0 15,-3-1 0-15,3 1 0 0,-3-2 0 0,0 3 0 16,-1-1 0-16,-2 0 0 0,2 0 0 0,-3 3 0 15,2-2 0-15,-3-1 0 0,2 2 0 0,-4-3 0 16,4 0 0-16,-2 0 0 0,-2 0 0 0,2-2 0 16,0-2 0-16,0 1 0 0,-1 0 0 0,-1-2 0 15,0 3 0-15,2-5 0 0,0-2 0 0,-3 5 0 16,1-2 0-16,2-3 0 0,0 0 0 0,0 0 0 16,0 0 0-16,0 0 0 0,0 0 0 0,-2-15 0 15,4 8 0-15,0-1 0 0,1-1 0 0,2-2 0 16,-1 0 0-16,3 0 0 0,0 1 0 0,-2 0 0 15,3 3 0-15,-1-3 0 0,-1 4 0 0,2-4 0 16,0 5 0-16,1 0 0 0,1-1 0 0,-1 1 0 16,0 5 0-16,1 0 0 0,-10 0 0 0,17 0 0 15,-11 0 0-15,3 2 0 0,0 1 0 0,-4 0 0 16,3 0 0-16,-2 2 0 0,2-2 0 0,-3 7 0 16,2-2 0-16,-4 2 0 0,1-1 0 0,1 1 0 15,-2 0 0-15,-2-1 0 0,-1 1 0 0,0-1 0 16,0-2 0-16,0 0 0 0,0-1 0 0,0 1 0 15,0-2 0-15,0-1 0 0,0-1 0 0,0-3 0 16,0 6 0-16,0-6 0 0,0 0 0 0,0 0 0 16,0 0 0-16,0 0 0 0,10-12 0 0,-7 4 0 15,2-2 0-15,0 0 0 0,3 1 0 0,-1-2 0 16,0 0 0-16,2 4 0 0,-3-1 0 0,1-1 0 16,0 2 0-16,0-1 0 0,0 3 0 0,-2 2 0 15,3 0 0-15,-4 2 0 0,-4 1 0 0,13 0 0 16,-13 0 0-16,11 2 0 0,-6 1 0 0,0 1 0 15,4 5 0-15,-1-2 0 0,-3 1 0 0,-1 0 0 16,0 1 0-16,0 0 0 0,-3 1 0 0,3 0 0 16,-4-1 0-16,1 1 0 0,-1-2 0 15,1-1 0-15,2 3 0 0,-6-5 0 0,3 1 0 0,0-1 0 16,-1 1 0-16,2 1 0 0,-1-7 0 0,0 7 0 16,0-7 0-16,0 5 0 0,0-5 0 0,0 8 0 15,0-8 0-15,0 0 0 0,0 0 0 0,-2 4 0 16,2-4 0-16,0 0 0 0,0 0-331 15,0 0-292-15,6-20-584 0,-3 10-1306 0,-3-3 578 16</inkml:trace>
  <inkml:trace contextRef="#ctx0" brushRef="#br0" timeOffset="340444.3922">3836 17587 87 0,'0'0'228'0,"5"-4"-1"0,-5 4 2 0,0 0-6 0,0 0 2 15,0 0-6-15,0 0 0 0,0 0-7 0,0 0 10 16,0 0-10-16,0 0-1 0,0 0 10 16,0 0-12-16,13 7 1 0,-13-7 0 0,0 0-10 0,0 0-8 15,0 0 0-15,0 0-1 0,0 0-11 0,0 0-6 16,0 0-7-16,0 0-7 0,0 0-8 0,0 0-8 16,0 0-8-16,0 0-6 0,0 0-6 15,0 0-10-15,0 0-6 0,0 0-11 0,0 0-12 0,0 0-4 16,0 0-9-16,0 0-8 0,0 0-5 15,0 0-6-15,0 0-3 0,0 0 0 0,0 0-11 16,0 0 1-16,0 0-5 0,0 0-4 0,0 0 3 16,0 0-4-16,0 0 3 0,0 0 6 0,0 0 11 15,0 0 9-15,0 0 14 0,0 0 1 0,0 0 7 16,0 0-1-16,0 0 12 0,0 0 1 0,0 0 0 16,0 0-2-16,0 0-2 0,0 0-8 0,0 0-5 15,0 0-10-15,-8-17 0 0,8 17-2 0,8-3-14 16,-8 3-2-16,0 0 7 0,0 0-14 0,0 0-13 15,0 0-6-15,19 4-2 0,-19-4-1 0,0 0 7 16,0 0-12-16,5 6-3 0,-5-6-4 0,-1 8-5 16,1-8-2-16,0 0 0 0,-9 7 0 0,9-7 0 15,-8 6 0-15,8-6 0 0,-6 5 0 0,6-5 0 16,0 0 0-16,0 0 0 0,-8 2 0 0,8-2 0 16,0 0 0-16,0 0 0 0,0 0 0 0,0 0 0 15,0 0 0-15,0 0 0 0,0 0 0 0,0 0 0 16,0 0-51-16,0 0-96 0,0 0-52 0,0 0-60 15,4-16-74-15,-4 16-78 0,0 0-79 0,0 0-87 16,0 0-377-16,5-5-1034 0,-5 5 457 0</inkml:trace>
  <inkml:trace contextRef="#ctx0" brushRef="#br0" timeOffset="341990.9612">5769 17088 51 0,'0'0'379'0,"-3"3"16"0,3-3 8 0,0 0 13 16,0 0 12-16,0 0 0 0,0 0 2 0,0 0-9 15,0 0-9-15,0 0-5 0,0 0-20 0,0 0-13 16,0 0-12-16,0 0-25 0,0 0-21 0,0 0-22 16,0 0-24-16,0 0-23 0,0 0-18 0,0 0-28 15,16 1-14-15,-10-1-17 0,0 0-23 0,4 0-10 16,3-1-13-16,-3 1-15 0,4-1-10 0,3-1-68 15,-2 1-31-15,-2 2 0 0,1-2 0 0,-1 1 0 16,-2-1-65-16,-3 0-62 0,-2 1-41 0,1 0-52 16,-7 0-56-16,9-2-66 0,-7 5-69 0,-2-3-62 15,4 1-71-15,-4-1-384 0,0 0-1005 0,-10 10 445 16</inkml:trace>
  <inkml:trace contextRef="#ctx0" brushRef="#br0" timeOffset="342272.1726">5814 17301 135 0,'-1'4'408'0,"1"-4"26"0,-3 6 19 0,3-6 15 16,-1 3 15-16,1 0 6 0,0-3-2 0,0 0-4 15,0 0-3-15,0 0 3 0,0 0-15 0,0 5-21 16,0-5-24-16,0 0-23 0,0 0-26 0,0 0-27 16,5 3-31-16,-5-3-25 0,7 0-21 0,-7 0-218 15,5 1-52-15,-5-1 0 0,14 0 0 16,-9-1 0-16,3-1 0 0,5 1 0 0,1-1 0 0,2-1 0 15,3 0 0-15,2 1 0 0,-2-1 0 0,3 2 0 16,-1-5 0-16,-3 5 0 0,0-2 0 0,1 1 0 16,1 2 0-16,-4-3 0 0,-3 3 0 0,0-2 0 15,-3 2 0-15,0 1 0 0,-3-2 0 16,1 1 0-16,-2-1 0 0,-6 1 0 0,11 1 0 0,-4-1-29 16,-7 0-568-16,12 1-109 0,-12-1-438 0,11 0-1238 15,-11 0 548-15</inkml:trace>
  <inkml:trace contextRef="#ctx0" brushRef="#br0" timeOffset="342709.5431">6907 16797 3124 0,'-1'-10'504'0,"1"-3"-105"16,-3 2-37-16,-1 0 23 0,2 0-7 0,-2 0-14 16,1 3-11-16,0-3-19 0,0 2-12 0,-1 3 11 15,3-2 5-15,1 4-2 0,0-2-7 0,-2 2-12 16,0 0-304-16,2 4-13 0,-1-5 0 0,1 5 0 16,0-4 0-16,0 4 0 0,0 0 0 0,0 0 0 15,0 0 0-15,5 17 0 0,-5-8 0 0,1 3 0 16,-1 6 0-16,4 1 0 0,1 8 0 0,-1 1 0 15,-3 0 0-15,3 4 0 0,-4-2 0 0,0 0 0 16,0-1 0-16,0 1 0 0,0 1 0 0,0-5 0 16,-1 1 0-16,-3 0 0 0,0 0 0 0,2-10 0 15,-1 4 0-15,-2 3 0 0,3-6 0 0,-1-1 0 16,0-5 0-16,2-3 0 0,-2 2 0 0,2-3 0 0,1 3 0 16,0-8 0-16,-2 0 0 0,2 2 0 15,-2-2 0-15,2-3 0 0,-1 5 0 0,1-5 0 16,0 0 0-16,1 3 0 0,-1-3 0 0,0 0 0 15,0 0 0-15,22-8 0 0,-16 0-155 0,6 1-481 16,-2-1-85-16,3-3-393 0,1-2-1205 0,0-2 533 16</inkml:trace>
  <inkml:trace contextRef="#ctx0" brushRef="#br0" timeOffset="343178.9384">7195 16919 405 0,'7'-11'449'0,"0"2"37"0,-1 0 24 0,2 1 3 16,-2-1 1-16,-2 4-7 0,0-3 1 0,0 2-5 16,-2 1-8-16,1 2-18 0,-2-2-25 0,0 2-26 15,-1 3-39-15,3-4-36 0,-3 4-36 0,4-3-30 16,-4 3-29-16,0 0-26 0,0 0-108 0,0 0-122 16,-17 13 0-16,11-6 0 0,-2 1 0 0,-2 2 0 15,-3 3 0-15,-2-1 0 0,1 2 0 0,-8 5 0 16,4 2 0-16,-5-6 0 0,4 2 0 0,-2 0 0 15,5-3 0-15,-1-3 0 0,4 0 0 0,3-4 0 16,1 1 0-16,2-4 0 0,0 0 0 0,3-1 0 16,-1 0 0-16,-1-1 0 0,5 1 0 0,-2 0 0 15,3-3 0-15,-5 4 0 0,5-4 0 0,-4 2 0 16,4-2 0-16,0 0 0 0,0 0 0 0,8 5 0 16,-4-3 0-16,2 1 0 0,3 1 0 0,-3-1 0 15,6 3 0-15,-3 1 0 0,1-1 0 0,4 5 0 16,-1-1 0-16,-2-2 0 0,2-1 0 0,-1 4 0 15,-1-3 0-15,-2 0 0 0,0 3 0 0,0-2 0 16,0 1 0-16,-3-2 0 0,2 3 0 0,-3-1 0 16,4-1 0-16,-5 0 0 0,1-2 0 0,-3 1 0 15,1 0 0-15,1-2 0 0,-1-1 0 0,0 1 0 16,1-1 0-16,-4 0 0 0,4-2 0 0,-3 0 0 16,2 0 0-16,-3-3 0 0,2 3 0 0,-2-3 0 15,0 0 0-15,0 0 0 0,9-6-344 0,-5 0-173 16,0-3-42-16,4 1-47 0,-5-2-422 0,1-2-1113 15,0 3 493-15</inkml:trace>
  <inkml:trace contextRef="#ctx0" brushRef="#br0" timeOffset="343617.4421">7371 17104 120 0,'4'-4'327'16,"2"-1"17"-16,-6 5 31 0,9-5 20 0,-6 2 4 15,-2-1 10-15,-1 4 13 0,4-4 11 0,-4 4-1 16,6-4 20-16,-6 4 5 0,4-2 1 0,-4 2 1 15,5-3-10-15,-5 3-14 0,0 0-21 0,0 0-20 16,0 0-28-16,0 0-26 0,0 0-33 0,0 0-303 16,0 0-4-16,0 0 0 0,0 0 0 0,0 0 0 15,0 0 0-15,-2 16 0 0,-1-11 0 0,3 3 0 16,-2-1 0-16,-1 4 0 0,1-1 0 0,-1 3 0 16,2 2 0-16,-2 2 0 0,3-1 0 0,-3 1 0 15,1 1 0-15,1-1 0 0,-2-1 0 0,3 2 0 16,-1 0 0-16,1-1 0 0,-3 0 0 0,3-5 0 15,4 1 0-15,-1 1 0 0,-1-3 0 0,2 0 0 16,0 0 0-16,1-3 0 0,5 5 0 0,-3-7 0 16,3 3 0-16,1-3 0 0,1-4 0 0,-1 4 0 15,3-5 0-15,-2-1 0 0,1-3 0 0,-2 0 0 16,2 2 0-16,-3-3 0 0,0-5 0 0,2 4 0 16,-2-4 0-16,-2 3 0 0,-3 0 0 0,0-4 0 0,3 2 0 15,-7 0 0-15,0 4 0 0,-1-2 0 16,0 0 0-16,-1 0 0 0,-3 2 0 0,-1 0 0 15,-4-3 0-15,0 4 0 0,-1 1 0 0,-3-1 0 16,0 2 0-16,-1 0 0 0,-2 2 0 0,2 0 0 16,-3 2 0-16,-2-1 0 0,0 1 0 0,6 2 0 0,-4-1 0 15,4 1 0-15,3-1 0 0,0 0-82 0,4-1-646 16,-2-1-503-16,4 0-1332 0,4-2 589 16</inkml:trace>
  <inkml:trace contextRef="#ctx0" brushRef="#br0" timeOffset="344478.1704">8447 16601 67 0,'8'-7'428'0,"-2"0"-6"0,1-1-16 0,-1 2-6 16,-1 2-6-16,-4 0-12 0,2-1-13 0,-3 1-18 16,0 4-9-16,-3-8-12 0,0 6-12 0,-4-1-9 15,7 3-7-15,-14-3-3 0,0 1 2 0,1 2-18 16,-9 2-3-16,-6-2-3 0,-2 3-7 0,0 2-7 15,-2-1-14-15,-1-1-16 0,1-1-5 0,4 3-16 16,5 0-16-16,1-4-9 0,-1 3-94 0,3-3-93 16,3 0 0-16,2 2 0 0,3-3 0 0,5 0 0 15,-2 1 0-15,1-1 0 0,3 1 0 0,5-1 0 16,-6 0 0-16,6 0 0 0,0 0 0 0,-12 1 0 16,12-1 0-16,0 0 0 0,-5 0 0 0,5 0 0 15,-4 3 0-15,4-3 0 0,0 0 0 0,0 0 0 16,0 0 0-16,0 0 0 0,-1 5 0 0,1-5 0 15,0 0 0-15,1 10 0 0,2-6 0 0,-2 2 0 16,-1 3 0-16,4-3 0 0,-4 6 0 0,5 3 0 16,-2 1 0-16,-1 1 0 0,3 1 0 0,-2 1 0 15,1 5 0-15,-3 4 0 0,0-2 0 0,3 1 0 16,-4 0 0-16,-1 3 0 0,-2 1 0 0,3-1 0 16,-1 0 0-16,0 1 0 0,-2 1 0 0,-1-1 0 15,3 1 0-15,0 2 0 0,-7-2 0 0,3 3 0 16,0 1 0-16,-3-2 0 0,3 0 0 0,-8 11 0 15,4-9 0-15,-2-1 0 0,-1-3 0 0,-1 3 0 16,2-2 0-16,-2-1 0 0,2-4 0 0,-1 3 0 16,2-5 0-16,2-2 0 0,1-6 0 0,0-1 0 15,2-3 0-15,0-4 0 0,4-1 0 0,-3 2 0 16,0-4 0-16,3 1 0 0,1-2 0 0,-4-3 0 16,3 5 0-16,1-4 0 0,0 1 0 0,-2-1 0 15,2-4 0-15,2 5 0 0,-2-1 0 0,1-1 0 16,-1-3 0-16,5 6 0 0,1-1 0 0,1-2 0 15,-1-1 0-15,3 2 0 0,3-1 0 0,-1 1 0 16,3-1 0-16,4 0 0 0,1 1 0 0,4-3 0 0,3 2 0 16,2 1 0-16,3-3 0 0,-1 1 0 15,-1-2 0-15,-8-2 0 0,9 1 0 0,-8 1 0 16,-1-2 0-16,1-1 0 0,-3 2 0 0,-5 1 0 16,1 0 0-16,-4-2 0 0,-1 1 0 0,-1 1 0 15,-9 0 0-15,11-2 0 0,-11 2 0 0,9 0 0 16,-9 0 0-16,0 0 0 0,12-1 0 0,-12 1 0 15,0 0 0-15,5-2 0 0,-5 2 0 0,0 0 0 16,0 0 0-16,0 0 0 0,0 0 0 0,0 0 0 16,-19-8 0-16,16 5 0 0,0-2 0 0,1 1-504 15,2 4-778-15,-1-16-1387 0,1 4 614 0</inkml:trace>
  <inkml:trace contextRef="#ctx0" brushRef="#br0" timeOffset="345024.8325">9601 16677 320 0,'3'-5'423'0,"1"-1"-7"0,1 1 4 0,-1-1-11 15,-2 1-9-15,-1 3-11 0,2-3-8 0,-1 0-11 16,1 3-9-16,-3 2-7 0,0-6-11 0,1 2-14 15,-1 4-8-15,4-3-10 0,-4 3-23 0,1-4-16 16,-1 4-20-16,0 0-23 0,0 0-21 16,0 0-10-16,0 0-1 0,0 0 3 0,4 11 5 0,-5-5 1 15,2 2-7-15,-1 4-9 0,0 1-190 0,4 3 0 16,-4 1 0-16,0 3 0 0,0-2 0 0,-1 3 0 16,1-1 0-16,-2 4 0 0,1-5 0 15,1 1 0-15,-2-1 0 0,0 1 0 0,0-2 0 16,0 0 0-16,0-2 0 0,2-3 0 0,-1-2 0 0,1-1 0 15,-2 1 0-15,0-4 0 0,2 1 0 0,0-2 0 16,0-3 0-16,-1 2 0 0,1-5 0 0,0 6 0 16,0-6 0-16,-2 3 0 0,2-3 0 15,2 4 0-15,-2-4 0 0,0 0 0 0,0 0 0 16,0 0 0-16,0 0 0 0,0 0 0 0,0 0 0 0,0 0 0 16,0 0 0-16,0 0 0 0,0 0-95 0,0-16-624 15,0 16-511-15,-5-5-1332 0,1 2 590 0</inkml:trace>
  <inkml:trace contextRef="#ctx0" brushRef="#br0" timeOffset="345509.2407">8842 17373 121 0,'-5'3'281'0,"1"-2"-9"16,4-1-12-16,-9 3-3 0,0 0-4 0,2-1-8 0,-1 0-6 15,-4 1-4-15,2 0-3 0,0-1 3 0,-3 1 7 16,3 2-1-16,-3-3 0 0,-1-1 3 0,4 3-5 16,-3-2-1-16,4-1-3 0,0 5-6 15,-1-5-3-15,5-1-3 0,-3 2 3 0,3-1-5 16,5-1-2-16,-9 1-11 0,9-1 6 0,0 0-16 15,-9 1 2-15,9-1 2 0,-5 3-8 0,5-3-6 0,0 0-9 16,0 0-5-16,0 0-13 0,0 0-17 0,0 0-2 16,23-1 0-16,0-1-3 0,8 4-87 15,2-1-52-15,18-4 0 0,9-2 0 0,4 1 0 16,38 1 0-16,3-4 0 0,6-1 0 0,13 0 0 16,4 1 0-16,16-6 0 0,1 4 0 0,4-4 0 15,3 0 0-15,-6 4 0 0,1-1 0 0,-14 6 0 16,-17-3 0-16,-11 4 0 0,-14 3 0 0,-35 2 0 15,-5-4 0-15,-14 1 0 0,-5-1 0 0,-4 1 0 16,-10 2 0-16,-4-1 0 0,-2 0 0 0,-6 0 0 16,2-1 0-16,-2 1 0 0,-6 0 0 0,0 0 0 15,13 1 0-15,-13-1 0 0,0 0 0 0,0 0 0 0,0 0 0 16,-5 6-23-16,5-6-641 0,-14 4-587 16,14-4-1355-16,-14 2 599 0</inkml:trace>
  <inkml:trace contextRef="#ctx0" brushRef="#br0" timeOffset="346259.2639">8993 18026 157 0,'0'0'387'15,"0"0"-10"-15,0 0 4 0,0 0-14 0,0 0-4 16,0 0-8-16,0 0 0 0,0 0-6 16,0 0-5-16,0 0-4 0,0 0-7 0,0 0-9 15,0 0-15-15,0 0-13 0,0 0-19 0,0 0-15 16,0 0 13-16,5 1 1 0,-2 4-10 0,2 3-9 16,2 1-6-16,-3 1-4 0,-4-10-14 0,12 29-9 0,-6-12-16 15,2 1-14-15,-2 0-16 0,3 6-172 16,-4-1-6-16,-1-3 0 0,-4-1 0 0,6 1 0 15,-3-1 0-15,-2 6 0 0,-2-7 0 0,1 2 0 16,-3-2 0-16,3 1 0 0,0-2 0 0,3 8 0 16,-3-10 0-16,0-15 0 0,0 24 0 0,0-24 0 15,-3 17 0-15,3-17 0 0,5 15 0 0,-5-15 0 16,0 0 0-16,0 0 0 0,0 18 0 0,0-18 0 16,0 0 0-16,0 0 0 0,8 11 0 0,-8-11 0 15,0 0 0-15,0 0 0 0,0 0 0 0,0 0 0 16,0 0 0-16,0 0 0 0,0 0 0 0,0 0 0 15,0 0 0-15,54-29 0 0,-44 16 0 0,7-7 0 16,-2-2 0-16,0-2 0 0,-2 3 0 0,0-10 0 16,2-3 0-16,-1-11 0 0,4-3 0 0,-5-3 0 15,1-3 0-15,-4 1 0 0,4-2 0 0,-2 1 0 16,-2 1 0-16,1 6 0 0,-3 12 0 0,-1 3 0 16,-1 4 0-16,0-3 0 0,-3 12 0 0,1-2 0 15,0 5 0-15,-4 5 0 0,2 0 0 0,-1 2 0 16,1 1 0-16,-1 2 0 0,-1 6 0 0,1-7 0 15,-1 2 0-15,3 2 0 0,-3 3 0 0,0 0 0 16,2-7 0-16,-2 7 0 0,0 0 0 0,0 0 0 16,0 0 0-16,0 0 0 0,0 0 0 0,0 0-36 15,0 0-359-15,4 15-14 0,-4-15-19 0,3 10-23 16,-3-10-21-16,6 6-23 0,-3-4-37 0,-3-2-298 16,6 6-897-16,-2-2 398 0</inkml:trace>
  <inkml:trace contextRef="#ctx0" brushRef="#br0" timeOffset="346618.3533">9430 17648 278 0,'0'0'330'0,"0"0"2"0,0 0-2 16,0 0 6-16,-7-19-9 0,7 19-8 0,0 0-5 16,0 0-6-16,0 0-5 0,0 0-12 0,0 0-11 15,0 0-11-15,0 0-12 0,0 0-14 0,0 0-19 0,0 0-10 16,0 0-5-16,0 0-12 0,0 0-1 15,0 0-10-15,13 0 0 0,-13 0 0 0,14-3-2 16,-3 3 3-16,3 0-1 0,6 0 1 0,8-3 1 16,7 3-2-16,2-3-8 0,13-2 1 0,7-1-7 15,3 1-2-15,5-6-9 0,30-4-63 0,2 7-98 16,-1-6 0-16,-4-1 0 0,6 5 0 0,-2-2 0 16,-3 1 0-16,-29 4 0 0,-1-1 0 0,-3 0 0 15,-10 3 0-15,-12 1 0 0,-6 0 0 0,-1 2 0 16,-13 2 0-16,-4 0 0 0,-4 0 0 0,4-1 0 15,-14 1 0-15,13 0 0 0,-13 0 0 0,10 0 0 16,-10 0 0-16,5 5 0 0,-5-5 0 0,0 7 0 16,0-7 0-16,0 0 0 0,-7 14 0 0,5-10 0 15,-3 2-347-15,3-2-65 0,2-4-54 0,-7 8-49 16,7-8-68-16,-7 6-395 0,7-6-1060 0,0 0 469 16</inkml:trace>
  <inkml:trace contextRef="#ctx0" brushRef="#br0" timeOffset="347933.3049">9671 17880 39 0,'-5'-3'368'0,"5"3"9"0,0 0 0 15,-4-7 2-15,3 4 1 0,1 3 6 0,-2-6 2 16,0 3 6-16,2 3-5 0,-3-10 6 0,3 10-5 16,-2-5-4-16,2 5-8 0,0-6-24 0,0 6-23 15,0 0-22-15,0 0-28 0,0 0-30 0,0 0-21 16,-3-3-24-16,3 3-1 0,0 0-2 0,3 12 1 16,-1-6-10-16,0 3-5 0,1 3-12 0,-2 1-146 15,1 2-31-15,0 3 0 0,0 0 0 0,2 7 0 16,-4 0 0-16,0-6 0 0,-4 1 0 0,0-3 0 31,-1 8 0-31,2-3 0 0,-2-4 0 0,3-2 0 0,-3 0 0 0,1-2 0 0,4-14 0 0,-9 25 0 16,5-16 0-16,4-9 0 0,-8 20 0 0,8-20 0 15,-6 11 0-15,6-11 0 0,0 0 0 0,0 0 0 16,-5 14 0-16,5-14 0 0,0 0 0 0,0 0 0 16,0 0 0-16,0 0 0 0,0 0 0 0,0 0 0 15,0 0 0-15,0 0-100 0,0 0-294 0,0 0-48 16,0 0-39-16,14-45-33 0,-6 30-46 0,-3 5-390 15,-2-6-1030-15,-2 4 456 0</inkml:trace>
  <inkml:trace contextRef="#ctx0" brushRef="#br0" timeOffset="348292.4529">9625 17924 344 0,'0'0'354'15,"0"-11"16"-15,0 11 1 0,5-12-8 0,-3 7 17 16,0 1-3-16,2-1-13 0,-1 1-12 0,1-1-15 15,-2 1-17-15,3 0-19 0,3 1-12 0,-2 0-11 16,5 0-16-16,3 3-8 0,-3-1-12 0,2 1-9 16,6 1-11-16,-1 2-7 0,-1 0-13 15,-1 0 1-15,2 4-29 0,-7 1-11 0,5-1 0 16,-1 2-16-16,-6 1-5 0,4 1-12 0,-3-2-7 16,-3 2-9-16,2 3-11 0,-3 2-8 0,0 0-9 0,-5 1-5 15,-1-2-44-15,-1 5-37 0,-4-2 0 0,0 0 0 16,-3-1 0-16,-2 0 0 0,-1-1 0 15,-2-2 0-15,-2-1 0 0,-1-1 0 0,0-1 0 16,2 0 0-16,-3 0 0 0,17-11 0 0,-22 12 0 16,22-12 0-16,-23 9 0 0,23-9 0 0,-13 7 0 15,13-7 0-15,0 0 0 0,0 0 0 0,0 0 0 16,-15 7 0-16,15-7 0 0,0 0 0 0,0 0 0 16,0 0-172-16,0 0-125 0,0 0-41 0,0 0-66 15,0 0-58-15,0 0-59 0,0 0-67 0,73-3-314 16,-73 3-977-16,0 0 433 0</inkml:trace>
  <inkml:trace contextRef="#ctx0" brushRef="#br0" timeOffset="348604.9719">10017 18210 330 0,'0'0'396'0,"0"0"8"0,19-18 9 0,-19 18 13 0,0 0 9 15,7-16 6-15,-7 16 3 0,4-9 12 0,-1 3 7 16,-2 1 0-16,0 2-7 0,-1 3-14 0,0 0-17 15,-2-7-25-15,2 7-25 0,2-4-38 16,-2 4-27-16,0 0-29 0,0 0-30 0,0 0-22 0,0 0-215 16,0 0-14-16,0 0 0 0,0 0 0 0,0 0 0 15,0 0 0-15,-14 39 0 0,14-39 0 0,-5 22 0 16,4-11 0-16,1-11 0 0,-7 29 0 16,4-13 0-16,0-3 0 0,3-13 0 0,-2 31 0 15,-1-15 0-15,3-16 0 0,-3 24 0 0,3-24 0 16,-2 20 0-16,2-20 0 0,-1 18 0 0,1-18 0 15,-3 18 0-15,3-18 0 0,-1 16 0 0,1-16 0 16,0 0 0-16,0 0 0 0,1 19 0 0,-1-19 0 0,0 0-319 16,0 0-98-16,0 0-32 0,6 12-35 15,-6-12-33-15,0 0-44 0,0 0-347 0,0 0-982 16,0 0 434-16</inkml:trace>
  <inkml:trace contextRef="#ctx0" brushRef="#br0" timeOffset="348979.8208">10043 18171 378 0,'3'-7'437'0,"1"-2"9"0,2 1 3 0,-1-1-8 16,-1 1-15-16,-1 2-5 0,0-2-9 0,1 0-11 16,3 0-17-16,0 0-20 0,0-1-21 15,-1 3-8-15,3-1-23 0,1 0-19 0,-1 4-10 0,-4 1-29 16,4-6-25-16,1 5-29 0,1 3-10 0,-1-1-14 15,0 2-15-15,2 1-13 0,-3 0-6 0,2 3-13 16,-2-1-13-16,-1 1-10 0,-1 4-12 0,1-2-6 16,-2 2-55-16,-6-9-33 0,10 19 0 15,-10-19 0-15,3 20 0 0,-3-20 0 0,-2 23 0 16,2-23 0-16,-8 22 0 0,2-11 0 0,6-11 0 16,-18 20 0-16,6-8 0 0,-3 0 0 0,1-3 0 15,0 2 0-15,-3-1 0 0,17-10 0 0,-30 10 0 16,30-10 0-16,-21 9 0 0,21-9 0 0,0 0 0 15,-20 6 0-15,20-6 0 0,0 0 0 0,0 0 0 16,0 0 0-16,0 0-140 0,0 0-127 0,0 0-35 16,0 0-17-16,0 0-32 0,0 0-20 0,0 0-25 15,0 0-31-15,0 0-13 0,0 0-67 0,0 0-272 16,0 0-843-16,0 0 373 0</inkml:trace>
  <inkml:trace contextRef="#ctx0" brushRef="#br0" timeOffset="349466.2893">10390 18321 187 0,'0'0'414'0,"0"0"26"16,11-22 19-16,-11 22 17 0,0 0 6 0,4-14 2 16,-4 14 5-16,0 0 12 0,0 0-5 0,4-20-6 15,-4 20-12-15,0 0-14 0,0 0-24 0,-3-16-20 16,3 16-23-16,0 0-27 0,0 0-29 15,0 0-32-15,0 0-255 0,0 0-54 0,0 0 0 16,0 0 0-16,0 0 0 0,0 0 0 0,0 0 0 16,0 0 0-16,0 0 0 0,0 0 0 0,0 0 0 15,0 0 0-15,0 0 0 0,0 0 0 0,-14 49 0 0,14-49 0 16,-2 22 0-16,-1-10 0 0,-1 4 0 16,4-16 0-16,-1 25 0 0,1-7 0 0,0-18 0 15,-1 25 0-15,1-25 0 0,1 22 0 0,-1-22 0 16,8 20 0-16,-6-11 0 0,-2-9 0 0,14 17 0 15,-14-17 0-15,17 13 0 0,-17-13 0 0,18 7 0 32,-18-7 0-32,0 0 0 0,29 1 0 0,-29-1 0 0,0 0 0 0,0 0 0 0,36-17 0 0,-36 17 0 15,13-8 0-15,-13 8 0 0,9-20 0 0,-9 20 0 32,4-18 0-32,-4 18 0 0,2-20 0 0,-2 20 0 15,-1-14 0-15,1 14 0 0,0 0 0 0,-8-21 0 16,8 21 0-16,-14-7 0 0,14 7 0 0,0 0 0 15,-18-9 0-15,18 9 0 0,0 0 0 0,0 0 0 16,-31 0 0-16,31 0 0 0,0 0 0 0,0 0 0 16,-43 10 0-16,43-10-257 0,-27 9-338 0,27-9-51 15,-22 4-470-15,22-4-1208 0,-24 5 534 0</inkml:trace>
  <inkml:trace contextRef="#ctx0" brushRef="#br0" timeOffset="350076.0213">9891 17826 380 0,'0'0'405'0,"0"0"6"0,0 0-8 15,0 0-1-15,0 0-10 0,0 0-9 0,0 0-17 16,0 0-19-16,0 0-16 0,0 0-21 0,0 0-17 15,0 0-22-15,0 0-14 0,0 0-13 0,0 0-7 16,0 0-11-16,0 0-1 0,0 0-3 0,0 0 18 16,0 0-8-16,0 0 5 0,0 0-2 15,0 0 3-15,0 0 2 0,0 0-19 0,0 0-8 16,0 0-18-16,0 0-160 0,22-11-35 0,-16 8 0 16,11 1 0-16,2-2 0 0,2-1 0 0,7-2 0 15,0 1 0-15,0 0 0 0,4 0 0 0,2 3 0 16,1-6 0-16,-2 6 0 0,0-3 0 0,-2-1 0 15,-2 4 0-15,-2-1 0 0,-6 1 0 0,-9 2 0 16,0-1 0-16,-1 0 0 0,-11 2 0 0,13-3 0 16,-13 3 0-16,0 0 0 0,18-2 0 0,-18 2 0 15,0 0 0-15,0 0 0 0,9 0 0 0,-9 0 0 16,0 0 0-16,0 0 0 0,0 0 0 0,9-4 0 16,-9 4 0-16,0 0 0 0,0 0 0 0,0 0 0 15,0 0 0-15,0 0 0 0,0 0 0 0,0 0 0 16,0 0 0-16,0 0 0 0,0 0-109 0,0 0-194 15,0 0-23-15,0 0-32 0,0 0-16 0,0 0-23 16,0 0-26-16,0 0-55 0,0-12-23 0,0 12-320 16,0 0-888-16,0 0 393 0</inkml:trace>
  <inkml:trace contextRef="#ctx0" brushRef="#br0" timeOffset="352282.2458">10855 16788 137 0,'-6'-1'328'0,"-1"-1"1"0,2-2 4 0,-3 0-11 15,2 1 7-15,-2-1 7 0,3 3 2 0,0 0 6 16,1-2-4-16,4 3-6 0,-5-2-9 0,5 2-18 16,0 0-13-16,-8-4-16 0,8 4-25 0,0-3-25 15,0 3-21-15,9-4-20 0,0 2-7 0,4-2-11 16,6 2-8-16,3-2-8 0,9-1-6 0,1-1 1 15,3 5-5-15,1-7-6 0,1 2-1 0,2-1-16 16,-2 2 2-16,-2 0-18 0,-1-1-5 0,-2 1 0 16,-3 2-3-16,-6 0-7 0,-4 1-3 0,-1-1-3 15,0 0 4-15,-4 3-3 0,-4 0-3 0,-2-2-6 16,1 1-32-16,-3 1-43 0,-1-1 0 0,-5 1 0 16,7-1 0-16,-7 1 0 0,7-1 0 0,-7 1 0 15,0 0 0-15,8 1 0 0,-8-1 0 0,1 3 0 16,1 0 0-16,-2-3 0 0,0 8 0 0,-2-4 0 15,1 1 0-15,0 1 0 0,-2 2 0 0,2 2 0 16,1 0 0-16,-3 3 0 0,5 5 0 0,-6 0 0 16,6 10 0-16,1 1 0 0,-2-2 0 0,2 7 0 15,1 12 0-15,-1 4 0 0,3 1 0 0,-1 2 0 16,2 2 0-16,-2 0 0 0,1 0 0 0,0 1 0 16,-1-1 0-16,-1 0 0 0,1-1 0 0,-3 1 0 15,5 2 0-15,-6-3 0 0,-1-3 0 0,4-1 0 16,-3 0 0-16,2-14 0 0,-2 12 0 0,-1-14 0 15,4-2 0-15,-4-5 0 0,0 0 0 0,0-2 0 16,-1-5 0-16,-2-3 0 0,3-17 0 0,-4 23 0 16,4-23 0-16,-1 21 0 0,1-21 0 0,0 15 0 15,0-15 0-15,0 0 0 0,0 17 0 0,0-17 0 16,0 0 0-16,0 0 0 0,0 0 0 0,-4 16 0 16,4-16 0-16,0 0 0 0,0 0 0 0,0 0 0 15,0 0 0-15,0 0 0 0,0 0 0 0,0 0 0 16,0 0 0-16,0 0 0 0,0 0 0 0,0 0 0 15,0 0 0-15,0 0 0 0,0 0 0 0,0 0 0 16,-15 10 0-16,15-10 0 0,0 0 0 0,0 0 0 16,-36-1 0-16,36 1 0 0,-32 0 0 0,32 0 0 15,-37 0 0-15,37 0 0 0,-41 4 0 0,18-4 0 16,-5 2 0-16,28-2 0 0,-53 3 0 0,32-1 0 16,21-2 0-16,-41 2 0 0,41-2 0 0,-37 4 0 15,37-4 0-15,-24 2 0 0,24-2 0 0,0 0 0 16,-28 1 0-16,28-1 0 0,0 0 0 0,0 0 0 15,0 0 0-15,0 0 0 0,-25 2 0 0,25-2 0 16,0 0 0-16,0 0 0 0,0 0 0 0,0 0 0 16,0 0 0-16,0 0 0 0,0 0 0 0,0 0 0 15,0 0 0-15,0 0 0 0,0 0 0 0,0 0 0 16,0 0 0-16,0 0 0 0,0 0 0 0,0 0 0 16,0 0 0-16,0 0 0 0,0 0 0 0,0 0 0 15,0 0 0-15,0 0 0 0,-28-10-261 0,28 10-253 16,0 0-52-16,1-8-80 0,2 3-388 0,-2 0-1121 15,3-1 496-15</inkml:trace>
  <inkml:trace contextRef="#ctx0" brushRef="#br0" timeOffset="365313.2955">12166 17305 306 0,'0'0'324'0,"-4"3"6"16,4-3 5-16,0 0-3 0,-5 4 10 15,5-4 0-15,-4 1 2 0,4-1 5 0,0 0-1 16,0 0 2-16,0 0-1 0,0 0 0 0,0 0 6 16,0 0-1-16,0 0-7 0,0 0-14 0,0 0-19 15,0 0-18-15,0 0-25 0,0 0-26 0,0 0-23 16,0 0-22-16,13-9-22 0,-4 9-12 0,0-2-19 16,1 4-14-16,2-4-17 0,0 1-11 0,-1-1-96 15,3 0-9-15,-4-2 0 0,0 4 0 0,2-1 0 16,-1-1 0-16,-2 0 0 0,-4 0 0 0,4 1-166 15,-4 1-98-15,3-1-75 0,-8 1-74 0,9 0-76 16,-3-1-65-16,-6 1-441 0,0 0-1077 0,8 5 476 16</inkml:trace>
  <inkml:trace contextRef="#ctx0" brushRef="#br0" timeOffset="365610.1272">12093 17497 265 0,'-2'2'495'0,"2"-2"24"0,0 0 20 0,-2 5 0 16,2-5-12-16,0 0-10 0,0 0 4 0,9 1-22 16,-9-1-12-16,12-1-28 0,-12 1-34 0,14-4-35 15,-5 3-34-15,1-1-27 0,0 0-32 0,3-3-22 16,0 3-25-16,2 0-22 0,-2-1-19 16,2 1-144-16,-3 0-65 0,3 0 0 0,-2 1 0 15,0 0 0-15,-2 0 0 0,0-1 0 0,1 0 0 0,-3 2 0 16,0 0 0-16,-9 0 0 0,18-1 0 0,-13-1 0 15,-5 2 0-15,0 0 0 0,9 2 0 0,-9-2 0 16,0 0 0-16,0 0 0 0,0 0 0 16,0 0 0-16,0 0 0 0,0 0 0 0,8 1-241 15,-8-1-189-15,0 0-46 0,0 0-67 0,0 0-68 16,-18 6-371-16,18-6-1063 0,0 0 469 0</inkml:trace>
  <inkml:trace contextRef="#ctx0" brushRef="#br0" timeOffset="366781.7062">14050 16516 50 0,'-4'-3'313'0,"1"1"12"15,0 0 11-15,3 2 20 0,-3-5 12 0,-1 1 11 16,2 2 4-16,2 2 2 0,-4-5-5 0,4 5-5 15,-3-6-10-15,3 6-10 0,-1-5-10 0,-1 3 7 16,2 2-30-16,-2-6-7 0,2 6-5 0,0 0-17 16,0-5-9-16,0 5-11 0,0-5-10 0,0 5-24 15,0 0-18-15,2-5-18 0,-2 5-21 0,0 0-17 16,0 0-111-16,0 0-54 0,0 0 0 0,0 0 0 16,0 0 0-16,0 0 0 0,0 0 0 0,0 0 0 15,-6 11 0-15,5-2 0 0,1-1 0 0,0 4 0 16,0 4 0-16,0 0 0 0,0 1 0 0,-2 3 0 15,0 6 0-15,2 0 0 0,-2-1 0 0,0-5 0 16,-2 7 0-16,3-1 0 0,-4 1 0 0,1 0 0 16,1-1 0-16,-1-7 0 0,0 6 0 0,-1-5 0 15,2-3 0-15,-2 1 0 0,-1 2 0 0,1-2 0 16,2-6 0-16,0-1 0 0,1 0 0 0,-1-2 0 16,2-2 0-16,-2-1 0 0,3-1 0 0,-1 0 0 15,0-4 0-15,1-1 0 0,0 6 0 0,0-6 0 16,0 5 0-16,0-5 0 0,0 0 0 0,0 0 0 15,0 0 0-15,14-12 0 0,-7 6 0 0,3-3 0 16,-4 1 0-16,8-2 0 0,-3 0 0 0,2-1 0 16,3-4 0-16,-4 2 0 0,10-7 0 0,-4 2 0 15,-4 2 0-15,8-1 0 0,-4-3 0 0,-3 5 0 16,3-3 0-16,-4 4 0 0,-1 0 0 0,1-2 0 16,1 2 0-16,-4 1 0 0,1 2 0 0,-3 2 0 15,-1 0 0-15,3 1 0 0,-7 2 0 0,0 2 0 16,0 0 0-16,1-1 0 0,-1 2 0 0,-3-1 0 15,3 3 0-15,-4 1 0 0,0-4 0 0,0 4 0 16,0 0 0-16,0 0 0 0,0 0 0 0,0 0 0 16,0 0 0-16,-13 12 0 0,9-6 0 0,-1 1 0 15,-4 4 0-15,0 2 0 0,-1 1 0 0,-3-1 0 16,3 2 0-16,-3-3 0 0,1 4 0 0,-3-1 0 16,4 0 0-16,2-5 0 0,1 0 0 0,1 1 0 15,0-1 0-15,4 0 0 0,-1 1 0 0,1-3 0 16,2 4 0-16,-1-5 0 0,1 3 0 0,4-2 0 15,-2-1 0-15,3 1 0 0,1 1 0 16,1-5 0-16,1 4 0 0,0-2 0 0,2-1 0 0,-1-1 0 16,-2 0 0-16,1 1 0 0,2-2 0 0,-4 2 0 15,1-1 0-15,1-2 0 0,-1 0 0 0,-1 1 0 16,2-1 0-16,0-1 0 0,-3 0 0 0,-4-1 0 16,5 1 0-16,-5-1 0 0,9 1 0 0,-9-1 0 15,0 0 0-15,10-1-68 0,-10 1-490 0,0 0-59 16,5-2-61-16,-5 2-367 0,3-7-1133 0,-3 7 501 15</inkml:trace>
  <inkml:trace contextRef="#ctx0" brushRef="#br0" timeOffset="367250.5074">14385 16935 254 0,'6'-6'464'0,"-1"2"-1"0,0-1 14 0,3-2 1 16,-4 2-7-16,2-3-16 0,-1 3-14 0,2 0-10 15,-4 2-4-15,1-2-19 0,0 0-5 0,-1 1-23 16,1 0-14-16,-2 0-27 0,-2 1-11 0,0 3-18 16,4-5-20-16,-4 2-21 0,0 3-17 0,6-2-24 15,-6 2-19-15,4-3-161 0,-4 3-48 0,0 0 0 16,0-3 0-16,0 3 0 0,0 0 0 0,0 0 0 16,0 0 0-16,4 8 0 0,-4-5 0 0,1 5 0 15,1 2 0-15,-2 3 0 0,2-1 0 0,-2 5 0 16,0-5 0-16,-2 7 0 0,-1 0 0 0,3 0 0 15,-3-1 0-15,2 0 0 0,-1 0 0 0,2-2 0 16,-2 0 0-16,2-3 0 0,0-1 0 0,0 0 0 16,2 1 0-16,1-2 0 0,3-1 0 0,0-1 0 15,0 2 0-15,3-4 0 0,0 0 0 0,4-1 0 16,-3-1 0-16,2-3 0 0,-2-1 0 0,4-2 0 16,-2-1 0-16,0-3 0 0,0-1 0 0,-2-1 0 15,1 0 0-15,-1-4 0 0,-3 2 0 0,3-4 0 16,-5 3 0-16,-1-1 0 0,0 1 0 0,-4-2 0 15,0 1 0-15,0 1 0 0,-4 0 0 0,-2 0 0 16,-3 2 0-16,0 2 0 0,-1 1 0 16,-3 0 0-16,2 3 0 0,-2 2 0 0,-6 2 0 0,1 1 0 15,0 3 0-15,0 1 0 0,-4 1 0 0,6-2 0 16,-1 4 0-16,-1-2-488 0,0 1-105 0,3-1-80 16,-4-3-401-16,2 2-1162 0,-1 0 515 0</inkml:trace>
  <inkml:trace contextRef="#ctx0" brushRef="#br0" timeOffset="367906.4425">13490 17481 35 0,'0'0'352'0,"0"0"-11"15,0 0-17-15,0 0-14 0,-10 1-14 0,10-1-9 16,0 0-10-16,0 0-5 0,0 0-16 0,-13 0 0 16,8 0-13-16,5 0 5 0,-6 0-17 0,6 0 2 15,-8-3-5-15,8 3-8 0,-9 0 1 0,5-2-8 16,4 2 2-16,-5-1-5 0,5 1-3 0,0 0 2 16,0 0-9-16,0 0-2 0,0 0-11 0,-9-4-10 15,9 4-1-15,0 0 5 0,0 0-8 0,0 0-14 16,0 0-14-16,0 0-11 0,21-2 0 0,-7 1-4 15,6-2 2-15,1 2-3 0,12 0 7 0,6 0-20 16,14 1-116-16,8 0 0 0,4 0 0 0,36-4 0 16,4-2 0-16,-3 5 0 0,6 0 0 0,4-1 0 15,-3-4 0-15,8 4 0 0,1 1 0 0,3-2 0 16,1 1 0-16,0 1 0 0,-4-4 0 0,0 1 0 16,-5 4 0-16,-9-2 0 0,-3-1 0 0,-8-1 0 15,-32 3 0-15,3-2 0 0,-4 1 0 0,-5 2 0 16,-4 1 0-16,-15-1 0 0,-4-1 0 0,-5 0 0 15,-5 2 0-15,-9-1 0 0,-1 0 0 0,-3 0 0 16,-1 1 0-16,-3-2 0 0,-5 1 0 0,9 1 0 16,-9-1 0-16,2 4 0 0,-2-4 0 0,-1 5 0 15,1-5 0-15,0 0 0 0,-10 7 0 0,9-4 0 16,1-3 0-16,-8 5 0 0,4-2 0 0,-1-1 0 16,1 0 0-16,4-2 0 0,-6 3-91 0,2 0-340 15,2 0-45-15,2-3-63 0,-8 3-67 0,0-1-402 16,8-2-1092-16,-19-2 483 0</inkml:trace>
  <inkml:trace contextRef="#ctx0" brushRef="#br0" timeOffset="369140.5272">13467 18059 116 0,'0'0'365'0,"0"0"-2"15,0 0 1-15,-5-5 0 0,5 5-5 0,0 0 4 16,0 0-2-16,0 0-1 0,0 0-3 0,0 0-11 16,0 0-4-16,0 0-5 0,0 0-8 0,0 0-15 15,0 0-5-15,0 0-10 0,0 0-20 0,0 0-15 16,0 0-16-16,0 0-20 0,0 0-17 0,0 0-15 16,0 0-26-16,0 0-14 0,0 0-18 15,0 0-7-15,0 0-11 0,19 11-10 0,-16-3-7 16,3 0-11-16,-6-8-7 0,9 20-73 0,-9-20-12 15,11 22 0-15,-7-10 0 0,0 2 0 0,3 1 0 16,-7-15 0-16,6 24 0 0,0-13 0 0,-6-11 0 16,5 27 0-16,-2-15 0 0,-3-12 0 0,4 28 0 0,-2-16 0 15,-2-12 0-15,0 21 0 0,0-21 0 0,2 14 0 16,-2-14 0-16,0 0 0 0,6 19 0 16,-6-19 0-16,0 0 0 0,5 11 0 0,-5-11 0 15,0 0 0-15,0 0 0 0,0 0 0 0,0 0 0 16,0 0 0-16,0 0 0 0,0 0 0 0,25 5 0 15,-25-5 0-15,0 0 0 0,25-22 0 0,-12 11 0 16,-2-2 0-16,2-1 0 0,0-1 0 0,1-8 0 16,0 2 0-16,-2-3 0 0,-1-2 0 0,0-2 0 15,-2-5 0-15,1-11 0 0,0 10 0 0,-4-11 0 16,-1 9 0-16,-1 1 0 0,1-2 0 0,-4 3 0 16,3 1 0-16,-1-1 0 0,1-4 0 0,-2 6 0 15,1 3 0-15,1 4 0 0,-2 8 0 0,2 2 0 16,-3 2 0-16,1 4 0 0,0-3 0 0,2 4 0 15,-3 1 0-15,2 3 0 0,-1-3 0 0,2 2 0 16,-4 5 0-16,9-5 0 0,-2 3 0 0,-7 2 0 16,0 0 0-16,17 4 0 0,-17-4 0 0,13 3 0 15,-13-3 0-15,8 7 0 0,-8-7 0 0,2 5-183 16,-2-5-231-16,0 6-15 0,0-6-20 0,-7 8-13 16,7-8-17-16,-12 8-27 0,7-3-10 0,0-1-277 15,5-4-857-15,-11 7 379 0</inkml:trace>
  <inkml:trace contextRef="#ctx0" brushRef="#br0" timeOffset="369843.4895">13861 17666 118 0,'0'0'226'15,"0"0"-8"-15,0 0-5 0,-4-5-6 0,4 5-10 16,0 0-10-16,0 0-6 0,0 0-5 0,0 0-15 16,0 0-7-16,0 0-13 0,0 0-6 0,0 0-4 15,0 0-11-15,0 0-13 0,0 0 2 0,-12-3-1 16,12 3-5-16,0 0-4 0,0 0-3 0,0 0 1 16,0 0-3-16,0 0 0 0,-11 7 4 0,11-7-5 15,0 0 8-15,0 0-15 0,0 0 6 0,0 0-3 16,0 0 0-16,0 0 1 0,0 0-1 0,0 0-7 15,0 0-3-15,0 0 4 0,0 0-1 0,0 0 0 16,0 0 0-16,0 0-2 0,0 0 1 0,0 0-3 16,0 0 1-16,0 0 1 0,0 0-11 0,0 0-9 15,0 0-3-15,-13-4-7 0,13 4-5 0,0 0-3 16,0 0-2-16,-9-3-10 0,9 3-4 0,0 0 0 16,0 0-1-16,0 0-6 0,-5-5 6 15,5 5 1-15,0 0 2 0,0 0 11 0,0 0 1 16,-8-4 2-16,8 4 4 0,0 0 1 0,0 0 5 15,0 0 4-15,0 0 8 0,0 0 2 0,-5-5 1 16,5 5 6-16,0 0 3 0,0 0-1 0,0 0 13 0,0 0 0 16,0 0 2-16,0 0 11 0,0 0-10 15,0 0 5-15,0 0-4 0,0 0-6 0,0 0-17 16,0 0 6-16,23-2 4 0,-10 1-7 0,5-2-8 16,1 3 6-16,13 0-4 0,0-2 5 0,6 1 1 15,16 1-3-15,2-3 2 0,7 2-4 0,1 0-4 16,28-2-10-16,-26-4-53 0,26 4 0 0,3-1 0 15,-29 4 0-15,2 0 0 0,-3-4 0 0,-2 3 0 16,-2 1 0-16,-6-2 0 0,-18 2 0 0,2-1 0 16,-6 2 0-16,1-1 0 0,-3 0 0 0,-3 0 0 15,-9 2 0-15,-3-2 0 0,-5 1 0 0,2 1 0 16,-4-2 0-16,-9 0 0 0,10 1 0 0,-10-1 0 16,0 0 0-16,0 0 0 0,15-1 0 0,-15 1 0 15,0 0 0-15,0 0 0 0,0 0 0 0,0 0 0 16,0 0 0-16,0 0 0 0,0 0 0 0,0 0 0 15,0 0 0-15,0 0 0 0,0 0 0 0,0 0-50 16,0 0-120-16,-29 5-37 0,29-5-21 0,0 0-37 16,0 0-40-16,0 0-50 0,0 0-56 0,0 0-46 15,-13 4-69-15,13-4-344 0,-9 3-942 0,9-3 417 16</inkml:trace>
  <inkml:trace contextRef="#ctx0" brushRef="#br0" timeOffset="370749.5278">14060 17878 211 0,'0'0'303'0,"0"0"-7"0,0 0 0 0,0 0-12 16,0 0-1-16,0 0-8 0,0 0-3 0,0 0-2 15,0 0-16-15,0 0 15 0,5-4-8 0,-5 4-1 16,0 0-2-16,0 0-5 0,0 0-11 0,0 0-7 16,0 0-12-16,-1-8-2 0,1 8-7 0,0 0-6 15,0 0-11-15,1-5-7 0,-1 5-11 0,0 0-3 16,0 0 0-16,0 0-12 0,0 0 3 0,0 0-5 15,0 0-4-15,0 0 3 0,-1-6-11 0,1 6-4 16,0 0-9-16,0 0-14 0,0 0-15 16,0 0-6-16,0 0-4 0,0 0-13 0,0 0-9 0,0 0-28 15,0 0-48-15,-8 19 0 0,7-11 0 0,-1 3 0 16,0 1 0-16,2-2 0 0,-1 6 0 0,-3 1 0 16,1 0 0-16,2-2 0 0,-1 3 0 0,0-6 0 15,1 5 0-15,1-1 0 0,-3-5 0 0,3-1 0 16,-1 2 0-16,1-12 0 0,0 0 0 15,-2 28 0-15,2-28 0 0,0 0 0 0,-2 15 0 16,2-15 0-16,0 0 0 0,0 0 0 0,-2 17 0 16,2-17 0-16,0 0 0 0,0 0 0 0,0 0 0 15,0 0 0-15,0 0 0 0,0 0 0 0,0 17 0 0,0-17-217 16,0 0-112-16,0 0-68 0,0 0-80 16,0 0-64-16,6-7-498 0,-6 7-1125 0,0 0 498 15</inkml:trace>
  <inkml:trace contextRef="#ctx0" brushRef="#br0" timeOffset="371155.775">13977 17876 343 0,'3'-6'415'0,"-2"0"2"0,-1 0-13 15,2-1-1-15,1 1-18 0,0-2-20 0,-1 4-16 16,1-1-16-16,-1 1-19 0,4 0-19 0,-2 0-24 15,4 0-12-15,-3 0-12 0,5 0-5 0,1-1-11 16,0 1-4-16,3 2-5 0,3 1-6 0,3 0-13 16,1 2 2-16,-2 0-8 0,1 4 0 0,1 0-14 15,-5 1-13-15,3 1-13 0,-2 1 3 0,1 4-19 16,-4 0-4-16,0 1-6 0,-1 3-13 0,-3 0-5 16,-1 2-14-16,-1 0-57 0,-2-2-42 15,-4 2 0-15,-4 3 0 0,0-4 0 0,-6 8 0 16,0-9 0-16,-6 1 0 0,0 4 0 0,-5-2 0 15,-1-1 0-15,4-4 0 0,-2-2 0 0,2-1 0 16,-3-2 0-16,2-3 0 0,0 1 0 0,17-7 0 0,-24 8 0 16,24-8 0-16,-19 4 0 0,19-4 0 0,0 0 0 15,0 0 0-15,-26 8 0 0,26-8 0 16,0 0 0-16,0 0 0 0,0 0 0 0,0 0 0 16,0 0 0-16,0 0 0 0,0 0 0 0,0 0 0 15,0 0 0-15,0 0 0 0,0 0 0 0,0 0-319 16,0 0-155-16,0 0-56 0,0 0-57 0,0 0-461 15,0 0-1133-15,0 0 502 0</inkml:trace>
  <inkml:trace contextRef="#ctx0" brushRef="#br0" timeOffset="371515.2076">14351 18193 438 0,'0'0'502'0,"0"0"10"0,13-16 14 0,-13 16-10 16,5-10-9-16,-2 6-3 0,-2-1-14 0,0 1-14 16,-1 4-14-16,4-6-17 0,-4 6-23 0,2-5-21 15,-2 5-25-15,2-5-32 0,-2 5-21 16,0 0-30-16,0 0-24 0,0 0-29 0,0 0-95 16,0 0-145-16,0 0 0 0,0 0 0 0,0 0 0 15,0 0 0-15,0 0 0 0,3 43 0 0,-3-43 0 16,-4 27 0-16,3-11 0 0,-1 1 0 0,0-2 0 15,-1 1 0-15,3-16 0 0,-5 29 0 0,1-13 0 0,4-16 0 16,-3 28 0-16,-1-17 0 0,4-11 0 16,-6 25 0-16,4-15 0 0,2-10 0 0,-4 18 0 15,4-18 0-15,0 0 0 0,-3 18 0 0,3-18 0 16,0 0 0-16,0 0 0 0,0 0 0 0,-2 14 0 16,2-14-248-16,0 0-188 0,0 0-36 0,0 0-42 15,0 0-36-15,0 0-46 0,0 0-301 0,0 0-970 16,0 0 430-16</inkml:trace>
  <inkml:trace contextRef="#ctx0" brushRef="#br0" timeOffset="371921.8928">14372 18161 256 0,'0'0'436'16,"5"-12"10"-16,-1 6 7 0,0 1 7 0,0 0-3 15,-1 0-6-15,1-1-4 0,3 1-12 0,-1 0-18 16,-1 2-19-16,0-2-26 0,2 1-28 16,1-1-34-16,0 3-18 0,1 1-29 0,1 0-19 15,-2 0-23-15,1 3-19 0,1-1-21 0,3-1-15 16,-7 2-18-16,2 2-11 0,2 0-10 0,-2-1-10 16,-8-3-10-16,0 0-15 0,18 18-5 0,-18-18-9 15,10 14-31-15,-10-14-47 0,3 18 0 0,-3-18 0 16,-3 20 0-16,3-20 0 0,-5 19 0 0,5-19 0 15,-14 18 0-15,6-8 0 0,8-10 0 0,-19 15 0 16,19-15 0-16,-22 12 0 0,22-12 0 0,-19 10 0 16,19-10 0-16,-19 5 0 0,19-5 0 0,0 0 0 15,0 0 0-15,0 0 0 0,0 0 0 0,-28 2 0 16,28-2 0-16,0 0 0 0,0 0 0 0,0 0 0 16,0 0 0-16,0 0 0 0,0 0 0 0,-1-27-9 15,1 27-369-15,0 0-75 0,0 0-71 0,32-26-89 16,-21 21-423-16,-11 5-1122 0,23-16 497 0</inkml:trace>
  <inkml:trace contextRef="#ctx0" brushRef="#br0" timeOffset="372562.3939">14482 17820 29 0,'0'0'280'16,"0"0"1"-16,-12-1-7 0,12 1-6 0,0 0-4 16,-12-1-13-16,12 1-9 0,0 0-2 0,0 0-8 15,0 0 3-15,-13 0-16 0,13 0-8 0,0 0 2 16,0 0-9-16,0 0 4 0,0 0 2 0,0 0-6 15,-12 0-1-15,12 0-2 0,0 0-1 0,0 0-4 16,0 0-3-16,0 0 3 0,0 0-6 0,0 0 3 16,0 0-8-16,0 0-6 0,0 0-14 0,0 0-4 15,0 0-16-15,0 0-5 0,0 0 1 0,0 0 16 16,0 0-17-16,0 0 7 0,0 0 3 0,0 0 6 16,0 0-2-16,0 0-9 0,0 0-13 0,0 0-8 15,0 0-7-15,0 0-101 0,0 0-16 0,41 1 0 16,-22-1 0-16,-1 0 0 0,9-1 0 15,-4 2 0-15,5-2 0 0,0 1 0 0,-7-1 0 0,0-1 0 16,-1 2 0-16,0-2 0 0,-6 0 0 0,-1 2 0 16,-2 0 0-16,0-1 0 0,-5 0 0 0,-6 1 0 15,12 0 0-15,-12 0 0 0,0 0 0 0,10-1 0 16,-10 1 0-16,0 0 0 0,0 0 0 16,6-3 0-16,-6 3 0 0,0 0 0 0,0 0 0 0,0 0 0 15,0 0 0-15,0 0 0 0,0 0 0 16,0 0 0-16,0 0 0 0,0 0 0 0,-19 7 0 15,19-7-181-15,0 0-178 0,0 0-37 0,-5 3-29 0,5-3-32 16,0 0-40-16,0 0-41 0,0 0-352 0,0 0-964 16,0 0 426-16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20T10:03:09.639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1073 702 170 0,'0'0'394'0,"0"0"-2"16,0 0-1-16,0 0 2 0,3-28-2 0,-3 28 3 15,0 0 0-15,0 0 2 0,0 0-7 0,0 0-4 16,0 0 3-16,0 0 2 0,0 0-5 0,9-12-7 16,-9 12-19-16,0 0-7 0,0 0-18 0,0 0-21 15,0 0-19-15,0 0-25 0,0 0-24 0,0 0-23 16,0 0-49-16,0 0-173 0,0 0 0 0,0 0 0 16,0 0 0-16,0 0 0 0,0 0 0 0,0 0 0 15,0 0 0-15,13 46 0 0,-11-33 0 0,-1 5 0 16,2 0 0-16,-2 2 0 0,3 7 0 15,-2-2 0-15,0 3 0 0,-1-3 0 0,2 1 0 16,-2-6 0-16,-2 4 0 0,-2-3 0 0,3-3 0 16,0 3 0-16,0-3 0 0,0-1 0 0,-1-4 0 15,2-2 0-15,-2 1 0 0,-2-3 0 0,3 0 0 16,1-2 0-16,-1-1 0 0,0-1 0 0,0-5 0 16,0 8 0-16,0-8 0 0,0 0 0 0,0 7 0 15,0-7 0-15,0 0 0 0,0 0 0 0,0 0-383 16,0 0-237-16,2-19-98 0,2 5-361 0,-4-3-1168 15,0 0 517-15</inkml:trace>
  <inkml:trace contextRef="#ctx0" brushRef="#br0" timeOffset="390.698">1082 753 3007 0,'0'0'293'0,"0"0"-62"0,-4-25 10 0,4 25 55 0,0 0-14 15,0-16-13-15,0 16-6 0,4-18-19 16,-4 18-23-16,0 0 9 0,0 0-13 0,5-16 6 16,-5 16-19-16,0 0-16 0,0 0 0 0,9-15-35 15,-9 15-18-15,0 0-15 0,17-6-18 0,-17 6-6 16,0 0-5-16,29-3-14 0,-29 3-8 0,0 0-5 16,50 8 0-16,-31 0-5 0,1-1-8 0,-2 3 8 15,0-1-8-15,0 2 0 0,-1-3-2 0,1 5 8 16,-4 3-3-16,2 3-1 0,-4-4-2 0,-2 3-11 15,-2-1-3-15,-3 0-26 0,-1-1-11 0,-2 1 0 16,-3 2 0-16,-3-1 0 0,2 0 0 0,-5 1 0 16,-2-1 0-16,-1 1 0 0,-4 2 0 15,-3-1 0-15,-4 0 0 0,0-4 0 0,6-4 0 16,-2-2 0-16,2-2 0 0,2 0 0 0,2-2 0 0,2-2 0 16,-2 0 0-16,6 0 0 0,-2-1 0 0,3-1 0 15,4-2 0-15,0 0 0 0,-9 0 0 16,9 0 0-16,0 0 0 0,0 0 0 0,0 0 0 15,0 0 0-15,0 0 0 0,0 0-401 0,9-11-332 16,2 7-444-16,2-2-1273 0,4 4 563 0</inkml:trace>
  <inkml:trace contextRef="#ctx0" brushRef="#br0" timeOffset="843.5225">1519 1062 100 0,'0'0'515'0,"-9"-11"13"0,9 11 7 0,0 0-4 16,0 0-6-16,-4-9-26 0,4 9-33 15,0 0-21-15,0 0-29 0,0 0-39 0,-1-5-19 16,1 5-32-16,0 0-20 0,0 0-21 0,0 0-34 16,0 0-27-16,0 0-26 0,0 0-21 0,0 0-13 15,1-9-20-15,-1 9-11 0,7-4-20 0,-7 4-10 16,14-3-9-16,-8 1-8 0,4-3-6 0,-1 3-8 15,3-1-7-15,-2-1-2 0,-1-3-51 0,2 3-12 16,-2-1 0-16,0-3 0 0,1 4 0 0,-2-3 0 16,-4 2 0-16,-1 0 0 0,1 0 0 0,-1 3 0 15,0-2 0-15,1-1 0 0,-4 5 0 0,2-7 0 16,-2 7 0-16,-2-6 0 0,2 6 0 0,0 0 0 16,-7-7 0-16,7 7 0 0,-10 0 0 0,10 0 0 15,-13 0 0-15,4 4 0 0,3-1 0 0,-4 2 0 16,-2 0 0-16,3 3 0 0,0 0 0 0,-1-3 0 15,3 6 0-15,-3-4 0 0,3 2 0 0,-2-2 0 16,4 2 0-16,1-2 0 0,0 1 0 16,4-4 0-16,0-4 0 0,-1 13 0 0,1-8 0 15,0-5 0-15,5 9 0 0,0-4 0 0,3-2 0 16,4 1 0-16,5-2 0 0,2-2 0 0,2 0 0 16,-2 0 0-16,1 0-161 0,2-3-203 0,1 0-59 15,-4-1-58-15,2-2-58 0,5-2-78 0,-10-2-318 0,3-1-1012 16,-2 1 448-16</inkml:trace>
  <inkml:trace contextRef="#ctx0" brushRef="#br0" timeOffset="1171.7524">1909 756 371 0,'0'0'650'0,"5"-29"70"15,-5 29 22-15,4-20-1 0,-4 20-10 0,1-13-20 16,-1 13-35-16,0 0-35 0,0-17-58 0,0 17-54 15,0 0-47-15,0 0-51 0,0 0-248 0,0 0-183 16,0 0 0-16,0 0 0 0,0 0 0 0,0 0 0 16,0 0 0-16,0 0 0 0,0 0 0 15,0 0 0-15,0 0 0 0,-10 47 0 0,6-27 0 16,0-2 0-16,0 1 0 0,-2 7 0 0,2-3 0 16,-1 3 0-16,1-9 0 0,2 2 0 0,-4 6 0 15,3-8 0-15,0 1 0 0,-1-3 0 0,3 1 0 16,-1-5 0-16,-2-2 0 0,2 1 0 0,0-2 0 15,2-1 0-15,-2-2 0 0,2 0 0 0,0-5 0 16,0 9 0-16,0-9 0 0,3 6 0 0,-3-6 0 16,7 3 0-16,-7-3 0 0,13 0-623 0,-13 0-120 15,17-7-395-15,-7 0-1233 0,-2 0 547 0</inkml:trace>
  <inkml:trace contextRef="#ctx0" brushRef="#br0" timeOffset="1952.7981">1961 976 398 0,'8'2'435'0,"-8"-2"4"0,0 0 0 0,0 0-6 16,0 0-30-16,0 0-31 0,0 0-23 0,0 0-23 16,0 0-18-16,0 0-10 0,0 0-21 0,0 0-19 15,0 0-18-15,0 0-14 0,0 0-21 0,0 0-14 16,0 0-19-16,0 0-23 0,0 0-7 0,0 0-11 15,0 0-12-15,13-2-8 0,-13 2 2 0,10 0 12 16,-10 0 4-16,14-3 15 0,-8 0-2 0,6-1-1 16,-2 0 14-16,-1 0-19 0,1-2 2 0,0 1-3 15,0 0 1-15,0-1-4 0,-1 0-3 0,-3 2-114 16,-1 1-15-16,-1 0 0 0,2 0 0 0,-2-1 0 16,-4 4 0-16,5-5 0 0,-5 5 0 15,3-5 0-15,-3 5 0 0,0 0 0 0,0 0 0 0,1-4 0 16,-1 4 0-16,0 0 0 0,0 0 0 0,0 0 0 15,0 0 0-15,0 0 0 0,-14-2 0 0,14 2 0 16,0 0 0-16,-20 5 0 0,11 0 0 16,1 0 0-16,-1 2 0 0,3 2 0 0,-2-2 0 15,-1 0 0-15,1 3 0 0,2-2 0 0,-1 2 0 16,4 1 0-16,-2 2 0 0,1-4 0 0,4 0 0 16,1 0 0-16,0 1 0 0,6 0 0 0,0-4 0 15,2 3 0-15,5-3 0 0,2-1 0 0,5-1 0 16,-3-2 0-16,4-1 0 0,0-2 0 0,7 1 0 15,-2-5 0-15,-6 0 0 0,4-6 0 0,1 1 0 16,-10 1 0-16,2-3 0 0,-4 1 0 0,0-1 0 16,-1-1 0-16,-4 4 0 0,0 2 0 0,-4-2 0 15,0 1 0-15,-1-2 0 0,-1 3 0 0,-1 2 0 16,1-1 0-16,-3 2 0 0,0 4 0 0,1-5 0 16,-1 5 0-16,1-5 0 0,-1 5 0 0,0 0 0 15,0 0 0-15,7-7 0 0,-7 7 0 0,0 0 0 16,0 0 0-16,0 0 0 0,9 0 0 0,-9 0 0 15,0 0 0-15,0 0 0 0,0 0 0 0,11 7 0 16,-11-7 0-16,9 3 0 0,-4-1 0 0,-5-2 0 16,9 2 0-16,-9-2 0 0,8 1 0 15,-8-1 0-15,7 1 0 0,-7-1 0 0,7 4 0 16,-7-4 0-16,4 1 0 0,-4-1 0 0,5 6 0 16,-1-2 0-16,-1-1 0 0,1 2 0 0,-1 0 0 15,-3 1 0-15,1 0 0 0,-1 0 0 0,3 0 0 16,-1 1 0-16,-2 2 0 0,0-2 0 0,1-2 0 15,-1 3 0-15,0-2 0 0,0 0 0 0,0-1 0 16,2-1 0-16,-1 1 0 0,-1-5 0 0,0 0 0 16,1 11 0-16,-1-11 0 0,3 6 0 0,-3-6 0 15,5 5 0-15,0-4 0 0,-5-1 0 0,0 0 0 16,0 0-280-16,18-3-120 0,-18 3-68 0,9-7-76 16,-3-1-79-16,-2 1-357 0,-3-3-1060 0,2-1 469 15</inkml:trace>
  <inkml:trace contextRef="#ctx0" brushRef="#br0" timeOffset="2233.9835">2207 837 113 0,'0'0'548'0,"-32"-11"44"0,32 11 31 0,-17-9 35 16,17 9-4-16,0 0-14 0,0 0-18 0,-19-7-30 15,19 7-29-15,0 0-28 0,0 0-38 0,0 0-34 16,0 0-35-16,0 0-42 0,-13-9-109 0,13 9-277 15,0 0 0-15,0 0 0 0,0 0 0 0,0 0 0 16,46-20 0-16,-25 15 0 0,-2-1 0 0,-19 6 0 16,41-7 0-16,-21 6 0 0,-1-5 0 0,-19 6 0 15,41-4 0-15,-41 4 0 0,27-2 0 0,-27 2 0 16,0 0 0-16,28-3 0 0,-28 3 0 0,0 0 0 16,0 0 0-16,0 0 0 0,0 0 0 0,0 0 0 15,0 0 0-15,31 5 0 0,-31-5-367 0,0 0-201 16,0 0-93-16,0 0-439 0,0 0-1191 0,0 0 528 15</inkml:trace>
  <inkml:trace contextRef="#ctx0" brushRef="#br0" timeOffset="2983.8943">2728 965 35 0,'0'0'440'0,"-14"-7"14"0,13 4 8 16,1 3-3-16,0 0-3 0,-3-6-17 15,3 6-22-15,0 0-21 0,1-10-26 0,-1 10-28 16,4-6-28-16,0 1-21 0,-4 5-28 0,5-5-26 15,-1 2-23-15,-4 3-20 0,8-3-29 0,-8 3-17 16,10-2-14-16,-5 0-14 0,-5 2-16 0,14 3-12 16,-8-1-12-16,1 0 2 0,3 4-23 0,-1 1-6 15,0-1-7-15,0 0-7 0,0 2-2 0,-1-1 2 16,-3 2-10-16,0 0-3 0,-3-2-2 0,1 0-20 16,1 4-4-16,-4-4-16 0,1 3-9 0,-2 0-2 15,-3-3-7-15,4-2-6 0,-4 2 1 0,2-1-2 16,-2-1-1-16,1 0 5 0,1-2 8 0,2-3 9 15,-4 5 9-15,4-5 7 0,0 0 0 0,0 0 11 16,0 0 17-16,0 0 13 0,-5-13 3 16,5 5-5-16,2 2-4 0,2-5-3 0,1 2 0 15,-1-2-1-15,4 2-5 0,-2-2 0 0,6-3 1 16,-3 7-12-16,2-2 7 0,-1 2-10 0,0 1-6 16,3 1 1-16,-1 0-5 0,-2 2-1 0,1 0 1 15,-2 2-4-15,3 0 1 0,-12 1-3 0,19 6 0 16,-10-2-2-16,0 1 2 0,-4 4 6 0,3-4-4 15,-3 5-2-15,0-2 2 0,0 3 10 0,-1-2-9 16,-3-1 2-16,2-1 3 0,-2 1-4 0,-1-1 3 16,0-1 2-16,0-6-7 0,0 9-3 0,0-9-5 15,3 9 7-15,-3-9 10 0,0 0-5 0,1 7 13 16,-1-7 15-16,0 0 11 0,0 0-21 0,0 0 1 16,0 0-2-16,14-20 4 0,-8 12 15 0,-1-2-1 15,2 1 11-15,-3 2 10 0,2-3 7 0,2 4 3 16,-5 1 13-16,3-2-4 0,-4 3-1 0,-2 4-11 15,9-7-10-15,-9 7-5 0,4-4-12 0,-4 4-8 16,6-3-3-16,-6 3-5 0,0 0-4 0,0 0-1 16,0 0 2-16,20 7-8 0,-15-3-1 0,-5-4-1 15,11 7 14-15,-10-2-7 0,3 1-13 16,0-1 3-16,-3 2-4 0,2-2 0 0,2 0-15 16,-5-5-24-16,4 10-34 0,0-7-35 0,-4-3-40 15,2 9-43-15,-2-3-46 0,0-6-50 0,5 4-43 16,-5-4-35-16,5 4-54 0,-5-4-70 0,11-2-424 15,-11 2-989-15,0 0 439 0</inkml:trace>
  <inkml:trace contextRef="#ctx0" brushRef="#br0" timeOffset="3249.3645">3303 980 35 0,'0'0'338'0,"0"0"26"0,0 0 40 16,0 0 26-16,4-7 37 0,-4 7 6 0,0 0 4 15,0 0 2-15,0 0-5 0,0 0-6 0,5-7-11 16,-5 7-21-16,0 0-26 0,0 0-28 0,0 0-27 15,0 0-34-15,0 0-30 0,0 0-31 0,0 0-31 16,0 0-33-16,0 0-14 0,0 0-20 0,0 0-61 16,4 14-101-16,-3-9 0 0,-1 4 0 0,1-5 0 15,-1-4 0-15,0 16 0 0,0-7 0 16,-1-2 0-16,1-2 0 0,0-5 0 0,-1 10 0 16,1-4 0-16,0-6 0 0,0 8 0 0,0-8 0 15,1 6 0-15,-1-6 0 0,0 0-279 0,1 6-46 16,-1-6-30-16,0 0-78 0,0 0-74 0,0 0-55 15,0 0-393-15,6-24-1036 0,-4 15 459 0</inkml:trace>
  <inkml:trace contextRef="#ctx0" brushRef="#br0" timeOffset="3374.33">3344 897 185 0,'0'0'277'0,"0"0"24"0,0 0 17 16,0 0-3-16,0 0-23 0,4-23-23 0,-4 23-36 15,0 0-36-15,0 0-42 0,0 0-59 0,0 0-76 16,1-3-66-16,-1 3-72 0,0 0-104 0,0 0-157 15,0 0-410-15,0 0 181 0</inkml:trace>
  <inkml:trace contextRef="#ctx0" brushRef="#br0" timeOffset="4061.521">3454 991 395 0,'9'-11'627'0,"-9"11"27"0,0-9 13 15,0 9-16-15,5-8-24 0,-5 8-31 0,1-4-35 16,-1 4-38-16,3-4-44 0,-3 4-46 0,0 0-48 16,0 0-38-16,0 0-38 0,0 0-34 0,0 0-30 15,0 0-29-15,0 0-28 0,0 0-175 0,0 0-13 16,0 0 0-16,0 0 0 0,0 0 0 0,0 19 0 16,1-15 0-16,-1 2 0 0,0-6 0 0,0 10 0 15,0-5 0-15,0-5 0 0,3 13 0 16,-2-9 0-16,-1-4 0 0,0 8 0 0,0-8 0 15,0 0 0-15,4 6 0 0,-4-6 0 0,0 0 0 16,4 4 0-16,-4-4 0 0,0 0 0 0,0 0 0 16,0 0 0-16,24-11-16 0,-18 4-2 0,2 4 2 15,1-4 7-15,-1-1-3 0,-1 4-2 0,2-3 2 16,-3 1 2-16,0 2 18 0,-1 0-1 0,-1 0 7 16,-4 4 6-16,6-7 2 0,-6 7-5 0,6-3 1 15,-6 3-17-15,0 0-1 0,7-4 0 0,-7 4 0 16,0 0 0-16,0 0 0 0,0 0 0 0,0 0 0 15,0 0 0-15,0 0 0 0,13 8 0 0,-13-8 0 16,4 8 0-16,-2-3 0 0,-2-5 0 0,6 5 0 16,-2 1 0-16,-4-6 0 0,5 8-3 0,-1-4-51 15,0 2-18-15,2-1-13 0,-2-2 6 16,1 0-13-16,-1 2 7 0,4-2-2 0,-8-3 8 16,10 3 2-16,-6-2 5 0,-4-1 9 0,14 0 7 15,-14 0 10-15,15-4 4 0,-8-1 3 0,2-1 4 16,-2 0 5-16,-2-2 12 0,4 1 17 0,-2-1 15 15,2 0 25-15,-3-1 20 0,2 1 10 0,-2 1 24 0,-1 0 7 16,-1 3-1-16,-1-1 8 0,-3 5-9 16,5-6-12-16,-5 6-7 0,6-6-6 0,-6 6-17 15,5-4-4-15,-5 4-12 0,0 0-11 0,0 0-7 16,0 0-22-16,0 0 0 0,0 0 0 0,0 0 0 16,0 0 0-16,10 14 0 0,-7-9 0 0,-2 0 0 15,2 0 0-15,2 1 0 0,-5 1 0 0,0-7 0 16,5 11 0-16,-5-7 0 0,0-4 0 0,3 7-81 15,-3-7-20-15,2 7-19 0,-2-7-17 0,0 0-10 16,0 6-16-16,0-6-15 0,0 0-38 0,0 0-55 16,9 1-73-16,-9-1-57 0,0 0-73 0,18-11-64 15,-13 4-299-15,3-2-907 0,-2 0 401 0</inkml:trace>
  <inkml:trace contextRef="#ctx0" brushRef="#br0" timeOffset="4202.2993">3895 831 56 0,'0'0'431'16,"0"0"13"-16,0 0 5 0,0 0-2 0,0 0-22 16,0 0-35-16,0 0-42 0,0 0-34 0,0 0-42 15,0 0-30-15,0 0-57 0,0 0-75 0,0 0-74 16,0 0-66-16,0 0-39 0,0 0-61 0,0 0-69 16,0 0-74-16,0 0-302 0,-9 16-623 0,9-16 276 15</inkml:trace>
  <inkml:trace contextRef="#ctx0" brushRef="#br0" timeOffset="4639.6966">4025 967 330 0,'0'0'500'0,"0"0"27"0,9-14 19 0,-9 14 14 0,4-9-5 16,-4 5-3-16,0 4-28 0,1-7-16 0,-1 7-19 15,3-7-25-15,-3 7-38 0,2-6-22 16,-2 6-46-16,0 0-23 0,0 0-34 0,0-8-34 15,0 8-29-15,0 0-30 0,0 0-109 0,0 0-99 16,0 0 0-16,0 0 0 0,0 0 0 0,0 0 0 16,0 0 0-16,0 0 0 0,0 0 0 0,-1 23 0 15,2-16 0-15,2 0 0 0,-6 1 0 0,6-2 0 16,-3-6 0-16,0 14 0 0,4-10 0 0,-4-4 0 16,1 11 0-16,-1-11 0 0,0 0 0 0,3 7 0 15,-3-7 0-15,2 7 0 0,-2-7 0 0,0 0 0 16,0 0 0-16,0 0 0 0,0 0 0 0,0 0 0 15,0 0 0-15,17-12 0 0,-12 7 0 0,0-1 0 16,1-1 0-16,1 1 0 0,-2-1 0 0,0 1 0 16,5 0 0-16,-3 0 0 0,-5 2 0 0,-2 4 0 15,8-8 0-15,-3 5 0 0,-5 3 0 0,9-6 0 16,-9 6 0-16,0 0 0 0,5-5-10 16,-5 5-10-16,0 0 0 0,14 1 0 0,-14-1-3 15,0 0-39-15,14 4-43 0,-9 2-47 0,-1-2-49 16,1-1-49-16,0 2-53 0,3-2-66 0,-2 3-48 15,-1-3-60-15,3 0-66 0,-8-3-328 0,15 1-941 16,-4-1 417-16</inkml:trace>
  <inkml:trace contextRef="#ctx0" brushRef="#br0" timeOffset="5389.5228">4360 910 84 0,'6'-5'383'0,"-6"5"14"16,0 0 3-16,0 0 2 0,3-6-16 0,-3 6-13 15,0 0-22-15,0 0-15 0,4-4-24 16,-4 4-23-16,0 0-26 0,0 0-25 0,0 0-26 16,0 0-23-16,0 0-23 0,0 0-18 0,0 0-18 0,0 0-11 15,0 0-18-15,0 0-14 0,9 8 0 0,-7-4-19 16,-2-4-4-16,7 8-5 0,-4-3-9 16,1-1-1-16,-1 3-9 0,0-2-3 0,0 1-6 15,-3-1 2-15,0-5-10 0,4 10 0 0,-2-5-3 16,-4-1 1-16,2 3-1 0,0-7-1 0,-6 8-1 15,1-2 1-15,-1-3 0 0,-2 1 1 0,1-4-4 16,7 0 5-16,-16 1-2 0,16-1 11 0,-14-1 17 16,7 1 7-16,7 0 13 0,-13-5 10 0,10-1 18 15,-4 1 5-15,6 0 6 0,-3-2 4 0,3 0-1 16,1 7-5-16,1-14-3 0,-1 10-5 0,0-3-5 16,3 1-18-16,-2-1-1 0,-1 7-6 0,4-9-18 15,-4 9 0-15,1-6 9 0,-1 6-26 0,5-5-11 16,-5 5-2-16,0 0-5 0,0 0 1 15,0 0 5-15,22 16 29 0,-12-7 9 0,-2 6 7 16,-2-4 7-16,1 4 14 0,-4 3-27 0,5 9-58 0,-4-2 0 16,0 0 0-16,-3 4 0 0,-2 0 0 0,-1 2 0 15,0-1 0-15,-2-2 0 0,-2 2 0 0,-1 3 0 16,1-2 0-16,-2-2 0 0,2-1 0 0,-3 0 0 16,4 0 0-16,-3-10 0 0,4 8 0 15,-1-6 0-15,0-4 0 0,0 1 0 0,4-4 0 16,-2-4 0-16,-1-2 0 0,3 3 0 0,1-4 0 15,-3-1 0-15,3-5 0 0,-1 9 0 0,1-9 0 16,-1 8 0-16,1-8 0 0,0 0 0 0,0 0 0 16,0 0 0-16,-3 4 0 0,3-4 0 0,0 0 0 15,0 0 0-15,0 0 0 0,0 0 0 0,0 0 0 16,0 0 0-16,0 0 0 0,0 0 0 0,0 0 0 16,-23-17 0-16,15 12 0 0,-2-3 0 0,1 1 0 15,-1-2 0-15,-6 1 0 0,5 0 0 0,-3-2 0 16,-1-3 0-16,0 3 0 0,4 2 0 0,2-2 0 15,-2 6 0-15,2-3 0 0,0 0 0 0,4 0 0 16,1 2 0-16,4 5 0 0,-9-10 0 0,8 1 0 16,1 2 0-16,0-3 0 0,5-1 0 0,3 0 0 15,2-5 0-15,1-1 0 0,10-3 0 0,3 3 0 16,3-2 0-16,-1 2 0 0,3 2 0 16,0-2 0-16,5 3 0 0,-5 0 0 0,3-2 0 15,-4 4 0-15,1 0 0 0,-3-1 0 0,-7 7 0 16,-6-1 0-16,-2 2 0 0,1 1 0 0,-7 2 0 15,0-1 0-15,-5 3 0 0,9-5 0 0,-9 5 0 16,4-2-700-16,-4 2-549 0,0 0-1353 0,0 0 600 16</inkml:trace>
  <inkml:trace contextRef="#ctx0" brushRef="#br0" timeOffset="5982.9458">5389 708 302 0,'0'0'461'0,"0"0"12"15,0 0 11-15,0 0 4 0,14-19 1 0,-14 19-1 16,0 0 2-16,0 0 5 0,0 0 2 0,6-13-8 16,-6 13-17-16,0 0-23 0,0 0-25 0,0 0-34 15,0 0-36-15,0 0-31 0,0 0-32 0,0 0-36 16,0 0-178-16,0 0-77 0,0 0 0 16,0 0 0-16,0 0 0 0,12 37 0 0,-11-21 0 0,2 8 0 15,-2 1 0-15,2 4 0 0,-1-3 0 0,-2 4 0 16,0-1 0-16,0 2 0 0,-1-1 0 0,0 0 0 15,-6 0 0-15,2-3 0 0,0-2 0 0,-3-5 0 16,3-2 0-16,0-2 0 0,0 0 0 16,1 0 0-16,0-4 0 0,3-1 0 0,-2-4 0 15,3 1 0-15,-1-3 0 0,1 0 0 0,0-2 0 16,-4 2 0-16,4-5 0 0,0 0 0 0,-1 6 0 16,1-6 0-16,6 1 0 0,-6-1 0 0,0 0 0 15,13 0 0-15,-8-2-407 0,3-2-159 0,2-3-66 16,-2 1-466-16,-3-4-1189 0,4-1 526 0</inkml:trace>
  <inkml:trace contextRef="#ctx0" brushRef="#br0" timeOffset="6436.1457">5754 807 287 0,'13'-13'505'0,"-13"13"33"0,19-14 27 0,-11 7 12 0,-8 7 2 16,0 0 3-16,16-11-9 0,-16 11-22 0,0 0-36 15,0 0-35-15,0 0-39 0,13-13-37 0,-13 13-44 16,0 0-38-16,0 0-36 0,0 0-31 0,0 0-24 16,0 0-91-16,0 0-140 0,0 0 0 0,0 0 0 15,-33 36 0-15,14-18 0 0,-2 2 0 0,-1-2 0 16,-1 0 0-16,2 1 0 0,-3-2 0 0,1 0 0 16,5-8 0-16,1 4 0 0,2-3 0 0,-2 0 0 15,7-2 0-15,0-3 0 0,3-1 0 16,1 1 0-16,1-1 0 0,-1-3 0 0,3 2 0 15,1 0 0-15,2-3 0 0,-6 3 0 0,6-3 0 16,-3 4 0-16,3-4 0 0,1 2 0 0,-1-2 0 16,1 9 0-16,3-5 0 0,2 0 0 0,3 6 0 15,1-5 0-15,3 4 0 0,1 1 0 0,-2-2 0 16,3 2 0-16,-1-2 0 0,7 2 0 0,-7-1 0 16,1 0 0-16,0-1 0 0,1 0 0 0,-7-3 0 15,0 1 0-15,-1 0 0 0,-1-2 0 0,-2 0 0 16,-1-2 0-16,1-1 0 0,-1 2 0 0,0 0 0 15,-4-3 0-15,5 5 0 0,-3-4 0 0,-2-1 0 16,0 0 0-16,0 0 0 0,0 0 0 0,0 0 0 16,0 0 0-16,0 0 0 0,0 0 0 0,0 0 0 15,0 0-282-15,0 0-296 0,0 0-143 0,11-12-381 16,-11 12-1193-16,4-10 527 0</inkml:trace>
  <inkml:trace contextRef="#ctx0" brushRef="#br0" timeOffset="6888.985">5891 1038 394 0,'3'-4'563'0,"-2"1"17"0,3 0 22 0,-3-1 8 0,2 1-14 0,-1 1-16 0,-2 2-23 16,1-6-24-16,-1 6-24 0,3-3-31 0,-3 3-33 31,0 0-34-31,0 0-36 0,0 0-34 0,0 0-37 16,0 0-32-16,0 0-231 0,0 0-41 0,0 0 0 15,0 0 0-15,0 0 0 0,0 0 0 0,0 0 0 16,0 0 0-16,3 10 0 0,-5-4 0 0,2 1 0 0,0 2 0 0,2 2 0 0,-2 1 0 0,0-3 0 31,-2 4 0-31,4-1 0 0,-1 1 0 0,-2 2 0 0,-1-1 0 0,2-2 0 0,2 2 0 0,-2 0 0 16,1-1 0-16,1 0 0 0,0-2 0 0,3 5 0 31,-1-2 0-31,2-2 0 0,0-2 0 0,2-2 0 0,0 2 0 0,2-3 0 0,1-1 0 0,1 0 0 16,-2-1 0-16,3-4 0 0,-4-1 0 0,2 0 0 15,1 0 0-15,-1-4 0 0,0 2 0 0,-5-2 0 16,-1 1 0-16,4-3 0 0,-4 1 0 0,3-2 0 31,-3 2 0-31,-2-1 0 0,-1 0 0 0,1 0 0 16,-3 1 0-16,0-1 0 0,0 0 0 0,-2 1 0 16,-1 1 0-16,-1-1 0 0,0 1 0 0,-1 0 0 15,-3 1 0-15,-2 1 0 0,2-1 0 0,2 3 0 16,-7 0 0-16,13 0 0 0,-18 0 0 0,5 1 0 0,3 3 0 0,5-2 0 0,-4 2-1 0,-2 0-593 15,4-1-84-15,-2 1-475 0,9-4-1250 16,-14 3 553-16</inkml:trace>
  <inkml:trace contextRef="#ctx0" brushRef="#br0" timeOffset="10560.0038">6770 874 225 0,'0'0'380'0,"0"0"4"0,0 0 9 16,0 0 0-16,0 0-2 0,0 0-3 0,0 0-4 16,0 0-8-16,-11 0-5 0,11 0-14 0,0 0-10 15,0 0-4-15,0 0-3 0,0 0-2 0,0 0-20 16,0 0-19-16,0 0-29 0,0 0-21 0,0 0-28 16,0 0-24-16,0 0-16 0,55-15-18 0,-55 15-13 15,37-11-20-15,-17 7-9 0,-1 0-11 0,-19 4-12 16,31-7-14-16,-31 7-9 0,22-3-7 0,-22 3-21 15,0 0-47-15,0 0 0 0,23-6-46 0,-23 6-77 16,0 0-63-16,0 0-59 0,0 0-44 0,0 0-33 16,0 0-50-16,0 0-76 0,0 0-81 0,0 0-410 15,0 0-1016-15,0 0 449 0</inkml:trace>
  <inkml:trace contextRef="#ctx0" brushRef="#br0" timeOffset="10809.9441">6731 998 220 0,'0'0'436'0,"0"0"11"0,-8 5 16 16,8-5 15-16,0 2-7 0,0-2-13 0,0 0-27 15,0 0-19-15,0 0-19 0,0 0-24 0,0 0-29 16,0 0-31-16,0 0-35 0,0 0-19 0,0 0-33 16,27-6-23-16,-18 3-18 0,2 1-14 0,1-1-11 15,1-1-23-15,3 0-24 0,-2 1 6 0,4-1-22 16,-4 1-10-16,-1 1-2 0,4-2-22 0,-6 2 0 15,2-1-28-15,-3 3-28 0,-1-4-27 0,-1 3-26 16,-3-1-36-16,1 1-27 0,-2 0-39 0,-4 1-42 16,9-1-39-16,-5 0-54 0,-4 1-71 0,6-6-79 15,-3 3-67-15,-3 3-332 0,5-6-903 0,-5 6 399 16</inkml:trace>
  <inkml:trace contextRef="#ctx0" brushRef="#br0" timeOffset="11153.6129">7013 821 82 0,'0'0'393'0,"0"0"13"0,0 0 16 16,0 0 1-16,0 0 1 0,18-18-12 0,-18 18-9 15,0 0-9-15,0 0-14 0,0 0-9 16,0 0-14-16,15-11-18 0,-15 11-6 0,0 0-18 16,0 0-19-16,0 0-23 0,0 0-27 0,0 0-21 15,0 0-23-15,0 0-17 0,0 0-10 0,0 0-13 16,0 0-11-16,0 0-9 0,0 0-9 0,34 24-1 15,-34-24-5-15,7 12-16 0,-1-2-8 0,1-3-29 16,-4 5-74-16,-1-3 0 0,-1 1 0 0,2 2 0 16,-3-3 0-16,0 4 0 0,-4-2 0 0,0 1 0 15,-1-1 0-15,0 2 0 0,0-3 0 0,-3 0 0 16,3 0 0-16,-5-2 0 0,4 2 0 0,-2-5 0 16,3 0 0-16,1 1 0 0,-1 0 0 0,2-2 0 15,0-1 0-15,3-3 0 0,-4 6 0 0,4-6 0 16,0 0 0-16,0 0 0 0,0 0 0 0,-4 4 0 15,4-4-124-15,0 0-155 0,0 0-65 0,0 0-89 16,0 0-80-16,0 0-103 0,0 0-365 0,0 0-1062 16,11-17 470-16</inkml:trace>
  <inkml:trace contextRef="#ctx0" brushRef="#br0" timeOffset="11747.2639">7941 679 80 0,'0'0'494'0,"0"0"17"16,0 0 10-16,10-21-6 0,-10 21-12 0,0 0-15 15,5-14-10-15,-5 14-5 0,0 0-15 0,0 0-8 16,0 0-16-16,7-17-13 0,-7 17-28 0,0 0-29 16,0 0-26-16,0 0-30 0,0 0-24 0,0 0-26 15,0 0-24-15,0 0-48 0,0 0-186 0,0 0 0 16,0 0 0-16,0 0 0 0,0 0 0 0,0 0 0 15,0 0 0-15,2 50 0 0,-4-32 0 0,2 2 0 16,0 0 0-16,0 4 0 0,0 2 0 0,-3-9 0 16,3 3 0-16,0 0 0 0,0 0 0 0,0-1 0 15,3 0 0-15,-6 0 0 0,6-4 0 0,-3 0 0 16,0-2 0-16,2-5 0 0,2 2 0 0,0 0 0 16,-3-4 0-16,3-1 0 0,0 1-282 15,2-4-247-15,-6-2-78 0,17-1-523 0,-17 1-1222 16,22-13 541-16</inkml:trace>
  <inkml:trace contextRef="#ctx0" brushRef="#br0" timeOffset="12106.7483">8153 678 386 0,'0'0'447'16,"0"0"18"-16,4-23 21 0,-4 23 4 0,0 0-11 15,0 0-21-15,0 0-25 0,10-13-25 0,-10 13-17 16,0 0-30-16,0 0-23 0,0 0-35 0,0 0-20 15,0 0-29-15,0 0-13 0,0 0 4 0,0 0-4 16,0 0-18-16,0 0-9 0,0 0-12 0,14 38-16 16,-14-38-2-16,1 27-10 0,2-14-16 0,-3-13-17 15,0 31-141-15,1-14 0 0,2-5 0 0,-3-12 0 16,1 27 0-16,1-17 0 0,0 2 0 0,-1 1 0 16,2 2 0-16,-2-5 0 0,-1 0 0 0,0-2 0 15,3-1 0-15,-3 0 0 0,1-3 0 0,-2 3 0 16,-2-4 0-16,3-3 0 0,-1 8 0 15,1-8 0-15,0 7 0 0,0-7 0 0,-3 6 0 0,3-6 0 16,-5 5 0-16,0-2 0 0,1-1 0 0,-2 2 0 16,-2-3 0-16,1 2 0 0,0-1 0 0,-3-1 0 15,2 1 0-15,1-1 0 0,-4 0 0 16,1 0 0-16,10-1 0 0,-14 0 0 0,8 2 0 0,6-2 0 16,-17 0 0-16,17 0-133 0,-14 0-253 15,8 0-69-15,6 0-60 0,0 0-93 0,0 0-408 16,0 0-1101-16,0 0 488 0</inkml:trace>
  <inkml:trace contextRef="#ctx0" brushRef="#br0" timeOffset="12764.7071">8522 715 393 0,'7'-18'469'0,"-7"18"1"0,0 0-4 0,6-18-5 16,-6 18-17-16,2-14-19 0,-2 14-15 0,0 0-29 16,0 0-20-16,0 0-34 0,2-19-18 0,-2 19-38 15,0 0-20-15,0 0-33 0,0 0-20 0,0 0-22 16,0 0-20-16,0 0-16 0,0 0-14 16,0 0-9-16,0 0-11 0,-45 42-15 0,38-29-7 15,-1-1-2-15,-1 3-13 0,4 1-8 0,5-16-2 16,-4 21-12-16,4-21-3 0,-5 18-9 0,5-18 7 15,0 15-14-15,0-15-1 0,0 0 0 0,1 18-2 16,-1-18-4-16,0 0 4 0,11 15-6 0,-11-15 13 16,0 0-10-16,14 13-5 0,-14-13-6 0,10 5 12 15,-10-5-23-15,6 8 2 0,1-6 1 0,-6 1 4 16,4-1-11-16,-2 3-2 0,-3-5 12 0,6 5-9 16,-6-5-5-16,4 5 8 0,-3-1-6 0,-1-4 7 15,1 8-2-15,-1-8 1 0,-1 6-2 0,1-6 5 16,-5 10 1-16,1-5-7 0,-1 1 5 0,-1-3-5 15,2 2-6-15,0-1-8 0,-1 0-3 0,-4-1-8 16,4-1-6-16,5-2 3 0,-9 3 4 0,9-3 9 16,-8 2 7-16,8-2 3 0,0 0 1 0,0 0-10 15,0 0-8-15,-5-9 3 0,5 4 4 0,0 5-2 16,0 0-4-16,17-27 0 0,-17 27 6 0,21-22 1 16,-9 11 0-16,3 0 2 0,-2 0-3 15,4 3 2-15,-17 8-3 0,28-14 8 0,-15 10-2 16,-13 4 3-16,26-10-6 0,-26 10 4 0,26 0 1 0,-26 0 0 15,0 0 3-15,33 0 2 0,-33 0 3 16,0 0 0-16,22 10 9 0,-22-10-1 0,0 0 1 16,20 11-1-16,-20-11-3 0,8 11 1 0,-2-2 7 15,-4-3-5-15,0-2-1 0,-1 0 1 0,-1-4-2 16,3 9-7-16,-2-6-6 0,-1-3-7 0,3 4-5 16,-3-4-8-16,2 4-11 0,-2-4-15 0,0 0-12 15,0 0-17-15,0 0-19 0,0 0-28 0,0 0-48 16,0 0-48-16,0 0-56 0,0 0-60 0,0 0-60 15,0 0-79-15,25-25-273 0,-25 25-819 0,11-18 362 32</inkml:trace>
  <inkml:trace contextRef="#ctx0" brushRef="#br0" timeOffset="12936.1686">8811 684 413 0,'0'0'552'0,"0"0"14"0,0 0-5 0,0 0-30 31,0 0-52-31,0 0-39 0,0 0-62 0,0 0-64 16,0 0-69-16,0 0-84 0,0 0-96 0,0 0-111 15,0 0-60-15,0 0-70 0,0 0-76 0,0 0-90 16,0 0-289-16,0 0-683 0,28 36 302 0</inkml:trace>
  <inkml:trace contextRef="#ctx0" brushRef="#br0" timeOffset="13327.6418">8924 830 323 0,'0'0'462'0,"0"0"23"0,0 0 6 0,0 0 0 15,0 0-4-15,0 0-13 0,19-23-6 0,-19 23-5 16,0 0-31-16,0 0-39 0,0 0-18 0,0 0-23 16,0 0-39-16,0 0-28 0,0 0-33 0,0 0-32 15,0 0-20-15,0 0-34 0,0 0-17 0,0 0-13 16,0 0-13-16,0 0-16 0,0 0-1 0,14 31-15 15,-14-23-18-15,1 3-29 0,-1-2-18 0,2-1-36 16,0 2-19-16,-2-2-18 0,0-3-3 0,-1-1-20 16,2 1 2-16,-1-5-1 0,0 7 9 0,0-7 17 15,1 5 8-15,-1-5 7 0,6 2 17 0,-6-2 2 16,0 0 5-16,0 0-3 0,0 0 1 0,0 0 8 16,20-28 10-16,-20 28 7 0,13-18 26 0,-13 18-7 15,14-15 13-15,-14 15 11 0,10-13-8 0,-10 13 10 16,0 0-7-16,10-9-5 0,-10 9 8 0,0 0-17 15,0 0-15-15,13-13-12 0,-13 13 7 0,0 0-21 16,0 0 15-16,0 0-18 0,0 0 12 16,0 0-6-16,0 0-25 0,0 0-29 0,0 0-35 0,0 0-30 15,0 0-48-15,41 17-46 0,-41-17-45 0,13 8-74 16,-4-2-90-16,-9-6-92 0,0 0-484 0,35 5-1076 16,-35-5 476-16</inkml:trace>
  <inkml:trace contextRef="#ctx0" brushRef="#br0" timeOffset="14078.7804">9297 767 208 0,'0'0'384'0,"0"0"12"15,0 0 1-15,0 0 0 0,10-17-14 0,-10 17-18 16,0 0-30-16,0 0-24 0,0 0-28 0,0 0-27 16,0 0-26-16,0 0-24 0,0 0-34 0,0 0-10 15,0 0-16-15,0 0-12 0,0 0-17 0,0 0-15 16,0 0-4-16,0 0-10 0,0 0-13 0,31 27-2 15,-31-27-7-15,4 21-9 0,-3-9-4 16,-1-1-9-16,0-2-4 0,-1 2-1 0,-3 0-4 0,0-1-13 16,-2-2-5-16,-1 0-4 0,-3-1-4 0,5-1-2 15,0-2-4-15,-3 0-2 0,-2-1 2 0,5 0 5 16,5-3-3-16,-13-3 3 0,13 3 5 0,0 0-6 16,0 0 17-16,0 0 2 0,-26-24 21 15,26 24 8-15,-6-19 4 0,6 19 8 0,3-21-3 0,-3 21 0 16,3-26-3-16,-3 26 2 0,6-20-1 15,-6 20 0-15,7-12 4 0,-7 12-5 0,10-10-3 16,-10 10-8-16,0 0-2 0,0 0-6 0,17-8 2 16,-17 8-13-16,0 0 6 0,0 0 19 0,0 0 12 15,41 30 5-15,-31-15 14 0,3 9 34 0,-3 4 11 16,0-2 8-16,1 6-6 0,-1 2 12 0,-1 0 3 16,-4 2 0-16,1 1-72 0,-2-3-77 0,4 1 0 15,-4 0 0-15,1-1 0 0,-1 1 0 0,-2-2 0 16,2-2 0-16,1 1 0 0,0-2 0 0,-5-4 0 15,1-1 0-15,1-8 0 0,-1 2 0 0,0-7 0 16,1-5 0-16,1 1 0 0,-1-1 0 0,-2-2 0 16,0-5 0-16,2 11 0 0,-2-11 0 0,-1 6 0 15,1-6 0-15,1 8 0 0,-1-8 0 0,2 6 0 16,-2-6 0-16,0 0 0 0,2 6 0 0,-2-6 0 16,0 0 0-16,0 0 0 0,0 0 0 0,0 0 0 15,0 0 0-15,0 0 0 0,0 0 0 0,0 0 0 16,0 0 0-16,0 0 0 0,0 0 0 0,-25-12 0 15,13 8 0-15,0-3 0 0,0 2 0 0,-9-2 0 16,1 2 0-16,0-4 0 0,0 2 0 0,4 0 0 16,0 2 0-16,2 0 0 0,7-1 0 0,-5 3 0 15,3-2 0-15,1-1 0 0,3 1 0 0,5 5 0 16,-9-10 0-16,3 2 0 0,6 1 0 0,-4-3 0 16,4-1 0-16,2-2 0 0,3-3 0 15,6 0 0-15,-1 0 0 0,12-2 0 0,1-3 0 16,3 0 0-16,2 3 0 0,1 0 0 0,2 2 0 0,2 2 0 15,3-4 0-15,-2 0 0 0,-2 5 0 0,-5 0 0 16,1 3 0-16,-7 1 0 0,-2 2 0 0,-2-2 0 16,-7 6 0-16,-1-3 0 0,-3 3 0 0,-1-3 0 15,-1 2 0-15,0 1 0 0,-4 3 0 16,0 0 0-16,0-5 0 0,0 5-130 0,-14-3-611 0,14 3-479 16,-30-6-1322-16,14 4 584 0</inkml:trace>
  <inkml:trace contextRef="#ctx0" brushRef="#br0" timeOffset="15001.6674">10696 662 264 0,'0'0'482'0,"0"0"23"0,0 0 6 16,-6-27 2-16,6 27-7 0,0 0-11 0,-3-16-1 15,3 16 1-15,0 0 2 0,0 0-6 0,-1-18-20 16,1 18-20-16,0 0-22 0,0 0-30 15,0 0-27-15,0 0-27 0,0 0-35 0,0 0-149 0,-5-16-161 16,5 16 0-16,0 0 0 0,0 0 0 0,0 0 0 16,0 0 0-16,0 0 0 0,0 0 0 0,0 0 0 15,0 0 0-15,0 0 0 0,13 59 0 0,-9-41 0 16,1-1 0-16,-1 10 0 0,-2-9 0 0,1 8 0 16,-2 0 0-16,0-7 0 0,1 1 0 0,-2 6 0 15,-2-9 0-15,1-1 0 0,0-2 0 16,1-5 0-16,0 2 0 0,0-3 0 0,0-1 0 0,0-2 0 15,0 0 0-15,0-2 0 0,0-3 0 0,1 5 0 16,-1-5 0-16,0 0 0 0,0 0 0 0,12-10 0 16,-12 10 0-16,13-24 0 0,-13 24 0 15,19-25 0-15,-7 10 0 0,-2-3 0 0,2 2 0 16,2 0 0-16,-5 2 0 0,1 1 0 0,2 3 0 16,-12 10 0-16,15-23 0 0,-6 16 0 0,-9 7 0 15,0 0 0-15,11-16 0 0,-11 16 0 0,0 0 0 16,0 0 0-16,20-7 0 0,-20 7 0 0,0 0 0 0,0 0 0 15,0 0 0-15,33 24 0 0,-24-16 0 0,-9-8 0 16,20 22 0-16,-11-13 0 0,-9-9 0 16,14 20 0-16,-4-7 0 0,-2-2 0 0,-3 0 0 15,3-1 0-15,-2-2 0 0,2 0 0 0,-3-3 0 16,0 0 0-16,2 1 0 0,-1-2 0 0,-5-1 0 16,6-1 0-16,-5 1 0 0,2-2 0 0,4-1 0 15,-8 0 0-15,0 0 0 0,0 0 0 0,24-19 0 16,-24 19 0-16,13-19 0 0,-6 3 0 0,0 0 0 15,-3-1 0-15,1-2 0 0,-1-1 0 0,2-3 0 16,-4 6 0-16,1-1 0 0,-2-2 0 0,-1 1 0 16,2 4 0-16,-1-2 0 0,-1 17 0 0,0-27 0 15,-1 14 0-15,1 13 0 0,0-20 0 0,0 20 0 16,0 0 0-16,-2-16 0 0,2 16 0 0,0 0 0 16,0 0 0-16,0 0 0 0,-2-18 0 0,2 18 0 15,0 0 0-15,0 0 0 0,0 0 0 0,0 0 0 16,0 0 0-16,0 0 0 0,0 0 0 0,0 0-179 15,0 0-496-15,22 46-549 0,-14-35-1324 0,-8-11 587 16</inkml:trace>
  <inkml:trace contextRef="#ctx0" brushRef="#br0" timeOffset="15378.5971">11329 759 216 0,'0'0'440'0,"0"0"4"15,0 0 5-15,0 0-3 0,0 0-12 0,0 0-16 16,0 0-12-16,0 0-19 0,0 0-20 0,0 0-21 16,0 0-25-16,15-28-27 0,-15 28-44 0,0 0-23 15,0 0-24-15,0 0-27 0,0 0-23 0,0 0-11 0,23-5-16 16,-23 5-12-16,0 0-17 0,0 0-11 0,0 0-8 16,0 0-7-16,39 18-10 0,-39-18-9 15,12 8-1-15,-12-8-8 0,0 0-7 0,12 16-4 16,-12-16-7-16,1 13 7 0,-1-13-8 0,0 0 1 15,-9 26-5-15,9-26 4 0,-18 19-1 0,8-12-6 16,10-7-1-16,-21 13 1 0,10-6 5 0,0-2-8 16,2-1 2-16,2-3 4 0,1 2 20 0,6-3 28 15,-9 4 25-15,9-4 5 0,0 0-7 0,0 0 2 16,0 0-7-16,0 0-4 0,0 0-15 0,-27-26-10 16,27 26-12-16,0-18-28 0,0 18-23 0,4-22-47 15,-4 22-33-15,5-20-49 0,-5 20-48 0,8-16-50 16,-8 16-51-16,18-12-62 0,-18 12-49 0,18-10-61 15,0 3-58-15,-18 7-388 0,22-5-976 0,-22 5 432 16</inkml:trace>
  <inkml:trace contextRef="#ctx0" brushRef="#br0" timeOffset="16019.6653">11473 769 69 0,'0'0'458'0,"0"0"14"0,0 0 13 0,0 0 6 15,0 0-12-15,0 0-25 0,0 0-26 0,0 0-32 0,0 0-32 16,13-31-41-16,-13 31-39 0,0 0-28 16,0 0-28-16,18-9-27 0,-18 9-12 0,0 0-28 0,0 0-15 15,40 3-19-15,-40-3-11 0,0 0-14 0,35 15-8 16,-20-6-6-16,-1 1-12 0,0-2-13 0,-14-8-6 16,20 17-4-16,-13-7-11 0,-7-10-17 15,13 18-5-15,-5-9-7 0,-8 2-7 0,4-2-9 16,-4 2-8-16,-2-1-4 0,0-1-8 0,-3 1-11 15,0-1-4-15,-4 0-2 0,1 0-7 0,-2-4 2 16,4 1 4-16,-4-1 10 0,4-2 5 0,1-1 11 16,-1-1 13-16,6-1 16 0,0 0 14 0,-14-7 14 15,11 1 5-15,3 6 10 0,0 0 3 0,0 0 1 16,-4-36-6-16,4 36 1 0,10-28-10 0,-3 13 2 16,3-1-8-16,3-6-6 0,1 7 3 0,-1-1-7 15,11-3-5-15,-11 6-13 0,10-7 12 0,-1 2 6 16,2 0 3-16,-5 0 6 0,-4 6 12 0,1-1-6 15,0 2 6-15,-4 3 1 0,-12 8 26 0,19-14 5 16,-19 14 11-16,14-13 2 0,-14 13 8 0,10-10-11 16,-10 10-9-16,0 0-7 0,12-11-7 0,-12 11-70 15,0 0 0-15,0 0 0 0,-4-20 0 0,4 20 0 16,0 0 0-16,0 0 0 0,-10-19 0 0,10 19 0 16,0 0 0-16,-15-13 0 0,15 13 0 0,0 0 0 15,-11-13 0-15,11 13 0 0,0 0 0 0,0 0 0 16,0 0 0-16,0 0 0 0,0 0 0 0,0 0 0 15,0 0 0-15,0 0 0 0,0 0 0 0,-14 36 0 16,14-36 0-16,2 33 0 0,0-9 0 0,-2 4 0 16,3-2 0-16,-2 1 0 0,-1-7 0 0,4 5 0 15,2 0 0-15,-6-5 0 0,1 1 0 0,-1-2 0 16,0 1 0-16,-1-4 0 0,1 0 0 16,1-4 0-16,-1-1 0 0,0-2 0 0,4-2 0 0,-4 1 0 15,-2-3 0-15,2-5 0 0,0 9 0 0,0-5 0 16,0-4 0-16,0 6 0 0,0-6 0 0,0 0-372 15,0 0-110-15,0 0-47 0,0 0-45 0,15-39-465 16,-5 20-1127-16,-1-5 499 0</inkml:trace>
  <inkml:trace contextRef="#ctx0" brushRef="#br0" timeOffset="16348.5328">11959 710 47 0,'13'-16'200'0,"-13"16"66"0,8-14 30 16,-8 14 21-16,6-13 15 0,-6 13 33 0,8-12 19 15,-8 12 20-15,0 0 10 0,11-15 3 0,-11 15 11 16,0 0-7-16,0 0 18 0,9-12-17 0,-9 12-22 15,0 0-20-15,0 0-40 0,0 0-36 0,0 0-29 16,0 0-34-16,0 0-30 0,0 0-16 0,0 0-27 16,0 0-12-16,0 0-12 0,0 0-14 0,0 0-35 15,-29 44-95-15,18-29 0 0,0-1 0 0,-2 0 0 16,3 0 0-16,-3 1 0 0,4-6 0 0,9-9 0 16,-14 18 0-16,14-18 0 0,-9 12 0 0,9-12 0 15,0 0 0-15,0 0 0 0,-8 15 0 0,8-15 0 16,0 0 0-16,0 0 0 0,0 0 0 0,26 23 0 15,-17-18 0-15,9 3 0 0,-1 0 0 0,-17-8 0 16,35 11 0-16,-18-5 0 0,-2-2 0 0,2 2 0 16,-4-4 0-16,-2 1 0 0,-2 1 0 0,-4-3 0 15,3 2 0-15,-2-1 0 0,-6-2 0 0,8 3 0 16,-8-3 0-16,5 2 0 0,-5-2 0 0,0 0 0 16,0 0-282-16,0 0-52 0,0 0-45 0,0 0-63 15,0 0-79-15,0 0-519 0,0 0-1124 0,0 0 497 16</inkml:trace>
  <inkml:trace contextRef="#ctx0" brushRef="#br0" timeOffset="16880.574">13119 603 379 0,'0'0'460'0,"0"0"2"0,-1-25 12 0,1 25 0 16,0 0-7-16,0 0-7 0,0 0-13 15,0 0-2-15,1-18 0 0,-1 18-11 0,0 0-20 16,0 0-26-16,0 0-25 0,0 0-33 0,0 0-33 0,0 0-36 16,0 0-21-16,0 0-30 0,0 0 28 0,0 0-3 15,0 0-10-15,0 0-182 0,0 0-43 0,4 64 0 16,-2-34 0-16,-2-11 0 0,2 2 0 15,0 4 0-15,-1 0 0 0,0-6 0 0,-1-1 0 16,0 0 0-16,0-2 0 0,1 0 0 0,-1-3 0 16,-2 0 0-16,2-3 0 0,0 2 0 0,-1-2 0 15,-1 0 0-15,2-3 0 0,0-3 0 0,0 1 0 16,0-5 0-16,0 5 0 0,0-5 0 0,0 0 0 16,-2 4 0-16,2-4 0 0,0 0 0 0,0 0 0 15,0 0 0-15,0 0 0 0,0 0 0 0,0 0 0 16,0 0-130-16,0 0-389 0,0 0-65 0,0 0-91 15,0 0-373-15,0 0-1134 0,-2-18 502 0</inkml:trace>
  <inkml:trace contextRef="#ctx0" brushRef="#br0" timeOffset="17255.8368">12909 1016 250 0,'0'0'467'0,"0"0"1"0,-12 3-1 0,12-3-9 0,0 0-15 16,-6 0-17-16,6 0-22 0,0 0-14 16,0 0-20-16,0 0-20 0,0 0-18 0,0 0-10 15,0 0-16-15,0 0-35 0,0 0-13 0,0 0-18 16,0 0-9-16,-9 5-17 0,9-5-9 0,0 0-2 16,0 0-3-16,0 0 0 0,0 0 3 0,0 0-11 15,0 0-10-15,0 0-43 0,0 0-139 0,0 0 0 16,33-3 0-16,-14 1 0 0,0-2 0 0,7 1 0 15,5 0 0-15,1-1 0 0,2-2 0 0,-3 4 0 16,3-1 0-16,-6 0 0 0,-7-1 0 0,-1 1 0 16,-7 2 0-16,1-2 0 0,-2 3 0 0,-6-2 0 15,4 0 0-15,0 0 0 0,-10 2 0 0,11-1 0 16,-5-1 0-16,-6 2 0 0,0 0 0 0,8-5 0 16,-8 5 0-16,4-3 0 0,-4 3 0 0,0 0 0 15,0 0 0-15,0 0-352 0,0 0-239 0,-7-10-90 16,7 10-414-16,-10-8-1185 0,4 3 524 0</inkml:trace>
  <inkml:trace contextRef="#ctx0" brushRef="#br0" timeOffset="17586.7271">12773 624 400 0,'0'0'551'0,"-14"-16"28"16,14 16 19-16,0 0 10 0,-9-14-6 0,9 14-15 16,0 0-16-16,0 0-16 0,0 0-24 0,-1-17-26 15,1 17-34-15,0 0-38 0,0 0-36 0,0 0-42 16,0 0-31-16,0 0-200 0,0 0-124 0,20-19 0 16,-20 19 0-16,32-11 0 0,-11 5 0 0,6-1 0 15,3 0 0-15,4 2 0 0,1 0 0 0,5-3 0 16,-2 3 0-16,14-5 0 0,-13 5 0 0,-1 0 0 15,-2-1 0-15,-4 2 0 0,-10 3 0 0,-22 1 0 16,42-4 0-16,-22 3 0 0,-20 1 0 0,0 0 0 16,34-2 0-16,-34 2 0 0,0 0 0 0,0 0 0 15,23-3 0-15,-23 3 0 0,0 0 0 0,0 0 0 16,0 0 0-16,0 0-211 0,0 0-330 0,6 21-79 16,-6-21-517-16,0 0-1231 0,0 0 544 0</inkml:trace>
  <inkml:trace contextRef="#ctx0" brushRef="#br0" timeOffset="18054.7743">13411 810 142 0,'0'0'554'0,"0"0"14"0,0 0 14 16,0 0-1-16,0 0-5 0,0 0-31 0,0 0-33 15,0 0-21-15,0 0-28 0,0 0-32 0,0 0-22 16,0 0-32-16,6-39-40 0,-6 39-35 0,0 0-37 16,0 0-30-16,0 0-32 0,0 0-25 0,0 0-23 15,0 0-14-15,0 0-21 0,0 0-96 0,0 0-24 16,0 0 0-16,0 0 0 0,17 38 0 0,-17-38 0 16,1 17 0-16,3-10 0 0,-1 4 0 0,0-6 0 15,0 4 0-15,-3-4 0 0,1 1 0 0,-1-6 0 16,0 8 0-16,4-3 0 0,-4-5 0 0,0 0 0 15,3 9 0-15,-3-9 0 0,0 0 0 0,2 4 0 16,-2-4 0-16,0 0 0 0,0 0 0 0,0 0 0 16,0 0 0-16,0 0 0 0,33-28 0 0,-33 28 0 15,16-18 0-15,-16 18 0 0,12-9 0 0,-12 9 0 16,12-12 0-16,-12 12 0 0,0 0 0 0,15-12 0 16,-15 12 0-16,0 0 0 0,0 0 0 0,16-8 0 15,-16 8 0-15,0 0 0 0,0 0 0 0,0 0 0 16,0 0 0-16,0 0 0 0,0 0 0 0,39 20 0 15,-39-20 0-15,9 11 0 0,-4-6 0 0,-1 0 0 16,0 2 0-16,0-1 0 0,-2-2 0 0,2 1 0 16,0 0-49-16,1 0-302 0,-1-3-58 15,-4-2-41-15,0 0-60 0,5 8-84 0,-5-8-378 16,0 0-1052-16,0 0 466 0</inkml:trace>
  <inkml:trace contextRef="#ctx0" brushRef="#br0" timeOffset="18445.1293">13853 768 242 0,'0'0'475'0,"0"0"15"0,0 0 9 0,0 0-6 16,0 0-20-16,0 0-27 0,0 0-26 0,0 0-28 16,0 0-21-16,0 0-23 0,18-15-24 0,-18 15-32 15,0 0-14-15,0 0-44 0,14-9-18 0,-14 9-32 16,0 0-12-16,0 0-16 0,23-10-30 0,-23 10-8 15,0 0-14-15,27-2-12 0,-27 2-6 0,0 0-6 16,34 3-11-16,-34-3-15 0,0 0-3 16,32 9-14-16,-32-9-1 0,13 8-3 0,-13-8-5 15,13 11 3-15,-13-11-6 0,10 18-6 0,-10-18-1 16,0 18 1-16,0-18 0 0,-6 20-3 0,-2-10-11 16,-1 1-9-16,-4 1-2 0,-5-1-15 0,2-1-3 0,-3-4-7 15,1 3 2-15,0-2-1 0,0-3 4 16,5-1 7-16,3 0 1 0,-3-2 6 0,8-1 2 15,5 0 3-15,-18-5 3 0,18 5-11 0,0 0-23 16,-17-18-19-16,17 18-13 0,-7-20-20 0,7 20-34 16,-3-29-34-16,6 18-32 0,3-5-29 0,-6 16-44 15,17-30-44-15,-7 16-61 0,0 2-48 0,6 0-62 16,-5 1-279-16,2-1-818 0,1 0 362 0</inkml:trace>
  <inkml:trace contextRef="#ctx0" brushRef="#br0" timeOffset="18710.6919">13963 526 136 0,'0'0'446'0,"0"0"52"0,5-30 38 0,-5 30 4 15,4-12 3-15,-4 12 7 0,0 0 10 16,0 0 3-16,5-17-21 0,-5 17-15 0,0 0-30 0,0 0-32 16,0 0-30-16,0 0-35 0,0 0-36 0,0 0-37 15,0 0-65-15,0 0-262 0,0 0 0 16,0 0 0-16,0 0 0 0,0 0 0 0,0 0 0 15,0 0 0-15,8 45 0 0,-7-27 0 0,-1 8 0 16,3 2 0-16,-2-2 0 0,0 3 0 0,-1-3 0 16,1 0 0-16,-2 0 0 0,1-6 0 0,-1-1 0 15,1-1 0-15,0-1 0 0,0 1 0 0,-1-5 0 16,1-5 0-16,0 4 0 0,0-5 0 0,3 2 0 16,0-4-20-16,4 3-589 0,3-3-93 0,-1-2-442 15,8-1-1238-15,-17-2 547 0</inkml:trace>
  <inkml:trace contextRef="#ctx0" brushRef="#br0" timeOffset="19180.1732">14267 781 279 0,'0'0'447'0,"0"0"5"0,0 0-10 15,0 0-13-15,0 0-16 0,0 0-20 0,0 0-26 16,0 0-23-16,0 0-27 0,0 0-24 0,0 0-22 15,0 0-24-15,0 0-27 0,0 0-18 16,0 0-21-16,0 0-22 0,0 0-15 0,0 0-10 16,0 0-17-16,0 0-9 0,0 0-8 0,0 0-5 15,0 0-9-15,0 0-8 0,0 0-6 0,0 0-9 16,0 0 2-16,0 0 5 0,36-4 4 0,-36 4-4 16,0 0 2-16,28-4 7 0,-28 4 3 0,0 0-5 15,24-7 2-15,-24 7 3 0,0 0 26 0,17-9-11 16,-17 9-7-16,0 0-6 0,0 0-10 0,10-11-17 15,-10 11-1-15,0 0-4 0,0 0-9 0,0 0-10 16,0 0-4-16,0 0-9 0,0 0 2 0,-23-22-11 16,23 22 3-16,0 0-4 0,0 0-9 0,-41 4 8 15,41-4-3-15,0 0 2 0,-36 11-5 0,36-11-1 16,-20 8-3-16,20-8 0 0,-15 12 0 0,15-12-4 16,-8 11-6-16,8-11 7 0,-11 14-12 0,11-14 13 15,-4 14-7-15,4-14-3 0,0 0-8 0,2 21 11 16,-2-21 1-16,9 14-6 0,-5-6 3 15,4-2-6-15,3 2-17 0,2 0-10 0,1-2-14 16,0-1-16-16,0-2-16 0,4 1-21 0,1-3-24 0,0 0-26 16,-19-1-38-16,39-7-29 0,-20 2-47 0,-19 5-65 15,34-9-83-15,-17 0-90 0,1 0-351 0,-4-1-935 16,0-1 414-16</inkml:trace>
  <inkml:trace contextRef="#ctx0" brushRef="#br0" timeOffset="19492.5933">14583 694 3605 0,'0'0'759'0,"0"0"-218"0,0 0-110 15,0 0-44-15,0 0 1 0,0 0 1 0,0 0-31 16,0 0-47-16,0 0-52 0,0 0-19 0,0 0-19 16,0 0-18-16,0 0-104 0,0 0-99 0,0 0 0 15,0 0 0-15,0 0 0 0,0 0 0 0,0 0 0 16,0 0 0-16,0 0 0 0,0 0 0 0,35 22 0 15,-35-22 0-15,20 16 0 0,-9-9 0 0,3 5 0 16,2 0 0-16,-1-1 0 0,2 2 0 0,-2 1 0 16,0-3 0-16,2 3 0 0,-2-2 0 15,-2-4 0-15,0 2 0 0,-6-4 0 0,1 1 0 0,-3-3 0 16,2-1 0-16,-2 0 0 0,0 0 0 16,-5-3 0-16,4 3 0 0,-4-3-51 0,0 0-282 0,2 4-16 15,-2-4-25-15,0 0-57 0,0 0-79 16,0 0-76-16,0 0-341 0,0 0-1003 0,0 0 445 15</inkml:trace>
  <inkml:trace contextRef="#ctx0" brushRef="#br0" timeOffset="19805.5128">14826 727 166 0,'0'0'372'0,"0"0"14"0,0-28 25 16,0 28 33-16,0 0 26 0,0 0 14 0,0 0 0 15,7-11-7-15,-7 11 3 0,0 0-9 0,0 0-18 16,0 0-10-16,0 0-32 0,0 0-24 0,0 0-33 15,0 0-25-15,0 0-25 0,0 0 8 0,0 0-4 16,0 0-63-16,0 0-245 0,-32 36 0 0,17-22 0 16,-8 4 0-16,4-1 0 0,-4 2 0 0,0 4 0 15,-3-1 0-15,3 1 0 0,-1-1 0 0,1-1 0 16,1 0 0-16,3-3 0 0,5-3 0 0,4-2 0 16,-3-2 0-16,4-2 0 0,0-2 0 0,5-1 0 15,-1-1 0-15,0 0 0 0,-4-4 0 16,9 4 0-16,0-5 0 0,0 0 0 0,-8 5 0 0,8-5 0 15,0 0 0-15,0 0 0 0,0 0 0 0,0 0 0 16,0 0-169-16,21 2-283 0,-21-2-52 0,0 0-53 16,23-3-76-16,-9 0-347 0,-2-3-1060 0,1 2 469 15</inkml:trace>
  <inkml:trace contextRef="#ctx0" brushRef="#br0" timeOffset="24965.8441">15107 962 324 0,'0'0'354'0,"0"0"-2"0,0 0-12 0,0 0-7 16,-4 5-11-16,4-5-9 0,0 0-7 0,0 0-11 16,0 0-5-16,0 0-22 0,0 0-23 0,0 0-19 15,0 0-25-15,0 0-22 0,0 0-17 0,0 0-18 16,0 0-32-16,0 0-47 0,0 0-65 0,0 0-71 16,0 0-80-16,0 0-82 0,0 0-104 0,0 0-337 15,0 0-729-15,0 0 323 0</inkml:trace>
  <inkml:trace contextRef="#ctx0" brushRef="#br0" timeOffset="33764.0939">1577 2269 230 0,'-2'-4'348'0,"2"-1"-2"0,0 5 0 16,0 0 14-16,0 0 0 0,3-7 0 0,-3 7 2 15,-1-5-4-15,2 0-1 0,0 1-4 0,-1 4 6 16,-1-8 10-16,2 2-8 0,0 2 4 0,-1 0-12 15,0 0 1-15,2-3-12 0,-1 3-4 0,-1 0-5 16,0-1 1-16,1 0-15 0,-1-1-20 0,3 0-18 16,-3 0-277-16,1 2-4 0,2 1 0 0,-3-1 0 15,0 0 0-15,0 4 0 0,0-6 0 0,0 6 0 16,1-4 0-16,-1 4 0 0,0 0 0 0,0 0 0 16,0 0 0-16,0 0 0 0,0 0 0 0,0 0 0 15,0 0 0-15,0 0 0 0,0 0 0 0,0 0 0 0,5 14 0 16,-2-4 0-16,-2 2 0 0,5 2 0 15,-2 3 0-15,0 1 0 0,1 3 0 0,-1-3 0 16,-2-2 0-16,1 9 0 0,1-5 0 0,-2-1 0 16,-2-3 0-16,3 1 0 0,-2 2 0 0,1-1 0 15,0-6 0-15,-2-2 0 0,1 5 0 0,1-5 0 16,-1 0 0-16,1-2 0 0,0 0 0 0,0-4 0 16,-2 2 0-16,0-1 0 0,1-2 0 0,2 3 0 15,-3-3 0-15,0-3 0 0,0 0 0 0,0 0 0 16,0 0 0-16,0 0 0 0,0 0 0 0,9-9 0 15,-8 2 0-15,3 2 0 0,1-4 0 0,3-2 0 16,-3 1 0-16,0-1 0 0,3 0 0 0,-3 0 0 16,0 1 0-16,3-1 0 0,-6 2 0 0,2 5 0 15,3-3 0-15,-5 0 0 0,2 2 0 0,1 1 0 16,0-1 0-16,-1 1 0 0,1 0 0 0,-1 3 0 16,1 0 0-16,0 0 0 0,-5 1 0 0,15 2 0 15,-6 2 0-15,2-1 0 0,-1 3 0 0,0 0 0 16,1 3 0-16,0 0 0 0,4 2 0 0,-2-2 0 15,1 3 0-15,-3-1 0 0,-2 0 0 0,3 0 0 32,-3-1 0-32,0-2 0 0,-1 0 0 0,2-1 0 0,-4 1 0 0,0-3 0 0,0 0 0 0,-3-2 0 15,0 2 0-15,2-2 0 0,-1-1 0 0,-2 0 0 16,-2-2 0-16,6 4 0 0,-6-4 0 0,0 0 0 16,7-8 0-16,-4 3 0 0,1-2 0 0,2-3 0 15,-1-5 0-15,0 5 0 0,-1-8 0 0,3-1 0 16,-2-6 0-16,0-2 0 0,-2-1 0 0,1 2 0 31,0 0 0-31,-1 1 0 0,-1 5 0 0,1 1 0 0,0 1 0 0,-1 2 0 0,-2 4 0 0,0-3 0 16,1 4 0-16,-1 4 0 0,2 0 0 0,0 0 0 15,-4 1 0-15,4 2 0 0,-2-1 0 0,0 3 0 16,1-2 0-16,-1 4 0 0,0 0 0 0,4-4 0 16,-4 4 0-16,0 0 0 0,0 0 0 0,0 0 0 31,0 0 0-31,-2 16 0 0,4-6 0 0,-2-1 0 0,1 7 0 0,-2-3 0 0,5-2 0 0,1 4-386 15,-1-3-216-15,1-1-44 0,-1 1-448 0,2 0-1183 16,2-2 524-16</inkml:trace>
  <inkml:trace contextRef="#ctx0" brushRef="#br0" timeOffset="34170.3034">2228 2437 75 0,'0'0'428'0,"0"0"14"0,0 0 2 0,0 0-10 16,0 0-21-16,4-14-21 0,-1 11-22 0,-3 3-19 16,3-4-18-16,0 0-23 0,0 1-23 0,-1-1-28 0,2 2-25 15,1 0-27-15,-1 2-23 0,4-3-13 0,-3 3-25 16,-5 0-13-16,14 0-19 0,-3 3-9 0,0-1-16 16,-2 1-5-16,2 3-11 0,-2 1-9 15,0-1-6-15,0 1-5 0,0-1-8 0,-4 2-4 16,0 2-2-16,-1-2-3 0,0 1-4 0,-3-1 1 15,-1 2-6-15,-1-1-4 0,-4 3 0 0,-2-3 1 32,2 1-3-32,-5-2 1 0,1 1-2 0,0-4 1 0,0 2 2 0,-1-3 12 0,2 1 29 0,0-4 41 0,8-1 24 15,-14 0 15-15,14 0 11 0,-11-4 8 16,6-2-4-16,-2-1-6 0,0-1-8 0,3-1-10 16,-1 0-14-16,2-2-121 0,2-2 0 0,0 2 0 15,1 1 0-15,0-2 0 0,2-1 0 0,3 4 0 16,1-1 0-16,-1 0-91 0,3 3-165 0,7-1-68 15,-3 1-47-15,-1 4-46 0,1-2-35 0,1 3-44 16,0-2-41-16,1 4-338 0,-4-3-947 0,2 2 419 16</inkml:trace>
  <inkml:trace contextRef="#ctx0" brushRef="#br0" timeOffset="34796.2401">2426 2443 162 0,'0'0'382'0,"0"0"17"0,0 0 22 15,0 0 0-15,0 0-9 0,2-15-18 0,-2 15-21 16,4-6-18-16,-3 4-26 0,1-2-31 0,1 1-29 16,1 0-24-16,0 0-33 0,3 1-16 0,0 1-23 15,-1-1-18-15,3 2-16 0,2 1-15 0,0 1-13 16,3 0-13-16,-3 1-4 0,0 3-15 0,1-1-5 16,0 2-9-16,-3 2-9 0,1-3-2 0,-1 4-10 15,0 1-1-15,0-1-3 0,-4-1-4 0,-1 2-4 16,0-2-2-16,-2 2-1 0,-2 1-4 0,-1-2-4 15,-3 0 3-15,0-1-5 0,-1 0-1 16,0-2 4-16,0-1-3 0,1 1-3 0,-1-3 5 0,1-2 4 16,0 2 22-16,0 0 30 0,4-4 18 0,0 0 9 15,0 0 9-15,0 0-3 0,0 0 2 0,-11-13 13 16,11 4-11-16,0-1-13 0,4-1 4 0,-2 1-25 16,7-7-9-16,-1-1-12 0,1 3 0 15,4 0-11-15,2-8-4 0,4 5-9 0,-2 0 0 16,3 0-3-16,1 0-8 0,-1 3 1 0,-2 4-6 0,0-3-16 31,1-1-3-31,-4 2 0 0,1 3 0 0,-6 2 0 16,0 0 0-16,-1 5 0 0,-2-2 0 0,-1-2 0 15,1 4 0-15,-3 0 0 0,-1 0 0 16,-3 3 0-16,6-3 0 0,-6 3 0 0,4-7 0 0,-4 7 0 16,2-4 0-16,-2 4 0 0,-3-8 0 15,0 2 0-15,2-1 0 0,-4 3 0 0,4-3 0 16,-3 0 0-16,0 2 0 0,-1-2 0 0,2 3 0 0,1-1 0 15,-2 0 0-15,3 1 0 0,-2 2 0 0,3-3 0 16,0 5 0-16,-5-3 0 0,5 3 0 0,-1-3 0 16,1 3 0-16,0 0 0 0,0 0 0 15,0 0 0-15,0 0 0 0,1 14 0 0,-1-1 0 16,3 3 0-16,-3 1 0 0,2 0 0 0,1 6 0 0,-2 4 0 16,2 0 0-16,-2-7 0 0,0-1 0 15,-1 0 0-15,0 7 0 0,-1-7 0 0,0 2 0 16,-2-4 0-16,2 0 0 0,-2-5 0 0,2 0 0 15,0-1 0-15,-2-1 0 0,3-2 0 0,0-1 0 0,0-2 0 16,0-2 0-16,0 0 0 0,0 2 0 16,0-5 0-16,0 5 0 0,0-5-289 0,0 0-218 15,13-7-60-15,-4 1-42 0,0 1-428 0,0-4-1123 0,0 0 497 16</inkml:trace>
  <inkml:trace contextRef="#ctx0" brushRef="#br0" timeOffset="35171.3201">2978 2360 102 0,'7'-8'358'0,"-2"1"31"16,-1 1 25-16,1-2 23 0,0 1 15 0,-4-1 5 16,3 2-3-16,0 2-3 0,-3 0-7 0,-1 4-16 15,4-6-16-15,-4 6-30 0,4-5-15 0,-4 5-36 16,0 0-35-16,0 0-35 0,0 0-24 0,0 0-29 16,0-3-27-16,0 3-18 0,0 0-19 0,0 0-14 15,0 0-12-15,-9 19-12 0,1-9-9 0,2 0-9 16,-3 4-7-16,0 0-5 0,-1 0-8 0,-2-2-9 15,2 3-59-15,-4-2 0 0,8-2 0 0,-1-4 0 16,1 0 0-16,1-2 0 0,1 2 0 0,0-2 0 16,3 0 0-16,0-3 0 0,-1 3 0 0,2-5 0 15,-1 5 0-15,0-2 0 0,1-3 0 0,5 5 0 16,1-1 0-16,2-1 0 0,0 3 0 0,3-2 0 16,-2-1 0-16,1 1 0 0,-1-1 0 0,5 3 0 15,-6-5 0-15,2 3 0 0,-1-1 0 0,0-1 0 16,-1 0 0-16,-3 2 0 0,4-1 0 0,-7-1 0 15,5 0 0-15,-7-2 0 0,0 0 0 0,6 3 0 16,-6-3 0-16,4 1 0 0,-4-1-48 0,0 0-248 16,0 3-60-16,0-3-52 0,0 0-63 0,0 0-74 15,0 0-467-15,0 0-1095 0,0 0 485 0</inkml:trace>
  <inkml:trace contextRef="#ctx0" brushRef="#br0" timeOffset="35561.6836">3869 2283 69 0,'4'-7'520'0,"-4"1"23"0,1-4 5 0,2 1-13 0,1-4 3 15,-3 5-14-15,-1-4 3 0,0 6-15 16,4-1-11-16,-4 1-15 0,1-1-14 0,2 3-25 15,-2-1-27-15,-1 5-32 0,4-7-37 0,-4 7-35 16,0-5-40-16,0 5-58 0,0 0-218 0,0 0 0 16,0 0 0-16,0 0 0 0,0 0 0 0,0 17 0 15,4-10 0-15,-3 4 0 0,0 4 0 0,2 3 0 16,-2 2 0-16,2 1 0 0,-3-3 0 0,1-1 0 16,-1-1 0-16,0 1 0 0,0-1 0 0,2 1 0 15,-2-3 0-15,-2-3 0 0,2 2 0 0,0-1 0 16,0-5 0-16,0-1 0 0,4 1 0 0,-6 2 0 15,2-5 0-15,-2 0 0 0,2-1 0 0,0-3 0 16,0 7 0-16,0-7 0 0,0 0 0 0,-4 6 0 16,4-6 0-16,0 0 0 0,0 3 0 0,0-3 0 15,0 0 0-15,0 0-427 0,0 0-191 0,18-7-66 16,-18 7-393-16,8-5-1167 0,-8 5 516 0</inkml:trace>
  <inkml:trace contextRef="#ctx0" brushRef="#br0" timeOffset="35905.3557">3712 2614 371 0,'-5'4'466'0,"0"-2"15"0,1 1 7 0,3-1-8 16,1-2-20-16,-5 2-27 0,5-2-27 0,0 0-32 16,0 0-23-16,-7 4-14 0,7-4-26 0,0 0-19 15,0 0-21-15,0 0-22 0,0 0-13 0,0 0-23 16,0 0-10-16,-2 4-14 0,2-4-16 0,0 0-11 15,0 0-3-15,0 0-5 0,0 0-8 16,0 0-14-16,0 0 0 0,0 0 5 0,0 0-12 16,15 0 12-16,-5-2-14 0,3 1-123 0,0-1 0 15,7-2 0-15,1 2 0 0,4-3 0 0,-3 2 0 16,6-4 0-16,-1 4 0 0,-9-1 0 0,5-3 0 0,-4 6 0 16,-2-2 0-16,-3 2 0 0,-3-1 0 15,-1 1 0-15,-3 1 0 0,0-2 0 0,-7 2 0 16,12 0 0-16,-12 0 0 0,0 0 0 0,10-1 0 15,-10 1 0-15,0 0 0 0,0 0 0 0,0 0 0 16,0 0 0-16,0 0-333 0,9 3-96 0,-9-3-57 16,0 0-52-16,0 0-46 0,0 0-387 0,0 0-1051 15,0 0 466-15</inkml:trace>
  <inkml:trace contextRef="#ctx0" brushRef="#br0" timeOffset="36233.4451">3579 2285 427 0,'-2'-5'492'0,"-1"-4"16"0,2-2 8 0,0 8-2 16,1 3-23-16,0-9-21 0,-2 3-25 0,4 0-9 16,-2 6-11-16,0-6 1 0,0 6-21 0,0 0-23 15,1-5-30-15,-1 5-27 0,5-5-30 0,-1 4-27 16,5-3-32-16,1-1-13 0,9 1-15 0,-1-2-9 15,10 1-51-15,1-2-148 0,3 2 0 0,3 0 0 16,0 0 0-16,-1 1 0 0,4-3 0 0,-2 3 0 16,1-2 0-16,-4 0 0 0,-1 4 0 0,-4-3 0 15,-6 4 0-15,-3 0 0 0,2-1 0 0,-3 2 0 16,-8-1 0-16,-2 1 0 0,-2-2 0 0,-6 2 0 16,14-1 0-16,-14 1 0 0,8 1 0 0,-3-1-429 15,-5 0-151-15,5 3-55 0,-5-3-457 16,0 0-1182-16,-1 7 524 0</inkml:trace>
  <inkml:trace contextRef="#ctx0" brushRef="#br0" timeOffset="36686.4236">4168 2406 336 0,'0'0'491'15,"0"0"5"-15,-1 1-2 0,1-1-15 0,0 0-19 16,0 0-32-16,0 0-28 0,0 0-36 0,0 0-30 16,0 0-29-16,0 0-34 0,0 0-35 0,0 0-24 15,0 0-27-15,0 0-16 0,0 0-25 0,0 12-9 16,1-10-16-16,2 3-12 0,-2 3-8 0,3-3-14 16,0 5-9-16,-2-3-8 0,-2 0-7 0,3 1-16 15,0-1-25-15,-1 1-9 0,-2-2-14 0,1 0-6 16,1-2-2-16,-1 1-7 0,3-2 3 0,-4 1-1 15,1 1 8-15,-1-3 2 0,0-2 2 0,0 0 8 16,1 5 18-16,-1-5 18 0,0 0 0 0,0 0-6 16,8-10-7-16,-8 10 4 0,4-10 6 0,1 2 6 15,1-2 6-15,-2 2-4 0,1-3 6 0,4 2 4 16,-5 2 10-16,2-2-13 0,-2 4 4 0,1 0-6 16,2-1 0-16,-5 3-5 0,2-1-10 0,-4 4-4 15,7-4-7-15,-7 4-4 0,7 0-1 0,-7 0-6 16,0 0 0-16,14 3 0 0,-9-1 1 0,2 1-12 15,-2 3 4-15,0-2 2 0,0 0-6 0,0 0-4 16,-1 2-23-16,1 0-30 0,-2-1-34 16,1 1-34-16,-1 1-41 0,0-2-49 0,5 0-47 0,-5 0-46 15,0 0-48-15,2-2-53 0,2-1-66 0,-1 0-372 16,-6-2-914-16,15-4 405 0</inkml:trace>
  <inkml:trace contextRef="#ctx0" brushRef="#br0" timeOffset="37030.4401">4506 2423 260 0,'0'0'405'0,"5"-3"2"15,-3 0-10-15,-2 3-25 0,4-3-16 0,0 1-24 0,-4 2-21 16,0 0-24-16,5-3-21 0,-5 3-18 0,4-4-23 16,0 3-26-16,-4 1-18 0,8-1-15 0,-8 1-22 15,11 1-9-15,-6 0-21 0,3 0-8 16,-3 2-8-16,4 1-14 0,0 0-9 0,-4-1-8 15,6 3-6-15,-4 1-7 0,-1-1-4 0,2 3-4 16,-3-1-5-16,0 0-6 0,-2-1-3 0,-2 0-3 16,0-1 3-16,-2 2-2 0,-2-1 2 0,-2 1-2 15,-1 1 1-15,-2-2 0 0,-2 0 6 0,-1-1 5 16,-1 1 5-16,-2-4 4 0,1 0 13 0,0 1 12 16,2-3 16-16,3-1 17 0,-2 1 12 0,10-1-11 15,-17-4 1-15,12 1-14 0,0-1-7 0,-4-4-13 16,4 0-4-16,3-1-15 0,-1 0-32 0,2-2-29 15,-1 3-46-15,5-5-51 0,2 4-41 0,0-2-49 16,8-3-45-16,-4 7-35 0,0-7-34 0,6 4-27 16,-2 0-35-16,0-1-44 0,-3 5-44 0,-1-2-246 15,5-3-758-15,-6 4 335 0</inkml:trace>
  <inkml:trace contextRef="#ctx0" brushRef="#br0" timeOffset="37311.5656">4603 2207 210 0,'0'-7'390'0,"2"1"25"16,0-5 22-16,-1 3 30 0,0-2 19 0,0 4 8 16,2 0 7-16,-2 1 24 0,1-1 7 0,0 2-8 15,-1 3-23-15,1-4-41 0,0 3-39 16,-2 2-35-16,3-5-44 0,-3 5-37 0,0 0-31 0,1-3-35 16,-1 3-28-16,0 0-140 0,3 10-71 0,-2-2 0 15,-1 4 0-15,0 0 0 0,1 0 0 0,-1 5 0 16,2 0 0-16,0 0 0 0,-2 2 0 15,0 1 0-15,-2 1 0 0,2 2 0 0,0-3 0 16,-3-2 0-16,3-1 0 0,0 1 0 0,0 0 0 16,0-3 0-16,0 1 0 0,3-7-115 0,2 3-366 0,1-2-80 15,4-2-88-15,2-2-416 0,-2-2-1152 16,4-2 509-16</inkml:trace>
  <inkml:trace contextRef="#ctx0" brushRef="#br0" timeOffset="37733.3645">4847 2464 53 0,'0'0'485'0,"0"0"14"0,0 0 8 15,0 0-4-15,0 0-19 0,0 0-27 0,0 0-35 16,0 0-34-16,0 0-26 0,0 0-29 0,0 0-32 16,-18-2-26-16,18 2-28 0,0 0-28 0,0 0-24 15,0 0-15-15,0 0-24 0,0 0-14 0,0 0-19 16,0 0-14-16,0 0-11 0,0 0-11 0,0 0-8 15,0 0-2-15,0 0-11 0,0 0-4 0,0 0-3 16,33 2-5-16,-24-4-3 0,3-3-5 0,1 3 4 16,-2-2-6-16,3-1 0 0,-4-2-9 0,3 1-1 15,-3-4 0-15,-1 6 17 0,3-3-6 0,-6-1 8 16,2 2 5-16,-4 0-1 0,-3 1-4 0,3-1-9 16,-3 2-11-16,-1 4-6 0,-1-12 3 0,-3 7-8 15,4 5-10-15,-9-8 4 0,1 6-5 0,8 2-5 16,-19-1-1-16,6 2-4 0,-1 0-3 0,4 1 4 15,-4 1-5-15,1 1 6 0,3 0-12 0,0 1 6 16,0 2 1-16,2-1 5 0,-1 1-7 0,4 2 2 16,-2-3-4-16,4 3-1 0,0-2-4 15,2 4-3-15,1-3-10 0,1 1-7 0,3 0-3 0,1 2-11 16,3-2-14-16,3-2-20 0,5 3-28 0,1-2-33 16,4 0-36-16,-1-4-34 0,3 0-64 0,8-3-44 15,0 0-36-15,-2-2-56 0,-1-4-32 0,-7 1-33 16,8-3-301-16,-10 0-840 0,4-6 372 15</inkml:trace>
  <inkml:trace contextRef="#ctx0" brushRef="#br0" timeOffset="37967.8493">5246 2345 79 0,'-4'-6'328'0,"4"6"23"0,-3-4 31 0,3 4 23 0,0-4 27 16,0 4 12-16,0 0 3 0,0 0-8 15,0-7-16-15,0 7-13 0,0 0-19 0,0 0-28 16,0 0-33-16,0 0-20 0,0 0-36 0,0 0-20 15,0 0-12-15,0 0 6 0,16 10-5 0,-10-1-16 16,-1 0-22-16,3 1-16 0,1 3-18 0,1 0-16 16,-2-3-13-16,1 2-13 0,-1-1-21 0,-1 2-38 15,1-4-70-15,1 5 0 0,-1 0 0 0,0-3 0 16,0-2 0-16,-3-1 0 0,4 2 0 0,-4-3 0 16,0 2-184-16,-1-4-54 0,1 0-65 0,0-2-60 15,4 3-74-15,-4-5-87 0,3-1-500 0,-8 0-1109 16,13-6 491-16</inkml:trace>
  <inkml:trace contextRef="#ctx0" brushRef="#br0" timeOffset="38311.3531">5471 2317 291 0,'2'-4'502'0,"-1"-2"24"0,-1 1 16 0,0 5-7 15,2-7 0-15,-2 7-30 0,1-6-15 0,-1 6-22 0,0 0-26 16,0 0-33-16,0 0-33 0,0 0-41 0,0 0-33 15,0 0-30-15,0 0-16 0,0 0 29 0,0 0-2 16,-13 18-18-16,4-9-19 0,-1 7-16 16,-6 5-134-16,-1 3-96 0,-5 0 0 0,-2-3 0 15,0 6 0-15,-1-2 0 0,0-1 0 0,-3 1 0 16,3 0 0-16,0-3 0 0,4-3 0 0,6-5 0 0,2-1 0 16,-1-4 0-16,6-2 0 0,2 0 0 0,0-2 0 15,1 0 0-15,2-3 0 0,3-2 0 16,-8 6 0-16,5-3 0 0,3-3 0 0,-4 3 0 15,4-3 0-15,0 0 0 0,-4 4 0 0,4-4 0 16,0 0 0-16,0 0 0 0,0 0 0 0,0 0 0 16,-2 5 0-16,2-5-138 0,0 0-225 0,0 0-46 15,17-6-39-15,-17 6-59 0,15-10-67 0,-7 3-385 0,5-5-1039 16,-4 2 460-16</inkml:trace>
  <inkml:trace contextRef="#ctx0" brushRef="#br0" timeOffset="38875.278">6241 2104 413 0,'0'-3'483'0,"1"0"4"16,-1 3 10-16,3-7 1 0,-2 4-7 0,2-2-13 16,-3 5 10-16,1-3 9 0,-1 3-3 0,4-4-20 15,-4 4-23-15,0 0-28 0,0 0-31 0,4-1-40 16,-4 1-21-16,0 0-38 0,0 0-30 0,0 0-34 16,0 0-72-16,0 0-157 0,-3 10 0 0,2-3 0 15,-4 7 0-15,-3 5 0 0,-6 7 0 16,4 1 0-16,-4 5 0 0,1 1 0 0,-5 13 0 0,2-2 0 15,5-9 0-15,-1 14 0 0,-1 0 0 0,-1-5 0 16,1 1 0-16,-1 1 0 0,5-11 0 0,4-2 0 16,-3-1 0-16,2 4 0 0,8-4 0 0,-4-1 0 15,2-3 0-15,6 4 0 0,2-4 0 16,2-4 0-16,4-9 0 0,4 7 0 0,-3-7 0 16,3 2 0-16,-1-4 0 0,-3-1 0 0,-3-4 0 0,0-1 0 15,0-1 0-15,-1-1 0 0,-2-3 0 0,1 3 0 16,-3-3 0-16,2-2-293 0,-8 0-342 15,13-2-576-15,-5-3-1311 0,-5-1 580 0</inkml:trace>
  <inkml:trace contextRef="#ctx0" brushRef="#br0" timeOffset="39517.5946">6411 2385 4204 0,'4'-16'591'0,"0"0"-211"16,0-2-59-16,-2 2 53 0,2 4 31 0,-1 0-2 16,1 1-28-16,-2 2-43 0,-1 3-42 0,2-3-18 15,-3 5-28-15,3 1-244 0,-3 3 0 0,2-4 0 16,-2 4 0-16,4-4 0 0,-4 4 0 0,0 0 0 16,0 0 0-16,0 0 0 0,0 0 0 0,6 14 0 15,-6-3 0-15,1-1 0 0,2 6 0 0,2 2 0 16,-5-1 0-16,4 0 0 0,-4 2 0 0,1 0 0 15,3-1 0-15,0 0 0 0,-4 0 0 0,5-1 0 16,-5 0 0-16,1-4 0 0,2-2 0 0,-6-2 0 16,6 1 0-16,-3-2 0 0,1-3 0 0,-1-2 0 15,3 1 0-15,-3-4 0 0,1 6 0 0,-1-6 0 16,0 0 0-16,0 0 0 0,0 0 0 0,0 0 0 16,9-23 0-16,-5 13 0 0,0 1 0 0,1-3 0 15,0-3 0-15,3-1 0 0,-3 7 0 0,0-2 0 16,-1 0 0-16,1 3 0 0,-2 2 0 0,0-1 0 15,1 3 0-15,-2 0 0 0,1 0 0 0,0-1 0 16,-3 5 0-16,5-3 0 0,-5 3 0 0,0 0 0 16,0 0 0-16,21 12 0 0,-10-8 0 0,0 1 0 15,2 8 0-15,0-5 0 0,2 2 0 0,-6 0 0 16,6-2 0-16,-6 0 0 0,4 1 0 0,-4-2 0 16,0 0 0-16,0 0 0 0,1-1 0 0,-6-4 0 15,4 2 0-15,-4 0 0 0,1-1 0 0,1-2 0 16,-6-1 0-16,0 0 0 0,15-5 0 0,-9 1 0 15,1-5 0-15,1 1 0 0,-2-3 0 0,3-4 0 16,-1-4 0-16,1 1 0 0,-4-1 0 0,0-6 0 16,0-1 0-16,-2 6 0 0,0 2 0 0,-3 2 0 15,4-2 0-15,-4 0 0 0,-2 2 0 0,2-1 0 16,-2 6 0-16,0 2 0 0,2 2 0 0,-1 0 0 16,-1 1 0-16,2 1 0 0,0 5 0 0,-1-5 0 15,1 5 0-15,0-8 0 0,0 8 0 0,0 0 0 16,0 0 0-16,0 0 0 0,0 0 0 0,0 0 0 15,-2 25 0-15,4-12 0 0,-2-4 0 0,1 3 0 16,8 6-588-16,-2-4-680 0,3-2-1373 0,3 1 608 16</inkml:trace>
  <inkml:trace contextRef="#ctx0" brushRef="#br0" timeOffset="39846.4959">7150 2475 308 0,'0'0'617'0,"0"0"12"0,0 0 17 0,0 0 10 16,4-13-13-16,-4 13-32 0,1-5-42 0,-1 5-37 15,0 0-39-15,0 0-39 0,0 0-35 0,0 0-40 16,0 0-34-16,0 0-38 0,0 0-20 0,0 0-44 16,0 0-190-16,0 0-53 0,0 0 0 15,0 0 0-15,0 0 0 0,0 16 0 0,3-11 0 0,-3 3 0 16,0 1 0-16,0-2 0 0,1 3 0 0,-1-1 0 15,4 2 0-15,-3 0 0 0,-1-3 0 0,0 1 0 16,0 1 0-16,1-2 0 0,-1-1 0 0,0-3 0 16,0 1 0-16,0 1 0 0,0-6 0 0,0 7 0 15,0-7 0-15,0 6 0 0,0-6 0 16,0 5 0-16,0-5 0 0,0 0-142 0,0 0-365 16,0 0-84-16,8-24-81 0,-4 13-375 0,-3-6-1133 0,6-1 501 15</inkml:trace>
  <inkml:trace contextRef="#ctx0" brushRef="#br0" timeOffset="40018.3614">7154 2323 168 0,'0'0'484'0,"0"0"26"0,-4-7 36 0,4 7 23 16,0 0 4-16,-4-7-19 0,4 7-31 0,0-3-45 16,0 3-43-16,0 0-52 0,0 0-31 0,0 0-34 0,0 0-32 15,0 0-34-15,0 0-52 0,0 0-55 0,0 0-66 16,0 0-61-16,0 0-57 0,0 0-57 15,0 0-65-15,0 0-68 0,0 0-58 0,0 0-54 16,0 0-77-16,0 0-87 0,17 1-295 0,-11-5-866 16,3 0 383-16</inkml:trace>
  <inkml:trace contextRef="#ctx0" brushRef="#br0" timeOffset="40472.1491">7339 2148 140 0,'3'-4'507'0,"-3"4"19"16,1-6 1-16,-1 6-5 0,0-6-10 0,0 6-16 16,0 0-9-16,0-7-26 0,0 7-13 0,5-5-17 15,-5 5-32-15,0 0-14 0,0 0-32 0,0 0-32 16,0 0-28-16,0 0-36 0,0 0-35 0,0 0-24 15,0 0-10-15,17 17-1 0,-11-8-9 0,7 5-25 16,1 0-153-16,1 6 0 0,-1 4 0 0,-1 0 0 16,2 4 0-16,-3-4 0 0,3 2 0 0,-6 2 0 15,1 1 0-15,-3-1 0 0,-1 1 0 0,-5-3 0 16,-4 6 0-16,-3 1 0 0,3-2 0 0,-10 1 0 16,0 1 0-16,-5-1 0 0,-6 8 0 0,5-12 0 15,-4-1 0-15,0-1 0 0,-3-1 0 0,7-3 0 16,-1-3 0-16,5-6 0 0,0 0 0 0,2-3 0 15,3-2 0-15,3-1 0 0,0-2 0 0,3 1 0 16,0-2 0-16,4-4 0 0,-7 4 0 0,7-4 0 16,-8 4 0-16,8-4 0 0,0 0 0 15,-5 4 0-15,5-4 0 0,0 0 0 0,0 0 0 0,-5 5 0 16,5-5 0-16,0 0 0 0,0 0 0 0,0 0 0 16,0 0 0-16,0 0 0 0,0 0 0 0,0 0-559 15,13-18-116-15,-6 12-485 0,2-2-1256 0,0 4 556 16</inkml:trace>
  <inkml:trace contextRef="#ctx0" brushRef="#br0" timeOffset="40957.4056">8120 2402 234 0,'0'0'427'0,"-6"1"7"0,6-1-3 0,0 0 2 16,0 0-13-16,0 0 0 0,0 0-9 0,0 0-16 16,0 0-8-16,0 0-7 0,0 0-10 0,0 0-14 15,-2 3-12-15,2-3-9 0,0 0-16 0,0 0-17 16,0 0-23-16,0 0-23 0,0 0-22 0,0 0-28 15,14-5-24-15,-5 2-19 0,4 0-13 0,-1-3-19 16,3 3-8-16,-1 2-54 0,5-4-69 0,-9 2 0 16,2-1 0-16,2 0 0 0,-4 2 0 0,3 0-88 15,-4 0-81-15,-5 1-43 0,-4 1-49 0,9-3-59 16,-7 3-64-16,-2 0-30 0,0 0-4 0,0 0-16 16,5 8-28-16,-5-4-28 0,-5 3-267 0,-1 0-820 15,-2 2 364-15</inkml:trace>
  <inkml:trace contextRef="#ctx0" brushRef="#br0" timeOffset="41191.651">8129 2557 176 0,'-4'3'356'0,"1"3"39"0,1-3 46 15,2-3 38-15,-1 3 30 0,1-3 15 0,0 4 14 16,0-4 19-16,0 0 8 0,0 0 5 0,0 0-24 16,0 0-27-16,0 0-23 0,0 0-38 0,0 0-30 15,0 0-36-15,0 0-150 0,2 4-242 0,-2-4 0 16,0 0 0-16,0 0 0 0,0 0 0 0,13-8 0 15,-7 6 0-15,2-2 0 0,2 0 0 0,1-1 0 16,-1 2 0-16,1 0 0 0,-2 0 0 0,5-1 0 16,-1 1 0-16,1-1 0 0,3 2 0 0,-3-1 0 15,0 3 0-15,6-4-194 0,-3 4-336 0,1-3-73 16,0-1-541-16,-7 2-1240 0,3-1 549 0</inkml:trace>
  <inkml:trace contextRef="#ctx0" brushRef="#br0" timeOffset="41504.5926">8501 2349 400 0,'1'-4'622'0,"-1"4"17"0,3-6 22 16,-2 4-5-16,-1 2-12 0,0-4-32 0,0 4-40 15,0 0-40-15,3-3-42 0,-3 3-38 0,0 0-43 16,0 0-38-16,0 0-37 0,0 0-31 0,0 0-35 15,0 0-42-15,0 0-226 0,5 14 0 16,-2-8 0-16,2 4 0 0,-1 1 0 0,0 1 0 0,1 3 0 16,-2 1 0-16,-1 2 0 0,2 0 0 0,-4 1 0 15,-1 0 0-15,1-2 0 0,-3 1 0 0,-2 0 0 16,0 0 0-16,-1-2 0 0,-2 0 0 0,-3 0 0 16,2 1 0-16,-4-5 0 0,-1 0 0 15,0 0 0-15,0-4 0 0,2-1 0 0,-2-4-82 0,5 2-366 16,4-1-37-16,-5-1-58 0,6-2-71 0,-2 1-390 15,6-2-1087-15,0 0 482 0</inkml:trace>
  <inkml:trace contextRef="#ctx0" brushRef="#br0" timeOffset="44304.4727">9404 2199 303 0,'0'0'441'0,"0"-8"16"0,0 4 15 16,0 4 3-16,0-7-10 0,-1 3-10 0,1-1-8 16,-1 0 2-16,1 1 6 0,0 4-18 15,-1-7-21-15,1 7-15 0,-2-4-25 0,2 4-23 16,-1-3-23-16,1 3-30 0,0 0-31 0,-4-4-23 15,4 4-28-15,0 0-23 0,0 0-26 0,0 0-107 0,0 0-62 16,0 0 0-16,0 0 0 0,0 0 0 0,0 0 0 16,0 18 0-16,3-5 0 0,-5 4 0 0,5 0 0 15,0 2 0-15,-2 1 0 0,4 4 0 0,1 2 0 16,-3-1 0-16,-1 2 0 0,0-1 0 16,1-1 0-16,-3 0 0 0,3-5 0 0,-3-2 0 15,0 1 0-15,-1-1 0 0,2 0 0 0,-1-2 0 0,1 0 0 16,1-5 0-16,-4-2 0 0,2 1 0 0,0-3 0 15,0-1 0-15,0 0 0 0,0-1 0 16,2-3 0-16,-2-2 0 0,1 6 0 0,-1-3 0 16,0-3 0-16,5 1-47 0,-5-1-358 0,10-7-85 15,-10 7-63-15,10-9-85 0,-4 3-372 0,0-1-1094 0,-2-3 484 16</inkml:trace>
  <inkml:trace contextRef="#ctx0" brushRef="#br0" timeOffset="44680.2779">9343 2246 3224 0,'-1'-11'457'0,"1"0"-153"15,-1 1-52-15,1 1 26 0,0 2 19 0,0-3-6 16,0 3-41-16,0 2-28 0,2-2-30 0,1-2-10 16,-1 2-6-16,2 2-25 0,0-1-5 0,3-1-21 15,2 2-15-15,3-3-3 0,-1 5-5 0,2-1-8 16,6 2-13-16,2-1-4 0,-1 5-13 0,7 2-6 15,-4 0-4-15,5 3 3 0,-2 4-1 0,-3 3-1 16,-7-3 2-16,2 1-5 0,3 7 14 0,-7-7-8 16,-1 3 3-16,-1 1-14 0,-3 1 4 0,-1 2-6 15,-3 2-9-15,-4-2 8 0,2 5-20 0,-6-4 15 0,-2 5-3 16,-2 2-2-16,-4-2-4 0,-4-3-2 16,0 4-7-16,-6-3-21 0,1 0 0 0,-2-2 0 15,-1 0 0-15,0-4 0 0,6-5 0 0,2-1 0 16,1-1 0-16,0-4 0 0,5 0 0 0,0-2 0 15,1-1 0-15,3 1 0 0,1-2 0 0,1 1 0 0,3-3-31 16,0 0-124-16,0 0-86 0,0 0-84 16,9-10-92-16,1 9-76 0,1-4-89 0,2 1-410 15,1 0-1074-15,4-2 476 0</inkml:trace>
  <inkml:trace contextRef="#ctx0" brushRef="#br0" timeOffset="45071.5376">9843 2525 86 0,'0'-5'525'0,"0"5"1"15,1-3 14-15,-1 3-7 0,1-4-16 0,-1 4-29 16,0 0-40-16,0 0-46 0,0 0-34 0,0 0-30 16,0 0-17-16,0 0-24 0,3-7-31 0,-3 7-24 15,0 0-19-15,0 0-21 0,4-3-14 0,-4 3-11 16,0 0-22-16,3-3-20 0,1-1-22 15,3 1-15-15,4-4-5 0,-1 1-11 0,6-5-5 0,-1 0-7 16,0 2-4-16,1-2-12 0,0 0 2 0,0 1-4 16,-1-2-9-16,-1 2 3 0,-1 0-8 0,-6 3 13 15,0 2 7-15,-1-3 10 0,-2 5 2 0,0 0-6 16,-1-1-49-16,-3 4-15 0,0-10 0 0,0 10 0 16,-7-7 0-16,2 4 0 0,-3 2 0 0,-1-1 0 15,-2 2 0-15,-2 1 0 0,-1 1 0 0,-1 4 0 16,-6 1 0-16,7-2 0 0,-4 5 0 0,5 0 0 15,0 0 0-15,1 2 0 0,3-3 0 0,0 1 0 16,4-2 0-16,1 3 0 0,2-4 0 0,3 5 0 16,1-1-72-16,4 0-45 0,4-2-27 0,3 3-40 15,6-5-40-15,0 1-49 0,9 3-40 0,4-5-53 16,0-5-48-16,0 1-42 0,2-4-74 0,1 0-320 16,-6-8-920-16,6 0 406 0</inkml:trace>
  <inkml:trace contextRef="#ctx0" brushRef="#br0" timeOffset="45399.7234">10405 2105 299 0,'-1'-7'548'0,"1"-2"40"0,-3 2 23 0,3 1 12 0,3 1 17 16,-3 1-6-16,1 0-15 0,-1 1-21 0,0 3-22 15,0-7-36-15,0 7-36 0,1-2-40 0,-1 2-47 16,0 0-34-16,0 0-236 0,0 0-147 0,0 0 0 15,0 0 0-15,3 12 0 0,-3-1 0 16,1 16 0-16,-1 0 0 0,4 5 0 0,-4 3 0 16,5 11 0-16,-1 1 0 0,0 0 0 0,-2 3 0 0,1-1 0 15,-2-2 0-15,-4 0 0 0,3-2 0 0,2 2 0 16,-4-1 0-16,2-11 0 0,2-1 0 16,-4 12 0-16,1-15 0 0,1 1 0 0,-1-4 0 15,2 1 0-15,0-10 0 0,-1-1 0 0,0-3 0 16,-1-5 0-16,1 1 0 0,1-4 0 0,1 1 0 0,-1-2 0 15,6-2 0-15,-1-3-2 0,-6-1-623 0,14-1-72 16,-14 1-448-16,11-10-1240 0,-7-1 549 0</inkml:trace>
  <inkml:trace contextRef="#ctx0" brushRef="#br0" timeOffset="45775.1248">10261 2669 24 0,'-6'-5'541'0,"3"1"6"0,-3-1 16 0,1 0 2 0,2 3-15 16,-1-3-11-16,4 5-28 0,-4-7-43 16,4 7-40-16,0-8-37 0,0 3-53 0,3 0-28 15,-3 5-32-15,5-13-26 0,1 6-33 0,2-3-21 16,1 3-21-16,5-3-15 0,1 1-15 0,2-2-24 16,-1 4-11-16,11-2-12 0,0 0-12 0,-7 0-9 15,0 2-4-15,1 2-12 0,-4 0-4 0,3 0 3 16,1 1-16-16,-3-3 0 0,-4 4-12 0,2-1-3 15,-3 1-2-15,-4 2-9 0,5-1-4 0,-9 1-16 16,-5 1 0-16,13-1 0 0,-13 1 0 0,9 0 0 16,-9 0 0-16,9 5 0 0,-9-5 0 0,5 4 0 15,-4 0 0-15,2 1 0 0,-2 0 0 0,2 1 0 16,-2-2 0-16,-1 3 0 0,0-2 0 0,0 1 0 16,3 1 0-16,-3-3 0 0,1 2 0 0,0 1 0 15,-1-2 0-15,0 2 0 0,0-7 0 0,0 11 0 16,3-8 0-16,-2 0-39 0,-1 1-70 0,0-4-35 15,0 6-34-15,0-6-36 0,0 0-40 0,7 5-70 16,-4-5-95-16,-3 0-87 0,16-3-495 0,-9-4-1085 16,1 0 481-16</inkml:trace>
  <inkml:trace contextRef="#ctx0" brushRef="#br0" timeOffset="45947.0651">10744 2365 442 0,'2'-5'466'0,"-2"2"35"0,0 3 32 15,0 0 11-15,0-8-17 0,0 8-17 0,0 0-49 16,2-5-44-16,-2 5-41 0,0 0-47 0,0 0-34 16,1-6-47-16,-1 6-69 0,0 0-77 0,0 0-99 15,0 0-99-15,0 0-71 0,0 0-82 0,0 0-93 16,10 17-111-16,-9-10-318 0,8 1-836 0,-5 0 370 16</inkml:trace>
  <inkml:trace contextRef="#ctx0" brushRef="#br0" timeOffset="46338.3842">10865 2466 2 0,'0'0'451'0,"0"0"5"0,0 0 18 0,0 0 18 0,0 0-5 15,0 0-6-15,5-9-27 0,-5 9-16 0,0 0-35 16,0 0-22-16,0 0-14 0,0 0-29 0,0 0-29 16,0 0-24-16,0 0-33 0,0 0-30 0,0 0-21 15,0 0-16-15,0 0-26 0,1 16-9 16,2-11-16-16,-4 5-22 0,2 1-6 0,3-1-22 15,-1 0-35-15,-2 1-24 0,3-2-24 0,-2 1-26 0,3-2-22 16,-5 1-25-16,0-3-23 0,1-1-7 0,1 1-13 16,-1-1 0-16,-1-5 6 0,3 3 16 0,-3-3 9 15,6 4 9-15,-6-4 11 0,10-1 7 0,-2-4 9 16,1 1 6-16,-1-3 3 0,3-1 6 16,-5 0 1-16,2-3 23 0,1 4 31 0,1-4 24 15,-3 3 14-15,2-1 18 0,-3 2 10 0,4 0 5 16,-6 4 1-16,1-2-2 0,-1 2-6 0,0-1-3 0,0 1-9 15,-4 3-14-15,7-2-2 0,-7 2-15 0,0 0 1 16,4-1-6-16,-4 1-4 0,0 0-7 0,12 7-1 16,-11-3-1-16,4 0-24 0,-1 1-30 15,2 1-51-15,1 1-50 0,-4-1-56 0,4 2-54 16,-2-4-70-16,5 3-72 0,-5-2-56 0,4-1-62 16,-2-1-354-16,1-3-924 0,-1 2 409 0</inkml:trace>
  <inkml:trace contextRef="#ctx0" brushRef="#br0" timeOffset="46760.5845">11229 2500 17 0,'0'0'339'0,"-1"-5"18"0,1 5 20 15,1-4 1-15,-1 4 3 0,0 0-4 0,0-4-2 16,0 4-6-16,0 0-4 0,0 0-6 0,2-4-17 16,-2 4-11-16,0 0-19 0,0 0-21 0,0 0-27 15,0 0-19-15,0 0-25 0,0 0-29 0,0 0-19 16,0 0-17-16,0 0-16 0,0 0-14 0,0 0-20 15,0 0-5-15,0 0-4 0,0 0-17 0,0 0-2 16,12 5-7-16,-12-5-12 0,11 0-1 0,-4 1-6 16,1-2-1-16,1 0-7 0,1-2-12 0,3 2 8 15,-2-2 1-15,7-2-6 0,-7 1-1 0,1-1-12 16,-1 1 13-16,-4-1 4 0,1 1-1 0,-2 1 1 16,-1 1 8-16,0-3 1 0,-2 1-4 0,-3 4-1 15,8-5 1-15,-8 5-9 0,5-3-1 0,-5 3-7 16,0 0-4-16,0 0-5 0,-10-6 0 0,10 6-17 15,-16 1 9-15,2 1-3 0,3 4 2 0,-5-1-1 16,1 5-9-16,0-2 5 0,1 1-2 0,2-4 4 16,-2 2-17-16,6-1-25 0,2 2-7 0,-3-1 2 15,4-3-6-15,1 3-11 0,4 0-13 0,-1 1-15 16,2-2-11-16,4 1-11 0,8 1-25 0,1 0-22 16,5-2-35-16,2-2-24 0,7 2-42 0,1-4-42 15,3 1-29-15,-5-5-7 0,2-1-6 0,2 0-14 16,-9-4-8-16,5-2-15 0,-1-3-23 0,-10 4-209 15,2 0-660-15,-2-3 291 0</inkml:trace>
  <inkml:trace contextRef="#ctx0" brushRef="#br0" timeOffset="47104.844">11720 2391 53 0,'0'0'365'0,"0"0"27"0,0 0 19 0,0-8 6 15,0 8 2-15,0 0-10 0,4-5-10 0,-4 5-14 16,4-2-12-16,-4 2-12 0,4-5-12 0,-4 5-21 15,0 0-30-15,6-3-24 0,-6 3-20 0,0 0-28 16,0 0-24-16,14 1-23 0,-14-1-17 0,0 0-21 16,10 4-15-16,-10-4-13 0,9 4-13 0,-4 0-6 15,3 1-15-15,-3 0-8 0,-1 2-3 0,0-2-10 16,1 2-4-16,-1 3-10 0,0-2-1 0,-1-1 2 16,0 1-8-16,-3 2-3 0,-3-1-2 0,-2-1-5 15,-1 2-2-15,-2-2-11 0,-3 3 7 0,-7-1-13 16,-1-3-9-16,1 2-6 0,-9-3-5 0,8-1 5 15,-1-2-6-15,9 1 14 0,-2-3-6 0,2-1 7 16,-1-1-8-16,5-1 3 0,-2-4-4 0,1-1-10 16,2 0-15-16,0-1-22 0,4 1-25 0,-1-4-17 15,5 0-15-15,-2-2-35 0,3 0-39 0,5-2-54 16,4-1-50-16,-1 1-44 0,2 4-33 0,1-4-31 16,0 2-5-16,-3 0-34 0,1 6-273 0,-3-2-767 15,1-1 340-15</inkml:trace>
  <inkml:trace contextRef="#ctx0" brushRef="#br0" timeOffset="47324.3739">11737 2194 152 0,'-2'-7'262'0,"0"-4"27"16,-2 1 27-16,4 1 31 0,-1-2 19 0,1 2 12 15,-3-3 14-15,3 4 16 0,0-3 13 16,0 6-2-16,-1-4 9 0,1 4 8 0,1-1 9 0,-1 3-1 16,3-1-15-16,-2 1-16 0,-1 3-29 0,3-3-37 15,-3 3-28-15,0 0-33 0,0 0-32 0,0-5-24 16,0 5-204-16,0 0-26 0,0 0 0 0,-7 18 0 31,7-7 0-31,0 4 0 0,3 5 0 0,-6 5 0 0,3-6 0 0,0 5 0 0,0 2 0 0,0 2 0 16,0-4 0-16,0 2 0 0,-1-1 0 0,0-6 0 15,-1 0 0-15,5 0 0 0,-4 1 0 0,2-1 0 16,4-1 0-16,1-1-561 0,2-2-711 0,6-4-1378 16,2-4 610-16</inkml:trace>
  <inkml:trace contextRef="#ctx0" brushRef="#br0" timeOffset="48200.5308">12455 2420 323 0,'-5'-8'508'0,"5"8"10"0,-1-7-6 16,1 7-15-16,0-7-22 0,0 4-19 0,0 3-12 16,0-8-26-16,2 3-16 0,-1 1-30 15,-1 4-26 1,4-7-28-16,-1 4-23 0,-3-1-25 0,2 0-35 0,-2 4-20 0,3-5-27 0,-1 1-19 16,2 1-22-16,0 0-15 0,0 2-16 0,-4 1-11 0,9-2-12 15,-2 1-14-15,-7 1-11 0,15 3-6 0,-4-1-9 16,-2 3-5-16,0 0-6 0,0 1-11 0,2 0-3 15,-3 1-13-15,1-1-6 0,-5 2-4 16,2 1-6-16,2-2-10 0,-5 5-3 0,-2-3-6 16,-4 3 1-16,-2-1-4 0,-1-3-7 0,-6 4-12 15,2-1-12-15,-8-3-8 0,4 2-2 0,-4-2-2 0,0-1 6 16,2-1 4-16,3 0 9 0,0-4 4 16,2-2 12-16,0 0 6 0,1-1 0 0,2-4 19 15,1 1 11-15,2-3 17 0,-2-1 7 0,5-1 13 16,-2-2-3-16,4-2-4 0,3 0 4 0,-1 0 1 15,2 2-3-15,3-4-2 0,-1 3 0 0,-1 3-2 0,1-1-13 16,-1 1 11-16,2 0 3 0,-4 3-5 0,1 1 1 16,1 0-12-16,-1 2 5 0,0-1-14 0,-1 3 0 15,-1-1-4-15,-2 2-7 0,0 0 2 16,17 4 8-16,-12 0-3 0,0-2-4 0,3 3-5 16,-2 2 3-16,3-1 3 0,-4 2-5 0,0 0 3 0,4 1 5 15,-5-3-2-15,1-1 1 0,-1 3-1 0,4-1 2 16,-2 0-5-16,-5 0 3 0,8-2-3 15,-5 1 6-15,5 3 3 0,4-6 6 0,-3 2-10 16,10-2 14-16,0-1-8 0,0-2 3 0,0-2 0 16,9-4 0-16,-4-2-3 0,2-3 24 0,0 1 16 15,-2-4 13-15,0-2-64 0,-2 0 0 0,-5-2 0 0,-2 4 0 32,-3-1 0-32,-1 0 0 0,0-1 0 0,-1 0 0 0,-5 7 0 0,0-4 0 0,-2 1 0 15,-3 6 0-15,2-3 0 0,-2 3 0 0,3 0 0 16,-4 3 0-16,-2-3 0 0,2 6 0 0,-2-4 0 15,2 4 0-15,0 0 0 0,0 0 0 0,-18 10 0 0,13-5 0 16,0 4 0-16,-1 1 0 0,3-2 0 0,-1 8 0 16,1-3 0-16,1-2 0 0,6 5 0 0,1 0 0 15,-2-4 0-15,3 2 0 0,3 0 0 0,-4-4 0 16,4 0 0-16,-5 0 0 0,1-4 0 16,0 3 0-16,-1-5 0 0,0 1 0 0,1-2 0 0,-4 3 0 15,-1-3 0-15,4-2 0 0,-4-1 0 0,1 5 0 16,-1-2 0-16,0-3 0 0,-1 6 0 0,-3-2 0 15,-2 0 0-15,-3 2 0 0,0-1 0 0,-9 1 0 16,0 0 0-16,-2 0 0 0,-1-1-107 16,1 0-127-16,2-1-32 0,0-1-33 0,4-2-34 15,0 1-29-15,0-1-31 0,2-1-38 0,1 2-61 0,2-4-387 16,9 2-953-16,-13-3 421 0</inkml:trace>
  <inkml:trace contextRef="#ctx0" brushRef="#br0" timeOffset="50421.5501">14224 1992 176 0,'0'-4'173'0,"0"4"-17"0,2-7-16 15,0 6-20-15,-2 1-5 0,0-7-16 16,0 7-8-16,0 0-9 0,0-3-9 0,0 3-14 16,0 0-5-16,0 0-28 0,0 0-28 0,0 0-31 31,0 0-32-31,0 0-11 0,-4-4-17 0,4 4-13 15,0 0 8-15,0 0-51 0,0 0-161 0,0 0 530 16,0 0-260-16,0 0 25 0,0 0 26 0,0 0 28 0,0 0 28 16,-7 7 20-16,7-7 7 0,0 0 17 15,0 0 11-15,0 0 12 0,0 0 13 0,0 0 9 16,0 0 5-16,0 0 5 0,-6 3 10 0,6-3 1 16,0 0 9-16,0 0-4 0,0 0 2 0,0 0 6 15,0 0 2-15,0 0 4 0,0 0 6 0,0 0 5 16,0 0 4-16,0 0 6 0,0 0 8 0,0 0 9 0,0 0 8 15,0 0 15-15,0 0 5 0,0 0 5 0,0 0 17 16,0 0-6-16,0 0 4 0,0 0-3 16,0 0-5-16,0 0-9 0,0 0-10 0,0 0-13 15,0 0-11-15,0 0-129 0,0 0-102 0,0 0 0 16,0 0 0-16,0 0 0 0,0 0 0 0,0 0 0 16,0 0 0-16,0 0 0 0,0 0 0 0,-6 1 0 0,-1 2 0 15,1 4 0-15,-6 1 0 0,-2 5 0 16,-5 5 0-16,1 1 0 0,-5 3 0 0,0 0 0 15,1 5 0-15,-1-1 0 0,2 3 0 0,0 1 0 16,5 2 0-16,-2-1 0 0,2 0 0 0,2-3 0 16,3-2 0-16,0 0 0 0,8 0 0 0,-2-8 0 0,2-2 0 15,6-3 0-15,4 2 0 0,0-3 0 0,0-3 0 16,9 2 0-16,-1-1 0 0,2-5 0 16,-1-1 0-16,5 0 0 0,-2-3 0 0,1-3 0 15,2-1 0-15,6-2 0 0,-10-1 0 0,4-2 0 16,-7 0 0-16,2-1 0 0,-1 0 0 0,-4-3 0 15,-3 5 0-15,0-2 0 0,-4 1 0 0,5-3 0 0,-5 3 0 16,-1 0 0-16,0 3 0 0,-2-1 0 16,-2-2 0-16,0 1 0 0,-2 2 0 0,-2-2 0 15,0 2 0-15,-7 2 0 0,-1-2 0 0,1 1 0 16,-1 2 0-16,-2 1 0 0,1 1 0 0,-4 0 0 16,4 0 0-16,0 1 0 0,0 1 0 0,3-1 0 15,1 0 0-15,1 1 0 0,3-2 0 0,5 0 0 16,-9 0 0-16,9 0 0 0,-9-3 0 0,9 3 0 15,-3-1 0-15,3 1 0 0,0 0 0 0,2-6 0 16,4 3 0-16,-1-2 0 0,3 0 0 0,1-1 0 16,4-1 0-16,-4-2 0 0,1 2 0 0,1 0 0 15,-3 1 0-15,0 3 0 0,-2 0 0 0,1-1 0 16,-1 0 0-16,-2 3 0 0,1-1 0 0,-1-1 0 16,-4 3 0-16,5-3 0 0,-5 3 0 0,0 0 0 15,9-1 0-15,-9 1 0 0,0 0 0 0,4 6 0 16,-2 2 0-16,2 0 0 0,-3 3 0 0,3 0 0 15,-2 0 0-15,-1 6 0 0,0 1 0 0,0 2 0 16,1-1 0-16,-1 7 0 0,-1 3 0 0,4-4 0 16,-7 1 0-16,3 1 0 0,-1 0 0 0,1-1 0 15,0-1 0-15,-1 1 0 0,6-1 0 0,-3 0 0 16,-4-6 0-16,4 2 0 0,-2-3 0 0,0-1 0 16,0 0 0-16,1-2 0 0,1-4 0 0,-1-2 0 15,-1 0 0-15,3 0 0 0,-3-3 0 0,2 0 0 16,-2-1 0-16,0-1 0 0,0-4 0 0,0 0 0 15,0 0 0-15,4 9 0 0,-4-9 0 0,0 0 0 16,0 0 0-16,0 0-179 0,15-16-256 0,-11 6-57 16,0 0-71-16,1-5-76 0,-1-2-342 0,-4-2-1062 15,1 0 469-15</inkml:trace>
  <inkml:trace contextRef="#ctx0" brushRef="#br0" timeOffset="50749.4364">14271 2407 382 0,'6'-9'448'0,"-1"-3"20"0,-2 3 13 16,2-3 1-16,-1 4-18 0,4-1-19 0,-1 0-18 16,0 2-23-16,-1-1-29 0,2 1-23 0,-3 4-28 15,2-2-28-15,0 2-29 0,-2-1-21 0,3 1-36 16,1 3-17-16,-9 0-20 0,16 2-22 0,-4 0-15 16,-5 2-17-16,2 1-13 0,0 2-13 0,1 1-6 15,-1 0-12-15,-1 1-3 0,2 0-8 0,-5 1-19 16,1 0-29-16,0 0-11 0,-1 2-10 0,-1-2-22 15,1 1-15-15,-4-5-9 0,-1 3-12 0,4-3 4 16,-4 0 4-16,0 1 1 0,1-1 5 16,-1-2 6-16,4-1 16 0,-4 0 1 0,0-3 33 0,0 0 31 15,0 4 6-15,0-4 0 0,0 0 0 16,0-13-5-16,3 5-1 0,-2-3-4 0,0 1-6 0,2 1-2 16,2-5-3-16,-2 5 2 0,-2-4-9 0,5 5-30 15,1-3-32-15,-1-1-51 0,-2 6-55 0,1-2-59 16,6 2-69-16,-2 1-77 0,-1 4-69 0,5 0-74 15,-3 1-372-15,0 0-943 0,2 1 417 16</inkml:trace>
  <inkml:trace contextRef="#ctx0" brushRef="#br0" timeOffset="51765.9999">14745 2376 279 0,'0'-5'422'15,"4"1"8"-15,-3 0-16 0,3 0-26 0,-4 0-24 16,4 1-27-16,-3 0-33 0,-1 3-28 0,4-5-17 16,-4 5-27-16,6-3-27 0,-2 0-22 0,-4 3-22 15,8-3-14-15,-3 3-21 0,-5 0-10 0,14 6-16 16,-6-2-6-16,-2 1-11 0,2 0-11 0,1 2-13 16,-4 0 2-16,1 2-11 0,-1 0-5 0,1 0-1 15,-5-2-5-15,0 3-7 0,-1-3 1 0,0 4-2 16,-2-4-1-16,-4 4-6 0,0-3-1 0,-2 1-4 15,-1-2-1-15,0-2 1 0,2 3 1 0,-2-5 0 16,2 1-4-16,1-2 20 0,1-1 29 0,0 1 20 16,5-2 22-16,-10-3 5 0,6 0-2 0,0-2-3 15,3-1 3-15,-2-1-6 0,6-1-22 0,-2-3-5 16,3-1-3-16,3-3-9 0,1 1-11 0,0 1-9 16,2-3 0-16,1 2-5 0,2 3-7 0,1 0-3 15,2 0-6-15,-2 1-6 0,1-1 3 0,0 6-5 16,2-4 1-16,-1 4-2 0,0-3-7 0,-5 5 3 15,2-1-2-15,-1 1 2 0,-1-2-5 0,-4 3 2 16,-1 0 2-16,0 0-7 0,-2 2-2 0,-4 0 0 16,9-3 1-16,-6 2-7 0,-3 1 0 0,0 0-10 15,7-1-1-15,-7 1 1 0,0 0-6 0,4-4 2 16,-4 4 0-16,0 0-1 0,0 0 3 0,0 0-1 16,0 0 3-16,0 0-2 0,-4 12 5 0,3-7 1 15,-1 1 1-15,0 0 1 0,1 1-4 0,0 0 4 16,1 3 3-16,-3-3 3 0,3 1-2 0,0-1 0 15,0 1 3-15,1 1-4 0,1-2 4 0,-2-1-1 16,-2 0 0-16,4 1 4 0,-1-3 1 0,3 2-2 16,-2 1 0-16,0-1 3 0,2-1-3 0,-3 1 0 15,1-1-1-15,1-1 0 0,2 1 1 0,-4 1-4 16,3-3 1-16,-4 0 2 0,3 0-3 0,-1 4-3 16,-2-5 2-16,0-2 3 0,1 6 1 0,-1-6 0 15,0 6-3-15,0-6 2 0,0 4 1 0,0-4 1 16,-3 4-1-16,1 0 4 0,1-1 0 0,1-3 2 15,-4 4-1-15,2-2-1 0,-3 1 0 0,5-3-2 16,-5 3 6-16,2-1-1 0,0 1-6 0,3-3 1 16,0 0 6-16,0 0-1 0,-5 1 5 0,5-1-2 15,0 0-1-15,0 0 3 0,0 0-2 0,0 0 4 16,0 0 5-16,0 0 3 0,0 0 6 0,0 0 7 16,0 0-3-16,0 0-3 0,8-8-6 0,-4 3-2 15,5-2-1-15,-2 0-6 0,1-4-3 0,7 2 8 16,-2-6-8-16,-3 2 1 0,10-6 5 0,0 0 1 15,-2 0-2-15,-4 6 2 0,0-2 4 0,1 1-5 16,-2 0 8-16,0 1 5 0,1-1 7 0,-1 1 0 16,-4 1 6-16,0 6 5 0,-3-2-13 0,-1 2 8 15,0 1-2-15,0 3-9 0,-3-2-9 0,-2 4 3 16,3-5-5-16,-3 5-12 0,0 0-12 0,0 0 6 16,3-4-9-16,-3 4 2 0,0 0 2 0,0 0-4 15,0 0-5-15,-6 17 6 0,4-12-5 0,2 3-2 16,-5 1 4-16,3-3-4 0,2 5 7 0,2-2 3 15,3 1-1-15,-3 2-4 0,4-2 4 0,-1 1-3 16,4-2 4-16,-1 2 8 0,-1-3-5 0,1 1-1 16,1-2-2-16,0 2 1 0,-4-4 4 0,4 1-4 15,-4-1-6-15,-1 1 11 0,2-3-3 0,-3 0-1 16,-2 0-2-16,3 3-4 0,0-2-4 0,-3-1 9 16,-1 2-3-16,0-2 7 0,-5 4-2 0,1-2 9 15,-5 6-1-15,-1-5-13 0,-3 3-31 0,-5-1-36 16,-1 1-45-16,1-3-40 0,2 1-33 0,4-2-30 15,3-1-40-15,-5 0-59 0,5-3-47 0,0 2-62 16,2 0-477-16,7-3-979 0,0 0 434 0</inkml:trace>
  <inkml:trace contextRef="#ctx0" brushRef="#br0" timeOffset="52234.9004">16018 2342 127 0,'0'0'532'15,"0"0"7"-15,0 0 8 0,0 0-4 0,0 0-20 16,-17-10-26-16,17 10-38 0,0 0-21 0,0 0-17 16,0 0-23-16,0 0-23 0,0 0-18 0,0 0-31 0,0 0-19 15,0-6-38-15,0 6-15 0,0 0-23 16,0 0-25-16,0 0-21 0,0 0-14 0,0 0-21 15,0 0-19-15,0 0-9 0,0 0-39 0,14-2-83 16,-3-1 0-16,0-1 0 0,2 0 0 0,-4-2 0 16,5 2 0-16,-4-1 0 0,3-3 0 0,-2 2 0 0,1-1 0 15,-1 1 0-15,-2 1 0 0,0-4 0 0,-1 5 0 16,-3 0 0-16,0-2 0 0,-1 2 0 16,1 0 0-16,-3 0 0 0,0 3 0 0,-2 1 0 15,4-5 0-15,-4 5 0 0,4-4 0 0,-4 4 0 16,0 0 0-16,0 0 0 0,-2-4 0 0,2 4 0 15,0 0 0-15,0 0 0 0,-19 4 0 0,9 2 0 0,0-2 0 16,-2 2 0-16,1 2 0 0,-2 1 0 16,1-3 0-16,-1 6 0 0,1 1 0 0,-2 0 0 15,8-4 0-15,-2 0 0 0,3 2 0 0,1 0 0 16,1-1 0-16,2-1 0 0,2 1 0 0,2 1 0 16,3-1 0-16,5 0-48 0,5-2-144 0,3 2-35 15,3-5-33-15,9 1-52 0,1 0-50 0,0-2-47 16,-2-4-48-16,2-9-62 0,2 4-383 0,-5 2-975 15,-1-5 432-15</inkml:trace>
  <inkml:trace contextRef="#ctx0" brushRef="#br0" timeOffset="53140.9383">16477 2260 273 0,'0'0'467'0,"1"-4"14"0,-1 4 19 16,0 0-6-16,0 0-21 0,0 0-24 0,0 0-28 15,0 0-9-15,0 0-35 0,0 0-25 0,0 0-34 16,0 0-25-16,0 0-32 0,0 0-32 0,0 0-25 16,0 0-28-16,0 0-18 0,0 0-17 0,0 0-12 15,3 15-14-15,-2-11-6 0,-1 3-13 0,1-1-6 16,2 2-16-16,-2-2-4 0,3 4-17 0,0-5-15 16,-2 2-13-16,-2-3-9 0,3 3-14 0,-2-1-11 15,2-2-11-15,-3 0-7 0,2-1 0 0,1 0-5 16,-3 1 1-16,0-4 4 0,0 0 10 0,1 3 3 15,-1-3 1-15,0 0 0 0,12 0-1 0,-5-3 9 16,-2-1 2-16,4-5 4 0,-1 5 4 0,-2-3 9 16,3 0 12-16,-1 0 6 0,-2 2 3 0,2-2 9 15,-3 3 16-15,1-2-1 0,-2 2 8 0,2-1 0 16,-3 3 8-16,4-2 0 0,-7 4-7 0,5-4-1 16,-5 4-10-16,6-5-10 0,-6 5-5 0,0 0-10 15,4-2-6-15,-4 2-8 0,0 0-4 0,0 0-2 16,0 0-1-16,9 7-9 0,-9-7 12 0,6 8-10 15,-2-6-10-15,-3 4-8 0,3 0-8 0,-1-1-16 16,-2 3-8-16,0-3-16 0,3 3-1 0,0-1 4 16,0 2 4-16,5-2-3 0,-4 1 3 0,0-3 4 15,4 2 4-15,1-1 3 0,2-2 6 0,-2 0 4 16,3-3 3-16,0-1 8 0,6 0 7 0,-6-1-2 16,3-1 6-16,-4-3 2 0,5-3-4 0,-2 0 16 15,2 1 16-15,-4-3 4 0,-3 0-1 16,3-1 9-16,-6 2 11 0,-1 1 7 0,2 0 0 0,-3 0-8 15,-1 0 0-15,-3 1-1 0,0 1-12 0,-1 1 3 16,0-1-11-16,3 1-3 0,-3 5-9 0,-3-6 2 16,3 6-1-16,0-7-5 0,0 7-2 15,0 0 2-15,0 0-9 0,-9-3 4 0,9 3-2 16,0 0 1-16,0 0 1 0,-19 11 0 0,10-6-9 16,1 1 6-16,2 4 7 0,-3-3-6 0,0 3-8 0,4-2-10 15,-4 0-12-15,1 1-12 0,5 2-6 16,-3-6-11-16,5 2-8 0,-3 1-5 0,-1 0 2 0,4-2-4 15,0 0 2-15,1 0 16 0,0 1 10 0,2-3 4 16,5 1 10-16,2-1 4 0,0 1 4 16,7-1 7-16,-3-4 7 0,6-2 17 0,-1 0 6 15,1-1 10-15,9-5 16 0,-11 3 16 0,1-3 13 16,0 1 13-16,-4-3 6 0,-3 6-1 0,1-3 19 0,-2-2 1 16,-1 1-4-16,-2-1 11 0,1 3-9 0,-3 2-11 15,2-1-8-15,-6 2-7 0,5-1-5 16,-2 0-7-16,-4 4-12 0,4-3 6 0,-4 3-25 15,0 0-31-15,8-5 0 0,-8 5 0 0,0 0 0 16,4-2 0-16,-4 2 0 0,0 0 0 0,0 0 0 0,0 0 0 16,0 0 0-16,0 0 0 0,0 0 0 15,0 0 0-15,11 8 0 0,-10-6 0 0,3 3 0 16,-1-1 0-16,-1 3 0 0,1-1 0 0,-2-2 0 16,3 3 0-16,0-3 0 0,-3 1-5 0,3 1-72 15,1-2-34-15,-3 2-24 0,2-2-25 0,-1 3-31 16,1-4-34-16,1 0-48 0,0 0-89 0,4-1-85 0,-1-3-96 15,2-1-401-15,4-5-1023 0,-3 4 453 0</inkml:trace>
  <inkml:trace contextRef="#ctx0" brushRef="#br0" timeOffset="53923.067">17429 2233 42 0,'0'0'291'0,"0"0"17"15,0 0 29-15,0-6 19 0,0 6 6 0,1-3 6 16,-1 3-14-16,0 0 1 0,0 0 2 0,0 0-3 15,0 0-12-15,3-4-21 0,-3 4-21 0,0 0-20 16,0 0-23-16,0 0-27 0,2-2-23 0,-2 2-24 16,0 0-18-16,0 0-24 0,0 0-14 0,0 0-9 15,11 5-16-15,-8-1-11 0,0-1-10 0,1 0-10 16,0 1-11-16,1 2-7 0,-1 2-3 0,-1-4-9 16,1 5-9-16,1-3-4 0,-5 0-4 0,1 2-4 15,1-3-7-15,-2 4 2 0,0-4 1 0,-2 1-7 16,1-2 1-16,-1 3-1 0,-2-2-4 0,0 0-4 15,0-1-4-15,-2 0-6 0,-2 0-6 0,-3-3-3 16,2 1-1-16,0-2-1 0,-3 0 8 0,5-1 2 16,0 0 1-16,-2-3 3 0,2 0 1 0,2 0 0 15,1-2 1-15,1 0 7 0,-2-3 6 0,1 4 6 16,3-5 1-16,1 3 1 0,1-1-3 0,-1-2 5 16,0 4-1-16,5-4 1 0,-2 4-2 0,-2 0 8 15,3 2-4-15,0-1-2 0,-2 2 3 0,1-3-5 16,2 5-4-16,-1-3-1 0,-4 4-6 0,9 1-2 15,-9-1 0-15,9 5-2 0,-4-2 2 0,1 1 1 16,1 6 6-16,-2 0 7 0,1 2 2 0,1 1 4 16,-1 4 17-16,0-2 7 0,-1 3 10 0,6 7 10 15,-4 0 2-15,0 1 0 0,-1-2 24 0,-1 5 1 16,0-1 1-16,2 0 0 0,-1 3-3 0,-2-4 4 16,1 2-4-16,-1-3-46 0,1-1-47 0,1 0 0 15,-2-5 0-15,0-2 0 0,0 3 0 0,-3-2 0 16,3-2 0-16,1-5 0 0,-2 1 0 0,2-1 0 15,-3-1 0-15,2-1 0 0,1-2 0 0,-3 0 0 16,0-1 0-16,1 0 0 0,-2-2 0 0,2-1 0 16,-3-4 0-16,2 6 0 0,-1-3 0 0,-1-3 0 15,3 6 0-15,-3-6 0 0,4 5 0 0,-4-5 0 16,0 0 0-16,0 0 0 0,0 0 0 0,2 3 0 16,-2-3 0-16,0 0 0 0,0 0 0 0,0 0 0 15,0 0 0-15,0 0 0 0,0 0 0 0,-28-3 0 16,14-1 0-16,-4 1 0 0,-4 3 0 0,-6-4 0 15,7 1 0-15,-7-1 0 0,7 1 0 0,-7-4 0 16,6 3 0-16,3 0 0 0,0 1 0 0,6-1 0 16,-5-1 0-16,7 2 0 0,-1-1 0 0,5 2 0 15,0-1 0-15,1 0 0 0,-1-1 0 0,2-2 0 16,3 2 0-16,-1-3 0 0,2-1 0 0,2-2 0 16,2-1 0-16,3-3 0 0,4 0 0 0,1-1 0 15,4 0 0-15,5-3 0 0,3 0 0 0,4-3 0 16,-1 1 0-16,-1 2 0 0,4 0 0 0,1 0 0 15,2-3 0-15,0 2 0 0,14-6 0 0,-14 7 0 16,1 3 0-16,13-4 0 0,-9 3 0 0,-5 2-250 16,0 2-200-16,-6 2-76 0,-2-2-99 0,-9 9-432 15,-3-3-1145-15,1-1 507 0</inkml:trace>
  <inkml:trace contextRef="#ctx0" brushRef="#br0" timeOffset="54581.4461">17802 2291 181 0,'0'0'481'0,"0"-3"-9"0,0 3 4 0,0 0 12 0,0-8-13 16,4 3-27-16,-4 5-33 0,0 0-23 0,1-5-23 15,-1 5-21-15,2-5-28 0,-2 5-23 0,0 0-19 16,0 0-19-16,0 0-14 0,1-6-25 0,-1 6-24 16,0 0-16-16,0 0-12 0,0 0-26 15,0 0-21-15,0 0-10 0,0 0-12 0,0 0-21 16,0 0-8-16,0 0 3 0,0 0-14 0,1 16-2 15,-1-11-14-15,3 2 1 0,0-3-10 0,1 6 3 0,-3-4-4 16,2 4-12-16,1-2 11 0,1 0-3 0,-1 0-22 16,-1-3-10-16,0 4-11 0,6-1-9 0,-4-1-11 15,-1-1-7-15,5 1-14 0,0-1-14 0,-1-1 3 16,3-1 2-16,-4-1 6 0,3-3 5 16,0 0 8-16,-3 0 2 0,3-5 6 0,1 1 12 15,-2-1 20-15,4-2 19 0,-7 0 25 0,3-2 23 0,-1 2 25 16,1-4 15-16,-4 2 2 0,0-1 11 0,0 2 16 15,-1-1 19-15,-1 1 8 0,0 2-92 0,-1 0-66 16,1 1 0-16,-1 2 0 0,-1-2 0 16,-1 1 0-16,0 1 0 0,0 3 0 0,4-3 0 15,-4 3 0-15,1-7 0 0,-1 7 0 0,0 0 0 16,0 0 0-16,0 0 0 0,0 0 0 0,0 0 0 0,-1 16 0 16,-3-5 0-16,4 0 0 0,-1 6 0 0,-2 1 0 15,2 8 0-15,-4 1 0 0,4-1 0 16,-2 2 0-16,3 5 0 0,-1-4 0 0,2 0 0 15,-1 3 0-15,0-1 0 0,3 1 0 0,-2-2 0 16,1 0 0-16,-5-3 0 0,6-2 0 0,-1 1 0 0,-1-7 0 16,1-3 0-16,0 1 0 0,-1-6 0 0,-1-1 0 15,3 1 0-15,-2-4 0 0,0 0 0 0,-1-2 0 16,1 0 0-16,-1 0 0 0,0-5 0 0,0 0 0 16,-1 6 0-16,1-6 0 0,0 0 0 15,0 0 0-15,0 0 0 0,-9 1 0 0,9-1 0 16,-20-8 0-16,8 3 0 0,-2-2 0 0,4 0 0 0,-4-2 0 15,2 1 0-15,0-4 0 0,4 4 0 0,0-2 0 16,3-1 0-16,0 0 0 0,2-1 0 0,3-6 0 16,4 3 0-16,5-3 0 0,5 3 0 15,7-4 0-15,3 1 0 0,3 4 0 0,4 0 0 16,1 1 0-16,1 2-463 0,-4 0-164 0,-2 8-557 0,-8-3-1282 16,2-2 567-16</inkml:trace>
  <inkml:trace contextRef="#ctx0" brushRef="#br0" timeOffset="62314.9993">19158 2440 78 0,'0'0'447'0,"0"0"9"16,-4-5-4-16,4 5-16 0,0 0-8 0,-1-3-20 16,1 3-21-16,0 0-27 0,-3-5-25 0,3 5-22 15,0 0-27-15,0 0-31 0,0 0-24 0,0 0-27 16,-5-1-18-16,5 1-23 0,0 0-24 0,0 0-15 16,0 0-23-16,0 0-2 0,0 0-9 0,3 12-6 15,-3-6-8-15,1 0-10 0,0 1-11 0,1 0 2 16,-1 3-7-16,1-2-3 0,1 2-17 0,-2-4-6 15,2 3-3-15,0-3-2 0,-1 0-1 0,-2 1-2 16,1-5-4-16,1 2-1 0,1 0 5 0,-1-2 1 16,-2-2 7-16,2 3 12 0,-2-3 6 0,0 0-4 15,9-9-3-15,-2 2 13 0,-1-4 23 0,5-4 4 16,0-1 7-16,-4-3-9 0,9-6 8 16,-5-1-16-16,2 1 12 0,-4 2 10 0,1 0 2 0,3-3-4 15,-3 4-6-15,-3 3-8 0,-1 4 0 0,1 0-2 16,-1 3-1-16,-2 4-15 0,-2 1-2 0,1 1-4 15,-1 0-11-15,1 1-1 0,-3 5-29 0,2-5-6 16,-2 5 0-16,0 0 0 0,5-4 0 0,-5 4 0 16,0 0 0-16,0 0 0 0,0 0 0 0,4 14 0 15,-3-10 0-15,-2 3 0 0,1-1 0 0,1 1-3 16,-1-1 5-16,0 0-8 0,0 1 5 0,0-7-2 16,2 7-4-16,-1-3 6 0,-1-4-3 0,3 9 4 15,-3-9 0-15,1 2 9 0,-1-2-5 0,0 0-3 16,2 5 8-16,-2-5-9 0,8 0 0 15,-8 0 0-15,9 1 0 0,-9-1 0 0,10 0 0 0,-10 0 0 16,9 3 0-16,-9-3 0 0,14 3 0 0,-9-2 0 16,1 3 0-16,-1 2-3 0,2-1 1 0,3 3-5 15,-2 0-11-15,-3 2 15 0,3-1 2 0,-2 2 5 16,-2 4-3-16,1 1 1 0,-5-4-4 0,-1 4 6 16,-2 0-2-16,1 1 6 0,-2-2 3 15,0-3-7-15,1-1-4 0,1-2 0 0,-2 0 0 0,3-2 0 16,-2-1 0-16,2-2 0 0,1 2 0 0,0-6 0 15,4 5 0-15,-4-5 0 0,14 4 0 0,-1-3-11 16,2-4-33-16,6 1-11 0,2-2-17 0,5-1-11 16,-1 2-26-16,-7-1-24 0,1 0-25 15,0-1-30-15,-3 0-44 0,0 0-49 0,-4-3-76 16,0 5-75-16,-1-2-94 0,-4 3-393 0,1-3-995 0,-2 0 441 16</inkml:trace>
  <inkml:trace contextRef="#ctx0" brushRef="#br0" timeOffset="62784.2061">19729 2404 131 0,'0'0'459'0,"-1"-6"9"0,1 3 11 0,0 3-1 16,-4-4-11-16,4 4-16 0,0 0-25 0,0 0-30 0,5-6-18 15,-5 6-31-15,0 0-27 0,0 0-27 0,-5-4-32 16,5 4-23-16,0 0-27 0,0 0-20 15,0 0-15-15,0 0-27 0,0 0-20 0,0 0-7 16,0 0-9-16,0 0-12 0,5-3-21 0,-5 3 2 16,0 0-13-16,0 0-3 0,0 0-5 0,9 0-3 15,-2 0-1-15,2-3-13 0,2-2 1 0,-2 4-4 16,1-4-2-16,3 1 1 0,-1 1-9 0,-1-2 2 16,-1 1-4-16,-1 0-1 0,-2 1-5 0,0-1-2 15,-2 0 0-15,-1-1 2 0,1 2-1 0,-1 1 4 16,-4 2-1-16,4-4 5 0,-4 4 2 0,6-6-11 15,-6 6 3-15,0 0-3 0,0 0-13 0,-10-6 0 16,4 4 6-16,6 2-8 0,-13 0-3 0,2 0-4 16,11 0 2-16,-22 4 3 0,9 1-9 0,3 0 4 15,-4 1 4-15,3 1-7 0,1-1-5 0,0 2-3 16,4-1 6-16,-2 3-8 0,3 2-16 0,1-4-1 16,-1 7-14-16,5-4 5 0,0 1-1 0,6 1-7 15,-2-3-10-15,5 3-18 0,4 0-13 0,2 0-25 16,3-2-23-16,1-3-31 0,7 2-20 0,3-2-26 15,-1-3-33-15,4-3-47 0,-2-1-36 0,-2-3-48 16,2-5-60-16,-3 1-380 0,1-1-886 0,-11-1 392 16</inkml:trace>
  <inkml:trace contextRef="#ctx0" brushRef="#br0" timeOffset="63425.1704">20170 2352 221 0,'0'0'476'0,"4"-8"-7"16,1 6-15-16,-5-2-16 0,3 1-27 0,-2 0-38 16,-1 3-20-16,4-7-22 0,-2 3-29 0,2 2-28 15,0-1-22-15,-4 3-27 0,5-1-23 0,-5 1-19 16,3-5-20-16,-2 2-19 0,-1 3-19 0,0 0-18 16,10 5-11-16,-3-4-4 0,-7-1-20 0,7 3-3 15,-2 1-6-15,-2 1-8 0,0-2-5 0,0 3-2 16,-1 2-6-16,-2 0-6 0,0-1-2 0,0 4-2 15,-3-2-4-15,-1 1-3 0,-2 1 0 0,-2 3-1 16,-2-5-8-16,-2 3 6 0,-2-1-8 0,-2 1-9 16,-2-5-6-16,1 0-1 0,2-1 0 0,2-1 0 15,4-2 2-15,-5 1 2 0,5-5-1 16,-1 0 4-16,1-2 0 0,3 1 5 0,-1-3 0 16,3-3 6-16,2-3-1 0,-2 2 2 0,5-2-2 0,2-3 7 15,-1-2-2-15,5 3 9 0,-1 1 0 0,-1 0 8 16,4-1 6-16,0 2-5 0,-2 2-2 0,2 0 2 15,-2 1-2-15,2 2 3 0,-2-1-8 0,-1 6-3 16,4 0-5-16,-1-1 4 0,3 4 0 16,-1-1 7-16,-6 2-6 0,7 2 9 0,-3 4 16 15,2 3 3-15,-3 3 12 0,2 0-3 0,-4 1 10 16,0 4-2-16,0-1 12 0,-1 4 19 0,-1 2-20 0,1 3 17 16,-3-1 2-16,-2 1-10 0,3-1-2 0,-3 0 4 15,1-1-92-15,1-1-3 0,-2 0 0 0,1 0 0 16,-2 3 0-16,1-5 0 0,-2-4 0 15,2 0 0-15,2 0 0 0,-4 0 0 0,2 1 0 16,2-1 0-16,-4-3 0 0,2-3 0 0,0 3 0 0,0-7 0 16,0 3 0-16,0-1 0 0,0-1 0 0,2-5 0 15,-4 1 0-15,5-3 0 0,-3-3 0 0,0 8 0 16,1-4 0-16,-1-4 0 0,3 6 0 16,-3-6 0-16,0 0 0 0,0 0 0 0,0 0 0 15,0 0 0-15,16-1 0 0,-16 1 0 0,22-8 0 16,-10 3 0-16,4-3 0 0,-2 2 0 0,-1-2 0 0,5-1 0 15,-4 0 0-15,0 2 0 0,0 1 0 0,0-5 0 16,-2 5 0-16,-3 0 0 0,0-2 0 0,1 2 0 16,-4-3 0-16,2 1 0 0,-4 2 0 15,3-3-699-15,-3-1-550 0,-4-2-1353 0,0 2 599 16</inkml:trace>
  <inkml:trace contextRef="#ctx0" brushRef="#br0" timeOffset="64082.5045">20497 2419 482 0,'3'-5'591'16,"-3"3"8"-16,0 2-5 0,0 0-17 0,0 0-25 16,-1-9-39-16,1 9-35 0,0 0-39 0,0 0-38 15,0 0-35-15,0-2-32 0,0 2-45 0,0 0-22 0,0 0-31 16,0 0-25-16,0 0-27 0,0 0-16 0,0 0-17 15,0 0-20-15,0 0-14 0,0 0-7 16,0 0-11-16,1 15-11 0,-1-11-15 0,0 1-14 16,1 2-22-16,-1-2-15 0,1-1-18 0,-1-4-11 15,2 11-19-15,0-6-5 0,0-2-2 0,-1 3-4 16,1-2 6-16,1 0 1 0,0-3 4 0,2 1-1 0,2 1-1 16,-2-2 6-16,3 0 2 0,2-2 3 0,3-2 1 15,-4 1 5-15,1-1-2 0,3-2 7 0,-1-1-3 16,-1 0-3-16,-1 0 10 0,1 0 5 15,-1 2 18-15,-1 1 10 0,-2-1 13 0,0-1 3 16,-2 0 10-16,1 3 2 0,-2 1 2 0,0-2-7 16,-2 0-8-16,-2 3-46 0,6-2 0 0,-6 2 0 0,4-3 0 15,-4 3 0-15,0 0 0 0,5-2 0 16,-5 2 0-16,0 0 0 0,0 0 0 0,6 10 0 16,-4-7 0-16,0 2 0 0,0-2 0 0,0 2 0 15,-1 0 0-15,1-2 0 0,2 4 0 0,0-2-23 16,-4-1-50-16,3 2-6 0,-1-3 3 0,1 0 0 15,1 2 0-15,-2-3 5 0,3 0 3 0,0 0 1 16,1-1-4-16,1 0-1 0,2-2 10 0,1-2 6 16,3 0 8-16,-3 2 2 0,-2-5 8 0,1 0 4 15,4 1 4-15,-7-2 11 0,4-2 10 0,-1 5 6 16,-1-1 17-16,0-2 12 0,-1 1 11 0,0 0 10 16,-4 2 10-16,3 0-13 0,-4 1 17 0,-2 3-4 15,8-1-9-15,-5-2-5 0,-3 3-10 0,3 0 2 16,-3 0-12-16,0 0-4 0,0 0-7 0,0 0 4 15,9 3-7-15,-6-1-2 0,-1 2 0 0,1 2 5 16,-1 0-18-16,2-3 17 0,-4 2 0 0,4 2-21 16,-3-3-25-16,1 2-31 0,3 0-32 0,-3-1-41 15,-1-2-34-15,-1-3-55 0,3 8-22 0,-2-5-43 16,3-2-76-16,-4-1-100 0,0 0-463 0,17-7-1009 16,-10 1 447-16</inkml:trace>
  <inkml:trace contextRef="#ctx0" brushRef="#br0" timeOffset="64238.6156">21025 2213 34 0,'-4'-4'499'15,"4"0"9"-15,0 4 18 0,0 0-5 0,-1-4-33 16,1 4-49-16,0 0-47 0,-5-3-38 0,5 3-44 16,0 0-68-16,0 0-71 0,0 0-84 0,0 0-46 15,0 0-98-15,0 12-85 0,0-5-107 0,6 3-124 16,-6-2-260-16,4 2-684 0,1-2 304 0</inkml:trace>
  <inkml:trace contextRef="#ctx0" brushRef="#br0" timeOffset="64600.7088">21181 2402 69 0,'0'0'462'0,"0"0"12"15,12-7 16-15,-12 3 0 0,0 0-15 0,0 4-26 16,2-6-22-16,-2 6-19 0,2-4-30 0,-2 4-26 15,0 0-32-15,2-7-32 0,-2 7-33 0,0 0-26 16,0 0-24-16,0 0-30 0,8-1-20 16,-8 1-11-16,0 0-16 0,12 12-17 0,-5-6-11 0,-2 2-14 15,1 0-12-15,1 1-13 0,-2 1-22 16,0 0-16-16,-1-1-18 0,-3 2-3 0,3-1-12 0,0-1-9 16,-4 1 1-16,2-2-16 0,2-1 8 0,-4-2 1 15,0 1 1-15,0-1 4 0,0 0 3 0,3-3 5 16,-3-2 1-16,1 6 13 0,-1-6 28 0,1 2 25 15,-1-2 6-15,0 0-9 0,0 0-1 16,2-14 9-16,-2 7-4 0,1-1-6 0,0-3-4 16,-1-1-2-16,4 0-4 0,1-3-10 0,-4 2-7 0,6 1-7 15,-5 2-11-15,2 0-28 0,1-1-39 0,0 4-54 16,-1 0-64-16,5 2-66 0,-1 0-85 0,-1 4-66 16,1-1-81-16,4 2-430 0,-12 0-984 0,20 2 436 15</inkml:trace>
  <inkml:trace contextRef="#ctx0" brushRef="#br0" timeOffset="65585.7715">21480 2462 197 0,'0'0'529'0,"0"0"18"0,0 0 7 16,0 0-8-16,0 0-20 0,5-9-29 0,-5 9-22 15,0 0-38-15,0 0-26 0,0-3-33 0,0 3-37 16,0 0-30-16,0 0-35 0,0 0-23 0,0 0-31 15,0 0-29-15,0 0-16 0,0 0-25 16,0 0-17-16,0 0-11 0,0 0-12 0,0 0-10 0,0 0-18 16,0 0-6-16,13 2-2 0,-6-2-15 0,1-1-2 15,0 1-3-15,2 0-6 0,-1-2-7 0,5-1-4 16,-3-2-9-16,2 3-4 0,-1-2 5 0,3 0 2 16,-6-2-12-16,0 1-12 0,4-2-9 15,-7 0 0-15,2 2 0 0,-3 2 0 0,-1-3 0 16,0 1 0-16,-3 0 0 0,4 1 0 0,-5 1 0 0,0-3 0 15,-1 1 0-15,-4 1 0 0,1-1 0 0,-1-1 0 16,-4 2 0-16,1 2 0 0,0 0 0 0,-3 0 0 16,2 2 0-16,-2 0 0 0,11 0 0 15,-16 3 0-15,10-1 0 0,-4 2 0 0,3 1 0 16,1 2 0-16,2 1 0 0,-1 1 0 0,-1-1 0 16,3 3-21-16,1-1-16 0,0 4-4 0,1-2-8 0,1-3-1 15,0 5 0-15,1-3 9 0,1-1 3 0,3 0 5 16,2-1 4-16,-2-1 3 0,4 1 7 15,0-2-2-15,4 0 5 0,-1-5 3 0,4 1 7 16,2 1-3-16,1-3 1 0,-1-4 2 0,3 0 3 16,-2-1 0-16,-1-5 17 0,1 2 2 0,0-4 11 15,-1 0 6-15,-3 0 14 0,-1-2 5 0,0 0 5 0,3-6 6 16,-3 6-3-16,-4-1 23 0,-1 1-16 0,-5 3-67 16,1 4 0-16,3-3 0 0,-6 5 0 0,2 0 0 15,-1 1 0-15,-2 0 0 0,3 0 0 16,-4 3 0-16,1-4 0 0,-1 4 0 0,0 0 0 15,4-2 0-15,-4 2 0 0,0 0 0 0,0 0 0 16,3 11 0-16,-6-6 0 0,6 2 0 0,-3 1 0 0,-3-1 0 16,3 3 0-16,0-1 0 0,-1-3 0 0,2 1 0 15,-1 0 0-15,0-1 0 0,0 1 0 16,4-3 0-16,-2 1 0 0,-2-5 0 0,3 8 0 16,-2-4 0-16,-1-4 0 0,7 3 0 0,-5 1 0 15,-2-4 0-15,12 0-22 0,-12 0 1 0,15-5 4 16,-7 1 3-16,3 0 6 0,-2-4 13 0,1 4 4 15,-2-5 18-15,3 3 14 0,0-2-41 0,-1-1 0 16,3-1 0-16,-6 3 0 0,1-1 0 0,-4 4 0 0,2-2 0 16,-2 3 0-16,1-1 0 0,0 1 0 15,-1 3 0-15,-4 0 0 0,5-3 0 0,-2-1 0 16,-3 4 0-16,0 0 0 0,6-2 0 0,-6 2 0 16,0 0 0-16,0 0 0 0,0 0 0 0,5 6 0 0,-1-3 0 15,-4-3 0-15,4 9 0 0,-1-5 0 0,-1 0 0 16,2 1 0-16,-1-1 0 0,0 1 0 15,1-2 0-15,-4 1 0 0,4 0 0 0,-1-1-53 16,-1-1-35-16,1 1 10 0,-3-3 6 0,4 4 9 16,-2-2 13-16,-2-2 4 0,7 0 11 0,-7 0 1 15,8-6 3-15,-4 5 14 0,1-4 12 0,-1-1 11 0,1 2 13 16,2-2 14-16,0-1 4 0,-1-3-5 16,0 1 9-16,-1-1 8 0,3 2 31 0,-1 2 5 15,-2-1-9-15,-1 1 1 0,0 1-40 0,-1 1-37 16,1 2 0-16,-1 0 0 0,1-1 0 0,-3 1 0 15,-1 2 0-15,0 0 0 0,0 0 0 0,0 0 0 16,9 7 0-16,-5-5 0 0,0 3 0 0,0 0 0 16,0 0 0-16,2-1 0 0,-5 2 0 0,3-1 0 15,0 2-16-15,0 0-172 0,-3-3-49 0,3 1-59 16,0 1-57-16,-3-3-70 0,4 2-62 0,0-1-91 16,-5-4-361-16,12 1-1013 0,-12-1 448 0</inkml:trace>
  <inkml:trace contextRef="#ctx0" brushRef="#br0" timeOffset="66366.6975">22469 2323 224 0,'0'0'339'15,"0"0"3"-15,0 0 8 0,0 0 4 0,0 0-12 16,0 0-8-16,0 0-5 0,0 0-9 0,0 0-20 16,0 0-22-16,0 0-21 0,0 0-20 0,0 0-26 15,0 0-18-15,0 0-21 0,0 0-15 0,0 0-17 16,0 0-13-16,0 0-14 0,0 0-12 0,0 0-12 15,0 0-4-15,0 0-4 0,0 0-1 0,0 0-1 16,0 0 2-16,9 3-4 0,-9-3-1 0,0 0-2 16,5 2-8-16,-5-2 3 0,9 0 3 0,0 0 2 15,2 2 4-15,0-4 1 0,4 0 0 0,1-3 6 16,-2 0-4-16,-1 3 9 0,-1-2 11 0,-1 1 2 16,-1 1-8-16,-3-1-11 0,0 0 15 0,-3 2-14 15,-4 1-3-15,7-3 4 0,-7 3-10 0,6-4-10 16,-6 4-7-16,3-3-23 0,-3 3 9 0,0 0-6 15,0 0-8-15,-1-8-5 0,1 8-24 0,-6-4 22 16,6 4-8-16,0 0-2 0,-12 0 1 0,12 0-8 16,-11 4 2-16,3-1-3 0,2 2-8 15,-2 2 3-15,-1 0-1 0,3 1 3 0,-1 1 0 16,1-1-6-16,-2 2-17 0,2 2 1 0,-1-2-6 0,5-1-2 16,-5 0-6-16,6-3 0 0,-3 3-3 0,4 0 7 15,0-5 6-15,0 4 3 0,5 0 7 0,-1-2 0 16,5 2 0-16,1-3 6 0,3 3-2 15,-1-4 9-15,7-1 5 0,-1-1 15 0,0-1 22 16,1-2 10-16,0 0 17 0,0-3 11 0,0 0 13 16,-1-5 6-16,1 2 15 0,2-4-100 0,2-3-14 0,-5 5 0 15,-3-4 0-15,-1-2 0 0,2 1 0 0,-3 2 0 16,-4 2 0-16,-1 1 0 0,2 0 0 16,-5 3 0-16,1 1 0 0,-1 1 0 0,1 1 0 15,-2-1 0-15,-2-1 0 0,0 4 0 0,0-2 0 16,-2 3 0-16,7-1 0 0,-7 1 0 0,0 0 0 0,0 0 0 15,2-2 0-15,-2 2 0 0,0 0 0 0,1 8 0 16,2 0 0-16,-3-3 0 0,0 2 0 0,0 3 0 16,0-3 0-16,0-1 0 0,1 2 0 15,-1 0 0-15,0-2 0 0,3-1 0 0,-3-1 0 0,1 2 0 16,1-1 0-16,-2-5 0 0,2 5 0 16,-2-5 0-16,0 5 0 0,0-5 0 0,1 2 0 0,-1-2 0 15,0 0 0-15,0 0 0 0,14-5 0 0,-10 1 0 16,1 2 0-16,3-3 0 0,-2 1 0 0,1-1 0 15,-2 0 0-15,1 0 0 0,-2 2 0 16,0-1 0-16,1 2 0 0,0-2 0 0,-1 2 0 16,-1 0 0-16,-3 2 0 0,5-2 0 0,-5 2 0 15,2-3 0-15,-2 3 0 0,0 0 0 0,0 0 0 0,12 5 0 16,-9-1 0-16,1 1 0 0,0 0 0 16,1-1 0-16,1 2 0 0,2-1 0 0,-3 1 0 15,1 0 0-15,1 0-19 0,0 0-329 0,1 1-60 16,0-4-102-16,3 0-122 0,-3-3-414 0,3-5-1133 15,2 0 501-15</inkml:trace>
  <inkml:trace contextRef="#ctx0" brushRef="#br0" timeOffset="66680.4841">23278 2069 3284 0,'-1'-4'556'15,"-2"-1"-225"-15,2 2-30 0,1 3 11 0,-1-5 2 16,1 5-14-16,-3-3-24 0,3 3-34 0,-1-4-15 15,1 4-1-15,0 0-7 0,0 0-2 0,0 0-5 16,0 0-7-16,0 0-11 0,-2-4-16 0,2 4-18 16,0 0-23-16,0 0-18 0,0 0-9 0,0 0-39 15,-2 14-71-15,2-4 0 0,0 3 0 0,0 0 0 16,0 6 0-16,2 1 0 0,-4 6 0 0,4-6 0 16,-2 5 0-16,2-1 0 0,-2-4 0 0,1-1 0 15,-1 0 0-15,0-3 0 0,0 1 0 0,0-5 0 16,0 2 0-16,0-4 0 0,2 1 0 0,-2-3 0 15,0-1 0-15,0 0 0 0,1-1 0 0,-1 1 0 0,1-4 0 16,0-1 0-16,-1-2 0 0,2 6-201 16,-2-6-153-16,0 0-124 0,0 0-107 0,11-8-511 15,-6 1-1187-15,2-5 525 0</inkml:trace>
  <inkml:trace contextRef="#ctx0" brushRef="#br0" timeOffset="66884.1223">23255 2251 93 0,'-6'-2'425'0,"6"2"17"0,-4-3 37 15,4 3 27-15,0 0 4 0,0 0-1 16,0 0-29-16,0 0-18 0,-6-3-32 0,6 3-22 16,0 0-25-16,0 0-25 0,0 0-15 0,0 0-21 15,0 0-29-15,0 0-35 0,0 0-16 0,0 0-29 16,14-4-27-16,-8 3-22 0,6 0-34 0,-1-1-47 16,6-2-39-16,1-2-44 0,1 0-39 0,8-3-41 15,-7 6-48-15,-1-3-40 0,11-3-62 0,-1 0-63 16,3 1-92-16,1 2-62 0,3-1-31 0,-3 1-62 15,3-2-290-15,0 0-898 0,-7 0 398 0</inkml:trace>
  <inkml:trace contextRef="#ctx0" brushRef="#br0" timeOffset="67212.099">24076 1955 161 0,'10'-6'506'0,"-1"-5"18"16,1 4 2-16,-1 0-1 0,-4-2-5 0,0 3-13 16,-1 3-8-16,1-2-12 0,-2 2-16 0,-1-1-24 15,0 1-28-15,0 1-34 0,-2 2-34 0,2-5-34 16,-2 5-27-16,0 0-38 0,2-2-25 0,-2 2-28 16,0 0-19-16,0 0-25 0,0 0-1 0,-10 12-65 15,1-3-89-15,-3 5 0 0,-5 4 0 0,-1 2 0 16,-3 5 0-16,3-2 0 0,-1 6 0 0,0 1 0 15,2 0 0-15,-4 15 0 0,-1-1 0 0,1-2 0 16,1 2 0-16,6-10 0 0,-1 9 0 0,4 4 0 16,5 0 0-16,0-11 0 0,3 9 0 0,12 2 0 15,-3-12 0-15,6 0 0 0,2-2 0 0,3-1 0 16,4-1 0-16,1-3 0 0,-1 1 0 0,3-4 0 16,1-3-43-16,-2-4-493 0,-1-5-102 0,-3-6-525 15,2-3-1259-15,-3-2 557 0</inkml:trace>
  <inkml:trace contextRef="#ctx0" brushRef="#br0" timeOffset="71448.5932">24638 2089 9 0,'3'-3'101'0,"-1"-2"-1"0,-2-1-9 16,0 2-7-16,0-2-5 0,0 3 8 0,0-2 6 16,0 5 6-16,0-6 2 0,0 1 2 0,0 5 8 15,2-7-2-15,0 6 3 0,-2-3 5 16,0 4 8-16,1-4 8 0,-1 4 31 0,-1-6 10 16,1 6 4-16,-2-7 11 0,2 4 14 0,-2-1 1 0,2 4 17 15,0-7 13-15,-2 2-4 0,0 2 9 0,2-2 8 16,-1 2 5-16,-1-3 6 0,0 2 5 0,-2-1 5 15,3 2-2-15,0-3-3 0,0 0-5 16,-1 2-1-16,1 0-1 0,0-1-12 0,-2-1 0 16,1 0-7-16,0-1-11 0,1 1 0 0,-1 2-10 15,0-1-8-15,0 2-9 0,-1-2-86 0,3 2-113 0,0 3 0 16,0-5 0-16,0 5 0 0,1-5 0 0,-1 5 0 16,0 0 0-16,0 0 0 0,0 0 0 0,0 0 0 15,0 0 0-15,0 0 0 0,0 0 0 16,2 17 0-16,2-5 0 0,-2 1 0 0,-1 4 0 15,7 1 0-15,-4 1 0 0,2 6 0 0,1 3 0 0,-3-3 0 16,-2-6 0-16,-2 9 0 0,0-3 0 0,3-4 0 16,-5-2 0-16,2 5 0 0,0-6 0 15,0 0 0-15,-1 0 0 0,-1-1 0 0,2-5 0 16,-2 4 0-16,2-7 0 0,2 3 0 0,0-4 0 16,-2 0 0-16,-2-1 0 0,4-3 0 0,-2 0 0 15,0 1 0-15,-2-1 0 0,2-4 0 0,2 5 0 0,-2-2 0 16,0-3 0-16,0 0 0 0,1 3 0 0,-1-3 0 15,0 0 0-15,0 0 0 0,0 0 0 16,7-13 0-16,-1 5 0 0,-1-2 0 0,0 2 0 16,4-7 0-16,4 0 0 0,-3-3 0 0,7-1 0 15,-3-7 0-15,1 2 0 0,-2 4 0 0,4-3 0 0,-6 1 0 16,1 8 0-16,2-8 0 0,-4 7 0 0,3-2 0 16,-4 1 0-16,2 2 0 0,-4 1 0 15,0 3 0-15,0 3 0 0,-1-1 0 0,-2 3 0 0,-1 2 0 16,-1-3 0-16,3 2 0 0,-4 1 0 0,-1 3 0 15,4-4 0-15,-4 4 0 0,1-5 0 0,-1 5 0 16,0 0 0-16,0 0 0 0,-1 13 0 0,-3-4 0 16,-4 2 0-16,-1 3 0 0,-2 1 0 0,-1 0 0 15,1 5 0-15,-3 1 0 0,3-6 0 0,2 1 0 16,-3 1 0-16,3 0 0 0,-1-2 0 0,2-1 0 16,2-4 0-16,1-1 0 0,0 2 0 0,4-1 0 15,-1-4 0-15,2 2 0 0,2-2 0 0,-1-1 0 16,4 5 0-16,1 0 0 0,3-3 0 0,0-3 0 15,3 3 0-15,0 1 0 0,0-4 0 0,2 0 0 16,-1-1 0-16,5 1 0 0,-5-1 0 0,-2-1 0 16,3 0 0-16,-4 1-125 0,4-2-211 15,-1-2-54-15,-1 1-66 0,-1-4-65 0,2 2-81 0,-2 0-359 16,0-2-1039-16,-2-1 460 0</inkml:trace>
  <inkml:trace contextRef="#ctx0" brushRef="#br0" timeOffset="72527.6778">25179 2157 168 0,'1'-4'530'0,"0"2"16"0,-1 2 7 16,4-6 1-16,-1 1-17 0,-3 5-10 15,1-6-29-15,2 4-25 0,-3 2-27 0,1-2-19 16,-1 2-32-16,0 0-32 0,4-3-42 0,-4 3-26 15,0 0-30-15,0 0-35 0,0 0-21 0,0 0-24 16,0 0-31-16,0 0-11 0,0 0-11 0,1 11-14 16,-2-7-12-16,2 7-90 0,-1-1-16 0,1 1 0 15,-1-1 0-15,0 1 0 0,0-1 0 0,2 2 0 16,0 1 0-16,-2-4 0 0,0 3 0 0,1-4 0 16,1 0 0-16,0-2 0 0,-1 3 0 0,1-4 0 15,-1-2-91-15,0 3-14 0,0-3 4 0,1 0 11 16,-2-3 12-16,1 4 5 0,-1-4 13 0,0 0 8 15,0 0 6-15,15-7 4 0,-11 3 2 0,3-2 5 16,-2 2 12-16,-1-5 7 0,2 2 5 0,0-5-2 16,1 7 17-16,0-2 5 0,-3 0 9 0,-1 0 7 15,1 4 2-15,0-2 9 0,-2 0 1 0,-1-1 15 16,4 3-10-16,-5 3 1 0,4-6-3 0,-4 6-6 16,0 0-2-16,1-4-10 0,-1 4-4 0,0 0-4 15,0 0-14-15,0 0 16 0,17 6-9 0,-7-2 4 16,-1-1-23-16,0 2-1 0,5-1-10 0,-5 5 2 15,0-3-5-15,3-1-10 0,-3-1-13 0,0 2-1 16,-3-4 3-16,2 2-3 0,-5-1 6 0,1 1 9 16,-4-4 4-16,9 1 6 0,-9-1 5 0,5 4 0 15,-5-4 12-15,0 0-6 0,0 0 3 0,9-10 8 16,-9 10-3-16,2-8 6 0,-2 2 11 0,-3-2-6 16,2 2 10-16,-4 2 0 0,1-8 13 0,-1 4 5 15,-2 0 13-15,2-3 5 0,0 3 7 0,-2-2 0 16,1 2 6-16,2 3 14 0,-1 0-7 0,0-1 4 15,4 0-9-15,-2 3-5 0,3-2 0 0,0 5-1 16,-6-2-5-16,6-3-33 0,0 5-22 0,4-6 0 16,1 0 0-16,-1 5 0 0,5-6 0 0,1 3 0 15,7-3 0-15,2 1 0 0,0-1 0 0,7-3 0 16,2 3 0-16,-2 0 0 0,4-1 0 0,-1-2 0 16,-1 2 0-16,2-2 0 0,-3 2 0 0,1 0 0 15,-3-3 0-15,-3 4 0 0,2-3 0 0,-7 3 0 16,1-1 0-16,-3-2 0 0,-3 3 0 0,-1-1 0 15,-2 1 0-15,0-2 0 0,-1 2 0 0,-3 2 0 16,-1 2 0-16,0-3 0 0,-1 1 0 0,0 0 0 16,-1 0 0-16,1 2 0 0,-2-2 0 0,-1 0 0 15,0 5 0-15,0-5 0 0,-1 2 0 0,1 3 0 0,0 0 0 16,0-5 0-16,0 5 0 0,0 0 0 16,0 0 0-16,0 0 0 0,0 0 0 0,0 0 0 15,-9 15 0-15,4-7 0 0,-1 0 0 0,2 4 0 16,-2 3 0-16,-1 1 0 0,1 2 0 0,2 0 0 15,-1 1 0-15,-2 6 0 0,5 1 0 0,-1 0 0 16,-2-2 0-16,4 6 0 0,-2-1 0 0,1-4 0 16,0-5 0-16,2 4 0 0,0-5 0 0,0-1 0 15,-1-1 0-15,1-4 0 0,1-1 0 0,-2-1 0 16,2-2 0-16,-1-1 0 0,0-4 0 0,2 1 0 0,-2-5 0 16,0 9 0-16,0-9 0 0,1 3 0 15,-1-3 0-15,0 0 0 0,0 0 0 0,18-8 0 16,-9 1 0-16,0-3 0 0,5-3 0 0,0 4 0 15,2-5 0-15,-3 0 0 0,1 1 0 0,-4 2 0 16,3-3 0-16,-4 6 0 0,-2 1 0 0,-1 2 0 16,-1-1 0-16,1 2 0 0,-3 0 0 0,1 1 0 0,-4 3 0 15,6-3 0-15,-6 3 0 0,0 0 0 16,0 0 0-16,0 0 0 0,13 7 0 0,-8 0 0 16,-4-3 0-16,3 3 0 0,3 0 0 0,-5 2 0 15,3 0 0-15,-1 0 0 0,-1 0 0 0,3 1 0 16,-2-3 0-16,-2 0 0 0,0-1 0 0,2 2 0 15,-1-3-70-15,1-3-509 0,3 0-99 0,-7-2-466 0,0 0-1240 16,19-6 549-16</inkml:trace>
  <inkml:trace contextRef="#ctx0" brushRef="#br0" timeOffset="75715.8297">26413 1862 200 0,'1'-4'382'0,"-1"4"11"16,0-5 7-16,0 5 4 0,3-4 0 0,-3 4 0 16,0 0 1-16,1-4-5 0,-1 4-5 0,0 0-6 15,0 0-5-15,0-6-3 0,0 4-12 0,0 2-3 16,0 0-14-16,0 0-10 0,3-4-14 0,-3 4-15 16,0 0-23-16,0 0-7 0,0 0-19 0,0 0-17 15,0 0-151-15,0 0-96 0,0 0 0 0,0 0 0 16,0 0 0-16,0 0 0 0,0 0 0 0,0 0 0 15,0 0 0-15,0 0 0 0,0 16 0 0,-3 1 0 16,-2 0 0-16,-4 7 0 0,2 5 0 0,-5 5 0 16,8-1 0-16,-10 12 0 0,3-11 0 0,-1 14 0 15,2-3 0-15,4 0 0 0,-1-10 0 0,-2 0 0 16,3 2 0-16,0 12 0 0,-1-15 0 0,3 0 0 16,-2-3 0-16,1 1 0 0,-3 0 0 0,4 0 0 15,3-4 0-15,-3-9 0 0,4 0 0 0,-1-1 0 16,-2-3 0-16,3 1 0 0,-1-4 0 0,2-1 0 15,-2 0 0-15,-1-4 0 0,2 0 0 0,0-7 0 16,0 9 0-16,0-9 0 0,-3 8 0 0,3-8 0 16,3 6 0-16,-3-6 0 0,-3 3 0 0,3-3 0 31,0 0 0-31,0 0 0 0,0 0 0 0,0 0 0 0,0 0 0 0,6-19 0 0,-2 9 0 0,5-4-583 16,1-2-685-16,6-4-1374 0,-2-1 607 0</inkml:trace>
  <inkml:trace contextRef="#ctx0" brushRef="#br0" timeOffset="77313.5535">26873 2120 38 0,'0'0'375'0,"0"0"2"0,-5 0 9 0,5 0-2 0,0 0 1 32,0 0-10-32,0 0-5 0,0 0-12 0,0 0-20 15,0 0-14-15,0 0-17 0,0 0-19 0,-14-1-16 16,14 1-19-16,0 0-22 0,0 0-19 15,-5-2-12-15,5 2-19 0,0 0-15 0,-8-1-9 0,8 1-13 16,-6-1-7-16,6 1-12 0,-6-2-4 0,6 2-8 16,0 0-10-16,0 0-11 0,-7-3 5 0,7 3-1 15,0 0-1-15,0 0-7 0,0 0 7 0,0 0-20 16,0 0-6-16,-4-1 0 0,4 1-4 0,0 0-13 16,0 0 7-16,0 0-10 0,0 0-7 0,0 0-2 15,0 0 4-15,0 0-15 0,0 0 1 0,0 0 1 16,0 0-2-16,0 0 4 0,-2-4-6 0,2 4 0 15,0 0 14-15,0 0 10 0,0 0-5 0,0 0-46 16,0 0 0-16,0 0 0 0,0 0 0 0,0 0 0 16,0 0 0-16,4-4 0 0,-2-3 0 0,0 2 0 15,0-1 0-15,1 1 0 0,3-6 0 0,0 1 0 16,3 2 0-16,-1-7 0 0,1 1 0 0,1 1 0 16,-1-3 0-16,0 2 0 0,0 0 0 0,-3 3 0 15,1 3 0-15,-2-3 0 0,-1 5 0 0,-3-1 0 16,3 1 0-16,0 1 0 0,-1 2 0 0,-1 0 0 15,0 0 0-15,-2 3 0 0,3-4 0 0,-3 4 0 16,1-4 0-16,-1 4 0 0,0 0 0 0,0 0 0 16,0 0 0-16,-8 15 0 0,1-5 0 0,1 0 0 15,-1 0 0-15,-3 4 0 0,-3-1 0 0,7-1 0 16,-2-3 0-16,0 1 0 0,3 0 0 0,-1-2 0 16,3-1 0-16,-2 1 0 0,1-2 0 0,3 4 0 15,-2-1 0-15,6-2 0 0,-3 1 0 0,3 0 0 16,0 1-15-16,4-2-20 0,-2 2 7 0,1-4 11 15,2 4-6-15,1-3-3 0,-1 3 17 0,2-1 4 16,-4 0-1-16,3-2-1 0,-1 0 2 0,1 0-2 16,-4-3 1-16,0 0 3 0,0 2-10 0,-1-2 1 15,-4-3 3-15,8 3-13 0,-8-3 15 0,5 4-1 16,-5-4 1-16,2 4-7 0,-2-4 13 0,2 5-2 16,-2-5 6-16,0 0-18 0,-6 8 10 0,1-1 11 15,-1-4-3-15,-2 4 2 0,-2-1-5 0,-4 0 4 16,4-1-8-16,-2-3-8 0,1 2-10 0,-1-1-8 15,3 3-20-15,3-4-7 0,-2-2-11 0,3 3-8 16,5-3-2-16,-8 4-18 0,5 1-23 0,3-5-37 16,0 0-55-16,0 0-71 0,0 0-69 0,0 0-47 15,11-13-48-15,2 7-55 0,-3-2-324 0,7 0-893 16,1-3 395-16</inkml:trace>
  <inkml:trace contextRef="#ctx0" brushRef="#br0" timeOffset="77783.7095">27171 2007 131 0,'4'-9'474'0,"-3"-1"24"15,2-1 29-15,-2 0 14 0,-1-1-7 16,0 2-6-16,-1-3-10 0,1 3-12 0,1 1-19 16,-2-1-14-16,2 3-14 0,-1 1-25 0,0 1-27 0,0 2-34 15,0 3-38-15,-1-6-38 0,1 6-30 0,0 0-23 16,1-4-86-16,-1 4-158 0,0 0 0 15,0 0 0-15,0 0 0 0,-4 16 0 0,3-4 0 16,-3 2 0-16,3 4 0 0,-2-1 0 0,2 2 0 16,0 1 0-16,-2-1 0 0,-1 9 0 0,0-2 0 0,4-10 0 15,-3 2 0-15,1 0 0 0,2 0 0 0,-2-6 0 16,2 1 0-16,-1-4 0 0,2-2 0 0,-1-1 0 16,-1 1 0-16,1-7 0 0,1 9 0 15,-1-9 0-15,0 7 0 0,0-7 0 0,0 0 0 16,0 0 0-16,0 0 0 0,0 0 0 0,26-16 0 15,-15 8 0-15,-3-1 0 0,1 1 0 0,3-3 0 0,-1 2 0 16,1 0 0-16,-3-1 0 0,0 5 0 0,0-3 0 16,-5 3 0-16,2 4 0 0,-2-6 0 0,1 4 0 15,-5 3 0-15,5-4 0 0,-5 4 0 16,7-2 0-16,-7 2 0 0,0 0 0 0,0 0 0 16,0 0 0-16,0 0 0 0,16 6 0 0,-12 1 0 0,0-3 0 15,4 3 0-15,-1 1 0 0,-3 0 0 0,3-1 0 16,0 3 0-16,-1-3 0 0,1 2 0 0,-2-1 0 15,2 0-133-15,-2-1-174 0,4 0-42 0,-2-2-50 16,-2-2-47-16,2-3-62 0,-7 0-50 0,15-3-358 16,-5-1-991-16,-1-1 439 0</inkml:trace>
  <inkml:trace contextRef="#ctx0" brushRef="#br0" timeOffset="78709.5278">27538 2103 160 0,'0'0'276'0,"0"0"20"0,0 0 18 0,4-2-7 15,-3-1-2-15,-1 3-2 0,0 0-4 0,10 0-9 16,-10-6-8-16,0 6-4 0,7-1-14 0,-5-2-9 16,-2 3-12-16,5-2-16 0,-5 2-16 0,0 0-21 15,6-1-18-15,-6 1-21 0,0 0-12 0,0 0-14 16,13 4-12-16,-9-1-9 0,0 3-16 0,0-3-12 16,0-1 3-16,0 2-9 0,1 1-8 0,-3 2-9 15,1-5-3-15,-1 5-4 0,1-1-5 0,-2-2-3 16,1 4-5-16,-2 1 1 0,-3-1-8 0,2 0-2 15,-2-1 3-15,1-1-5 0,-7 2 1 0,2-1-9 16,1 0 7-16,-2-3-3 0,-2 1-1 0,2-3 1 16,-2 0-1-16,2-1 0 0,2 0 4 0,6-1 6 15,-14-2 13-15,9-2 6 0,-3 1 7 0,3-2 11 16,1 0 7-16,-1-1-7 0,5 1-6 0,-2-2-8 16,0 0 3-16,2 1-8 0,2-1-7 0,0 0-10 15,-1 1-2-15,6-5 1 0,-2 5-6 0,0 0-5 16,0-2-5-16,0 4 0 0,0 0-11 0,3-2-4 15,-2 2-3-15,-2 3-8 0,3-2-2 0,-2-3 2 16,0 5 0-16,0-2 4 0,0 0-1 0,-1 1 5 16,0 0-1-16,-4 2 4 0,5 0-3 0,-5 0 4 15,6-1-3-15,-6 1 4 0,5-2 0 0,-5 2 4 16,4-4-3-16,-4 4 3 0,5-3-3 0,-5 3 0 16,8-2 1-16,-3 1 5 0,-5 1 7 0,9-4 0 15,-3 3-5-15,1-2 2 0,-1 3 1 0,1 0 0 16,-1-2-3-16,3 2-7 0,-1-1 3 0,1 1-2 15,3 3-6-15,-3-3 6 0,4 3-4 0,-2 2-1 16,1 0-1-16,0 0 3 0,-2 0-3 0,0 1-2 16,-1 3 5-16,-1-3-4 0,-2 2 4 0,-1-1-4 15,-1-3 6-15,0 5-4 0,-2-2 5 0,-2 0 0 16,2 2-4-16,-4-4-2 0,2 5 0 0,-2-5-3 16,-1 0 0-16,-1 3 5 0,1-3-5 0,-4-2 2 15,1 2 6-15,0-1-3 0,0-2 5 0,1 1 2 16,5-3 7-16,0 0 9 0,0 0 8 0,-16-9 8 15,12 3 7-15,4-4-4 0,0 1 1 0,1-2-3 16,5-1-4-16,-2-3-7 0,5-1-9 0,4 0 4 16,7-3-2-16,2 0-7 0,0 1 1 0,4 0 0 15,0 1-2-15,-3 1 2 0,0 0-5 0,-1 3 0 16,-4 0 4-16,6 0-3 0,-7 1-2 0,-2 3 1 16,1-1 1-16,-5 3-4 0,-2 0 1 0,-3-1 0 15,-1 4 8-15,4-2 1 0,-5 1 3 0,1 0-6 16,-3-1-4-16,-2 0-2 0,0 1 1 0,0-1-3 15,-2 0-4-15,0 2 3 0,-1-1-3 0,1 0 4 16,0 2 0-16,2-2-2 0,-5 2 5 0,3-1 4 16,-1 1 9-16,3 3 7 0,0-6-1 0,0 6-9 15,-4-3-3-15,4 3-2 0,0 0-4 0,0 0 0 16,0 0 0-16,0 0 26 0,-6 14 14 0,5-2 12 16,-2 0 14-16,-2 3 7 0,4 3 3 0,-1 0 0 15,0 1 2-15,1 2-50 0,-1 3-36 0,1-6 0 16,-1 8 0-16,0-7 0 0,-3 1 0 0,4-2 0 15,0 0 0-15,-5 0 0 0,5-2 0 0,1-2 0 16,-3 2 0-16,1-1 0 0,1-3 0 0,-2-3 0 16,2-2 0-16,1-2 0 0,1 2 0 0,-2-1-216 0,0-2-36 15,1-4-22-15,-2 7-21 0,2-7-73 0,0 0-75 16,0 0-62-16,0 0-43 0,8-21-334 16,-3 11-955-16,-2 1 422 0</inkml:trace>
  <inkml:trace contextRef="#ctx0" brushRef="#br0" timeOffset="78881.9805">28039 2060 260 0,'0'0'348'0,"0"0"38"0,0 0 26 0,-5-4 31 16,5 4 27-16,0 0 2 0,0 0-5 0,0 0-20 15,0 0-25-15,-3-5-26 0,3 5-43 0,0 0-26 16,0 0-31-16,0 0-40 0,7-7-42 0,-7 7-55 16,14-3-46-16,-3 1-65 0,2 0-59 15,2-1-55-15,3 0-48 0,0 0-53 0,1 1-69 16,-2-3-37-16,2 3-44 0,-1-3-37 0,0 0-53 0,0 2-317 15,-3-5-785-15,2 2 347 0</inkml:trace>
  <inkml:trace contextRef="#ctx0" brushRef="#br0" timeOffset="79305.3297">28799 1883 5 0,'6'-8'541'0,"2"0"11"0,-3-1 18 0,-1 3 6 16,0-2-14-16,1 1-7 0,-1 1-7 0,1 0-13 15,-1 1-24-15,-4 2-33 0,0 3-46 0,1-5-38 0,2 3-41 16,-3 2-38-16,0 0-34 0,1-5-34 16,-1 5-32-16,0 0-25 0,0 0-20 0,0 12-14 15,-1-2-151-15,-2 2-5 0,3 3 0 0,-1 2 0 16,-3 1 0-16,3 2 0 0,1 7 0 0,-1-1 0 16,1 0 0-16,0-6 0 0,0-1 0 0,-3 6 0 15,2 1 0-15,1-6 0 0,1-5 0 0,-1 3 0 16,0 0 0-16,0-2 0 0,0-4 0 0,0-1 0 15,3 0 0-15,-2-5 0 0,0-1 0 0,-1 2 0 16,0-1 0-16,0-6 0 0,0 9-61 0,0-9-243 16,0 7-24-16,0-7-42 0,0 0-43 0,0 0-35 15,0 0-28-15,0 0-25 0,-5-25-17 0,4 17-278 16,-2-2-861-16,-2-1 380 0</inkml:trace>
  <inkml:trace contextRef="#ctx0" brushRef="#br0" timeOffset="79493.3952">28762 2123 85 0,'-6'-2'87'16,"6"2"55"-16,-8-4 28 0,2 3 21 0,6 1 26 15,-10-3 31-15,4 0 19 0,6 3 21 0,-6-3 21 16,6 3 7-16,-5-3 9 0,5 3 6 0,0 0 4 16,-6-2-5-16,6 2-10 0,0 0-18 0,0 0-17 15,0 0-19-15,-3-4-21 0,3 4-25 0,0 0-24 16,6-7-22-16,-6 7-22 0,12-5-32 0,-1 4-41 16,2-2-49-16,1 2-55 0,5-4-50 0,-1 3-50 15,10-2-59-15,-10 1-33 0,3-1-39 0,-1 1-47 16,1-1-41-16,-2 0-41 0,1 1-301 0,-2-2-744 15,-2 2 330-15</inkml:trace>
  <inkml:trace contextRef="#ctx0" brushRef="#br0" timeOffset="80119.036">29105 2035 113 0,'0'0'305'0,"0"0"20"16,0 0 18-16,4 6 9 0,-4-6-3 0,0 0-1 15,5 1 3-15,-5-1-4 0,0 0-5 0,0 0-15 16,0 0-23-16,0 0-18 0,0 0-20 0,0 0-24 15,6-7-26-15,-6 7-25 0,0 0-23 0,4-1-22 16,-4 1-13-16,0 0-16 0,8 7-15 0,-6-6-9 16,1 2-13-16,-1 2-8 0,1-2-7 0,-1 4-9 15,1-2-3-15,1 1-7 0,-3 1-4 0,0 3-5 16,1 0-8-16,-2-5 0 0,-2 5-12 0,-3-2-11 16,1 2-11-16,-2-2-15 0,0 1-11 0,-2-2-6 15,-2-2-11-15,-2 0-5 0,3 1-6 0,-1-3-3 16,0-1 11-16,1 2 5 0,-1-3 5 15,10-1 7-15,-16 0 12 0,16 0 1 0,-10-5 2 16,2 0 9-16,5-1 17 0,1 3 5 0,1-3 16 0,2-5 10 16,-1 1 6-16,4 2 3 0,6 0 1 0,-6-2 0 15,5 2-6-15,0-7 1 0,4 7-6 0,-4-1-1 16,0 2-6-16,5 1 1 0,-4 0-5 0,0 1-5 16,0 2-2-16,-2-1-5 0,-1 1-3 15,0 3-3-15,1-1-5 0,1 4 0 0,-3-2 0 16,4 3-2-16,-5-1-2 0,3 1 2 0,-1 2-4 0,0 1 1 15,2 0 3-15,-2 0-1 0,-1 4-1 0,-1 0 1 16,-1-3-2-16,1 3 0 0,-2-1-6 0,0-6-11 16,1 2-11-16,-4-1-2 0,4 1 2 0,-3-3 1 15,-1-3 2-15,3 8 10 0,-2-5 0 16,-1-3 10-16,0 0 3 0,4 3 16 0,-4-3 15 16,0 0 0-16,0 0-6 0,9-8-6 0,-8 2 4 0,3 0-2 15,-3 0 3-15,7-3-6 0,-3 0 9 0,2 1-3 16,0-1 12-16,0-1 5 0,-1 1 5 0,2 4 2 15,-2-2-10-15,-1 1-3 0,-1 2-2 0,1 1-3 16,-2 0-6-16,2 1-7 0,-1-1-3 16,-4 3 0-16,0 0-1 0,11 3-4 0,-11-3 0 15,8 5-3-15,-4-2-4 0,0 2-6 0,-2 1-14 0,1 1-23 16,2-3-20-16,-2 2-34 0,1 1-30 0,0-3-71 16,1 0-43-16,-1 5-56 0,-1-5-78 0,6-2-106 15,-9-2-301-15,16 0-849 0,-16 0 376 0</inkml:trace>
  <inkml:trace contextRef="#ctx0" brushRef="#br0" timeOffset="80839.9881">29851 2042 39 0,'0'0'339'15,"0"0"-5"-15,0 0-10 0,0 0-3 0,-9-10-16 16,9 10-12-16,-1-4 2 0,1 4 3 0,0 0-7 16,0 0 0-16,0-4-7 0,0 4-8 0,0 0-13 15,0 0-17-15,2-5-16 0,-2 5-19 0,0 0-20 16,0 0-24-16,4-3-11 0,0 1-25 0,-4 2-16 16,5-1-11-16,4 1-14 0,-9 0-11 0,10 2-11 15,-2 0-9-15,0 0-7 0,-1 2-3 0,1 0-13 16,-3 2-1-16,4 0-2 0,-8 0-6 0,6 2-6 15,-5-1-1-15,-2 1-3 0,0-2-1 0,3 1-7 16,-6 0-6-16,-2 3-9 0,0-5-8 0,-4 4-4 16,0-4-6-16,-2-2-4 0,-1-1-8 0,-1 3-4 15,-2-1 1-15,-7-3-7 0,2 1-1 0,1-4 0 16,1 0 5-16,0-1 8 0,5 1 12 0,3-1-2 16,1 1 4-16,1-2 11 0,2-6-15 0,1 6 10 15,1-6-2-15,4 3-8 0,4-3-4 0,1-1-22 16,1-3-27-16,5 2-22 0,3-1-41 0,4 1-12 15,7 1-5-15,-1-3-3 0,2 3 3 0,-4-4 11 16,3 4-2-16,-6-1 5 0,8 0 19 0,-4-2 19 16,-2 4 24-16,0-4 8 0,-5 5 30 0,0-4 14 15,-4 2 28-15,2 0 8 0,-5 1 21 0,1-4 31 16,-2 5 23-16,-1-2 29 0,-1-1 12 0,-3 3-3 16,1-2 8-16,0 0 12 0,-4 1 13 0,0-1 12 15,0 1 11-15,0-1 17 0,-2 2 11 0,0 0 11 16,0 0 4-16,-1 0 15 0,-3-3 22 0,0 2 15 15,0 1 15-15,2 2-2 0,-1 1-6 0,1 1-8 16,2 1-16-16,-1 0-21 0,-1 1-162 0,2 0-71 16,1-1 0-16,1 4 0 0,0 0 0 0,0 0 0 15,0 0 0-15,-9 10 0 0,6 1 0 0,1 5 0 16,-1 4 0-16,2 8 0 0,-1 0 0 0,0 5 0 16,2 0 0-16,0 2 0 0,1 0 0 0,-1-1 0 15,1 2 0-15,1 13 0 0,0-3 0 0,1-13 0 16,1 1 0-16,-2 2 0 0,3 0 0 0,-3-1 0 15,0 0 0-15,3-1 0 0,-5-6 0 0,0-1 0 16,0-8 0-16,0-3 0 0,0-1 0 0,0-5 0 16,0 0 0-16,0-2 0 0,0-1 0 0,2-1 0 15,-2-6 0-15,0 6 0 0,0-6 0 0,0 0 0 16,1 9-237-16,-1-9-173 0,0 0-59 0,0 0-69 16,0 0-55-16,-1-24-398 0,1 12-1073 0,1-6 474 15</inkml:trace>
  <inkml:trace contextRef="#ctx0" brushRef="#br0" timeOffset="81012.313">30037 2094 371 0,'3'-5'444'15,"4"2"-35"-15,-2-2-23 0,4-1-8 0,0 0-22 16,3 0-24-16,5-1-32 0,2 1-26 0,3-2-23 16,-3 1-30-16,3 2-26 0,-1 0-17 15,0 0-16-15,-1 1-40 0,0 0-43 0,-2 0-59 0,-5-1-70 16,0 3-87-16,-1-1-86 0,-2-4-101 0,-5 4-300 31,0 0-676-31,-5 3 299 0</inkml:trace>
  <inkml:trace contextRef="#ctx0" brushRef="#br0" timeOffset="82639.3058">30959 1645 306 0,'0'-4'408'0,"2"-3"4"16,0 1-3-16,-4 1 0 0,4-1 0 0,-4 1-9 15,2 5-6-15,-2-7-13 0,2 7-8 0,0-8-12 16,0 8-7-16,0 0-12 0,-4-7-25 0,4 7-13 16,0 0-29-16,0 0-25 0,0-3-28 0,0 3-13 15,0 0-29-15,0 0 10 0,0 0 14 16,-9 14-7-16,4 2-2 0,-2 2 0 0,-2 9-10 0,2 1 3 16,3 5-66-16,-2 1-122 0,2 1 0 0,-1 12 0 15,4-14 0-15,0 1 0 0,-1 12 0 0,1-10 0 16,-2-1 0-16,0-3 0 0,1 1 0 0,0 4 0 15,2 9 0-15,-4-15 0 0,4 3 0 16,-1-3 0 0,-2-2 0-16,-1-1 0 0,0-1 0 0,2-1 0 0,1-1 0 0,-2-6 0 0,-1-2 0 0,2 0 0 15,-1-1 0-15,0-5 0 0,1-1 0 16,1-3 0-16,-2-1 0 0,1-1 0 0,2-5 0 16,-3 9 0-16,3-9 0 0,-2 6 0 0,2-6 0 31,0 0 0-31,0 0 0 0,0 0 0 0,0 0-166 0,0 0-367 15,0 0-53-15,-9-24-36 0,5 15-426 0,1-2-1134 16,-1 1 501-16</inkml:trace>
  <inkml:trace contextRef="#ctx0" brushRef="#br0" timeOffset="82843.7518">30738 2269 207 0,'0'0'361'0,"-6"-10"22"0,6 10 25 16,-6-8 29-16,5 0 24 0,1 8 14 0,0 0 8 15,0 0-10-15,-9-7-3 0,9 7-5 0,0 0-14 16,0-6-26-16,0 6-26 0,0 0-45 0,5-7-36 16,-5 7-32-16,11-6-33 0,-2 1-25 0,3 2-31 15,6-4-40-15,1 1-46 0,8 4-63 0,8-4-40 16,-3 0-54-16,2 2-49 0,3 2-47 0,-2 2-48 16,-3 0-46-16,2 0-45 0,-3-2-62 0,0 3-65 15,-8-2-63-15,3 1-74 0,-6-1-306 0,-4-3-921 16,2 0 408-16</inkml:trace>
  <inkml:trace contextRef="#ctx0" brushRef="#br0" timeOffset="84204.9909">31207 2142 83 0,'0'0'435'0,"0"0"19"0,0 0-2 16,-4 4 3-16,4-4-4 0,0 0-13 0,0 0-16 15,0 0-11-15,0 0-29 0,0 0-22 0,0 0-28 16,0 0-24-16,0 0-23 0,0 0-26 0,0 0-26 0,0 0-25 16,0 0-25-16,0 0-13 0,0 0-7 15,0 0-18-15,0 0-17 0,0 0-7 0,0 0-17 16,0 0-10-16,0 0-21 0,14 10 7 0,-9-8-5 16,-5-2-11-16,11 6-3 0,-2-3-9 0,2 1-4 15,1 0-3-15,2 1-6 0,2-1 9 0,1-3 8 16,1 3-25-16,-6-4 6 0,7 2 2 0,-2-1-5 15,1-5-17-15,-4 3 8 0,-1-2-5 0,1-3-3 16,-9 4 8-16,-5 2 4 0,18-9-4 0,-13 6 7 16,2-1 1-16,-7 4-16 0,7-7 5 0,-2 2-8 15,-3-1-5-15,-2 6 5 0,-7-11-8 0,2 7 0 16,3-3 4-16,-5 4-18 0,0-2 13 0,0 0-6 16,7 5-3-16,-13-5 5 0,4 4 1 0,9 1-2 15,-17 0-5-15,17 0 5 0,-23 3-1 0,12 3 0 16,-1 0-5-16,3 1 2 0,1 0 12 0,-6 5-5 15,8-2-17-15,-6 3 17 0,5-2-15 0,1 0-13 16,1-2-11-16,5 4 2 0,-2-3-4 0,2 1 0 16,-2 0 3-16,4-1 0 0,1-1 2 0,1 2 5 15,5 0 13-15,-1-4-14 0,8 3-5 0,0-2-2 16,4 0-9-16,-2-3 6 0,3-4-12 0,5-2-4 16,4-3-4-16,-2 1 2 0,0-4-19 0,-1-3-10 15,2 3-13-15,-6-5-16 0,4 2-10 0,-8 0-11 16,-1 2-7-16,3-2-2 0,-2 1-6 0,-3 0-5 15,1 1-4-15,-6 1 5 0,0 2 3 16,-1 0 25-16,-2 0 12 0,-3 3 8 0,-1-3 10 16,-4 5 11-16,10-7 1 0,-10 7 37 0,5-3 15 0,-5 3 10 15,6-4 12-15,-6 4 25 0,0 0 11 0,4-3 21 16,-4 3 20-16,0 0 25 0,0 0 12 0,0 0 11 16,0 0 12-16,0 0-7 0,0 0 1 15,0 0-10-15,0 0-9 0,0 0-6 0,-24-2-11 16,24 2-9-16,0 0-5 0,-14 1-12 0,14-1-6 15,-10 4-4-15,10-4-4 0,-9 5-5 0,9-5 0 16,-9 8-7-16,5-3-2 0,-1 3 0 0,0-3-3 16,1 4 0-16,0 0-2 0,3 2-2 0,-1-3-1 0,1 0-2 15,0 1 0-15,2 0 0 0,3-2 1 0,0 2-4 16,-2-1 4-16,6-1-2 0,-2 0-2 16,3-2-1-16,2 1 4 0,6-2-22 0,-4-1-13 15,6-2-12-15,3-3-19 0,-3 0-30 0,-1-1-29 16,4 1-38-16,-3-3-25 0,9-4-24 0,-1 0-34 15,-7 3-37-15,-2-2-21 0,4 0-22 0,-3-2-21 16,-1 4 5-16,1-4-13 0,-7 4 17 0,-2 2 15 16,-1-2 39-16,-3 2 34 0,1 1 38 0,-7 3 28 15,12-5 36-15,-12 5 22 0,8-1 45 0,-8 1 25 16,4-5 30-16,-4 5 28 0,4-5 24 0,-4 5 23 16,0 0 16-16,0 0 31 0,0 0 13 0,0 0 25 15,0 0 33-15,0 0 5 0,0 0 12 0,0 0 15 16,0 0 8-16,0 0 5 0,0 0-2 0,0 0-14 15,15 0-14-15,-15 0-4 0,0 0-19 0,8-3-13 16,-8 3-9-16,9-3-17 0,-9 3-7 0,0 0-7 16,14 0-22-16,-14 0 1 0,11 3-13 0,-5 0-18 15,-6-3 2-15,15 8-12 0,-9-5 0 0,-1 4-1 16,1-3-7-16,-3 2-8 0,4-1-2 0,-5 2-4 16,-1 2-10-16,2-5-2 0,-2 5-1 0,-2-3-3 15,-5 1-1-15,4 1 2 0,-6-2-8 0,2 1 3 16,-3-2-4-16,-8-1-2 0,0 2 2 0,-1-2-7 15,-2-1-3-15,7 0-16 0,-9-3-17 0,5 2-4 16,-2-4-6-16,5 2-8 0,2-3 9 16,1-1-4-16,3 2-7 0,1-5-2 0,-1 2-5 0,3-2-9 15,1 0-19-15,2-1-15 0,2-1-9 0,2-2-15 16,3 4-3-16,3-4 13 0,3-1 3 0,2 1-11 16,1 1 15-16,2-1 1 0,0 0 9 15,10-1 8-15,-11 2 6 0,1 0 3 0,3 1 14 16,0 0 10-16,5-5 10 0,-1 1 26 0,-4 5 25 15,-1-2 21-15,3 3 19 0,-6-2 28 0,0 0 19 16,-7 2 0-16,1-3-10 0,-1 1 6 0,-2 0 14 16,-2-2 4-16,0 2 6 0,-2-1 6 0,-3-2-5 0,1 2 20 15,-1-4 12-15,-2-1 3 0,-5-3 36 0,5 6 15 16,-1 0 32-16,-3 3 12 0,1 0 27 0,0 0 3 16,-1 1-245-16,3-1-33 0,-1 4 0 0,0 1 0 15,0 1 0-15,5 3 0 0,0 0 0 0,-4-5 0 16,4 5 0-16,0 0 0 0,-9 10 0 15,5 2 0-15,3 6 0 0,-3 1 0 0,-1 6 0 16,5 3 0-16,0 0 0 0,0 1 0 0,4 0 0 0,-3 1 0 16,3 1 0-16,0 0 0 0,0 0 0 0,-4-4 0 15,1-2 0-15,-5-5 0 0,4-4 0 0,0 0 0 16,0-2 0-16,3 2 0 0,-2-5-485 0,2-1-800 16,-2-3-1391-16,-1-7 616 0</inkml:trace>
  <inkml:trace contextRef="#ctx0" brushRef="#br0" timeOffset="87227.179">1826 3535 173 0,'0'0'178'0,"-5"1"3"0,5-1 4 16,0 0 4-16,-7 1 3 0,7-1 8 0,-4 2 5 15,4-2 9-15,0 0-2 0,-6 2 2 16,6-2 3-16,-6 1 0 0,6-1-4 0,0 0 1 0,0 0 4 16,-9 0 3-16,9 0 0 0,0 0 3 0,-8 0-4 15,8 0 0-15,0 0 7 0,-9 0 5 0,9 0 1 16,0 0 1-16,0 0 3 0,-7 0-4 15,7 0 3-15,0 0-5 0,0 0-13 0,-7-5-4 16,7 5-7-16,0-5-15 0,0 5-10 0,-1-4-16 16,1 4-13-16,0-8-12 0,1 5-10 0,-1-2-20 0,4 0-12 15,-1-1-6-15,0 0-12 0,4 0-69 0,-2-2-12 16,4 2 0-16,-2 0 0 0,5-1 0 0,-2 1 0 16,2-2 0-16,3 1 0 0,0 1 0 15,-1 1 0-15,-1 3 0 0,1-2 0 0,-1 3 0 16,-3 1 0-16,3-1 0 0,-1 1 0 0,-1 0 0 15,-2 2 0-15,0 1 0 0,1 2 0 0,0 0 0 0,-2 1 0 16,0 2 0-16,-1 0 0 0,-2 0 0 0,1 2 0 16,-3 1 0-16,-1 0 0 0,-2 2 0 0,-2-1 0 15,-1 5 0-15,-4 1 0 0,-3-3 0 16,-2 2 0-16,-4 3 0 0,-6 1 0 0,2 0 0 16,-2 3 0-16,1-6 0 0,1-1 0 0,7-4 0 0,-2 2 0 15,2-4 0-15,3-3 0 0,2 1 0 0,1-2 0 16,1-2 0-16,0 1 0 0,0-1 0 15,1-1 0-15,1 1 0 0,0 0 0 0,1-1 0 16,-1 0 0-16,1 0 0 0,0-1 0 0,-1 1 0 0,2-1 0 16,2-3 0-16,-4 3 0 0,4-3 0 15,0 0 0-15,0 0 0 0,0 0 0 0,0 5 0 0,0-5 0 16,0 0 0-16,14-1 0 0,-5-2 0 0,4 1 0 16,5-2 0-16,4 1 0 0,7-5 0 0,3 3 0 15,2-4 0-15,-6 0 0 0,4 4 0 0,-6-1 0 16,-1-1 0-16,-6 1 0 0,1 1 0 0,-4-1 0 15,-3 3 0-15,0 0 0 0,-4-1 0 16,-2 3 0-16,1-1 0 0,-8 2 0 0,9-2 0 0,-9 2 0 16,8-1 0-16,-8 1 0 0,0 0 0 0,6-2 0 15,-6 2 0-15,0 0 0 0,0 0 0 0,0 0 0 16,9-4 0-16,-9 4 0 0,0 0 0 0,0 0 0 16,0 0 0-16,0 0-116 0,0 0-531 15,3-2-591-15,-3 2-1342 0,6-8 594 0</inkml:trace>
  <inkml:trace contextRef="#ctx0" brushRef="#br0" timeOffset="87680.8411">2361 3537 343 0,'0'0'390'0,"5"-7"-1"16,-5 7-21-16,3-3-10 0,-3 3-21 16,4-3-16-16,-4-1-17 0,0 4-26 0,0 0-21 15,1-4-21-15,-1 4-22 0,4-3-18 0,-4 3-17 16,4-2-20-16,-4 2-14 0,6-2-16 0,-6 2-11 16,9-2-19-16,-1 2-7 0,-8 0-12 0,11 4-4 15,-3-2-5-15,1 3-1 0,-1 1-7 0,0-2-2 16,1 4 2-16,-1 1 1 0,1-3-6 0,0 5 0 15,-5-2-6-15,2 2-6 0,-3 0-2 0,-2 1-3 16,2-3-3-16,-5 3 1 0,1-1-3 0,-2 1 1 16,0 1 3-16,-3-2 7 0,-4 0 3 0,1 1-2 15,-2 3 6-15,-4-3 1 0,-1-1 15 0,-3-4 20 16,9-2 19-16,-3-5 33 0,7 2 37 0,-6 0 18 16,4-3 4-16,-3-3 7 0,3-1 1 0,-1-1-8 15,0-1-11-15,3-4-16 0,0 2-156 0,0-6-18 16,3 3 0-16,0 0 0 0,-1 1 0 0,4-2 0 15,0 1 0-15,4-4 0 0,1 5 0 0,-1-2 0 16,6-1 0-16,3 0 0 0,1 1 0 0,-5 7 0 16,9-2-208-16,-1 1-134 0,0 4-57 0,-4 1-70 0,0 2-59 15,7 0-63-15,-9-1-352 0,-1 2-1021 16,1-1 452-16</inkml:trace>
  <inkml:trace contextRef="#ctx0" brushRef="#br0" timeOffset="88135.5602">2669 3546 318 0,'4'-1'465'0,"-1"-2"3"16,-1 0-5-16,1 0-7 0,-3 3-20 0,2-5-17 15,1 2-6-15,-3 3-16 0,3-4-16 0,-1 0-22 16,-2 4-24-16,5-3-7 0,-4 0-24 0,-1 3-23 15,4-4-20-15,-3 1-23 0,2 1-33 0,-3 2-22 16,6-4-19-16,-3 2-19 0,3-1-21 0,-6 3-8 16,13-1-10-16,-3 0-12 0,2 2-13 0,-1-1-13 15,1 3-6-15,2 0-3 0,-4 1-22 0,2 1 3 16,-1-1-2-16,-2 3-3 0,1 0-13 0,-2 2 8 16,0 0-10-16,-3 2 7 0,0-2 0 0,-1 2-2 15,-3 0-7-15,0 1-1 0,-2 0 2 0,-3 0-4 16,-1 3-2-16,-3-1 4 0,-3 1-3 0,-2-2 0 15,-1-1-3-15,0-2-8 0,-3 0 5 0,6-6-16 16,-2 3 17-16,0-3 2 0,4-1-11 0,-1 0 0 16,0-3 0-16,1 0 0 0,9 0 0 0,-18-4 0 15,8-1 0-15,3-2 0 0,1 2 0 0,1-4 0 16,-3 0 0-16,5 0 0 0,0 0 0 0,0-1 0 16,2 0 0-16,0 1 0 0,2 0 0 0,3-2 0 15,0 4 0-15,3-2 0 0,1 0-161 0,1 2-163 16,8-2-34-16,-7 3-58 0,0 0-56 0,8-2-66 15,0 5-449-15,-2-4-1070 0,2 0 473 0</inkml:trace>
  <inkml:trace contextRef="#ctx0" brushRef="#br0" timeOffset="88541.8801">3041 3551 343 0,'0'0'471'0,"0"0"15"15,4-5 3-15,0 4-7 0,-4 1-25 0,1-6-20 16,-1 6-16-16,3-4-34 0,-3 4-27 0,0 0-30 16,5-7-25-16,-5 7-33 0,1-3-26 0,-1 3-23 15,3-6-26-15,-3 6-29 0,6-3-14 0,-6 3-13 16,9-3-23-16,-9 3-8 0,13 1-17 0,-13-1-7 16,18 2-10-16,-8 0-5 0,-4 1-5 0,4 3-19 15,-2-1 4-15,1 2-11 0,1 0-3 0,-3 2 1 16,-1 0-3-16,1 1-3 0,-1 1-10 0,-2 0 5 15,-2 1-2-15,-2 0-3 0,0 2 1 16,-6 0-6-16,-3 0 2 0,-4-2-8 0,-1 2-7 0,3-2-3 16,-9 1 2-16,6-4 2 0,2-3 0 0,0 0 3 15,-1-1 4-15,1-4 21 0,0 0 22 0,3-3 17 16,-1 0 8-16,-2-3 8 0,6-3-1 0,-3-2 7 16,1 0 1-16,3 1-9 0,0-8-58 0,1 6-28 15,2-1 0-15,-2 0 0 0,4-4 0 16,0 3 0-16,4 1 0 0,-2 0 0 0,6 0 0 15,-3 1-16-15,4 1-201 0,14-4-48 0,3 1-50 0,-1 1-55 16,3 4-63-16,-1 0-66 0,1 2-76 0,-6 2-343 16,6 0-993-16,0 1 441 0</inkml:trace>
  <inkml:trace contextRef="#ctx0" brushRef="#br0" timeOffset="89075.2657">3959 3364 81 0,'0'0'329'0,"0"0"4"0,0 0 2 16,0 0 3-16,0 0-6 0,1-7-2 0,-1 7 18 16,0 0 6-16,-1-4 14 0,1 4 6 0,0 0 3 0,0 0 1 15,0 0-2-15,0 0 13 0,0-7-8 16,0 7 3-16,1-2-8 0,-1 2-5 0,-5-3-16 16,5 3-13-16,0 0-14 0,-3-6-17 0,3 6-11 15,0 0-299-15,0 0-1 0,0 0 0 0,-2-5 0 16,2 5 0-16,0 0 0 0,0 0 0 0,0 0 0 15,0 0 0-15,0 0 0 0,0 0 0 0,-1-5 0 16,1 5 0-16,0 0 0 0,0 0 0 0,0 0 0 16,0 0 0-16,0 20 0 0,0-8 0 0,0 4 0 15,-2 2 0-15,2 1 0 0,0 1 0 0,0 6 0 16,0 0 0-16,0-1 0 0,-1 0 0 0,-2 2 0 16,2-2 0-16,-1-6 0 0,-1 1 0 0,-1 5 0 15,-1-2 0-15,0-3 0 0,4-4 0 0,-3-2 0 16,3-3 0-16,-2-2 0 0,3 1 0 0,0-5 0 15,-3 2 0-15,1-1 0 0,2-6 0 0,0 7 0 16,0-7 0-16,2 9 0 0,-2-9 0 0,3 3 0 16,5 0 0-16,-8-3 0 0,0 0 0 0,18-3-47 15,-18 3-461-15,14-9-55 0,-3 0-73 0,-3 0-438 16,1-7-1162-16,3 2 515 0</inkml:trace>
  <inkml:trace contextRef="#ctx0" brushRef="#br0" timeOffset="89466.4131">4148 3451 264 0,'4'-10'409'0,"1"-1"19"31,-1 2 16-31,-2 2 23 0,2-2 12 0,0 2 1 0,-3 1 9 0,3-1-8 0,-4 0-2 0,1 4 3 16,0-3-6-16,-1 3-16 0,0 3-24 0,2-5-32 16,-2 5-23-16,0 0-41 0,0 0-30 0,1-4-37 15,-1 4-64-15,0 0-209 0,0 0 0 0,0 0 0 16,0 0 0-16,1 13 0 0,-1-2 0 0,2 1 0 15,-1 4 0-15,-1 0 0 0,1 4 0 0,1-1 0 16,1 5 0-16,-1 1 0 0,-1-7 0 0,0 0 0 16,1 0 0-16,0 2 0 0,-1-5 0 0,2-4 0 15,-1 1 0-15,2-3 0 0,-3 2 0 0,6 0 0 16,-2-3 0-16,2 1 0 0,1-2 0 0,1-1 0 16,0-1 0-16,0-1 0 0,0-3 0 0,1-2 0 15,-10 1 0-15,22-3 0 0,-13-1 0 0,0-2 0 16,0 1 0-16,-4-1 0 0,0-2 0 0,2 1 0 15,-6 1 0-15,4 0 0 0,-1-1 0 0,-3 1 0 16,-1-1 0-16,-1-1 0 0,-3 3 0 0,1-3 0 16,0 1 0-16,-4 3 0 0,2 1 0 0,1-1 0 15,4 4 0-15,-10-3 0 0,4 2 0 0,6 1 0 16,0 0 0-16,-12 3-375 0,12-3-145 0,-8 5-64 16,8-5-66-16,3 4-361 0,-3-4-1095 0,0 0 486 15</inkml:trace>
  <inkml:trace contextRef="#ctx0" brushRef="#br0" timeOffset="89654.401">4599 3581 73 0,'13'-4'433'0,"-3"0"35"0,-3 2 36 0,1-3 25 16,-1 3 3-16,-1 0-25 0,-1-3-18 0,-1 2-32 16,1-1-38-16,0 0-28 0,-5 4-41 0,7-3-42 15,-7 3-26-15,4-6-28 0,-4 6-40 0,6-3-60 16,-6 3-45-16,9-3-66 0,-9 3-61 0,11-3-60 15,-11 3-60-15,12 0-65 0,-6 0-75 0,-6 0-69 32,0 0-67-32,18 2-56 0,-18-2-292 0,0 0-825 0,0 0 365 0</inkml:trace>
  <inkml:trace contextRef="#ctx0" brushRef="#br0" timeOffset="89857.9664">4682 3646 135 0,'0'0'433'0,"-4"5"38"0,4-5 24 0,0 0 19 15,0 5 16-15,0-5 1 0,0 0-26 0,0 0-24 16,0 0-38-16,0 0-46 0,11 1-39 16,-11-1-38-16,13-6-30 0,0 4-33 0,0-2-26 15,4 0-48-15,-2-1-56 0,2 1-68 0,-3 0-61 32,-1 2-62-32,-3-3-70 0,4 3-89 0,-5-3-101 0,-1 3-108 15,2-3-112-15,-5 1-296 0,-5 4-909 0,2-10 402 16</inkml:trace>
  <inkml:trace contextRef="#ctx0" brushRef="#br0" timeOffset="90703.3749">5610 3348 232 0,'0'0'422'0,"0"0"7"15,0 0 4-15,4-7-3 0,-4 7-6 0,1-4-13 16,-1 4-15-16,3-3-19 0,-2-1-24 0,-1 4-27 15,5-6-26-15,-4 3-21 0,2 1-20 0,-2-1-28 16,-1 3-15-16,5-5-20 0,-5 2-20 0,4 1-21 16,-4 2-19-16,4-6-16 0,0 5-10 0,-4 1-17 15,6-3-16-15,-6 3-1 0,8 0-10 0,-8 0-7 16,10 4-13-16,-6-1-1 0,2 1-4 0,2-2-12 16,-2 3 4-16,-1 2-4 0,3-1-9 15,1 1 1-15,-5 1-6 0,2 0 1 0,-1 1-3 0,-1 0-1 16,-1 1 1-16,-4 0-3 0,-3-2-1 0,0 2 2 15,-1 1-5-15,-3 0-10 0,-2-1-2 16,-4-2-11-16,-2 4-3 0,1-3-7 0,-1-1 7 16,4-3 2-16,-2-1 7 0,5 0 4 0,4-3 0 15,-3-1 4-15,8 0 8 0,-13-4 15 0,8 3 12 16,1-5 8-16,3-2 1 0,-1-1-8 0,2-1-2 0,3-2 6 16,4-4 0-16,-2 2 2 0,5 0 2 0,-2-1 2 15,2 2 3-15,-1 3-2 0,-1 1-7 16,1-1-3-16,-3 2 3 0,5 2-4 0,-3-2-2 15,2 3-12-15,1 2-4 0,0 0 4 0,2 3 13 16,1 0 2-16,-1 1-1 0,-2 1-5 0,2 4 9 0,0 1 16 16,0 3 3-16,-2 2-1 0,3 2 1 0,-5-1-4 15,0 2-22-15,0 3-30 0,-5-2 0 0,2 4 0 16,-3-1 0-16,2 7 0 0,-5-8 0 0,0 8 0 16,-1-8 0-16,-2 8 0 0,2-7 0 0,-2 2 0 15,1-3 0-15,-1-3 0 0,2 3 0 0,-2-4 0 16,3-4 0-16,-1 1 0 0,2 0 0 0,-5-3 0 15,7-1 0-15,-3 0 0 0,0-4 0 16,0 3 0-16,1-1 0 0,2-1 0 0,1-1 0 0,-2-2 0 16,-2-1 0-16,11 2 0 0,-11-2 0 0,12-2 0 15,-4-2 0-15,0 1 0 0,3-1 0 0,-1-1-302 16,1-1-171-16,2-4-96 0,3-4-86 0,-2 2-377 16,0-5-1118-16,1 2 494 0</inkml:trace>
  <inkml:trace contextRef="#ctx0" brushRef="#br0" timeOffset="91125.1821">6115 3409 139 0,'0'0'466'0,"1"-5"19"15,1 0 7-15,-2 5-2 0,2-4-16 0,-2 4-25 16,2-4-27-16,-2 4-31 0,2-3-26 0,-2 3-29 15,0 0-36-15,2-4-22 0,-2 4-25 0,0 0-31 16,0 0-18-16,0 0-29 0,0 0-15 0,0 0-16 16,12 3-18-16,-8-1-13 0,3 1-6 0,0 0-23 15,-1-2-12-15,3 7-1 0,0-1-7 0,1-2-9 16,-1 2-4-16,-1 0-13 0,-2 1 0 0,1 0-1 16,-1-1-5-16,-1 3-4 0,-4-2-4 0,2 2-4 15,-3 0 2-15,0 0 1 0,-3 1-1 0,0 1-3 16,-4 1-2-16,-2-4 1 0,-4 5 0 0,1-5-1 15,-2 3-1-15,-2-3-5 0,7-3 3 0,-3 0 0 16,3-1 12-16,-1-3 28 0,0 0 23 0,4-4 34 16,0 2 16-16,-1-4 7 0,-3-2 7 0,4-1-36 15,-1-1-105-15,2-5 0 0,4 2 0 0,-2-4 0 16,3-2 0-16,0 1 0 0,4 4 0 0,0-6 0 16,1 2 0-16,4-1 0 0,4 3 0 0,-3 1 0 15,9 3-171-15,-2 1-186 0,1 1-62 16,-2 4-62-16,3-2-69 0,-1 3-54 0,-5 3-332 0,0-1-1012 15,1 2 449-15</inkml:trace>
  <inkml:trace contextRef="#ctx0" brushRef="#br0" timeOffset="91515.5478">6447 3387 349 0,'6'-7'441'0,"-1"1"-1"0,3-2-17 0,-4 2-15 16,5-3-26-16,-3 1-27 0,2 2-28 0,0-1-23 16,1 2-28-16,-3 1-18 0,3 0-26 15,0 0-26-15,0 2-21 0,0 0-19 0,2 2-16 16,-4 2-15-16,5-1-13 0,-1 3-11 0,-1-1-13 0,1 3-11 16,-2 1-7-16,2-1-8 0,-3 2-8 0,-1 1-8 15,-2-2-2-15,-1 4-4 0,1-4-3 0,-4 5-7 16,-1-4 0-16,-1 4-2 0,1-1-3 15,-5 0-5-15,-3-2 1 0,0 0 1 0,-3-2-7 16,2 0 1-16,-1-2-1 0,-2 1-3 0,1-1 7 16,1-2 23-16,-2 0 29 0,4 0 25 0,8-3 20 0,-16-2 3 15,11-2 16-15,-2-1-4 0,0-1-20 0,2-2-1 16,1-2-20-16,-1 0 1 0,1 1-12 0,0-4-14 16,4 3-17-16,0-1-19 0,0 1-28 15,0-1-31-15,3 4-35 0,-1-1-42 0,-2 3-54 16,3 2-63-16,-2-1-70 0,4 1-48 0,-5 3-38 0,0 0-40 15,17 3-39-15,-13 1-37 0,-2 0-328 0,1 2-880 16,-3 2 390-16</inkml:trace>
  <inkml:trace contextRef="#ctx0" brushRef="#br0" timeOffset="91859.6403">6489 3551 252 0,'0'0'508'0,"0"0"2"0,0 0 8 0,0 0-10 15,0 0-34-15,0 0-37 0,9-10-35 16,-5 6-43-16,1 3-35 0,3-3-33 0,-2 0-34 16,3 3-26-16,1 1-20 0,0-2-23 0,2 4-24 15,0-2-14-15,0 1-17 0,0 3-12 0,2 1-5 16,-3 1-20-16,1-1-8 0,-1 3-10 0,-2 2-11 0,0-2-1 16,0 3-9-16,-4-1-8 0,0 2-5 0,-2-1-2 15,1-2-2-15,-4 2 1 0,0 0-4 16,-4-1-4-16,-1 1 1 0,-3 3 0 0,-4-6-3 15,-4 3-4-15,2-1-3 0,-3-6 0 0,-2 3-2 16,8-6 5-16,-3 1 20 0,1-1 30 0,4-4 23 0,-2 1 10 16,-1-4 8-16,3 1 6 0,3-3 12 15,1-1-15-15,-2-4-9 0,2 1-18 0,5 1-57 16,-1-3-37-16,1 0 0 0,1 2 0 0,4-4 0 16,4 2-12-16,0-1-168 0,3 4-71 0,0-3-90 15,4 6-93-15,2-1-95 0,7-2-90 0,1 3-353 16,3 2-1051-16,-2 0 466 0</inkml:trace>
  <inkml:trace contextRef="#ctx0" brushRef="#br0" timeOffset="92487.5199">7061 3368 4 0,'0'-7'585'0,"2"-1"15"0,-2 0 10 0,0-2-6 16,3 5-15-16,-3-1-25 0,1 1-27 15,-1 2-24-15,2-2-31 0,-2 1-34 0,0 4-31 16,0 0-38-16,2-5-36 0,-2 5-38 0,0 0-31 0,0 0-29 16,0 0-27-16,0 0-29 0,0 0-23 0,0 0-47 15,0 0-119-15,2 14 0 0,-2-9 0 0,0 5 0 16,1 1 0-16,2 0 0 0,-3 2 0 0,1 2 0 15,1 0 0-15,0 3 0 0,-2 0 0 0,1-4 0 16,-1 6 0-16,0-2 0 0,3-2 0 0,-3 1 0 16,0 1 0-16,-3-5 0 0,2 1 0 0,1 1 0 15,-4 0 0-15,3-4 0 0,1-1 0 0,0-3 0 16,0 0 0-16,1 0 0 0,-1-2 0 0,-1 0 0 16,2 0 0-16,-1-2 0 0,0-3 0 0,0 4 0 15,0-4 0-15,0 0 0 0,0 0 0 0,0 0 0 16,0 0 0-16,0 0 0 0,11-7 0 0,-5-1 0 15,4-1 0-15,-2 0 0 0,1-5 0 0,1 0 0 16,0-3 0-16,2 3 0 0,-1-8 0 0,1 5 0 16,-3-1 0-16,1 3 0 0,-1 0 0 0,-5 4 0 15,2-2 0-15,-2 5 0 0,1-2 0 0,-1 5 0 16,-2-1 0-16,0 1 0 0,0 0 0 0,0 2 0 16,-2 3 0-16,1-4 0 0,-1 4 0 0,0 0 0 15,2-2 0-15,-2 2 0 0,0 0 0 0,0 0 0 16,-9 12 0-16,2-4 0 0,-2 4 0 0,-3-3 0 15,2 6 0-15,-4-2 0 0,5 0 0 0,-1-2 0 16,2-2 0-16,3 0 0 0,-1 0 0 0,-1-2 0 16,6 0 0-16,-4-1 0 0,5 0 0 0,0 2 0 15,0-1 0-15,5-1 0 0,0 0 0 0,0 0 0 16,7-2 0-16,-1 0 0 0,6 0 0 0,-3-1 0 16,-1 0 0-16,1-3 0 0,2 5 0 0,2-5-369 15,-5-1-40-15,6 0-26 0,-6-4-25 0,-3 1-29 16,3 1-19-16,-3-2-31 0,3-1-292 0,-4-1-900 15,0-2 400-15</inkml:trace>
  <inkml:trace contextRef="#ctx0" brushRef="#br0" timeOffset="98262.6621">7477 3510 35 0,'0'0'283'0,"-4"-5"-5"0,4 5-2 0,-2-4 5 15,2 4-4-15,-2-3 2 0,2 3-12 0,-5-6 7 16,5 6-4-16,-1-4-3 0,1 4-7 0,0 0-10 15,-1-6-8-15,1 6-14 0,4-6-11 0,-3 4-14 16,-1 2-6-16,0 0-13 0,2-8-7 0,-2 6-9 16,0 2-19-16,3-6-17 0,-1 4-9 0,-2 2-12 15,4-4-8-15,-2 1-16 0,1 0-4 0,-3 3-12 16,3-1-8-16,-3 1-12 0,5-2-1 0,-5 2-3 16,10 2-8-16,-10-2-6 0,8 3-30 0,-3 0 1 15,-1-1 2-15,1 0-4 0,-1 2-2 0,1 0 1 16,0-1-2-16,-1 1 2 0,0 1-5 0,-3-2 6 0,3 1-2 15,-4-1 2-15,0 3 0 0,0-1-1 0,0-1 2 16,0 2-1-16,-3-1 0 0,2 1 2 16,-3-2 1-16,3 2 0 0,-3-2 4 0,-1-1 0 15,-3 2 0-15,2-2 1 0,2 0-1 0,0 0 0 0,-1-1 1 16,3 2 7-16,2-4 4 0,-10 2 11 0,4-2 10 16,6 0 12-16,0 0 5 0,0 0 10 0,-11-6 4 15,7 2 2-15,-1 3 1 0,1-5-7 0,0 1 3 16,0-2-10-16,1-2 0 0,1 3 6 15,1-4-15-15,1 1 1 0,3 0 4 0,2 1-6 0,0-1-3 16,0 3-3-16,1-3-1 0,-2 3 2 0,1 0 2 16,3 0-5-16,-2 0-13 0,1 3 7 0,-1 1-10 15,3-2-3-15,-4 4 1 0,0-2-1 0,4 2-4 16,-1 2 6-16,-2 2-14 0,3 1-1 0,4 2-2 16,-4 1 0-16,-1 1 5 0,3 3 5 0,-2 5 19 15,0 0 10-15,0-1 0 0,-4 2 8 0,3 7-9 16,-6-4 7-16,6 6 4 0,-3 0-33 0,-4 0-26 15,2 0 0-15,-2 3 0 0,2-1 0 0,-5 1 0 16,4-1 0-16,-2 1 0 0,-2-2 0 0,2-2 0 16,2 0 0-16,-1-6 0 0,0-1 0 0,1 0 0 15,0-1 0-15,-1-3 0 0,2 2 0 0,0-4 0 16,-1 1 0-16,1-4 0 0,-2 1 0 0,4-2 0 16,-3-2 0-16,0-1 0 0,-1-3 0 0,2 1 0 15,-2 1 0-15,1-2 0 0,0 2 0 0,-1-3 0 16,-1-2 0-16,3 4 0 0,-3-4 0 0,1 3 0 15,-1-3 0-15,0 0 0 0,0 0 0 0,0 0 0 16,0 0 0-16,0 0 0 0,0 0 0 0,0 0 0 16,0 0 0-16,0 0 0 0,0 0 0 0,0 0 0 0,0 0 0 15,0 0 0-15,0 0 0 0,0 0 0 16,0 0 0-16,0 0 0 0,-14-8 0 0,7 5 0 16,0 0 0-16,-2 0 0 0,-3-1 0 0,0 2 0 15,-4-3 0-15,-3 0 0 0,4 1 0 0,-3-1 0 16,-3 0 0-16,3-1 0 0,-2 1 0 0,2 1 0 0,0-2 0 15,-2 3 0-15,7-1 0 0,-1 2 0 16,5-2 0-16,-1-1 0 0,2 4 0 0,1-2 0 16,0-1 0-16,3-1 0 0,-1 0 0 0,1 1 0 15,4-4 0-15,-2-1 0 0,2-2 0 0,5 0 0 0,-1-1 0 16,5-5 0-16,8-2 0 0,3-1 0 0,5-1 0 31,2 2 0-31,1-1 0 0,-1 4 0 0,-3-1 0 0,3 0 0 0,-4 1 0 0,3 2 0 0,-3-1 0 16,-8 5 0-16,2 3 0 0,1-3 0 15,-1 0-68-15,1 0-701 0,-1 1-457 0,-2-4-1328 0,-2 1 587 16</inkml:trace>
  <inkml:trace contextRef="#ctx0" brushRef="#br0" timeOffset="98590.7081">7876 3263 147 0,'0'-10'483'0,"0"-1"10"0,0 0 5 16,-2 1 3-16,4 2-5 0,-2 2-9 15,0 0-16-15,1 1-29 0,0 1-32 0,-1 4-32 0,2-5-31 16,-2 5-34-16,0 0-34 0,0 0 9 0,0 0 17 16,21 19 7-16,-9-5 0 0,3 8 0 0,3 5-13 15,1 0-14-15,-1 5-10 0,0 1-217 16,5 11-58-16,-1-3 0 0,-8-6 0 0,-3-2 0 15,-2 3 0-15,0 10 0 0,-5-12 0 0,1 13 0 0,-6-15 0 16,0 1 0-16,-5 1 0 0,-4-1 0 0,-5-1 0 16,-8 11 0-16,-5-6 0 0,-3-1 0 15,-5-2 0-15,-2-1 0 0,7-9 0 0,-12 5 0 16,16-7 0-16,-4-5 0 0,3-1-6 0,3-2-624 16,7-4-93-16,2-2-416 0,5-5-1234 0,3-1 547 15</inkml:trace>
  <inkml:trace contextRef="#ctx0" brushRef="#br0" timeOffset="106097.4165">8719 3550 140 0,'0'0'414'15,"-2"-2"13"-15,2 2 10 0,0 0 9 0,-3-3-4 16,3 3-8-16,-1-4-6 0,1 4-12 0,-4-4-17 16,4 4-7-16,0 0-8 0,0 0-20 0,-1-5-14 15,1 5-26-15,0 0-28 0,0 0-29 0,0 0-27 16,0 0-27-16,0 0-28 0,0 0-23 0,0 0-17 15,0 0-25-15,0 0-12 0,0 0-11 0,10 10-14 16,-2-4-10-16,-1 1-2 0,0 2-6 0,2-1-4 16,0 2-15-16,3 0-2 0,-3 4-18 0,-2-4-22 0,2 1-17 15,-2 5 2-15,-3-4-27 0,0 0 4 0,-1-1-11 16,-2-1 13-16,-1 1-6 0,0 2 3 16,0-7 0-16,-1 3 6 0,1-4 7 0,-2 0 15 15,2-5 42-15,-1 4 48 0,1-4 19 0,0 0 0 16,0 0 3-16,-9-13-105 0,6 3 0 0,2 1 0 0,1-4 0 15,0-2 0-15,0-3 0 0,0 0 0 16,5 0 0-16,1 0 0 0,-3 2 0 0,1 4 0 16,1-3 0-16,2 5 0 0,-1 0 0 0,-1 1 0 15,4 2 0-15,4 2 0 0,0-1 0 0,-3 3 0 16,4 1 0-16,0 2-36 0,-1 2-410 0,-2 1-69 0,0 5-60 16,0-3-70-16,-5 0-351 0,0 3-1079 0,-1 1 477 15</inkml:trace>
  <inkml:trace contextRef="#ctx0" brushRef="#br0" timeOffset="106551.7646">9062 3646 413 0,'0'-3'471'0,"0"3"5"0,0 0-3 0,1-4-7 16,-1 4-15-16,0 0-19 0,0 0-28 0,0 0-15 15,0-5-28-15,0 5-14 0,0 0-31 0,0 0-30 0,0 0-17 16,0 0-32-16,0 0-17 0,0 0-23 0,0 0-17 16,0 0-19-16,0 0-17 0,0 0-15 15,0 0-9-15,0 0-15 0,0 0-9 0,13 0-11 16,-13 0-4-16,10 0-13 0,-1-4 2 0,5 2-4 16,4-2-5-16,1-1-5 0,0-1-11 0,-3 0-3 0,1 0 1 15,0 0-1-15,-3 0-2 0,-4-1-4 0,2 2 12 16,-2-3 11-16,-1 3 20 0,-4 3-6 0,0-3-19 15,3-1-54-15,-4 4 0 0,-3-1 0 16,-1 3 0-16,4-5 0 0,-4-1 0 0,0 6 0 16,-8-7 0-16,2 6 0 0,1 1 0 0,-8-2 0 0,2 2 0 15,0 2 0-15,-2-1 0 0,-4 3 0 0,1 3 0 16,-3-1 0-16,1 3 0 0,8-3 0 16,-4 3 0-16,0-1 0 0,6-1 0 0,2 1 0 15,-3 0 0-15,5-2 0 0,-1 2 0 0,4-2 0 16,1 4 0-16,1-4 0 0,0 1 0 0,7 0 0 0,5-2 0 15,-3 2 0-15,9-1-30 0,-1-3-128 0,2 3-23 16,7-6-25-16,-4 1-25 0,5-2-34 0,3-2-30 16,-4 2-24-16,-8-4-26 0,4 1-15 0,-5 1-34 15,1-5-30-15,0 4-12 0,-1-3-7 0,-4 1-241 16,-5 2-741-16,1-2 327 0</inkml:trace>
  <inkml:trace contextRef="#ctx0" brushRef="#br0" timeOffset="107176.7521">9486 3593 17 0,'0'0'187'0,"0"0"29"0,-4-2 24 15,4 2 27-15,-1-3 19 0,1 3 21 0,0 0 14 16,0 0 8-16,0-6 5 0,0 6 1 0,0 0-2 16,1-8-13-16,-1 5-8 0,4-1-14 0,-4 1-15 15,0 3-13-15,4-4-21 0,-3 1-19 0,-1 3-16 16,4-6-29-16,-3 4-18 0,-1 2-14 0,4-3-16 16,-4 3-20-16,5-1-13 0,-5 1-14 0,9 0-8 15,-9 0-9-15,8 0-12 0,-8 0-7 0,9 1-4 16,-3 2-8-16,-2 2-6 0,1-2 2 0,-1 3-9 15,-1-3-2-15,-1 5-1 0,0 0-3 0,-2-2-1 16,-2 2-2-16,-3 2-4 0,1 0-7 0,-5 0-11 16,-1-2-10-16,0 3-10 0,-7-3-11 0,3 0-6 15,-4 0 3-15,7-3 3 0,-3 2 5 0,2-1 1 16,2-2 8-16,2-3 6 0,1 0 10 0,0-1 20 16,1-2 13-16,-1-3 5 0,2 0-2 0,3-2 6 15,-2-3-5-15,3-1-1 0,2 0 2 0,3-1-1 16,1-2 0-16,1-1-5 0,3 2-2 0,-2 2 2 15,1 0-2-15,3 1-4 0,-2 2-2 16,2 1-6-16,-1 0 5 0,2 1-11 0,-2 5-1 16,0-2-5-16,2 0 2 0,-2 6-4 0,0-2 2 0,2 4 8 15,1 0-3-15,-4 5 14 0,2 0 9 0,1 2 4 16,-2 5 8-16,0-2 29 0,-1 2-6 0,-1 9 4 16,-1-1 4-16,-2 4 18 0,-3 3 8 0,-2-1-3 15,0 1-4-15,-5-1-3 0,2 0-2 16,1 1-75-16,-2 0-13 0,1-3 0 0,-1-1 0 0,3 1 0 15,-2-1 0-15,2-3 0 0,0-7 0 0,-1-1 0 16,1-1 0-16,0 1 0 0,0-4 0 0,1-4 0 16,-3 1 0-16,3-2 0 0,-1-5 0 0,1 4 0 15,0-2 0-15,0 0 0 0,1-5 0 0,-1 0 0 16,3 5 0-16,-3-5 0 0,6 4 0 0,-1-4 0 16,2 1 0-16,-1-5 0 0,5 3 0 0,0 1 0 15,-1-2 0-15,4-1 0 0,-2 3 0 0,2-3 0 16,-2-1 0-16,6-1 0 0,-4-1 0 0,0 4 0 15,2-3 0-15,-1 0 0 0,3 0 0 0,-5 1 0 16,-3-1 0-16,-1-1 0 0,2-1 0 0,-3 1-200 16,1-4-507-16,-5-1-507 0,0 0-1316 0,-3 1 583 15</inkml:trace>
  <inkml:trace contextRef="#ctx0" brushRef="#br0" timeOffset="107615.3464">9804 3564 243 0,'0'0'422'16,"3"-7"-5"-16,-3 7-1 0,4-3-30 0,-4 3-31 16,0 0-29-16,3-4-27 0,-3 4-23 0,0 0-13 15,0 0-9-15,0 0-8 0,0 0-15 0,2-4-15 16,-2 4-17-16,0 0-18 0,0 0-17 0,0 0-21 15,6 0-11-15,-6 0-17 0,9 3-10 0,-1-2-11 16,2 3-12-16,0-2-9 0,-1 2-7 0,3 0-7 16,-3 1-5-16,1 0-10 0,1 2-5 0,-3-3-5 15,-1 2-3-15,1 2-2 0,-3-1-3 0,2 1-3 16,-6-1 1-16,4 2 1 0,-1-1-2 0,-4 2-3 16,-1-1 3-16,-7 1-2 0,4 0-1 0,-1-1 1 0,-5 1-4 15,-1 1-3-15,-2 3 2 0,0-7 2 16,1-1 11-16,-1-1 17 0,1 1 16 0,0-1 28 15,2-2 33-15,3 0 30 0,-1-3 21 0,-1 0-2 16,3-3-5-16,-1-1-10 0,1-2-9 0,-2 0-17 16,3-1-6-16,2-2-19 0,0 1-13 0,0-5-11 15,3 6-34-15,0-4-48 0,3 0-34 0,0 2-62 16,4-3-54-16,-2 1-66 0,5-2-63 0,0 1-67 16,4 0-63-16,-3 3-47 0,-2 4-48 0,3-5-45 15,-1 4-310-15,-1-3-930 0,0 1 411 0</inkml:trace>
  <inkml:trace contextRef="#ctx0" brushRef="#br0" timeOffset="107896.8748">9909 3381 233 0,'0'-12'442'0,"0"2"39"0,1-3 10 0,-1 1 12 16,0 2 7-16,0-1 6 0,0 1-4 0,3 1-5 15,-3 2-4-15,0 1-7 0,0 2-20 0,0 0-31 16,0 1-36-16,0 3-38 0,0-7-40 0,0 7-34 15,0-4-33-15,0 4-25 0,0 0-74 0,0 0-165 16,0 0 0-16,5 16 0 0,-5-3 0 0,0 2 0 16,1 5 0-16,2-1 0 0,-2 0 0 0,3 8 0 0,-4-1 0 15,1-1 0-15,2 0 0 0,-3 0 0 0,0-5 0 16,0-1 0-16,2-1 0 0,-2 2 0 16,0-4 0-16,-2 1 0 0,2 0 0 0,0-7 0 15,0 1 0-15,2 0 0 0,-2-2 0 0,3 0 0 16,-3-2 0-16,1 0 0 0,3-1-158 0,1-1-335 15,-1-1-69-15,4-4-90 0,-8 0-403 0,19-4-1142 16,-9-1 505-16</inkml:trace>
  <inkml:trace contextRef="#ctx0" brushRef="#br0" timeOffset="108084.2972">10190 3664 211 0,'0'0'429'0,"7"4"58"0,-7-4 46 16,1 3 32-16,-1-3 16 0,0 0 14 15,0 0-18-15,0 0-42 0,4 2-45 0,-4-2-43 16,0 0-44-16,0 0-39 0,0 0-37 0,0 0-32 16,0 0-32-16,0 0-50 0,0 0-57 0,0 0-62 0,0 0-77 15,0 0-65-15,0 0-75 0,0 0-75 16,0 0-99-16,0 0-79 0,5-6-73 0,-1 2-78 16,-1 2-401-16,4-2-1004 0,2 0 444 0</inkml:trace>
  <inkml:trace contextRef="#ctx0" brushRef="#br0" timeOffset="108724.9616">11141 3484 369 0,'-3'-7'396'0,"3"3"26"16,-1 0-4-16,0 1 9 0,0-1-4 0,1 4-2 0,-3-9-2 15,2 7-6-15,0-3-6 0,1 5 1 0,-2-5-9 16,2 5-7-16,-1-3-20 0,1 3-20 0,0 0-16 16,0-4-19-16,0 4-31 0,0 0-29 0,0 0-28 15,0 0-27-15,0 0-25 0,0 0-26 0,0 0-15 16,0 0-74-16,0 0-62 0,1 17 0 0,1-7 0 16,-1 3 0-16,3 2 0 0,-3 2 0 0,0 4 0 15,2 3 0-15,-2 3 0 0,0-2 0 0,1 0 0 16,-2 0 0-16,0 3 0 0,0 2 0 0,0-4 0 15,-2-1 0-15,2-6 0 0,0 1 0 0,0-3 0 16,0 0 0-16,0-6 0 0,-1 2 0 0,0-5 0 16,1 0 0-16,0 1 0 0,-2-4 0 0,4-1 0 15,-4 1 0-15,4-2 0 0,-1-1 0 0,-1-2 0 16,1 4-263-16,-1-4-93 0,0 0-39 0,0 0-29 16,0 0-25-16,-2-17-25 0,-2 11-32 0,0-4-10 15,-3 0-286-15,-1 1-868 0,1 0 385 0</inkml:trace>
  <inkml:trace contextRef="#ctx0" brushRef="#br0" timeOffset="108912.4305">11021 3787 117 0,'-6'-5'108'0,"3"2"63"0,-5-1 44 0,3 3 32 16,5 1 35-16,-5 0 22 0,5 0 34 0,0 0 32 15,-9-1 34-15,9 1 21 0,0 0 21 0,-7-4 6 16,7 4 16-16,-3-1 14 0,3 1-5 0,0 0-8 16,-4-2-15-16,4 2-27 0,0-5-44 0,4 0-42 15,-1 1-38-15,5-2-34 0,4 0-30 16,3-3-239-16,2 1 0 0,10-1 0 0,3-1 0 0,0-1 0 15,3-1 0-15,-2 2 0 0,2 5-175 0,-5-2-132 16,3-1-64-16,-11 3-66 0,2 2-76 0,-2-2-58 16,-1 3-399-16,0-3-1051 0,0 1 466 0</inkml:trace>
  <inkml:trace contextRef="#ctx0" brushRef="#br0" timeOffset="109224.6564">11481 3631 123 0,'0'0'343'16,"0"0"15"-16,0 0 21 0,0 0 25 0,0 0 7 15,8-5 1-15,-8 5-6 0,5-5-18 0,-4 4-16 16,-1 1-28-16,7-4-35 0,-2 4-29 0,-3-3-32 16,-2 3-21-16,8-2-28 0,0 3-24 0,-2 1-15 15,5 0-17-15,-2 3-12 0,0 0-16 0,4 1-14 16,-3 1-7-16,1 3-9 0,0 2-7 0,-1 4-8 16,-3-7-5-16,0 6-6 0,-2 1-5 0,-2-1-7 15,-2 1-4-15,-2-1-4 0,-3-1 1 0,-6 1-7 16,-3-1-16-16,0-3-19 0,-5 0-16 0,1-2-10 15,0-1-4-15,-1-3 5 0,0 0 3 0,-1-1 5 16,5-1 12-16,0-4 22 0,2-1 23 0,-2-4 21 16,5-1 0-16,2-3 12 0,2-1-4 0,1-1-5 15,1-3-9-15,3-3-4 0,5-1-3 0,-1 3-9 16,1-2-5-16,3 4-7 0,1-4-27 0,1 5-43 16,0 0-68-16,4 3-69 0,2-1-81 0,-1 4-80 15,3 2-97-15,5 0-107 0,-1 1-333 0,7 1-951 16,4 3 421-16</inkml:trace>
  <inkml:trace contextRef="#ctx0" brushRef="#br0" timeOffset="110021.4753">12369 3653 228 0,'-6'-4'501'0,"2"0"8"0,3 2 17 0,-3 0-5 15,0-2-15-15,4 4-6 0,-4-5-19 0,2 3-9 16,2-2-9-16,0 4-12 0,0 0-20 0,-3-3-30 15,3 3-24-15,0 0-31 0,0 0-31 16,0 0-28-16,0 0-28 0,0 0-31 0,-4-3-27 0,4 3-22 16,0 0-170-16,0 0-9 0,0 0 0 0,0 0 0 15,0 0 0-15,8 17 0 0,-7-11 0 0,6 2 0 16,-5 1 0-16,5 0 0 0,-2 0 0 0,1 1 0 16,-1 1 0-16,-1 3 0 0,3-3 0 0,-4-1 0 15,4 4 0-15,-2-4 0 0,-1 0 0 0,-1 1 0 16,1-3 0-16,0-1 0 0,-1-2 0 0,-1 1 0 15,0-4 0-15,3 3 0 0,-4-1 0 0,3-3 0 16,0 1 0-16,-4-2 0 0,11-5 0 16,-3 2 0-16,1-3-14 0,0-1 18 0,-2-3 6 0,6-4-10 15,-3-1 0-15,3-2 0 0,-4 0 0 0,0 1 0 16,0-1 0-16,1-2 0 0,-1 5 0 0,0-1 0 16,0 5 0-16,-4 0 0 0,-1 2 0 0,-1 1 0 15,2 1 0-15,-1 2 0 0,-3-2 0 0,3 4 0 16,-2 0 0-16,-2 2 0 0,4-5 0 0,-4 5 0 15,2-2 0-15,-2 2 0 0,0 0 0 0,0 0 0 16,0 0 0-16,6 8 0 0,-4-5 0 0,1 3 0 16,-1 0 0-16,1 0 0 0,-1 2 0 0,0 0 0 15,0 2 0-15,3-1 0 0,-2 0 0 0,-2 0 0 16,2 4 0-16,1-6 0 0,-2 4 0 0,2 0 0 16,-1-1 0-16,2 2 0 0,-4-1 0 0,3-1 0 15,-2-1 0-15,1 2 0 0,-2-4 0 0,2-2 0 16,-2 1 0-16,2-1 0 0,-2-2 0 0,0 1 0 15,0-2-302-15,-1-2-88 0,0 0-76 0,9-1-79 16,0-4-56-16,-8 2-381 0,7-4-1062 0,-4-1 470 16</inkml:trace>
  <inkml:trace contextRef="#ctx0" brushRef="#br0" timeOffset="110443.2145">12837 3655 1 0,'6'-4'347'0,"-4"2"24"0,0-1 25 15,1 1 2-15,-3 2 8 0,0 0-2 0,4-2-13 16,-4 2-3-16,0 0-5 0,0 0-19 0,0 0-15 16,0 0-15-16,0 0-21 0,0 0-13 0,2-3-34 15,-2 3-14-15,0 0-12 0,0 0-15 0,0 0-21 16,0 0-16-16,0 0-23 0,0 0-13 0,0 0-15 16,0 0-23-16,0 0 4 0,0 0-15 0,0 0-1 15,0 0-22-15,0 0 3 0,12 2-7 0,-12-2-12 16,11-3 4-16,1 2-11 0,-3 0-4 0,4-1-5 15,-1-2-1-15,1 1-1 0,1-1 12 0,-2 1 1 16,-1-1-18-16,2 1-41 0,-3-2 0 0,-1 0 0 16,0 3 0-16,-4-3 0 0,0 4 0 0,-1-3 0 15,1 1 0-15,-2 2 0 0,-3 1 0 0,4-5 0 16,-4 5 0-16,3-4 0 0,-3 4 0 0,0 0 0 16,0 0 0-16,0 0 0 0,0 0 0 0,0 0 0 15,0 0 0-15,-25 9 0 0,12-4 0 0,3 2 0 16,-3 3 0-16,-1 1 0 0,1 1 0 0,4-3 0 15,2 0 0-15,1 1 0 0,1-1 0 0,1 0 0 16,3 1 0-16,2-2-87 0,7 3-88 0,1 3-14 16,1-5-12-16,4-2-12 0,4-1-5 0,3 0-26 15,-1-3-26-15,2-3-40 0,-3-2-25 0,2-3-33 0,0 0-39 16,0-1-35-16,3-5-347 0,-5 4-855 16,-1 0 378-16</inkml:trace>
  <inkml:trace contextRef="#ctx0" brushRef="#br0" timeOffset="110771.2621">13307 3637 101 0,'0'0'323'0,"0"0"21"16,0 0 22-16,3-5 13 0,0 3 5 15,-3 2 0-15,3-6-5 0,0 3-7 0,-3 3-13 16,6-3-8-16,-3-1-13 0,1 2-21 0,1-2-19 16,-1 1-16-16,1 0-28 0,2 1-15 0,1-2-21 0,-2 3-24 15,2-2-18-15,-3 2-20 0,-5 1-13 0,14 0-21 16,-9 1-10-16,3 2-10 0,1-2-14 15,-4 4-12-15,3-1-2 0,-2 0-13 0,-2 1 5 16,2 4-15-16,-2-4-4 0,-1 1-4 0,-2 2-8 16,-5 1 9-16,0 0-4 0,-2 0-5 0,-3 0 0 0,-4 5 0 15,3-7-3-15,-8 5-6 0,-1-6-5 0,2 7 3 16,-2-9-2-16,3 3-1 0,3-3-5 16,2-1 12-16,3-2 14 0,-3 0 15 0,5-1-8 15,2-5 4-15,0 1-10 0,-2-3-9 0,5 0-38 0,-1-2-22 16,4-2-33-16,-1 0-40 0,7 0-42 0,-2 0-44 15,4-2-53-15,4 0-63 0,-2-1-78 0,-1 4-79 16,2-2-90-16,1 1-362 0,-4 3-984 0,-1-4 436 16</inkml:trace>
  <inkml:trace contextRef="#ctx0" brushRef="#br0" timeOffset="111068.0753">13403 3370 169 0,'3'-11'449'0,"-2"0"39"15,0 0 37-15,-1-1 11 0,3 0-2 0,-3-1 3 16,2 4-5-16,1-2 6 0,-3 4-1 0,1 0-7 0,-1 2-19 16,0 0-37-16,0 0-39 0,3 0-38 0,-3 5-44 15,1-2-36-15,-1 2-29 0,0 0-247 0,0 0-41 16,0 0 0-16,0 0 0 0,0 0 0 16,0 0 0-16,-4 18 0 0,3-2 0 0,-2 1 0 15,1 1 0-15,2 7 0 0,5 1 0 0,-5 2 0 0,0-3 0 16,-3-4 0-16,3 7 0 0,3-1 0 0,-3 0 0 15,1-1 0-15,-1-6 0 0,0 5 0 16,3-4 0-16,-2-5 0 0,-1 1 0 0,4-1 0 16,-3-4 0-16,2 0 0 0,-2-2 0 0,4-1 0 0,-1 1-453 15,5-7-162-15,-1 2-57 0,1-3-404 0,3-2-1165 16,-1-2 516-16</inkml:trace>
  <inkml:trace contextRef="#ctx0" brushRef="#br0" timeOffset="111442.9793">13642 3607 249 0,'3'-4'332'0,"-2"2"21"16,3 0 33-16,-4 2 31 0,1-4 10 0,-1 4 2 16,3-4-11-16,-3 4-15 0,0 0-22 0,0 0-18 15,0 0-20-15,4-2-20 0,-4 2-33 0,0 0-26 16,0 0-28-16,0 0-29 0,0 0-20 0,0 0-23 16,0 0-16-16,0 0-12 0,6 10-10 0,-5-4-19 15,-1-2-9-15,3 1-11 0,-2 2-7 0,-1 0-10 16,4 2-6-16,-3-2-6 0,-1-1-4 0,4-1-10 15,-1 1-14-15,-1-1-19 0,-1-1-14 0,1 0-12 16,-2-4-5-16,1 4-5 0,4-4 3 16,-5 0 3-16,2 4 2 0,-2-4 2 0,0 0-2 0,0 0 0 15,16-5 1-15,-10 1 1 0,1-1 2 0,0-2 0 16,0-1 3-16,1 0 3 0,0 0 0 0,0 1-1 16,1 0 1-16,-4 0 7 0,0 3 9 0,2-1-1 15,-4 1 12-15,1 2-1 0,0 0-2 16,-4 2-8-16,5-3-1 0,-5 3-7 0,4-4 6 0,-4 4-4 15,0 0-8-15,0 0 2 0,10 4 6 0,-10-4-4 16,5 5 0-16,0-1-3 0,2 0-15 0,-2 0-27 16,0 1-35-16,0 1-46 0,-1-3-49 0,1 2-39 15,-1 0-47-15,1-1-39 0,4-1-40 0,-1-1-57 16,5 2-45-16,-2-3-341 0,-1-2-848 0,2-1 375 16</inkml:trace>
  <inkml:trace contextRef="#ctx0" brushRef="#br0" timeOffset="111975.2973">14106 3532 211 0,'3'-5'345'0,"-3"5"11"0,-3-6 10 15,3 6 0-15,0-4-6 0,0 4-2 0,-1-4-9 16,1 4-2-16,0 0-3 0,0-4-6 0,0 4-18 16,-3-4-22-16,3 4-22 0,0 0-23 0,-2-3-15 15,2 3-35-15,0 0-16 0,0 0-21 0,0 0-14 16,0 0-15-16,-7 7-11 0,1-5-13 0,6-2-13 15,-4 7-9-15,-1-4-11 0,1 3-3 0,-1 1-8 16,-3 1-9-16,2-1-6 0,2 3-5 0,0-2-5 16,0 3-5-16,-1-1-4 0,0-2 0 0,-1 2-4 15,2 0-6-15,0 0 2 0,0-2-5 0,3 0-10 16,-1-1 2-16,0-1-14 0,2 1-5 0,0 0-6 16,4 1 9-16,-1-3 0 0,4 1-1 0,6 2 6 15,-3-4-3-15,9 0 4 0,2-1-4 0,7-1 5 16,0-5 0-16,-1-3 3 0,-5 2-5 0,7-4 7 15,3-2 15-15,-4 0 13 0,0-1 5 0,-2-1-4 16,0 1 37-16,-7 0-11 0,-4-1 25 0,3 1 16 16,-5 1-2-16,-6 2-5 0,2-1-11 0,-2 2-7 15,-3-2-11-15,-2 2-4 0,-1 2-17 0,-2-4-10 16,1 3-14-16,-4 3-25 0,-2-4 0 0,1 3 0 16,-2 0 0-16,-4 2 0 0,4-1 0 0,-4 5 0 15,-1-2 0-15,2 1 0 0,0 3 0 0,-1 0 0 16,1 5 0-16,1-2 0 0,1 4 0 0,-1-5 0 15,5 7 0-15,-1-4 0 0,5 2 0 0,0-2 0 16,0 3 0-16,2-3 0 0,6 1 0 0,0 0 0 16,3-2 0-16,1-2 0 0,2-1 0 0,5 3 0 15,3-3 0-15,8-4 0 0,-2-1 0 0,3 0-3 16,0-5-110-16,1-2-39 0,0-3-37 0,0 3-25 16,-2-1-31-16,-2-1-42 0,-1 0-53 0,-9 2-69 0,1-2-77 15,-1 4-79-15,-4-2-300 0,-4-2-937 0,-2 1 415 16</inkml:trace>
  <inkml:trace contextRef="#ctx0" brushRef="#br0" timeOffset="114585.2611">15601 3564 14 0,'0'0'197'16,"0"0"0"-16,0 0 5 0,0 0 3 0,0 0 7 0,0 0 4 15,0 0 5-15,0 0 7 0,0 0 0 0,0 0 8 16,0 0 1-16,0 0 8 0,0 0-2 15,0 0 7-15,0 0-2 0,0 0-6 0,0 0 4 16,0 0-2-16,0 0-3 0,0 0 0 0,0 0-11 16,0 0-17-16,0 0-22 0,0 0-14 0,-5-7-11 0,5 7-2 15,-1-6-2-15,1 6-10 0,0 0-10 0,0 0-8 16,6-5-10-16,-6 5-13 0,0-3-10 16,3-1-8-16,-2 1-9 0,-1 3-14 0,5-5-3 15,-1 2-11-15,3 2-8 0,-1-1-5 0,2 1-13 16,-2-2 4-16,2 3-8 0,2-1-4 0,0 2 0 0,0 2-6 15,-2 0-4-15,0-3-4 0,-1 1-1 0,0 3-1 16,-1 0-2-16,-1 2 0 0,2-2-9 16,-4 5 4-16,1-1 1 0,-2 0 3 0,-2 2 0 0,-2-1 1 15,-2 2-5-15,-1-1 0 0,-2 0-1 0,-1 1 5 16,-2 0 2-16,-4-1 1 0,2 1-4 0,-3 2-2 16,1-6 1-16,0 2 2 0,1-4 1 0,0-2 4 15,3 5 0-15,5-5 6 0,-3-1-1 16,3 0 13-16,5-2 22 0,-10 0 12 0,10 0 6 15,0 0 5-15,-13-5-14 0,11 0-1 0,2 5-7 16,-4-10 15-16,2 7-17 0,2-5-5 0,0 3 0 0,0-1-5 16,2 1 5-16,-2-1 1 0,0 3-1 0,2-2-22 15,-2 0-20-15,0 1 0 0,2 0 0 0,-2 4 0 16,0-6 0-16,0 6 0 0,0-4 0 0,0 4 0 16,0 0 0-16,2-5 0 0,-2 5 0 15,0 0 0-15,0 0 0 0,0 0 0 0,0 0 0 0,0 0 0 16,0 0 0-16,0 0 0 0,0 0 0 0,7 11 0 15,-7-11 0-15,6 6 0 0,-4-2 0 0,1 0 0 16,-3-4 0-16,1 8 0 0,3-6-14 16,-4-2-50-16,0 5 3 0,0-5-4 0,4 2 4 15,-4-2 4-15,1 4 1 0,-1-4 9 0,0 0 7 0,0 0 7 16,0 0-1-16,0 0 1 0,13-6 3 0,-4 2 4 16,-4 0 3-16,0 0 3 0,3-2 3 0,1 0-1 15,-4 2 5-15,1-1 6 0,1 1 9 0,-2 0-1 16,0 1 2-16,1 0 3 0,-1-1 0 0,0 4-5 15,1-2 0-15,-6 2 0 0,11 2-1 0,-5-2-2 16,2 3 2-16,0 1-2 0,-2-1-1 0,4 1 1 16,-2 2-1-16,1 1 0 0,-1-1-7 0,1 0-39 15,-3 2-61-15,3-1-76 0,2 1-101 0,1-1-104 16,-2 0-128-16,4-3-469 0,3-4-1070 0,2 2 474 16</inkml:trace>
  <inkml:trace contextRef="#ctx0" brushRef="#br0" timeOffset="115054.0902">16437 3459 44 0,'5'-4'465'0,"-1"-2"22"15,0 3 29-15,0-2 3 0,-3 1-25 0,2 1-21 16,-2-1-28-16,0 1-14 0,-1 3-14 0,4-5-3 15,-3 2-26-15,-1 3-21 0,0 0-27 16,0-5-29-16,0 5-35 0,0 0-32 0,0 0-27 0,0 0-25 16,0 0-23-16,0 0-23 0,0 0-15 0,9 8-13 15,-5-3-6-15,1 2-6 0,-1 2-13 0,5 0-3 16,-1 5-11-16,-2 2-7 0,3 0-37 16,0 0-35-16,0 0 0 0,-1 3 0 0,3-1 0 0,-1 5 0 15,-1-6 0-15,-1-1 0 0,-1-1 0 0,-1-1 0 16,-3-2 0-16,3 1 0 0,-1-5 0 0,-1-1 0 15,1 0-36-15,-2-2-27 0,0 2 3 0,0-4 19 16,-1 0 11-16,2 1 10 0,-4-4 1 0,0 0 13 16,15-8 30-16,-6-1 27 0,0 0 10 0,0-6 2 15,5-1 13-15,-1-6-76 0,4-2 0 0,-5-1 0 16,4 1 0-16,-5 1 0 0,1 1 0 0,-3-2 0 16,-2 8 0-16,0 1 0 0,-2-1 0 0,0 6 0 15,-1-1 0-15,0 2 0 0,-2 0 0 0,-1 4 0 16,-1 0 0-16,2-1 0 0,-2 4 0 0,0 2 0 15,1-4 0-15,-1 4 0 0,0 0 0 0,3-3 0 16,-3 3 0-16,0 0 0 0,-2 14 0 0,4-8 0 16,-2 4-383-16,0-1-189 0,5 2-76 0,-4-1-450 15,2-1-1190-15,4-1 526 0</inkml:trace>
  <inkml:trace contextRef="#ctx0" brushRef="#br0" timeOffset="116524.5694">16922 3564 171 0,'0'0'420'0,"0"0"22"0,0 0 25 16,0 0 18-16,0 0-18 0,0 0-18 0,0 0-34 15,0 0-33-15,0 0-27 0,0 0-27 0,0 0-33 16,0 0-21-16,0 0-38 0,0 0-21 0,0 0-24 16,0 0-20-16,0 0-10 0,0 0-19 0,0 0-17 15,0 0-8-15,0 0-11 0,0 0-14 0,0 0-5 16,0 0-13-16,0 0-3 0,0 0-8 15,0 0-11-15,15 0 2 0,-15 0-10 0,8-1 2 0,-2 1-6 16,2-3 4-16,-2 2 0 0,0-2-1 0,2 1 8 16,0-3-3-16,1 1 4 0,-2 0 0 0,0-1-2 15,0 1-3-15,-3 0 14 0,-4 4-9 0,5-7 8 16,-3 5-14-16,-2 2 1 0,3-3 9 0,-1 0-2 16,-1 0-9-16,-1 3-5 0,-1-7-5 0,1 7-12 15,0 0-8-15,-4-8-3 0,4 8-2 0,-8-2-1 16,3 0 2-16,5 2-5 0,-13-2 3 0,13 2-5 15,-14 3-3-15,7-1-1 0,-2 2-3 0,2-1 6 16,-3 3-4-16,2 1-4 0,1 3 5 0,0-3-17 16,2 3-3-16,0-2-18 0,-1 5-2 0,3-3-2 15,1 2-5-15,-1-1-4 0,2-1-4 0,1-1 2 16,1 1 6-16,-1-2 12 0,5 1-5 0,-2-4 7 16,4 4 8-16,2-3 5 0,2 0-1 0,3-2 5 15,-4 2 16-15,3-5 18 0,7 1 7 16,-2-4 20-16,1 1 8 0,0-3 10 0,-2-3 3 0,2-3 20 15,0 0-4-15,2-5 1 0,-5 2-3 0,-3 0 1 16,0-2-30-16,-2 0-51 0,-2 0 0 0,0 1 0 16,-4-1 0-16,0 3 0 0,1 2 0 0,-2 0 0 15,-3 3 0-15,1 0 0 0,-2 3 0 0,4-1 0 16,-3 2 0-16,-1-1 0 0,0 4 0 0,0 0 0 16,4-6 0-16,-3 5 0 0,-1 1 0 0,0 0 0 15,4-4 0-15,-4 4 0 0,0 0 0 0,3-2 0 16,-3 2 0-16,0 0 0 0,0 0 0 0,10 3 0 15,-10-3 0-15,8 4 0 0,-6-3-15 0,2 1-3 16,-4-2-16-16,7 3 0 0,-4-2 17 0,-3-1 0 16,8 1-1-16,-4 1 5 0,-4-2 7 0,11 1 3 15,-5-1-6-15,-3 1 5 0,-3-1-3 0,8 0 2 16,-8 0 7-16,9 0-10 0,-9 0 5 0,5 1 1 16,-1 0-1-16,-4-1-11 0,0 0 7 0,5 1-2 15,-5-1-5-15,0 0-4 0,5 2 10 0,-5-2 1 16,4 4-5-16,-4 0 0 0,5 0 3 0,-4-1 5 15,3 1-1-15,-1 0-3 0,-2 2 0 0,2-1 7 16,-1 2-5-16,-2 0 1 0,4-1-1 0,-1 1 6 16,0-2-5-16,0 3 7 0,1-2-7 0,-2-2 0 15,1 3 0-15,2-3-2 0,-1 2-1 0,1-2-3 16,0 1-4-16,4-2 7 0,1 0-3 0,-1 2 11 16,4-4 0-16,-2 0-6 0,2-2 2 0,1-1 8 15,-1-3-5-15,6-1 8 0,-1-2 13 0,-4 0 12 16,4-1 14-16,-4 0 11 0,-1-1 6 0,-3 1 9 0,0 1 3 15,-3-1 5-15,0 2-80 0,-2 2 0 0,-1 0 0 16,0 1 0-16,-1 0 0 0,1 1 0 0,-3 0 0 16,1 0 0-16,-2 3 0 0,0 0 0 15,3-3 0-15,-3 3 0 0,0 0 0 0,5-2 0 16,-5 2 0-16,0 0 0 0,0 0 0 0,0 0 0 0,0 0 0 16,5-2 0-16,-5 2 0 0,0 0 0 0,0 0 0 15,0 0 0-15,-1 14 0 0,3-8 0 0,-2-1 0 16,0 3 0-16,4-1 0 0,-4 0 0 0,2-1 0 15,0 2 0-15,-1-1 0 0,1 1 0 16,0-2 0-16,1 0 0 0,-1-3 0 0,2 2 0 0,1-1 0 16,-2 2 0-16,3-2 0 0,-2-1 0 0,1-1 0 15,3 1 0-15,-8-3 0 0,16 3 0 0,-9-3 0 16,-1-3 0-16,3 0 0 0,0 0 0 16,3-2 0-16,-5-2 0 0,4 2 0 0,-2-4 0 15,-3 0 0-15,3 0 0 0,-2 0 0 0,-3 3 0 0,0 2 0 16,0-2 0-16,1 3 0 0,-1-2 0 0,-3 2 0 15,3-1 0-15,-3 0 0 0,2 2 0 0,-3 2 0 16,0 0 0-16,4-4 0 0,-4 4 0 16,2-2 0-16,-2 2 0 0,0 0 0 0,0 0 0 0,0 0 0 15,0 0 0-15,2 12 0 0,-4-5 0 0,4 5 0 16,-2 0 0-16,3 15 0 0,-3-1 0 0,3 3 0 16,1 3 0-16,-2 3 0 0,5 13 0 0,-3-13 0 15,5 10 0-15,-2 2 0 0,-1-13 0 0,2 1 0 16,-3-4 0-16,1 4 0 0,2-1 0 0,-4-1 0 15,0-7 0-15,1-1 0 0,-4-7 0 0,3 2 0 16,0-4 0-16,-4-2 0 0,4-2 0 0,-4-4 0 16,1 1 0-16,3-3 0 0,-4 0 0 0,1-2 0 15,-1-4 0-15,0 8 0 0,0-8 0 0,3 4 0 16,-3-4 0-16,0 5 0 0,0-5 0 0,0 0 0 16,0 0 0-16,0 0 0 0,0 0 0 0,-9 2 0 15,9-2 0-15,0 0 0 0,-17-4 0 0,8 0 0 16,-1 0 0-16,-1 0 0 0,-1 0 0 0,3-2 0 15,-6 2 0-15,-2-3 0 0,2 0 0 0,-2 1 0 16,7-3 0-16,-6 6 0 0,5-6 0 0,2 3 0 16,2 1 0-16,-1 5 0 0,4-6 0 0,-5 0 0 15,5 0 0-15,3-1 0 0,-4-2 0 0,5 0 0 16,5-3 0-16,0-9 0 0,4 7 0 0,3-3 0 16,7-6 0-16,4 3 0 0,-1 2 0 0,4-1 0 15,1 1 0-15,-4-2 0 0,1 4 0 0,-2-4 0 16,1 6 0-16,-1-6 0 0,-10 10 0 0,1-4-530 15,-7-4-748-15,-4 4-1383 0,1-1 613 0</inkml:trace>
  <inkml:trace contextRef="#ctx0" brushRef="#br0" timeOffset="117056.4515">18657 3221 270 0,'4'-7'498'0,"-4"3"14"0,1-4 19 16,-1 2 11-16,3-3 10 0,-2 3-8 0,-1 0-22 16,3-2-6-16,-1 4-20 0,-2-1-9 15,2-2-13-15,0 2-21 0,-2 3-22 0,0 2-17 16,4-5-27-16,-3 3-23 0,-1 2-166 0,0 0-198 0,1-7 0 15,-1 7 0-15,0 0 0 0,0 0 0 0,3-2 0 16,-3 2 0-16,2 11 0 0,4-1 0 0,0 7 0 16,0 1 0-16,4 6 0 0,-2 2 0 0,1 2 0 15,1 1 0-15,-1 3 0 0,-2-3 0 0,-2 3 0 16,1-2 0-16,1 2 0 0,-4-2 0 0,1 0 0 16,-2-1 0-16,0-1 0 0,-4-3 0 0,2-6 0 15,2-1 0-15,-2-2 0 0,0-6 0 0,0 2 0 16,1-2 0-16,1 1 0 0,-1-4 0 0,2-2 0 15,3 2 0-15,-2-3 0 0,2 3 0 0,-1-5 0 16,6-2 0-16,1 0 0 0,0-2 0 0,4-1 0 16,-3-2-175-16,4-5-416 0,1 0-90 0,-3 1-443 15,0-5-1218-15,-1 0 538 0</inkml:trace>
  <inkml:trace contextRef="#ctx0" brushRef="#br0" timeOffset="118761.0547">19088 3482 102 0,'0'0'499'16,"5"-4"25"-16,-5 4 26 0,5-2-10 0,-5 2-33 15,4-2-38-15,-3-1-43 0,-1 3-34 0,8-2-26 16,-8 2-31-16,4-3-30 0,-4 3-30 0,6-3-25 16,-6 3-24-16,3-1-26 0,-3 1-23 0,0 0-21 15,0 0-15-15,9 2-16 0,-6 0-16 0,4 2-8 16,-4 0-11-16,3 0-11 0,-3 2-6 0,3 3-15 15,-4-3-2-15,0 4-4 0,-1-1-7 0,0 0-12 16,-1-1-3-16,-1 2-14 0,-2 0-7 0,2-1-6 16,-3-1 0-16,-2 2-5 0,-2-3-6 0,-2-1 0 15,0 0 2-15,-1-1-2 0,0 0 2 0,2-3 0 16,1 1-2-16,1-3 13 0,-1 2-1 0,0-4 0 16,3 0 11-16,0-1 14 0,-3-1 16 0,5-2 1 15,1-3 10-15,-2 1-7 0,4-3 7 0,3 1 1 16,-2-2 11-16,3 4-9 0,2-3 1 0,-2 0-5 15,4 3 1-15,-3-2-10 0,0 3 5 0,4 2-4 16,-4-2-6-16,0 1 0 0,2 3-13 0,-2 1-25 16,4 0-3-16,-3 0 0 0,1 3 0 0,3 3 0 15,0-2 0-15,-2 3 0 0,1 1 0 0,0-1 0 16,-1 2 0-16,1 0 0 0,-2 1 0 0,-2 2 0 16,3-3 0-16,-3 4 0 0,1-5 0 0,-3 3 0 15,1-2 0-15,-2 0 0 0,2-1 0 0,0-1 0 16,-1 0-4-16,0-1-46 0,-3-4-1 0,3 5 8 15,-3-5-8-15,2 5 9 0,-2-5 16 0,4 2 10 16,-4-2 7-16,0 0 8 0,0 0-9 0,13-7-5 16,-8 4 16-16,1-1-5 0,2-1 15 0,1-4 0 15,0 0 15-15,-3 2 6 0,3-3 9 0,-1 6 6 16,2-5-1-16,0 3-6 0,-2 0 4 0,2 0-21 16,-3 2-23-16,-1 2 0 0,2 0 0 0,1 1 0 15,-9 1 0-15,20 1 0 0,-8 0 0 0,-2 2 0 16,1 2 0-16,2 3 0 0,-4-5 0 0,0 4 0 0,0 1 0 15,-3-2 0-15,2 3 0 0,-3-3 0 0,0 3 0 16,0 0 0-16,-2-3 0 0,-2 0 0 16,3 0 0-16,-4 1-4 0,-1 0-62 0,-2 0 5 15,3-2 5-15,-1 1 10 0,1-6-2 0,-3 5 8 16,3-5 8-16,0 0 21 0,0 0 3 0,0 0-1 0,0 0 12 16,0 0 24-16,-7-14 0 0,7 5 2 0,1-1 7 15,0-1-4-15,4 0 3 0,-1-2 4 16,1 2 0-16,4-4-4 0,-5 4-7 0,5 1 0 15,0 0-5-15,-3 1-23 0,3 2 0 0,1 0 0 16,-1 0 0-16,2 1 0 0,-1 2 0 0,-1 0 0 16,0 0-20-16,2 4-35 0,-2-2-17 0,-2 2-10 0,-1 0-4 15,2 2 0-15,3-2-13 0,-2 3-2 16,0-1-11-16,-3 1-1 0,1-2 1 0,-1 1 2 16,1-1 2-16,-1 2 5 0,-1 0 7 0,-1-3 7 15,1 3 12-15,-5-3 9 0,7 1 6 0,-7-1 9 0,0 0 9 16,5 1 13-16,-5-1 23 0,0 0 15 0,0 0 22 15,0 0 4-15,8-2-5 0,-8 2 4 0,0 0 7 16,7-3 4-16,-7 3-2 0,4-2 1 16,-4 2 0-16,4-1-4 0,-4 1-3 0,6-4-1 15,-3 3-7-15,-3 1 0 0,10 0-7 0,-10 0-9 0,13 5 1 16,-7-2-2-16,3-2 0 0,-1 2 2 16,-2 2-1-16,0 0 0 0,1-1-4 0,-1 3-1 15,-1-2-1-15,-2 1-2 0,-1 2 2 0,2-1-1 16,-4-1-3-16,-2-1 1 0,-1 4 0 0,-1-1 4 15,-5 0-9-15,-1-1-14 0,2-1-7 0,-3-1-7 0,-1-3-1 16,0 3 1-16,-2-2 6 0,-3-2 1 16,5 0 8-16,0-1 5 0,5 0 2 0,-2-2 7 0,-1-1 0 15,1-3 15-15,5 3 12 0,-1-6 5 16,1 0-2-16,-1 2-2 0,4-5 1 0,2 4 9 16,4-4-6-16,-3 2 1 0,1 0-2 0,5 1 2 0,0 1-3 15,-2-1 5-15,6 3-7 0,-6-1 1 0,3 2-3 16,0 3-2-16,-1 0-8 0,-2 2-5 0,4 0-1 15,0 2 1-15,1 3-2 0,-1 2 8 0,3 4-5 16,-3 2 13-16,0 3-3 0,0 2 17 0,3 5-6 16,-3 2 6-16,-1 2 8 0,-1 2 14 0,-3 1-5 15,0 3 21-15,4 0-4 0,-4 2 11 0,0-1 6 16,-1-5-2-16,3 3-4 0,-6 2-31 0,5-5-51 16,-2 3 0-16,0-2 0 0,0-5 0 0,0 1 0 15,-2-2 0-15,0-4 0 0,-1-4 0 0,0 0 0 16,3-4 0-16,0-1 0 0,-3-4 0 0,0 0 0 15,-1-1 0-15,4-1 0 0,-4-1 0 0,3 0 0 16,-2 1 0-16,-1-5 0 0,0 7 0 0,0-7 0 16,1 1 0-16,-1-1 0 0,0 0 0 0,0 0 0 15,0 0 0-15,0 0 0 0,0 8 0 0,0-8 0 16,0 0 0-16,0 0 0 0,0 0 0 0,0 0 0 16,0 0 0-16,0 0 0 0,0 0 0 0,0 0 0 15,0 0 0-15,0 0 0 0,0 0 0 0,0 0 0 16,-25-9 0-16,9 5 0 0,-3-7 0 0,-6 0 0 15,-1 3 0-15,-3-2 0 0,-2-2 0 0,2 2 0 16,2-3 0-16,0 2 0 0,1 2 0 0,7-1 0 16,2 1 0-16,2 0 0 0,6 4 0 0,-2-3 0 15,1 2 0-15,2 0 0 0,1-2 0 0,4 0 0 16,1 3 0-16,0-7 0 0,-1 8 0 0,6-9 0 16,-1 8 0-16,3-4 0 0,3 0 0 0,6-2 0 15,2-1 0-15,1 1 0 0,9-5 0 0,2 2 0 16,3-1 0-16,2-1 0 0,13-2 0 0,0 1 0 15,-8 1 0-15,12-5 0 0,-5-1 0 0,-11 5 0 16,15-6 0-16,-16 7 0 0,4 0 0 0,-5-1 0 16,0 4 0-16,-3-3 0 0,-2 2 0 0,-3 1 0 15,-7 2 0-15,-3 3 0 0,3-2 0 0,-8 4 0 16,-4 0 0-16,4 0 0 0,-4-1 0 0,-4 2 0 16,3 1 0-16,-4-3 0 0,0 1 0 0,0 2 0 15,-4 0 0-15,3-2 0 0,-3 2 0 0,0 1 0 16,1 2 0-16,-1-1 0 0,-3 1 0 0,7 1 0 15,-14 3 0-15,4-2 0 0,1 6 0 0,0 1 0 16,-1-1 0-16,1 6 0 0,1 1 0 0,1 1 0 16,-1 2 0-16,3-1 0 0,1-4 0 0,2 1 0 15,0-1 0-15,1 0 0 0,2 0 0 0,2 1 0 16,-1-1 0-16,5-5 0 0,2 5 0 0,2-4 0 16,3-1 0-16,5-1 0 0,3-1 0 0,6-2 0 15,3-4 0-15,0-1 0 0,0-6 0 0,1 1 0 16,0 0 0-16,-5-3-63 0,-6 3-238 0,3-3-53 15,-5 3-57-15,0 3-57 0,-6-1-73 0,-1 0-469 16,-3-3-1092-16,-1 1 484 0</inkml:trace>
  <inkml:trace contextRef="#ctx0" brushRef="#br0" timeOffset="119542.1251">21672 3207 251 0,'-3'-5'500'16,"3"1"20"-16,-5 0 12 0,4 1-8 0,-2-3-19 0,2 3-16 16,0-3-26-16,-2 3-24 0,2-1-19 0,-3 1-35 15,-4-1-18-15,3 0-27 0,-1 2-30 0,-2-1-31 16,-1 3-22-16,-3 2-30 0,-1 0-21 16,-4 5-21-16,-1 0-20 0,1 3-14 0,-7 7-16 15,3 1-13-15,-5 3-10 0,7 1-10 0,-2 0-6 0,2 0-13 16,3 1-57-16,4-7-26 0,1-1 0 0,3 2 0 15,-3-2 0-15,5-4 0 0,3 1 0 16,0-2 0-16,2 2 0 0,-1-6 0 0,2 2 0 0,3 0 0 16,0-2 0-16,2 2 0 0,0 0 0 0,4-1 0 15,0 0 0-15,2 0 0 0,4 1 0 0,-3-2 0 16,2 0 0-16,0 3 0 0,-5-3 0 0,6 2 0 16,1-1 0-16,-5 0 0 0,-2 0 0 0,-1-3 0 15,0 3 0-15,-2-3 0 0,-2 3 0 0,0-1 0 16,-2 2 0-16,-1-2 0 0,-1 0 0 15,-1-1 0-15,0 2 0 0,-4 1 0 0,-4-2 0 0,0 0 0 16,-4 0 0-16,3 0 0 0,-7 0 0 0,2-1 0 16,-2-1 0-16,2 0 0 0,4-1 0 0,3-2 0 15,0 1 0-15,8-2 0 0,-11 0 0 0,11 0 0 16,-7-6 0-16,3 2 0 0,4 4 0 0,0-11 0 16,4 1 0-16,0 0 0 0,5 1 0 0,1-3 0 15,3-1 0-15,2-1 0 0,-1 4 0 0,4-2 0 16,-5 2 0-16,4-1 0 0,-3 4 0 0,-1 0 0 15,-1 1 0-15,1 3 0 0,1-1 0 0,-2 2 0 16,-1 1 0-16,3 1 0 0,-3 1 0 0,2 4 0 16,-1-2 0-16,-3 0 0 0,1 4 0 0,-1 1 0 15,0 1 0-15,0 0 0 0,-4 0 0 0,0 3 0 16,2-4 0-16,-5 5 0 0,2-5 0 0,-1 2 0 16,-2-3 0-16,0-1 0 0,2 0 0 0,-3 1 0 15,1-3 0-15,-1 2-54 0,0-1-93 0,0-1-26 16,1 1-18-16,-1-1-33 0,0-4-25 0,0 0-52 15,0 0-75-15,0 0-59 0,0 0-52 0,9-16-47 16,-6 6-303-16,2-2-907 0,-1-3 401 0</inkml:trace>
  <inkml:trace contextRef="#ctx0" brushRef="#br0" timeOffset="119682.741">21745 3414 236 0,'0'0'397'0,"0"0"22"16,1-5 22-16,-1 5 13 0,3-3-7 0,-3 3-26 15,0 0-33-15,0 0-39 0,0 0-38 0,0 0-33 16,0 0-27-16,0 0-49 0,0 0-56 0,0 0-76 16,0 0-59-16,0 0-60 0,0 0-68 0,0 0-73 15,-7 11-80-15,7-6-79 0,0 0-292 0,0 0-695 16,0-5 307-16</inkml:trace>
  <inkml:trace contextRef="#ctx0" brushRef="#br0" timeOffset="120057.6285">21786 3528 50 0,'0'0'372'0,"0"0"28"16,10 0 33-16,-10 0 35 0,0 0 11 0,0 0-1 16,6-3-5-16,-6 3-7 0,4-4-8 0,-1 2-8 15,-1-1-24-15,-2 3-28 0,3-4-22 0,-3 4-24 16,7-3-19-16,-7 0-24 0,0 3-25 0,4-3-24 16,-4 3-22-16,0 0-24 0,1-3-29 0,-1 3-18 15,0 0-45-15,0 0-122 0,0 0 0 0,13 5 0 16,-5-3 0-16,-3 2 0 0,0 2 0 0,0-2 0 15,-1 2 0-15,4 1 0 0,-6 0 0 16,1-2 0-16,3 3 0 0,-6 1 0 0,3-1 0 16,-2 2 0-16,-1 0 0 0,-1 0 0 0,-2 1 0 0,3-3 0 15,-6 2 0-15,2 1 0 0,-1-2 0 0,-3 0 0 16,3-2 0-16,1-2 0 0,3 1 0 0,-4-3 0 16,1 2 0-16,2-3 0 0,0 2 0 15,2-4 0-15,-1 4 0 0,1-4 0 0,0 0 0 0,0 0 0 16,0 0 0-16,0 0 0 0,0 0 0 0,24-7 0 15,-11 3 0-15,6-3 0 0,-2 0 0 0,2 1 0 16,0 2 0-16,0-5-231 0,-1 2-226 0,-1 2-61 16,1-2-67-16,2 1-51 0,-10 1-325 0,6 0-1041 15,-5 0 461-15</inkml:trace>
  <inkml:trace contextRef="#ctx0" brushRef="#br0" timeOffset="120448.3046">22146 3564 14 0,'0'0'384'0,"0"0"18"0,0 0 22 16,0-4 4-16,0 4-4 0,0 0-14 0,0 0-25 15,0 0-21-15,0 0-19 0,0 0-27 0,0 0-24 16,0 0-26-16,0 0-23 0,0 0-25 0,0 0-20 16,0 0-21-16,0 0-21 0,0 0-16 0,0 0-5 15,0 0-19-15,0 0-11 0,0 0-14 0,0 0-1 16,0 0-13-16,0 0-12 0,0 0 2 0,17 4-11 15,-12-6-7-15,2-1 2 0,4 1-7 0,-1-1-6 16,-1-2 0-16,0 2-2 0,-2 2-4 0,0-3-2 16,-1-1 1-16,1 3 4 0,-2-2 8 0,2 2-3 15,-3 1 0-15,-1-2-2 0,-3 3-3 0,4-4 5 16,-4 4-6-16,3-2-8 0,-3 2-1 0,0 0-7 16,0 0-2-16,0 0-4 0,-9-4-8 0,9 4-1 15,-11 2-1-15,5 0 0 0,-1 4 0 0,-2-3-3 16,2 1-9-16,-2 2-3 0,0 2-8 0,2-2-19 15,-2 3-15-15,4-3-10 0,1 0-7 0,2 0-17 16,1 0-21-16,-1 1-11 0,4 1-13 0,4-2-30 16,0 2-28-16,6-2-42 0,-1-2-25 0,1-1-20 15,8 1-14-15,-1-2-24 0,2 0-15 0,2-4-27 16,-3 0-37-16,2-1-228 0,-3-3-673 0,3 1 297 16</inkml:trace>
  <inkml:trace contextRef="#ctx0" brushRef="#br0" timeOffset="120807.4548">22560 3512 78 0,'4'-1'294'0,"-4"1"23"0,6-6 18 0,-2 3 18 16,-1 1 12-16,2-2-1 0,-1 2 5 0,2 0-3 15,-1-1-9-15,0 1-10 0,0-1-13 0,2 1-17 16,-2 1-22-16,2-3-19 0,0 3-25 16,1 0-17-16,-2 0-27 0,0 0-19 0,3 2-17 0,-9-1-20 15,12 0-16-15,-3 1-11 0,-3 1-17 0,3 2-14 16,-4-1-9-16,0 0-2 0,-1 2-10 0,2-1-8 15,-3 3-8-15,2 0-8 0,-3 2-3 0,0 0 0 16,-2 0-3-16,0 0-11 0,-2 1-3 16,-1 0 2-16,-5-1-5 0,2 1-3 0,-2-3-12 0,-1 2-5 15,-5 1-7-15,3-3-12 0,-1 0-7 0,-6-2-1 16,7-1-4-16,-7 0-1 0,6 0-2 0,0-3-3 16,0 0 0-16,3-2 3 0,-1 0-15 0,1-3-9 15,5 0 0-15,-4-4 4 0,3 0-9 16,-1 2-8-16,5 0-4 0,-2-4-5 0,3-2-15 0,3 2-12 15,-1-1-22-15,3-3-18 0,-1 2-35 0,4 2-17 16,1-4-21-16,-4 4-31 0,5 1-45 0,-1 0-33 16,1 1-31-16,2 2-35 0,-2-1-238 0,-1 1-680 15,1 0 301-15</inkml:trace>
  <inkml:trace contextRef="#ctx0" brushRef="#br0" timeOffset="121057.393">22717 3391 87 0,'4'-7'245'0,"-3"1"25"16,2-2 31-16,-2-1 29 0,1 0 41 0,0 0 26 15,-1 0 22-15,2-1 12 0,-3 2 5 0,0-1 10 16,1-2 22-16,-1 3 14 0,0 0 2 0,0 3-5 16,-1 0-10-16,1-2-15 0,-3 4-19 0,3-1-17 15,0 4-27-15,-1-5-22 0,1 0-360 0,0 5-9 16,0 0 0-16,0-3 0 0,0 3 0 0,0 0 0 16,0 0 0-16,0 0 0 0,0 0 0 0,0 0 0 15,-2 17 0-15,0-6 0 0,2 7 0 16,-1-1 0-16,-2 8 0 0,3-5 0 0,-1 6 0 0,2-3 0 15,2 5 0-15,-2-4 0 0,1-6 0 0,4 7 0 16,-5-6 0-16,3-1 0 0,-3-2 0 0,4 0 0 16,-1-3 0-16,0-3 0 0,0-2 0 0,0 2-323 15,2-3-989-15,-2-5-1420 0,5 0 628 16</inkml:trace>
  <inkml:trace contextRef="#ctx0" brushRef="#br0" timeOffset="121572.94">23783 3107 56 0,'-9'-13'529'16,"3"4"23"-16,-1 0 14 0,-1-3 4 0,0 5-14 16,3-4-12-16,-2 5-16 0,0-2-26 0,3 2-29 15,-3 1-25-15,2 0-26 0,0 1-37 0,0 1-33 16,-3 1-32-16,5 1-35 0,3 1-27 0,-11 0-13 15,5 2-14-15,-3 4 7 0,-1 2-107 0,-2 5-131 16,1 3 0-16,-1 9 0 0,2 2 0 0,-3-2 0 16,8 8 0-16,-3 1 0 0,3 14 0 0,0-1 0 15,4 2 0-15,1 0 0 0,1 1 0 0,-1-4 0 16,2-11 0-16,1 12 0 0,-1-13 0 0,1 0 0 16,3 13 0-16,-4-14 0 0,2 1 0 0,-3-5 0 0,-1 0 0 15,3-3 0-15,-3-5 0 0,0 6 0 16,-3-12 0-16,3-3 0 0,0-2 0 0,0-2 0 15,-1 2 0-15,-2-6 0 0,3 2 0 0,3 1 0 16,-6-4 0-16,3-3 0 0,-1 5 0 0,1-5 0 16,0 0 0-16,0 0 0 0,0 0 0 0,-11-17 0 15,3 8-381-15,0-6-311 0,-1 2-495 0,-3-9-1285 16,-1-1 568-16</inkml:trace>
  <inkml:trace contextRef="#ctx0" brushRef="#br0" timeOffset="121776.2016">23351 3605 61 0,'0'0'455'0,"-5"-6"33"0,3 3 29 0,2 3 32 16,-2-4 23-16,2 4 32 0,0 0-10 0,0 0-23 15,-2-4-25-15,2 4-29 0,0 0-25 0,2-4-37 16,-2 4-42-16,3-6-45 0,1 2-39 0,0 1-36 0,6-4-31 16,-1 2-157-16,6-4-105 0,4 4 0 0,3-5 0 15,6 3 0-15,0-2 0 0,0 0 0 16,2 0 0-16,-1 2-280 0,-1 0-77 0,-5 0-66 15,4 0-63-15,-7 1-66 0,6 0-51 0,-7 1-312 16,1 0-992-16,-3 0 439 0</inkml:trace>
  <inkml:trace contextRef="#ctx0" brushRef="#br0" timeOffset="122994.5812">23873 3476 345 0,'0'0'418'0,"2"5"43"0,-2-5 24 15,0 0 21-15,2 3-7 0,-2-3-12 0,0 0-16 0,0 0-1 16,2 3-9-16,-2-3-18 0,0 0-23 16,0 0-30-16,0 0-31 0,0 0-31 0,0 0-28 15,0 0-29-15,0 0-28 0,0 0-21 0,0 0-24 16,0 0-22-16,0 0-20 0,0 0-74 0,0 0-82 16,0 0 0-16,0 0 0 0,5 2 0 0,-5-2 0 15,0 0 0-15,0 0 0 0,0 0 0 0,0 0 0 16,12 0 0-16,-6 2 0 0,2-2 0 0,3 0 0 15,1-2 0-15,-2 2 0 0,3-1 0 0,-3-2 0 16,1 2 0-16,2-2 0 0,-3-2 0 0,3 0 0 16,-6 3 0-16,0-1 0 0,1 1 0 0,-2 0 0 15,-2-2 0-15,0 2 0 0,0-2 0 0,-3 1 0 16,-1 3 0-16,0-6 0 0,0 6 0 0,-4-8 0 16,0 7 0-16,0-3 0 0,-2 2 0 0,1-1 0 15,-3 2 0-15,3-1 0 0,-4 2 0 0,-1-1 0 0,2 1 0 16,-1 2 0-16,-2 0 0 0,5 0 0 15,-3 1 0-15,2 1 0 0,0 0 0 0,-1 1 0 16,2 0 0-16,0 3 0 0,0-1 0 0,1-1 0 16,2 0 0-16,1 1 0 0,2 0 0 0,-1 4 0 15,2-2 0-15,0-1 0 0,0 0 0 0,3-1 0 16,1 3 0-16,0-4 0 0,4 2-11 0,0 0-5 16,4-3 0-16,1 4 2 0,3-3-6 0,2-2 11 15,4-1 2-15,4 1 2 0,1-3 4 0,0-1-1 16,0 0 4-16,0-5-1 0,0 1-2 0,-2-5 4 15,-6 3 10-15,2-2 5 0,-5 1 2 0,2-2 0 0,-5 2 5 16,3-4-25-16,-5 1 0 0,-2 4 0 16,-2-1 0-16,0-1 0 0,-3 0 0 0,-2 2 0 15,0-3 0-15,-3 3 0 0,2 0 0 0,-2 0 0 16,-2 1 0-16,-1-2 0 0,-1 4 0 0,0 0 0 16,1 1 0-16,3 2 0 0,-9-4 0 0,4 4 0 0,-2 0 0 15,7 0 0-15,-13 5 0 0,5-1 0 16,2-1 0-16,-2 4 0 0,2 2 0 0,2-1 0 15,0 2 0-15,3-1 0 0,-2 1 0 0,3 1 0 16,3 0 0-16,2-1 0 0,3 2 0 0,2-4 0 16,3 7-31-16,2-4-96 0,3 0-14 0,1-3-19 0,0-1-18 15,3 1 1-15,-2-5-11 0,0-1-12 16,9 0-4-16,-9-4-20 0,2 0-13 0,-1-1 8 16,-2-3-1-16,2 1-8 0,-3-3-6 0,-1 0-2 15,-2 1 1-15,-1-4 13 0,-5 5 8 0,0-3-4 16,-4 3 10-16,0-3 13 0,-1 1 22 0,0 1 20 0,-3 3 32 15,3-1 36-15,-3-1 34 0,3 1 38 0,-4 0 41 16,3 2 35-16,-2 1 32 0,-1 2 22 16,4-7 40-16,-3 5 29 0,-1 2 18 0,5-2 22 15,-2-1 13-15,-3 3 7 0,4-2 6 0,-4 2-3 16,6-2-5-16,-6 2-8 0,4-2-13 0,-4 2-13 16,9 0-21-16,-9 0-4 0,10 4-20 0,-3-3-12 0,-1 3-13 15,-1-2-16-15,1 3-11 0,-1-1 2 0,-1 1-18 16,0 2-11-16,0 0 0 0,0 0-12 15,-3 1-2-15,-1-2-8 0,0 4-1 0,-1-2-13 16,-3 2 0-16,-1-3-3 0,0 1-10 0,-5 0-19 16,2-2-20-16,-2 1-18 0,2-1-1 0,-5-4-6 0,3 2-5 15,-4-2-3-15,1 0-2 0,3-2 1 0,-3 0 8 16,2 0 7-16,11 0 6 0,-16-4 4 16,11 2-4-16,-1-2-4 0,3-1-3 0,-1 1-14 15,3-3-4-15,1 0-8 0,1-4-18 0,3 3-8 16,5-3-10-16,-4 4-6 0,8-6 1 0,-4 3-8 0,4-1 0 15,1-1 4-15,-1 1 6 0,1 1 7 0,-5 0 15 16,5-2 11-16,-5 3 22 0,-3 0 22 16,4-2 15-16,-1 2 15 0,-2-2 10 0,0 1 26 15,0-2 12-15,0 1 6 0,-2 0 10 0,-2-2 4 16,1 1-4-16,-2-3 3 0,-2 2-2 0,0-3 5 0,-1 4 14 16,-1 1 17-16,-2-1-1 0,0 1 25 0,-2-1 21 15,-1 3 16-15,1-1 22 0,-2 3 22 0,3-1 17 16,-3 3-8-16,3 0-200 0,0 1-25 15,1 2 0-15,-1-2 0 0,3 2 0 0,2 2 0 16,0 0 0-16,0 0 0 0,-13 13 0 0,10-2 0 0,-2 7 0 16,4 2 0-16,2 5 0 0,-1 2 0 0,3 2 0 15,2 1 0-15,-1-1 0 0,5 2 0 0,-3-1 0 16,-1-3 0-16,5-1 0 0,0-4 0 16,-1-4 0-16,-3 0 0 0,0-2 0 0,3 2-113 0,-1-6-508 15,-1-1-96-15,0-5-407 0,2-3-1216 0,-2 0 538 16</inkml:trace>
  <inkml:trace contextRef="#ctx0" brushRef="#br0" timeOffset="126400.2993">25774 3211 264 0,'0'-4'371'0,"0"-3"3"0,0 1 5 0,-1 1-16 15,1 0 0-15,-4-3-4 0,4-1-8 0,-4 5-4 16,4-3 9-16,-5 0 4 0,5 2-11 0,-1 0 4 16,1-1 2-16,-4 3-10 0,4 3 1 0,0-6-12 15,0 6-19-15,0-3-16 0,0 3-24 0,0 0-29 16,0 0-25-16,0 0-23 0,0 0-18 0,0 0-18 16,0 0-1-16,0 0 4 0,5 14-165 0,0-1 0 15,-1 5 0-15,1 0 0 0,-1 5 0 0,1-4 0 16,0 9 0-16,-1-2 0 0,1 0 0 0,-5-1 0 15,3 1 0-15,-2 1 0 0,-1 0 0 0,0-1 0 16,0-2 0-16,0-5 0 0,-4 0 0 0,3-1 0 16,1 0 0-16,-4-2 0 0,4 2 0 0,-4-5 0 15,3-3 0-15,1 0 0 0,0-3 0 0,0 0 0 16,0 0 0-16,0-3 0 0,0 0 0 0,0 1 0 16,0-2 0-16,0-3 0 0,0 4 0 0,0-4 0 15,0 0 0-15,0 0 0 0,0 0 0 0,10-9 0 16,-6 3 0-16,0-1-225 0,-3-1-302 0,-1 1-38 15,-1-4-64-15,-3 1-413 0,-6-4-1127 0,-2 2 499 16</inkml:trace>
  <inkml:trace contextRef="#ctx0" brushRef="#br0" timeOffset="126572.3109">25589 3474 127 0,'0'0'324'0,"-8"-1"19"0,8 1 34 0,-6-2 52 15,6 2 32-15,0 0 27 0,0 0 11 0,0 0 6 16,-8 0-3-16,8 0-13 0,0 0-43 0,0 0-42 15,3-8-39-15,-3 8-42 0,6-7-40 0,4 0-32 16,3 1-25-16,4-2-49 0,0 1-48 0,11-4-70 16,-2 3-67-16,0-3-67 0,1 6-67 0,0-1-64 15,-7-1-75-15,-1 5-77 0,-1-2-66 0,1 0-78 16,-6 3-367-16,0-4-941 0,-2 3 417 0</inkml:trace>
  <inkml:trace contextRef="#ctx0" brushRef="#br0" timeOffset="126931.5779">25966 3385 182 0,'0'0'401'16,"0"0"22"-16,0 0 18 0,0 0 16 0,13-7-5 15,-13 7-15-15,3-3-16 0,1 1-24 0,-1-2-25 16,0 2-22-16,-1-1-24 0,3 1-27 0,0 0-36 16,3-1-28-16,-3 3-21 0,0-2-25 0,2 2-23 15,-1 2-21-15,3 0-11 0,0 1-13 0,0 2-9 16,1 1-16-16,-1-1-10 0,0 4-12 0,-3 0-4 15,3 0-9-15,-4 0-8 0,1 4-2 0,-3-2-6 16,1-1 3-16,-1 3-11 0,-3-1-1 0,1-1-5 16,-3 0-3-16,-1 0-1 0,-2 0-1 0,-3-1 3 15,-1-1-10-15,-4 1 1 0,3-2 3 0,-6 1-4 16,5-6 0-16,-1 2 6 0,1-3-4 0,0-1-3 16,-2 0 5-16,5-2 18 0,-1-2 12 0,4-2 37 15,-5 1 20-15,2-4 0 0,3-1-4 0,0-5-5 16,3 3-43-16,0 0-58 0,2-3 0 0,0 1 0 15,4 2 0-15,1-1 0 0,-1-4 0 0,1 7 0 16,-1-1-41-16,1 2-228 0,5 1-98 0,-2 1-82 16,1 1-91-16,1 3-73 0,-5 2-373 0,4 0-1067 15,-9 0 472-15</inkml:trace>
  <inkml:trace contextRef="#ctx0" brushRef="#br0" timeOffset="127415.8481">26833 3244 155 0,'-2'-7'532'0,"-3"-4"5"0,1 1 5 16,-2 2-11-16,3 2-25 0,-4 0-38 0,3 1-40 15,1-1-38-15,-2 2-20 0,3 0-37 0,-2 2-36 16,0-2-34-16,0 3-24 0,4 1-22 0,0 0-26 16,-19 5-13-16,11 0-20 0,-2 2-23 0,2 2-4 15,-3 2-18-15,-1 3-9 0,2-1-8 0,1-1-9 16,0 4-12-16,3-4-5 0,2-1-2 0,0 0-4 16,0 1-12-16,4-1-5 0,0-2-2 0,0 1-3 15,0-3 0-15,3 0-2 0,1 2-4 0,-2-1-2 16,6 0 3-16,1 0-1 0,0 2-5 0,0-5 1 15,2 5 4-15,-1-4-3 0,0 0-4 0,0-1 5 16,-3 2-9-16,1-2 6 0,0 1-11 0,-2-2 4 16,-1 2-9-16,-1-3 2 0,0 1-2 0,0 0 2 15,-2-3 2-15,0 5-2 0,0-3-2 0,-2 2-7 16,-2-1 1-16,0 2 9 0,-4-1-6 0,-2 1 1 16,-1 1-1-16,-4 0-1 0,-1 1-2 0,-2-2-9 15,4-2 0-15,-2-1-17 0,4 2-39 0,-3-2-22 16,3-2-16-16,1 2-25 0,1-2-27 0,2 0-42 15,1-1-47-15,5 0-83 0,-7-3-109 0,7 3-74 16,4-6-64-16,2 1-344 0,5-1-983 0,4 0 436 16</inkml:trace>
  <inkml:trace contextRef="#ctx0" brushRef="#br0" timeOffset="127806.2189">26923 3422 220 0,'3'-3'393'0,"-2"1"46"0,3-1 41 0,-4 3 37 15,4-5 7-15,-2 1-10 0,-2 4-20 0,1-9-9 16,-1 6-16-16,2-1-7 0,-1 0-17 0,-1 4-19 16,1-5-28-16,-1 5-26 0,0-3-22 0,0 3-37 15,2-4-32-15,-2 4-29 0,0 0-29 0,1-5-89 16,-1 5-134-16,0 0 0 0,0 0 0 0,0 0 0 16,0 0 0-16,0 0 0 0,4 13 0 0,-4-5 0 15,1-1 0-15,0 4 0 0,1-1 0 0,-1-2 0 16,2 1 0-16,-2 0 0 0,0-1 0 0,0-2 0 15,1 0 0-15,1-2 0 0,-3 2 0 0,2-3 0 16,-2-1 0-16,0-2 0 0,2 6 0 0,1-6 0 16,-3 0-3-16,0 0-27 0,0 0 3 0,11-3 10 15,-8-2 9-15,3 0 13 0,2-2 18 0,-3 1 2 16,3-4 7-16,-2 2-32 0,0 2 0 0,3-5 0 16,-4 4 0-16,1 1 0 0,0 0 0 0,0 0 0 15,-2 3 0-15,0 0 0 0,-3-1 0 0,3 1 0 16,-4 3 0-16,4-4 0 0,-4 4 0 0,4-3 0 15,-4 3 0-15,2-1 0 0,-2 1 0 0,0 0 0 16,0 0 0-16,12 7 0 0,-10-4 0 0,2 1 0 16,3 0 0-16,-2 1 0 0,-1 1 0 0,6 0-265 15,-5-1-257-15,4 1-90 0,4-1-520 0,-2-3-1227 16,1 2 543-16</inkml:trace>
  <inkml:trace contextRef="#ctx0" brushRef="#br0" timeOffset="128493.6087">27351 3353 237 0,'3'-5'371'0,"-2"-1"17"0,2-2 20 0,-4 2 18 16,2 2 21-16,-1-3-4 0,-1 4-7 0,1-2-13 15,0 5-6-15,0-7-18 0,-2 1-15 0,1 4-25 16,1 2-27-16,0 0-35 0,1-5-30 0,-1 5-25 16,0 0-28-16,0 0-26 0,-9 1-13 0,9-1-17 15,-10 5-16-15,4-1-14 0,2 3-15 0,-4 0-12 16,0 1-11-16,2 1-8 0,-2 2-11 0,-1 3-8 15,0-1-3-15,4-3-12 0,-5 3-18 0,6-4-15 16,0 3-38-16,1 0-2 0,1-1-17 0,-2-3-12 16,3 4-10-16,2-3-7 0,1 1-5 0,2-2-5 15,3 1 3-15,1-1-8 0,3-1-3 0,7 0 1 16,0-1 2-16,4 0 10 0,6-3 7 0,-2-3 10 16,3 0 5-16,1-1 5 0,2-6 2 0,-1 0 8 15,0-1 5-15,0-3 12 0,-3-1 19 0,-3-3 23 16,1 1 22-16,-2-1 20 0,-1-4 20 0,-1 0 6 15,-2-3 4-15,-4-1 24 0,-1 0 20 0,-3-2-8 16,-1-1-4-16,-2 1 5 0,-4-3 12 0,-1 6 11 16,-1 1 1-16,-1 3-66 0,-2-1-87 0,-1 2 0 15,1 6 0-15,0-5 0 0,0 6 0 0,-1 3 0 16,1 0 0-16,-2 3 0 0,2 1 0 0,2-1 0 16,-2-2 0-16,0 6 0 0,-2-4 0 0,2 4 0 15,-1-3 0-15,1 3 0 0,0 0 0 0,-1 15 0 16,1-5 0-16,1 3 0 0,-2 5 0 0,1 0 0 15,1 7 0-15,-2 0 0 0,1-6 0 0,-2 8 0 16,2-9 0-16,2 9 0 0,-1-3 0 0,0-6 0 16,-1 1 0-16,2-3 0 0,-2-1 0 0,1-3 0 15,0-2 0-15,0 0 0 0,-1-5 0 0,3 1 0 16,-3 0 0-16,1-1 0 0,2-1 0 0,-3-4 0 16,3 3 0-16,3-3 0 0,-6 0 0 0,13-2 0 15,-3-4 0-15,0 1 0 0,0-2 0 0,5-2 0 16,0 1 0-16,-3-1 0 0,1 0 0 0,0 3 0 15,-7 0 0-15,2 2 0 0,-2 0 0 0,1 0 0 16,-1 1 0-16,-2 0 0 0,0 1 0 0,1-1 0 16,-5 3 0-16,8-2 0 0,-8 2 0 15,5 0 0-15,-5 0 0 0,9 5 0 0,-4-1 0 0,-3 0 0 16,2 1 0-16,0 0 0 0,1 0 0 0,0-1 0 16,1 0 0-16,-3 2 0 0,1-3-15 0,-1 0-498 15,-1-2-75-15,5 2-95 0,-7-3-383 0,12-6-1154 16,-4 1 511-16</inkml:trace>
  <inkml:trace contextRef="#ctx0" brushRef="#br0" timeOffset="129274.7165">28831 3008 338 0,'4'-10'413'0,"0"-1"4"0,-3-1 0 16,4 3-15-16,-2-2-5 0,-1 5 0 0,0-1-5 15,-2 1-8-15,-2-3-19 0,2 5-15 0,-2-1-13 16,-6-1-23-16,3 1-22 0,0 1-34 0,-3 2-9 0,-1-3-39 16,-5 7-25-16,0-1-10 0,-2 6-22 15,0-1-7-15,-2 6-21 0,-2 5-10 0,1 1-19 16,2 1 3-16,0 1-13 0,5-4-11 0,0 0-5 15,3 0-5-15,-1 0-8 0,1 0-1 0,5-2-5 16,3-2-7-16,-3 3 2 0,3-6-14 0,-2 3 1 0,6-2-3 16,-2 1 1-16,3-2-4 0,1 2-6 0,3-1 7 15,-2-1-10-15,8 3-2 0,-1 1 7 16,2-2-4-16,0-3-9 0,-2 4-2 0,-2-5 2 16,4 3-4-16,-5-5 6 0,2 4 1 0,-2-1-5 15,0 0-2-15,-3 0 3 0,0-2-8 0,2 3-1 16,-5-1 2-16,-1 0-2 0,0-1 1 0,1 1 0 15,-4-1-2-15,0 2 2 0,0-1 0 0,0 0-2 16,-1-2 3-16,-3 2 0 0,0 0 7 0,-1-2-6 16,-5 0-2-16,0-1-2 0,3 1-8 0,-5-2 1 15,3-2-17-15,1 1 11 0,2-1 6 0,2-1 0 16,-3-1 4-16,4 2 7 0,3-2-1 0,-7-3 4 16,6-2 0-16,1 0 2 0,0-2 4 0,2-4-1 15,4-1 2-15,1-2 3 0,3-2-5 0,1 0-2 16,0-1 5-16,3 3 7 0,-3 2-3 0,2-2-1 15,-4 5 3-15,9-2-13 0,-9 3-1 0,0 1 6 16,0 2-4-16,1 0-8 0,-2 2-3 0,1 0-6 16,4 2 4-16,-4 4 7 0,-1-1-5 0,2 2 2 15,-1 0 3-15,0 4-5 0,-2-2-4 0,1 1 5 16,-2 3-4-16,2-2-2 0,-3 3 5 0,0-1 2 16,-1-2-9-16,0 2 7 0,0-1 3 0,0-2-5 15,-1-1-12-15,-3 0-25 0,2 2-21 0,0-5-21 16,0 4-14-16,0-3-24 0,-2 0-29 0,0-4-25 15,0 3-34-15,0-3-35 0,0 0-23 0,3 2-23 16,-3-2-61-16,0 0-67 0,7-7-58 0,-6 1-361 16,3-3-906-16,0-1 401 0</inkml:trace>
  <inkml:trace contextRef="#ctx0" brushRef="#br0" timeOffset="129446.5164">29008 3151 381 0,'0'0'398'0,"0"0"42"15,2-3 22-15,-2 3 13 0,0 0-18 0,4-3-32 16,-4 3-37-16,0 0-35 0,1-2-33 0,-1 2-34 16,0 0-38-16,0 0-50 0,0 0-60 0,0 0-70 15,0 0-80-15,0-5-84 0,0 5-80 0,0 0-50 16,0 0-50-16,0 0-64 0,4 11-313 0,-4-7-705 16,1 0 313-16</inkml:trace>
  <inkml:trace contextRef="#ctx0" brushRef="#br0" timeOffset="129837.0355">29074 3244 296 0,'0'0'413'16,"4"2"27"-16,-4-2 10 0,0 0 12 0,0 0-3 15,8-3-6-15,-8 3-14 0,6-4-10 0,-6 4-22 16,4-7-26-16,1 3-9 0,0 2-31 0,-1-4-28 16,6 0-16-16,-4 3-32 0,3-1-17 0,0 0-22 15,2 2-25-15,-4-1-12 0,1 0-17 0,3 0-19 16,-6 2-17-16,1-1-14 0,-6 2-11 0,11 0-20 15,-6 2-11-15,2 0-4 0,-4 1-14 0,3 2 0 16,0 1-17-16,-1 0-45 0,-1 2 0 0,-3-1 0 16,4 6 0-16,-5-3 0 0,0 1 0 0,-5 1 0 15,4 1 0-15,-3-4 0 0,-1 8 0 0,-1-6 0 16,-1 2 0-16,-2 1 0 0,0-3 0 0,2 1 0 16,0-5 0-16,0 3 0 0,2-6 0 0,1 1 0 15,1 1 0-15,-1-3 0 0,3 0 0 0,0 1 0 16,1-4 0-16,-2 5 0 0,1-3 0 0,1-2 0 15,0 0 0-15,0 0 0 0,0 0 0 0,0 0 0 16,4 4 0-16,-4-4 0 0,20-4 0 0,-7 0 0 16,1-1 0-16,5 5 0 0,1-5 0 0,-4 0-163 15,3-1-107-15,1 1-58 0,-3-1-81 0,-1-1-63 16,2 1-87-16,-7-1-440 0,3 1-1082 0,-2 0 480 16</inkml:trace>
  <inkml:trace contextRef="#ctx0" brushRef="#br0" timeOffset="130274.394">29460 3287 137 0,'0'0'369'0,"0"0"17"0,0-9 28 0,0 9 17 15,0-1 3-15,0 1-4 0,0 0-12 0,0 0-8 16,0 0-19-16,0-5-24 0,0 5-2 0,0 0-21 16,0 0-26-16,0 0-23 0,0 0-23 0,0 0-18 15,0 0-22-15,0 0-10 0,0 0-42 0,0 0-5 16,0 0-17-16,0 0-6 0,0 0-17 0,0 0-9 15,0 0-7-15,10 1-14 0,-10-1-12 0,12 1-10 16,-1-2-1-16,2-2-16 0,1 2 7 0,-1-5-9 16,0 4 16-16,3-2-69 0,-3 1-11 0,1-1 0 15,4-2 0-15,-7 3 0 0,2-1 0 0,-1-2 0 16,-3 1 0-16,-2 0 0 0,1 1 0 0,-3 0 0 16,0-1 0-16,-1 0 0 0,-3 0 0 0,2 0 0 15,-2-1 0-15,-1 1 0 0,-1 0 0 0,-2 1 0 16,-1 0 0-16,-2 1 0 0,-3-2 0 0,0 3 0 15,0 1 0-15,-9 2 0 0,1 1 0 0,-1 3 0 16,1-1 0-16,-1 6 0 0,0-1 0 0,3 0 0 16,0 1 0-16,-1 3 0 0,7-3 0 0,3 1 0 15,-2 2 0-15,7-2 0 0,-2 1 0 0,6 0 0 16,1 0 0-16,5 2 0 0,2 0 0 0,5-2 0 16,0-1 0-16,12 2 0 0,-1-2 0 0,0-1 0 15,6-2 0-15,-2-7 0 0,-2 2 0 0,2 2 0 16,-9-5 0-16,-3-4-207 0,0 2-57 0,1 0-31 15,1 1-37-15,-4-3-55 0,-5 0-52 0,1-1-67 16,-4 1-55-16,-4 1-306 0,1-2-939 0,-2 3 415 16</inkml:trace>
  <inkml:trace contextRef="#ctx0" brushRef="#br0" timeOffset="132055.2261">30490 3071 178 0,'-2'-7'402'0,"0"1"11"0,2 3 14 15,0-4 18-15,0 3 1 0,-2-2 1 0,2-1-13 16,0 1 0-16,0 1 3 0,0-1-18 16,0-1-9-16,-2 0-5 0,4 2-9 0,0 1-12 0,-2 1-16 15,0 3-20-15,0-7-30 0,0 7-24 0,0-3-29 16,0 3-26-16,0 0-28 0,0 0-140 0,0 0-71 15,0 0 0-15,0 0 0 0,0 0 0 16,0 0 0-16,0 0 0 0,-2 20 0 0,2-7 0 16,-2 3 0-16,0 12 0 0,2-5 0 0,-3 3 0 0,2 1 0 15,2 0 0-15,-2-1 0 0,1 1 0 0,0-1 0 16,-1-1 0-16,-2 2 0 0,1-7 0 0,0 5 0 16,2-8 0-16,-2 1 0 0,1 1 0 15,-2-2 0-15,2-5 0 0,-1-1 0 0,2 1 0 16,-1-1 0-16,1-3 0 0,-1-1 0 0,2-2 0 0,-1 1 0 15,1-2 0-15,-1-1 0 0,3 0 0 0,-3-3 0 16,0 0 0-16,0 0 0 0,0 0-154 0,0 0-281 16,4-12-59-16,-3 3-54 0,-1-2-60 0,0-1-384 15,-4-7-1075-15,2 2 475 0</inkml:trace>
  <inkml:trace contextRef="#ctx0" brushRef="#br0" timeOffset="132649.0016">30309 3259 304 0,'-3'-2'379'0,"-1"0"26"0,4 2 18 0,-9-4 12 0,7 1 16 16,2 3 1-16,-7-3-1 0,7 3-2 15,0 0-8-15,-5-1-5 0,5 1-15 0,0 0-10 16,0-3-21-16,0 3-23 0,0 0-28 0,0 0-29 16,2-9-31-16,0 5-34 0,3 1-23 0,5-4-27 0,-1 2-19 15,3-1-17-15,3-2-108 0,3 1-51 16,0-1 0-16,2 0 0 0,6-2 0 0,0 0 0 15,-6 0 0-15,6 1 0 0,-2-4 0 0,-5 6 0 16,0 0 0-16,0 0 0 0,2-3 0 0,-2 2 0 16,-5-1 0-16,-1 6 0 0,-2-4 0 0,-3-1 0 15,0 6 0-15,-2-3 0 0,-1 2 0 0,-1 0 0 16,0-1 0-16,0 2 0 0,2 1 0 0,-6 1 0 16,2-4 0-16,-2 4 0 0,4-2 0 0,-4 2 0 15,0 0 0-15,6-2 0 0,-6 2 0 0,0 0 0 16,0 0 0-16,0 0 0 0,3 8 0 0,-3-2 0 15,-3 3 0-15,-3 0 0 0,2 4 0 0,1 1 0 16,0 2 0-16,-2 0 0 0,3 1 0 0,-4 1 0 16,5-3 0-16,-1 1 0 0,-1-1 0 0,3-3 0 15,-1 0 0-15,-3 1 0 0,4-2 0 0,-1-2 0 16,-1-2 0-16,4-1 0 0,-2 0 0 0,-2-3 0 16,2-3 0-16,-1 7 0 0,1-7 0 0,4 3 0 15,-4-3 0-15,0 0 0 0,14-4 0 0,-8-1 0 16,4 1 0-16,1-2 0 0,-1-3 0 0,7 3 0 15,-2-5 0-15,-1 3 0 0,-5-2 0 0,0 6 0 16,1-3 0-16,-2 1 0 0,-2 2 0 0,1 0 0 16,-2 2 0-16,0 0 0 0,-1-2 0 0,1 3 0 15,-5 1 0-15,6-1 0 0,-6 1 0 0,7 2 0 16,-1 2 0-16,-2 0 0 0,2 1 0 0,1 1 0 16,-2 0 0-16,1 0 0 0,-2 0 0 0,2 3 0 15,-1-2 0-15,1 2 0 0,0 0 0 0,-1-3 0 16,-1 0 0-16,0 0-313 0,3-1-70 0,-1-1-54 15,2-1-45-15,-1-3-42 0,4 0-22 0,0 0-372 16,1 0-994-16,-4-5 440 0</inkml:trace>
  <inkml:trace contextRef="#ctx0" brushRef="#br0" timeOffset="133383.0461">31061 3228 109 0,'4'-4'157'0,"-1"0"37"0,-1 0 25 0,2 0 12 16,-1 0 16-16,-2 2 20 0,0-3 12 0,3 2 11 15,-3-1 6-15,3 1-2 0,-1-1-8 0,-1 1-5 16,1 0-3-16,-1 0-1 0,-2 3-3 0,4-4-24 15,-1 1-5-15,-3 3-12 0,5-2-12 0,-5 2-15 16,0 0-20-16,5-2-24 0,-5 2-11 0,0 0-19 16,0 0-17-16,0 0-13 0,9 4-14 0,-7 0-3 15,2-1-13-15,-2 3-6 0,0-2-7 0,1 1-8 16,-1 2-2-16,0 1-6 0,-2 4-3 0,0-6-5 16,-2 4-2-16,-2-2-3 0,1 2-4 0,-3-2-8 15,-2 0-10-15,1-1-6 0,0-2-6 0,-2 1-11 16,-4-3-8-16,3 1-1 0,-2-3 1 0,-1-1 0 15,2 2 1-15,1-4 0 0,2 2 9 16,0-2 10-16,3-1-5 0,-4 0 11 0,5-1 6 0,2-2 14 16,-1-2 4-16,3-1 3 0,0 2 13 0,3-4 2 15,-1 0 3-15,6 0-2 0,-2 1 2 0,2-1 2 16,1 2-3-16,1 2-2 0,2-2 11 16,-4 1-9-16,0 2 2 0,0 2-5 0,-3 0 0 15,0 0-11-15,-1 1-3 0,1 2 0 0,0 0-10 16,-5 1 1-16,9 2-9 0,-5 2 1 0,1 3-1 0,0-1-3 15,3 0 5-15,-2 2-1 0,-2 2-1 0,1-1 0 16,1 2-7-16,-3-1 1 0,2 1 6 16,-1 0-6-16,1 0 3 0,-1 0-5 0,1-1 4 15,0-1-4-15,2 1 0 0,3-1 3 0,-1 1-7 16,6 0 1-16,1-3-4 0,0 1 3 0,5-5-1 16,0-1 0-16,8-2 3 0,-3-2 2 0,-3-1-4 15,-3-3 2-15,9-3 16 0,0-3 10 0,-2-1 12 0,-1-3 16 16,-3-1 1-16,-1-1 14 0,-2-1 5 0,0-5 17 15,-2 2 1-15,-4 0-19 0,-1-6-3 16,-3 12-72-16,0-2 0 0,-2-7 0 0,0 5 0 16,-7 2 0-16,3 0 0 0,-4 1 0 0,0 1 0 15,-1 6 0-15,-2-4 0 0,3 4 0 0,0 1 0 0,0 2 0 16,0 3 0-16,-4-1 0 0,4 2 0 0,0-2 0 16,0 5 0-16,0 0 0 0,0 0 0 15,0 0 0-15,0 0 0 0,0 0 0 0,-9 12 0 16,5 0 0-16,-1 0 0 0,0 0 0 0,0 4 0 0,1 7 0 15,-1-4 0-15,4 1 0 0,-2 5 0 0,3-4 0 16,-1-1 0-16,-2-1 0 0,2 5 0 16,1-6 0-16,0 0 0 0,0-1 0 0,4 0 0 15,-4-4 0-15,1 0 0 0,-1-3 0 0,0-1 0 16,3 1 0-16,-2-5 0 0,1 4 0 0,4-3 0 0,-5-3 0 16,4 1 0-16,3 1 0 0,-3-1 0 0,0-2-30 15,3 0-290-15,0-2-34 0,-1 1-35 0,-7-1-19 16,12-2-23-16,-6-2-19 0,-6 4-11 0,8-9-5 15,-7 5-1-15,-1-2-270 0,-1-1-796 16,-3 0 353-16</inkml:trace>
  <inkml:trace contextRef="#ctx0" brushRef="#br0" timeOffset="133586.3423">31638 3217 636 0,'-7'-3'48'0,"2"-1"49"0,0 1 45 0,-4-2 38 16,2 2 48-16,0 0 35 0,1 0 48 0,1-1 39 16,-4 2 39-16,4-1 35 0,5 3 19 0,-8-8 30 15,5 5 16-15,-1 0 10 0,4 3-9 16,0 0-19-16,-2-4-12 0,2 4-33 0,0 0-42 15,2-9-40-15,-2 9-34 0,7-7-37 0,-1 2-211 0,3 0-62 16,3 2 0-16,1-4 0 0,4 1 0 0,6 1 0 16,4-2 0-16,3 2 0 0,-1-1 0 15,-1-1 0-15,-6 6 0 0,7-4 0 0,-6 3-293 16,3-6-88-16,-6 6-69 0,2 0-56 0,0-3-75 16,-8 3-416-16,2-2-1080 0,2-1 478 0</inkml:trace>
  <inkml:trace contextRef="#ctx0" brushRef="#br0" timeOffset="134132.9017">32426 3057 177 0,'2'-8'448'0,"1"8"10"16,-3 0 2-16,0-8 6 0,0 5-6 0,2 0-16 15,-2 3-8-15,2-7-9 0,-2 7 2 0,0-7-17 16,0 7-12-16,0-8-9 0,2 3-13 0,-1-2-19 15,-1 4-20-15,2 0-19 0,2-2-26 0,-4 3-21 16,0 2-25-16,5-7-23 0,-5 4-26 0,0 3-51 16,7-4-148-16,-3 2 0 0,-1 1 0 0,3 0 0 15,-6 1 0-15,10-3 0 0,-3 2 0 0,-7 1 0 16,9 1 0-16,-1 2 0 0,-2-1 0 0,-1 3 0 16,2 0 0-16,-5 2 0 0,6 0 0 0,-4 1 0 15,-3 1 0-15,-1 0 0 0,4 1 0 0,-8 2 0 16,4 1 0-16,-5 0 0 0,1-2 0 0,-5 2 0 15,0-3 0-15,-2 2 0 0,-5-4 0 0,-1 0 0 16,1 0 0-16,-2-2 0 0,2-3 0 0,-2 1 0 16,3-2 0-16,2-2-57 0,2-2 4 0,0-1 9 15,2-1 6-15,0 1 3 0,0-3 0 0,4-3 6 16,1-2 8-16,2-1 0 0,-1 0-9 0,6-5-13 16,-1 0-5-16,2 6-8 0,1-6-20 0,3 2-13 15,-2 3-28-15,2 6-19 0,-3-3-29 0,5 0-45 16,-2 2-59-16,-3 5-49 0,3 2-42 0,-8 0-41 15,15 2-46-15,-9 2-36 0,0 1-286 0,-5 1-832 16,0 0 369-16</inkml:trace>
  <inkml:trace contextRef="#ctx0" brushRef="#br0" timeOffset="134554.6761">32270 3148 301 0,'0'0'361'0,"0"0"-9"0,0 0-16 0,17-7-14 16,-17 7-14-16,10-3-16 0,-6 2-15 0,0-1-7 16,-4 2-12-16,5-2-16 0,-5 2-14 15,9-1-14-15,-9 1-13 0,10 0-8 0,-2 1-12 16,2 1-8-16,-2 1-6 0,1 0-8 0,0 1-8 16,0 0-6-16,1 2-5 0,-3-2-11 0,4 3-5 0,1 1-6 15,-3 0-8-15,-1 2-7 0,0-2-9 16,-1 2-5-16,0-2-9 0,-1 2-3 0,-1 0-12 15,-3-2-4-15,3 2-5 0,-3 0-7 0,-1 1-8 16,-2-1 5-16,1-1-5 0,-4 0-7 0,-1-1 0 16,0 0-3-16,-4-2-4 0,0 1 0 0,0-3-3 15,0 1-2-15,-2-3 1 0,-4 1 0 0,6-2-1 16,-2-1-1-16,4 0 7 0,-1-3-5 0,0 0-4 16,-1-3 14-16,3 3 21 0,1-7 1 0,4 3 3 15,1-2-9-15,0-3-7 0,2 1 2 0,2-1-7 16,4 0-6-16,1-1-15 0,0-1-24 0,0 1-23 15,-1 2-23-15,5 0-35 0,-4 4-41 0,1 0-53 0,3 0-64 16,-1 3-51-16,1 1-43 0,-1 1-44 16,6 3-53-16,-5 0-46 0,1 1-291 0,-4-1-837 15,-1 0 371-15</inkml:trace>
  <inkml:trace contextRef="#ctx0" brushRef="#br0" timeOffset="134913.9368">32638 3184 274 0,'3'-6'369'0,"1"3"-12"15,-2-1-11-15,5 0-16 0,0 3-21 0,0-2-18 16,0-1-14-16,1 3-14 0,2-2-15 0,3-1-11 16,-4 3-15-16,5 2-20 0,-14-1-12 0,0 0-3 15,0 0-4-15,54 8-18 0,-54-8-13 0,25 8-13 16,-12 0-13-16,-13-8-18 0,18 14-8 0,-8-4-11 15,-10-10-7-15,14 21-7 0,-10-13-9 0,-4-8-3 16,7 25-8-16,-7-25-3 0,-2 21-3 0,2-21-10 16,-9 20-1-16,2-11-2 0,-1 0-4 0,-3-2 0 15,-1 0-6-15,-2-2-3 0,-1-1-6 16,-3-1-1-16,1 0-6 0,-2-3 0 0,2-3-3 0,-2 0 7 16,8 2-2-16,-1-3 4 0,3-1-1 0,0-3 2 15,5 3 3-15,-3-5 5 0,4 2-3 0,3-4-4 16,0 2-2-16,4-2-13 0,2 2-14 0,1-1-28 15,4-2-35-15,5 1-42 0,0 1-45 0,2-1-63 16,0 2-49-16,0 2-56 0,2-2-48 0,6 2-60 16,-8-1-235-16,2 2-727 0,8-1 321 0</inkml:trace>
  <inkml:trace contextRef="#ctx0" brushRef="#br0" timeOffset="135320.1319">33225 2884 371 0,'9'-13'439'0,"-9"13"22"16,15-20 15-16,-15 20 9 0,9-16 2 15,-9 16 4-15,8-11 13 0,-8 11-3 0,0 0-5 16,8-12-24-16,-8 12-32 0,0 0-32 0,0 0-39 16,0 0-37-16,0 0-32 0,0 0-37 0,0 0-29 0,0 0-17 15,0 0 0-15,0 0 8 0,0 0-222 0,-11 54-3 16,4-29 0-16,-5 10 0 0,2 13 0 15,0-13 0-15,-4 15 0 0,2 0 0 0,-4-3 0 16,-1-1 0-16,3-2 0 0,2 4 0 0,2-14 0 16,0-1 0-16,-2 1 0 0,3-1 0 0,-1 1 0 15,1-3 0-15,-1 0 0 0,0-4 0 0,2 6 0 16,2-6 0-16,-2-4 0 0,3-6 0 0,-1-1 0 16,1 1 0-16,1-2 0 0,4-15 0 0,-3 22 0 15,3-22 0-15,-2 13 0 0,2-13 0 0,0 0 0 16,-3 17 0-16,3-17 0 0,0 0 0 0,0 0 0 15,0 0 0-15,0 0 0 0,0 0 0 0,0 0 0 16,0 0 0-16,0 0 0 0,0 0 0 0,0 0 0 16,0 0 0-16,0 0-73 0,0 0-423 0,18-45-46 15,-18 45-40-15,14-26-51 0,-10 10-345 0,1 1-1059 16,-2-4 469-16</inkml:trace>
  <inkml:trace contextRef="#ctx0" brushRef="#br0" timeOffset="135538.8773">32982 3277 250 0,'0'0'451'15,"8"-22"10"-15,-8 22 12 0,0 0 3 0,0 0-5 16,11-11-17-16,-11 11-13 0,0 0-14 16,0 0-21-16,0 0-18 0,0 0-28 0,0 0-28 0,0 0-35 15,0 0-43-15,0 0-15 0,8-14-38 0,-8 14-48 16,0 0-65-16,0 0-58 0,0 0-41 0,0 0-47 15,0 0-52-15,0 0-53 0,0 0-63 0,0 0-52 16,0 0-66-16,0 0-56 0,0 0-86 16,0 0-277-16,0 0-826 0,0 0 365 0</inkml:trace>
  <inkml:trace contextRef="#ctx0" brushRef="#br0" timeOffset="135773.1408">33226 3370 356 0,'0'0'533'0,"0"0"21"0,0 0-2 0,0 0-20 16,0 0-27-16,21 14-37 0,-21-14-42 0,0 0-45 16,0 0-31-16,0 0-32 0,0 0-37 0,0 0-27 15,0 0-31-15,0 0-31 0,0 0-44 0,0 0-48 16,0 0-48-16,0 0-57 0,0 0-56 0,0 0-48 15,0 0-43-15,0 0-52 0,0 0-45 0,0 0-45 16,0 0-57-16,0 0-79 0,0 0-299 0,0 0-789 16,0 0 349-16</inkml:trace>
  <inkml:trace contextRef="#ctx0" brushRef="#br0" timeOffset="138803.6513">1766 4734 97 0,'-8'2'370'0,"8"-2"16"0,0 0 7 16,0 0 11-16,-9-2 4 0,9 2 5 0,-5-3-1 15,5 3-3-15,-5-4-9 0,4 0-4 0,-2 1-18 16,3-1-8-16,0 4-11 0,-1-6-13 0,1 6-18 16,0-6-23-16,0 6-23 0,1-6-24 0,-1 3-23 15,4-1-23-15,-4 4-24 0,5-5-20 0,-1 3-18 16,1-1-16-16,0 3-11 0,2-2-20 0,-7 2-15 15,19 2-12-15,-9 1-76 0,1 0 0 0,1 1 0 16,-2 2 0-16,1 0 0 0,2 5 0 0,-5-4 0 16,0 3 0-16,-5 0 0 0,0 1 0 0,0 1 0 15,-5-1 0-15,1 1 0 0,-5 3 0 0,-4 0 0 16,-2-1 0-16,-2-3 0 0,0 3 0 0,-4-3 0 16,3-3 0-16,-4 1 0 0,3-3 0 0,2-1 0 15,1-1 0-15,-1-1 0 0,4-3 0 0,1-2 0 16,0-3 0-16,0-1 0 0,4-3 0 0,2-4 0 15,2-2 0-15,5-3 0 0,2 0 0 0,7-6 0 16,4-4 0-16,7 5 0 0,2 0 0 0,3 2 0 16,3-2 0-16,2 6-271 0,10-6-123 0,-7 8-66 15,-4 5-63-15,2-1-68 0,-6 3-401 0,0 0-1075 16,-7 6 475-16</inkml:trace>
  <inkml:trace contextRef="#ctx0" brushRef="#br0" timeOffset="139147.3202">2153 4518 461 0,'-4'-11'490'0,"3"4"30"0,-3-2 23 0,-1 2 9 15,5-2 4-15,-1-2 7 0,-2 6-5 0,3-1-9 16,0 2-11-16,-1 0-28 0,1 4-24 0,0-8-33 16,0 8-36-16,-3-3-44 0,3 3-33 0,0 0-58 15,0 0-282-15,0 0 0 0,0 0 0 0,3 15 0 16,-2 0 0-16,-1 12 0 0,3 2 0 0,-2 1 0 15,4 4 0-15,-4 1 0 0,2 14 0 0,-2-13 0 16,-1 9 0-16,4 1 0 0,-4 4 0 0,0-17 0 16,0 0 0-16,0 3 0 0,-1-2 0 0,1 12 0 15,-4-14 0-15,0 1 0 0,1-2 0 0,0 1 0 16,4-3 0-16,-2-4 0 0,-2-5 0 0,6 0 0 16,-2-3 0-16,-1 2 0 0,5-8 0 0,0 1 0 15,-1-2 0-15,5-1 0 0,1-4 0 0,-5 0 0 16,3-2 0-16,1 1 0 0,0-5 0 0,-9 1-245 15,9-4-338-15,-2-3-47 0,-1 2-493 0,-1 0-1215 16,-3-6 538-16</inkml:trace>
  <inkml:trace contextRef="#ctx0" brushRef="#br0" timeOffset="139350.3994">2073 5071 134 0,'-3'-4'479'0,"-1"-2"24"16,0 3 46-16,0 0 38 0,2 0 40 0,0-1 28 15,0-1 3-15,2 5-19 0,-3-6-32 0,5 3-42 16,-2 3-41-16,0-7-45 0,3 1-51 0,1-1-45 16,5 0-38-16,7-2-316 0,2-2-29 0,7-3 0 15,2 1 0-15,1 1 0 0,0 0 0 0,3 0 0 16,-2-1 0-16,3 4 0 0,-4-2 0 0,0 1-150 16,1 0-334-16,-10 3-87 0,1 0-98 0,-3 2-385 15,2-2-1140-15,-2-1 505 0</inkml:trace>
  <inkml:trace contextRef="#ctx0" brushRef="#br0" timeOffset="139928.5589">3510 4939 329 0,'1'-7'495'0,"-1"4"5"0,-1-2 9 0,2 1 1 16,-2 1-23-16,1-3-1 0,0 2-24 0,0-1-9 15,0 5-22-15,0-9-3 0,-1 7-8 0,1 2-12 16,0-6-15-16,0 6-27 0,-1-4-32 0,1 4-25 15,0 0-30-15,0 0-24 0,0 0-9 0,0 0-155 16,0 0-91-16,1 21 0 0,0-5 0 0,0 1 0 16,1 2 0-16,-1 8 0 0,0 1 0 0,-1 3 0 15,3-3 0-15,-3 1 0 0,2 2 0 0,0-1 0 16,-1 2 0-16,0-1 0 0,-1-2 0 0,0 1 0 16,-1-2 0-16,0-1 0 0,1-1 0 0,-2-6 0 15,0-3 0-15,1 0 0 0,-1-5 0 0,0 1 0 16,0-5 0-16,0 2 0 0,1-4 0 0,-1 3 0 15,1-5 0-15,1 0 0 0,0 0 0 0,-1 0 0 16,1-4 0-16,0 0 0 0,0 0 0 0,0 0-34 16,0 0-530-16,2-16-67 0,-2 6-63 0,-1 0-351 15,1-3-1132-15,-1-6 501 0</inkml:trace>
  <inkml:trace contextRef="#ctx0" brushRef="#br0" timeOffset="140272.058">3335 5032 3388 0,'-1'-14'489'0,"1"-1"-127"0,0 2-42 0,0 1-2 16,1-4 0-16,0 1-11 0,2 3-23 0,2-3-32 0,0 3-25 15,3-4-11-15,2 4-20 0,0-2-3 0,3 1-9 16,4-1-16-16,-2 6-2 0,4-3-1 16,7 0-12-16,-1 4-3 0,-4 2-16 0,7 0-15 15,-1 1-37-15,-8 5-82 0,3 1 0 0,-1 1 0 16,1 3 0-16,-4 0 0 0,0 2 0 0,-1 1 0 0,-4 4 0 15,2-1 0-15,-3 3 0 0,-4-3 0 16,-3 5 0-16,-1 1 0 0,-3-1 0 0,-2 3 0 16,-5-3 0-16,-5 9 0 0,-7-6 0 0,-2 4 0 15,-2-3 0-15,-6-1 0 0,0-2 0 0,2-2 0 0,-2-2 0 16,8-6 0-16,5 1 0 0,-5-3 0 16,9 0 0-16,-2-3 0 0,3-1 0 0,4-1 0 15,6-1 0-15,-11-6 0 0,10 1 0 0,1-1 0 16,5-1-31-16,4-4-283 0,5-3-48 0,8-1-74 0,3-1-55 15,0 2-51-15,4 2-38 0,-1-1-327 0,-1-1-980 16,0 3 434-16</inkml:trace>
  <inkml:trace contextRef="#ctx0" brushRef="#br0" timeOffset="140975.0138">3908 5003 332 0,'0'-5'412'0,"1"0"32"0,-1 5 5 15,0-6-2-15,0 0-15 0,2 0-12 0,1 1-17 16,-3-1-7-16,4 1-29 0,0-1-19 0,2 1-28 16,-2 0-17-16,1 1-27 0,1 1-31 0,2-1-36 15,3 3-10-15,-4 1-12 0,3 1-24 0,4 2-10 16,-1 1-22-16,-1 2-11 0,0 2-8 0,-1 0-14 16,-1 1-7-16,1 3-14 0,-3-3-4 0,1 3-5 15,-3-1-19-15,2-1-8 0,-3 0-8 16,-1 1-17-16,-3-1-14 0,2 1-6 0,-2-2-14 0,-1-2-11 15,3 0-8-15,-6 1 9 0,2-2-8 0,-3 0-4 16,0-2-2-16,0 4 3 0,3-6 4 0,-4 0 9 16,-3-2 3-16,8 0 0 0,-9-1 6 15,5-2 12-15,3-4 0 0,-4-1 12 0,2 1 13 0,2-4 3 16,2-1 3-16,2 0 4 0,2 0 4 0,-1-3-13 16,2 5 6-16,2-1-9 0,-2 1 0 0,2 1-7 15,1 0 2-15,1 0 1 0,2 2-3 0,-3 2-9 16,3-1-16-16,-5 2-14 0,3 1-23 0,1 1-14 15,-1-1-16-15,-3 2-7 0,5 1-15 0,-5 0-5 16,1 1-4-16,-1 2-1 0,0-2 9 0,-1 1 2 16,0-1 7-16,0 3 8 0,-1-2 5 0,-1 3 8 15,2-2 7-15,-2-3 6 0,0 2-5 0,-4-2 21 16,5 3 9-16,-5-3 4 0,4 3 9 0,-4-3 21 16,4 1 22-16,-4-1 28 0,0 0 8 0,0 0-2 15,0 0 4-15,0 0 9 0,10-5 13 0,-6 4 7 16,-2-2 2-16,2 3-1 0,4-3-5 0,-4-1 0 15,3 2-8-15,0 0-3 0,-1 2-11 0,2-2 2 16,5 4-6-16,-2 0 1 0,2 0-6 0,0 5 0 16,-2-4-5-16,2 2-9 0,-4 1 1 0,0 0-18 15,-3-1 1-15,2 4 6 0,-3 1-1 0,0-1-3 16,-5 0 1-16,1 1 1 0,-2 0-2 0,-4-1 1 16,0 0-7-16,-4-2 2 0,-5 3-17 0,6-2 12 15,-7 1 3-15,-1-3-1 0,0-2 0 0,3 0-1 16,0-1 4-16,2-3-2 0,-1 0 6 0,0 0 14 15,4-5 16-15,0 1 20 0,2-2-5 0,1-1-13 16,1-4 4-16,4 1-2 0,-3 0-11 0,6-3-1 16,1 1-11-16,1-2-6 0,1 3-3 0,2 0-40 15,0 2-37-15,3 1-36 0,6-1-40 0,-2 0-46 16,-2 4-53-16,6-1-57 0,-1 4-75 0,-3 2-55 16,2-2-65-16,2 1-51 0,-5 4-361 0,4-2-962 15,-4 1 426-15</inkml:trace>
  <inkml:trace contextRef="#ctx0" brushRef="#br0" timeOffset="141318.7169">4639 5003 332 0,'0'0'360'0,"3"-3"1"0,1 0 24 0,0 1-7 16,0-1-15-16,1 1-11 0,-1 0-16 0,1 0-10 15,0 0-7-15,-5 2-2 0,7-7-9 0,-2 3-14 16,1 1-20-16,-1 3-13 0,4-3-19 0,-3 0-27 15,2 2-11-15,2 0-28 0,-2 1-16 0,2 0-11 16,2 1-13-16,-2 3-14 0,-1-1-9 0,4 1-10 16,-7 1-10-16,2 1-8 0,0-1-16 0,-2 3-7 15,3 0-3-15,-5-1-6 0,-2 0-2 0,-1-2-4 16,-2 5-8-16,-1-4 0 0,-2 5 3 0,-3-5-5 16,-1 3-3-16,-4-3-5 0,-2-1 0 0,-4 1-6 15,0-4 3-15,0 3-18 0,-1-3 19 0,1-3 10 16,5 0 20-16,1 1 24 0,-1-3 1 0,3 0 0 15,1-3-1-15,-1 2-4 0,3-1-6 0,3-2-6 16,2-1-7-16,-1 0-7 0,3-3-40 0,3 4-11 16,0-5 0-16,4 2-34 0,1 1-72 0,3-1-45 0,2-1-60 15,3 2-53-15,-1-4-66 0,2 2-57 16,0 2-39-16,-2 0-45 0,2-1-54 0,1 1-356 16,0-2-955-16,-2-1 422 0</inkml:trace>
  <inkml:trace contextRef="#ctx0" brushRef="#br0" timeOffset="141584.2512">4905 4714 69 0,'0'-10'352'16,"0"-1"21"-16,0 0 46 0,-2 0 33 0,2 3 42 15,-2-3 15-15,-1 1 11 0,3-1-9 0,-2 1-1 16,-2 3-12-16,1 2-5 0,0-2-2 0,2 2-19 0,1 5-30 16,-2-7-35-16,2 7-37 0,-3-5-37 15,3 5-32-15,-1-5-126 0,1 5-175 0,0 0 0 16,0 0 0-16,1 17 0 0,-1-5 0 0,0 6 0 15,3 3 0-15,-1 2 0 0,-1 5 0 0,3 1 0 0,-1 1 0 16,0-1 0-16,-3 2 0 0,0-3 0 0,-2 0 0 16,-2 0 0-16,2-3 0 0,0 2 0 0,0-8 0 15,1-1 0-15,-3 0 0 0,5-2 0 16,-2-4 0-16,2-1 0 0,4-4 0 0,2 4 0 16,0-6 0-16,2 0 0 0,4-2-607 0,0-3-76 0,2-1-468 15,3-3-1246-15,4 0 552 0</inkml:trace>
  <inkml:trace contextRef="#ctx0" brushRef="#br0" timeOffset="141974.9209">5156 4953 309 0,'0'0'358'0,"0"0"28"0,0 0 33 0,4-1 20 16,-4 1 19-16,0 0 11 0,0 0-15 0,0 0 4 16,0 0-18-16,4-4-10 0,-4 4-16 0,0 0-26 15,0 0-21-15,0 0-33 0,0 0-28 16,0 0-34-16,0 0-26 0,0 0-27 0,0 0-20 0,0 0-18 15,-3 11-21-15,3-7-15 0,4 3-17 0,-4-2-15 16,0 4-14-16,1-1-99 0,2 0 0 0,-2-1 0 16,2 2 0-16,-2-2 0 0,-1-1 0 15,3 0 0-15,-2 0 0 0,3 0 0 0,-3-1 0 0,3-3 0 16,1 2-34-16,0-3-29 0,-1 0-4 0,-4-1 6 16,12-1 6-16,-6-1 9 0,3-2-1 0,-2 0 6 15,3-3 9-15,0 1-2 0,-4-1 9 16,2-1 18-16,-1 0 16 0,2 0-1 0,-4 1 5 0,2-1 5 15,-2 3 6-15,0-3 7 0,0 3 6 0,0 1 1 16,-2-1-2-16,-1 3-5 0,1 1-7 0,-1-3-10 16,-2 4 2-16,3-2-3 0,-3 2-7 0,0 0 6 15,0 0-19-15,10 3-21 0,-6 0-33 0,1-1-26 16,0 3-33-16,3-2-45 0,-2 1-45 0,2-1-54 16,1 1-69-16,1 0-67 0,4-1-71 0,-2-1-58 15,-2-1-360-15,4-2-964 0,-4 1 427 0</inkml:trace>
  <inkml:trace contextRef="#ctx0" brushRef="#br0" timeOffset="142256.1293">5578 4913 262 0,'5'-5'320'0,"-1"0"18"15,-3 1 23-15,3 0 16 0,0-1 16 0,-3 1 5 16,-1 0 8-16,1 0-8 0,-1 0 0 0,0 4-15 16,-1-6 5-16,1 6-4 0,0-4-21 0,0 4-20 15,-1-4-24-15,-3 1-12 0,4 3-12 0,0 0-21 16,-13 3-15-16,8 1-13 0,0 0-27 0,-1 2-13 15,-2 2-18-15,-1 0-17 0,3 0-21 0,-1 1-105 16,0 2-45-16,-1 0 0 0,3-1 0 0,-2 5 0 16,2-5 0-16,-1 1 0 0,2 1 0 0,0-1 0 15,2-2 0-15,2 1 0 0,0 2 0 0,2-4 0 16,5 3 0-16,0-4 0 0,4 1 0 0,0-4 0 16,7 0-49-16,1 0-219 0,3-3-26 0,7-2-27 15,2-4-26-15,1 1-19 0,-3-4-14 0,-3-1-19 16,-1-3-33-16,2 0-24 0,-10 3-17 0,6-5-262 15,-9-1-796-15,8-2 354 0</inkml:trace>
  <inkml:trace contextRef="#ctx0" brushRef="#br0" timeOffset="142522.7083">5881 4782 152 0,'-4'-12'247'16,"3"-1"36"-16,-3 8 28 0,0-7 30 0,2 4 31 16,2-3 19-16,-3 3 27 0,2 1 18 0,0 1 12 15,-2 2 2-15,3-4 9 0,0 6-9 0,0-3 16 16,0-1-9-16,0 6-7 0,0-5-15 0,-4 3-22 15,4 2-24-15,0 0-20 0,0 0-22 0,0-8-240 16,0 8-107-16,0 0 0 0,0 0 0 0,0 0 0 16,0 0 0-16,0 0 0 0,-4 22 0 0,4-9 0 15,-2 3 0-15,3 4 0 0,0 4 0 0,-1 1 0 16,3 1 0-16,-2 3 0 0,3-3 0 0,0 0 0 16,0 3 0-16,3-4 0 0,0-2 0 0,-4-2 0 15,4-2 0-15,-1-1 0 0,3 0 0 0,-2-1 0 16,-2-4 0-16,4-1 0 0,-3-2 0 0,-1-3 0 15,3-1 0-15,-2-1 0 0,1-3-27 0,-1-1-633 16,2-3-56-16,-3 0-416 0,0-3-1225 0,0-4 541 16</inkml:trace>
  <inkml:trace contextRef="#ctx0" brushRef="#br0" timeOffset="142694.0314">5941 4974 141 0,'-4'-2'371'0,"1"0"42"0,3 2 40 15,-5-2 32-15,3-2 39 0,2 4 21 0,0 0 23 16,-3-4-13-16,3 4-26 0,0 0-28 0,10-5-35 0,-3 3-35 15,6-2-30-15,1 2-31 0,5-3-32 0,0 1-34 16,8-2-32-16,1 3-27 0,0-2-27 0,-5 1-157 16,-1 1-61-16,-3 0 0 0,0-3 0 15,0 5 0-15,-7-1-186 0,-2-1-140 0,-3 1-114 0,-1-2-126 16,-1 3-547-16,-1-3-1204 0,-4 4 532 0</inkml:trace>
  <inkml:trace contextRef="#ctx0" brushRef="#br0" timeOffset="144022.3538">7609 4943 194 0,'0'-6'436'0,"1"-1"18"0,-1 2 16 16,0 0 9-16,-1-2 0 0,-2 2 2 0,3-1-11 16,0 2 4-16,0-2-5 0,0 3 4 0,0 3-3 15,0-5-24-15,0 5-16 0,-1-4-33 0,1 4-31 16,0 0-36-16,0 0-30 0,0 0-32 0,0 0-25 15,0 0-181-15,0 0-62 0,5 18 0 0,-1-7 0 16,2 5 0-16,2 11 0 0,0-5 0 0,-1 7 0 16,1-3 0-16,1 4 0 0,-4 0 0 15,1 3 0-15,1 2 0 0,-2-1 0 0,2 12 0 0,-4-12 0 16,0 0 0-16,-3 0 0 0,1 2 0 0,-1-2 0 16,-1-1 0-16,-1 1 0 0,2-5 0 0,-1 0 0 15,1-2 0-15,-1-8 0 0,1-1 0 0,0-1 0 0,-3-5 0 16,4-3 0-16,-1-2 0 0,0-2 0 15,0 1 0-15,3-1 0 0,-3-3-110 0,0-2-506 16,0 0-62-16,0 0-454 0,0 0-1225 0,-3-16 542 16</inkml:trace>
  <inkml:trace contextRef="#ctx0" brushRef="#br0" timeOffset="144398.1155">7343 5061 113 0,'-4'-11'506'0,"3"0"9"16,-3-1 17-16,4-1 9 0,-3 1-26 15,2 0 3-15,1-1-19 0,0 0-32 0,0 1-23 16,1-4-29-16,2 4-21 0,2-4-25 0,8 0-30 0,-3 1-27 16,9-5-23-16,3 2-22 0,2 2-23 0,1 3-21 15,1 0-20-15,6-2-17 0,0 6-22 16,3-1-28-16,-2 0-136 0,0 7 0 0,-2-1 0 0,0 3 0 15,-2 1 0-15,-1 2 0 0,-6 1 0 0,-3 2 0 16,-1-2 0-16,-4 3 0 0,0 4 0 0,0 0 0 16,-3 3 0-16,-1 1 0 0,-7 3 0 0,-1 1 0 15,-2 0 0-15,-4 0 0 0,-8 7 0 16,-3 0 0-16,-3-1 0 0,-5-1 0 0,-4 1 0 0,-1-3 0 16,0 0 0-16,-3-3 0 0,5 0 0 0,-1-1 0 15,10-6 0-15,-2 0 0 0,9-8 0 0,1 1 0 16,-3 0 0-16,7 0-97 0,0-3-144 0,5-1-52 15,0 0-67-15,0 0-78 0,19-12-65 0,5 0-66 16,2 2-380-16,5-4-1027 0,-2 2 455 0</inkml:trace>
  <inkml:trace contextRef="#ctx0" brushRef="#br0" timeOffset="146103.0319">7959 5016 42 0,'0'0'403'16,"4"-10"22"-16,-4 10-15 0,2-8 10 0,-2 3-13 16,0 2-17-16,0 3-16 0,0-5-29 0,-2 1-21 15,2 4-25-15,2-6-27 0,2 3-22 0,-3 1-25 16,-1 2-21-16,6-6-17 0,-6 6-20 0,3-2-21 16,-3 2-12-16,8 0-18 0,-8 0-10 0,13 5-12 15,-8-2-12-15,-1 0-3 0,1 1-13 0,-4 3-3 16,3-3-5-16,1 1-5 0,-2 4-5 0,-1-2-5 15,-2 1-8-15,0 0-17 0,0 2-5 0,-2-3-15 16,-1 1-16-16,-3-1-6 0,1 0-12 0,-3 0-2 16,0 0-2-16,-1 0 3 0,0-3 1 0,3 0 11 15,-2-2 2-15,2 0 4 0,0-4 1 0,6 2 6 0,-11-2 17 16,6-2 11-16,0 0 12 0,0-3 7 16,4-1 1-16,-1-2 6 0,1 0 10 0,2-3 6 15,2 3-3-15,1-1 5 0,2 1-12 0,-3-1 17 16,3 3-2-16,-2-1-3 0,1 4-5 0,-1 0-4 15,2-1-2-15,-2 3-5 0,0-1-7 0,1 2-5 16,-1 1-4-16,-4 1-13 0,11 0 9 0,-3 0-2 16,-3 2-4-16,-1 0-2 0,1 2-3 0,4 0-12 15,-4 2 12-15,-1 1-2 0,4 1 1 0,-3 0-1 0,0 2-2 16,1 0-1-16,1 0 0 0,-1-1 3 16,1-1-5-16,-2 2-2 0,0-5 3 0,-2 1-2 15,4 3-3-15,-2-4 6 0,2-1 0 0,0-1-3 16,2 1-9-16,3-3 15 0,-1-1-1 0,1-2 1 15,3-6 0-15,2 1-3 0,-5-4 21 0,6 1 16 0,-5-5 20 16,1-1 8-16,4-3 8 0,2-1 10 16,-4 0 3-16,-1-2 3 0,-5 5 9 0,2 2-6 15,-3 0 4-15,-3 5-5 0,-1 0-65 0,0 0-34 16,-2 3 0-16,-2 1 0 0,0-2 0 0,2 5 0 0,-3-1 0 16,0 4 0-16,-3-7 0 0,3 7 0 0,0 0 0 15,0 0 0-15,-11 11 0 0,7-8 0 0,-1 8 0 16,4-4 0-16,1 6 0 0,-2-1 0 0,1 4 0 15,0-5 0-15,2 1 0 0,2-1 0 0,-1 2 0 16,2-1 0-16,-1-1 0 0,4-1 0 0,0 2 0 16,-1-3 0-16,1-1 0 0,-1 2 0 0,0-2 0 15,2 1 0-15,-6-2 0 0,5 2 0 0,-2-2 0 16,0-1 0-16,-1 1 0 0,-3-3 0 0,2 0 0 16,-3 2 0-16,0-2 0 0,-3 1 0 0,2 0 0 15,-3 0 0-15,-2-2 0 0,-2 3 0 0,0 0 0 16,1-3 0-16,-1-1 0 0,0 2 0 0,3-2 0 15,-1-1 0-15,6-1 0 0,-15 1 0 0,9-1 0 16,6 0 0-16,-10-1 0 0,10 1 0 0,-9-2 0 16,7 1 0-16,2 1 0 0,-4-6 0 0,3 3 0 15,1-2 0-15,2-1 0 0,2 2 0 0,2-4 0 16,2 0 0-16,1 0 0 0,1 0 0 0,3-3 0 0,1 1 0 16,1-3 0-16,2 1 0 0,2 1 0 0,3-5 0 15,-3-1 0-15,3-1 0 0,-7 7 0 16,-2-6 0-16,2 3 0 0,1 1 0 0,-4 0 0 15,4-1 0-15,-5 0 0 0,3 2 0 0,-6 5 0 0,-2-2 0 16,-2 5 0-16,1-1 0 0,-1 2 0 0,1-1 0 16,-5 1 0-16,4 1 0 0,-4 2 0 15,4-4 0-15,-4 4 0 0,0 0 0 0,0 0 0 16,0 0 0-16,0 0 0 0,-9 9 0 0,1-5 0 0,7 4 0 16,-3-4 0-16,0 5 0 0,0-1 0 0,2 0 0 15,-2 0 0-15,4 1 0 0,-3-1 0 0,3 3 0 16,3-4 0-16,-2 3 0 0,2-3 0 15,-1 1 0-15,1 2 0 0,2 0 0 0,4-3 0 0,-4 2 0 16,3-2 0-16,-3 2 0 0,0-3 0 0,4 3 0 16,-5-3 0-16,1-2 0 0,0 1 0 0,-1 1 0 15,0-2 0-15,0 1 0 0,-3 0 0 0,4-2 0 16,-4 1 0-16,0 3 0 0,-1-3 0 0,0 1 0 16,-1 1 0-16,-5 1 0 0,2-2 0 0,-1 1 0 15,0-1 0-15,-3 2 0 0,-2-1 0 0,2 0 0 16,-1-2 0-16,3-1 0 0,-3-1 0 0,1 0 0 15,3 0 0-15,-3 1 0 0,3-3 0 0,-1 1 0 16,6-1 0-16,0 0 0 0,-9-4 0 0,5 0 0 16,4 4 0-16,-1-4 0 0,2-1 0 0,3-2 0 15,0 2 0-15,2-1 0 0,4-3 0 0,3-1 0 16,1 0 0-16,3 0 0 0,2-1 0 0,3-2 0 16,-2 3 0-16,-1 1 0 0,10-4 0 0,-6 2 0 15,2 0 0-15,-3 1 0 0,2-1 0 0,-6-1 0 16,0 2 0-16,0 1 0 0,2-1 0 0,-3 0 0 15,-3-1 0-15,1 2 0 0,-1-1 0 0,-5 5 0 16,3-3 0-16,-5 2 0 0,0 2 0 0,-2-3 0 16,1 4 0-16,-2-1 0 0,0 1 0 0,-3-1 0 15,1 0 0-15,-2 4 0 0,0 0 0 0,-6-3 0 16,3 0 0-16,3 3 0 0,-12 0 0 0,12 0 0 0,-11 4 0 16,4-2 0-16,-3 1 0 0,1 2 0 0,0 2 0 15,-1-1 0-15,2 3 0 0,-1 1 0 0,2 0 0 16,-1 1 0-16,2-1 0 0,0 2 0 15,4 3 0-15,-2-3 0 0,4 0 0 0,0 0 0 0,0 1 0 16,5-3 0-16,-1 1 0 0,3 0 0 0,3-3 0 16,1 5 0-16,3-4 0 0,4-2 0 0,-1-2 0 15,-1 1 0-15,6-3 0 0,1-3 0 16,-4-1 0-16,11-3 0 0,-1-1 0 0,-7-1 0 0,6-5 0 16,-1 1 0-16,-3-4 0 0,-1-1 0 0,-9 1 0 15,4-3 0-15,-3 1 0 0,2-1 0 0,-3 0 0 16,-1 3 0-16,-6-2 0 0,0 6 0 0,-2-7 0 15,-3 6 0-15,1 0 0 0,-3 5 0 0,0-1 0 16,0 2 0-16,-3 1 0 0,2-3 0 0,-1 5 0 16,2 2 0-16,-8-1 0 0,8 1 0 0,-8 6 0 15,3-1 0-15,0 3 0 0,0 1 0 0,1 2 0 16,2 0 0-16,-1 2 0 0,6-1 0 0,-6 1 0 16,8-2 0-16,0 5 0 0,2-2 0 0,0 1 0 15,0-3 0-15,3-3 0 0,-4 2 0 0,1-4 0 16,-1 3 0-16,-1-4 0 0,1 1 0 0,-3-2 0 15,1-1 0-15,0 2 0 0,-3-3 0 0,0 2 0 0,-1-1 0 16,0 0 0-16,-2 1 0 0,-3 0 0 16,-7 3 0-16,5-3 0 0,-8 2 0 0,1-2 0 15,-1 1 0-15,-1-1 0 0,-1 2 0 0,-1-2 0 16,1-1-223-16,3-2-95 0,7 0-31 0,-2 1-48 16,1-3-50-16,8 0-72 0,-8-1-471 0,8 1-1072 15,0 0 474-15</inkml:trace>
  <inkml:trace contextRef="#ctx0" brushRef="#br0" timeOffset="146479.6233">10413 4663 484 0,'4'-18'540'0,"1"7"8"16,-4 1 5-16,4-3-4 0,-4 1-2 16,2 3-14-16,-2-2-8 0,-1 0-1 0,0 5-8 15,0 0-17-15,0 0-17 0,0 2-24 0,0 4-31 0,-1-8-33 16,2 6-33-16,-1 2-110 0,0-5-251 16,0 5 0-16,0 0 0 0,0 0 0 0,0 0 0 15,0 0 0-15,-1 18 0 0,1-6 0 0,1 4 0 16,-1 2 0-16,3 7 0 0,-1 0 0 0,1 0 0 0,-1 3 0 15,1 1 0-15,1-1 0 0,-2-1 0 0,5 2 0 16,-5-2 0-16,1 3 0 0,1-5 0 0,-3 0 0 16,1-5 0-16,1-2 0 0,-2-1 0 0,2 0 0 15,-2-1 0-15,0-4 0 0,-1-1 0 0,0-4 0 16,0 0 0-16,0 0 0 0,0 0 0 0,0-4 0 16,2 1 0-16,-2-4-164 0,0 0-461 0,0 0-47 15,0 0-450-15,0 0-1215 0,-11-14 537 0</inkml:trace>
  <inkml:trace contextRef="#ctx0" brushRef="#br0" timeOffset="147042.6179">10253 4857 312 0,'-7'0'413'16,"-1"-3"30"-16,0-1 32 0,2 3 23 0,-1-1 7 0,7 2-6 16,-10-2-26-16,6-2-17 0,4 4-21 0,-5-2-20 15,5 2-21-15,-4 0-15 0,4 0-23 0,0 0-21 16,0 0-25-16,-4-4-31 0,4 4-29 15,0 0-27-15,12-7-23 0,-3 4-17 0,1 1-22 0,2-1-18 16,0-1-89-16,8-5-54 0,0 4 0 0,7-3 0 16,2 0 0-16,0-2 0 0,2-2 0 0,0 1 0 15,1-2 0-15,-3 0 0 0,0 0 0 0,-2 3 0 16,-1-3 0-16,-7 6 0 0,0-7 0 0,-2 8 0 16,-4-1 0-16,-3 2 0 0,-2 1 0 0,-2-1 0 15,2 3 0-15,-3-1 0 0,-3-1 0 0,-2 4 0 16,5-4 0-16,-6 0 0 0,1 4 0 0,0 0 0 15,-5-5 0-15,5 5 0 0,-4-4 0 0,4 4 0 16,-5-1 0-16,5 1 0 0,-6-2 0 0,6 2 0 16,0 0 0-16,-8 7 0 0,7-1 0 0,-2 1 0 15,1 3 0-15,-1 1 0 0,0 4 0 0,2 2 0 16,0 0 0-16,0 0 0 0,1-1 0 0,0 3 0 16,0-7 0-16,1 6 0 0,-1-2 0 0,0-2 0 15,1-3 0-15,0 1 0 0,1-1 0 0,-1-1 0 16,-1-3 0-16,4 0 0 0,-2-1 0 0,1-1 0 15,0 0 0-15,1-2 0 0,1 2 0 0,1-3 0 16,0-2 0-16,-6 0 0 0,17-4 0 0,-6-1 0 16,1 0 0-16,1-1 0 0,-2-2 0 0,2 0 0 15,-3 0 0-15,0 1 0 0,-1-1 0 0,0 3 0 16,0 0 0-16,-4-1 0 0,3 4 0 0,-4-1 0 16,1 1 0-16,-1 1 0 0,-4 1 0 0,0 0 0 15,10 1 0-15,-7 1 0 0,1-1 0 0,-2 5 0 16,2-1 0-16,2 1 0 0,-2 1 0 0,1-2 0 15,-1 2 0-15,1 0 0 0,-1-3 0 0,5 3 0 16,-5 0 0-16,-2-2 0 0,2 0 0 0,4-2-287 16,-3 2-215-16,4 0-56 0,-1-5-49 0,2 0-433 15,-1 0-1126-15,-3-2 498 0</inkml:trace>
  <inkml:trace contextRef="#ctx0" brushRef="#br0" timeOffset="147402.5836">11007 4837 195 0,'-3'-3'351'0,"3"3"20"0,3-7 30 0,-3 7 7 16,0-7-8-16,0 5-5 0,1-2-16 0,3 0-13 16,-3 0-9-16,-1 0-13 0,4 4-15 0,0-5-21 15,-4 1-22-15,5 2-29 0,-1-1-22 0,-4 3-21 16,9-4-24-16,-3 2-14 0,-6 2-23 0,9 4-12 16,-1-3-17-16,1 1-12 0,1 4-10 0,-2 1-15 15,1-2-2-15,0 4-11 0,-2-2-11 0,1 4 1 16,-4 0-12-16,1-1-3 0,-1 1-3 0,-1 1-3 15,-1 0-8-15,-2 0-4 0,-3-4-3 0,1 2-20 16,-2 0-3-16,0-2-13 0,0-2-10 0,0 2-1 16,-2-6-6-16,1 1 13 0,0 0 2 0,-3-3 9 15,2 0-3-15,-2-3 1 0,4 0-2 0,-2-2 2 16,1-3-4-16,2-2 8 0,2-1-2 0,1-2 0 16,4-2 2-16,1 0-5 0,1-1-3 0,-2 2 1 15,5 1-4-15,0 2 2 0,2 2-10 0,-2-2-30 16,2 6-43-16,1-1-52 0,-1 1-52 0,6 0-61 15,-5 3-64-15,2 3-63 0,-4 0-63 0,1 3-55 16,0-1-285-16,-5 1-851 0,1-2 377 0</inkml:trace>
  <inkml:trace contextRef="#ctx0" brushRef="#br0" timeOffset="147808.9027">11320 4867 187 0,'5'-3'448'0,"2"-4"9"0,-1 5-4 16,-1-1-11-16,-1-1-22 0,2-2-33 0,-1 3-27 15,-1 2-13-15,0-2-20 0,0 0-25 0,0 1-21 16,0-1-27-16,-1 0-21 0,-3 3-18 0,5-4-18 16,-2 4-25-16,-3 0-21 0,5-2-8 0,-5 2-15 15,0 0-16-15,9 2-13 0,-9-2-7 0,10 3-11 16,-6-1-8-16,0 4-9 0,1-1-2 0,0-2-9 15,-1 5-4-15,1-2-2 0,0 4-11 0,0-2 1 16,-1 1-3-16,-1 1-6 0,-3 0 1 0,1-3-3 16,-1-1-3-16,-1 1-1 0,-2-1-4 0,-1 3 0 0,0-3 1 15,2-2 0-15,-6 3 0 0,2-6-1 0,-2 2-2 16,-1 0-3-16,-1-1-8 0,-1-1 1 16,5-1 10-16,-2-1 1 0,-3 0-2 0,5-3-4 15,1 0 4-15,-3-3-4 0,3 0 0 0,1-1 1 16,0-1-6-16,3-1-2 0,2 1-18 0,1-1-5 0,0 0-20 15,3 1-24-15,2 0-21 0,-1 1-23 0,4 2-23 16,1 1-24-16,0-2-26 0,1 4-34 0,4-1-32 16,2 3-30-16,-4-1-19 0,-1 4-25 15,1 0-31-15,0 0-32 0,0 0-43 0,-5 0-215 0,3-1-692 16,-1-1 307-16</inkml:trace>
  <inkml:trace contextRef="#ctx0" brushRef="#br0" timeOffset="148218.8552">11646 4857 254 0,'0'0'384'0,"5"-2"23"0,-4 0 17 16,2-1 1-16,2 1-4 0,-3 0-8 0,-2 2-16 15,4-4-20-15,-4 4-10 0,0 0-24 0,4-3-27 16,-4 3-32-16,0 0-25 0,0 0-24 0,0 0-31 16,0 0-20-16,0 0-17 0,5 8-17 0,-5-3-12 15,4-1-20-15,-4 3-7 0,0-2-10 0,0 5-18 16,3-3-3-16,-2 1-4 0,-1 2-9 0,0-3-5 15,1 3-8-15,-1-4-7 0,3 0-12 0,-3-1-9 16,0 1-8-16,2-1-1 0,2-1-14 0,-4-1 6 16,4 1-1-16,-4-4 0 0,5 1-2 0,-5-1 1 15,0 0 0-15,0 0 2 0,13-6-2 0,-7 0 3 16,-2 1 4-16,8-2 7 0,-6-2 4 0,2 2 16 16,-2-3 10-16,-1 2 5 0,2-1 5 0,-3 1 10 15,2 4 4-15,-1-3-9 0,0 3 9 0,-1 0-1 16,0 1-1-16,-2-3-12 0,1 4 3 0,-3 2-17 15,4-2-3-15,-4 2-12 0,7-1 4 0,-7 1-4 16,7 4-4-16,-3 0-8 0,-2 0-14 0,3 2-6 16,-1-2-11-16,4 3-42 0,-5-2-33 0,5 1-32 15,-3 4-43-15,3-5-47 0,-2 4-49 0,6-4-72 16,-6 1-71-16,3-1-71 0,4-1-72 0,-1-2-383 16,0-4-1003-16,1-2 443 0</inkml:trace>
  <inkml:trace contextRef="#ctx0" brushRef="#br0" timeOffset="148921.9143">12066 4835 250 0,'0'0'282'0,"2"-5"13"16,-2 5 22-16,0-6 11 0,2 2 5 0,-2 4-1 15,0-2-11-15,0 2-8 0,0 0-12 0,0 0 5 16,2-4-10-16,-2 4-9 0,3-2-11 0,-3 2-18 16,0 0-27-16,0 0-23 0,0 0-24 0,0 0-17 15,0 0-15-15,0 0-14 0,0 0-15 0,6 11-12 16,-4-4-13-16,-1-1-5 0,2-1-11 0,-3 2-9 15,0 2-6-15,0 0-5 0,0 0-6 0,-3 0-13 16,2-2 1-16,-3 4-3 0,-1-4-2 0,1 2-4 31,-4-2-5-31,0 0-9 0,1-3-3 0,1-1-7 0,-2 1-4 0,-1 0-4 0,3-3-7 0,-2-1 9 16,2 0 1-16,-1-3-4 0,0 0-5 0,0-2 7 16,4-1 1-16,-1 0 1 0,0-2-9 0,4-2 9 15,0 1 11-15,0-3 0 0,1 1 8 0,2 2 9 31,2-2 5-31,0 3 3 0,0-1 6 0,3 2 3 16,-2-1 4-16,2 5-17 0,-3-3 13 0,1 1-1 16,3 3-5-16,1 2 2 0,-1 3 3 0,4 3 6 15,-3-1 13-15,2 8-3 0,3 1 2 0,-6 2 3 16,8 6 7-16,-7 3 7 0,4 0 1 0,-6 1 1 0,-2 2 12 16,3 2-9-16,-1 2-19 0,-3-3-71 15,-1 3 0-15,-1 0 0 0,0 2 0 0,0 0 0 16,1-3 0-16,-3 0 0 0,1 2 0 0,-3-4 0 15,1 0 0-15,-1-2 0 0,2 1 0 0,-1-9 0 0,0 1 0 16,-1-2 0-16,1-1 0 0,1-2 0 16,0-2 0-16,-1-2 0 0,0-2 0 0,2-2 0 15,-2-1 0-15,2-1 0 0,-2 0 0 0,0 0 0 16,1-2 0-16,-1-3 0 0,0 6 0 0,2-4 0 0,-2-2 0 16,1 4 0-16,-1-4 0 0,0 0 0 0,-3 4 0 15,3-4 0-15,0 0 0 0,0 0 0 0,0 0 0 16,-10-9 0-16,5 6 0 0,-4-3 0 0,-1 0 0 15,-4-4 0-15,-4 3 0 0,1-4 0 0,-2 2 0 16,-8-3 0-16,11 3 0 0,-3 0 0 0,2 0 0 16,-1-2 0-16,4 5 0 0,-3-7 0 0,6 7 0 15,-4-5 0-15,3 5 0 0,4-2 0 0,-2 2 0 16,1-2 0-16,4-1 0 0,1 2 0 0,-1-1 0 16,0-5 0-16,1 3 0 0,4-3 0 0,3 2 0 15,-2-6 0-15,5-2 0 0,2 1 0 0,6-7 0 16,4-1 0-16,4 0 0 0,-2-1 0 0,7 1 0 15,10-5 0-15,1 1 0 0,3 1 0 0,-9 8 0 16,0 1 0-16,-1-2 0 0,-2 2 0 0,3 1 0 16,-5 0-548-16,-3 1-64 0,8 3-55 0,-9-1-394 15,2 1-1150-15,-5-2 510 0</inkml:trace>
  <inkml:trace contextRef="#ctx0" brushRef="#br0" timeOffset="149329.0237">12418 4595 87 0,'3'-20'464'0,"-2"2"21"0,3 2 28 16,-4 4 13-16,3 0 9 0,-1-3-4 0,-1 6-12 15,3 0-29-15,-3 4-14 0,3 1-18 0,-4-2-27 16,0 3-36-16,0 0-33 0,0 3-40 16,0 0-36-16,-1-5-28 0,1 5-16 0,0 0-7 0,1 15-7 15,-1-4-10-15,-1 7-88 0,1 0-130 0,-2 8 0 16,0-1 0-16,0 1 0 0,4 3 0 0,-5-3 0 15,-1 2 0-15,3-1 0 0,-3-2 0 16,6 1 0-16,-4-7 0 0,2-2 0 0,-1-1 0 0,0-1 0 16,1-2 0-16,1-3 0 0,-1-2 0 0,0 0 0 15,3-5 0-15,-3 2 0 0,0 0 0 0,2-2 0 16,-2-3 0-16,5 2 0 0,-5-2 0 0,12-2 0 16,-6-4 0-16,4 0 0 0,-1 1 0 0,4-8 0 15,0 1 0-15,-6 2 0 0,5-1 0 0,-2-3 0 16,-1 6 0-16,-4 0 0 0,3 1 0 0,-3 1 0 15,0 2 0-15,0-2 0 0,-1 3 0 0,0 1 0 16,-4 0 0-16,5 0 0 0,-5 2 0 0,0 0 0 16,10 3 0-16,-2 0 0 0,-3 2 0 0,0-1 0 15,4 3 0-15,0 0 0 0,-1 0 0 0,3 2 0 16,-2-3 0-16,1 0 0 0,-2 2-414 0,2 2-221 16,1-4-556-16,-2-4-1290 0,3-2 572 0</inkml:trace>
  <inkml:trace contextRef="#ctx0" brushRef="#br0" timeOffset="151675.4246">13567 4850 158 0,'-8'-2'295'16,"8"2"6"-16,-2-2 8 0,2 2 0 0,-6-7 12 15,5 6 2-15,1 1 6 0,-1-6 7 0,0 2-5 16,1 4 5-16,-2-7-4 0,2 6-7 0,0 1-8 15,0-10-13-15,-2 5-20 0,3 2-8 0,-2-1-17 16,2-2-11-16,-2 0-6 0,2 1-23 0,0 1-12 16,-1-2-16-16,2 3-14 0,0-2-12 0,1 1-12 15,-1 0-12-15,2 1-14 0,0-2-13 0,2 0-4 16,-2 2-24-16,3-1-3 0,-2 1-6 0,1 0-9 16,4 1-4-16,-5-2-5 0,4 3-14 0,0 0-23 15,0 1 10-15,0 1-4 0,3 0 4 0,-1 3-6 16,-2 0-8-16,3 0-10 0,-2 2-4 0,-2 2-4 15,-2 0 0-15,2-1 0 0,-2 4 0 0,-2 0 0 16,-3 0 0-16,0 1 0 0,-2-1 0 0,-2 4 0 16,-2-1 0-16,-3 1 0 0,-1-2 0 0,-1 2 0 0,-2-4-37 15,-1 2 7-15,-2-3-1 0,-2 1 7 0,3-1-5 16,3-2 8-16,-5-1-1 0,5-1 7 16,2-4 12-16,2 2 4 0,-2-3-7 0,4-1 20 15,5 0-14-15,-10-5 5 0,6 3 8 0,3-4 4 0,0-1 2 16,-1 1 11-16,4-1-3 0,-2 0 5 0,2-3 2 15,-2 3-8-15,3-1-26 0,-2 1 0 0,0 0 0 16,1 2 0-16,-2-1 0 0,2 2 0 0,-2-2 0 16,1 2 0-16,-1 4 0 0,4-5 0 0,-2 3 0 15,-2 2 0-15,2-4 0 0,-2 4 0 0,0 0 0 16,0-4 0-16,0 4 0 0,0 0 0 0,0 0 0 16,0 0 0-16,0 0 0 0,0 0 0 0,0 0 0 15,-2 16 0-15,4-11 0 0,-2 0 0 0,1-1 0 16,1 1 0-16,-2 0 0 0,0 1 0 0,0-3 0 15,-2 2 0-15,2-5 0 0,-1 8 0 0,1-8 0 16,1 2 0-16,-1-2 0 0,0 4 0 0,0-4 0 16,0 0 0-16,0 0 0 0,0 0 0 0,11 0 0 15,-11 0 0-15,9-4 0 0,-3 4 0 0,0-3 0 16,3-1 0-16,-1 1 0 0,2 0 0 0,-5-1 0 16,4 3 0-16,-1-1 0 0,-3 0 0 0,7 0 0 15,-6-1 0-15,3 3 0 0,-4 0 0 0,4 0 0 16,1 3 0-16,-1 0 0 0,0 0 0 0,0 0 0 15,0 1 0-15,-3-2 0 0,2 4 0 0,2-2 0 0,-1 2-124 16,-1-1-114-16,3 0-90 0,6-1-93 0,-4-1-88 16,6 0-76-16,-5-2-413 0,5-1-1081 15,0-1 478-15</inkml:trace>
  <inkml:trace contextRef="#ctx0" brushRef="#br0" timeOffset="152160.2937">15283 4595 262 0,'-1'-13'509'16,"-4"3"20"-16,-3-1 19 0,3 2 11 0,-3-2-17 16,3 2 6-16,3 1-5 0,-2 0 4 0,0 3-6 15,3-1-18-15,-3 1-24 0,1 2-23 0,2-2-22 16,1 5-31-16,-1-7-37 0,-2 6-84 0,3 1-302 15,0 0 0-15,0 0 0 0,-5-3 0 0,5 3 0 16,0 0 0-16,0 0 0 0,-2 13 0 0,3-2 0 16,-1 4 0-16,0 2 0 0,-1 1 0 0,2 7 0 15,-1 1 0-15,1 0 0 0,-2 2 0 0,1 0 0 16,0 4 0-16,-4-2 0 0,7 2 0 0,-6-2 0 0,3 3 0 16,4-3 0-16,-8 0 0 0,4-3 0 0,-1 0 0 15,1-7 0-15,0-1 0 0,0-1 0 16,1-2 0-16,-1-6 0 0,0 1 0 0,5-1 0 0,-4 0 0 15,1-5 0-15,-1 2 0 0,4-4-318 0,-3 0-206 16,1-1-45-16,4-1-69 0,-7-1-386 0,6-5-1109 16,2 0 491-16</inkml:trace>
  <inkml:trace contextRef="#ctx0" brushRef="#br0" timeOffset="152566.4495">15472 4820 366 0,'3'-3'450'0,"-3"-3"8"15,2 2 6-15,1-1-4 0,-3 3 11 0,2-4-19 16,0 1-11-16,-1 2-21 0,0-2-24 0,2 1-10 16,-2 0-23-16,3-1-33 0,0 0-27 0,0 0-32 15,3 2-26-15,0 0-17 0,-1-2-23 0,3 0-19 16,1 2-20-16,-1 0-12 0,0 3-24 0,4 1-7 15,-7 1-26-15,2-1 5 0,2 2-17 0,3 3-7 16,-4 0-9-16,-1-1-5 0,-1 5-4 0,1-1-4 16,0 0-13-16,-6 3 2 0,2-1-21 0,-3 2-24 15,-2 0 0-15,-1 0 0 0,-2 3 0 0,-1-4 0 16,-4 1 0-16,-3 1 0 0,2-2 0 0,-2-5 0 16,-3 1 0-16,2-2 0 0,-1 0 0 0,0-2 0 15,1 0 0-15,4-2 0 0,-1 0 0 0,0-2 0 16,2-2 0-16,1-3 0 0,-2-1 0 0,0-1 0 15,2-3 0-15,5 1 0 0,-2-3 0 0,3 2 0 16,1-3 0-16,0-5 0 0,0 7 0 0,4-5 0 16,1 0 0-16,1 5 0 0,0 3 0 0,3-3 0 15,5 0-313-15,2 2-142 0,-3 6-47 0,0-1-56 16,6 0-44-16,-6 3-359 0,4-2-1039 0,1 2 460 0</inkml:trace>
  <inkml:trace contextRef="#ctx0" brushRef="#br0" timeOffset="152957.0951">15752 4777 267 0,'5'-2'386'0,"-1"-2"25"0,-1 1 2 15,3-2-8-15,-2 0-7 0,1 0-15 0,1 1-13 16,2-4-4-16,-2 3-9 0,2-2-9 0,2 1-20 16,-3 0-17-16,-1 3-17 0,3-4-16 0,-5 4-21 15,6-1-21-15,2 2-24 0,-3 0-13 0,3 1-28 16,-1-1-16-16,1 4-11 0,0 0-17 0,-2 1-5 15,2 1-25-15,-1 3 5 0,-1 0-8 0,3 4-10 16,-4 0-8-16,5 2-11 0,-8 2 8 0,2-1-14 16,-4 4-1-16,-3-1-12 0,-2-2 10 0,1 1-8 15,-4 3-9-15,-1-4-2 0,1 1-4 0,-6-3-6 16,2-3 3-16,1 1 1 0,-4-2-10 0,1-1-2 16,-1-2-1-16,-1 0 9 0,2 0 11 0,1-3 22 15,1-3-45-15,1 0-15 0,-4-2 0 0,4-3 0 16,-3-2 0-16,3-2 0 0,1-1 0 0,-2-6 0 15,3 0 0-15,-1-2 0 0,3-1 0 0,3 0 0 16,0 0 0-16,4-6 0 0,1 6 0 0,0-1 0 16,8 6 0-16,-4-1 0 0,4 3 0 0,1 4 0 15,2 2 0-15,-3 2-34 0,6 2-347 0,-2 3-62 16,2 4-37-16,-2 2-35 0,-1 0-52 0,1 3-396 16,-7 2-1041-16,-2-2 461 0</inkml:trace>
  <inkml:trace contextRef="#ctx0" brushRef="#br0" timeOffset="153566.7929">16072 5416 44 0,'0'0'489'0,"1"5"6"0,0-3 16 15,-1-2-1-15,2 5-15 0,-1-3-4 0,-1-2-18 16,0 0-10-16,0 0-12 0,1 5-12 0,-1-5-10 16,0 4-18-16,0-4-15 0,0 0-14 0,0 0-14 15,0 0-13-15,5 2-20 0,-5-2-5 0,0 0-10 16,0 0-316-16,0 0-4 0,0 0 0 0,0 0 0 16,4-13 0-16,0 5 0 0,5-7 0 0,-2 1 0 15,4-1 0-15,4-9 0 0,3-1 0 0,1-2 0 16,10-12 0-16,-6 9 0 0,7-12 0 0,2 2 0 15,-3 1 0-15,1-1 0 0,-9 11 0 0,6-9 0 0,-4 8 0 16,-4 4 0-16,2 2 0 0,-2 1 0 0,-9 7 0 16,3 2 0-16,-4 1 0 0,-4 6 0 15,3-1 0-15,-1 2 0 0,-4 1 0 0,-1 1 0 16,2 1 0-16,-2 0 0 0,0 2 0 0,-2 1 0 0,4-4 0 16,-4 4 0-16,0 0 0 0,0 0 0 0,0 0 0 15,0 0 0-15,-1 12 0 0,-1-5 0 0,2-3 0 16,-2 5 0-16,1-2 0 0,-1 2 0 15,2-1 0-15,-1 1 0 0,0 0 0 0,1-3 0 0,0 0 0 16,1-1 0-16,-1 1 0 0,0-1 0 0,0 1 0 16,1-3 0-16,-1 1 0 0,2 1 0 0,0-3 0 15,1 2 0-15,1-3 0 0,-1 1 0 0,4 0 0 16,-2-1 0-16,1-1 0 0,-6 0 0 0,14-3 0 16,-5 2 0-16,-2-1 0 0,0-2 0 0,1-2 0 15,-2 4 0-15,2-1 0 0,-3 1 0 0,0-2 0 16,0 3 0-16,-1-1 0 0,1-2 0 0,-1 1 0 15,1 2 0-15,-5 1 0 0,5-1 0 0,-5 1 0 16,0 0 0-16,8 0 0 0,-8 0 0 0,13 5 0 16,-7-3 0-16,1 2 0 0,-2-1 0 0,2 0 0 15,0 2 0-15,0 0-201 0,2 1-222 0,0 1-86 16,0-2-74-16,0 1-497 0,0-4-1169 0,0-1 518 16</inkml:trace>
  <inkml:trace contextRef="#ctx0" brushRef="#br0" timeOffset="154209.7777">16997 4842 291 0,'4'-3'447'0,"-2"0"7"0,-2 3 2 16,4-4-4-16,-4 4-16 0,0 0-20 0,3-2-23 15,-3 2-24-15,0 0-18 0,0 0-25 0,0 0-30 16,6-3-26-16,-6 3-38 0,0 0-12 0,0 0-24 15,0 0-18-15,0 0-15 0,0 0-27 0,0 0 10 16,-4 12-15-16,4-5-7 0,2-3-27 0,-4 3 7 16,2 2-17-16,0-2 2 0,0 2-13 0,0 0-9 0,0 2-3 15,0-3-10-15,2 2-12 0,-2-1 6 16,0-2-4-16,2-1-6 0,-2 1-4 0,1-1-4 16,-1 0 1-16,2 0-8 0,-1-3-4 0,-2 1-2 15,1-4-8-15,2 5 2 0,-2-5 6 0,1 5-6 16,-1-5 5-16,0 0-2 0,0 0-1 0,0 0 3 15,13-11 1-15,-8 8 3 0,4-6 7 0,-2 2 5 16,0 0 3-16,1-2 18 0,0 1 5 0,-2-1 4 16,3 1-2-16,0-2 10 0,-3 3 3 0,3 1 6 0,-2 0-28 15,-3 3-51-15,1-3 0 0,-1 3 0 0,-1 1 0 16,1-1 0-16,-4 3 0 0,4-3 0 0,-4 3 0 16,0 0 0-16,0 0 0 0,12 7 0 15,-7-5 0-15,0 5 0 0,0-3 0 0,-1 3 0 0,0 1 0 16,2 1 0-16,-2-1 0 0,1 0 0 0,-1-2 0 15,-1 1 0-15,1-1 0 0,0-1 0 0,-1 0 0 16,-1-1 0-16,1 1 0 0,0 0 0 0,-2-2 0 16,1-1 0-16,-2-2 0 0,5 5 0 0,-1-5 0 15,-4 0 0-15,0 0 0 0,14-5 0 0,-7 1 0 16,0-1 0-16,0-1 0 0,0 1 0 0,1 0 0 16,-3 0 0-16,4-2 0 0,0 1 0 0,-4 1 0 0,0 1 0 15,3 0 0-15,-3-1 0 0,-1 2 0 16,0 0 0-16,-2 0 0 0,2 0 0 0,-4 3 0 15,4-3 0-15,-4 3 0 0,6-1 0 0,-6 1 0 16,0 0 0-16,0 0 0 0,12 4 0 0,-11-1 0 0,6 0 0 16,-4 1 0-16,5 0 0 0,-3 1 0 0,2-2 0 15,0 2 0-15,3 1 0 0,-3-2 0 16,2-1-375-16,-3 1-139 0,7-3-130 0,-3-1-466 16,2-1-1202-16,-1-1 532 0</inkml:trace>
  <inkml:trace contextRef="#ctx0" brushRef="#br0" timeOffset="156321.3238">18787 4732 298 0,'3'-4'335'16,"0"-2"-3"-16,0 0 9 0,1-3-1 0,-1 0 11 15,3-1 7-15,-2 1 5 0,-1-1 10 0,-1 1 3 16,2 1-6-16,-3 1-8 0,-1 0-4 0,4 1-18 16,-3 0 5-16,2-1-2 0,-1 2-18 0,-2-1-22 0,0 1-21 15,0 1-31-15,-5 1-22 0,4-1-19 16,-1 1-30-16,-1-1-17 0,-3 3-25 0,6 1-14 15,-11 0-12-15,-1 2-9 0,-1 3-13 0,-5 6-10 16,1-3-64-16,-6 6-16 0,-2 3 0 0,2 1 0 16,1 1 0-16,0 0 0 0,2 0 0 0,-1 0 0 0,2 1 0 15,3-7 0-15,1 1 0 0,3-1 0 16,-2-2 0-16,6 0 0 0,0-5 0 0,2 2 0 16,2-2 0-16,-1-4 0 0,2 5 0 0,1-5 0 0,1 2 0 15,1-4 0-15,-2 2 0 0,2-2 0 0,3 3 0 16,3 3 0-16,3-3 0 0,5 1 0 0,3-2 0 15,2 1 0-15,3 0 0 0,-3 1 0 0,5 0 0 16,-5 3 0-16,4-1 0 0,-3 0 0 0,-1-1 0 16,-3 2 0-16,1-1 0 0,-3 1 0 0,-3 0 0 15,0 1 0-15,-3 0 0 0,0 0 0 0,-3 1 0 16,-3 0 0-16,0 2 0 0,-4 2 0 0,-2-2 0 16,-7 4 0-16,-1-3 0 0,-10 5 0 0,-1-2 0 15,-1-1 0-15,-3 1 0 0,-1-4 0 0,1 1 0 16,5-6 0-16,4 3 0 0,3-4 0 0,0-3 0 15,3 1 0-15,5-1 0 0,2-1 0 0,-2-1 0 16,7 0 0-16,-9-6 0 0,8 1 0 0,1 2 0 16,4-5-18-16,0 2-232 0,2 1-46 0,8-8-41 15,1 5-52-15,5 2-38 0,-4 0-58 0,5-2-56 16,-2 3-367-16,0 1-984 0,1-3 435 0</inkml:trace>
  <inkml:trace contextRef="#ctx0" brushRef="#br0" timeOffset="156635.4674">19030 4952 368 0,'4'-10'508'0,"1"0"22"0,-3 2 11 16,0 1-8-16,-2 0-12 0,0 2-14 0,1-1-23 0,-1 0-23 15,0 2-21-15,0 0-20 0,0 0-27 0,0 4-33 16,-1-7-35-16,1 7-40 0,0-3-22 0,0 3-25 15,0 0-24-15,-9 1-22 0,1 2-14 16,3 2-18-16,-5 0-12 0,1 3-26 0,-1 1-122 0,-1 3 0 16,-2 3 0-16,0-2 0 0,3 0 0 0,-1 2 0 15,0-1 0-15,5-3 0 0,-1 0 0 0,2 1 0 16,0-1 0-16,2-3 0 0,1 4 0 0,3-2 0 16,2-1 0-16,3 0 0 0,3-1 0 0,4-4 0 15,2 2-102-15,4-2-149 0,2-1-44 0,8-2-55 16,-1-2-61-16,3-3-59 0,-3-1-58 0,-1-2-39 15,-8 3-303-15,0-4-942 0,-1 0 417 0</inkml:trace>
  <inkml:trace contextRef="#ctx0" brushRef="#br0" timeOffset="157010.3516">19306 4938 5 0,'0'0'453'0,"3"-7"37"16,-3 5 34-16,1-2 17 0,-1 4-5 0,0-5-6 15,3 2-30-15,-3 3-19 0,4-6-30 0,-4 6-34 16,0-3-31-16,0 3-40 0,0 0-33 0,0 0-33 16,5-3-35-16,-5 3-31 0,11 4-20 0,-4-2-19 15,0 4-17-15,3-2-24 0,2 4-15 0,-4-1-12 0,1 0-25 16,2 3-24-16,-3-2-26 0,1 1-24 16,-2 2-20-16,-2-2-15 0,1 3-17 0,-3-1-2 15,1-2-8-15,-2 1-14 0,0-2 1 0,-2-1-1 16,0-2 8-16,0 0 6 0,-2 1 9 0,0-1 5 15,2-2 6-15,-5 0 10 0,5-3 11 0,-4 1 25 16,4-1 12-16,0 0 16 0,-9-7 9 0,3-1 12 16,3 1 8-16,2-4 3 0,0 1 10 0,1-4-6 15,1-1-9-15,2-1-5 0,2-1-10 0,1 0-4 16,1 2-7-16,4 0-4 0,-1 2 5 0,0 2-22 16,3-2-33-16,1 4-36 0,-5 2-44 0,4 1-46 15,-3 5-49-15,3-5-54 0,1 6-62 0,-2 0-59 16,-3 6-49-16,1-3-51 0,0 1-43 0,-1 1-362 15,0 2-940-15,-3 0 416 0</inkml:trace>
  <inkml:trace contextRef="#ctx0" brushRef="#br0" timeOffset="158106.7552">19660 4987 55 0,'0'0'429'0,"9"-3"22"15,-9 3 13-15,0 0 1 0,1-5-11 0,-1 5-21 16,0 0-18-16,0 0-22 0,0 0-20 0,0 0-27 16,0 0-32-16,0 0-22 0,0 0-29 0,0 0-27 15,0 0-24-15,0 0-18 0,0 0-25 0,0 0-12 16,0 0-17-16,0 0-18 0,0 0-8 0,0 0-14 16,0 0-7-16,0 0-8 0,0 0-7 15,0 0-9-15,0 0 0 0,0 0-7 0,12 3-5 0,-12-3-15 16,14-1 8-16,-8-1-2 0,3 0 2 0,4-1-7 15,1 1 5-15,3-2-8 0,1-2 5 0,0 0-4 16,0-1-6-16,-1 0 5 0,-2-3 5 0,-3 8 8 16,1-4 6-16,-4-1 9 0,1 1-1 0,-1 2 0 15,-5 0-2-15,1 1 0 0,-1 1-9 0,2-3-9 16,-2 3-34-16,-3 0-13 0,-1 2 0 0,-1-7 0 16,1 7 0-16,-4-4 0 0,-2 1 0 0,2 1 0 15,-5 1 0-15,0 0 0 0,0 2 0 0,0-1 0 16,-2 0 0-16,-1 1 0 0,2 1 0 0,1 1 0 15,-1 1 0-15,-2 1 0 0,2 1 0 0,0 3 0 16,0-4 0-16,1 2 0 0,0 2 0 0,-1-1 0 16,3 0 0-16,1 1 0 0,2-1 0 0,-2 0 0 15,2-2 0-15,1 2 0 0,3 0 0 0,-1-2 0 16,2 2-12-16,3-1-7 0,1 2-2 0,7-1 7 16,2 0-9-16,5-1 15 0,1 1-3 0,6-5 0 15,2 1 7-15,4-1 0 0,-3-1 1 0,2-3 7 0,0-2-4 16,-2-2 4-16,1-2-2 0,-2 0 12 15,0 0 4-15,-1-4-4 0,-2 0-4 0,-7 3 10 16,1-1 0-16,-2-3 2 0,-1 2-20 0,0-2-2 16,-6 4 0-16,-1 1 0 0,-3-2 0 0,3 3 0 0,-2-2 0 15,-3 1 0-15,-3 1 0 0,1 0 0 0,-2-1 0 16,0 2 0-16,-1 0 0 0,0 3 0 16,1 2 0-16,-5-6 0 0,1 5 0 0,4 1 0 15,-9-1 0-15,9 1 0 0,-12 3 0 0,6 2 0 0,0-3 0 16,-2 3 0-16,3 3 0 0,-2 0 0 0,1 0 0 15,0 2 0-15,-2-1 0 0,3-1 0 0,0 2 0 16,2-2 0-16,2 0-8 0,-3-2-12 16,4 2-3-16,0 2 9 0,0-3-7 0,3 0 3 0,-1-2 11 15,2 2-12-15,5 0 9 0,0 1-1 0,2-5-9 16,1 2 8-16,6-2 11 0,0-1-3 0,-2 1 3 16,5-3 6-16,-3-2-7 0,3 0 14 0,1-2-3 15,-1-1 6-15,4 0 2 0,-3-2 3 0,-3 0 2 16,0-2 8-16,0 2-4 0,-2-4 9 0,0 0-35 15,-3 4 0-15,-3-2 0 0,-2 3 0 0,0-2 0 16,0 2 0-16,-4 2 0 0,0 0 0 0,-1-1 0 16,0 3 0-16,-3-1 0 0,-1 3 0 0,5-1 0 15,0-2 0-15,-5 3 0 0,4-3 0 0,-4 3 0 16,0 0 0-16,0 0 0 0,0 0 0 0,0 0 0 16,0 0 0-16,0 10 0 0,0-3 0 0,0-2 0 15,-1 3 0-15,1 0 0 0,-3 0 0 0,6 2 0 16,-6-2 0-16,3 0 0 0,0-2 0 0,3 2 0 15,-3-2 0-15,1 1 0 0,-1-3 0 0,3 1 0 16,-2 0 0-16,0-1 0 0,2-3 0 0,-3-1 0 0,4 4 0 16,-3-1 0-16,-1-3 0 0,9 1 0 0,-9-1 0 15,10-4 0-15,-2 2 0 0,0-1 0 16,2-4 0-16,-1 3 0 0,-2-3 0 0,1-1 0 16,2 2 0-16,-2-1 0 0,0 1 0 0,1-1 0 0,-2 1 0 15,0 3 0-15,-2-3 0 0,1 3 0 0,-3 1 0 16,2-1 0-16,-3 1 0 0,-2 2 0 0,5-2 0 15,-5 2 0-15,4-3 0 0,-4 3 0 16,0 0 0-16,0 0 0 0,8 6 0 0,-7-2 0 0,1 0 0 16,0 3 0-16,2-3 0 0,1 1 0 0,-4 2 0 15,3-1 0-15,-3 1 0 0,3-1 0 0,0-2 0 16,0 1 0-16,-3 1 0 0,3-3 0 0,2 3-140 16,2-4-302-16,-3-1-89 0,7-1-92 0,-3 2-454 15,2-5-1165-15,1-1 517 0</inkml:trace>
  <inkml:trace contextRef="#ctx0" brushRef="#br0" timeOffset="158262.7974">21066 5006 179 0,'0'1'402'16,"3"5"19"-16,-3-6 35 0,4 1 37 0,-4-1 6 16,0 0-7-16,2 3-42 0,-2-3-39 0,0 0-44 15,0 0-32-15,3 3-37 0,-3-3-27 0,0 0-49 16,0 0-65-16,0 0-78 0,0 0-86 0,0 0-93 0,0 0-122 15,0 0-125-15,0 0-463 0,0 0-877 16,0 0 388-16</inkml:trace>
  <inkml:trace contextRef="#ctx0" brushRef="#br0" timeOffset="161764.0853">22546 4598 330 0,'0'0'372'0,"0"0"3"16,0-7 9-16,1 5 2 0,-1 2 1 0,3-4 6 16,-3 4 1-16,1-5 3 0,-1 5-3 0,0-5-7 15,0 2 2-15,0 3 4 0,3-6-15 16,-3 2 5-16,0 4-7 0,0-6-10 0,0 6-14 0,0-3-13 15,0 3-14-15,0 0-15 0,0 0-15 0,-3-5-209 16,3 5-86-16,0 0 0 0,0 0 0 0,0 0 0 16,0-5 0-16,0 5 0 0,0 0 0 0,0 0 0 15,0 0 0-15,0 0 0 0,0 0 0 0,0 0 0 16,0 0 0-16,0 0 0 0,0 0 0 0,0 0 0 16,4 14 0-16,-4-5 0 0,0 2 0 0,0 1 0 15,0 5 0-15,0 0 0 0,0-1 0 0,0 2 0 16,0 0 0-16,0 7 0 0,0-5 0 0,0 0 0 15,-1-1 0-15,-2 6 0 0,3-6 0 0,0-1 0 16,0 0 0-16,0-1 0 0,0-1 0 0,0-3 0 16,3 0 0-16,-2-3 0 0,-1 0 0 0,3-3 0 15,-1-1 0-15,3 2 0 0,-5-2 0 0,3 1 0 16,-2-5 0-16,2 1 0 0,-2 1 0 0,-1-4 0 16,4 6 0-16,-4-6 0 0,0 0 0 0,10-4 0 15,-10 4 0-15,13-6 0 0,-7 3 0 0,3-3 0 16,-1-1 0-16,-2-3 0 0,2 0 0 0,-2-1 0 15,1 1 0-15,-1-1 0 0,0-1 0 0,-1 1 0 16,1 0 0-16,-1 1 0 0,0 0 0 0,2 0 0 16,-3 3 0-16,-2-1 0 0,0 3 0 0,-1 0 0 0,3 0 0 15,-4 2 0-15,0 3 0 0,4-5 0 16,-4 2 0-16,0 3 0 0,0 0 0 0,5-2 0 16,-5 2 0-16,0 0 0 0,10 5 0 0,-4-1 0 15,0 0 0-15,-1 4 0 0,5 1 0 0,-2-1 0 0,1 3 0 16,-4-3 0-16,9 6 0 0,-6-6 0 0,1 3 0 15,-2-1 0-15,1-2 0 0,0 1 0 0,-2 0 0 16,2-1 0-16,-3-4 0 0,-1 1 0 16,-1-1 0-16,1-1 0 0,0 2 0 0,-2-1 0 0,0-2 0 15,-2-2 0-15,9 4 0 0,-9-4 0 0,4 0 0 16,-4 0 0-16,6-5 0 0,-1 1 0 0,-2-2 0 16,-1-2 0-16,5-2 0 0,-3-5 0 15,-1 2 0-15,1-3 0 0,1-4 0 0,1-5 0 0,0 2 0 16,-2-3 0-16,-2 7 0 0,-2 1 0 0,4-1 0 15,-3 2 0-15,1-1 0 0,0 0 0 0,-1 3 0 16,2 1 0-16,-3 2 0 0,0 2 0 0,0 1 0 16,0 1 0-16,0 2 0 0,0 0 0 0,1 1 0 31,-1 1 0-31,0 0 0 0,0 4 0 0,3-5 0 0,-3 5 0 0,0-3 0 0,0 3 0 0,0 0 0 31,0-5 0-31,0 5 0 0,0 0 0 0,0 0 0 0,1 11 0 0,1-4 0 0,-2 1 0 0,2 1 0 31,-1 1 0-31,3 1 0 0,-3 3-531 0,3-3-172 0,-4 0-457 0,4 3-1256 0,-3-2 556 0</inkml:trace>
  <inkml:trace contextRef="#ctx0" brushRef="#br0" timeOffset="162123.5353">23087 4898 326 0,'0'0'401'0,"0"0"19"0,0 0 1 0,9-5-5 0,-9 5-10 16,0 0-6-16,3-2-6 0,-3 2-16 16,0 0 3-16,0 0-14 0,0 0-12 0,0 0-16 15,0 0-16-15,0 0-13 0,0 0-23 0,0 0-11 0,0 0-23 16,0 0-14-16,0 0-24 0,0 0-21 0,4 5-20 16,-4-5 9-16,-2 7 7 0,2-1-3 15,2 1-9-15,-2 0-11 0,0 0-156 0,0 1-11 31,0 1 0-31,0-1 0 0,0 1 0 0,0 1 0 0,0 1 0 16,0-5 0-16,2 3 0 0,-2-2 0 0,0 0 0 0,0 1 0 0,0-1 0 0,0-4 0 0,0 2 0 16,0-1 0-16,2-2 0 0,-2 3 0 15,0-5 0-15,0 4 0 0,0-4 0 0,1 3 0 0,-1-3 0 32,0 0 0-32,0 0 0 0,0 0 0 0,0 0 0 15,0 0 0-15,9-12 0 0,-9 5-203 0,1-2-202 16,3-1-67-16,0-2-61 0,0-3-59 15,-3 3-406-15,3-6-1081 0,-4 0 478 0</inkml:trace>
  <inkml:trace contextRef="#ctx0" brushRef="#br0" timeOffset="162311.2019">23137 4752 158 0,'2'-6'371'0,"-2"6"11"0,0-5 14 15,0 5 28-15,0-4 16 0,0 4 4 0,0-3-7 16,0 3-3-16,0 0-5 0,0 0-9 0,0-5-17 15,0 5-28-15,0 0-34 0,0 0-25 0,1-4-40 16,-1 4-24-16,0 0-24 0,0 0-45 0,0 0-39 16,0 0-62-16,0 0-62 0,0 0-60 0,0 0-66 15,0 0-55-15,0 0-68 0,0 0-83 0,0 0-74 16,0 0-107-16,0 0-379 0,0 0-943 0,16 4 417 16</inkml:trace>
  <inkml:trace contextRef="#ctx0" brushRef="#br0" timeOffset="162734.7713">23810 4599 230 0,'5'-6'483'0,"0"2"45"16,-1 0 20-16,-1-1-4 0,-1 2-24 0,-2-1-12 31,0 4-17-31,4-6-10 0,-3 3-12 0,2 0-9 15,-3 3-23-15,0 0-23 0,0-5-22 0,0 5-21 16,0 0-24-16,0 0-26 0,0 0-26 0,0 0-29 16,0 0-180-16,-3-4-86 0,3 4 0 0,0 0 0 15,-9 7 0-15,0 0 0 0,3 1 0 0,-6 4 0 16,1 4 0-16,1-2 0 0,-3 9 0 0,0 2 0 0,-1 2 0 16,0 0 0-16,1 2 0 0,-1 1 0 0,3 2 0 15,0 1 0-15,0 2 0 0,2-1 0 16,0 12 0-16,0-13 0 0,4 1 0 0,4 0 0 15,-2 0 0-15,7 14 0 0,1-16 0 0,4 3 0 0,8 10 0 16,-5-12 0-16,4-2 0 0,2-2 0 0,0 0 0 16,2-3 0-16,0-3 0 0,-3 1 0 15,2-4 0-15,-1-2 0 0,-5-4 0 0,-4-6 0 16,0 2 0-16,1-2 0 0,-2-2 0 0,-3-1 0 0,-1-2 0 16,0 1 0-16,1-3 0 0,-5-1 0 0,0 0 0 15,0 0 0-15,0 0-440 0,0 0-205 0,0-13-540 16,-8 3-1283-16,3 1 568 0</inkml:trace>
  <inkml:trace contextRef="#ctx0" brushRef="#br0" timeOffset="163563.035">24531 4519 427 0,'0'-5'445'0,"2"0"14"0,0-2 6 0,-1 4-7 16,0-2-8-16,-1-2-12 0,0 4-6 0,3-4-15 15,-2 1 21-15,3-1-14 0,-5 6-11 0,2-5-11 16,-2 1-11-16,1 0-19 0,0 5-23 0,-2-5-23 15,2 2-26-15,0 3-32 0,0 0-27 0,0 0-29 16,-1-5-148-16,1 5-64 0,0 0 0 0,0 0 0 16,0 0 0-16,0 0 0 0,3 18 0 0,-3-6 0 15,3 8 0-15,-1-2 0 0,-1 4 0 0,-1 0 0 16,1 4 0-16,1 0 0 0,1 1 0 0,0 0 0 16,-2-1 0-16,2-7 0 0,-2 0 0 0,1 1 0 15,1-1 0-15,-2 0 0 0,1-2 0 0,-1-2 0 16,0 0 0-16,1-1 0 0,-1-3 0 0,0-2 0 15,-1-1 0-15,1-1 0 0,1-2 0 0,-2 2 0 16,-2-4 0-16,2 2 0 0,0-5 0 0,2 3 0 16,-2-3 0-16,0 5 0 0,0-5 0 0,0 0 0 15,0 0-338-15,0 0-133 0,9-11-50 0,-4 6-51 16,1-2-52-16,2-1-321 0,-1-2-1022 0,1 1 452 16</inkml:trace>
  <inkml:trace contextRef="#ctx0" brushRef="#br0" timeOffset="163984.9519">24780 4586 35 0,'5'-4'407'15,"3"-4"23"-15,-4 0 35 0,0 2 31 0,-2 1 10 16,-1 0-2-16,3 2-22 0,-1-1-11 0,-1-1-14 16,-1 3-12-16,-1 2-22 0,4-4-23 0,-4 4-34 0,0 0-32 15,2-4-34-15,-2 4-32 0,0 0-29 0,0 0-26 16,0 0-23-16,0 0-17 0,0 0-20 15,0 0-17-15,-16 10-12 0,9-1-10 0,1-1-54 16,-3-1-60-16,1 4 0 0,-4 0 0 0,2 1 0 0,0-1 0 16,-2-1 0-16,3 2 0 0,-1-3 0 0,2 3 0 15,3-5 0-15,-3 3 0 0,3-3 0 0,0-1 0 16,0 0 0-16,4-3 0 0,-3 3 0 16,2-3 0-16,2 1 0 0,0-4 0 0,0 5 0 0,2-2 0 15,-2 1 0-15,9 0 0 0,1 1 0 0,-1 0 0 16,4-1 0-16,0 1 0 0,5 3 0 0,-2-3 0 15,1 2 0-15,-4-4 0 0,3 1 0 0,1 3 0 16,-2-2 0-16,-1-1 0 0,-5-2 0 0,-2 3 0 16,5-3 0-16,-6 1 0 0,0-1 0 0,-1-1 0 15,1 2 0-15,-4-1 0 0,-2-2 0 0,7 2 0 16,-7-2 0-16,5 0 0 0,-5 0 0 0,0 0 0 16,0 0 0-16,8 1 0 0,-8-1 0 0,0 0 0 15,0 0-303-15,0 0-186 0,0 0-86 0,4-6-68 16,-3 2-388-16,4-1-1116 0,-2-1 494 0</inkml:trace>
  <inkml:trace contextRef="#ctx0" brushRef="#br0" timeOffset="164579.228">25050 4656 253 0,'2'-4'441'0,"2"-4"28"15,-3 5 34-15,0-3 21 0,1 3 6 0,0-2-3 16,0 2-8-16,-2 3-24 0,4-5-32 0,-4 5-9 15,-2-5-39-15,2 5-36 0,0 0-47 0,0 0-26 16,3-3-35-16,-3 3-29 0,0 0-29 0,0 0-26 16,0 0-17-16,0 0-25 0,1 15-9 0,-1-7-7 15,1 0-41-15,-2 2-88 0,1-1 0 0,0 0 0 16,1 5 0-16,1-5 0 0,0 3 0 0,-2-1 0 16,4 0 0-16,-4-2 0 0,3 1 0 0,0 0 0 15,-1-3 0-15,0 0 0 0,-1-1-57 0,3-1-51 0,0 1-1 16,-4-1 7-16,0-3 10 0,4 2 11 15,-1 0 10-15,1-4-2 0,-4 0 15 0,0 0 6 16,16-5 8-16,-11 1 4 0,0-1 8 0,-1-1 9 16,1 0 16-16,7-2 12 0,-7-1 15 0,0 2 7 0,-1-3 8 15,2 3 12-15,-1-1 15 0,0 1 11 16,-1 1-1-16,0 1 6 0,0-1-8 0,1 2 4 16,0 1-4-16,-2-2-6 0,-1 2-17 0,1 2-8 15,1-1 2-15,1 1-12 0,5 2 1 0,1-1-4 16,2 2-6-16,1-1 0 0,4 2-20 0,-4 3 0 0,4-4 0 15,-3 3 0-15,-2-3 0 0,-4 1 0 16,4 1 0-16,-8-3 0 0,3-1 0 0,-1 3 0 16,0-2 0-16,-7-1 0 0,7 3 0 0,-7-3 0 0,6-1 0 15,-6 1 0-15,0 0 0 0,0 0 0 0,2-9 0 16,-4 3 0-16,-1-2 0 0,-1-1 0 0,-1 3 0 16,-3-3 0-16,-2 2 0 0,5-4 0 0,-3 1 0 15,3 3 0-15,-2-2 0 0,3-1 0 0,1 4 0 16,-1-1 0-16,3 3 0 0,0-2 0 0,-2 1 0 15,3 0 0-15,-1 1 0 0,1 0 0 0,0 4 0 16,1-7 0-16,3 3 0 0,0 1 0 0,1-1 0 16,5-2 0-16,3 1 0 0,0 1 0 0,7-3 0 15,2 4 0-15,0-2 0 0,-2 3 0 0,1-2-74 16,0 3-224-16,-3-2-50 0,1 0-57 0,-2 5-40 16,2-3-41-16,0 0-41 0,-6-2-408 0,0 1-1013 15,1-1 449-15</inkml:trace>
  <inkml:trace contextRef="#ctx0" brushRef="#br0" timeOffset="165157.1633">25715 4432 95 0,'0'-5'361'0,"-1"0"27"0,2 0 31 16,1 1 18-16,-4 0 19 0,2-2 15 0,-2 3 10 16,2 3 9-16,0-8 10 0,-1 3 8 0,1 5 1 15,1-7-11-15,-1 7-15 0,-1-6-14 0,2 2-18 16,-1 4-25-16,-1-4-24 0,1 4-55 0,0 0-347 15,1-6 0-15,-1 6 0 0,0 0 0 0,0 0 0 16,0-4 0-16,0 4 0 0,0 0 0 0,0 0 0 16,0 0 0-16,0 0 0 0,0 0 0 0,0 0 0 15,0 0 0-15,0 0 0 0,-3 19 0 0,3-9 0 16,0 1 0-16,-4 3 0 0,3 1 0 0,0 3 0 0,0 2 0 16,-1 3 0-16,-1-3 0 0,1 1 0 15,0-6 0-15,1 4 0 0,-1 0 0 0,1-3 0 16,1 1 0-16,-1-4 0 0,1-1 0 0,0 2 0 15,0-2 0-15,1-3 0 0,-1 2 0 0,1-7 0 16,1 4 0-16,-2-1 0 0,1-4 0 0,0 2 0 0,-1 0 0 16,1-1 0-16,-1-4 0 0,5 2 0 15,-1-1 0-15,-4-1 0 0,9-1 0 0,-2-3 0 16,0-1 0-16,2-2 0 0,0 0 0 0,0-1 0 16,0 2 0-16,-3-4 0 0,2 4 0 0,1-3 0 0,-4 2 0 15,5 2 0-15,-6-1 0 0,3 0 0 0,-2 2 0 16,-1-1 0-16,1 3 0 0,-3-2 0 15,2 3 0-15,-1-3 0 0,-3 4 0 0,2-3 0 16,-2 3 0-16,4-2 0 0,-4 2 0 0,0 0 0 0,0 0 0 16,9 8 0-16,-4-2 0 0,0 0 0 0,-1 5 0 15,1-1 0-15,2 1 0 0,-2-3 0 16,1 6 0-16,0-2 0 0,1-2 0 0,-1 1 0 16,1-1 0-16,-2-1 0 0,0 1 0 0,-1-2 0 0,-1-2 0 15,1 1 0-15,0-4 0 0,-2 2 0 0,0-1 0 16,1-2 0-16,0 3 0 0,-3-3 0 0,0-2 0 15,2 4 0-15,-2-4 0 0,0 0 0 16,0 0 0-16,0 0 0 0,0 0-527 0,3-11-143 16,-3 11-496-16,-10-6-1263 0,3 0 558 0</inkml:trace>
  <inkml:trace contextRef="#ctx0" brushRef="#br0" timeOffset="165782.0162">24474 5179 71 0,'-7'-2'341'0,"1"1"-9"16,-1-1-9-16,1 2-8 0,-1-2-15 15,0 2-7-15,0-1 0 0,1 0-16 0,6 1-6 16,-12-3-10-16,2 2-5 0,4-1-10 0,-1 2-5 0,7 0-12 16,-7 0-4-16,7 0-6 0,-9 0-4 0,9 0-12 15,0 0-8-15,-9-3-2 0,9 3-9 0,0 0-8 16,-7 0-7-16,7 0 3 0,0 0-6 16,0 0-5-16,0 0 10 0,0 0-5 0,0 0-10 0,0 0 4 15,0 0-30-15,18-2-2 0,-5 1-1 0,5 1 3 16,10 0 11-16,2 0-9 0,4 0-10 15,18-3 2-15,3 2-4 0,5 0-63 0,7-2-57 0,33 0 0 16,-1-3 0-16,9 1 0 0,0-1 0 0,9-1 0 16,-4 2 0-16,3-2 0 0,-4-1 0 0,-4-1 0 15,-3 6 0-15,-10-4 0 0,-29 5 0 0,-1-2 0 16,-7 5 0-16,-6-3 0 0,-15 2 0 0,0 1 0 16,-8-1 0-16,-10-1 0 0,-2 2 0 0,-6-2 0 15,-1 1 0-15,1 0 0 0,-5 0 0 0,-1 1 0 16,-5-1 0-16,6-1 0 0,-6 1 0 0,5-2 0 15,-5 2 0-15,0 0 0 0,0 0-159 0,0 0-176 16,0 0-40-16,0 0-29 0,0 0-33 0,-18 3-47 16,18-3-46-16,-16 1-382 0,8-2-987 0,-1-1 438 15</inkml:trace>
  <inkml:trace contextRef="#ctx0" brushRef="#br0" timeOffset="167455.8957">24932 5373 132 0,'0'0'211'0,"0"0"0"16,0 0 0-16,0 0 2 0,0 0 2 0,-4-5 0 15,4 5 1-15,0 0 0 0,0 0 2 0,0 0 10 16,0 0 8-16,-2-3-1 0,2 3 14 0,0 0 4 16,0 0 4-16,0 0 0 0,0 0-1 0,0 0-3 0,0 0-1 15,0 0-8-15,0 0-9 0,0 0-17 16,0 0-15-16,0 0-17 0,0 0-20 0,0 0-17 15,0 0-18-15,0 11-13 0,0-7-11 0,0 2 10 16,-3 2 3-16,3 3 3 0,-1 1 1 0,1 3-2 0,0 2-3 16,0 1-3-16,0-1-3 0,-3-1-9 15,3 4-6-15,0-4-20 0,-1 2 7 0,1-1-11 16,-3 0-1-16,2 0-7 0,1-6-12 0,0 7 1 16,-1-2-2-16,2-1-8 0,-1-3 0 0,-4-1-6 0,4 1-8 15,0-1-4-15,0 1-8 0,0-3-19 0,0-2 0 16,0 0 0-16,0-1 0 0,0 0 0 0,-1-1 0 15,1-1 0-15,-3 1 0 0,3-1 0 0,0-4 0 16,3 5 0-16,-3-5 0 0,0 3 0 0,0-3 0 16,0 0 0-16,0 7 0 0,0-7 0 0,0 0-127 15,0 0-38-15,0 0-66 0,0 0-69 0,5-12-63 16,-1 8-48-16,-3-1-45 0,7-4-58 0,-3 1-30 16,-1 1-303-16,-3-3-917 0,3 1 405 0</inkml:trace>
  <inkml:trace contextRef="#ctx0" brushRef="#br0" timeOffset="167846.434">24735 5481 156 0,'-5'-2'351'16,"5"2"1"-16,0 0-1 0,0 0-8 0,-4-2 0 15,4 2-14-15,0 0-8 0,0 0-12 0,-2-2-5 16,2 2-9-16,0 0-12 0,0 0-13 0,0 0-9 16,0 0-13-16,0 0-9 0,0 0-9 0,0 0-9 15,0 0-10-15,0 0-16 0,0 0-3 0,0 0-5 16,0 0 1-16,0 0-18 0,0 0 0 0,0 0-19 16,6-5-27-16,1 2-6 0,5-1-15 0,5 0-11 15,6 2-8-15,8 0-11 0,3-4 1 0,3 4-13 16,-1-2 3-16,20 0-15 0,-19 0 3 0,4 1-10 15,-3 2-4-15,2 1-9 0,-8-2 7 0,3 0-8 16,-5-2-6-16,-9 4-6 0,0-1 13 0,-10 0-9 16,-2 0 0-16,-1-1-6 0,0 2 1 0,-3 0-7 0,-5 0-18 15,13 0-28-15,-13 0-36 0,5-1-39 16,-5 1-52-16,0 0-44 0,8 0-44 0,-8 0-43 16,0 0-40-16,0 0-50 0,0 0-65 0,-18 4-52 15,9-2-339-15,-4 0-911 0,3 1 404 0</inkml:trace>
  <inkml:trace contextRef="#ctx0" brushRef="#br0" timeOffset="168283.8231">25179 5686 54 0,'0'0'387'0,"0"0"3"0,0 0 5 0,0 0-1 15,9-7-7-15,-9 7-13 0,6-6-6 0,-1 3-17 0,0 0-5 16,2-2-9-16,-2 2-13 0,1-2-15 0,2-1-12 16,-2 3-19-16,1 0-22 0,-1-1-17 0,0 0-18 15,0 1-16-15,1 0-23 0,-1 2-14 16,2-1-20-16,-3 0-16 0,3 2-11 0,-2 0-16 0,-6 0-12 16,13 2-8-16,-8 0-14 0,3 0-10 0,2 4-2 15,-1 1-5-15,-5-4-6 0,0 4-5 0,-3 0-5 16,3 2-3-16,-4-2-6 0,1 3-5 0,-2 1 0 15,-3-2 0-15,-1 1-4 0,-3-1 3 0,3-1 0 16,-5 1-20-16,-2-1-4 0,3 0 0 0,-2-4 1 16,2 2 3-16,-1-1 0 0,-2-1-3 0,6-3 3 15,-2 0 2-15,1-1 11 0,7 0 11 0,-16-2 20 16,10-2 12-16,2-2 10 0,-1 0 7 0,1-4 2 16,0 0-13-16,4-6 1 0,2-1-10 0,1 2-5 15,2 0-7-15,-1-5-44 0,4 5 0 0,0-2 0 16,3 1 0-16,2 2 0 0,1 1-18 0,1 2-115 15,1 2-53-15,0 2-62 0,2 2-69 0,0 0-67 16,-5 5-59-16,-3 0-70 0,3 2-47 0,-4 0-339 16,-2 1-973-16,-1-1 431 0</inkml:trace>
  <inkml:trace contextRef="#ctx0" brushRef="#br0" timeOffset="168752.8057">25465 5628 77 0,'4'-1'410'0,"1"-3"23"0,0 2 25 16,0-4 7-16,-1 4-3 0,2-1-16 0,-2 1-12 15,-2-2-20-15,1 0-14 0,-3 4-31 0,4-2-12 16,-4 2-28-16,5-2-42 0,-5 2-28 0,0 0-26 16,7-1-23-16,-7 1-28 0,0 0-14 0,0 0-23 0,7 7-11 15,-7-1-10-15,4-3-16 0,-3 2-10 16,3 2-6-16,-2-1-11 0,0 1-10 0,2 2-14 15,-4-2-7-15,6 0 10 0,-6-1-39 0,4-1-16 16,-3 2-10-16,2-2-7 0,-2 1-11 0,2-1-5 0,-2-1-3 16,0 1-4-16,-1-2 11 0,4-1-3 0,-4-2 15 15,3 7 0-15,-2-6 5 0,-1-1 7 16,0 0 9-16,0 0 15 0,15-9 16 0,-11 3 7 16,3 2 12-16,-1-4 11 0,4 0 11 0,-3-1 5 0,-1 1 12 15,1 0 7-15,1 1 2 0,-3 1 8 0,1 0 6 16,-1 2-115-16,-1-1-6 0,-1 3 0 0,0 0 0 15,2-4 0-15,-1 4 0 0,-4 2 0 16,4-1 0-16,-4 1 0 0,0 0 0 0,0 0 0 0,13 3 0 16,-11 3 0-16,1-2 0 0,3-2 0 0,-2 5 0 15,1 0 0-15,-1 0 0 0,2-2 0 0,-4 3 0 16,3-1 0-16,2 0 0 0,-4 1 0 0,1-2 0 16,2 0 0-16,-1 1 0 0,0-2 0 0,0 1 0 15,-1 0-181-15,0-3-109 0,-1 1-32 0,4 0-60 16,-3-2-51-16,1 0-54 0,4-2-54 0,-4 0-386 15,2-2-1002-15,-5-2 443 0</inkml:trace>
  <inkml:trace contextRef="#ctx0" brushRef="#br0" timeOffset="169253.195">26354 4413 299 0,'2'-8'407'16,"0"-2"8"-16,-2 3-5 0,3 3 4 0,-2-2-6 15,-1 2-2-15,1-1-9 0,-1 2-15 0,0 3-19 0,2-5-27 16,-2 5-15-16,2-4-28 0,-2 4-24 15,0 0-24-15,0 0-5 0,0 0 0 0,18 11 11 16,-9-5-3-16,0 4-4 0,2 2-3 0,6 6-8 16,-3-1-4-16,3 7-5 0,-2 3-5 0,-1-2-12 0,1 6-3 15,-3 2-158-15,3 10-46 0,-3 3 0 16,-7-1 0-16,4 3 0 0,-4 1 0 0,-1-2 0 16,0-1 0-16,-7 2 0 0,1-1 0 0,-3-2 0 15,0-9 0-15,-5-1 0 0,-1 14 0 0,-6 0 0 0,-2 0 0 16,-1-2 0-16,-6 1 0 0,-6-5 0 0,0-2 0 15,-5 2 0-15,1-6 0 0,-3-2 0 0,-1 0 0 16,12-9 0-16,1 0 0 0,-1-5 0 16,0 2 0-16,6-4 0 0,-1-5 0 0,8-3 0 15,5-3 0-15,-2-2 0 0,8-1 0 0,-2 0 0 0,1-2 0 16,0 0 0-16,1-1 0 0,0 2 0 0,0-2 0 16,4-2 0-16,-6 3 0 0,6-3 0 0,-4 2 0 15,4-2 0-15,-4 2 0 0,4-2 0 0,0 0 0 16,0 0 0-16,0 0 0 0,0 0 0 0,-7-6-566 15,7 6-157-15,-2-7-428 0,2 7-1246 0,0-11 551 16</inkml:trace>
  <inkml:trace contextRef="#ctx0" brushRef="#br0" timeOffset="171957.1876">2267 6731 221 0,'0'-6'330'0,"0"1"-2"0,0 0-2 16,-2-4 9-16,4 3-11 0,-1 0 15 0,-1 0 8 15,0 1 19-15,-1-2 4 0,1 2 7 0,-2 2-3 16,2-3 4-16,-2 1-6 0,4-2 1 0,0 4-7 16,-2 0-19-16,0 3-17 0,0 0-27 0,-5-6-21 15,5 6-25-15,0 0-14 0,0 0-27 0,0-4-21 16,0 4-18-16,0 0-20 0,0 0-15 0,0 0-126 15,0 0-16-15,6 10 0 0,-5-4 0 0,0 4 0 16,-1-2 0-16,2 4 0 0,-4 1 0 0,4 5 0 16,-4 2 0-16,2 0 0 0,-1 5 0 0,2 0 0 15,1 2 0-15,-1-7 0 0,-1 5 0 0,4 3 0 16,-3-4 0-16,0 1 0 0,-1-7 0 0,4 0 0 16,-2 0 0-16,-1-2 0 0,4 0 0 0,-4-2 0 15,4-5 0-15,-1 2 0 0,-3 0 0 0,2-3 0 16,-3-3 0-16,1 1 0 0,3 0 0 0,-4-3 0 15,4 0 0-15,-7 0 0 0,6 0 0 0,-3-3 0 16,1 6 0-16,1-5 0 0,-2-1 0 0,0 0 0 16,0 5 0-16,0-5 0 0,0 0 0 0,0 0 0 15,0 0 0-15,0 0 0 0,3-13 0 0,0 7-541 16,-3-5-81-16,0 1-77 0,0-2-357 0,0 2-1142 16,-5-7 506-16</inkml:trace>
  <inkml:trace contextRef="#ctx0" brushRef="#br0" timeOffset="172380.4746">2200 6697 132 0,'0'-8'380'0,"-2"-1"23"0,-2-1 8 15,4 0-4-15,-1-1-9 0,-2-2-4 0,2-2-8 16,1 3-9-16,0-4-16 0,4 0-8 0,1-2-19 15,1-1-9-15,0 1-17 0,3 2-11 0,4-6-18 16,-1 4-19-16,6 0-13 0,3 1-15 0,-3 4-18 16,9-1-10-16,0 1-13 0,6 3-16 0,-6 1-8 15,1 5-15-15,2 2-20 0,-2 2-7 0,-7 1-10 16,1 0-13-16,-4 4-10 0,1 3-9 0,-1-1-6 16,-1 4-1-16,-3 2-74 0,-2-1-2 0,-3 0 0 15,-1 6 0-15,-5-1 0 0,-3 0 0 0,-2 1 0 16,-3 1 0-16,-5 6 0 0,-5-1 0 0,-2 0 0 15,-7-2 0-15,-3 1 0 0,-2-2 0 0,-2-1 0 0,0-1 0 16,1-1 0-16,1-4 0 0,-1 3 0 16,2-5 0-16,3 1 0 0,6-6 0 0,1-1 0 15,5-1 0-15,3-1 0 0,3-2 0 0,0 0 0 16,3 1 0-16,-1-2 0 0,0 1 0 0,5-2 0 0,-4 2 0 16,4-2 0-16,0 0 0 0,0 0 0 0,0 0-329 15,0 0-65-15,21-1-75 0,-21 1-87 16,19 4-519-16,-8-1-1162 0,2-2 514 0</inkml:trace>
  <inkml:trace contextRef="#ctx0" brushRef="#br0" timeOffset="172834.9">2028 7368 190 0,'-4'0'387'0,"4"0"-1"0,-5 2 7 15,5-2-10-15,-4 1-8 0,4-1-13 0,0 0-7 16,-6 3-6-16,6-3-12 0,-6 2 2 0,6-2-11 16,0 0-7-16,-7 2-19 0,3 1-10 0,0-2-15 15,-2 2-8-15,6-3-7 0,-8 1-12 0,2-1-10 16,-1 3-8-16,1-3-8 0,2 1-2 0,-1 0-13 15,5-1 2-15,-9 2-10 0,9-2-5 0,-5 1-10 16,5-1-73-16,0 0-113 0,-8 0 0 0,8 0 0 16,0 0 0-16,0 0 0 0,0 0 0 0,0 0 0 15,0 0 0-15,0 0 0 0,30-4 0 0,-11 2 0 16,11-3 0-16,6 0 0 0,19-2 0 0,0-1 0 16,8-1 0-16,26-3 0 0,-25 4 0 0,28-6 0 15,-29 5 0-15,2 0 0 0,-1-1 0 0,-5 4 0 16,-6-1 0-16,-16 5 0 0,-1-1 0 0,-6 3 0 15,-9-4 0-15,-3 2 0 0,-4 2 0 0,-4 0 0 16,1-1 0-16,-5 1 0 0,0 1 0 0,-6-1 0 16,9 0 0-16,-9 0 0 0,8-3 0 0,-8 3 0 15,8 2 0-15,-8-2 0 0,0 0 0 0,0 0 0 16,0 0 0-16,0 0 0 0,-13 7-403 0,5-6-204 16,0 2-105-16,-3 0-367 0,0-1-1168 0,0 1 517 15</inkml:trace>
  <inkml:trace contextRef="#ctx0" brushRef="#br0" timeOffset="173648.268">2098 7861 17 0,'0'0'467'0,"0"0"-13"0,0 0-4 16,0 0-29-16,0 0-11 0,0 0-19 0,0 0-14 0,-9 1-6 16,9-1-1-16,-3 3-2 0,3-3 8 0,0 0-5 15,0 0-4-15,0 0-10 0,0 0-10 0,0 0-11 16,0 0-9-16,0 0-14 0,0 0-20 16,0 0-12-16,0 0-20 0,0 0-24 0,0 0-27 0,0 0-191 15,0 0-19-15,0 0 0 0,0 0 0 0,0 0 0 16,18-6 0-16,-10 6 0 0,-8 0 0 0,13 2 0 15,-8-2 0-15,4 4 0 0,0 1 0 16,-4-1 0-16,4-1 0 0,1 4 0 0,-5-1 0 0,3 2 0 16,0 0 0-16,-2 1 0 0,-1 0 0 0,-1-1 0 15,-2-1 0-15,0 3 0 0,-2 0 0 0,0 0 0 16,0 0 0-16,-2-3 0 0,0 1 0 0,-2 2 0 16,3-3 0-16,-3 1 0 0,1-3 0 0,1-2 0 15,-2 0 0-15,3 2 0 0,-1-2 0 0,2-3 0 16,-2 4 0-16,2-4 0 0,0 0 0 0,0 0 0 15,0 0 0-15,0 0 0 0,-1-15 0 0,2 12 0 16,3-6 0-16,-3 0 0 0,5 0 0 0,-2 0 0 16,4-2 0-16,0 2 0 0,-1 0 0 0,2 0 0 15,0 2 0-15,1-2 0 0,-1 2 0 0,3 1 0 16,-2 2 0-16,4 0 0 0,-4 0 0 0,2 3 0 16,3 0 0-16,-6 1 0 0,3 0 0 0,-1 3 0 15,-2 0 0-15,0 1 0 0,1 1 0 0,2 1 0 16,-7 0 0-16,5 3 0 0,-5-2 0 0,-1 2 0 15,1-3 0-15,-2 1 0 0,-1 2 0 0,-2-1 0 16,0-1 0-16,0-1 0 0,-1 0 0 0,0-2 0 16,1 0 0-16,-3 2 0 0,3-3 0 0,0-3 0 15,-1 4 0-15,1-4 0 0,0 0 0 0,0 0 0 16,0 0 0-16,0 0 0 0,1-15 0 0,2 9 0 16,-2-1 0-16,3-2 0 0,0-1 0 0,1 2 0 0,-2 2 0 15,3-1 0-15,-3 0 0 0,1 3 0 0,2-1 0 16,-3 0 0-16,4 3 0 0,-4-2 0 15,3 3 0-15,-1 0 0 0,1 1 0 0,-6 0 0 16,14 3 0-16,-9 2 0 0,3-1 0 0,-3 1 0 0,4 2 0 16,-4 0 0-16,3 1 0 0,-3 1 0 0,0 0 0 15,-1-1 0-15,1 1 0 0,-4-4 0 0,2 6 0 16,-2-6 0-16,-1 2 0 0,0-1 0 0,1-1 0 16,-1-2 0-16,0 1 0 0,0-4 0 0,-1 6 0 15,1-6 0-15,0 0-249 0,0 0-50 0,0 0-38 16,4-12-42-16,0 2-40 0,-3 0-43 0,3-1-49 15,0 0-412-15,1-5-999 0,-4-4 442 0</inkml:trace>
  <inkml:trace contextRef="#ctx0" brushRef="#br0" timeOffset="173882.5893">2424 7643 4178 0,'0'0'541'16,"0"0"-237"-16,0 0-36 0,0 0-12 0,0 0 8 16,0 0 4-16,4-4-18 0,-4 4-43 0,0 0-35 15,0 0-21-15,0 0-6 0,0-4-12 0,0 4-20 16,0 0-9-16,0 0-19 0,0 0-3 0,0 0-9 16,0 0-6-16,0 0-8 0,0 0-15 0,0 0-34 15,0 0-42-15,0 0-52 0,0 0-40 0,0 0-46 0,0 0-64 16,0 0-64-16,0 0-86 0,1 11-98 15,-1-11-87-15,10-1-331 0,-10 1-974 0,10-6 430 16</inkml:trace>
  <inkml:trace contextRef="#ctx0" brushRef="#br0" timeOffset="174446.1382">3729 7186 290 0,'-8'4'400'0,"7"-3"4"16,1-1 8-16,0 0 1 0,-10 2-6 0,7 0-2 16,3-2-11-16,0 0-13 0,-9 5-6 0,6-4 3 15,3-1 0-15,0 0 1 0,0 0-7 0,0 0-5 16,0 0-11-16,0 0-31 0,0 0-31 0,0 0-24 16,0 0-25-16,17-10-26 0,-5 5-25 0,0 1-17 15,8-1-20-15,-4-2-12 0,2 2-91 0,1 1-54 16,3 0 0-16,-3 1 0 0,-5-2 0 0,4 2 0 15,1 0 0-15,-7 2 0 0,1-1 0 0,-2 0 0 16,2 2 0-16,-4-2 0 0,-4 4-169 0,-5-2-104 16,11 1-60-16,-7 2-50 0,-4-3-37 0,0 0-49 15,0 7-47-15,-1-2-43 0,-5-2-287 0,-4 3-915 16,0-1 406-16</inkml:trace>
  <inkml:trace contextRef="#ctx0" brushRef="#br0" timeOffset="174649.0188">3813 7283 259 0,'-1'3'301'15,"-1"1"23"-15,2-4 30 0,0 0 48 0,0 5 33 16,0-5 26-16,0 0 17 0,0 0 16 0,-1 3-2 16,1-3-3-16,0 0-4 0,0 0-12 0,13-2-18 15,-13 2-26-15,10-3-35 0,-1 1-35 0,-4 1-40 0,8-3-24 16,-3 1-36-16,3 3-28 0,-4-4-228 16,5 2-3-16,-1-1 0 0,2 1 0 0,-2-2 0 15,1 4 0-15,-2-3 0 0,-1 2 0 0,0-1 0 16,-2 2 0-16,-3-1 0 0,0 1-256 0,-6 0-49 0,13-2-44 15,-7 1-48-15,-2 1-48 0,-4 0-58 0,14-2-50 16,-9 0-345-16,-5 2-971 0,9-5 430 16</inkml:trace>
  <inkml:trace contextRef="#ctx0" brushRef="#br0" timeOffset="175151.8719">5029 6553 208 0,'-3'-7'502'0,"2"1"18"0,-3 2 12 16,2-1 2-16,-1 1-7 0,0 0-1 0,2 1-3 16,-1-2-14-16,1 3-13 0,1 2-22 0,-6-4-26 15,6 4-32-15,0-3-32 0,0 3-37 0,0 0-33 0,0 0-33 16,0 0-32-16,0 0-22 0,0 0-53 0,0 0-174 15,0 20 0-15,4-8 0 0,1 3 0 16,-4 2 0-16,-1-1 0 0,4 2 0 0,0 3 0 0,0 3 0 16,-3-6 0-16,2 5 0 0,-2-2 0 0,1-1 0 15,2 5 0-15,-4 1 0 0,3-1 0 0,-3-9 0 16,-2 4 0-16,2-2 0 0,-1 1 0 0,1-4 0 16,0-3 0-16,0-1 0 0,-2 0 0 0,0-1 0 15,2-3 0-15,2-2 0 0,-4 1 0 0,4-1 0 16,-2 0 0-16,0-2 0 0,0-3 0 0,3 5 0 15,0-2 0-15,-3-3 0 0,0 0 0 0,9-1 0 0,-9 1-502 16,10-6-96-16,-1 0-71 0,-4 2-402 0,3-4-1160 16,-2-1 515-16</inkml:trace>
  <inkml:trace contextRef="#ctx0" brushRef="#br0" timeOffset="175542.5888">5321 6653 79 0,'4'-7'394'0,"1"-1"31"0,-1-1 41 0,1 3 36 0,-5 1 13 16,3 1 9-16,-1-1-15 0,-1-1-4 0,3 5-21 16,-4 1-13-16,0-5-26 0,0 5-19 0,4-2-39 15,-4 2-28-15,0 0-19 0,0 0-17 0,0 0-20 16,-23 5-32-16,14-2-22 0,-6 7-35 0,-2-1-214 16,2 1 0-16,-1 1 0 0,0 0 0 0,2 2 0 15,-8 3 0-15,7-4 0 0,1 3 0 0,-3-1 0 16,3-2 0-16,-1 0 0 0,2 1 0 0,5-6 0 15,2 1 0-15,1-2 0 0,0 0 0 0,0-3 0 16,2 2 0-16,2 1 0 0,-1-2 0 0,4 0 0 16,0-1 0-16,2 2 0 0,1-1 0 0,5 2 0 15,1 0 0-15,1-5 0 0,1 4 0 0,5 3 0 16,-1-3 0-16,2 1 0 0,-2 1 0 0,-1 0 0 16,5-2 0-16,-5 1 0 0,1-1 0 0,-6-3 0 15,1 3 0-15,-1-3 0 0,-2 2 0 0,-2-3 0 16,-1 3 0-16,0-3 0 0,-1 2 0 0,1-1 0 15,-3 0 0-15,1-1 0 0,-1 1 0 0,-3-2 0 16,6 3 0-16,-6-3 0 0,0 0 0 0,0 0-155 16,8 1-340-16,-8-1-43 0,0 0-53 0,0 0-478 15,0 0-1158-15,0 0 513 0</inkml:trace>
  <inkml:trace contextRef="#ctx0" brushRef="#br0" timeOffset="175964.9169">5462 6813 211 0,'5'-4'367'0,"-1"-3"46"0,-2 1 23 0,2 1 29 0,-1-1 26 16,0 2 6-16,-1-1 1 0,-1-1 2 0,2 2-2 16,-2 1-3-16,1-2-3 0,1 0-13 0,-2 3-24 15,-1 2-27-15,3-5-26 0,-3 5-37 16,0 0-38-16,0 0-31 0,0-5-220 0,0 5-76 0,0 0 0 16,0 0 0-16,0 0 0 0,-3 13 0 0,3-6 0 15,3 2 0-15,-3 2 0 0,-3 1 0 0,2 4 0 16,0 0 0-16,-2 0 0 0,2 3 0 0,1-1 0 31,-3 1 0-31,1 1 0 0,-2-2 0 0,4 1 0 0,0 0 0 0,1-2 0 0,0 0 0 0,1-3 0 16,0-2 0-16,1-3 0 0,2 2 0 0,2 0 0 15,3-4 0-15,1-1 0 0,2-1 0 0,6-4 0 16,0 0 0-16,3-2 0 0,-4-4 0 0,1-2 0 16,0 0 0-16,2-3 0 0,-5 4 0 0,-4-1 0 15,-2 0 0-15,0 1 0 0,-2-2 0 0,1 2 0 16,-5-1 0-16,-1 3 0 0,0-2 0 0,-3-1 0 15,-1 3 0-15,-6-1 0 0,-2 1 0 0,-1 2 0 16,-3 0 0-16,1 2 0 0,-8 2 0 0,4 0 0 16,-2 0 0-16,0 4 0 0,-1-2 0 0,-2 4 0 15,3-2 0-15,-1 0-31 0,1 3-514 0,-2-2-71 16,5 2-62-16,-2-2-376 0,-2-1-1142 0,9-1 506 16</inkml:trace>
  <inkml:trace contextRef="#ctx0" brushRef="#br0" timeOffset="176480.818">4585 7372 194 0,'0'0'210'0,"-5"2"2"16,5-2 1-16,0 0-2 0,-9 0 0 16,9 0-1-16,0 0 0 0,-9 0 0 0,9 0 9 0,0 0 3 15,-9 1 9-15,9-1 9 0,-4 0 4 0,4 0 4 31,-10 0 6-31,10 0 2 0,-9 0-1 0,9 0 2 0,-8 1-5 0,8-1-2 0,-9 0-3 0,9 0-6 16,-6 1-5-16,6-1-8 0,0 0-4 0,0 0-7 16,0 0-10-16,0 0 0 0,0 0-15 0,0 0-11 15,0 0-19-15,0 0-11 0,23-6-5 0,-4 6 3 16,10-3-9-16,2 0-13 0,9-2 0 0,16 2-7 16,8-2-40-16,29-5-80 0,3 2 0 0,9-2 0 15,6-1 0-15,7-5 0 0,3-1 0 0,0-1 0 16,12-4 0-16,-5 3 0 0,-2 0 0 0,-9 3 0 15,-3 4 0-15,-16 1 0 0,-34 4 0 0,-3 0 0 16,-7 1 0-16,-3 1 0 0,-15 3 0 0,-4-1 0 16,-13 0 0-16,-4 3 0 0,-3-1 0 0,-3 0 0 15,-1 1 0-15,-2-1 0 0,-1-1 0 0,-5 2 0 0,10 0 0 16,-10 0 0-16,0 0 0 0,-1 5 0 16,1-5-330-16,-9 5-154 0,-2-1-71 0,-2-1-80 15,-4 3-397-15,-1-2-1117 0,-2 0 495 0</inkml:trace>
  <inkml:trace contextRef="#ctx0" brushRef="#br0" timeOffset="177168.1558">4709 8006 194 0,'0'0'337'0,"2"-2"1"0,-2 2-2 0,0-5 11 15,0 5 1-15,0 0-1 0,0 0 10 0,0 0 3 16,0 0 2-16,0 0-5 0,0 0-8 0,0 0-7 16,0 0-18-16,0 0-19 0,0 0-13 15,0 0-28-15,0 0-15 0,0 0-30 0,0 0-15 0,0 0-4 16,7 12-2-16,-2-7-5 0,5 3-13 0,-6 2-5 16,4-1-6-16,1 5-3 0,-3-1-15 0,3 1-9 15,0 1-14-15,-1-2-10 0,-2-1-12 0,-1 4-72 16,2-2-34-16,-2 3 0 0,-4-6 0 0,7 5 0 15,-3-4 0-15,-2 0 0 0,0 0 0 0,2 0 0 16,-2-1 0-16,2 0 0 0,-1-2 0 0,0 2 0 16,-1-2 0-16,1-2 0 0,0-3 0 0,-1 2 0 15,2-3 0-15,-3 2 0 0,2-2 0 0,-3-1 0 16,2 0 0-16,-3-2 0 0,7 2 0 0,-7-2 0 16,0 0 0-16,8-7 0 0,-3 3 0 0,-1-2 0 15,4-4 0-15,-1-1 0 0,-1-5 0 0,4-2 0 16,-5 1 0-16,9-11 0 0,-5 0 0 0,0-1 0 15,0-7 0-15,-1-9 0 0,-6-2 0 0,5 1 0 16,-5 10 0-16,2 0 0 0,-4 2 0 0,6 2 0 16,-3 1 0-16,-2 1 0 0,2 2 0 0,-2 3 0 15,1 5 0-15,2 4 0 0,-2 7 0 0,-2-2 0 16,1 3 0-16,-1-1 0 0,0 2 0 0,3 2 0 0,-2 2 0 16,-1-4 0-16,-1 4 0 0,1 3 0 0,2-4 0 15,-2 4 0-15,0 0 0 0,0 0 0 16,3-3 0-16,-3 3 0 0,0 0 0 0,0 0 0 0,3-4 0 15,-3 4-57-15,4-2-331 0,-1-2-30 0,2 1-25 16,-5 3-31-16,6 0-33 0,-2-4-18 0,-1 2-372 16,2-3-971-16,-1 0 429 0</inkml:trace>
  <inkml:trace contextRef="#ctx0" brushRef="#br0" timeOffset="177511.8236">5091 7536 129 0,'0'0'294'15,"0"0"7"-15,-4-1 8 0,4 1 20 0,0 0-12 16,-4-4 16-16,4 4-5 0,-2-3 4 0,2 3 0 16,0 0-5-16,0 0 2 0,0 0-8 0,-9-1-4 15,9 1-11-15,0 0-16 0,0 0-17 0,0 0-9 16,0 0-20-16,0 0-10 0,0 0-25 0,0 0-12 16,-8 4-8-16,8-4-4 0,0 0-10 0,0 0 3 15,0 0-1-15,0 0-11 0,0 0-9 0,22 2-13 0,-4-6-6 16,11 2-10-16,4 0-8 0,7-2-4 15,19-4-113-15,3 1-3 0,33-5 0 0,0-1 0 16,-2-1 0-16,7 1 0 0,-2 0 0 0,-7 1 0 16,-35 7 0-16,8-4 0 0,-5 5 0 0,-6 0 0 0,-15 0 0 15,-4 0 0-15,-5 1 0 0,-7 1 0 16,-8 2 0-16,0-1 0 0,-2 1 0 0,-1 0 0 0,-2-2 0 16,-2 2 0-16,-7 0 0 0,10 2 0 0,-5-1 0 15,-4 2 0-15,-1-3 0 0,1 6 0 0,-1-6-151 16,-2 5-261-16,-2 0-55 0,-4-1-78 0,1 0-78 15,-2-1-377-15,-4 2-1081 0,-5-2 479 16</inkml:trace>
  <inkml:trace contextRef="#ctx0" brushRef="#br0" timeOffset="177981.2734">5418 7826 255 0,'4'-4'367'0,"0"3"9"0,-4-5-9 31,4 3 5-31,-3 0-6 0,-1 3 3 0,4-3 3 0,-4 3 6 0,0 0 9 0,0 0-2 0,0 0-7 16,0-4 5-16,0 4-17 0,0 0-14 0,0 0-23 15,0 0-16-15,0 0-26 0,0 0-22 0,0 0-17 16,0 0 3-16,0 0-1 0,-4 13-8 0,4-6-12 16,0 2-10-16,-1 2-137 0,0 1-83 0,-2 1 0 15,3 4 0-15,-1-2 0 0,-2 1 0 0,2 1 0 16,-2 0 0-16,2 1 0 0,0 0 0 0,-2-1 0 15,-1 0 0-15,3-7 0 0,-3 4 0 0,3-1 0 16,1-2 0-16,-1-1 0 0,-2-1 0 0,3 0 0 16,0-2 0-16,-1-2 0 0,2 0 0 0,-1 0 0 15,0-5 0-15,-1 4 0 0,-2-1 0 0,3-3-3 16,0 0-376-16,0 0-43 0,0 0-28 0,0-12-22 16,0 6-39-16,0 0-34 0,-1-5-357 0,0 0-977 15,-3-1 433-15</inkml:trace>
  <inkml:trace contextRef="#ctx0" brushRef="#br0" timeOffset="178324.9423">5276 7857 107 0,'-1'-4'342'0,"0"-1"17"15,1-1 29-15,-1 3 18 0,1 3 17 0,1-9-2 16,-1 5-10-16,0 0-19 0,2 1-22 16,2 1-14-16,3-3-12 0,-2 1-13 0,1 0-2 0,3 0-16 15,2 1-2-15,1 1-18 0,2 0-9 0,-2 1-15 16,4-5-10-16,-2 6-18 0,-1 0-19 0,5 0-16 15,0 3-9-15,1 1-13 0,0-2-22 0,-1 2-13 16,1 1-27-16,2 3-122 0,-3-1 0 0,2 0 0 16,-5 2 0-16,2-1 0 0,-3 3 0 0,3-2 0 15,-7 3 0-15,0-1 0 0,-4 0 0 0,0 0 0 16,-4 2 0-16,1-1 0 0,-3 5 0 0,-3 0 0 16,1-5 0-16,-4 1 0 0,0-1 0 0,0 3 0 15,-3-3 0-15,-3 3 0 0,1-3 0 0,-2-3 0 16,-1 1 0-16,1-2 0 0,4 1 0 0,-3-2 0 15,2-1 0-15,3 0 0 0,-2-1 0 0,4-2 0 16,0 0 0-16,0 0 0 0,1-1 0 0,0 0 0 16,4-2 0-16,-4 4 0 0,4-4-247 0,0 0-60 15,0 0-36-15,0 0-35 0,0 0-22 0,0 0-29 16,0 0-35-16,19-4-24 0,-19 4-369 0,13 0-926 16,-5-1 410-16</inkml:trace>
  <inkml:trace contextRef="#ctx0" brushRef="#br0" timeOffset="178669.5997">5718 8104 177 0,'8'-2'323'0,"-3"-1"7"0,2 1 16 16,0 0 30-16,-3-1 19 0,3 0 3 0,-2 0 11 15,-1 1 2-15,-2 0-2 0,2-1-2 0,0 1 13 16,-2 0 7-16,-2 2 6 0,2-4 0 0,-2 4-2 16,3-2-18-16,-3 2-13 0,4-3-26 0,-4 3-16 15,0 0-35-15,0 0-125 0,0 0-198 0,0 0 0 16,0 0 0-16,0 0 0 0,4 8 0 0,-4-8 0 15,0 9 0-15,0-2 0 0,-2 2 0 0,2 1 0 16,2 2 0-16,-2 0 0 0,1 2 0 0,-1-3 0 16,-1 7 0-16,1-5 0 0,0-1 0 0,0 1 0 15,-2-1 0-15,2-3 0 0,-3 2 0 0,3 0 0 16,0-1 0-16,0-3 0 0,-3 1 0 0,3-2 0 31,-1 2 0-31,1-3 0 0,-2 2 0 0,2-5 0 0,-2 2 0 0,2-4 0 0,-1 6 0 0,1-6 0 16,0 4 0-16,0-4 0 0,0 0 0 0,0 0 0 15,0 0 0-15,0 0-326 0,0 0-116 0,9-11-18 0,-9 6-34 16,1 1-37-16,3-2-10 0,-4-2-359 0,0 1-974 16,4-1 430-16</inkml:trace>
  <inkml:trace contextRef="#ctx0" brushRef="#br0" timeOffset="179029.2693">5771 8088 132 0,'1'-7'303'16,"3"0"10"-16,1-2 18 0,-4 0 7 0,5-1 19 15,-3 2 0-15,0-1-2 0,2 2-5 0,-1 0-10 16,1 0-2-16,0 3 0 0,0-2-3 0,-1 1-12 16,0 1-7-16,1 0-18 0,1 0-5 0,1 0-2 15,-1 1-19-15,1 0-6 0,-1 2-12 0,3 1-10 16,0-1-17-16,-1 0-7 0,3 3-13 0,-2-1-10 16,0 2-12-16,2 0-7 0,-4 0-15 0,-1 0-93 15,1 3-70-15,0-2 0 0,2 4 0 0,-5-3 0 16,1-2 0-16,-2 4 0 0,-1 1 0 0,1-3 0 15,-2 2 0-15,-1 3 0 0,-1-4 0 0,-2 1 0 16,-2 0 0-16,1 2 0 0,-2-1 0 0,-2-2 0 16,-2 0 0-16,1 0 0 0,-1 0 0 0,1 0 0 0,1-2 0 15,1-1 0-15,0-1 0 0,1 1 0 16,1-1 0-16,2 1 0 0,-2-2 0 0,1 1 0 16,4-2 0-16,-5 3 0 0,5-3 0 0,0 0 0 15,0 0 0-15,-10 0 0 0,10 0 0 0,0 0 0 0,0 0 0 16,0 0 0-16,0 0 0 0,0 0-128 0,-1-7-287 15,1 7-47-15,1-7-49 0,4 3-58 16,-5-1-449-16,3 1-1102 0,-1-1 487 0</inkml:trace>
  <inkml:trace contextRef="#ctx0" brushRef="#br0" timeOffset="179592.2122">5335 7650 52 0,'0'0'197'0,"-5"-1"-3"16,5 1 11-16,0 0 0 0,-8-3 3 0,6 1 7 16,2 2 4-16,0 0 6 0,0 0 16 0,0 0 0 15,-12 0 17-15,12 0 13 0,0 0 10 0,0 0 12 32,0 0 13-32,0 0 7 0,-7 1-2 0,7-1 1 15,0 0 0-15,0 0-1 0,0 0 5 0,0 0-2 0,0 0-2 16,0 0-13-16,0 0-4 0,0 0-16 0,0 0-15 0,0 0-21 0,0 0-21 0,0 0-20 15,0 0-12-15,0 0-105 0,19-4-85 0,-19 4 0 16,13-1 0-16,-1 1 0 0,1 0 0 0,0-2 0 0,1 0 0 31,4 1 0-31,1-2 0 0,1 0 0 0,1 0 0 0,5-2 0 0,-5 0 0 0,9 0 0 0,-4 0 0 32,4 0 0-32,-12 0 0 0,13-1 0 0,-2 1 0 15,2 0 0-15,-11 2 0 0,0 0 0 0,-3 1 0 16,-4 1 0-16,-2 0 0 0,1 0 0 0,-6-1 0 15,3-1 0-15,-4 2 0 0,-5 1 0 0,8-2 0 16,-4 0 0-16,-4 2 0 0,5-1 0 0,-5 1 0 0,0 0 0 0,0 0 0 0,5 5 0 0,-5-5 0 31,0 0 0-31,0 0 0 0,-9 8 0 0,9-8 0 16,-8 3 0-16,7 1 0 0,1-4-109 0,-5 3-278 0,5-3-37 0,-4 4-25 0,4-4-35 0,0 3-37 16,0-3-41-16,0 0-315 0,0 0-948 0,0 0 420 15</inkml:trace>
  <inkml:trace contextRef="#ctx0" brushRef="#br0" timeOffset="181314.8414">7000 7054 252 0,'7'2'331'0,"-7"-2"3"0,0 0 13 15,0 0 16-15,0 0 3 0,0 0 6 0,0 0 2 16,0 0 4-16,5 2-9 0,-5-2-6 0,0 0-8 16,0 0-14-16,0 0-20 0,0 0-23 0,0 0-26 15,0 0-34-15,13-5-17 0,-7 4-26 0,2 0-16 16,-2-2-14-16,2 0-19 0,0 0-17 0,0 1-16 15,3-2-17-15,-1 2-24 0,0-3-33 0,0 1-31 16,-2 3-36-16,-3 1-38 0,4-2-45 0,-5 1-48 16,1 0-50-16,0-1-49 0,-5 2-26 0,0 0-32 15,8 6-25-15,-8-6-34 0,0 8-43 0,-4-6-17 16,0 5-239-16,-2 3-728 0,-6-4 323 0</inkml:trace>
  <inkml:trace contextRef="#ctx0" brushRef="#br0" timeOffset="181501.9606">6998 7195 218 0,'-3'5'342'0,"2"-3"21"0,1-2 23 16,-3 4 16-16,3-4 21 0,-1 2 8 0,1-2-6 16,0 0-9-16,0 0-22 0,0 0-14 0,0 0-18 0,0 0-18 15,0 0-34-15,0 0-25 0,0 0-28 0,17-7-27 16,-13 5-24-16,1-2-28 0,1 1-18 0,2 1-27 16,2-2-48-16,0 2-49 0,3 0-62 15,-2 1-57-15,1-1-65 0,3 0-62 0,2 2-61 0,-3-2-54 16,-4 2-63-16,3 0-68 0,0 0-355 0,-4-1-876 15,2-1 388-15</inkml:trace>
  <inkml:trace contextRef="#ctx0" brushRef="#br0" timeOffset="181767.8059">7268 7063 242 0,'2'-6'447'0,"-1"1"13"16,2 3 21-16,0-1 5 0,-1-1-9 0,-2 1-19 15,0 3-21-15,0 0-20 0,6-4-31 0,-6 4-32 16,4-2-18-16,-4 2-22 0,0 0-31 0,0 0-19 16,9 1-16-16,-9-1-9 0,9 6-15 0,-5 0-11 15,1-2-22-15,-2 1-10 0,3 2-14 0,-1 0-24 16,-1 2-9-16,0 1-15 0,-3 0-10 0,2 0-13 16,-3 1-5-16,-3 0-2 0,2 1-16 0,-3 1-41 15,1-2-32-15,1 1-25 0,-6 0-55 0,3 3-35 16,-3-3-53-16,2-5-59 0,2 4-61 0,-1-7-44 15,1 1-56-15,-2 1-54 0,5-1-51 0,-2-3-41 0,3-2-317 16,0 0-919-16,6 3 406 0</inkml:trace>
  <inkml:trace contextRef="#ctx0" brushRef="#br0" timeOffset="182205.9063">8360 6660 2 0,'-5'-10'496'0,"-3"4"30"0,2 0 10 0,0-3 12 15,-1 3 8-15,5 0-13 0,-3-3-12 0,-1 1-23 16,3 3-4-16,-3-2-9 0,4 3-16 0,-1-2-14 15,3 1-24-15,-3 2-27 0,1-2-32 0,2 5-35 16,-3-3-33-16,3 3-210 0,-2-3-104 0,2 3 0 16,0 0 0-16,0 0 0 0,-5 13 0 0,5-1 0 15,4 0 0-15,-1 6 0 0,-2 1 0 0,3 5 0 16,2 3 0-16,2-1 0 0,-2 2 0 0,-1 2 0 16,0 2 0-16,0-1 0 0,0 0 0 0,-1 2 0 0,0-2 0 15,-4 2 0-15,3-6 0 0,-3 2 0 0,-3-2 0 16,2 1 0-16,1-3 0 0,-3-7 0 0,2 0 0 15,1 0 0-15,-1-2 0 0,-1-6 0 0,1 3 0 16,1-2 0-16,0-6 0 0,0 2 0 0,-1 0 0 16,2-4 0-16,0 1 0 0,2-1 0 0,-3-3 0 15,8 1 0-15,-2-2 0 0,4-3-219 0,-3 1-339 16,2-3-64-16,1-1-510 0,0-1-1227 0,-5-4 543 16</inkml:trace>
  <inkml:trace contextRef="#ctx0" brushRef="#br0" timeOffset="182630.8778">8623 6788 28 0,'8'-10'457'0,"1"0"24"16,-4 2 22-16,3 0 13 0,-4 4-29 0,-2-1-10 16,1 0-17-16,-2 1-23 0,-1 0-15 0,3 2-26 15,-3 2-23-15,1-7-22 0,-1 7-21 16,0 0-37-16,-4-4-17 0,4 4-26 0,-9 0-21 0,0 4-15 15,0-1-10-15,0 6-17 0,-1-3-15 0,-4 7-9 16,0-1-14-16,0 5 1 0,-1 4-13 0,-6 4-88 16,4-1-49-16,-2-2 0 0,4 1 0 0,1-6 0 15,1 4 0-15,2-6 0 0,-1-1 0 0,-1 1 0 16,2-4 0-16,2-2 0 0,2-1 0 0,4-1 0 16,-4-3 0-16,2 3 0 0,3-6 0 0,-1 2 0 15,3 2 0-15,-2-4 0 0,2-1 0 0,0 0 0 16,0 0 0-16,5 7 0 0,-1-5 0 0,2 2 0 15,0-1 0-15,4-1 0 0,1 3 0 0,0 1 0 16,2-3 0-16,0 2 0 0,-3 2 0 0,3-2 0 0,-1 1 0 16,0 0 0-16,-2 0 0 0,2 0 0 15,-3-1 0-15,0 0 0 0,1-1 0 0,-4 0 0 16,-1 0 0-16,1 0 0 0,-3-2 0 0,0 1 0 0,3-2 0 16,-2 3 0-16,-1-1 0 0,1-2 0 0,-2 3 0 15,-2-4 0-15,5 2 0 0,-1-1 0 0,-4-1 0 16,0 0 0-16,6 2-153 0,-6-2-325 0,8 0-64 15,-8 0-73-15,10-5-453 0,-3 1-1156 0,4 0 512 16</inkml:trace>
  <inkml:trace contextRef="#ctx0" brushRef="#br0" timeOffset="183098.6634">8795 7028 174 0,'2'-4'391'0,"-2"0"29"16,4 0 22-16,-3 1 30 0,-1 3 13 0,2-7 3 15,0 4-13-15,-2-1 1 0,0 1-4 0,0 3-2 16,2-7-10-16,-2 7-9 0,-2-5-17 0,2 5-24 16,0-4-24-16,0 4-31 0,0 0-28 0,0 0-29 15,0 0-31-15,0 0-229 0,0 0-38 0,0 0 0 0,0 0 0 16,0 0 0-16,0 0 0 0,-5 16 0 0,2-6 0 16,2-1 0-16,1 3 0 0,-2 1 0 15,2 3 0-15,-3-1 0 0,3 4 0 0,0 0 0 16,3 0 0-16,-3 0 0 0,2 5 0 0,-2-5 0 0,3-1 0 15,-2 2 0-15,0-2 0 0,3-1 0 0,0 0 0 16,-1-1 0-16,3-1 0 0,0 1 0 16,-1-4 0-16,-1 0 0 0,4-3 0 0,2 3 0 0,0-2 0 15,2-2 0-15,2 2 0 0,0-3 0 0,-1-3 0 16,0-1 0-16,-2 0 0 0,3-2 0 0,-1-1 0 16,-3-1 0-16,2-3 0 0,-3-1 0 0,0 3 0 15,-1-5 0-15,0-2 0 0,-3 4 0 0,3-5 0 16,-7 3 0-16,4-2 0 0,-3 2 0 0,-4-3 0 15,1 2 0-15,-4-1 0 0,1 2 0 0,-1-1 0 16,-5 1 0-16,0 1 0 0,-1 0 0 0,0 1 0 16,-3 2 0-16,1-1 0 0,-1 3 0 0,4 0 0 15,-2 1 0-15,-3 1 0 0,6 0 0 0,0 0 0 16,0 2 0-16,3-1 0 0,-2 1 0 0,4 0 0 16,-1-1 0-16,0 1-623 0,2-1-78 0,3-2-444 15,0 0-1240-15,0 0 549 0</inkml:trace>
  <inkml:trace contextRef="#ctx0" brushRef="#br0" timeOffset="183380.682">9374 6996 77 0,'-3'-5'367'15,"-1"2"15"-15,3-1 17 0,1 4 1 0,-3-6 7 16,2 3 2-16,1 3-8 0,0 0-3 0,0 0-3 0,-2-4-12 16,2 4-13-16,0-3-35 0,0 3-22 0,0 0-36 15,5-5-32-15,-1 3-20 0,1 0-31 0,1-1-12 16,0 1-22-16,2-1 2 0,2 3-28 0,2-1-17 16,-1-3-10-16,2 2-37 0,-3 1-35 0,1-1-46 15,-4 1-49-15,3 0-51 0,-2 1-67 0,-3-1-61 16,3 1-58-16,-2 2-57 0,-2 2-59 0,0-3-43 15,-4-1-349-15,1 4-870 0,-1-4 385 0</inkml:trace>
  <inkml:trace contextRef="#ctx0" brushRef="#br0" timeOffset="183599.3791">9375 7084 131 0,'-3'5'389'16,"2"0"23"-16,0-3 45 0,0 2 32 0,-2-2 30 15,3-2-6-15,-3 5 8 0,3-5-2 0,0 0-7 16,4 4-21-16,-4-4-21 0,0 0-25 0,16-4-21 0,-7 3-25 15,0-3-30-15,4 2-31 0,-1-1-30 0,2 0-31 16,0-1-69-16,-1 3-208 0,1-2 0 16,1-2 0-16,-2 1 0 0,0-1 0 0,-2 3 0 15,1 0 0-15,-4 0 0 0,-2 0 0 0,3 1 0 0,-4-1 0 16,0 0 0-16,-1 0 0 0,-4 2 0 0,8-3 0 16,-6 1 0-16,-2 2-354 0,6 0-44 0,-6 0-29 15,0 0-26-15,0 0-40 0,0 0-40 0,0 0-390 16,0 0-999-16,0 0 443 0</inkml:trace>
  <inkml:trace contextRef="#ctx0" brushRef="#br0" timeOffset="196904.3871">10252 6698 81 0,'-4'-4'396'0,"1"0"18"16,1-1 17-16,-2 1 2 0,0-1-1 0,3 0-1 16,-3 1-3-16,1-2 0 0,2 1-11 0,-1-1 0 15,2 1 2-15,-2-1-15 0,0 1-16 0,-1-1-4 16,3 1-18-16,0 0-18 0,0 5-17 0,-1-8-21 15,-1 6-17-15,2 2-19 0,0-6-18 0,0 2-146 16,0 4-110-16,-1-5 0 0,1 5 0 0,0 0 0 16,-1-4 0-16,1 4 0 0,0 0 0 0,0 0 0 15,0 0 0-15,-5-3 0 0,5 3 0 0,0 0 0 16,0 0 0-16,0 0 0 0,0 0 0 0,5 16 0 0,-4-9 0 16,2 4 0-16,1 1 0 0,1 6 0 0,-1-1 0 15,0 4 0-15,2 2 0 0,0 2 0 16,-2 3 0-16,0-1 0 0,0 0 0 0,0 2 0 0,-2-1 0 15,0 0 0-15,0 1 0 0,-1-1 0 0,1-3 0 16,-2 0 0-16,2 0 0 0,-1-7 0 0,-1 0 0 16,2-1 0-16,-1-2 0 0,0-3 0 15,2-2 0-15,-2 0 0 0,2-3 0 0,-2-1 0 0,0-1 0 16,0-2 0-16,1 1 0 0,-1-1 0 0,-1-3 0 16,0 0 0-16,0 0 0 0,0 0 0 0,15-11 0 15,-11 2 0-15,3-1 0 0,-2-2 0 0,2 0 0 16,2-6 0-16,-4 1 0 0,3-3 0 0,-1 2 0 31,0 2 0-31,-1-1 0 0,2 0 0 0,-4 3 0 0,4-1 0 0,-2 4 0 0,-1 0 0 0,-1 3 0 16,1-2 0-16,-1 1 0 0,0 5 0 0,-3 1 0 15,3-1 0-15,1 2 0 0,-3-2 0 0,1 2 0 16,-3 2 0-16,10 1 0 0,-4 4 0 0,-1-3 0 16,2 3 0-16,1 1 0 0,-2 2 0 0,1 2 0 0,2-1 0 15,-3 1 0-15,0-1 0 0,1 2 0 16,-1 1 0-16,2-3 0 0,-2 4 0 0,1-5 0 15,0 2 0-15,2 0 0 0,-5-2 0 0,1 2 0 0,0-3 0 16,1-2 0-16,1 1 0 0,-2-1 0 0,-1 1 0 16,1-1 0-16,-1-2 0 0,4 1 0 0,-2-1 0 15,-1-1 0-15,-1 0 0 0,1-1 0 0,-5-1 0 16,13-5 0-16,-7 2 0 0,1-5 0 0,-1 1 0 16,3-1 0-16,1-8 0 0,-2 2 0 0,0-5 0 15,-3 1 0-15,4-7 0 0,-2 0 0 0,2-1 0 16,-1-3 0-16,-2 0 0 0,-1 2 0 0,1-2 0 15,-3 4 0-15,3-2 0 0,-3 8 0 0,2 0 0 16,-1 2 0-16,-3 3 0 0,-1 2 0 0,3 2 0 16,-3 0 0-16,0 3 0 0,0 2 0 0,1-1 0 15,3 3 0-15,-4-2 0 0,0 5 0 0,0-4 0 16,0 4 0-16,4-3 0 0,-4 3 0 0,0 0 0 16,0 0 0-16,0 0 0 0,0 0 0 0,1 15 0 15,-1-7 0-15,3 1 0 0,-1 1 0 0,1 0 0 16,2 2 0-16,-2-2 0 0,3 2 0 0,-1-1 0 15,3 6-308-15,2-2-400 0,-2 1-489 0,2 0-1295 16,-1-3 574-16</inkml:trace>
  <inkml:trace contextRef="#ctx0" brushRef="#br0" timeOffset="197311.6813">11030 7100 50 0,'9'-6'465'0,"-9"6"9"0,0-5 9 15,0 5 1-15,0-3-5 0,0 3-17 0,1-4-16 0,-1 4-15 16,0 0-7-16,-1-7 1 0,1 7-17 0,0-4-5 31,0 4-17-31,0 0-18 0,0 0-22 0,-1-3-20 0,1 3-27 0,0 0-28 0,0 0-24 0,0 0-27 31,0 0-24-31,0 0-98 0,0 0-98 0,0 0 0 0,0 0 0 0,-3 13 0 0,3-8 0 0,0 0 0 16,0 1 0-16,0 3 0 0,-4-1 0 0,4 2 0 16,0 2 0-16,-1 1 0 0,1-2 0 0,0 1 0 31,0 0 0-31,0 0 0 0,0 0 0 0,-4 1 0 16,4-2 0-16,0 1 0 0,1 0 0 0,-2-4 0 15,1 2 0-15,0-3 0 0,0-2 0 0,0 2 0 0,0-2 0 16,0-1 0-16,0 0 0 0,0-4 0 15,0 5 0-15,0-5 0 0,0 5 0 0,0-5 0 16,0 0 0-16,0 4 0 0,0-4 0 0,0 0 0 0,0 0 0 16,5-11 0-16,-1 6 0 0,-1-1 0 0,3-6 0 15,-2 3-413-15,0-7-216 0,1-1-80 0,0-9-365 16,3 1-1163-16,-2 0 515 0</inkml:trace>
  <inkml:trace contextRef="#ctx0" brushRef="#br0" timeOffset="197921.6376">11057 6807 63 0,'0'0'331'0,"0"0"1"16,0 0-6-16,0 0-1 0,0 0 7 0,0 0 0 16,0 0-5-16,0 0-4 0,0 0-1 0,0 0-13 15,0 0-14-15,0 0-17 0,0 0-12 0,0 0-24 16,0 0-19-16,0 0-18 0,0 0-19 0,0 0-17 16,-3 5-22-16,3-5-15 0,0 0-6 0,0 0-16 15,0 0-7-15,3 6-11 0,-3-6-11 0,-3 3-7 16,3-3-4-16,0 0-9 0,0 0-2 0,0 4-8 15,0-4-6-15,0 0 1 0,0 0-4 0,0 0-5 16,0 0-2-16,0 0-2 0,-5 3 0 0,5-3 0 0,0 0 1 16,0 0 2-16,0 0 4 0,0 0 5 15,0 0 1-15,0 0 5 0,-11-3-1 0,11 3 9 16,0 0-3-16,0 0 10 0,-4-5-9 0,1 3-2 16,3 2 1-16,0 0-5 0,0 0-6 0,0 0-3 0,0-7 0 15,0 7-2-15,0 0-11 0,0 0 11 0,3-4-16 16,-3 4-1-16,0 0-10 0,5-3 0 0,-5 3-2 15,0 0-4-15,0 0 1 0,0 0-4 16,0 0 1-16,0 0-6 0,0 0-7 0,0 0-7 0,0 0-14 16,6 8 2-16,-6-8 5 0,0 0-5 0,0 5-1 15,0-5-3-15,0 0 5 0,-6 4-2 0,6-4 8 16,-1 2-2-16,1-2 3 0,-3 6 4 0,3-6 4 16,0 0 1-16,-5 2 3 0,5-2 1 0,0 3 3 15,0-3 1-15,0 0 1 0,0 0 6 0,0 0 9 16,0 0-4-16,0 0 4 0,0 0-1 0,0 0-1 15,0 0-6-15,0 0-1 0,0 0-4 0,5-12 6 16,-5 12-12-16,3-2-31 0,-3 2-24 0,2-2-46 16,-2 2-47-16,0 0-57 0,8-1-40 0,-8 1-52 15,0 0-50-15,0 0-58 0,4 4-53 0,-4-4-375 0,0 0-907 16,0 0 400-16</inkml:trace>
  <inkml:trace contextRef="#ctx0" brushRef="#br0" timeOffset="202350.5364">11682 7174 219 0,'0'0'298'0,"0"-6"1"16,0 6 5-16,1-3 0 0,-1 3-4 16,4-6 19-16,-4 3-11 0,0 3 2 0,0-8 3 0,2 6 6 15,-2-2-8-15,0-2-6 0,3 4 6 0,-3 2-1 16,1-6-3-16,3 2 0 0,-4 0 8 16,0 4-22-16,1-5-6 0,3 2-14 0,-4 3-2 0,3-6-12 15,-2 3-14-15,-1 3-16 0,0-3-21 0,0 3-20 16,0 0-19-16,0 0-22 0,0 0-18 0,0 0-95 15,0 0-34-15,8 7 0 0,-3-2 0 0,0 3 0 16,3 2 0-16,1 0 0 0,-3 6 0 0,8 0 0 16,-2 5 0-16,1 4 0 0,-2-2 0 0,-3 3 0 15,4-2 0-15,0 0 0 0,-1 2 0 0,-2 1 0 0,0-4 0 16,0 4 0-16,-1-3 0 0,-2-6 0 0,3 6 0 16,-4-5 0-16,4 5 0 0,-8-6 0 0,6-2 0 15,-6-3 0-15,3 1 0 0,0-4 0 0,-3 0 0 16,2-1 0-16,-1-2 0 0,1-2 0 0,-3 1 0 15,1-1 0-15,-1-2 0 0,0 0 0 0,0-3 0 16,5 6 0-16,-5-6 0 0,0 0 0 0,0 0 0 16,0 0 0-16,1-16 0 0,1 7 0 0,0-7 0 15,1 0 0-15,1-8 0 0,-2-7 0 0,5 2 0 16,-1-4 0-16,3-14 0 0,0-1 0 0,0-7 0 16,1 1 0-16,0-5 0 0,0 0 0 0,4-23 0 15,-3 24 0-15,-1-1 0 0,1 4 0 0,-5 2 0 16,5 3 0-16,-1 3 0 0,-5 16 0 0,0 0 0 15,2 3 0-15,-6 9 0 0,3 2 0 0,-3 5 0 0,4 0 0 16,-6 2 0-16,1 2 0 0,1 3 0 16,-1-2 0-16,0 2 0 0,0 3 0 0,0-2 0 15,0 4 0-15,0-5 0 0,0 5 0 0,0 0 0 0,0 0 0 16,0 0 0-16,0 0 0 0,0 0 0 0,0 0 0 16,0 0 0-16,0 0 0 0,0 0 0 0,0 12 0 15,0-12 0-15,0 0 0 0,0 5 0 0,0-5 0 16,0 5 0-16,0-5 0 0,0 0 0 0,0 0 0 15,0 0 0-15,0 0-110 0,0 0-32 0,3 3 13 16,-3-3 14-16,0 0 13 0,0 0 8 0,0 0 8 16,0 0 10-16,0 0 12 0,0 0 6 0,0 0 9 15,0 0 10-15,0 0 11 0,0 0 9 0,0 0 10 16,0 0 9-16,0 0 13 0,0 0-2 0,0 0 10 16,0 0 3-16,0 0 6 0,0 0 3 0,0 0 10 15,0 0 7-15,-13-8 2 0,13 8 3 0,0 0 7 16,-4-3-11-16,4 3 12 0,0 0 2 0,-4-3 3 15,4 3 2-15,-2-2 8 0,2 2-15 0,-4-2 11 16,4 2-10-16,-6-2-11 0,6 2 12 0,-7-4-53 0,7 4-12 16,-3-3 0-16,3 3 0 0,-6-1 0 15,6 1 0-15,0 0 0 0,-5-3 0 0,5 3 0 16,0 0 0-16,0 0 0 0,0 0 0 0,0 0 0 16,-5-2 0-16,5 2 0 0,0 0 0 0,0 0 0 0,0 0 0 15,0 0 0-15,0 0 0 0,0 0 0 16,0 0 0-16,0 0 0 0,0 0 0 0,0 0 0 15,0 0 0-15,18-3 0 0,-3 2 0 0,12-4 0 16,5 2 0-16,9-3 0 0,22-4 0 0,3 2 0 0,41-8 0 16,-3 1 0-16,8-5 0 0,7 4 0 15,8-4 0-15,6 5 0 0,2-4 0 0,7 1 0 16,-3-1 0-16,5 5 0 0,1 0 0 0,-8 1 0 0,-3-3 0 16,-6 8 0-16,-5-2 0 0,-6-1 0 0,-8 6 0 15,-1-2 0-15,-7-3 0 0,-2 6 0 0,-2-2 0 16,-33 2 0-16,28-1 0 0,-26 0 0 0,-2 1 0 15,0 1 0-15,-3-2 0 0,-1 2 0 0,-3-2 0 16,-5 3 0-16,-16-3 0 0,0 3 0 0,-6 1 0 16,-3-1 0-16,-6 1 0 0,-3 0 0 0,-7 1 0 15,-1-2 0-15,-1 1 0 0,-2 1 0 0,-7 0 0 16,9 0 0-16,-5 1 0 0,-4-1 0 0,5 2-307 16,-5-2-49-16,0 0-23 0,2 3-19 0,-2-3-58 15,-10 8-62-15,-2-5-446 0,-4 3-1042 0,-3-1 461 16</inkml:trace>
  <inkml:trace contextRef="#ctx0" brushRef="#br0" timeOffset="203134.3852">12686 6730 23 0,'-1'-6'190'0,"1"6"3"15,0 0-5-15,-3-6 2 0,3 6 5 0,-2-3 13 0,2 3 1 16,-3-2 7-16,3 2 11 0,-1-4 12 0,1 4 17 16,0 0 20-16,-4-5 17 0,4 5 15 0,-1-4 9 15,1 4 15-15,-3-3 10 0,3 3 0 0,0-4-1 16,0 4 5-16,-1-5-12 0,1 5 11 0,1-5-4 15,-1 5-6-15,-1-5-12 0,1 5-13 0,0 0-16 16,0-7-16-16,0 7-19 0,0 0-118 0,-2-3-141 16,2 3 0-16,0 0 0 0,0 0 0 0,0 0 0 15,0 0 0-15,0 0 0 0,0 0 0 0,1 16 0 16,-1-7 0-16,1 4 0 0,0 3 0 0,-1 2 0 0,2 3 0 16,-1 4 0-16,0 4 0 0,2-1 0 0,-6 1 0 15,2-2 0-15,2-1 0 0,-2-1 0 16,0-5 0-16,-2 5 0 0,3-7 0 0,-1-2 0 0,-2 3 0 15,2-2 0-15,0 0 0 0,1-2 0 0,-3-1 0 16,2-4 0-16,0 2 0 0,-1-2 0 0,2 0 0 16,-1-4 0-16,1 1 0 0,0-2 0 0,-1-1 0 15,1 0 0-15,0 1 0 0,0-5 0 0,-2 6 0 16,2-6 0-16,2 5 0 0,-2-5 0 0,0 0 0 16,-2 5 0-16,2-5 0 0,0 0 0 0,0 0 0 15,0 0 0-15,0 0 0 0,0 0 0 0,0 0 0 16,0 0 0-16,3-16 0 0,1 10 0 0,0-1 0 15,2-3 0-15,2 0-215 0,2-3-443 0,2 2-562 16,1-3-1322-16,0 0 586 0</inkml:trace>
  <inkml:trace contextRef="#ctx0" brushRef="#br0" timeOffset="203635.7477">12997 6921 403 0,'0'0'416'15,"0"-4"7"-15,0 4-4 0,0 0-11 0,0-7-14 16,0 7-10-16,-3-4-10 0,3 4-13 0,0 0-7 16,0-4-12-16,0 4-11 0,0 0-15 0,-1-4-14 15,1 4-21-15,0-7-2 0,0 4-20 0,1-1-18 16,-1 0-21-16,4-1-20 0,-4 5-22 0,4-5-13 15,-3 1-24-15,3 0-11 0,0 2-11 0,2-1-11 16,-2 2-13-16,1-1-12 0,-1 0-9 0,4-1-11 16,-8 3-6-16,14 2-3 0,-7 0-15 0,2 1 5 15,1 3-6-15,-3 2 0 0,1-1-6 0,-1 0-6 0,1 4-26 16,-2-2 0-16,-1 2 0 0,-1 0 0 0,0-2 0 16,-1 3 0-16,-3-2 0 0,1 1 0 15,-3 1 0-15,-2-1 0 0,0 1 0 0,-3-1 0 0,1-1 0 16,-5-1 0-16,0 1 0 0,-3 0 0 0,0 0 0 15,3-5 0-15,-2-1 0 0,0 1 0 0,2-1 0 16,-1-4 0-16,3-2 0 0,-1 0 0 16,1-1 0-16,0-1 0 0,3-5 0 0,-2 0 0 0,4-3 0 15,0 0 0-15,3-5 0 0,1 1 0 0,1-1 0 16,3-1 0-16,1-1 0 0,4 3 0 0,0-3 0 16,0 2 0-16,5 3 0 0,-1 1 0 0,2 4 0 15,2 0 0-15,-1 1 0 0,2 3 0 0,0 1-23 16,-5 4-444-16,2 1-37 0,-2 1-43 0,1-1-41 15,-4 2-423-15,-1 2-1095 0,2-1 486 0</inkml:trace>
  <inkml:trace contextRef="#ctx0" brushRef="#br0" timeOffset="204060.8988">13294 6901 50 0,'3'-6'455'0,"0"2"17"0,-2-1 1 16,0 3-8-16,2-4-18 0,-1 1-22 0,0 2-21 16,0 0-22-16,-2 3-29 0,5-7-23 0,-2 4-23 15,2-1-29-15,-4 3-23 0,-1 1-20 0,9-3-14 16,-4 1-22-16,-1 1-14 0,-4 1-15 0,14 0-3 16,-9 1-21-16,3-1-19 0,-2 2-6 0,1 0-15 15,-1 3-6-15,3-2-16 0,-1 3 1 0,2 0-9 16,-1 1-7-16,-3 0-2 0,2 0-10 0,1 4-1 15,-4 0-3-15,0-3-3 0,-2 5-17 0,-2-2 24 16,-1 2-35-16,-1-4 15 0,-3 3 12 0,0-2-20 16,0 3 0-16,-3-5-3 0,0 3 9 0,-2-1-12 15,-6-1 0-15,2 2 2 0,1-5 17 0,1 0 10 0,2-2 23 16,-2-1 23-16,-1-2-32 0,3-1-66 16,-1-1 0-16,2 0 0 0,-2-3 0 0,1-4 0 15,0 0 0-15,2-3 0 0,-1-4 0 0,3 2 0 0,0-2 0 16,-3-1 0-16,8-1 0 0,-1 5 0 0,1 0 0 15,0-6 0-15,5 5 0 0,-1 2 0 16,5-2 0-16,-2 2 0 0,2 3 0 0,4 2 0 16,5-1-35-16,1 4-494 0,3 0-63 0,4 0-66 0,-4 1-406 15,9 0-1150-15,0 1 508 0</inkml:trace>
  <inkml:trace contextRef="#ctx0" brushRef="#br0" timeOffset="204419.0155">14074 6804 233 0,'3'-4'588'0,"-1"-1"24"16,2 0 13-16,-1 0 0 0,-2-1-28 0,-1 2-25 0,4-1-35 15,-4 1-25-15,0-1-24 0,0 5-29 16,0-5-29-16,0 5-35 0,-4-4-34 0,4 4-32 15,0 0-36-15,0 0-26 0,0 0-29 0,0 0-208 0,0 0-30 32,0 0 0-32,-18 12 0 0,13-5 0 0,-4 0 0 0,4 1 0 0,-3 2 0 0,0 5 0 0,1 1 0 15,-1 0 0-15,1 0 0 0,-3 2 0 16,2 0 0-16,0-3 0 0,-1 3 0 0,3 1 0 0,-4 4 0 16,0-7 0-16,3 1 0 0,0-2 0 0,0 1 0 15,2-7 0-15,0 2 0 0,1 0 0 0,-2-5 0 16,4 1 0-16,-3-1 0 0,4-1 0 0,-2-1 0 15,1-2 0-15,-1 0-48 0,3-2-387 0,0 0-43 16,0 0-43-16,0 0-33 0,0 0-11 0,0 0-367 16,13-13-1010-16,-10 7 448 0</inkml:trace>
  <inkml:trace contextRef="#ctx0" brushRef="#br0" timeOffset="204685.3428">13899 6913 143 0,'0'-7'290'0,"-1"2"14"0,0-4 38 16,-2 1 23-16,-1-1 41 0,4 2 40 0,-2 4 25 15,-1-5 17-15,-1 2 12 0,4 1 11 0,-1 0 4 16,1 2-4-16,0 3-21 0,-4-5-26 0,-1 2-24 16,5 3-46-16,0 0-30 0,0 0-40 0,0 0-23 0,0 0-179 15,0 0-122-15,17 5 0 0,-8 0 0 0,2 3 0 16,3 1 0-16,-2 1 0 0,3 5 0 0,-2-2 0 16,-1-1 0-16,1 1 0 0,1 1 0 0,-5 1 0 15,4-3 0-15,1-1 0 0,-5 0 0 0,1 2 0 16,-1-3 0-16,0-2 0 0,-4-1 0 0,3 1 0 15,2-2 0-15,-2 0 0 0,0 1 0 0,-3-3 0 16,0-2 0-16,0 1 0 0,0-3-234 0,1 0-214 16,-6 0-31-16,11-5-38 0,-4 3-37 0,1-6-31 15,-2 2-311-15,1-2-971 0,2-2 430 0</inkml:trace>
  <inkml:trace contextRef="#ctx0" brushRef="#br0" timeOffset="204951.407">14304 6836 71 0,'8'-7'340'0,"-7"0"14"0,4 0 48 0,-1 2 19 16,-4-2 32-16,4 3 28 0,-4-1 18 0,3 0 21 0,-1 0-1 16,-2 3 7-16,0 2-14 0,4-5-19 15,-4 5-29-15,0-6-29 0,0 6-38 0,0 0-34 16,0 0-37-16,0 0-33 0,0 0-26 0,0 0-212 0,0 0-55 16,9 13 0-16,-8-6 0 0,2 2 0 0,0 1 0 15,-1 3 0-15,-1 2 0 0,0-4 0 16,-1 5 0-16,2 2 0 0,-2-2 0 0,-2 1 0 15,1 0 0-15,1-5 0 0,-3 4 0 0,5 0 0 0,-2-5 0 16,2 0 0-16,-4 0 0 0,0 0 0 16,1-4 0-16,0-1 0 0,2 0 0 0,-1-1 0 15,0 2 0-15,0-6 0 0,0-1 0 0,3 3-321 0,-3-3-217 32,0 0-60-32,0 0-21 0,19-8-401 0,-11 1-1104 0,-1 0 489 0</inkml:trace>
  <inkml:trace contextRef="#ctx0" brushRef="#br0" timeOffset="205342.3047">14534 6878 5 0,'3'-4'312'16,"-2"1"22"-16,6-1 22 0,-5-1 29 0,2-1 14 15,2 2 5-15,-2-1-6 0,1-1-1 0,2 3-13 16,-2 0-11-16,0-1-14 0,0 1-16 0,-1-2-8 16,0 3-31-16,1-1-17 0,0 3-19 0,-5 0-33 15,10-3-27-15,-6 2-15 0,-4 1-24 0,11 3-18 16,-4-2-17-16,0 4-8 0,0 0-16 0,0 1-13 15,1 3-6-15,-1 1-6 0,0 2-9 0,0-3-7 16,-1 6-5-16,-1-1 1 0,-1-2-8 0,2 0-11 16,-4 0-1-16,-2 1-3 0,0-1-6 0,-2-1 10 15,-3 0-21-15,1 2 7 0,-1-3-7 0,-4-1 5 0,0 5-2 16,-6-6-6-16,2 3-2 0,1-6 7 31,0 0-7-31,3-1 7 0,-4-1 2 0,4-3 29 16,-1 2 2-16,0-4-60 0,2 2 0 0,0-2 0 0,1 0 0 15,1-4 0-15,-1 1 0 0,1-1 0 0,-1-2 0 16,1 2 0-16,2-3 0 0,-1-1 0 0,2 0 0 16,2 1 0-16,1-1 0 0,1 0 0 0,-1 3 0 15,3-1 0-15,1-3 0 0,-3 5 0 0,3-2 0 16,2 2 0-16,-2-3 0 0,1 3-147 0,4-4-275 16,-2 5-55-16,3-2-66 0,-1 3-52 0,-3 1-407 15,4-4-1084-15,-1 2 479 0</inkml:trace>
  <inkml:trace contextRef="#ctx0" brushRef="#br0" timeOffset="205639.9875">14682 6745 348 0,'-5'-5'476'0,"0"1"26"0,0 2 12 16,5 2-6-16,-8-1-15 0,7-2-23 0,1 3-20 0,-6-2-22 15,6 2-32-15,-3-4-22 0,3 4-34 16,0 0-36-16,0-4-28 0,0 4-26 0,0 0-30 16,5-4-23-16,-5 4-18 0,13-1-17 0,-1-3-19 0,-1 3-10 15,2-2-15-15,1 3-19 0,-1-1-7 0,2-1 1 16,-1 0-5-16,0-1-7 0,-1 1 1 0,1-1 0 16,-1 2-7-16,-3-2 5 0,0 2-18 15,-2 0 3-15,0 1-54 0,-3-2-11 0,0 1 0 0,-5 1 0 16,7-1 0-16,-1 0 0 0,-6 1 0 0,3-2 0 15,-3 2-52-15,0 0-183 0,0 0-87 0,4-2-81 16,-4 2-90-16,0 0-91 0,0 0-433 0,4-4-1102 16,-4 4 487-16</inkml:trace>
  <inkml:trace contextRef="#ctx0" brushRef="#br0" timeOffset="206327.5304">15103 6596 234 0,'0'0'322'0,"0"0"-9"15,0 0-10-15,0 0-7 0,-4-3 1 0,4 3-3 16,0 0 0-16,0 0-2 0,0-5-6 0,-2 2-3 15,2 3-12-15,0 0-8 0,0-4-8 0,0 4-7 16,0 0-16-16,0-4-10 0,0 4-9 0,-2-6-10 16,2 6-29-16,4-6-17 0,-4 6-18 0,4-2-15 15,2 0-10-15,-2 0-15 0,1-1-7 0,-1 1-13 16,3 2-9-16,-1-1-6 0,0 0-10 0,2 1-3 16,-2-2-9-16,2 4 1 0,-2-1-12 0,3 2-1 15,-1 0-4-15,-3 0-4 0,-1 0-5 0,6 2-1 0,-6-2-1 16,0 4-1-16,-3-3-4 0,2 3 0 15,-2-1 1-15,-1-1-2 0,0 2-2 0,-1-1-1 16,-3 0-1-16,0 1-3 0,-4-1 5 0,-2 1-13 16,4-1-3-16,-2 0-1 0,-2-1 2 0,6-1 5 0,-1-2-2 15,0 1 6-15,1-2 0 0,0 3 5 0,0-1 1 16,4-3 5-16,-6 3 16 0,6-3 7 0,-3 2 7 16,3-2-13-16,0 0-3 0,0 0-5 0,0 0 3 15,0 0-8-15,0 0 0 0,18-8-4 0,-10 8 1 16,-3-1-3-16,4 1-2 0,-4 1 0 0,4 0-3 15,-1 2-5-15,1 0 3 0,-2 1-3 0,0 1-3 16,-1-3 3-16,-1 3 0 0,3 3 0 0,-4-2-3 16,0 0 5-16,-2 0-2 0,1 2 9 0,-5-2-11 15,1-1 4-15,-1 6 2 0,-2-2-2 0,-3-1-1 16,1 0 4-16,-3-1-3 0,0 0 4 0,-5 2 1 16,5-5-3-16,0 0 0 0,-1 1 4 0,2-3 1 15,3 2 2-15,-3-4 9 0,3 0 8 0,-1 0 10 16,6 0 0-16,-9 2 6 0,9-2-1 0,-8-3-1 15,8 3-5-15,-7-3-6 0,7 3 0 0,-4-4 5 16,1 1-19-16,3 3-11 0,-1-4-25 0,1 4-23 16,0 0-27-16,-3-3-32 0,3 3-29 0,0 0-35 15,0 0-36-15,0-5-45 0,0 5-35 0,0 0-30 16,0 0-35-16,0 0-44 0,0 0-30 0,0 0-34 16,0 0-255-16,0 0-766 0,0 0 339 0</inkml:trace>
  <inkml:trace contextRef="#ctx0" brushRef="#br0" timeOffset="209114.546">9473 8445 190 0,'0'0'368'0,"0"0"6"0,0 0-1 0,0 0 0 15,0 0 7-15,0 0 0 0,0 0 5 0,0 0-4 16,0 0-2-16,0 0-5 0,0 0 2 0,0 0-22 16,0 0-12-16,0 0-9 0,0 0-19 0,0 0-7 15,0 0-12-15,0 0-12 0,0 0-22 0,0 0-26 16,0 0-19-16,11-8-25 0,-4 6-11 0,2-2-10 15,5-1-20-15,-1 1-4 0,6 0-65 0,2-2-81 16,-3 2 0-16,2 0 0 0,-2 0 0 0,1 3 0 16,-4-1 0-16,-2-1 0 0,0 2 0 0,-5 1 0 15,-1 0 0-15,1-1 0 0,-3 2 0 0,-5-1 0 0,10-1 0 16,-10 1 0-16,8-2 0 0,-8 2 0 0,0 0 0 16,0 0 0-16,0 0 0 0,0 0-319 15,-12 10-79-15,6-4-58 0,-2 0-60 0,-1-1-45 0,-1 2-430 16,-4 1-1072-16,5-1 474 0</inkml:trace>
  <inkml:trace contextRef="#ctx0" brushRef="#br0" timeOffset="209426.994">9518 8595 54 0,'-4'3'339'0,"4"-3"22"0,0 0 24 0,0 0 35 15,-1 2 15-15,1-2 16 0,0 0 7 0,0 0 2 16,0 0 1-16,0 0 0 0,0 0-5 0,0 0-8 15,0 0-17-15,0 0-14 0,0 0-15 0,10 3-16 16,-3-3-17-16,-7 0-12 0,14-2-22 0,-4 0-30 16,3 2-305-16,-2-1 0 0,2-1 0 0,6-1 0 15,0 2 0-15,-1-1 0 0,3-1 0 0,-2 2 0 0,0 0 0 16,-3-1 0-16,-3 1 0 0,4 0 0 16,-4 0 0-16,1 1 0 0,-4-1 0 0,-2 1 0 15,-2-2 0-15,2 2 0 0,-8 0 0 0,10-1 0 0,-5 1 0 16,-5 0 0-16,5-1 0 0,-5 1 0 0,0 0 0 15,0 0 0-15,0 0 0 0,0 0 0 0,0 0 0 16,0 0 0-16,0 0 0 0,-17-4 0 16,10 0 0-16,1 1 0 0,0-1-587 0,0 0-681 0,2 1-1372 15,-1-3 607-15</inkml:trace>
  <inkml:trace contextRef="#ctx0" brushRef="#br0" timeOffset="210036.0582">10521 8320 197 0,'-5'-1'503'0,"3"-2"10"15,2 3 2-15,-7-2-6 0,2-1-19 16,5 3-5-16,-4-3-10 0,3-1-15 0,1 4-23 0,-5-5-18 16,4 2-15-16,1 3-16 0,0-8-19 0,0 8-17 15,1-3-15-15,-1 3-22 0,1-6-22 16,-1 6-26-16,3-5-24 0,1 0-23 0,-1 1-220 0,4 1 0 15,-2-1 0-15,1 0 0 0,-1 1 0 0,3-1 0 16,1 1 0-16,5 1 0 0,-5 0 0 0,5 2 0 16,-4 0 0-16,3 2 0 0,1-1 0 0,-1 2 0 15,6 3 0-15,-5 1 0 0,3 3 0 0,-3 0 0 16,0 0 0-16,-4 4 0 0,0-2 0 0,-1 2 0 16,-2 4 0-16,-5 0 0 0,-2-1 0 0,-2 2 0 15,-4-1 0-15,-1 1 0 0,-6 7 0 0,-2-3 0 16,-3-2 0-16,-2-2 0 0,-1 0 0 0,-2-2 0 15,0-3 0-15,5-4 0 0,-2 0 0 0,3-4 0 16,6 1 0-16,-2-3 0 0,1-3 0 0,1 0 0 16,4-1 0-16,-3-2 0 0,4-2 0 0,-2-3 0 15,2-1 0-15,-2-4 0 0,3-2 0 0,0-1 0 16,0-2 0-16,1-3 0 0,1 0 0 0,1 1 0 0,2-5 0 16,0 6 0-16,1 1 0 0,0 0 0 15,2 5 0-15,1 0 0 0,0 2 0 0,1 0 0 16,4-3 0-16,-1 3 0 0,1 2 0 0,-1 3 0 0,4-1 0 15,0 3 0-15,1-2 0 0,1 1 0 0,-1 4 0 16,4 0 0-16,-4 0 0 0,0 3-338 0,4-2-421 16,-3 2-424-16,-1-1-1281 0,2-1 567 15</inkml:trace>
  <inkml:trace contextRef="#ctx0" brushRef="#br0" timeOffset="210473.6191">10937 8368 91 0,'0'0'528'0,"2"3"9"15,-2-3 4-15,0 0-7 0,2 4-20 0,-2-4-28 16,0 0-29-16,0 0-35 0,0 0-26 0,0 0-28 16,0 0-24-16,0 0-22 0,0 0-38 0,-2 6-38 15,2-6-12-15,0 0-22 0,0 0-26 0,2 2-16 0,-2-2-20 16,0 0-17-16,0 0-11 0,0 0-12 0,0 0-10 15,0 0-10-15,1 4-9 0,-1-4 4 16,0 6-15-16,0-6-8 0,-1 4-8 0,1-4-6 0,-2 5-1 16,1-1-15-16,1-4 1 0,-3 6 1 0,3-6-6 15,-1 2 0-15,-1 1-16 0,2-3-12 0,0 0 0 16,0 0 0-16,-2 3 0 0,2-3 0 16,0 0 0-16,0 0 0 0,0 0 0 0,0 0 0 0,0 0 0 15,0 0 0-15,2-12 0 0,-2 12 0 0,2-4 0 16,-2 4 0-16,4-4 0 0,-4 4 0 0,5-3 0 15,-2 2 0-15,-3 1 0 0,0 0 0 0,6-1 0 16,-6 1 0-16,0 0 0 0,0 0 0 0,0 0 0 16,4 5 0-16,-4-5 0 0,0 0 0 0,0 0 0 15,-2 4 0-15,2-4 0 0,0 0 0 0,-3 5 0 16,-2 0 0-16,5-5-133 0,-12 1-102 0,12-1-53 16,-8 2-49-16,8-2-39 0,-11-2-45 0,11 2-57 15,-6-7-57-15,3 5-363 0,3 2-974 0,3-11 431 16</inkml:trace>
  <inkml:trace contextRef="#ctx0" brushRef="#br0" timeOffset="211146.7977">11265 8365 323 0,'-5'-2'513'15,"5"2"11"-15,-9-4 2 0,5 3-8 0,4 1-14 0,-5-2-12 16,5 2-22-16,-5-5-21 0,5 3-20 0,0 2-16 16,-4-3-25-16,4 3-20 0,0-4-23 0,0 4-24 15,0-8-22-15,0 8-24 0,0-7-24 0,0 5-26 16,4-1-23-16,-3-2-18 0,2 2-21 0,-1-1-154 15,5 1-9-15,-3 0 0 0,3 0 0 0,-3 1 0 16,5 1 0-16,-4-1 0 0,4 2 0 0,3-1 0 16,-2 2 0-16,0-1 0 0,0 1 0 0,-2 1 0 15,0 0 0-15,-1 1 0 0,0 1 0 0,-2-1 0 16,0 2 0-16,-1 3 0 0,-2-5 0 0,0 5 0 16,-1-1 0-16,-1-2 0 0,-3 6 0 0,0 1 0 15,-5-3 0-15,-1 4 0 0,-3-5 0 0,0 5 0 16,0-6 0-16,1-1 0 0,-1-1 0 0,3 1 0 15,-1-1 0-15,5 0 0 0,-3-2 0 0,4 0 0 0,0-2 0 16,2 4 0-16,2-5 0 0,-4 1 0 0,4-1 0 16,0 0 0-16,0 0 0 0,0 0 0 0,14-7 0 15,-6 5 0-15,-2 2 0 0,3 0 0 0,0 0 0 16,0 3 0-16,4-4 0 0,-2 2 0 0,0 1 0 16,1 1 0-16,0 1 0 0,-3-2 0 0,2 3 0 15,-1 0 0-15,-1 2 0 0,0-1 0 0,-4 3 0 16,3-2 0-16,-4-1 0 0,1 2 0 0,-4 0 0 15,-2 2 0-15,1-1 0 0,-5 2 0 0,1 0 0 16,-4-2 0-16,-4 4 0 0,-2-4 0 0,-2 1 0 16,1-2 0-16,-2 0 0 0,3 1 0 0,3-3 0 15,-3 0 0-15,2-2 0 0,2-2 0 0,4 0 0 16,-1 2 0-16,2-4 0 0,0 1 0 0,5-1 0 16,0 0 0-16,-10-5 0 0,7 3 0 0,3 2 0 0,-1-7 0 15,5 2 0-15,0-1 0 0,-1 1 0 16,4-3-43-16,2 1-314 0,0 0-60 0,2 0-46 15,-1 1-58-15,6-4-49 0,-1 4-400 0,-3 1-1052 0,2 0 466 16</inkml:trace>
  <inkml:trace contextRef="#ctx0" brushRef="#br0" timeOffset="211490.4787">11665 8381 30 0,'5'-10'478'0,"-1"2"37"15,-4 1 36-15,0 0 20 0,0 1-7 0,4 1-2 16,-4-2-4-16,0 2-3 0,0 1-9 0,-3-1-22 16,3 1-18-16,0 4-31 0,-1-5-35 0,1 5-41 15,0 0-34-15,0 0-39 0,0-5-100 0,0 5-226 16,0 0 0-16,0 0 0 0,0 0 0 0,0 0 0 16,-4 17 0-16,4-10 0 0,0 1 0 0,0 4 0 15,0 0 0-15,0 4 0 0,0 1 0 0,0-1 0 16,-1 1 0-16,-2-5 0 0,3 4 0 0,0-3 0 0,0 3 0 15,-1-1 0-15,-2-2 0 0,2-2 0 16,0 0 0-16,-3 0 0 0,3-3 0 0,1-1 0 16,0 0 0-16,0 0 0 0,0 0 0 0,-3-3 0 0,3 2 0 15,3-3 0-15,-3 1 0 0,0-1 0 0,0-3 0 16,0 0 0-16,10 0 0 0,-10 0 0 16,9-6 0-16,0 0 0 0,1-2 0 0,3-2-240 0,0 2-279 15,0-7-26-15,1 1-21 0,1 0-11 0,3-4-381 16,-5 3-1037-16,0 0 459 0</inkml:trace>
  <inkml:trace contextRef="#ctx0" brushRef="#br0" timeOffset="211866.2543">11887 8375 1217 0,'11'-10'25'0,"-4"1"56"0,1-1 40 16,1 3 37-16,-1-5 45 0,-1 5 44 0,1 0 45 15,-3-2 10-15,2 4 17 0,-4 1 17 0,0-2 17 16,3 4 13-16,-3-3 10 0,-1 0 8 0,1 4 5 16,-2-1-3-16,-1 2 8 0,3-5-5 0,-3 5-12 15,2-4-17-15,-2 4-24 0,0 0-24 0,0 0-32 16,0 0-92-16,0 0-188 0,0 0 0 0,0 0 0 15,0 0 0-15,0 0 0 0,-11 12 0 0,7-6 0 16,-4 1 0-16,2 2 0 0,2 0 0 0,-1 2 0 16,-1 2 0-16,-2 0 0 0,2 0 0 0,-1 4 0 15,3-6 0-15,3 5 0 0,0-4 0 0,1 1 0 0,0-1 0 16,1-1 0-16,3 2 0 0,0-1 0 16,2 0 0-16,-2-2 0 0,10 4 0 0,-5-5 0 15,5 2 0-15,-2-5 0 0,-1-1 0 0,0-2 0 16,0 1 0-16,-1-3 0 0,1 2 0 0,-3-3 0 0,1-2 0 15,-4 1 0-15,4-3 0 0,-6 2 0 16,3-2 0-16,-5 0 0 0,2 0 0 0,-3-2 0 16,0 0 0-16,-3 1 0 0,0-2 0 0,-4 1 0 0,-2 1 0 15,-1 1 0-15,1 3 0 0,-1 1 0 0,0-4 0 16,-2 4 0-16,3 0 0 0,-1 4 0 0,4-3 0 16,-1-1 0-16,2 2 0 0,5-2 0 0,-5 2-164 15,5-2-487-15,0 0-579 0,11 5-1332 0,-11-5 590 16</inkml:trace>
  <inkml:trace contextRef="#ctx0" brushRef="#br0" timeOffset="212382.1416">12337 8361 328 0,'3'-4'485'0,"-2"0"27"0,-1-2 13 0,0 4 9 16,0 2-18-16,0-7-1 0,0 2-17 0,0 5-25 15,0-7-19-15,0 3-23 0,0 4-28 16,0-7-20-16,-1 5-28 0,1 2-28 0,1-5-36 0,2 1-22 16,-3 4-34-16,2-4-15 0,5 3-23 0,-7 1-21 15,9-2-112-15,-2 1-64 0,0 0 0 0,-7 1 0 16,10 0 0-16,-2-2 0 0,0 2 0 0,3 2 0 16,-3-2 0-16,-1 1 0 0,1 1 0 0,-3 0 0 15,1 1 0-15,2 2 0 0,-2-2 0 0,3 5 0 16,-4 0 0-16,-2-1 0 0,-2 1 0 0,1 1 0 15,-1 9 0-15,-2-6 0 0,-2 3 0 0,-1-3 0 16,-4 5 0-16,-2 0 0 0,-1 0 0 0,-3 2 0 16,-4 0 0-16,5-3 0 0,-1-3 0 0,1 0 0 15,-1-1 0-15,5-2 0 0,0-3 0 0,0 0 0 16,4-1 0-16,0-2 0 0,1 0 0 0,0 0 0 16,3-2 0-16,-3 0 0 0,4-2 0 0,-5 3 0 15,5-3 0-15,0 0 0 0,0 0 0 0,9 4 0 16,-9-4 0-16,14-3 0 0,-5 3 0 0,1-1 0 15,3-1 0-15,1 1 0 0,-1-1 0 0,6-1 0 16,-1 0 0-16,2 1 0 0,1-2 0 0,-2 1 0 0,0 0 0 16,2 1 0-16,-2-1 0 0,-4 3 0 0,-6-1 0 15,4-1 0-15,-7 2 0 0,2-1 0 0,-3 1 0 16,-5 0 0-16,10-1 0 0,-10 1 0 0,7-3 0 16,-7 3 0-16,0 0 0 0,0 0 0 0,0 0 0 15,0 0 0-15,0 0 0 0,0 0 0 0,0 0 0 16,0 0 0-16,0 0 0 0,-12-7-533 0,12 7-744 15,3-12-1382-15,7 4 611 0</inkml:trace>
  <inkml:trace contextRef="#ctx0" brushRef="#br0" timeOffset="213041.5183">13362 8219 180 0,'4'-4'556'0,"-4"0"28"0,3 2 29 0,-2-3 29 16,0 2-8-16,3-2-16 0,-4 1-25 0,0 1-24 16,0 3-23-16,1-4-26 0,-1 4-35 0,3-4-45 15,-3 4-43-15,0 0-34 0,0 0-52 0,4-4-171 0,-4 4-140 16,0 0 0-16,2 12 0 0,-1-5 0 0,2 1 0 16,2 3 0-16,-1 0 0 0,0 5 0 15,0-5 0-15,-2 5 0 0,1 1 0 0,2-2 0 0,-1 4 0 16,-2-1 0-16,1-2 0 0,-2 0 0 0,3-4 0 15,-3 5 0-15,-2-7 0 0,5 3 0 0,-3-4 0 16,-1 2 0-16,3-5 0 0,-2 0 0 0,-1 0 0 16,3 1 0-16,-3-3 0 0,3 0 0 0,-3-1 0 15,0-3 0-15,4 3 0 0,-4-3 0 0,9-3 0 16,-2 0 0-16,-1-5 0 0,2 1 0 0,1-3 0 16,-3-1 0-16,4 2 0 0,-1-1 0 0,-1-1 0 15,-2 2 0-15,-1-1 0 0,4 2 0 0,-4 1 0 16,2 0 0-16,-3 2 0 0,-1 0 0 0,1 0 0 15,1 1 0-15,-3 2 0 0,0 0 0 0,-2 2 0 0,5-3 0 16,-5 3 0-16,0 0 0 0,17 5 0 0,-11-1 0 16,-1 3 0-16,3 0 0 0,-3 2 0 15,5 0 0-15,-2 0 0 0,1 0 0 0,0 1 0 0,0-3 0 16,-1 1 0-16,2 2 0 0,-1-1 0 0,0-1 0 16,-2-2 0-16,1 0 0 0,-2-1 0 0,-1-1 0 15,2 0 0-15,-2 0 0 0,0-2 0 0,0 1 0 16,0-3 0-16,0 1 0 0,-5-1 0 0,12-6 0 15,-6 2 0-15,-3-3 0 0,6-1 0 0,-1-5 0 16,-1 0 0-16,1-5 0 0,-2 1 0 0,-2 0 0 0,1-4 0 16,-1 2 0-16,0-2 0 0,-1 1 0 15,0 3 0-15,2 1 0 0,-5 1 0 0,4 3 0 16,-4 1 0-16,1 3 0 0,-1 2 0 0,3-2 0 0,-3 4 0 16,0-1 0-16,0 0 0 0,0 5 0 0,0-5 0 15,0 5 0-15,0-3 0 0,0 3 0 0,0 0 0 16,0 0 0-16,-3 17 0 0,2-8 0 0,1 0 0 15,1 0 0-15,2 2 0 0,-3-2 0 0,5 2 0 16,-5 0 0-16,4 2-274 0,1-3-428 0,-1-1-501 16,2 0-1302-16,-2 1 575 0</inkml:trace>
  <inkml:trace contextRef="#ctx0" brushRef="#br0" timeOffset="213323.3587">13990 8418 236 0,'0'0'365'0,"0"0"20"0,11-1 42 0,-11 1 26 15,1 5 23-15,1-3 8 0,-2-2 6 0,0 0 6 16,0 0-2-16,0 0-4 0,6 1-19 16,-6-1-23-16,0 0-38 0,0 0-33 0,0 0-37 15,0 0-35-15,0 0-32 0,-2 8-21 0,4-2-10 0,-2 1-16 16,2 1-175-16,-2 3-51 0,2-1 0 0,-2 0 0 16,1 4 0-16,1-2 0 0,-2 4 0 0,0 0 0 15,0-5 0-15,-2 0 0 0,4 0 0 0,-2-1 0 16,0-3 0-16,0 0 0 0,0-1 0 0,0 1 0 15,0-3 0-15,0 1 0 0,2 0 0 0,-2-3 0 16,0-2 0-16,0 4 0 0,0-4 0 0,0 0 0 16,0 0 0-16,5-11 0 0,-2 4-28 0,1-4-457 15,2 0-58-15,0-5-66 0,2 0-479 0,-4-3-1179 16,6-10 522-16</inkml:trace>
  <inkml:trace contextRef="#ctx0" brushRef="#br0" timeOffset="213528.9872">14093 8222 236 0,'0'0'518'0,"0"0"31"0,0 0 36 0,0 0 29 15,0 0 0-15,0 0-12 0,0 0-29 0,0 0-36 16,0 0-38-16,0 0-34 0,0 0-38 0,0 0-44 16,0 0-34-16,0 0-36 0,0 0-33 0,-10 2-30 0,10-2-24 15,0 0-55-15,0 0-171 0,0 0 0 0,0 0 0 16,0 0 0-16,0 0 0 0,0 0 0 0,-5 4-85 15,5-4-204-15,0 0-87 0,0 0-89 0,0 0-101 16,-9-2-503-16,9 2-1157 0,0-7 512 0</inkml:trace>
  <inkml:trace contextRef="#ctx0" brushRef="#br0" timeOffset="215749.5164">16814 6265 107 0,'0'0'393'0,"0"0"5"0,4-8 7 15,-4 8-3-15,0 0-12 0,-4-8-8 0,4 8-18 16,-2-4-5-16,0 2-12 0,0-2-12 0,-2 3-14 16,-1-2-13-16,0 0-16 0,0 0-13 0,-6 1-13 15,0-4-8-15,-2 2-16 0,0 3-7 0,-3-5-17 16,-1 4-9-16,-1 1-16 0,-1-2-15 0,2 3-14 16,3-1-10-16,0 2-17 0,0-1-12 0,1 1-11 15,1 1-14-15,-1 1-4 0,1 0-9 0,0 1-12 16,0-3-6-16,1 3-13 0,1 1-1 0,-1-3 0 15,2 4-32-15,3-3-23 0,-2 1 0 0,3-1 0 16,0-3 0-16,0 2 0 0,1 0 0 0,4-2 0 16,-9 5 0-16,5-3 0 0,4-2 0 0,-5 3 0 0,5-3 0 15,0 0 0-15,-4 1 0 0,4-1 0 16,0 0 0-16,0 0 0 0,-4 2 0 0,4-2 0 16,0 0 0-16,0 0 0 0,0 0 0 0,0 0 0 15,0 0 0-15,0 0 0 0,0 0 0 0,0 0 0 0,-3 3 0 16,3-3 0-16,-2 8 0 0,2-3 0 0,-1 1 0 15,1 3 0-15,-4 2 0 0,3 1 0 16,-2 0 0-16,3 7 0 0,-1 2 0 0,1 6 0 16,1 3 0-16,-1 2 0 0,0 2 0 0,3 1 0 0,-3 1 0 15,0 11 0-15,0 0 0 0,0-1 0 0,-4-12 0 16,0 16 0-16,3 0 0 0,-3-2 0 0,2-14 0 16,-1 2 0-16,0-4 0 0,0 3 0 0,-2-3 0 15,2-3 0-15,2 0 0 0,1-4 0 0,-1-5 0 16,2-1 0-16,-1-1 0 0,1-2 0 0,2-4 0 31,0 2 0-31,-3-4 0 0,2 1 0 0,0-4 0 0,-2 0 0 0,1 1 0 0,3-3 0 0,-4 2 0 16,2-2 0-16,0-1 0 0,-1 0 0 0,2-1 0 15,-3 1 0-15,0-4 0 0,5 6 0 0,-1-2 0 16,-3-2 0-16,6 0 0 0,-1-1 0 0,0 1 0 0,5-1 0 16,0-1 0-16,3 0 0 0,4 0 0 0,3 0 0 31,-1-1 0-31,0 1 0 0,0-2 0 0,3 1 0 0,6 1 0 0,-10-2 0 0,0 1 0 0,2 1 0 15,-8-1 0-15,-2-1 0 0,3 1 0 0,-1 1 0 16,-3-1 0-16,0 0 0 0,-3 1 0 0,-7 0 0 31,10 0 0-31,-5 0 0 0,-5 0 0 0,0 0 0 0,8 0 0 0,-8 0 0 0,5 1 0 16,-5-1 0-16,0 0 0 0,0 0 0 0,0 0 0 0,0 0 0 31,5-5 0-31,-5 5 0 0,0 0 0 0,0-4 0 16,2 0 0-16,-3-2 0 0,-1-3 0 0,3-1-788 15,-2-6-447-15,2-1-1335 0,1-10 590 0</inkml:trace>
  <inkml:trace contextRef="#ctx0" brushRef="#br0" timeOffset="216249.994">17103 6477 30 0,'0'-4'391'0,"0"4"1"0,-1-7 8 0,1 1-4 16,-3 3-6-16,6-2-5 0,-6 1-6 0,2-1-8 15,-2 0-5-15,3 5 0 0,-1-5-13 0,1 0-11 16,-2 1-7-16,2 4-7 0,-2-7-5 0,2 7-14 16,-1-4-13-16,-2 2-6 0,3 2-21 0,0 0-15 15,0-7-13-15,0 7-11 0,0 0-17 0,0 0-12 16,0 0-15-16,3-4-31 0,-3 4-155 0,0 0 0 16,0 0 0-16,0 0 0 0,0 0 0 0,0 0 0 15,3 17 0-15,-1-6 0 0,2-1 0 0,0 6 0 16,-3 2 0-16,5-1 0 0,-2 3 0 0,0-1 0 15,1 6 0-15,-1-7 0 0,0 2 0 0,-3 0 0 16,2-2 0-16,1 3 0 0,-1-3 0 0,0 2 0 16,-2-2 0-16,-1-2 0 0,3 0 0 0,-3-1 0 15,0-3 0-15,0 0 0 0,0-3 0 0,-3 1 0 0,3-3 0 16,3 0 0-16,-3-2 0 0,1 0 0 0,0 0 0 16,1-2 0-16,-2-3 0 0,2 5 0 15,-2-5 0-15,3 1 0 0,-3-1 0 0,0 0-403 0,10-9-104 16,-4 4-46-16,-1-3-54 0,-3-2-414 0,-2-1-1104 15,-2-5 488-15</inkml:trace>
  <inkml:trace contextRef="#ctx0" brushRef="#br0" timeOffset="216609.285">17086 6506 70 0,'0'-6'352'0,"0"0"34"0,0 1 25 0,0-2 18 0,3 2 9 16,-3-1-10-16,1 0-7 0,1 0-18 0,0 1-21 15,2-1-27-15,0 0-29 0,-2 0-12 0,10 1-33 16,-3 2-21-16,0-1-13 0,2 1-13 0,2 0-20 16,2 3-23-16,2 0-16 0,2 4-17 0,0 2-8 15,2-1-13-15,-1 0-6 0,-1 4-5 0,3 0-16 16,1 2-1-16,-5 0 8 0,1 0 2 0,-1 0-4 16,-4 4-9-16,-2-2 4 0,0-1-15 0,-1 4-6 15,-2-4-2-15,-4 1-1 0,-2 3-57 0,1 0-29 16,-4-1 0-16,0 1 0 0,-5 0 0 0,-2-1 0 15,-2 0 0-15,-4 1 0 0,-6 6 0 0,-3-4 0 16,3-1 0-16,-3-1 0 0,-2-1 0 0,7-5 0 16,-1 4 0-16,4-4 0 0,0-8 0 0,4 4 0 15,3-3 0-15,2 2 0 0,-2-3 0 0,3-1 0 16,0 1 0-16,0 2 0 0,2-1 0 0,-1-2 0 16,3-1 0-16,0 0 0 0,0 0 0 0,0 0 0 15,0 0 0-15,0 0-347 0,21-10-67 0,-9 7-56 16,-1 0-66-16,6 0-51 0,-4 1-387 0,6 0-1053 15,-1-1 467-15</inkml:trace>
  <inkml:trace contextRef="#ctx0" brushRef="#br0" timeOffset="216968.8728">17625 6796 145 0,'0'-5'439'0,"1"2"40"0,0-1 23 15,-1 4 18-15,-2-7-1 0,-1 1-4 0,2 3-19 16,1-1-6-16,0 4-17 0,-3-6-17 0,3 6-21 16,-1-6-28-16,1 6-33 0,0 0-32 0,-1-3-31 15,1 3-32-15,0 0-25 0,0 0-32 0,0 0-20 16,0 0-11-16,0 0-51 0,-3 18-140 0,3-9 0 16,0 0 0-16,-1 3 0 0,1 2 0 0,0 4 0 15,0-1 0-15,0-4 0 0,1 5 0 0,0 2 0 16,-1-1 0-16,-1 0 0 0,-3-1 0 0,7 0 0 15,-1 1 0-15,-2-3 0 0,2 2 0 0,-1-2 0 16,-2-4 0-16,1 1 0 0,0-1 0 0,0-5 0 16,0 3 0-16,0-2 0 0,0-1 0 0,1-2 0 15,-1-1 0-15,1-1 0 0,0 1 0 0,-1 0 0 16,0-4-299-16,2 4-122 0,-2-4-48 0,0 0-52 16,0 0-34-16,0 0-37 0,2-16-297 0,-2 10-964 15,0-4 427-15</inkml:trace>
  <inkml:trace contextRef="#ctx0" brushRef="#br0" timeOffset="217328.1665">17590 6840 225 0,'1'-9'335'0,"1"0"15"0,-1 2 14 0,0 1 12 16,0-4 15-16,-1 2-3 0,3-1-9 0,1 0-9 15,-4 3-6-15,2-1-16 0,-2 0-12 0,4 2-21 0,0-2-16 16,0 0-15-16,-2 3-19 0,4-2-20 0,-1 0-17 15,2 3-23-15,-2-3-22 0,2 3-4 16,-2 0-24-16,1-1-18 0,1 3-2 0,0 0-20 16,-3-1-7-16,-4 2-12 0,10 0-7 0,-3 2-4 0,-2 0-9 15,3 1-12-15,-1 1 9 0,-2-1-23 0,4 1 9 16,-5 0-18-16,2 1 0 0,1 1-9 0,-4 0 7 16,0 3-13-16,2-4-11 0,-5 0 15 0,3 3 4 15,-6-2-3-15,2 5 7 0,-4-3-8 0,-3 2 11 16,3-3-7-16,-3 2-7 0,-3 0 4 0,2-1-1 15,0-1-30-15,-2-2 0 0,0 5 0 0,4-5 0 16,-5-1 0-16,6 1 0 0,1-4 0 0,-2 3 0 16,2-3 0-16,1 0 0 0,-2 1 0 0,6-2 0 15,-6-4 0-15,6 4-161 0,-3-4-65 0,3 0-66 16,4-2-71-16,0 1-72 0,5-3-83 0,1 1-62 16,3-4-356-16,5 4-1014 0,1 0 448 0</inkml:trace>
  <inkml:trace contextRef="#ctx0" brushRef="#br0" timeOffset="217578.2816">18070 6690 121 0,'-3'-4'433'0,"3"1"43"15,0 3 27-15,-3-4 10 0,1 0-14 0,2 4-26 16,-2-7-28-16,1 3-27 0,2 1-32 0,-1 3-38 15,2-8-39-15,1 4-32 0,1 0-31 0,1 0-15 16,4 1-40-16,3-2-37 0,-2 0-35 0,2 3-38 0,0 1-37 16,-2-1-39-16,0 0-41 0,-2 2-37 15,1-1-45-15,-1 1-43 0,-3 1-41 0,0 0-28 16,3 0-22-16,-3 2-31 0,-5-3-25 0,4 6-45 16,-3-5-21-16,-1 2-273 0,0-3-702 0,-4 8 311 15</inkml:trace>
  <inkml:trace contextRef="#ctx0" brushRef="#br0" timeOffset="217765.5668">18079 6743 73 0,'-2'4'287'16,"1"0"14"-16,-2-2 17 0,3-2 29 0,-1 5 21 15,1-5 13-15,0 0 7 0,0 0-2 0,0 0-17 0,0 0-33 16,0 0-31-16,0 0-31 0,0 0-23 0,15-6-30 16,-6 3-25-16,-3 2-22 0,2-1-14 15,0-1-19-15,1 0-41 0,-3 1-45 0,-1-1-53 16,2 1-55-16,2-2-58 0,2-1-55 0,-2 3-46 0,-4-2-54 15,4 2-71-15,0-4-62 0,-4 2-250 0,4 1-701 16,1-2 310-16</inkml:trace>
  <inkml:trace contextRef="#ctx0" brushRef="#br0" timeOffset="218031.1769">18325 6620 8 0,'2'-5'393'0,"-2"5"27"16,6-2 52-16,-6 2 20 0,2-4 15 0,-2 4-8 15,3-2-14-15,-3 2-3 0,0 0-6 0,0 0-16 16,0 0-13-16,7-3-30 0,-7 3-35 0,0 0-29 16,0 0-35-16,0 0-33 0,0 0-18 0,3 7-18 15,1-2-19-15,-2-1-17 0,2 1-21 0,1 1-48 16,-3-1-144-16,0 3 0 0,2-2 0 0,-2 4 0 16,0-3 0-16,0-1 0 0,-2 6 0 0,0-4 0 15,-2-1 0-15,2 3 0 0,-2-2 0 0,-3 2 0 16,2-2 0-16,-1 4 0 0,-2-4 0 0,0 0 0 15,-2-1 0-15,0 1-89 0,4-2-308 0,-4-1-52 16,1 2-50-16,-1-3-55 0,4-1-50 0,4-3-330 16,0 0-1010-16,-8 2 447 0</inkml:trace>
  <inkml:trace contextRef="#ctx0" brushRef="#br0" timeOffset="218782.1559">18800 6654 115 0,'-4'-4'387'0,"3"1"18"16,-3 0 23-16,2-1 8 0,-1-1 10 0,1 1 3 16,0 0 14-16,0-1-13 0,0 1-1 0,2 0-8 15,0 4-3-15,0-10-18 0,0 8-16 0,0 2-12 16,-1-4-18-16,1 4-26 0,0 0-29 0,1-5-28 15,-1 5-30-15,0 0-30 0,0 0-27 0,0-4-164 16,0 4-40-16,0 0 0 0,0 0 0 0,0 0 0 0,8 11 0 16,-5-7 0-16,1 1 0 0,-2 1 0 15,-1 0 0-15,6 2 0 0,-3 1 0 0,2 0 0 16,-5-2 0-16,3 1 0 0,0-2 0 0,-3 1 0 0,3-1 0 16,0 1 0-16,-2-2 0 0,2 0 0 0,-3 0 0 15,2-1 0-15,1 0 0 0,-3 0 0 16,-1-2 0-16,0-2 0 0,4 4 0 0,-4-2 0 15,0-2 0-15,0 0 0 0,8 0 0 0,-8 0 0 0,7-5 0 16,-3 2 0-16,1-3 0 0,-1 0 0 0,4-2 0 16,-3 1 0-16,4-2 0 0,-1-2 0 0,-2 4 0 15,2-2 0-15,-1 1 0 0,0-1 0 16,-3 3 0-16,2-1 0 0,-1 2 0 0,1 2 0 0,-2-2 0 16,0 0 0-16,-1 3 0 0,-3 2 0 0,3-4 0 15,0 3 0-15,-3 1 0 0,0 0 0 0,4-2 0 16,-4 2 0-16,0 0 0 0,6 5 0 0,-1-1 0 15,-2 2 0-15,-1-1 0 0,2 0 0 0,0 3 0 16,-1-2 0-16,-1 1 0 0,2 1 0 0,0 0 0 16,2-3 0-16,-5 1 0 0,3-1 0 0,-2 3 0 15,0-1 0-15,0-4 0 0,0 1 0 0,3 0 0 16,-5 0 0-16,4-1 0 0,-3-2 0 0,-1-1 0 16,5 3 0-16,-5-3 0 0,4 3 0 0,-4-3 0 15,0 0 0-15,13-9 0 0,-8 4 0 0,5-3 0 16,-3 3 0-16,-1-3 0 0,2-2 0 0,1 3 0 0,-3-2 0 15,1 1 0-15,-1-1 0 0,-1 1 0 0,1 1 0 16,-2 2 0-16,0 0 0 0,-1 2 0 16,-1-2 0-16,2 3 0 0,-1 0 0 0,-3 2 0 15,4-3 0-15,-4 3 0 0,2-3 0 0,-2 3 0 0,0 0 0 16,0 0 0-16,0 0 0 0,10 6 0 0,-7-2 0 16,-2 3 0-16,2-2 0 0,-1-1 0 0,1 4 0 15,-1-2 0-15,1 0 0 0,-1 0 0 16,2 0 0-16,1 1 0 0,-3-1 0 0,-1-1 0 0,3 0 0 15,-2 1 0-15,2-2 0 0,-4 1 0 0,1-3-65 16,-1-2-309-16,4 7-38 0,-2-4-29 0,-2-3-58 16,2 2-64-16,-2-2-411 0,0 0-1053 0,0 0 467 15</inkml:trace>
  <inkml:trace contextRef="#ctx0" brushRef="#br0" timeOffset="219470.7327">19306 6585 234 0,'4'-2'312'0,"-4"2"14"0,4-3 25 16,-4 3 33-16,3-3 16 0,-3 3 11 0,1-4 4 16,-1 4 10-16,0 0-4 0,0 0-1 0,0 0 3 15,4-2-18-15,-4 2-16 0,0 0-17 0,0 0-21 16,0 0-29-16,0 0-27 0,0 0-28 0,0 0-26 16,0 0-25-16,0 0-24 0,0 0-23 0,0 0-18 15,0 0-16-15,5 9-10 0,-4-5-86 0,1 1-39 16,1 2 0-16,0-3 0 0,-2 3 0 0,2 0 0 15,0-1 0-15,-1 1 0 0,2-1 0 0,-2 1 0 16,1-2 0-16,2 0 0 0,-3 1 0 0,1 0 0 16,-1-1 0-16,1-1 0 0,-1 0 0 0,1 0 0 15,-2-2 0-15,2 2 0 0,0-3 0 0,-3-1 0 16,3 3 0-16,-3-3 0 0,0 0 0 0,0 0 0 16,0 0 0-16,9-5 0 0,-5 0 0 0,0-2 0 15,0 3 0-15,0-1 0 0,-1-1 0 0,1-1 0 16,3-2 0-16,0 1 0 0,-2 1 0 0,-1-2 0 0,1 5 0 15,2-2 0-15,-1-1 0 0,-3 3 0 0,-1-1 0 16,2 0 0-16,1 3 0 0,-3-1 0 16,0 0 0-16,-2 3 0 0,6-5 0 0,-6 5 0 15,3-1 0-15,-3 1 0 0,0 0 0 0,0 0 0 0,9 6 0 16,-8-4 0-16,0 2 0 0,6 0 0 0,-6 1 0 16,2-1 0-16,-2 1 0 0,0 2 0 0,4-1 0 15,-2-3 0-15,-2 4 0 0,3-3 0 0,-3 0 0 16,3 1 0-16,0-2 0 0,-1 1 0 0,-1-2 0 15,1 1 0-15,-2 0 0 0,-1-3 0 0,5 3 0 16,-5-3 0-16,5 2 0 0,-5-2 0 0,8 0 0 16,-8 0 0-16,8-4 0 0,-3 2 0 0,1 0 0 15,-1-2 0-15,0 1 0 0,0-2 0 0,3-1 0 16,-2 1 0-16,2-2 0 0,-2 2 0 0,-2 0 0 16,1-2 0-16,2 3 0 0,-4 1 0 0,1-2 0 15,2 0 0-15,-4 3 0 0,-1-2 0 0,3 3 0 0,0-1 0 16,-4 2 0-16,3-4 0 0,-3 4 0 15,0 0 0-15,3-3 0 0,-3 3 0 0,0 0 0 16,0 0 0-16,8 7 0 0,-5-4 0 0,-1 1 0 16,2-2 0-16,0 5 0 0,-1-2 0 0,0-1 0 0,2 2 0 15,-1-1 0-15,0-1 0 0,-3 0 0 16,3 1 0-16,0-2 0 0,-3 0 0 0,2 0 0 16,-2 0-217-16,-1-3-110 0,3 5-44 0,-3-5-62 15,0 0-80-15,0 0-73 0,0 0-372 0,0 0-1037 0,6-12 459 16</inkml:trace>
  <inkml:trace contextRef="#ctx0" brushRef="#br0" timeOffset="221050.6227">20320 6481 356 0,'4'-4'495'0,"-4"4"16"0,7-1 6 0,-7 1 2 0,0 0-28 16,5 0-17-16,-5 0-18 0,0 0-19 16,8-3-20-16,-8 3-24 0,0 0-28 0,0 0-27 0,0 0-31 15,0 0-28-15,1-3-35 0,-1 3-23 0,0 0-32 16,0 0-13-16,0 0-19 0,0 0-18 0,0 0-29 15,0 0-38-15,0 0-44 0,0 0-56 0,0 0-58 16,-12 7-61-16,12-7-68 0,0 0-65 0,-7 2-74 16,7-2-68-16,-6 3-69 0,3-1-58 0,3-2-305 15,-2 2-924-15,2-2 409 0</inkml:trace>
  <inkml:trace contextRef="#ctx0" brushRef="#br0" timeOffset="221332.1937">20393 6700 169 0,'0'0'415'0,"2"4"26"0,-2-4 31 0,0 6 19 15,0-6 3-15,0 3-4 0,0-3-13 0,0 0-15 16,4 3-9-16,-4-3-18 0,0 0-25 0,0 0-20 0,0 4-27 16,0-4-5-16,0 5-11 0,0 1-16 15,0-2-25-15,0 1-21 0,0 1-21 0,0 0-20 16,0 1-150-16,0 0-94 0,-1 3 0 0,-2-2 0 0,3 2 0 15,-1-3 0-15,-3 5 0 0,4-2 0 16,-4 5 0-16,3-6 0 0,1 1 0 0,-4 0 0 16,0 0 0-16,-2-1 0 0,2 2 0 0,4-5 0 15,-4 1 0-15,-1 0 0 0,-3-2 0 0,3 0 0 0,-1-3-340 16,-2 1-149-16,1-4-56 0,7 1-41 0,-9-2-453 16,1-1-1125-16,6-1 498 0</inkml:trace>
  <inkml:trace contextRef="#ctx0" brushRef="#br0" timeOffset="222489.7372">21064 6353 212 0,'-3'-6'341'0,"2"4"11"16,-2-3 4-16,3 0 12 0,-1 1 10 0,2-1 16 16,-2-1-3-16,-2 1-2 0,3 0 3 0,0 1-11 15,-1-2-4-15,1 2 0 0,-1-1-4 0,1 5-6 16,1-8-15-16,-1 4-4 0,0 4-9 0,-1-8-12 15,-3 4-15-15,4 4-18 0,0-2-20 0,0 2-24 16,0 0-23-16,0 0-207 0,-1-4-20 0,1 4 0 16,0 0 0-16,0 0 0 0,0 0 0 0,0 0 0 15,1 17 0-15,3-6 0 0,-2 6 0 0,5 6 0 16,-6 1 0-16,3 4 0 0,1-2 0 0,-1 1 0 16,0 3 0-16,-2-1 0 0,2-4 0 0,-2 2 0 15,1 1 0-15,-2-1 0 0,2-1 0 0,0-2 0 16,-2-6 0-16,-1 2 0 0,1-1 0 0,0-1 0 15,1 2 0-15,-4-2 0 0,4-2 0 0,-4-4 0 16,4 0 0-16,-1-1 0 0,-1 2 0 0,0-6 0 16,-1 0 0-16,2 1 0 0,-1-1 0 0,0-2 0 15,1 0 0-15,-2 0 0 0,4-2 0 0,-3-3 0 16,1 4 0-16,-1-4 0 0,0 6 0 0,0-6 0 16,1 2 0-16,-1-2 0 0,0 0 0 0,0 0 0 15,0 0 0-15,9-9-110 0,-9 4-434 0,2-1-73 0,1-4-537 16,-2 1-1249-16,-1-3 552 0</inkml:trace>
  <inkml:trace contextRef="#ctx0" brushRef="#br0" timeOffset="222912.0494">20968 6442 94 0,'-2'-11'348'15,"2"0"12"-15,2 1 17 0,0-4 4 0,0 2 1 16,0-1-6-16,2-2-4 0,-1 1-11 0,5 0-21 16,0 0-14-16,1-2-12 0,5 2-15 0,0-2-9 15,-1 5-20-15,5-1-18 0,0 2-13 0,-2 2-10 16,5 2-22-16,6 0-13 0,-7 1-15 0,1 3-20 16,0 1-8-16,-3 1-16 0,0 2 3 0,-1 2-24 15,-3 0-8-15,-3 0-7 0,1 2 3 0,-2 2-17 16,-1 0-3-16,-1-1-14 0,-1 4-9 0,-2-4-4 15,0 8-4-15,-6-3-1 0,1 1 1 0,-2 2-9 16,-4 1 1-16,-5 1 8 0,2-2-14 0,-8 5-4 16,2-4 10-16,-8 5-5 0,4-4-1 0,-4 2 2 15,-3-5-5-15,3 1-1 0,5-5-3 0,2 0-1 16,0-2-22-16,1-1-7 0,5-1 0 0,1-1 0 16,1-3 0-16,3 1 0 0,0-1 0 0,1 1 0 15,-1 0 0-15,5-3 0 0,-4 2 0 0,4-2 0 16,-6 2 0-16,6-2 0 0,0 0-25 0,0 0-135 15,0 0-47-15,0 0-43 0,18-7-56 0,-7 3-57 16,1 4-45-16,-2 0-60 0,8-1-49 0,-4 1-398 16,0 1-990-16,0 0 437 0</inkml:trace>
  <inkml:trace contextRef="#ctx0" brushRef="#br0" timeOffset="223177.4412">21479 6625 258 0,'0'0'505'15,"0"-7"16"-15,0 7 6 0,-1-5-12 0,2 1-25 0,-1-2-32 16,4 3-38-16,-2-1-23 0,-2-1-37 0,8-2-38 16,0 1-33-16,1 0-23 0,1-1-31 0,1 3-21 15,2-1-18-15,-3 1-26 0,-1 0-18 0,0 1-16 16,3-1-20-16,-6 2-35 0,2 1-36 15,-1 1-42-15,0 0-46 0,-1 0-42 0,-6 0-46 0,11 1-49 16,-4 3-48-16,-4-3-26 0,-3 3-22 0,0-4-29 16,-7 8-38-16,2-2-28 0,-3-3-13 0,-1 3-296 15,-3 1-735-15,0 0 325 0</inkml:trace>
  <inkml:trace contextRef="#ctx0" brushRef="#br0" timeOffset="223349.301">21466 6650 203 0,'-5'6'73'0,"0"0"44"15,-3-4 41-15,6 2 38 0,-2 0 34 0,0-1 30 16,1 1 34-16,3-4 39 0,-2 4 24 0,2-4 25 15,0 0 15-15,-3 3 1 0,3-3-9 0,0 0-6 16,12 0-23-16,-7 0-4 0,-5 0-23 0,19-2-28 16,-6 1-26-16,0-1-30 0,0 0-24 0,6-1-22 15,-3 2-24-15,2-2-19 0,-5 2-20 0,2 0-28 16,-2-1-41-16,2 1-59 0,-4-1-49 0,1 2-62 16,-3-2-60-16,-1 1-64 0,-3 0-75 0,4 0-55 15,-5-1-74-15,2 1-61 0,-2-2-357 0,1 2-916 16,2 0 405-16</inkml:trace>
  <inkml:trace contextRef="#ctx0" brushRef="#br0" timeOffset="225208.9629">21796 6538 185 0,'-2'-7'409'0,"2"7"22"0,2-4 16 0,-2 4 1 0,0 0 8 16,0 0 0-16,1-5-7 0,-1 5-11 0,0 0-8 15,0 0-12-15,0-4-13 0,0 4-15 0,0 0-18 16,0 0-26-16,0 0-26 0,0-3-26 0,0 3-23 16,0 0-24-16,0 0-29 0,0 0-23 0,0 0-22 15,0 0-19-15,0 0-13 0,9 10-43 0,-4-2-98 16,-1-2 0-16,2 4 0 0,1 0 0 0,0 1 0 15,-3-1 0-15,2 2 0 0,2 3 0 0,-4-4 0 16,-3 2 0-16,2 2 0 0,-3-4 0 0,-3 0 0 16,0 2 0-16,0-1 0 0,-4-1 0 0,0 0 0 15,-1-4 0-15,-4 4 0 0,-1-4 0 0,-4 2-103 16,6-2-267-16,-1-2-58 0,1 0-59 0,-1-3-63 16,4 1-48-16,0-3-345 0,1 2-1021 0,2-2 452 15</inkml:trace>
  <inkml:trace contextRef="#ctx0" brushRef="#br0" timeOffset="225694.9173">22329 6391 265 0,'-4'-15'465'0,"0"2"30"0,3 0 6 0,-3 2 0 0,-1 1-12 16,1-1-1-16,0 2 5 0,4-2 11 16,-1 5-12-16,-3-3-5 0,2 3-5 0,0 0-15 15,2 1-17-15,-1 2-20 0,-2 0-26 0,3 3-26 0,-1-4-32 16,1 4-292-16,0-6-54 0,0 6 0 0,0 0 0 15,0 0 0-15,0 0 0 0,0 0 0 16,0 0 0-16,0 18 0 0,0-3 0 0,1-1 0 0,-1 4 0 16,-1 0 0-16,2 7 0 0,-4 1 0 0,1 0 0 15,2-1 0-15,0 1 0 0,0-2 0 0,-2-5 0 16,-1 8 0-16,2-6 0 0,-3-2 0 0,0 7 0 16,0-8 0-16,1-1 0 0,1-2 0 0,-2-1 0 15,3 1 0-15,-3-3 0 0,1-2 0 0,3 1 0 16,0-2 0-16,-2 2 0 0,1-6 0 0,1 1 0 15,-1-1 0-15,1-1 0 0,-1 0 0 0,2 1 0 16,-1-5 0-16,2 5 0 0,-2-5 0 0,5 3 0 16,-5-3 0-16,7 1 0 0,-7-1-453 0,0 0-91 15,11-4-52-15,-6-1-30 0,-2-1-370 0,3-3-1078 16,-1 1 477-16</inkml:trace>
  <inkml:trace contextRef="#ctx0" brushRef="#br0" timeOffset="226116.649">22429 6500 238 0,'8'-7'375'0,"1"-3"12"0,-1-3 40 0,-1 4 18 16,-2 0 17-16,0-2-1 0,-2 1 10 0,3 1 13 15,-4 2 14-15,3 2-5 0,-5-1-2 0,4-1-13 16,-3 5-20-16,2-2-27 0,-3 1-32 16,0 3-34-16,1-5-36 0,-1 5-34 0,0-5-91 0,0 5-204 15,0 0 0-15,0 0 0 0,0 0 0 0,-9 13 0 16,5-7 0-16,-1 4 0 0,-1 0 0 0,-3 2 0 15,1 2 0-15,-1 1 0 0,0-1 0 0,-3 2 0 16,0-2 0-16,-1 2 0 0,3-1 0 0,-1-3 0 16,-1 2 0-16,3-6 0 0,3 3 0 0,-1-5 0 15,0 2 0-15,-1-3 0 0,4-2 0 0,0-1 0 16,3 3 0-16,-3-3 0 0,4-2 0 0,0 0 0 16,0 4 0-16,0-4 0 0,0 0 0 0,0 0 0 15,13 1 0-15,-5-2 0 0,-8 1 0 0,18 1 0 16,-8-1 0-16,3 1 0 0,-3 0 0 0,0 1 0 15,3-2 0-15,-2 2 0 0,-2 0 0 0,5 2 0 16,-6-1 0-16,2 0 0 0,0-1 0 0,-2 0 0 16,-3 1 0-16,3-2 0 0,-2 2 0 0,-2-2 0 15,1 1 0-15,-1-1 0 0,1 1 0 0,-2-1 0 16,-3-1 0-16,5 3 0 0,0-2 0 0,-5-1 0 16,0 0 0-16,5 2 0 0,-5-2 0 0,0 0-239 15,0 0-261-15,9-2-72 0,-9 2-58 0,8-4-412 16,-4 0-1128-16,2 1 498 0</inkml:trace>
  <inkml:trace contextRef="#ctx0" brushRef="#br0" timeOffset="226790.5908">22688 6511 19 0,'4'-4'373'0,"-2"-1"20"0,2-1 34 15,-1 0 30-15,-1 1 27 0,2 1 12 0,-3-1 17 0,2-1-1 16,-2 1-2-16,-1 1 1 0,5 1-11 0,-5-1-16 15,0 4-24-15,4-5-12 0,-4 3-36 0,0 2-28 16,0 0-38-16,0 0-33 0,0-5-164 16,0 5-149-16,0 0 0 0,0 0 0 0,0 0 0 0,0 0 0 15,0 0 0-15,0 0 0 0,0 12 0 0,1-5 0 16,-2 0 0-16,1 2 0 0,-3 0 0 0,2 1 0 16,1 2 0-16,-2-2 0 0,2 3 0 0,-3-1 0 15,3 1 0-15,-1-2 0 0,1 1 0 0,-3-2 0 16,3 1 0-16,-1-2 0 0,1-3 0 0,0 1 0 15,0 0 0-15,0-2 0 0,0 0 0 0,1 0 0 16,-1-2 0-16,4 0 0 0,-4-3 0 0,-1 4 0 16,1-4 0-16,0 0 0 0,0 0 0 0,15-4 0 15,-11 0 0-15,5-3 0 0,-3 0 0 0,-2 1 0 16,5-3 0-16,-4 1 0 0,3-1 0 0,1 2 0 16,-4-2 0-16,0 3 0 0,0-1 0 0,0 1 0 0,-1 2 0 15,1-1 0-15,-1 2 0 0,1 0 0 16,-3 1 0-16,-2 2 0 0,2-5 0 0,-2 5 0 15,3-4 0-15,-3 4 0 0,0 0 0 0,9 1 0 16,-9-1 0-16,10 6 0 0,-4 0 0 0,1-2 0 0,4 2 0 16,-3-1 0-16,3 1 0 0,-4 1 0 0,3-2 0 15,0 3 0-15,-1-3 0 0,1 0 0 0,-1 0 0 16,0 0 0-16,-5-3 0 0,1 0 0 16,-1 1 0-16,-4-3 0 0,6 1 0 0,-6-1 0 0,9-4 0 15,-5 1 0-15,-1-2 0 0,2-2 0 0,-3 1 0 16,2-5 0-16,-4-1 0 0,0 1 0 15,0-6 0-15,-1 0 0 0,-2 1 0 0,2-1 0 0,-4-1 0 16,4 0 0-16,-3 2 0 0,0 1 0 0,0 0 0 16,3 1 0-16,-3 4 0 0,0-2 0 0,0 2 0 15,-1 1 0-15,2 1 0 0,1 2 0 0,1 0 0 16,-2 2 0-16,2-2 0 0,-2 2 0 0,3 1 0 16,-1-1 0-16,1 4 0 0,-2-4 0 0,2 4 0 15,0 0 0-15,-3-3 0 0,3 3 0 0,0 0 0 16,0 0 0-16,0 0 0 0,0 0 0 0,1 11 0 15,-1-6 0-15,4 0 0 0,-4-1 0 0,4 2-291 16,-4 2-257-16,1-3-49 0,3 1-37 0,0 0-387 16,1-4-1104-16,-1 3 488 0</inkml:trace>
  <inkml:trace contextRef="#ctx0" brushRef="#br0" timeOffset="228166.6064">24238 6397 171 0,'0'0'408'0,"-2"-6"26"0,2 6 18 16,2-5 14-16,-2 5 5 0,-2-7 3 0,4 4-6 16,-2 3 5-16,0-6 1 0,0 2-11 0,0 4-11 15,0-6-19-15,0 3-24 0,0 3-25 0,0 0-36 16,1-4-33-16,-1 4-32 0,0 0-28 0,0 0-30 15,0 0-23-15,0 0-71 0,0 0-131 0,0 0 0 16,4 13 0-16,-4-8 0 0,4 3 0 0,-4 2 0 16,1 1 0-16,2 1 0 0,-2-2 0 0,-1 2 0 15,0 1 0-15,4-1 0 0,-3 1 0 0,-2 1 0 16,1-1 0-16,0 0 0 0,0-3 0 0,-4-1 0 16,4 0 0-16,0-3 0 0,0 1 0 0,0 1 0 15,0-4 0-15,0-1 0 0,0 1 0 0,0-4 0 16,0 6 0-16,0-6 0 0,0 0 0 0,4 2 0 0,-4-2 0 15,0 0 0-15,0 0 0 0,6-15 0 16,-2 7 0-16,4 1 0 0,-3-2 0 0,1 2 0 0,1-4 0 16,-1 1 0-16,6-3 0 0,-2-1 0 15,-4 5 0-15,3-4 0 0,-2 5 0 0,0 0 0 0,0 0 0 16,-3 2 0-16,1 1 0 0,0 1 0 0,-1 0 0 16,-1 0 0-16,1 2 0 0,-4 2 0 0,3-4 0 15,-3 4 0-15,0 0 0 0,0 0 0 0,14 5 0 16,-10 0 0-16,3 1 0 0,-4 0 0 0,3 1 0 15,-3 2 0-15,1 1 0 0,2-1 0 0,-3 1 0 16,4 0 0-16,-7-3 0 0,4 0 0 0,-3 0 0 16,3-1 0-16,-4-1 0 0,0 2 0 0,4-3 0 15,-4 1 0-15,1-2 0 0,-1-3 0 0,4 5 0 16,-4-3 0-16,0-2 0 0,0 0 0 0,2 3 0 16,-2-3 0-16,0 0 0 0,12-10 0 0,-4 2 0 15,-4 2 0-15,2-2 0 0,3-1 0 0,-4 1 0 16,4 1 0-16,0-3 0 0,-1 3 0 0,1-1 0 15,-3 1 0-15,-2 3 0 0,4-1 0 0,-3 1 0 16,-2 1 0-16,1 1 0 0,-4 2 0 0,7-1 0 16,-7 1 0-16,0 0 0 0,10 5 0 0,-1-2 0 0,-4 3 0 15,5 1 0-15,-5-2 0 0,3 3 0 16,-3 0 0-16,-2-2 0 0,3 3 0 0,-3 0 0 16,-1-2 0-16,3 0 0 0,-3-1 0 0,3 1 0 15,-3-2 0-15,-1 0 0 0,2 0 0 0,-3 1 0 0,1-3 0 16,-1 1 0-16,4-2 0 0,-4-2 0 0,0 0 0 15,2 5 0-15,-2-5 0 0,0 0 0 16,0 0-364-16,0 0-129 0,0 0-64 0,-2-25-63 16,-2 14-407-16,0-6-1111 0,1 0 492 0</inkml:trace>
  <inkml:trace contextRef="#ctx0" brushRef="#br0" timeOffset="228432.2422">24389 6138 425 0,'0'0'569'0,"0"0"25"16,0 0 21-16,0 0 18 0,0 0 3 0,0 0-7 16,0 0-18-16,0 0-19 0,0 0-19 0,0 0-31 15,0 0-31-15,0 0-32 0,0 0-41 0,0 0-94 16,0 0-344-16,0 0 0 0,0 0 0 0,0 0 0 15,0 0 0-15,0 0 0 0,0 0 0 0,0 0 0 16,0 0 0-16,0 0 0 0,0 0 0 0,0 0 0 16,0 0 0-16,0 0 0 0,0 0 0 0,0 0 0 15,0 0-226-15,0 0-469 0,0 0-517 0,0 0-1313 16,0 0 581-16</inkml:trace>
  <inkml:trace contextRef="#ctx0" brushRef="#br0" timeOffset="229199.3576">23542 6298 8 0,'0'0'400'0,"0"0"19"0,0 0 21 16,0 0 19-16,0 0 10 0,0 0-1 0,0 0 3 0,0 0-1 15,0 0 6-15,0 0-15 0,0 0-10 0,0 0-10 16,0 0-12-16,0 0-23 0,0 0-19 16,0 0-14-16,0 0-27 0,0 0-22 0,0 0-20 15,0 0-115-15,0 0-189 0,0 0 0 0,0 0 0 0,0 0 0 16,0 0 0-16,0 0 0 0,0 0 0 0,0 0 0 15,0 0 0-15,0 0 0 0,0 0 0 0,0 0 0 16,0 0 0-16,0 0 0 0,-9-9 0 16,9 9 0-16,0 0 0 0,0 0 0 0,0 0 0 0,0 0 0 15,0 0 0-15,0 0 0 0,0 0 0 0,0 0 0 16,0 0 0-16,0 0 0 0,0 0 0 0,0 0 0 16,0 0 0-16,0 0 0 0,0 0 0 0,0 0 0 15,0 0 0-15,0 0 0 0,0 0 0 0,0 0 0 16,0 0 0-16,0 0 0 0,0 0 0 0,0 0 0 15,0 0 0-15,0 0 0 0,0 0 0 0,0 0 0 16,0 0 0-16,0 0 0 0,0 0 0 0,0 0 0 16,0 0 0-16,0 0 0 0,0 0 0 0,0 0 0 15,0 0 0-15,-5 8 0 0,1-6 0 0,4-2 0 16,-5 5-1366-16,1-1-1478 0,-1-1 654 0</inkml:trace>
  <inkml:trace contextRef="#ctx0" brushRef="#br0" timeOffset="229527.2732">23498 6543 249 0,'0'0'291'15,"0"0"-4"-15,0 0-5 0,0 0-6 0,0 0 3 0,1 2-4 16,-1-2 14-16,0 0 11 0,0 0 2 15,0 0 16-15,0 0 0 0,0 0 4 0,0 0 2 16,0 0-3-16,0 0-10 0,0 0-1 0,0 0-13 16,7 1-10-16,-7-1-15 0,0 0-10 0,5 3-2 0,-5-3-8 15,8 4-6-15,-6-1-13 0,3-2-16 0,-2 4-12 16,1-2-14-16,-2 2-10 0,1-1-13 16,-1 1-102-16,3 0-66 0,-5 2 0 0,2-1 0 0,-2-1 0 15,0 3 0-15,-2 2 0 0,-3-1 0 0,2 0 0 16,-4 0 0-16,-1 0 0 0,1-1 0 0,-3 0 0 15,1 1 0-15,-3-2-37 0,1 0-429 16,-1-2-106-16,-2 1-614 0,5-2-1286 0,0-1 569 0</inkml:trace>
  <inkml:trace contextRef="#ctx0" brushRef="#br0" timeOffset="230449.8448">25341 6493 224 0,'0'0'378'0,"0"0"-1"0,5-3 18 0,-5 3-12 16,0 0-8-16,5-1-1 0,-5 1-5 0,4-3-5 15,-4 3-16-15,10-2-19 0,-6 1-7 0,0 0-27 0,1-2-21 16,0 1-24-16,2 1-22 0,-1-2-28 0,2 2-13 15,-3-1-23-15,1 0-14 0,-1 0-14 16,3 1-13-16,-3-1-24 0,0-1-39 0,0 2-37 16,-5 1-53-16,5-2-55 0,2 1-61 0,-7 1-63 0,5-2-64 15,-5 2-56-15,0 0-58 0,0 0-50 0,5 5-319 16,-5-5-818-16,0 0 363 0</inkml:trace>
  <inkml:trace contextRef="#ctx0" brushRef="#br0" timeOffset="230653.1401">25387 6570 321 0,'0'0'350'0,"0"0"20"0,4 2 17 0,-4-2 14 15,0 0 3-15,6 2-8 0,-6-2-17 0,0 0-20 16,9-1-30-16,-9 1-28 0,8-1-30 0,-8 1-20 16,5-1-31-16,1 0-26 0,-1-1-26 0,-5 2-51 15,8-3-51-15,-3 3-63 0,0 0-51 0,3-2-71 16,-2 0-60-16,0-2-61 0,-3 3-72 0,6-3-62 15,-1 1-296-15,-2 0-724 0,1 1 320 0</inkml:trace>
  <inkml:trace contextRef="#ctx0" brushRef="#br0" timeOffset="231185.1338">26117 6191 309 0,'0'0'318'0,"-1"-6"-8"0,1 6-7 16,-3-3-3-16,3 3 1 0,0 0-27 0,-1-5 2 16,1 5-26-16,0 0-25 0,1-5-18 15,-1 5-1-15,0 0 42 0,0 0 35 0,0 0 23 16,0 0-7-16,-3-5-9 0,3 5-3 0,0 0 6 0,0 0-10 15,-4-2-14-15,4 2-17 0,0 0-8 0,0 0-3 16,0 0-18-16,0 0-12 0,0 0-11 0,0 0-20 16,0 0-14-16,0 0 18 0,0 0 9 15,-1 17 5-15,0-9-136 0,2-1-62 0,-1 3 0 0,-1 1 0 16,1 0 0-16,0 3 0 0,-1 3 0 0,1 0 0 16,-3-1 0-16,3 0 0 0,-1-1 0 0,-2 1 0 15,2 1 0-15,-1-2 0 0,-1-1 0 16,-1 2 0-16,-1-1 0 0,2-2 0 0,1-1 0 0,-1 0 0 15,-2-2 0-15,3 2 0 0,-2-3 0 0,3-1 0 16,-1-2 0-16,2 1 0 0,0-2 0 0,0 1 0 31,3-2 0-31,-1 0 0 0,1-1-364 0,-2 2-117 0,-1-5-54 0,7 2-42 0,-5 1-462 0,-2-3-1127 16,0 0 499-16</inkml:trace>
  <inkml:trace contextRef="#ctx0" brushRef="#br0" timeOffset="231497.5559">25910 6424 213 0,'0'0'462'0,"-8"-2"21"16,8 2 22-16,0 0-6 0,0 0-3 0,-8 0-8 15,8 0-8-15,0 0-10 0,0 0-14 0,-4-2-13 16,4 2-11-16,0 0-14 0,0 0-14 15,0 0-16-15,0 0-17 0,0 0-15 0,0 0-19 0,0 0-24 16,0 0-136-16,0 0-177 0,0 0 0 0,0-5 0 16,0 5 0-16,8-4 0 0,-3-1 0 0,2 3 0 15,3-3 0-15,3 1 0 0,3-3 0 16,2 3 0-16,1-2 0 0,-2 1 0 0,5 0 0 0,-2 0 0 16,-2 2 0-16,3 1 0 0,-2-2-48 0,0 3-462 15,-4 1-73-15,3-3-59 0,-6 3-426 0,-1 0-1157 16,-1 0 511-16</inkml:trace>
  <inkml:trace contextRef="#ctx0" brushRef="#br0" timeOffset="232169.4415">26307 6385 123 0,'0'0'442'16,"0"0"27"-16,0 0 17 0,0 0 8 0,0 0-10 15,0 0-26-15,0 0-24 0,0 0-22 0,0 0-14 16,0 0 8-16,0 0-28 0,0 0-10 0,5-8-22 16,-5 8-25-16,0 0-19 0,0 0-31 0,0 0-18 15,0 0-25-15,0 0-20 0,0 0-22 0,0 0-28 16,0 0-26-16,0 0-3 0,0 0-21 0,0 0-10 16,10 7-12-16,-7-3-73 0,1-1-13 0,1 1 0 15,-1 3 0-15,0-3 0 0,0 3 0 0,1-2 0 16,-3 6 0-16,-1-5 0 0,3 5 0 0,-4-5 0 15,-2 1 0-15,0 2 0 0,-1 0 0 0,-4-1-42 16,1 1-23-16,1-3-2 0,-4 0-2 0,0 0 5 16,4-3 3-16,-2 0-3 0,1 0 7 0,1-1 7 15,-3-3 9-15,3 2 3 0,5-1 8 0,-10-2 5 16,5-1 2-16,2 0 5 0,-1-3 19 0,7 0 16 16,-6 0 4-16,6-1-5 0,-2-4 12 0,4 2 6 15,-1-1-6-15,4-1 2 0,3-3 0 0,-3 7 0 16,4-6 21-16,-2 4-23 0,0 2 3 0,0-1-16 15,3 5 2-15,0-2 1 0,1 1-7 0,-3 2 0 16,2 3-5-16,2-1 3 0,-3 1 1 0,2 5-6 16,-4 0-3-16,-1-1-6 0,1 2 2 0,-1 2 2 0,-1 1 7 15,-4-1-6-15,0 2-2 0,1-1-10 16,-3-1-3-16,-1 2-7 0,1-2-15 0,-4-1-1 16,2-2-6-16,-3 3-7 0,-1-2-8 0,1-3 0 0,1 1 3 15,-1 0 13-15,1-3-5 0,-1 2 12 0,3-4 2 16,0 0 2-16,0 0 16 0,0 0 17 15,0 0 17-15,5-13 6 0,-1 4 1 0,-1 2 8 16,5-1 9-16,0-1 9 0,4-3-7 0,0 0 14 0,0 3-5 16,-3 0 6-16,1 0 5 0,2 3 6 0,-1 0-10 15,-1 1-2-15,-2 1-6 0,-1 1-4 0,-1-1-4 16,0 4-9-16,-1 0-8 0,-5 0-19 0,13 4-8 16,-9 1 0-16,2-3 0 0,-1 3 0 0,-1 3 0 15,0-2 0-15,0 3 0 0,-3-2 0 0,2 2 0 16,-2 1 0-16,-1-3 0 0,3-1 0 0,-3 0 0 15,0 0-116-15,1 0-82 0,-1-1-70 0,1-1-59 16,-1 0-59-16,3-2-67 0,-3-2-87 0,9 1-445 16,-9-1-1065-16,11-3 472 0</inkml:trace>
  <inkml:trace contextRef="#ctx0" brushRef="#br0" timeOffset="232544.1891">26881 6333 106 0,'1'-4'348'16,"-1"-1"13"-16,-1 1 13 0,1-1 18 0,1 1 3 16,-1 0-3-16,0 0 5 0,0 4-12 0,0-5-5 15,0 5-8-15,0-5-7 0,0 5-20 0,0 0-28 16,0 0-22-16,0 0-6 0,-1-4-44 0,1 4-30 16,0 0-11-16,0 0-15 0,0 0-12 0,-13 9-12 15,8-1-6-15,1-3-24 0,0 1-16 0,-1 3-14 16,1-1-6-16,1 2-16 0,-1-1 10 0,0-1-26 15,4 1-3-15,-2-2 5 0,0 1-22 0,2-2 1 16,2 3-5-16,-2-3-7 0,2 3 4 0,-1-6-9 16,2 4 3-16,-1-1-11 0,2-1 5 0,0 1 6 15,-1-2-15-15,-1 0 0 0,2 0-2 0,0 1-4 16,-3-1-2-16,-1-2 1 0,2 1 0 0,-2-3-9 16,2 4 0-16,-2-4 2 0,0 0-2 0,1 5 0 15,-1-5-1-15,-5 4 2 0,1-1-4 0,-3-2 0 16,0 0-37-16,-3 1-19 0,1 0-32 0,-4-1-23 15,-1 2-34-15,4-2-43 0,-3 0-41 0,6-1-41 16,-1 1-51-16,8-1-34 0,-15 0-42 0,8 0-53 16,3-2-60-16,4 2-329 0,-4-4-910 0,4 4 403 0</inkml:trace>
  <inkml:trace contextRef="#ctx0" brushRef="#br0" timeOffset="232919.3897">27157 6143 83 0,'8'-16'421'0,"-2"-11"25"16,2 13 25-16,-1-2 9 0,0 0 7 0,-5 5-12 0,4 1-11 16,-4-1-4-16,3 0 10 0,-2 2-5 0,-1 3-4 15,-1-1-13-15,3 2-18 0,-4 0-20 0,3 1-23 16,-2 0-29-16,-1 4-26 0,3-5-28 0,-3 5-30 15,-1-3-209-15,1 3-65 0,0 0 0 0,0 0 0 16,-4 14 0-16,0-3 0 0,-4 14 0 0,1 1 0 16,0 5 0-16,-2 2 0 0,-6 13 0 15,3 2 0-15,5 2 0 0,-5 3 0 0,3 1 0 0,4-1 0 16,-9 4 0-16,5-4 0 0,-1 0 0 0,-4-2 0 16,1 0 0-16,0 0 0 0,3-1 0 0,-2-1 0 15,1-1 0-15,0-16 0 0,0 4 0 0,0-3 0 16,1 0 0-16,1-3 0 0,-1-3 0 0,3-7 0 15,2-6 0-15,1 0 0 0,0-3 0 0,2 0 0 16,0-4-162-16,5-3-541 0,-2 0-518 0,-1-4-1323 16,8 1 585-16</inkml:trace>
  <inkml:trace contextRef="#ctx0" brushRef="#br0" timeOffset="233623.8361">27327 6446 298 0,'0'0'358'0,"0"0"7"0,0 0-3 0,0 0-14 32,-4-3-1-32,4 3-18 0,0 0-11 0,0 0-12 0,0 0-7 0,0 0-17 0,0 0-10 0,3-7-14 15,-3 7-9-15,1-3-6 0,-1 3-6 0,3-4-15 16,-2 0-10-16,4-1-20 0,-1 0-13 0,1-4-11 16,3 0-16-16,1 0-3 0,2-3-6 0,1-1-10 15,3 0-11-15,-2-2-9 0,-2 1-3 0,2 0-9 16,-1-2-2-16,0 3-6 0,-3-3-1 0,0 1-10 15,1 2-1-15,-6 1-6 0,0 1-3 16,-3 0-15-16,1 1-4 0,0-1-3 0,-2 2-10 0,0-1 2 16,0 4-11-16,-4 0-4 0,4 0-6 0,-1 2 4 15,-2-1-2-15,0 2-13 0,3 3 0 0,-8-1-7 16,8 1 1-16,-15 5 0 0,8 3 7 16,3 2-8-16,-4-1-7 0,1 5 12 0,1 3-1 0,2-1 4 15,1 3-10-15,-2 0 2 0,1 1 4 0,2-1-2 16,1 2-3-16,-1 4 1 0,1-6 5 0,1-1 3 15,0 2-2-15,1-2-9 0,1-2 3 0,0 2 0 16,-2-6 3-16,1 0-4 0,1-1 0 0,-1-2-1 16,-1 1-6-16,1-4 1 0,2 1 5 0,-2-2-8 15,1 0-1-15,0-2 4 0,0 0 2 0,0 0 4 16,-2-3 2-16,7 2-4 0,-7-2 4 0,14-3-3 16,-9-1 5-16,3-2-2 0,1 0 1 0,1-1 12 15,-1-1 4-15,0-1 1 0,-1 1 23 0,2-1-2 16,-5 4 23-16,3-2-49 0,-3 1-17 0,1 2 0 15,-2 0 0-15,1-2 0 0,-1 4 0 0,0-1 0 16,-1 1 0-16,-3 2 0 0,5-2 0 0,-5 2 0 0,4-5 0 16,-4 5 0-16,0 0 0 0,0 0 0 15,8 9 0-15,-5-6 0 0,1 1 0 0,-2 1 0 16,1-1 0-16,1 1 0 0,-2 0 0 0,2 1 0 0,0-1-67 31,0 0-203-31,0 0-49 0,0 0-49 0,1 0-48 16,0-2-62-16,5 0-77 0,-4-1-398 0,3-3-1033 15,-2 0 456-15</inkml:trace>
  <inkml:trace contextRef="#ctx0" brushRef="#br0" timeOffset="233983.0791">27797 6372 32 0,'0'0'339'0,"2"-5"24"0,-2 5 3 0,1-4 14 16,-1 0 1-16,0 4-4 0,0 0-13 0,4-3-13 15,-4 3-19-15,0 0-18 0,0 0-24 0,0 0-18 16,1-4-20-16,-1 4-26 0,0 0-25 0,0 0-18 16,0 0-15-16,0 0-21 0,0 0-14 0,0 0-12 15,0 0-16-15,9 7-15 0,-6-3-7 0,0 1-10 16,1 0-5-16,1 1-9 0,-2 3-6 0,2 0-12 16,0 0-5-16,-2 1-11 0,1 1-13 0,-2-3-6 15,1 2-9-15,-2-3-9 0,1-1-8 0,0-1-6 16,0 0-2-16,-3 0 0 0,2 0 2 0,-1-2 6 15,0-3 5-15,1 4 3 0,-1-4 4 0,0 0 8 16,0 0 7-16,0 0 12 0,0 0 11 0,0 0 1 16,-3-12 1-16,1 5 1 0,4-2-2 0,-2-1-4 15,2-1-3-15,1 2-2 0,-1-3-3 0,5 0-2 16,2-2-5-16,0 3-1 0,-2-2-4 0,2 4-8 16,-1 0-22-16,2 1-29 0,-3 0-46 0,2 3-46 15,-1-1-49-15,4 1-56 0,-3 1-54 0,-1 2-59 16,2 1-63-16,0 1-329 0,-1-1-815 0,4 0 361 15</inkml:trace>
  <inkml:trace contextRef="#ctx0" brushRef="#br0" timeOffset="234609.1293">28015 6031 63 0,'-4'-10'494'0,"-1"0"-1"0,1 1 10 16,0-1-4-16,-1 6-18 0,2-4-16 15,1 2-23-15,-1 2-20 0,-1-3-23 0,7 4-9 16,-6-1-18-16,3-2-25 0,0 6-19 0,-3-5-29 16,0 4-26-16,3 1-21 0,0-5-22 0,0 5-24 0,0-7-23 15,0 7-15-15,0-4-18 0,0 4-15 16,6-2-14-16,-2-1-19 0,3 0-8 0,-2 3-8 15,0-4-7-15,1 3-8 0,2 0-27 0,-2 0-44 0,2-2 0 16,-2 2 0-16,3 0 0 0,-1 1 0 0,-3-3 0 16,2 3 0-16,1-2 0 0,-3 1 0 0,1-1 0 15,1 2 0-15,-3 0 0 0,4-1 0 16,-8 1 0-16,11-2 0 0,-11 2 0 0,5 2 0 0,-5-2 0 16,0 0 0-16,6 1 0 0,-6-1 0 0,3 3 0 15,0 2 0-15,-2 1 0 0,4 5 0 0,-1 5 0 16,1 2 0-16,-1 7 0 0,1 5 0 0,-3-1 0 15,1 5 0-15,2 13 0 0,-2-14 0 0,-2 3 0 16,0 14 0-16,2-1 0 0,-2-13 0 0,-1 9 0 16,3-8 0-16,-2-2 0 0,2-3 0 0,-2 0 0 15,0-1 0-15,-1 0 0 0,3-2 0 0,-2-1 0 16,2-4 0-16,-6 2 0 0,3-7 0 0,0 0 0 16,0-1 0-16,0 0 0 0,0-2 0 0,0 1 0 15,0-1 0-15,3-6 0 0,-6-1 0 0,7 0 0 16,-4-2 0-16,1-2 0 0,1 2 0 0,-2-1 0 15,0-1 0-15,0-2 0 0,0-3 0 0,0 6 0 0,0-3 0 16,0-3 0-16,0 0 0 0,0 0 0 16,-2 4 0-16,2-4 0 0,-5 3 0 0,1 2 0 15,-1-4 0-15,-4 0 0 0,-5 2 0 0,-4-1 0 16,-3 0 0-16,-9-2 0 0,3 0 0 0,-3 5 0 0,2-4 0 16,-2 2 0-16,0-1 0 0,1 3 0 15,3 0 0-15,5-2-1366 0,3 1-1478 0,4-3 654 16</inkml:trace>
  <inkml:trace contextRef="#ctx0" brushRef="#br0" timeOffset="237437.7649">2122 10119 163 0,'-1'-7'437'16,"1"5"8"-16,0-5 5 0,0 7-1 0,0-7-1 16,-3 4-9-16,3-1-13 0,0 4-7 0,-1-8-9 15,1 5-11-15,0 3-8 0,0-5-11 0,0 5-8 16,0 0-20-16,-2-7-19 0,2 7-23 0,0 0-22 16,-2-5-22-16,2 5-24 0,0 0-23 0,0 0-26 15,0 0-14-15,0 0-24 0,0 0-129 0,0 0-26 16,0 0 0-16,2 15 0 0,-4-7 0 0,4 2 0 15,0 2 0-15,-4 3 0 0,0 1 0 0,4 1 0 16,-2 2 0-16,-2-2 0 0,2 3 0 0,0-1 0 16,0 1 0-16,-1 0 0 0,1-1 0 0,-4-1 0 15,3 0 0-15,-2-2 0 0,3 1 0 0,-2-1 0 16,1-5 0-16,-2 1 0 0,3-1 0 0,-3-4 0 16,3 2 0-16,-1-3 0 0,1 0 0 0,0-2 0 15,0 1 0-15,-2-1 0 0,2 1 0 0,0-5 0 16,-2 4 0-16,2-4 0 0,0 0 0 0,0 0 0 15,0 0 0-15,0 0 0 0,0 0 0 0,0 0 0 16,0 0 0-16,0 0 0 0,0 0 0 0,0 0 0 16,8-13 0-16,-7 8-290 0,2 1-223 0,-3 4-30 15,2-6-29-15,1 1-19 0,-3 5-356 0,5-4-1027 16,-5 4 455-16</inkml:trace>
  <inkml:trace contextRef="#ctx0" brushRef="#br0" timeOffset="237765.7025">1961 10502 88 0,'-7'3'348'16,"-2"0"21"-16,0 0 19 0,1-1 7 0,-1 3 7 15,0-3 12-15,4 1 6 0,-3 0 16 0,2-3 1 16,1 2-2-16,1-1-5 0,4-1-14 0,-8 1-6 16,4 2-20-16,4-3-14 0,0 0-27 0,0 0-17 15,-8 1-28-15,8-1-23 0,0 0-27 0,0 0-15 0,0 0-18 16,0 0-164-16,0 0-57 0,0 0 0 0,0 0 0 15,0 0 0-15,0 0 0 0,26-3 0 0,-9 3 0 16,0-1 0-16,6 2 0 0,3-3 0 16,3 2 0-16,-8-1 0 0,5 1 0 0,2 0 0 0,-8 0 0 15,2-2 0-15,-4 1 0 0,-4 1 0 0,-2 0 0 16,-6 1 0-16,4-1 0 0,-3 2 0 0,-7-2 0 16,10 0 0-16,-5 0 0 0,-5 0 0 15,9-2 0-15,-9 2 0 0,0 0 0 0,5-1 0 0,-5 1 0 16,1-2 0-16,-1 2 0 0,0-5 0 0,0 5-304 15,-4-7-236-15,4 7-56 0,-7-8-51 0,0 2-371 16,1-1-1102-16,1 2 488 0</inkml:trace>
  <inkml:trace contextRef="#ctx0" brushRef="#br0" timeOffset="238046.8851">1923 10193 363 0,'-1'-7'503'0,"-2"1"23"16,-1 0 22-16,3 0 1 0,-2 0-12 0,2 1-15 16,1-1-21-16,0 1-13 0,-1-2-22 0,1 3-24 15,0-2-24-15,1-2-29 0,0 4-30 0,3-3-33 16,0 3-29-16,1-6-30 0,4 3-25 0,4 0-26 16,2 0-25-16,2 1-150 0,2-2-41 0,3 5 0 15,-2 0 0-15,7-4 0 0,-7 3 0 0,2 2 0 16,0-1 0-16,1 0 0 0,-6 0 0 0,0 2 0 15,3 0 0-15,-2-1 0 0,-5-1 0 0,0 3 0 16,1 0 0-16,-3 2-112 0,-1-5-213 0,1 1-55 16,-2 0-55-16,-1-1-59 0,1-1-65 0,2 3-422 15,-3-2-1063-15,4-1 470 0</inkml:trace>
  <inkml:trace contextRef="#ctx0" brushRef="#br0" timeOffset="238390.588">2511 10000 244 0,'0'0'407'0,"0"0"31"0,7-5 16 0,-5 3 35 16,-2 2 24-16,1-6 17 0,-1 6 10 0,-1-9 1 16,-1 4 2-16,1 1-5 0,-1-1-12 0,-1-1-13 15,3 6-38-15,-4-6-22 0,2 3-38 0,2 3-32 16,0 0-194-16,0 0-189 0,-9-2 0 0,9 2 0 16,-9 8 0-16,5 1 0 0,-4 2 0 0,1 4 0 15,-4 10 0-15,4 0 0 0,-3 8 0 0,4-3 0 16,0 4 0-16,2 1 0 0,-5 10 0 0,5-10 0 15,-2 13 0-15,3-1 0 0,0-1 0 0,0 0 0 16,2 0 0-16,-2-10 0 0,2-1 0 0,1 13 0 16,-4-15 0-16,2 3 0 0,2-2 0 0,0-4 0 15,-3 1 0-15,6 1 0 0,-3-6 0 0,-3 1 0 16,3-8 0-16,3-1 0 0,-6-7 0 0,3 2 0 16,0-3 0-16,0-3 0 0,0-1 0 0,0 0 0 15,0-2 0-15,0 1 0 0,0-2 0 0,0-3 0 16,3 6 0-16,-3-6 0 0,0 0 0 0,0 0 0 15,0 0 0-15,0 0 0 0,0 0 0 0,6-12 0 16,-5 2-727-16,2-3-517 0,-3 1-1348 0,-3-5 596 16</inkml:trace>
  <inkml:trace contextRef="#ctx0" brushRef="#br0" timeOffset="238593.6485">2292 10628 329 0,'-1'-9'463'0,"-2"2"26"16,3 1 52-16,0 0 36 0,3-1 36 0,-3 1 15 15,1 0-6-15,3 1-25 0,-4 0-27 0,1-3-41 0,3 2-42 16,-3-1-44-16,8 0-42 0,0-1-46 0,5-1-36 16,2 1-91-16,3-2-228 0,-2 5 0 15,3-2 0-15,0 1 0 0,0-1 0 0,1 3 0 16,1-1 0-16,0 0 0 0,-3 2 0 0,0-1 0 0,0 0-293 16,-2 0-193-16,-4 0-107 0,1 1-544 0,-4-4-1231 15,-1 3 544-15</inkml:trace>
  <inkml:trace contextRef="#ctx0" brushRef="#br0" timeOffset="239268.1392">3738 10324 36 0,'0'-5'404'0,"1"1"7"0,-1-3 12 0,0 2-3 0,1-1 7 15,-1-4-1-15,0 4 7 0,3-1 2 0,-1-4-5 16,0 3-5-16,0-3-15 0,2 0-10 0,-1 3-10 15,0-2-21-15,1 2-25 0,0 1-18 0,0-1-22 16,1 1-24-16,0 0-19 0,-1 1-26 0,2-3-21 16,1 3-20-16,4 0-19 0,-1 3-156 0,2-1-19 15,2 0 0-15,-5 3 0 0,1 0 0 0,3 1 0 16,-3 1 0-16,4 0 0 0,-6 2 0 0,5 2 0 16,-1 0 0-16,-3 2 0 0,0 1 0 0,0 0 0 0,-5 2 0 15,3 2 0-15,-6 0 0 0,0 4 0 16,0 2 0-16,-4 0 0 0,-1-1 0 0,-8 7 0 15,2-8 0-15,-4 5 0 0,-5-3 0 0,-3 0 0 16,3-1 0-16,1-3 0 0,3-2 0 0,-1-3 0 16,3-2 0-16,2-3 0 0,1-1 0 0,1 1 0 15,-3-4 0-15,3-4 0 0,0 0 0 0,2-4 0 16,-2-1 0-16,6-2 0 0,-2-5 0 0,0-2 0 0,5-3 0 16,3-4 0-16,3 0 0 0,-2-1 0 0,1 7 0 15,4 1 0-15,-3 0 0 0,5 2 0 0,-4 1 0 16,6 2 0-16,0 2 0 0,-1 4 0 0,0 2 0 15,7-1-197-15,-6 5-272 0,-3 0-41 0,3 2-41 16,-3 2-35-16,2 0-394 0,-7 1-1062 0,0-1 471 16</inkml:trace>
  <inkml:trace contextRef="#ctx0" brushRef="#br0" timeOffset="239660.6431">3702 10430 211 0,'0'0'415'15,"0"0"6"-15,0 0 5 0,0 0 0 0,0-10-11 0,0 10-18 16,6-9-19-16,-4 3-19 0,3 1-18 0,1-2-8 16,-1 3-19-16,0-4-17 0,3 3-24 15,-2 2-23-15,1-4-20 0,2 2-23 0,0 2-18 16,3 0-18-16,-3 0-20 0,0 2-13 0,4 1-12 0,-1 0-15 16,0 4-12-16,-1-2-4 0,1 2-11 0,0 3-9 15,2 1-7-15,-5-1-5 0,1 3-3 0,-1 0-5 16,3 1-15-16,-4 4 4 0,-5-5 0 15,2 2-7-15,-5 0-2 0,1 5-5 0,-4-7 3 0,-3 3-7 16,0 2-2-16,-5-2-6 0,2 2 1 0,-8-3 2 16,0 0 0-16,2-3-6 0,-2 0 4 0,1 0 3 15,6-5 10-15,-2 0 20 0,-1-2 32 0,6-2 9 16,0-2 9-16,0-2 3 0,0-4-8 0,2 0-97 16,1-3 0-16,2-2 0 0,2 1 0 0,2-6 0 15,3 2 0-15,1-1 0 0,0 2 0 0,1-1 0 16,1 2 0-16,3-1 0 0,1 3 0 0,1-1 0 15,1 4-161-15,-2 2-128 0,3 0-61 0,3-2-52 16,-4 8-44-16,4-1-50 0,2 0-44 0,-3 4-379 16,2-2-993-16,-5 1 440 0</inkml:trace>
  <inkml:trace contextRef="#ctx0" brushRef="#br0" timeOffset="240005.0902">4084 10465 281 0,'1'-5'438'0,"2"-2"13"16,-2 0 12-16,3-1 5 0,0-1-16 0,0 1-21 16,2-2-20-16,-1 2-23 0,3 1-13 0,-2 0-28 15,2-2-25-15,1 4-19 0,0-2-19 0,1 5-21 16,-1 1-14-16,5-2-21 0,-1 2-19 0,-1 2-7 16,0 0-25-16,0 3-12 0,-1 2-16 0,1-1-11 15,-2 1-11-15,0 3-20 0,-4-2-13 0,2 3-8 16,-2 0-10-16,-2 2 2 0,-4-2-14 0,-1 2-2 15,-4 0-7-15,1 0-9 0,-7 0 1 0,-1 1-4 16,-3 0-19-16,-1-1 13 0,1 1-2 0,0-5-19 16,-1 0-16-16,3-4 0 0,2-2 0 0,0 2 0 15,2-4 0-15,-2 0 0 0,1-3 0 0,5 1 0 16,-1-2 0-16,1-2 0 0,2-2 0 0,2-3 0 16,1 1 0-16,1-3 0 0,2-3 0 0,3 1 0 0,3-1 0 15,0 1 0-15,5 2 0 0,0-1 0 0,1 3-248 16,6-7-127-16,-5 6-80 0,2 5-67 15,10-4-75-15,-2 2-402 0,2 2-1083 0,0 0 479 16</inkml:trace>
  <inkml:trace contextRef="#ctx0" brushRef="#br0" timeOffset="240364.9578">4742 10355 36 0,'4'-4'420'0,"-4"0"41"16,4 1 55-16,-4-1 39 0,0-2 13 0,1 0 18 15,-1 0 5-15,-1 0 0 0,1 1-10 0,0-2-16 16,0 0-18-16,0-1-24 0,0 2-23 0,-3 1-25 16,3-2-30-16,3 4-214 0,-3-2-231 0,0 5 0 15,-3-5 0-15,3 5 0 0,-1-3 0 0,1 3 0 16,0 0 0-16,0 0 0 0,-5 13 0 0,1-2 0 16,0 4 0-16,0 3 0 0,-2 6 0 0,1 1 0 15,-2 4 0-15,1-1 0 0,-3 1 0 0,0 2 0 16,2-2 0-16,-2-1 0 0,-2 2 0 0,1 2 0 15,0-4 0-15,-1 0 0 0,-1-2 0 0,0 1 0 16,4-10 0-16,0 1 0 0,1-4 0 0,3-4 0 16,-3-1 0-16,4-3 0 0,0 1 0 0,0-1 0 15,-1-2 0-15,4 1 0 0,-1-3 0 0,1-2 0 16,0 4 0-16,0-4 0 0,0 0 0 0,0 0 0 0,0 0 0 16,0 0 0-16,8-8 0 0,-6 2 0 15,2-2 0-15,1 3-357 0,-5-1-270 0,5-3-43 16,-4-3-420-16,1 1-1181 0,-2-2 524 0</inkml:trace>
  <inkml:trace contextRef="#ctx0" brushRef="#br0" timeOffset="240552.4495">4530 10541 51 0,'0'-8'387'0,"0"3"33"0,1 1 50 0,-1-1 48 16,-1-1 20-16,1 1 6 0,1 1-1 0,-1 1-20 15,0 3-20-15,-1-7-31 0,1 3-38 0,0 4-48 16,0 0-36-16,0-4-37 0,0 4-44 0,0 0-67 15,0 0-77-15,0 0-85 0,0 0-77 0,0 0-72 16,0 0-88-16,0 0-79 0,0 0-80 0,4 11-67 16,0-7-63-16,0 0-382 0,2-1-939 0,-1 1 415 15</inkml:trace>
  <inkml:trace contextRef="#ctx0" brushRef="#br0" timeOffset="240739.8957">4760 10605 159 0,'5'2'353'0,"-2"-1"19"15,1 1 36-15,-4-2 42 0,0 0 29 0,6 1 18 16,-6-1 2-16,4 1 2 0,-4-1 13 0,0 0-22 16,0 0-23-16,0 0-27 0,1 4-41 0,-1-4-38 15,0 0-38-15,0 0-33 0,0 0-36 0,0 0-57 16,0 0-54-16,0 0-62 0,0 0-65 0,0 0-62 16,0 0-63-16,0 0-68 0,0 0-70 0,-5-11-71 15,5 11-75-15,0 0-75 0,3-7-73 0,-3 5-367 16,0 2-981-16,6-7 434 0</inkml:trace>
  <inkml:trace contextRef="#ctx0" brushRef="#br0" timeOffset="242354.5527">6070 10228 92 0,'0'0'319'15,"0"-5"7"-15,0 5-1 0,-1-6 4 0,-2 4-9 16,3 2-1-16,-1-7-1 0,0 5 3 0,-2-1 1 16,3 3 6-16,-5-6-7 0,0 5-1 0,1-3-6 15,0 2-13-15,-1-1-7 0,0 1-2 0,1-1-1 16,4 3-10-16,-10-2-17 0,6 1-16 0,4 1-9 0,-9 0-14 15,4 2-6-15,-1 1-8 0,2-1-5 16,-3 2-7-16,2 0-14 0,0 2-6 0,-1 2-6 16,-1 5-63-16,1 3-110 0,0 2 0 0,0 6 0 15,1 1 0-15,3-1 0 0,0 3 0 0,1 2 0 0,0-1 0 16,0 3 0-16,2-1 0 0,-2 0 0 0,3 0 0 16,-1-1 0-16,-1 2 0 0,2-2 0 0,-1 3 0 15,-1-1 0-15,0-3 0 0,-1 1 0 0,-1-2 0 16,-1 1 0-16,1-4 0 0,0 1 0 0,-2-7 0 15,2 0 0-15,-2-1 0 0,1 0 0 0,2 0 0 16,-2-4 0-16,-1-4 0 0,2 3 0 16,1-4 0-16,-2-1 0 0,-1-1 0 0,3-1 0 0,0-2 0 15,-1 1 0-15,2 0 0 0,0-4 0 0,-3 3 0 16,3-3 0-16,0 0 0 0,0 0 0 0,0 0 0 16,0 0 0-16,-6-13 0 0,4 6-91 0,1-1-473 15,-2-1-40-15,-1-3-29 0,2 0-418 0,-3-1-1136 16,1-4 503-16</inkml:trace>
  <inkml:trace contextRef="#ctx0" brushRef="#br0" timeOffset="242588.9009">5809 10735 57 0,'-1'-5'265'0,"-4"0"12"0,1-2 1 0,0 1 10 16,0 1 24-16,-1-1 25 0,1 2 17 0,1 0 24 16,-4 0 12-16,4 2 13 0,0-2 8 0,3 4 10 0,-5-7 14 15,2 6 0-15,3 1 2 0,-2-5-8 0,0 2-18 16,2 3-26-16,-4-5-32 0,4 5-32 15,-3-4-31-15,4 0-31 0,-1 4-26 0,8-4-201 16,1 0-32-16,5 0 0 0,1-3 0 0,4 1 0 0,2 0 0 16,-1-1 0-16,2 1 0 0,2-3 0 0,3 1 0 15,0 0 0-15,-6 2 0 0,1 2-279 16,5-6-82-16,-9 5-59 0,1 3-51 0,-1 0-64 16,1-2-45-16,-6 3-345 0,1 1-1000 0,-2-2 442 0</inkml:trace>
  <inkml:trace contextRef="#ctx0" brushRef="#br0" timeOffset="243339.6672">6180 10631 216 0,'10'-5'446'0,"-10"5"15"0,0 0 9 0,0 0 6 15,4-1-14-15,-4 1-19 0,0 0-21 0,0 0-30 16,0 0-19-16,0 0-26 0,0 0-24 0,0 0-30 15,0 0-21-15,0 0-19 0,0 0-25 0,0 0-24 16,0 0-15-16,0 0-13 0,0 0-23 0,0 0-18 16,0 0-10-16,0 0-18 0,0 0-7 0,0 0-19 15,0 0-1-15,0 0-6 0,9 4 6 0,-5-3-13 16,-4-1-6-16,9 1-7 0,-9-1-9 0,11 2-9 16,-3-2 4-16,-1-2-7 0,5 2-10 0,0 0 7 15,0 0-2-15,0-1-4 0,1-1 4 0,-1-1-8 16,0 0 8-16,2-2-12 0,-1 3 1 0,1-3 2 15,-4 0-4-15,0-2 8 0,-2 6-4 0,0-4-2 16,-5 2-2-16,1-1-5 0,1-1 8 0,-1 3-11 16,1-3 5-16,-5-1-1 0,0 0 4 0,0 3-4 15,0 3 0-15,-10-6 4 0,2 3 1 0,2 0 0 0,-2 0-6 16,1 2-10-16,-1 1 0 0,-1-1 0 0,-2 1 0 16,2 0 0-16,-2 1 0 0,1-1 0 0,0 2 0 15,1 0 0-15,3 1 0 0,-6 3 0 16,3-1 0-16,0 0 0 0,2 4 0 0,-1-1 0 0,0 3 0 15,3-3 0-15,1 4 0 0,-2-3 0 0,6 3 0 16,-4-4 0-16,4 3 0 0,0 3 0 0,0-5 0 16,1 3 0-16,2-1 0 0,3 0 0 0,-2-4 0 15,5 2 0-15,-4-5 0 0,5 1 0 0,3 1 0 16,-4-3 0-16,8 1 0 0,2-1 0 0,1-1 0 16,2-4 0-16,7-1 0 0,-1-2 0 0,2-5 0 15,-2 1 0-15,-2-4 0 0,2-2 0 0,-1 2 0 16,-3 0 0-16,-5 3 0 0,-1 0 0 0,-2-3 0 15,0 4 0-15,-2-1 0 0,-4 3 0 0,-2-1 0 16,-3 1 0-16,1 2 0 0,1 0 0 0,-5-1 0 16,2 4 0-16,-1-3 0 0,-2-1 0 0,-1 2 0 15,0 4 0-15,0 0 0 0,-9-3 0 0,4 3 0 16,-3-2 0-16,8 2 0 0,-13 3 0 0,7-1 0 16,-4 2 0-16,4 2 0 0,-1-4 0 0,-2 2 0 0,3 4 0 15,-2-1 0-15,2 0 0 0,-1 0 0 0,5 0 0 16,-1 0 0-16,2-1 0 0,0 1 0 15,3 0 0-15,-1-2 0 0,3 2 0 0,1-1 0 0,3 1 0 16,6-1 0-16,-4-3 0 0,8 0 0 0,0 4-31 16,4-5-112-16,-2-2-29 0,0-1-29 0,1 0-21 15,7-5-34-15,0-3-40 0,0 3-32 0,-1-1-23 16,-9 0-39-16,3-2-53 0,-3 1-31 0,1-2-340 16,-5 1-883-16,-3 1 391 0</inkml:trace>
  <inkml:trace contextRef="#ctx0" brushRef="#br0" timeOffset="243668.1979">7027 10558 104 0,'0'0'296'0,"0"0"27"0,4-2 12 16,-4 2 27-16,4-4 24 0,-4 4 14 0,7-3 0 15,-4 0-8-15,-3 3-12 0,5-3-21 0,-5 3-15 0,8-2-11 16,-3 0-20-16,-1-2-20 0,2 2-23 16,-6 2-18-16,9-2-12 0,-5 2-31 0,-4 0-17 15,10-1-15-15,-3 0-22 0,-7 1-20 0,11 4-4 16,-6-2-17-16,-1 2-10 0,1-1-9 0,0 1-9 0,2 0-9 15,-5 1-8-15,2 0-1 0,0 0-12 0,-3 6-8 16,2-5 2-16,-2 5-9 0,-2 0-5 16,-3-3 0-16,0 3-7 0,-5 0 1 0,-2-1-7 15,-1 3-5-15,-6-2 12 0,2-3-5 0,0 5 3 0,0-5-16 16,-2 1 5-16,2-4-5 0,4-2 6 0,1 1-6 31,1-3 2-31,0-1 5 0,1-2-18 0,4-2-16 0,0 1-14 0,1-1-25 0,-1-3-20 0,5 1-17 16,5-6-23-16,-1 4-25 0,1-3-30 0,4 2-38 15,4-3-46-15,1 0-42 0,1 0-26 0,-1 2-45 16,0 1-48-16,4 0-27 0,-1-1-29 0,-6 2-280 16,2-2-812-16,2-1 360 0</inkml:trace>
  <inkml:trace contextRef="#ctx0" brushRef="#br0" timeOffset="243902.4836">7145 10440 20 0,'-4'-8'234'15,"0"-1"24"-15,0-3 28 0,3 3 23 0,-4-1 37 16,4-3 42-16,-3 2 37 0,-3 1 30 0,2 1 32 15,4-1 15-15,-3-1 22 0,-1 4 9 0,0-2 7 16,3 3-5-16,-4-2-9 0,5 3-27 0,1 1-28 0,-3 0-32 16,3 4-37-16,-3-6-390 0,3 6-12 0,0-3 0 15,0 3 0-15,0 0 0 0,0 0 0 16,2 16 0-16,-2-5 0 0,4 4 0 0,-1 2 0 16,-1 3 0-16,2 3 0 0,1 3 0 0,-4 0 0 0,1-1 0 15,1 0 0-15,0 0 0 0,-3-5 0 0,0 1 0 16,-3-4 0-16,3 1 0 0,0 1 0 15,-1-3 0-15,2-4 0 0,-1 1 0 0,0-2-666 0,3-3-589 16,2 0-1358-16,-4-5 601 0</inkml:trace>
  <inkml:trace contextRef="#ctx0" brushRef="#br0" timeOffset="251841.944">8169 10475 225 0,'0'0'356'0,"2"-3"9"0,-2 3 1 16,0 0 14-16,0-6-1 0,1 2-1 0,-1 4 0 16,3-4 1-16,-3 4-4 0,0-4-6 0,0 4-4 15,1-4-4-15,-1 4-9 0,0-4-7 0,0 4-11 16,3-6-5-16,-3 6-3 0,0 0 3 0,0 0-11 16,0 0-18-16,0 0-15 0,0-4-25 0,0 4-14 0,0 0-155 15,0 0-91-15,0 0 0 0,0 0 0 16,0 0 0-16,0 0 0 0,0 0 0 0,0 0 0 15,0 0 0-15,0 0 0 0,0 0 0 0,2 17 0 16,2-12 0-16,-4 5 0 0,0 1 0 0,1 0 0 0,2 7 0 16,-2 2 0-16,-1-2 0 0,0 9 0 0,2-3 0 15,-2 1 0-15,-2 3 0 0,2-2 0 16,0 4 0-16,-1-6 0 0,1 4 0 0,-3 0 0 0,3-3 0 16,-1 1 0-16,-3-1 0 0,-1-6 0 0,4 6 0 15,-3-5 0-15,2 0 0 0,-1-2 0 0,-1 0 0 16,2-3 0-16,2 2 0 0,-2-5 0 0,0-2 0 15,2 0 0-15,-2-3 0 0,2 0 0 0,-1-1 0 16,1-1 0-16,0 0 0 0,0-1 0 0,0-4 0 16,0 6 0-16,-2-2 0 0,2-4 0 0,0 0 0 15,0 0 0-15,0 0 0 0,0 0 0 0,-4-12 0 16,1 6-170-16,6-5-527 0,-6 0-524 0,1 0-1323 16,-1 1 585-16</inkml:trace>
  <inkml:trace contextRef="#ctx0" brushRef="#br0" timeOffset="252185.4556">8051 10633 272 0,'-1'-11'441'0,"-1"0"27"16,2 1 13-16,0 1 5 0,0-1-8 0,0 1-18 16,0 1-5-16,3 0-13 0,-3-2-19 0,7 2-19 15,-3-1-31-15,2 2-14 0,-1-3-32 0,4 4-20 16,2-1-16-16,1 0-21 0,0 1-13 0,5-1-19 15,2 1-15-15,-9 3-18 0,8-1-15 0,-1 3-17 16,2 0-12-16,-1 1-154 0,-5 2-7 0,2 3 0 16,-2-2 0-16,2 3 0 0,2 0 0 0,-3 3 0 15,-3-2 0-15,-2 0 0 0,0 3 0 0,5 1 0 16,-9 0 0-16,1-2 0 0,-1 2 0 0,-3 2 0 16,0-1 0-16,-5 4 0 0,-1-1 0 0,-2 0 0 15,-3-2 0-15,-1 1 0 0,-3 2 0 0,-4-4 0 16,2-1 0-16,-2 0 0 0,0-3 0 0,5-1 0 15,-1-2 0-15,4-2 0 0,3 3 0 0,-2-3 0 16,3-2 0-16,1 0 0 0,4-1 0 0,-9-3-189 16,9 3-182-16,1-11-31 0,-1 11-25 0,8-6-34 0,-3-1-38 15,4 0-39-15,4-2-346 0,1 0-958 0,4-3 423 16</inkml:trace>
  <inkml:trace contextRef="#ctx0" brushRef="#br0" timeOffset="253955.585">8520 10619 21 0,'4'-3'423'16,"-3"-1"8"-16,2-1 10 0,0 2-17 0,0-1-16 16,-2-2-20-16,3 3-19 0,0-2-18 0,2-1-23 15,-2 2-24-15,3 1-22 0,-4-1-29 0,1 0-26 16,1 1-25-16,2 1-19 0,-4 0-19 0,4 0-17 15,-1 2-16-15,-6 0-14 0,14 4-10 0,-6-3-11 16,-2 0-16-16,5 6-3 0,-5-2-11 0,-1 0-7 16,0-2-7-16,2 4-1 0,-6 2-8 0,3-1-1 15,-3-2-7-15,-1 1-4 0,0 0-4 0,-4 3-2 16,2-4-2-16,-6 2-1 0,3-1-4 0,-3-2-1 16,-2 1-1-16,2 0-2 0,-3-4 1 0,1 1 1 15,-1-1-2-15,4 0 0 0,-2-2 0 0,1 0 1 16,2-4 6-16,-1 1 9 0,1 0 16 0,2-1 0 0,3-2 10 15,0 1 6-15,-1-3-2 0,4 1 16 0,0 0-14 16,1-4 0-16,2 3-7 0,0-1-7 16,-1 4-4-16,2-2-3 0,1-2-4 0,-1 2-3 0,0 3-9 15,3-1 2-15,-2 1-7 0,-1 1 3 0,0 3-4 16,2-2-5-16,-2 2 2 0,-6 0-13 0,13 2 12 16,-4 1 0-16,-1 3 5 0,-3-3 0 15,4 3 0-15,-3 1-6 0,1 2 6 0,-1-2 1 0,-2 4-4 16,1-3-2-16,-1 3 0 0,2 0-1 0,-5 1-3 15,2 0-3-15,0-4 6 0,-2 6-6 0,0-5 0 16,2 0 2-16,-2-4-3 0,0 3 7 0,2-2-1 16,-3-4-1-16,4 2 5 0,-2-1 2 0,2 0 21 31,0-2-5-31,-4-1 14 0,11-3 2 0,0-3 7 16,0 2 7-16,-1-6-29 0,3-1-36 0,1-1 0 0,-1-4 0 15,1 3 0-15,-4-2 0 0,4-1 0 0,-1 1 0 16,-4-1 0-16,1 0 0 0,-2 3 0 15,0 1 0-15,1-1 0 0,-4 4 0 0,0-2 0 0,-4 5 0 16,3 1 0-16,-2 0 0 0,0 0 0 0,-1 3 0 16,0-1 0-16,-1 3 0 0,0 0 0 0,0 0 0 15,0 0 0-15,0 0 0 0,-1 14 0 0,-2-7 0 16,1-2 0-16,2 6 0 0,0-3 0 0,1 3 0 16,-1 1 0-16,3-3 0 0,-1 5 0 0,2-3 0 15,0 0 0-15,1 0 0 0,1 3 0 0,-2-2 0 16,1 0 0-16,1-3 0 0,-1 2 0 0,0-2 0 15,-2 2 0-15,1-4 0 0,-2 1 0 0,0-2 0 16,0-3 0-16,-1 3 0 0,0-1 0 0,-1 0 0 16,-2-1 0-16,0 0 0 0,-2-1 0 0,0 0 0 0,-3 1 0 15,1-3 0-15,-2 1 0 0,0-1 0 16,-2 2 0-16,1-2 0 0,-1 0 0 0,0-1 0 16,2-1 0-16,8 1 0 0,-13-1 0 0,9-3 0 0,-2 3 0 15,1 0 0-15,1-2 0 0,0 1 0 0,4 2 0 16,-5-5 0-16,5 5 0 0,1-8 0 0,3 2 0 15,0-1 0-15,4 0 0 0,-1-2 0 0,5 1 0 16,2-4 0-16,1 5 0 0,3-6 0 0,-3 7 0 16,3-5 0-16,5 0 0 0,3 0 0 0,-7 1 0 15,8-2 0-15,-13 1 0 0,5 2 0 0,-1-1 0 16,1-2 0-16,-1 1 0 0,-4 1 0 0,3-1 0 16,-3 1 0-16,-1 1 0 0,-3 2 0 0,-3-1 0 15,1 3 0-15,-4 2 0 0,1-1 0 0,0 0 0 0,-1 3 0 16,-3-2 0-16,3 2 0 0,-4 1 0 0,4-4 0 15,-4 4 0-15,0 0 0 0,0 0 0 16,0 0 0-16,0 0 0 0,0 0 0 0,-8 12 0 0,7-6 0 16,-3-1 0-16,2 2 0 0,-3 1 0 0,2-2 0 15,-1 2 0-15,2-1 0 0,-1 0 0 0,3 0 0 16,-3-1 0-16,3 1 0 0,-1-2 0 0,1 1 0 16,0 1 0-16,1-2 0 0,2 1 0 0,-3 0 0 15,1 0 0-15,3 0 0 0,0 0 0 0,-3-1 0 16,6 0 0-16,-1-3 0 0,-1 3 0 0,-1 1 0 15,1-1 0-15,-1 0 0 0,1-1 0 0,-1 0 0 16,-2 0 0-16,1-2 0 0,1 2 0 0,-3 0 0 16,2 3 0-16,-2-1 0 0,-5-2 0 0,4-4 0 15,-1 11 0-15,-3-8 0 0,0 1 0 0,0 4 0 16,-5-5 0-16,3 1 0 0,-2 0 0 0,-2 2 0 16,1-2 0-16,0 0 0 0,3-2 0 0,-1 2 0 15,0-3 0-15,3 1 0 0,-1-1 0 0,5-1 0 0,-5 3 0 16,5-3 0-16,0 0 0 0,0 0 0 0,-13-4 0 15,13 4 0-15,0-7 0 0,0 7 0 16,4-6 0-16,1 0 0 0,4-1 0 0,-1 2 0 0,2-5 0 16,2 3 0-16,5-2 0 0,-3-2 0 0,5 3 0 15,-2 2 0-15,-2-1 0 0,2 0 0 0,-1 0 0 16,-1 0 0-16,1 0 0 0,-3 1 0 0,2-2 0 16,1 1 0-16,-5 1 0 0,1 1 0 0,-1 1 0 15,-1-2 0-15,1 0 0 0,-4 1 0 0,1 0 0 16,-2 3 0-16,-1-2 0 0,-1-1 0 0,1 2 0 15,-1-1 0-15,0 1 0 0,0 0 0 0,-2 1 0 16,2-3 0-16,0 2 0 0,-4 3 0 0,0-3 0 16,3 1 0-16,-3 2 0 0,-3-7 0 0,3 7 0 15,0 0 0-15,-1-5 0 0,1 5 0 0,-4-2 0 0,4 2 0 16,0 0 0-16,-5-2 0 0,5 2 0 16,0 0 0-16,-13 5 0 0,9-2 0 0,-1 2 0 15,1-1 0-15,-2 0 0 0,1 6 0 0,-2-3 0 0,1 4 0 16,2-4 0-16,-2 4 0 0,2-3 0 15,0 2 0-15,-1-3 0 0,4 1 0 0,-2 0 0 16,3-2 0-16,0 4 0 0,0-3 0 0,0-3 0 0,3 3 0 16,-1-1 0-16,2-4 0 0,1 2 0 0,5 1 0 15,2-1 0-15,-2 1 0 0,7-3 0 0,-1-4 0 16,5 0 0-16,1-1 0 0,-3 1 0 0,1-5 0 16,1 1 0-16,-3-1 0 0,2-2 0 0,-3 0 0 15,-2-3 0-15,4 0 0 0,-2 0 0 0,-2 2 0 16,2-5 0-16,-6 5 0 0,2-4 0 0,-3 2 0 15,-1 4 0-15,-2-1 0 0,-2 2 0 0,-1 2 0 16,-2 0 0-16,1-2 0 0,-3 4 0 0,1-1 0 16,-1 1 0-16,0 3 0 0,0 0 0 0,-3-7 0 0,3 7 0 15,0 0 0-15,-6 0 0 0,6 0 0 0,0 0 0 16,-6 8 0-16,6-8 0 0,-3 6 0 0,2-1 0 16,-1 2 0-16,2 2 0 0,2 1 0 0,0-2 0 15,2 2 0-15,1-2 0 0,-1 2 0 0,2 0 0 16,1-2 0-16,-1 2 0 0,-1-2 0 0,2-1 0 15,-1-2 0-15,-2 1 0 0,1-2 0 0,0-1 0 16,-1 2 0-16,-3-2 0 0,3 0 0 0,-4 1 0 16,0-4 0-16,4 3 0 0,-4-3 0 0,0 4 0 15,0-4 0-15,-4 7 0 0,-4-7 0 0,-1 3 0 16,-3-1-142-16,-1-1-249 0,-4 2-54 0,-2-2-54 16,0 0-48-16,5-1-48 0,-5 0-334 0,6 0-1007 15,-1 0 446-15</inkml:trace>
  <inkml:trace contextRef="#ctx0" brushRef="#br0" timeOffset="254502.894">10792 10358 149 0,'-1'-7'478'0,"2"2"10"0,-1-1 8 0,4 1 7 0,-1 0-3 15,-1-1-9-15,-2 1-14 0,0 1-5 0,1-1-16 16,2 1-2-16,-3 4-17 0,0-5-16 0,0 5-29 16,0 0-29-16,1-4-31 0,-1 4-32 0,0 0-27 15,0 0-25-15,0 0-7 0,0 0-21 0,-1 13-220 16,1-4 0-16,0 1 0 0,0 1 0 0,1 6 0 15,-2 0 0-15,1 1 0 0,0 2 0 0,0 5 0 16,0-5 0-16,0 6 0 0,-3-1 0 0,2 1 0 16,1 2 0-16,-4-1 0 0,3 0 0 0,-4 0 0 15,5 0 0-15,-3-1 0 0,2-8 0 0,-4 1 0 16,2-1 0-16,2-1 0 0,-3-5 0 0,3 1 0 16,1-2 0-16,0-1 0 0,-3-3 0 0,6-2 0 15,-6 0 0-15,3 0 0 0,0-5 0 0,-1 3 0 16,1-3-49-16,0 0-523 0,0 0-60 0,0 0-52 15,0-13-359-15,0 7-1129 0,-2-2 499 0</inkml:trace>
  <inkml:trace contextRef="#ctx0" brushRef="#br0" timeOffset="255145.4877">10613 10639 139 0,'-6'-2'384'0,"1"0"29"0,-2 0 30 0,2 0 7 16,5 2 8-16,-10-5-1 0,5 3-9 0,0 1-4 15,5 1-9-15,-8-5-5 0,3 3-5 0,5 2-11 16,-4-1-12-16,4 1-27 0,-4-3-28 0,4 3-28 16,0 0-31-16,0-7-27 0,0 7-30 0,8-5-20 15,1 3-24-15,0-2-18 0,5-1-108 0,-1 2-61 16,5-3 0-16,1 2 0 0,3-1 0 0,3-2 0 16,2 3 0-16,-4 1 0 0,4-5 0 0,1 5 0 15,0-2 0-15,-6-2 0 0,-2 1 0 0,2 2 0 16,-3-2 0-16,0 0 0 0,-6 2 0 0,0 0 0 15,0 1 0-15,-2-2 0 0,-2 1 0 0,0 1 0 16,-4-1 0-16,-1 0 0 0,1-1 0 0,0 2 0 16,2-3 0-16,-5 1 0 0,3-1 0 0,-1 0 0 0,-3 0 0 15,2 1 0-15,1-1 0 0,-3 1 0 16,-1 0 0-16,4 1 0 0,-4-2 0 0,5 3 0 16,-4 0 0-16,-1 3 0 0,4-7 0 0,-4 4 0 15,0 3 0-15,0 0 0 0,0 0 0 0,0 0 0 0,0 0 0 16,0 0 0-16,0 0 0 0,0 15 0 0,0-7 0 15,0 1 0-15,0 2 0 0,-4 2 0 0,7-1 0 16,-6 4 0-16,3 0 0 0,0 0 0 0,-5 2 0 16,4-2 0-16,-3 0 0 0,4-3 0 0,-5-1 0 15,5-2 0-15,0 2 0 0,0-3 0 0,0-2 0 16,-3 1 0-16,3-3 0 0,0-1 0 0,0 0 0 16,-1 0 0-16,1-4 0 0,4 4 0 0,-4-4 0 15,0 0 0-15,10-2 0 0,-2 0 0 0,-2-3 0 16,2-1 0-16,6 0 0 0,-5-2 0 0,2 1 0 0,1 0 0 15,-2-1 0-15,0 0 0 0,0 0 0 0,0 2 0 16,-3 2 0-16,-2-1 0 0,2 1 0 16,-4-1 0-16,1 3 0 0,0 0 0 0,0 0 0 0,-4 2 0 15,5-1 0-15,-5 1 0 0,0 0 0 0,14 5 0 16,-10-3 0-16,1 3 0 0,-1 1 0 0,1-1 0 16,-1 2 0-16,2 0 0 0,-2 2 0 0,0-1 0 15,1 0 0-15,0-1 0 0,2 1 0 0,-4-2 0 16,1 0 0-16,0-2-31 0,1 0-443 0,-1 0-48 15,1-2-44-15,-1 0-53 0,1-1-378 0,0 1-1080 16,-5-2 479-16</inkml:trace>
  <inkml:trace contextRef="#ctx0" brushRef="#br0" timeOffset="255505.5087">11397 10565 18 0,'0'0'371'0,"4"-4"17"16,-4 4 20-16,3-3 11 0,-1 1 7 0,0-3-4 15,-2 5-8-15,5-4-10 0,-5 4-16 0,5-3-12 16,-2 2-14-16,-3 1-26 0,9-2-23 0,-6-2-24 16,0 2-20-16,5 1-28 0,-8 1-17 0,10-1-19 15,-2 1-14-15,-2 0-14 0,3 1-21 0,0 4-10 16,3-1-14-16,-2 0-16 0,0 0-17 0,-1 3-9 16,-1-4-7-16,-1 3-7 0,1 1-13 0,-1-1-3 15,-5 1-5-15,4-1-6 0,-3 1-8 0,-1-1 6 16,-2 0-12-16,2 0-12 0,-4 0-9 0,1 1-11 15,0-1-1-15,-2-1-1 0,-2 3 1 0,3-4 1 16,-3-1-3-16,2-2-8 0,-1 1 16 0,4-2-5 16,-6 2 7-16,6-2-5 0,0 0 0 0,-10-8 3 15,7 4 5-15,2-3 5 0,0 1 3 0,2-3 6 16,0 2-6-16,3-3-6 0,1 0-4 0,-1 1 3 16,1-3-4-16,0 3-8 0,3 1-27 0,2 1-21 0,-2-2-28 15,1 4-43-15,0-2-52 0,1 2-52 16,0 3-62-16,0-2-47 0,2 3-34 0,-2 1-55 15,-1 1-46-15,2 0-39 0,-3 2-347 0,-3-1-921 0,0 1 408 16</inkml:trace>
  <inkml:trace contextRef="#ctx0" brushRef="#br0" timeOffset="256241.207">11715 10605 55 0,'0'0'364'0,"0"0"9"16,9-12 7-16,-8 8 10 0,2 1-9 0,1-1 0 15,-1 1-8-15,0 0-9 0,2-2-15 0,-1 1-18 16,3-1-10-16,-1 1-23 0,-1-2-18 0,0 3-24 16,0 0-18-16,1 0-26 0,1 1-17 0,-2 0-21 15,1-2-19-15,2 2-14 0,1 2-16 0,-4 0-13 0,-5 0-11 16,14 4-3-16,-10 0-21 0,2-3-2 16,1 3-8-16,-1 0-7 0,-2 2-7 0,1-2-4 15,-1 5 3-15,0-3-14 0,-2-1 0 0,-2 3-3 16,0 0-10-16,0 1 3 0,0 1-2 0,-4-3-4 0,2-1-2 15,-4-1-3-15,-1 2-2 0,-1-3 3 0,-2 4-6 16,1-3 3-16,0-4-9 0,2 3 9 16,-1 1-9-16,2-4 11 0,2-1-9 0,-1 1 7 0,5-1 5 15,-11-1 3-15,4-4 7 0,3 0 7 0,3 1 4 16,2-1 4-16,-2-2-2 0,2-2 0 0,2-3 4 16,2 2 7-16,0 2-13 0,1-2-5 0,2-1-5 15,0 4 14-15,0-5-21 0,1 6-8 0,2-2 0 16,-1 2 1-16,-1 2-6 0,1-2-7 0,-1 3 7 15,1 2-5-15,-1 0-4 0,1-2 11 0,-1 3-13 16,-1 1 9-16,-3 1-7 0,8-1-1 0,-4 3-1 16,-3-2 2-16,3 5-2 0,-5-5 4 0,6 4-3 15,-5 0 2-15,-2-2-2 0,1 1 1 0,-3 4 5 16,3-4-5-16,0 1-3 0,1-2 3 0,-2 3-3 0,0-2 7 16,-2 1 0-16,1-1-7 0,-1 0 1 15,1 0 6-15,0-1-1 0,-1 0-3 0,0 0 2 16,-1-4 3-16,4 5-9 0,-4-5 4 0,3 2 4 0,-3-2-7 15,5 1 9-15,-5-1-3 0,0 0-2 0,11-2 3 16,-6-1 0-16,1 1-1 0,-1 0 5 0,2-2-19 16,0-1 14-16,-1 0-2 0,3-1 5 15,-3 0-16-15,2-1 10 0,1 1 10 0,-4 1 10 0,4-3 13 16,-4 5 17-16,4-4-12 0,-5 1-40 0,1 3 0 16,3-1 0-16,-6 1 0 0,2-1 0 0,1 2 0 15,-5 2 0-15,4-3 0 0,-4 3 0 0,4 0 0 16,-4 0 0-16,5-3 0 0,-5 3 0 0,0 0 0 15,8 4 0-15,-5 0 0 0,-1 0 0 0,0-1 0 16,0 0 0-16,0 1 0 0,1 4 0 0,1-3 0 16,-2-3 0-16,1 5 0 0,1-1 0 0,-1-1 0 15,1 1 0-15,0-2 0 0,0 1 0 0,-2 0 0 16,2 0 0-16,1-2-86 0,2 1-184 0,-2-1-37 0,1-3-43 16,5 1-31-16,-4-1-33 0,5-1-25 0,-3-2-33 15,2 1-27-15,-1-3-331 0,2-1-897 16,-2 0 398-16</inkml:trace>
  <inkml:trace contextRef="#ctx0" brushRef="#br0" timeOffset="257305.4729">12414 10552 223 0,'0'0'311'0,"0"0"19"0,0 0 15 0,8-1 24 16,-8 1 13-16,0 0 5 0,4-2 0 0,-4 2-2 16,0 0-8-16,6-3-9 0,-6 3-13 0,5 0-17 15,-5 0-13-15,0 0-23 0,6-2-21 0,-6 2-30 16,0 0-23-16,0 0-23 0,0 0-16 0,11 2-23 15,-10 1-23-15,-1-3-11 0,6 7-16 0,-6-3-10 16,0 0-10-16,1 2-13 0,-1-2-4 0,2 1-11 16,-2 2-5-16,0-2 0 0,-2 1-12 0,1-2-5 15,0 1 2-15,-3 1-7 0,0-2-6 0,1 1-2 16,-3-1 0-16,1 1-8 0,1-2 1 0,-2 0-7 16,0 1 2-16,-1-2-4 0,2-1-10 0,0 2 14 15,0-3 3-15,5 0-9 0,-11-2 4 0,11 2 4 16,-7-4-9-16,2 0 5 0,1 1-7 0,3-1 0 15,-2-1 1-15,3-1 1 0,0 0-2 0,0 0 2 16,3 0 5-16,-2 2 9 0,-1-3-2 0,4 3-4 0,0-2 5 16,0 2-25-16,0 0-2 0,1-2 0 0,2 4 0 15,-3 1 0-15,-4 1 0 0,10 0 0 16,-3 2 0-16,-1 3 0 0,2 4 0 0,-2-1 0 0,1 4 0 16,4 1 0-16,-5 1 0 0,-2 4 0 0,5 6 0 15,-2 2 0-15,1 0 0 0,-4 3 0 0,4-3 0 16,-3 2 0-16,-1-4 0 0,1 4 0 0,-2-1 0 15,0 0 0-15,0 0 0 0,-2-2 0 0,3 2 0 16,-3-2 0-16,2-5 0 0,-3-1 0 0,1 1 0 16,2-1 0-16,-2-7 0 0,-1 5 0 0,0-6 0 0,0 0 0 15,3-2 0-15,-3-2 0 0,1 0 0 16,-1-2 0-16,0 0 0 0,0 0 0 0,0-5 0 16,1 4 0-16,-1-4 0 0,-1 4 0 0,1-4 0 15,5 3 0-15,-5-3 0 0,0 0 0 0,0 0 0 0,0 0 0 16,0 0 0-16,-9-11 0 0,8 4 0 0,-3 0 0 15,1 2 0-15,2-2 0 0,-7-2 0 0,2 1 0 16,-3-2 0-16,0 2 0 0,0-2 0 0,-1 1 0 16,-1-3 0-16,-5 3 0 0,1-2 0 0,0 2 0 15,-1 0 0-15,6 4 0 0,-4-2 0 0,5 2 0 16,0 2 0-16,-4-3 0 0,4 1 0 0,3 1 0 16,-3-2 0-16,5 3 0 0,-4 1 0 0,6-2 0 15,-2 1 0-15,0-1 0 0,2-1 0 0,-1 1 0 16,3-1 0-16,1-2 0 0,3 0 0 0,-3-3 0 15,7-1 0-15,0 1 0 0,3-4 0 0,6 0 0 16,5-5 0-16,-3 0 0 0,7-1 0 0,-1-2 0 16,2 0 0-16,3-1 0 0,9-9 0 0,3 2 0 0,-2-1 0 15,-3-3 0-15,-8 10 0 0,-1-1 0 16,-1 0 0-16,0-2 0 0,-5 3 0 0,1 1 0 16,-4 3 0-16,-3 0 0 0,-5 6 0 0,-4 3 0 15,0 1 0-15,-2 3 0 0,0-2 0 0,-1 5 0 0,-1-2 0 16,-1-1 0-16,-1 4 0 0,0-1 0 0,-1-1 0 15,0 5 0-15,-2-7 0 0,0 4 0 0,0 1 0 16,2 2 0-16,-9-5 0 0,9 5 0 0,-8 2 0 16,8-2 0-16,-9 8 0 0,3-3 0 0,1 4 0 15,1-2 0-15,-1 4 0 0,1-1 0 0,-1 2 0 16,4 0 0-16,-3 2 0 0,3 0 0 0,-2 1 0 16,3 2 0-16,3-5 0 0,-6 3 0 0,7-2 0 15,-3 0 0-15,0-1 0 0,2-2 0 0,0 0 0 16,-1-1 0-16,1-1 0 0,-2-1 0 0,3-1 0 15,0 3 0-15,-2-4 0 0,3-1 0 0,-1-1 0 16,0-3 0-16,0 2 0 0,2-2 0 0,-6 0 0 16,14-5 0-16,-6 3 0 0,-2-4 0 0,3-1 0 0,3 1 0 15,-2 0 0-15,-1 0 0 0,-1 0 0 16,-2 2 0-16,-1 1 0 0,0-1 0 0,0 2 0 16,4-1 0-16,-5 1 0 0,5 1 0 0,-4 1 0 15,3 1 0-15,2 1 0 0,-1 2 0 0,0 1 0 0,2 1 0 16,-2-2 0-16,-1 3 0 0,1-2 0 0,-1 0 0 15,1 1 0-15,-3 1 0 0,2 1 0 0,-3-4 0 16,-1 2 0-16,-2-3 0 0,3 0 0 0,-1 0-49 16,-4-3-562-16,0 0-112 0,0 0-412 0,0 0-1229 15,3-12 543-15</inkml:trace>
  <inkml:trace contextRef="#ctx0" brushRef="#br0" timeOffset="258087.6467">14169 10706 71 0,'0'0'329'0,"-2"-7"-2"15,2 7 1-15,0-3-2 0,0 3 5 0,-2-8 23 16,1 5 20-16,1-2 4 0,0 5 5 0,-2-5 1 16,2 1-2-16,3 1-2 0,-3 3-5 0,-1-7 7 15,1 4-18-15,0 3-6 0,1-6-12 0,-1 3-20 16,0-3-13-16,1 3-17 0,0-2-18 0,1 1 5 15,0 2-25-15,-2 2-19 0,3-7-213 0,-2 4-26 16,2 0 0-16,-1 0 0 0,2 0 0 0,-4 3 0 16,6-4 0-16,-6 4 0 0,7-2 0 0,-7 2 0 15,6 0 0-15,-1 3 0 0,2-2 0 0,-4 2 0 0,1 1 0 16,0-1 0-16,1 3 0 0,-3-1 0 16,2 0 0-16,-2 1 0 0,-2 0 0 0,0 1 0 15,0 0 0-15,-4 1 0 0,0 0 0 0,-1-1 0 0,-4 3 0 16,-2-1 0-16,2-1 0 0,-5-1 0 0,0 0 0 15,2-2 0-15,0-1 0 0,-1 1 0 0,0-1 0 16,4-2 0-16,1 0 0 0,-1-2 0 0,3-3 0 16,1 2 0-16,1-2 0 0,0-3 0 0,0 2 0 15,4-3 0-15,-1-4 0 0,5 1 0 0,-3 1 0 16,3-2 0-16,1 4 0 0,3-4 0 0,-2 2 0 16,-1 1 0-16,3-1 0 0,-3 5 0 0,-1-3 0 15,3 3 0-15,0 0 0 0,-2 1 0 0,2-1 0 16,-2 4 0-16,2 0 0 0,0 2 0 0,-1 0 0 15,0 0 0-15,3 3 0 0,-4 1 0 0,1-3 0 16,0 5 0-16,-1 0 0 0,0 2 0 0,3-2 0 16,-4 1 0-16,-2 2 0 0,2 0 0 0,1-1 0 0,-3-4 0 15,0 1 0-15,4 2 0 0,-2-6 0 0,1 8 0 16,0-4 0-16,7-1 0 0,-1-5-451 0,5 6-86 16,-1-3-66-16,3-3-46 0,0 2-344 0,1-3-1074 15,2-4 476-15</inkml:trace>
  <inkml:trace contextRef="#ctx0" brushRef="#br0" timeOffset="258791.5342">14933 10607 100 0,'0'0'579'15,"4"-1"32"-15,-4 1 24 0,5-5 14 0,-1 2-15 0,-3 2-25 16,-1 1-22-16,4-5-23 0,-4 5-29 0,0-4-25 16,0 4-31-16,6-2-48 0,-6 2-24 15,0-4-34-15,0 4-43 0,0 0-172 0,0 0-158 0,0 0 0 16,0 0 0-16,0 0 0 0,0 0 0 0,0 0 0 16,7 9 0-16,-7-6 0 0,0 3 0 0,0 4 0 15,0-3 0-15,0 4 0 0,0 0 0 0,0-1 0 16,0 1 0-16,0 0 0 0,2 1 0 0,-3-1 0 15,1 2 0-15,0-3 0 0,0 2 0 0,0-4 0 16,-1 2 0-16,1-2 0 0,0-3 0 0,1 1 0 16,-2-1 0-16,2-2 0 0,0 1 0 0,-1-4 0 15,0 3 0-15,0-3 0 0,7 0 0 0,-7 0 0 16,9-6 0-16,-3 2 0 0,2-2 0 0,1-3 0 16,-2 1 0-16,5-7 0 0,-6 7 0 0,2-3 0 15,2 3 0-15,-5-2 0 0,3 1 0 0,0 0 0 16,0 1 0-16,1 1 0 0,-4 2 0 0,-1 0 0 0,0 2 0 15,0-1 0-15,0 0 0 0,-4 4 0 0,4-1 0 16,-1-1 0-16,-3 2 0 0,0 0 0 0,9 4 0 16,-5 2 0-16,0-3 0 0,-3 0 0 0,3 0 0 15,1 4 0-15,-4-1 0 0,3 3 0 0,0-2 0 16,-1 0 0-16,-2 0 0 0,4 2 0 0,-5-5 0 16,3 4 0-16,1-2 0 0,-3-3 0 0,-1 3 0 15,5-2 0-15,-4-1 0 0,-1-3 0 0,3 4 0 16,-3-4 0-16,5 3 0 0,-5-3 0 0,0 0 0 15,13-5 0-15,-7 0 0 0,-1-1 0 0,4 0 0 16,-1 0 0-16,1-5 0 0,-2 3 0 0,1 0 0 16,0-1 0-16,1 0 0 0,-2 2 0 0,1-1 0 15,-3 5 0-15,0-3 0 0,0 3 0 0,-1-1 0 0,0 3 0 16,-1-3 0-16,-1 2 0 0,-2 2 0 0,0 0 0 16,5-1 0-16,-5 1 0 0,0 0 0 15,7 4 0-15,-5 2 0 0,3-2 0 0,-1 1 0 0,-4 4 0 16,5-2 0-16,-1 4 0 0,1-3 0 0,-3 0 0 15,4 1 0-15,-1 3 0 0,-4-5 0 0,7 1-263 16,-3-1-249-16,0 2-59 0,5-4-43 0,-3 0-425 16,-2-2-1125-16,0-1 498 0</inkml:trace>
  <inkml:trace contextRef="#ctx0" brushRef="#br0" timeOffset="259527.7198">15507 10681 61 0,'2'-2'344'0,"-2"-2"15"0,2 0 16 16,-2 4 7-16,3-3 3 0,-3 3-8 0,4-3-6 16,-4 3-10-16,0 0-12 0,0 0-16 0,0 0-21 15,4-2-20-15,-4 2-23 0,0 0-27 0,0 0-21 16,0 0-21-16,0 0-21 0,0 0-14 0,0 0-13 0,0 0-5 16,0 0-5-16,5 8-8 0,-5-8-5 0,2 4-7 15,0-3-4-15,-2-1 5 0,3 5-17 16,-1-1 0-16,3-2-10 0,-5-2-6 0,9 5-21 0,-5-5 11 15,1 1-7-15,3 0 6 0,2-2-6 0,-1 2-2 16,0-1 7-16,5-2-7 0,-5 2-4 0,4-3 12 16,-2-1 12-16,0 0-11 0,1 1 2 0,-2-1 9 15,1-2-26-15,-2 1-65 0,-2 0 0 0,0 1 0 16,-2 0 0-16,-1 0 0 0,1-1 0 0,-3 1 0 16,1 0 0-16,-3 0 0 0,1 0 0 0,0 1 0 15,-1 3 0-15,0 0 0 0,-5-7 0 0,4 5 0 16,1 2 0-16,-9-3 0 0,5 1 0 0,4 2 0 15,-11 2 0-15,4 0 0 0,0 1 0 0,-1-1 0 0,2 2 0 16,-1 0 0-16,0 2 0 0,-1 2 0 0,0 2 0 16,3-2 0-16,-1 0 0 0,-2 3 0 15,6 0 0-15,-2-2 0 0,1 1 0 0,3-2 0 0,-1 3 0 16,2-5 0-16,3 2 0 0,0 1 0 0,1-2 0 16,4 0 0-16,-1-1 0 0,1-2 0 0,3 0 0 15,0 0 0-15,7-1 0 0,-6-1 0 0,5-4 0 16,0 0 0-16,1-3 0 0,-3 0 0 0,2-1 0 15,1-4 0-15,-2 1 0 0,1-5 0 0,4 0 0 16,-7 3 0-16,-2-3 0 0,-2 0 0 0,2 2 0 16,-3-3 0-16,-1 5 0 0,-1 1 0 0,0-2 0 15,-3 2 0-15,2 1 0 0,-3 0 0 0,-3 2 0 16,-1 1 0-16,0-2 0 0,0 4 0 0,4 1 0 0,-4 2 0 16,0-4 0-16,0 4 0 0,0 0 0 0,0 0 0 15,0 0 0-15,-4 12 0 0,6-5 0 0,-2 4 0 16,2-1 0-16,2 2 0 0,-1-1 0 0,3-1 0 15,4 5 0-15,-6-2 0 0,5 1 0 0,-1 1 0 16,-1-3 0-16,-3-1 0 0,1-3 0 0,-1-1 0 16,3-1 0-16,-5-2 0 0,2 3 0 0,0-4 0 15,-3 2 0-15,0 0 0 0,-1-2 0 0,3 0 0 16,-3-3 0-16,-3 5 0 0,-3-3 0 0,1 2 0 16,-3-3 0-16,-5 2 0 0,-1-3 0 0,-2 1 0 15,2 0 0-15,-4-2 0 0,0 1 0 0,0-3-196 16,0 2-73-16,4-1-32 0,5-2-26 0,-1 2-40 15,1-1-43-15,0 0-55 0,5-1-39 0,2 1-388 0,-1-2-967 16,4 0 428-16</inkml:trace>
  <inkml:trace contextRef="#ctx0" brushRef="#br0" timeOffset="259980.8644">16239 10525 391 0,'9'-13'497'16,"-4"-1"10"-16,-1 6 12 0,-3-4 20 0,3 1-11 16,-1 0-1-16,-1 1-6 0,-2 0-12 0,0 2-15 15,0-1-14-15,0 1-9 0,0 2-13 0,-1 1-23 16,2 1-33-16,-2 0-37 0,1 4-37 0,0-4-108 16,0 4-220-16,0 0 0 0,0 0 0 0,0 0 0 15,0 0 0-15,1 17 0 0,-1-7 0 0,0 7 0 16,4 1 0-16,-4 0 0 0,0 1 0 0,3 6 0 15,-2 2 0-15,-1-8 0 0,4-1 0 0,-4 7 0 16,0-7 0-16,-4 2 0 0,4-4 0 0,0 3 0 16,0-1 0-16,0-6 0 0,0-2 0 0,0 1 0 15,4-4 0-15,-8 0 0 0,4 0 0 0,0-4 0 16,0 2 0-16,4-2 0 0,-4 1 0 0,0-4 0 16,0 0 0-16,0 0 0 0,0 0 0 0,15-12 0 0,-8 6 0 15,0-4 0-15,5 0 0 0,-6 0 0 0,2 1 0 16,-1 1 0-16,-2 0 0 0,1 3 0 15,-1 0 0-15,0 0 0 0,1 1 0 0,-1 3 0 0,-1 0 0 16,1-1 0-16,-5 2 0 0,9-3 0 0,-5 3 0 16,-4 0 0-16,14 3 0 0,-9 0 0 15,2 0 0-15,-1 1 0 0,2-3 0 0,-2 3 0 16,-1 3 0-16,3-1 0 0,-3 1 0 0,4 1 0 0,-4-3 0 16,-1 0 0-16,0-1 0 0,-2 0-529 0,1-1-89 15,1-3-556-15,-4 0-1273 0,0 0 563 0</inkml:trace>
  <inkml:trace contextRef="#ctx0" brushRef="#br0" timeOffset="260839.9171">17507 10458 25 0,'2'-9'372'0,"2"0"8"0,-4 4 10 16,0-1-4-16,0 0 4 0,0-2-5 0,0 4-13 16,0 1-9-16,0 3-8 0,0-9-6 0,-4 6-13 15,2 0-16-15,2 3-23 0,-8-1-19 0,3-1-16 0,5 2-8 16,-12 2-27-16,4-1-6 0,-3 3-9 15,2 2-9-15,-3 1-7 0,-1 4-9 0,-2 0-16 16,3 1-15-16,-1 1-22 0,-1 2-1 0,3-2-9 0,-2 0-13 16,5-3-15-16,2 6-7 0,-2 1-9 0,3-2-7 15,0-4-8-15,1 3 2 0,4-2-6 0,-4-2-8 16,3 2-35-16,2-2-18 0,2 1 0 0,1 0 0 16,2-1 0-16,2-4 0 0,-2 4 0 0,3-2 0 15,5 4 0-15,-1-1 0 0,1 0 0 0,-1 2 0 16,-3-8 0-16,1 4 0 0,0-3 0 0,-1 2 0 15,0-3 0-15,0 3 0 0,-2-2 0 0,-3-1 0 16,1 0 0-16,0-1 0 0,0-1 0 0,-3 1 0 16,-1 1 0-16,0-1 0 0,0 1 0 0,-2-1 0 15,0 0 0-15,-4 1 0 0,-1-2 0 0,-4 1 0 16,-2 2 0-16,0-4 0 0,0 3 0 0,-7-1 0 16,6 0 0-16,0-1 0 0,-1-1 0 0,-1 0 0 0,4 0 0 15,2-2 0-15,0 0 0 0,2 0 0 16,6 0 0-16,-9-5 0 0,5 3 0 0,4-2 0 15,0 4 0-15,4-8 0 0,1-2 0 0,-1 3 0 0,9-3 0 16,-2-2 0-16,6 1 0 0,-2 1 0 0,3 1 0 16,0-1 0-16,-1 4 0 0,4-2 0 15,-3 2 0-15,0-3 0 0,0 4 0 0,-4 1 0 16,-1-1 0-16,-2 1 0 0,2 2 0 0,-3 1 0 0,2 0 0 16,-6 2 0-16,1 0 0 0,0 1 0 0,1 2 0 15,-2 1 0-15,-1 0 0 0,1-2 0 0,-1 3 0 16,-3-1 0-16,3 0 0 0,-2 2 0 0,-2-2 0 15,2 1 0-15,-1 0 0 0,-2 0 0 0,0-1 0 16,2 1 0-16,-1-2 0 0,0 2 0 0,-1-2 0 16,-1 1 0-16,1-5 0 0,0 6 0 0,0-6 0 15,1 4 0-15,-1-4 0 0,0 0 0 0,0 3-245 16,0-3-29-16,0 0-63 0,0 0-41 0,0 0-40 16,0 0-46-16,7-14-37 0,-2 10-53 0,2-5-283 0,0 1-907 15,-1-2 401-15</inkml:trace>
  <inkml:trace contextRef="#ctx0" brushRef="#br0" timeOffset="261058.6104">17733 10618 256 0,'0'-5'392'0,"0"-1"38"16,0 2 26-16,-4-1 20 0,4 0 6 0,-2 1-4 16,0 0-12-16,2 4-14 0,-5-6-30 0,4 1-33 15,-1 2-38-15,0-1-33 0,2 4-46 0,0-5-30 16,0 5-46-16,-4-2-77 0,4 2-82 0,-5-2-85 15,5 2-85-15,0 0-59 0,0 0-62 0,0 0-59 16,0 0-61-16,9 11-55 0,-5-5-320 0,-3-2-811 16,6-1 359-16</inkml:trace>
  <inkml:trace contextRef="#ctx0" brushRef="#br0" timeOffset="261480.4462">17838 10706 322 0,'0'0'421'15,"0"0"37"-15,0 0 30 0,0 0 25 0,0 0 10 16,5-10 7-16,-5 10-14 0,1-4-12 0,1-2-14 16,-2 6-26-16,2-6-21 0,-1 2-30 0,2 2-34 15,-1-3-27-15,2 1-31 0,0 0-30 0,0 1-28 0,-1-1-25 16,2 2-22-16,-3-1-170 0,3 0-46 0,0 0 0 16,2 2 0-16,-1 0 0 0,-6 1 0 15,9 0 0-15,-3 2 0 0,-2-1 0 0,4 2 0 0,-5-1 0 16,1 1 0-16,-1 0 0 0,2 2 0 0,-1 0 0 15,-3 1 0-15,2-1 0 0,-2 4 0 0,1-1 0 16,0 3 0-16,-2-2 0 0,0-4 0 0,-4 6 0 16,3-2 0-16,-2 0 0 0,2 0 0 0,-3 1 0 15,-2-4 0-15,2 2 0 0,-1-1 0 0,1 2 0 16,-4-2 0-16,1-2 0 0,2-1 0 0,2 2 0 16,-1-1 0-16,1-3 0 0,0-1 0 0,0 3 0 15,3-4 0-15,-2 3 0 0,2-3 0 0,-1 5 0 16,1-5 0-16,0 0 0 0,0 0 0 0,9 1 0 15,-2 1 0-15,5-5 0 0,-1 2 0 0,0-3 0 16,2 0 0-16,0 1 0 0,1 2 0 0,3-3 0 16,-3 1 0-16,3-3 0 0,-3 4 0 0,-3-1 0 15,7-1 0-15,-5 2 0 0,0-2 0 0,-2-1 0 0,-1 2-223 16,1 0-174-16,-1 0-36 0,-4 1-21 16,-2 2-22-16,1-2-11 0,0-1-13 0,2 1-16 15,-5 0-269-15,-2 2-849 0,7-4 376 0</inkml:trace>
  <inkml:trace contextRef="#ctx0" brushRef="#br0" timeOffset="261933.5794">18183 10755 198 0,'1'-6'232'0,"-1"6"20"15,0 0 14-15,4-1 8 0,-4 1 19 0,0 0 19 0,0 0 12 16,0 0 14-16,0 0 11 0,0 0 6 0,0 0 7 16,0 0-4-16,0 0-2 0,0 0-15 0,0 0-13 15,0 0-14-15,0 0-9 0,0 0-21 0,0 0-15 16,0 0-22-16,0 0-13 0,0 0-17 0,0 0-12 15,0 0-30-15,0 0-10 0,5-1-17 0,-5 1-18 16,8-1-10-16,-2-2-12 0,1 1-11 0,0 0-9 16,5 0-10-16,-2-2-9 0,4 1-69 0,-2 1 0 15,3-7 0-15,-4 5 0 0,0 1 0 0,0 1 0 16,-1-6 0-16,-2 2 0 0,2-1 0 0,-3 1 0 16,-2 1 0-16,-1 1 0 0,-2-1 0 0,2-1 0 15,0 1 0-15,-2 1 0 0,-2 1 0 0,0-2 0 16,-5-1 0-16,4 1 0 0,-5 0 0 0,2 1 0 15,-3 1 0-15,2 1 0 0,-4-1 0 0,-1 2 0 0,0-1 0 16,-3 2 0-16,2 0 0 0,-1 2 0 16,-2 0 0-16,0 2 0 0,1 1 0 0,2 1 0 15,-3 3 0-15,2 0 0 0,3-3 0 0,-1 3 0 0,1-1 0 16,5 3 0-16,0 0 0 0,-1 2 0 0,5-1 0 16,0-5 0-16,5 6 0 0,-3-4 0 0,5 1 0 15,1 0 0-15,7 0 0 0,2 0 0 16,2-1 0-16,1-2 0 0,0 0 0 0,1-3 0 0,1-1 0 15,2-1 0-15,2-1 0 0,-6-2 0 0,2-3 0 16,-1 3 0-16,-2-6-186 0,0 3-102 0,-1-3-42 16,-2-1-51-16,-3 3-53 0,-1-2-65 0,-1 2-71 15,-2-1-348-15,-2 2-993 0,-2-3 439 0</inkml:trace>
  <inkml:trace contextRef="#ctx0" brushRef="#br0" timeOffset="264276.7961">19485 10661 14 0,'-5'0'390'0,"0"-3"2"16,1 2 11-16,4 1 15 0,-5-3-16 0,5 3-3 15,-4-4-7-15,0 1 5 0,4 3-3 0,-4-3-3 16,4 3 0-16,-5-5-9 0,5 5-9 0,-3-5-9 16,1 1-13-16,2 4-15 0,2-5-18 0,-2 5-20 15,3-6-23-15,-6 2-20 0,3 4-21 0,3-3-20 16,-3 3-20-16,4-5-22 0,1 4-130 0,0-1-42 16,2-1 0-16,-2 3 0 0,4-1 0 0,1 1 0 15,-1 3 0-15,1-1 0 0,2 1 0 0,-2 0 0 16,0-1 0-16,-1 4 0 0,-2 0 0 0,0 2 0 15,1-1 0-15,-3 0 0 0,-1 3 0 0,0-2 0 0,-4 0 0 16,-2 0 0-16,-1 4 0 0,-3-3 0 0,-2 1 0 16,-3 0 0-16,-3-3 0 0,-2 2 0 15,0-1 0-15,-3-3 0 0,6-1 0 0,-1-1 0 0,-2-3 0 16,6 0 0-16,1 2 0 0,1-2 0 0,3-4 0 16,-2 1 0-16,5-3 0 0,-1-4 0 0,6 1 0 15,2-8 0-15,3 2 0 0,1-3 0 0,2 2 0 16,9-3 0-16,-7 5 0 0,5 0 0 0,0 0 0 15,-4 1 0-15,4 4 0 0,-3-1 0 0,4 1-81 16,-3 1-429-16,3 2-65 0,-2-1-70 0,1 1-419 16,-1 1-1151-16,-6 1 509 0</inkml:trace>
  <inkml:trace contextRef="#ctx0" brushRef="#br0" timeOffset="264651.5209">19833 10405 377 0,'1'-11'448'0,"-1"1"41"0,0 0 40 0,0-1 15 16,-1 1 13-16,1-1 7 0,-1 2 3 0,-1-1-3 16,0 0-9-16,0 1-14 0,1 3-22 0,0 0-30 15,0 1-27-15,-1 1-37 0,2 4-19 16,-1-5-251-16,0 2-155 0,1 3 0 0,0 0 0 0,0 0 0 16,0 0 0-16,-4 15 0 0,4-2 0 0,0 5 0 15,1 8 0-15,-1 2 0 0,4 2 0 0,-3 4 0 16,-1 1 0-16,0 11 0 0,4-10 0 0,-3 11 0 15,3 3 0-15,-4-4 0 0,3 1 0 0,-2-13 0 16,0 1 0-16,-1 1 0 0,2 2 0 0,-2 7 0 16,0-11 0-16,-2 1 0 0,1-2 0 0,0-2 0 15,0 1 0-15,-1-5 0 0,1 2 0 0,0-4 0 16,-1-7 0-16,2-1 0 0,0-4 0 0,0-2 0 16,0-1 0-16,2-1 0 0,-1-3 0 0,0 0 0 15,2-1 0-15,-2-1 0 0,0-2 0 0,2 0 0 16,-3-2 0-16,5 2 0 0,-5-2 0 0,0 0 0 15,13-9 0-15,-11 4 0 0,2-2 0 0,-4-3-425 16,2-5-336-16,-2-6-407 0,-4-3-1265 0,-3-3 560 16</inkml:trace>
  <inkml:trace contextRef="#ctx0" brushRef="#br0" timeOffset="264870.9966">19682 10900 335 0,'-3'-4'433'0,"0"0"20"16,0 1 44-16,-1-4 53 0,0 5 28 0,-1-3 19 15,4 2 5-15,-1-1-13 0,0 0-26 0,2 0-28 16,-4 2-39-16,6-3-45 0,-2-1-38 0,2 2-45 16,2 0-36-16,2 0-36 0,2-3-193 0,1 0-103 15,6 0 0-15,3 0 0 0,3 1 0 0,-2-2 0 16,0 2 0-16,9-2 0 0,-2 0 0 0,0-2 0 16,-7 3 0-16,6-5-257 0,-6 2-213 0,-1 7-75 15,1-4-67-15,-2-2-440 0,-1 6-1139 0,-3-3 505 16</inkml:trace>
  <inkml:trace contextRef="#ctx0" brushRef="#br0" timeOffset="265417.7784">20966 10380 69 0,'0'-7'376'15,"2"-1"10"-15,2-2 16 0,-2 3 3 0,-2-1 7 16,0 3 4-16,0-1 4 0,1 1 2 0,3-1-2 16,-4 1-1-16,0 0 1 0,0 1 2 0,2 0 3 15,-2 4-13-15,2-6-16 0,-2 4-20 0,0 2-20 16,0 0-37-16,0-6-22 0,0 6-34 0,0 0-22 0,0 0-124 15,0 0-117-15,0 0 0 0,0 0 0 16,1 17 0-16,4-4 0 0,-5 2 0 0,4 2 0 16,-3 1 0-16,7 6 0 0,-4 0 0 0,-4 1 0 0,4 1 0 15,-4-1 0-15,1-5 0 0,-1 0 0 0,0 0 0 16,0 8 0-16,0-8 0 0,0-3 0 16,0-1 0-16,0 4 0 0,0-9 0 0,0 5 0 15,0-5 0-15,0-1 0 0,3 1 0 0,-3-3 0 0,0-1 0 16,0-2 0-16,1-2 0 0,-1 2 0 0,0-1 0 15,0-4 0-15,0 0 0 0,0 4 0 0,0-4 0 16,0 0-236-16,0 0-227 0,5-15-30 0,-4 12-37 16,-1-6-43-16,4 0-410 0,-4-2-1065 0,-1-1 472 15</inkml:trace>
  <inkml:trace contextRef="#ctx0" brushRef="#br0" timeOffset="265839.7261">20853 10392 211 0,'-3'-3'383'0,"1"-5"39"0,0 3 30 0,0 2 11 16,-1-4 2-16,3 1-11 0,0 1 2 15,-1 1-13-15,0-1 11 0,2-1-9 0,-1 2-15 16,1-2-21-16,-1 1-23 0,4-1-31 0,0 0-28 16,1 1-25-16,4-3-21 0,1 2-25 0,3 0-19 0,1 1-15 15,1 0-24-15,4-2-58 0,1 4-140 0,0 0 0 16,0 3 0-16,2 2 0 0,8 0 0 15,-3 3 0-15,-1 0 0 0,4 3 0 0,-2 3 0 0,-1 2 0 16,2 0 0-16,-12-1 0 0,7 3 0 0,-5 2 0 16,-5-1 0-16,-2-1 0 0,-3 4 0 15,-2-2 0-15,-1-1 0 0,-5 2 0 0,-2 0 0 16,-2 2 0-16,-4-2 0 0,-3 8 0 0,-4-3 0 0,-4-1 0 16,-5-3 0-16,-4 0 0 0,1 0 0 0,-4-2 0 15,2 1 0-15,0-6 0 0,4 1 0 0,5-2 0 16,-2-4 0-16,11 0 0 0,-2-2 0 0,5-2 0 15,-1-1 0-15,4-1 0 0,-1 3 0 0,2-3 0 16,3-1 0-16,-5 3 0 0,5-3 0 0,0 0 0 16,0 0 0-16,0 0 0 0,0 0 0 0,0 0 0 15,22-3 0-15,-9-2 0 0,-3 4-284 0,2-1-314 16,7 0-87-16,0 2-419 0,0-2-1196 0,2-1 529 16</inkml:trace>
  <inkml:trace contextRef="#ctx0" brushRef="#br0" timeOffset="266183.5682">21489 10688 392 0,'0'-5'480'0,"0"1"37"0,0 0 26 16,0 4 15-16,-1-8-2 0,1 3-14 0,0 1-14 15,0 4-7-15,-3-5-18 0,3 5-17 0,0-4-27 16,0 4-32-16,0-6-32 0,0 6-30 0,0 0-32 0,0 0-34 15,0 0-26-15,-1-3-259 0,1 3-14 0,0 0 0 16,0 0 0-16,0 0 0 0,1 13 0 0,-1-4 0 16,0 4 0-16,0-1 0 0,0 3 0 0,4 5 0 15,-1-3 0-15,-2 0 0 0,0 1 0 0,-2-1 0 16,2 0 0-16,1 1 0 0,-4-1 0 0,5 0 0 16,-2-1 0-16,-1 0 0 0,3 0 0 0,-6-5 0 15,6 1 0-15,-3 0 0 0,0 0 0 0,0 0 0 16,0-3 0-16,0 2 0 0,0-4 0 0,1-1 0 15,0 0 0-15,-1-2 0 0,0 0 0 0,0 0 0 16,0 0 0-16,2-1 0 0,-2-3 0 0,1 4 0 16,-1-4-22-16,0 0-432 0,0 0-31 0,11-7-50 15,-8 3-39-15,-1 0-447 0,0 0-1104 0,-1-2 488 16</inkml:trace>
  <inkml:trace contextRef="#ctx0" brushRef="#br0" timeOffset="266542.7028">21498 10775 91 0,'0'-3'439'0,"0"-3"20"15,0 0 16-15,-1 0 14 0,1-1-8 0,0-2-15 16,0-1-17-16,0-1-17 0,1 2-12 0,2-3-6 16,-1 2-7-16,1-1-23 0,1-1-26 0,1 3-20 0,-2 1-12 15,3-1-32-15,-3 2-19 0,4 0-30 0,-2 0-24 16,3-1-23-16,-2 5-20 0,2-4-19 15,-2 5-17-15,2-2-91 0,-1 3-51 0,1-1 0 0,-1 2 0 16,1-1 0-16,1 2 0 0,-1 2 0 0,1-2 0 16,1 3 0-16,-5-1 0 0,3 3 0 0,-3 0 0 15,4 1 0-15,-8 0 0 0,3 3 0 16,0-2 0-16,-7 5 0 0,2-1 0 0,-4 4 0 0,-4-2 0 16,0 1 0-16,-4 0 0 0,-2-1 0 0,2-1 0 15,-3-3 0-15,1 0 0 0,0 0 0 0,4-5 0 16,-1 1 0-16,3-2 0 0,0 0 0 0,4-1 0 15,-1 0 0-15,2-2 0 0,4-1 0 0,-5 2 0 16,5-2 0-16,0 0-15 0,0 0-362 0,8-11-53 16,2 5-31-16,0 2-44 0,2 0-40 0,2 1-432 15,2-2-1057-15,3 0 467 0</inkml:trace>
  <inkml:trace contextRef="#ctx0" brushRef="#br0" timeOffset="267120.7562">21791 10849 138 0,'0'0'358'0,"0"0"16"0,0 0 25 0,0 0-2 15,0 0-7-15,6-7-8 0,-6 7-8 0,1-5-3 16,-1 5-9-16,0 0-11 0,4-4-16 0,-2 1-18 16,-2 3-20-16,2-4-16 0,-2 4-13 0,3-2-20 15,-3 2-22-15,2-4-21 0,-2 4-19 0,0 0-20 16,5-2-25-16,-5 2-14 0,7-1-12 0,-7 1-8 0,0 0-20 15,11 3-6-15,-7-2-7 0,1 4-14 0,-1-5 5 16,-3 5-10-16,4-1-16 0,-1 0 2 16,-3 1 4-16,2 0-13 0,-2 1-9 0,-1 0 8 15,-1-2-14-15,1 3-15 0,-4 0 2 0,0-3-3 0,-2 5-16 16,2-3 9-16,-1-4-8 0,1 3 3 0,-4-2-2 16,3 1 1-16,-3-1 6 0,1-2 0 15,2-1 4-15,0 2 4 0,5-2-4 0,-12-2 9 16,9 1-3-16,-1-2 1 0,0-1 1 0,0 0 4 0,3-2 0 15,-2 1 8-15,2-2 5 0,1 1 1 0,0-3 4 16,1-1-6-16,2 2 15 0,-2-2-2 0,2 4 1 16,2-1 2-16,-1 2-4 0,1 0-1 0,0 0-13 15,0 1 18-15,0 1-8 0,1 2 4 0,1-1 5 16,0 1 11-16,2 2 5 0,-4 2 9 0,3-1-60 16,1 3-4-16,0 0 0 0,-3 1 0 0,2 4 0 15,-4-5 0-15,5 3 0 0,-4 3 0 0,0-4 0 16,0 5 0-16,-1-5 0 0,2 4 0 0,-2-3 0 15,3 2 0-15,-5-2 0 0,2 0 0 0,1 2 0 16,-2-4 0-16,-2 0 0 0,2-1 0 0,-1 1 0 16,1-1 0-16,-1 0 0 0,-1-3 0 0,1 2 0 15,0-1 0-15,-2-3 0 0,2 5 0 0,-2-5 0 16,0 0 0-16,1 5 0 0,-1-5 0 0,0 0 0 16,0 0-175-16,6-8-114 0,-4 1-46 0,-1 3-46 15,0-1-52-15,-2-3-53 0,-2 0-58 0,-1-2-381 16,1-2-1002-16,-1 3 444 0</inkml:trace>
  <inkml:trace contextRef="#ctx0" brushRef="#br0" timeOffset="268949.4406">22478 10665 341 0,'0'0'415'16,"0"0"18"-16,2-7 0 0,-2 7-2 0,2-5-4 15,-2 5-3-15,0-3-12 0,0 3-9 0,1-7-14 16,1 4-11-16,-2 3-12 0,2-6-31 0,-2 1 2 16,0 5-21-16,0-6-19 0,4 4-24 0,-4 2-19 15,4-4-20-15,-3 2-28 0,4-1-22 0,-1 2-19 16,-4 1-11-16,13-1-16 0,-8 1-19 0,5 1-10 16,-1 1-8-16,0 2-16 0,4 0-53 0,-3 0-32 15,0 2 0-15,2 0 0 0,-3 1 0 0,1 2 0 16,-1-1 0-16,0 1 0 0,-4 1 0 0,0 2 0 15,0-5 0-15,-1 1 0 0,-3-2 0 0,1 4 0 16,-1-2 0-16,-1 0 0 0,-1 1 0 0,-2 0 0 16,-1 0 0-16,1-3 0 0,-1-2 0 0,0 1 0 0,-1 0 0 15,-1-1 0-15,3-2 0 0,-2 2 0 0,1-3 0 16,3 3 0-16,1-4 0 0,-7 1 0 0,7-1 0 16,0 0 0-16,0 0 0 0,-2-10 0 0,3 5 0 15,1-1 0-15,2-2 0 0,3 1 0 0,-2 1 0 16,1-5 0-16,2 1 0 0,0 0 0 0,4-2 0 15,2 1 0-15,-6 1 0 0,2 3 0 0,0-1 0 16,2 1 0-16,-2 3 0 0,-1-1 0 0,1 1 0 16,3 1 0-16,-4 2 0 0,0-1 0 0,1 1 0 15,-1 1 0-15,0 3 0 0,0 1 0 0,1 0 0 16,-1 1 0-16,-1 0 0 0,-1 1 0 0,1 2 0 16,-1-1 0-16,-1 1 0 0,2-1 0 0,-6-1 0 15,-1 1 0-15,3 1 0 0,-2-2 0 0,-1 0 0 0,0-2 0 16,0 2 0-16,-1-2 0 0,2 0 0 15,-2 0 0-15,2 2 0 0,0-4 0 0,-2-2 0 16,1 4 0-16,-1-4 0 0,0 0 0 0,0 0 0 16,0 0 0-16,0 0 0 0,0 0 0 0,1-12 0 0,2 6 0 15,-1-1 0-15,3-2 0 0,-1-2 0 0,3 4 0 16,-4-2 0-16,3 2 0 0,2-1 0 0,-4 3 0 16,1 0 0-16,0 0 0 0,2-1 0 0,-6 3 0 15,3 0 0-15,2 1 0 0,2 2 0 0,-8 0 0 16,10 3 0-16,-6-1 0 0,4 0 0 0,-3 3 0 15,1 2 0-15,-2-3 0 0,4 4 0 0,-4 0 0 16,1 3 0-16,-3-5 0 0,-1 0 0 0,1 3 0 16,-1-4 0-16,-1 3 0 0,0-2 0 0,0-1 0 15,3 1-127-15,-3-2-245 0,1-1-50 0,0 1-48 16,-1-4-58 0,4 4-58-16,-1-3-362 0,-3-1-1027 0,0 0 454 0</inkml:trace>
  <inkml:trace contextRef="#ctx0" brushRef="#br0" timeOffset="269606.9467">23203 10665 135 0,'0'0'411'0,"4"-3"32"0,-4 3 19 0,0 0 10 16,0 0 9-16,2-4-10 0,-2 4 1 0,0 0-10 16,0 0-14-16,0 0-22 0,4-1-13 0,-4 1-25 15,0 0-30-15,0 0-20 0,0 0-29 0,0 0-28 16,0 0-29-16,0 0-28 0,0 0-20 0,0 0-21 15,0 0-17-15,0 10-18 0,0-10-13 0,3 7-26 16,-3-2-109-16,1 2 0 0,0-1 0 0,-1-2 0 16,0 2 0-16,0 2 0 0,0-1 0 0,3-1 0 15,-2 0 0-15,-1-3 0 0,3 3 0 0,-2-1 0 0,-1 0 0 16,1-4 0-16,1 4 0 0,-2-5 0 16,2 6 0-16,-2-4 0 0,0-2 0 0,3 4 0 15,-2-2 0-15,-1-2 0 0,0 0 0 0,0 0 0 0,0 0 0 16,11-7 0-16,-8 4 0 0,2 0 0 0,0-3 0 15,-1 3 0-15,4-6 0 0,-2 1 0 0,0 2 0 16,0-3 0-16,0 3 0 0,0-2 0 16,-1 2 0-16,1 0 0 0,-3 1 0 0,1 1 0 0,0 1 0 15,1 0 0-15,0 0 0 0,-5 3 0 0,4-5 0 16,-3 2 0-16,-1 3 0 0,7-1 0 0,-7 1 0 16,0 0 0-16,8 4 0 0,-6-1 0 0,1 0 0 15,2 1 0-15,-3 0 0 0,2 0 0 0,-3 2 0 16,3 1 0-16,-4-2 0 0,1 4 0 0,3-6 0 15,-4 2 0-15,3 2 0 0,-3-3 0 0,1-1 0 16,-1 2 0-16,4-1 0 0,-4-1 0 0,0 1 0 16,0-4 0-16,5 3 0 0,-5-3 0 0,0 0 0 15,0 0 0-15,0 0 0 0,0 0 0 0,0 0 0 16,10-8 0-16,-3 3 0 0,-5-2 0 0,2 2 0 16,5-2 0-16,-4-1 0 0,3 1 0 0,-4 3 0 15,2 0 0-15,0 0 0 0,-2 0 0 0,0 1 0 0,0-1 0 16,0 3 0-16,-2-1 0 0,-2 2 0 15,8-3 0-15,-5 2 0 0,-3 1 0 0,0 0 0 16,11 2 0-16,-8 0 0 0,0 0 0 0,-3-2 0 0,7 5 0 16,-3-2 0-16,-2 1 0 0,3 0 0 0,-3-1 0 15,0 0 0-15,-1 3 0 0,2-2 0 0,-2-1 0 16,2 0 0-16,-2 2 0 0,0-2 0 0,-1-3 0 16,4 3-263-16,-4-3-199 0,0 2-35 0,0-2-57 15,0 0-49-15,0 0-366 0,0 0-1050 0,0 0 465 16</inkml:trace>
  <inkml:trace contextRef="#ctx0" brushRef="#br0" timeOffset="270779.7694">24914 10861 351 0,'0'0'362'0,"8"-1"-3"0,-8 1 11 0,0 0-4 0,0 0-1 0,0 0-3 16,0 0-8-16,0 0-3 0,0 0 1 0,0 0-3 31,0 0-13-31,0 0-6 0,0 0-6 0,0 0-18 0,0 0-9 0,-16-10-6 0,11 7-5 0,-1 0-9 16,-3-2-9-16,1 2 2 0,-2-4-5 0,-1 3-12 15,-2-2 1-15,-2-3-12 0,3 3-4 0,-4-4-225 16,1 2-13-16,3 1 0 0,-10-7 0 0,5 2 0 0,-1 1 0 16,-1-5 0-16,-5-2 0 0,2-1 0 0,0 3 0 15,3-5 0-15,1 2 0 0,-1-1 0 0,5-2 0 16,1 0 0-16,3-3 0 0,4 7 0 15,-2 0 0-15,4-1 0 0,-1 1 0 0,5-2 0 0,3 1 0 16,-2 1 0-16,0 0 0 0,3 1 0 0,0 5 0 16,5-2 0-16,-3 3 0 0,2 2 0 15,1 1 0-15,0 1 0 0,-3-1 0 0,2 4 0 0,-2-1 0 16,-1 3 0-16,6-1 0 0,-4 3 0 0,5 0 0 16,-1 2 0-16,2 3 0 0,-3-1 0 0,-1 4 0 15,0 2 0-15,1 4 0 0,-2 0 0 0,-2 3 0 31,2 2 0-31,-4 0 0 0,1 5 0 0,-5-3 0 16,1 5 0-16,-6 0 0 0,4 0 0 0,-7 0 0 16,-1-1 0-16,0 1 0 0,-5-3 0 0,1 3 0 15,-2-2 0-15,1 2 0 0,0-4 0 0,5-3 0 0,0-1 0 0,0-3 0 0,0 0 0 0,2 0 0 16,-2-1 0-16,1-3 0 0,2-1 0 0,2-1 0 31,-1 0 0-31,2-4 0 0,1 2 0 0,-1-3 0 0,2-1 0 0,-2 3 0 0,2-3 0 0,1-3 0 16,-1 4 0-16,1-4 0 0,0 0 0 0,0 0 0 15,7 3 0-15,-7-3 0 0,12-1 0 0,-1-3 0 0,3 3 0 32,6-2 0-32,1-5 0 0,6 2 0 0,5-2 0 15,-3 0 0-15,5-2 0 0,-1 1 0 0,0-2 0 0,-1 2 0 0,1 0 0 0,-1-1 0 0,-2 2 0 16,-10 5 0-16,-2-3 0 0,-1 1 0 0,-7 1 0 16,0 2 0-16,-2 1 0 0,-2-3 0 0,-1 3 0 15,2-1 0-15,-4 1 0 0,-3 1 0 0,7-3 0 16,-7 3 0-16,0 0 0 0,6-1 0 0,-6 1 0 15,5-3 0-15,-5 3 0 0,4-2 0 0,-4 2 0 16,0-5 0-16,4 2-690 0,-2-1-561 0,6-5-1354 31,3 2 600-31</inkml:trace>
  <inkml:trace contextRef="#ctx0" brushRef="#br0" timeOffset="271296.0505">25825 10412 311 0,'-3'-4'490'0,"0"-1"20"0,-1 2 8 0,4-1-8 0,-2 0-19 16,-2 1-26-16,4-3-18 0,-3 1-31 0,6 0-11 15,-3 0-30-15,1-1-13 0,2 2-20 0,-2-2-28 32,3 1-17-32,-3 0-26 0,5-1-26 0,-2 1-21 15,1 0-24-15,-1 1-23 0,5-2-18 0,1 2-16 16,-2 2-19-16,1 0-14 0,1 2-9 0,3 2-15 16,-3-1-8-16,3 1-58 0,-3 3-20 0,-1 0 0 15,3 0 0-15,-1 0 0 0,-2 2 0 0,1 4 0 16,-5-2 0-16,3 4 0 0,-3-2 0 0,-5 4 0 15,0-2 0-15,0 4 0 0,-5-2 0 0,0 2 0 16,-8-3 0-16,0 1 0 0,-1-2 0 0,-6-1 0 16,-2 2 0-16,4-2 0 0,-1-4 0 0,0-1 0 15,2-2 0-15,2-3 0 0,2 0 0 0,3 2 0 16,-3-6 0-16,4-1 0 0,0 0 0 0,-1-1 0 16,6-4 0-16,-1 0 0 0,1-5 0 0,2-2 0 0,2 0 0 15,2-2 0-15,0 1 0 0,0 1 0 0,3 3 0 16,-1 2 0-16,0-3 0 0,2 5 0 15,-2 0 0-15,1 3 0 0,3 3 0 0,-3-2-105 0,4 0-228 16,-3 4-60-16,2 1-58 0,0 4-53 0,-2-3-48 16,-1 0-424-16,-1 1-1057 0,-1 0 468 0</inkml:trace>
  <inkml:trace contextRef="#ctx0" brushRef="#br0" timeOffset="271671.1659">25746 10578 65 0,'0'0'406'0,"0"0"22"0,0 0 8 16,0 0 1-16,0 0-20 0,0 0-15 0,0 0-21 15,19-5-17-15,-15 2-18 0,-4 3-22 0,9-3-21 16,-4 1-17-16,3 1-19 0,1 0-13 0,-3 1-12 16,3-1-6-16,3 2-14 0,-2 0-18 0,0 4-24 15,-1-3-4-15,1 1-25 0,2 2-8 0,-2 2-11 16,2-1-16-16,-3 0-16 0,2 3-5 0,-2-1-9 15,-3 0-5-15,1 2-12 0,0-2-2 0,-3 3-8 16,-4 0 4-16,0 1-16 0,-2-1 2 0,0-1-11 16,-5 2-8-16,0-3 3 0,-2 0-3 0,-6 0 0 15,1-1-8-15,-4-3-8 0,0 2 10 0,0-2-8 0,2-2-6 16,3 0 5-16,1-2 4 0,6-2 13 0,-3 1-1 16,1-3 18-16,3 1 19 0,0-3 6 15,1 0-52-15,-1-5-22 0,4-2 0 0,2-4 0 16,4 0 0-16,3 0 0 0,-2 3 0 0,2-4 0 0,6 2 0 15,-5 1 0-15,8 0 0 0,-6 3 0 0,7 2-204 16,-1 0-71-16,2 0-62 0,0 3-59 16,1 2-47-16,2 4-50 0,-3-2-46 0,1 4-379 15,0-2-994-15,-7 1 440 0</inkml:trace>
  <inkml:trace contextRef="#ctx0" brushRef="#br0" timeOffset="272374.0987">26138 10623 166 0,'4'-2'408'0,"-1"-3"14"0,1 0 13 0,0 0-12 15,-1 0-32-15,4 0-22 0,-1 1-23 0,3-2-23 16,-2 0-27-16,3 1-18 0,0 1-25 0,-1 0-21 16,2 0-21-16,1 2-14 0,1 1-21 0,1 1-6 15,-3 1-15-15,2 0-12 0,-1 0-9 0,-1 3-14 16,0 2-14-16,0-1-8 0,-1-1-6 0,-1 3-10 15,-3 2-7-15,-1-1-10 0,-1 3-4 0,-2-2-7 16,-4 4-3-16,2-1-4 0,-6 2-1 0,-1-3-6 16,-3 2-3-16,0-5-2 0,-4 3-6 0,-4-2-1 15,0-1 0-15,0-2-4 0,-2 2-3 0,2-3 2 16,0-1-1-16,3-3 14 0,3-1 25 0,1 2 24 16,4-4 20-16,-2 1 16 0,4-6 6 0,1-1 3 15,2 0 5-15,-1-2 3 0,3 2-3 0,4-5-15 16,1 0-10-16,0 0-10 0,8-1-24 0,-1 0-76 15,2 2 0-15,1-1 0 0,12-4 0 0,0 5 0 16,1 0 0-16,5 1-20 0,3 0-135 0,2 5-28 0,-1-1-11 16,17-2-12-16,-17 7-19 0,-2-3-19 15,1 2-10-15,-4 2-8 0,-1 0 0 0,-8-1 2 16,-1 2 18-16,-2 0 21 0,2 2 23 0,-4-4 29 16,-4 2 11-16,-1 0 32 0,-3 0 24 0,1-1 28 0,-3-1 19 15,-3 0 32-15,3-2 38 0,-4-1 34 0,2 0 28 16,-5-2 36-16,3 2 36 0,-2-2 26 0,0-3 27 15,-2 2 18-15,1-2 12 0,2 3 5 16,-2-3 19-16,-1 1 7 0,0 3 15 0,0-1 4 0,3 3 4 16,-3-1-5-16,1 0-2 0,-1 1-40 0,0 1-239 15,0 3 0-15,0-5 0 0,0 5 0 0,0 0 0 16,0 0 0-16,0 0 0 0,-4 12 0 0,3 1 0 16,-3 5 0-16,0 2 0 0,-3 5 0 0,-1 4 0 15,0-1 0-15,3 4 0 0,-3 0 0 0,-2 4 0 16,3-4 0-16,-1 3 0 0,0-2 0 0,-1 2 0 15,0-1 0-15,2-5 0 0,-5 3 0 0,1-6 0 16,0 2 0-16,0-5 0 0,1 0 0 0,2-4 0 16,-1-2 0-16,4-6 0 0,0 0 0 0,1-1 0 15,0-6 0-15,0 1 0 0,3 1 0 0,1-1 0 16,-1-4 0-16,-2 3 0 0,3-4 0 0,0 0 0 16,0 0 0-16,0 0 0 0,13-5 0 0,-8-1 0 15,3-4 0-15,1 1 0 0,-1-7 0 0,-3 5-479 16,0-5-173-16,-1 1-51 0,-2-3-357 0,-2 0-1148 15,-1-1 508-15</inkml:trace>
  <inkml:trace contextRef="#ctx0" brushRef="#br0" timeOffset="272608.2697">26567 10729 210 0,'-2'-3'475'0,"-1"0"27"16,3 3 38-16,-5-4 25 0,5 4 6 0,-4-2 2 15,2-2-25-15,2 4-36 0,0 0-40 0,0 0-45 0,0 0-34 16,-1-3-43-16,1 3-40 0,0 0-37 0,0 0-62 15,9-2-72-15,-3 1-68 0,-6 1-81 16,13 3-76-16,-6-2-90 0,0 1-86 0,-1 0-84 16,2 1-86-16,3-2-93 0,-3 3-360 0,1-2-957 0,4-1 423 15</inkml:trace>
  <inkml:trace contextRef="#ctx0" brushRef="#br0" timeOffset="272826.9409">26910 10789 84 0,'8'1'377'0,"-1"0"9"0,-1-1 35 15,1 1 28-15,-3 0 30 0,-4-1 5 0,7 1-2 16,-7-1-7-16,4 2-10 0,-4-2-13 0,0 0-20 16,0 0-37-16,0 0-38 0,7 0-37 0,-7 0-32 15,0 0-34-15,0 0-63 0,0 0-67 0,0 0-70 16,-3-9-71-16,3 9-74 0,0 0-75 0,0 0-87 16,-4-4-74-16,4 4-89 0,0 0-110 0,0 0-337 15,5-5-934-15,-5 5 414 0</inkml:trace>
  <inkml:trace contextRef="#ctx0" brushRef="#br0" timeOffset="273295.7494">27676 10706 334 0,'0'0'370'0,"0"0"-1"0,0-10-8 0,0 10-2 16,-6-3-16-16,4-1-2 0,0 1-4 0,1-2-2 15,1 5 6-15,-4-5 1 0,2 3-3 0,0-3 4 16,2 1-22-16,0 4 2 0,-3-7-23 0,3 7-13 16,1-4-11-16,1 1-18 0,-2 3-15 0,2-4-16 15,1 0-24-15,-3 4-19 0,5-4-14 0,1 2-18 16,-6 2-17-16,9-2-19 0,0 2-8 0,-1 1-10 0,2 2-16 16,-1 0-8-16,0 4-11 0,2-3-6 15,-3 4-57-15,1 0 0 0,-1-1 0 0,-2 4 0 16,1-2 0-16,-5-1 0 0,-2 2 0 0,0 2 0 15,-2-1 0-15,-2 0 0 0,-3-2 0 0,-3 1 0 0,-4-1 0 16,-4-1 0-16,0-1 0 0,0-1 0 16,-2-3 0-16,1 0 0 0,0-1 0 0,1 0 0 0,2-1 0 15,5-1 0-15,0-3 0 0,0 1 0 0,2-1 0 16,5-4 0-16,-2 3 0 0,5-2 0 0,2-6 0 16,5-1 0-16,3-3 0 0,4 0 0 0,8 0 0 15,2-2 0-15,0-1 0 0,2 3 0 0,3 1 0 16,-1 2 0-16,1 1 0 0,-2 0-62 0,-6 5-181 15,6 0-38-15,2-3-37 0,-10 7-42 0,2 0-22 16,-2-2-29-16,-5-1-21 0,-2 2-11 0,2 0-19 16,0-2 9-16,-4 2-271 0,-3 2-785 0,1 0 347 15</inkml:trace>
  <inkml:trace contextRef="#ctx0" brushRef="#br0" timeOffset="273592.9896">27999 10510 1026 0,'0'-3'-37'0,"-1"-3"62"16,2-1 32-16,-1 0 45 0,2-2 39 0,-4-1 42 15,2 0 34-15,0 1 59 0,0-4 36 0,-1 1 24 16,0-1 28-16,-2 2 21 0,2 1 26 0,0-2 17 15,-2 0 19-15,2 1 20 0,1 2 4 0,-3 0 8 0,3 2-19 16,0 2-12-16,-1 1-30 0,1 0-26 0,1-1-35 16,-1 5-331-16,-1-5-26 0,1 5 0 15,0 0 0-15,0 0 0 0,-3 16 0 0,3 0 0 16,-3 3 0-16,5 13 0 0,-2 1 0 0,-2 12 0 0,5 0 0 16,-4 6 0-16,2 6 0 0,-1-3 0 0,0 0 0 15,0 0 0-15,0-1 0 0,0 1 0 0,-3-2 0 16,0-1 0-16,-1-5 0 0,4-10 0 0,-1-3 0 15,-2 1 0-15,3-2 0 0,-1-1 0 0,-3-2 0 16,3-5 0-16,-2-7 0 0,2-1 0 0,1-1 0 16,-3-5 0-16,2-1 0 0,1-2 0 15,0 0 0-15,0-4 0 0,0 3 0 0,0-4 0 0,0-2 0 16,0 5 0-16,0-5 0 0,0 0 0 0,0 0 0 16,12-7 0-16,-7-2 0 0,-1 2-438 0,0-2-855 15,-1-2-1399-15,-3-4 619 0</inkml:trace>
  <inkml:trace contextRef="#ctx0" brushRef="#br0" timeOffset="273843.3633">27808 11017 372 0,'-2'-5'496'16,"2"1"31"-16,0 4 46 0,-2-5 41 0,-1 1 22 16,3-1-8-16,0 0-25 0,0 2-36 0,0 3-48 15,0-10-40-15,3 5-44 0,-2-1-43 0,2-1-39 0,2 0-38 16,1-2-36-16,4 1-32 0,4-3-91 0,2 0-156 15,2-1 0-15,7 1 0 0,3-2 0 0,-1-2 0 16,0 4-129-16,0-1-152 0,-3 0-77 16,-3 6-60-16,-1 0-60 0,-1-1-55 0,0 1-54 0,-1-1-315 15,0 2-976-15,-8 0 432 0</inkml:trace>
  <inkml:trace contextRef="#ctx0" brushRef="#br0" timeOffset="274281.3421">28741 10501 444 0,'7'-8'482'0,"-3"4"3"16,0-2-2-16,0-3 0 0,-2 2-3 0,0 2-9 16,-2-1 6-16,1 0-14 0,1 2-7 0,-2-2-8 0,2 2-12 15,-2 0-10-15,2 1-18 0,-2 3-13 16,-2-6-19-16,2 6-21 0,-2-5-37 0,2 5-26 15,0 0-279-15,0 0-13 0,0-5 0 0,0 5 0 16,0 0 0-16,-2 13 0 0,-1-2 0 0,3 1 0 0,0 7 0 16,0 7 0-16,-2 1 0 0,0 1 0 15,0 2 0-15,2 4 0 0,2 0 0 0,-2-2 0 0,0 1 0 16,0 1 0-16,0-1 0 0,4-5 0 0,-6 0 0 16,4-3 0-16,-2-6 0 0,0-1 0 0,-2-1 0 15,2-5 0-15,2-1 0 0,0-1 0 0,1 0 0 16,-3-3 0-16,4-2 0 0,-2 0 0 0,1-3 0 15,2 1-285-15,-1-3-214 0,-4 0-37 0,13-3-37 16,-8-3-26-16,0-3-352 0,0-1-1028 0,-3-7 455 16</inkml:trace>
  <inkml:trace contextRef="#ctx0" brushRef="#br0" timeOffset="274640.6699">28596 10402 65 0,'-5'-6'484'0,"0"-2"17"0,-3-1 34 16,3 3 22-16,1-4 9 0,0 4-10 0,-1-3-15 16,2 0-24-16,1 0-12 0,0 2-9 0,0-3-13 15,1 0-33-15,2-3-37 0,3-2-30 0,3 0-39 16,4-3-28-16,3-6-29 0,8 4-95 0,2-2-192 0,4 3 0 16,4 1 0-16,4 3 0 0,13-1 0 0,4 2 0 15,-14 6 0-15,14-3 0 0,2 5 0 16,-4 0 0-16,-12 4 0 0,-1 6 0 0,-2-3 0 15,-4 7 0-15,1-3 0 0,-5 8 0 0,-5 0 0 0,-5-1 0 16,-3 1 0-16,-2 0 0 0,-3 4 0 0,-3-1 0 16,-2 11 0-16,-6-1 0 0,-5 0 0 15,-6 0 0-15,-9-1 0 0,-2 0 0 0,-14 6 0 16,-5-1 0-16,-1 1 0 0,-2-8 0 0,9-8 0 0,-1 0 0 16,-1-2 0-16,3-1 0 0,4-3 0 0,11-3 0 15,3 1 0-15,5-2 0 0,0-3 0 0,6 2 0 16,-2-1 0-16,3 2-260 0,5-3-116 15,0-2-31-15,6 11-26 0,2-6-28 0,0-1-22 0,4 2-3 16,2 3-19-16,1 1-292 0,-4-2-864 0,3 0 383 16</inkml:trace>
  <inkml:trace contextRef="#ctx0" brushRef="#br0" timeOffset="275344.3475">28987 10748 254 0,'0'0'371'0,"0"0"3"15,0 0 38-15,0 0-10 0,0 0 4 0,14-4-1 16,-14 4 0-16,9-5-4 0,-4 3-10 0,3-2-13 16,-2 1-14-16,2 2-8 0,1-3-22 0,-1 1-24 15,-1-1-19-15,1 4-29 0,1-1-33 0,-1 2-9 16,-1-2-32-16,5 3-15 0,-2 4-18 0,-1-2-17 16,1 4-8-16,-1-1-15 0,-4 2-11 0,5-1-11 15,-4 2 0-15,-1 2-23 0,0-2-6 0,-3 1-1 16,0 2-26-16,1-4-26 0,-3 1-17 0,-5-3-19 15,4 1-12-15,-4 1-3 0,1-2-10 0,0-2-2 16,-1 2 9-16,1-5 3 0,2 2 1 0,-2 1 11 16,1-4 8-16,3-1 8 0,0 0 7 0,0 0 21 15,0 0 9-15,0 0 7 0,4-20 3 0,0 11 5 16,2 0 2-16,1-2 8 0,3-2-5 0,0 4-6 16,2-3 6-16,-1 0-9 0,-1 3-4 0,3-3-4 15,-5 6-10-15,3 0-5 0,-2-1-11 0,3 0-30 16,-1 5-31-16,1-1-23 0,-1 1-28 0,-2 4-29 15,2-2-25-15,-1 0-22 0,-3 3-16 0,0-2-7 16,-3 2-6-16,3 3 4 0,0-1-6 0,-2-2 18 16,0 1 9-16,-2 1 7 0,0-1 10 0,0 1 21 15,-2-2 21-15,3 1 1 0,-3-2 17 0,-1-2 13 16,2 5 16-16,1-2 16 0,-3-3 15 0,0 3 57 16,0-3 20-16,0 0 48 0,0 0 20 0,0 0 5 0,0 0 1 15,0 0 17-15,0 0 11 0,13-6 15 0,-8 2-1 16,-1 1 3-16,1-1-1 0,0-1-3 15,2 3-9-15,-1-2-8 0,1 1-1 0,0 0-19 16,-1-1-14-16,5 1-11 0,-1 3-3 0,-4 0-10 0,3 1-7 16,-2-1-3-16,-1 3-6 0,1-1-12 0,3 2 9 15,-6 0-18-15,-1 3-1 0,3-1 5 0,-4-1-5 16,6 4-7-16,-8 0 1 0,-4 2-2 0,1-3-7 16,-3 2 2-16,0-2-1 0,-2-1-10 0,-1 2-10 15,1 0-9-15,3-5 2 0,-4 0-4 0,-2 0 0 16,-1 0 3-16,4-3 2 0,2-1 2 0,-1 1 4 15,0-1 10-15,7 0 3 0,-9-6 4 0,7 1-1 16,0-1 7-16,2-1 10 0,0-1-8 16,4-2-5-16,1 1 2 0,3-4-6 0,-3 3 0 0,5 0-7 15,2-2-17-15,-1 0-23 0,2 3-28 0,0 0-43 16,0 3-58-16,1-3-50 0,4 6-41 0,-2 1-30 16,-2 2-44-16,-2 0-43 0,-2 2-35 0,5-1-24 15,-6 5-321-15,0-1-818 0,0 1 361 0</inkml:trace>
  <inkml:trace contextRef="#ctx0" brushRef="#br0" timeOffset="275656.9151">29688 10826 146 0,'10'-2'311'16,"-5"-1"2"-16,-5 3-3 0,11-4 12 0,0-2-11 16,-5 2-6-16,4 1-5 0,-1-1 20 0,0-3-10 15,0 4-13-15,-3-1-10 0,1 2-19 0,-1-1-16 16,1 0-13-16,1 0-17 0,-1 1-19 0,-1 2-17 15,-6 0-15-15,13-1-19 0,-5 3-8 0,-1-1-18 16,1 3-11-16,-3 0-10 0,0-2-11 0,0 3-8 16,-1 1-6-16,-2 0-11 0,1 0-4 0,1 1-7 15,-4-1-4-15,0 1 2 0,-4 0-9 0,-1 0-6 0,-2 1 2 16,-4-2-6-16,1-1 0 0,-1-1-6 16,-2 0-1-16,-4-1 1 0,2-1-6 0,2-2 1 15,-5 1-1-15,4-1-2 0,0-3-4 0,4 2 7 16,-2-2 14-16,2 2 10 0,5-2 1 0,-3-1-8 15,3-1 5-15,0 0-13 0,4-1-27 0,-2 0-30 16,3-3-38-16,4 1-51 0,0-2-72 0,2 0-71 16,3-1-76-16,0-3-84 0,14-5-71 0,-5 0-371 15,4 4-927-15,0-2 410 0</inkml:trace>
  <inkml:trace contextRef="#ctx0" brushRef="#br0" timeOffset="275953.5446">29904 10502 192 0,'-6'-12'415'16,"1"0"45"-16,-5-4 40 0,5 7 28 0,-3-4 27 16,4 2-12-16,-8-3 5 0,9 6-2 0,-3-3-4 15,2 0-9-15,1 4-19 0,-1 2-16 0,2-3-20 16,1 3-21-16,-2 0-33 0,-1 2-30 0,4 3-330 16,-3-5-64-16,0 4 0 0,3 1 0 0,0 0 0 15,-3-4 0-15,3 4 0 0,0 0 0 0,4 21 0 16,-4-4 0-16,5 5 0 0,-1 5 0 0,1 1 0 15,-2 0 0-15,-1 3 0 0,-2 2 0 0,0-1 0 16,0 0 0-16,0-1 0 0,0 0 0 0,-2-4 0 16,-1 0 0-16,3-8 0 0,-1 1 0 0,1-2 0 15,0 0 0-15,1-3 0 0,-1-4 0 0,-1-3 0 16,1 1 0-16,0-1 0 0,0-2 0 0,2-2 0 16,0 3-578-16,4-4-126 0,1 0-448 0,-7-3-1247 15,17-3 551-15</inkml:trace>
  <inkml:trace contextRef="#ctx0" brushRef="#br0" timeOffset="276344.0771">30031 10774 15 0,'4'-1'348'0,"-4"1"12"15,5-4 25-15,-5 4 41 0,2-2 27 0,-2 2 12 16,3-4-6-16,-3 4-20 0,0 0-30 0,0 0-15 16,0 0-25-16,0 0-31 0,3-2-28 0,-3 2-18 15,0 0-37-15,0 0-34 0,0 0-21 0,0 0-23 16,0 0-15-16,0 0-18 0,0 0-11 0,4 10-17 15,-4-8-13-15,2 1-17 0,0 1 9 0,-2 1-17 16,0-1-10-16,1 0-3 0,0 0-12 0,-1 0-15 16,3-1-7-16,-1 1-13 0,0-1-3 0,0 0-1 15,-1 1-2-15,-1-4 3 0,9 3-2 0,-8-1-5 16,-1-2-2-16,8 1 4 0,-8-1-2 0,13-3 2 16,-7 2-1-16,-1-2 0 0,4-4 9 0,-1 4-14 0,-3-4 4 15,4 1 9-15,-1 2 8 0,-3 0 11 16,0-1 3-16,0 2 3 0,3 0 9 0,-3 0-5 15,0 0 4-15,-1 1-1 0,-1 1-4 0,0-2-3 16,-3 3-11-16,8-3-5 0,-8 3 2 0,2-3-28 0,-2 3 0 16,0 0 0-16,6 6 0 0,-6-6 0 0,6 6-40 15,-3-3-38-15,1 1-27 0,-3-1-44 16,3 2-43-16,-1 0-44 0,1-2-52 0,1 1-45 16,-2 0-40-16,1-1-45 0,1 1-44 0,1-3-39 0,4 2-335 15,-4 0-906-15,1-3 400 0</inkml:trace>
  <inkml:trace contextRef="#ctx0" brushRef="#br0" timeOffset="276626.0342">30433 10758 160 0,'6'-4'284'0,"-1"-2"12"0,0 4 22 15,-1-7 22-15,0 2 21 0,0 2 11 0,0-1 7 16,-2 1 0-16,1 3-3 0,-1 0-6 0,-2-2 7 16,3-1-22-16,-3 5-13 0,1-5-14 0,0 3-11 15,-1 2-20-15,2-6-22 0,-2 6-24 0,0 0-25 16,1-2-30-16,-1 2-18 0,0 0-21 0,0 0-19 15,0 0-5-15,0 0-15 0,0 0-14 0,0 0-13 16,0 0-7-16,-8 13-8 0,4-8-3 0,4 1-6 16,-3-3-11-16,1 6-5 0,0-3-10 0,-2 1-2 15,1 2-7-15,3-4-22 0,0 6-15 0,0-4-26 16,2-1-18-16,-1 2-15 0,1-2-15 0,4 3-18 16,1-2-27-16,0 0-23 0,2 2-31 0,-2-4-30 15,7-3-35-15,-1 1-44 0,2-2-17 0,2 0-13 16,3-2-28-16,1-3-29 0,-2 2-28 0,8-5-7 15,0-2-17-15,-2-5-234 0,-2 1-715 0,-4 3 316 16</inkml:trace>
  <inkml:trace contextRef="#ctx0" brushRef="#br0" timeOffset="276908.3599">30822 10626 411 0,'2'-16'42'0,"-2"-2"32"0,-2 1 16 0,0 0 27 0,-1 1 39 16,1 3 26-16,-6 3 29 0,7-2 28 16,-4-1 29-16,1 3 27 0,0 0 24 0,0 1 36 15,-1 0 26-15,0 3 35 0,1 0 17 0,0 1 21 0,4 1 8 16,-1-1-2-16,-3 3-15 0,4 2-11 0,-2-5-25 15,0 2-23-15,2 3-30 0,0 0-34 0,0 0-37 16,-5-5-96-16,5 5-189 0,0 0 0 16,0 0 0-16,-2 15 0 0,4-3 0 0,-2 3 0 0,1 2 0 15,3-1 0-15,-4 4 0 0,2 0 0 0,1 7 0 16,1-3 0-16,-1 2 0 0,-1 0 0 0,2 3 0 16,0-4 0-16,-3-1 0 0,4-6 0 0,-2 0 0 15,-2-5 0-15,2 2 0 0,-2-3 0 0,2 0 0 16,-1-3 0-16,-2 0 0 0,4 0 0 0,-4-4 0 15,3 1 0-15,-2 0 0 0,0-3 0 0,2 1 0 16,-2-1 0-16,-1-3 0 0,0 0-501 0,0 0-77 16,6-11-42-16,-6 6-462 0,0-2-1173 0,2-4 519 15</inkml:trace>
  <inkml:trace contextRef="#ctx0" brushRef="#br0" timeOffset="277158.3012">30776 10725 285 0,'-1'-6'207'15,"-3"2"57"-15,3 2 36 0,1 2 55 0,-6-5 44 16,3 3 43-16,3 2 38 0,0 0 22 0,0 0 2 15,-4-4-16-15,4 4-13 0,0 0-11 0,0 0-29 16,1-5-54-16,-1 5-30 0,8-5-38 0,-3 0-32 16,4-1-30-16,1 1-29 0,3 2-20 0,5-2-19 15,-1-2-24-15,1 1-29 0,1 2-28 0,-3-1-86 16,3 1-16-16,0-1 0 0,-2-1 0 0,-4 4-51 16,1-1-72-16,-5 1-46 0,-1 2-49 0,-3-2-57 15,1 2-62-15,-6 0-55 0,8-3-40 0,-8 3-32 16,0 0-55-16,0 0-350 0,-5-6-941 0,5 6 417 15</inkml:trace>
  <inkml:trace contextRef="#ctx0" brushRef="#br0" timeOffset="277689.4022">31856 10575 384 0,'0'-4'406'0,"3"-3"26"16,-6 3 5-16,3 4 4 0,0-8 1 0,-3 5 6 16,3 3-3-16,-2-5 5 0,2 2-1 15,0 3-14-15,0-6-12 0,0 6-13 0,-4-5-18 0,4 5-14 16,0 0-26-16,0-2-26 0,0 2-30 0,0 0-22 15,0 0-24-15,0 0-25 0,0 0-129 16,0 0-96-16,0 0 0 0,0 0 0 0,0 0 0 16,0 0 0-16,0 0 0 0,-3 13 0 0,3-8 0 0,2 7 0 15,-4 0 0-15,4 5 0 0,-1 1 0 0,-1 8 0 16,4 1 0-16,-2 8 0 0,-2-4 0 0,2 2 0 16,-1 1 0-16,2-1 0 0,-1 3 0 15,-2 10 0-15,4-12 0 0,-3-1 0 0,2-1 0 0,-3-2 0 16,0-1 0-16,1-10 0 0,-1 0 0 0,-1-1 0 15,-2-1 0-15,2-5 0 0,1 0 0 0,0-5 0 16,0 4 0-16,0-5 0 0,0 2 0 0,-1-3 0 16,1 0 0-16,1 0 0 0,-1-2 0 0,0-3 0 15,0 4 0-15,0-4 0 0,0 0-89 0,0 0-512 16,5-12-60-16,-5 7-479 0,-4-7-1235 0,2 1 546 16</inkml:trace>
  <inkml:trace contextRef="#ctx0" brushRef="#br0" timeOffset="278064.3147">31578 10776 406 0,'-1'-4'499'0,"-3"-3"23"0,2 0 19 0,-2-2-2 16,3 1 3-16,0-3-1 0,1 0-23 0,1 2-22 15,-1-2-18-15,5-1-23 0,-2-4-20 0,3 5-26 16,4-6-35-16,1 4-27 0,3 0-23 0,2 0-34 15,6-4-24-15,1 3-57 0,0 1-209 0,4 2 0 16,1 1 0-16,3 1 0 0,-2 4 0 0,3 1 0 16,-4 1 0-16,2 1 0 0,-9 4 0 0,0-1 0 15,-1 1 0-15,1 2 0 0,-9-1 0 0,6 2 0 16,-5 1 0-16,-4-1 0 0,1 1 0 0,-3 4 0 16,0-1 0-16,-3 1 0 0,0 2 0 0,-4 0 0 15,-4 4 0-15,0 0 0 0,-5 0 0 0,-2 0 0 16,-4-4 0-16,-7 5 0 0,-2-2 0 0,-1 0 0 15,-2-6 0-15,1 3 0 0,1-3 0 0,5-3 0 16,3 0 0-16,6-2 0 0,1-2 0 0,3-1 0 16,3 2 0-16,-2-1 0 0,5-1 0 0,1-1-167 15,0 0-327-15,20-1-40 0,-5 2-26 0,3-2-23 16,5 2-393-16,-1-2-1057 0,1-1 468 0</inkml:trace>
  <inkml:trace contextRef="#ctx0" brushRef="#br0" timeOffset="279722.4891">32140 10741 27 0,'4'-3'335'16,"-3"-2"6"-16,4 2 17 0,0-1 19 0,2-3 5 15,-2 1-4-15,1 3 5 0,-2-7-15 0,1 3-20 16,3 1-12-16,-2-2-7 0,4 3-20 0,-3-1-12 16,1 0-19-16,-1 2-20 0,-1 0-17 0,2 1-20 15,-3 1-21-15,1-1-19 0,-1-1-14 0,0 2-14 16,-2 1-19-16,-3 1-14 0,6-3-21 0,-6 3-10 15,0 0-10-15,7 4-7 0,-4 0-9 0,0 2-5 16,-3-2-11-16,0 2-2 0,0 2-3 0,0 0 0 16,-2 4-5-16,-2-3-5 0,3 2-13 0,-7-4-3 15,3 4-9-15,1-6-1 0,-6 2-7 0,5-2 2 16,-3 1-2-16,1-1 0 0,-1-2 0 0,4-2 4 16,-3 1-4-16,1-2 5 0,6 0-6 0,-12-3 5 15,8 1 6-15,0-2-5 0,0 1 2 0,2-3 5 16,-1-5-1-16,2 4 4 0,1-2 9 0,1 1 12 15,2-3-6-15,0 0-1 0,1 1-1 0,2 0 6 16,0 2 11-16,-1 1-4 0,0-2-9 0,-2 3 11 16,2 2-5-16,0-1-10 0,-1 2-5 0,-2 1 0 15,3-1-9-15,-5 3 2 0,7-1-2 0,-7 1-13 16,7 0 6-16,-7 0-1 0,9 5-2 0,-2-2-6 16,-1 1 17-16,-1 1-10 0,-1 0 6 0,1-1-7 15,-1 3 3-15,1-3-6 0,-1 0 6 0,-2 3-6 16,6 1 7-16,0-1-2 0,-4 0 0 0,3 0 3 15,2-1 10-15,3 2-10 0,-1-3 4 0,2-1 2 16,1 1 0-16,-1-3-9 0,-2-1 2 0,7-4 16 16,-5-2-4-16,6-1 9 0,-5 1-2 0,4-4 5 15,-4 1 12-15,-4 0-5 0,2 1-25 0,-3-2-13 16,1-4 0-16,-5 3 0 0,2-1 0 0,-3-1 0 16,-3 3 0-16,0 0 0 0,-1-1 0 0,-1 0 0 15,-2 3 0-15,1 0 0 0,-1 1 0 0,-1 2 0 16,2-2 0-16,-5 4-17 0,2 0-28 0,5 2 7 15,-9 2-7-15,9-2 3 0,-5 7 10 0,4-1 6 16,-2 2 3-16,3 0 6 0,0 1-1 0,3 2 7 16,-2-1-2-16,4 1-3 0,-1 0 4 0,5 3-7 15,-4-3 11-15,-1 1-5 0,1-1 2 0,0-1 6 16,-1-1 0-16,2 1-5 0,-3-5 2 0,-1 1-1 16,1 2 6-16,0-3-5 0,-2 1-1 0,0-2-4 15,0-1-1-15,1 1 4 0,-2-4 0 0,0 6 1 16,0-2 2-16,-3-1 4 0,3-3 1 0,-5 5 3 15,2-3 2-15,0-1-2 0,-4 1-4 0,7-2-1 16,-9 1 8-16,4 0-4 0,5-1 0 0,-6 0-4 16,6 0 4-16,-8 1 4 0,8-1 3 0,0 0-3 15,0 0 4-15,-9 1 6 0,9-1-1 0,0 0-1 16,0 0-5-16,0 0 4 0,0 0-2 0,0 0-3 16,0 0-2-16,0 0 2 0,9-14 2 0,-4 11-6 15,0-1 4-15,-1-2-12 0,4-1 18 0,0-2-9 16,3 3 5-16,3-5 4 0,1 4-15 0,0-4 7 15,2 1 3-15,1-2-1 0,1 0-3 0,1 2 4 16,1-4-3-16,-3 1 0 0,0 3 3 0,-1-1 4 16,-3 0 11-16,-14 11 1 0,22-15 7 0,-12 10-17 15,-10 5-5-15,14-12 11 0,-14 12-6 0,0 0-3 0,13-11-3 16,-13 11-2-16,0 0-5 0,0 0-3 0,0 0 5 16,15-9-6-16,-15 9 2 0,0 0-8 15,0 0 2-15,0 0 4 0,0 0 0 0,-9-1-4 16,9 1 1-16,0 0 0 0,0 0-9 0,-18 6 9 0,14-2-3 15,2 1 2-15,-1-1 2 0,1 0 0 0,0 2-1 16,1 0 5-16,0-1-3 0,1 2 3 16,1 1 1-16,-1-8 4 0,0 0 0 0,0 0-6 15,9 32 4-15,-9-32 1 0,6 13 4 0,-6-13-9 16,8 16 0-16,-8-16 3 0,8 14-7 0,-8-14 5 0,3 16-1 16,-3-16 0-16,0 0-2 0,4 15-2 0,-4-15 3 15,0 0-6-15,0 0-2 0,0 17-5 16,0-17 5-16,0 0-1 0,0 0 10 0,-10 13-11 15,8-8 2-15,-1-3-2 0,-2 1 0 0,1-2-3 16,-1 0-3-16,0 1 8 0,5-2-7 0,-9 0-6 0,4 1 0 16,5-1 0-16,-8 1 2 0,8-1-3 0,0 0 3 15,-9-1 10-15,9 1 2 0,0 0-2 0,0 0 6 16,0 0-1-16,-7 1-3 0,7-1 1 0,0 0 8 16,0 0-8-16,0 0 5 0,0 0-2 0,0 0 1 15,0 0 1-15,0 0 7 0,10-11-5 0,-10 11-1 16,0 0 0-16,0 0 4 0,28-20 0 0,-28 20 6 15,19-13 1-15,-6 6 10 0,-13 7-2 0,32-16 2 16,-13 8-4-16,0 0 8 0,-1 0 0 0,1 0-10 16,2-1 21-16,4-1-4 0,-7 2 7 0,0-1 7 15,-1 2-3-15,1-1 3 0,-18 8 16 0,22-10 2 16,-22 10-3-16,17-9-1 0,-17 9-4 0,0 0-5 16,15-10-8-16,-15 10-8 0,0 0-4 0,0 0-14 15,13-9-13-15,-13 9 0 0,0 0 0 0,0 0 0 16,0 0 0-16,0 0 0 0,0 0 0 0,0 0 0 15,-20-27-20-15,20 27-12 0,0 0-10 0,0 0 1 16,0 0-7-16,-30 0 1 0,30 0 0 0,0 0-1 16,0 0-1-16,0 0 5 0,-38 25 6 0,33-16 3 15,5-9-2-15,-8 19 2 0,8-19-1 0,-4 18 3 16,4-18 1-16,0 19 4 0,0-19 4 0,4 19 1 16,-4-19 4-16,12 16 4 0,-12-16 1 0,16 16 5 15,-4-10-5-15,3 3 1 0,-15-9 9 0,35 8 4 16,-16-5 1-16,-19-3 10 0,42-1 7 0,-42 1-1 15,46-7 5-15,-25 1-2 0,4-5 10 0,1-1 4 16,-8 6-1-16,-1-4 11 0,0 0-4 0,2-2 4 16,-1 3 5-16,-5-3-10 0,-13 12 16 0,19-17-17 15,-11 8-3-15,-8 9-10 0,10-18-2 0,-10 18-5 16,6-14-6-16,-6 14-9 0,0 0 1 0,8-16 2 16,-8 16 0-16,0 0-4 0,0 0-4 0,0 0-1 15,0 0 3-15,0 0-9 0,0 0 4 0,0 0-12 16,0 0 11-16,0 0 1 0,0 0 2 0,0 0 6 15,0 0-1-15,0 0 0 0,8 46-3 0,-8-46 0 16,7 15 1-16,-7-15-2 0,6 15 7 0,-6-15-9 16,0 0 0-16,6 19 8 0,-6-19-9 0,0 0 4 15,5 14-9-15,-5-14 13 0,0 0-8 0,0 0 7 16,0 0-3-16,0 0-14 0,-13 21-14 0,13-21-21 16,-18 3-32-16,18-3-51 0,-29 5-57 0,29-5-72 15,-42 0-88-15,42 0-103 0,-42-5-112 0,42 5-403 16,-43-2-1046-16,22-1 462 0</inkml:trace>
  <inkml:trace contextRef="#ctx0" brushRef="#br0" timeOffset="281161.2956">1746 11294 397 0,'2'-6'497'0,"-4"0"21"0,4 0 9 15,-1 0 0-15,-1 0-9 0,3 0-10 16,-2 1-8-16,-1 0-16 0,2 3-25 0,0-1-22 0,-2 3-26 15,0-6-36-15,0 6-34 0,1-2-26 0,-1 2-34 16,0 0-25-16,0 0-4 0,0 0 3 0,7 14-9 16,-4-2-159-16,1 3-87 0,0 5 0 0,1 6 0 15,0 1 0-15,0 0 0 0,-1 1 0 0,1 4 0 16,-1-1 0-16,0 1 0 0,-3 0 0 0,2 1 0 16,-2-3 0-16,0-1 0 0,-1 2 0 0,0-3 0 15,-1 0 0-15,1-5 0 0,0-2 0 0,0-3 0 16,-1 0 0-16,2-6 0 0,-1 1 0 0,-1-3 0 15,1-2 0-15,0-3 0 0,0 1 0 0,1-1 0 16,0 1 0-16,-2-2 0 0,1-4 0 0,0 0-51 16,0 0-594-16,0 0-91 0,0 0-391 0,3-18-1220 15,-3 13 540-15</inkml:trace>
  <inkml:trace contextRef="#ctx0" brushRef="#br0" timeOffset="281411.2324">1657 11659 35 0,'-6'-2'397'0,"-2"-2"15"0,3 3 19 0,-1-3 25 16,0 2 24-16,0-2-2 0,0 1-3 0,1-1-22 16,1 1-17-16,0-1-22 0,0 1-16 0,1-3-21 15,2 3-27-15,-1-1-18 0,2-2-29 0,1 1-26 16,1 0-28-16,5-3-28 0,1 2-12 0,4-1-16 0,4 0-18 16,0 0-21-16,2-1-17 0,9-1-14 15,-4 0-12-15,5 0-19 0,-1 1-69 0,2 2-23 16,-3-4 0-16,2 4 0 0,0-1 0 0,-1-1 0 15,1 0 0-15,-9 3-40 0,7-4-164 0,-10 4-69 0,3-2-52 16,0 3-66-16,-6 2-63 0,-2-3-71 0,-1 0-66 16,-4 2-307-16,2-3-974 0,-5 4 431 15</inkml:trace>
  <inkml:trace contextRef="#ctx0" brushRef="#br0" timeOffset="282052.4264">2090 11376 239 0,'4'-4'418'0,"-3"1"14"0,2 1 18 0,-3 2 37 15,3-5 24-15,-1 3 5 0,2-3 1 0,-3 3-20 16,-1 2-8-16,4-4-18 0,-4 4-15 0,0 0-21 0,3-2-26 16,-3 2-29-16,0 0-32 0,0 0-35 0,0 0-21 15,0 0-8-15,6 6-37 0,-6 0-247 0,0 2 0 16,1 3 0-16,2 2 0 0,-2 1 0 0,-1 2 0 16,0 4 0-16,0-2 0 0,0 1 0 0,0 1 0 15,-1 4 0-15,-2-4 0 0,2 3 0 0,-3-5 0 16,0-2 0-16,3-1 0 0,-3 0 0 0,0-3 0 15,3-1 0-15,0-4 0 0,0 2 0 0,-1-2 0 16,2 0 0-16,-1-4 0 0,1 0 0 0,0-3 0 16,4 6 0-16,-4-6 0 0,0 0 0 0,19-9 0 15,-10 6 0-15,0-6 0 0,4 2 0 0,-3-4 0 16,3 4 0-16,1-6 0 0,0 3 0 0,-1-1 0 16,-3 2 0-16,2-2 0 0,-4 5 0 0,1 0 0 15,1 0 0-15,-3 1 0 0,0 2 0 0,1-1 0 16,-4 1 0-16,2 1 0 0,-1 0 0 0,3-1 0 15,-8 3 0-15,10 3 0 0,-2 1 0 0,-3-1 0 16,0 2 0-16,-1 1 0 0,1-1 0 0,3 3 0 16,-2 1 0-16,-2 0 0 0,0-3 0 0,0 1 0 15,0 0 0-15,-2 1 0 0,2 1 0 0,1 0 0 16,-2 1 0-16,-1-4 0 0,1-1 0 0,1 2 0 16,-3-2 0-16,1-1 0 0,1 1 0 0,-3-2 0 15,0-3 0-15,3 5 0 0,-3-5 0 0,6 0 0 16,-6 0 0-16,9-1 0 0,-4-2 0 0,0-1 0 15,2-1 0-15,1 0 0 0,-3 0 0 0,1-4 0 16,1 1 0-16,1 0 0 0,1 0 0 0,-3-2 0 0,-1 0 0 16,1 2 0-16,0 0 0 0,0-2 0 0,1 1 0 15,-1 0 0-15,-2 3 0 0,1 0 0 0,-1 1 0 16,3-6 0-16,0 6 0 0,-1 0 0 16,1 0 0-16,-5 1 0 0,7 4 0 0,-5-2 0 0,0-1 0 15,0 2 0-15,-4 1 0 0,0 0 0 0,10 4 0 16,-10-4 0-16,0 0 0 0,13 2 0 0,-12 2 0 15,3 0 0-15,0-3 0 0,-6 3 0 0,4 0 0 16,-2 3-104-16,0-7-171 0,0 5-30 16,0-1-28-16,0-4-30 0,-3 3-23 0,1-1-25 0,2-2-24 15,0 0-33-15,-3 5-31 0,3-5-270 0,0 0-833 16,0 0 369-16</inkml:trace>
  <inkml:trace contextRef="#ctx0" brushRef="#br0" timeOffset="282896.9352">2672 11624 184 0,'0'0'405'0,"0"0"-7"0,4 2 22 0,-4-2-6 0,0 0-10 16,0 0-6-16,0 0-11 0,0 0-7 0,6-5-15 15,-6 5-16-15,3-5-19 0,-1 1-17 0,-2 4-20 16,5-5-14-16,-1 2-26 0,0-1-8 0,1 1-31 15,-5 3-2-15,8-6-24 0,-3 2-13 0,0 2-13 16,5 2-18-16,-5-3-19 0,-5 3-5 0,14 0-12 16,-5 0-7-16,-9 0-11 0,18 3-5 0,-9-1-12 15,-1 0-7-15,-2 1-6 0,2 2-10 0,2 1 3 16,-5-2-9-16,-1 3-14 0,1-2 0 0,-2 4 9 16,-2 0-13-16,-1 2 0 0,-1-2-6 0,-2 0-3 15,-2 0-6-15,0 1-2 0,-4-1-13 0,0-1-6 16,-1 2-6-16,-2-3-5 0,2-1-1 0,1 1 0 15,-5-3 10-15,5-1 2 0,1 0 0 0,3-2-7 16,-2-1 15-16,7 0 7 0,-11-4 9 0,8 0 5 16,0 1 7-16,0-4 5 0,2 1 11 0,2-1-8 15,2-6-8-15,2 2 10 0,0 1-27 0,2-2-9 16,4 0 0-16,-2-1 0 0,4 4 0 0,-3 0 0 16,-1 0 0-16,1 2 0 0,3 3 0 0,-4 0 0 15,0 1 0-15,1-1 0 0,2 3 0 0,-6 1 0 16,-6 0 0-16,14 0 0 0,-14 0 0 0,13 3 0 15,-7-1 0-15,1 1 0 0,-1 1 0 0,-2-1 0 16,0 0 0-16,-4-3 0 0,6 7 0 0,-3-2 0 16,-2-2 0-16,3 2 0 0,-4-5 0 0,2 6 0 15,-2-6 0-15,3 5 0 0,-3-5 0 0,0 0 0 16,1 6 0-16,-1-6 0 0,0 0 0 0,3 2 0 16,-2-1 0-16,-1-1 0 0,0 0 0 0,0 0 0 15,0 0 0-15,0 0 0 0,0 0 0 0,0 0 0 16,0 0 0-16,0 0 0 0,0 0 0 0,0 0 0 15,5-7 0-15,-5 7 0 0,0 0 0 0,0 0 0 16,0 0 0-16,0 0 0 0,0 0 0 0,0 0 0 0,9 6 0 16,-5-6 0-16,0 4 0 0,-4-1 0 15,2 0 0-15,2 3 0 0,-4-4 0 0,3 2 0 0,-2-1 0 16,0 2 0-16,3 0 0 0,-4-3 0 0,4 1 0 16,-3 1 0-16,1-2 0 0,-2-2 0 0,3 7 0 15,-3-7 0-15,3 4 0 0,-3-4 0 0,0 0 0 16,10 4 0-16,-10-4 0 0,0 0 0 0,0 0 0 15,18-10 0-15,-13 5 0 0,4 0 0 0,-1 0 0 16,-3-3 0-16,5 1 0 0,-5 0 0 0,3-1 0 16,0 2 0-16,-3 0 0 0,0 1 0 0,-2 1 0 15,3 0 0-15,-5 0 0 0,4 0 0 0,-5 4 0 16,5-4 0-16,-5 4 0 0,0 0 0 0,10 0 0 16,-10 0 0-16,0 0 0 0,11 5 0 0,-8-2 0 15,1 2 0-15,0 0 0 0,-1-1 0 0,2 0 0 16,0 2-105-16,-1-2-193 0,1 0-70 0,1 1-61 15,-1-2-57-15,-5-3-50 0,13 1-40 0,-8 1-324 16,-5-2-973-16,0 0 432 0</inkml:trace>
  <inkml:trace contextRef="#ctx0" brushRef="#br0" timeOffset="283586.471">3247 11617 137 0,'0'-2'244'0,"0"2"18"16,0 0 20-16,6-3 17 0,-6 3 28 0,0 0 2 15,8-3 19-15,-8 3-4 0,5-4-5 0,-5 4-7 16,0 0-8-16,7-2-7 0,-7 2-9 0,2-4-15 15,-2 4-15-15,9-1-17 0,-9 1-17 0,8-2-21 16,-8 2-16-16,0 0-22 0,11-3-14 0,-11 3-20 16,0 0-7-16,10 6-20 0,-7-4-6 0,1 2-15 0,0 1-10 15,-2-1-21-15,1 1 10 0,1 4-12 0,-4-2-9 16,1-1-2-16,0 4-9 0,2-2-3 16,-5-1-2-16,1 0-6 0,-1 3-8 0,0-4 5 15,-2 1-6-15,1-1-5 0,-3 1 0 0,-2-2 2 16,-1-2-2-16,-2 1-15 0,0 0 15 0,2-3-6 0,0-1-1 15,9 0 0-15,-18-4-1 0,9 1 3 0,4-1-2 16,1 1-6-16,0-4 19 0,3 0 6 16,-4-2 9-16,4 0-4 0,1 0 17 0,1 2-4 15,4-4 6-15,-4 2-7 0,3 4 2 0,0-2-2 0,1 1-26 16,3-1-28-16,-3 3 0 0,0 0 0 0,3 2 0 16,-2 0 0-16,-6 2 0 0,19 3 0 0,-11-1 0 15,4 4 0-15,-2 1 0 0,-1 3 0 16,2 3 0-16,-2 5 0 0,3 4 0 0,-3 4 0 0,3 2 0 15,-5-1 0-15,-1 2 0 0,-1 3 0 0,4 2 0 16,-4-5 0-16,-1 2 0 0,-4-1 0 0,1 2 0 16,-1-2 0-16,3-2 0 0,-7-1 0 0,4-4 0 15,-3-3 0-15,2-5 0 0,-1 2 0 0,-1 1 0 16,-1-9 0-16,4 3 0 0,-1-5 0 0,-1 1 0 16,2-3 0-16,-2 2 0 0,1-2 0 0,0 1 0 15,1 0 0-15,0-6 0 0,-2 8 0 0,2-8 0 16,-1 4 0-16,1-4 0 0,0 0 0 0,0 0 0 0,-3 5 0 15,3-5 0-15,0 6 0 0,0-6 0 16,0 0 0-16,0 0 0 0,0 0 0 0,0 0 0 16,0 0 0-16,-28-8 0 0,18 4 0 0,-3 3 0 15,-2-1 0-15,-3-3 0 0,0-1 0 0,-1 2 0 0,0-1 0 16,0 3 0-16,-3-3 0 0,0 3 0 16,3-3 0-16,1-1 0 0,7 1 0 0,-2 2 0 15,4-4 0-15,1-2 0 0,2 1 0 0,0-2 0 16,3-2 0-16,2-1 0 0,5-1 0 0,2-4 0 0,8-2 0 15,6-3 0-15,1 3 0 0,5-1 0 16,14-11 0-16,-9 10 0 0,10-6 0 0,-9 7 0 16,-1 1 0-16,-1 1 0 0,2-1 0 0,-4 4 0 15,-1-3 0-15,0 3 0 0,-3 0 0 0,1 0 0 0,-4 1-364 16,-7 3-225-16,2 0-41 0,-6-1-472 0,-4 2-1193 16,3 2 528-16</inkml:trace>
  <inkml:trace contextRef="#ctx0" brushRef="#br0" timeOffset="283977.0185">3629 11604 78 0,'0'-8'114'0,"-3"0"60"0,2-1 45 0,1 1 31 16,0-1 35-16,-2 1 20 0,0-3 36 0,1-2 13 16,-3 0 12-16,4 0 23 0,-1 2 5 0,1 1 4 15,-2-2 4-15,0 2 0 0,2 0 0 0,-1 1 4 16,2 2 2-16,-2 1-5 0,1 0-11 0,0 3-13 16,0-2-26-16,0 5-27 0,0-5-31 0,0 5-33 15,0 0-168-15,0 0-94 0,0 0 0 0,0 0 0 16,3 15 0-16,-1-5 0 0,3 8 0 0,-2-3 0 15,0 4 0-15,4 8 0 0,-5-2 0 0,2 1 0 16,-1-5 0-16,-1 4 0 0,1-6 0 0,-2-1 0 16,-1 0 0-16,4-1 0 0,-4-6 0 0,0 0 0 15,0 1 0-15,0-5 0 0,0 1 0 0,0-2 0 16,1-2 0-16,-1 1 0 0,0-5 0 0,3 2 0 16,-3-2 0-16,9 0 0 0,-9 0 0 0,14-10 0 15,-8 4 0-15,7-2 0 0,-4 0 0 0,1 1 0 16,-1-1 0-16,-1 0 0 0,2-1 0 0,-2 3 0 15,-1-1 0-15,1 1 0 0,1 0 0 0,-4 3 0 16,0-1 0-16,2 3 0 0,-7 1 0 0,16 0 0 16,-16 0 0-16,13 3 0 0,-8 1 0 0,5-1 0 15,-2 3 0-15,1-1 0 0,-3 5 0 0,2-4 0 16,-2 2 0-16,-2-2 0 0,3 0 0 0,-2-1 0 16,-1 1 0-16,2-2 0 0,-2 0-181 0,-4-4-457 15,7 4-98-15,-7-4-370 0,0 0-1199 0,0 0 531 16</inkml:trace>
  <inkml:trace contextRef="#ctx0" brushRef="#br0" timeOffset="287121.0469">4835 11746 236 0,'0'0'455'0,"-1"-8"16"0,1 8 8 0,1-5-2 16,-1 5-10-16,4-5-11 0,-2 1-29 0,0 0-15 15,-2-1-9-15,3 2-10 0,-1-4-10 0,0 4-27 16,1-3-13-16,0 2-22 0,-1-1-28 0,1 3-19 0,1-1-25 16,-3-1-18-16,3-1-25 0,-1 3-16 15,0-1-23-15,1 0-17 0,2 0-15 0,0-1-17 16,0 1-19-16,1 2-99 0,-1-1 0 0,-6 2 0 15,14 1 0-15,-4 0 0 0,0 3 0 0,-1 2 0 0,0-2 0 16,4 1 0-16,-4 2 0 0,-1 0 0 0,-2 3 0 16,3-2 0-16,-1 4 0 0,-7-1 0 15,4 0 0-15,-2 1 0 0,-2 1 0 0,-1 2 0 0,-3 0 0 16,-3-1 0-16,2-1 0 0,-6 1 0 0,1-3 0 16,-4 0 0-16,-1 1 0 0,4-3 0 0,-2-4 0 15,1 3 0-15,-1-2 0 0,5-4 0 0,-1-1 0 16,0-1 0-16,8 0 0 0,-14-3 0 0,9-2 0 15,1-1 0-15,1-2 0 0,0-4 0 0,4 1 0 16,2-6 0-16,-2 5 0 0,4-3 0 0,0 0 0 16,3-1 0-16,-3 4 0 0,4-1 0 0,-1 4 0 15,-1-1 0-15,1 3 0 0,1-2 0 0,-3 3 0 16,-1 1 0-16,3 1 0 0,-3 1 0 0,3 3 0 0,2 0 0 16,-2 1 0-16,-3 2 0 0,4 1 0 0,0 3 0 15,-2-2 0-15,0 3 0 0,1 0 0 16,-2 1 0-16,0 1 0 0,-2 1 0 0,0 0 0 0,0 0 0 15,0 1 0-15,2-2 0 0,-2 0 0 0,-2 3 0 16,2-5 0-16,0 4 0 0,-1-3 0 0,-1-3 0 16,3 3 0-16,-1-3 0 0,4 1 0 15,0-2 0-15,3-1 0 0,0 1 0 0,6 0 0 0,2-4 0 16,2 2 0-16,-2-4 0 0,0-2 0 0,2 1 0 16,-1-2 0-16,0-1 0 0,-2-1-359 0,-4 1-162 15,-2 2-79-15,1-1-63 0,-6-3-345 0,1-1-1092 16,-4 5 483-16</inkml:trace>
  <inkml:trace contextRef="#ctx0" brushRef="#br0" timeOffset="287984.9909">6249 11823 175 0,'5'-4'472'0,"-1"-3"8"16,-3 3-5-16,3-1-2 0,2 0-10 0,-2-1-16 15,0 1-18-15,-3 1-9 0,3-3-15 0,0 3-16 16,-1-3-3-16,-1 2-22 0,1 0-9 0,-2 1-16 0,3 0-23 31,-3 0-36-31,-1 4-19 0,3-5-26 0,-3 5-28 0,0 0-24 0,2-2-24 0,-2 2-12 16,0 0-14-16,0 0-18 0,8 7-32 0,-7-1-83 15,2-1 0-15,-2 2 0 0,3 1 0 0,-2 3 0 0,0-1 0 16,0 1 0-16,1 0 0 0,-1 5 0 0,-2-5 0 16,0 4 0-16,-1-5 0 0,1 1 0 0,0 0 0 15,0 0 0-15,0-1 0 0,-1-2 0 0,-2-2 0 32,6-2 0-32,-6 1 0 0,2 0 0 0,2-3 0 0,-1-2 0 0,0 0 0 0,0 5 0 0,0-5 0 15,0 0 0-15,0 0 0 0,8-13 0 0,-4 5 0 16,1-2 0-16,1-1 0 0,2 0 0 0,2-3 0 15,0 0 0-15,3-1 0 0,-4 4 0 0,1-5 0 16,-2 5 0-16,2 2 0 0,0 1 0 0,-2 1 0 0,2 1 0 16,-1-1 0-16,-1 2 0 0,-2 3 0 0,3 0 0 15,-1 1 0-15,-3 1 0 0,3 3 0 16,-2 0 0 0,-1 2 0-16,4 1 0 0,-1 1 0 0,-3 2 0 15,2 0 0-15,-3 5 0 0,1-5 0 0,-2 4 0 16,-2 0 0-16,1-1 0 0,0-1 0 0,1 0 0 15,-2 0 0-15,-1 1 0 0,1-5 0 0,-2-2 0 16,2 2 0-16,-1-2 0 0,2-2 0 0,-4 2 0 16,2-5 0-16,4 5 0 0,-4-5 0 0,0 0 0 15,0 0 0-15,10-7 0 0,-5 2 0 0,3-3 0 16,1 1 0-16,0-1 0 0,1-5 0 0,2 4 0 16,-3 0 0-16,1 1 0 0,1 0 0 0,-2-1 0 15,-1 2 0-15,-3 2 0 0,0 0 0 0,3 2 0 0,-3-2 0 16,0 1 0-16,-1 4 0 0,1-1 0 0,-5 1 0 15,8-2 0-15,-8 2 0 0,9 3 0 16,-5-1 0-16,-4-2 0 0,6 7 0 0,-2-5 0 0,0 2 0 16,1 3 0-16,-2-1 0 0,1-3 0 0,-1 5 0 15,2 0 0-15,-2-1 0 0,1-1 0 0,3 1 0 16,-2 1 0-16,-1-2 0 0,1 3 0 0,-2-4 0 16,2 0 0-16,0 2 0 0,0-4 0 0,-1 2 0 15,1-2 0-15,0-1 0 0,4-1-219 0,-3 0-295 16,2-2-53-16,-2-2-39 0,4-1-442 0,-2-2-1135 15,1-2 502-15</inkml:trace>
  <inkml:trace contextRef="#ctx0" brushRef="#br0" timeOffset="288704.0305">6957 11825 33 0,'0'-3'311'0,"0"3"-2"0,0 0 9 16,0 0 10-16,0-5 17 0,0 5 1 0,0 0 3 15,0 0-6-15,0 0-7 0,0 0-7 0,0 0-5 16,0 0-9-16,0 0-8 0,0 0-10 0,0 0-15 15,0 0-16-15,0 0-17 0,0 0-4 0,0 0 4 16,0 0-26-16,8 9-19 0,-8-9-15 0,4 4-8 16,-3-1-12-16,1 0-5 0,-2-3-3 0,8 3-11 15,-4-1-5-15,1 1-10 0,1 0-13 0,2-2-3 16,1 0-8-16,1 2-10 0,0-3-4 0,4-1-58 16,-2-3-39-16,1 0 0 0,-1-1 0 0,0 0 0 15,-1-2 0-15,1 0 0 0,-3-1 0 0,1 1 0 16,-2 1 0-16,-3-1 0 0,0 1 0 0,-1 0 0 15,2 1 0-15,-6-1 0 0,0 2 0 0,0-1 0 16,-2 1 0-16,-3-1 0 0,1 3 0 0,-1 1 0 0,-3-2 0 16,3 2 0-16,-8 2 0 0,3-1 0 15,-3 3 0-15,0 3 0 0,3-2 0 0,-4 3 0 16,3 0 0-16,-1 4 0 0,-1 0 0 0,4-1 0 0,-1 4 0 16,2-3 0-16,3 0 0 0,1 1 0 15,1-1 0-15,0 0 0 0,3-1 0 0,1 0 0 16,3-2 0-16,1 1 0 0,2-1 0 0,3-1 0 15,-1 0 0-15,2 0 0 0,9-4 0 0,-1 1 0 0,0-2 0 16,9-3 0-16,-5 0 0 0,5-2 0 0,1-1 0 16,0-3 0-16,-10-1 0 0,5-2 0 0,-5-1 0 15,3-5 0-15,-4 5 0 0,-4-1 0 0,0-4 0 16,0 3 0-16,0-5 0 0,-6 2 0 0,-3 0 0 16,5 2 0-16,-7 3 0 0,-1 1 0 0,-2 3 0 15,1 0 0-15,-1 1 0 0,0 0 0 0,-1-1 0 16,-1 4 0-16,2 3 0 0,-3-4 0 0,1 0 0 15,2 4 0-15,0 0 0 0,-8 9 0 0,4-7 0 16,4 5 0-16,-1 1 0 0,-1-2 0 0,5 4 0 16,-3-2 0-16,4 2 0 0,0 0 0 0,5 0 0 15,-4 1 0-15,0 0 0 0,1-2 0 0,6 0 0 16,-3 1 0-16,-2-3 0 0,2 2 0 0,0-2 0 16,-4 0 0-16,2-1 0 0,-3 0 0 0,1-2 0 0,-1 1 0 15,1 0 0-15,-3-1 0 0,-1-1 0 0,1 2 0 16,-1 0 0-16,-2 1 0 0,-2-2 0 0,-2 1 0 15,-1 0 0-15,-10 1 0 0,1 2 0 0,1-2 0 16,0-1 0-16,-3 0 0 0,5-2 0 0,-1 1 0 16,1-1 0-16,-2-1 0 0,8-1 0 0,-1 2 0 15,1-3 0-15,6 0-252 0,-13-5-140 0,12 1-44 16,1 0-47-16,0-1-34 0,5-4-33 0,5 2-378 16,3-5-1003-16,0 0 444 0</inkml:trace>
  <inkml:trace contextRef="#ctx0" brushRef="#br0" timeOffset="289157.0197">7707 11696 292 0,'14'-13'350'0,"-5"3"18"0,1-3 10 0,-1 4 22 15,-4-2 30-15,3 0 17 0,-4 3 5 0,0-2 5 0,-3-1 17 16,3 2-2-16,1 0 5 0,-5 2 6 0,0-3-7 16,0 5-10-16,0-6-11 0,0 6-25 15,0-1-25-15,0 2-21 0,0-1-289 0,0 5-95 0,-3-6 0 16,3 6 0-16,0-6 0 0,0 6 0 0,0 0 0 15,0 0 0-15,-2 16 0 0,2-5 0 0,-3 5 0 16,3-1 0-16,-1 3 0 0,1 0 0 0,-1 3 0 16,1-2 0-16,0 6 0 0,0-5 0 0,1 1 0 15,-1-3 0-15,0 0 0 0,4 0 0 0,-2-2 0 16,1 0 0-16,-2-4 0 0,2-4 0 0,-2 1 0 16,0-3 0-16,2 0 0 0,-2-1 0 0,-1 1 0 15,3-4 0-15,1 3 0 0,-3-3 0 0,-1-2 0 16,10 0 0-16,-10 0 0 0,15-8 0 0,-7 4 0 15,1-4 0-15,0 2 0 0,1-2 0 0,-2 0 0 16,2 1 0-16,-1 0 0 0,-2 0 0 0,1 0 0 16,-1 0 0-16,-1 3 0 0,-1 0 0 0,0 1 0 15,3 0 0-15,-3 1 0 0,0-1 0 0,0 3 0 16,-5 0 0-16,12 3 0 0,-6 0 0 0,2 2 0 16,-3 0 0-16,4 0 0 0,0 0 0 0,-3 2 0 15,2-1 0-15,-3-2 0 0,2 2 0 0,0 2 0 16,1 0 0-16,-3-4 0 0,0 2 0 0,-1-2 0 0,2-2 0 15,-2 3 0-15,-1-4 0 0,-3-1 0 0,7 0-290 16,-7 0-343-16,7-6-78 0,-5 3-383 0,3-2-1183 16,-2-4 524-16</inkml:trace>
  <inkml:trace contextRef="#ctx0" brushRef="#br0" timeOffset="289690.9568">8975 11773 435 0,'5'-4'475'0,"-1"-1"0"15,0 0-8-15,0 0-13 0,1-1-26 0,-1 1-24 16,2 0-17-16,1-1-16 0,1 2-13 0,-3-2-20 16,3 1-13-16,3 0 3 0,-3 3-33 0,-3-3-13 0,8 3-19 15,-7 1-19-15,2 1-23 0,1 3-26 16,4 1-2-16,-4 1-11 0,1-2-18 0,1 5-14 15,-2 0-11-15,-1 1-27 0,-3-1-3 0,-1-1-11 0,1 4-8 16,-1 1-6-16,-4 1-9 0,0-1-25 0,-3 0-50 16,-3 6 0-16,1-7 0 0,-5 2 0 15,-3 1 0-15,-5-4 0 0,3 3 0 0,-11 0 0 0,-1-6 0 16,8 0 0-16,1-5 0 0,2 2 0 0,-1 0 0 16,3-4 0-16,4-1 0 0,-3-2 0 0,3-2 0 15,2-1 0-15,2-3 0 0,1-2 0 0,5-2 0 16,1-6 0-16,5 0 0 0,2-5 0 0,1 6 0 15,7-5 0-15,0 0 0 0,3 2 0 0,3 0 0 16,2 6 0-16,-1 0 0 0,0-2 0 0,-5 6 0 0,8 0 0 16,-10 4 0-16,6 1 0 0,2-5 0 0,-3 8-125 15,-2 1-426-15,-3 4-29 0,3-5-26 0,-2 4-22 16,-3 1-323-16,-2-1-1029 0,-2 1 456 0</inkml:trace>
  <inkml:trace contextRef="#ctx0" brushRef="#br0" timeOffset="290018.5995">9380 11623 44 0,'0'0'229'0,"1"-8"46"15,1 4 21-15,-2 4 22 0,-2-8 47 16,2 2 40-16,-1 0 28 0,1 0 23 0,-1 0 20 16,1-3 7-16,0 3 14 0,-3-1 9 0,3-1 14 0,-1 2 2 15,2-2-2-15,-2 2-15 0,2-1-12 0,2 2-19 16,-2 0-100-16,-1 1-374 0,0-1 0 0,0 5 0 16,0-6 0-16,-4 2 0 0,4 4 0 0,0 0 0 15,4-3 0-15,-4 3 0 0,0 0 0 0,1 21 0 16,-1-6 0-16,2 6 0 0,-1-1 0 0,0 11 0 15,-1 3 0-15,1 2 0 0,1 11 0 0,-4 0 0 16,1 0 0-16,1 0 0 0,-2-10 0 0,0 9 0 16,0 1 0-16,-5-1 0 0,7-13 0 0,-2 3 0 15,-2-2 0-15,0-2 0 0,3 1 0 0,-3 2 0 16,1-5 0-16,2-1 0 0,-1-1 0 0,-1-10 0 16,3-1 0-16,-2-5 0 0,-1 1 0 0,3-2 0 15,0-2 0-15,0-3 0 0,3 1 0 0,-6-2 0 0,1-2 0 16,2-3 0-16,2 4 0 0,-2-4 0 15,0 0 0-15,0 0 0 0,8-10 0 0,-7 5-230 16,1-6-464-16,0 0-518 0,-2-2-1312 0,-2-3 581 0</inkml:trace>
  <inkml:trace contextRef="#ctx0" brushRef="#br0" timeOffset="290269.2801">9208 12102 360 0,'-3'-5'468'0,"2"-1"35"0,-2 1 49 16,3 1 50-16,-3 0 38 0,1 0 22 0,-2 1 7 15,4 3-5-15,-4-6-8 0,3 2-26 0,1 4-38 16,0-5-39-16,3 2-54 0,-2-2-358 0,3-1-141 16,3-1 0-16,1 0 0 0,2 0 0 0,0-2 0 15,7 1 0-15,1-2 0 0,9 1 0 0,1-4 0 16,-2 2 0-16,0 1 0 0,3-2 0 0,1-1 0 16,2 3 0-16,-4 0 0 0,0 1 0 0,-1-1-175 15,-5 5-499-15,-2-2-550 0,-2-1-1326 0,-1 5 587 0</inkml:trace>
  <inkml:trace contextRef="#ctx0" brushRef="#br0" timeOffset="290785.1767">10892 11612 151 0,'0'-6'424'0,"-1"1"10"0,-4-4 18 0,7 3 4 0,-2-1 9 16,0 1-5-16,-2 1-7 0,2 1-6 15,0-6 4-15,0 7-7 0,0 3 2 0,0-4-3 0,0 4-18 16,0-4-28-16,0 4-33 0,2-5-32 0,-2 5-33 15,0 0-32-15,0 0-16 0,0 0 1 0,0 0-174 16,6 14-78-16,-3-4 0 0,-2 1 0 0,3 7 0 16,0-2 0-16,1 9 0 0,-1 0 0 0,4 1 0 15,-6 1 0-15,1-2 0 0,-1 2 0 0,-2 1 0 0,4-1 0 16,-1 0 0-16,-2-1 0 0,-2 0 0 16,1-1 0-16,0-7 0 0,-2 1 0 0,4-2 0 15,-2-5 0-15,1 0 0 0,-1-1 0 0,-1 1 0 0,1-5 0 16,0-1 0-16,1 0 0 0,-2-1 0 0,1-1 0 15,1 0 0-15,-1-4 0 0,0 4 0 0,0-4 0 16,0 0 0-16,0 0 0 0,0 0-459 0,6-11-61 16,-6 5-47-16,3-3-34 0,-4-2-407 0,1-1-1091 15,-3-4 483-15</inkml:trace>
  <inkml:trace contextRef="#ctx0" brushRef="#br0" timeOffset="291207.4652">10741 11703 301 0,'-1'-9'367'16,"-1"0"23"-16,0-1 22 0,1 1 26 0,-2 0 7 16,2 0 0-16,1 1-6 0,-1 1-10 0,1-1 4 0,0 1-12 15,1 0-8-15,0 1-11 0,2 0-19 0,0 0-23 16,3-2-19-16,0-1-14 0,3 4-16 0,1-2-14 16,-1 2-10-16,9-2-21 0,-5 2-19 0,2 2-210 15,6 2-37-15,-1-3 0 0,8 7 0 0,-7-1 0 16,7 3 0-16,-7 0 0 0,-3 2 0 0,8 1 0 15,-7 1 0-15,4 5 0 0,-5-5 0 0,-1 2 0 16,-3 1 0-16,-3-1 0 0,1 2 0 0,-2-2 0 16,0 2 0-16,-2 2 0 0,-3 1 0 0,-1 0 0 15,-4 0 0-15,2 2 0 0,0-2 0 0,-4 2 0 16,-1 2 0-16,-5 6 0 0,0-7 0 0,-5 2 0 16,4-2 0-16,-5 1 0 0,-1 2 0 0,2-8 0 15,2 2 0-15,-1-4 0 0,-3 0 0 0,6-3 0 16,0-1 0-16,5 1 0 0,-6-4 0 0,4-1 0 15,0-2 0-15,3 2 0 0,0-1 0 0,-1-2 0 16,0 2 0-16,4-3 0 0,-6 1 0 0,6-1 0 0,0 0 0 16,0 0 0-16,0 0 0 0,0 0 0 0,0 0 0 15,11-12 0-15,-3 11-104 0,-1 1-425 0,4-1-39 16,2 0-36-16,0 0-15 0,-2 1-343 0,6 0-1041 16,-6-2 461-16</inkml:trace>
  <inkml:trace contextRef="#ctx0" brushRef="#br0" timeOffset="291519.8693">11288 12014 235 0,'8'0'315'0,"-3"-4"15"0,0 1 23 16,-1 1 19-16,1-2 18 0,0 0 16 0,-1 0 13 15,-2-1 16-15,2 3 3 0,-2-2 17 0,1-2 9 0,-1 2-1 16,0-1 1-16,-2 3-2 0,0 2-10 16,-2-6-15-16,2 6-12 0,-2-5-31 0,2 5-25 15,0 0-256-15,0-5-113 0,0 5 0 0,0 0 0 0,0 0 0 16,0 0 0-16,0 0 0 0,0 0 0 0,-2 15 0 15,1-6 0-15,1 4 0 0,-2-2 0 0,0 6 0 16,0-2 0-16,0 2 0 0,1 1 0 0,-1 0 0 16,1 5 0-16,-3 2 0 0,2-7 0 0,0 0 0 15,0-2 0-15,1 0 0 0,1 1 0 0,-3 0 0 16,2-5 0-16,-1-1 0 0,1-1 0 0,1 1 0 16,-1-4 0-16,0 0 0 0,1-1 0 0,0 1 0 15,1-4 0-15,-1 1 0 0,0-4 0 0,1 5 0 16,-1-5 0-16,3 3 0 0,-3-3-144 0,0 0-366 15,0 0-26-15,0 0-42 0,9-14-27 0,-8 4-365 16,4 2-1050-16,-5-5 464 0</inkml:trace>
  <inkml:trace contextRef="#ctx0" brushRef="#br0" timeOffset="291847.8849">11265 12030 284 0,'0'-8'389'0,"1"-2"35"0,3 1 24 16,-4-3 28-16,0 4 8 0,3 0-8 0,-2 2 9 15,3-5-2-15,0 1-2 0,0 2-15 0,-2 0-15 16,2 0-9-16,1 0-18 0,0 2-17 0,-1-1-25 16,4 0-21-16,-1 2-23 0,1 0-26 0,0 1-134 15,-2 1-178-15,3-1 0 0,-1 2 0 0,-1 2 0 16,4 0 0-16,-1 0 0 0,-3 2 0 0,2-1 0 16,0 2 0-16,-1 0 0 0,-3 1 0 0,0 1 0 15,0 0 0-15,3-1 0 0,-6 6 0 0,1-5 0 16,-2 2 0-16,2 0 0 0,-3 4 0 0,-3-2 0 15,2 2 0-15,-3 1 0 0,-2 2 0 0,-2-2 0 16,-2 0 0-16,2 0 0 0,-2-2 0 0,-1 2 0 16,2-3 0-16,-5 2 0 0,3-3 0 0,1-1 0 15,4-1 0-15,-1-2 0 0,2-1 0 0,0 1 0 16,3-1 0-16,-2 1 0 0,0-2 0 0,4-2-146 16,0 0-365-16,0 0-61 0,11 2-42 0,-11-2-444 0,17-5-1147 15,-4 5 508-15</inkml:trace>
  <inkml:trace contextRef="#ctx0" brushRef="#br0" timeOffset="292285.7088">11613 12128 164 0,'2'-3'483'0,"2"-1"35"16,-3 0 32-16,-1 4 28 0,2-6 13 0,-1 3-17 15,0-1-4-15,-1 1-8 0,0 3-6 0,-1-7-18 16,1 3-19-16,0 4-16 0,0-4-32 0,0 4-35 15,0-4-33-15,0 4-228 0,0 0-175 0,0 0 0 16,-1-4 0-16,1 4 0 0,0 0 0 0,0 0 0 16,0 0 0-16,0 0 0 0,0 0 0 0,-3 13 0 15,1-5 0-15,0 0 0 0,1 0 0 0,-2 3 0 16,2 1 0-16,1 5 0 0,-1-5 0 0,0 1 0 16,1 4 0-16,1 0 0 0,-2-1 0 0,2 2 0 15,-2-4 0-15,1-3 0 0,1 2 0 0,0-2 0 0,0 1 0 16,3-2 0-16,0-2 0 0,0 1 0 15,6-3 0-15,-1 0 0 0,0-1 0 0,2-3 0 16,6 1 0-16,-3-4 0 0,-1-1 0 0,4 0 0 0,-2-3 0 16,3-1 0-16,-4-3 0 0,-3 0 0 0,2 0 0 15,-4-1 0-15,1-4 0 0,-2 5 0 0,-3-2 0 16,-1 0 0-16,-1 2 0 0,-1 1 0 0,-1 1 0 16,1 0 0-16,-4 1 0 0,-1 0 0 0,0 1 0 15,-2 1 0-15,1 1 0 0,-4-1 0 0,-2 2 0 16,0 1 0-16,2 1 0 0,-4 3 0 0,-1-1 0 15,-3 0 0-15,5 3 0 0,-1-3 0 0,1 1 0 16,2 0 0-16,-3 2 0 0,6-1 0 0,1 1 0 16,-1-1-283-16,0 1-372 0,5 0-60 0,-3-2-375 15,4-3-1180-15,-5 8 521 0</inkml:trace>
  <inkml:trace contextRef="#ctx0" brushRef="#br0" timeOffset="295743.3999">12845 11909 216 0,'0'0'340'0,"-4"-6"7"0,0 1 3 0,1 1 1 15,2 1 4-15,-4-1 3 0,5 0 2 0,-2 1-4 16,2 3 6-16,-3-7-2 0,2 3-13 0,1 4-8 16,1-8-13-16,-2 3-14 0,1 5-16 0,1-7-17 0,2 4-28 15,-1-2-7-15,3 0-28 0,-1 1-21 16,2-2-15-16,1 2-12 0,3-1-12 0,2-1-4 15,-1 5-8-15,2-2-19 0,-2 3-12 0,3 0-13 0,4-2-5 16,1 6-3-16,-2-1-18 0,2 4-3 0,-2 0-5 16,1 3-9-16,-2-2-19 0,-2 3-38 0,-1 1 0 15,0 3 0-15,-3-3 0 0,0 1 0 0,-1 2 0 16,-4-3 0-16,-1 0 0 0,0 0 0 0,-4 0 0 16,0 4 0-16,-2-4 0 0,-1 0 0 0,-2 0 0 15,1-2 0-15,-4-1 0 0,1-1 0 0,-2-2 0 16,1 1 0-16,2-2 0 0,-1-1 0 0,2-1 0 15,0-1 0-15,5-2 0 0,-8-2 0 0,6-3 0 16,2 5 0-16,-3-9 0 0,7-1 0 0,0 0 0 16,2-7 0-16,1 3 0 0,3-4 0 0,0 3 0 15,2 0 0-15,0 0 0 0,5-6 0 0,-3 10 0 16,-1-3 0-16,-4 6 0 0,6-2 0 0,-6 1 0 0,5 3 0 16,-5 3 0-16,3 0 0 0,-1-1 0 15,-2 4 0-15,3 0 0 0,-1 4 0 0,-1 0 0 16,-1 1 0-16,3 1 0 0,-3 4 0 0,-1-3 0 0,-2 4 0 15,3-1 0-15,-4 0 0 0,-1 2 0 0,0-1 0 16,-2-1 0-16,1 2 0 0,-1-2 0 0,-2 0 0 16,0-1 0-16,0-2 0 0,-1 0 0 0,1-3 0 15,0 2 0-15,0-4 0 0,0 3 0 0,0-5 0 16,-2 3 0-16,2-3 0 0,0 0 0 0,0 0 0 16,0 0 0-16,5-16 0 0,-2 10 0 0,-1 1 0 15,1-6 0-15,1 3 0 0,1-2 0 0,-2 1 0 16,2 1 0-16,-1 0 0 0,2 0 0 0,-2 1 0 15,1 1 0-15,-1 1 0 0,1 2 0 0,-1-1 0 16,2 2 0-16,1 0 0 0,-2 2 0 0,-5 0 0 16,10 3 0-16,-1-1 0 0,-4 2 0 0,2 1 0 15,-2 3 0-15,-1-3 0 0,2 3 0 0,3 1 0 0,-4 0 0 16,-1 0 0-16,-2 1 0 0,0-5 0 0,3 5 0 16,-4-5 0-16,2 3 0 0,-2 0 0 15,3-2-29-15,-3-2-423 0,0 3-56 0,0-3-61 0,1-3-64 16,-2-1-367-16,0 0-1084 0,6 2 480 0</inkml:trace>
  <inkml:trace contextRef="#ctx0" brushRef="#br0" timeOffset="296431.6885">13658 11941 118 0,'3'-4'422'15,"0"2"34"-15,-3 2 29 0,4-3 4 0,-4 3-3 16,5-6-1-16,-5 6-10 0,4-2-18 0,-4 2-19 15,1-2-27-15,-1 2-21 0,3-3-40 0,-3 3-32 0,0 0-31 16,0 0-19-16,0 0-12 0,0 0-18 0,6 9-13 16,-2-3-19-16,-1-1-18 0,-1 0-17 0,-1 2-18 15,2 1-10-15,-2 0-11 0,2 1-14 0,-2 1-92 16,1-3-26-16,0 1 0 0,-1-2 0 0,-1 2 0 16,4 1 0-16,-3-1 0 0,-1-3 0 0,1 1 0 15,1-1 0-15,-1 0 0 0,1-2 0 0,0 2 0 16,-2-1 0-16,0-4 0 0,1 3 0 0,-1-3 0 15,2 5 0-15,-2-5 0 0,0 0 0 0,0 0 0 16,0 0 0-16,9-11 0 0,-5 7 0 0,-1-1 0 16,1-1 0-16,3-1 0 0,-2-1 0 0,1-1 0 15,-1 0 0-15,1 0 0 0,-2 1 0 0,4-1 0 16,-5 6 0-16,3-7 0 0,-1 4 0 0,-1 1 0 0,2 1 0 16,0-1 0-16,-2 3 0 0,1 0 0 15,-1-2 0-15,1 1 0 0,-5 3 0 0,10 2 0 16,-2-1 0-16,-4 3 0 0,0 0 0 0,2 0 0 0,-2 2 0 15,2-1 0-15,-2 1 0 0,0 3 0 0,0-5 0 16,-3 4 0-16,3-1 0 0,-1 3 0 16,-2-3 0-16,-1 0 0 0,0-2 0 0,1 3 0 0,-1-3 0 15,0 0 0-15,0-1 0 0,3 0 0 0,-3-1 0 16,0-3 0-16,1 5 0 0,-1-5 0 0,0 0 0 16,0 0 0-16,0 0 0 0,0 0 0 0,0 0 0 15,10-12 0-15,-7 6 0 0,2-2 0 0,1-1 0 16,1 0 0-16,0 0 0 0,1 0 0 0,1-5 0 15,0 8 0-15,-2-3 0 0,2 2 0 0,-3 2 0 16,0 1 0-16,0-1 0 0,3 1 0 0,0 2 0 16,-4 1 0-16,4 0 0 0,0 2 0 0,-4 2 0 15,8-1 0-15,-8 2 0 0,0-1 0 0,3 2 0 16,-3 2 0-16,-1-3 0 0,2 6 0 0,-2-2 0 0,1 3 0 16,-1-2 0-16,-1 0 0 0,-2-2 0 15,-1 0 0-15,0 0 0 0,0 0 0 0,0 1 0 16,3-2 0-16,-2-2 0 0,-5 3 0 0,7-4 0 0,-3 1 0 15,0-1 0-15,0-3 0 0,0 5 0 0,0-5 0 16,0 0 0-16,2 2 0 0,-2-2 0 0,0 0-159 16,0 0-358-16,0 0-61 0,9-10-58 0,-9 4-415 15,1 0-1137-15,0-4 503 0</inkml:trace>
  <inkml:trace contextRef="#ctx0" brushRef="#br0" timeOffset="297511.749">14661 12198 151 0,'0'0'479'0,"0"0"11"16,0 0 17-16,0 0 11 0,0 0 34 0,0 0-23 15,0 0-23-15,0 0-15 0,0 0-14 0,0 0-23 16,10-11-11-16,-4 10-20 0,-6 1-28 0,0 0-27 16,0 0-26-16,8 0-31 0,-8 0-33 0,0 0-13 15,5 5-53-15,-5-2-212 0,0 1 0 0,0 1 0 16,-4 3 0-16,3-1 0 0,-3 2 0 0,0 1 0 16,-2 5 0-16,-2-5 0 0,1 6 0 0,-4-1 0 15,1-2 0-15,-1 4 0 0,-1 0 0 0,2-4 0 16,1-4-402-16,-4 5-177 0,7-5-90 0,-1 0-422 0,4-3-1181 15,-1-1 523-15</inkml:trace>
  <inkml:trace contextRef="#ctx0" brushRef="#br0" timeOffset="298528.3698">15542 11774 277 0,'3'-9'517'0,"-3"-2"17"16,0 4 18-16,0-2 12 0,-3 0-18 0,2 0 3 15,1 3-13-15,-2-2-13 0,-1 3-7 0,1-2-14 16,-1 2-22-16,1 1-17 0,0 1-17 0,1-1-24 15,0-1-27-15,-2 2-29 0,2-1-363 0,1 4-3 16,0 0 0-16,-3-4 0 0,3 4 0 0,0 0 0 16,0 0 0-16,0 0 0 0,0 0 0 0,-5 14 0 15,5-5 0-15,0 5 0 0,-1 6 0 0,2-1 0 16,-1 7 0-16,-1 0 0 0,1 1 0 0,0-3 0 0,0 4 0 16,1-1 0-16,-1-1 0 0,0 0 0 0,-1-1 0 15,2 1 0-15,-3-2 0 0,2-4 0 16,1-2 0-16,-2-1 0 0,-1-2 0 0,2 1 0 0,0-5 0 15,-2-1 0-15,-1-2 0 0,6 2 0 0,-3-3 0 16,0-3 0-16,2 1 0 0,-4-2 0 0,2-3 0 16,2 5 0-16,-2-5 0 0,0 0 0 0,0 0 0 15,4-13 0-15,-4 8 0 0,0-5 0 0,0 2-393 16,-2-2-40-16,0 1 1 0,-4 0 3 0,0-1 12 16,0 1 18-16,0-1 22 0,-2 2 26 0,0-1 35 15,-1 1 33-15,1 1 34 0,-4 0 25 0,3-1 35 16,3 1 42-16,-4 1 42 0,0 1 44 0,-1-2 36 15,2 4 40-15,-1-3 36 0,1 1 38 0,4 0 47 16,-5 2 32-16,4 0 39 0,-1-3 33 0,1 5 31 16,-1-3 34-16,-2 0 18 0,4 2 26 0,0-2 17 15,1 2 12-15,0-2 1 0,1 2-3 0,-2 0-12 16,5 2-18-16,-7-3-24 0,6 1-177 0,1 2-145 16,-3-5 0-16,3 5 0 0,0-6 0 0,0 6 0 15,8-6 0-15,0 1 0 0,3 0 0 0,3 0 0 16,8-3 0-16,-2 2 0 0,10-3 0 0,-1 0 0 0,6 0 0 15,0 0 0-15,3 0 0 0,0-2 0 0,-1 3 0 16,-4-2 0-16,2 3 0 0,-3-2 0 0,-6 3 0 16,-6 1 0-16,1 2 0 0,-7-2 0 15,-1 0 0-15,-4 2 0 0,0 2 0 0,-4-2 0 0,3 2 0 16,-3-2 0-16,-1 1 0 0,-3 0 0 0,-1 2 0 16,4-6 0-16,-4 6 0 0,0-5 0 0,0 5 0 15,-4-6 0-15,3 2 0 0,-3 2 0 0,3-2 0 16,-3 2 0-16,4 2 0 0,-4-5 0 0,0 3 0 15,4 2 0-15,-4-3 0 0,4 3 0 0,0 0 0 16,0 0 0-16,0 0 0 0,-10 10 0 0,10-3 0 16,-1 4 0-16,-3 1 0 0,4 3 0 0,-3 3 0 15,3 2 0-15,0-1 0 0,-1 2 0 0,1 3 0 16,0-4 0-16,0 0 0 0,-1-2 0 0,1 0 0 16,-3 0 0-16,3 0 0 0,-1-5 0 0,1-4 0 0,0 3 0 15,0-4 0-15,0-2 0 0,0 0 0 16,0-1 0-16,0 0 0 0,1-3 0 0,-1-2 0 15,3 7 0-15,-3-7 0 0,5-1 0 0,-5 1 0 0,9-6 0 16,0 0 0-16,0 0 0 0,-1-1 0 0,2-1 0 16,-4 0 0-16,3-2 0 0,-1 2 0 0,2-1 0 15,-2 2 0-15,-2-1 0 0,-1 4 0 0,-1-3 0 16,2 3 0-16,-2 0 0 0,0 0 0 0,-1 2 0 16,-1-1 0-16,-2 3 0 0,5-1 0 0,-5 1 0 15,0 0 0-15,9 4 0 0,-2 0 0 0,-4-1 0 16,3 3 0-16,-3 1 0 0,5-2 0 0,-4-1 0 15,6 5 0-15,-1-2 0 0,0-1 0 0,2 0 0 16,-2-3-564-16,3 4-76 0,3-4-40 0,-2-1-372 16,1 0-1139-16,0-1 505 0</inkml:trace>
  <inkml:trace contextRef="#ctx0" brushRef="#br0" timeOffset="299326.6087">16198 12005 287 0,'1'-2'291'0,"-1"2"6"16,3-6 19-16,-3 3 24 0,0 3 12 0,1-6 9 0,-1 6 2 15,0-2 3-15,0 2-2 0,0 0 1 0,0 0-4 16,0 0-8-16,0-7-9 0,0 7-10 0,2-3-21 16,-2 3-21-16,0 0-22 0,0 0-27 0,0 0-13 15,0 0-19-15,0 0-25 0,0 0-10 0,0 0-21 16,0 0-20-16,0 0-14 0,0 0-9 0,4-3-10 16,-4 3-22-16,0 0 10 0,0 0-6 0,0 0-7 15,8 10-2-15,-4-7-7 0,1-3-4 0,0 1-51 16,2 0-13-16,-2 1 0 0,5-1 0 0,-2 1 0 15,-2-4 0-15,7 1 0 0,-4-1 0 0,1 0 0 16,0-1 0-16,-1-4 0 0,-1 3 0 0,0-1 0 16,1-1 0-16,-4 2 0 0,0-1 0 0,-3 0 0 15,1 0 0-15,0 2 0 0,-2-2 0 0,-1 0 0 16,-1 0 0-16,-2 0 0 0,0 2 0 0,0-1 0 16,-1 1 0-16,-3 0 0 0,0 3 0 0,-1 0 0 15,8 0 0-15,-20 3 0 0,8-1 0 0,3 4 0 16,-5 0 0-16,1 3 0 0,3-4 0 0,-4 6 0 0,6-2 0 15,-1-1 0-15,3 0 0 0,-2 4 0 16,3-6 0-16,3 6 0 0,2-6 0 0,-2 1 0 16,4 0 0-16,0 3 0 0,2-2 0 0,1-1 0 15,5-1 0-15,-1 1 0 0,3-2 0 0,3 0 0 0,3-2 0 16,2 0 0-16,1-3 0 0,-1-1 0 0,3-2 0 16,4-1 0-16,0-4 0 0,-8 3 0 0,3-3 0 15,2-4 0-15,-7 4 0 0,1-3 0 0,-2 0 0 16,-2 2 0-16,-1-2 0 0,-1 3 0 0,-5 0 0 15,0 0 0-15,0 0 0 0,-3 2 0 0,0 1 0 16,-1-2 0-16,0 3 0 0,0-2 0 0,-2 2 0 16,3 0 0-16,-4 1 0 0,0 3 0 0,3-6 0 15,-3 6 0-15,1-3 0 0,-1 3 0 0,3-2 0 16,-3 2 0-16,0 0 0 0,0 0 0 0,0 0 0 16,0 0 0-16,0 13 0 0,0-7 0 0,-2 0 0 15,1 1 0-15,1 1 0 0,-1 0 0 0,1-1 0 16,-1 1 0-16,1 0 0 0,1-1 0 0,-2-2 0 15,2 1 0-15,-1 0 0 0,0 0 0 0,1-2 0 16,-2 1 0-16,1-5 0 0,1 3 0 0,-1-3 0 16,6 5 0-16,-6-5 0 0,8-1 0 0,1-3 0 15,-3 2 0-15,3-3 0 0,0 0 0 0,0 1 0 0,-1-3 0 32,2 1 0-32,-1 1 0 0,3-2 0 0,-5 1 0 0,2 0 0 0,-1 2 0 0,-3-1 0 0,3 2 0 15,-3-1 0-15,-1 2 0 0,1-1 0 0,-5 3 0 16,5-2 0-16,-5 2 0 0,9 1 0 0,-9-1 0 15,9 5 0-15,-4-1 0 0,0-1 0 0,-1 1 0 32,3 0 0-32,-2 1 0 0,-1 1 0 0,0-1 0 0,0 2 0 0,1-4 0 0,-3 3 0 0,3-2 0 15,2-1 0-15,-4 0 0 0,3-2 0 0,-1-1 0 16,3 0-93-16,-2-2-487 0,7-2-88 0,-8-1-474 16,9-1-1237-16,-1-4 547 0</inkml:trace>
  <inkml:trace contextRef="#ctx0" brushRef="#br0" timeOffset="301359.8859">4214 13211 172 0,'5'-10'337'0,"1"0"-11"16,-2-1 15-16,-1 2 7 0,2-8-8 0,-1 8-3 15,0 1 9-15,1-1 10 0,-4 2-2 0,1 0-6 16,2 2-9-16,-2-1-13 0,-2 0-7 0,4 1-7 0,-4 4-21 16,0-4-10-16,0 5-31 0,1-4-4 0,-1 4-29 15,0-4-17-15,0 4-10 0,0 0-14 16,0 0-18-16,0 0-9 0,0 0-20 0,3-5-7 0,-3 5 2 15,0 0 2-15,0 0 0 0,1 12-9 0,-1-6 0 16,0 0-2-16,1 6-7 0,0-2-60 0,2 1-48 16,-3 7 0-16,0 0 0 0,0 0 0 15,4 9 0-15,-3-2 0 0,3 0 0 0,-4 2 0 0,4-1 0 16,-3 1 0-16,-2-2 0 0,5 2 0 0,-7 0 0 16,6 0 0-16,-6-1 0 0,2 1 0 0,1-4 0 15,0-2 0-15,-3-3 0 0,2 0 0 0,1-1 0 16,0-6 0-16,-2 7 0 0,0-7 0 0,2-1 0 15,-1-3 0-15,1-1 0 0,-3 0 0 0,3 0 0 16,0-2 0-16,0-1 0 0,-1 1 0 0,2-1 0 16,-1-3 0-16,-1 5 0 0,1-5 0 0,1 4 0 15,-1-4 0-15,0 0 0 0,0 0 0 0,0 0 0 0,0 0 0 16,3-12 0-16,-2 6 0 0,1-3 0 16,0 0 0-16,-1 0 0 0,2-4-446 0,-3 1-117 15,1-2-56-15,3-2-476 0,-5 3-1184 0,1-3 524 0</inkml:trace>
  <inkml:trace contextRef="#ctx0" brushRef="#br0" timeOffset="301766.0443">4165 13201 53 0,'1'-10'350'0,"-1"-1"4"0,1-1 20 0,0 0 12 0,1-4-10 15,0-2-7-15,3 1-6 0,-1 1-13 0,-1 4-6 16,2-4-3-16,1 2-17 0,1-3-23 0,3 4-27 16,1 1-16-16,3 2-18 0,2-3-21 0,0 6-7 15,5-3-13-15,-2 3-7 0,9-1-12 0,0 3-11 16,0 2-3-16,0 1-12 0,-1-2-6 0,1 7-26 16,-1-1 0-16,1-1-12 0,-1 3-11 0,-5 0-15 15,-4 1-7-15,0 1-2 0,0 2-16 0,-2-1-7 16,-6 1-3-16,2-1 2 0,-4 3-8 0,-1 1-4 15,-3 0 3-15,-3 0-13 0,-1 3-1 0,-3 2 8 16,-4-1-10-16,-13 4-1 0,4-1-3 0,-8 3-3 16,-1-3-12-16,-6 0 13 0,-4-2 2 0,2 0 9 15,-4-3 3-15,2-1 11 0,2 0 0 0,0-1 3 16,6-3-14-16,8-3-34 0,6-1 0 0,-2-1 0 16,6 0 0-16,-4-1 0 0,8-1 0 0,-1-1 0 15,1 1 0-15,1 1 0 0,4-2 0 0,-5 1 0 16,5-1 0-16,0 0 0 0,0 0-153 0,0 0-80 15,0 0-50-15,24 1-57 0,-18 3-56 0,2-2-57 16,2 1-71-16,-5 1-445 0,4-3-1048 0,-4 4 463 16</inkml:trace>
  <inkml:trace contextRef="#ctx0" brushRef="#br0" timeOffset="302299.087">3848 13969 21 0,'0'0'309'0,"-6"3"-2"0,5 0 0 0,1-3 0 16,-9 3 2-16,4-2 6 0,0 0-5 0,-1 1 3 15,0 0-7-15,0 1-7 0,-1-2-4 0,1 0-11 16,6-1-2-16,-10 1-9 0,10-1-11 16,-9 0-5-16,4 1-16 0,5-1-8 0,-6 0-9 0,6 0-2 15,0 0-21-15,0 0 15 0,0 0-11 0,0 0-12 16,0 0-11-16,-7 2-3 0,7-2-10 0,0 0-3 15,0 0-7-15,0 0-5 0,31 0 6 0,-12-2-4 16,2 1-8-16,12 0-2 0,4 1-65 0,2-3-81 16,20-1 0-16,5 0 0 0,27-1 0 0,-27 1 0 15,34-4 0-15,2 4 0 0,-3-1 0 0,-1-1 0 16,2 1 0-16,-34 0 0 0,29-4 0 0,-30 4 0 16,-7 1 0-16,-1 1 0 0,-19-1 0 0,1 0 0 15,-5 2 0-15,-13-1 0 0,2 2 0 0,-7 1 0 16,-4-1 0-16,2 1 0 0,-6 1 0 0,1 0 0 15,-1 0 0-15,-3 1 0 0,-3-2 0 0,7 2 0 16,-7-2 0-16,0 4 0 0,0-4 0 0,0 0 0 16,0 0 0-16,-14 7-438 0,4-6-76 0,-2 3-77 15,3 0-517-15,-5-2-1201 0,5 1 531 0</inkml:trace>
  <inkml:trace contextRef="#ctx0" brushRef="#br0" timeOffset="303176.961">4038 14418 369 0,'0'0'394'0,"-4"-5"8"15,4 5 5-15,0-5-3 0,0 5 4 0,0 0 4 16,-2-4-2-16,2 4-8 0,-6-1-9 0,6 1-6 16,-3-2-20-16,3 2-17 0,0 0-23 0,0 0-30 15,-2-8-12-15,2 8-20 0,0 0-29 0,0 0-24 16,0 0-18-16,0 0-23 0,0 0-23 0,0 0-9 15,0 0-15-15,17 11-9 0,-13-8-10 0,2 5-12 16,3-2-5-16,0 1-12 0,-1 1-6 0,-3 0-7 16,4 0-4-16,-4 3-40 0,0 0-19 0,-1 1 0 15,1 0 0-15,4 3 0 0,-8-2 0 0,-1 1 0 16,3 0 0-16,-6-2 0 0,3-2 0 0,0 2 0 16,-2-3 0-16,-1 3 0 0,-2-3 0 0,1-2 0 0,3-2 0 15,-3 1 0-15,3-1 0 0,-3-2 0 0,1 1 0 16,3-4 0-16,0 0 0 0,0 0 0 15,0 0 0-15,0 0 0 0,0 0 0 0,-5-12 0 0,5 5 0 16,4-3 0-16,0 0 0 0,1 1 0 0,0-1 0 16,4 0 0-16,-4 0 0 0,4-1 0 0,1 3 0 15,2-3 0-15,-3 5 0 0,2-2 0 0,1 0 0 16,1 3 0-16,-1 1 0 0,0-2 0 0,0 3 0 16,0 1 0-16,-3 1 0 0,1 1 0 0,3 1 0 15,-4 2 0-15,4-1 0 0,-2 5 0 0,-3-3 0 16,1 2 0-16,0 2 0 0,-1 0 0 0,-3 2 0 15,0 2 0-15,-3-1 0 0,1 1 0 0,-3-2 0 16,0 3 0-16,0-3 0 0,-3 3 0 0,1-1 0 16,-2-4 0-16,3 2 0 0,-2-6 0 0,2 1 0 15,0 0 0-15,-2 0 0 0,3-2 0 0,0-3 0 16,-1 4 0-16,1-4 0 0,0 0 0 0,0 0 0 16,5-14 0-16,-4 9 0 0,7-7 0 0,-3 3 0 15,4-2 0-15,-4 0 0 0,8-2 0 0,-3 0 0 0,-1 4 0 16,0-2 0-16,1 4 0 0,-1-2 0 0,-1 2 0 15,-2 1 0-15,4 0 0 0,-3 2 0 16,2 1 0-16,-2 1 0 0,1 0 0 0,2 4 0 16,-2 0 0-16,1 1 0 0,1 1 0 0,-5 1 0 0,4 3 0 15,0-3 0-15,-4 6 0 0,2-2 0 0,-2 2 0 16,0 0 0-16,-3 0 0 0,1 1 0 0,1-2 0 16,-3 0 0-16,-1-1 0 0,2 3 0 0,-4-6 0 15,2 1 0-15,0-1 0 0,0-2 0 0,2 3 0 16,-2-5 0-16,0-2 0 0,0 8 0 0,0-7 0 15,0-1 0-15,0 0 0 0,0 0 0 0,0 0-217 16,0 0-149-16,2-14-52 0,-2 9-49 0,0-3-66 16,1 1-65-16,-2-3-334 0,1-1-1010 0,-2 0 446 15</inkml:trace>
  <inkml:trace contextRef="#ctx0" brushRef="#br0" timeOffset="303754.9656">4386 14248 253 0,'2'-4'287'0,"-2"4"-4"0,0 0-4 16,0 0-5-16,6-2 0 0,-6 2-21 0,0 0 23 16,4-2-14-16,-4 2-12 0,0 0-7 15,6-1-1-15,-6 1-14 0,0 0 0 0,0 0-8 0,0 0-6 16,10 1-7-16,-10-1-7 0,0 0-6 0,0 0-8 16,7 1-7-16,-7-1-9 0,0 0-9 0,5 3-12 15,-5-3-9-15,0 0-7 0,3 2-7 0,-3-2-9 16,0 0-9-16,0 0-12 0,0 0-4 0,3 4-10 15,-3-4-11-15,0 0-2 0,0 0-10 0,0 0-6 16,0 3-4-16,0-3-1 0,0 0-20 0,0 0 11 16,-6 4-4-16,6-4 0 0,-5 3-6 0,5-3-9 15,-6 3 8-15,6-3 2 0,0 0-7 0,-9-2 4 16,9 2-4-16,0 0-4 0,0 0-3 0,-9-4 6 16,6 2-8-16,3 2 3 0,-2-4-1 0,2 4 0 15,0-7 5-15,0 7 1 0,1-4-4 0,0 0 4 16,-1 4 2-16,4-3-2 0,-1 0 0 0,1-1 0 15,1 2 9-15,0 1-11 0,1-2-1 0,-6 3 4 16,9 0-11-16,-2 0 8 0,-1 3-4 0,-1-1-11 16,3 3 9-16,-3-1-2 0,0-2 1 0,-1 2-1 15,-1 2-9-15,-1-1 9 0,2-1-1 0,-4 1-2 16,-3 1-4-16,2 0-11 0,-1-1-21 0,-2 0-22 16,-1 0-23-16,-1-2-30 0,3 0-25 0,-5-1-39 15,8-2-13-15,-9-2-28 0,9 2-32 0,-6-5-25 16,2 1-22-16,1-2-23 0,2 0-29 0,0-1-26 15,4-3-24-15,1 1-34 0,0 2-255 0,0-2-732 16,4-2 324-16</inkml:trace>
  <inkml:trace contextRef="#ctx0" brushRef="#br0" timeOffset="304348.8503">5673 13948 204 0,'0'0'263'0,"0"0"4"15,0 0 2-15,0 0 11 0,0 0 11 16,0 0 27-16,0 0-8 0,3-5 19 0,-3 5 6 16,0 0 3-16,0 0 4 0,4-2-7 0,-4 2 1 0,0 0-10 15,4-4 3-15,-4 4-15 0,4-1-5 0,-2-2-10 16,-2 3-9-16,7-6-17 0,-3 5-10 15,0-4-10-15,2 2-22 0,3-1-15 0,-1 3-24 0,3-3-19 16,2 1-14-16,-3 2-17 0,3-1-12 0,-2 1-55 16,1-1-75-16,-1 0 0 0,2 2 0 0,-4 0 0 15,1 0 0-15,-1 0 0 0,-2 0 0 0,-1 2 0 16,2-2 0-16,-3 1 0 0,-5-1-162 0,7 2-79 16,-4 1-32-16,1 2-48 0,-3-2-36 0,-1-3-31 15,-1 4-41-15,-3 1-39 0,0-1-35 0,-1 1-339 16,-1-1-912-16,-2-3 404 0</inkml:trace>
  <inkml:trace contextRef="#ctx0" brushRef="#br0" timeOffset="304630.0296">5707 14087 165 0,'0'0'352'0,"-2"3"29"15,2-3 27-15,0 0 23 0,0 0 27 0,0 0 4 16,0 0 0-16,0 0-6 0,0 0-2 0,11 2-12 0,-1-2-26 15,-2 0-17-15,5-3-31 0,-1 3-20 16,1-2-37-16,0 1-24 0,1 1-25 0,-3-2-24 16,1 0-26-16,1 2-19 0,0-2-22 0,-7 1-17 15,3 1-15-15,-1-2-14 0,-2 0-28 0,-1 1-97 0,-5 1 0 16,9-1 0-16,-4 1 0 0,-5 0 0 16,9-2 0-16,-5 0-9 0,-4 2-112 0,6-1-32 15,-6 1-37-15,4-2-38 0,-4 2-43 0,7-1-36 0,-7 1-45 16,0 0-42-16,0 0-57 0,0 0-50 0,6-1-368 15,-6 1-942-15,0 0 416 0</inkml:trace>
  <inkml:trace contextRef="#ctx0" brushRef="#br0" timeOffset="305992.4226">6768 13850 76 0,'0'0'167'0,"0"0"8"16,0 0 2-16,0 0 5 0,0 0 3 0,0 0 3 15,0 0-1-15,0 0 0 0,0 0-12 0,0 0 0 16,0 0-5-16,0 0-4 0,0 0-3 0,0 0-1 16,0 0-1-16,0 0 3 0,0 0-5 0,0 0-3 15,0 0 14-15,0 0-4 0,0 0 11 0,0 0-11 16,0 0-1-16,0 0 1 0,0 0 2 0,0 0 3 16,0 0 0-16,0 0 2 0,0 0-2 0,0 0 2 15,0 0-1-15,0 0-7 0,0 0 1 0,0 0-14 16,0 0-5-16,0 0 12 0,0 0-14 0,0 0 4 0,0 0-3 15,0 0 3-15,0 0-4 0,-5-11 0 0,5 11-3 16,-4-3 1-16,4-1 10 0,-1-1-10 16,1 5 15-16,0-7 11 0,0 2-5 0,1-1-97 15,-1 0-67-15,0 1 0 0,4 3 0 0,-2-1 0 0,1 0 0 16,-1-2 0-16,2 0 0 0,-1 1 0 0,2-1 0 16,-1 2 0-16,5 0 0 0,-4 0 0 15,2 0 0-15,5 3 0 0,-1 0 0 0,4 2 0 0,-2 2 0 0,3-1 0 16,-1 4 0-16,3 2 0 0,0 0 0 0,-5 3 0 15,2 1 0-15,-2-1 0 0,3 1 0 16,-5 1 0-16,-2-1 0 0,-2 0 0 0,-3 2 0 0,-3-4 0 16,1 6 0-16,-5 0 0 0,-2-2 0 0,-4 0 0 15,0 0 0-15,-6 0 0 0,-3 2 0 0,-2 0 0 16,3-6 0-16,-1-1 0 0,-4 0 0 0,-1 2 0 16,3-6 0-16,6 0 0 0,-2-2 0 0,-1-2 0 15,4-2 0-15,1-1 0 0,1 0 0 0,2-3 0 16,-2-2 0-16,3 0 0 0,0-5 0 0,-1-2 0 15,4-1 0-15,-3-2 0 0,6 1 0 0,-2-3 0 16,1-2 0-16,3 4 0 0,0-5 0 0,3 4 0 16,-2 0 0-16,2 1 0 0,-2-1 0 0,4 6 0 15,-1 0 0-15,0 0 0 0,-2 1 0 0,2 2 0 16,3-1 0-16,3 2 0 0,0 3 0 0,-1 1 0 16,4 0 0-16,-1 1-22 0,1 1-462 0,0 2-44 15,0-1-59-15,6-1-43 0,-4-2-360 0,-1 3-1073 16,1 4 474-16</inkml:trace>
  <inkml:trace contextRef="#ctx0" brushRef="#br0" timeOffset="306493.5594">7177 13841 174 0,'0'0'282'0,"4"-1"-15"0,-4 1-16 16,0 0-14-16,0 0-13 0,0 0-9 0,0 0-6 15,0 0-4-15,0 0 3 0,4 5-2 0,-4-5-2 16,0 0 2-16,0 0 3 0,0 3-22 0,0-3-5 16,2 5-8-16,-2-5-12 0,1 2-8 0,-1-2-11 15,4 6-5-15,-4-6-12 0,0 0-9 0,0 4-16 16,0-4-1-16,0 4-15 0,0-4-5 0,-2 4-4 15,2-4-3-15,0 0-10 0,-2 7-6 0,2-7-2 16,-1 2-6-16,1-2-9 0,-2 4-3 0,2-4-3 16,0 0 1-16,-3 3-8 0,3-3 4 0,0 0-6 15,0 0 0-15,0 0 6 0,0 0 4 0,0 0 13 16,0 0 6-16,0 0 4 0,0 0 8 0,0 0 0 16,0 0-3-16,0 0-8 0,0 0-7 0,0 0-6 15,0 0-5-15,0 0-3 0,0 0 0 0,0 0-6 16,0 0-4-16,0 0-2 0,16-6-4 0,-16 6-2 15,0 0 0-15,8 3-5 0,-8-3-1 0,3 3 1 16,-2 1-2-16,-1-4-2 0,0 5 1 0,0-5 0 0,0 4 4 16,0-4-4-16,-4 7-2 0,0-3 3 0,-1-2-4 15,0 1 0-15,0-3-13 0,0 1-5 16,5-1-17-16,-9 3-6 0,9-3-15 0,-8 0-17 16,8 0-27-16,-7-3-25 0,4 2-30 0,3 1-31 0,0-7-30 15,0 7-27-15,4-9-25 0,0 5-28 0,-4 4-35 16,9-7-32-16,-4 5-299 0,0 0-711 15,0-1 315-15</inkml:trace>
  <inkml:trace contextRef="#ctx0" brushRef="#br0" timeOffset="307134.719">7449 13848 63 0,'-5'-4'466'15,"3"0"13"-15,2 4-8 0,-6-4-2 0,4 0-31 16,0-1-22-16,0 3-17 0,1-3-19 0,1 5-20 16,-3-7-13-16,3 3-27 0,0 4-22 0,0 0-18 15,-1-7-15-15,1 7-22 0,0 0-15 0,1-6-18 16,-1 6-18-16,4-5-18 0,-4 5-22 0,6-5-13 15,-1 3-14-15,3-2-10 0,-8 4-17 0,17 0-6 16,-9 0-5-16,4 0-20 0,0 4 8 0,0-2-16 16,1 4-6-16,-1-3 7 0,-1 0-11 0,-2 3 5 15,1 0-14-15,-2 0 4 0,0 3-9 0,-2-1 4 16,-1 2-8-16,-1-2-3 0,-3 3 2 0,-1-2-8 16,-1 0 8-16,-3 1-11 0,-1 2-2 0,0 1 0 15,-4-5-2-15,-5 5 3 0,1-3-3 0,-1 1-9 16,0-2 20-16,-1 0-19 0,2-5 10 0,1 1-5 15,6-1-12-15,-2-1 0 0,3-1 0 0,1-1 0 16,-1 1 0-16,5-2 0 0,0 0 0 0,0 0 0 16,-6-5 0-16,6 5 0 0,0 0 0 0,10-5 0 15,-3 2 0-15,-2 0 0 0,7 1 0 0,0 0 0 16,1 1 0-16,-2 1 0 0,2 1 0 0,1 0 0 16,-4 1 0-16,-1 2 0 0,4-1 0 0,0 1 0 15,-4 1 0-15,0 1 0 0,0 1 0 0,-4-3 0 16,0 3 0-16,-4 1 0 0,3 2 0 0,-2 1 0 15,-3-3 0-15,-4 4 0 0,1-3 0 0,-2 3 0 0,-4 1 0 16,-4-1 0-16,2 1 0 0,-6-2 0 0,4-1 0 16,-4 1 0-16,2-2 0 0,-2 0 0 0,6-4 0 15,1 0 0-15,-1-3 0 0,7 2 0 16,-1-2 0-16,-1-2 0 0,1 0 0 0,6 0 0 0,0 0 0 16,-5-3 0-16,5 3 0 0,-1-6 0 0,1 6 0 15,6-7-172-15,0 2-64 0,-1 1-64 0,4-3-45 16,2 1-51-16,-1 2-50 0,3 1-50 0,4-4-39 15,-5 4-343-15,2-3-951 0,4 2 421 0</inkml:trace>
  <inkml:trace contextRef="#ctx0" brushRef="#br0" timeOffset="307478.5307">7798 13971 112 0,'5'-11'355'0,"0"-1"19"16,0 0 23-16,-1-1 15 0,1 5 10 0,-1-5 7 15,0 2-4-15,-2 0 2 0,1 3 0 0,2-1-2 0,-2 0-4 16,-2 3-3-16,1-1 0 0,-2 2-16 0,3 1-18 16,-3 0-31-16,0 1-30 0,0 3-34 15,0 0-27-15,0 0-25 0,0 0-13 0,0 0-6 16,0 0-181-16,0 0-37 0,5 14 0 0,-6-6 0 0,1 2 0 16,-1 1 0-16,1 1 0 0,0-3 0 0,0 8 0 15,0-1 0-15,-3 3 0 0,3-2 0 16,-3 0 0-16,1 1 0 0,-2 0 0 0,-1 0 0 0,4 0 0 15,-2 0 0-15,-2-1 0 0,5-2 0 0,-4 1 0 16,2-6 0-16,-1 1 0 0,2-1 0 0,-2-1 0 16,3-3 0-16,0 0 0 0,-1-1 0 0,0-1 0 15,2-1 0-15,0 0 0 0,3 0 0 0,1 0 0 16,-5-3 0-16,10-2 0 0,-2 0 0 0,4-1-176 16,-3-1-347-16,3 0-70 0,4-5-50 0,-4 3-400 15,4-3-1130-15,0-1 501 0</inkml:trace>
  <inkml:trace contextRef="#ctx0" brushRef="#br0" timeOffset="307885.6195">8169 13918 86 0,'7'-9'352'0,"2"-2"18"16,-4 2 26-16,0 3 5 0,2-2 6 0,-1 1-1 16,-6 1 3-16,5-4-4 0,-5 5-10 0,3-1-8 15,-2 1-9-15,-1-1-7 0,0 6-25 0,-1-8-25 16,1 4-28-16,0 4-33 0,0 0-18 0,-3-5-26 15,3 5-17-15,0 0-9 0,0 0-9 0,-11 13-5 16,7-7-3-16,0 3-10 0,0 7-8 0,-1-5-14 16,-1 7-3-16,-1-3-9 0,2 3-24 0,-2 6-105 15,1-4 0-15,0-1 0 0,0-1 0 0,1 1 0 16,-2-1 0-16,5 0 0 0,-4 0 0 0,3-2 0 0,0-3 0 16,3 0 0-16,0-2 0 0,1 0 0 15,-1-1 0-15,4-1 0 0,1-1 0 0,0-2 0 16,3-1 0-16,2 0 0 0,3-2 0 0,0 0 0 15,-2-3 0-15,1 0 0 0,3-4 0 0,-2 1 0 0,-4-2 0 16,4-1 0-16,-7 0 0 0,4 0 0 0,-2-2 0 16,-3 3 0-16,2-2 0 0,-1 1 0 0,-5 2 0 15,3-2 0-15,-5 0 0 0,-3-3 0 0,0 6 0 16,-2-2 0-16,-1 1 0 0,-2 0 0 0,2 1 0 16,-5 1 0-16,2 2 0 0,0 0 0 0,-2 2 0 15,2-2 0-15,-3 1 0 0,5 2 0 0,1 2 0 16,-3-2 0-16,5 2 0 0,1 0-181 0,1-2-300 15,3 2-69-15,0-5-86 0,3 7-422 0,3-4-1145 16,-1-1 507-16</inkml:trace>
  <inkml:trace contextRef="#ctx0" brushRef="#br0" timeOffset="308448.0476">8533 13958 242 0,'4'-5'489'0,"-2"-1"10"16,-1 2 2-16,3 0-4 0,-1-1-11 0,-1 0-22 16,-2-1-24-16,0 2-17 0,0 4-21 0,3-4-18 15,-2 2-19-15,2-4-19 0,-2 2-28 0,-1 4-25 16,3-5-13-16,-1 5-22 0,-2 0-18 0,3-7-21 16,-1 5-21-16,1-1-17 0,-3 3-15 0,9-4-14 15,-6 2-7-15,1-1-15 0,2 2-57 0,-3-2-73 16,3 2 0-16,0 0 0 0,-6 1 0 0,11 0 0 15,-6 1 0-15,2 0 0 0,-2 2 0 0,0-2 0 0,0 2 0 16,-1 0 0-16,0 3 0 0,0 1 0 16,-3-3 0-16,4 7 0 0,-2-4 0 0,-6 1 0 15,6 2 0-15,-3 2 0 0,-3-1 0 0,-1 1 0 16,-1 4 0-16,0-1 0 0,-4 2 0 0,-4 0 0 0,-1 3 0 16,0-3 0-16,1-1 0 0,-4 3 0 0,2-7 0 15,3 1 0-15,1-3 0 0,2-2 0 16,1 0 0-16,0-1 0 0,3 0 0 0,1-4 0 15,0 1 0-15,0-1 0 0,3 1 0 0,1-4 0 0,-5 2 0 16,5-2 0-16,0 0 0 0,0 0 0 0,0 0 0 16,18-6 0-16,-13 3 0 0,10-1 0 15,1-1 0-15,1-1 0 0,0 2 0 0,4-1 0 16,-2-1 0-16,1 0 0 0,8 1 0 0,-6 2 0 0,0-1 0 16,-4-1 0-16,2 0 0 0,-3 3 0 0,1 1 0 15,-7 1 0-15,2-1 0 0,-3 1 0 0,-5 0 0 16,4-2 0-16,-4 2 0 0,-5 0 0 0,9 2 0 15,-9-2 0-15,5 2 0 0,-1-1 0 0,-4-1 0 16,0 5 0-16,0-5 0 0,4 3 0 0,-4-3 0 16,0 0 0-16,-9 4 0 0,4-1-499 0,5-3-226 15,-18-3-437-15,9 0-1257 0,-1 0 556 0</inkml:trace>
  <inkml:trace contextRef="#ctx0" brushRef="#br0" timeOffset="308963.3835">9352 13915 401 0,'-1'-9'502'0,"-2"3"18"0,3 2 12 15,0-5 5-15,0 2-8 0,0 2-14 0,3-2-25 16,-3 2 4-16,1 0-11 0,-2 0-17 0,1 5-24 16,1-7-28-16,-1 7-40 0,-1-3-36 0,1 3-32 15,0 0-37-15,0 0-18 0,0 0-11 0,0 0-152 16,2 14-88-16,1-6 0 0,-2 3 0 0,4 1 0 16,-4 5 0-16,2-1 0 0,0 4 0 0,0-3 0 15,0 8 0-15,1-6 0 0,-2 5 0 0,0-3 0 16,-1-3 0-16,-1 1 0 0,0-1 0 0,1-1 0 0,-2-2 0 15,2-3 0-15,0-1 0 0,-1-3 0 16,-1 0 0-16,1-2 0 0,-1-1 0 0,2 0 0 16,-1 1 0-16,0-3 0 0,1-1 0 0,-1-2 0 15,2 5 0-15,-2-5 0 0,0 0 0 0,6 0 0 0,-6 0 0 16,12-5-361-16,-5 3-134 0,1 1-71 0,4-3-60 16,-5 0-399-16,5-1-1108 0,-3 1 491 15</inkml:trace>
  <inkml:trace contextRef="#ctx0" brushRef="#br0" timeOffset="309869.433">9618 14086 179 0,'2'-3'502'0,"1"-1"22"0,1-2 17 15,-3 2 6-15,0 1-11 0,2 0 4 0,-3-4-8 16,2 3-10-16,-2 4-13 0,2-4-24 0,-2 1-22 16,0 3-32-16,0-6-33 0,0 6-34 0,0 0-38 15,0 0-25-15,0 0-19 0,0 0-73 0,0 0-209 16,-13 9 0-16,8-4 0 0,0 5 0 0,-2-5 0 16,1 2 0-16,-2 4 0 0,1-2 0 0,0 0 0 15,-1 1 0-15,2-1 0 0,-3 1 0 0,0 1 0 16,4-3 0-16,-5 2 0 0,6-3 0 0,-4 0 0 15,3 0 0-15,0-1 0 0,1 0 0 0,3-3 0 16,-3 0 0-16,3 1 0 0,-3-2 0 0,4 2 0 16,0-4 0-16,-4 5 0 0,4-5 0 0,0 0 0 15,-1 2 0-15,1-2 0 0,0 0 0 0,0 0 0 16,0 0 0-16,0 0 0 0,0 0 0 0,5-12 0 0,-1 7 0 16,-3-1 0-16,4-1 0 0,0-1 0 15,-1-1 0-15,0-1 0 0,0 0 0 0,1 0 0 16,-1 1 0-16,5-1 0 0,-4 1 0 0,0 0 0 0,2 0 0 15,0 0 0-15,-2 6 0 0,-1-5 0 0,-1 2 0 16,0 5 0-16,0-4 0 0,0 0 0 16,-1 0 0-16,1 3 0 0,-3 2 0 0,5-3 0 15,-5 3 0-15,1-5 0 0,-1 5 0 0,0 0 0 0,4-1 0 16,-4 1 0-16,0 0 0 0,0 0 0 0,9 6 0 16,-5-4 0-16,1 1 0 0,0 2 0 0,1 2 0 15,1-4 0-15,-1 3 0 0,6 2 0 0,-2-1 0 16,1 2 0-16,3-2 0 0,-1 4 0 0,0-4 0 15,-2-1 0-15,1 1 0 0,-1 0 0 0,2-3 0 16,-3 1 0-16,2 1 0 0,-2-1 0 0,-2-3 0 16,-2 1 0-16,3-1 0 0,-2 1 0 0,-1-2 0 15,0-1 0-15,2 0 0 0,-2 0 0 0,-6 0 0 16,11-3 0-16,-9 0 0 0,3-2 0 0,0 0 0 16,2-3 0-16,-3-1 0 0,-2-2 0 0,-1 1 0 15,5-7 0-15,-3 0 0 0,1-1 0 0,1-11 0 16,-5 10 0-16,1-7 0 0,3-2 0 0,0 3 0 15,1 2 0-15,-2-6 0 0,-2 10 0 0,1 1 0 16,0 2 0-16,-2 6 0 0,1-1 0 0,2 1 0 16,-1 3 0-16,1 2 0 0,-3-2 0 0,0 5 0 15,1-2 0-15,-1 4 0 0,0-6 0 0,0 6 0 16,0 0 0-16,0 0 0 0,0 0 0 0,0 0 0 16,-6 18 0-16,6-8 0 0,-4 1 0 0,4-1 0 15,0 1 0-15,-2 1 0 0,0 0 0 0,2 0 0 16,0 5 0-16,0-6-1366 0,2 4-1478 0,4-2 654 15</inkml:trace>
  <inkml:trace contextRef="#ctx0" brushRef="#br0" timeOffset="310244.3375">10112 14205 106 0,'3'-4'467'0,"1"1"13"0,-2 0 7 16,-2-3 6-16,0 1-15 0,0 1-17 0,0 4-15 16,1-5-11-16,-1 5-17 0,0-5 7 0,0 5-22 15,3-2-20-15,-3 2-24 0,0 0-35 0,0-4-33 16,0 4-15-16,0 0-9 0,0 0-12 0,0 11-14 16,0-6-14-16,-3 3-6 0,3 1-12 0,0 1-170 15,0 1-39-15,-1 0 0 0,1 0 0 0,0 1 0 16,0 0 0-16,0 0 0 0,0 0 0 0,-2-2 0 15,-1 1 0-15,2 0 0 0,-2-1 0 0,2 1 0 16,1-4 0-16,0 0 0 0,-4-1 0 0,4 1 0 16,-1-5 0-16,0 4 0 0,-1 0 0 0,1-2 0 15,1-4 0-15,0 3 0 0,0 0 0 0,0-3 0 16,1 5 0-16,-1-5 0 0,0 0 0 0,0 0 0 16,0 0 0-16,12-6-181 0,-6 4-258 0,-2-1-45 15,1-1-56-15,-1-7-55 0,1 8-397 0,3-7-1075 16,-2 0 475-16</inkml:trace>
  <inkml:trace contextRef="#ctx0" brushRef="#br0" timeOffset="310697.4052">10194 14002 121 0,'0'0'422'0,"3"-6"14"0,-3 3 14 15,0 3 4-15,1-5-8 0,-1 5-16 0,0 0-13 16,0-6-16-16,0 6-27 0,0 0-23 0,0 0-24 16,0 0-21-16,3-3-27 0,-3 3-23 0,0 0-29 15,0 0-19-15,0 0-26 0,0 0-16 0,0 0-22 16,0 0-9-16,0 0-14 0,0 0-11 0,0 0-15 16,-4 11-2-16,4-11-11 0,-4 4-4 0,1-2-9 15,3-2-7-15,-1 5-5 0,-3-4-6 0,4-1-3 16,-5 3 0-16,5-3-5 0,0 0-4 0,-9 1-5 15,9-1-2-15,0 0-7 0,0 0 6 0,-9-1-3 16,9 1 4-16,-8-3 18 0,8 3-11 0,-2-5 18 16,2 5 7-16,-5-2-2 0,5 2-5 0,0-5-1 0,2 1-3 15,-2 4-10-15,4-8-43 0,-4 6 0 16,0-2 0-16,4 2 0 0,0-2 0 0,-4 4 0 16,4-3 0-16,-4 3 0 0,5-4 0 0,-5 4 0 15,4-1 0-15,-4 1 0 0,0 0 0 0,0 0 0 0,11 5 0 16,-11-3 0-16,4 2 0 0,-4-1 0 15,0 3 0-15,0-2 0 0,0 1 0 0,0 1 0 16,-4-2 0-16,4 1 0 0,-4 0 0 0,3 0 0 0,-4-2 0 16,1 2-71-16,-1-1-122 0,1-2-28 0,3 2-26 15,-3-2-26-15,4-2-40 0,0 0-54 16,0 0-58-16,0 0-53 0,0 0-44 0,17-10-326 16,-6 6-916-16,6-5 405 0</inkml:trace>
  <inkml:trace contextRef="#ctx0" brushRef="#br0" timeOffset="311510.3654">11058 13755 235 0,'9'-7'412'0,"1"-3"-6"16,-2 2-5-16,-4 3-1 0,1-4 1 0,-3 4-7 15,0-2-2-15,0 3 4 0,1-2-10 0,-2 1-12 16,-2 0 0-16,2 1-9 0,-2 0-14 0,1-3-11 16,-3 4-15-16,2-2-12 0,-3 3-19 0,-1-2-17 15,0 0-16-15,-3 1-11 0,-2 0-14 0,-3 0-14 16,3 2-8-16,-4 0-42 0,-9 0-172 0,-3-1 0 16,-6 2 0-16,-1 0 0 0,0 2 0 0,-1 0 0 15,-5 0 0-15,7 0 0 0,-4 0 0 0,2-1 0 16,4 2 0-16,1 0 0 0,9 1 0 0,-1-4 0 15,8 1 0-15,3 0 0 0,-2 0 0 0,5 1 0 0,-1-1 0 16,3-1 0-16,5 0 0 0,-10 0 0 16,10 0 0-16,-6 0 0 0,6 0 0 0,-5 1 0 15,5-1 0-15,0 0 0 0,-7 1 0 0,7-1 0 16,0 0 0-16,0 0 0 0,0 0 0 0,0 0 0 0,0 0 0 16,-6 2 0-16,6-2 0 0,2 4 0 0,-2-4 0 15,0 7 0-15,0-2 0 0,0 1 0 0,1 1 0 16,1 3 0-16,-2 3 0 0,2 4 0 0,2 8 0 15,-2-7 0-15,1 11 0 0,-3-2 0 0,2 3 0 16,0 2 0-16,0 3 0 0,-2 0 0 0,0-1 0 16,0 12 0-16,0 3 0 0,-3-13 0 0,2 11 0 15,-1-9 0-15,0-4 0 0,-1 12 0 0,-2-11 0 16,1 0 0-16,-3-2 0 0,2-1 0 0,-1 3 0 16,0-3 0-16,1 4 0 0,1-3 0 0,-1 2 0 15,1-5 0-15,0 2 0 0,0-3 0 0,1 1 0 16,-4-3 0-16,5 0 0 0,-3-2 0 0,2-8 0 15,1 1 0-15,-1-2 0 0,0 1 0 0,3-5 0 16,-3-2 0-16,3 1 0 0,0-3 0 0,0-2 0 16,1 0 0-16,0 2 0 0,0-3 0 0,2 0 0 15,0 0 0-15,-2 1 0 0,8 1 0 0,-4-2 0 16,2 0 0-16,2 1 0 0,2 0 0 0,-1-3 0 16,1 2 0-16,2 0 0 0,-1 0 0 0,5 1 0 0,2-1 0 15,1-1 0-15,0 1 0 0,1-3 0 0,0 2 0 16,2-2 0-16,4 1 0 0,0-1 0 15,-6 0 0-15,0-2 0 0,1 1 0 0,-3-1 0 16,-1 1 0-16,0-1 0 0,-4 1 0 0,4 0 0 0,-3-1 0 16,-3 0 0-16,-1 1 0 0,-2 1 0 0,-1-2 0 15,-2 0 0-15,-6 0 0 0,10 0 0 0,-4 0 0 16,-6 0 0-16,6 0 0 0,-6 0 0 0,0 0 0 16,0 0 0-16,0 0 0 0,0 0 0 0,5-2 0 15,-5 2 0-15,0 0 0 0,-13-10 0 0,7 2 0 16,-3-1-40-16,-5-4-558 0,-3-11-48 0,3 1-506 15,-3-4-1247-15,0 2 553 0</inkml:trace>
  <inkml:trace contextRef="#ctx0" brushRef="#br0" timeOffset="312182.0841">12103 13818 139 0,'3'-4'229'0,"-3"0"16"16,0 4 17-16,4-5 13 0,-3 2 15 16,-1-1 34-16,3-1 16 0,-2 1 14 0,-1 1 5 0,0 3 5 15,5-6-2-15,-5 2 0 0,0 4 2 0,1-5-4 16,-1 2-9-16,4 0-10 0,-4 3-8 0,0-4-12 16,0 4-8-16,3-5-23 0,-3 5-18 0,0 0-21 15,0-5-23-15,0 5-19 0,0 0-24 0,0 0-20 16,0 0-8-16,0 0-11 0,-3 14-146 0,3-7 0 15,0 6 0-15,0 4 0 0,-1-1 0 0,-2 0 0 16,3 2 0-16,0 0 0 0,0 1 0 0,-1-1 0 16,1 2 0-16,-4-1 0 0,3-4 0 0,1 2 0 15,0-1 0-15,0-4 0 0,0 0 0 0,0-1 0 16,0 0 0-16,0-3 0 0,0 1 0 0,0 2 0 16,-1-8 0-16,1 5 0 0,0-3 0 0,0-2 0 15,-3 2 0-15,3-1 0 0,0-4 0 0,0 5 0 16,0-5 0-16,0 4 0 0,0-4 0 0,0 4 0 15,0-4 0-15,0 0 0 0,0 0 0 0,0 0 0 16,0 0 0-16,0 4 0 0,0-4 0 0,0 0 0 16,0 0 0-16,0 0 0 0,0 0-283 0,0 0-415 15,0 0-504-15,-14-9-1302 0,6 8 576 0</inkml:trace>
  <inkml:trace contextRef="#ctx0" brushRef="#br0" timeOffset="312744.4559">11273 14428 49 0,'-8'0'243'16,"-2"0"-3"-16,5-1-1 0,-4 0-7 0,1 1 3 16,-2 1 2-16,1-2-5 0,1-2-4 0,1 3-9 15,0 0 14-15,2-1 6 0,-3 0-3 0,8 1 4 16,-10-1 0-16,4 0-3 0,6 1 7 0,-8-1-7 15,8 1-3-15,0 0-6 0,-5-2 2 0,5 2-5 16,0 0-3-16,0 0-10 0,-5-1-2 0,5 1-18 16,0 0-12-16,0 0-15 0,13-6-16 0,1 4-5 15,3 0-1-15,11-1-5 0,2 2 13 0,6 0 2 16,19-6-5-16,2 4-6 0,6-1-22 0,4 1 6 16,31-1-1-16,0-1 1 0,1 0-10 0,3 0-11 15,8 0 9-15,5 1-81 0,8-1-33 0,6-1 0 16,2 2 0-16,6-2 0 0,5-2 0 0,-4 0 0 15,0-1 0-15,-6 3 0 0,-8-2 0 0,-8 1 0 16,-10 2 0-16,-4 0 0 0,-10-2 0 0,-32 4 0 16,3-2 0-16,-12-1 0 0,-13 4 0 0,-3 0 0 15,-6-3 0-15,-11 4 0 0,-4 0 0 0,-5-1 0 16,-1 0 0-16,-3 1 0 0,-5 1 0 0,0 0 0 16,0 0 0-16,-22-4 0 0,-1 4 0 0,-7 2 0 15,-6-2-74-15,-3 2-503 0,1 1-102 0,-13 4-465 16,14-3-1239-16,0 0 548 0</inkml:trace>
  <inkml:trace contextRef="#ctx0" brushRef="#br0" timeOffset="313650.8687">11128 15066 39 0,'4'-4'294'0,"1"3"-5"0,-1-3-10 0,-1 1-9 16,1-3 0-16,-1 2-7 0,-1 1-4 0,0-1 4 16,1 1-14-16,1-1 0 0,-3 0-8 0,3 1-13 15,-4 3-12-15,1-3-14 0,-1 3-8 0,1-6-4 0,-1 6-12 16,0-3-2-16,0 3-5 0,0 0-1 16,3-4-5-16,-3 4 0 0,0 0 2 0,0 0 5 15,2-2 25-15,-2 2 0 0,0 0-6 0,0 0-2 16,0 0-7-16,0 0-7 0,0 0-14 0,0 0-1 0,0 0 5 15,7 7 1-15,-5-4-2 0,2 4-6 0,-2-2 2 16,3 7 0-16,2-1-1 0,0 4-4 16,-1 0-62-16,3 0-93 0,-1 2 0 0,-1 0 0 15,1 1 0-15,6 9 0 0,-5-3 0 0,1 1 0 0,-1 1 0 16,-4-2 0-16,4 3 0 0,0-3 0 0,-4 1 0 16,3-1 0-16,-3-6 0 0,-1 0 0 15,-2 1 0-15,4-4 0 0,-3 1 0 0,1 0 0 0,2 1 0 16,-3-8 0-16,1 2 0 0,-1-1 0 0,0-1 0 15,0-6 0-15,-2 2 0 0,1 1 0 0,0-1 0 16,1-3 0-16,-2 1 0 0,3-1 0 0,-4-2 0 16,2 4 0-16,-2-4 0 0,0 0 0 0,3 4 0 15,-3-4 0-15,0 0 0 0,7-8 0 0,-3 3 0 16,0-1 0-16,1-3 0 0,4-1 0 0,-2-5 0 16,0-3 0-16,2 0 0 0,5-7 0 0,-1-3 0 15,1-2 0-15,-1-1 0 0,2-16 0 0,2 3 0 16,-1-3 0-16,-1-2 0 0,-3-1 0 0,1-2 0 15,-1-1 0-15,-1 3 0 0,-3 3 0 0,-2 13 0 16,-2 0 0-16,4 6 0 0,-5 1 0 0,0 8 0 16,0 1 0-16,-1 3 0 0,2 3 0 0,-3 2 0 15,1 2 0-15,0 1 0 0,-2 0 0 0,1 3 0 16,-2-1 0-16,2 0 0 0,2 1 0 0,-3 4 0 16,-3-4 0-16,3 4 0 0,0 0 0 0,0 0 0 15,0 0 0-15,0 0 0 0,0 0 0 0,0 0 0 16,0 0 0-16,0 0 0 0,0 0 0 0,0 0-278 15,0 0-134-15,8 9-10 0,-7-5-12 0,-1-4-17 16,0 0-12-16,5 9-17 0,-1-9-23 0,0 1-289 16,-4-1-857-16,0 0 379 0</inkml:trace>
  <inkml:trace contextRef="#ctx0" brushRef="#br0" timeOffset="314088.1584">11714 14665 129 0,'1'-4'231'0,"-1"4"8"15,-1-4 6-15,1 4 7 0,-3-5-2 0,3 5 6 0,-5-4 6 16,5 4 3-16,-4-5 11 0,4 5-4 0,-9-4 1 16,3 1 3-16,2 0-1 0,-1 2-7 0,-1 0 4 15,0-1-2-15,2-2-9 0,4 4-7 16,-7-1-12-16,7 1 1 0,0 0-3 0,-9-3-5 0,9 3-10 16,0 0-7-16,0 0-22 0,0 0-8 0,0 0 1 15,0 0-13-15,0 0-7 0,0 0-14 0,0 0-15 16,0 0-11-16,29-2-5 0,1 2-12 0,3-3-3 15,2 2-7-15,18 2-12 0,3-3-7 0,6 0-83 16,4-2 0-16,30-3 0 0,1 1 0 0,-1-3 0 16,5 5 0-16,5-2 0 0,3-2 0 0,-1-2 0 15,6 4 0-15,-4-2 0 0,-4 3 0 0,-8 2 0 16,0 0 0-16,-36 4 0 0,30-1 0 0,-30 0 0 16,-6 0 0-16,-5 2 0 0,-14-1 0 0,-5 1 0 15,-4-1 0-15,-5 2 0 0,-5-3 0 0,-4 0 0 16,-4 1 0-16,1-2 0 0,-4 2 0 0,-2-1 0 15,-5 0 0-15,10-1 0 0,-6 2 0 0,-4-1 0 16,0 0 0-16,5 1 0 0,-5-1 0 0,0 0 0 16,0 0 0-16,0 0 0 0,0 0 0 0,0 0 0 15,0 0 0-15,-21-2 0 0,16 0-17 0,1 0-237 16,4 2-30-16,-7-2-37 0,7 2-40 0,0 0-34 16,-9 0-37-16,9 0-50 0,0 0-46 0,0 0-326 15,0 0-923-15,-12-1 409 0</inkml:trace>
  <inkml:trace contextRef="#ctx0" brushRef="#br0" timeOffset="315823.7279">12028 14864 267 0,'1'-6'394'0,"1"2"19"16,-2-3-1-16,2 3 0 0,-2-2-5 0,0 3-4 0,1-3-4 16,1 1-5-16,-1 1-16 0,-1 1-14 15,0-2-20-15,0 5-10 0,1-3-18 0,-1 3-38 16,0 0-22-16,0 0-43 0,-2-4-15 0,2 4 8 15,0 0-6-15,0 12 7 0,1-2 0 0,0 1 0 0,-1 6-9 16,0 1-9-16,0 0-6 0,2 7-10 16,-1-4-6-16,-1 2-95 0,1-3-72 0,-1-1 0 15,0 6 0-15,-1-5 0 0,1-1 0 0,-3 2 0 16,1-3 0-16,2-3 0 0,-3 2 0 0,3-1 0 0,-1-4 0 16,0-2 0-16,-2-1 0 0,3-1 0 15,-1-3 0-15,1 1 0 0,0 0 0 0,-3 0 0 0,3-4 0 16,-1 1 0-16,1-3 0 0,0 7 0 15,-1-5 0-15,1-2 0 0,0 0 0 0,0 0 0 0,0 6 0 16,0-6 0-16,0 0 0 0,0 0 0 0,0 0 0 16,0 0-324-16,9-13-137 0,-8 7-47 0,1 1-47 15,2-5-47-15,-1 2-356 0,1-2-1036 16,-2-1 459-16</inkml:trace>
  <inkml:trace contextRef="#ctx0" brushRef="#br0" timeOffset="316183.4045">12009 14955 235 0,'0'-4'392'0,"0"-3"20"0,1 2-5 15,2 2 2-15,-2-3-3 0,2 1 1 0,-3 0-6 16,3 1-18-16,0-3-19 0,1 3-23 0,0-1-21 16,-1-1-13-16,4 3-21 0,-2 0-23 0,3 1-8 15,3-2-15-15,-2 2-20 0,4 2-8 0,1 3-24 16,-1 0 3-16,1 0-5 0,4 1-13 0,0 3-7 15,-3 1-13-15,3 2-7 0,-3 1-20 0,0-1-9 16,1 5-9-16,-5-4-7 0,2 1-12 0,-3 4-7 16,-1-4-11-16,-2 5-37 0,-1-7-34 0,-1 6 0 15,-2 1 0-15,-1-5 0 0,-2 4 0 0,-5-1 0 16,0 2 0-16,-3-2 0 0,1-1 0 0,-7 1 0 16,0-1 0-16,-3-2 0 0,0 0 0 0,0-1 0 15,-3-3 0-15,1 0 0 0,0-1 0 0,2 1 0 16,3-3 0-16,4-2 0 0,1-1 0 0,-1-1 0 15,2 1 0-15,3-1 0 0,1 1 0 0,4-2 0 16,-9 1 0-16,9-1 0 0,0 0 0 0,0 0 0 16,0 0 0-16,0 0-204 0,22-7-282 0,-8 6-97 0,4 1-103 15,4-3-353-15,7 5-1125 0,-1-2 497 16</inkml:trace>
  <inkml:trace contextRef="#ctx0" brushRef="#br0" timeOffset="316542.7928">12497 15254 290 0,'-1'-5'535'0,"-1"-3"10"0,1 1 23 0,-1 2 14 16,0-3-9-16,-1 0-12 0,-1 3-24 0,3-1-23 0,-2 1-21 16,2 0-17-16,-1 1-23 0,1-1-29 0,1 5-34 15,0-6-30-15,0 6-36 0,-2-2-31 0,2 2-25 16,0 0-263-16,0 0-5 0,0 0 0 15,0 0 0-15,-7 17 0 0,6-11 0 0,-2 5 0 0,1 1 0 16,-2 4 0-16,1 2 0 0,1 0 0 0,-1 0 0 16,1 6 0-16,-1-6 0 0,-1 1 0 0,0 1 0 15,1-4 0-15,-2 3 0 0,2-3 0 0,-1 2 0 16,0-2 0-16,0-4 0 0,3 0 0 16,-3 0 0-16,2-4 0 0,-1 2 0 0,1-5 0 0,-2 3 0 15,1-1 0-15,1-4 0 0,1 2 0 0,-2-2 0 16,3-3 0-16,-4 5 0 0,4-5 0 0,0 4 0 15,0-4 0-15,0 0 0 0,0 0 0 16,0 0-251-16,13-10-262 0,-8 3-44 0,0 0-49 0,0-1-438 16,-1-1-1131-16,1-4 500 0</inkml:trace>
  <inkml:trace contextRef="#ctx0" brushRef="#br0" timeOffset="316887.6203">12470 15249 304 0,'2'-8'411'0,"0"1"31"16,-1 0 8-16,1 0 10 0,-1 0 1 0,0 1-7 16,2 0-13-16,1-1-14 0,3 1-12 0,-6-2-23 15,5 2-13-15,0-2-23 0,3 1-32 0,-3 2-12 16,2 0-10-16,-3 0-24 0,4 0-29 0,-4 3-25 16,4-1-11-16,4 0-17 0,-5 1-20 0,2-1-16 15,0 3-16-15,0 1-12 0,3 1-43 0,-7 1-89 16,2-1 0-16,0 1 0 0,-1 3 0 0,-4 0 0 15,6 1 0-15,-6-2 0 0,0 5 0 0,-1-2 0 16,-2 2 0-16,-2-4 0 0,0 5 0 0,-1-1 0 16,-3-2 0-16,-2 2 0 0,-2-3 0 0,-4 6 0 15,-1-6 0-15,-1 1 0 0,5-2 0 0,-3-2 0 16,1 1 0-16,3-1 0 0,-2-2 0 0,3 1 0 16,0-1 0-16,4-2 0 0,0 1 0 0,5-1 0 15,-9 0 0-15,9 0 0 0,0 0 0 0,0 0-134 16,0 0-254-16,0 0-60 0,16-7-54 0,-4 7-53 15,1 1-48-15,-3-2-325 0,11 2-1003 0,-2 0 444 16</inkml:trace>
  <inkml:trace contextRef="#ctx0" brushRef="#br0" timeOffset="317357.0552">12851 15339 387 0,'0'-5'494'0,"-1"0"28"0,0 1 17 0,-2-1-2 16,0-1-10-16,2 0-20 0,0 2 6 0,0-1-15 16,-2 0-14-16,3 0-16 0,-1 2-20 0,-1-1-29 0,2 4-27 15,0 0-29-15,0-6-31 0,0 6-33 0,-1-4-29 16,1 4-78-16,0 0-192 0,0 0 0 0,0 0 0 16,0 0 0-16,0 0 0 0,-2 12 0 15,-1-6 0-15,3 3 0 0,-5 0 0 0,4 1 0 0,-2 2 0 16,2 1 0-16,-3-1 0 0,4-1 0 0,-3 4 0 15,2-3 0-15,0 0 0 0,-3 1 0 0,4 2 0 16,-1-5 0-16,1 1 0 0,0-1 0 16,0 2 0-16,0-2 0 0,-3-3 0 0,6 1 0 0,-2 1 0 15,4-3 0-15,-1 4 0 0,0-5 0 0,1-3 0 16,3 2 0-16,-2-2 0 0,7 0 0 16,-2-2 0-1,0-2 0-15,0-1 0 0,3-1 0 0,-4 1 0 0,3-3 0 0,-4-4 0 0,1 6 0 0,-2-5 0 16,2 2 0-16,-3 0 0 0,-1-2 0 0,-5 1 0 15,3 2 0-15,-3-1 0 0,-1 1 0 0,0 1 0 16,-1-2 0-16,0 2 0 0,-3 0 0 0,-4 2 0 16,3 0 0-16,-5 3 0 0,1 0 0 0,-3 0 0 15,1 0 0-15,0 1 0 0,0 2 0 0,0 0 0 16,1 2 0-16,-1 0 0 0,1 0 0 0,1 0-155 16,-1 1-455-16,1-3-78 0,0 2-435 0,3-3-1218 15,-1 2 539-15</inkml:trace>
  <inkml:trace contextRef="#ctx0" brushRef="#br0" timeOffset="318451.4015">14520 14296 14 0,'-5'0'318'0,"5"0"2"0,0 0-7 0,0 0-11 15,-8 1-11-15,8-1-11 0,0 0 2 0,-5 3-5 16,5-3 3-16,0 0-5 0,0 0-6 0,-9 0-8 16,9 0-9-16,-5 2-3 0,5-2-9 0,-1 3-2 15,1-3-3-15,0 0-3 0,0 0 1 0,-4 3 4 16,4-3 16-16,0 0 3 0,0 0 14 0,0 0-2 15,14 3 8-15,-6-2-6 0,2 0-3 0,9-1-7 16,4 1-7-16,7-1-10 0,1 0-66 0,4 1-177 16,0-1 0-16,3-1 0 0,-5 1 0 0,3-1 0 15,-3 1 0-15,3 0 0 0,-9-2 0 0,-8 3 0 16,1-2 0-16,-3 2 0 0,-3-1 0 0,-5-1 0 0,-1 1 0 16,-1 0 0-16,-7 0 0 0,12-2 0 15,-8 4 0-15,-4-2 0 0,5 1 0 0,-5-1 0 16,0 0 0-16,6 0 0 0,-6 0 0 0,0 0 0 15,0 0 0-15,0 0 0 0,0 0 0 0,0 0 0 0,0 0 0 16,-23 0 0-16,18 1 0 0,5-1 0 0,-11-1 0 31,4 0 0-31,2-2-351 0,0 2-151 0,-4 0-53 0,5-3-50 0,-1 2-425 0,1-1-1115 0,3 0 492 16</inkml:trace>
  <inkml:trace contextRef="#ctx0" brushRef="#br0" timeOffset="324474.0123">16643 13618 225 0,'1'-4'343'0,"-1"-2"-1"0,4-1 3 0,-3 1 10 15,-1-1-6-15,4 2 9 0,-4 1 5 0,1-3-2 16,2 3-3-16,-2-2-7 0,2 1-7 0,-2 0-9 16,-1 0-9-16,1 2-10 0,-1 3-20 0,0-7-15 15,3 5-18-15,-3 2-16 0,1-3-20 0,-1 3-15 16,0 0-27-16,0 0-16 0,0 0-4 0,0 0 6 0,0 0 0 15,0 16-5-15,-1-6-4 0,-2 1 3 16,2 4-8-16,0 2-74 0,-3 9-83 0,0-8 0 16,4 1 0-16,-4 6 0 0,4 0 0 0,-5 4 0 15,4-4 0-15,-3 0 0 0,-1 0 0 0,2-7 0 0,2 0 0 16,-3 1 0-16,0-1 0 0,3 2 0 0,-3-4 0 16,4 2 0-16,-3-2 0 0,3 1 0 15,0-1 0-15,-3-4 0 0,1 0 0 0,0-3 0 16,2 1 0-16,-2 1 0 0,2-4 0 0,0 1 0 0,-2-3 0 15,2-2 0-15,0 3 0 0,-1-3 0 0,1-3 0 16,0 6 0-16,0-6 0 0,0 4 0 0,0-4 0 16,0 0 0-16,0 5 0 0,0-5 0 0,0 0 0 15,0 0 0-15,0 0 0 0,0 0 0 0,0 0 0 16,0 0 0-16,0 0 0 0,-1-12 0 0,-2 8 0 16,1 0-383-16,2 4-337 0,-4-4-462 0,-1 1-1280 15,-3 1 567-15</inkml:trace>
  <inkml:trace contextRef="#ctx0" brushRef="#br0" timeOffset="325022.4788">15853 14396 127 0,'-6'0'230'0,"6"0"-3"15,-13 0-3-15,13 0-5 0,-9 0-3 0,9 0 0 16,-8 0-2-16,8 0-4 0,-6-3-1 0,6 3-7 16,0 0 1-16,0 0 4 0,0 0-8 0,-8-1-5 15,8 1-1-15,0 0 0 0,0 0-8 0,0 0-12 16,0 0-11-16,0 0-7 0,0 0-3 0,0 0-8 16,0 0-4-16,23-6-4 0,-10 6 8 0,8 0 9 15,0-2 3-15,10 0 5 0,7 2-4 0,15-3 3 16,7 2-3-16,5 1-6 0,29 4-2 0,5-4-12 0,7-3-8 15,4 7-15-15,6-4-1 0,5 1-16 0,10-3-3 16,7-2 0-16,8 2 5 0,-2-3 7 16,-5 4 18-16,2 0-6 0,-16 0-5 0,-2-1 9 15,-12 0-8-15,-7-1-12 0,-9 3-5 0,-32-1-14 0,-2 0-3 16,-2 0-7-16,-5-2-9 0,-18 1-64 0,-7 2 0 16,-6-1 0-16,-4 1 0 0,-6 0 0 0,-7 0 0 15,2-1 0-15,-1 1 0 0,-7 0 0 0,0 0 0 16,0 0-7-16,0 0-158 0,0 0-58 0,0 0-62 15,-34 2-69-15,20 1-54 0,-13 1-70 0,8-3-69 16,-3 6-407-16,3-6-1034 0,0 3 457 0</inkml:trace>
  <inkml:trace contextRef="#ctx0" brushRef="#br0" timeOffset="326322.2132">15777 15036 225 0,'0'0'391'16,"0"0"2"-16,0 0-5 0,0 0 13 0,0 0-20 0,0 0-7 15,0 0-9-15,0 0-9 0,0 0-8 0,0 0-9 16,8-6-19-16,-8 6-21 0,0 0-22 16,0 0-27-16,0 0-13 0,0 0-26 0,0 0-19 15,0 0-18-15,2 9 4 0,0-5-9 0,-1 3 0 16,2-1-7-16,1 4-9 0,-2 0-14 0,6 5 0 0,-4 2-14 15,5 0-6-15,-3-1-8 0,2 4-9 16,0 5-9-16,-1 0-15 0,0 0-5 0,-1 0-8 16,2 0-2-16,1-2-7 0,-2 6-5 0,-3-11-8 0,0 1-5 15,0-2-1-15,0 2-7 0,0-3-1 0,-1 0-1 16,0-3-8-16,-1-4-20 0,0-1 0 0,-1-1 0 16,2 0 0-16,-2-1 0 0,0-2 0 0,-1 0 0 15,0 1 0-15,0-5 0 0,3 5 0 0,-3-5 0 16,2 1 0-16,-2-1 0 0,0 0 0 0,0 0 0 15,0 0 0-15,4-7 0 0,-1 1 0 0,-1 0 0 16,1-5 0-16,-1 1 0 0,2-6 0 0,1-2 0 16,-1-1 0-16,5-7 0 0,-1-2 0 0,-1 1 0 15,4-5 0-15,1-2 0 0,2-14 0 0,7 1 0 16,-8-3 0-16,3-4 0 0,2 3 0 0,-1-1 0 16,1 2 0-16,-3 1 0 0,-1 3 0 0,-3 14 0 15,1-2 0-15,-3 5 0 0,1-1 0 0,-3 6 0 16,-1 5 0-16,-1 3 0 0,-1 6 0 0,1 3 0 15,-2-3 0-15,-1 2 0 0,-1 3 0 0,2 0 0 16,-2 0 0-16,-1 1 0 0,4 0 0 0,-4 4 0 0,0-2 0 16,0 2 0-16,0 0 0 0,0 0 0 0,0 0 0 15,0 0 0-15,0 14 0 0,1-11 0 0,-1 3 0 16,3-1 0-16,-3-1 0 0,-3 2 0 16,3 0 0-16,0 0-254 0,0 0-89 0,-1-2-27 0,1 0-12 15,0 1-8-15,-1-1-3 0,1-4-6 0,-3 5-2 16,3-1 9-16,0-4 14 0,0 0 20 0,-1 3 12 15,1-3 17-15,0 0 30 0,0 0 30 16,0 0 26-16,0 0 33 0,0 0 37 0,0 0 36 16,0 0 38-16,0 0 27 0,0 0 28 0,9-11 31 0,-9 11 23 15,0-4 26-15,0 4 14 0,0 0 18 0,0-4 20 16,0 4 17-16,0 0 15 0,0-5 14 0,0 5 11 16,0 0 17-16,-4-3 13 0,4 3 16 0,0-5 2 15,0 5 9-15,-4-3 1 0,4 3 7 0,-1-5 8 16,1 5 1-16,-6-2-1 0,6 2-5 0,-3-1-8 15,3 1-7-15,0 0-13 0,-5-3-2 0,5 3-6 16,0 0-8-16,0 0-2 0,0 0-7 0,0 0 1 16,0 0 8-16,0 0-1 0,0 0-1 0,0 0-7 15,15-5-2-15,-3 5-15 0,7-1 7 0,9-1-7 16,5-2-8-16,6 1-11 0,18-1-8 0,3-4-20 16,34 2-96-16,-28 0 0 0,34-4 0 0,1-1 0 15,-7 4 0-15,2 0 0 0,5-3 0 0,-2 3 0 0,-9-1 0 16,-25 6 0-16,-1 1 0 0,-4 1 0 15,-2-3 0-15,-22 2 0 0,-4 2 0 0,-9-1 0 16,-6 1 0-16,-4-2 0 0,-5 1 0 0,3 1 0 16,-3 1 0-16,-5-2 0 0,-1 2 0 0,-2-2 0 0,0 8 0 15,-5-3-147-15,-4-2-126 0,-2 1-71 0,-1 2-61 16,-3 2-62-16,-3-7-86 0,-2 7-448 0,1-6-1083 16,-1 1 479-16</inkml:trace>
  <inkml:trace contextRef="#ctx0" brushRef="#br0" timeOffset="326776.5001">16667 15014 322 0,'3'-5'430'15,"-2"0"5"-15,0-2-1 0,2 1-8 0,-2 1-4 16,4 1-4-16,-5-2-3 0,3 1-9 0,-2 0-6 16,-1 0-12-16,1 2-10 0,2 0-29 0,-3 3-21 15,1-3-24-15,-1 3-30 0,0 0-24 0,0-4-31 16,0 4-17-16,0 0-1 0,0 0-3 0,-1 15 2 0,1-5 0 15,-3 0-6-15,2 2-9 0,0 4-6 16,-2 3-145-16,3-1-34 0,-5 3 0 0,4-2 0 16,-2 2 0-16,3-2 0 0,0 5 0 0,-1-7 0 15,-3 1 0-15,4 1 0 0,-4-2 0 0,3-2 0 0,0-1 0 16,-2-3 0-16,2 2 0 0,-2-1 0 0,2-3 0 16,-1 1 0-16,2-1 0 0,0-1 0 0,-2-3 0 15,2-1 0-15,0 1 0 0,0-1 0 0,0-2 0 16,0-2 0-16,0 0 0 0,0 0 0 0,0 0-3 15,0 0-360-15,-6-11-60 0,6 5-61 0,-4-2-69 16,2-3-60-16,-1-6-346 0,-3 1-1039 0,2-1 460 16</inkml:trace>
  <inkml:trace contextRef="#ctx0" brushRef="#br0" timeOffset="327151.7892">16539 15012 84 0,'2'-5'436'0,"-2"-1"23"0,1 0 24 0,-1 0 10 0,1 1-13 16,2-1-18-16,-2 0-22 0,2 0-20 0,-2 1-19 16,5-1-37-16,2 2-24 0,2-2-13 0,2 2-25 15,3-1-13-15,4 2-24 0,-1 0-6 0,1 2-12 16,3 3-15-16,-3 1-12 0,4 0-18 0,4 4-13 16,0 3-13-16,0 1-10 0,-4 0-18 0,-3 1-10 15,-2 0-15-15,-3 0-77 0,3-1-46 0,-5 5 0 16,-4 0 0-16,5 0 0 0,-5-1 0 0,-3 1 0 15,1 1 0-15,-5 0 0 0,-2 1 0 0,-2 2 0 16,-5-4 0-16,1 2 0 0,-7 5 0 0,-3-3 0 16,-4-1 0-16,0 0 0 0,-3-2 0 0,-1-3 0 15,-3-2 0-15,2-1 0 0,1 0 0 0,5-3 0 16,1-4 0-16,3 3 0 0,2-4 0 0,0 2 0 16,7-5 0-16,-2 2 0 0,3-1 0 0,1-1 0 15,4 0 0-15,-10 0 0 0,10 0 0 0,-5 3 0 16,5-3 0-16,0 0 0 0,0 0 0 0,0 0 0 15,17-4 0-15,-6 2-342 0,-2 4-229 0,5-1-84 0,-1-1-450 16,2 2-1195-16,4-1 529 0</inkml:trace>
  <inkml:trace contextRef="#ctx0" brushRef="#br0" timeOffset="327513.018">17019 15341 139 0,'2'-9'367'0,"3"2"19"0,0-2 10 0,1 1 3 16,-4 0-10-16,1 1-4 0,-2 0 0 16,0 0 2-16,4 1-5 0,-3 2-8 0,0-2-2 0,1 1-9 15,-1 1-11-15,0 0-8 0,0 1-14 0,-2-1-23 16,0 4-16-16,4-4-24 0,-4 4-28 0,0-3-28 16,0 3-12-16,0 0-2 0,0 0 6 0,0 0-6 15,-3 15-11-15,3-8-42 0,-1 4-144 0,-1-2 0 16,0 3 0-16,-2 4 0 0,4 2 0 0,-3-6 0 15,1 7 0-15,0-6 0 0,-5 3 0 0,6 1 0 16,-3-7 0-16,0 6 0 0,1-4 0 0,0 4 0 16,-1-5 0-16,2 0 0 0,-1 1 0 0,-2-3 0 15,0 0 0-15,4-3 0 0,-2 1 0 0,2 1 0 16,-2-3 0-16,1 0 0 0,0-1 0 0,2 0 0 16,-1 0 0-16,1-4 0 0,-3 4 0 0,3-4 0 15,-1 3 0-15,1-3 0 0,0 0-173 0,0 0-288 16,0 0-46-16,0 0-48 0,12-12-48 0,-8 5-379 15,0 1-1065-15,-2-2 471 0</inkml:trace>
  <inkml:trace contextRef="#ctx0" brushRef="#br0" timeOffset="327824.5653">17030 15291 104 0,'3'-8'429'0,"3"0"22"0,-2-4 14 0,2 4 21 16,-2-2 3-16,1 2-8 0,-1 0-10 0,3 0-14 0,-1-1-12 15,0 3-21-15,3-2-23 0,-1 2-13 16,-2 0-19-16,6 1-16 0,-6 0-25 0,3 3-22 16,1-1-23-16,-3 1-23 0,-1 1-22 0,6 1-21 0,-4 1-15 15,-1 1-58-15,1 1-144 0,-1-2 0 0,0 3 0 16,-1-1 0-16,-1 3 0 0,0-1 0 0,-1 3 0 16,-1-1 0-16,-3 1 0 0,1 1 0 0,-2 0 0 15,-2 1 0-15,1 3 0 0,-4-4 0 0,0 1 0 16,-2 1 0-16,-2 1 0 0,1-4 0 0,-2 3 0 15,-6-2 0-15,8-3 0 0,-2 4 0 0,2-5 0 16,-3 1 0-16,3 0 0 0,4-3 0 0,-2 0 0 16,1 0 0-16,2 0 0 0,1-2 0 0,3-1-243 15,-4 5-206-15,4-5-63 0,6 5-61 0,-1-4-34 16,3 1-362-16,-3-1-1048 0,5 0 465 0</inkml:trace>
  <inkml:trace contextRef="#ctx0" brushRef="#br0" timeOffset="328371.2772">17255 15470 152 0,'0'0'398'0,"0"0"15"0,0 0-1 0,4-9-5 16,-3 5-19-16,4 2-8 0,-5 2-8 0,2-8-6 16,-2 4-14-16,2 1-5 0,-2 0-16 0,0 3-13 15,1-8-15-15,3 4-7 0,-4 1-21 0,2-1-13 16,0-2-22-16,-1 3-10 0,3 1-22 0,0-1-25 15,-4 3-14-15,5-4-19 0,0 3-18 0,-5 1-11 16,13 2-13-16,-13-2-17 0,9 3-4 0,-3-2-13 16,1 3-5-16,-6-1-7 0,4 0-5 0,-1 2-7 15,1 0-2-15,-2 1-11 0,-2 0-10 0,-1 0 6 16,0 0-2-16,-1 1-2 0,-2-1-1 0,-1-2-3 16,3 2-2-16,-7-2-1 0,3 1-2 0,0-2-12 15,-1 2 14-15,-2-3-16 0,3 0-2 0,-2-2 10 16,0 0-3-16,3 1-11 0,4-1 0 0,-9-1 0 15,9 1 0-15,-8-6 0 0,5 2 0 0,1 0 0 16,2-1 0-16,0 0 0 0,0-1 0 0,2-1 0 16,3-2 0-16,1 1 0 0,-1 3 0 0,0-2 0 15,2 2 0-15,0-2 0 0,1 1 0 0,0 2 0 16,-1 3 0-16,1-2 0 0,1 3 0 0,0-1 0 16,1 2 0-16,2 3 0 0,-3-1 0 0,1 2 0 15,-1 2 0-15,-1 0 0 0,0 3 0 0,3 3 0 16,-6-2 0-16,1 0 0 0,-2-1 0 0,1 2 0 15,-2 0 0-15,-2-2 0 0,-1 3 0 0,2-3 0 0,0 1 0 16,-2-2 0-16,2-2 0 0,-2-1 0 0,0-1 0 16,2 1 0-16,-1-2 0 0,-1 0 0 15,0 0 0-15,1-2 0 0,-1-2 0 0,1 7 0 16,-1-7 0-16,3 1 0 0,-3-1 0 0,0 0 0 0,0 0 0 16,13-5-97-16,-10 2-150 0,1 0-49 0,0-2-43 15,-2 0-62-15,3 0-57 0,-3-2-78 0,2-2-434 16,-4 0-1051-16,4-2 466 0</inkml:trace>
  <inkml:trace contextRef="#ctx0" brushRef="#br0" timeOffset="329420.3967">18346 13697 196 0,'-3'-3'474'0,"1"0"16"0,-1-1 13 0,3 4-9 0,-3-4-13 31,3 4-25-31,-2-5-20 0,2 5-14 0,-2-3-13 0,2 3-11 0,0 0-10 0,0-6-14 0,0 6-13 15,0 0-19-15,0-4-27 0,0 4-23 0,3-5-25 16,-1 3-20-16,-2 2-21 0,13-5-20 0,-3 2-16 16,4 1-19-16,-1 1-118 0,0-1-53 0,10-2 0 15,5 2 0-15,4 0 0 0,-1 4 0 0,3-2 0 16,-6 2 0-16,-1-2 0 0,4 2 0 0,-11 0 0 16,0 0 0-16,-3-1 0 0,0 1 0 0,-4-2 0 15,-4 0 0-15,-3 1 0 0,3 1 0 0,-3-1 0 16,-2 0 0-16,-4-1 0 0,9 2 0 0,-6-1 0 15,-3-1 0-15,0 0 0 0,7 1 0 0,-7-1 0 16,2 5 0-16,-1-1 0 0,-4 0 0 0,3 2 0 16,-3 2 0-16,0 3 0 0,1 5 0 0,-1 1 0 15,-1 9 0-15,-1 2 0 0,0 2 0 0,-2 3 0 16,2 13 0-16,0-9 0 0,8 12 0 0,-8 5 0 16,-2-1 0-16,5 1 0 0,-2-1 0 0,0 2 0 0,0 0 0 15,3 2 0-15,0-1 0 0,-2 2 0 0,7 4 0 16,-9-5 0-16,0 0 0 0,1-2 0 15,1 2 0-15,-3-3 0 0,2 2 0 0,-2-4 0 16,2-1 0-16,0-4 0 0,-2-12 0 0,3-1 0 0,-2-2 0 16,0 1 0-16,0-2 0 0,-3-5 0 0,0 5 0 15,3-13 0-15,4 1 0 0,-4-1 0 0,1-2 0 16,0-1 0-16,0-4 0 0,3-5 0 0,1 3 0 16,-2-3 0-16,0 0 0 0,1 0 0 0,2-4 0 15,-1 3 0-15,0-2 0 0,0-3 0 0,0 5 0 16,0-5 0-16,-1 5 0 0,1-5 0 0,-6 3 0 15,6-3 0-15,-12 0 0 0,3 0 0 0,-10-1 0 0,0 1 0 16,-9-2 0-16,0 1 0 0,-2-1 0 16,-2-2 0-16,2 3 0 0,-2-1 0 0,-2-1 0 15,0 0 0-15,3 1 0 0,3 1 0 0,5 0 0 16,1 0 0-16,8-2 0 0,-5 6 0 0,8-7 0 0,0 1 0 31,1 0 0-31,5 2 0 0,0 1 0 0,0-3 0 16,5 3 0-16,-9-2 0 0,9 2 0 0,0 0 0 15,-4-3 0-15,4 3 0 0,0 0 0 0,0 0 0 16,13-5 0-16,-8 3 0 0,1-1 0 0,0 2 0 16,4-4 0-16,1 3 0 0,-6-1-362 0,3 1-944 15,2-2-1413-15,-1 0 626 0</inkml:trace>
  <inkml:trace contextRef="#ctx0" brushRef="#br1" timeOffset="356280.2983">22777 12186 266 0,'0'0'492'0,"-1"-7"20"0,1 2 16 0,0 5 5 16,-1-5-2-16,2 0-12 0,-1 5-15 0,0-5-12 16,0 5-12-16,0-4-11 0,0 4-13 0,-5-2-11 15,5 2-18-15,0 0-18 0,0 0-26 0,0 0-20 16,0 0-22-16,0 0-300 0,5-7-41 0,-5 7 0 15,0 0 0-15,0 0 0 0,0 0 0 0,0 0 0 16,0 0 0-16,5 15 0 0,-2-5 0 0,-1 1 0 16,2 4 0-16,3 0 0 0,-2 5 0 0,1-1 0 15,2 5 0-15,-2 2 0 0,-1-6 0 0,5 2 0 0,-3 3 0 16,-2 1 0-16,1-3 0 0,3 1 0 16,-1 3 0-16,-7-9 0 0,2 1 0 0,-1-2 0 15,2 0 0-15,1-2 0 0,-1-4 0 0,-1 3 0 0,2-5 0 16,0 1 0-16,-3-3 0 0,2-3 0 0,-2 2 0 15,0-2 0-15,3-1 0 0,-1-3 0 0,-4 0 0 16,10-5 0-16,-5 0 0 0,3-2 0 0,-3-1 0 16,5-2 0-16,-6 1 0 0,4-3 0 0,-2-1 0 15,2-3 0-15,1 2 0 0,-5 0 0 0,1 3 0 16,-1-2 0-16,-2 1 0 0,2 1 0 0,0 3 0 16,0-3 0-16,-3 3 0 0,1 0 0 0,0-2 0 15,-1 5 0-15,-1 0 0 0,3 0 0 0,-3 1 0 16,1 0 0-16,0 0 0 0,-1 4 0 0,3-4 0 15,-3 4 0-15,0 0 0 0,1-6 0 0,-1 6 0 16,0 0 0-16,0 0 0 0,0 0 0 0,13 7 0 16,-8-1 0-16,3-2 0 0,-2 4 0 0,2-1 0 15,1 2 0-15,-3-1 0 0,2 0 0 0,-1-1 0 0,2 4 0 16,0-6 0-16,-4 3 0 0,1-3 0 16,-1-1 0-16,2-1 0 0,-3 2 0 0,-3-1 0 15,3-2 0-15,-4-2 0 0,5 1 0 0,-5-1 0 0,4 1 0 16,-4-1 0-16,0 0 0 0,4-9 0 0,-3 0 0 15,3-2 0-15,-3 1 0 0,2-9 0 0,-2-1 0 16,3-5 0-16,-3-3 0 0,2-5 0 0,2 1 0 16,-4 0 0-16,3 0 0 0,-1 2 0 0,-2 0 0 15,5 1 0-15,-6 4 0 0,3 7 0 0,-2 1 0 16,-1 5 0-16,3 0 0 0,-3 1 0 0,0 4 0 16,1 1 0-16,-1 2 0 0,1-4 0 0,-3 6 0 15,2 2 0-15,0-7 0 0,-3 6 0 0,3 1 0 16,0 0 0-16,0 0 0 0,0 10 0 0,3-1 0 15,-2 2 0-15,0 1 0 0,2 4 0 0,-2 1 0 16,3-1 0-16,-1 1 0 0,2-2-127 0,0 2-1217 16,2 0-1456-16,0-2 644 0</inkml:trace>
  <inkml:trace contextRef="#ctx0" brushRef="#br1" timeOffset="356687.4087">23379 12401 241 0,'0'0'504'0,"13"-5"5"0,-13 5-4 0,0 0-11 15,1-3-14-15,-1 3-12 0,0-4-10 0,0 4-18 16,0 0-18-16,4-4-20 0,-4 4-15 0,0 0-8 16,0-5-12-16,0 5-20 0,1-3-21 0,-1 3-24 15,3-2-29-15,-3 2-23 0,1-4-27 0,-1 4-21 16,0 0-21-16,9 0-150 0,-9 0-31 0,0 0 0 15,14 2 0-15,-6 1 0 0,-3-2 0 0,3 4 0 16,-1-3 0-16,1 3 0 0,-2 0 0 0,0 2 0 16,0 0 0-16,-1-1 0 0,-1-1 0 0,-2 2 0 15,0 0 0-15,-2 0 0 0,0 1 0 0,-3 0 0 16,-1 2 0-16,-1-3 0 0,-1-1 0 0,-2 1 0 16,0-1 0-16,-3 2 0 0,1-4 0 0,-2 0 0 15,1-1 0-15,2-2 0 0,-3 1 0 0,6-2 0 16,-2-2 0-16,-1 1 0 0,4-2 0 0,-4-5 0 15,4 1 0-15,5 3 0 0,-5-6 0 0,3 2 0 16,0-3 0-16,2-1 0 0,0-1 0 0,3 1 0 0,-1 1 0 16,0 1 0-16,4 1 0 0,2-1 0 0,1 3 0 15,2-2 0-15,-1 3 0 0,2 0 0 16,-2 2 0-16,3 3-444 0,-3-2-235 0,-1 3-499 16,1 1-1277-16,-2 1 565 0</inkml:trace>
  <inkml:trace contextRef="#ctx0" brushRef="#br1" timeOffset="357329.8304">23516 12412 77 0,'0'0'351'0,"1"5"28"16,-1-5 40-16,0 0 19 0,0 0 7 0,0 0 1 15,9-7-3-15,-7 2-6 0,0 2-9 0,1-1-14 16,1 0-11-16,-2 3-23 0,1-3-24 0,0 0-21 16,1 2-27-16,-4 2-21 0,7-3-33 0,-2 2-26 15,1 0-24-15,-6 1-19 0,14 1-22 0,-5 2-13 16,-4-1-21-16,8 1-21 0,-4 3 3 0,0-1-9 15,0 0-14-15,0 2-9 0,-3-1-35 0,2 1-44 16,-3 2 0-16,1 0 0 0,-2 0 0 0,-1 0 0 16,-2 1 0-16,0-4 0 0,-3 1 0 0,0 1 0 15,0-2 0-15,-3 1 0 0,1 0 0 0,-1-2 0 0,0-1 0 16,1 0 0-16,0-1 0 0,-1-1 0 16,-1-1 0-16,6-1 0 0,-7 1 0 0,7-1 0 15,-5-4 0-15,4-3 0 0,1 2 0 0,1-5 0 16,3-2 0-16,0 2 0 0,2-4 0 0,8-4 0 0,2-3 0 15,1 3 0-15,4-6 0 0,2 5 0 0,4 1 0 16,-2 1 0-16,2-1 0 0,0-3 0 16,-4 4 0-16,-1 2 0 0,-4 5 0 0,-2-2 0 0,0 1 0 15,-2 1 0-15,-3 6 0 0,-3-4 0 0,1 1 0 16,-2 3 0-16,-3 0 0 0,1 1 0 0,-1 1 0 16,-3-3 0-16,3 2 0 0,-4-3 0 0,2 2 0 15,-2 0 0-15,-2-2 0 0,2 1 0 0,-2-1 0 16,-1-2 0-16,-1 4 0 0,0-4 0 0,-1 1 0 15,-1 2 0-15,1-2 0 0,1 2 0 0,0 2 0 16,0-1 0-16,2 0 0 0,0 1 0 0,2 3 0 16,-3-3 0-16,3 3 0 0,0 0 0 0,0 0 0 15,0 0 0-15,-7 11 0 0,7-1 0 0,0 1 0 16,0 0 0-16,-1 5 0 0,1 11 0 0,1-2 0 0,1 0 0 16,-2 1 0-16,2 2 0 0,-2 0 0 0,4-5 0 15,-8-1 0-15,3-5 0 0,-2 2 0 0,3-1 0 16,-2 0 0-16,-1-1 0 0,2 0 0 0,0-4 0 15,-1-2 0-15,1 0 0 0,-1-2 0 0,0-2 0 16,2 0 0-16,-1-3 0 0,1 0 0 0,-1 0 0 16,1-1 0-16,0-3 0 0,0 0 0 0,0 0 0 15,0 0 0-15,0 0 0 0,7-13-581 0,-3 6-37 16,1-2-18-16,2-1-424 0,-2-3-1147 0,3-2 507 16</inkml:trace>
  <inkml:trace contextRef="#ctx0" brushRef="#br1" timeOffset="357673.535">24007 12351 878 0,'4'-9'48'0,"2"0"53"0,-5-1 65 0,4-1 51 15,-1 2 37-15,4-4 57 0,-2 3 36 0,-2 1 28 16,1 0 25-16,-1-1 18 0,0 4 25 0,0 0-4 16,-3-1 1-16,5 2-6 0,-6 0-17 0,3 0-10 0,-3 2-19 15,0 3-29-15,0 0-25 0,4-4-34 0,-4 4-34 16,0 0-26-16,0 0-31 0,0 0-209 0,0 0 0 16,0 0 0-16,-7 14 0 0,4-6 0 0,-4 2 0 15,2-1 0-15,0 5 0 0,-3-3 0 0,2 3 0 16,0 0 0-16,-1 0 0 0,-2 0 0 0,-1 1 0 15,2-3 0-15,3-1 0 0,-1-2 0 0,-1 1 0 16,0 0 0-16,2-2 0 0,2-4 0 0,1 3 0 16,-1-1 0-16,2-2 0 0,-1-1 0 0,2-3 0 15,2 6 0-15,-1-3 0 0,3-1 0 0,1-1 0 16,1 3 0-16,6 1 0 0,-1-3 0 0,1-1 0 16,-1 2 0-16,2-1 0 0,6-1 0 0,-10 3 0 15,5-1 0-15,0 0 0 0,-3-2 0 0,0 0 0 16,-2 3 0-16,-1-3 0 0,-2 2 0 0,-1-1 0 15,0-2 0-15,-5 0 0 0,8 1 0 0,-8-1 0 16,5 1 0-16,-5-1 0 0,0 0 0 0,0 0 0 16,0 0 0-16,0-7 0 0,0 7-110 0,-9-6-485 15,5-1-76-15,-5 0-466 0,2-2-1230 0,0 0 545 16</inkml:trace>
  <inkml:trace contextRef="#ctx0" brushRef="#br1" timeOffset="363575.945">24752 12310 382 0,'0'-4'445'0,"0"4"17"0,-3-3 16 15,2-1 4-15,1-1 7 0,0 5-5 0,-1-7-7 16,-2 3 0-16,3 4-6 0,-1-6-8 0,1 6-18 15,1-5-9-15,-1 5-20 0,-1-3-21 0,1 3-20 0,0 0-25 16,0 0-24-16,0 0-15 0,0 0-284 16,0 0-27-16,0 0 0 0,0 0 0 0,0 0 0 15,0 0 0-15,0 0 0 0,4 13 0 0,-3-5 0 0,2-1 0 16,-2 1 0-16,0 5 0 0,3 2 0 0,-1-2 0 16,-1-1 0-16,2 3 0 0,-1 1 0 15,-1-4 0-15,1-1 0 0,-2 3 0 0,1-2 0 0,0 0 0 16,-1-2 0-16,1 1 0 0,0-3 0 0,-2-1 0 15,0-1 0-15,0-2 0 0,1 0 0 0,-1 1 0 16,1-2 0-16,-1 0 0 0,0-3 0 0,0 0 0 16,0 0 0-16,0 0 0 0,0 0 0 0,-2-11 0 15,-1 2 0-15,1-3 0 0,-2-6 0 0,1-2-69 16,2 4-722-16,-1-11-432 0,-2 8-1322 0,0 0 584 16</inkml:trace>
  <inkml:trace contextRef="#ctx0" brushRef="#br1" timeOffset="363872.9391">24703 12155 177 0,'4'-4'476'16,"-4"1"36"-16,3-1 29 0,-3 4 14 15,0-5 7-15,0 5-34 0,1-3-13 0,-1 3-37 16,0 0-47-16,0 0-38 0,0 0-45 0,0-7-70 16,0 7-51-16,0 0-79 0,0 0-76 0,0 0-91 0,0 0-91 15,-8 10-102-15,7-6-79 0,-3 3-84 0,4-2-72 16,-1 1-352-16,-2 0-863 0,3 2 382 0</inkml:trace>
  <inkml:trace contextRef="#ctx0" brushRef="#br1" timeOffset="364154.1513">24790 12350 273 0,'0'0'422'0,"7"-3"37"0,-7 3 8 15,2-4 1-15,-2 4-7 0,0 0-1 0,-1-4-2 16,1 4-20-16,-4-7-15 0,4 7-11 0,0-8-45 15,0 8-38-15,0-5-19 0,0 5-26 0,0-7-21 16,0 7-32-16,0 0-27 0,0 0-22 0,0 0-18 16,-1-2-16-16,1 2-20 0,0 0-15 0,0 0-14 15,0 0-3-15,0 0-7 0,0 0-14 0,0 0-12 0,0 0-2 16,0 0-10-16,0 0-3 0,5-3-8 16,-5 3-5-16,0 0-3 0,0 0-3 0,0 0-20 15,0 0-9-15,0 0 0 0,0 0-43 0,0 0-90 16,0 0-79-16,0 0-79 0,0 0-98 0,0 0-125 0,0 0-140 15,0 0-339-15,8-1-1075 0,-8 1 475 0</inkml:trace>
  <inkml:trace contextRef="#ctx0" brushRef="#br1" timeOffset="381135.5113">24959 12365 163 0,'0'0'435'0,"0"-4"17"0,0 4 0 0,4-2 2 0,-4 2-6 16,0 0 0-16,0 0-7 0,0 0-6 0,2-4 14 15,-2 4-34-15,3-4-15 0,-3 4-11 0,0 0-16 16,0 0-19-16,0 0-19 0,0 0-22 0,0 0-23 16,0 0-30-16,0 0-18 0,0 0-22 0,0 0-26 15,0 0-19-15,0 0-121 0,0 0-54 0,4 9 0 16,-2-4 0-16,2-2 0 0,0 4 0 0,0-2 0 15,-2 1 0-15,3 1 0 0,2 1 0 0,-2-1 0 16,-1 2 0-16,1 0 0 0,-1 0 0 0,-2-1 0 16,2-1 0-16,-1 0 0 0,-1 0 0 0,1 1 0 15,-2-3 0-15,0-2 0 0,1 3 0 0,-2-2 0 16,1-2 0-16,-1-2 0 0,1 4 0 0,-1-4 0 0,3 4 0 16,-3-4 0-16,0 0 0 0,0 0 0 15,0 0 0-15,5-9 0 0,-4 4 0 0,4-2 0 16,-1 1 0-16,1-3 0 0,0 1 0 0,-1 0 0 0,1-1 0 15,0 5 0-15,0-5 0 0,3 4 0 0,-5 1 0 16,0 1 0-16,3 1 0 0,0 0 0 16,-1-1 0-16,0 1 0 0,0 1 0 0,-5 1 0 0,12 3 0 15,-7-2 0-15,1 1 0 0,-2 0 0 0,1 2 0 16,-1-1 0-16,0 1 0 0,0-1 0 0,0 1 0 16,-2 1 0-16,2-2 0 0,-3 3 0 0,-1 0 0 15,4-1 0-15,-1-3 0 0,-2 1 0 0,-1-3 0 16,3 2 0-16,-3-2-82 0,0 0-446 0,7 0-94 15,-7 0-539-15,13-5-1256 0,-5 2 557 0</inkml:trace>
  <inkml:trace contextRef="#ctx0" brushRef="#br1" timeOffset="381541.5291">25369 12425 163 0,'5'-3'484'0,"2"0"6"16,-2 0 7-16,-1-1-7 0,1 2-21 0,-3-3-18 0,3 2-24 16,-2-1-21-16,-1 2-15 0,-2-3-18 0,2 1-26 15,2 1-19-15,-3-1-12 0,2 0-9 16,-3 4-21-16,3-4-18 0,1 0-25 0,-1 2-16 16,2 0-24-16,0 0-17 0,1 1-14 0,1 0-10 0,5 1-9 15,-1 0-9-15,0 2-10 0,1 0-60 0,-1-2-74 16,-1 3 0-16,3-1 0 0,-4 2 0 0,1 2 0 15,-1-1 0-15,-5 2 0 0,1-2 0 0,-1 2 0 16,-4 2 0-16,0 0 0 0,0 2 0 0,-4-4 0 16,-1 4 0-16,-6 1 0 0,-5 0 0 0,0-1 0 15,-1-3 0-15,2 2 0 0,-1-4 0 0,5-1 0 16,2-3 0-16,1 1 0 0,1 0 0 0,-1-3 0 16,2 0 0-16,-1-3 0 0,3 1 0 0,0-1 0 15,-1-2 0-15,3-1 0 0,3-1 0 0,-1 2 0 16,1-7 0-16,3 4 0 0,0-4 0 0,0 3 0 15,2-3 0-15,2 3 0 0,-3-3 0 0,1 0 0 16,0 4-464-16,-1-2-179 0,2 2-538 0,1 1-1280 16,2-5 567-16</inkml:trace>
  <inkml:trace contextRef="#ctx0" brushRef="#br1" timeOffset="381822.7111">25521 12174 343 0,'3'-9'549'0,"-1"-1"43"0,-2-1 29 0,4 2 14 16,-4-4 1-16,0 2 1 0,4 1-10 0,-4 0-11 16,1 3-16-16,-1 2-28 0,2-2-27 0,0 2-34 0,-2 0-33 15,0 2-249-15,0 3-229 0,0-4 0 0,0 4 0 16,1-4 0-16,-1 4 0 0,0 0 0 0,0 0 0 16,0 0 0-16,3 16 0 0,-2-5 0 0,3 1 0 15,-3 3 0-15,1 1 0 0,-2 3 0 0,6 5 0 16,-5 3 0-16,3 1 0 0,-3-1 0 0,3 0 0 15,0-1 0-15,0-1 0 0,-4-6 0 0,1 0 0 16,4-1 0-16,-1 0 0 0,-3-2 0 0,2 2 0 16,-2-7 0-16,3 1 0 0,0-1 0 0,-3 0 0 15,3-1 0-15,-1-5 0 0,4 3 0 0,-7-3-227 16,7-1-1101-16,-1-2-1437 0,1-2 635 0</inkml:trace>
  <inkml:trace contextRef="#ctx0" brushRef="#br1" timeOffset="382322.7772">25744 12429 298 0,'0'0'570'0,"3"-3"31"0,-3 3 12 0,0 0-6 16,0 0-29-16,0 0-24 0,0 0-34 0,0 0-32 0,0 0-35 16,0 0-37-16,0 0-38 0,0 0-35 0,0 0-32 15,0 0-31-15,0 0-29 0,0 0-24 16,0 0-23-16,0 0-18 0,0 0-18 0,0 0-23 15,0 0-145-15,0 0 0 0,0 0 0 0,0 0 0 0,0 0 0 16,0 0 0-16,0 0 0 0,0 0 0 0,9 7 0 16,-1-7 0-16,-8 0 0 0,14 0 0 0,-4-1 0 15,4-2 0-15,3-3 0 0,1 3 0 0,1-5 0 16,-4 4 0-16,-2-1 0 0,3-4 0 0,-5 4 0 16,-1-1 0-16,-1 1 0 0,0 0 0 0,-5 0 0 15,2 2 0-15,-1-1 0 0,-1 0 0 0,0 0 0 16,-4 1 0-16,0 3 0 0,0-7 0 0,0 7 0 15,-8-4 0-15,3 2 0 0,-3 1 0 0,8 1 0 16,-17 1 0-16,4 2 0 0,-2-1 0 0,1 3 0 16,0 2 0-16,-2 1 0 0,5-1 0 0,-1 1 0 15,1-1 0-15,-1-1 0 0,6 2 0 0,-6 1 0 16,7-1 0-16,0 0 0 0,1 4 0 0,0-4 0 16,3 4 0-16,1-5 0 0,4 4 0 0,-3-2 0 15,7 1 0-15,-3-2 0 0,0 1 0 0,5-1 0 16,2 0 0-16,-1 0 0 0,5 0 0 0,3-2 0 15,-1-2 0-15,2 0 0 0,8-2 0 0,0-4 0 0,-1 1 0 16,-5 0 0-16,6-2 0 0,2-3 0 0,-10 2 0 16,5-4-355-16,-6 1-121 0,-2-3-58 15,-1 0-54-15,0-2-452 0,-2 3-1127 0,-4-1 499 16</inkml:trace>
  <inkml:trace contextRef="#ctx0" brushRef="#br1" timeOffset="382588.1852">26202 12389 399 0,'0'0'532'0,"0"0"46"16,0 0 51-16,0 0 32 0,0 0 10 0,0 0-6 16,0 0-21-16,0 0-23 0,0 0-29 0,-5-3-33 15,5 3-37-15,0 0-38 0,0 0-36 0,0 0-262 16,0 0-186-16,0 0 0 0,0 0 0 0,0 0 0 16,0 0 0-16,0 0 0 0,0 0 0 0,0 0 0 15,11 14 0-15,-8-9 0 0,1 2 0 0,6 0 0 16,-2 1 0-16,0 0 0 0,-2 1 0 0,4 1 0 15,3 0 0-15,-4 0 0 0,2 3 0 0,2-2 0 16,5 1 0-16,-2 0 0 0,-1 0 0 0,0-3 0 16,1-1 0-16,-7 1 0 0,2-3 0 0,-1-1 0 15,-2-1 0-15,-3-1-357 0,0-2-215 0,4-1-56 16,-4 0-478-16,-5 0-1198 0,5-4 530 0</inkml:trace>
  <inkml:trace contextRef="#ctx0" brushRef="#br1" timeOffset="382931.8548">26431 12416 77 0,'0'-5'356'0,"0"1"33"0,0-2 57 16,0 1 34-16,3 2 30 0,-2-3 9 0,-1 4 14 15,1-3 14-15,-1 2 5 0,0 3 5 0,5-6-8 0,-5 6-10 16,3-3-22-16,-3 3-22 0,0 0-30 0,1-3-25 16,-1 3-220-16,0 0-220 0,0 0 0 15,0 0 0-15,0 0 0 0,0 0 0 0,-5 12 0 0,0-6 0 16,-3 2 0-16,-1 3 0 0,-5 3 0 0,-5 5 0 15,1 1 0-15,-1-1 0 0,0 1 0 0,0 2 0 16,1-2 0-16,0 1 0 0,1 0 0 0,-2 1 0 16,1-3 0-16,3 1 0 0,1-6 0 0,1 0 0 15,0-1 0-15,-1 1 0 0,5-5 0 0,0 0 0 16,1 0 0-16,2-1 0 0,3-3 0 0,-1 0 0 16,1-1 0-16,0 1 0 0,2-2 0 0,-1 1 0 15,-1-1 0-15,3-3 0 0,-1 6 0 0,1-6 0 16,1 4 0-16,-1-4 0 0,4 5 0 0,-4-5 0 15,4 0 0-15,-4 0 0 0,4 4 0 0,1-4 0 16,-5 0 0-16,0 0 0 0,11-3 0 0,-4 1 0 16,-4-4 0-16,1 1-275 0,0 0-437 0,-3-1-489 15,5-3-1301-15,-4 0 576 0</inkml:trace>
  <inkml:trace contextRef="#ctx0" brushRef="#br1" timeOffset="385588.8804">27309 12527 259 0,'0'0'390'0,"-1"-8"19"16,1 4 11-16,0-1 10 0,0 5 6 0,1-7 7 15,-1 4-1-15,0-4 6 0,0 4-6 0,1-1-6 16,-2-2-5-16,2 0-11 0,-1 4-4 0,0 2-10 15,0-10-10-15,3 8-4 0,-3-2-16 0,0 4-14 16,-3-6-9-16,1 0-269 0,2 6-84 0,0-3 0 16,0 3 0-16,0-4 0 0,0 4 0 0,0 0 0 15,0 0 0-15,0 0 0 0,0 0 0 0,0 0 0 16,1-4 0-16,-1 4 0 0,0 0 0 0,0 0 0 0,0 0 0 16,0 0 0-16,1 11 0 0,-1-5 0 15,0 1 0-15,0 0 0 0,0 2 0 0,-1-2 0 16,1 4 0-16,-1-2 0 0,-2 1 0 0,3 1 0 0,0 0 0 15,0-2 0-15,-1-2 0 0,1 4 0 0,0-3 0 16,-4-2 0-16,8 1 0 0,-4-2 0 0,-4-1 0 16,4 1 0-16,0-5 0 0,-1 6 0 0,2-1 0 15,-1-5 0-15,0 0 0 0,0 0 0 0,0 1 0 16,0-1 0-16,0 0 0 0,13-10-111 0,-9 4-492 16,2-2-39-16,-2 1-498 0,-1-6-1234 0,-2 3 547 15</inkml:trace>
  <inkml:trace contextRef="#ctx0" brushRef="#br1" timeOffset="385901.2726">27277 12305 304 0,'0'-6'430'0,"4"0"46"0,-3-1 28 16,-1 3 11-16,2-2-7 0,-2 1-21 0,0 0-16 16,2 3-40-16,-2-3-44 0,0 5-31 0,0-6-40 15,0 6-40-15,0-4-54 0,0 4-74 0,0-3-89 0,0 3-101 16,0 0-109-16,0 0-76 0,0 0-76 15,0 0-92-15,-4 16-401 0,4-9-861 0,2 2 380 16</inkml:trace>
  <inkml:trace contextRef="#ctx0" brushRef="#br1" timeOffset="386260.5655">27432 12475 208 0,'0'0'441'0,"4"-4"17"16,-3-1-10-16,0 0-20 0,1 3-21 0,-2 2-24 16,2-4-20-16,-1-1-17 0,-1 5-22 0,4-2-25 15,-4 2-26-15,3-5-23 0,-2 2-24 0,-1 3-20 16,8-3-25-16,-3 1-15 0,-5 2-19 0,11 0-17 16,-3 3-11-16,0-1-14 0,-1 1-10 0,2 1-13 15,0 2-7-15,1-3-7 0,-2 2-8 0,4 2-6 16,-5-2-9-16,1 4-7 0,-2-1-9 0,1-2-11 15,-3 2-9-15,-1-2-12 0,0 0-11 0,-1 3-8 16,-2-4-7-16,0 2-4 0,-2 0-5 0,2 0-1 16,-3-1-1-16,0 1 3 0,0-4 9 0,3 2 2 15,-1 0 8-15,1-5 4 0,-3 5 16 0,3-5 26 16,0 0 30-16,0 0 7 0,0 0 2 0,0 0 9 16,0 0 12-16,0 0 7 0,14-15 0 0,-7 9-2 15,-1-3 17-15,2 0-8 0,1-1 2 0,-2 3-5 16,2-3 0-16,3 2-8 0,-3 0-6 0,0 0-1 15,-3 3-9-15,3-2 1 0,-3 4-26 0,3-1-2 16,-5 2 6-16,4-1-13 0,-2 1-4 0,-1-2 0 16,-5 4-3-16,9 2-9 0,-9-2 0 0,13 5-5 15,-7-2-2-15,-2 0-8 0,-1 1-1 0,-1 1 8 16,2 1-9-16,0-2 5 0,-4 3-22 0,4 0-21 16,-2-3-22-16,1 1-16 0,-2 1-30 0,2-2-40 0,-2 2-38 15,-1-2-49-15,1-1-49 0,2 1-45 16,-2-1-37-16,3 1-49 0,-4-4-68 0,8 2-56 15,1-3-309-15,-9 1-907 0,20-2 400 0</inkml:trace>
  <inkml:trace contextRef="#ctx0" brushRef="#br1" timeOffset="387260.6669">27975 12435 91 0,'5'-3'454'0,"-4"-2"36"16,-1 1 13-16,4 2 7 0,-1-2-5 0,-2 1-24 0,-1 3-14 15,3-6-9-15,-3 6-31 0,2-5-26 0,-2 5-31 16,0-6-32-16,0 3-33 0,0 3-33 16,0 0-22-16,0 0-34 0,0 0-11 0,0 0-35 15,0 0-12-15,0 0-18 0,0 0-14 0,-4 13-16 0,2-8-8 16,-1-1-13-16,2 2-13 0,-2 2-5 0,0-3-7 16,0 4-1-16,-1 0-7 0,0-1-14 0,-1 2 3 15,1-2-10-15,0 3 1 0,3-3-4 0,-3 2-16 16,2-3-29-16,2 0-5 0,-3-1-8 0,6 0-2 15,-3 0-3-15,2 0 0 0,3 0-7 0,2-3-3 16,-1 4-1-16,8-4-1 0,3-1-9 0,-4 0 4 16,1-1 8-16,5-4-4 0,3 1 9 0,-3-2 1 15,8-4 4-15,-1-1-1 0,1-2 2 0,-9 3-2 16,5-9 5-16,-6 5 2 0,6 0 7 0,-8-4-7 16,1 2 4-16,-2-1 6 0,-3-1-1 0,-1 0 9 15,1-2 6-15,-4 1 14 0,0-2 7 0,-1-7 17 16,-1 6 25-16,-2-5 19 0,-1 5 9 0,-4 2 22 15,-1 0 20-15,3 1 10 0,0 4 7 0,-2 0-150 16,0 2 0-16,1-1 0 0,1 6 0 0,-2-4 0 16,0 4 0-16,2 3 0 0,0-5 0 0,0 4 0 15,0 0 0-15,-2 0 0 0,2 4 0 0,-2-5 0 16,2 5 0-16,0 0 0 0,0 0 0 0,0 0 0 16,0 0 0-16,0 0 0 0,0 0 0 0,-1 18 0 15,1-10 0-15,0 9 0 0,0-1 0 0,-2 1 0 16,2 1 0-16,2 1 0 0,-2 6 0 0,3 0 0 15,-1 1 0-15,0-6 0 0,0 4 0 0,-1 1 0 16,3-4 0-16,-1-2 0 0,-1 2 0 0,-1-2 0 16,3-3 0-16,0 4 0 0,0-4 0 0,0-1 0 0,-3-3 0 15,3-3 0-15,-3-1 0 0,4-2 0 0,-2-1 0 16,-1 1 0-16,5-5 0 0,-1 1 0 16,2-4 0-16,-2 1 0 0,7-5 0 0,-4-2 0 15,6-4 0-15,0-1 0 0,4-5 0 0,-8 3 0 0,2-1 0 16,-3-1 0-16,0 1 0 0,-1 2 0 15,-2 3 0-15,0 1 0 0,1 1 0 0,-5-2 0 16,4 5 0-16,-6 0 0 0,3 1 0 0,-2 1 0 16,0 1 0-16,-1 0 0 0,-1 3 0 0,4-5 0 0,-4 5 0 15,3-3 0-15,-3 3 0 0,0 0 0 0,0 0 0 16,0 10 0-16,-3-4 0 0,3 3 0 0,0-2 0 16,-1 0 0-16,1 2 0 0,-3 0 0 0,3-1 0 15,3 2 0-15,-2-3 0 0,2 4 0 0,-2-4 0 16,-1 0 0-16,4-2 0 0,1 4 0 0,-1-3 0 15,1 3 0-15,0-4 0 0,0 0 0 0,2-1 0 16,0-3 0-16,0 2 0 0,-2-2 0 0,3-1 0 16,-8 0 0-16,19-4 0 0,-9-1 0 0,-1 1 0 15,4-1 0-15,-4-4 0 0,1 3 0 0,0-4 0 16,-2 3 0-16,-1-4 0 0,2 4 0 0,-2-1 0 16,0-1 0-16,-3 3 0 0,3 0 0 0,-2 1 0 15,-3 2 0-15,-1-1 0 0,3 1 0 0,-2 0 0 16,-2 3 0-16,2-4 0 0,-2 4 0 0,4-2 0 15,-4 2 0-15,0 0 0 0,0 0 0 0,0 0 0 16,0 0 0-16,0 0 0 0,0 0 0 0,1 9 0 16,-1-9 0-16,3 7 0 0,-2-4 0 0,1 2 0 15,0 1 0-15,-1-1 0 0,4 1 0 0,-1 2 0 16,1-2 0-16,-1-1 0 0,5-1 0 0,1 1 0 16,2-2 0-16,-2-2 0 0,3 2 0 0,0-2-161 15,-1-1-254-15,0-1-26 0,-1-2-24 0,1 1-28 16,1-3-27-16,-4-2 2 0,3-1-345 0,-6 3-936 15,1-3 415-15</inkml:trace>
  <inkml:trace contextRef="#ctx0" brushRef="#br1" timeOffset="387885.4942">29015 12366 740 0,'0'0'25'0,"2"-5"61"0,0 3 39 0,-2 2 28 15,0 0 32-15,0-4 32 0,0 4 25 16,0 0 26-16,1-5 24 0,-1 5 10 0,4 0-3 16,-4 0 5-16,7-3 1 0,-5-1-3 0,-2 4-6 0,9-1-11 15,-8-1-12-15,-1 2-18 0,8-1-19 0,-3-1-13 16,-5 2-16-16,12-2-19 0,-12 2-17 0,7 0-21 15,-7 0 0-15,8 0-25 0,0 1-10 0,-3 2-8 16,1-1-11-16,-1-1-10 0,-1 0-13 0,0 4-4 16,2-3-6-16,-3 2-12 0,1 0-3 0,-2-2-8 15,2 2 2-15,-1 0-5 0,-2 1-8 0,-1 1 0 16,0-1 0-16,-1 1-5 0,-1 0-1 0,0 0-3 16,-3 3-2-16,-2-3 2 0,1 3 1 0,-3-3-3 15,1 0-7-15,1 0-4 0,-5 0 8 0,8-2 5 16,-2-2-7-16,-2-1-3 0,3 3 8 0,0-3-3 15,5-1 9-15,-8 2-13 0,8-2 18 0,-2 2 13 16,2-2-18-16,0 0 10 0,0 0-9 0,-4-7-16 16,5 2-10-16,-1-1-8 0,3-1-16 0,-1 1-12 15,2 0 2-15,-1-1-2 0,1-1-3 0,-2 2-9 16,3-1 0-16,-1 0-1 0,0 0 1 0,1 0 7 16,-1 3-4-16,0-4 4 0,0 2 7 0,1 1 3 15,-3-2 2-15,2 0 4 0,-3 4 9 0,1-5-6 16,-1 1 6-16,1 3 0 0,2-6 2 0,-4 5 9 15,2-4 5-15,-1 2 12 0,-2 3 9 0,2-5 8 16,-2 3 12-16,-1 0 11 0,1-1 8 0,0-2 4 16,2 4 18-16,-1-5 16 0,0-1 5 0,0-1 15 15,-1 2 8-15,2 0 14 0,-2-1 1 0,2 0-61 16,-1 1-79-16,1 1 0 0,-1-1 0 0,2 6 0 16,-4-4 0-16,4 5 0 0,-2-2 0 0,-2 1 0 15,2 4 0-15,0-7 0 0,0 7 0 0,0 0 0 16,0-4 0-16,0 4 0 0,0 0 0 0,0 0 0 15,2-4 0-15,-2 4 0 0,0 0 0 0,0 0 0 16,0 0 0-16,0 0 0 0,-2 21 0 0,1-11 0 16,1 2 0-16,0 3 0 0,0 3 0 0,0 1 0 0,0 0 0 15,0 6 0-15,1-7 0 0,-1 1 0 16,0 7 0-16,2-8 0 0,-2 1 0 0,-2-1 0 16,2-1 0-16,0-2 0 0,2-3 0 0,-2-2 0 0,1 1 0 15,2-1 0-15,-2-3 0 0,-2 0 0 0,2 0 0 16,3-5 0-16,1 3-426 0,1-5-266 0,-6 0-488 15,13-4-1276-15,-13 4 565 0</inkml:trace>
  <inkml:trace contextRef="#ctx0" brushRef="#br1" timeOffset="388604.1948">29289 12386 1 0,'0'0'380'0,"0"0"9"0,0 0 17 16,0 0 0-16,0 0-2 0,5 3-22 0,-5-3-20 15,0 0-22-15,0 0-28 0,0 0-22 0,4 1-23 16,-4-1-19-16,0 0-20 0,0 0-23 0,0 0-14 16,0 0-16-16,4 1-13 0,-4-1-16 0,0 0-15 15,0 0-12-15,0 0-7 0,2 3-7 0,-2-3-11 16,0 0-8-16,0 0-2 0,0 0 0 0,0 0-2 16,0 6 0-16,0-6 0 0,0 0-6 0,0 0-1 15,4 1 2-15,-4-1-1 0,0 0-2 0,9 0 6 16,-4 1-3-16,1 0-4 0,2-1-1 0,-8 0-4 15,17-2-8-15,-8 1-1 0,3-2 0 0,-3 0-2 16,-1-1 4-16,2-1-8 0,-1 0-1 0,-2 2 2 16,0-3 10-16,2 1-20 0,-4 0 18 0,-1 1-16 15,0 0 2-15,-1-1 1 0,-1 0-7 0,-1 2-3 16,-1-1-9-16,-1 0 4 0,-1-1-8 0,-1 1-7 16,-3 2-9-16,0-4 3 0,1 3-2 0,-2 2-2 15,0-1-2-15,0 2-1 0,-1-2-1 0,-2 4 3 16,3-1-9-16,-4 1 9 0,1 3-2 0,1 0-2 15,-2-2 3-15,5 5-16 0,-3-1-7 0,5 1 15 16,-2-1 0-16,1 3-8 0,1-2-3 0,3-1-2 16,-1 0-8-16,1 0 5 0,2 3-12 0,1-2 17 15,0-3-2-15,3 3 9 0,2 0-2 0,0-2-5 16,6-1 12-16,0 1-3 0,5-3 9 0,2-2 4 16,3-5-9-16,4 1-4 0,1-6-2 0,3 0 9 15,-3-3 0-15,0-2-3 0,-10 5 8 0,6-6 15 0,-1 0-5 16,-10 5-5-16,2-2 10 0,-3-1-1 0,-2 1 6 15,-1 0-2-15,0-2 0 0,-4 5-21 16,-1 0-6-16,0 2 0 0,-2 0 0 0,2 2 0 16,-4-1 0-16,0 2 0 0,0 1 0 0,0 3 0 0,0-4 0 15,0 4 0-15,0 0 0 0,0 0 0 0,0 0 0 16,0 0 0-16,-9 11 0 0,8-5 0 16,1 2 0-16,0 0 0 0,1 4 0 0,4-1 0 15,3 1 0-15,-3-2 0 0,2-1 0 0,-1 3 0 0,3-1 0 16,0-1 0-16,-1-1 0 0,-1 0 0 0,2-4 0 15,-2 2 0-15,-2-1 0 0,-1-2 0 0,-2 0 0 16,2-1 0-16,0 3 0 0,-3-4 0 16,0 2 0-16,-1-4 0 0,-4 9 0 0,-1-4 0 0,0-3 0 15,-6 3-76-15,-3-2-80 0,-7 1-51 0,2 0-61 16,-3 1-52-16,3-3-44 0,0-1-39 0,0 2-41 16,3-1-38-16,7-1-19 0,-3-1-328 0,3 0-897 15,2 0 397-15</inkml:trace>
  <inkml:trace contextRef="#ctx0" brushRef="#br1" timeOffset="389182.1908">30608 12033 33 0,'-2'-3'499'0,"-3"-2"22"0,3 1 5 0,-3-1-3 0,1 3 0 16,1-6-6-16,-2 5-16 0,1-6 2 0,0 5-9 15,-1 0-8-15,0 1-15 0,1-4-15 0,-1 4-17 16,1 0-30-16,-1 0-22 0,4 0-32 0,-3 0-24 16,4 3-114-16,-5-3-217 0,5 3 0 0,-7-1 0 15,7 1 0-15,0 0 0 0,0 0 0 0,0 0 0 16,-9 5 0-16,3 4 0 0,2 3 0 0,-2 4 0 15,4 4 0-15,-1 8 0 0,2 1 0 0,0 3 0 16,2 3 0-16,0 12 0 0,-1-11 0 0,5 9 0 16,0-11 0-16,0 2 0 0,-5-1 0 0,4-1 0 15,1 11 0-15,-1-9 0 0,-4-1 0 0,0-6 0 16,0 1 0-16,0 2 0 0,5-5 0 0,-5 2 0 16,0-5 0-16,0 1 0 0,-1-7 0 0,1 0 0 15,0-2 0-15,0-3 0 0,0-3 0 0,0 2 0 16,1-4 0-16,-2 0 0 0,2-4 0 0,-1 4 0 15,0-4 0-15,0 0 0 0,0 1 0 0,0-5 0 16,5 2 0-16,-5-2 0 0,4 1 0 0,-4-1 0 16,0 0 0-16,0-13-434 0,-4 5-161 0,-1-2-23 15,2-1-22-15,-6-4-344 0,1 5-1066 0,-2-3 471 0</inkml:trace>
  <inkml:trace contextRef="#ctx0" brushRef="#br1" timeOffset="389478.9928">30330 12600 23 0,'-7'-6'241'0,"-1"-3"34"15,-1 2 25-15,1 1 24 0,3-2 57 0,-2 4 36 0,0-2 40 16,0 2 27-16,1 0 6 0,3-1 43 0,-1 1-4 16,-1 0 0-16,2 0-20 0,-1 0-24 0,2 0-28 15,-1 1-30-15,1 0-35 0,0-2-37 0,1 0-34 16,1 0-59-16,0-2-262 0,1 1 0 0,4-3 0 16,1 3 0-16,1-4 0 0,3 3 0 0,1-5 0 15,5 2 0-15,0-1 0 0,9 0 0 0,-6 2 0 16,2 1 0-16,-2 1 0 0,9-3-369 0,-1 2-40 15,-8 4-20-15,0 0-20 0,-1 2-20 0,1 0-10 16,-5-1-12-16,-1 0 10 0,-3 2-289 0,2 2-833 16,-6-2 369-16</inkml:trace>
  <inkml:trace contextRef="#ctx0" brushRef="#br1" timeOffset="389885.302">30586 12350 2332 0,'15'0'-132'0,"-11"0"68"0,0-2 60 0,-4 2 57 16,0 0 53-16,0 0 46 0,0 0 53 0,13-2 43 16,-13 2 50-16,0 0 34 0,2 0 22 0,-2 0 12 15,0 0 4-15,5-4 9 0,-3 1-2 0,-2 3-3 16,3-4-8-16,-3 4-21 0,4-3-25 0,-4 3-16 15,4-3-27-15,-4 3-29 0,5-2-21 0,-5 2-25 16,0 0-46-16,0 0-156 0,0 0 0 0,0 0 0 16,13 2 0-16,-9 1 0 0,1 1 0 0,0 1 0 15,-1 0 0-15,1-1 0 0,0 3 0 0,-1 0 0 16,2 0 0-16,-4 0 0 0,-1-1 0 0,2 1 0 16,0 2 0-16,-3-4 0 0,2 2 0 0,0 0 0 15,-2-3 0-15,0 2 0 0,0-2 0 0,2 0 0 16,-2-1 0-16,0-3 0 0,0 0 0 0,1 4 0 15,-1-4 0-15,1 4 0 0,-1-4 0 0,0 0 0 16,0 0 0-16,0 0 0 0,0 0 0 0,0 0 0 16,6-16 0-16,-4 11 0 0,0-1 0 0,3 0 0 15,-1 1 0-15,1-4 0 0,-1 4 0 0,1-4 0 0,4 2 0 16,-5 3 0-16,1-1 0 0,0 1 0 0,-1 1 0 16,1 0 0-16,0 1 0 0,3 1 0 15,-3-2 0-15,-5 3 0 0,13 0 0 0,-7 2 0 16,2-1 0-16,-3 1 0 0,0 0 0 0,0 2 0 0,3 1 0 15,-4-1 0-15,2 0 0 0,-1 1 0 0,-1 0 0 16,0 0 0-16,1-2 0 0,-2 2 0 0,0 0 0 16,0-1 0-16,0 0 0 0,-1 0 0 15,-1-2 0-15,1 2 0 0,-2-4 0 0,4 4 0 0,-4-4 0 16,3 3 0-16,-3-3 0 0,0 0 0 0,2 3-1 16,-2-3-105-16,2 2-7 0,-2-2-11 0,0 0-14 15,0 0-18-15,0 0-26 0,0 0-52 0,0 0-56 16,0 0-35-16,12-4-35 0,-12 4-36 0,4-1-60 15,-4 1-68-15,5-6-274 0,-3 2-864 0,-2 1 382 16</inkml:trace>
  <inkml:trace contextRef="#ctx0" brushRef="#br1" timeOffset="390525.844">30961 12243 504 0,'0'0'590'0,"0"0"13"0,0 0-2 0,0 0 0 0,0 0-33 16,0 0-30-16,0 0-37 0,5 0-32 15,-5 0-52-15,0 0-41 0,0 0-37 0,0 0-39 16,0 0-54-16,0 0-49 0,0 0-57 0,0 0-70 15,-2-6-66-15,2 6-70 0,0 0-79 0,0 0-97 0,0 0-101 16,0 0-105-16,0 0-99 0,0 0-333 16,0 0-951-16,0 0 421 0</inkml:trace>
  <inkml:trace contextRef="#ctx0" brushRef="#br1" timeOffset="390932.0353">31276 12293 205 0,'0'0'387'0,"0"0"19"0,0 0-2 16,4-2 2-16,-4 2 3 0,0 0-7 0,0 0-12 15,0 0-18-15,0 0-15 0,0 0-11 0,0 0-19 16,0 0-11-16,0 0-17 0,0 0-18 0,-9-8-21 15,9 8-20-15,0 0-19 0,-4-1-15 0,4 1-21 16,0 0-28-16,0 0-15 0,0 0-7 0,-10 4-14 16,6-2-4-16,0 1-21 0,0 0-8 0,-2 0-12 15,1 4-2-15,-3 0-17 0,-1 1 0 0,3 0-6 16,-2 2-15-16,-1 0 16 0,2-2-15 0,0 1-1 16,0 2-4-16,1-3-2 0,1-1-19 0,0 0-24 15,3-1-24-15,-3 1 8 0,8-2-30 0,-6 2-1 16,6-2-12-16,1 3-20 0,1-2-25 0,2 0-31 15,4 0-28-15,7-4-17 0,0-1-24 0,8-1-20 16,2-2-23-16,1-2-11 0,-2 1-20 0,2-6-14 16,-1 1-25-16,-1-2-25 0,1 0-26 0,-2-3-317 15,-8 3-754-15,2-6 334 0</inkml:trace>
  <inkml:trace contextRef="#ctx0" brushRef="#br1" timeOffset="391572.9003">31510 12110 12 0,'0'-6'456'0,"0"0"31"0,1 0 33 0,1 0 26 16,-2 2 16-16,0-1 15 0,1 0-1 0,-1 5 4 15,0-5 0-15,0 5-11 0,2-5-24 0,-2 5-26 16,0 0-29-16,-1-4-39 0,1 4-32 0,0 0-117 16,0 0-302-16,0 0 0 0,0 0 0 0,1 14 0 15,2-4 0-15,-3 1 0 0,4 6 0 0,-2 2 0 0,-1 2 0 16,1 4 0-16,2 3 0 0,-3-1 0 0,-2 0 0 15,3-1 0-15,1 1 0 0,-1-8 0 16,0 9 0-16,-2-9 0 0,1-2 0 0,0 0 0 16,2-2 0-16,1-1 0 0,-1 0 0 0,-1-5 0 0,1 3 0 15,-1-2 0-15,0-3 0 0,0-2 0 0,-2-1 0 16,1 1 0-16,0-1 0 0,0-2 0 0,-1-2 0 16,0 0 0-16,0 0-435 0,0 0-68 0,0 0-4 15,-3-13 11-15,1 7 12 0,-3-2 32 16,1 2 40-16,-1 0 42 0,0-5 46 0,0 3 39 0,0-2 44 15,-2 2 56-15,0-1 51 0,3 3 46 0,0 0 41 16,-1 2 38-16,0-4 44 0,1 3 38 0,2 2 46 16,-5-2 37-16,5 1 29 0,-1 1 32 0,3 3 27 15,-5-4 18-15,5 4 15 0,-4-3 3 0,4 3 14 16,-1-4 1-16,1 4-11 0,0 0-2 0,1-5-23 16,-1 5-23-16,4-4-13 0,-4 4-9 0,6-3-16 15,1 2-7-15,-2-2-14 0,3 1-8 16,2-1-11-16,-4 3-15 0,4-4-142 0,1 1-1 0,-1 1 0 15,3 0 0-15,-3-2 0 0,3 1 0 0,-2-1 0 16,2 1 0-16,1 0 0 0,-4 0 0 0,3 1 0 16,-3-3 0-16,-2 5 0 0,0-1 0 0,0-1 0 15,-1 2 0-15,-1-2 0 0,-6 2 0 0,12 0 0 16,-8 2 0-16,-1 0 0 0,1-1 0 0,0 6 0 16,1-1 0-16,-1 2 0 0,0 1 0 0,-2-1 0 15,1 1 0-15,-2-2 0 0,0 4 0 0,-2 1 0 16,1-3 0-16,0 1 0 0,0-2 0 0,-1 2 0 15,2-3 0-15,-1-1 0 0,0-1 0 0,0 1 0 16,0-1 0-16,0-1 0 0,0-4 0 0,-1 7 0 16,2-4 0-16,-1-3 0 0,4 2 0 0,-4-2 0 15,0 0 0-15,12-10 0 0,-5 4-337 0,1-2-178 16,0-2-88-16,1-1-520 0,3-3-1216 0,-3-1 537 16</inkml:trace>
  <inkml:trace contextRef="#ctx0" brushRef="#br1" timeOffset="391885.1621">31828 12246 163 0,'0'0'456'0,"-4"-3"11"0,4 3 20 0,-5-4 12 15,5 1-12-15,0 3-31 0,-5-2-44 0,5 2-38 0,0 0-42 16,-4-6-39-16,4 6-26 0,-2-2-36 0,2 2-49 16,0 0-57-16,0 0-70 0,0 0-72 0,0 0-56 15,0 0-71-15,0 0-63 0,0 0-60 16,11 9-64-16,-6-4-45 0,2-1-270 0,0 4-698 0,1-3 309 15</inkml:trace>
  <inkml:trace contextRef="#ctx0" brushRef="#br1" timeOffset="392400.6688">31936 12346 68 0,'1'2'277'0,"-1"-2"21"16,4 2 21-16,-4-2 22 0,0 0 16 0,6-7-1 16,-3 5-22-16,0 0-16 0,0-2-6 0,1 1-7 15,-4 3-11-15,5-7-5 0,0 4-7 0,-2-1-11 16,2-2-10-16,1 4-10 0,-2-2-13 0,2 3-17 15,-1-1-16-15,2-2-11 0,-1 2-24 0,2 1-10 16,0 1-18-16,-1 3-8 0,3 2-8 0,-1 0-8 16,-1-2-13-16,-3 6-4 0,4-3-8 0,-4 3-13 15,-1-2-10-15,-3 4-3 0,2 0-13 0,-6-1 5 16,3 0-15-16,-5-1 7 0,4 1-11 0,-7-2-1 16,3 1-3-16,-4 0-8 0,0-2-7 0,-1-1-8 15,-3-2-13-15,2 2-2 0,-1-4 0 0,-1-1 1 16,0 0 1-16,2-1-3 0,3-1 7 0,1 0-5 15,1 0 6-15,0-5-5 0,3 1 2 0,0 0-2 16,0-1 5-16,3-5-3 0,0 2 1 0,4-1 6 16,0 1-9-16,1-2 7 0,2 0-17 0,4 1 15 15,-1-1 2-15,1 3-2 0,-1-2 3 0,4 1 2 16,0 1-4-16,-1 2 3 0,-1 2 1 0,1 2-1 16,-2-4 3-16,1 3-5 0,-3 3 2 0,0-1-3 15,4 2 1-15,-4-1 0 0,1 5-3 0,-2 0-7 16,-2-4 8-16,3 5-4 0,-2 2-5 0,-4-3 13 0,4 3-8 15,-4 0-1-15,1 2-2 0,0-2 5 16,-3 1 1-16,-1 0-1 0,0 1-3 0,0-2-1 16,2-1 5-16,-2-1-2 0,0-1-3 0,-2 0 0 15,2 0-3-15,0-1-4 0,0-4 10 0,-1 6 2 0,1-6 0 16,0 0-2-16,0 0-3 0,0 0 6 0,0 0-5 16,0 0 4-16,4-20-3 0,0 11 5 15,1 0-1-15,0-1-3 0,3-1 7 0,-2 0-1 0,3 0 9 16,2 0 1-16,2-2 8 0,-5 4 5 0,2-2-10 15,4 1 14-15,-5 2 2 0,1 5-5 0,-2 0 1 16,1 2 7-16,4 5-4 0,-4-2-1 16,0 3-2-16,1 1 6 0,-1 1-21 0,-4 2-18 0,3-1 0 15,2 5 0-15,-2-3 0 0,-3-2 0 0,0 4 0 16,0-1 0-16,1-2 0 0,-1 2 0 0,-2-1 0 16,0-2 0-16,-2-1 0 0,3 0 0 0,-2-1 0 15,2-2 0-15,-3 1 0 0,-1-1 0 0,4-2 0 16,-4-2-189-16,0 0-68 0,0 0-74 0,0 0-90 15,5-9-108-15,-5 5-87 0,1-6-359 0,-2 0-1056 16,-1 1 467-16</inkml:trace>
  <inkml:trace contextRef="#ctx0" brushRef="#br1" timeOffset="393275.8274">23105 13261 305 0,'-2'3'427'16,"2"-3"14"-16,0 0 5 0,0 0 4 0,0 0-3 16,0 0-3-16,0 0-6 0,2 5-13 0,-2-5-15 15,0 0-15-15,0 0-17 0,0 0-26 16,0 0-24-16,1 4-14 0,-1-4-23 0,1 4-13 0,-1-4-12 15,-1 6-11-15,1-1-16 0,-1 2-6 0,1-2-12 16,0 6-11-16,0-1-19 0,0-1-184 0,0 6-7 16,0 0 0-16,0 1 0 0,0-1 0 0,0 1 0 15,0-4 0-15,2 3 0 0,-2 1 0 0,1-5 0 16,1 1 0-16,-2-2 0 0,0 2 0 0,2-2 0 16,1 0 0-16,-3-4 0 0,-3 0 0 0,6 0 0 15,-3-2 0-15,0 2 0 0,2-4 0 0,-2-2 0 16,0 3 0-16,0-3 0 0,0 0 0 0,0 0-334 15,0 0-156-15,0 0-71 0,1-16-66 0,1 6-404 16,-5-2-1114-16,3-1 492 0</inkml:trace>
  <inkml:trace contextRef="#ctx0" brushRef="#br1" timeOffset="393588.5404">23062 13222 94 0,'2'-6'433'0,"-1"1"35"16,0 2 32-16,-1-2 6 0,1 2-13 0,-1 3-52 15,0-8-43-15,0 6-44 0,0 2-32 16,0 0-38-16,0 0-52 0,-1-7-64 0,1 7-80 16,0 0-82-16,-1-3-69 0,1 3-63 0,0 0-63 0,0 0-77 15,0 0-75-15,6 15-293 0,-3-10-686 0,0-2 303 16</inkml:trace>
  <inkml:trace contextRef="#ctx0" brushRef="#br1" timeOffset="393932.3527">23190 13364 21 0,'0'0'398'0,"0"0"19"16,9-9 30-16,-9 4 10 0,3 2 4 0,-2-2-7 15,3 0-4-15,-3-2-15 0,0 1-17 0,3 0-15 16,1-3-16-16,-1 3-35 0,-1-2-13 0,1 3-23 16,-2-1-25-16,4 1-22 0,-1 3-28 0,1-2-26 15,0 0-24-15,-1 3-15 0,2 2-17 0,1 0-12 16,0 1-23-16,1 1-15 0,0 1-11 0,1 2-12 15,-1 2-15-15,-4-3 2 0,4 5-6 0,-4-2-10 16,1 4 2-16,-3-1-56 0,1 0-3 0,-2 0 0 16,0 0 0-16,-4 0 0 0,0 0 0 0,0-2 0 15,0 0 0-15,0 0-20 0,-1-3 1 0,-1-1-2 16,2 0 13-16,-1-1 3 0,3 1 0 0,-2-1 7 16,2-4 21-16,0 0 1 0,0 0 5 0,0 0-29 15,0 0 0-15,0 0 0 0,5-17 0 0,1 10 0 16,-2-1 0-16,3 0 0 0,1-2 0 0,-3 1 0 15,3 0 0-15,0 2 0 0,-2-3 0 0,3 2 0 0,0 1 0 16,0 2 0-16,0 0 0 0,-1 2 0 0,-2-1 0 16,3 1 0-16,-1 3 0 0,-2 0 0 0,2 0 0 15,0 4 0-15,0-3 0 0,-1 4 0 16,2 1 0-16,-3 0 0 0,2 2 0 0,-2 0 0 0,-1 1 0 16,0 1 0-16,-1 1 0 0,0 1 0 0,-1-2 0 15,0 0 0-15,-3 3 0 0,2-5 0 0,-4 3 0 16,2-4 0-16,0 0 0 0,0-1 0 0,0-1 0 15,0 1 0-15,0-2-144 0,0 0-69 0,0-4-28 16,3 6-34-16,1-5-57 0,2-1-61 0,1 0-79 16,10-4-76-16,0 0-382 0,5-4-1006 0,5-4 446 15</inkml:trace>
  <inkml:trace contextRef="#ctx0" brushRef="#br1" timeOffset="394275.8567">24158 13280 85 0,'5'-3'472'0,"0"-2"29"15,-1-2 21-15,-1 0 7 0,1-4 0 0,-2 3-10 16,2-2-2-16,-1 0-1 0,-1 2-9 0,1-3-23 16,0 2-17-16,-1 2-16 0,-2 1-26 0,2-1-20 15,0-2-25-15,-2 4-21 0,0 1-23 0,2-2-149 16,-2 3-187-16,0 3 0 0,0-6 0 0,0 6 0 15,2-5 0-15,-2 5 0 0,0 0 0 0,0 0 0 0,0 0 0 16,0 0 0-16,1 14 0 0,1-4 0 16,0 2 0-16,2-1 0 0,-1 9 0 0,4 4 0 15,-3 5 0-15,1-3 0 0,-1 2 0 0,0-1 0 0,-3 0 0 16,3 1 0-16,-4-5 0 0,1 5 0 0,-1-4 0 16,-1-6 0-16,1 1 0 0,-4-2 0 15,0-2 0-15,3-3 0 0,1 1 0 0,0-3 0 16,0-1 0-16,-2-4 0 0,4 0 0 0,-2 1 0 0,0-2 0 15,-2-1 0-15,2-3 0 0,0 0-481 0,0 0-58 16,-7-12-48-16,5 6-12 0,0 1-399 16,0-6-1081-16,-3 2 479 0</inkml:trace>
  <inkml:trace contextRef="#ctx0" brushRef="#br1" timeOffset="395136.4671">24172 13458 217 0,'-4'-6'95'16,"0"4"44"-16,-1-2 40 0,1-1 31 0,-1 1 30 15,0 0 33-15,-2 1 31 0,2 3 36 0,-1-4 38 16,0 3 28-16,-2-3 22 0,0 2 12 15,3-1 2-15,-1 3 6 0,2-2-7 0,0 0-14 0,4 2-18 16,-6-2-22-16,-1-1-16 0,7 3-32 0,-1-3-29 16,1 3-24-16,0 0-26 0,0 0-16 0,0 0-66 15,0 0-178-15,6-4 0 0,2 2 0 0,6-1 0 16,1 1 0-16,7-4 0 0,-1 3 0 0,6-2 0 16,3 1 0-16,-2-3 0 0,-1 3 0 0,1-2 0 15,0-1 0-15,-6 3 0 0,4-3 0 0,-7 1 0 16,0 0 0-16,-2 0 0 0,-5 0 0 0,-1 2 0 15,-4-1 0-15,3 1 0 0,-5-1 0 0,2 3 0 16,-3-1 0-16,-3-1 0 0,4-1 0 0,-2 3 0 16,-2-1 0-16,-1 0 0 0,0-3 0 0,0 6 0 15,-4-8 0-15,3 7 0 0,-2-2 0 0,3 3 0 16,-2-7 0-16,-2 3 0 0,1 2 0 0,3 2 0 16,-4-3 0-16,4 3 0 0,0 0 0 0,0 0 0 15,0 0 0-15,0 0 0 0,-7 9 0 0,4-2 0 16,2 1 0-16,1 3 0 0,-2-3 0 0,0 4 0 15,2 2 0-15,0 2 0 0,0-1 0 0,0-4 0 16,0 5 0-16,0-2 0 0,0-3 0 0,0 2 0 16,2-1 0-16,0-1 0 0,-2-1 0 0,0 0 0 15,0-4 0-15,0 0 0 0,1 0 0 0,2-1 0 0,-3-2 0 16,0 1 0-16,2 0 0 0,-2-4 0 16,3 3 0-16,-3-3 0 0,0 0 0 0,10-7 0 15,-5 3 0-15,2 1 0 0,0-5 0 0,2 1 0 16,-1 1 0-16,1-1 0 0,0-3 0 0,-3 5 0 0,1-5 0 15,0 2 0-15,1 1 0 0,-4 3 0 0,0-1 0 16,0 3 0-16,-1-2 0 0,3 0 0 0,-4 2 0 16,2 0 0-16,-4 2 0 0,4-4 0 0,-2 3 0 15,-2 1 0-15,0 0 0 0,0 0 0 0,14 7 0 16,-11-4 0-16,-2 3 0 0,7-3 0 0,-4 3 0 16,3 2 0-16,0-3 0 0,0 5 0 0,3-5 0 15,-2 4 0-15,1-2 0 0,1-1 0 0,3 1 0 16,-1-1 0-16,4 2 0 0,0-4 0 0,2 1 0 15,-1-3 0-15,1 0 0 0,1-1 0 0,-1-4 0 16,3 1 0-16,-1-4 0 0,-2 1 0 0,0-4 0 16,-4-2 0-16,3 3 0 0,-3-3 0 0,-3 4 0 0,-2-3 0 15,-1 2 0-15,-3-2 0 0,3 3 0 16,-6-3 0-16,1 6 0 0,-2-4 0 0,-2 1 0 16,-1 3 0-16,0-3 0 0,-4 3 0 0,-1-1 0 15,1 3 0-15,-2 0 0 0,-6 2 0 0,8 0 0 16,-6 3 0-16,2 2 0 0,1 0 0 0,0 0 0 15,1 5 0-15,2-2 0 0,-2 4 0 0,5-2 0 16,1 2 0-16,-2-1 0 0,6 1 0 0,0-1 0 16,2 0 0-16,1 1 0 0,5-1 0 0,-1-2 0 0,4 3 0 15,1-3 0-15,3-2 0 0,-1 0 0 0,4-1 0 16,7-3 0-16,1-3 0 0,0 0 0 0,1-1 0 16,0-4 0-16,1-1 0 0,-10 0 0 0,7-3 0 15,-8 4 0-15,-1-1 0 0,-6-1 0 0,2 4-86 16,-5-2-245-16,0 2-62 0,-5-1-77 0,-2 0-94 15,1 2-495-15,-3 2-1145 0,0 0 507 0</inkml:trace>
  <inkml:trace contextRef="#ctx0" brushRef="#br1" timeOffset="395667.7524">26629 13221 417 0,'0'-5'509'0,"0"-1"19"0,-2-1 3 0,0 4-7 0,0-4-14 16,-2 1-13-16,2 1-9 0,0 1-13 0,-2-1-7 16,1 1-15-16,1-1-11 0,0 2-21 0,-2-1-23 15,1 1-31-15,3 3-30 0,-9-3-24 0,4 3-22 16,5 0-69-16,-11 2-222 0,4 2 0 0,-3 4 0 15,-1 4 0-15,-5 2 0 0,4 1 0 0,-5 5 0 16,2 4 0-16,-3 1 0 0,2 0 0 0,0 4 0 16,0-1 0-16,-3-3 0 0,6 0 0 0,-2-2 0 15,4 2 0-15,3-7 0 0,2-2 0 0,3-1 0 16,1 0 0-16,2-1 0 0,2-2 0 0,6 2 0 16,-1-4 0-16,2 1 0 0,5 0 0 0,0-1 0 15,5 2 0-15,2-6 0 0,6 2 0 0,1-1 0 16,-6-2 0-16,4-4 0 0,-6 0 0 0,0-2 0 15,0-3-39-15,-1-2-452 0,-6 5-49 0,0-4-35 16,5-3-29-16,-9 0-387 0,3 0-1073 0,-2 1 475 16</inkml:trace>
  <inkml:trace contextRef="#ctx0" brushRef="#br1" timeOffset="396637.0038">26715 13464 228 0,'0'0'323'0,"1"-7"28"0,2 1 33 16,-2 5 41-16,0-5 29 0,-1 2 5 0,1-1 7 15,1 2-3-15,-2 3-10 0,4-5-10 0,-3 3-4 0,0-3-17 16,-1 5-20-16,4-4-29 0,-1 0-30 16,-3 4-26-16,4-2-36 0,1-1-26 0,0 0-26 15,0 2-24-15,0 0-21 0,3 0-22 0,2 1-32 0,1 2-130 16,1 0 0-16,0 3 0 0,0-1 0 0,1 2 0 16,2 4 0-16,-6-3 0 0,1 2 0 0,-1 0 0 15,0 0 0-15,0 1 0 0,-1 0 0 16,-2 1 0-16,-2-1 0 0,1-1 0 0,-2 2 0 0,-2-3 0 15,-1-1 0-15,0 0 0 0,-1-1 0 0,0 0 0 16,-3-1 0-16,1 0 0 0,1-1 0 0,-2 0 0 16,1-1 0-16,2-1 0 0,1-2 0 0,-8 0 0 15,8 0 0-15,0 0 0 0,-6-9 0 0,3 4 0 16,6-5 0-16,-2 2 0 0,2-3 0 0,2-1 0 16,2-3 0-16,1 1 0 0,1 0 0 0,2 1 0 15,1 0 0-15,-2 1 0 0,0 1 0 0,2 2 0 16,-2 1 0-16,2 2 0 0,-3-2 0 0,3 5 0 15,-3-1 0-15,-1 3 0 0,-1 0 0 0,3 0 0 16,-3 2 0-16,2 1 0 0,-1 3 0 0,1 0 0 16,-3 2 0-16,1-2 0 0,-5 1 0 0,5 1 0 15,-2 1 0-15,-3 2 0 0,2-5 0 0,0 2 0 16,-3 0 0-16,-1-1 0 0,3-1 0 0,-2-1 0 16,-1 2 0-16,3-1 0 0,-2-2 0 0,-1-1 0 15,3 0 0-15,-3-2 0 0,0 0 0 0,0 0 0 16,2 3 0-16,-2-3 0 0,0 0 0 0,8-7 0 15,-6 1 0-15,1 0 0 0,1 0 0 0,1-2 0 16,0 0 0-16,0 0 0 0,1-1 0 0,2 1 0 16,-3-1 0-16,2 4 0 0,-1-4 0 0,-1 5 0 15,1 2 0-15,-2-3 0 0,0 2 0 0,-1 1 0 16,1-2 0-16,-1 3 0 0,-3 1 0 0,0 0 0 16,0 0 0-16,14 2 0 0,-10-1 0 0,1 3 0 15,-1-2 0-15,0 4 0 0,2-1 0 0,-2 0 0 0,0 1 0 16,-3-2 0-16,3 1 0 0,1 3 0 0,-1-4 0 15,-3 1 0-15,3 1 0 0,1-2 0 16,-1 2 0-16,1-2 0 0,-2-1 0 0,3-1 0 16,-2 0 0-16,9-1 0 0,-7-1 0 0,6-3 0 0,-1 1 0 15,-1-1 0-15,2-4 0 0,3-2 0 0,-2-1 0 16,2-2 0-16,-2 0 0 0,0 2 0 0,0-4 0 16,-2 2 0-16,-2 2 0 0,-2 0 0 15,0 1 0-15,2-2 0 0,-4 0 0 0,0 4 0 0,-1 1 0 16,-1-2 0-16,-1 3 0 0,1 2 0 0,-2-3 0 15,-1 6 0-15,0-4 0 0,0 4 0 0,0-3 0 16,0 3 0-16,0 0 0 0,0 0 0 0,0 0 0 16,-9 10 0-16,5-1 0 0,3 0 0 0,-3 0 0 15,4 2 0-15,0-1 0 0,0 7 0 0,3-6 0 16,-2 1 0-16,3-1 0 0,1 3 0 0,0-2 0 16,-1-1 0-16,5 0 0 0,-1-3 0 0,-1 3 0 15,1-3 0-15,2 1 0 0,-2-3 0 0,1 2 0 16,0-3 0-16,-3 0 0 0,3 0 0 0,-4-2 0 15,-2 2 0-15,1-2 0 0,1-1 0 0,-3 0 0 16,-2-2 0-16,5 4 0 0,-5-4 0 0,0 3 0 0,0-3 0 16,-4 7 0-16,1-4 0 0,-4 0 0 15,0 0 0-15,0 1 0 0,-2-2 0 0,-3 1 0 16,0-3 0-16,-2 2 0 0,1 0 0 0,3-2-130 16,-3 4-117-16,3-3-18 0,2 0-18 0,2-2-26 0,-2-1-34 15,4-1-37-15,1 1-42 0,3 2-37 16,-2-9-19-16,4 5-335 0,0-3-880 0,3-2 389 15</inkml:trace>
  <inkml:trace contextRef="#ctx0" brushRef="#br1" timeOffset="397654.481">27830 13251 47 0,'6'-9'370'0,"-1"0"24"15,-3 0 29-15,1 3 7 0,-3-3 6 0,0 3 6 0,1-1-3 16,-1 1 1-16,-1-1-5 0,-2 2-4 0,2-1-2 15,0 0-16-15,0 2-10 0,-1 1-25 0,2 3-21 16,-1-4-24-16,1 4-32 0,0 0-31 0,0 0-31 16,0 0-24-16,0 0-21 0,0 0-4 0,0 0-14 15,-4 11-170-15,4-2-6 0,-1 1 0 0,1 3 0 16,1-1 0-16,-2 5 0 0,1 2 0 0,1 0 0 16,2-1 0-16,-2 2 0 0,0 1 0 0,2-3 0 15,-2 0 0-15,3 0 0 0,-1-2 0 0,-1-3 0 16,-1-2 0-16,2 1 0 0,-1-3 0 0,1 2 0 15,-2-6 0-15,0 1 0 0,2 1 0 0,-3-4 0 16,3 0 0-16,-2 0 0 0,-1-3 0 0,0 0 0 16,2 3 0-16,-2-3 0 0,0 0 0 0,11-6 0 15,-7 0 0-15,4-1 0 0,0-3 0 0,-1 4 0 16,0-4 0-16,2 3 0 0,0-2 0 0,-2 2 0 16,1-2 0-16,-3 2 0 0,2 2 0 0,-3 0 0 15,-2 1 0-15,2 1 0 0,0 0 0 0,-1 0 0 16,-3 3 0-16,3-4 0 0,-3 4 0 0,4-1 0 15,-4 1 0-15,0 0 0 0,0 0 0 0,0 0 0 16,8 4 0-16,-7 0 0 0,-1 0 0 0,5 1 0 16,-2 1 0-16,-2 0 0 0,3 0 0 0,-3 1 0 15,3-1 0-15,-1 3 0 0,-1-2 0 0,2 1 0 16,-3-2 0-16,4 0 0 0,-1 1 0 0,4-1 0 16,-2 0 0-16,5-1 0 0,0-1 0 0,2 2 0 15,3-3 0-15,-2-2 0 0,4-2 0 0,0-2 0 16,1-1 0-16,-1-1 0 0,0 0 0 0,-1-5 0 15,-1 0 0-15,1 1 0 0,-3-4 0 0,-1 3 0 16,0 0 0-16,-3 0 0 0,-4 1 0 0,3 0 0 0,-4-1 0 16,0 0 0-16,-1 1 0 0,0 2 0 0,-4 0 0 15,0 0 0-15,-2 2 0 0,0 0 0 16,-2-1 0-16,-1 2 0 0,-2 1 0 0,0 1 0 16,-2 1 0-16,-3 1 0 0,1 1 0 0,2 1 0 0,-2 1 0 15,1 3 0-15,1 0 0 0,2-1 0 0,-3 0 0 31,6 4 0-31,-2 0 0 0,3 0 0 0,-2 1 0 0,5-1 0 0,-4 1 0 0,4 1 0 0,0 0 0 16,4-3 0-16,0 2 0 0,0-1 0 0,2-1 0 16,1 0 0-16,4-1 0 0,1-1 0 0,2-3 0 15,-2 0 0-15,6-1 0 0,0-2 0 0,1-1 0 16,-2-1 0-16,2-3 0 0,-2-1 0 0,-2-1 0 16,3-2 0-16,-4 0 0 0,4-1 0 0,-5-2 0 15,-2 2 0-15,-2 0 0 0,-2 0 0 0,0 0 0 16,0-1 0-16,-3 2 0 0,1 1 0 0,-2 2 0 15,-1-1 0-15,-1 2 0 0,2 0 0 0,-3 0 0 16,0 1 0-16,0 4 0 0,0-6 0 0,0 6 0 16,1-4 0-16,-1 4 0 0,0 0 0 0,0-5 0 15,0 5 0-15,0 0 0 0,0 0 0 0,0 0 0 16,0 0 0-16,6-2 0 0,-6 2 0 0,0 0 0 0,0 0 0 16,0 0 0-16,0 0 0 0,9 5 0 15,-4-2 0-15,-5-3 0 0,9 3 0 0,-9-3 0 16,5 3 0-16,-1-3 0 0,0 3 0 0,2-2 0 15,-2 2 0-15,1-1 0 0,-1 0 0 0,0 0 0 0,1 2 0 16,-1-3 0-16,1 3 0 0,-4 1 0 0,3-2 0 16,-3 3 0-16,3-2 0 0,0 3 0 0,-4-2 0 15,1 3 0-15,-1-1 0 0,3 1 0 0,-2 2 0 16,-1-2 0-16,0-1 0 0,0 3 0 0,0-2 0 16,0-1 0-16,0 1 0 0,0-3 0 0,3 3 0 15,-6-2 0-15,6 1 0 0,-2-2 0 0,2 1 0 16,-1-1 0-16,3 0 0 0,3-1 0 0,-3-3 0 15,4 0-316-15,4 1-210 0,-5-4-97 0,-1 0-498 16,3-4-1215-16,-1 0 537 0</inkml:trace>
  <inkml:trace contextRef="#ctx0" brushRef="#br1" timeOffset="397966.7263">28826 13440 181 0,'0'0'410'0,"0"0"21"16,0 0 24-16,9 1 11 0,-9-1-4 0,5 0-26 15,-5 0-37-15,0 0-30 0,0 0-41 0,0 0-32 0,0 0-28 16,0 0-28-16,0 0-23 0,0 0-38 0,0 0-40 16,0 0-53-16,0 0-58 0,0 0-65 15,0 0-75-15,0 0-78 0,0 0-77 0,0 0-91 16,0 0-79-16,0 0-229 0,0 0-720 0,0 0 320 0</inkml:trace>
  <inkml:trace contextRef="#ctx0" brushRef="#br1" timeOffset="404161.207">29734 13054 113 0,'0'0'258'0,"0"0"10"16,7-3 4-16,-7 3 2 0,4-1-5 0,-4 1-4 15,0 0-2-15,0 0-1 0,5 4 0 0,-5-4-6 16,0 0-2-16,4 2-8 0,-4-2-11 0,0 0-7 16,0 0-9-16,0 0-12 0,0 0-14 0,0 0-10 15,0 0-13-15,0 0-8 0,4 3-10 0,-4-3-10 16,0 0-7-16,2 2-7 0,-2-2-9 0,0 0-15 16,0 0-8-16,0 0-14 0,0 0-6 0,0 0-10 15,0 0-3-15,0 0-8 0,0 0-8 0,0 0 0 16,0 0-15-16,0 0-20 0,0 0-21 0,0 0-31 0,0 0-33 15,0 0-30-15,0 0-52 0,0 0-35 16,0 0-26-16,0 0-38 0,-6-11-50 0,6 11-44 16,-6-3-34-16,2 2-309 0,4 1-747 0,-12-4 331 0</inkml:trace>
  <inkml:trace contextRef="#ctx0" brushRef="#br1" timeOffset="404662.2531">29290 13472 222 0,'0'0'302'0,"0"0"3"0,0 0-4 16,0 0-1-16,0 0 5 0,0 0 0 0,0 0 2 15,0 0 7-15,5-1-1 0,-5 1 3 0,0 0-2 0,0 0 2 16,0 0 1-16,0 0-12 0,0 0 4 15,0 0 7-15,0 0-3 0,0 0-4 0,0 0-8 0,0 0-1 16,0 0-9-16,0 0-14 0,0 0-10 16,0 0-5-16,0 0-16 0,0 0-17 0,0 0-12 0,0 0-205 15,0 0-12-15,0 0 0 0,9-2 0 0,-4 1 0 16,4 1 0-16,3-4 0 0,6 2 0 16,-2-2 0-16,5 2 0 0,-2-3 0 0,-1 4 0 15,2 1 0-15,-2-6 0 0,-8 5 0 0,2-1 0 0,-5 0 0 16,1 2 0-16,-3-2 0 0,0 0 0 0,-1 1 0 15,1-1 0-15,-5 2 0 0,0 0-285 0,0 0-185 16,0 0-62-16,0 0-69 0,0 0-450 0,0 0-1138 16,-24 2 503-16</inkml:trace>
  <inkml:trace contextRef="#ctx0" brushRef="#br1" timeOffset="404974.6715">29307 13580 216 0,'-5'3'349'0,"2"-1"33"0,3-2 9 0,0 0 3 16,0 0 10-16,-4 3-1 0,4-3-4 0,0 0-8 16,0 0-25-16,0 0-1 0,0 0-19 0,0 0-20 15,0 0-16-15,0 0-16 0,0 0-19 0,0 0-24 16,0 0-26-16,0 0-33 0,0 0-12 0,0 0-15 16,22-4-18-16,-14 3-11 0,2-2-30 0,0 3-1 15,2-3-22-15,-1-1-29 0,-1 2-32 0,3 1-44 16,2-1-50-16,-4-2-34 0,1 2-48 0,1-1-47 15,5-1-61-15,-8 1-66 0,3-1-56 0,-3 2-60 16,3-3-38-16,-5 3-322 0,-1-2-871 0,-3-1 385 16</inkml:trace>
  <inkml:trace contextRef="#ctx0" brushRef="#br1" timeOffset="405271.7593">29552 13412 408 0,'3'-5'438'16,"-1"2"15"-16,1 0 28 0,-1 0 17 0,-2 3 7 15,3-3-9-15,-1 1-20 0,-2 2-24 0,6-3-21 16,-6 3-33-16,0 0-25 0,11 0-33 0,-11 0-6 16,13 8-13-16,-5-2-16 0,5 5-15 0,-4-1-14 15,4 0-31-15,-1 5-15 0,-1-3-22 0,-2 2-17 16,0 1-149-16,-4-1-42 0,0-1 0 0,-5-2 0 16,3 3 0-16,-6-2 0 0,2 1 0 0,-7 2 0 15,-6 2 0-15,4-5 0 0,-5 0 0 0,-6 3 0 0,-7-3 0 16,1-2 0-16,1 1-261 0,6-4-143 0,-9 0-77 15,3 2-79-15,7-2-79 0,1-1-336 16,6-3-1056-16,3-1 469 0</inkml:trace>
  <inkml:trace contextRef="#ctx0" brushRef="#br1" timeOffset="405913.0733">30668 13157 53 0,'0'0'398'0,"4"-2"22"0,-4 2 25 16,3-4 17-16,-3 4 9 0,2-4-5 0,-2 4-3 16,1-4-4-16,-1 4-11 0,1-5 8 0,-1 5-8 15,2-8-10-15,-2 8-12 0,-2-2-14 0,2 2-20 16,0 0-24-16,0-6-22 0,0 6-19 0,0 0-32 16,-2-3-97-16,2 3-198 0,0 0 0 0,0 0 0 15,0 0 0-15,-3 10 0 0,2 0 0 0,0 4 0 16,-1 2 0-16,2 2 0 0,2 6 0 0,0 2 0 15,-1 5 0-15,-2-1 0 0,4 2 0 0,-2-2 0 16,0 0 0-16,1-1 0 0,-1-1 0 0,1 2 0 16,2-3 0-16,0-3 0 0,-4-5 0 0,1-1 0 15,-1 0 0-15,3-1 0 0,-3-5 0 0,2-1 0 0,-2-2 0 16,2 1 0-16,-1-2 0 0,-1-4 0 16,1 3 0-16,-2-2 0 0,1 0 0 0,1-3 0 15,-1-2 0-15,2 4 0 0,-2-4 0 0,0 5 0 0,0-5 0 16,0 0 0-16,0 0 0 0,3-11 0 0,-3 6 0 15,0-1 0-15,2-4 0 0,-2 1-136 16,2-2-618-16,-6 0-464 0,-2-2-1318 0,3 1 584 16</inkml:trace>
  <inkml:trace contextRef="#ctx0" brushRef="#br1" timeOffset="406288.5471">30288 13254 269 0,'-7'-3'328'0,"3"0"4"15,-1 0 3-15,-1 0 0 0,1-2-6 0,0 2 12 16,-1 1 10-16,1-2 8 0,1 0 5 0,4 4 9 16,-8-2 2-16,8 2 7 0,-5-1 7 0,5 1-6 15,0 0-6-15,0 0 4 0,-7-3-4 0,7 3-13 16,0 0-8-16,0 0-6 0,-4-2-9 0,4 2-16 15,0 0-250-15,0 0-75 0,0-5 0 0,0 5 0 16,6-5 0-16,3-1 0 0,2 2 0 0,9-2 0 16,8-4 0-16,4 2 0 0,3-5 0 0,17 1 0 15,0 0 0-15,4 2 0 0,-1-4 0 0,-4 0 0 16,4 6 0-16,-16-2 0 0,-2 4 0 0,-2-2 0 16,-3 3 0-16,-4 0 0 0,-8 1 0 0,-2 3 0 15,-6 1 0-15,0-3 0 0,-4 1 0 0,-1 0 0 16,-3 2 0-16,2-2 0 0,-6 2 0 0,9-2 0 15,-9 2 0-15,0 0 0 0,0 0 0 0,0 0 0 16,0 0 0-16,0 0 0 0,0 0 0 0,-9 12-482 16,1-6-262-16,0-2-418 0,-1 2-1257 0,-1 0 557 15</inkml:trace>
  <inkml:trace contextRef="#ctx0" brushRef="#br1" timeOffset="407538.7203">30893 13450 171 0,'0'0'399'0,"1"2"10"0,-1-2-9 0,0 0 0 16,0 0-9-16,0 0-6 0,0 0-10 0,0 0-10 16,0 0-12-16,14-6-12 0,-14 6-18 0,4-2-18 15,0-1-17-15,1 1-19 0,-1 0-19 0,1 0-20 16,2 1-28-16,-2 0-7 0,-5 1-13 0,13 1-23 0,-7 0-11 15,2 3-11-15,-3-3-14 0,3 3-11 16,-3-2-9-16,4 2-1 0,-4 2-5 0,3 0-10 16,-4 1-5-16,0-2-13 0,-2 1-1 0,1 4-10 15,-3-2-6-15,0-2-2 0,-3 4 2 0,1-3-5 0,-6 0-11 16,0 1 0-16,-3 0-12 0,-1-1-9 0,0-1 1 16,1-1-8-16,0-1 6 0,-2 0-3 15,3-2 1-15,1 2 0 0,-1-4 3 0,1 1 5 16,2-2 1-16,2-3 18 0,5 4 10 0,-6-7 15 0,2 1-44 15,3-1-20-15,-1-2 0 0,5-1 0 16,-2-1 0-16,3 0 0 0,0 1 0 0,1 0 0 16,-1-1 0-16,2 2 0 0,1 0 0 0,-1-2 0 15,0 5 0-15,-2-4 0 0,1 5 0 0,-1 2 0 0,1-2 0 16,0 2 0-16,0 0 0 0,-1 1 0 0,4 0 0 16,-8 2 0-16,10 3 0 0,-5 0 0 0,0 1 0 15,1 2 0-15,0-2 0 0,-2 3 0 0,-2 0 0 16,2-1 0-16,4 4 0 0,-3 0 0 0,-1-2 0 15,0 3 0-15,-2-2 0 0,5 0 0 0,-2 0 0 16,1-1 0-16,-2-1 0 0,1 0 0 0,3 0 0 16,1 0 0-16,-3-2 0 0,3 0 0 0,0 0 0 15,1-2 0-15,0 2 0 0,1-3 0 0,1-2 0 16,1-2 0-16,1-2 0 0,-2 1 0 0,6-3 0 16,-6-3 0-16,6 0 0 0,-2-2 0 0,0-2 0 15,-2-1 0-15,2-1 0 0,-2-5 0 0,1-3 0 16,-2 1 0-16,-2-3 0 0,-2 1 0 0,-1-2 0 15,-2 3 0-15,0 4 0 0,-3-1 0 0,2 2 0 16,-3-3 0-16,0 5 0 0,-1 4 0 0,-1-1 0 16,0 2 0-16,2 2 0 0,-2 0 0 0,0 1 0 15,2 3 0-15,-2 5 0 0,0-7 0 0,0 2 0 16,0 5 0-16,0-6 0 0,0 6 0 0,0 0 0 16,0 0 0-16,0 0 0 0,0 0 0 0,0 0 0 15,0 0 0-15,0 0 0 0,2 23 0 0,0-13 0 16,-2 4 0-16,0 2 0 0,-2 2 0 0,4 1 0 15,-2 0 0-15,0 7 0 0,0-1 0 0,3 0 0 16,-1 0 0-16,-2-7 0 0,4 3 0 0,-3-3 0 16,3 1 0-16,1-4 0 0,0 3 0 0,-1-6 0 15,4 3 0-15,-3-4 0 0,1-1 0 0,2-1 0 16,-3 0 0-16,-1-3 0 0,1-3 0 0,-1 4 0 16,2-5 0-16,2-2 0 0,-3 0 0 0,3 0 0 15,2-2 0-15,-2-5 0 0,-1 2 0 0,-1 0 0 16,-1 0 0-16,1-1 0 0,-4-1 0 0,1-1 0 15,-2-1 0-15,2 0 0 0,-3 3 0 0,-1-2 0 16,-2 1 0-16,2 1 0 0,-2 1 0 0,-2-2 0 16,-4 2 0-16,2-2 0 0,-2 2 0 0,-2 0 0 15,1 2 0-15,-3 0 0 0,3 2 0 0,-3 0 0 16,4 1 0-16,-2 1 0 0,3-1 0 0,1 1 0 16,0 0 0-16,0 1 0 0,1 0 0 0,6-2 0 15,-7 1 0-15,7-1 0 0,-5 1 0 0,5-1 0 16,-5 2 0-16,5-2 0 0,0 0 0 0,0 0 0 15,0 0 0-15,0 0 0 0,26-6 0 0,-12 2 0 16,9-1 0-16,4-7 0 0,0 3 0 0,3-1 0 16,-2-2 0-16,2-1 0 0,-5 0 0 0,4 0 0 0,-5-3 0 15,-1 2 0-15,-6 1 0 0,-3 0 0 0,3-1 0 16,-5 0 0-16,-3 6 0 0,0-1 0 0,-1 0 0 16,-2-1 0-16,-2 2 0 0,-1 0 0 0,-2 1 0 15,0 2 0-15,-1-2 0 0,0 0 0 0,-2 3 0 16,0-3 0-16,1 3 0 0,-1-1 0 0,0 2 0 15,2 3 0-15,-2-5 0 0,2 5 0 0,-1-3 0 16,1 3 0-16,-2-5 0 0,2 5 0 0,0 0 0 16,0 0 0-16,-1 16 0 0,0-6 0 0,1 0 0 15,-2 7 0-15,4 3 0 0,-2-4 0 0,1 5 0 16,0-2 0-16,1 0 0 0,1 8 0 0,-3-8 0 16,5 0 0-16,-3-2 0 0,-1 2 0 0,0-2 0 15,2-1 0-15,-3 0 0 0,1-5 0 0,0 3 0 16,1-5 0-16,-2 1 0 0,1-2 0 0,-1-2 0 15,0-1 0-15,0 0 0 0,1-1 0 0,2-1 0 16,-3-3 0-16,5 0 0 0,-5 0-186 0,13-6-400 16,-6 1-34-16,2-3-27 0,0 2-379 0,0-6-1111 15,1 1 492-15</inkml:trace>
  <inkml:trace contextRef="#ctx0" brushRef="#br1" timeOffset="408023.3387">31910 13369 77 0,'0'0'217'0,"1"-3"38"0,-1 3 15 16,0-4 15-16,0 4 23 0,0-4 20 0,0 4 19 15,0 0 12-15,0-6 5 0,0 6-9 0,0 0-2 16,0 0-17-16,0 0-12 0,-5-2-23 0,5 2-16 16,0 0-31-16,0 0-10 0,0 0-21 0,0 0-24 0,0 0-15 15,0 0-25-15,0 0-8 0,0 0-3 16,0 0-15-16,0 0-8 0,0 0-2 0,0 0-15 16,0 0 6-16,0 0-2 0,0 0 3 0,18 2-3 15,-10-2 10-15,-8 0-8 0,18 1-8 0,-6-2-10 0,1 0-3 16,0 0-1-16,-2-1-12 0,2 0-4 0,-1-2-4 15,-3 2 0-15,1-4-72 0,0 2 0 16,-4-1 0-16,1 3 0 0,-2-2 0 0,0 0 0 16,-1 1 0-16,-2 0 0 0,2 0 0 0,-1 0 0 0,-2-2 0 15,-1 5 0-15,3-3 0 0,-3 3 0 0,-4-5 0 16,4 5 0-16,-9-6 0 0,1 6 0 0,3 0 0 16,5 0 0-16,-18 4 0 0,4-1 0 15,3 0 0-15,-1 1 0 0,-1 3 0 0,4-1 0 0,-3 2 0 16,3 0 0-16,0 0 0 0,0 3 0 0,1 0 0 15,3 0 0-15,1 0 0 0,2-1 0 0,0 1 0 16,2 1 0-16,3-4 0 0,0 2 0 0,3-1 0 16,2-1 0-16,2 1 0 0,-1-3 0 0,1 1 0 15,8-1 0-15,-3-1 0 0,6-1 0 0,0 1 0 16,-8-4 0-16,6-1 0 0,2 1 0 0,-2-1 0 16,0-2 0-16,0-1 0 0,-1 1 0 0,-7 1 0 15,2-2 0-15,-5 3 0 0,-3-1 0 0,-1-1 0 16,1 1 0-16,-5 1 0 0,10-1 0 0,-6 0 0 15,-4 1-17-15,0 0-450 0,0 0-83 0,0 0-100 16,-30 2-435-16,11 2-1175 0,-3 0 520 0</inkml:trace>
  <inkml:trace contextRef="#ctx0" brushRef="#br1" timeOffset="408882.4677">30532 14230 97 0,'0'0'460'0,"0"0"13"16,0 0 11-16,0 0 5 0,-9-5-6 15,6 4-13-15,-1-2-12 0,0 1-10 0,1-1-11 16,-2-2-8-16,0 1-10 0,3 0-14 0,-4 1-12 16,3-2-16-16,-1-1-18 0,-3-1-10 0,2 1-15 0,1 0-17 15,2 0-19-15,-1-1-86 0,1 0-212 16,2-2 0-16,0 2 0 0,0-2 0 0,1 2 0 16,3-2 0-16,0 2 0 0,2 0 0 0,0-2 0 15,0 3 0-15,1-3 0 0,2 6 0 0,-1-1 0 16,3-2 0-16,3 3 0 0,-5 1 0 0,5 1 0 0,0 1 0 15,3 1 0-15,-7 1 0 0,4 0 0 16,-2 0 0-16,1 5 0 0,-2-2 0 0,-1 1 0 16,1 1 0-16,-2-1 0 0,-2 5 0 0,-2-2 0 15,0 2 0-15,1 1 0 0,-1 2 0 0,-7-2 0 0,4 4 0 16,0 0 0-16,-4-1 0 0,0 0 0 0,-3 1 0 16,1-3 0-16,-3 3 0 0,0 1 0 15,-2-3 0-15,0 2 0 0,-2-3 0 0,2 2 0 16,-1-1 0-16,-2-1 0 0,5-4 0 0,-2 0 0 0,1 1 0 15,-1-2 0-15,0 1 0 0,4-2 0 0,0-1 0 16,-3-1 0-16,3 0 0 0,1-1 0 0,-1 0 0 16,4-1 0-16,-2 2 0 0,-2-1 0 0,5-4 0 15,-4 3 0-15,4-3 0 0,2 4 0 0,-2-4 0 16,-2 3 0-16,2-3 0 0,0 0 0 0,0 0 0 16,0 0 0-16,0 0 0 0,0 0 0 0,0 0 0 15,0 0 0-15,0 0 0 0,0 0 0 0,17-1 0 16,-7 0 0-16,8-2 0 0,0 1 0 0,1 0 0 15,0 1 0-15,3-2 0 0,9-2 0 0,-4 2 0 16,-4 2 0-16,-2-2 0 0,2 1 0 0,-6 1 0 16,1-1 0-16,-5 0 0 0,-1-1 0 0,-3 1 0 15,-1 2 0-15,-2 0 0 0,1-1 0 0,-2 0 0 16,-5 1 0-16,0 0 0 0,9-4 0 0,-9 4 0 16,4 0 0-16,-4 0 0 0,0 0 0 0,0 0 0 15,0 0 0-15,-3-7 0 0,1 2 0 0,-1-1 0 16,2-1 0-16,-3-2-1366 0,3-2-1478 0,1 1 654 15</inkml:trace>
  <inkml:trace contextRef="#ctx0" brushRef="#br1" timeOffset="409319.8638">31069 14134 278 0,'1'-5'389'0,"2"1"8"0,-2-2 0 16,2 1 6-16,-3 0-6 0,1 1 1 0,0 1-2 16,1-1-5-16,-1 1-5 0,1-3-6 0,1 3-19 15,-2 1-14-15,-1 2-9 0,7-7-21 0,-5 3-6 16,1 2-23-16,1-1-17 0,-4 3-23 0,6-2-20 16,-5 0-20-16,-1 2-23 0,8 0-25 0,-8 0-11 15,0 0-16-15,14 4-8 0,-10-3-10 0,5 5-9 16,-5 1-17-16,3 0-89 0,-2 2 0 0,0 1 0 15,-1 1 0-15,-2-1 0 0,-2 2 0 0,2 0 0 16,-4 0 0-16,0 3 0 0,-3-2 0 0,-1 1 0 16,1-2 0-16,-4-1 0 0,-3 1 0 0,-3 1 0 15,2-2 0-15,-2-1 0 0,-2-3 0 0,3 1 0 16,1-3 0-16,2 0 0 0,-2-3 0 0,5 1 0 16,-1-4 0-16,3-2 0 0,-3-1 0 0,0 0 0 15,4-3 0-15,-1-3 0 0,-1-2 0 0,4-3 0 16,-1-2 0-16,4-1 0 0,0-2 0 0,2 2 0 15,2 2 0-15,-3 0 0 0,8 0 0 0,-4 3 0 16,4 2 0-16,-4 2 0 0,4-1 0 0,3 3 0 16,-2-1 0-16,0 5 0 0,4 3 0 0,0 0-77 15,-2 0-358-15,1 3-28 0,-3 3-28 0,-1 3-20 16,-3-2-23-16,1 2-2 0,-5 0-322 0,2 3-929 16,-5-1 411-16</inkml:trace>
  <inkml:trace contextRef="#ctx0" brushRef="#br1" timeOffset="409695.5099">31018 14290 197 0,'-3'4'287'0,"3"-4"14"16,0 0 9-16,-5 0 2 0,5 0 4 0,0 0-6 15,0 0 7-15,0 0-9 0,0-8-10 0,0 8-9 16,0 0-16-16,4-6-18 0,-4 6-10 0,5-4-11 16,-1 1-10-16,2 2-17 0,-2 0-9 0,4 0-9 15,-8 1-10-15,14 1-11 0,-5 0-4 0,1 3-10 16,-1-1-9-16,3 0-4 0,-3 1-4 0,1 1-8 15,1 2-13-15,-2 1-1 0,2-1-6 0,-1 0-13 16,-3 2-6-16,0-1-11 0,-1 0 0 0,-1 5-8 16,0-3-3-16,-3-4-5 0,0 6-7 0,-4-1-10 15,0-3-1-15,-3 3-1 0,-2-4 0 0,-2 2 1 16,-2-1-7-16,-3 2-3 0,-5-3-1 0,4 0 1 16,-3-3-4-16,5 1 15 0,0-3 29 0,2 0 8 15,1 0 27-15,2-4 17 0,-1 0-3 0,4 1-124 16,0-2 0-16,1-2 0 0,1 1 0 0,1-3 0 15,-1-3 0-15,3 2 0 0,3-3 0 0,2-1 0 16,0 2 0-16,0-3 0 0,2 4 0 0,-1-4 0 16,2 3 0-16,-1-1 0 0,7 0 0 0,-3 4 0 15,3-2 0-15,2 3-3 0,5 0-419 0,-1 4-82 16,-1 0-92-16,-2 3-515 0,2-1-1205 0,0 0 533 16</inkml:trace>
  <inkml:trace contextRef="#ctx0" brushRef="#br1" timeOffset="410165.1945">31484 14298 239 0,'0'0'272'16,"0"0"-1"-16,0 0 6 0,0 0-8 0,0 0 10 15,0 0-6-15,0 0 4 0,0 0-11 0,0 0-8 16,0 0-10-16,0 0-18 0,0 0-20 0,0 0-11 16,0 0-20-16,0 0-16 0,0 0-13 0,0 0-18 15,0 0-8-15,0 0-14 0,0 0-3 0,0 0-16 16,0 0-1-16,-10 10-9 0,9-7-13 0,1-3-4 15,-8 3-1-15,7 1-8 0,-3-1 0 0,0-1-1 16,4-2 4-16,-9 2 15 0,7-1 12 0,2-1 18 16,-7 3 9-16,7-3 7 0,-6 1 11 0,6-1 8 15,0 0-10-15,0 0-3 0,-9-4-10 0,9 4-3 16,0 0-3-16,0-7-11 0,0 7-8 0,0 0-11 16,4-6-6-16,-4 6-11 0,2-4-5 0,-2 4-10 15,4-2-8-15,-4 2-8 0,5-2 2 0,-5 2-15 16,0 0-25-16,9 0-24 0,-9 0-34 0,0 0-34 15,4 4-34-15,1-2-42 0,0 1-33 0,-1-2-49 16,0 2-38-16,1-1-42 0,-5-2-64 0,4 4-59 16,-3-2-327-16,-1-2-852 0,0 0 376 0</inkml:trace>
  <inkml:trace contextRef="#ctx0" brushRef="#br1" timeOffset="410805.6665">31815 14246 95 0,'0'0'420'0,"0"0"13"0,0 0 3 0,0 0-6 16,0 0-14-16,0 0-8 0,0-5-11 0,0 5-14 15,0 0-17-15,0 0-27 0,0 0-24 0,0 0-23 16,-3-5-20-16,3 5-9 0,0 0-10 0,-2-4-9 15,2-2-7-15,0 6-14 0,-4-6-3 0,4 4-6 16,0 2-11-16,0-8-9 0,-2 4-11 0,4-2-13 16,0 3-2-16,0-3-7 0,2-2-18 0,1 0-17 15,4-1-13-15,0 1-39 0,1 0-74 0,2 1 0 16,3-3 0-16,2 3 0 0,-2 0 0 0,3-1 0 16,-3 2 0-16,-3 5 0 0,1-3 0 0,-3 0 0 15,-2 3 0-15,0-1 0 0,-1 1 0 0,-3-1 0 16,1 1 0-16,-5 1 0 0,11 3 0 0,-8 0 0 15,3 2 0-15,-6-1 0 0,2 2 0 0,0 4 0 16,-4 2 0-16,0-1 0 0,-2 1 0 0,-1 2 0 16,-5 3 0-16,-1 6 0 0,0-8 0 0,-4 5 0 15,2-3 0-15,1-2 0 0,-1-2 0 0,-4 3 0 16,7-3 0-16,-2-1 0 0,2 2 0 0,0-2 0 16,2 0 0-16,-1-4 0 0,3 0 0 0,-2-1 0 15,4 0 0-15,0-1 0 0,3 1 0 0,-4 1 0 16,0-4 0-16,3 1 0 0,0 0 0 0,-2-2 0 15,3 0 0-15,1 1 0 0,0-4 0 0,-4 3 0 16,4-3 0-16,-2 4 0 0,2-4 0 0,0 0 0 16,7 5 0-16,1-3 0 0,2-1 0 0,3-1 0 15,0 0 0-15,7-2 0 0,2-2 0 0,0 0 0 16,3 0 0-16,4-1 0 0,-1-1 0 0,-2-1 0 16,2 1 0-16,-6 1 0 0,-1-1 0 0,-2 2 0 15,-1 3 0-15,-7-1 0 0,1 0 0 0,-1 0 0 16,-4 1 0-16,-1 0 0 0,-6 1 0 0,9-3 0 15,-4 2 0-15,-5 1 0 0,6-1 0 0,-6 1 0 16,0-4 0-16,0 4 0 0,0 0 0 16,0 0 0-16,0 0 0 0,0 0 0 0,0 0-441 0,-13 6-113 15,13-6-45-15,-13 7-35 0,6-5-361 0,0 0-1075 16,-1-1 475-16</inkml:trace>
  <inkml:trace contextRef="#ctx0" brushRef="#br1" timeOffset="411555.8826">30876 14821 367 0,'4'-3'499'0,"-4"3"27"0,0 0 22 16,1-3 26-16,-1 3 8 0,0 0-5 0,4-2-16 16,-4 2-10-16,1-4-18 0,-1 4-20 0,0 0-25 15,0 0-21-15,0 0-20 0,0 0-26 0,0 0-28 16,0 0-249-16,0 0-144 0,0 0 0 0,0 0 0 15,0 0 0-15,0 0 0 0,0 0 0 0,0 0 0 16,0 0 0-16,-7 13 0 0,3-3 0 0,-4 6 0 16,-1 8 0-16,0-1 0 0,-2 3 0 0,1 1 0 15,-1 3 0-15,1-1 0 0,1 2 0 0,1 1 0 16,3 0 0-16,0 0 0 0,-4 0 0 0,4 6 0 16,1-5 0-16,3 0 0 0,-3-1 0 0,4 2 0 15,0-5 0-15,5 5 0 0,-1-6 0 0,4-1 0 16,-3-9 0-16,5 5 0 0,-2-6 0 0,-2 2 0 15,7-3 0-15,-1-2 0 0,-2 2 0 0,4-2 0 16,-3-3 0-16,2 1 0 0,-1-6 0 0,-2 3 0 16,2-6 0-16,7-1 0 0,-7 2 0 0,2-6-559 15,-3-3-713-15,1 0-1378 0,2-3 609 0</inkml:trace>
  <inkml:trace contextRef="#ctx0" brushRef="#br1" timeOffset="411899.769">31269 15021 415 0,'1'-6'529'0,"0"3"19"0,0-1 18 0,-1 4-11 15,3-4-9-15,-2 0-20 0,-1 4-27 0,3-4-29 16,-3 4-24-16,0 0-18 0,0 0-29 0,0 0-28 15,0 0-30-15,0 0-28 0,0 0-25 0,0 0-23 16,0 0-6-16,0 0-11 0,3 13-69 0,-3-2-179 16,3-1 0-16,-3 3 0 0,0-1 0 0,0 3 0 15,0 1 0-15,1 3 0 0,1-3 0 0,-1 3 0 16,0-3 0-16,0 0 0 0,1 1 0 0,-1 0 0 16,0-2 0-16,-1-2 0 0,2 2 0 0,-1-6 0 15,-1 2 0-15,1-2 0 0,0-1 0 0,1-4 0 16,-2 1 0-16,1 1 0 0,0-1 0 0,-1-5 0 15,3 6-124-15,-2-4-334 0,-1-2-70 0,0 0-74 16,0 0-479-16,0 0-1169 0,0 0 518 0</inkml:trace>
  <inkml:trace contextRef="#ctx0" brushRef="#br1" timeOffset="412258.9488">31225 15056 196 0,'1'-5'406'0,"2"-2"14"0,-2 2 12 0,0-2 5 16,1 1 9-16,0 1-4 0,-2-1-11 0,0 2-4 16,0-2-13-16,3-1 2 0,-2 2-24 0,-1-2-1 15,1 2-9-15,-1 0-6 0,0-3-7 0,2 3-3 16,-1-1-13-16,1 1-13 0,1-5-24 0,1 4-16 16,0-5-161-16,1 2-139 0,1 2 0 0,3-1 0 15,0 0 0-15,3 3 0 0,1-3 0 0,3 1 0 16,-2 4 0-16,3-3 0 0,0 4 0 0,1-1 0 15,2 2 0-15,0 2 0 0,-7 2 0 0,0 1 0 16,1 0 0-16,1 1 0 0,-2 2 0 0,-4 0 0 16,0 2 0-16,-2 2 0 0,-2-1 0 0,-1 2 0 15,-2 0 0-15,-1 4 0 0,-2-4 0 0,-1 1 0 16,-4-1 0-16,-3 5 0 0,0-3 0 0,-4 2 0 16,3-7 0-16,-4 4 0 0,-1-3 0 0,-1-1 0 15,6-2 0-15,-3-3 0 0,3 2 0 16,0 0 0-16,3-3 0 0,4-2 0 0,-1 3-462 0,4-4-56 15,0 0-71-15,-3 6-58 0,3-6-350 0,0 0-1078 16,10 8 477-16</inkml:trace>
  <inkml:trace contextRef="#ctx0" brushRef="#br1" timeOffset="413087.9156">31556 15255 24 0,'0'0'310'0,"0"0"4"0,0 0 6 16,0 0-5-16,0 0-18 0,6-10-8 0,-6 10 6 16,0 0-4-16,2-8-3 0,-1 5 0 15,-1 3 6-15,1-5-3 0,-1 1 4 0,0 4-13 16,5-5-13-16,-5 5-10 0,2-4-21 0,-1 1-10 0,-1 3-20 16,6-2-17-16,-1 0-16 0,0 0-18 0,1 1-10 15,-6 1-13-15,12 0-14 0,-5 1-8 0,0 3 1 16,1-2-13-16,0 3-9 0,-1 2-7 15,-2-3-5-15,-1 1-3 0,3 2-19 0,-5-1-1 16,2 1-9-16,-4-1-1 0,-1 2-5 0,2 0-2 0,-2 2-1 16,-4-2-4-16,1 2 3 0,-3-5-7 0,2 1 4 15,-1-1-11-15,-3 0 5 0,-3 1-1 0,2-3-6 16,0 1 7-16,2-3 28 0,3 1 17 0,-7-2 26 16,12 0 11-16,-11-7 8 0,4 4 2 15,2-2-65-15,1-1-55 0,0-2 0 0,1 1 0 16,3-3 0-16,0 2 0 0,4-3 0 0,1 0 0 0,0 1 0 15,0 0 0-15,1 3 0 0,-1 1 0 0,-1-1 0 16,0 1 0-16,-1 0 0 0,2 4 0 16,2-2 0-16,-3 2 0 0,3 1 0 0,-2-1 0 15,-5 2 0-15,14 4 0 0,-8-1 0 0,0 6 0 16,0-1 0-16,7 4 0 0,-5 4 0 0,-2 0 0 0,3 2 0 16,0 5 0-16,-4 2 0 0,3 1 0 0,-3 0 0 15,3-1 0-15,-5 1 0 0,4 0 0 16,-3 2 0-16,-2-5 0 0,2 4 0 0,-1-1 0 15,0-1 0-15,-1-6 0 0,-1 6 0 0,-1-6 0 16,2 2 0-16,-2-2 0 0,2-1 0 0,0-1 0 0,0-4 0 16,-1-1 0-16,0 0 0 0,-1-1 0 0,3-2 0 15,-3 1 0-15,0 1 0 0,1-5 0 0,-2-2 0 16,1 3 0-16,0-4 0 0,1 1 0 0,-1-4 0 16,1 5 0-16,-1-1 0 0,0-4 0 0,0 4 0 15,0-4 0-15,0 0 0 0,2 3 0 0,-2-3 0 16,0 0 0-16,0 0 0 0,0 0 0 0,0 0 0 15,-2 5 0-15,2-5 0 0,0 0 0 0,0 0 0 16,0 0 0-16,-18-5 0 0,8 5 0 0,1-3 0 16,-1 1 0-16,-1 0 0 0,-2-3 0 15,-8 0 0-15,8 2 0 0,-3 0 0 0,-3-1 0 16,0-1 0-16,1 2 0 0,2 0 0 0,-1 0 0 0,5-4 0 16,2 6 0-16,0-1 0 0,-1 0 0 0,5 0 0 15,1 0 0-15,0-2 0 0,5 4 0 0,-8-6 0 16,4 3 0-16,2-1 0 0,2-3 0 0,0 1 0 15,1-2 0-15,3-2 0 0,2-1 0 16,6-5 0-16,0 2 0 0,11-9 0 0,2 4 0 16,-2-1 0-16,4 0 0 0,3 2 0 0,2-2 0 0,-1 2 0 15,-2 3 0-15,2-4 0 0,-2 7 0 0,-1-6-214 16,-2 5-1116-16,-2 1-1441 0,-6 1 639 16</inkml:trace>
  <inkml:trace contextRef="#ctx0" brushRef="#br1" timeOffset="414325.0945">32154 15104 176 0,'0'0'296'16,"-2"-2"-12"-16,2 2-10 0,-4-4-10 0,4 4 1 15,-4-4 0-15,4 4 7 0,-5-2-4 0,2-1 21 16,3 3 1-16,-5-3 17 0,5 3-1 0,-2-3 9 16,2 3 5-16,-3-4 7 0,3 4-1 0,0 0-7 15,-3-8-2-15,2 6-8 0,1 2-11 0,3-4-12 0,-3 4-15 16,1-6-14-16,2 3-17 0,-2-1-16 16,0 0-14-16,-1 0-21 0,4 3-8 0,-3-3-23 15,-1 4-70-15,6-7-88 0,-3 5 0 0,0-1 0 16,1 1 0-16,-4 2 0 0,5-2 0 0,-5 2 0 15,4-2 0-15,-4 2 0 0,0 0 0 0,3-5 0 16,-3 5 0-16,2-2 0 0,-2 2 0 0,0 0 0 16,0 0 0-16,0 0 0 0,0 0 0 0,5-2 0 15,-5 2 0-15,0 0 0 0,0 0 0 0,0 0 0 16,0 0 0-16,0 0 0 0,0 0 0 0,0 0 0 0,0 0 0 16,0 0 0-16,0 0 0 0,0 0 0 15,0 0 0-15,0 0 0 0,0 0 0 0,0 0 0 16,0 0 0-16,0 0 0 0,0 0 0 0,0 0 0 15,0 0 0-15,0 0 0 0,0 0 0 0,0 0 0 16,0 0 0-16,0 0 0 0,0 0 0 0,0 0 0 0,0 0 0 16,0 0 0-16,0 0 0 0,0 0 0 0,0 0 0 15,0 0 0-15,0 0 0 0,0 0 0 16,0 0 0-16,0 0 0 0,0 0 0 0,0 0 0 16,0 0 0-16,0 0 0 0,0 0 0 0,0 0 0 15,0 0 0-15,0 0 0 0,0 0 0 0,0 0 0 0,0 0 0 16,0 0 0-16,0 0 0 0,0 0 0 0,0 0 0 15,1-4 0-15,-1 4 0 0,0 0 0 0,8 0 0 16,-8 0 0-16,7-1 0 0,-1-1 0 0,-6 2 0 16,13 0 0-16,-6 0 0 0,1 0 0 0,-1 0 0 15,3 2 0-15,-1 0 0 0,2 1 0 0,-4-1 0 16,6 0 0-16,-4 3 0 0,1 0 0 0,-1 1 0 16,3 2 0-16,-1 2 0 0,-6-1 0 0,4 0 0 15,-5 0 0-15,2 2 0 0,-4 1 0 0,-2-1 0 16,-4 3 0-16,-4 0 0 0,2-3 0 0,-6 4 0 15,-2-1 0-15,1-3 0 0,-6 0 0 0,-5 1 0 16,5-2 0-16,-2-1 0 0,1-3 0 0,1-1 0 16,1-3 0-16,1 3 0 0,6-4 0 0,-1-1 0 15,6-2 0-15,-2 0 0 0,3-2 0 0,1-1 0 16,-1 0 0-16,5-7 0 0,-1 3 0 0,1-1 0 16,1 0 0-16,4-2 0 0,-1 0 0 0,0 0 0 15,2 1 0-15,2-1 0 0,-3 1 0 0,3 1 0 16,1 2 0-16,1-5 0 0,-4 5 0 0,2-1 0 15,0 3 0-15,-1-1 0 0,-2 2 0 0,2 0 0 16,-2 2 0-16,0-1 0 0,-1 3 0 0,0-3 0 16,-2 3 0-16,-2 1 0 0,4-2 0 0,-4 2 0 15,5-5 0-15,-5 5 0 0,0 0 0 0,4-2 0 16,-4 2 0-16,0 0 0 0,5-3 0 0,-5 3 0 16,5-1 0-16,-5 1 0 0,0 0 0 0,0 0 0 15,0 0 0-15,0 0 0 0,0 0 0 0,0 0 0 16,9 0 0-16,-9 0 0 0,0 0 0 0,5-2 0 15,-5 2 0-15,0 0 0 0,0 0 0 0,0 0 0 16,4 4 0-16,0-1 0 0,-4-3 0 0,6 8 0 16,-4-3 0-16,4 4 0 0,-1 1 0 0,4 4 0 0,1 2 0 15,-2 3 0-15,0-1 0 0,1 5 0 16,2 0 0-16,-2 1 0 0,-2 3 0 0,-1-1 0 16,0-1 0-16,-3-6 0 0,1 8 0 0,-4-8 0 15,0-1 0-15,1 0 0 0,-1-2 0 0,1 1 0 0,-2-1 0 31,-2 0 0-31,2-7 0 0,1 1 0 0,0-2 0 0,-1-2 0 0,-1-1 0 0,1 1 0 0,2-1 0 16,1-4 0-16,-2-1 0 0,-4 5 0 0,4-5 0 16,0 0 0-16,0 0 0 0,0 0 0 15,0 0 0-15,0 0 0 0,19-9-77 0,-10 2-458 0,0-1-57 16,-3-2-79-16,1 2-382 0,-1-2-1141 0,4 0 505 16</inkml:trace>
  <inkml:trace contextRef="#ctx0" brushRef="#br1" timeOffset="414903.1391">32638 15041 278 0,'-10'9'366'0,"10"-9"-4"0,0 0-11 16,0 0-19-16,0 0 3 0,0 0-13 0,0 0-8 16,0 0-18-16,0 0-7 0,-7-7-6 0,7 7-5 15,0 0-6-15,0 0-9 0,-2-5-11 0,2 5-6 16,0 0-14-16,-1-7-2 0,1 7-6 0,0 0-10 0,1-8-14 15,-1 8-4-15,0 0-10 0,2-4-20 0,-2 4-14 16,0 0-13-16,3-6-13 0,-3 6-12 16,0 0-18-16,12-1-11 0,-12 1-10 0,11-3-8 15,-11 3-6-15,16 2-3 0,-9 0-7 0,0 0-11 16,3 3-4-16,0 0-5 0,-1 1 4 0,-1 2-12 0,-2 0-3 16,3 1-1-16,-4 1-4 0,0-1 0 15,-1 2-5-15,0-3-4 0,-4 2-2 0,-1-1 11 16,-2 3-8-16,2-3-8 0,-3 0 3 0,-4-1-1 15,-2 0 1-15,4-2-9 0,-6-2-1 0,-2 2 6 16,3 0 2-16,-2-4 3 0,0 2-6 0,3-2 1 16,2-2 7-16,-3 1-2 0,2-2-1 0,9 1 9 15,-13-2 0-15,8-2-5 0,5 4-1 0,-5-8 6 16,1 1-6-16,4 1 11 0,-1 0-12 0,1-6-13 16,0 0 14-16,2 2-15 0,1 0-20 0,1-1-23 15,0 1-15-15,1 1-23 0,-3-2-17 0,1 5-29 16,1-4-28-16,-1 5-33 0,1-2-34 0,-1 3-30 15,2-1-59-15,0 1-45 0,-1 1-43 0,1-1-42 16,-5 4-30-16,6 0-264 0,-6 0-805 0,0 0 356 16</inkml:trace>
  <inkml:trace contextRef="#ctx0" brushRef="#br1" timeOffset="415324.9743">32621 15177 135 0,'0'0'202'0,"0"0"1"16,5 2-6-16,-5-2 4 0,0 0-1 0,0 0 2 16,0 0-3-16,0 0 6 0,7 1-3 0,-7-1-7 15,0 0 2-15,5 2-6 0,-5-2-2 0,9 5-7 16,-5-3 11-16,-1 1-6 0,4-2-1 0,-4 1-1 16,7 2-1-16,-5 1-5 0,-1-1-3 0,8 1-3 15,-5 3-12-15,2 0-9 0,-4-3-10 0,4 3-11 16,0-1-17-16,-4 1-5 0,2 0-10 0,-2-1-9 15,0 3-11-15,-4-3-6 0,3 1-9 0,-3 0-3 16,-2 1-3-16,2 1-10 0,-6-2-2 0,0 2 0 16,-1-2-4-16,-1 3 5 0,-2-3 4 0,-2-3 5 15,-2 0 1-15,2 0 3 0,-1-3 8 0,-6 1 13 16,6-3 12-16,3 0 11 0,-3 2 22 0,12-2 19 16,-15-4 9-16,8 1-4 0,2 0-5 0,1-3 3 15,-1 1-9-15,2-4-5 0,1-2-14 0,2 3-15 16,3-4-8-16,-2 0-12 0,2 2-13 0,2 1-13 15,0-2-42-15,0 0-17 0,1 0 0 0,2 2-48 16,1-3-26-16,-1 3-31 0,1-1-37 0,-1 3-40 16,1-1-35-16,2 3-32 0,1-2-41 0,5 1-40 15,-7 5-36-15,0-1-39 0,2 1-39 0,-12 1-38 16,0 0-328-16,0 0-877 0,0 0 389 0</inkml:trace>
  <inkml:trace contextRef="#ctx0" brushRef="#br1" timeOffset="415809.7222">33015 15068 22 0,'0'0'324'0,"0"0"-2"15,0 0 9-15,0 0-7 0,0 0-5 0,0 0 6 16,9-23-5-16,-9 23-7 0,0 0-5 0,0 0-12 16,0 0-5-16,0 0-20 0,11-13-14 0,-11 13-22 15,0 0-17-15,0 0-17 0,10-10-19 0,-10 10-14 16,0 0-17-16,0 0-11 0,0 0-18 0,19-8-10 16,-19 8-13-16,0 0-9 0,0 0-13 0,0 0-1 15,0 0-13-15,0 0-9 0,0 0-8 0,0 0-3 16,0 0-5-16,0 0-4 0,43 17-3 0,-43-17-4 15,8 12-3-15,-8-12-2 0,5 16-2 16,-5-16-2-16,0 20-5 0,0-20 1 0,0 19 1 0,0-19-5 16,-5 18 1-16,5-18 3 0,-11 17-4 0,11-17 0 15,-16 17-1-15,7-11 2 0,9-6-1 0,-21 10 2 16,21-10 1-16,-20 9 6 0,20-9 21 0,-19 4 11 16,19-4 13-16,0 0 4 0,0 0 4 15,0 0-4-15,0 0-6 0,-39-13-2 0,39 13-3 16,-11-16-3-16,11 16-12 0,-7-23-6 0,4 9-3 0,3 14-20 31,0-24-25-31,0 24-27 0,3-23-25 0,-3 23-35 0,7-23-35 0,-7 23-37 0,8-16-46 0,-8 16-55 16,13-11-41-16,-13 11-39 0,0 0-31 15,32-1-53-15,-32 1-27 0,0 0-246 0,36 14-767 16,-36-14 340-16</inkml:trace>
  <inkml:trace contextRef="#ctx0" brushRef="#br1" timeOffset="416232.0357">33018 15192 242 0,'0'0'408'15,"0"0"-9"-15,0 0-29 0,0 0-21 0,0 0-4 16,0 0-23-16,0 0-23 0,0 0-37 0,0 0-15 16,0 0-19-16,0 0-29 0,0 0-22 0,0 0-13 0,0 0-16 15,0 0-14-15,0 0-11 0,0 0-11 0,0 0-6 16,0 0-4-16,0 0-3 0,59 5 2 15,-50 4-3-15,-9-9-2 0,20 18-12 0,-11-8 0 16,5 1-9-16,-4 3-6 0,-2-3-3 0,-8-11-5 16,18 24-7-16,-12-13-7 0,-6-11-4 0,8 26-4 0,-5-9-7 15,-3-17 1-15,-3 25-2 0,3-25-9 0,-8 21 2 16,-1-11 0-16,9-10 2 0,-14 16 6 16,14-16 8-16,-19 12 4 0,19-12 12 0,-23 7 8 15,23-7 19-15,0 0 28 0,-27-1 17 0,27 1 17 16,0 0 13-16,0 0-3 0,-26-16-8 0,26 16 1 15,-7-15 2-15,7 15-15 0,-2-24-11 0,3 6-11 0,-1 18-15 16,5-29-13-16,-1 13-12 0,-4 16-8 0,9-24-35 16,-3 10-44-16,1 3-22 0,-7 11-32 15,12-17-38-15,-12 17-35 0,14-16-43 0,-14 16-43 16,13-14-50-16,-13 14-40 0,15-11-36 0,-15 11-35 16,0 0-43-16,17-8-35 0,-17 8-18 0,0 0-289 15,19-8-838-15,-19 8 372 0</inkml:trace>
  <inkml:trace contextRef="#ctx0" brushRef="#br1" timeOffset="416544.3422">33175 15023 209 0,'-6'-27'324'16,"3"15"12"-16,3 12-3 0,0-24 22 0,0 24 7 0,5-22-1 15,-5 22 4-15,0-22 7 0,0 22 6 16,4-16-9-16,-4 16-8 0,8-11-11 0,-8 11-8 15,0 0-10-15,0 0-17 0,14-14-18 0,-14 14-16 16,0 0-34-16,0 0-18 0,0 0-19 0,0 0-11 16,0 0-4-16,43 19-4 0,-29-5-8 0,2 7-7 15,0 2-1-15,-3 2-8 0,2 3-7 0,-2 4-143 16,1-1-17-16,-5 3 0 0,0 1 0 0,0 10 0 16,-4-9 0-16,-4 0 0 0,-2 9 0 0,-9-11 0 15,2 1 0-15,-2-1 0 0,-8-2 0 0,0-3 0 16,-1 0 0-16,-4-6 0 0,-6 0 0 0,-2-4-344 15,-1 0-158-15,-4-6-85 0,3 0-81 0,-3-4-347 16,3-4-1101-16,4-1 487 0</inkml:trace>
  <inkml:trace contextRef="#ctx0" brushRef="#br1" timeOffset="418735.6226">20582 15282 158 0,'0'0'363'0,"-3"-5"19"0,2 1 11 0,1 4 17 0,0 0 6 15,0-7 7-15,-4 3 0 0,4 4-1 0,0-5 0 16,0 5-4-16,-1-5-3 0,1 2-4 0,0 3-17 15,-3-5-15-15,3 5-17 0,0-5-22 16,0 5-25-16,0 0-16 0,0 0-28 0,0 0-20 0,0-5-20 16,0 5-19-16,0 0-131 0,0 0-81 0,0 0 0 15,0 0 0-15,0 16 0 0,0-7 0 0,4 3 0 16,-3 5 0-16,3 0 0 0,0 8 0 0,2 1 0 16,-2-1 0-16,0 1 0 0,0 1 0 0,0 1 0 15,1-1 0-15,-4-3 0 0,3 4 0 0,-1-4 0 16,0 2 0-16,-1-6 0 0,-1 3 0 0,-1-5 0 15,1 2 0-15,-1-4 0 0,0 0 0 0,0-4 0 16,3-1 0-16,-3-1 0 0,1-1 0 0,-1-1 0 16,0-3 0-16,1 2 0 0,1-1 0 0,-1-2 0 15,-1 0 0-15,0-4 0 0,0 4 0 0,1 0 0 16,-1-4 0-16,0 5 0 0,0-5 0 0,0 0 0 0,0 0 0 16,0 0 0-16,0 0 0 0,0 0 0 15,10-12 0-15,-7 6-85 0,1-1-601 0,-1-4-551 16,0 0-1340-16,-2-2 593 0</inkml:trace>
  <inkml:trace contextRef="#ctx0" brushRef="#br1" timeOffset="419079.3225">20560 15327 159 0,'1'-4'345'0,"-1"-7"4"0,0 5-2 0,4 0-1 15,-4 1-4-15,1-1-12 0,2 1-4 0,-2 0-9 16,2 2-9-16,-3-1-7 0,1 1-14 0,-1 3-9 16,0-6-11-16,0 6-11 0,4-3-10 0,-3 1-7 15,-1 2-1-15,4-4-6 0,2 2 1 16,-6 2-5-16,9-3 1 0,-5-1 12 0,4 3 3 0,0-1-9 16,-1 1-4-16,6-2-11 0,0-1-12 0,0 4-7 15,4-5-13-15,1 2-14 0,3 0-128 0,-2 0-46 16,5-1 0-16,3 0 0 0,-8 3 0 0,3-2 0 15,-3 2 0-15,-1 0 0 0,-4 0 0 0,-2-2 0 16,-1 2 0-16,-5-1 0 0,1 1 0 0,-1 0 0 16,2-1 0-16,-8 2 0 0,8 0 0 0,-8 0 0 15,0 0 0-15,0 0 0 0,0 0 0 0,0 0-131 16,0 0-246-16,0 0-56 0,-2 6-43 0,2-6-46 16,-14 5-31-16,8-2-398 0,-2 0-1028 0,-1 4 455 15</inkml:trace>
  <inkml:trace contextRef="#ctx0" brushRef="#br1" timeOffset="419407.3429">20681 15436 174 0,'-2'5'313'16,"1"-1"18"-16,-1 0 15 0,1-1 13 0,1-3 11 16,-1 7 6-16,1-7-1 0,1 6 0 0,0-3-4 15,-1-3-5-15,0 0-8 0,5 4-7 0,-5-4-4 16,8 2-4-16,-4-1-23 0,2-1-14 0,-6 0-10 15,14-1-12-15,-3 1-12 0,0 1-16 0,3-2-13 16,4-1-18-16,-3-2-17 0,3 4-22 0,0-3-17 16,-5 2-14-16,2-1-39 0,-2 1-116 0,2-1 0 15,-2 0 0-15,1 0 0 0,-4 2 0 0,0-1 0 16,1-1 0-16,-5 2 0 0,3-1 0 0,-4-1 0 16,-5 2 0-16,13-2 0 0,-13 2 0 0,9 0 0 15,-9 0-95-15,5 0-174 0,-5 0-55 0,0 0-39 16,5 2-54-16,-5-2-55 0,5 3-73 0,-5 1-406 15,0-4-1031-15,0 0 456 0</inkml:trace>
  <inkml:trace contextRef="#ctx0" brushRef="#br1" timeOffset="420127.0757">20947 15608 220 0,'0'0'370'0,"0"0"2"0,0 0 6 0,8-7-5 0,-8 7-16 15,0 0-6-15,1-5-11 0,-1 5-13 0,3-3-11 16,-3 3-7-16,0-4-18 0,0 4-9 0,2-3-13 16,-2 3-15-16,4-4-18 0,-4 4-17 0,0 0-13 15,5-1-16-15,-5 1-6 0,9-2-14 0,-4 2-10 16,-5 0-14-16,13 3-4 0,-7-3-9 0,-2 2-7 16,4 2-9-16,-2-1-5 0,1 0-12 0,-1 0-3 15,-2 1-13-15,0 1-8 0,1 1-1 0,0 0-8 16,-5 0-10-16,1 1 0 0,-3 1-4 0,-2 2-2 15,0 1-3-15,-5-3 8 0,0 3-5 0,-1-3-2 16,-2 0-4-16,2-1-3 0,-2-2 9 0,1 3 24 16,0-3 8-16,-1 0-59 0,5-3-24 0,0 1 0 15,2-2 0-15,-2-1 0 0,7 0 0 0,-10-4 0 16,7 2 0-16,1-3 0 0,1 0 0 0,0 0 0 16,3-1 0-16,0-2 0 0,0-2 0 0,3 1 0 15,2-2 0-15,2 4 0 0,-2-3 0 0,2 4 0 16,-1-4 0-16,2 2 0 0,-1 2 0 0,0 0 0 15,1 0 0-15,-1 1 0 0,0 0 0 0,1 3 0 16,-3 0 0-16,-2 0 0 0,1 1-151 0,-2 0-11 16,-4 1 10-16,10-1 10 0,-10 1 12 0,0 0 11 15,11 0 12-15,-11 0 13 0,5 0 8 0,-5 0 14 16,0 0 7-16,0 0 18 0,0 0 27 0,10 1 24 16,-10-1 23-16,0 0 25 0,0 0 25 0,5-2 14 15,-5 2 2-15,1-4-8 0,-1 4 2 0,1-4 9 16,-1 4-1-16,4-4 7 0,-1 1-6 0,1-1-6 15,0 1-5-15,1-2-11 0,1 4 0 0,-1-1-12 16,4 2-5-16,-1-3-57 0,3 3 0 0,2 0 0 16,4 1 0-16,-6 1 0 0,2 2 0 0,2 1 0 15,-6 1 0-15,5-1 0 0,-5 2 0 0,0 0 0 16,-1 2 0-16,-2 0 0 0,-2 1 0 0,1-2 0 16,-1 3 0-16,-1 0 0 0,-3 0 0 0,-3-3 0 15,2 3 0-15,-3-2 0 0,0-2 0 0,0 2 0 16,2-4 0-16,-6 1 0 0,7-2 0 0,-2-1 0 15,1 0 0-15,-1-1 0 0,3-2 0 0,0 0 0 16,0 0 0-16,0 0 0 0,-6-8 0 0,8 1 0 16,1-3 0-16,3 0 0 0,1-4 0 0,4 1 0 15,-2-1 0-15,6 1 0 0,-4 0 0 0,-1 1 0 16,1 1 0-16,-3 2 0 0,2 0 0 0,2 3 0 0,-3 0 0 16,-2-2 0-16,1 3 0 0,0 1 0 15,-3 3-26-15,1-1-297 0,-1 0-54 0,1 1-61 16,1 1-58-16,-7 0-69 0,9 2-430 0,-9-2-1077 15,5 3 476-15</inkml:trace>
  <inkml:trace contextRef="#ctx0" brushRef="#br1" timeOffset="421002.772">22031 15666 312 0,'0'0'457'0,"0"0"3"0,0 0 1 15,0 0-7-15,0 0-14 0,0 0-9 0,0 0-17 16,0 0-15-16,1-10-12 0,-3 5-20 0,2 5-3 16,-1-6-11-16,1 4-13 0,0 2-16 15,0-6-15-15,1 2-21 0,0 1-18 0,-1 3-23 0,0-7-12 16,6 4-21-16,-2-1-23 0,3 0-9 0,-1 1-15 15,-1 2-42-15,5-1-125 0,1 1 0 0,-4 0 0 16,6 3 0-16,-4 0 0 0,1 2 0 16,0 0 0-16,-2 2 0 0,0 1 0 0,-3 0 0 0,0 1 0 15,1 2 0-15,-2 1 0 0,-4 1 0 0,0-2 0 16,-2 3 0-16,-7 2 0 0,0 0 0 0,-3 0 0 16,1-3 0-16,-10 4 0 0,-2-2 0 0,-4-1 0 15,3-3 0-15,-3-2 0 0,9 1 0 0,1-6 0 16,0 1 0-16,4-2 0 0,2-2 0 0,0-2 0 15,1 2 0-15,4-4 0 0,-2 2 0 0,4-6 0 16,-2 3 0-16,2-5 0 0,4 0 0 0,-1-6 0 16,1 3 0-16,1 2 0 0,3-5 0 0,2-1 0 15,3 2 0-15,-1 2 0 0,1-2 0 0,2-1 0 16,1 3 0-16,3 0 0 0,-2-1 0 0,5 2 0 16,4-3 0-16,-6 6 0 0,3-3 0 0,-5 0 0 15,4 3 0-15,-4 0 0 0,4-2 0 0,-6 5 0 16,1 0 0-16,1-4 0 0,-5 3 0 0,2-1 0 15,-2 3 0-15,-4-3 0 0,3 3 0 0,-3-1 0 16,2-2 0-16,-3-1 0 0,-1-1 0 0,-2 1 0 16,-1-1 0-16,-4-2 0 0,2-1 0 0,-2-2 0 15,-1 0 0-15,0-1 0 0,0 2 0 0,0 1 0 16,1 2 0-16,0 0 0 0,0-1 0 0,-1 1 0 16,3 0 0-16,-1 3 0 0,-1 1 0 0,3-1 0 15,-2 2 0-15,3-1 0 0,-1 3 0 0,1 4 0 16,-3-8 0-16,3 8 0 0,-2-4 0 0,2 4 0 15,0 0 0-15,0 0 0 0,0 0 0 0,6 20 0 16,-2-9 0-16,1 5 0 0,-1 9 0 0,4 2 0 16,-2 3 0-16,-1 1 0 0,2 0 0 0,-2 1 0 15,-3-7 0-15,2 7 0 0,-3-1 0 0,0 0 0 16,1-3 0-16,-1 1 0 0,-2-2 0 0,1-2 0 0,1-8 0 16,-1 0 0-16,-1-3 0 0,-1-3 0 15,4-2 0-15,-4 0 0 0,2-3 0 0,0 0 0 16,3-2 0-16,0 0 0 0,2-1 0 0,1-2 0 15,-1-1-578-15,7-1-149 0,-6-2-421 0,3-1-1244 16,3-2 551-16</inkml:trace>
  <inkml:trace contextRef="#ctx0" brushRef="#br1" timeOffset="422019.1233">22317 15648 144 0,'0'-5'365'0,"0"5"32"0,0-4 26 0,0 4 10 16,0-5 11-16,0 5-7 0,-1-5-5 0,1 5-8 0,0 0-16 15,-4-4-21-15,4 4-12 0,0-3-26 0,0 3-29 16,0 0-20-16,4-4-11 0,-4 4-30 0,0 0-28 16,4-3-25-16,-4 3-13 0,0 0-20 15,10 3-16-15,-2-2-19 0,-1 3-17 0,2 0-8 0,-1 1-12 16,0 1-5-16,2-1-14 0,-2 2-17 0,-1 3 0 16,0-5-8-16,0 5-8 0,0-4-1 0,-2 2-9 15,-4-1 1-15,3 1-9 0,-1-2-31 16,-1 0 0-16,-2 0 0 0,1 0 0 0,-1 0 0 15,-1 0 0-15,0-1 0 0,-2 1 0 0,1-2 0 0,-2 0 0 16,3 0 0-16,-1-2 0 0,2-2 0 0,-4 5 0 16,4-5 0-16,-4 2 0 0,4-2 0 0,0 0 0 15,0 0 0-15,-2-14 0 0,3 7 0 0,3-3 0 16,0 2 0-16,1-3 0 0,5-2 0 0,0 1 0 16,2-1 0-16,3 2 0 0,-4 1 0 0,0 4 0 15,3-4 0-15,-4 1 0 0,-1 3 0 0,4 3 0 16,-4-3 0-16,3 2 0 0,-5 3 0 0,2-1 0 15,-2 1 0-15,-1 2 0 0,2 1 0 0,-2-1 0 16,0 3 0-16,-2-1 0 0,0 3 0 0,-1-1 0 16,2 1 0-16,-3 0 0 0,-2 2 0 0,3-3 0 15,-2 1 0-15,2 3 0 0,-2-3 0 0,-1 0 0 16,1 2 0-16,0-1 0 0,1-1 0 0,-2 0 0 16,1 0 0-16,0 0 0 0,2-1 0 0,-2 1 0 15,2-1 0-15,1 0 0 0,-1-2 0 0,2 2 0 16,-1-3 0-16,3 0 0 0,-2-1 0 0,4-1 0 15,-3 0 0-15,1-3 0 0,0 0 0 0,2-3 0 16,4-1 0-16,-7 0 0 0,8-4 0 0,-6 1 0 16,0 0 0-16,-2 0 0 0,2-2 0 0,-2 4 0 15,-1-4 0-15,2 5 0 0,-5-2 0 0,1 4 0 16,1-3 0-16,-2 3 0 0,2 1 0 0,-2-1 0 16,1 1 0-16,-3 4 0 0,3-4 0 0,-3 1 0 0,0 3 0 15,0 0 0-15,2-3 0 0,-2 3 0 16,0 0 0-16,0 0 0 0,0 0 0 0,0 0 0 15,0 0 0-15,-10 9 0 0,9-5 0 0,-2 1 0 16,2 0 0-16,1 2 0 0,-3 1 0 0,2 5 0 16,2-2 0-16,-1 2 0 0,3 5 0 0,-2-2 0 15,2 2 0-15,-1 0 0 0,1 3 0 0,2-2 0 16,-1 6 0-16,0 3 0 0,0-2 0 0,-1 0 0 16,2 2 0-16,-1-3 0 0,0 4 0 0,-3-1 0 15,4 2 0-15,-1-1 0 0,-1 1 0 0,0 0 0 0,-5-3 0 16,4 4 0-16,-4-6 0 0,2 1 0 0,0-8 0 15,-1 2 0-15,0-5 0 0,2-2 0 16,-1-1 0-16,0-4 0 0,-1 2 0 0,-2-4 0 16,3 1 0-16,-1-2 0 0,1-1 0 0,-2 1 0 15,2-1 0-15,0-4 0 0,0 5 0 0,-1-2 0 0,1-3 0 16,0 0 0-16,0 0 0 0,-1 5 0 0,1-5 0 16,0 0 0-16,0 0 0 0,0 0 0 15,0 0 0-15,0 0 0 0,-15-9 0 0,10 5 0 16,-1-2 0-16,1 2 0 0,-5-3 0 0,1 0 0 0,-1 1 0 15,-2-3 0-15,-2 5 0 0,4-1 0 0,-6-3 0 16,1-1 0-16,4 4 0 0,-2 1 0 0,2-2 0 16,0 0 0-16,4 3 0 0,0-2 0 0,0 3 0 15,0-3 0-15,2 0 0 0,1 0 0 0,3-1 0 16,-2-4 0-16,3 1 0 0,4-3 0 0,0 0 0 16,6-5 0-16,3 2 0 0,6-4 0 0,3-2 0 15,1 1 0-15,1 3 0 0,6-2 0 0,-5-2 0 16,1 3 0-16,7 2 0 0,-5-1 0 15,-1 2 0-15,-4 2 0 0,-4 3 0 0,-5 1-79 0,0-3-656 16,-7 4-495-16,-2-1-1332 0,1 2 590 0</inkml:trace>
  <inkml:trace contextRef="#ctx0" brushRef="#br1" timeOffset="423568.1031">23838 15762 109 0,'-4'-3'372'0,"4"3"17"0,0 0-36 0,-5-1 6 0,5 1 3 15,-4-3-3-15,-1 0 4 0,5 3 4 0,-4-3 4 16,3-1-2-16,1 4 2 0,-5-7-10 0,1 3 2 16,4 1-17-16,0-2-5 0,-2 1-16 0,2-2-16 15,0 2-13-15,2-1-10 0,2 0-15 0,-3 0-21 16,2 2-16-16,-2-3-16 0,3 1-14 0,1 3-22 16,-4-2-121-16,3 0-61 0,1 0 0 0,0 3 0 15,2-1 0-15,-7 2 0 0,11 0 0 0,-4 2 0 16,-2 3 0-16,1-1 0 0,-2 0 0 0,4 2 0 15,-3 2 0-15,-3 1 0 0,0 1 0 0,-1-2 0 16,-2 3 0-16,-2 0 0 0,-1-1 0 0,-1 1 0 16,-6 3 0-16,0-2 0 0,-4-2 0 0,2 1 0 15,-7-4 0-15,1 3 0 0,-1-5 0 0,3 4 0 16,3-7 0-16,1 2 0 0,1-3 0 0,1 0 0 16,3-2 0-16,-2-2 0 0,2 1 0 0,3-2 0 15,1-4 0-15,2 1 0 0,-2-6 0 0,4 2 0 16,2 0 0-16,2-5 0 0,0 4 0 0,1-2 0 15,0 2 0-15,3-3 0 0,1-1 0 0,-5 7 0 16,2-2 0-16,-1 1 0 0,3 0 0 0,5 5 0 16,-4-2 0-16,3 2 0 0,-3 1 0 0,0 2 0 15,5 1 0-15,-6 1 0 0,2 1 0 0,-1 4 0 16,1 1 0-16,-1 2 0 0,5 6 0 0,-3-1 0 0,-1 2 0 16,0 3 0-16,2 4 0 0,-2 3 0 0,0 1 0 15,-1 2 0-15,-1-2 0 0,-1 0 0 16,0 3 0-16,-4-3 0 0,1-1 0 0,2 6 0 15,-4 0 0-15,2-1 0 0,-3 0 0 0,3-1 0 0,-3-1 0 16,4 1 0-16,-2-4 0 0,-1-5 0 0,2 5 0 16,0-7 0-16,-1 0 0 0,1-3 0 15,-1 2 0-15,0-4 0 0,-2-5 0 0,4 2 0 16,-1 0 0-16,-3-3 0 0,3-1 0 0,-4-3 0 16,4 4 0-16,-4-5 0 0,0 1 0 0,4 1 0 0,-4-4 0 15,1 5 0-15,-1-5 0 0,0 4 0 0,0-4 0 16,2 1 0-16,-2-1 0 0,0 0 0 0,0 0 0 15,0 0 0-15,0 0 0 0,0 0 0 0,0 0 0 16,0 0 0-16,0 0 0 0,0 0 0 0,0 0 0 16,-20-3 0-16,8-1 0 0,1 0 0 0,-3 0 0 15,-1-2 0-15,-5 0 0 0,0 0 0 0,-5-3 0 16,-5-1 0-16,-2 4 0 0,4-5 0 0,-2 2 0 16,2 3 0-16,2-4 0 0,4 1 0 0,4 3 0 15,1 0 0-15,1-1 0 0,2 2 0 0,5 0 0 16,0 1 0-16,4 0 0 0,-4-2 0 0,4 2 0 15,-1-4 0-15,4-1 0 0,1 3 0 0,2 0 0 16,-1-2 0-16,4-1 0 0,1 0 0 0,4-2 0 16,5-5 0-16,-2 4 0 0,2 0 0 0,8-4 0 15,1 1 0-15,3-2 0 0,1 2 0 0,3 0 0 16,0-3 0-16,2 1 0 0,0 1 0 0,1 0 0 16,1-1 0-16,-6 0 0 0,2 2 0 0,-3 3 0 15,-4-4 0-15,-1 1 0 0,-3 6 0 0,-1-1 0 16,-3-1 0-16,-2 0 0 0,0 5 0 0,-4-4 0 15,0 3 0-15,0-2 0 0,-3 3 0 0,-1-4 0 16,1 6 0-16,-4-1 0 0,4 1 0 0,-3-1 0 0,-1 2 0 16,2 1 0-16,-4-2 0 0,2 1 0 0,0 0 0 15,-2 3 0-15,1-6 0 0,3 2 0 16,-4 4 0-16,0 0 0 0,0-3 0 0,0 3 0 16,0 0 0-16,2-4 0 0,-2 4 0 0,0 0 0 15,0 0 0-15,0 0 0 0,5-1 0 0,-5 1 0 0,0 0 0 16,0 0 0-16,14 1 0 0,-8 2 0 15,-1-2 0-15,0 0 0 0,4 1 0 0,-4 1 0 16,3-1 0-16,-3 2 0 0,2 0 0 0,0 0 0 16,-2 1 0-16,-1 3 0 0,4 0 0 0,-3-3 0 0,-1 4 0 15,-3-4 0-15,2 4 0 0,-1-1 0 0,1 0 0 16,-6-2 0-16,3 1 0 0,0-2 0 0,0 1 0 16,-1-1 0-16,-2-2 0 0,2 3 0 15,-4-3 0-15,5 1 0 0,-4-2 0 0,4-2 0 0,0 0 0 16,-2 2 0-16,2-2 0 0,0 0 0 0,-4-8 0 15,4 3 0-15,0 0 0 0,1-3 0 0,0-2 0 16,3 0 0-16,0-1 0 0,4 1 0 0,-3-1 0 16,1 0 0-16,2 3 0 0,-2-1 0 15,2 4 0-15,-2-4 0 0,2 4 0 0,0-2 0 0,-2 5 0 16,0 1 0-16,1 0 0 0,-1 1 0 0,-6 0 0 16,17 3 0-16,-8 1 0 0,-2 3 0 0,2-1 0 15,0 0 0-15,-4 1 0 0,3 1 0 0,-7-2 0 16,7 4 0-16,-6-3 0 0,2 3 0 0,0-4 0 15,-4 1 0-15,4-1 0 0,-4 1 0 0,1-2 0 16,-1 0 0-16,3 0 0 0,-3-2 0 0,0-3 0 16,0 5 0-16,0-1 0 0,0-4 0 0,0 0 0 15,0 0 0-15,0 0 0 0,0 0 0 0,5-12-361 16,-5 5-156-16,6-5-93 0,-2 0-508 0,1-3-1210 16,2-3 536-16</inkml:trace>
  <inkml:trace contextRef="#ctx0" brushRef="#br1" timeOffset="423896.06">24513 15632 256 0,'-3'-3'356'0,"3"3"20"0,0-6 38 0,0 6 11 16,0 0 26-16,-1-4 8 0,1 4-15 0,-4-3-30 15,4 3-37-15,0 0-41 0,0 0-47 0,0 0-18 16,-4-3-27-16,4 3-29 0,0 0-52 0,0 0-67 16,4 13-80-16,-1-8-91 0,-2 2-94 0,3 0-99 15,1 4-103-15,-1-2-86 0,0 2-254 0,-3-1-770 16,4 0 342-16</inkml:trace>
  <inkml:trace contextRef="#ctx0" brushRef="#br1" timeOffset="424975.7878">24611 15809 265 0,'0'0'392'0,"5"-7"31"16,-5 7 17-16,3-4 6 0,-3 4 9 0,1-5-2 16,2 1 1-16,-3 4 2 0,1-5-13 0,-1 2-6 15,0 3-18-15,0 0-20 0,0-5-28 0,0 5-24 16,0 0-32-16,0 0-30 0,0 0-27 0,0 0-30 15,0 0-22-15,0 0-20 0,0 0-19 0,10 7-17 16,-6-1-14-16,-3-1-76 0,3 1-60 0,0 0 0 16,-3 0 0-16,3 5 0 0,-4-4 0 0,3-3 0 15,-1 6 0-15,-2-5 0 0,0 0 0 0,1 0 0 16,-1 0 0-16,0-1 0 0,3 0 0 0,-2-3 0 16,-1-1 0-16,2 4 0 0,-2-4 0 0,0 0 0 15,0 0 0-15,0 0 0 0,0 0 0 0,0 0 0 16,0 0 0-16,10-9 0 0,-9 4 0 0,3-2 0 15,0 1 0-15,1 3 0 0,-3-3 0 0,2-1 0 0,0 3 0 16,1 0 0-16,2-4 0 0,-1 3 0 16,-2 3 0-16,2 0 0 0,-2-3 0 0,5 3 0 15,-4 1 0-15,3 0 0 0,-8 1 0 0,10 2 0 16,-2-2 0-16,-1 4 0 0,0-1 0 0,-2 0 0 0,1 0 0 16,0 0 0-16,-1 2 0 0,1 0 0 0,-2-3 0 15,1 2 0-15,-1 1 0 0,0 0 0 16,1-2 0-16,1 0-237 0,-1 1-71 0,0-3-35 15,-2 1-25-15,-3-2-10 0,6 2-47 0,-6-2-8 16,5 2-4-16,-5-2 9 0,9-4 20 0,-9 4 47 0,7-3 24 16,-3-1 44-16,-2 1 47 0,2 1 58 0,-3-2 46 15,1-3 50-15,5 4 46 0,-6 0 34 16,3-5 48-16,0 4 31 0,-3 0 30 0,3 1 19 16,1-4 17-16,-2 2 20 0,1-1 30 0,-2 2 24 15,6-1 13-15,-4 2 20 0,-2-1 4 0,5 1 9 0,-1-1 5 16,-1 1-8-16,4 1 0 0,0 1-4 0,-1-2-26 15,1 3 0-15,1 2-13 0,-1-2-23 16,1 1-24-16,0 2-13 0,-2 0-9 0,-2 1-18 16,2-1-11-16,-3 2-3 0,3 2-18 0,-2 0-9 15,-2 0-9-15,2 3-9 0,-6-2 1 0,0 2-13 0,0-3 1 16,-3 3-4-16,0-1-6 0,-5 0-3 0,3 0-6 16,-5-1-2-16,-1 0 2 0,-1-1-7 0,-6-1-1 15,1 0 3-15,1-1-8 0,2-2 3 16,0-1 13-16,2 0 24 0,-2-3-17 0,5 0-41 15,0 0 0-15,0-3 0 0,3 0 0 0,2 0 0 0,-1-2 0 16,1-3 0-16,2 1 0 0,2-2 0 0,0-3 0 16,2-2 0-16,2-1 0 0,3-1 0 0,1 0 0 15,4 0 0-15,2-5 0 0,0 1 0 16,3-1 0-16,1-1 0 0,-1 0 0 0,0 1 0 16,2-2 0-16,0 1 0 0,1-1 0 0,-1 1 0 0,-1 1 0 15,-2 0 0-15,1 0 0 0,-6 4 0 0,-2 3 0 16,0 0 0-16,-1-2 0 0,-3 2 0 0,0-3 0 15,-4 6 0-15,-1 0 0 0,2 0 0 0,-5 1 0 16,-1-2 0-16,-1 2 0 0,0 1 0 16,-4 0 0-16,3 1 0 0,-1-1 0 0,-3 2 0 0,0 0 0 15,2 2 0-15,-4-1 0 0,2 1 0 0,1 1 0 16,1 1 0-16,1 1 0 0,0 0 0 0,3 1 0 16,-2 1 0-16,6 1 0 0,-10 0 0 15,5 3 0-15,3 3 0 0,-2 0 0 0,0 7 0 16,1 4 0-16,3 2 0 0,3 9 0 0,0 2 0 0,0 0 0 15,1 2 0-15,1-1 0 0,3 3 0 0,-3-4 0 16,2 4 0-16,0-2 0 0,-3 0 0 0,2 0 0 16,-2-2 0-16,1-1 0 0,0-1 0 0,-1-3 0 15,0-5 0-15,0-2 0 0,-3-2 0 0,4-1 0 16,-5-1 0-16,4-5 0 0,-4 2 0 0,1-4 0 16,3 0 0-16,-4-3 0 0,3 1 0 0,-2 0 0 15,-1-3 0-15,0-2 0 0,1 4 0 0,3-2 0 16,-4-2 0-16,9-1 0 0,-9 1 0 0,14-5 0 15,-6 1 0-15,-3-2 0 0,5 1 0 0,-2-3 0 16,0 1 0-16,1 1 0 0,-2-4 0 0,1 5 0 16,-2-3 0-16,1 3 0 0,-2 2 0 0,0-2 0 15,-1 1 0-15,0 2 0 0,-1-3 0 0,0 4 0 16,0-1 0-16,-3 2 0 0,7-4 0 0,-7 4 0 16,4-1 0-16,-4 1 0 0,0 0 0 15,0 0 0-15,6 3 0 0,-6-3 0 0,4 8 0 0,-2-5 0 16,-1 1 0-16,0 2 0 0,2-1 0 0,-1-1 0 15,-2 3 0-15,4-3 0 0,-3 0 0 0,1 5 0 16,1-3 0-16,-1-1 0 0,0-2 0 0,-2 2 0 16,3 1 0-16,-1-2 0 0,-2-1 0 0,0-3 0 15,4 5 0-15,-4-3 0 0,0-2 0 0,0 0 0 16,0 0-245-16,0 0-167 0,13-6-50 0,-13 2-57 16,6-6-45-16,-2 2-34 0,-4-5-301 0,1 0-973 15,2-4 431-15</inkml:trace>
  <inkml:trace contextRef="#ctx0" brushRef="#br1" timeOffset="425319.3137">25345 15631 234 0,'1'-5'270'16,"-1"3"5"-16,0 2 21 0,0-8 18 0,0 8 18 15,0-5 5-15,0 5-1 0,0-4-22 0,0 4-30 16,0 0-28-16,0 0-31 0,0 0-21 0,4-3-23 16,-4 3-14-16,0 0-40 0,0 0-64 0,0 0-73 15,0 0-63-15,0 16-67 0,-3-10-66 0,7 0-63 16,-1 1-61-16,-3 5-202 0,1-3-575 0,2-1 255 15</inkml:trace>
  <inkml:trace contextRef="#ctx0" brushRef="#br1" timeOffset="426100.3547">25418 15769 69 0,'2'-3'324'0,"-2"3"18"16,9-4 15-16,-8 0 29 0,1 1 6 0,-2 3-3 15,5-5 10-15,-5 1 3 0,1 1-2 0,-1 3-5 16,0 0-13-16,4-7-14 0,-4 7-23 0,4-5-31 15,-4 5-30-15,2-3-32 0,-2 3-11 0,0 0-38 16,0 0-6-16,11 9-20 0,-8-5-18 0,1 2-11 16,1 2-21-16,1 0-11 0,-1 2-11 0,1-1-14 15,-2 2-9-15,2-3-8 0,-3 3-7 0,1-3-1 16,-2 2-6-16,-2-2-22 0,3 0 13 0,-2 0-4 16,2-5-13-16,0 3 2 0,-3-2-15 0,0-4 18 15,4 5-11-15,-4-5 3 0,0 0-8 0,0 5 8 16,0-5-2-16,0 0-5 0,0 0 2 0,0 0-6 15,5-12-20-15,-1 4 0 0,1 1 0 0,-3 0 0 16,1-5 0-16,1 4 0 0,3-3 0 0,-4 3 0 16,5-2 0-16,-3 2 0 0,-1 3 0 0,0 0 0 15,1 1 0-15,-1 0 0 0,1 0 0 0,0 1 0 16,0 0 0-16,5 2 0 0,-3 1 0 0,-7 0 0 16,11 0 0-16,-4 2 0 0,-1 1 0 0,0-1 0 15,0 0 0-15,0 2 0 0,2 1 0 0,-1 0 0 16,-2-1 0-16,1 1 0 0,-1-1 0 0,0 0 0 15,2-1 0-15,-3 1 0 0,1-2 0 0,-1 2-140 16,-1-2-33-16,1-2-4 0,0 4-10 0,-1-4-12 16,-3 0-1-16,9 0 8 0,-9 0 15 0,5-3 5 15,-1 1 19-15,0-4 23 0,-1 2 18 0,-1-3 3 16,3 2 25-16,0 0 15 0,-3-2 36 0,0 0 25 16,3-1 25-16,-3 1 20 0,0 1 19 0,3-2 14 15,-2 3 9-15,-1-1 15 0,2 1 6 0,1-1 6 16,-2 1 1-16,2 1 2 0,-1-1-4 0,1 0 1 15,-1 5-15-15,0-3-5 0,1 2-9 0,0 0-11 16,-5 1 3-16,9 4 2 0,-5-1-12 0,1 1 7 16,0 2 1-16,-3 2 4 0,2 0-1 0,-1 1-4 15,-3 1 0-15,1 1-15 0,-1 0-3 0,-1-1-5 16,-2 2 10-16,-1-2-13 0,-2 0 0 0,1-1 0 16,-3 1-3-16,-1-4-3 0,-1 3-16 0,1-4-18 15,0 0 0-15,0-1 0 0,0 0 0 0,0-2 0 16,0 0 0-16,3-4 0 0,-2 2 0 0,3-3 0 15,-4-2 0-15,5 2 0 0,-2-2 0 0,4-1 0 16,0-3 0-16,-2 2 0 0,4-5 0 0,2 2 0 16,0 0 0-16,-2-2 0 0,4 3 0 0,-1-3 0 15,4 4 0-15,-4-2 0 0,1 2 0 0,3 0 0 16,-3 3 0-16,1 1 0 0,0-1 0 0,-1 1 0 16,1 0 0-16,0 3 0 0,-5 1 0 0,17 4 0 15,-8 2 0-15,-1 1 0 0,4 4 0 0,-3 2 0 16,-1 3 0-16,1 1 0 0,-1 2 0 0,2 8 0 15,-2-2 0-15,-1 4 0 0,1-3 0 0,-2 1 0 16,-1 2 0-16,1-3 0 0,-3 4 0 0,0-6 0 16,-3 2 0-16,0 0 0 0,-1-1 0 0,-1 2 0 15,1-9 0-15,-1 1 0 0,-1-4 0 0,-1-4 0 16,2 0 0-16,0-1 0 0,-3 1 0 0,2-3 0 16,0-2 0-16,-2 0 0 0,1-1 0 0,0 0 0 15,0-2 0-15,-2 1 0 0,-1-2 0 0,0-1 0 16,-5-1 0-16,12 0 0 0,-11-7 0 0,-1 1 0 15,7-2 0-15,-3-1 0 0,3-3 0 0,-1 0 0 16,2 1 0-16,-1-5 0 0,1 0 0 0,4-2 0 16,0 2 0-16,4-3 0 0,0 2 0 0,1 3 0 15,4-1 0-15,1 4 0 0,4-1 0 0,0 1 0 16,5 2 0-16,1 2-60 0,-1 3-483 0,-3 0-60 16,5 0-55-16,-3 0-397 0,-2 1-1142 0,3 0 505 15</inkml:trace>
  <inkml:trace contextRef="#ctx0" brushRef="#br1" timeOffset="426444.0501">26187 15917 16 0,'4'-3'468'0,"-3"0"36"0,-1 3 21 16,5-5 16-16,-5 5-16 0,0-4-20 0,0 4-25 15,0-3-35-15,0 3-36 0,0 0-34 0,0 0-27 16,0 0-27-16,0 0-14 0,0 0-31 0,0 0-17 15,0 0-27-15,-5 17-27 0,5-10-19 0,-1-1-17 16,-3-1-32-16,0 3-53 0,-1 0-59 0,1 3-58 16,-1-4-69-16,-4 3-89 0,4-5-99 0,-1 3-89 15,-1 0-92-15,-3-5-106 0,3 1-307 0,-2 2-957 16,2-6 424-16</inkml:trace>
  <inkml:trace contextRef="#ctx0" brushRef="#br1" timeOffset="427211.1178">26766 15638 242 0,'-3'-6'508'16,"3"1"11"-16,-3 1-3 0,1-1-2 0,2 0-11 15,-1 0-8-15,1 2-15 0,0-2-23 0,0 5-15 16,-1-7-14-16,2 3-19 0,-1 4-33 0,1-5-29 16,-1 5-31-16,2-3-38 0,-2 3-28 0,0 0-24 0,0 0-17 15,0 0-9-15,2 10-6 0,1-2-8 0,-1 1-90 16,0 3-96-16,1 5 0 0,1 0 0 15,-1 2 0-15,-1 0 0 0,0 1 0 0,3-1 0 16,-3 0 0-16,1 1 0 0,-2-3 0 0,4 1 0 16,-3 2 0-16,0-4 0 0,-1-3 0 0,3 0 0 0,-4-1 0 15,3-3 0-15,-1 1 0 0,-4-4 0 16,2-1 0-16,2 2 0 0,-2-3 0 0,0 1 0 16,1-3 0-16,-1-2 0 0,0 0 0 0,4 4 0 15,-4-4 0-15,0 0 0 0,0 0 0 0,8-13 0 0,-7 6 0 16,5-2 0-16,-4-2 0 0,4 0 0 0,-2-1 0 15,0-1 0-15,1 3 0 0,0-2 0 16,-1 2 0-16,1-1 0 0,0 1 0 0,0 3 0 16,2 0 0-16,-2 1 0 0,0 3 0 0,0-2 0 15,0 3 0-15,2-1 0 0,-1 2 0 0,1 1 0 0,1 1 0 16,-1 3 0-16,2 0 0 0,1 2 0 0,0 4 0 16,3-1 0-16,-4 0 0 0,4 3 0 0,-2-1 0 15,3 2 0-15,-5-4 0 0,0 5 0 16,1-5 0-16,-1 0 0 0,0-1 0 0,-1 0 0 15,-3-3 0-15,1 2 0 0,-2-3 0 0,4 2 0 0,-7-2 0 16,3-2 0-16,0 2 0 0,0-2 0 0,-4-2 0 16,5 3 0-16,-5-3 0 0,0 0 0 15,5-7 0-15,-5 0 0 0,1-2 0 0,2-1 0 16,-2 0 0-16,-1-7 0 0,0-1 0 0,3-9 0 16,-3 2 0-16,-3-2 0 0,2-1 0 0,-2 2 0 0,1 0 0 15,-1 6 0-15,3-3 0 0,-1 5 0 0,-2-1 0 16,3 7 0-16,0 1 0 0,0 0 0 0,0 2 0 15,0 1 0-15,0 3 0 0,-1-2 0 0,1 7 0 16,0-7 0-16,0 7 0 0,0-7 0 0,0 2 0 16,0 5 0-16,0 0 0 0,0 0 0 0,0 0 0 15,0 0 0-15,5 22 0 0,-2-13 0 0,-1 2 0 16,2 0 0-16,1 2 0 0,-3 4-527 0,0-3-221 16,2 4-405-16,0 0-1249 0,1-1 553 0</inkml:trace>
  <inkml:trace contextRef="#ctx0" brushRef="#br1" timeOffset="427554.6557">27318 15929 427 0,'5'-5'495'0,"-1"4"29"0,0-2 15 0,1 1 1 16,-1-2 0-16,0 2-5 0,-2-2-16 0,2 2-10 15,-1-2-15-15,-3 4-22 0,4-2-23 0,-4 2-28 16,2-4-33-16,-2 4-28 0,0 0-31 0,0 0-26 15,0 0-37-15,0 0-185 0,0 0-81 0,8 6 0 16,-6 0 0-16,1 0 0 0,-1 3 0 0,1 0 0 16,1 2 0-16,0 1 0 0,-2-1 0 0,2 6 0 15,2 0 0-15,-3-5 0 0,-1-2 0 0,2 1 0 16,-4 1 0-16,3-1 0 0,-2-1 0 0,0-3 0 16,1 1 0-16,-1 0 0 0,-1-2 0 0,0 1 0 15,1-4 0-15,1 1 0 0,-4-1 0 0,2-3 0 16,2 4 0-16,-2-4 0 0,0 0 0 0,0 0 0 15,0 0 0-15,0 0 0 0,0 0 0 0,0 0 0 16,3-18 0-16,-1 7-188 0,0-7-528 0,-3 1-499 16,2-2-1315-16,2 0 581 0</inkml:trace>
  <inkml:trace contextRef="#ctx0" brushRef="#br1" timeOffset="427882.7375">27408 15712 190 0,'-2'-3'425'0,"2"3"45"15,-1-7 33-15,1 5 34 0,0 2 21 0,-4-4-4 16,4 4 10-16,0 0-25 0,0-5-18 0,0 5-28 16,0 0-37-16,-1-4-29 0,1 4-37 0,0 0-40 15,0 0-33-15,0 0-32 0,0 0-31 0,0 0-26 16,0 0-98-16,0 0-130 0,0 0 0 0,0 0 0 16,0 0 0-16,0 0 0 0,0 0 0 0,0 0 0 15,0 0 0-15,0 0 0 0,0 0 0 0,-5 10-209 16,5-10-152-16,0 0-54 0,-3 7-57 0,3-7-78 15,0 2-57-15,0-2-323 0,0 0-1007 0,0 0 446 16</inkml:trace>
  <inkml:trace contextRef="#ctx0" brushRef="#br1" timeOffset="431795.6897">28127 15782 140 0,'4'-10'323'15,"-3"1"-8"-15,2 0 11 0,-3 1-10 0,2-5 14 16,-1 2 23-16,2-2-8 0,-3 3 3 0,0-2-9 16,0 1-3-16,-3 0 1 0,2 2-2 0,1 1-23 15,0 3-12-15,0-1-7 0,-2 0-19 0,2 2-24 16,-3 1-15-16,3 3-24 0,0-5-19 0,0 5-33 31,0 0-7-31,0 0 0 0,0 0-14 0,-14 13 0 0,8-2-10 0,-1 3-25 0,-7 1-8 0,4 1-2 16,-8 5-14-16,3-2-9 0,2-2-5 0,2 0-1 15,0-3-12-15,0 3-10 0,3-8 3 0,3 2-11 16,0-1 4-16,-1-3-3 0,2-3-4 0,1 1-4 16,-1 1 1-16,3-2-6 0,1-2-4 0,-1 2 8 31,1-4 8-31,6 9-3 0,-2-5 5 0,2 0 8 0,2-3-42 0,1 3-2 0,1 1 0 0,3 0 0 15,-3-2 0-15,3 1 0 0,-4 0 0 0,0-1 0 16,4 2 0-16,-7-2 0 0,0 1 0 0,1 0 0 16,-1 1 0-16,-1-1 0 0,-2 1 0 0,-1 0 0 31,0 0 0-31,0-1 0 0,-2 2 0 0,-2 0 0 0,0 2 0 16,-1-1 0-16,-4 0 0 0,-2-2 0 15,-2 6 0-15,-3-4 0 0,-2 2 0 0,4-3 0 16,-1-1 0-16,-1 2 0 0,2-4 0 0,2 1 0 15,-1-1 0-15,4-1 0 0,1-2 0 0,-2 2 0 0,8-2 0 16,-10-2 0-16,6 0 0 0,4 2-34 0,-4-6-210 16,3 4-44-16,1-3-43 0,1-2-37 0,1 2-43 15,1-1-45-15,6-3-51 0,-1 3-419 16,1-4-1002-16,1 4 443 0</inkml:trace>
  <inkml:trace contextRef="#ctx0" brushRef="#br1" timeOffset="432265.0306">28334 15722 215 0,'3'-17'472'0,"-1"1"33"0,-2 5 13 0,2-6 7 16,-2 4 15-16,-2 1-1 0,2 0-8 0,2 2-7 16,-4 1-16-16,4 3-24 0,-4 0-21 0,2 1-36 15,0 0-31-15,0 1-40 0,0 1-32 0,0 3-36 16,0-4-33-16,0 4-30 0,0 0-129 0,0 0-96 15,0 0 0-15,9 15 0 0,-6-6 0 0,0 3 0 16,3 3 0-16,0 1 0 0,-5 6 0 0,3-2 0 16,1 3 0-16,0 4 0 0,-1-1 0 0,-3-6 0 15,2-2 0-15,2 2 0 0,-5-1 0 0,0 1 0 16,0-5 0-16,0-3 0 0,0 0 0 16,0-4 0-16,0-1 0 0,0 1 0 0,0-4 0 0,0 1 0 15,3 0 0-15,-2-3 0 0,-1-2 0 0,1 5 0 16,-1-5 0-16,0 0 0 0,0 0 0 0,9-7 0 15,-4 2 0-15,-1 0 0 0,1-1 0 0,3-1 0 16,-3 0 0-16,4 0 0 0,-3 2 0 0,1-2 0 16,-2 2 0-16,0 1 0 0,1-1 0 0,-2 1 0 15,0 2 0-15,0-3 0 0,1 5 0 0,0-1 0 16,-5 1 0-16,12 2 0 0,-6 0 0 0,-1 2 0 16,0 1 0-16,0-1 0 0,2 1 0 0,0 2 0 15,-3-1 0-15,0 3 0 0,3-2 0 16,-2-2 0-16,2 2 0 0,-2 1 0 0,-1-2 0 0,1-1-224 15,-1-1-190-15,0 0-69 0,2 0-59 0,-2-3-61 16,-4-1-385-16,9 4-1070 0,-9-4 473 0</inkml:trace>
  <inkml:trace contextRef="#ctx0" brushRef="#br1" timeOffset="433017.1572">28795 15896 175 0,'0'0'424'0,"4"-5"7"0,-4 3-3 16,0 2-17-16,0 0-18 0,0-6-23 0,0 6-24 16,0-3-17-16,0 3-20 0,3-4-13 0,-3 4-22 15,0 0-14-15,0-4-14 0,0 4-13 0,0 0-15 16,0 0-16-16,1-4-11 0,-1 4-17 0,0 0-20 16,0 0-16-16,5-1-9 0,-5 1-22 0,0 0-11 15,14 3-12-15,-10-1-8 0,4 2-4 0,-3 1-14 16,1 0-2-16,1 0-7 0,-5 0-8 0,6 3-2 15,-4 0-6-15,-3-2-4 0,3 3 0 16,-2 1-3-16,0-2-4 0,-2 2-1 0,-2 0-3 0,-1-3-3 16,-4 1-1-16,1 2 2 0,-2-3-1 0,-2-2-3 15,-2 1 2-15,2-1-6 0,0-1 3 0,-3-2 1 16,0 1-4-16,-1-3 6 0,3-3 25 0,3 6 22 16,1-6 27-16,-2 2 24 0,3-2 0 15,3-1 11-15,-4-5 7 0,6 6-1 0,-2-3 5 0,3-3-7 16,3-2-117-16,1 1-10 0,0 1 0 0,1-2 0 15,2 0 0-15,1 2 0 0,2-1 0 0,-1 2 0 16,4-2 0-16,1 4 0 0,0-1 0 16,-2 2 0-16,-1 0 0 0,2 3 0 0,2 1 0 15,-2 1 0-15,1 0 0 0,-1 3 0 0,0-3 0 0,-3 4 0 16,0 1 0-16,0 0 0 0,-1 0 0 0,-2 4 0 16,0-3 0-16,1 2 0 0,-2 0 0 0,0 0 0 15,-3 0 0-15,1-1 0 0,0 2 0 0,-1-1 0 16,0-2 0-16,1 2 0 0,-4-4 0 15,0 2 0-15,1 1 0 0,2-3 0 0,-3-4 0 0,1 4 0 16,-1-4 0-16,0 7 0 0,0-7 0 0,0 0 0 16,4 5 0-16,-4-5 0 0,0 0 0 0,0 0 0 15,0 0 0-15,5-13 0 0,-1 7 0 0,-3-2 0 16,3 1 0-16,1-3 0 0,-1 3 0 0,1-1 0 16,0-2 0-16,-1 4 0 0,3 2 0 0,-5-3 0 15,3 4 0-15,0-1 0 0,-1 1 0 0,0-1 0 16,0 2 0-16,-4 2 0 0,5-4 0 0,-5 4 0 15,8 1 0-15,-8-1 0 0,7 4 0 0,-3 0 0 16,0-1 0-16,0 2 0 0,-3 0 0 0,2 0 0 16,-1-1 0-16,2 1 0 0,-3 2 0 0,2-2 0 15,-2 2 0-15,0-2 0 0,2 0 0 0,-2 0 0 16,1-2 0-16,-1 0 0 0,-1 0 0 0,0-3 0 16,2 5 0-16,-2-5 0 0,2 4 0 0,-2-4 0 15,1 4 0-15,-1-4 0 0,0 0 0 0,0 0-114 16,14-5-65-16,-14 5-67 0,9-4-72 0,-4 4-84 15,0-6-89-15,5 5-102 0,-5-2-382 0,3 1-1056 16,-8 2 467-16</inkml:trace>
  <inkml:trace contextRef="#ctx0" brushRef="#br1" timeOffset="433345.5171">29276 15691 211 0,'5'-14'486'0,"-4"2"17"16,3-1-1-16,-1 5 2 0,-3-2-1 0,2 3-3 16,-2 2-16-16,2-1-2 0,-1 2-17 0,0-1-30 15,-1 3-20-15,0 2-32 0,0-5-38 0,0 5-35 16,0 0-31-16,0-5-33 0,0 5-15 0,0 0 2 0,4 12-7 16,1-3-15-16,-4 2-8 0,2 5-169 15,-2 1-34-15,-1 0 0 0,4 1 0 0,-3 2 0 16,1-1 0-16,0 5 0 0,1 1 0 0,-1 1 0 15,0-2 0-15,0 2 0 0,-1-6 0 0,1-1 0 16,-1-1 0-16,0 0 0 0,-1 2 0 0,3-2 0 0,-2-4 0 16,-1 0 0-16,1 1 0 0,-1-1 0 15,0-4 0-15,0 0 0 0,0-5 0 0,0 0 0 16,2-1 0-16,-2 1 0 0,0-5 0 0,1 4-323 16,-1-4-189-16,0 0-58 0,0 0-61 0,11-9-396 15,-5 4-1110-15,0-3 491 0</inkml:trace>
  <inkml:trace contextRef="#ctx0" brushRef="#br1" timeOffset="433705.008">29498 15934 301 0,'4'-3'423'0,"-1"1"29"0,-3 2 14 0,2-3-2 16,-2 3-4-16,3-3-19 0,-3 3-5 0,0 0-25 15,1-5-26-15,2 3-24 0,-3 2-25 0,4-3-25 16,-1-1-17-16,1 3-35 0,-4 1-21 0,8-3-24 15,-3 3-23-15,-5 0-21 0,13 0-16 0,-6-1-15 16,0 2-13-16,3 0-15 0,1 1-14 0,-1 1-1 16,-1 3-10-16,-1 0-13 0,1-2-13 0,-2 5 0 15,0-2-8-15,0 1 2 0,-3 1-12 0,-1-3-4 16,-1 5-8-16,-2-4 4 0,-2 3-4 0,2-3 3 16,-7 3-11-16,-1-2 9 0,-1 0-5 0,-1-3-4 15,-3 2-2-15,-2-2 0 0,-3-2-3 0,1 0 3 16,-1-1 0-16,6 0-1 0,-2-1 10 0,1-2-12 15,0-2-17-15,3 1 0 0,-1 0 0 0,1-4 0 16,5 1 0-16,0-1 0 0,1 1 0 0,2-5 0 16,4 1 0-16,0-1 0 0,1-2 0 0,3 0 0 15,0 2-184-15,4-4-92 0,-1 2-64 0,6 1-60 16,-6 3-58-16,3-1-59 0,3-3-56 0,-3 5-335 16,-3-1-983-16,1-1 436 0</inkml:trace>
  <inkml:trace contextRef="#ctx0" brushRef="#br1" timeOffset="434032.8872">29580 15765 148 0,'-2'-7'274'0,"-1"-1"19"0,-2-1 36 0,1-2 16 16,0-1 33-16,-1-4 12 0,1 3 20 0,-2 0 12 15,2 0 5-15,-1 2 5 0,2 1 18 0,0-2 10 16,-1 2 8-16,1 3-1 0,1 1-12 0,-1 0-21 16,1 1-19-16,0 2-33 0,1-1-30 0,1 4-30 15,-1-6-184-15,1 6-138 0,0 0 0 0,0 0 0 16,0 0 0-16,0 0 0 0,10 23 0 0,-4-9 0 15,-1 4 0-15,4 6 0 0,-1 2 0 0,-2-1 0 16,1 1 0-16,-3 0 0 0,1 2 0 0,0-5 0 16,-1 5 0-16,-3-9 0 0,1 5 0 0,1-5 0 15,-3-1 0-15,1-1 0 0,-2-2 0 0,2-3 0 16,-1 0 0-16,0-1 0 0,-1-2 0 0,1-1 0 16,0 2-510-16,-1-5-94 0,2-2-87 0,-1-3-374 15,0 0-1153-15,0 0 510 0</inkml:trace>
  <inkml:trace contextRef="#ctx0" brushRef="#br1">30155 15720 273 0,'0'-6'478'0,"0"-1"-2"16,0 2-18-16,0 0-26 0,-1 0-27 0,0 0-27 0,-2-1-14 15,3 3-13-15,-4 0-11 0,3 0-9 0,-3-3-4 16,4 6-10-16,-1-4 3 0,1 4 9 0,-3-1-12 16,3 1-8-16,0 0-11 0,-5-4-14 0,5 4-14 15,0 0-15-15,0 0-20 0,0 0-16 0,0 0-19 16,0 0-1-16,0 0-173 0,0 0-26 0,-2 18 0 16,3-10 0-16,0 6 0 0,-1-2 0 0,4 4 0 15,-3 2 0-15,-1 2 0 0,3-1 0 0,-2 5 0 16,4 1 0-16,-2 0 0 0,1 1 0 0,-2-8 0 15,1 1 0-15,-2 0 0 0,4 0 0 16,-1 0 0-16,-3 0 0 0,2-2 0 0,1 2 0 16,0-2 0-16,-3-4 0 0,3 1 0 0,0 2 0 0,1-7 0 15,1 1 0-15,-1-3 0 0,2 1 0 0,-1-4 0 16,5 1 0-16,-3-5 0 0,2 0 0 0,2 0 0 16,-1-3 0-16,0 0 0 0,1-5 0 0,-3 0 0 15,2-5 0-15,-3 0 0 0,0-1 0 16,-3-2 0-16,-1 0 0 0,-3-1 0 0,2 2 0 0,-6 3 0 15,3-3 0-15,-5 1 0 0</inkml:trace>
  <inkml:trace contextRef="#ctx0" brushRef="#br1" timeOffset="436159.3452">20609 16781 71 0,'0'0'405'0,"2"-6"17"0,-2 6 19 0,3-3 14 16,-3 3 9-16,1-4-2 0,-1 4-4 0,0 0 1 16,0 0-10-16,-1-10-5 0,1 8-16 0,0 2-15 15,0 0-22-15,0 0-21 0,0 0-26 0,0 0-25 16,-3-5-30-16,3 5-32 0,0 0-27 0,0 0-25 15,0 0-21-15,0 0-8 0,7 14-121 0,-5-7-55 16,-1 3 0-16,3 6 0 0,1-1 0 0,-2-3 0 16,1 4 0-16,-3 2 0 0,5 8 0 0,-3-9 0 15,2 8 0-15,-1-5 0 0,0-2 0 0,-3-2 0 16,0 0 0-16,2 1 0 0,-2-6 0 0,0 1 0 16,2-6 0-16,-2 2 0 0,1-1 0 0,-2-3 0 15,1 1 0-15,0-3 0 0,0 2 0 0,-1-4 0 16,3 3 0-16,2-2 0 0,-5-1 0 0,0 0 0 15,10-4 0-15,-5 0 0 0,-1 1 0 0,3-4 0 16,-2 3 0-16,2-5 0 0,-3 3 0 0,1-2 0 16,0-1 0-16,4 1 0 0,-5-1 0 0,1 1 0 15,-1 3 0-15,1-2 0 0,-1 1 0 0,1 0 0 16,0-1 0-16,-1 3 0 0,0-1 0 0,1 2 0 16,-4 0 0-16,3 0 0 0,-1 1 0 0,-3 2 0 15,7-4 0-15,-3 3 0 0,-4 1 0 0,9 5 0 16,-2-3 0-16,-2 3 0 0,0-3 0 0,0 4 0 15,0 0 0-15,-1 0 0 0,2 1 0 0,-2 3 0 16,0-2 0-16,3-2 0 0,-1 3 0 0,-5-3 0 16,2-1 0-16,0 5 0 0,0-5 0 0,-2 3 0 15,2-2 0-15,-2-2 0 0,2 0 0 0,-2 0 0 16,1-1 0-16,-2-3 0 0,2 3 0 0,-2-3 0 16,1 3 0-16,-1-3 0 0,0 0 0 0,0 0 0 15,0 0 0-15,6-6 0 0,-4 1 0 0,0-1 0 16,-1-1 0-16,2 2 0 0,0-4 0 0,-1-1 0 15,5 2 0-15,-2 0 0 0,0-2 0 0,-1 0 0 16,1 4 0-16,-3 2 0 0,3-2 0 0,-1 3 0 16,1-1 0-16,-1 1 0 0,-1-2 0 0,1 3 0 15,2 0 0-15,-6 2 0 0,6 0 0 0,-6 0 0 16,13 4 0-16,-8 1 0 0,0-1 0 0,2 0 0 0,-1 2 0 16,-1 1 0-16,0 2 0 0,-1-3 0 15,3 1 0-15,-5-1 0 0,1 0 0 0,2 4 0 16,-4-3 0-16,0-3 0 0,2 3 0 0,-2 0 0 15,3-3 0-15,-4 3 0 0,3-4-310 0,-2 0-176 16,-1-3-49-16,6 4-57 0,-3-1-453 0,-3-3-1132 16,9 4 501-16</inkml:trace>
  <inkml:trace contextRef="#ctx0" brushRef="#br1" timeOffset="436627.983">21217 17011 317 0,'0'0'376'0,"2"-9"26"0,1 8 18 0,-2-3 7 15,2 1 12-15,-3 3 12 0,0 0 3 16,1-8-7-16,-1 8-5 0,0 0-1 0,0 0-11 16,0-7-17-16,3 6-14 0,-3 1-23 0,0 0-26 15,0 0-22-15,0 0-27 0,0 0-26 0,0 0-27 16,0 0-27-16,0 0-19 0,0 0-170 0,0 0-32 0,0 0 0 16,0 0 0-16,0 0 0 0,2 13 0 15,-3-9 0-15,1 0 0 0,1 1 0 0,-1 2 0 16,4-3 0-16,-4 1 0 0,0 2 0 0,0-2 0 15,-4 1 0-15,8-1 0 0,-3 2 0 0,-2-2 0 16,2 1 0-16,-1-3 0 0,3 2 0 0,-2-1 0 16,-1-2 0-16,0-2 0 0,3 5 0 0,-3-5 0 15,1 5 0-15,-1-5 0 0,0 0 0 0,0 0 0 16,10-8 0-16,-7 5 0 0,1-1 0 0,1 0 0 16,-3-3 0-16,2 2 0 0,3 0 0 0,-2-4 0 15,1 2 0-15,0-2 0 0,-2 4 0 0,1 0 0 0,0-4 0 16,-2 6 0-16,0-1 0 0,-1 2 0 15,0-3 0-15,-2 5 0 0,3-4 0 0,-3 4 0 16,5-1 0-16,-5 1 0 0,0 0 0 0,0 0 0 16,9 5 0-16,-7-2 0 0,1-1 0 0,-3 3 0 15,3-2 0-15,-2 1 0 0,2 1 0 0,-2 0 0 0,0 0 0 16,1 1 0-16,-1-2 0 0,-1 3 0 16,1-4 0-16,2 4 0 0,-1-3 0 0,0 0 0 15,0 1 0-15,1-1 0 0,-1 1-46 0,2-2-382 16,1-2-51-16,0-1-37 0,-5 0-31 0,14-1-41 15,-5 0-344-15,-1-3-1009 0,3 0 447 0</inkml:trace>
  <inkml:trace contextRef="#ctx0" brushRef="#br1" timeOffset="436971.679">21631 16817 40 0,'0'-7'388'0,"1"-2"31"16,4-1-3-16,-5 4 8 0,2-4 7 0,0 2 7 15,-1-1-4-15,-1 1-6 0,3-1-6 0,-2 3 0 16,-1-2-8-16,3 0 0 0,-2 2-5 0,-1-1-11 16,1 3-11-16,2-1-9 0,-3 1-11 0,0 4-16 15,1-6-18-15,2 3-19 0,-3 3-150 0,1-4-164 16,-1 4 0-16,0 0 0 0,0 0 0 0,1-3 0 16,-1 3 0-16,0 0 0 0,0 0 0 0,4 10 0 15,0-4 0-15,-3 3 0 0,3 0 0 0,-4 2 0 16,1-1 0-16,3 8 0 0,0 0 0 0,-1-1 0 15,-3 0 0-15,2 3 0 0,2-1 0 0,-4 0 0 16,4 8 0-16,-4-8 0 0,0-1 0 0,0 2 0 16,0-2 0-16,-1-1 0 0,-2-1 0 0,3 0 0 15,-1-5 0-15,-2-1 0 0,3-1 0 0,0-1 0 16,0-1 0-16,0 0 0 0,0-1 0 0,4-2 0 16,1-2-312-16,3 0-225 0,0 0-51 0,2-5-37 15,1 2-397-15,1-2-1107 0,3-6 490 0</inkml:trace>
  <inkml:trace contextRef="#ctx0" brushRef="#br1" timeOffset="437628.2894">21903 16874 163 0,'4'-10'296'0,"-4"0"24"0,3-2 30 15,0 1 23-15,-1 2 13 0,-2-1 18 0,1-1 9 16,-1 3 13-16,0 2 7 0,1 1 5 0,-1-1 9 16,3 2-2-16,-3 0 10 0,1-1-15 0,2 1-14 15,-3 4-28-15,0-4-29 0,0 4-33 0,0 0-24 16,0 0-36-16,0 0-11 0,0 0-245 0,0 0-20 15,6 14 0-15,-6-6 0 0,3 5 0 0,-2-1 0 16,-1 5 0-16,0-1 0 0,1 1 0 0,-1 1 0 16,0-1 0-16,2 2 0 0,-4-1 0 0,1-1 0 15,1 2 0-15,0 0 0 0,0-4 0 0,0 2 0 16,-4-5 0-16,4 0 0 0,-1-1 0 0,-2 1 0 16,3-3 0-16,0 0 0 0,-2 0 0 0,-1-4 0 15,3 0 0-15,0 1 0 0,-1-2 0 0,1 0 0 16,0-1 0-16,-3 1 0 0,3-4 0 0,-1 4-40 15,1-4-347-15,0 0-29 0,0 0-16 0,0 0-6 16,0 0-1-16,-5-12 0 0,4 6 14 0,-3 1 30 16,1 0 18-16,-2 0 34 0,1-1 39 0,0 1 41 15,3 1 34-15,-3-2 58 0,-2 1 51 0,2 0 53 16,0 1 40-16,3 1 40 0,-3-1 42 0,0 2 32 16,4 2 36-16,-5-5 24 0,1 0 29 0,-1 4 15 15,5 1 20-15,0 0 17 0,0 0 12 0,-3-3 10 16,3 3 10-16,0 0 4 0,0 0 4 0,0 0 0 15,-2-5-6-15,2 5-7 0,0 0 1 0,0 0-22 16,0 0-7-16,0 0-6 0,0 0-18 0,0 0-19 16,5-4-30-16,0 3-4 0,0-1-16 0,1-1-16 15,1 2-1-15,-2-1-101 0,4 0-16 0,-1-1 0 16,1-1 0-16,-1 4 0 0,3-4 0 0,-2 2 0 16,0 1 0-16,4-1 0 0,-4 0 0 0,1-2 0 15,-4 2 0-15,-6 2 0 0,13 0 0 0,-13 0 0 16,12 2 0-16,-5-2 0 0,-2 3 0 0,3 0 0 15,-1 0 0-15,-2 2 0 0,2 0 0 0,-2 1 0 16,-1 0 0-16,1 0 0 0,-1 2 0 0,0-2 0 16,-3-1 0-16,2 2 0 0,-1 1 0 0,0-3 0 15,0 2 0-15,-2-1 0 0,0 1 0 0,0-3 0 16,1 0 0-16,-1-1 0 0,0 2 0 0,0-5 0 16,3 5 0-16,-3-5 0 0,1 2 0 0,-1-2 0 15,0 0 0-15,0 0-164 0,0 0-172 0,9-9-40 16,-6 4-49-16,-2-1-65 0,4-5-73 0,3 2-411 15,-2-2-1053-15,-2-1 467 0</inkml:trace>
  <inkml:trace contextRef="#ctx0" brushRef="#br1" timeOffset="437971.9813">22168 16918 16 0,'1'-5'339'0,"-1"5"30"0,0 0 22 16,0 0 31-16,0-5 25 0,0 5 13 0,0 0 7 15,0 0-23-15,1-7-27 0,-1 7-36 0,0 0-35 16,0 0-32-16,0 0-37 0,0 0-29 0,0 0-31 15,2-5-55-15,-2 5-74 0,0 0-66 0,0 0-67 16,0 0-78-16,0 0-87 0,6 12-82 0,-1-7-91 16,3 2-81-16,-5-1-255 0,7 4-778 0,-1-5 344 15</inkml:trace>
  <inkml:trace contextRef="#ctx0" brushRef="#br1" timeOffset="438315.6518">22362 17002 220 0,'0'0'438'0,"1"-7"31"15,1 3 17-15,-2 4 29 0,-2-7 13 0,2 7 1 16,0-10 13-16,-1 5 8 0,0 1 2 0,-2-3-6 16,3 7-8-16,0-6-32 0,0 6-6 0,-1-5-34 15,1 5-29-15,0 0-68 0,0-9-369 0,0 9 0 16,0 0 0-16,0 0 0 0,0 0 0 0,0 0 0 16,0 0 0-16,0 0 0 0,0 0 0 0,-5 17 0 15,5-7 0-15,1 5 0 0,-1 2 0 0,0 0 0 16,0 1 0-16,0 1 0 0,3 6 0 0,-3 3 0 15,1-2 0-15,0-1 0 0,2 3 0 0,-3-3 0 16,1 1 0-16,0-2 0 0,1-4 0 0,-2 4 0 16,1-6 0-16,-1-5 0 0,0 4 0 0,-1-4 0 15,1-2 0-15,-2 2 0 0,2-5 0 0,2 3 0 16,-2-5 0-16,0 1 0 0,1-3 0 0,-2-2 0 16,1-2 0-16,-2 8 0 0,2-6 0 0,0-2 0 15,0 0-55-15,0 0-440 0,0 0-71 0,0 0-38 16,-6-11-41-16,2 3-326 0,0 1-1053 0,0-4 466 15</inkml:trace>
  <inkml:trace contextRef="#ctx0" brushRef="#br1" timeOffset="438659.2933">22245 17099 52 0,'2'-12'420'0,"1"0"31"0,2 1 33 15,-3 1 18-15,1-1-7 0,1 1-11 0,-1 0-19 16,3 0-19-16,0-1-22 0,0 4-21 0,2-2-12 15,-2 1-24-15,3 0-21 0,0 4-25 0,0-4-19 16,0 4-19-16,4-1-17 0,-3 3-18 0,3-2-15 16,1 4-19-16,-1 0-16 0,-1 5-15 0,-1-1-18 15,0 0-117-15,1 2-48 0,-2 0 0 0,-1 1 0 16,0 2 0-16,-3 0 0 0,-1-1 0 0,-1 2 0 16,0-1 0-16,-3 2 0 0,2-2 0 0,-6 2 0 15,2 0 0-15,-3-1 0 0,-3-1 0 0,-2 0 0 16,-3 3 0-16,2-5 0 0,-7 4 0 0,2-4 0 15,2 0 0-15,2 0 0 0,0-3 0 0,0-1 0 16,2 0 0-16,1-2 0 0,2-1 0 0,-3 0 0 16,9 0 0-16,-4-6 0 0,0 1 0 0,4 5-36 15,4-14-391-15,5 6-40 0,0-1-47 0,5 0-55 16,3-1-46-16,-7 4-313 0,6-6-1004 0,1 1 444 16</inkml:trace>
  <inkml:trace contextRef="#ctx0" brushRef="#br1" timeOffset="439018.6812">22708 16851 316 0,'9'-15'343'16,"-5"4"46"-16,3-3 22 0,-1-2 16 0,-3 8 23 0,-1-4 10 15,4 0 11-15,-6 3 6 0,3-1 20 0,-2 1 22 16,0 1-11-16,2 3-7 0,-3-2-8 0,1 1-20 16,-1 6-30-16,-1-8-43 0,1 8-13 15,-3-6-161-15,3 6-226 0,3-5 0 0,-3 5 0 16,0 0 0-16,0 0 0 0,0 0 0 0,-4 17 0 15,5-6 0-15,-1-1 0 0,0 2 0 0,3 6 0 16,-6 1 0-16,6 2 0 0,-3-2 0 0,1 9 0 0,-1-3 0 16,3 4 0-16,-2-3 0 0,-1-7 0 15,4 6 0-15,-3-6 0 0,-1-1 0 0,3 0 0 16,-2 1 0-16,-2-3 0 0,5-3 0 0,-3-2 0 16,4-1 0-16,-4-2 0 0,2-1 0 0,1 0 0 15,0-2 0-15,-2-1 0 0,7 2 0 0,-5-2 0 0,5-2 0 16,-1-2 0-16,2-2 0 0,2-1 0 15,0-1 0-15,-3-1 0 0,6-6 0 0,-1 1 0 16,-2-4 0-16,-1 0 0 0,3 2 0 0,-3-4 0 16,-4 3 0-16,2-1 0 0,-1 2 0 0,-3 3 0 15,-1 0 0-15,0 1 0 0,-2 1 0 0,1 1 0 0,-2 2 0 16,3-1 0-16,-4 5 0 0,5-6 0 0,-5 6 0 16,1-4 0-16,-1 4 0 0,0 0 0 15,0 0 0-15,4-5 0 0,-4 5 0 0,0 0 0 16,0 0 0-16,0 0 0 0,0 15 0 0,0-10 0 15,0 1 0-15,0 0 0 0,0 2 0 0,0-1 0 16,3 1 0-16,-2 2 0 0,-2 0 0 0,2-4 0 16,-1 2 0-16,3 1 0 0,-2 0 0 0,-1-3 0 15,1 0 0-15,2 1 0 0,-1-2 0 0,0 1 0 16,0-1 0-16,-2-3 0 0,4 2 0 0,1 0 0 16,-3 0 0-16,1-2 0 0,0 1 0 0,-3-3 0 15,9 2 0-15,-4-2 0 0,-5 0 0 0,11 0 0 0,-11 0 0 16,10-1 0-16,-3-2-118 0,-2 0-345 15,1-2-20-15,-3 2-21 0,-3 3-21 0,5-10-35 16,0 6-363-16,-5-1-1001 0,3-1 443 0</inkml:trace>
  <inkml:trace contextRef="#ctx0" brushRef="#br1" timeOffset="439362.2872">23139 16834 105 0,'0'0'378'16,"0"0"9"-16,0 0 7 0,0 0-3 0,0 0-8 15,0 0-28-15,0 0-34 0,0 0-31 0,0 0-28 16,0 0-25-16,0 0-29 0,0 0-34 0,0 0-58 16,0 0-70-16,0 0-70 0,0 0-66 0,0 0-68 15,0 0-78-15,-9 17-65 0,9-17-239 0,0 6-585 16,0-6 259-16</inkml:trace>
  <inkml:trace contextRef="#ctx0" brushRef="#br1" timeOffset="440347.2766">23286 17077 92 0,'0'0'426'0,"0"0"18"0,0 0-7 0,0 0-11 16,-4-14-7-16,4 14-18 0,-1-4-12 0,1 4-16 16,0 0-10-16,-3-4-22 0,3 4-12 0,0 0-11 15,0 0-22-15,0 0-19 0,-1-6-11 0,1 6-7 16,0 0-28-16,0 0-23 0,0 0-13 0,0 0-16 16,0 0-18-16,0 0-8 0,0 0-10 0,0 0-11 15,0 0-8-15,4-6-9 0,-4 6-10 0,0 0-12 16,0 0-5-16,9-2-2 0,-4 1-24 0,-5 1-8 15,13 0 0-15,-7-2 1 0,3-1-13 0,2-1-2 16,0 2-25-16,-1-3-15 0,0 3 0 0,-1-1 0 16,0-2 0-16,1-1 0 0,-5 0 0 0,3 0 0 15,-4 3 0-15,0-3 0 0,0 2 0 0,-2-1 0 16,-2 0 0-16,5 1 0 0,-5 4 0 0,0 0 0 16,-5-11 0-16,5 11 0 0,-6-6 0 0,1 4 0 15,-2-1 0-15,2-1 0 0,5 4 0 0,-14-2 0 16,3 2 0-16,11 0 0 0,-17 1 0 0,8 4 0 15,-1-2 0-15,-2 2 0 0,3-1 0 0,0 4 0 16,-1-2 0-16,3 4 0 0,-1-3 0 0,1 2 0 16,1 0 0-16,0 1 0 0,1-3 0 0,2 5 0 15,-1-1 0-15,3-4 0 0,1 2 0 0,1 2 0 16,3 0 0-16,-1-3 0 0,2 2 0 0,2-5 0 16,2 4 0-16,2-2 0 0,1-1 0 0,1-2 0 15,6 2 0-15,-3-1 0 0,4-3 0 0,-2-1 0 16,1-1 0-16,4-1 0 0,-5-2 0 0,4-2 0 15,-2 0 0-15,-2-3 0 0,-1 1 0 0,-3-2 0 16,2 0 0-16,-1-2 0 0,-3 5 0 0,-2-6 0 16,2 0 0-16,-2 3 0 0,-1 0 0 15,-1 2 0-15,-2-2 0 0,2 0 0 0,-4 4 0 16,-2-2 0-16,7 0 0 0,-5 3 0 0,0-1 0 0,2 1 0 16,-3-1 0-16,1 2 0 0,-4 3 0 0,6-5 0 15,-2 2 0-15,-4 3 0 0,11 0 0 0,-11 0 0 16,13 3 0-16,-6-1 0 0,0 2 0 15,3 1 0-15,-2-1 0 0,-1 4 0 0,1-2 0 0,-4 0 0 16,1 1 0-16,0 0 0 0,1 3 0 16,-4-2 0-16,2 1 0 0,-3-2 0 0,-1 0 0 0,-1 0 0 15,-3 2 0-15,2-1 0 0,-5 0 0 0,1 1 0 16,-1-2 0-16,-5 0 0 0,0 0 0 0,-2 2 0 16,3-5 0-16,-2 1 0 0,0-2 0 15,3-1 0-15,-4 1 0 0,2-2 0 0,3 1 0 16,-2-4 0-16,-1 1 0 0,6-3 0 0,-3 0 0 15,5-1 0-15,-1 1 0 0,-1-5 0 0,3 4 0 16,0-6 0-16,2 2 0 0,1-3 0 0,4 1 0 0,-1 1 0 16,-1 1 0-16,3-6 0 0,0 5 0 0,7-3 0 15,-6-2 0-15,3 6 0 0,5-3 0 0,-5 0 0 16,4-1 0-16,0 2 0 0,0 0 0 16,1-1 0-16,0 0 0 0,-3 1 0 0,2-1 0 15,-8 4 0-15,2-2 0 0,1 2 0 0,-4-2 0 16,-1 3 0-16,1-3-3 0,-2 4 2 0,-1-1-7 0,1-1 10 15,-2-2 8-15,-2 1-10 0,1 2 0 0,-1-2 0 16,-4 1 0-16,3 0 0 0,-4-2 0 0,4 0 0 16,-4 3 0-16,2-2 0 0,-2 0 0 15,1 2 0-15,0-1 0 0,2 2 0 0,0 2 0 16,-1 0 0-16,2 0 0 0,0 1 0 0,3 3 0 16,-4-5 0-16,4 5 0 0,-5-4 0 0,5 4 0 15,0 0 0-15,0 0 0 0,0 0 0 0,9 23 0 0,-4-7 0 16,2 2 0-16,1 0 0 0,1 4 0 15,-1-3 0-15,1 5 0 0,0 2 0 0,3-2 0 16,-4 1 0-16,1-1 0 0,-3-5 0 0,-4-3 0 16,1 2 0-16,1-2 0 0,-2-3 0 0,0-1 0 15,-1-2 0-15,3-1 0 0,-4 0 0 0,3-4 0 0,-3 2 0 16,0-7 0-16,0 10 0 0,1-7-578 0,-1-3-64 16,5 5-53-16,-5-5-351 0,0 0-1134 15,17 3 502-15</inkml:trace>
  <inkml:trace contextRef="#ctx0" brushRef="#br1" timeOffset="443399.2709">24504 17208 290 0,'-13'-4'442'0,"13"4"2"15,-4-4-1-15,4 4-10 0,-1-5-4 0,1 5-16 16,-1-5-7-16,1 5-14 0,2-7-13 0,2 4-9 16,-1-4-16-16,3 1-19 0,-5 1-3 0,3-3-18 15,1-1-1-15,-1 0-12 0,4 2-10 0,-3-4-16 16,1 1-12-16,2-5-8 0,-3 5-10 0,0-3-21 16,4-2-13-16,-1-2-174 0,-3-2-37 0,0 1 0 15,3 0 0-15,3-6 0 0,-6 5 0 16,0-9 0-16,1 4 0 0,-4 5 0 0,3-5 0 15,0 6 0-15,-2 1 0 0,1-1 0 0,-4 7 0 0,2-2 0 16,1 1 0-16,1 0 0 0,-4 3 0 0,0 1 0 16,2 3 0-16,-2-3 0 0,0 3 0 0,0 5 0 15,-2-8 0-15,2 8 0 0,2-6 0 0,-2 2 0 16,0 4 0-16,0-4 0 0,0 4 0 16,0 0 0-16,0 0 0 0,0 0 0 0,0 0 0 0,0 0 0 15,0 0 0-15,-4 19 0 0,4-7 0 0,0 3 0 16,0 2 0-16,2 2 0 0,-2 4 0 0,0 2 0 15,2 0 0-15,-2-5 0 0,-2 5 0 0,2-6 0 16,-2 7 0-16,6 0 0 0,0-1 0 16,-4-6 0-16,-2 6 0 0,4-6 0 0,-2 1 0 15,5-1 0-15,0-3 0 0,0 0 0 0,3 0 0 0,-3-4 0 16,0-3 0-16,3 2 0 0,-2-3 0 0,-1 0 0 16,6-2 0-16,-1-1 0 0,-1-2 0 0,1-1 0 15,3-2 0-15,-3-4 0 0,3 2 0 0,0-2 0 16,-4-2 0-16,3-2 0 0,-3 0 0 0,2-1 0 15,0 1 0-15,-3-2 0 0,-1-1 0 0,1 2 0 16,-3-3 0-16,0 0 0 0,-1 3 0 0,-1-3 0 16,-1 2 0-16,-2 1 0 0,-2 0 0 0,2 2 0 15,-2 1 0-15,1-2 0 0,-3 3 0 16,4 0 0-16,-5 0 0 0,3 0 0 0,-1 3 0 0,3 2 0 16,-4-4 0-16,2 2 0 0,2 2 0 0,0 0 0 15,0 0 0-15,0 0 0 0,-12 6 0 0,10-3 0 16,0 3 0-16,0-2 0 0,-1 1 0 0,3 2 0 15,-2-2 0-15,0 0 0 0,2 1 0 0,0 1 0 16,-1-1 0-16,1 1 0 0,-1 0 0 0,2-1 0 16,-1 1 0-16,3-2 0 0,-1 1 0 0,2 1 0 15,0-2 0-15,2 0 0 0,-1 0 0 0,4-1 0 16,4 1 0-16,-4-5 0 0,1 4 0 0,3-2 0 16,0 0 0-16,1-4 0 0,-4 2 0 0,4-1 0 15,3-4 0-15,-4 3 0 0,1-3 0 0,-4-2 0 16,3 2 0-16,-4-4 0 0,0 3 0 0,-2-2 0 15,-2-1 0-15,2 1 0 0,-3 0 0 0,-2 1 0 16,3 1 0-16,-5-1 0 0,2 1 0 0,0 3 0 16,-2-3 0-16,0 3 0 0,0 3 0 0,0-7 0 15,1 5 0-15,-1 2 0 0,0 0 0 0,0 0 0 16,0-6 0-16,0 6 0 0,0 0 0 0,0 0 0 16,0 0 0-16,0 0 0 0,0 0 0 0,-3 15 0 15,1-10 0-15,2 2 0 0,0 1 0 0,0 0 0 16,2 2 0-16,0-1 0 0,-2 0 0 0,3 2 0 15,0 1 0-15,-1-5 0 0,0 4 0 0,3-3 0 16,-1 1 0-16,0 0 0 0,1-5 0 0,0 3 0 16,4-2 0-16,0-1 0 0,0 0 0 0,4-1 0 15,-7-3 0-15,3 0 0 0,0 0 0 0,1-1 0 16,1-3 0-16,-2-2 0 0,2-1 0 0,-2 2 0 0,-1-4 0 16,2 1 0-16,-4 0 0 0,-1-3 0 15,1 2 0-15,-1 0 0 0,-3 1 0 0,1-3 0 16,-1 3 0-16,-1 0 0 0,3 2 0 0,-4 0 0 15,0 0 0-15,0 2 0 0,0 0 0 0,0-1 0 16,0 5 0-16,0-5 0 0,0 5 0 0,0-4 0 0,0 4 0 16,0 0 0-16,0-5 0 0,0 5 0 15,0 0 0-15,0 0 0 0,0 0 0 0,0 18 0 16,0-8 0-16,0 3 0 0,0-3 0 0,0 12 0 16,0-4 0-16,4 7 0 0,-1 2 0 0,-1 2 0 0,2-1 0 15,-2 0 0-15,0 1 0 0,-1 2 0 0,4-3 0 16,-5 1 0-16,4 0 0 0,1-3 0 15,-5 2 0-15,4 1 0 0,0-4 0 0,-3-5 0 16,1-2 0-16,0 1 0 0,-2-1 0 0,4-2 0 16,-4-5 0-16,1 0 0 0,-1 0 0 0,0-4 0 0,0-2 0 15,4 1 0-15,-8-1 0 0,3 2 0 0,1-1 0 16,0 0 0-16,-4-4 0 0,4 3 0 0,-2-3 0 16,2-2 0-16,-3 4 0 0,-1-2 0 0,0 0 0 15,-1 0 0-15,1 1 0 0,-2-1 0 0,6-2 0 16,-11-1 0-16,0 0 0 0,0-3 0 0,-1 1 0 15,1 1 0-15,-2 1 0 0,-4-4 0 0,1-1 0 16,-3 2 0-16,7-1 0 0,-6-3 0 0,5 4 0 16,3-2 0-16,-2-2 0 0,5 1 0 0,-2-1 0 15,1 0 0-15,5-4 0 0,1-1 0 0,7-4 0 16,3 4 0-16,1-3 0 0,10-6 0 0,2 1 0 16,4 0 0-16,5-2 0 0,-1 1 0 0,3 2 0 15,1 3 0-15,-1-2 0 0,0 3 0 0,0 4 0 16,0-1 0-16,-5 3 0 0,-8 5 0 0,-4-2 0 15,-3 4 0-15,-6 3-1366 0,-2-1-1478 0,-4 1 654 16</inkml:trace>
  <inkml:trace contextRef="#ctx0" brushRef="#br1" timeOffset="444243.9117">26075 16828 411 0,'9'-8'467'0,"-2"0"8"0,0 2-4 16,0-2-9-16,-2 1-12 0,-1 3-13 0,1-1-25 0,-2 3-13 16,0-3-22-16,-1 2-21 0,1 0-21 0,-3 3-21 15,3-2-15-15,-3 2-9 0,3-4-22 16,-3 4-19-16,0 0-26 0,0 0-22 0,0 0-14 15,0 0 5-15,0 0-3 0,1 10 0 0,-2-3 0 16,-2 3-4-16,-2 2-21 0,3 1-164 0,2 0 0 0,-4 3 0 16,0 3 0-16,2 5 0 0,-2-5 0 0,-2 0 0 15,3-1 0-15,-1-1 0 0,1-2 0 16,1 4 0-16,-1-4 0 0,1-4 0 0,2 1 0 16,-2-3 0-16,0 1 0 0,1-3 0 0,1-1 0 0,0-1 0 15,0 0 0-15,2-2 0 0,1 1 0 0,2 1 0 16,6-4 0-16,1 3 0 0,3-3 0 0,2-1 0 15,12-1 0-15,-10 1 0 0,3-3 0 16,5-2 0-16,-5 2 0 0,8-3 0 0,-8 2 0 16,-4-2 0-16,9 0 0 0,-9 0 0 0,-7 3 0 0,-1-1 0 15,-1 0 0-15,2 0 0 0,-4 2 0 0,-2-2 0 16,4 2 0-16,-5 0 0 0,0-1 0 0,-4 3 0 16,5-5 0-16,-4 3 0 0,2-1 0 0,-3 3 0 15,0-9 0-15,-3 6 0 0,2-1 0 0,0 0 0 16,-3-2 0-16,1 2 0 0,2-1 0 0,-3-1 0 15,4 1 0-15,-4 2 0 0,-1-3 0 0,4 3 0 16,1 3 0-16,-5-9 0 0,2 3 0 0,0 3 0 16,1 0 0-16,2 3 0 0,-4-11 0 0,3 7 0 15,1 4 0-15,0 0 0 0,-4-3 0 0,4 3 0 16,0 0 0-16,0 0 0 0,0 0 0 0,-2-6 0 16,2 6 0-16,0 0 0 0,0 0 0 0,0 0 0 15,0 0 0-15,-4 15 0 0,4-4 0 0,1 1 0 16,-1-1 0-16,5 3 0 0,-5 2 0 15,0 0 0-15,5 2 0 0,-5-1 0 0,3 3 0 0,-3-2 0 16,-3-2 0-16,7 5 0 0,-5-4 0 0,-2-1 0 16,3-4 0-16,0 4 0 0,0-3 0 0,-1-3 0 15,-2-1 0-15,3 1 0 0,0 0 0 0,0-3 0 16,-1-6 0-16,1 4 0 0,0-5 0 0,0 6 0 16,0-2 0-16,0-4 0 0,4 4 0 0,1-4 0 15,-5 0-184-15,13 0-510 0,-3-1-526 0,2-2-1319 16,2-1 583-16</inkml:trace>
  <inkml:trace contextRef="#ctx0" brushRef="#br1" timeOffset="444618.7944">26669 16994 19 0,'4'-7'380'0,"1"-2"6"0,-1-2-13 15,1 0 14-15,-3 2-12 0,1-2 8 0,-2 0 6 16,2 5 2-16,-2-2 10 0,0-3 10 0,1 4 8 16,-2-3 17-16,1 4 10 0,-1-1 1 0,1-1-3 15,2 1-5-15,-3 3-9 0,0 0 0 0,0 4-27 16,-3-7-24-16,3 7-356 0,3-6-23 0,-3 6 0 16,-3-4 0-16,3 4 0 0,0 0 0 0,0 0 0 15,0 0 0-15,0 0 0 0,-2 16 0 0,-2 0 0 16,1 8 0-16,-2 2 0 0,-4 2 0 0,0 5 0 15,0 13 0-15,-3 1 0 0,1-2 0 0,-2 3 0 16,1 1 0-16,1 1 0 0,-3-6 0 0,3 2 0 16,-1-1 0-16,-4 2 0 0,3-15 0 0,0 2 0 15,-1 11 0-15,4-13 0 0,0-2 0 0,1 1 0 16,1-5 0-16,-2 1 0 0,2-2 0 0,4-5 0 16,-2-3 0-16,2 0 0 0,-1-2 0 0,5-6 0 15,-4 1-107-15,7-2-599 0,-3 1-524 0,1-2-1332 16,4-3 589-16</inkml:trace>
  <inkml:trace contextRef="#ctx0" brushRef="#br1" timeOffset="445385.2135">26776 17169 175 0,'0'0'410'0,"-2"-7"9"0,-1 4-13 15,3 3-7-15,-1-5-11 0,1 5-12 0,-3-3-10 0,3 3-3 16,-1-4-7-16,1 4-5 0,-4-4-5 0,3 1-3 16,1 3-13-16,-1-5-11 0,1 5-9 0,-2-5-9 15,2 5-15-15,2-5-18 0,-2 5-10 16,1-5-23-16,0 2-15 0,2-2-23 0,-1 2-23 16,2 0-16-16,-1-1-20 0,3 2-11 0,0-3-16 0,1 3-50 15,3 0-61-15,0-3 0 0,-1 4 0 0,-4 1 0 16,4-2 0-16,0 2 0 0,1 2 0 0,-2-1 0 15,1 1 0-15,-3 3 0 0,2 2 0 0,-3-1 0 16,3 4 0-16,-2-1 0 0,-2 2 0 0,-3-1 0 16,1 0 0-16,-4 3 0 0,1-2 0 15,-4 4 0-15,0-2 0 0,-3 1 0 0,3-5 0 0,-4 0 0 16,0 0 0-16,0 1 0 0,2-3 0 0,0-1 0 16,3-3 0-16,-2 1 0 0,2 1 0 15,-1-3 0-15,3 0 0 0,2-2 0 0,-4 4 0 16,4-4 0-16,-2 1 0 0,2-1 0 0,0 0 0 15,0 0 0-15,0 0 0 0,0 0 0 0,0 0 0 0,15-8 0 16,-9 6 0-16,0 2 0 0,1-4 0 0,-1 3 0 16,1 1 0-16,1-1 0 0,-8 1 0 0,17 2 0 15,-9 2 0-15,-1-1 0 0,2 2 0 16,0 1 0-16,1 1 0 0,-3 1 0 0,-2-1 0 16,1 3 0-16,-2-2 0 0,0 3 0 0,-1-1 0 0,2 0 0 15,-5 1 0-15,0 1 0 0,-3 0 0 0,-1-2 0 16,1 2 0-16,-4 1 0 0,1-3 0 0,-3 0 0 15,-1-1 0-15,2 0 0 0,-4-3 0 16,2 2 0-16,-3-4 0 0,4 1 0 0,-2-3 0 16,1 3 0-16,3-3 0 0,-3-2 0 0,4-2 0 15,-1 4 0-15,7-2 0 0,-9-4 0 0,4 3 0 0,5 1 0 16,-7-4 0-16,5 0 0 0,-3 2 0 0,5-1 0 16,0 3 0-16,3-9 0 0,-1 7 0 15,-2-2 0-15,4-1-140 0,1 1-276 0,1 0-50 0,2 3-55 16,1-2-74-16,3 1-415 0,-1 0-1092 15,3 2 484-15</inkml:trace>
  <inkml:trace contextRef="#ctx0" brushRef="#br1" timeOffset="445728.7135">27171 17506 226 0,'0'0'539'0,"0"0"30"16,5-1 20-16,-5 1 5 0,3-4-8 0,-3 4-13 15,-3-6-69-15,3 6-46 0,0 0-45 0,-2-5-46 0,2 5-58 16,-3-4-69-16,3 4-69 0,-1-5-73 0,1 5-75 16,0 0-68-16,0 0-88 0,-4-5-89 0,4 5-96 15,0 0-93-15,0 0-93 0,0 0-267 16,0 0-836-16,0 0 370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20T10:19:06.32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12277 14780 141 0,'0'0'213'0,"0"0"-14"0,0 0-6 0,0 0-7 16,0 0-5-16,0 0-5 0,0 0-10 0,0 0-3 16,0 0-5-16,0 0-3 0,0 0-7 0,0 0-3 15,0 0-4-15,0 0-4 0,0 0 0 0,0 0-6 16,0 0 10-16,0 0-8 0,0 0 7 0,0 0-1 16,0 0-3-16,0 0-3 0,0 0 0 0,0 0 5 15,0 0-5-15,0 0 7 0,0 0-4 0,0 0-2 16,0 0-1-16,0 0 2 0,0 0 1 0,0 0-2 15,0 0-3-15,0 0 5 0,0 0 4 0,0 0 5 16,0 0 1-16,0 0 3 0,18-3 5 0,-18 3-6 16,14 2 9-16,-1-2-3 0,2-2-11 0,2 1 18 15,5-1-10-15,-3-1-8 0,9 1 1 0,1-1-11 0,5-2-7 0,1 0-2 0,1-1-8 0,1-1-1 16,-1 2-7-16,0 0-4 0,-2-2-6 0,2 4-5 16,-8-1-65-16,2 0-28 0,-10 1 0 0,0-1 0 31,-7 1 0-31,1 0 0 0,-2 3 0 0,-4-2 0 15,-2 2 0-15,1 0 0 0,-1-3 0 0,-6 3 0 0,7 0 0 16,-7 0 0-16,0 0 0 0,8-1 0 0,-8 1 0 16,0 0 0-16,5-1 0 0,-5 1 0 15,5-2 0-15,-5 2 0 0,0 0 0 0,0 0 0 16,0 0 0-16,0 0 0 0,0 0 0 0,0 0 0 0,0 0 0 16,0 0 0-16,7-2-175 0,-7 2-62 0,0 0-65 15,6-2-49-15,-1-1-33 0,-5 3-50 0,10 0-46 0,-2 0-46 0,-8 0-358 0,10-3-958 16,-1 6 425-16</inkml:trace>
  <inkml:trace contextRef="#ctx0" brushRef="#br0" timeOffset="1205.2712">16649 14786 33 0,'0'0'202'0,"0"0"-5"0,0 0-8 0,0 0-4 16,0 0-6-16,0 0-6 0,0 0-8 0,-10 0-3 16,10 0-5-16,0 0 0 0,0 0-2 0,0 0-3 15,0 0 1-15,0 0 1 0,-9 0-2 0,9 0 0 16,-8-2 1-16,8 2 1 0,0 0 3 0,0 0 2 15,-10-2 6-15,10 2-11 0,-7-1-7 0,7 1-2 16,-6-1 0-16,6 1-4 0,-6-3 0 0,6 3-3 16,0 0-2-16,-8-1-2 0,5-2 2 0,3 3-5 15,0 0 5-15,-5-2-3 0,5 2 0 0,0 0-8 16,0 0 5-16,0 0-6 0,-6-1 0 0,6 1 0 16,0 0-2-16,0 0 0 0,0 0 7 0,0 0 3 15,0 0 0-15,0 0 8 0,0 0-5 0,0 0-4 16,0 0 10-16,16-4 0 0,-9 4 6 0,4 0 0 15,1-2-4-15,6 1 1 0,5 0 0 0,5 0-85 16,3-3-59-16,4 4 0 0,2-1 0 0,1-1 0 16,1 0 0-16,1 1 0 0,-4 1 0 0,16 1 0 0,-13-1 0 15,-1 2 0-15,0-2 0 0,-2 1 0 0,-1-2 0 16,-6 1 0-16,-10 1 0 0,0-1 0 0,-7 0 0 16,-1-1 0-16,2 2 0 0,-8-1 0 15,2 0 0-15,-1 1 0 0,-6-1 0 0,9 1 0 0,-9-1 0 16,5 0 0-16,-5 0 0 0,0 0 0 0,9 0 0 15,-9 0 0-15,0 0 0 0,0 0 0 0,5 1 0 16,-5-1 0-16,0 0 0 0,0 0 0 0,0 0 0 16,0 0 0-16,5 1 0 0,-5-1 0 0,0 0 0 15,0 0 0-15,0 0 0 0,0 0 0 0,0 0 0 16,0 0 0-16,0 0 0 0,0 0 0 0,0 0 0 16,0 0-66-16,0 0-386 0,0 0-41 0,0 0-56 15,0 0-53-15,0 0-404 0,0 0-1088 0,0 0 482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20T10:22:11.357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21962 204 44 0,'0'0'283'0,"0"0"6"16,0 0 7-16,0 0 10 0,0 0 6 0,0 0 18 15,-23-18 4-15,23 18 11 0,0 0 6 0,0 0-3 16,0 0-8-16,0 0-4 0,0 0-18 0,0 0-9 15,0 0-11-15,0 0-17 0,0 0-13 16,0 0-7-16,0 0-26 0,0 0-13 0,0 0-13 16,0 0-14-16,0 0-12 0,0 0-23 0,0 0-9 15,0 0 11-15,0 0 10 0,0 0-1 0,0 0-22 16,0 0 0-16,0 0-3 0,13 47-1 0,-11-31-52 16,0 4-93-16,-2 0 0 0,1 4 0 0,1 3 0 15,0-1 0-15,0-1 0 0,-3 0 0 0,1-1 0 16,1 1 0-16,-2 1 0 0,2 3 0 0,1-9 0 15,0 5 0-15,-3 1 0 0,0 0 0 0,2-7 0 16,-1 2 0-16,1-2 0 0,-1-1 0 0,1 0 0 16,-1-18 0-16,2 25 0 0,-2-25 0 0,1 20 0 15,-1-20 0-15,-1 16 0 0,1-16 0 0,0 0 0 16,0 0 0-16,1 19 0 0,-1-19 0 0,0 0 0 16,0 0 0-16,0 0 0 0,0 0 0 0,0 0 0 15,0 0 0-15,0 0 0 0,0 0 0 0,-1 16 0 16,1-16 0-16,0 0 0 0,0 0 0 0,0 0 0 15,0 0 0-15,0 0 0 0,0 0 0 16,0 0 0-16,0 0-302 0,0 0-282 0,0 0-82 16,0 0-441-16,16-46-1198 0,-7 29 529 0</inkml:trace>
  <inkml:trace contextRef="#ctx0" brushRef="#br0" timeOffset="656.3091">22454 444 168 0,'0'0'442'0,"0"0"21"16,0 0 0-16,0 0-4 0,0 0-8 0,0 0-10 15,0 0-14-15,0 0-8 0,0 0-22 0,0 0-28 16,3-24-29-16,-3 24-30 0,0 0-32 0,0 0-27 16,0 0-26-16,0 0-32 0,0 0-18 0,0 0-24 15,0 0-12-15,0 0-12 0,0 0-16 0,0 0-6 16,0 0-14-16,0 0-14 0,0 0-9 0,-25 42 2 15,25-42 4-15,-11 19-20 0,11-19-8 0,-9 14-3 16,9-14-3-16,-10 17-4 0,10-17-8 0,-7 12 1 16,7-12-7-16,0 0-2 0,-5 16-6 0,5-16 2 15,0 0-4-15,0 0 2 0,0 0 4 16,0 0-4-16,0 0-3 0,0 0 4 0,0 0 2 16,1 18-1-16,-1-18 4 0,0 0 0 0,0 0 18 15,22 7-34-15,-22-7 10 0,0 0-2 0,33 7 1 16,-33-7 11-16,23 6-3 0,-23-6 9 0,23 9-10 15,-23-9-2-15,22 7 7 0,-22-7-3 0,20 9 1 16,-20-9-11-16,16 9 11 0,-16-9-5 0,0 0-18 16,14 9 20-16,-14-9-3 0,0 0-9 0,8 15 14 15,-8-15-4-15,0 0-18 0,-7 21 0 0,7-21 0 16,-14 20 0-16,5-10 0 0,-6-1 0 0,0 2 0 16,-1-2 0-16,16-9 0 0,-27 12 0 0,27-12 0 15,-23 9 0-15,23-9 0 0,0 0 0 0,-21 4 0 16,21-4 0-16,0 0 0 0,0 0 0 0,0 0 0 15,-21 5 0-15,21-5 0 0,0 0 0 0,0 0 0 16,0 0 0-16,0 0 0 0,0 0 0 0,0 0-248 16,0 0-301-16,0 0-60 0,0 0-523 0,23-39-1224 15,-9 27 542-15</inkml:trace>
  <inkml:trace contextRef="#ctx0" brushRef="#br0" timeOffset="1125.7634">22721 310 446 0,'0'-20'559'0,"0"20"31"16,4-18 17-16,-4 18-8 0,0 0 2 0,1-18-32 16,-1 18-24-16,0 0-41 0,0 0-35 0,0 0-39 15,0-15-42-15,0 15-39 0,0 0-37 0,0 0-37 16,0 0-31-16,0 0-26 0,0 0-20 0,0 0-18 15,0 0-72-15,0 0-108 0,5 58 0 0,-2-39 0 16,-2 1 0-16,-1 0 0 0,0 0 0 0,0 0 0 16,0 5 0-16,2-6 0 0,-4 0 0 0,2 1 0 15,0-3 0-15,0 0 0 0,-4-1 0 0,4-16 0 16,0 29 0-16,0-29 0 0,0 16 0 16,0-16 0-16,0 0 0 0,-1 18 0 0,1-18 0 15,0 0 0-15,0 0 0 0,0 0 0 0,0 0 0 16,0 0 0-16,0 0 0 0,0 0 0 0,0 0 0 15,0 0 0-15,0 0 0 0,0 0 0 0,37-40 0 16,-33 28 0-16,-4 12 0 0,15-19 0 0,-15 19 0 16,8-13 0-16,-8 13 0 0,8-12 0 0,-8 12 0 15,0 0 0-15,0 0 0 0,0 0 0 0,11-11 0 16,-11 11 0-16,0 0 0 0,0 0 0 0,0 0 0 16,0 0 0-16,0 0 0 0,35 25 0 0,-35-25 0 15,10 17 0-15,-10-17 0 0,8 13 0 0,-8-13 0 16,11 19 0-16,-11-19 0 0,6 15 0 0,-6-15 0 15,6 13 0-15,-6-13 0 0,0 0 0 0,7 12 0 16,-7-12 0-16,0 0-193 0,0 0-180 0,14 10-41 16,-14-10-51-16,0 0-39 0,0 0-54 0,0 0-390 15,0 0-1026-15,0 0 454 0</inkml:trace>
  <inkml:trace contextRef="#ctx0" brushRef="#br0" timeOffset="2110.6243">23009 527 92 0,'0'0'423'0,"0"0"5"15,0 0 1-15,0 0-17 0,0 0-16 0,0 0-21 16,0 0-22-16,0 0-12 0,0 0-27 0,0 0-25 16,15-18-29-16,-15 18-26 0,0 0-25 0,0 0-23 15,0 0-20-15,0 0-17 0,0 0-17 0,24-4-16 16,-24 4-12-16,0 0-12 0,0 0-13 0,0 0-9 15,0 0-5-15,29 18-3 0,-29-18-7 0,0 0-4 16,8 14-4-16,-8-14 1 0,0 0-11 0,2 17 1 16,-2-17 3-16,0 0-5 0,0 0-2 0,-18 28 0 15,10-21 1-15,8-7 6 0,-16 11 6 0,16-11 14 16,0 0 15-16,-16 10 20 0,16-10 16 0,0 0 25 16,0 0 22-16,0 0 2 0,-23 3-1 15,23-3-5-15,0 0 1 0,0 0-13 0,0 0-9 16,0 0-9-16,0 0-23 0,-15-25-8 0,15 25-94 15,0 0 0-15,1-21 0 0,-1 21 0 0,0 0 0 16,8-25 0-16,-8 25 0 0,9-15 0 0,-9 15 0 16,0 0 0-16,14-15 0 0,-14 15 0 0,9-8 0 15,-9 8 0-15,0 0 0 0,13-10 0 0,-13 10 0 16,0 0 0-16,0 0 0 0,0 0 0 0,22-9 0 16,-22 9 0-16,0 0 0 0,0 0 0 0,0 0 0 15,0 0 0-15,25-4 0 0,-25 4 0 0,0 0 0 16,0 0 0-16,0 0 0 0,0 0 0 0,29-3 0 15,-29 3 0-15,0 0 0 0,0 0 0 0,0 0 0 16,37 7 0-16,-37-7 0 0,0 0 0 0,23 7 0 16,-23-7 0-16,0 0 0 0,21 8 0 0,-21-8 0 15,0 0 0-15,16 6 0 0,-16-6 0 0,0 0 0 16,12 15 0-16,-12-15 0 0,0 0 0 0,5 15 0 16,-5-15 0-16,0 0 0 0,0 0 0 0,0 19 0 15,0-19 0-15,0 0 0 0,0 0 0 16,-9 17 0-16,9-17 0 0,0 0 0 0,0 0 0 15,-13 11-15-15,13-11 10 0,0 0 5 0,0 0 17 0,0 0-14 16,0 0-3-16,0 0 0 0,0 0 0 0,0 0 0 16,0 0 0-16,0 0 0 0,0 0 0 15,0 0 0-15,0 0 0 0,0 0 0 0,0 0 0 16,0 0 0-16,-18-38 0 0,18 38 0 0,14-23 0 16,-5 7 0-16,7 2 0 0,8-5 0 0,-1-1 0 15,5 2 0-15,-1 0 0 0,0-1 0 0,3-1 0 16,-3 1 0-16,-1 1 0 0,-3 1 0 0,-5 5 0 15,-3-1 0-15,0 3 0 0,-1-1 0 0,-3 3 0 16,-11 8 0-16,16-15 0 0,-16 15 0 0,11-9 0 16,-11 9 0-16,0 0 0 0,8-13 0 0,-8 13 0 15,0 0 0-15,0 0 0 0,0-21 0 0,0 21 0 16,0 0 0-16,0 0 0 0,-16-18 0 0,16 18 0 16,0 0 0-16,0 0 0 0,-16-10 0 0,16 10 0 15,0 0 0-15,0 0 0 0,0 0 0 0,0 0 0 16,0 0 0-16,0 0 0 0,0 0 0 0,0 0 0 15,0 0 0-15,0 0 0 0,0 0 0 0,-8 39 0 16,8-39 0-16,1 35 0 0,0-16 0 16,0 5 0-16,-1-6 0 0,2 2 0 0,-4-3 0 15,2 1 0-15,2 0 0 0,1 0 0 0,-3 0 0 16,-3 1 0-16,1-1 0 0,2 1 0 0,-1-3 0 16,0 1 0-16,1-17 0 0,-3 24 0 0,3-24 0 15,-4 22 0-15,4-22 0 0,0 15 0 0,0-15 0 16,0 0 0-16,-2 18 0 0,2-18 0 0,0 0 0 15,0 0 0-15,0 0 0 0,0 0 0 0,0 0-100 16,0 0-341-16,-1 14-65 0,1-14-61 0,0 0-55 16,0 0-371-16,0 0-1075 0,0 0 475 0</inkml:trace>
  <inkml:trace contextRef="#ctx0" brushRef="#br0" timeOffset="2298.1048">23387 512 90 0,'0'0'474'15,"0"0"47"-15,0 0 44 0,0 0 17 0,0 0 16 16,0 0-19-16,0 0-23 0,0 0-21 0,0 0-24 16,0 0-43-16,0 0-37 0,0 0-41 0,0 0-40 15,0 0-39-15,0 0-35 0,0 0-32 0,0 0-24 16,18-31-26-16,-18 31-27 0,24-8-38 16,-24 8-129-16,24-8 0 0,-6-1 0 0,4 5 0 15,-22 4 0-15,36-10 0 0,-25 7 0 0,-11 3 0 16,27-7-97-16,-27 7-82 0,19-5-39 0,-19 5-45 15,0 0-48-15,40-7-44 0,-40 7-22 0,19-4-30 16,-19 4-47-16,0 0-53 0,0 0-331 0,26-7-906 16,-26 7 401-16</inkml:trace>
  <inkml:trace contextRef="#ctx0" brushRef="#br0" timeOffset="2767.2167">24316 239 507 0,'0'0'606'0,"0"0"21"16,4-27 4-16,-4 27-2 0,0 0-20 0,0-18-15 15,0 18-16-15,0 0-18 0,0 0-19 0,-9-18-25 16,9 18-33-16,0 0-30 0,0 0-36 0,-4-13-24 15,4 13-346-15,0 0-47 0,0 0 0 0,0 0 0 16,0 0 0-16,0 0 0 0,0 0 0 0,0 0 0 16,0 0 0-16,0 0 0 0,0 0 0 0,0 0 0 15,0 0 0-15,0 0 0 0,0 0 0 0,0 0 0 16,4 63 0-16,0-44 0 0,0 5 0 0,-2-1 0 16,3 3 0-16,-2 0 0 0,-1-8 0 0,2 7 0 15,-1-7 0-15,-1 1 0 0,0-1 0 0,0 0 0 16,1-1 0-16,-3-17 0 0,2 31 0 0,-1-16 0 15,-1-15 0-15,3 22 0 0,-3-22 0 16,3 15 0-16,-3-15 0 0,0 0 0 0,0 0 0 16,2 14 0-16,-2-14 0 0,0 0 0 0,0 0 0 15,0 0 0-15,0 0-297 0,0 0-325 0,0 0-51 16,0 0-428-16,0 0-1191 0,0 0 528 0</inkml:trace>
  <inkml:trace contextRef="#ctx0" brushRef="#br0" timeOffset="3049.095">24238 474 250 0,'0'0'417'0,"0"0"14"15,0 0 14-15,-45 0 2 0,45 0-4 0,0 0-10 16,0 0-6-16,0 0-11 0,0 0 14 0,0 0-28 16,0 0-10-16,0 0-15 0,0 0-27 0,0 0-25 15,0 0-8-15,0 0-12 0,0 0-30 0,0 0-17 16,0 0-27-16,0 0-19 0,0 0-23 15,0 0-15-15,0 0-15 0,0 0-73 0,0 0-86 16,0 0 0-16,0 0 0 0,0 0 0 0,0 0 0 16,0 0 0-16,0 0 0 0,58-28 0 0,-39 23 0 15,3-1 0-15,-22 6 0 0,34-11 0 0,-17 6-178 16,-17 5-82-16,31-9-51 0,-31 9-41 0,24-6-33 16,-24 6-33-16,25-6-29 0,-25 6-25 0,23-7-19 15,-23 7-323-15,23-4-880 0,-23 4 390 0</inkml:trace>
  <inkml:trace contextRef="#ctx0" brushRef="#br0" timeOffset="3424.008">24510 383 60 0,'0'0'77'0,"0"0"30"0,0 0 34 16,0 0 39-16,0 0 37 0,0 0 29 0,0 0 28 15,0 0 24-15,0 0 14 0,0 0 7 0,0 0 9 16,0 0 8-16,0 0 2 0,0 0 2 0,0 0-12 16,0 0-13-16,0 0-24 0,0 0-24 0,0 0-21 15,0 0-25-15,0 0-17 0,0 0-21 0,0 0-19 16,0 0-24-16,0 0-14 0,0 0-18 0,0 0-2 15,44-2-17-15,-44 2-11 0,0 0-10 0,0 0-6 16,24 10-7-16,-24-10-9 0,12 8-5 16,-12-8-3-16,15 11-6 0,-15-11-5 0,10 13 2 15,-10-13-7-15,8 14 2 0,-8-14-5 0,0 0 0 16,2 19-5-16,-2-19 2 0,0 0-2 0,-7 21 1 16,7-21-1-16,-7 15 3 0,7-15-6 0,-20 16 3 15,20-16-2-15,-19 13 1 0,19-13 3 0,-18 8 0 16,18-8 3-16,0 0 23 0,-17 7 29 0,17-7 27 15,0 0-2-15,0 0 8 0,0 0 0 0,0 0 11 16,0 0-25-16,-32-18-7 0,32 18-11 0,0 0-12 16,-4-24-7-16,4 24-4 0,4-18-27 0,-4 18-33 15,9-17-57-15,-9 17-47 0,13-17-57 0,-13 17-61 16,15-11-50-16,-15 11-52 0,23-9-46 0,-23 9-50 16,23-5-49-16,-23 5-40 0,26-1-337 0,-26 1-929 15,0 0 410-15</inkml:trace>
  <inkml:trace contextRef="#ctx0" brushRef="#br0" timeOffset="3861.4054">24685 441 363 0,'0'0'442'16,"0"0"-6"-16,0 0-5 0,0 0-13 0,0 0-11 15,0 0-13-15,27-24-16 0,-27 24-21 0,0 0-15 16,0 0-32-16,14-11-27 0,-14 11-28 0,0 0-29 15,0 0-26-15,0 0-21 0,0 0-17 0,26-3-23 16,-26 3-10-16,0 0-16 0,0 0-11 0,33 13-14 16,-33-13-6-16,14 13-7 0,-14-13-11 0,14 13-7 15,-14-13-3-15,7 13-9 0,-7-13-3 0,0 0-4 16,5 19-10-16,-5-19 0 0,0 0 0 16,2 15-4-16,-2-15-5 0,0 0-1 0,0 0-8 15,0 17 1-15,0-17-3 0,0 0 3 0,0 0 1 0,0 0 2 16,0 0-1-16,0 0 9 0,0 0 11 0,0 0 25 15,0 0 22-15,0 0 20 0,0 0-17 0,0 0-10 16,0 0-11-16,0 0-2 0,0 0-12 16,0 0-10-16,0 0-1 0,0 0-8 0,0 0 3 15,34-35-5-15,-34 35 19 0,0 0-23 0,13-15 6 16,-13 15-4-16,0 0-8 0,12-11-5 0,-12 11 6 16,0 0 0-16,0 0-13 0,0 0-1 0,0 0-7 15,14-8-1-15,-14 8-5 0,0 0-2 0,0 0 3 16,0 0 0-16,0 0 0 0,0 0 1 0,0 0 5 15,0 0-1-15,13 34-7 0,-13-34 8 0,5 13 0 16,-5-13-1-16,0 0 0 0,4 19-2 0,-4-19 18 16,0 0-19-16,1 14-15 0,-1-14-25 0,0 0-24 15,0 0-29-15,0 0-24 0,0 0-30 16,-1 18-32-16,1-18-40 0,0 0-56 0,0 0-106 16,0 0-112-16,0 0-442 0,0 0-1020 0,0 0 452 0</inkml:trace>
  <inkml:trace contextRef="#ctx0" brushRef="#br0" timeOffset="4189.8609">25325 391 3151 0,'0'0'465'0,"0"0"-195"0,-34 7-96 0,34-7-13 16,0 0 46-16,0 0 11 0,0 0-12 0,0 0-23 16,0 0-26-16,0 0-2 0,0 0-6 0,0 0 0 15,-23 5-3-15,23-5-13 0,0 0-9 0,0 0-12 16,0 0-14-16,0 0-8 0,0 0-7 0,0 0-7 16,0 0-12-16,0 0-4 0,0 0-7 0,77-13-5 15,-77 13-2-15,0 0-8 0,32-3-3 0,-32 3-10 16,0 0-1-16,0 0-6 0,30-1-1 0,-30 1-20 15,0 0-30-15,0 0-32 0,0 0-41 0,0 0-52 16,0 0-56-16,0 0-68 0,0 0-52 0,0 0-29 16,0 0-35-16,18 10-58 0,-18-10-299 15,0 0-815-15,0 0 360 0</inkml:trace>
  <inkml:trace contextRef="#ctx0" brushRef="#br0" timeOffset="4533.5448">25254 544 375 0,'0'0'462'0,"0"0"12"0,0 0 8 16,0 0 0-16,0 0-7 0,0 0-14 0,0 0-4 15,0 0-12-15,0 0-15 0,0 0-18 0,0 0-20 16,0 0-24-16,0 0-21 0,0 0-36 16,0 0-22-16,0 0-26 0,0 0-11 0,0 0-24 0,0 0-15 15,0 0-23-15,0 0-19 0,78-3-15 0,-78 3-100 16,0 0-56-16,28-4 0 0,-28 4 0 0,0 0 0 15,35-3 0-15,-35 3 0 0,0 0 0 0,22-4 0 16,-22 4 0-16,0 0 0 0,0 0 0 0,0 0 0 16,0 0 0-16,0 0 0 0,0 0 0 15,25-4 0-15,-25 4 0 0,0 0 0 0,0 0 0 16,0 0-265-16,0 0-94 0,0 0-55 0,0 0-58 16,0 0-61-16,0 0-492 0,0 0-1111 0,0 0 492 15</inkml:trace>
  <inkml:trace contextRef="#ctx0" brushRef="#br0" timeOffset="6787.7033">26158 337 244 0,'0'0'367'0,"0"0"4"15,0 0-6-15,0 0 8 0,0 0 1 0,0 0 13 16,0 0-3-16,0 0-3 0,0 0-12 0,0 0-4 15,0 0-12-15,0 0-18 0,-12-31-25 0,12 31-29 16,0 0-23-16,0 0-26 0,9-23-29 0,-9 23-6 16,0 0-33-16,10-18-13 0,-10 18-18 0,13-11-17 15,-13 11-14-15,14-10-12 0,-14 10-7 0,14-9-9 16,-14 9-8-16,19-8-9 0,-19 8-11 0,0 0-5 16,22-6-11-16,-22 6 0 0,0 0-11 15,0 0 0-15,0 0 0 0,0 0-7 0,40 10-4 16,-40-10 2-16,14 11-7 0,-14-11 0 0,9 18 1 15,-9-18 6-15,5 22-2 0,-3-12-3 0,-2-10 5 16,-2 30 0-16,-3-13 2 0,0 2-1 0,-3-1-5 16,-2 4-1-16,-3-5-4 0,0-1 7 0,-2 4-1 15,2-5 14-15,-1-2-13 0,3 2 6 0,0-5 1 16,11-10 9-16,-18 19 1 0,18-19-3 0,-12 14 1 16,12-14 12-16,-12 12 1 0,12-12-4 0,-10 9 14 15,10-9-13-15,0 0 7 0,0 0 6 0,0 0 16 16,-12 11-5-16,12-11 7 0,0 0 2 0,0 0-66 15,0 0 0-15,0 0 0 0,0 0 0 0,0 0 0 16,0 0 0-16,0 0 0 0,0 0 0 0,0 0 0 16,54 4 0-16,-54-4 0 0,47-4 0 0,-47 4 0 15,40-5 0-15,-20 4 0 0,-20 1 0 0,37-4 0 16,-37 4 0-16,40-5 0 0,-23 0 0 0,-17 5 0 16,25-1 0-16,-25 1 0 0,0 0 0 15,28-7 0-15,-28 7 0 0,0 0 0 0,0 0 0 16,0 0 0-16,0 0 0 0,18-5 0 0,-18 5 0 15,0 0 0-15,0 0 0 0,0 0 0 0,0 0 0 16,0 0 0-16,0 0 0 0,0 0-127 0,0 0-432 16,0 0-68-16,0 0-57 0,0 0-349 0,0-18-1118 15,0 18 495-15</inkml:trace>
  <inkml:trace contextRef="#ctx0" brushRef="#br0" timeOffset="7068.8876">26567 417 349 0,'0'0'416'0,"0"0"30"16,0 0 10-16,14-19 6 0,-14 19-6 0,0 0-12 16,9-11-14-16,-9 11-23 0,0 0-20 0,0 0-31 15,0 0-24-15,10-14-12 0,-10 14-46 0,0 0-33 16,0 0-29-16,0 0-25 0,0 0-19 0,0 0-24 16,20-6-17-16,-20 6-12 0,0 0-16 15,0 0-9-15,0 0-14 0,0 0-3 0,36 16-14 16,-36-16-3-16,0 0-11 0,10 20-2 0,-10-20-1 15,4 13-5-15,-4-13-2 0,-4 18-8 0,4-18 1 16,-9 21 0-16,9-21 18 0,-15 19-27 0,2-9 0 16,-1 0-3-16,14-10-2 0,-23 18-1 0,12-10 0 15,11-8-2-15,-19 8 1 0,19-8 0 0,-17 8 10 16,17-8 28-16,0 0 32 0,0 0 11 0,0 0 10 16,0 0 2-16,0 0-11 0,0 0-94 0,-28-19 0 15,28 19 0-15,1-23 0 0,-1 23 0 0,4-28 0 16,-4 28 0-16,11-26 0 0,-2 10 0 0,-1 6 0 15,1-3 0-15,-9 13-141 0,19-17-149 0,-7 9-65 16,-12 8-35-16,25-13-34 0,-25 13-38 0,23-5-30 16,-23 5-24-16,23-3-338 0,-23 3-925 0,0 0 410 15</inkml:trace>
  <inkml:trace contextRef="#ctx0" brushRef="#br0" timeOffset="7459.4211">26757 387 242 0,'0'0'406'16,"0"0"29"-16,0 0 10 0,0 0-3 0,0 0-13 16,26-24-12-16,-26 24-8 0,0 0-15 0,9-10-13 15,-9 10-27-15,0 0-26 0,12-14-34 0,-12 14-20 16,12-11-37-16,-12 11-21 0,15-7-24 0,-15 7-25 16,0 0-15-16,31-5-17 0,-31 5-11 0,0 0-16 15,36 2-16-15,-36-2-11 0,0 0-6 0,35 10-7 16,-35-10-3-16,21 12-3 0,-11-5-20 15,-10-7-2-15,15 15-3 0,-15-15-6 0,12 18 0 16,-12-18-4-16,6 19 0 0,-6-19-5 0,-5 24 5 16,-1-9 0-16,-3 0-2 0,-1 0-3 0,-4-2 16 15,-2 0-16-15,-5 5-3 0,3-6 3 0,2-1-4 16,16-11-2-16,-23 12 3 0,23-12 33 0,-16 7 11 16,16-7 49-16,0 0 20 0,0 0 14 0,-27 1-2 15,27-1-138-15,0 0-6 0,0 0 0 0,-17-25 0 16,17 25 0-16,-5-21 0 0,5 21 0 0,-1-24 0 15,1 24 0-15,4-26 0 0,-2 12 0 0,-2 14 0 16,7-22 0-16,0 13 0 0,-7 9 0 0,9-16 0 16,-9 16-366-16,11-11-165 0,-11 11-93 0,16-10-488 15,-16 10-1205-15,0 0 534 0</inkml:trace>
  <inkml:trace contextRef="#ctx0" brushRef="#br0" timeOffset="8193.6247">27252 427 159 0,'0'0'319'0,"0"0"-1"0,0 0 3 16,0 0-7-16,0 0 2 0,0 0-5 0,0 0 0 16,-17-15 8-16,17 15 3 0,0 0-2 0,0 0-1 15,0 0-10-15,0 0 3 0,0 0-11 0,0 0-11 16,-4-18-16-16,4 18-9 0,0 0-11 0,0 0-16 15,0 0-13-15,0 0-16 0,0 0-23 0,4-20-4 16,-4 20-18-16,0 0-8 0,0 0-21 0,0 0-12 16,0 0-17-16,10-18-17 0,-10 18-10 0,0 0-15 15,0 0-6-15,0 0 0 0,0 0-12 0,18-6-8 16,-18 6-7-16,0 0-7 0,0 0 0 0,0 0-5 16,0 0 0-16,0 0-9 0,47 17-4 0,-47-17-5 15,13 14 3-15,-13-14-6 0,13 17-10 0,-13-17-7 16,6 21 10-16,-6-21 6 0,2 19-1 15,-2-19-3-15,-7 20 1 0,7-20 5 0,-15 21-3 16,7-11 4-16,8-10-2 0,-19 21-5 0,2-10 5 16,17-11 2-16,-28 8-5 0,14-2 10 0,14-6 7 15,-22 7 4-15,22-7 36 0,0 0 11 0,0 0 19 16,0 0 10-16,-40-12-88 0,40 12-4 0,-9-15 0 16,9 15 0-16,-4-21 0 0,4 21 0 0,1-28 0 15,-1 28 0-15,7-26 0 0,4 13 0 0,-1-1 0 16,3 2 0-16,-3 2 0 0,-10 10-167 0,32-17-159 15,-16 10-61-15,1 0-78 0,-17 7-71 0,36-6-516 16,-36 6-1140-16,32-7 505 0</inkml:trace>
  <inkml:trace contextRef="#ctx0" brushRef="#br0" timeOffset="8944.8614">27781 197 201 0,'0'0'416'0,"0"0"26"0,0 0 11 0,0 0 13 0,0 0 12 16,0 0-2-16,0 0 4 0,0 0-6 0,0 0-8 15,0 0-22-15,0 0-31 0,0 0-28 0,0 0-35 16,0 0-32-16,0 0-33 0,0 0-30 0,0 0-27 16,0 0-24-16,0 0-33 0,0 0-19 0,0 0-8 15,0 0-14-15,0 0 0 0,0 0-7 0,0 0-16 16,23 39-107-16,-19-21 0 0,-1 0 0 0,0 0 0 15,1 1 0-15,-3 0 0 0,0 3 0 16,2-4 0-16,-4 0 0 0,1 0 0 0,-3-1 0 0,2 0 0 16,-2-2 0-16,3-15 0 0,-2 25 0 0,0-12 0 15,-1 2 0-15,3-15 0 0,-3 21 0 0,3-21 0 16,-1 17 0-16,1-17 0 0,0 0 0 16,0 0 0-16,0 0 0 0,1 18 0 0,-1-18 0 15,0 0 0-15,0 0 0 0,0 0 0 0,0 0 0 16,15 9 0-16,-15-9 0 0,0 0 0 0,0 0 0 15,0 0 0-15,0 0 0 0,57-15 0 0,-57 15 0 16,21-7 0-16,-21 7 0 0,21-5 0 0,-21 5 0 16,0 0 0-16,20-5 0 0,-20 5 0 0,0 0 0 15,0 0 0-15,23-9 0 0,-23 9 0 0,0 0 0 16,0 0 0-16,0 0 0 0,0 0 0 0,0 0 0 16,19-6 0-16,-19 6 0 0,0 0 0 0,0 0 0 15,0 0-328-15,0 0-227 0,0 0-83 0,0 0-474 16,9-14-1205-16,-9 14 534 0</inkml:trace>
  <inkml:trace contextRef="#ctx0" brushRef="#br0" timeOffset="9414.9998">28100 281 276 0,'0'0'439'0,"16"-22"22"0,-16 22 21 0,7-12 12 16,-7 12 7-16,0 0 10 0,5-14 24 0,-5 14 3 15,0 0-12-15,0 0-16 0,4-15-30 0,-4 15-15 16,0 0-30-16,0 0-30 0,0 0-35 0,0 0-32 16,0 0-40-16,0 0-171 0,0 0-127 0,0 0 0 15,0 0 0-15,0 0 0 0,0 0 0 0,0 0 0 16,0 0 0-16,0 0 0 0,0 0 0 0,0 0 0 16,0 0 0-16,0 0 0 0,0 0 0 0,0 0 0 15,10 42 0-15,-10-42 0 0,-1 31 0 0,1-16 0 16,-3 3 0-16,2 2 0 0,1-4 0 0,0 2 0 15,0 1 0-15,0-2 0 0,4-2 0 16,-3 1 0-16,-1-16 0 0,8 23 0 0,-4-14 0 0,-4-9 0 16,11 19 0-16,-3-9 0 0,-8-10 0 0,14 17 0 15,-14-17 0-15,19 12 0 0,-19-12 0 0,26 7 0 16,-26-7 0-16,0 0 0 0,37-5 0 0,-37 5 0 16,24-9 0-16,-24 9 0 0,23-10 0 0,-23 10 0 15,19-13 0-15,-11 4 0 0,-8 9 0 0,15-15 0 16,-15 15 0-16,8-15 0 0,-8 15 0 0,0 0 0 15,5-17 0-15,-5 17 0 0,0 0 0 16,0 0 0-16,-5-20 0 0,5 20 0 0,0 0 0 16,0 0 0-16,-23-8 0 0,23 8 0 0,0 0 0 15,0 0 0-15,0 0 0 0,0 0-200 0,-49 11-383 16,49-11-79-16,-16 10-463 0,16-10-1218 0,0 0 539 16</inkml:trace>
  <inkml:trace contextRef="#ctx0" brushRef="#br0" timeOffset="10181.3024">28737 287 279 0,'0'0'393'0,"0"0"4"15,0 0-6-15,0 0 4 0,0 0 9 0,0 0 6 16,0 0-3-16,0 0-15 0,0 0-16 0,0 0-17 15,4-28-22-15,-4 28-36 0,0 0-29 0,0 0-30 16,0 0-27-16,0 0-26 0,0 0-24 0,0 0-18 16,0 0-13-16,0 0-15 0,0 0-9 15,0 0-8-15,0 0-14 0,-27 40-5 0,27-40-10 0,-16 19-3 16,9-10-11-16,-3 5-2 0,10-14-9 0,-15 18-6 16,5-8-6-16,10-10-15 0,-11 16-13 0,11-16-7 15,-7 11-2-15,7-11-8 0,0 0 1 16,0 0-2-16,-9 16 1 0,9-16 8 0,0 0-8 15,0 0 4-15,0 0 0 0,0 0 4 0,7 20-4 16,-7-20 2-16,0 0 3 0,0 0-1 0,20 10 2 16,-20-10-1-16,0 0-1 0,19 9-2 0,-19-9-2 15,16 7 0-15,-16-7 2 0,0 0 2 0,16 11-7 16,-16-11 3-16,0 0-1 0,16 12-5 0,-16-12 5 16,0 0-1-16,10 11 6 0,-10-11-2 0,0 0 5 15,0 0-1-15,4 14-3 0,-4-14 2 0,0 0 5 16,0 0-4-16,0 0 2 0,-16 23 1 0,16-23-4 15,-12 12 3-15,12-12 5 0,-18 7-2 0,18-7 0 16,-18 7-3-16,18-7 1 0,0 0 3 16,-22 10 3-16,22-10-3 0,0 0-10 0,-13 7-2 0,13-7-10 15,0 0-18-15,0 0-21 0,0 0-38 0,0 0-52 16,0 0-54-16,0 0-38 0,0 0-68 0,0 0-62 16,0 0-71-16,0 0-64 0,0 0-278 0,0 0-843 15,0 0 373-15</inkml:trace>
  <inkml:trace contextRef="#ctx0" brushRef="#br0" timeOffset="10384.3797">29042 421 540 0,'0'0'620'0,"0"0"3"0,0 0-2 0,0 0-11 15,0 0-49-15,0 0-47 0,12-17-49 0,-12 17-51 16,0 0-39-16,0 0-43 0,12-15-37 0,-12 15-27 16,0 0-34-16,23-13-38 0,-9 4-59 15,-14 9-60-15,25-7-56 0,-25 7-48 0,18-4-51 16,-18 4-50-16,0 0-56 0,25-3-53 0,-25 3-54 16,0 0-32-16,0 0-36 0,0 0-14 0,0 0-7 15,0 0-12-15,32 9-11 0,-32-9-219 0,0 0-673 16,0 0 298-16</inkml:trace>
  <inkml:trace contextRef="#ctx0" brushRef="#br0" timeOffset="10665.5646">29042 497 215 0,'0'0'435'0,"0"0"41"0,0 0 36 16,0 0 20-16,0 0 15 0,0 0 21 16,0 0-34-16,0 0-24 0,0 0-26 0,0 0-29 15,0 0-30-15,0 0-53 0,0 0-34 0,0 0-34 16,0 0-33-16,0 0-26 0,0 0-26 0,0 0-21 0,0 0-22 15,0 0-17-15,0 0-17 0,0 0-68 0,76-10-74 16,-76 10 0-16,0 0 0 0,21-6 0 16,-21 6 0-16,0 0 0 0,0 0 0 0,31-5 0 15,-31 5-167-15,0 0-45 0,22-3-47 0,-22 3-51 16,0 0-38-16,0 0-37 0,26-6-35 0,-26 6-66 16,0 0-58-16,15-8-300 0,-15 8-913 0,0 0 403 15</inkml:trace>
  <inkml:trace contextRef="#ctx0" brushRef="#br0" timeOffset="11306.3086">29638 287 39 0,'0'0'535'0,"0"0"15"0,0 0-2 0,-2-25-21 16,2 25-27-16,0 0-31 0,0 0-43 0,0 0-27 15,2-22-34-15,-2 22-30 0,0 0-39 0,7-14-24 16,-7 14-28-16,0 0-30 0,17-13-12 0,-17 13-28 16,14-7-21-16,-14 7-15 0,0 0-3 0,27-6-31 15,-27 6-9-15,0 0-10 0,34 1-11 0,-34-1-17 16,0 0-5-16,0 0 2 0,43 9-12 15,-43-9-8-15,19 14 2 0,-19-14-6 0,11 12-5 16,-11-12-4-16,8 19 5 0,-7-5-6 0,-1-14-1 16,-1 22 1-16,-6-7-3 0,7-15 0 0,-16 25 2 15,6-12-4-15,-5 1 2 0,-2-1-4 0,0-3-12 16,-2-2-2-16,0 0-4 0,19-8 16 0,-33 12-11 16,22-8 5-16,11-4 17 0,0 0-10 0,-29 2 9 15,29-2 23-15,0 0 9 0,0 0 18 0,0 0 14 16,-24-23-13-16,24 23 8 0,0-20-4 0,0 20-5 15,2-27-4-15,-2 27-5 0,13-26-31 0,-4 12-31 16,-3 3 0-16,6-2 0 0,-12 13 0 0,15-17 0 16,-15 17 0-16,13-16 0 0,-13 16 0 0,11-9 0 15,-11 9 0-15,0 0 0 0,17-8 0 0,-17 8 0 16,0 0 0-16,0 0 0 0,0 0 0 0,0 0 0 16,0 0 0-16,46 17 0 0,-46-17 0 0,13 18 0 15,-8-6 0-15,4 2 0 0,-5 3 0 16,0 1 0-16,-2 2 0 0,2 0 0 0,-3-2 0 15,2 1 0-15,-2-2 0 0,-1 2 0 0,1 0 0 16,1-1 0-16,1-1 0 0,-1 1 0 0,-1-3 0 16,-1-15 0-16,-3 25 0 0,3-25 0 0,0 21 0 15,0-21 0-15,0 15 0 0,0-15 0 0,0 0 0 16,0 0 0-16,3 17 0 0,-3-17 0 0,0 0 0 16,0 0 0-16,0 0 0 0,0 16 0 0,0-16 0 15,0 0 0-15,0 0 0 0,0 0 0 0,0 0 0 16,0 0 0-16,0 0 0 0,0 0 0 0,0 0 0 15,0 0 0-15,0 0-14 0,0 0-483 0,0 0-100 16,0 0-584-16,0 0-1279 0,40-31 566 0</inkml:trace>
  <inkml:trace contextRef="#ctx0" brushRef="#br0" timeOffset="11759.9089">30020 356 45 0,'0'0'481'15,"0"0"-1"-15,0 0-9 0,0 0-22 0,2-27-25 16,-2 27-30-16,0 0-25 0,0 0-27 0,11-13-30 16,-11 13-24-16,0 0-24 0,0 0-29 0,21-8-22 15,-21 8-19-15,0 0-14 0,0 0-20 0,32 1-18 16,-32-1-10-16,0 0-16 0,0 0-14 0,41 13-8 15,-41-13-13-15,17 11-7 0,-17-11-11 0,10 11-5 16,-10-11-6-16,10 12-2 0,-10-12-5 0,8 13-5 16,-8-13-2-16,4 20-4 0,-4-20-1 0,0 16-2 15,0-16-2-15,-9 18 2 0,9-18-8 16,-18 18-1-16,5-6-1 0,0-2 0 0,13-10-3 16,-26 16-2-16,15-11 6 0,11-5-4 0,-25 10 0 15,25-10-2-15,-23 6 10 0,23-6 27 0,0 0 28 16,-20 5 23-16,20-5 27 0,0 0 2 0,0 0 5 0,0 0-1 15,0 0 10-15,-29-18-9 0,29 18-11 0,-3-16-14 16,3 16-13-16,-1-21-78 0,1 21-22 16,7-22 0-16,-7 22 0 0,11-23 0 0,1 8 0 15,0 1 0-15,1 0-107 0,4 2-80 0,-2 1-57 16,4 0-44-16,8-1-58 0,-5 4-45 0,-4 1-44 16,9 1-59-16,-6 2-51 0,-21 4-314 0,28-3-932 15,-28 3 413-15</inkml:trace>
  <inkml:trace contextRef="#ctx0" brushRef="#br0" timeOffset="12181.9032">30402 287 109 0,'0'0'383'15,"19"-16"-18"-15,-19 16-4 0,0 0-10 0,0 0-10 16,18-11-7-16,-18 11-13 0,0 0-18 0,15-7-11 16,-15 7-20-16,0 0-17 0,0 0-14 0,0 0-19 15,28-6-23-15,-28 6-13 0,0 0-16 0,0 0-18 16,0 0-11-16,0 0-15 0,0 0-15 0,40 8-7 16,-40-8-7-16,0 0-2 0,15 11-1 0,-15-11-9 15,5 13-1-15,-5-13-10 0,7 18-5 0,-7-18-6 16,-3 20-5-16,3-20-4 0,-9 20-2 15,-1-4-6-15,1-3-7 0,-5-2-1 0,1 2 1 16,-3-4-4-16,-1 1-2 0,1-3 4 0,16-7-11 16,-24 10 7-16,24-10-3 0,-17 7 1 0,17-7 10 15,0 0 23-15,0 0 12 0,-26 4 2 0,26-4-10 16,0 0 2-16,0 0-6 0,0 0-3 0,-17-31-8 16,17 31-12-16,0-22-5 0,0 22-5 0,4-28-28 15,0 16-27-15,-4 12-29 0,9-22-28 0,-4 12-44 16,-5 10-45-16,13-17-49 0,-13 17-48 0,14-13-42 15,-14 13-31-15,17-8-28 0,-17 8-43 0,0 0-14 16,0 0-317-16,0 0-802 0,0 0 355 16</inkml:trace>
  <inkml:trace contextRef="#ctx0" brushRef="#br0" timeOffset="12556.8151">30416 431 209 0,'0'0'384'0,"0"0"-26"0,0 0-35 16,0 0-13-16,0 0-34 0,0 0-23 0,0 0-14 15,60-17-11-15,-60 17-17 0,0 0-13 16,34 1-25-16,-34-1-14 0,22 6-16 0,-22-6-9 16,19 11-17-16,-19-11-26 0,18 12-2 0,-18-12-12 0,13 15-5 15,-5-5-11-15,-8-10-5 0,5 18 3 0,-5-18-4 16,1 21-13-16,-1-21 2 0,-5 19-1 0,5-19-3 15,-13 18-2-15,13-18-10 0,-19 17 6 16,6-10-15-16,-4 0 15 0,17-7-13 0,-25 7 0 16,25-7 12-16,-24 4 32 0,24-4 37 0,0 0 42 15,-28 3 29-15,28-3 18 0,0 0 6 0,0 0 0 16,0 0 2-16,-28-18 24 0,28 18-48 0,-4-13-13 16,4 13-15-16,0 0-16 0,1-25-15 0,-1 25-16 15,8-19-10-15,-8 19-46 0,9-19-41 0,-9 19-61 16,12-17-62-16,-12 17-64 0,18-11-69 0,-18 11-73 15,22-10-73-15,-22 10-72 0,24-6-416 0,-24 6-961 16,23-2 426-16</inkml:trace>
  <inkml:trace contextRef="#ctx0" brushRef="#br0" timeOffset="13307.4038">30927 264 561 0,'0'0'603'0,"0"0"-2"16,0 0-4-16,0 0 3 0,0 0-6 0,0 0-15 15,0 0-25-15,2-24-27 0,-2 24-34 16,0 0-44-16,0 0-36 0,0 0-38 0,0 0-35 15,0 0-41-15,0 0-31 0,0 0-32 0,0 0-134 16,0 0-102-16,0 0 0 0,0 0 0 0,0 0 0 16,0 0 0-16,0 0 0 0,0 0 0 0,0 0 0 15,-2 52 0-15,2-35 0 0,0-17 0 0,0 32 0 16,0-18 0-16,-2 3 0 0,0 0 0 0,-1 2 0 16,1-5 0-16,-2 3 0 0,4-17 0 0,-4 27 0 15,1-17 0-15,-1 6 0 0,4-16 0 0,-4 20 0 16,4-20 0-16,-4 14 0 0,4-14 0 0,0 0 0 15,-2 18 0-15,2-18 0 0,0 0 0 0,0 16 0 16,0-16 0-16,0 0 0 0,0 0 0 0,0 0 0 16,0 0 0-16,0 0 0 0,0 0 0 0,0 0 0 15,0 0 0-15,0 0 0 0,46-30 0 0,-34 20 0 16,1-2 0-16,0-2 0 0,0-1 0 0,2 3 0 16,-1-9 0-16,0 6 0 0,-1-2 0 0,-1 1 0 15,-4 2 0-15,1 1 0 0,0-2 0 0,-9 15 0 16,13-17 0-16,-13 17 0 0,8-15 0 15,-8 15 0-15,0 0 0 0,6-14 0 0,-6 14 0 16,0 0 0-16,0 0 0 0,0 0 0 0,0 0 0 16,0 0 0-16,0 0 0 0,5-13 0 0,-5 13 0 15,0 0 0-15,0 0 0 0,0 0 0 0,0 0 0 16,0 0 0-16,-35 45 0 0,27-33 0 0,0 1 0 16,-2 1 0-16,10-14 0 0,-13 22 0 0,8-11 0 15,5-11 0-15,-10 21 0 0,10-21 0 0,-8 15 0 16,8-15 0-16,0 0 0 0,-1 19 0 0,1-19 0 15,0 0 0-15,4 18 0 0,-4-18 0 0,0 0 0 16,10 16 0-16,-10-16 0 0,0 0 0 0,13 9 0 16,-13-9 0-16,0 0 0 0,19 6 0 15,-19-6 0-15,0 0 0 0,0 0 0 0,32-1-73 16,-32 1-314-16,0 0-41 0,29-11-33 0,-29 11-38 16,18-10-40-16,-18 10-429 0,19-6-1047 0,-19 6 463 15</inkml:trace>
  <inkml:trace contextRef="#ctx0" brushRef="#br0" timeOffset="14150.9564">31262 366 412 0,'0'0'424'0,"15"-16"-2"0,-15 16-8 15,0 0-6-15,13-13-11 0,-13 13-19 0,0 0-19 0,13-11-21 16,-13 11-19-16,0 0-18 0,11-9-30 0,-11 9-24 15,0 0-24-15,0 0-25 0,0 0-21 0,0 0-22 16,18-8-15-16,-18 8-16 0,0 0-15 0,0 0-12 16,0 0-12-16,0 0-8 0,25 22-6 15,-25-22-14-15,0 0-1 0,9 20-8 0,-9-20-3 16,3 17-3-16,-3-17-5 0,0 16-2 0,0-16-6 16,0 0-2-16,-10 24 0 0,2-15-4 0,8-9 1 15,-16 15 5-15,16-15-10 0,-21 8 2 0,21-8 3 16,-21 9-1-16,21-9-1 0,-16 4 0 0,16-4 5 15,0 0 20-15,0 0 17 0,0 0 16 0,0 0 2 16,0 0 11-16,0 0 6 0,-44-13 15 0,44 13-6 16,-7-12 6-16,7 12-9 0,0-18-7 0,0 18-15 15,0 0-7-15,8-29-4 0,-8 29 1 0,9-18-9 16,-9 18-28-16,14-18-36 0,-14 18 0 16,10-9 0-16,-10 9 0 0,12-10 0 0,-12 10 0 15,0 0 0-15,15-8 0 0,-15 8 0 0,0 0 0 16,0 0 0-16,0 0 0 0,0 0 0 0,38 22 0 15,-38-22 0-15,14 23 0 0,-9-6 0 0,1 0 0 16,-2 3 0-16,-1 0 0 0,2-1 0 0,-2 9 0 16,-2 0 0-16,-1 1 0 0,1 0 0 0,1-3 0 15,-4-6 0-15,2 6 0 0,-1 2 0 0,1-4 0 16,-1 2 0-16,1-8 0 0,-3 7 0 0,3-5 0 16,-3-4 0-16,1 0 0 0,2-3 0 0,0 0 0 15,0-1 0-15,0-2 0 0,0 0 0 0,0-4 0 16,-2 2 0-16,2-8 0 0,0 10 0 0,2-5 0 15,-2-5 0-15,0 10 0 0,0-10 0 0,0 5 0 16,0-5 0-16,0 0 0 0,0 0 0 0,0 7 0 16,0-7 0-16,0 0 0 0,0 0 0 0,0 0 0 15,0 0 0-15,0 0 0 0,0 0 0 0,0 0 0 16,0 0 0-16,0 0 0 0,0 0 0 16,0 0 0-16,-14 0 0 0,14 0 0 0,0 0 0 15,-21-7 0-15,12 6 0 0,-3 0 0 0,-1-2 0 16,3-2 0-16,-4 1 0 0,1 1 0 0,13 3 0 15,0 0 0-15,-32-13 0 0,32 13 0 0,-20-11 0 16,20 11 0-16,-17-10 0 0,17 10 0 0,0 0 0 16,-16-13 0-16,16 13 0 0,0 0 0 0,-13-13 0 15,13 13 0-15,0 0 0 0,-5-13 0 0,5 13 0 16,0 0 0-16,0 0 0 0,11-26 0 0,-11 26 0 16,21-20 0-16,-6 9 0 0,0 3 0 0,3-2 0 15,5-2 0-15,-4 4 0 0,-3-3 0 0,1 3 0 16,-1 1 0-16,0-2 0 0,-16 9 0 0,27-6 0 15,-27 6 0-15,22-6 0 0,-22 6 0 0,0 0 0 16,24-7 0-16,-24 7 0 0,0 0 0 0,21-11 0 16,-21 11 0-16,0 0 0 0,0 0 0 0,0 0-37 15,0 0-429-15,11-7-59 0,-11 7-62 0,0 0-45 16,0 0-359-16,0 0-1073 0,0 0 474 16</inkml:trace>
  <inkml:trace contextRef="#ctx0" brushRef="#br0" timeOffset="19249.358">31667 0 95 0,'0'0'259'0,"0"0"-8"0,0 0-7 15,0 0-10-15,0 0-2 0,0 0-10 0,0 0-11 32,0 0 0-32,0 0-5 0,0 0-12 0,0 0-6 0,0 0-7 0,0 0-12 0,0 0-3 15,0 0-5-15,0 0-8 0,0 0-4 0,0 0 0 16,0 0-14-16,0 0 2 0,0 0-11 0,0 0-5 16,0 0-8-16,0 0-8 0,0 0-10 0,0 0-9 0,0 0-10 15,0 0-8-15,0 0-5 0,0 0-10 16,0 0-4-16,0 0 1 0,0 0 21 0,0 0-4 15,0 0-3-15,0 0-10 0,0 0-6 0,0 0-4 16,0 0-1-16,0 0 1 0,0 0-8 0,0 0-2 16,0 0-3-16,0 0 0 0,0 0 1 0,0 0-7 15,0 0-2-15,0 0 1 0,-6 23-2 0,6-23 2 16,0 19-3-16,0-19 0 0,-3 20 7 0,3-20 8 16,0 22 0-16,0-22-4 0,-4 22 1 0,4-22-2 15,-1 23 1-15,-3-12-5 0,4-11 5 0,-4 20-8 16,4-20 5-16,0 24-4 0,0-24-6 0,0 22 4 15,-5-10 1-15,5-12 1 0,-2 24-1 0,2-24 4 16,-7 22 0-16,6-9-6 0,1-13-1 0,-2 23 0 16,2-23 0-16,-6 23 2 0,6-13-6 0,0-10 5 15,-4 23-2-15,4-23 2 0,-1 20 0 0,1-20-1 16,-2 23 8-16,2-10 6 0,0-13 1 0,-7 23-1 16,6-9-2-16,1-14-4 0,0 22 0 0,0-22-3 15,0 23-2-15,-4-11 1 0,4-12-4 0,0 21 2 16,0-21 9-16,-2 24-7 0,2-24-2 0,-7 22 0 15,7-10 0-15,0-12-7 0,0 28-4 0,0-17 1 16,0-11-5-16,-2 27 8 0,0-16-3 0,2-11 3 16,-2 29 1-16,4-16-6 0,-2-13 0 15,-3 28-4-15,3-11 4 0,1-1 3 0,-1-16 11 16,-3 27-5-16,5-12-9 0,-2-5 1 0,-2 6 10 16,2-4-14-16,0 1 1 0,0 0-2 0,0 1 0 15,0-2 4-15,0 1 0 0,2-2-2 0,-4 2 2 16,2 2 15-16,2 3 4 0,-4-7-5 0,2 2 4 15,-2-3-8-15,-1 2 3 0,3-1-4 0,-2 0-2 16,1 0 0-16,-1 1 2 0,2-2-5 0,0 2 4 16,-1-2 12-16,1-1-10 0,-1 4-6 0,1-4 0 15,-2 2-6-15,4-1-2 0,-2-1 7 0,0 2 1 16,1-2-4-16,-1-2 0 0,3-3 17 0,-5 5-20 16,5-4-2-16,-3-5 3 0,-1 7-3 15,1-7-1-15,0 0 3 0,0 10 21 0,0-10-24 0,0 5 1 16,0-5 0-16,0 0 8 0,0 0-1 0,0 0 10 15,0 0 11-15,0 0 9 0,0 0 9 0,0 0 5 16,0 0 3-16,0 0 4 0,0 0-41 0,0 0-23 16,0 0 0-16,0 0 0 0,0 0 0 15,0 0 0-15,0 0 0 0,0 0 0 0,0 0 0 16,-4 6 0-16,4-6 0 0,0 0 0 0,0 0 0 16,0 0 0-16,0 0 0 0,0 0 0 0,0 0 0 15,0 0 0-15,0 0 0 0,0 0 0 0,0 0 0 16,0 0 0-16,0 0 0 0,0 0 0 0,0 0 0 15,0 0 0-15,0 0 0 0,0 0 0 0,0 0 0 16,2 7 0-16,-2-7 0 0,0 0 0 0,-11 3 0 16,11-3 0-16,-19 2 0 0,8 1 0 0,-3 0 0 15,1 0 0-15,1 0 0 0,-9 0 0 0,3-2 0 16,4 1 0-16,-5 1 0 0,6-2 0 0,-6 3 0 16,-1-3 0-16,-1 2 0 0,1 0 0 0,0-2 0 15,-2 0 0-15,0 0 0 0,-1-2 0 0,2 2 0 16,1-1 0-16,-2 0 0 0,2 1 0 0,-1 2 0 15,2-5 0-15,3 2 0 0,-5-1 0 0,4 0 0 16,-2 0 0-16,3 1 0 0,0 0 0 0,2-2 0 16,0 3 0-16,4-4 0 0,-4 3 0 0,1-2 0 15,0 1 0-15,3 0 0 0,-3-2 0 0,2 2 0 16,-2 0 0-16,3 0 0 0,-3-2 0 16,3 1 0-16,-3 1 0 0,0-2 0 0,3 2 0 15,-4 0 0-15,-3-1 0 0,2 0 0 0,4 1 0 16,-1-1 0-16,-5 0 0 0,0 0 0 0,-1 1 0 15,0 0 0-15,-1-2 0 0,1 0 0 0,0 0 0 16,0 0 0-16,0 2 0 0,4 0 0 0,-3 0 0 16,3 1 0-16,-1-1 0 0,-2 1 0 0,-2-3 0 15,10 2 0-15,-10 0 0 0,1 1 0 0,-1 0 0 16,-1 0 0-16,0-2 0 0,-1 1 0 0,-9 2 0 16,2-2 0-16,0-1 0 0,1 2 0 0,5-2 0 15,-6 0 0-15,0 1 0 0,5 1 0 0,4 0 0 16,-14-1 0-16,12 1 0 0,-3 0 0 0,3 0 0 15,-6 2 0-15,-4 0 0 0,9 1 0 0,-7-2 0 16,-2 2 0-16,-5-6 0 0,6 3 0 0,-2 0 0 16,2-1 0-16,0-2 0 0,-1 1 0 0,0 2 0 15,1-1 0-15,0 2 0 0,-2-2 0 0,0-1 0 16,-1 3 0-16,0 1 0 0,-3-3 0 16,2 1 0-16,0 0 0 0,1 1 0 0,2-1 0 15,-2-1 0-15,1 1 0 0,4-2 0 0,-1 1 0 16,-2-1 0-16,3 0 0 0,6 2 0 0,-7 0 0 31,8-1 0-31,1 2 0 0,-9-2 0 0,3 1 0 16,-3-2 0-16,2 2 0 0,0-1 0 0,-4-1 0 0,3 2 0 15,5 0 0-15,-5 0 0 0,-1 0 0 16,-1 2 0-16,2-4 0 0,-2 4 0 0,3-4 0 16,-4 2 0-16,0 0 0 0,1-2 0 0,0 4 0 15,0-2 0-15,1 0 0 0,-1 2 0 0,0-1 0 16,-2-2 0-16,2 1 0 0,0 0 0 0,7-2 0 15,-5 2 0-15,-4-2 0 0,0 0 0 0,4 2 0 0,-2-2 0 0,0 2 0 0,-2-2 0 0,0 3 0 16,4-1 0-16,-4 1 0 0,0-1 0 0,0 2 0 31,0 0 0-31,-1-4 0 0,-2 6 0 0,1-4 0 16,-3 0 0-16,4 0 0 0,-4 0 0 0,2 0 0 16,1 0 0-16,-2-2 0 0,-2 2 0 0,3-2 0 15,1 2 0-15,-1 0 0 0,1 0 0 0,2 0 0 16,-2 4 0-16,2-6 0 0,-5 2 0 15,-1 0 0-15,5 2 0 0,0-4 0 0,-2 2 0 0,-1 0 0 16,-1 2 0-16,1-2 0 0,-1-2 0 0,-2-2 0 16,2 2 0-16,-2-3 0 0,-12 2 0 0,12 3 0 0,0 0 0 0,2-6 0 0,-1 9 0 0,-2-7 0 15,3 5 0-15,-1-1 0 0,0-2 0 16,-19 0 0-16,24 2 0 0,-5-1 0 0,-1-1 0 31,2 1 0-31,0 0 0 0,0 1 0 0,1-2 0 16,-1-1 0-16,-1 3 0 0,1-1 0 0,1 0 0 0,0 1 0 0,-1-3 0 0,-1 3 0 0,4-2 0 31,-1 3 0-31,-1-2 0 0,4 1 0 0,0 0 0 0,0-2 0 0,-2 0 0 0,2 4 0 0,0-4 0 16,1 2 0-16,-1 0 0 0,4-1 0 0,-3 0 0 15,3 1 0-15,-1 0 0 0,1 0 0 0,1-5 0 16,-1 4 0-16,6 1 0 0,3-1 0 0,-3 1 0 16,-1-3 0-16,1 5 0 0,-6-4 0 0,8 2 0 15,-8-3 0-15,1 3 0 0,8-1 0 0,-3 1 0 16,-1 0 0-16,3-3 0 0,-9 2 0 0,8-1 0 15,-7 1 0-15,6-2 0 0,0-1 0 0,-1 4 0 16,-5-2 0-16,0 0 0 0,8-1 0 0,-1 0 0 16,-6-1 0-16,6 2 0 0,3 1 0 0,-4-2 0 15,-5 1 0-15,-4-2 0 0,11 3 0 16,-9-4 0-16,-1 3 0 0,14 1 0 0,-12-2 0 16,-3-1 0-16,0 3 0 0,3 1 0 0,1 1 0 15,-3-3 0-15,2 1 0 0,1 1 0 0,-3-2 0 16,3 0 0-16,-5 1 0 0,4-1 0 0,-4 1 0 15,3 1 0-15,-3-1 0 0,0 1 0 0,1-3 0 16,-1 3 0-16,-5-3 0 0,2 2 0 0,0 0 0 16,4 0 0-16,-1-2 0 0,-1 3 0 0,4-1 0 15,-4 2 0-15,-3-1 0 0,4 0 0 0,-1 0 0 16,-3 1 0-16,0 1 0 0,4 0 0 0,2-3 0 16,-4 0 0-16,1-2 0 0,2 2 0 0,-2 3 0 15,1 0 0-15,0-4 0 0,0 5 0 0,-1-3 0 16,4 0 0-16,-1 1 0 0,-2 1 0 0,4-3 0 15,-4 1 0-15,11 1 0 0,-9-3 0 0,1 2 0 16,-1 0 0-16,2-1 0 0,1 1 0 0,-1 0 0 16,5 0 0-16,4 1 0 0,-3-2 0 0,-6 1 0 15,6 1 0-15,2-2 0 0,2 1 0 32,-2 0 0-32,-2-1 0 0,5 2 0 0,-2-2 0 15,1-1 0-15,4 2 0 0,-1 0 0 0,2 0 0 16,0-1 0-16,-2 0 0 0,2 1 0 0,2 1 0 15,-2-2 0-15,13 1 0 0,-23 0 0 0,14 0 0 16,9 0 0-16,-20-1 0 0,9 1 0 0,11 0 0 16,-18-2 0-16,18 2 0 0,-15 0 0 0,15 0 0 15,-15 0 0-15,15 0 0 0,-16 0 0 0,16 0 0 16,-14 0 0-16,14 0 0 0,-15-1 0 0,15 1 0 16,-14-1 0-16,14 1 0 0,-17 0 0 0,17 0 0 15,-19 1 0-15,12-2 0 0,7 1 0 0,-20-3 0 16,10 3 0-16,10 0 0 0,-19-3 0 0,6 0 0 0,0 3 0 0,-1 0 0 0,0-1 0 0,3-1 0 15,-3 1 0-15,0 1 0 0,0-1 0 0,3-1 0 16,-3 5 0-16,14-3 0 0,-22-3 0 0,11 2 0 31,1-2 0-31,10 3 0 0,-20 0 0 0,20 0 0 0,-16 0 0 0,16 0 0 0,-23-4 0 32,23 4 0-32,-19 3 0 0,7-2 0 0,12-1 0 15,0 0 0-15,-20 0 0 0,20 0 0 0,-13-5 0 16,13 5 0-16,0 0 0 0,-13-1 0 0,13 1 0 15,0 0 0-15,-14 0 0 0,14 0 0 0,-11 1 0 16,11-1 0-16,-13 1 0 0,13-1 0 0,-13 0 0 16,13 0 0-16,-14 0 0 0,14 0 0 0,-13-1 0 15,13 1 0-15,-12 1 0 0,12-1 0 0,-14 3 0 16,14-3 0-16,-12-3 0 0,12 3 0 0,-18 3 0 16,9-1 0-16,-1-2 0 0,-3 2 0 0,3-1 0 15,-4-1 0-15,1 2 0 0,0-1 0 0,-3 0 0 16,3 2 0-16,0-3 0 0,2 2 0 0,2-1 0 15,9-1 0-15,-16 0 0 0,16 0 0 0,-14 0 0 16,14 0 0-16,0 0 0 0,-15-1 0 0,15 1 0 16,0 0 0-16,-9 2 0 0,9-2 0 0,0 0 0 15,0 0 0-15,-6 5 0 0,6-5 0 0,0 0 0 16,0 0 0-16,0 0 0 0,-9 2 0 16,9-2 0-16,0 0 0 0,0 0 0 0,0 0 0 15,0 0 0-15,0 0 0 0,-17-1 0 0,17 1 0 16,0 0 0-16,0 0 0 0,-13 0 0 0,13 0 0 15,0 0 0-15,-11 1 0 0,3 2 0 0,8-3 0 0,-18 4 0 16,5-3 0-16,0 2 0 0,-4 0 0 0,-2 1 0 16,0-1 0-16,2 2 0 0,3-3 0 15,0 2 0-15,1-1 0 0,0 0 0 0,0-2 0 16,2-1 0-16,3 3 0 0,8-3 0 0,-9 1 0 16,9-1 0-16,-14 1 0 0,14-1 0 0,0 0 0 15,-9 3 0-15,9-3 0 0,0 0 0 0,0 0 0 16,0 0 0-16,0 0 0 0,0 0 0 0,0 0 0 15,-11 1 0-15,11-1 0 0,0 0 0 0,0 0 0 16,0 0 0-16,0 0 0 0,0 0 0 0,0 0 0 16,0 0 0-16,0 0 0 0,0 0 0 0,0 0 0 15,0 0 0-15,0 0 0 0,0 0 0 16,0 0 0-16,0 0 0 0,0 0 0 0,0 0 0 0,0 0 0 0,0 0 0 0,0 0 0 0,0 0 0 16,0 0 0-16,0 0 0 0,0 0 0 0,0 0 0 15,0 0 0-15,0 0 0 0,0 0 0 0,0 0 0 0,0 0 0 16,0 0 0-16,0 0 0 0,0 0 0 0,0 0 0 31,0 0 0-31,0 0 0 0,0 0 0 16,-10-9 0-16,10 9 0 0,0 0 0 0,-3-13 0 15,-1 7 0-15,2-4 0 0,-1 0 0 0,1-1 0 16,0-4 0-16,0 0 0 0,-2-3 0 0,1 0 0 16,-2 0 0-16,3 2 0 0,2 16 0 0,-5-32 0 15,3 14 0-15,0 0 0 0,0 1 0 0,0-2 0 16,2 2 0-16,0 17 0 0,-7-29 0 0,7 14 0 0,-2-5 0 0,2 20 0 0,-3-31 0 0,2 11 0 15,1 3 0-15,-2-3 0 0,-1-4 0 0,2 5 0 16,1 1 0-16,-3 0 0 0,5 1 0 0,-4-3 0 16,1 4 0-16,-2-2 0 0,1 2 0 0,0-2 0 15,2 18 0-15,-2-33 0 0,1 18 0 16,1 15 0-16,-3-25 0 0,4 13 0 0,-1 12 0 16,-4-26 0-16,3 16 0 0,1 10 0 0,-2-27 0 0,0 15 0 15,2 12 0-15,-2-23 0 0,2 23 0 0,-1-22 0 16,1 22 0-16,0-22 0 0,0 22 0 0,0-21 0 15,0 21 0-15,5-20 0 0,-5 20 0 16,-2-17 0-16,2 17 0 0,0 0 0 0,3-24 0 16,-3 24 0-16,1-16 0 0,-1 16 0 0,0 0 0 15,0-20 0-15,0 20 0 0,0 0 0 0,0-15 0 16,0 15 0-16,0 0 0 0,0 0 0 0,3-17 0 16,-3 17 0-16,0 0 0 0,0 0 0 0,0 0 0 15,0-17 0-15,0 17 0 0,0 0 0 0,0 0 0 16,0 0 0-16,-3-17 0 0,3 17 0 0,0 0 0 15,0 0 0-15,0-19 0 0,0 19 0 0,0 0 0 16,0-20 0-16,0 20 0 0,0 0 0 0,0-21 0 16,0 21 0-16,0 0 0 0,0 0 0 0,0 0 0 15,0 0 0-15,0 0 0 0,0 0 0 32,0 0 0-32,0 0 0 0,0 0 0 0,0 0 0 15,0 0 0-15,0 0 0 0,0 0 0 0,0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20T10:12:25.459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13178 337 18 0,'0'0'373'0,"0"0"4"0,0 0 1 0,-9-25 7 16,9 25-4-16,0 0 8 0,0 0 4 0,0 0 2 15,2-21-7-15,-2 21 2 0,0 0-9 0,0 0-12 16,0 0 0-16,0 0-28 0,0-17-14 0,0 17-20 16,0 0-30-16,0 0-9 0,0 0-28 0,0 0-22 15,0 0-21-15,0 0-21 0,0 0-29 0,0 0-15 16,0 0-16-16,0 0 3 0,0 0-16 15,0 0-15-15,0 0-9 0,-37 34-9 0,20-14-70 16,-2 3 0-16,1 3 0 0,-3 0 0 0,0 3 0 16,0-1 0-16,-8 15 0 0,7-16 0 0,0 5 0 15,-6 7 0-15,10-7 0 0,2-3 0 0,0 1 0 16,2-1 0-16,3-3 0 0,3-2 0 0,-2-5 0 16,8-1 0-16,0-2 0 0,5-3 0 0,3-3 0 0,0 1 0 15,7 0 0-15,1-2 0 0,3-4 0 16,1-1 0-16,-5-2 0 0,4 0 0 0,0-1 0 15,-3-4 0-15,-14 3 0 0,0 0 0 0,37-7 0 16,-37 7 0-16,21-9 0 0,-21 9 0 0,11-13 0 16,-11 13 0-16,8-13 0 0,-8 13 0 0,0 0 0 15,-1-21 0-15,1 21 0 0,0 0 0 16,-16-25 0-16,6 16 0 0,10 9 0 0,-18-14 0 0,18 14 0 16,-25-10 0-16,25 10 0 0,-26-3 0 0,26 3 0 15,-23-3 0-15,23 3 0 0,0 0 0 0,-23-6 0 16,23 6 0-16,0 0 0 0,0 0 0 15,0 0 0-15,-20-9 0 0,20 9 0 0,0 0 0 16,0 0 0-16,0 0 0 0,0 0 0 0,0 0 0 16,0 0 0-16,0 0 0 0,0 0 0 0,0 0 0 15,-7-14 0-15,7 14 0 0,0 0 0 0,0 0 0 16,0 0 0-16,0 0 0 0,28-20 0 0,-28 20 0 16,0 0 0-16,14-10 0 0,-14 10 0 0,0 0 0 15,13-9 0-15,-13 9 0 0,0 0 0 0,14-10 0 16,-14 10 0-16,0 0 0 0,0 0 0 0,0 0 0 15,18-8 0-15,-18 8 0 0,0 0 0 0,0 0 0 16,0 0 0-16,0 0 0 0,0 0 0 0,0 0 0 16,0 0 0-16,0 0 0 0,37 27 0 0,-32-13 0 15,3 4 0-15,0-1 0 0,-1 2 0 0,-3 5 0 16,1 5 0-16,-1 0 0 0,-4 0 0 0,0 1 0 16,0-1 0-16,0 0 0 0,-4 0 0 0,2 0 0 15,-5 1 0-15,5-4 0 0,-6-1 0 0,8-6 0 16,-4 0 0-16,3-2 0 0,-3 0 0 0,4-6 0 15,0 0 0-15,0-1 0 0,0 0 0 0,-1-3 0 16,2-3 0-16,-1-4 0 0,4 10 0 0,-4-10 0 16,5 5 0-16,-5-5 0 0,14-2 0 0,-14 2 0 15,17-5 0-15,-3 0 0 0,-4-2-355 0,5-5-358 16,-2-1-475-16,-1-1-1286 0,0-1 570 16</inkml:trace>
  <inkml:trace contextRef="#ctx0" brushRef="#br0" timeOffset="484.4714">13288 852 274 0,'0'0'464'0,"0"0"19"0,0 0 10 15,0 0-2-15,0 0-29 0,0 0-32 0,0 0-31 16,0 0-24-16,0 0-20 0,0 0-17 0,0 0-28 15,0 0-19-15,0 0-28 0,0 0-22 0,0 0-23 16,0 0-19-16,0 0-15 0,0 0-12 0,0 0-19 16,0 0-7-16,0 0 0 0,0 0-22 0,0 0-16 15,10-21-10-15,-10 21 1 0,0 0-6 0,0 0-11 16,0 0-15-16,0 0-9 0,0 0 16 16,16-9-26-16,-16 9 5 0,12-10-9 0,-12 10 3 15,11-14-3-15,-11 14-6 0,9-11 4 0,-9 11 7 16,0 0 12-16,14-13 14 0,-14 13-75 0,0 0 0 15,6-15 0-15,-6 15 0 0,0 0 0 0,0 0 0 16,0 0 0-16,3-15 0 0,-3 15 0 0,0 0 0 16,0 0 0-16,0 0 0 0,0 0 0 0,0 0 0 15,0 0 0-15,0 0 0 0,0 0 0 0,0 0 0 16,0 0 0-16,0 0 0 0,-63 26 0 0,57-16 0 16,-2 4 0-16,0 1 0 0,2 0 0 0,3-5 0 15,1 2 0-15,1 0 0 0,2 0 0 0,0 0 0 16,0-2 0-16,2 0 0 0,0 0 0 0,0-1 0 15,1-2 0-15,2 1-54 0,0-2-109 0,1-1-32 16,1 1-35-16,1-1-44 0,2-3-35 0,-3 0-53 16,-8-2-62-16,21-4-74 0,-6-2-449 0,-5-1-1027 15,0-1 455-15</inkml:trace>
  <inkml:trace contextRef="#ctx0" brushRef="#br0" timeOffset="891.2972">13606 774 370 0,'0'0'546'0,"0"0"27"0,0 0 13 0,0 0-13 15,0 0-20-15,0 0-24 0,0 0-34 0,0 0-44 16,0 0-37-16,0 0-41 0,0 0-42 0,0 0-37 16,0 0-34-16,0 0-25 0,0 0-23 0,0 0-21 15,0 0-17-15,0 0-22 0,0 0-29 0,0 0-15 16,21 25-26-16,-21-25-27 0,5 17-37 15,-5-17-32-15,1 13-24 0,3-2-20 0,-3-6-10 16,2 2-16-16,-2-1-2 0,-1-6-5 0,4 8 4 0,-3-1 6 16,-1-7 11-16,4 4 9 0,-4-4 12 0,0 0 8 15,9 4 1-15,-9-4 5 0,0 0 6 16,0 0 3-16,0 0 5 0,33-22 1 0,-33 22 10 16,16-15 18-16,-16 15 20 0,10-15 12 0,-10 15 17 15,13-8 8-15,-13 8 12 0,0 0 8 0,13-13-13 16,-13 13-8-16,0 0-5 0,0 0-9 0,13-10-10 15,-13 10-9-15,0 0-7 0,0 0-5 0,0 0 15 16,0 0-18-16,0 0-4 0,0 0 0 0,0 0 4 16,0 0-7-16,27 28-29 0,-23-23-32 0,1 5-37 15,-3-4-53-15,1 3-66 0,3-2-58 0,-3 3-66 16,0-5-61-16,3 0-73 0,-2-1-82 0,-4-4-285 16,16 0-900-16,-16 0 399 0</inkml:trace>
  <inkml:trace contextRef="#ctx0" brushRef="#br0" timeOffset="1313.7352">14027 789 19 0,'0'0'441'0,"0"0"20"0,0 0 3 16,0 0-10-16,0 0-27 0,0 0-35 0,0 0-32 15,0 0-28-15,0 0-22 0,0 0-24 0,0 0-23 16,0 0-34-16,0 0-22 0,0 0-24 0,0 0-19 15,0 0-13-15,0 0-14 0,0 0-14 0,0 0-10 16,0 0-9-16,0 0-9 0,0 0-8 0,0 0-6 16,0 0-8-16,0 0-4 0,0 0 0 0,42 10-6 15,-42-10-1-15,0 0-5 0,0 0 11 0,37-7 2 16,-37 7-5-16,23-7-6 0,-23 7 5 0,18-11 1 16,-18 11 9-16,0 0 9 0,17-11 8 0,-17 11 7 15,0 0 10-15,11-11-4 0,-11 11-3 0,0 0-3 16,0 0-16-16,0 0-9 0,0 0-11 0,0 0-8 15,0 0-12-15,0 0-4 0,0 0-8 0,0 0-4 16,0 0-7-16,0 0-3 0,0 0-1 16,0 0 2-16,0 0-5 0,-79 19-7 0,69-10-3 15,10-9 8-15,-16 19-3 0,10-9-7 0,6-10 1 16,-13 17-28-16,13-6-11 0,-1-3-2 0,1 0 5 16,0 1-6-16,3-1-16 0,4-4-12 0,2 3-20 0,0-1-18 15,6-1-41-15,-3 0-44 0,6 0-41 0,0-2-55 16,1-3-52-16,-3-4-61 0,-16 4-61 15,41-12-55-15,-21 4-292 0,6-4-876 0,-8 2 388 16</inkml:trace>
  <inkml:trace contextRef="#ctx0" brushRef="#br0" timeOffset="1689.8693">14371 762 368 0,'0'0'555'0,"0"0"14"0,0 0-1 0,0 0-31 16,0 0-32-16,0 0-34 0,0 0-49 0,0 0-32 16,0 0-20-16,0 0-63 0,0 0-39 0,0 0-32 15,0 0-25-15,0 0-20 0,0 0-22 0,0 0-16 16,0 0-21-16,0 0-13 0,0 0-37 0,0 0-19 16,43 24-16-16,-43-24-27 0,13 17-21 15,-4-8-13-15,-3 1-23 0,-2 1-24 0,1 0-13 16,0-2-11-16,0 0-9 0,-3-1-3 0,0-1 11 15,-2 0-8-15,0 0 8 0,0-7 5 0,4 8 7 16,-4-8 13-16,0 6 17 0,0-6 13 0,0 0 12 16,0 0 15-16,0 0 24 0,0 0 8 0,0 0 10 15,0 0 8-15,0 0-4 0,-14-46 8 0,14 46-7 16,3-21-1-16,-3 21-6 0,7-23-3 0,-7 23-3 16,5-20-4-16,0 10-3 0,-5 10-9 0,9-17-21 15,-9 17-44-15,13-10-50 0,-13 10-48 0,18-9-55 16,-18 9-30-16,0 0-43 0,30-4-36 0,-30 4-44 15,0 0-43-15,29 0-282 0,-29 0-738 0,0 0 327 16</inkml:trace>
  <inkml:trace contextRef="#ctx0" brushRef="#br0" timeOffset="2611.5576">14713 777 228 0,'0'0'428'15,"0"0"14"-15,17-15 4 0,-17 15-20 0,0 0-29 16,0 0-22-16,0 0-29 0,15-13-26 0,-15 13-30 16,0 0-29-16,0 0-27 0,0 0-28 0,16-9-22 15,-16 9-17-15,0 0-17 0,0 0-19 0,0 0-17 16,0 0-11-16,0 0-13 0,0 0-11 0,30 22-6 16,-30-22-11-16,0 0-4 0,9 15-4 0,-9-15-8 15,3 14-4-15,-3-14-5 0,0 0-4 0,-2 18 1 16,2-18-4-16,0 0-2 0,-12 18-1 15,12-18 0-15,-12 11-4 0,12-11 6 0,0 0 3 16,0 0-2-16,-20 6 15 0,20-6 7 0,0 0 10 16,0 0 17-16,0 0-1 0,0 0 8 0,0 0 9 0,-22-29 1 15,22 29-7-15,-4-21-13 0,4 21 2 0,0-17-8 16,0 17 0-16,4-20-16 0,-4 20-2 16,0 0-6-16,10-19-9 0,-10 19 1 0,0 0-7 15,5-14-7-15,-5 14-4 0,0 0-8 0,0 0-2 16,0 0-4-16,0 0-2 0,0 0-2 0,0 0 3 15,0 0-9-15,0 0 2 0,0 0 3 0,0 0-2 16,0 0-3-16,40 27 0 0,-40-27-4 0,10 22 6 16,-6-12-2-16,-4-10-4 0,8 16-2 0,-8-16-11 15,9 20 2-15,-4-11 1 0,2 1 2 0,2-4 9 16,0-1-4-16,4 4 1 0,4-4 6 0,4-4 0 16,-21-1 4-16,45 0 5 0,-45 0-5 0,59-7-2 15,-32-4-3-15,2 4 3 0,0-5 5 0,-2-3 15 16,4 1 20-16,-3-1 15 0,-2-1 29 15,-3-2 10-15,-2-2 17 0,-2 3 5 0,0-5 17 16,-3-1 10-16,-6 7 1 0,4-9-113 0,-7 7-29 0,0-6 0 16,1 5 0-16,-4 1 0 0,-2 0 0 0,1 1 0 15,-2-1 0-15,-1 18 0 0,-1-21 0 0,1 21 0 16,-5-20 0-16,5 20 0 0,0 0 0 0,0-16 0 16,0 16 0-16,0 0 0 0,0 0 0 15,0 0 0-15,0 0 0 0,0 0 0 0,0 0 0 16,0 0 0-16,0 0 0 0,0 0 0 0,0 0 0 15,0 0 0-15,-13 57 0 0,13-41 0 0,-2 1 0 16,0 0 0-16,0 9 0 0,-5-1 0 0,7-7 0 16,-5 3 0-16,4-4 0 0,1-1 0 0,0-16 0 15,0 29 0-15,-1-16 0 0,1-13 0 0,-3 22 0 16,3-22 0-16,0 14 0 0,0-14 0 0,0 0 0 16,5 17 0-16,-5-17 0 0,0 0 0 0,18 8 0 15,-18-8 0-15,0 0 0 0,32 4 0 0,-32-4 0 16,0 0 0-16,35-15 0 0,-35 15 0 0,21-13 0 15,-10 5 0-15,-11 8 0 0,20-14 0 0,-10 6 0 16,-10 8 0-16,14-10 0 0,-14 10 0 0,10-12 0 16,-10 12 0-16,0 0 0 0,9-14 0 0,-9 14 0 15,0 0 0-15,0 0 0 0,0 0 0 0,0 0 0 16,0 0 0-16,11-10 0 0,-11 10 0 16,0 0 0-16,0 0 0 0,0 0 0 0,0 0 0 15,0 0 0-15,0 0 0 0,0 0 0 0,0 0 0 16,0 0 0-16,0 0 0 0,0 0 0 0,0 0 0 15,3 42 0-15,-3-42 0 0,0 0 0 0,4 17 0 16,-4-17-2-16,0 0-256 0,3 20-43 0,-3-20-51 16,0 0-47-16,10 9-65 0,-10-9-81 0,0 0-434 15,0 0-1060-15,0 0 470 0</inkml:trace>
  <inkml:trace contextRef="#ctx0" brushRef="#br0" timeOffset="2767.7431">15583 578 387 0,'0'0'474'0,"0"0"-4"0,0 0-24 0,0 0-38 16,0 0-44-16,0 0-35 0,0 0-45 0,0 0-59 15,0 0-70-15,0 0-91 0,0 0-90 0,0 0-73 16,0 0-63-16,0 0-71 0,0 0-282 0,0 0-557 16,0 0 246-16</inkml:trace>
  <inkml:trace contextRef="#ctx0" brushRef="#br0" timeOffset="3127.0365">15649 657 96 0,'0'0'463'0,"0"0"17"15,0 0 13-15,0 0-5 0,0 0-18 0,0 0-27 16,0 0-22-16,0 0-24 0,0 0-26 0,0 0-21 16,0 0-28-16,0 0-31 0,0 0-36 0,0 0-23 15,0 0-27-15,0 0-24 0,0 0-15 16,0 0-28-16,0 0-14 0,0 0-15 0,0 0-10 15,0 0-15-15,0 0-8 0,51-13-8 0,-51 13-1 16,0 0-21-16,0 0-5 0,14 14-1 0,-14-14-8 16,0 0 9-16,6 16-16 0,-6-16-2 0,0 0-3 15,3 20 5-15,-3-20 0 0,-3 19-1 0,3-19-5 16,-4 21 1-16,4-21-1 0,-11 21 0 0,6-10-8 0,5-11 4 16,-12 17-7-16,12-17-4 0,-6 11 7 15,6-11-7-15,0 0 11 0,-7 14-9 0,7-14 0 16,0 0 8-16,0 0 1 0,0 0-1 0,0 0 5 15,0 0 3-15,0 0-3 0,0 0 0 0,0 0-9 16,0 0 1-16,32 7-28 0,-32-7-46 0,0 0-40 16,50-12-48-16,-50 12-55 0,36-11-71 0,-18 8-67 15,4-3-63-15,-2-1-60 0,8-3-51 0,-10 6-312 16,3-6-899-16,-2 2 397 0</inkml:trace>
  <inkml:trace contextRef="#ctx0" brushRef="#br0" timeOffset="3519.2986">15991 689 211 0,'0'0'450'0,"0"0"15"0,0 0 13 0,0 0-12 16,0 0-16-16,0 0-31 0,0 0-25 0,0 0-30 16,0 0-27-16,0 0-35 0,0 0-29 0,0 0-30 15,0 0-24-15,0 0-19 0,0 0-23 0,0 0-22 16,0 0-14-16,0 0-12 0,0 0-11 0,0 0-16 15,0 0-12-15,0 0-8 0,0 0-7 16,0 0-7-16,0 0-3 0,0 0-6 0,0 0-5 0,58-8-3 16,-58 8-4-16,20-4-5 0,-20 4-3 0,0 0-6 15,27-6 5-15,-27 6 2 0,0 0-12 0,18-8 0 16,-18 8 0-16,0 0-4 0,0 0-1 0,0 0-4 16,0 0-1-16,0 0-1 0,0 0-10 0,0 0-5 15,0 0-7-15,0 0 3 0,0 0-4 0,0 0 2 16,0 0-14-16,0 0-13 0,0 0-12 15,0 0-13-15,0 0-15 0,0 0-1 0,-69 15-8 16,69-15-11-16,-12 16-4 0,12-16-10 0,-10 15-16 16,10-15 6-16,-4 15 1 0,4-15-2 0,0 0 1 15,0 0-4-15,17 26-27 0,-7-18-28 0,-10-8-18 16,23 12-12-16,-6-8-10 0,-17-4-28 0,30 10-20 16,-9-7-22-16,-21-3-23 0,40 2-13 0,-40-2-238 15,40-5-604-15,-19 1 267 0</inkml:trace>
  <inkml:trace contextRef="#ctx0" brushRef="#br0" timeOffset="3893.6377">16405 640 221 0,'0'0'335'0,"0"0"-3"0,0 0-7 0,0 0-15 15,16-16-6-15,-16 16-20 0,0 0-16 0,0 0-26 0,0 0-18 16,0 0-21-16,0 0-15 0,0 0-15 0,16-8-23 15,-16 8-14-15,0 0-10 0,0 0-24 0,0 0-5 16,0 0-1-16,0 0-7 0,0 0-9 16,40 21-15-16,-40-21 0 0,6 14-3 0,-6-14-7 15,8 19-4-15,-8-19-7 0,4 17-6 0,-4-17 4 16,1 15-8-16,-1-15-5 0,0 0 5 0,-9 22 0 16,9-22-1-16,-17 14-10 0,5-6 11 0,-4 1-6 15,16-9-1-15,-33 12 0 0,33-12-3 0,-27 4-1 16,27-4-1-16,-20 3 14 0,20-3 5 0,0 0 6 15,0 0-1-15,0 0-2 0,0 0-2 0,-37-8-6 16,37 8-12-16,0 0-19 0,-7-16-16 0,7 16-28 16,3-18-32-16,-3 18-54 0,11-22-27 0,-2 8-30 15,2 2-23-15,-11 12-18 0,20-18-19 16,-10 10-25-16,-10 8-11 0,23-19-20 0,-14 11-2 16,-9 8-202-16,21-19-542 0,-14 12 240 0</inkml:trace>
  <inkml:trace contextRef="#ctx0" brushRef="#br0" timeOffset="4127.9891">16483 554 50 0,'0'0'133'0,"4"-25"55"15,-4 25 31-15,0 0 22 0,8-17 18 0,-8 17 18 16,0 0 32-16,2-22 33 0,-2 22 25 0,0 0 35 16,3-19 11-16,-3 19 3 0,0 0 15 15,1-21 4-15,-1 21 23 0,0 0 4 0,-4-15-5 16,4 15-19-16,0 0-20 0,0 0-31 0,0 0-41 16,-6-15-32-16,6 15-36 0,0 0-127 0,0 0-151 15,0 0 0-15,0 0 0 0,0 0 0 0,0 0 0 16,0 0 0-16,-9 46 0 0,5-29 0 0,0 0 0 15,-1 3 0-15,1-1 0 0,4-2 0 0,-1 1 0 16,1-2 0-16,-4 3 0 0,4-4 0 0,0-15 0 16,-1 30 0-16,1-30 0 0,1 24 0 0,7-13 0 15,-8-11-535-15,9 13-157 0,-9-13-469 0,0 0-1258 16,28 1 557-16</inkml:trace>
  <inkml:trace contextRef="#ctx0" brushRef="#br0" timeOffset="4612.3862">17347 460 498 0,'0'0'569'0,"0"0"6"0,0 0 4 0,0 0-1 16,0 0-16-16,0 0-28 0,0 0-34 0,-13-16-38 16,13 16-29-16,0 0-36 0,0 0-39 15,0 0-37-15,0 0-33 0,0 0-39 0,0 0-31 16,0 0-21-16,0 0-20 0,0 0-16 0,0 0-17 16,3 43-11-16,-3-24-7 0,1 4-6 0,-1-1-108 0,0 6-12 15,3-1 0-15,-2 6 0 0,0-1 0 16,-2-1 0-16,1 0 0 0,0-2 0 0,-4-1 0 15,-1-2 0-15,1 0 0 0,3-6 0 0,-3-3 0 16,-5-1 0-16,8-4 0 0,-3-1 0 0,0-1-50 16,0-2-269-16,3-3-47 0,1-1-46 0,0-4-63 15,0 0-116-15,0 0-406 0,0 0-1079 0,0 0 478 16</inkml:trace>
  <inkml:trace contextRef="#ctx0" brushRef="#br0" timeOffset="5080.8607">17144 616 183 0,'0'0'535'0,"-10"-26"17"15,10 26 6-15,-8-19-11 0,8 19-5 16,-4-20-41-16,4 20-6 0,-1-21-31 0,1 21-33 0,1-22-30 16,-1 22-47-16,4-21-30 0,1 7-38 0,-5 14-38 15,17-24-30-15,-4 10-12 0,3 3-26 16,10-1-18-16,1 1-18 0,1 1-18 0,1 4-15 15,-1 2-16-15,0 0-10 0,3 4-10 0,-2-1-9 16,-29 1-8-16,57 2-10 0,-36 3-6 0,-21-5-12 16,40 7-15-16,-20-1-6 0,-20-6-21 0,22 9-4 15,-22-9 0-15,22 12-3 0,-14-3 10 0,-8-9-3 16,6 18 6-16,-6-18-2 0,-3 23-8 0,-3-7 13 16,-4-2 0-16,-11 9 5 0,2-3-4 0,-7-1-1 15,0-2 6-15,1-2 2 0,0 0 1 0,1-1-5 16,6-3 3-16,0-1-5 0,5 0 2 0,13-10-5 15,-19 9 12-15,19-9 2 0,0 0-5 0,-17 10 3 16,17-10 8-16,0 0 15 0,0 0-3 0,0 0 7 16,0 0 5-16,-18 8-13 0,18-8-27 0,0 0 0 15,0 0 0-15,0 0 0 0,0 0 0 0,0 0 0 16,0 0 0-16,0 0 0 0,0 0 0 0,4 18 0 16,-4-18 0-16,0 0 0 0,23 19 0 0,-10-10 0 15,2-1-36-15,-1 1-70 0,3 5-19 16,-4-4-33-16,-13-10-41 0,23 20-29 0,-7-11-43 15,-2 1-57-15,-1-2-58 0,-13-8-49 0,25 12-64 16,-25-12-405-16,21 10-978 0,-21-10 432 0</inkml:trace>
  <inkml:trace contextRef="#ctx0" brushRef="#br0" timeOffset="5504.0679">17609 768 154 0,'0'0'403'15,"0"0"22"-15,0 0-2 0,0 0 4 0,0 0-10 16,0 0-13-16,0 0-19 0,0 0-19 0,0 0-20 16,0 0-31-16,4-21-25 0,-4 21-25 0,0 0-28 15,0 0-18-15,0 0-24 0,0 0-21 0,0 0-19 16,0 0-14-16,0 0-15 0,0 0-10 0,0 0-15 16,0 0-5-16,0 0-11 0,24-8-7 0,-24 8-6 15,0 0-3-15,21-6-13 0,-21 6-6 0,21-9-5 16,-21 9-2-16,23-7-3 0,-23 7-4 15,13-8-2-15,-13 8-6 0,15-12 4 0,-15 12-6 16,0 0 2-16,12-10-4 0,-12 10 12 0,0 0-4 0,0 0 4 16,9-11-5-16,-9 11 7 0,0 0-14 0,0 0-4 15,0 0-8-15,0 0-1 0,0 0-7 0,0 0 4 16,0 0-6-16,0 0-11 0,0 0 9 16,0 0-1-16,0 0 2 0,0 0 3 0,0 0-2 15,-73 18-3-15,73-18 0 0,-19 13-4 0,19-13-8 16,-13 15-23-16,13-15-18 0,-9 18-16 0,5-8-12 15,4-10-12-15,-1 18-7 0,1-18-25 0,0 0-23 16,12 23-20-16,2-13-21 0,-14-10-27 0,40 11-18 16,-19-10-14-16,11 1-10 0,-1-4-12 0,-31 2-15 15,62-5 2-15,-27-2-3 0,-3-2 4 0,2-2-4 16,-3-3 7-16,1-1-23 0,-5 2-172 0,0-5-513 0,-3 3 227 16</inkml:trace>
  <inkml:trace contextRef="#ctx0" brushRef="#br0" timeOffset="5785.2535">18161 506 292 0,'0'0'352'0,"0"0"21"16,-9-27 17-16,9 27 27 0,0 0 10 0,-5-13 16 15,5 13 11-15,0 0 4 0,0 0 10 0,0 0 2 16,0 0-3-16,0 0-8 0,0 0-15 0,4-19-17 16,-4 19-25-16,0 0-27 0,0 0-21 0,0 0-35 15,0 0-29-15,0 0-180 0,0 0-110 0,0 0 0 16,0 0 0-16,0 0 0 0,0 0 0 15,0 0 0-15,0 0 0 0,0 0 0 0,0 0 0 16,-9 61 0-16,6-46 0 0,2 1 0 0,1 3 0 16,-4 5 0-16,4 0 0 0,0 4 0 0,0-8 0 0,0-1 0 15,0-1 0-15,0-1 0 0,2-1 0 0,-2-16 0 16,2 25 0-16,-1-15 0 0,-1-10 0 0,3 21 0 16,-3-21 0-16,5 15-130 0,-5-15-351 15,14 12-85-15,-14-12-104 0,0 0-388 0,32 0-1145 16,-32 0 506-16</inkml:trace>
  <inkml:trace contextRef="#ctx0" brushRef="#br0" timeOffset="6519.4599">18354 647 27 0,'0'0'429'0,"0"0"-5"15,0 0 10-15,0 0-22 0,0 0-16 0,0 0-27 16,0 0-26-16,0 0-28 0,0 0-24 15,0 0-29-15,0 0-25 0,0 0-29 0,0 0-19 16,0 0-25-16,0 0-16 0,0 0-19 0,0 0-13 0,0 0-12 16,0 0-9-16,0 0-12 0,0 0-10 0,0 0-13 15,0 0-7-15,40 19-2 0,-40-19-7 16,0 0-1-16,6 13-8 0,-6-13-12 0,0 0-16 0,5 18 4 16,-5-18 0-16,0 0-7 0,0 0 4 15,-10 23-7-15,10-23-4 0,0 0-1 0,-18 14-11 16,18-14 5-16,0 0 2 0,-16 10 6 0,16-10-2 15,0 0 4-15,0 0 3 0,0 0 9 0,0 0 19 16,0 0 7-16,0 0 7 0,0 0-8 0,0 0-1 16,0 0-1-16,-32-31 0 0,32 31-1 0,0 0 5 15,5-22 5-15,-5 22 4 0,0 0 4 0,7-20 2 16,-7 20-6-16,0 0 2 0,0 0-13 0,9-14-2 16,-9 14-3-16,0 0-8 0,0 0-4 0,0 0-1 15,17-10-3-15,-17 10-2 0,0 0-3 0,0 0-2 16,0 0-6-16,0 0 2 0,0 0 1 0,38 27 1 15,-38-27-1-15,9 11-2 0,-9-11 2 0,9 14-4 16,-9-14-1-16,10 11 2 0,-10-11 1 0,16 11-1 16,-16-11 1-16,19 10-3 0,-19-10-8 0,22 7-4 15,-22-7 1-15,37 7-2 0,-37-7 4 16,41-5 2-16,-12-1-1 0,-4 3-1 0,5-7 1 16,-7-1 7-16,3 2-2 0,-2-5 0 0,3 0-1 15,-2 0 6-15,-3-1 14 0,-7 2 14 0,7-5 14 16,-3 0 15-16,-5 4 21 0,-5-3 16 0,4 1 10 15,-3-3 10-15,-2 2 20 0,-2 0 5 0,-1-2-7 0,-1 1 2 16,0 1 1-16,-4 17 15 0,2-25-5 0,-2 25-4 16,-2-22-28-16,2 22-116 0,0-17 0 15,0 17 0-15,0 0 0 0,0-17 0 0,0 17 0 16,0 0 0-16,0 0 0 0,0 0 0 0,0 0 0 16,0 0 0-16,0 0 0 0,0 0 0 0,0 0 0 15,0 0 0-15,0 0 0 0,-15 46 0 0,10-29 0 16,1 1 0-16,-1 7 0 0,2-7 0 0,-3 1 0 15,2 0 0-15,0 0 0 0,3 5 0 0,-2-5 0 16,2 0 0-16,-2-1 0 0,5 0 0 0,-2-18 0 16,-3 28 0-16,3-17 0 0,0-11 0 0,3 23 0 15,-3-23 0-15,2 19 0 0,-2-19-184 0,8 17-117 16,-8-17-37-16,13 7-54 0,-13-7-50 0,0 0-65 16,23 3-74-16,-23-3-327 0,0 0-984 0,0 0 436 15</inkml:trace>
  <inkml:trace contextRef="#ctx0" brushRef="#br0" timeOffset="6894.3723">18910 651 126 0,'0'0'361'0,"0"0"-5"0,0 0-16 0,0 0-15 15,0 0-12-15,0 0-29 0,0 0-8 0,0 0-24 16,0 0-23-16,0 0-17 0,0 0-23 0,0 0-4 15,0 0-12-15,0 0-9 0,0 0-19 0,0 0 9 16,0 0-9-16,0 0-7 0,0 0-3 0,58-17 1 16,-58 17-11-16,21-7-10 0,-21 7-5 0,0 0-10 15,27-4-6-15,-27 4-1 0,0 0-10 16,23-4-6-16,-23 4-10 0,0 0-8 0,0 0-10 0,0 0-8 16,0 0-2-16,0 0-2 0,42 4-8 0,-42-4-1 15,0 0-6-15,17 12 5 0,-17-12 4 0,9 16 6 16,-9-16-3-16,13 11-6 0,-13-11-1 15,7 14-3-15,-7-14 4 0,7 15-4 0,-7-15-1 0,0 0-2 16,5 18 0-16,-5-18-3 0,0 0-4 0,4 13-15 16,-4-13-23-16,0 0-22 0,0 0-32 15,0 0-14-15,3 17-18 0,-3-17 1 0,0 0-56 16,0 0-88-16,0 0-67 0,0 0-50 0,0 0-69 16,0 0-254-16,39-40-751 0,-31 28 332 0</inkml:trace>
  <inkml:trace contextRef="#ctx0" brushRef="#br0" timeOffset="7036.5195">19228 541 273 0,'0'0'388'0,"0"0"-5"15,0 0-5-15,0 0-36 0,0 0-19 0,0 0-41 32,0 0-27-32,0 0-36 0,0 0-45 0,0 0-56 0,0 0-70 0,0 0-81 0,0 0-68 0,0 0-64 15,0 0-94-15,0 0-179 0,0 0-474 0,0 0 210 16</inkml:trace>
  <inkml:trace contextRef="#ctx0" brushRef="#br0" timeOffset="7677.0592">19330 624 16 0,'0'0'460'0,"0"0"-3"0,0 0-8 15,0 0-11-15,0 0-26 0,0 0-23 0,0 0-31 16,0 0-29-16,0 0-36 0,0 0-30 0,0 0-22 15,0 0-27-15,0 0-31 0,0 0-15 0,30-23-21 16,-30 23-15-16,0 0-14 0,0 0-14 0,0 0-11 16,0 0-11-16,0 0-8 0,0 0-10 0,42 15-9 15,-42-15-3-15,10 10-6 0,-10-10-6 0,9 16-4 16,-9-16-5-16,3 15-4 0,-3-15 0 0,0 0-19 16,0 0 4-16,-10 21-8 0,10-21-10 0,-13 16-19 15,13-16-5-15,-18 13-5 0,18-13-4 16,-21 8 2-16,21-8 4 0,-13 7 7 0,13-7 0 15,0 0 4-15,-17 7 7 0,17-7 5 0,0 0 4 16,0 0 4-16,0 0 6 0,0 0-5 0,0 0 1 0,0 0-2 16,-9-32-3-16,9 32 0 0,0 0 2 0,20-26-2 15,-11 15 1-15,-9 11 3 0,21-16 0 0,-11 8-2 16,-10 8-9-16,22-15 12 0,-8 11 1 0,-14 4-4 16,22-8-1-16,-22 8 1 0,22-3-1 15,-22 3-10-15,0 0 7 0,31-1 2 0,-31 1-8 16,0 0 7-16,0 0-1 0,28 13 4 0,-28-13 2 15,13 16 0-15,-13-16-2 0,13 20 2 0,-9-12-4 16,-4-8 5-16,6 17-2 0,-6-17 0 0,0 0 1 16,3 20-7-16,-3-20 2 0,0 0-9 0,2 16-4 15,-2-16-3-15,0 0 14 0,0 0 10 0,0 0 7 16,0 0 6-16,0 0 1 0,0 0-1 0,0 0-4 16,0 0 14-16,0 0-7 0,0 0-2 0,0 0 0 15,0 0-13-15,31-44 12 0,-22 32 10 0,-9 12-11 16,15-19 16-16,-5 12 2 0,-10 7 4 0,18-16-9 15,-18 16 6-15,14-11-4 0,-14 11-6 0,0 0 1 16,19-4-7-16,-19 4-12 0,0 0 9 0,0 0-4 16,0 0 4-16,0 0 3 0,40 15 4 0,-40-15 1 15,14 12-5-15,-14-12-2 0,12 16 1 16,-12-16 4-16,14 17-3 0,-14-17-2 0,6 17-2 16,-6-17-1-16,8 13-5 0,-8-13-13 0,5 14-31 15,-5-14-29-15,0 0-21 0,6 15-36 0,-6-15-38 16,0 0-45-16,0 0-59 0,0 0-119 0,0 0-394 15,0 0-841-15,0 0 373 0</inkml:trace>
  <inkml:trace contextRef="#ctx0" brushRef="#br0" timeOffset="8758.3134">12998 1530 142 0,'0'0'339'0,"-9"0"-17"16,9 0 0-16,0 0-8 0,0 0-13 15,0 0-13-15,0 0-21 0,-10 1-7 0,10-1-15 16,0 0-7-16,0 0-16 0,0 0-15 0,0 0-12 0,0 0-19 16,0 0-22-16,0 0-6 0,0 0-16 0,0 0-5 15,0 0-20-15,0 0-5 0,0 0-8 16,0 0-9-16,0 0-4 0,0 0-9 0,0 0-8 15,0 0-9-15,28-3-4 0,-9 3-1 0,8 0 1 16,4-1 10-16,4-1 5 0,3 2 5 0,15-5-4 16,1 3 4-16,6 1 2 0,-1-3 3 0,7 0-2 15,31-8-3-15,2 4 4 0,2-5-14 0,6 8-2 16,9-1-3-16,2-7-5 0,3 2 1 0,6 0-2 16,1 2 4-16,6-2-3 0,6 2-1 0,1-1 0 15,6 3-5-15,-6-4 0 0,11 0 3 0,2 2 0 16,5 0 0-16,-5-3 0 0,-5 8 0 0,10-4 4 15,-3 1-2-15,4 2 5 0,-4 2 14 0,4-7-6 16,-7 3-2-16,-2 2 10 0,0 0-6 0,-2 5 8 16,-7-4-7-16,-4 0 1 0,-5-1 2 0,-6 2-7 15,-6 0-8-15,-9 2 12 0,-7 0-12 0,-8-1 0 16,-2 1-11-16,-6 1-11 0,-34-2 8 0,2 3-11 16,-1-5-2-16,-5 4-4 0,-10-1-1 0,-3 0-1 15,-1 0-3-15,-1 0-1 0,-4 0-1 0,-4 1-2 16,-7-2-1-16,-9 2-4 0,2-1 2 0,-3-1-7 15,-4 2 3-15,2 0 0 0,-2-2-10 0,-7 2 6 16,0 0-2-16,11-1-12 0,-7 1-2 0,-4 0-24 16,0 0-9-16,10 1-17 0,-10-1-15 0,0 0-15 15,0 0-19-15,0 0-24 0,0 0-26 0,5-2-29 16,-5 2-38-16,0 0-22 0,0 0-40 0,0 0-35 16,0 0-51-16,0 0-54 0,0 0-75 0,0 0-300 15,0 0-872-15,0 0 386 0</inkml:trace>
  <inkml:trace contextRef="#ctx0" brushRef="#br0" timeOffset="16748.7663">3715 1895 4 0,'0'0'242'0,"-3"-5"7"16,3 5 7-16,-4-7 10 0,4 7 9 15,-2-5 11-15,2 5 5 0,-4-6 19 0,4 6 8 16,-1-6 4-16,1 6 2 0,0 0 1 0,-3-2 0 16,3 2-2-16,0 0 1 0,0 0-10 0,0-7 3 15,0 7-6-15,0 0-6 0,0 0-15 0,0 0-7 16,3-5-16-16,-3 5-17 0,1-3-7 0,-1 3-32 16,0 0-26-16,0 0-13 0,0 0-28 0,0 0-15 15,0 0-20-15,0 0-12 0,0 0-14 0,19-1-42 16,-10 2-41-16,4 1 0 0,-4-1 0 0,2 3 0 15,1-1 0-15,-1 2 0 0,0 1 0 0,5 1 0 16,-6-1 0-16,-1 1 0 0,1 1 0 0,-2 0 0 16,-3 0 0-16,0-1 0 0,-2 3 0 0,2 1 0 15,-5 0 0-15,0 0 0 0,-5 2 0 0,-4 1 0 16,-4 0 0-16,-3-2 0 0,-9 4 0 0,1 0 0 16,-2-2 0-16,1-2 0 0,6-2 0 15,-2-3 0-15,2 0 0 0,0-3 0 0,1-3 0 0,4 1 0 16,0-1 0-16,4-2 0 0,-4-2 0 0,3-2 0 15,0-4 0-15,3 1 0 0,2-3 0 0,1-1 0 16,1-4 0-16,3-1 0 0,4-1 0 0,1-1 0 16,8-3 0-16,0 5 0 0,5-2 0 0,5 2 0 15,6-2 0-15,1 1-620 0,2 4-112 0,-3-3-409 16,2 0-1234-16,-2 2 546 0</inkml:trace>
  <inkml:trace contextRef="#ctx0" brushRef="#br0" timeOffset="17186.1603">3814 1583 259 0,'-1'-7'542'0,"0"-2"11"16,1 1-4-16,0 1 3 0,-2 1-6 15,1 1-11-15,1 5-11 0,0-10-22 0,0 7-20 16,-2 0-29-16,2 3-26 0,0 0-41 0,0 0-33 15,-3-5-35-15,3 5-30 0,0 0-25 0,0 0-25 16,0 0-23-16,0 0-18 0,0 0-188 0,-2-3-9 16,2 3 0-16,0 0 0 0,0 0 0 0,0 0 0 15,0 0 0-15,0 0 0 0,0 0 0 0,0 0 0 16,3 16 0-16,1-4 0 0,-4 0 0 0,4 7 0 16,-3-3 0-16,4 4 0 0,-1 4 0 0,-1 3 0 15,2-1 0-15,-5 0 0 0,5-1 0 0,-5 0 0 16,5 2 0-16,-4 1 0 0,3-3 0 0,0 1 0 15,-3-6 0-15,2 4 0 0,-2-4 0 0,2-2 0 16,-2-1 0-16,-1-5 0 0,0 1 0 0,0-1 0 16,1 0 0-16,2-1 0 0,-2 0 0 0,-1-2 0 15,4-1 0-15,-4-2 0 0,0-2 0 0,1 1 0 16,-1-5 0-16,0 0 0 0,0 8 0 0,0-8 0 16,0 0 0-16,0 0 0 0,3 4 0 0,-3-4 0 15,0 0 0-15,0 0 0 0,0 0 0 0,0 0 0 16,0 0 0-16,0 0 0 0,0 0-54 0,0 0-578 15,15-17-71-15,-11 9-431 0,0-1-1228 16,1 0 543-16</inkml:trace>
  <inkml:trace contextRef="#ctx0" brushRef="#br0" timeOffset="17592.3182">4267 1591 571 0,'2'-9'594'0,"2"-1"12"0,-3 1-4 16,2 1 1-16,-3 2-7 0,1-1-21 0,1 3-28 15,0 2-30-15,-4-3-30 0,2 5-33 0,0-4-33 16,0 4-35-16,0 0-35 0,0 0-34 0,-2-5-37 16,2 5-23-16,0 0-230 0,0 0-27 0,0 0 0 15,0 0 0-15,0 0 0 0,-5 22 0 0,-4-8 0 16,0 9 0-16,0 3 0 0,-1 5 0 0,-3 1 0 15,3 3 0-15,-1-1 0 0,-1 1 0 0,6 1 0 16,-1-2 0-16,0-2 0 0,2-1 0 0,-2-2 0 16,2 1 0-16,0-4 0 0,1 1 0 0,3-2 0 15,1-1 0-15,1 0 0 0,2-3 0 0,-1-3 0 16,5 8 0-16,-2-7 0 0,2 5 0 16,3-7 0-16,0-3 0 0,-1 0 0 0,1 0 0 15,-1-3 0-15,1-1 0 0,0-1 0 0,-2 0 0 16,-1-2 0-16,-1-3 0 0,0 1 0 0,-6-5 0 15,10 2 0-15,-6 1 0 0,-4-3 0 0,0 0 0 16,14 0-47-16,-14 0-593 0,9-6-89 0,-9 6-401 16,9-15-1223-16,-5 5 542 0</inkml:trace>
  <inkml:trace contextRef="#ctx0" brushRef="#br0" timeOffset="22255.2633">4594 1696 284 0,'0'0'420'0,"3"-7"3"16,-3 7-4-16,2-6-7 0,-1 1-11 0,-1 3-10 15,0 2-5-15,2-6-8 0,-2 6-16 0,0-8-8 0,0 8-11 16,1-5-14-16,1 0-10 0,-2 5-12 0,0 0-10 15,0 0-19-15,0-7-16 0,0 7-19 16,0 0-21-16,0 0-21 0,0 0-20 0,0 0-28 16,0 0-17-16,0 0-17 0,0 0-21 0,0 0-17 15,0 0-4-15,0 0-10 0,9 15-8 0,-6-5 2 16,1 1-9-16,0 2 3 0,2 3-34 0,0 4-21 0,1-1 0 16,-2 3 0-16,0 5 0 0,-1-4 0 0,0-3 0 15,1-1 0-15,-1 1 0 0,-1-1 0 16,0-1 0-16,0 1 0 0,-1 0 0 0,1-4 0 15,-1-2 0-15,2 3 0 0,-4-6 0 0,1 0 0 16,2-3 0-16,-2 0 0 0,2-2 0 0,-1-1 0 16,-2-4 0-16,1 7 0 0,-1-7 0 0,3 3 0 15,-3-3 0-15,0 0 0 0,0 0 0 0,0 0 0 16,0 0 0-16,0 0 0 0,6-17 0 0,-3 10 0 16,1-1 0-16,0-2 0 0,-3 1 0 0,4-2 0 15,-1 2 0-15,-3-1 0 0,3 1 0 0,-3-1 0 16,3 4 0-16,-4-1 0 0,4 3 0 0,-4 0 0 15,1-2 0-15,-1 6 0 0,3-5 0 0,-3 5 0 16,1-5 0-16,-1 5 0 0,4-3 0 0,-4 3 0 16,9-2 0-16,-9 2 0 0,0 0 0 0,17 4 0 15,-12 0 0-15,6-1 0 0,-3 0 0 0,-3 3 0 16,8-1 0-16,-4 1 0 0,-2-1 0 0,6 1 0 16,-4-1 0-16,1 1 0 0,-1 1 0 0,1-4 0 15,-1 2 0-15,-1-2 0 0,-4-1 0 0,2 0 0 16,-6-2 0-16,7 5 0 0,-4-4 0 0,-3-1 0 15,7 3 0-15,-7-3 0 0,0 0 0 0,0 0 0 16,0 0 0-16,10-7 0 0,-10 1 0 0,1-4 0 16,2 1 0-16,-2-2 0 0,3-7 0 0,-4 3 0 15,4-4 0-15,-3 2 0 0,2 0 0 0,-6-2 0 16,3-1 0-16,0-5 0 0,0 7 0 0,0 0 0 16,3 3 0-16,-3 3 0 0,0 1 0 0,1 1 0 15,-1 1 0-15,0 2 0 0,0 0 0 0,0 2 0 16,0 5 0-16,0-6 0 0,0 6 0 0,1-5 0 15,-1 5 0-15,0 0 0 0,3-5 0 0,-3 5 0 16,0 0 0-16,0 0 0 0,0 0 0 0,0 0 0 16,0 0 0-16,0 0 0 0,0 0 0 0,0 0 0 15,10 14 0-15,-9-6 0 0,6-4 0 0,-2 2-336 16,0 2-254-16,3-5-75 0,-1 1-435 0,1-2-1192 16,-8-2 527-16</inkml:trace>
  <inkml:trace contextRef="#ctx0" brushRef="#br0" timeOffset="22599.0695">5178 1570 419 0,'0'0'531'0,"0"-7"27"0,-1 1 3 16,1 6-9-16,0-6-14 0,1 1-6 0,-1 5-26 16,0 0-27-16,-1-8-22 0,1 8-34 0,0 0-33 15,0 0-37-15,1-4-33 0,-1 4-28 0,0 0-44 16,0 0-22-16,0 0-25 0,0 0-27 0,0 0-23 15,0 0-8-15,14 13-18 0,-6-5-113 0,2 6-12 16,4 1 0-16,3 7 0 0,0 0 0 0,0 0 0 16,2 6 0-16,-3-1 0 0,0 2 0 15,-3 0 0-15,1 2 0 0,-5 0 0 0,-3-2 0 0,-2 5 0 16,-5-4 0-16,-7 5 0 0,-2 0 0 0,-10 10 0 16,-3 0 0-16,-3-1 0 0,-3-2 0 0,-2-6 0 15,4-11 0-15,0 1 0 0,3-2 0 0,2-3 0 16,7-10 0-16,-2 1 0 0,8-4 0 0,2-1 0 15,0-2-8-15,2-3-403 0,5-2-115 16,0 0-112-16,0 0-464 0,0 0-1193 0,21-24 528 16</inkml:trace>
  <inkml:trace contextRef="#ctx0" brushRef="#br0" timeOffset="23241.2435">5752 1905 213 0,'-3'3'361'0,"3"-3"24"16,0 0-21-16,0 0-20 0,0 0 16 0,0 0-3 16,0 0-6-16,0 0-2 0,0 0-6 15,0 0-5-15,0 0-6 0,0 0-3 0,0 0-6 16,0 0-18-16,0 0-26 0,0 0-3 0,0 0-25 16,10-9-35-16,-3 8-25 0,6-3-19 0,-2-1-15 0,7-1-29 15,0 0-1-15,1 1-13 0,-1-1-13 16,2 2-4-16,-3-1-16 0,-4 2-13 0,-3 0-31 15,1 0-32-15,0 3-31 0,-6-2-50 0,1 2-41 16,-6 0-61-16,13-1-68 0,-8 0-69 0,-5 1-57 16,0 0-34-16,0 0-32 0,13 4-42 0,-13 0-304 15,0-4-848-15,0 0 375 0</inkml:trace>
  <inkml:trace contextRef="#ctx0" brushRef="#br0" timeOffset="23461.128">5753 2087 394 0,'0'0'579'0,"-8"5"28"15,8-5 26-15,-3 6 17 0,3-6 2 0,0 0-18 16,0 0-38-16,0 0-39 0,0 0-59 0,0 0-45 16,0 0-52-16,0 0-38 0,0 0-39 0,29-11-34 15,-19 7-31-15,3 1-29 0,-3-2-159 0,3 1-71 16,-4 1 0-16,2 0 0 0,1 0 0 0,-3-1 0 15,4 1 0-15,-2-1 0 0,-4 2 0 0,0-1 0 16,-7 3-181-16,18-5-188 0,-10 1-67 0,2 1-68 16,-1-3-87-16,-3 4-428 0,2 0-1103 0,0-6 488 15</inkml:trace>
  <inkml:trace contextRef="#ctx0" brushRef="#br0" timeOffset="24400.739">6723 1960 60 0,'0'0'418'0,"0"0"8"0,0 0 21 16,0 0 10-16,-5 2 2 0,5-2 1 0,0 0-3 15,0 0-11-15,0 0 4 0,0 0-17 0,-5-10-11 16,2 9-19-16,2-5-22 0,1 6-16 0,0-7-24 16,0 7-17-16,0-5-25 0,-1 3-24 0,1 2-19 15,0-7-21-15,0 7-19 0,0-6-55 0,-3 2-161 16,3 4 0-16,3-6 0 0,-3 6 0 0,1-2 0 15,4-2 0-15,-2 2 0 0,2-2 0 0,0 2 0 16,5 0 0-16,2 0 0 0,2 0 0 0,-2 1 0 16,6 1 0-16,-5 2 0 0,-1-1 0 0,0 1 0 15,-1 1 0-15,-1 2 0 0,0 0 0 0,-4 2 0 16,2 0 0-16,-4 1 0 0,1 2 0 0,-5 1 0 16,-7-2 0-16,1 4 0 0,-4-2 0 0,-4 2 0 15,-1-1 0-15,-8 2 0 0,7-2 0 0,-2-3 0 16,1-1 0-16,0-1 0 0,3-3 0 0,5 0 0 15,-1 0 0-15,2-3 0 0,-1 0 0 16,9-1 0-16,-10 0 0 0,10 0 0 0,-14-3 0 0,8 0 0 16,3-1 0-16,-1-1 0 0,-1 0 0 0,1-3 0 15,4-1 0-15,0-1 0 0,3-1 0 0,1 1-96 16,2-5-227-16,8 0-83 0,-4 0-90 0,8 3-87 16,-5-2-466-16,7-5-1134 0,-7 7 502 0</inkml:trace>
  <inkml:trace contextRef="#ctx0" brushRef="#br0" timeOffset="24776.9017">6879 1635 433 0,'0'-11'600'0,"0"0"16"0,0 0 19 15,0 0-5-15,0 2 2 0,0 2-5 16,-2-2-32-16,2 2-32 0,-2 2-26 0,2 2-29 15,0-1-32-15,-1-1-33 0,1 5-37 0,0-6-38 16,0 6-246-16,0 0-122 0,0 0 0 0,-3-3 0 16,3 3 0-16,0 0 0 0,0 0 0 0,0 0 0 0,0 0 0 15,0 0 0-15,3 19 0 0,-2-7 0 16,-1 4 0-16,4 0 0 0,-4 3 0 0,5 8 0 16,-4 1 0-16,3 0 0 0,0-4 0 0,-4 2 0 15,1 3 0-15,3-3 0 0,0-1 0 0,-4-1 0 16,1-5 0-16,2-1 0 0,-2-1 0 0,-1 0 0 15,0-1 0-15,0-3 0 0,0-1 0 0,0 0 0 16,3-3 0-16,-3 0 0 0,0-4 0 0,0 3 0 16,1-3 0-16,-1-1 0 0,0 1 0 0,0-1 0 0,0-4 0 15,0 3 0-15,0-3 0 0,0 0 0 16,0 0 0-16,5 6 0 0,-5-6 0 0,0 0 0 16,0 0 0-16,0 0 0 0,18-10-496 0,-9 3-787 15,1 0-1389-15,6-5 615 0</inkml:trace>
  <inkml:trace contextRef="#ctx0" brushRef="#br0" timeOffset="25151.7856">7432 1512 220 0,'9'-17'481'0,"-4"4"25"0,-2 1-2 0,1-2 2 15,0 5-15-15,-2 0-2 0,-2 3-21 0,2 0-17 16,-1 0-7-16,-1 1-28 0,1 0-26 0,-1 5-27 16,0 0-28-16,0 0-36 0,-1-7-31 0,1 7-29 15,0 0-32-15,0 0-19 0,0 0-5 0,0 0 8 16,-13 23 1-16,5-5-18 0,-4 3-6 16,0 6-150-16,1 6-18 0,-1 0 0 0,3 1 0 15,-1 15 0-15,0-1 0 0,-1-3 0 0,5 2 0 0,0-11 0 16,-1 0 0-16,2 10 0 0,0-10 0 15,5 0 0-15,-4 10 0 0,4-12 0 0,1 0 0 16,2-2 0-16,2-5 0 0,0 0 0 0,3 2 0 16,2-1 0-16,-1-3 0 0,3-7 0 0,-1-1 0 15,2-6 0-15,2 2 0 0,1-2 0 0,0-1 0 16,-2-2 0-16,0-5-276 0,-4 1-167 0,3-4-77 16,5-3-101-16,-4-4-435 0,4 2-1143 0,1-3 507 15</inkml:trace>
  <inkml:trace contextRef="#ctx0" brushRef="#br0" timeOffset="25575.0125">8051 1337 213 0,'0'-6'411'0,"0"2"1"0,0 4 10 0,-1-9-9 0,-1 5 0 15,2 2-2-15,0 2-4 0,0 0-14 0,0 0-4 16,0 0-22-16,-1-7-23 0,1 7-20 0,0 0-26 16,0 0-28-16,0 0-30 0,0 0-28 0,0 0-25 15,0 0-26-15,0 0-14 0,0 0-1 0,0 0-12 16,-2 19 8-16,3-4 15 0,0 4-3 0,2 4 8 15,-2 4 4-15,3-1-4 0,-2 3-6 16,1 0-7-16,-1-1-6 0,1 3-57 0,0-4-86 0,-2 5 0 16,0 0 0-16,-1-2 0 0,-2-1 0 15,2-2 0-15,-3 0 0 0,3-2 0 0,0-7 0 0,0 1 0 16,0-1 0-16,0-1 0 0,0-2 0 0,3-2 0 16,-2-5 0-16,-1-1 0 0,0 0 0 0,1-2 0 15,-1 0 0-15,0 0 0 0,0-5 0 0,1 4 0 16,-1-4 0-16,0 0 0 0,2 5-115 15,-2-5-196-15,0 0-66 0,0 0-59 0,0 0-63 16,14-23-73-16,-14 15-409 0,1-3-1061 0,-1-6 469 16</inkml:trace>
  <inkml:trace contextRef="#ctx0" brushRef="#br0" timeOffset="26013.5121">7955 1380 349 0,'0'0'369'0,"0"-9"-6"0,0 9-14 16,1-7-19-16,2 1-14 0,1-2-21 0,-1 3-7 15,5-1-24-15,0-2-17 0,1 1-14 0,5 1-24 16,0 0-9-16,5 1-9 0,-2-1-11 0,1 1-13 15,2 3-15-15,3-2-12 0,-2 3-10 16,7 0 0-16,-7 2-10 0,9 4-9 0,-11 1-10 16,0-1-5-16,1 3-3 0,-4-2-5 0,0 3 3 15,-1 5 4-15,-3-1 0 0,0 0 0 0,-4 3 7 0,-3 2 15 16,0 0-4-16,-8 2 8 0,-1 5 8 0,-5 2-3 16,-2-4 15-16,-6 2-10 0,-4-3-4 0,-3-1-1 15,-1 1-6-15,-2-4-5 0,0-4 11 16,3 1 1-16,6-5 5 0,0-2 0 0,3-1 10 15,2-1-8-15,4-4-91 0,1 2-43 0,1-3 0 16,2 0 0-16,0 2 0 0,5-3 0 0,-8 1 0 16,8-1 0-16,0 0 0 0,-8 3 0 0,8-3 0 15,0 0 0-15,-6 3 0 0,6-3-22 0,0 0-411 0,0 0-101 16,0 0-92-16,11 13-470 0,-5-8-1188 16,0 1 526-16</inkml:trace>
  <inkml:trace contextRef="#ctx0" brushRef="#br0" timeOffset="26466.882">7831 2260 326 0,'0'0'373'0,"0"0"-18"16,0 0-9-16,0 0-6 0,0 0-4 0,0 0-6 0,0 0-7 15,0 0 5-15,0 0 2 0,0 0-6 0,0 0-6 16,0 0 0-16,0 0-9 0,-34 6-6 16,34-6-6-16,-11-1-12 0,11 1-14 0,0 0-11 15,-11-1-2-15,11 1-11 0,0 0-10 0,-5-4-8 16,5 4-15-16,0 0-1 0,0 0-22 0,-7-4-8 15,7 4-4-15,0 0-13 0,0 0-164 0,0 0-2 16,0 0 0-16,0 0 0 0,26-5 0 0,-3 3 0 16,10-2 0-16,17-4 0 0,5 2 0 0,5-7 0 15,7 5 0-15,37-4 0 0,-1-1 0 0,0 3 0 16,6-2 0-16,-6-7 0 0,-4 7 0 0,-34 3 0 16,-4 6 0-16,-10-8 0 0,-12 8 0 0,-5 1 0 15,-6 0 0-15,-6 1 0 0,-4-1 0 0,-5 2 0 16,-6 0 0-16,2-1 0 0,-9 1 0 0,0 0 0 0,14 0 0 15,-14 0 0-15,4 3 0 0,-4-3 0 16,0 0 0-16,-11 12-431 0,0-8-116 0,-1 0-114 16,-8 0-431-16,0 1-1183 0,-2-4 523 0</inkml:trace>
  <inkml:trace contextRef="#ctx0" brushRef="#br0" timeOffset="27249.9655">7969 2687 356 0,'0'0'488'0,"0"0"7"15,0 0-17-15,-4-7-16 0,4 7-22 0,0 0-27 16,0-5-23-16,0 5-26 0,0 0-25 0,4-5-19 16,-4 5-25-16,1-3-27 0,-1 3-24 0,3-3-32 15,-3 3-17-15,0 0-24 0,9-2-18 0,-9 2-14 16,9 1-15-16,-3 0-20 0,2 1-4 0,-3 1-14 16,4 3-8-16,1-3-3 0,-1 4-10 0,1-1-7 15,0 1 1-15,-3 1-11 0,3 2-3 0,-3-1-8 16,0 1-6-16,0 0 0 0,-4 2-7 0,1-3 0 15,-2 0-3-15,0 1-4 0,-2-1-5 0,2-3-15 16,-2 1-6-16,0 0-8 0,0-3-2 0,-2 1-4 16,2-1 4-16,-1-1 2 0,1-3 2 0,-3 6 5 15,3-6 8-15,0 5 10 0,0-5 7 0,0 0 13 16,0 0-5-16,0 0 2 0,0 0-1 0,0-16 1 16,3 9-8-16,-3-1 2 0,4 1 3 0,-2-3-4 15,3 0-1-15,0 0 0 0,-1-1-2 0,3 2 7 16,-1-1 0-16,2 1-13 0,-1 0 13 0,1 0-10 15,1 2 3-15,-1 2-4 0,2 0 2 0,-5 1-3 16,3 2-6-16,-2-1-1 0,3 0 2 0,0 2-5 16,-1-2 3-16,-1 5-5 0,1-1 3 0,-3 0-5 15,2 3 5-15,4 1-3 0,-6-1-3 0,-1 2 3 16,2 1-9-16,-2 0 10 0,1-2-3 0,-2 2-9 16,1-1-4-16,-2-1-10 0,-1 2-10 0,-2-1-3 15,4-3-3-15,-1 2-1 0,-2-1-4 0,2-1 7 16,0 0 4-16,-2-3 9 0,3 2 7 0,-3-2 2 15,0 0 16-15,5 4 22 0,-5-4 12 0,0 0-4 16,6-7-5-16,-1 4 3 0,-2-1 3 0,2-2 5 16,0 2 11-16,-1-1 0 0,1 0 6 0,-2 2 4 15,2-1 1-15,-2 2-3 0,1 0 4 16,2-1-11-16,-4 1-5 0,-2 2-1 0,7-2-7 0,-7 2 6 16,10 3-3-16,-4-2-16 0,0 2-1 0,1 0 3 15,-2-1-2-15,0 2 2 0,0 2-1 0,-1-1-4 16,1-3-1-16,-1 3 2 0,-3 1-6 0,3-1 0 15,0-2 4-15,0 3-7 0,-4-2-20 0,2-1-15 16,2-1-19-16,-4 1-32 0,3 1-35 0,-3-4-27 16,1 6-30-16,-1-4-36 0,0-2-25 0,0 0-37 15,5 1-32-15,-5-1-82 0,0 0-104 0,0-11-452 16,3 3-1016-16,-3-3 450 0</inkml:trace>
  <inkml:trace contextRef="#ctx0" brushRef="#br0" timeOffset="27703.3852">8341 2406 22 0,'0'0'371'0,"0"0"-23"16,0 0-8-16,0 0-22 0,0 0-28 0,0 0-24 0,8 4-16 16,-8-4-11-16,4 4-19 0,-4-4-18 0,2 6-15 15,2-6-14-15,0 2-17 0,-1 2-14 0,-1-2-17 16,-1 3-14-16,-1-5-3 0,3 5-21 16,-5-2-2-16,2 2-12 0,2-1-2 0,-2-4-6 15,0 0-4-15,-2 6-3 0,2-6-2 0,-5 1 8 16,5-1 6-16,-5 3 9 0,5-3 0 0,0 0-1 0,-9-2 2 15,9 2 7-15,0 0 12 0,-6-2 9 0,6 2 5 16,-5-3-1-16,5 3-1 0,-5-3-4 0,2 1-3 16,3 2-6-16,-2-7-7 0,2 7-5 0,0 0-13 15,0 0-11-15,0 0-4 0,0 0-5 16,-3-3-8-16,3 3-5 0,0 0-10 0,0 0-1 16,0 0-4-16,0 0-9 0,0 0 1 0,0 0-5 0,0 0-4 15,0 0-16-15,0 0-24 0,0 0-23 0,0 0-25 16,0 0-19-16,0 0-29 0,0 0-49 15,0 0-52-15,0 0-63 0,0 0-93 0,0 0-445 16,0 0-897-16,0 0 398 0</inkml:trace>
  <inkml:trace contextRef="#ctx0" brushRef="#br0" timeOffset="28140.7792">8906 1741 45 0,'-1'-6'446'0,"1"2"18"0,0 0 0 15,-3-1-12-15,3 0-13 0,-2 2-12 0,2-2-16 16,0 5-13-16,0 0-19 0,0-10-17 0,0 10-23 16,0-5-24-16,0 5-21 0,0 0-23 0,2-5-33 15,-2 5-13-15,0 0-19 0,0 0-32 0,0 0-19 16,3-4-14-16,-3 4-16 0,0 0-3 16,0 0 16-16,15 16 22 0,-7-8 10 0,3 5 24 0,2-1 5 15,2 9-4-15,2 2 1 0,-2 2-149 0,2 2-47 16,-3 2 0-16,1-1 0 0,-6-1 0 0,1 1 0 15,-1 0 0-15,-5 4 0 0,0-1 0 16,-3 3 0-16,-2 0 0 0,-3-1 0 0,-5 14 0 0,0-15 0 16,-7 11 0-16,0-9 0 0,-7 8 0 15,-1 3 0-15,-2-5 0 0,6-14 0 0,0 4 0 16,-2-3 0-16,0-1 0 0,4-4-26 0,4-10-562 16,6-1-113-16,-2-1-445 0,3-2-1242 0,0 1 549 0</inkml:trace>
  <inkml:trace contextRef="#ctx0" brushRef="#br0" timeOffset="29345.2511">9855 2183 160 0,'-1'5'273'0,"-1"-1"-8"0,-1-1 3 15,2 2 1-15,-1-2 4 0,2-3 4 0,-1 6 10 16,0-5 13-16,1-1 16 0,0 0 9 0,-3 5 12 16,3-5 7-16,0 0 2 0,0 0 2 0,0 0-2 15,0 0-12-15,0 0-6 0,0 0-20 0,0 0-20 16,13-2-22-16,-13 2-26 0,17-8-12 0,-6 4-16 16,2-1-20-16,2 0-21 0,2-1-11 15,1 3-25-15,1-1-14 0,-5 0-8 0,5 0-12 0,-2 0-14 16,-4 4-13-16,-2-3-28 0,0 0-49 0,-1 1-42 15,-4 2-51-15,-1 0-51 0,-5 0-58 0,10 0-68 16,-10 0-58-16,7 1-50 0,-5 3-44 0,-2-4-56 16,0 7-60-16,-7-2-328 0,-1 1-940 0,-2 0 416 15</inkml:trace>
  <inkml:trace contextRef="#ctx0" brushRef="#br0" timeOffset="29563.9508">9843 2412 338 0,'0'0'430'0,"-2"2"34"0,2-2 24 0,-3 3 16 16,3-3-3-16,0 0-13 0,0 0-16 0,0 0-27 16,0 0-9-16,0 0-40 0,0 0-39 0,0 0-36 15,0 0-37-15,19-7-29 0,-5 3-27 0,-3 0-21 16,7-2-20-16,4 1-20 0,-3 0-18 0,4 0-22 16,3-1-43-16,-6 0-43 0,0 1-46 0,-7 3-55 15,1 0-53-15,-1 1-54 0,0 1-52 0,0 0-57 16,-2 0-76-16,-3-2-66 0,3 1-88 0,-3 0-370 15,-8 1-948-15,9-4 419 0</inkml:trace>
  <inkml:trace contextRef="#ctx0" brushRef="#br0" timeOffset="29876.3746">10543 2205 416 0,'0'0'608'0,"0"0"8"0,0 0 0 16,0 0-8-16,-4-3-18 0,4 3-19 16,0 0-27-16,0 0-21 0,0 0-28 0,0 0-37 0,0 0-37 15,0 0-44-15,0 0-36 0,0 0-36 0,0 0-30 16,15-1-30-16,-11-1-63 0,4 2-182 15,-1-3 0-15,5 1 0 0,-3 0 0 0,4-1 0 16,5 1 0-16,0-2 0 0,-7 2 0 0,7 1 0 16,-4-2 0-16,-2 0 0 0,6-1 0 0,-3 0 0 0,0 2 0 15,-2-2 0-15,2 1-143 0,7 1-193 16,-7-2-78-16,7-1-96 0,-4-1-102 0,-4 3-418 16,-5-4-1115-16,3 2 494 0</inkml:trace>
  <inkml:trace contextRef="#ctx0" brushRef="#br0" timeOffset="30252.5718">11229 1936 371 0,'0'-5'637'0,"0"-1"21"16,-1 0 16-16,-3 0 2 0,4 0-12 0,0 1-28 0,-1 1-31 15,1-2-29-15,0 6-33 0,0-5-30 0,-3 1-30 16,3 4-39-16,0-5-43 0,0 5-91 0,0 0-310 16,0 0 0-16,0 0 0 0,0 0 0 0,0 0 0 15,0 0 0-15,0 0 0 0,3 16 0 16,-2-3 0-16,4 4 0 0,-5 10 0 0,4 2 0 0,-3-4 0 16,2 2 0-16,1 3 0 0,-3 0 0 0,0 1 0 15,2 2 0-15,-6-6 0 0,2 0 0 16,0 0 0-16,-3 2 0 0,4-1 0 0,-4-5 0 0,0-6 0 15,3 0 0-15,-4-1 0 0,2-5 0 16,2 0 0-16,-1-2 0 0,-1-1 0 0,3-2 0 16,-3-1 0-16,2-2 0 0,1-3 0 0,-2 6 0 0,2-6 0 15,0 0 0-15,6 5-411 0,-6-5-137 0,0 0-65 16,23-11-491-16,-14 3-1195 0,-1-2 530 0</inkml:trace>
  <inkml:trace contextRef="#ctx0" brushRef="#br0" timeOffset="30644.3214">11457 2046 478 0,'1'-8'510'0,"3"1"20"0,1-3 13 0,-1 4 6 16,1-2 3-16,-4 2-1 0,3 0-2 0,-4 1-8 16,4 2-21-16,-3-3-26 0,-1 6-29 0,3-3-35 15,-2 1-36-15,-1 2-39 0,0 0-37 16,4-4-39-16,-4 4-146 0,0 0-133 0,0 0 0 15,0 0 0-15,-4 11 0 0,0-3 0 0,-1 3 0 16,1 4 0-16,-6-1 0 0,2 1 0 0,-1 3 0 16,4 0 0-16,-7 1 0 0,1-3 0 0,2 1 0 0,-3 0 0 15,1-2 0-15,0 0 0 0,3-2 0 16,2-4 0-16,1-2 0 0,1-2 0 0,0 1 0 16,0 0 0-16,3-3 0 0,1-3 0 0,-3 7 0 15,3-7 0-15,2 8 0 0,4-4 0 0,2-1 0 16,3 1 0-16,6 4 0 0,-1-3 0 0,2-2 0 15,9 5 0-15,-8-1 0 0,3 0 0 0,-3-2 0 0,2 2 0 16,-3 0 0-16,-7-5 0 0,2 4 0 16,-3-1 0-16,-1 0 0 0,-1-3 0 0,-2-1 0 15,-1 2 0-15,-5-3 0 0,7 6 0 0,-7-6 0 16,2 2 0-16,-2-2 0 0,0 0 0 0,1 5-32 16,-1-5-539-16,0 0-122 0,0 0-457 0,0 0-1244 15,0 0 550-15</inkml:trace>
  <inkml:trace contextRef="#ctx0" brushRef="#br0" timeOffset="32601.6128">12579 2069 99 0,'-4'-2'367'0,"4"-2"0"0,0 4-4 16,0-6 6-16,0 6-19 0,0-6-5 0,0 6-9 16,0-5-13-16,0 5-13 0,0-4-10 0,0 4-12 15,3-3-17-15,-3 3-2 0,1-4-20 0,-1 4-23 16,5-3-24-16,-4 1-19 0,-1 2-18 0,8-4-21 16,-3 2-10-16,-5 2-16 0,12 0-9 0,-5-1-16 15,3 2-8-15,-2-1-8 0,2 0-7 0,2 0-9 16,-3 2-6-16,3-1-7 0,-1 3-13 0,-2-1 4 15,2 1-5-15,-2 0-2 0,-2 3-1 0,0-1-6 16,0-1-2-16,-1 3 3 0,-1-2-6 0,-4 1 1 16,3 1-2-16,-4 1 0 0,-1-3-6 0,-3 7 6 15,0-2 15-15,-3 3 2 0,-5-3 9 0,-3 0 2 16,0-1-1-16,-1 1 10 0,-2-2 3 0,0-2 8 16,2-1 16-16,3-3 11 0,-5 1 3 0,5-1 19 15,-1-2 9-15,4-2-2 0,-4-2-13 0,5 3-4 16,0-1-8-16,0-3-16 0,0-4-47 0,1 0-35 15,3-1 0-15,0 0 0 0,5-1-65 0,-4-2-56 16,4 1-39-16,4-3-39 0,1 2-40 0,6-3-53 16,1 2-54-16,1 0-53 0,0 1-49 0,10-5-64 15,-4 6-390-15,-1 2-977 0,0-2 432 0</inkml:trace>
  <inkml:trace contextRef="#ctx0" brushRef="#br0" timeOffset="33056.9587">12769 1801 45 0,'-1'-9'558'0,"-4"0"28"0,5-1 6 0,-4 2 15 16,3-1-5-16,-3 1-9 0,4-3 2 0,-4 4-10 16,4 0-24-16,-1 1-21 0,2 1-28 0,-1 1-32 15,0 4-33-15,0 0-35 0,-4-9-46 0,4 9-256 16,-1-3-110-16,1 3 0 0,0 0 0 0,0 0 0 15,0 0 0-15,-3-4 0 0,3 4 0 0,0 0 0 16,0 0 0-16,0 0 0 0,0 0 0 0,0 16 0 16,-1-5 0-16,2 4 0 0,2 4 0 0,-3 1 0 15,0-1 0-15,0 10 0 0,0-2 0 0,1 1 0 16,2-3 0-16,-3 4 0 0,-3-4 0 0,2 2 0 16,1 1 0-16,1-3 0 0,3 0 0 0,-5-4 0 15,2 3 0-15,-1-7 0 0,0 3 0 0,0-2 0 16,0 0 0-16,0-5 0 0,1-3 0 0,-2 2 0 15,2-4 0-15,-1 1 0 0,0-3 0 0,3 0 0 16,-3-6 0-16,-3 10 0 0,3-10 0 0,3 4 0 16,-3-4 0-16,0 0 0 0,0 0 0 0,0 0 0 15,0 9 0-15,0-9 0 0,0 0 0 0,0 0 0 16,0 0 0-16,0 0 0 0,0 0 0 0,0 0 0 16,0 0 0-16,0 0 0 0,0 0 0 0,-4 4 0 15,4-4 0-15,0 0 0 0,0 0 0 0,0 0-194 16,0 0-530-16,-9-18-489 0,7 12-1312 0,0-3 580 15</inkml:trace>
  <inkml:trace contextRef="#ctx0" brushRef="#br0" timeOffset="34667.161">13510 1903 48 0,'0'0'374'0,"-3"-3"6"16,3 3 6-16,0 0-3 0,0 0 2 0,0 0-5 15,0 0-3-15,0 0-6 0,0 0-9 0,0 0-9 16,0 0-11-16,0 0-16 0,0 0-11 0,0 0-13 15,0 0-18-15,0 0-10 0,0 0-9 0,0 0-13 16,0 0-11-16,0 0-20 0,0 0-17 0,0 0-18 16,0 0-17-16,0 0-20 0,0 0-13 0,0 0-12 15,0 0-11-15,-4 9-27 0,4-9-10 0,0 0-9 16,0 0-12-16,0 0-5 0,1 8-6 0,2-4-2 16,-3 5-3-16,2-2-9 0,1 5-30 0,-2-4 0 15,2 4 0-15,-2-1 0 0,0 1 0 0,3 4 0 16,-1-4 0-16,-1 3 0 0,1-2 0 0,-2-1 0 15,2 4 0-15,-1-4 0 0,-1 5 0 0,-1-3 0 16,2-3 0-16,0 3 0 0,1 0 0 0,-1-2 0 16,-2 0 0-16,2-5 0 0,0 3 0 0,-2 0 0 15,0-1 0-15,0-3 0 0,1 0 0 0,1 0 0 16,-1-3 0-16,-1-3 0 0,0 10 0 0,0-10 0 16,3 4 0-16,-3-4-123 0,0 3-30 0,0 1-32 15,0-4-35-15,0 0-37 0,2 6-47 0,-2-6-65 16,0 0-80-16,0 0-124 0,0 0-354 0,0-17-1004 15,0 17 446-15</inkml:trace>
  <inkml:trace contextRef="#ctx0" brushRef="#br0" timeOffset="35120.1461">13470 1960 152 0,'-2'-7'399'0,"0"2"1"16,-2-5-8-16,4 4-3 0,0 0-20 0,-1 0-1 16,2 0-18-16,-1-1-22 0,0 1-27 0,0 0-28 15,4-1-25-15,-2 1-27 0,0 0-19 0,7 0-25 16,-4 0-16-16,-1 0-15 0,2-1-10 16,3 2-11-16,1 0-14 0,2 2-7 0,-1 0-6 15,2 1-2-15,0 2-2 0,3-2-4 0,-3 4-10 0,2 2-2 16,2 0-1-16,2 0 0 0,-1 2-7 0,0 0-5 15,-3 1-3-15,-1 3-6 0,2 0-5 0,-4 1-3 16,-1 2-2-16,0 0-6 0,-3 3-1 16,-2-1-4-16,1 3-3 0,-5 0-4 0,1 0 2 15,-6 2-3-15,1-2 0 0,-2 2-2 0,-3 3-2 0,-2 2-4 16,-3-2 1-16,3-5-2 0,0 0 2 0,-4-2 0 16,2-1-10-16,-6 0 4 0,8-2 2 0,-1-2 0 15,2-1-6-15,-1-5 9 0,4-1 11 0,-4 5 6 16,5-8 9-16,-2 2 0 0,6-3-1 15,-8 7 2-15,8-7-12 0,-5 3 8 0,5-3-8 16,0 0 5-16,-4 5-12 0,4-5-12 0,-5 1-24 16,5-1-44-16,0 0-42 0,-3 5-53 0,3-5-77 0,0 0-90 15,0 0-94-15,0 0-97 0,0 0-429 16,16-14-1012-16,-7 9 448 0</inkml:trace>
  <inkml:trace contextRef="#ctx0" brushRef="#br0" timeOffset="35636.0518">14042 2119 79 0,'0'-10'454'0,"0"5"4"0,0 5-8 0,1-5-18 16,-2 0-31-16,1 5-36 0,0 0-38 0,0-5-31 15,0 5-30-15,0 0-27 0,0 0-30 0,0 0-26 16,0 0-20-16,0 0-21 0,0 0-8 0,0 0-16 16,-13 9-13-16,8-5-11 0,0 1-5 0,3 1-12 15,-3 2-5-15,-1 1-11 0,1-1-6 0,3-2-5 16,-3 2-10-16,1-2 1 0,3 1-4 0,-3 2-6 16,1-2-2-16,2-3-3 0,1 2-8 0,0-6 1 15,0 9-1-15,-3-6 3 0,3-3-4 0,0 9 0 16,0-9-2-16,0 7-3 0,3-3-1 0,-3-4 1 15,6 7-1-15,-2-4-6 0,0 2 7 0,2-1-3 16,-2 0-4-16,1-1 0 0,-1 0-1 16,-4-3 0-16,5 5 0 0,-3-2-3 0,0 3 4 0,2-2-3 15,2-1-1-15,-5 1 2 0,2 2-10 0,0-1 6 16,-3 1 4-16,0-2-7 0,0-4 3 0,-2 9 9 16,1-3-3-16,-3-2 4 0,-2 5 5 0,-2-4 0 15,1-1 0-15,-1 3 9 0,-5-3 4 0,3 2 2 16,0-2 2-16,-2 0 8 0,2-1 4 15,2-2 6-15,-3 3 6 0,4-3 7 0,1 0 9 16,6-1 6-16,-10 0 1 0,10 0 0 0,-9 1 1 0,9-1-9 16,0 0-12-16,-12-3-1 0,12 3-15 0,-5-3-18 15,5 3-36-15,-4-5-35 0,4 5-44 0,-6-4-55 16,6 4-54-16,0-6-85 0,0 0-93 0,0 6-108 16,9-10-374-16,-5 6-931 0,2-3 413 0</inkml:trace>
  <inkml:trace contextRef="#ctx0" brushRef="#br0" timeOffset="36199.3081">13576 1680 199 0,'0'0'307'0,"0"0"-4"0,-5 1-12 15,5-1-8-15,0 0-4 0,0 0 5 0,0 0-11 16,-9 0 9-16,9 0-3 0,0 0-4 0,0 0-10 16,-7 2-3-16,7-2-6 0,0 0-7 0,0 0-9 15,0 0-9-15,0 0-9 0,0 0-6 16,0 0-3-16,0 0-11 0,0 0-5 0,0 0-5 16,0 0-6-16,0 0-4 0,0 0-1 0,0 0-11 15,0 0-12-15,0 0-16 0,16-8-12 0,-5 5-6 0,8-1 7 16,7 1-4-16,5 1 21 0,5-1-14 15,3-3-15-15,13 1-1 0,2 0-10 0,-3-5 0 0,-1 3 5 16,-12 1-101-16,1 3-12 0,-5-2 0 16,1-5 0-16,-6 9 0 0,-6-1 0 0,-1-1 0 15,-9 2 0-15,1-4 0 0,-4 4 0 0,-4 1 0 16,1 0 0-16,0-1 0 0,-7 1 0 0,0 0 0 16,9-1 0-16,-9 1 0 0,0 0 0 0,0 0 0 0,13 2 0 15,-13-2 0-15,0 0 0 0,4-1 0 0,-4 1-148 16,0 0-74-16,0 0-31 0,0 0-40 15,0 0-31-15,0 0-30 0,0 0-38 0,0 0-41 16,0 0-62-16,0 0-385 0,0 0-953 0,0 0 422 16</inkml:trace>
  <inkml:trace contextRef="#ctx0" brushRef="#br0" timeOffset="37637.0738">13362 2667 188 0,'-5'1'271'0,"5"-1"-8"0,0 0-22 0,0 0-12 15,0 0-9-15,0 0-11 0,0 0-12 0,0 0-13 16,0 0-1-16,0 0-17 0,0 0-3 0,-4 1-6 15,4-1-7-15,0 0-5 0,0 0-3 0,0 0 11 16,0 0 1-16,0 0 4 0,0 0-1 0,0 0 5 16,0 0-11-16,0 0 3 0,0 0-10 0,18-1-11 15,-10 1-2-15,7 0 8 0,4 0 9 0,13 0 2 16,3 0 0-16,2-1-6 0,19-2-10 16,3-1 7-16,2-1-4 0,3 0-2 0,28-3 5 15,0-1-6-15,0-1-13 0,-29 3-4 0,2-2-3 0,2 3-1 16,-5 0-12-16,-3-1 22 0,-8-1-15 0,-18 3-1 15,0 1-22-15,-2 3-7 0,-13 0-7 0,1-1-10 16,-7 2-4-16,0 0-23 0,-4 0 5 0,-1-1-21 16,-2 2-23-16,-5-1-22 0,10 0-32 0,-10 0-29 15,0 0-33-15,6 0-33 0,-6 0-38 16,0 0-3-16,0 0-38 0,0 0-51 0,0 0-62 0,-17 4-75 16,10-3-95-16,-5 0-295 0,-1-1-878 0,-4 2 388 15</inkml:trace>
  <inkml:trace contextRef="#ctx0" brushRef="#br0" timeOffset="38153.7784">13582 3132 8 0,'0'0'437'0,"1"-4"17"0,-1 4 1 0,0-3 7 16,2 0 0-16,-2 3-4 0,0-5-1 0,0 5 4 15,0 0-7-15,0-7 12 0,0 3-6 0,0 4-12 16,0 0-10-16,-3-5-15 0,3 5-26 0,0 0-16 0,0 0-29 16,0 0-29-16,0-5-23 0,0 5-205 15,0 0-95-15,0 0 0 0,0 0 0 0,0 0 0 16,0 0 0-16,0 0 0 0,0 0 0 0,0 0 0 16,0 0 0-16,0 16 0 0,0-6 0 0,0 0 0 15,0 7 0-15,0 0 0 0,0 2 0 0,0 6 0 16,0 2 0-16,-2-8 0 0,0 7 0 0,-2-6 0 15,3 6 0-15,0-1 0 0,-2 0 0 0,1-7 0 16,-1 2 0-16,2-2 0 0,-2 0 0 0,2-3 0 16,-1-2 0-16,2-5 0 0,0-1 0 0,-2 0 0 15,2 1 0-15,2-4 0 0,-2 1 0 0,2 0 0 0,-2-2 0 16,0-3 0-16,0 0 0 0,0 7 0 0,0-7 0 16,0 2 0-16,0-2 0 0,0 0 0 15,0 0-419-15,0 0-188 0,13-17-76 0,-11 7-398 16,-2 1-1170-16,4-3 518 0</inkml:trace>
  <inkml:trace contextRef="#ctx0" brushRef="#br0" timeOffset="38560.2409">13490 3125 64 0,'0'-6'476'0,"1"-3"-3"0,1 2 16 0,-1-1 0 16,-1 4-12-16,3 0-23 0,-2-3-21 0,-1 3-35 15,1-1-21-15,2 1-41 0,-1-1-30 0,3 1-33 0,-1 3-28 16,6-3-24-16,-1 1-17 0,5 3-14 16,-1 0-8-16,2 1-23 0,2 4-5 0,6-2-9 15,-4 4-8-15,-1 2 5 0,9 2-20 0,-11-2 2 16,8 6-7-16,-7-3-3 0,0-1-13 0,-2 2 4 16,1 2-10-16,-5 0 3 0,0 1-8 0,1-1-6 15,-3 2-4-15,-1 0-9 0,-5-2-10 0,-1 3-1 16,-1 2-15-16,-2-2-45 0,-1 2 0 0,-5 3 0 15,-6 0 0-15,3-1 0 0,-7 1 0 0,1-1 0 16,2-9 0-16,-4 5 0 0,4-5 0 0,-1-2 0 16,-1-1 0-16,3-1 0 0,3-1 0 0,1-3 0 15,-2 0 0-15,3 1 0 0,3-3 0 0,-2 0 0 16,2-1 0-16,3 1 0 0,2-3 0 0,-8 2 0 16,4-1 0-16,4-1 0 0,0 0 0 0,0 0 0 15,0 0 0-15,-5 2 0 0,5-2-214 0,0 0-144 16,8-10-82-16,-8 10-75 0,9-4-82 0,-3 2-415 15,6-4-1095-15,-2 1 485 0</inkml:trace>
  <inkml:trace contextRef="#ctx0" brushRef="#br0" timeOffset="39015.4674">14040 3393 251 0,'3'-6'498'0,"0"0"16"0,1 2-4 0,-3 0-1 16,1-2-13-16,0 2-23 0,-1 1-27 0,-1 3-28 16,5-5-28-16,-5 5-20 0,0-5-30 0,0 5-42 15,0 0-28-15,0 0-28 0,0-4-24 0,0 4-32 16,0 0-21-16,0 0-13 0,0 0-25 0,0 0 6 16,-8 14-22-16,5-7-16 0,-1 0-6 0,1 0-15 15,2 1-2-15,-4 1-5 0,2 2-7 0,2-1-11 16,-3-1-2-16,2-2-10 0,2 1-1 0,0-2 0 15,0 1-10-15,-3-1-1 0,3-1 2 0,0 1-1 16,0-2-2-16,0 1-9 0,3-2 9 0,-3 3-13 16,2-4 1-16,2 3-8 0,-4-2 3 0,1 1-1 15,2 1 4-15,2-2-5 0,-4 2 0 0,2-2-4 16,-2 3-1-16,3-3-12 0,-4 1 18 0,2 1-2 16,-2 1 2-16,0-5-2 0,0-1-2 0,0 9 3 15,0-9-2-15,0 9 7 0,-2-6-5 0,-2 2 1 16,0 0 1-16,1 0 1 0,-4 1 5 0,-3-2-6 0,1 0 3 15,0 3 1-15,-2-4 1 0,2 0-16 16,-3 1-23-16,2-1-15 0,0-3-20 0,1 2-21 16,0-1-22-16,1-2-24 0,1 1-37 0,-1-2-36 15,8 2-45-15,-14-5-58 0,10 0-63 0,-1 0-62 16,5 0-91-16,-1-1-384 0,2 0-978 0,0-3 433 16</inkml:trace>
  <inkml:trace contextRef="#ctx0" brushRef="#br0" timeOffset="39703.0855">13507 2933 275 0,'0'0'312'0,"0"0"8"0,0 0-3 0,0 0 18 16,0 0 6-16,0 0-7 0,0 0 8 0,0 0 9 16,0 0 2-16,-8 2-1 0,8-2 1 0,0 0-9 15,0 0-17-15,0 0-11 0,0 0-11 0,0 0-12 16,0 0-7-16,0 0-16 0,0 0-19 0,0 0-20 15,0 0-23-15,17-8-26 0,-8 7-15 0,3-1-20 16,5 1-9-16,3-2-13 0,1 1-6 0,8-3-13 16,2 0-2-16,1 3-14 0,4-5-3 0,-2 2-11 15,-2 1-42-15,0 1-34 0,-3-2 0 0,1 1 0 16,-12 2 0-16,0 0 0 0,-5 1 0 0,-2 0 0 16,-3 1 0-16,-2-2 0 0,1 2 0 0,-1-1 0 15,-6 1 0-15,9-2 0 0,-9 2 0 0,6 2 0 16,-6-2 0-16,5-3 0 0,-5 3 0 0,0 0-180 15,0 0-50-15,0 0-32 0,4 0-39 0,-4 0-42 16,0 0-48-16,0 0-49 0,0 0-55 0,0 0-431 16,0 0-1001-16,8-3 444 0</inkml:trace>
  <inkml:trace contextRef="#ctx0" brushRef="#br0" timeOffset="40375.4225">14164 3067 364 0,'0'0'425'16,"-2"-5"-8"-16,2 5-14 0,0-5-16 0,0 5-19 16,3-6-15-16,-1 4-18 0,-2 2-15 0,0 0-14 15,0-6-26-15,3 3-19 0,0 1-20 0,-3 2-26 16,3-4-20-16,-1 1-18 0,-2 3-17 16,5-1-18-16,0-2-17 0,-5 3-12 0,10 1-11 0,-10-1-10 15,12 4-12-15,-5-2-12 0,0 2-3 0,-1-1-3 16,3 2 0-16,-5 0-6 0,2 1-5 0,-1 0-5 15,3 0 3-15,-3 1-7 0,-1-2-3 0,2 5-6 16,-2-2-1-16,0 0-3 0,-3 1 1 16,-2-2-5-16,1-2-1 0,0 4-1 0,-3-2-4 0,2-1-1 15,-3 1 0-15,4-2-5 0,-5-1 3 0,2 1-3 16,1-2 2-16,1 0-2 0,1-3 2 0,-4 7 3 16,4-7 10-16,-4 3 25 0,4-3 26 0,0 0 5 15,0 0 3-15,0 0-16 0,0 0 8 16,0-13 21-16,0 6-11 0,0 1-5 0,4 0 0 15,0-3-8-15,1 1-11 0,-4 1 3 0,4-3 3 0,0 1-3 16,-1 4-7-16,0-6-3 0,4 6 0 0,-2-1-14 16,2-1-15-16,-2 4-29 0,-2-1 0 0,4-1 0 15,-3 3 0-15,2 1 0 0,0-1 0 16,1 3 0-16,-3 0 0 0,4 2 0 0,-3 0 0 0,2 2 0 16,1-1 0-16,-2 4 0 0,0-2 0 0,-2-2 0 15,0 6 0-15,0-2 0 0,-1-1 0 0,2 2 0 16,-5-2 0-16,3 2 0 0,0-4 0 0,-4 1 0 15,1-1 0-15,1-1 0 0,0 0 0 16,0-1-44-16,-2 1-31 0,2-1-15 0,-2-3-7 0,0 4-17 16,0-4-22-16,0 0-29 0,0 0-20 0,0 0-24 15,0 0-98-15,0 0-82 0,10-8-67 0,-2 5-79 16,-3-3-364-16,-1 3-973 0,5-4 431 0</inkml:trace>
  <inkml:trace contextRef="#ctx0" brushRef="#br0" timeOffset="47220.3451">3348 4639 150 0,'0'0'320'0,"0"0"10"0,-4 3 13 16,4-3 9-16,0 0 11 0,0 0 1 0,0 0 11 0,0 0 6 16,0 0 1-16,0 0-12 0,0 0 2 0,0 0-9 15,0 0-5-15,0 0-9 0,0 0-11 0,-5-8-15 16,5 8-21-16,-3-3-2 0,3 3-10 16,-2-4-13-16,2 4-18 0,0 0-15 0,0-4-20 15,0 4-23-15,0 0-17 0,0 0-107 0,0 0-77 0,0 0 0 16,0 0 0-16,0 0 0 0,11 0 0 0,-11 0 0 15,17 7 0-15,-4-2 0 0,2 5 0 0,0 0 0 16,-2 2 0-16,5 0 0 0,-4 0 0 0,3 3 0 16,-7 1 0-16,2-1 0 0,-2 3 0 0,-1 0 0 15,-3-2 0-15,-2 2 0 0,1 0 0 0,-1 3 0 16,-3 4 0-16,0-1 0 0,-3 1 0 0,-3-7 0 16,0 1 0-16,1 1 0 0,-1-5 0 0,1 2 0 15,-1-4 0-15,0-3 0 0,2-1 0 0,1 0 0 16,-1-5 0-16,2 1 0 0,-2-1 0 0,2 0 0 15,1-4 0-15,0 0 0 0,0 0 0 0,0 0 0 16,0 0 0-16,-4-13 0 0,7 4 0 0,-2-1 0 16,-1-1 0-16,4-6 0 0,-3 1 0 0,5-1 0 15,-2-1 0-15,2 0 0 0,2-4 0 0,-3 4 0 16,3 0 0-16,1-1 0 0,-3 3 0 0,2-1 0 16,1 3 0-16,0 2 0 0,-1-1 0 0,-1 4 0 15,1 0 0-15,1 2 0 0,1 2 0 0,-1 1 0 16,1 1 0-16,0 3 0 0,2 0 0 0,-1 3 0 0,1 1 0 15,1 1 0-15,-3 4 0 0,-1-1 0 16,5 4 0-16,-5 1 0 0,0 4 0 0,0-1 0 16,0 2 0-16,-3 0 0 0,-1-1 0 0,0 2 0 15,-1-1 0-15,-1 0 0 0,0-3 0 0,-1 1 0 0,-1 1 0 16,2-2 0-16,-2-2 0 0,-1-1 0 0,1-2 0 16,-1-2 0-16,-1 0 0 0,2 1 0 0,-1-3 0 15,2 0 0-15,-2-1 0 0,2-1 0 16,1-1 0-16,-3 2 0 0,0-5 0 0,2 4 0 0,1-2 0 15,-3-2 0-15,6 1 0 0,-6-1 0 0,0 0 0 16,15-4 0-16,-8 0 0 0,-2-1-449 0,1-2-209 16,-1-2-523-16,3 0-1280 0,-3-1 567 15</inkml:trace>
  <inkml:trace contextRef="#ctx0" brushRef="#br0" timeOffset="47439.5661">3979 4847 173 0,'0'0'576'0,"0"0"30"0,0 0 18 15,4-2-5-15,-4 2-8 0,0 0-30 0,0 0-41 16,0 0-50-16,3-4-44 0,-3 4-47 0,0 0-47 16,5-2-31-16,-5 2-34 0,5-1-34 15,-5 1-50-15,9 1-65 0,-3-2-64 0,-6 1-72 0,14 1-73 16,-9 1-76-16,3-1-72 0,-4 3-80 0,1-3-72 15,0 0-65-15,-2 3-66 0,-1 0-373 0,-2 0-949 16,0-4 420-16</inkml:trace>
  <inkml:trace contextRef="#ctx0" brushRef="#br0" timeOffset="47627.2667">4010 4984 269 0,'-1'6'412'0,"1"-6"39"0,-2 2 38 15,0 1 38-15,2-3 25 0,0 0 12 0,-4 3 11 16,4-3 2-16,0 0-8 0,0 0-21 0,0 0-30 15,0 0-40-15,0 0-44 0,0 0-44 0,0 0-37 16,13-7-40-16,-9 6-141 0,-4 1-172 0,8-2 0 16,-4 1 0-16,1 0 0 0,-5 1 0 0,9-4 0 15,-2 3 0-15,-1-2 0 0,1 2-161 0,0-1-242 16,1 0-101-16,-2-1-90 0,3 1-495 0,-1-4-1178 16,5 0 521-16</inkml:trace>
  <inkml:trace contextRef="#ctx0" brushRef="#br0" timeOffset="47956.5392">4421 4736 244 0,'-1'-4'609'0,"-1"-1"35"16,2-1 33-16,0 1 4 0,-2 2-3 0,2-3-15 15,-1 1-26-15,1 0-28 0,-1-1-28 0,0 3-30 16,2-1-26-16,-1 4-33 0,-3-5-39 0,3 5-306 15,-1-5-147-15,1 5 0 0,0 0 0 0,0 0 0 16,0 0 0-16,0 0 0 0,0 0 0 0,0 0 0 16,0 0 0-16,-1 15 0 0,1-6 0 0,0 0 0 15,0 7 0-15,0 1 0 0,-2 0 0 0,4 1 0 16,-2-2 0-16,-2 9 0 0,1-5 0 16,-1-1 0-16,2 0 0 0,-3 7 0 0,0-6 0 0,2-3 0 15,-2 2 0-15,2-2 0 0,-1 0 0 0,-2-1 0 16,5-4 0-16,2 1 0 0,0-4 0 0,3 1 0 15,-2-5 0-15,1 1-1366 0,4-1-1478 0,-3-1 654 16</inkml:trace>
  <inkml:trace contextRef="#ctx0" brushRef="#br0" timeOffset="48942.817">5386 4990 129 0,'-4'-2'467'0,"4"2"13"0,0 0 12 0,-6-3-4 15,1 0 2-15,5 3-11 0,0 0-1 0,-5-3 0 0,5 3-25 16,0-4-4-16,0 4-8 0,0 0-27 0,0 0-17 16,-3-5-34-16,3 5-35 0,0 0-33 0,4-6-31 15,0 2-22-15,5 0-28 0,-4 2-23 0,5 0-32 16,3-5-159-16,-3 5 0 0,3 0 0 0,0-2 0 16,-2 2 0-16,-2-1 0 0,1 2 0 0,1 1 0 15,-5-1 0-15,4 2 0 0,-3-1-122 0,-2 1-214 16,1 2-68-16,-3-1-56 0,-3 2-65 0,-1 0-57 15,-5 3-379-15,0-2-1040 0,-3 2 461 0</inkml:trace>
  <inkml:trace contextRef="#ctx0" brushRef="#br0" timeOffset="49145.9029">5335 5127 258 0,'-2'3'350'0,"0"3"36"0,1-3 26 0,-2-1 26 0,3-2 23 15,-2 4 16-15,2-4 7 0,-1 2-4 0,1-2-12 16,0 0-25-16,0 0-15 0,0 0-26 0,11-7-24 15,-7 4-29-15,4 1-36 0,-2-3-27 0,3 0-29 16,5 2-26-16,-4-1-24 0,3-2-22 0,1 1-32 16,-1 2-53-16,5-1-48 0,-1-2-51 0,0 3-57 15,-4 0-58-15,1 2-56 0,4-4-56 0,0 0-64 16,-1 2-75-16,-3-1-70 0,2 1-77 0,2-4-59 16,-5 1-306-16,0 0-950 0,-3-1 421 0</inkml:trace>
  <inkml:trace contextRef="#ctx0" brushRef="#br0" timeOffset="49396.3047">5743 4925 81 0,'4'-4'518'0,"-2"3"22"16,-2 1 28-16,4-6 11 0,-4 6 0 0,1-6-17 16,-1 6-14-16,4-3-24 0,-3 0-27 0,-1 3-27 15,0 0-33-15,8 0-25 0,-8 0-20 0,10 3-20 16,-6-1-23-16,1 2-25 0,3 2-23 0,-3 2-163 15,4 2-138-15,-4 4 0 0,-1-2 0 0,1 4 0 16,-5-1 0-16,0 3 0 0,0-1 0 0,-4 3 0 16,-4 3 0-16,1-6 0 0,-1 1 0 0,-6 4 0 15,-5-2 0-15,4 0 0 0,-7-2 0 0,5-4 0 16,2-3 0-16,0-1 0 0,-2 1-460 0,3-3-168 16,1 0-557-16,4-6-1282 0,2 1 568 0</inkml:trace>
  <inkml:trace contextRef="#ctx0" brushRef="#br0" timeOffset="55597.9169">6847 4624 106 0,'0'0'173'0,"0"0"-2"0,0 0 4 0,0 0 5 0,0 0-1 15,0 0 2-15,0 0 2 0,1-7-5 16,-1 7 2-16,0-3 0 0,0 3-2 0,0 0-1 16,0 0 7-16,-1-6-12 0,1 6 14 0,0 0 9 15,-2-6-6-15,2 3 8 0,0 3 6 0,0 0 3 0,0 0 2 16,0-4-2-16,0 4 7 0,2-4-5 16,-2 4-3-16,0-5 2 0,0 5 0 0,-4-4-12 15,4 4-4-15,-1-3 1 0,0-1-3 0,1 4 2 16,-2-4-2-16,2 4 3 0,-1-7-1 0,1 7-7 0,-1-3-4 15,1 3 0-15,-3-5-13 0,3 5 0 0,-1-6-1 16,1 6-7-16,-1-3-5 0,1 3-77 0,0 0-77 16,-2-5 0-16,2 5 0 0,-2-4 0 0,2 4 0 15,0 0 0-15,-1-2 0 0,1 2 0 0,0 0 0 16,-2-5 0-16,2 5 0 0,0 0 0 0,0 0 0 16,0 0 0-16,-1-3 0 0,1 3 0 0,0 0 0 15,0 0 0-15,0 0 0 0,0 0 0 0,0 0 0 16,0 0 0-16,0 0 0 0,0 0 0 0,0 0 0 15,0 0 0-15,0 0 0 0,0 0 0 0,0 0 0 16,0 0 0-16,0 0 0 0,0 0 0 0,0 0 0 16,0 0 0-16,0 0 0 0,0 0 0 0,0 0 0 15,0 0 0-15,0 0 0 0,0 0 0 0,3 13 0 16,-2-4 0-16,1 1 0 0,1 2 0 0,1 3 0 16,0 4 0-16,-2 0 0 0,3 8 0 0,0-9 0 0,-1 11 0 15,0 0 0-15,-1-2 0 0,-1 4 0 0,-2 1 0 16,1-2 0-16,-2 0 0 0,1-3 0 0,-2 3 0 15,0-3 0-15,1 1 0 0,-2-4 0 16,2-4 0-16,1-2 0 0,-4-2 0 0,6 1 0 0,0-5 0 16,-4 3 0-16,2-3 0 0,-2 0 0 0,2-2 0 15,-2-1 0-15,2-5 0 0,0 3 0 0,0-1 0 16,0-1 0-16,-1-3 0 0,1 3 0 16,0-5 0-16,0 5 0 0,0-5 0 0,0 0 0 0,1 6 0 15,-1-6 0-15,0 0 0 0,0 0 0 0,0 0 0 16,0 0 0-16,0 0 0 0,0 0 0 0,0 0 0 15,6-14 0-15,1 6 0 0,-1-1 0 0,3 0 0 16,1-1-443-16,3-5-249 0,-4 3-484 0,5-4-1274 16,-1 0 563-16</inkml:trace>
  <inkml:trace contextRef="#ctx0" brushRef="#br0" timeOffset="56005.9475">7115 4812 2835 0,'8'-10'362'0,"-3"1"-77"0,0 0 5 0,3-1 25 15,-4 4 18-15,-3-1 4 0,-1 2-15 0,4-1-14 16,-4-1-19-16,1 3 25 0,-1-1 3 0,3 3-2 16,-3 2-5-16,0-5-12 0,0 5-19 0,0 0-12 15,-8-2-16-15,8 2-87 0,-14 7-164 0,5-3 0 16,-4 2 0-16,-1 5 0 0,0 0 0 0,-4 2 0 16,-1 7 0-16,-1 0 0 0,-1-2 0 0,-1 1 0 15,2 0 0-15,1-1 0 0,2-4 0 0,2 1 0 16,2-3 0-16,-1 0 0 0,4-3 0 0,2-1 0 0,3 1 0 15,-3-7 0-15,3 3 0 0,4-3 0 16,-4 4 0-16,4-5 0 0,1-1 0 0,-4 4 0 16,4-4 0-16,0 0 0 0,-1 2 0 0,1-2 0 15,0 0 0-15,0 0 0 0,0 0 0 0,22-2 0 0,-10 2 0 16,-3 1 0-16,2 0 0 0,2 0 0 0,0 4 0 16,5-1 0-16,0 0 0 0,-4 0 0 0,5 3 0 31,-4-1 0-31,2 0 0 0,0 1 0 0,-2 0 0 0,-3 2 0 0,0-4 0 0,-2 2 0 0,2 0 0 15,-2-1 0-15,-1 1 0 0,0-2 0 0,-4 0 0 16,3 0 0-16,-3 0 0 0,0-2 0 0,-1 0 0 16,0-1 0-16,0 0 0 0,-3 2 0 0,5-2 0 15,-6-2-245-15,0 0-376 0,8-6-54 0,-8 6-434 16,8-8-1200-16,-4 4 531 0</inkml:trace>
  <inkml:trace contextRef="#ctx0" brushRef="#br0" timeOffset="56256.2882">7279 4956 110 0,'3'-4'336'0,"0"-4"30"0,1 3 4 16,-3-2 50-16,2 2 25 0,0 1 22 0,-1 1 5 16,-2-1 2-16,0 4-4 0,4-7-3 0,-4 3-11 15,0 4-21-15,1-3 1 0,-1 3-19 0,0 0-24 16,2-3-30-16,-2 3-32 0,0 0-23 0,0 0-11 16,0 0-16-16,2 10-204 0,-2-5-77 0,0 1 0 15,0 4 0-15,-2 1 0 0,0 0 0 0,2-2 0 16,-1 3 0-16,1 1 0 0,-4-2 0 0,4-1 0 15,0 3 0-15,-4-1 0 0,3-3 0 0,0 2 0 16,-1-5 0-16,2 0 0 0,-1 0 0 0,1-2 0 16,0 0 0-16,0 0 0 0,0-4 0 0,0 5 0 15,0-5 0-15,0 0 0 0,0 0-428 0,7-17-250 16,-5 10-504-16,2-4-1279 0,2-4 567 0</inkml:trace>
  <inkml:trace contextRef="#ctx0" brushRef="#br0" timeOffset="56397.0464">7343 4849 180 0,'0'-3'414'16,"1"-1"10"-16,-1 4 10 0,-1-4 23 0,1 4 19 16,0 0-8-16,-1-7-31 0,1 7-46 0,0 0-33 0,0 0-44 15,0 0-63-15,-3-3-73 0,3 3-97 16,0 0-113-16,0 0-125 0,0 0-117 0,0 0-139 16,14 10-252-16,-9-9-720 0,3 5 319 0</inkml:trace>
  <inkml:trace contextRef="#ctx0" brushRef="#br0" timeOffset="56678.4892">7559 4902 451 0,'1'-4'548'0,"4"1"30"0,-5 3 27 16,0-6 11-16,0 6 0 0,-1-5-12 0,1 5-29 0,-5-3-24 16,5 3-30-16,-9-3-36 0,5 3-31 15,4 0-32-15,-14 3-35 0,3 0-38 0,2 2-36 16,-2-2-197-16,0 4-116 0,-3 1 0 0,4 2 0 15,-1-2 0-15,4 2 0 0,-6 3 0 0,4 0 0 0,0 1 0 16,3-1 0-16,-1-2 0 0,1 4 0 16,5-2 0-16,-3-3 0 0,1 2 0 0,3-3 0 15,3 3 0-15,2-4 0 0,-1 1 0 0,2-2 0 16,4 1 0-16,4-3 0 0,6 0 0 0,0-1 0 0,1-4 0 16,9-3 0-16,1 0 0 0,-3-3 0 0,3-4 0 31,-2 2-206-31,2-1-224 0,-2-2-41 0,-3-2-40 0,-1-3-60 0,-7 4-430 0,5 0-1083 0,-9-2 479 15</inkml:trace>
  <inkml:trace contextRef="#ctx0" brushRef="#br0" timeOffset="56976.0733">7797 4707 203 0,'-3'-10'493'0,"3"1"35"15,-1 5 32-15,-2-5 45 0,3 3 17 16,0 0 4-1,-1 0 0-15,1 1-5 0,-3 3-25 0,3-3-20 16,0 5-28-16,-1-4-35 0,1 4-24 0,0 0-43 16,0 0-307-16,0 0-139 0,0 0 0 0,0 0 0 15,0 0 0-15,0 0 0 0,0 0 0 0,0 0 0 16,-1 19 0-16,-2-9 0 0,3 2 0 0,-1 5 0 16,1 0 0-16,-5 1 0 0,5 1 0 0,0 7 0 15,-3-8 0-15,3 2 0 0,-1-1 0 0,1 0 0 16,0 7 0-16,0-8 0 0,-1 0 0 0,1 0 0 15,-3-6 0-15,2 3 0 0,1-3 0 0,0 1 0 16,-3-3 0-16,6-3 0 0,-3-2 0 0,0 2 0 16,4-1 0-16,-2-1 0 0,6 0 0 0,-3-3-420 15,3-2-263-15,-2 0-499 0,3-2-1280 0,4 2 567 16</inkml:trace>
  <inkml:trace contextRef="#ctx0" brushRef="#br0" timeOffset="57336.4428">7933 4868 275 0,'2'-11'425'0,"0"4"29"0,-2-4 21 0,1 3 19 16,-1 0 2-16,2 3 21 0,-2-3 7 0,1 1-5 0,-1 2-1 15,1 0-11-15,-1 0-15 0,0 5-14 16,2-6-24-16,-2 6-28 0,0-3-33 0,0 3-32 16,2-3-35-16,-2 3-269 0,0 0-57 0,0 0 0 0,0 0 0 15,0 0 0-15,0 0 0 0,0 0 0 0,0 0 0 16,-4 11 0-16,2-4 0 0,-1 1 0 15,-1 1 0-15,-1 0 0 0,0 3 0 0,0 1 0 16,-3-1 0-16,2 2 0 0,-2-3 0 0,1 3 0 0,0-3 0 16,2-1 0-16,1-2 0 0,-1-2 0 0,1 0 0 15,2-2 0-15,1-2 0 0,-2 2 0 0,2 1 0 16,1-5 0-16,-2 3 0 0,2-3 0 16,6 2 0-16,-6-2 0 0,13 0 0 0,-5 0 0 15,3-1 0-15,-1 1 0 0,1 0 0 0,1-1 0 0,2 0 0 16,-4 1 0-16,-1 0 0 0,1-1 0 0,-1 1 0 15,-1-1 0-15,-1 1 0 0,1 0 0 0,-8 0 0 16,9 0 0-16,-4 0 0 0,-5 0-296 16,9 0-219-16,-9 0-80 0,0 0-72 0,9-3-353 0,-9 3-1105 15,0-5 489-15</inkml:trace>
  <inkml:trace contextRef="#ctx0" brushRef="#br0" timeOffset="57587.1564">8111 4649 194 0,'6'-13'531'16,"-4"4"33"-16,-2 2 30 0,1 0 19 0,1 1 6 15,0 1-18-15,0 0-15 0,0 0-29 0,-2 2-31 16,1-1-35-16,-1 4-39 0,1-5-45 0,-1 5-38 16,0 0-40-16,1-3-34 0,-1 3-31 0,0 0-65 15,0 0-199-15,0 13 0 0,-1-7 0 0,0 1 0 16,0 3 0-16,-3 1 0 0,0-3 0 0,3 3 0 15,-2-1 0-15,-1 3 0 0,3-5-180 0,1 4-214 16,-2-2-87-16,0-1-75 0,4-3-63 0,-4 1-375 16,5-2-1077-16,1-1 478 0</inkml:trace>
  <inkml:trace contextRef="#ctx0" brushRef="#br0" timeOffset="57900.1801">8289 4747 140 0,'4'-1'383'16,"-4"1"32"-16,10-1 19 0,-10 1 43 0,0 0 18 15,0 0 0-15,0 0-13 0,0 0-19 0,0-4-16 16,0 4-18-16,0 0-18 0,0 0-40 0,0 0-30 16,0 0-20-16,0 0-22 0,-8 15-29 0,6-10-23 15,-2 2-28-15,1 0-18 0,-2 0-21 0,1 4-19 16,0-2-18-16,2 0-10 0,2 0-12 0,-4-1-11 16,8 2-107-16,-3 0-3 0,3-1 0 0,0 2 0 15,2-2 0-15,4-1 0 0,0-1 0 0,5 3 0 0,0-3 0 16,-4 0 0-16,1-2 0 0,-1 0 0 0,0-1 0 15,-4 1 0-15,0-2 0 0,-1 0 0 0,-5-1 0 16,3 0 0-16,-4 2 0 0,4 0 0 16,-7 0 0-16,1 1 0 0,-6 3 0 0,-2-3 0 0,-7 5 0 15,-2-2 0-15,0 2 0 0,-1-4 0 0,-1-1 0 16,8-1 0-16,-1 1 0 0,4-3 0 16,5 2-284-16,0-2-283 0,2-1-142 0,3-1-397 15,0 0-1197-15,0 0 530 0</inkml:trace>
  <inkml:trace contextRef="#ctx0" brushRef="#br0" timeOffset="58321.801">9086 4655 223 0,'0'-11'574'0,"0"1"30"0,0 1 14 0,0-2 9 15,0 6-7-15,-1-5-3 0,1 4-13 0,0 0-15 16,0 1-25-16,1 2-27 0,-1-1-23 0,0 4-48 16,3-6-39-16,-2 4-36 0,-1 2-175 0,0 0-216 15,0 0 0-15,1-3 0 0,-1 3 0 0,0 0 0 16,4 14 0-16,0-5 0 0,0 6 0 0,1-1 0 16,-1 5 0-16,1-1 0 0,0 9 0 0,0-2 0 15,0 1 0-15,-1 0 0 0,0-1 0 0,-3 3 0 16,2-2 0-16,-6 2 0 0,3-3 0 0,0-1 0 15,0-7 0-15,-3 1 0 0,2-3 0 0,1 3 0 16,0-7 0-16,-1 1 0 0,1-2 0 0,0-3 0 16,1 1 0-16,-1-3 0 0,3 1 0 0,1-1 0 15,1 2 0-15,4-5 0 0,1 1 0 0,1 0 0 16,1-2 0-16,3-2 0 0,-2 1 0 0,1-1 0 16,0 1 0-16,0-2 0 0,-4-1 0 0,2 1 0 15,-2 0 0-15,3-1 0 0,-4-2 0 0,1 2 0 16,-2-1 0-16,0 1 0 0,-3 2 0 0,2-1 0 15,0-3 0-15,-2 3 0 0,-1-2 0 0,1 0 0 16,-3 4 0-16,-2 0-333 0,8-7-443 0,-7 5-405 16,0-3-1278-16,-1 5 565 0</inkml:trace>
  <inkml:trace contextRef="#ctx0" brushRef="#br0" timeOffset="59339.1325">9431 4913 132 0,'3'-5'352'0,"1"0"24"0,3 0 23 15,-3-4 14-15,-1 4 7 0,-1 1-2 0,2-3-1 16,-1 2-11-16,-1 1-7 0,2-3-3 0,0 3-18 16,0-1-7-16,-2-1-22 0,2 2-20 0,1 1-15 15,-4 0-22-15,2 1-26 0,1-3-18 0,-4 5-22 16,5-5-23-16,-5 5-23 0,6 0-20 0,-6 0-16 16,0 0-12-16,13 4-19 0,-9 0-3 0,1 2-3 15,1-1-14-15,2 5-45 0,-4-4-48 0,1 3 0 16,-1-1 0-16,0 2 0 0,-3-3 0 0,-1 3 0 0,0-1 0 15,0-1 0-15,-1 1 0 0,-3-2 0 0,0 3 0 16,-2-3 0-16,-5 3 0 0,1-5 0 16,1 3 0-16,0-2 0 0,-2-2 0 0,-1 1 0 15,3-1 0-15,3-2 0 0,-3 0 0 0,3-4 0 0,-1 2 0 16,7 0 0-16,-10-3 0 0,5-1 0 0,2-3 0 16,1 1 0-16,0-4 0 0,1 1 0 0,2-1 0 15,1 1 0-15,-1-3 0 0,3 2 0 0,0-1 0 16,0 1 0-16,3 0 0 0,-3 2 0 0,1 4 0 15,0-5 0-15,-1 4 0 0,0 1 0 0,1-1 0 16,-2 0 0-16,3 2 0 0,-1 1 0 0,-1 1 0 16,-4 1 0-16,9 1 0 0,-3 1 0 0,-2-2 0 15,1 6 0-15,0-3 0 0,2 3 0 0,0 0 0 16,1 1 0-16,-3 0 0 0,-1 0 0 0,3 1 0 16,-5 1 0-16,3-2 0 0,0 4 0 0,-2-3 0 15,1 0 0-15,-2-1 0 0,-1 1 0 0,-1 0 0 16,2-2 0-16,-2 0 0 0,1-3 0 0,-1 2 0 15,3-2 0-15,-3 1 0 0,0-4 0 0,2 5 0 16,-2-5 0-16,1 3 0 0,-1-3 0 0,0 0 0 16,0 0 0-16,0 0 0 0,16-6 0 0,-14 0 0 15,3 1 0-15,3-1 0 0,0-4 0 0,-2 5 0 16,0-3 0-16,2 0 0 0,-4 1 0 0,4-1 0 16,-2 1 0-16,-1-2 0 0,-1 6 0 0,1-1 0 15,-1-1 0-15,0 2 0 0,0-1 0 0,-2 2 0 16,2-1 0-16,-4 3 0 0,5-3 0 0,-5 3 0 0,0 0 0 15,9 4 0-15,-5-2 0 0,2 1 0 16,-2 1 0-16,0 1 0 0,0 1 0 0,-2 0 0 16,2 0 0-16,0 4 0 0,1-4 0 0,-1 5 0 15,-3 0 0-15,3-4 0 0,-4 1 0 0,3-3 0 0,-2 1 0 16,0 1 0-16,-1-2 0 0,3-2 0 16,-2 3 0-16,-1-3 0 0,0 0 0 0,0-3 0 15,4 2 0-15,-4-2 0 0,0 0 0 0,10 0 0 16,-10 0 0-16,9-8 0 0,-3 2 0 0,-3 3 0 0,3-6 0 15,2-2 0-15,-2 3 0 0,0 0 0 0,0-1 0 16,0 0 0-16,2 0 0 0,-3 3 0 16,-1 1 0-16,0 0 0 0,0-1 0 0,1 4 0 15,-3 1 0-15,-2 1 0 0,5-6 0 0,-2 3 0 0,-3 3 0 16,0 0 0-16,5-2 0 0,-5 2 0 0,0 0 0 16,5 8 0-16,-2-5 0 0,3 2 0 0,-2-1 0 15,-3 2 0-15,4 0 0 0,0 0 0 0,1 0 0 16,0 0 0-16,-3 0 0 0,3-1 0 0,0-1 0 15,-1 1 0-15,-1 1 0 0,4-3 0 0,-3-1 0 16,0-1 0-16,-5-1 0 0,9 0 0 0,-9 0 0 16,14-5 0-16,-2-2 0 0,-6 0 0 0,0-2 0 15,2-1 0-15,2-5 0 0,-5 3 0 0,-1 0 0 16,0-4 0-16,1 0 0 0,-1-1 0 0,-3 6 0 16,3-1 0-16,-3 4 0 0,1-5 0 0,-1 7 0 15,0 1 0-15,-1 0 0 0,1 0 0 0,1 2 0 16,-2 3 0-16,1-8 0 0,-1 8 0 0,1-3 0 15,-1 3 0-15,0 0 0 0,0 0 0 0,0 0 0 16,0 0 0-16,0 0 0 0,-9 14 0 0,11-9 0 16,-7 3 0-16,2-1-526 0,-1 0-752 0,2-4-1384 15,2-3 613-15</inkml:trace>
  <inkml:trace contextRef="#ctx0" brushRef="#br0" timeOffset="60545.1484">3136 6281 55 0,'0'0'368'16,"4"-3"31"-16,-4 3 4 0,5-5-5 0,-3 3-5 15,-2 2-7-15,4-4-2 0,-4 4-2 0,1-2-2 16,-1 2-6-16,0 0-6 0,3-5-6 0,-3 5-6 16,5-3 0-16,-5 3-5 0,0 0-11 0,5-4-11 15,-5 4-13-15,1-3-22 0,-1 3-21 0,0 0-24 0,4-3-21 16,-4 3-26-16,0 0-18 0,0 0-123 15,0 0-61-15,11 7 0 0,-5-2 0 0,-2-2 0 16,2 1 0-16,3 4 0 0,0 1 0 0,0 0 0 16,-3 2 0-16,2 3 0 0,-3-3 0 0,4 5 0 0,-1 0 0 15,-2-1 0-15,1 1 0 0,-5 0 0 0,2-1 0 16,0-2 0-16,-3 4 0 0,-1-5 0 0,1-1 0 16,-1-1 0-16,0 0 0 0,-1-3 0 15,1-2 0-15,0 1 0 0,1-1 0 0,-1-2 0 0,0 2 0 16,1-3 0-16,-1-2 0 0,0 0 0 0,0 0 0 15,0 0 0-15,0 0 0 0,4-10 0 0,-1 4 0 16,-1-2 0-16,2-2 0 0,-1-1 0 0,5-2 0 16,2-1 0-16,-4-1 0 0,3 1 0 0,1 0 0 15,1-2 0-15,0 3 0 0,0 0 0 0,1 0 0 16,-3 5 0-16,1 0 0 0,3 1 0 0,-4 1 0 16,1 1 0-16,-1 2 0 0,3 0 0 0,-1 2 0 15,-2 0 0-15,1 3 0 0,0 2 0 0,-1 1 0 16,0 1 0-16,2 1 0 0,-2 2 0 0,-3-1 0 15,0 3 0-15,1 0 0 0,0 5 0 0,-3 0 0 16,0-3 0-16,-1-3 0 0,-1 4 0 0,1-2 0 16,-2-2 0-16,0 1 0 0,-1-4 0 0,2-1 0 15,-1 0 0-15,-1 0 0 0,2-3 0 0,0 1 0 16,-2-4 0-16,2 5 0 0,-2-3 0 0,0-2 0 16,5 1 0-16,-5-1 0 0,9-1 0 0,-9 1 0 15,18-5 0-15,-9 2 0 0,-1-1 0 0,2-1 0 16,-1-1-204-16,0 0-420 0,0-1-94 0,1 0-390 0,-2-3-1200 15,-3 2 531-15</inkml:trace>
  <inkml:trace contextRef="#ctx0" brushRef="#br0" timeOffset="60779.478">3839 6324 416 0,'0'0'551'0,"3"-3"33"16,-3 3 13-16,3-4-1 0,2 2-9 0,-5 2-36 15,1-2-29-15,-1 2-47 0,7-4-34 16,-6 2-43-16,-1 2-38 0,4-5-38 0,1 2-37 0,0 2-28 16,-1-1-32-16,1 1-48 0,-5 1-43 0,13-2-63 15,-3 1-58-15,-6 1-43 0,8 0-52 0,-5 3-54 16,1-3-55-16,-8 0-41 0,11 3-73 0,-4-1-56 16,-5 1-39-16,-2-3-52 0,6 7-28 15,-6-3-336-15,-3-1-883 0,-2 2 390 0</inkml:trace>
  <inkml:trace contextRef="#ctx0" brushRef="#br0" timeOffset="60951.423">3860 6450 140 0,'-1'4'351'0,"1"0"58"0,0-4 56 0,-1 6 39 15,-2-4 34-15,3-2 22 0,0 0 0 0,-1 4 3 16,1-4-12-16,0 0-29 0,0 0-46 0,0 0-48 16,0 0-44-16,14-6-41 0,-9 3-36 0,4 0-37 15,3-1-61-15,-1 2-66 0,-2-3-76 0,3 1-68 16,-1 2-83-16,-2-1-93 0,1-1-87 0,3 3-106 15,-4-3-110-15,5 2-112 0,-5-4-379 0,-1 1-1051 16,3 1 465-16</inkml:trace>
  <inkml:trace contextRef="#ctx0" brushRef="#br0" timeOffset="61749.1809">4323 6303 50 0,'-4'-4'446'0,"4"4"-2"0,-1-3-11 15,1 3-16-15,0-5-17 0,0 5-15 0,-4-7-11 16,4 3-7-16,0 4-10 0,0-7-12 0,0 0-18 16,0 3-10-16,0-1-14 0,3 0-12 0,-2-1-11 15,0 2-22-15,3-3-15 0,-1 0-27 0,0 1 1 16,1 1-18-16,0-2-15 0,4 1-18 0,-3 2-1 15,0 0-8-15,5-2-17 0,-3 2-8 0,-1 2-13 16,3-3-12-16,0 5-15 0,0-1-4 0,1 2-9 16,1-1-2-16,-2 2-61 0,-1 1-16 0,2 1 0 15,-1 1 0-15,0 2 0 0,-1 1 0 0,-1 2 0 16,0-1 0-16,-2 2 0 0,-1-2 0 0,-3 5 0 16,2-2 0-16,-2 0 0 0,-2 5 0 0,-3-3 0 15,0-1 0-15,-1 2 0 0,-3 1 0 0,-1-1 0 16,0 1 0-16,0-1 0 0,-2 0 0 0,1-2 0 0,2-1 0 15,0-2 0-15,0-2 0 0,1 0 0 16,2 1 0-16,0-4 0 0,1 2 0 0,-1-3 0 16,1 1 0-16,3-1 0 0,-3-1 0 0,1 0 0 15,2 0 0-15,1-3 0 0,-2 3 0 0,2-3 0 0,-3 3 0 16,3-3 0-16,0 0 0 0,0 0 0 16,0 0 0-16,0 0 0 0,0 0 0 0,0 0 0 15,0 0 0-15,0 0 0 0,17-1 0 0,-7-1 0 16,1-1 0-16,2 3 0 0,4-4 0 0,2-1 0 0,0 1 0 15,9-1 0-15,-6 2 0 0,-2-1 0 16,1-2 0-16,1 3 0 0,-3-1 0 0,-3 0 0 16,1-1 0-16,1 2 0 0,-5-1 0 0,-2 3 0 15,-1-3 0-15,-1 0-96 0,1 0-620 0,-3 1-515 0,-1-2-1331 16,4-1 589-16</inkml:trace>
  <inkml:trace contextRef="#ctx0" brushRef="#br0" timeOffset="62030.3338">5048 6281 468 0,'0'0'533'0,"0"0"12"0,0 0 1 0,0 0-21 16,0 0-29-16,0 0-31 0,0 0-29 0,0 0-35 15,0 0-41-15,-4-13-31 0,8 11-33 0,-1 1-23 16,4-2-36-16,-1 0-19 0,2 0-20 16,0 0-23-16,1 2-20 0,2-1-23 0,-3-1-44 15,-1 2-40-15,1 1-47 0,0 0-48 0,-1 0-47 0,-2 1-49 16,-5-1-49-16,12-1-46 0,-7 2-52 0,-5-1-42 16,6 5-39-16,-3-4-47 0,-3-1-31 0,0 7-277 15,0-7-785-15,-5 7 347 0</inkml:trace>
  <inkml:trace contextRef="#ctx0" brushRef="#br0" timeOffset="62218.0054">5100 6350 182 0,'-1'3'277'16,"-3"1"32"-16,3-2 42 0,1-2 41 0,-2 4 22 15,1 0 23-15,1-4 17 0,0 0 2 0,0 0-2 16,0 0-22-16,0 0-14 0,0 0-29 0,0 0-30 16,0 0-42-16,9 1-29 0,-9-1-23 0,9-1-31 15,-9 1-28-15,14 0-23 0,-4-1-29 0,-5 0-63 16,3 1-42-16,2-4-50 0,-1 3-61 0,0 0-52 15,0 0-66-15,1-1-63 0,-2-1-79 0,0 0-58 16,-2 0-71-16,5-2-55 0,-2 1-303 0,-2-2-877 16,3 0 389-16</inkml:trace>
  <inkml:trace contextRef="#ctx0" brushRef="#br0" timeOffset="62437.6284">5354 6238 233 0,'5'-2'411'0,"-5"2"39"0,7-4 27 0,-7 4 23 0,2-3 5 15,-2 3-6-15,4-1-21 0,-4 1-28 0,8-1-11 16,-8 1-14-16,6-2-19 0,1 2-13 0,-1 2-23 16,4-2-6-16,-2 5-16 0,1 1-16 0,0-1-21 15,1-2-17-15,-1 3-26 0,-1 3-30 0,2-3-238 16,-5 2 0-16,1 1 0 0,-2 0 0 0,-1 2 0 16,-2-1 0-16,0 2 0 0,-4 0 0 0,-3 2 0 15,-3 1 0-15,-3-3 0 0,-1 3 0 0,-5-3 0 16,-9 0 0-16,5 1-176 0,-4-2-364 0,5-4-100 15,3 0-500-15,-2-3-1234 0,2 1 547 0</inkml:trace>
  <inkml:trace contextRef="#ctx0" brushRef="#br0" timeOffset="62970.8433">6489 5984 82 0,'-4'-3'473'0,"3"0"31"0,-3-1 32 15,2 1 8-15,-2 0 17 0,0 0 5 0,0 0-6 16,4 3-4-16,-5-3-10 0,5 3-23 0,-5-3-23 15,5 3-31-15,-5-3-38 0,5 3-37 0,0 0-40 16,0 0-12-16,0 0-92 0,-4 12-250 0,4-3 0 0,-4 3 0 16,3 5 0-16,-3 8 0 0,2-1 0 0,-1 1 0 15,0 4 0-15,2-1 0 0,-3 1 0 0,-1-1 0 16,3 1 0-16,0 0 0 0,1 1 0 16,-1-1 0-16,-1 1 0 0,0-1 0 0,2-5 0 0,-1-3 0 15,0-3 0-15,1-1 0 0,0-1 0 0,-1-3 0 16,2-4 0-16,0 1 0 0,0-3 0 0,2-1 0 15,-2-2 0-15,0 1 0 0,-2-2 0 0,2-3 0 16,0 0-192-16,0 0-363 0,0 0-64 0,0 0-45 16,0 0-364-16,-5-13-1111 0,-1 5 491 0</inkml:trace>
  <inkml:trace contextRef="#ctx0" brushRef="#br0" timeOffset="63504.341">6186 6159 142 0,'-1'-16'454'16,"1"0"31"-16,0 4 27 0,-1-3-2 0,-1 6-1 0,4-5-27 16,0-3-37-16,2-1-26 0,-1 3-18 15,3-1-23-15,3 1-30 0,-1 0-22 0,3-1-16 16,3 4-28-16,0-2-20 0,8-4-12 0,1 2-24 16,1 2-19-16,3 0-20 0,1 2-18 0,-1 0-17 0,0 4-14 15,1 1-6-15,3-2-10 0,-3 5-12 0,0 1-11 16,-7 1-9-16,1 4-46 0,-1-2-44 15,-2 5 0-15,2 2 0 0,-6 0 0 0,1 0 0 16,-3 4 0-16,0 0 0 0,-1 1 0 0,-6 2 0 0,1 3 0 16,-4-1 0-16,-3 4 0 0,-3 8 0 0,-4-3 0 15,-6 1 0-15,0-2 0 0,-7 2 0 0,-2 1 0 16,2-3 0-16,-1-3 0 0,-3 0 0 0,4-3 0 16,5-5 0-16,-2-4 0 0,6 0 0 0,1-2 0 15,0-2 0-15,4 1 0 0,-2 0 0 0,0-5 0 16,3 0 0-16,1 2 0 0,4-3 0 0,-6 0 0 15,6 0 0-15,0 0 0 0,0 0 0 0,-8-4 0 16,8 4 0-16,0-3 0 0,0 3 0 0,0 0 0 16,0-7 0-16,0 7 0 0,0 0 0 0,4-4 0 15,-4 4 0-15,0 0 0 0,0 0 0 0,0 0 0 16,18 7 0-16,-12-1 0 0,2-1 0 0,0 5 0 0,3-3 0 16,-2 2 0-16,4 1 0 0,-6 2 0 0,5 0 0 15,-2 0 0-15,2 0 0 0,-3 1 0 0,-3-3 0 16,3-1 0-16,-4-1 0 0,2 3 0 0,-2-1 0 15,-3-5 0-15,3 0 0 0,-2 3 0 0,3-5 0 16,-2 0 0-16,-1-1 0 0,1-1 0 0,2 0 0 16,-6-1 0-16,14-2-231 0,-8-1-183 0,-1 2-35 15,2-3-43-15,3-2-43 0,-1-1-24 0,-1-1-360 16,-2 3-995-16,2-4 440 0</inkml:trace>
  <inkml:trace contextRef="#ctx0" brushRef="#br0" timeOffset="63769.7444">6764 6288 23 0,'0'0'276'16,"0"-5"12"-16,0 5 17 0,0 0 24 0,0 0 12 16,1-6 10-16,-1 6 11 0,3-3 5 0,-3 3 2 15,0 0-6-15,0 0-7 0,0 0-7 0,4-6-10 16,-4 6-21-16,0 0-17 0,0 0-20 0,0 0-27 16,0 0 15-16,0 0-4 0,5 12-16 0,-3-8-10 15,1 1-14-15,0-1-15 0,-2 2-15 0,1 1-16 16,2-2-19-16,-1 5-15 0,-2-3-12 0,1 0-17 15,0 0-4-15,-1 1-14 0,-1 0-74 0,0 0-24 16,0-3 0-16,0 2 0 0,0 0 0 0,0-4 0 16,0 3-25-16,-1-4-113 0,-1 2-36 0,2-4-43 15,-1 6-45-15,1-6-59 0,0 0-59 0,0 0-41 16,0 0-50-16,0 0-36 0,1-17-373 0,1 7-952 16,-1 1 421-16</inkml:trace>
  <inkml:trace contextRef="#ctx0" brushRef="#br0" timeOffset="63941.5816">6861 6170 30 0,'0'-4'316'0,"0"-1"17"16,0 0 13-16,0 2 23 0,1-1 32 15,3 1 8-15,-4 3 3 0,-2-8-15 0,2 8-18 16,-2-4-24-16,2 4-31 0,2-5-40 0,-2 5-30 16,0-4-25-16,0 4-39 0,0 0-43 0,0 0-66 15,0 0-74-15,0 0-77 0,0 0-58 0,0 0-47 0,0 0-56 16,0 0-65-16,15 2-64 0,-15-2-308 15,11 2-723-15,-11-2 321 0</inkml:trace>
  <inkml:trace contextRef="#ctx0" brushRef="#br0" timeOffset="64207.146">7034 6096 87 0,'2'-1'371'0,"-2"1"29"0,5-9 45 0,-4 4 34 15,3 1 31-15,-2 2 21 0,-2-3 34 0,1 0 11 16,-1 5 21-16,0-7 7 0,0 7-11 0,0-5 0 0,0 5-37 15,0 0-35-15,1-4-45 0,-1 4-189 0,0 0-287 16,3-4 0-16,-3 4 0 0,0 0 0 16,0 0 0-16,1 10 0 0,0-2 0 0,1 4 0 0,0 4 0 15,2-7 0-15,-4 9 0 0,0 0 0 0,1 1 0 16,-1-1 0-16,2 1 0 0,-2 7 0 0,-3-5 0 16,3 0 0-16,0-3 0 0,1 0 0 0,-2 1 0 15,1-2 0-15,-2-2 0 0,2-2 0 0,0-2 0 16,2 1 0-16,-2-4 0 0,4-2 0 0,2 1 0 15,-2-5-311-15,6-1-403 0,-2-1-481 0,2-1-1294 16,3-3 573-16</inkml:trace>
  <inkml:trace contextRef="#ctx0" brushRef="#br0" timeOffset="64488.5629">7223 6154 298 0,'1'-12'403'0,"0"0"27"0,1 0 40 16,-1 3 27-16,0 0 20 0,0 2 5 0,1 0 1 15,0-1-13-15,-2 5-4 0,2-2-9 0,-2 0-20 16,0 5-24-16,1-4-28 0,-1 4-32 0,1-4-39 16,-1 4-34-16,0 0-39 0,0 0-25 0,0 0-197 15,0 0-59-15,-1 19 0 0,1-10 0 0,0 3 0 16,0 6 0-16,-1-3 0 0,2 4 0 0,0-2 0 16,0 2 0-16,-1 1 0 0,3 0 0 0,-2 0 0 15,-1 0 0-15,2-1 0 0,-4-3 0 0,2 0 0 16,0-3 0-16,0-2 0 0,0-1 0 0,0 0 0 0,2-2 0 15,-2-3 0-15,1 1 0 0,0 1 0 16,-1-4 0-16,0 3 0 0,0-6 0 0,0 0-431 16,-1 2-96-16,1-2-50 0,0 0-41 0,0 0-389 15,0 0-1090-15,-9-9 482 0</inkml:trace>
  <inkml:trace contextRef="#ctx0" brushRef="#br0" timeOffset="64818.7794">7133 6327 120 0,'-1'-3'248'0,"1"3"28"16,-6-4 30-16,2 1 39 0,1 1 40 0,3 2 40 15,-1-4 24-15,-3 2 13 0,4 2 9 0,-5-5-5 16,5 5-2-16,0-4-10 0,0 4-24 0,0 0-21 31,0-4-26-31,0 4-28 0,0-6-38 0,4 4-32 0,-3-2-27 0,3 0-28 0,1 2-22 0,4-2-25 16,0-2-17-16,1 4-70 0,4-2-96 0,2-2 0 16,-2 2 0-16,2-3 0 0,1 5 0 0,-4-2 0 15,2 1 0-15,-2 2 0 0,5 0 0 0,-6-2 0 31,0 0 0-31,2 2 0 0,-5 1 0 0,1 1 0 0,-1 0 0 0,3 1 0 0,-6 1 0 0,2-1 0 16,1 4 0-16,-3-3 0 0,-2 1 0 0,4 4 0 16,-3-2 0-16,-2-1 0 0,1 1 0 0,-1 1 0 15,-1 2 0-15,1 0 0 0,0-2 0 0,-1 0 0 0,-1 0 0 16,1 0 0-16,-1-1 0 0,-1 1 0 16,0-2 0-16,1 0 0 0,2 1 0 0,-3-3 0 15,0 3 0-15,1-4 0 0,1-1 0 0,-2-1 0 16,4 4 0-16,-4-4 0 0,0 0-399 0,11-4-61 0,-6 2-55 15,-1-5-66-15,3 0-459 0,-2-1-1125 0,-1-3 497 16</inkml:trace>
  <inkml:trace contextRef="#ctx0" brushRef="#br0" timeOffset="64990.6135">7498 6179 267 0,'0'0'340'0,"0"-8"21"0,0 8 16 15,-3-6 21-15,3 6 8 0,3-1-10 0,-3 1-22 16,3-4-35-16,-3 4-35 0,2-4-33 0,-2 4-29 15,0 0-27-15,2-2-43 0,-2 2-38 0,0 0-38 16,0 0-51-16,0 0-64 0,0 0-69 0,5 12-46 16,-3-6-43-16,1 0-57 0,1 0-47 0,1-1-45 15,-1 1-254-15,1-1-628 0,0-1 278 0</inkml:trace>
  <inkml:trace contextRef="#ctx0" brushRef="#br0" timeOffset="65349.9032">7597 6250 89 0,'4'2'238'0,"-4"-2"27"16,4 1 20-16,-4-1 23 0,0 0 19 0,0 0 26 15,0 0 19-15,9 0 6 0,-9 0 0 0,0 0-4 16,0 0-5-16,0 0-3 0,6-3-7 0,-6 3-8 16,0 0-25-16,0 0-5 0,0 0-21 0,0 0-18 15,0 0-19-15,0 0-25 0,0 0-15 0,4 6-7 16,-4-2-22-16,3-1-13 0,-2 2-17 0,0 2-17 16,0 1-12-16,-1 0-11 0,0-1-15 0,2 2-13 15,-2 0-36-15,1-2-60 0,-1 2 0 0,0-1 0 16,0-2 0-16,3-2 0 0,-6 2 0 0,6-2 0 15,-2 1-79-15,-1-2-18 0,0-3-6 0,1 4-1 16,-1-4-9-16,0 0 0 0,0 0 3 0,0 0 10 16,12-9 8-16,-7 3 9 0,0-2 7 0,0 0 13 15,0 0 13-15,2-2 22 0,-2 2 21 0,1 1 16 16,-2 1 19-16,0-1 9 0,-1 3 18 0,1-2 9 16,-1 2 0-16,1 1-7 0,0 0-2 0,1 1-9 15,-2 0-6-15,-3 2 4 0,9 0-8 0,-9 0-7 16,8 3 2-16,-3 1-1 0,0-1-10 0,-1 0-3 15,1 2-22-15,-1-2-27 0,1 0-34 0,0 1-46 0,0 1-54 16,2 0-60-16,-5-3-56 0,9 3-77 16,-5 0-63-16,7-5-70 0,-4 2-421 0,0-2-987 15,0 0 437-15</inkml:trace>
  <inkml:trace contextRef="#ctx0" brushRef="#br0" timeOffset="66415.8757">7942 6239 253 0,'0'0'305'15,"4"-4"16"-15,-3 0 16 0,-1 0 24 0,3 0 6 16,-3 1 0-16,0 3-1 0,5-5-5 0,-5 1-2 0,0 4-8 16,0-4-13-16,0 4-18 0,1-4-18 0,-1 4-27 15,0 0-24-15,0 0-27 0,0 0-23 0,0 0-26 16,0 0-13-16,0 0-15 0,9 8-14 16,-8-2-9-16,2-2-18 0,-2 2-9 0,2 2-7 0,-3 0-7 31,1 1-10-31,1-1-8 0,0 0-2 0,-4 4-1 15,0-2-11-15,1-2-7 0,1 0-1 0,-4 0-4 16,0-1-7-16,-1-1 3 0,-2 0-9 0,1-1 5 16,-1 1-8-16,-2-3 1 0,1 0-3 0,2-1-2 15,-2-4-4-15,8 2 5 0,-14-3-4 0,8 0 3 16,-2-3-2-16,3 0-5 0,1-2-1 0,-1-1 2 16,2 0-3-16,1 0 4 0,2 0-2 0,1-2 9 15,0 1-3-15,2 2 6 0,4-2 8 0,-3 6-6 16,2-3-1-16,-1 1 0 0,0 1 9 0,2 1-1 15,1 3-1-15,1 0 21 0,4 2 6 0,-3 2 12 0,2 0 13 0,0 5-16 0,-3-1-68 0,4 6 0 16,1 4 0-16,-5 0 0 0,0 1 0 0,1 5 0 16,-3 3 0-16,-1 0 0 0,-3-2 0 0,-1 4 0 15,1 1 0-15,-5 0 0 0,2-4 0 0,-1 3 0 32,-4 0 0-32,1 0 0 0,2-2 0 0,-1 0 0 0,-1 0 0 0,3 0 0 0,0-9 0 0,-4 0 0 15,2-5 0-15,3 6 0 0,0-3 0 0,0-3 0 16,3 0 0-16,-3-6 0 0,0-1 0 0,2 2 0 15,-2-4 0-15,0 5 0 0,4-7 0 0,-4 3 0 0,0-4 0 16,0 0 0-16,0 8 0 0,0-6 0 0,0-2 0 16,0 0 0-16,0 0 0 0,0 0 0 0,0 0 0 15,0 0 0-15,0 0 0 0,0 0 0 16,-13-12 0-16,8 7 0 0,-4-1 0 0,-1-3 0 0,-3 0 0 31,-2-3 0-31,-2 0 0 0,2 2 0 0,-2-1 0 16,-1-2 0-16,3 2 0 0,0-2 0 0,2 1 0 15,0 0 0-15,-1 0 0 0,5 4 0 0,0 0 0 16,3-2 0-16,1 3 0 0,1 0 0 0,0 2 0 16,1-3 0-16,2 1 0 0,2 0 0 0,3-2 0 15,0-1 0-15,1 1 0 0,8-5 0 0,0 2 0 16,6-5 0-16,4 0 0 0,3 0 0 0,4-1 0 16,-2 0 0-16,4-2 0 0,12-6 0 0,-13 7 0 15,-1-2 0-15,1 2 0 0,-1-2 0 0,2 1 0 16,-1-2 0-16,-3 3 0 0,-1 1 0 0,0 0 0 15,-6 1 0-15,-3 6 0 0,-4-2 0 0,-5 6 0 0,1-1 0 16,-2-2 0-16,-3 5 0 0,3 1 0 0,-4 0 0 16,-2 1 0-16,2 0 0 0,-4 3 0 0,0-4 0 15,0 4 0-15,-9-2 0 0,9 2 0 0,0 0 0 16,-12 6 0-16,6-5 0 0,1 4 0 0,-2-1 0 16,-2 0 0-16,1 4 0 0,0-3 0 0,0 5 0 15,2-2 0-15,1 1 0 0,-1 1 0 0,1-2 0 16,-2 3 0-16,4-5 0 0,0 5 0 0,3-5 0 15,-1 1 0-15,1 0 0 0,0-1 0 0,1 0 0 16,2 0 0-16,2 0 0 0,1-1 0 0,0 0 0 16,1-2 0-16,1 1 0 0,3 1 0 0,-1-4 0 15,3 1 0-15,1 0 0 0,0-2 0 0,0-4 0 0,0 1 0 16,0 1 0-16,-2-3 0 0,-2 2 0 16,3-3 0-16,-3 0 0 0,-1 1 0 0,2-1 0 15,-3 1 0-15,-1 0 0 0,0 2 0 0,-3-2 0 16,1 2 0-16,-1-1 0 0,0 0 0 0,-2 2 0 0,2 1 0 15,-4 1 0-15,4-4 0 0,-4 4 0 0,0 0 0 16,0 0 0-16,0 0 0 0,0 0 0 16,11 6 0-16,-8-4 0 0,0 5 0 0,0-2 0 0,0 1 0 15,0 1 0-15,-1-2 0 0,2 0 0 0,0 1 0 16,-2 0 0-16,1 0 0 0,-1 0 0 0,1 0 0 16,0-2 0-16,-1 0 0 0,1 0 0 0,-1-1 0 15,2-1 0-15,-4-2-376 0,0 0-192 0,10-5-67 16,-9 0-467-16,6-4-1195 0,-5 0 529 0</inkml:trace>
  <inkml:trace contextRef="#ctx0" brushRef="#br0" timeOffset="66618.967">8686 6081 139 0,'4'-10'317'0,"0"4"7"0,0-1 27 0,-3 1 43 16,5-3 7-16,-3 4 24 0,-2 0 5 0,2 0 7 15,-2 1-6-15,0 1 1 0,0-1-15 0,-1 4-5 16,3-4-20-16,-3 4-30 0,0 0-38 0,1-4-36 15,-1 4-28-15,2-4-31 0,-2 4-28 0,0 0-33 16,0 0-33-16,0 0-53 0,0 0-64 0,0 0-59 16,6 13-64-16,-6-7-67 0,3 1-75 0,0 0-80 15,-1 4-68-15,-1-2-80 0,1 1-65 0,1-1-305 16,-2-3-915-16,3 2 405 0</inkml:trace>
  <inkml:trace contextRef="#ctx0" brushRef="#br0" timeOffset="66916.1901">8838 6167 329 0,'9'-1'360'16,"-9"1"12"-16,9-1 34 0,-4-1 24 0,-5 2 12 16,4-6-3-16,-4 6-6 0,5 0-15 0,-5 0-12 15,4-2-24-15,-4 2-18 0,0 0-34 0,0 0-37 0,0 0-22 16,0 0-31-16,0 0-20 0,0 0-29 16,1 8-13-16,-2-4-18 0,1 3-24 0,-4 2-4 15,-1-1-18-15,5 1-9 0,-4 2-14 0,4-1-8 16,0 0-11-16,0 1-5 0,1-1-4 0,3 0-3 0,0-4-6 15,0 6-8-15,0-7-1 0,5 3-6 0,-7-1-3 16,6 0 0-16,-3-3-2 0,2 1-6 0,-5 0-3 16,2-2-4-16,2 1-7 0,-3 0-1 15,1-2-2-15,-3 0 0 0,1 2 1 0,-2 1-2 0,0-5-6 16,-2 7-11-16,-2-2-16 0,0-2-30 0,-6 4-30 16,-1-3-43-16,0 3-52 0,-8-1-57 0,5-1-57 15,-4 1-51-15,4-2-40 0,-2 3-52 0,5-7-58 16,-4 1-404-16,3 2-970 0,5-3 430 0</inkml:trace>
  <inkml:trace contextRef="#ctx0" brushRef="#br0" timeOffset="67354.6903">9564 5931 500 0,'0'-6'606'0,"0"-3"18"16,4 2 15-16,-2 1-7 0,0-1-18 0,-1 1-28 16,-1 1-32-16,3 2-30 0,-2-2-36 0,-1 1-44 15,0 4-39-15,2-3-43 0,-2 3-38 0,0 0-31 16,0 0-20-16,0 0-18 0,2 12-187 0,-1-2-68 15,-2 3 0-15,1 5 0 0,0 1 0 0,0 4 0 0,-2-3 0 16,1 9 0-16,0-1 0 0,1 0 0 16,0-4 0-16,1-1 0 0,-1-2 0 0,1-2 0 15,-2 2 0-15,4-3 0 0,-2-1 0 0,-1-2 0 0,3-1 0 16,-2-3 0-16,1 1 0 0,1-2 0 16,1 0 0-16,-1 0 0 0,0-5 0 0,2 4 0 0,2-4 0 15,0 1 0-15,3-2 0 0,-1-1 0 16,1 1 0-16,2-1 0 0,0-2 0 0,-2 0 0 0,4-2 0 15,6 0 0-15,-7-1 0 0,0-2 0 0,0 2 0 16,-3-2 0-16,3-1-45 0,-4 1-426 0,-3 0-39 16,3-1-55-16,0-1-40 0,-5 1-395 0,0 1-1082 15,-2-2 479-15</inkml:trace>
  <inkml:trace contextRef="#ctx0" brushRef="#br0" timeOffset="68278.0201">9876 6199 150 0,'2'-3'332'0,"2"0"18"0,0 0 25 0,-1-2 22 16,3 2 9-16,-2-1-1 0,2 0-11 0,-2 3-2 16,0-4-7-16,-1 2-7 0,3 1-9 0,-3-1-8 15,-1 0-10-15,2 0-16 0,-2-1-19 0,-2 4-16 0,8-2-22 16,-8 2-22-16,1-2-24 0,-1 2-23 16,0 0-26-16,0 0-19 0,8 0-12 0,-8 0-6 15,4 6-24-15,0-2-10 0,-3 1-5 0,4 1-15 16,-4 0-4-16,3 2-34 0,-4-1-54 0,3 1 0 0,-2-1 0 15,-1 3 0-15,-1 0 0 0,-2-2 0 0,2 3 0 16,-3-4 0-16,-2 3 0 0,-1-3 0 16,1 1 0-16,-3-3 0 0,-4 0 0 0,4 2 0 0,0-2 0 15,-3-2 0-15,3 1 0 0,0-3 0 0,0 1 0 16,2-2 0-16,1 0 0 0,6 0 0 0,-10-3 0 16,6 0 0-16,0 0 0 0,2-3 0 15,0-1 0-15,4 1 0 0,-1-4 0 0,0-1 0 0,2-1 0 16,0 2 0-16,4-2 0 0,-2 2 0 0,0 0 0 15,2-1 0-15,1 4 0 0,0-1 0 0,-2 2 0 16,0 0 0-16,1 0 0 0,-1 1 0 0,1 3 0 16,-1-2 0-16,2 3 0 0,1 2 0 0,-3 0 0 15,3 4 0-15,2-2 0 0,-1 3 0 0,-4 2 0 16,2-1 0-16,-3 0 0 0,1 1 0 0,-2 2 0 16,-1 0 0-16,1-1 0 0,-1 0 0 0,-1 2 0 15,-2-3 0-15,0 3 0 0,0-6 0 0,1 2 0 16,-4-1 0-16,5-1 0 0,-1 1 0 0,-2-1 0 15,2-3 0-15,-1 1 0 0,0-3 0 0,3 4 0 0,-3-4 0 16,0 0 0-16,0 0 0 0,0 0 0 0,16-7 0 16,-11 2 0-16,3-2 0 0,0 0 0 15,2-4 0-15,1 0 0 0,-3 1 0 0,2 2 0 16,-3-3 0-16,0 2 0 0,2 1 0 0,0-2 0 0,-4 3 0 16,0 4 0-16,-1-2 0 0,0 1 0 0,0 0 0 15,1 1 0-15,-4 1 0 0,3-2 0 0,-4 4 0 16,0 0 0-16,0 0 0 0,0 0 0 15,8 6 0-15,-7-1 0 0,-1 0 0 0,0 1 0 0,1 0 0 16,-2-2 0-16,5 3 0 0,-4-3 0 0,1 3 0 16,-2 0 0-16,2-3 0 0,-1 3 0 0,3-1 0 15,-2-3 0-15,-1 4 0 0,5-3 0 0,-4 0 0 16,3-1 0-16,0 0 0 0,0-1 0 0,1-2 0 16,-5 0 0-16,9 0 0 0,0-2 0 0,-3 1 0 15,1-3 0-15,0-3 0 0,2 2 0 0,-1 0 0 16,-3 0 0-16,2-2 0 0,0 2 0 0,-1-1 0 15,0 1 0-15,-3 2 0 0,1-1 0 0,0 0 0 16,0 2 0-16,0-1 0 0,-4 3 0 0,6 0 0 16,-6 0 0-16,0 0 0 0,9 4 0 0,-4-1 0 15,-1-1 0-15,2 2 0 0,-2 0 0 0,0-3 0 16,-1 3 0-16,0-1 0 0,1 0 0 0,-1 0 0 16,2 0 0-16,-4-1 0 0,-1-2 0 0,8 3 0 15,-8-3 0-15,0 0 0 0,9-4 0 0,-5 1 0 0,-2-2 0 16,2-1 0-16,1-4 0 0,3 2 0 0,-4-2 0 15,-2-1 0-15,2 0 0 0,0-3 0 16,-1 3 0-16,-2-1 0 0,0-5 0 0,2 5 0 0,-3 2 0 16,0 0 0-16,0 1 0 0,0 1 0 0,-3 1 0 15,3 1 0-15,0 0 0 0,0 0 0 0,0 2 0 16,0-1 0-16,0 5 0 0,0 0 0 16,-1-6 0-16,1 6 0 0,0 0 0 0,0 0 0 0,0 0 0 15,0 0 0-15,15 11-496 0,-10-7-258 0,0-1-404 16,-5-3-1253-16,0 0 556 0</inkml:trace>
  <inkml:trace contextRef="#ctx0" brushRef="#br0" timeOffset="69439.9748">3238 8107 47 0,'1'-5'403'0,"3"0"10"0,0 1 7 0,0-1 3 15,-2 0-3-15,1 0-5 0,-2-1-6 0,3 3-6 16,-1-2-17-16,-1 2-13 0,1 1-23 0,-2-1 0 0,2-1-24 16,-3 4-31-16,2-5-21 0,-2 5-39 0,3-1-21 15,-3 1-29-15,0 0-17 0,0 0-17 0,8 8-11 16,-2-2-13-16,-1 3-8 0,-1 0 12 0,2 3-31 16,2 1 11-16,-2 3-13 0,0 0-17 0,1 0 0 15,-1 4-12-15,2-2 2 0,-2-1-9 0,-2 1-9 16,0 0-4-16,-1-2-2 0,0 1-5 0,-3-5-8 15,2-1 4-15,-4 1-13 0,2 2 0 0,-1-7 0 16,-1 1-22-16,2 0-3 0,-2-4 0 0,2 2 0 16,-1-2 0-16,1 0 0 0,-1-1 0 0,1-3 0 15,0 0 0-15,0 0 0 0,0-19 0 0,2 9 0 16,2-3 0-16,4-5 0 0,-3 0 0 0,6-4 0 16,-2 5 0-16,1 0 0 0,-1-1 0 0,2 3 0 15,-1 2 0-15,-4 1 0 0,2 2 0 0,0 2 0 16,-2 0 0-16,3 1 0 0,-4 2 0 0,3 3 0 0,1 1 0 15,1-1 0-15,-1 4 0 0,2 1 0 0,-4 1 0 16,3 2 0-16,-2 2 0 0,2-1 0 16,-2 4 0-16,-1 1 0 0,0-1 0 0,0 1 0 15,-3-1 0-15,0 1 0 0,1 2 0 0,-1-3 0 0,1-1 0 16,0-1 0-16,-4 1 0 0,3-1 0 0,-4-4 0 16,4-1 0-16,-4 3 0 0,1-4 0 0,2 0 0 15,-3-3-110-15,1 7-117 0,-1-7-69 0,5 0-78 16,-5 0-82-16,0 0-87 0,13-9-489 0,-8 4-1116 0,4-5 495 15</inkml:trace>
  <inkml:trace contextRef="#ctx0" brushRef="#br0" timeOffset="69627.5672">3810 8092 206 0,'3'-2'516'0,"-3"2"13"0,5-4 6 0,-5 4-18 15,1-3-40-15,-1 3-42 0,3-2-46 0,-3 2-40 0,0 0-50 16,5-4-58-16,-5 4-60 0,10 0-55 0,-10 0-65 16,13 0-65-16,-8 1-67 0,3 0-54 0,-2 1-52 15,-1 0-59-15,3 0-56 0,-3 2-55 16,-1 1-255-16,0 0-652 0,2-2 289 0</inkml:trace>
  <inkml:trace contextRef="#ctx0" brushRef="#br0" timeOffset="69815.2941">3836 8253 104 0,'-5'4'408'0,"5"-2"49"16,-3 1 43-16,3-3 24 0,0 0 6 0,-1 5-13 0,1-5-3 15,0 0-42-15,0 0-66 0,0 0-25 0,0 0-47 16,14-6-33-16,-4 1-25 0,8 1-50 0,-5 1-51 16,-4-2-51-16,4 1-55 0,-3 0-66 0,4 2-85 15,-5 0-102-15,-3-2-97 0,1 3-102 0,5-4-105 16,-4 2-330-16,-1-1-885 0,-2 0 392 0</inkml:trace>
  <inkml:trace contextRef="#ctx0" brushRef="#br0" timeOffset="70301.6569">4222 8024 290 0,'0'-8'514'0,"-1"4"8"0,1 0-6 16,0-2-21-16,-2 1-20 0,2-2-24 0,-1 3-44 16,1-1-26-16,0-1-30 0,0 0-29 0,1 2-22 15,1 0-31-15,-1-1-24 0,2 0-35 0,1 3-14 16,1-2-26-16,0 2-21 0,1 1-18 0,0-1-7 16,2 2-11-16,3 2-21 0,-3-2-6 0,4 2 3 15,-1 0-21-15,-3 3-10 0,1 1-4 0,1 1-5 16,-5 0 1-16,3 3-8 0,-3 1-4 0,-1 1-8 15,-4 0-4-15,0 3-4 0,0 0-3 0,-4 0-8 16,-2 2 3-16,-1-2-24 0,-3 0-6 0,4-1 3 16,-6 0-6-16,2-1-3 0,2-4-3 0,1 0 4 0,1-2 4 15,2-4 0-15,1 3 3 0,-1 0 9 0,1-3 2 16,3-3 11-16,-3 3 1 0,3-3-4 16,0 0-3-16,0 0 8 0,0 0 1 0,20-3 9 15,-15 1 5-15,4 1 2 0,4 0-9 0,-3 1 10 0,2-2 2 16,-1 2-4-16,1 2-3 0,-1-1-6 0,1 2 5 15,-2 0-5-15,1-1-4 0,-3 5-2 0,0-1 10 16,-2 3-10-16,-1-3-5 0,-2 2 4 0,-5 2 0 16,1 0 0-16,-4 1 2 0,0 0 2 0,-4 1-2 15,-1 1-5-15,-4 1-1 0,1-2 0 0,-5 0-2 16,0-3 1-16,3 1-2 0,-3-2-12 0,1 3-18 16,6-5-6-16,-1-3-13 0,3 1-13 0,4-1-18 15,0-2-49-15,5-1-72 0,0 0-75 0,-5-6-79 16,5 6-77-16,19-15-94 0,-9 7-395 0,16-7-994 15,2 0 440-15</inkml:trace>
  <inkml:trace contextRef="#ctx0" brushRef="#br0" timeOffset="70536.1329">4902 8136 165 0,'1'-4'492'0,"3"1"13"0,-3-2 2 0,2 0-13 0,3 0-28 16,-5 0-40-16,6 0-41 0,-2 0-44 16,0-2-29-16,4 1-35 0,-3 1-28 0,6 0-25 0,-3 1-30 15,1-1-49-15,-1 2-46 0,-1 0-60 0,-3 3-63 16,5-1-62-16,0 0-62 0,-3 1-49 0,-1 2-53 16,-1 1-41-16,-1-2-35 0,0 3-14 15,-3-2-10-15,0 2-202 0,-2 0-597 0,0 2 264 0</inkml:trace>
  <inkml:trace contextRef="#ctx0" brushRef="#br0" timeOffset="70709.5085">4949 8186 77 0,'-10'7'129'0,"2"1"31"16,1-2 29-16,1-2 33 0,1 0 20 0,-1 0 18 15,2 1 23-15,2-2 26 0,2-3 20 0,-3 1 15 16,3-1 9-16,-2 3-24 0,2-3-23 0,0 0-30 16,0 0-28-16,17-3-24 0,-9 2-23 0,2 0-22 15,3-3-18-15,0 3-30 0,5-2-52 0,-5 0-68 16,6-1-64-16,-7 2-71 0,6 1-63 0,-6 0-65 15,-1-2-67-15,7 0-59 0,-6-1-244 0,0-1-674 16,0 1 299-16</inkml:trace>
  <inkml:trace contextRef="#ctx0" brushRef="#br0" timeOffset="70927.6759">5205 8070 318 0,'1'-4'448'0,"3"1"31"16,-4 3 18-16,0-5 5 0,0 5-10 0,3-4-20 0,-3 4-25 15,1-3-31-15,-1 3-24 0,0 0-21 0,0 0-8 16,0 0-2-16,14 3-13 0,-9 2-15 16,1 0-19-16,-3 1-23 0,3 2-25 0,1 0-20 15,-4 2-26-15,4 5-22 0,-3-5-17 0,-3 2-16 0,-1 1-94 16,0-1-71-16,-3 1 0 0,0-3 0 0,-3 6 0 16,1-4 0-16,-6 0 0 0,1 1-166 0,-3 2-116 15,-1-8-79-15,1 1-64 0,-5 2-73 16,8-7-68-16,-4 2-417 0,6-4-1064 0,-3 2 471 0</inkml:trace>
  <inkml:trace contextRef="#ctx0" brushRef="#br0" timeOffset="78499.1198">6030 7858 88 0,'3'-4'359'0,"-3"4"9"0,5-5 18 15,-5 3 9-15,0 2 12 0,0-5 11 0,0 5 1 16,1-3 4-16,-1-1-1 0,0 4-6 0,3-4 2 15,-3 4-7-15,0-5-15 0,0 5-18 0,0 0-18 16,0 0-26-16,0 0-23 0,0 0-29 0,0 0-29 16,0 0-27-16,0 0-21 0,0 0-13 0,0 0-1 15,0 14-58-15,0 0-133 0,0 2 0 0,0 3 0 16,0 5 0-16,0 2 0 0,-3 2 0 0,3 1 0 16,-1 0 0-16,1 0 0 0,0 0 0 0,-1-4 0 15,-3 3 0-15,0-3 0 0,0-5 0 0,4-3 0 16,-1 3 0-16,-4-4 0 0,2 0 0 0,3-5 0 0,3-3 0 15,-6 2 0-15,6-3 0 0,-3-1 0 0,0-1 0 16,1-2 0-16,3 1 0 0,-3-1 0 0,3-2 0 16,-4-1 0-16,0 0 0 0,8-5 0 0,-7 1-101 15,3-2-398-15,-4-1-72 0,4-2-66 0,-7-1-428 16,2-1-1152-16,-3-1 511 0</inkml:trace>
  <inkml:trace contextRef="#ctx0" brushRef="#br0" timeOffset="79046.6659">5908 7840 171 0,'0'-10'416'0,"1"1"37"0,0 1 31 16,-1-1 7-16,3 0 1 0,-2-1-13 0,2 3-16 16,-1-1-17-16,0 1-20 0,3-3-17 0,1 2-31 15,-1-1-19-15,0 0-26 0,3 3-22 0,0-3-22 16,0 3-24-16,1 1-22 0,3-2-23 0,2 3-17 15,-2 0-27-15,4 0-15 0,2 3-17 0,0-2-14 16,1 3-12-16,-1 2-8 0,2-1-89 0,-2 4-21 16,0-2 0-16,0 1 0 0,-4 5 0 0,-1-4 0 15,-3 2 0-15,0 1 0 0,-2 1 0 0,1 2 0 16,-4-1 0-16,-1 3 0 0,-3 1 0 0,-1 2 0 16,-4 2 0-16,-1 0 0 0,-5 0 0 0,-4 5 0 0,-3 0 0 15,5-8 0-15,-6 3 0 0,4-4 0 16,0-3 0-16,3-2 0 0,4-1 0 0,-1-1 0 15,2-3 0-15,1 0 0 0,1 0 0 0,0-3 0 0,0 1 0 16,4-2 0-16,0 0 0 0,0 0 0 0,0 0 0 16,0 0 0-16,0-11 0 0,4 7 0 0,1-1 0 15,3-2 0-15,0 4 0 0,0-1 0 16,4 0 0-16,3 2 0 0,-2 2 0 0,5 1 0 0,1 2 0 16,0-1 0-16,-1 3 0 0,-3 1 0 0,3 2 0 15,-1 1 0-15,-3 2 0 0,-3 1 0 0,-3 0 0 16,1 2 0-16,-3 2 0 0,0-1 0 0,-5 2 0 15,-1-1 0-15,-4-1 0 0,-1 2 0 0,-5-1 0 16,-1 2 0-16,0-2 0 0,-8 0 0 0,3 0 0 16,1-4 0-16,-2-3 0 0,2 2 0 0,4-4 0 15,-1-1 0-15,3-1 0 0,3-3 0 0,-1 2 0 16,0-3 0-16,3-1 0 0,4 0 0 0,0 0 0 16,-8-3 0-16,8 3 0 0,3-8 0 0,-3 8-105 15,13-12-331-15,-2 7-82 0,3-5-79 0,0 2-493 16,2-2-1179-16,0 2 522 0</inkml:trace>
  <inkml:trace contextRef="#ctx0" brushRef="#br0" timeOffset="79860.7264">6474 8132 140 0,'1'-2'404'0,"3"-3"25"16,1 1 19-16,-5 0 7 0,1 0-5 0,2-1-18 15,-2 1-20-15,-1 0-21 0,0 4-22 0,0-7-20 16,0 4-22-16,3-1-23 0,-2 1-29 0,3-2-15 16,-3 3-35-16,3-2-19 0,1 2-27 0,3-1-24 15,-2 2-12-15,2 0-15 0,0 1-13 0,2 1-10 16,0 0-8-16,2 2-14 0,-1-1-8 0,-1 2-9 16,0 1-7-16,1-1-8 0,-4 3 0 0,0 0-9 15,-1 1 5-15,-1-1-10 0,-2 0-9 0,-1 3-1 16,-2-1-1-16,0 1-3 0,-7-1 3 0,4 6-5 15,-3-8-6-15,-5 2 1 0,-3 2-4 0,5-3 3 16,-5 1 4-16,-2-2-13 0,4-1 11 0,0-3-2 0,0 1 13 16,3-2 21-16,3 0 27 0,-2-2 16 15,8 0 21-15,-10-4 12 0,3 1 5 0,2-1-127 16,4-2-3-16,1 0 0 0,0-3 0 0,0 0 0 16,1-2 0-16,4-2 0 0,2 2 0 0,-1 1 0 0,3 0 0 15,0 0 0-15,-4 0 0 0,8-1 0 16,-4 4 0-16,10 0 0 0,-2 0 0 0,-5 3 0 15,1-2 0-15,-1 3 0 0,1 0 0 0,-1 2 0 0,1-1 0 16,-3 1 0-16,3 2 0 0,-4 0 0 0,0 0 0 16,-3 3 0-16,6-2 0 0,-3 3 0 0,1 0 0 15,-2 1 0-15,1-1 0 0,-4 2 0 0,5-1 0 16,-4 2 0-16,-1 0 0 0,1 1 0 0,-1 0 0 16,-3-2 0-16,5 4 0 0,-5-3 0 0,-1 0 0 15,2-1 0-15,-2-2 0 0,3 1 0 0,-4 0 0 16,3-2 0-16,-3-1 0 0,1 0 0 0,-1-3 0 15,1 5 0-15,-1-5 0 0,3 2 0 0,-3-2 0 16,0 0 0-16,0 0 0 0,4-11 0 0,-3 5 0 16,3 0 0-16,0-2 0 0,2-4 0 0,-1 4 0 0,4-3 0 15,-1 0 0-15,-1 3 0 0,1-2 0 16,1 1 0-16,1 0 0 0,-5 1 0 0,4 2 0 16,0 2 0-16,0-1 0 0,-1 0 0 0,-3 2 0 15,3 0 0-15,-1 2 0 0,1 0 0 0,0 1 0 0,-2 1 0 16,-2 1 0-16,3 0 0 0,-1 4 0 0,-1-3 0 15,-1 2 0-15,-1-1 0 0,1 3 0 0,-1 0 0 16,-1 0 0-16,1-1 0 0,-2 1 0 0,0-2 0 16,-1 0 0-16,2 1 0 0,-2-2 0 0,1-1 0 15,0 1 0-15,-1-4 0 0,2 4 0 0,-2-4 0 16,1 5 0-16,-1-5 0 0,0 0 0 0,2 1 0 16,-2-1 0-16,0 0 0 0,0 0 0 0,0 0 0 15,12-6 0-15,-8 3 0 0,1 2 0 0,-5 1 0 16,9-4 0-16,-3 4 0 0,-1-2 0 0,4 1 0 15,-2 1 0-15,0 0 0 0,6 0 0 0,-4 0 0 16,-3 0 0-16,6 1 0 0,1-1-285 0,-3 2-163 16,3-2-45-16,-7 2-48 0,6-4-49 0,-12 2-383 15,14-2-1053-15,-7 1 466 0</inkml:trace>
  <inkml:trace contextRef="#ctx0" brushRef="#br0" timeOffset="80237.5469">7308 8065 79 0,'3'-4'354'0,"-2"1"11"16,-1 3 19-16,7-9 16 0,-5 7 5 0,-1-3-2 0,2 2-7 16,-3-1-3-16,4-1-11 0,-4 5-13 15,1-4-16-15,0 2-6 0,2-1-19 0,1-2-18 16,-4 5-22-16,5-4-31 0,0 3-18 0,-5 1-18 16,5-3-32-16,3 3-17 0,-8 0-24 0,10 0-13 0,-2 0-11 15,-2 3-14-15,0 1-5 0,-3 1-14 0,5-1 0 16,-4-1-14-16,2 4-3 0,-4 1-8 15,1-2 2-15,1 3-11 0,0 0-9 0,-4 1-10 16,-2-1-3-16,2 1 4 0,-2 1-3 0,-3 0 6 0,-3-1-14 16,-2-1 0-16,1 3-3 0,-1-3-2 0,-3-2-9 15,-4 3 0-15,2-5 7 0,0 2-1 16,-2-1-20-16,5-2 0 0,1-3 0 0,1-1 0 16,2 1 0-16,-1-2 0 0,3-1 0 0,-1-4 0 0,2-2 0 15,0-1 0-15,1-2 0 0,2 0 0 0,-1 1 0 16,6-1 0-16,-2-1 0 0,2-5 0 0,-1 5 0 15,3-2 0-15,0 3 0 0,3-4 0 0,0 5 0 16,-2-2 0-16,2 5-45 0,2-4-299 0,0 4-33 16,3-4-37-16,-3 6-32 0,3 1-43 0,-3-2-21 15,3 2-41-15,-8 2-286 0,7-2-905 0,-7 2 402 16</inkml:trace>
  <inkml:trace contextRef="#ctx0" brushRef="#br0" timeOffset="80533.8977">7417 7874 182 0,'0'-13'308'0,"0"5"29"0,-1-5 21 0,1 2 28 16,0 0 24-16,-3-1 21 0,1 2 16 0,2-1 9 16,-3 2 21-16,-1 2 2 0,3-1 8 0,-1 3 2 15,-1-3-7-15,3 2-7 0,-4 3-9 0,7-4-19 16,-6 5-24-16,3 2-29 0,-1-5-137 0,1 5-257 16,-3-4 0-16,3 4 0 0,0 0 0 0,0 0 0 0,-1 11 0 15,1-1 0-15,2 2 0 0,1 6 0 0,1 2 0 16,-4 5 0-16,3 2 0 0,-2 1 0 0,0-2 0 15,2 1 0-15,-3 1 0 0,-3-1 0 16,1-1 0-16,2-1 0 0,-3 2 0 0,-1-9 0 0,1 0 0 16,2 0 0-16,0 0 0 0,-3-6 0 0,3 0 0 15,-2-1 0-15,2-2 0 0,1-1 0 0,0-2 0 16,0-2 0-16,-1 1 0 0,3-1 0 0,1-2 0 16,-3-2-377-16,0 0-302 0,13-1-511 0,-4-4-1288 15,-2 0 570-15</inkml:trace>
  <inkml:trace contextRef="#ctx0" brushRef="#br0" timeOffset="80784.7865">7643 7724 107 0,'2'-3'511'0,"-1"-3"18"0,1 0 14 15,-2 4-9-15,0 2-21 0,2-5-24 0,-2 1-30 16,0 4-24-16,0 0-33 0,1-5-27 0,-1 5-42 16,0 0-30-16,0 0-28 0,0 0-35 0,0 0-19 15,0 0-16-15,0 15-24 0,-1-8-17 0,-1 2-12 16,-1-2-46-16,1 4-64 0,-2-1-58 0,1-1-72 16,0 2-86-16,0 0-79 0,0 0-77 0,0-1-77 15,2 1-85-15,-3 0-402 0,5 1-967 0,3-5 428 16</inkml:trace>
  <inkml:trace contextRef="#ctx0" brushRef="#br0" timeOffset="81112.8533">7771 7970 49 0,'0'0'438'0,"0"0"40"16,0 0 26-16,0 0 21 0,0 0-5 0,0 0-7 15,0 0-24-15,9-5-25 0,-9 5-33 0,0 0-21 16,0 0-36-16,0 0-23 0,0 0-37 0,0 0-25 15,-18 10-31-15,13-6-28 0,1 2-21 0,-5 1-21 16,5 2-19-16,1-2-12 0,0 5-13 0,-1-5-21 16,0 4-10-16,3-2-12 0,0 0-19 0,2 0 0 15,2 1-4-15,-1-3-6 0,2 1-36 0,-1-2-36 16,3 2 0-16,0-1 0 0,-1 0 0 0,1-4 0 16,-3 3 0-16,5-2 0 0,-4 0 0 0,2-1 0 15,-3-1 0-15,-1 3 0 0,2-3 0 0,0 0 0 16,-4-2 0-16,0 4 0 0,3-1 0 0,-3-3 0 0,-7 9 0 15,3-5 0-15,-1 1 0 0,-4 0 0 16,0 1 0-16,3-1 0 0,-8 0 0 0,5-2 0 16,0 3 0-16,-2-2 0 0,2 1-175 0,1-3-147 15,3 1-35-15,-2 0-39 0,2-2-58 0,5-1-73 0,0 0-467 16,0 0-1076-16,0 0 477 0</inkml:trace>
  <inkml:trace contextRef="#ctx0" brushRef="#br0" timeOffset="81537.6006">8571 7785 270 0,'-2'-9'512'0,"-1"-1"32"16,-1 1 30-16,0 0 7 0,2 0 7 0,-1 2-4 15,-1 0-5-15,2-1-12 0,-3 2-8 0,2 1-17 16,1 1-26-16,-1-2-34 0,2 3-35 0,1 3-35 15,-5-4-43-15,5 4-304 0,-2-3-65 0,2 3 0 16,0 0 0-16,0 0 0 0,-4 8 0 0,4 2 0 16,0 1 0-16,2 6 0 0,-2 2 0 0,0 0 0 15,0 6 0-15,2-1 0 0,-3 1 0 0,1 2 0 16,-1-2 0-16,1-1 0 0,-2-5 0 0,1-1 0 16,1 0 0-16,0-1 0 0,1-1 0 0,-2-2 0 15,2 2 0-15,-1-5 0 0,0-1 0 0,0 1 0 0,2-3 0 16,-1-2 0-16,0 0 0 0,2-1 0 15,1 0 0-15,1-1 0 0,5 0 0 0,-1-1 0 16,3-1 0-16,1 0 0 0,0-3 0 0,-1 1 0 0,3-2 0 16,3-1 0-16,-5 2 0 0,0-3 0 0,1 1 0 15,-4 1 0-15,4-1 0 0,-4 0 0 0,2 0 0 16,-2 1 0-16,-2-2 0 0,-2 2 0 0,0 1 0 16,-2 1-465-16,4-3-235 0,-6 1-471 0,-2 2-1270 15,7-4 562-15</inkml:trace>
  <inkml:trace contextRef="#ctx0" brushRef="#br0" timeOffset="82473.5226">8808 7990 201 0,'2'-5'342'0,"1"0"10"16,-1 0 9-16,2-1 8 0,-3 2 4 0,4 0-1 16,-1-1-12-16,-3 0-11 0,2 0-10 0,1 2-15 15,-3-2-12-15,3 1-16 0,0 1-21 0,-3-1-21 16,3 2-25-16,-4 2-18 0,5-5-21 0,-1 2-23 15,-4 3-11-15,5-2-16 0,-5 2-16 0,9 0-15 16,-9 0-10-16,13 4-7 0,-11-2-9 0,6 2-7 16,-4-1-11-16,1 2-4 0,0 1-7 0,-1 0-7 15,0 1-4-15,-1 2 0 0,0-2-5 0,-3 2-8 16,0 0 0-16,0-1-4 0,-3 2 1 0,1 0-1 0,-3 0 1 16,-4-7-7-16,4 6-4 0,-3-3-1 0,-3 0 1 15,2-1-1-15,-3-1-2 0,2-1 1 16,1 1-4-16,1-3 4 0,1-1-2 0,-1 0 3 15,8 0-1-15,-13-2-1 0,7-2 2 0,-2 1 7 0,4-2 7 16,1-1 3-16,-1-1 10 0,4-4 1 0,-2 4 7 16,1-5 1-16,2 3 0 0,2-1 6 0,1-2 8 15,2 4-2-15,2 0-8 0,-2-2-1 0,1 2 5 16,-1 0-3-16,0 4-9 0,2-1 8 0,-3 1-11 16,3-1-2-16,-3 4-42 0,1-1 0 0,2 2 0 15,-8 0 0-15,14 3 0 0,-4 2 0 0,-3 2 0 16,-2 0 0-16,0 1 0 0,0 0 0 0,-1 1 0 15,2 0 0-15,-2 1 0 0,-4 0 0 0,3-3 0 16,0 2 0-16,-3-1 0 0,2 0 0 0,-2-3 0 16,0 4 0-16,0-3 0 0,0-1 0 0,0 0 0 15,1-1 0-15,-1-4 0 0,1 4 0 0,-1-4 0 16,2 5 0-16,-2-5 0 0,0 0 0 0,0 0 0 16,0 0 0-16,7-9 0 0,-3 2 0 0,0 1 0 15,0-3 0-15,1-1 0 0,1 1 0 0,1 2 0 16,-1-3 0-16,0 1 0 0,1 2 0 0,-2 0 0 15,1 0 0-15,1 2 0 0,-2 1 0 0,1 1 0 16,-2 0 0-16,0 2 0 0,1-1 0 0,-5 2 0 0,10 2 0 16,-6 0 0-16,-1 1 0 0,0 2 0 0,1-2 0 15,0 3 0-15,-3 0 0 0,2 0 0 0,-2 1 0 16,4 0 0-16,-5 0 0 0,3 0 0 16,-2 2 0-16,0-3 0 0,2-1 0 0,-2 2 0 0,2-2 0 15,-3 0 0-15,0-1 0 0,0 0 0 0,1-1 0 16,2-1 0-16,-3-2 0 0,0 0 0 0,0 0 0 15,0 0 0-15,0 0 0 0,0 0 0 0,9-10 0 16,-4 5 0-16,0-1 0 0,-1 1 0 0,-2-3 0 16,5 2 0-16,-3-1 0 0,-2 1 0 0,6 2 0 15,-3-1 0-15,-1 2 0 0,-2 0 0 0,1 0 0 16,-1 2 0-16,-2 1 0 0,8-1 0 0,-8 1 0 16,14 2 0-16,-8 1 0 0,0 0 0 0,-1 0 0 15,2 2 0-15,-2-1 0 0,1-1 0 0,-1 5 0 16,0-5 0-16,-1 0 0 0,1-1 0 0,-3 0 0 15,2 0 0-15,1 2 0 0,-1-3 0 0,-4-1 0 16,7 0 0-16,-7 0 0 0,12-5 0 0,-8 3 0 16,1-2 0-16,3-2 0 0,-3-4 0 0,0 3 0 15,-1-5 0-15,1 2 0 0,-1-6 0 0,-3 5 0 16,4-4 0-16,-1 3 0 0,-4 0 0 0,0 2 0 16,0-1 0-16,0 2 0 0,0 2 0 0,0-1 0 15,0-2 0-15,-1 5 0 0,1-1 0 0,-3 1 0 16,3 2 0-16,0 3 0 0,-1-5 0 0,0 1 0 15,1 4 0-15,0 0 0 0,0 0 0 0,0 0 0 16,0 0-138-16,10 8-479 0,-5-4-91 0,-4-2-414 16,-1-2-1215-16,7 8 538 0</inkml:trace>
  <inkml:trace contextRef="#ctx0" brushRef="#br0" timeOffset="90652.6247">3026 9345 120 0,'-4'-2'203'0,"4"2"-11"16,-4-3-13-16,4 3-14 0,-5-3-4 0,1 0-4 15,0 1-2-15,4 2-2 0,-6-4 1 0,6 4-3 16,-5-2-4-16,5 2 6 0,-7-2-11 0,7 2-4 16,-5-2-2-16,5 2-4 0,-5-3 2 0,5 3-6 15,0 0-4-15,-6-1-1 0,6 1 2 0,0 0 18 16,-4-2-13-16,4 2-12 0,0 0-2 0,0 0 4 0,0 0-3 16,-4-2-3-16,4 2 0 0,0 0 9 15,0 0 9-15,0 0 8 0,0 0 0 0,0 0 2 16,23 3-3-16,-10-3-7 0,6 1-4 0,0-1-11 0,12 0-5 15,1-3-5-15,8 1-11 0,13-5-10 0,1 4-5 16,11-1-3-16,-4-3-7 0,2-2-1 0,2 1-3 16,27-3-2-16,0 3-3 0,-30 1-3 0,30-7 1 15,0 4 6-15,-27-1-7 0,29-6 2 0,4 7 0 16,0-3-5-16,-1 1-6 0,5-1-5 0,-2 1-5 16,11 4-8-16,0-2 0 0,3-3-2 0,5 0-1 15,6-1-5-15,4 2 2 0,3-2-4 0,3 5-2 16,3-5 4-16,4-3-6 0,4 7 1 0,1-5 0 15,1 3-2-15,2 0 5 0,-2-5-1 0,3 2 5 16,2 0 2-16,-1 1 9 0,4 0-4 0,-4-3 10 16,4 1-1-16,0 2-8 0,4-2-1 0,-3 0-4 15,5 1 1-15,1-8 8 0,4 11-8 0,-6 0 4 16,10-6 0-16,-1 8-1 0,1-7 5 0,1-1-8 16,4 2 4-16,-10 4-8 0,12-3 8 0,-8-5-4 15,1 9 1-15,5 0-1 0,-4-2-4 0,-1 0-7 16,0 1 10-16,-6 1-6 0,1 0-1 0,-2-2-4 15,-1 1-6-15,-8-3-1 0,-2 7-7 0,-2-5 4 16,-4 4 4-16,-5-2-8 0,-1 5-2 0,-10-5-2 16,0-4 0-16,0 8 0 0,-9-1 0 0,-3 0 0 15,-2 0 0-15,-7 1 0 0,-3-4 0 0,1 3 0 0,-12 2 0 16,-2 3 0-16,-4-5 0 0,-28 2 0 0,5 2 0 16,-2 0 0-16,-4 3 0 0,-3-6 0 15,-7 1 0-15,-15 5 0 0,-2-6 0 0,-2 3 0 0,-9 1 0 16,-5 1 0-16,1 2 0 0,-7 0 0 0,-1-4 0 15,-3 4 0-15,-2-1 0 0,-2-1 0 0,4 1 0 16,-3 0 0-16,-5 1 0 0,6-1 0 16,-6 1 0-16,0 0 0 0,0 0 0 0,7-1 0 0,-7 1 0 15,0 0 0-15,0 0-40 0,0 0-73 0,0 0-20 16,0 0-27-16,0 0-33 0,0 0-28 0,0 0-42 16,0 0-34-16,0 0-37 0,0 0-33 0,-15 6-37 15,15-6-38-15,0 0-26 0,0 0-325 0,0 0-859 16,0 0 380-16</inkml:trace>
  <inkml:trace contextRef="#ctx0" brushRef="#br0" timeOffset="92075.4136">2185 10588 286 0,'0'-3'355'0,"0"3"-8"0,-1-6-1 0,-2 3-4 15,3 3-16-15,0-5-12 0,0 5-6 0,-1-7-4 16,1 7-2-16,0-4-1 0,0 4-6 0,-3-3-4 0,3 3-9 16,0-6-10-16,0 6-9 0,-1-5-3 0,1 5-23 15,0 0-4-15,-1-3 3 0,1 3-24 16,0 0-20-16,1-4-3 0,-1 4-20 0,4-5-20 15,1 2-1-15,0 1-15 0,4 1-16 0,0 1-3 0,1-2-7 16,2 2-3-16,2 0-20 0,-1 2-12 0,7-1 3 16,-1 4-1-16,-1 0 0 0,1-1 0 0,-2 3-3 15,2 1-5-15,-5-2-5 0,4 5-55 0,-4 2-6 16,-5-3 0-16,0-1 0 0,-3 2 0 0,-2 1 0 16,-1 4 0-16,-3 0 0 0,-5 1 0 0,-7 6 0 15,-2 3 0-15,-5-5 0 0,-7 4 0 0,-14 9 0 16,1-5 0-16,8-6 0 0,3-2 0 0,-1-1 0 15,2 0 0-15,0-6 0 0,8-6 0 0,2-2 0 16,3-3 0-16,4-1 0 0,-3-5 0 0,2-2 0 16,-2-6 0-16,3 2 0 0,3-6 0 0,2-4 0 15,1-8 0-15,4 3 0 0,3-6 0 0,2 3 0 16,7-3 0-16,-1 1 0 0,3 0 0 0,1 3 0 16,2 2 0-16,6-1 0 0,-4 5 0 0,-1-1 0 15,6 5 0-15,-7 4 0 0,-2 2 0 0,-4 2 0 0,5 2 0 16,-2-1 0-16,-2 2-23 0,-1 1-536 15,1 0-25-15,-1 1-31 0,-3 2-17 0,1 0-331 16,-3-1-1044-16,-1-1 462 0</inkml:trace>
  <inkml:trace contextRef="#ctx0" brushRef="#br0" timeOffset="92481.6857">2471 10344 25 0,'0'-7'416'0,"3"-4"23"0,-1 0 19 15,0 0 19-15,0 0 4 0,-4-1 11 0,2-1-5 0,-2 2 8 16,4-2-14-16,-2 0 20 0,-2 5 5 0,1-3-1 16,0 2-16-16,0 0-16 0,1 2-13 15,-2 1-20-15,1 1-21 0,0 0-272 0,1-2-147 16,-2 5 0-16,2 2 0 0,-1-4 0 0,1 4 0 0,0 0 0 16,0 0 0-16,0 0 0 0,0 0 0 0,0 0 0 15,-3 13 0-15,2-4 0 0,1 8 0 0,-1 2 0 16,0 1 0-16,-1 9 0 0,1 2 0 0,5-1 0 15,-7 2 0-15,2 2 0 0,2-2 0 0,1 4 0 16,1 9 0-16,-3-11 0 0,0 1 0 0,-1-2 0 16,-1 1 0-16,2-1 0 0,-3-1 0 0,2-3 0 15,-3-1 0-15,1-7 0 0,0 3 0 16,1-6 0-16,1-1 0 0,0-4 0 0,1-2 0 0,0 0 0 16,0-4 0-16,0 2 0 0,0-3 0 0,0 0 0 15,0-2 0-15,0 0 0 0,0-4 0 0,0 4 0 16,0-4 0-16,0 4 0 0,0-4 0 0,0 0 0 15,0 0 0-15,0 0 0 0,0 0 0 0,0 0 0 16,0 0 0-16,0 0 0 0,0 0 0 0,0 0 0 16,-3-12 0-16,1 8 0 0,2 4 0 0,-5-8 0 15,-1 2 0-15,3-1-1366 0,-4 1-1478 0,3 1 654 16</inkml:trace>
  <inkml:trace contextRef="#ctx0" brushRef="#br0" timeOffset="93891.188">3050 10458 178 0,'0'-4'243'0,"0"4"5"16,0-7 2-16,3 3-4 0,-2 0 11 0,-1 1 3 15,0-3 13-15,0 6 24 0,4-7 13 0,-4 2 10 16,1 0 0-16,-1 2 9 0,1-3 0 0,-1 2 0 16,0 4-4-16,0-8-2 0,0 6-2 0,2-4 3 15,-2 6 0-15,-2-6-4 0,2 6-5 0,2-4-5 16,-2 4-14-16,0 0-13 0,-2-4-12 0,2 4-16 15,0 0-13-15,-2-4-149 0,2 4-93 0,0 0 0 16,0 0 0-16,0 0 0 0,0 0 0 0,0 0 0 16,-4 12 0-16,3-5 0 0,-4 5 0 0,2 5 0 15,-1 8 0-15,0 3 0 0,3-1 0 0,-4 5 0 16,1 0 0-16,2 2 0 0,2 13 0 0,-3-12 0 16,6 10 0-16,-6-10 0 0,7 12 0 0,-4-11 0 0,-4-2 0 15,7 1 0-15,-2 1 0 0,0-2 0 16,3 0 0-16,-4-1 0 0,5-1 0 0,0-5 0 15,3-1 0-15,-3 0 0 0,0-8 0 0,3 0 0 16,-1-3 0-16,1 2 0 0,0-4 0 0,1-2 0 0,2 0 0 16,-1-3 0-16,4 2 0 0,-2-4 0 0,7 1 0 15,-9-2 0-15,8-1 0 0,0-2 0 0,0 0 0 16,0-2 0-16,0 0 0 0,2-1 0 0,-3-1-408 16,2-2-277-16,-2 2-498 0,2-2-1283 0,-1 2 568 15</inkml:trace>
  <inkml:trace contextRef="#ctx0" brushRef="#br0" timeOffset="94312.968">3810 10402 225 0,'-1'-10'469'0,"1"-1"15"0,-7 3 11 0,5 1-6 15,-1-1-4-15,0 2-16 0,-1 0-1 0,4 0-7 16,-2 1-10-16,0 0 4 0,1 1-10 0,1 1-25 16,-3-1-28-16,3 4-31 0,-4-4-32 0,4 4-31 15,-2-3-31-15,2 3-30 0,0 0-20 0,0 0-8 16,-4 10-144-16,7-3-65 0,-2 4 0 0,1 4 0 15,1 4 0-15,0-1 0 0,2 8 0 0,0 0 0 16,0-2 0-16,3 1 0 0,-5 2 0 0,3 0 0 16,-4 0 0-16,2-7 0 0,-3 9 0 0,1-9 0 15,-2 5 0-15,0-6 0 0,1 6 0 0,0-6 0 16,0-2 0-16,-1 0 0 0,-1-6 0 0,5 2 0 16,-4-1 0-16,0-3 0 0,5-1 0 0,-5-2 0 15,0-2 0-15,1 1 0 0,1 0 0 0,0-1 0 16,-2-4 0-16,4 1-338 0,-4-1-192 0,0 0-44 15,5-10-41-15,-5 3-408 0,0 2-1108 0,0-5 492 16</inkml:trace>
  <inkml:trace contextRef="#ctx0" brushRef="#br0" timeOffset="94719.2582">3810 10446 50 0,'3'-10'349'0,"-2"0"11"0,1-1 13 15,0 6 15-15,-2-2 1 0,1 0-6 0,-1 1-3 16,0-3-6-16,3 6 1 0,-6-2-5 16,3-2-3-16,0 1 0 0,0 1-12 0,3-1-12 0,0 1-5 15,-1 1-11-15,2-2-14 0,1 0-19 0,-2 1-18 16,3-2-12-16,3-1-16 0,-4 5-7 0,5-4-10 16,-1 1-14-16,4 2-16 0,-3 1-183 15,3 0-18-15,1 2 0 0,-1-1 0 0,0 2 0 0,5 0 0 16,-7 2 0-16,2 0 0 0,-2 3 0 0,-2 1 0 15,0-1 0-15,0 2 0 0,-2 0 0 0,-1-1 0 16,-5 4 0-16,3 0 0 0,-1 2 0 0,-5-1 0 16,0 2 0-16,-5 4 0 0,-5-2 0 0,0 1 0 15,-7 3 0-15,-4-3 0 0,5 1 0 0,0-5 0 16,-6 5 0-16,1-2 0 0,6-5 0 0,-2 0 0 16,2-5 0-16,2 3 0 0,6-2 0 0,1-3 0 15,3 0 0-15,-1 2 0 0,1-3 0 0,1 1 0 16,0-1 0-16,4-2 0 0,0 0 0 0,-6 3 0 15,6-3 0-15,0 0 0 0,0 0 0 0,0 0 0 16,0 0 0-16,0 0-336 0,0 0-277 0,11 1-70 16,-7 0-411-16,-4-1-1184 0,0 0 524 0</inkml:trace>
  <inkml:trace contextRef="#ctx0" brushRef="#br0" timeOffset="95172.1382">3462 10991 304 0,'0'0'441'16,"-4"3"11"-16,4-3 17 0,-5 2-9 0,1-1-11 15,4-1-16-15,-7 3-10 0,7-3-10 0,-6 1-11 0,6-1-4 16,-5 3-17-16,5-3-9 0,-5 1-14 0,5-1-21 15,0 0-17-15,-4 3-16 0,4-3-15 16,0 0-21-16,0 0-17 0,0 0-14 0,0 0-13 0,-8 2-18 16,8-2-206-16,0 0 0 0,0 0 0 0,0 0 0 15,0 0 0-15,12 4 0 0,-2-6 0 0,0 2 0 16,11 0 0-16,-2-1 0 0,12-2 0 0,3 1 0 16,6-1 0-16,13-3 0 0,8 0 0 0,0-2 0 15,31-4 0-15,-1 5 0 0,-26-3 0 0,28-5 0 16,-2 6 0-16,-30 2 0 0,-1 0 0 0,-2 5 0 15,-20-2 0-15,-6 2 0 0,0-1 0 0,-13-1 0 16,0 3 0-16,-6 1 0 0,-4 0 0 0,1-1 0 16,-3 1 0-16,-7 0 0 0,6-1 0 0,-6 1 0 15,9 0 0-15,-9 0 0 0,0 0 0 0,0 3 0 16,0-3 0-16,0 0 0 0,-6 7 0 0,-1-3 0 16,2 0 0-16,-4-1 0 0,-1 0 0 0,-3 1-25 15,3 1-723-15,-2 1-489 0,2-1-1339 0,-4 2 593 16</inkml:trace>
  <inkml:trace contextRef="#ctx0" brushRef="#br0" timeOffset="95922.7766">3701 11410 48 0,'1'-5'467'0,"3"3"11"0,-2 0 4 0,-2 2 6 16,4-4-9-16,-1 1-15 0,-3 3-27 0,1-3-10 15,-1 3-20-15,0 0-9 0,2-7 0 16,0 4-32-16,-2 3-14 0,1-3-19 0,-1 3-19 0,0 0-22 16,0 0-27-16,8-2-23 0,-8 2-24 0,0 0-8 15,10 5-18-15,-4-1-6 0,-1 0-16 0,1 1-92 16,-1 0-78-16,2 3 0 0,0 0 0 0,-1 0 0 15,-2 4 0-15,1 0 0 0,2 2 0 0,-5-2 0 16,-1 0 0-16,-1 1 0 0,2 0 0 0,0 2 0 16,-2-3 0-16,-2-1 0 0,-1 1 0 0,1-3 0 15,-2 1 0-15,0-1 0 0,0 0 0 0,0-3 0 16,1-1 0-16,1 1 0 0,1-4 0 0,-3 2 0 16,1-2 0-16,3-2 0 0,0 0 0 0,0 0 0 15,0 0 0-15,0 0 0 0,0 0 0 0,0-17 0 16,2 10 0-16,0-5 0 0,4-3 0 0,-2 5 0 15,4-5 0-15,1 2 0 0,2-3 0 0,1 3 0 16,-3 0 0-16,1 5 0 0,-1-2 0 0,4 4 0 0,-3 0 0 16,-1 3 0-16,4-1 0 0,-3-1 0 0,-2 4 0 15,2 0 0-15,1 2 0 0,0 1 0 16,-4 0 0-16,5 2 0 0,-4 3 0 0,-1 1 0 0,3 1 0 16,-2 1 0-16,1-2 0 0,-1 4 0 0,-2-2 0 15,2 2 0-15,-4-2 0 0,-2 0 0 0,2 1 0 16,-4 0 0-16,1 1 0 0,-1-3 0 0,-1-2 0 15,1 0 0-15,0-2 0 0,0-1 0 0,0 1 0 16,0-5 0-16,0 5 0 0,-3-2 0 0,3-3 0 16,0 0 0-16,0 0 0 0,0 0 0 0,0 0 0 15,3-16 0-15,-3 9 0 0,3-1 0 0,0-1 0 16,0-1 0-16,3 0 0 0,-2 2 0 0,1-2 0 16,0 0 0-16,2 1 0 0,-5 0 0 0,7 3 0 15,-5 2 0-15,5-1 0 0,0 1 0 0,0 4 0 16,-1 1 0-16,-2 0 0 0,7 5 0 0,-6-3 0 15,1 5 0-15,0-3 0 0,-2 6 0 0,3-5 0 16,-2 3 0-16,-2-2 0 0,-1 1 0 0,1-1 0 16,-2 0 0-16,0-1 0 0,-1 0 0 0,0 0 0 0,-1 0 0 15,0 0 0-15,1-1 0 0,-2-1 0 16,1 0 0-16,0-1 0 0,-1-3 0 0,0 0 0 16,0 0 0-16,0 0 0 0,0 0 0 0,-2-14-465 15,0 7-112-15,4-4-59 0,-4-1-450 0,1 0-1176 0,0-4 521 16</inkml:trace>
  <inkml:trace contextRef="#ctx0" brushRef="#br0" timeOffset="96188.9603">4062 11262 110 0,'0'0'500'0,"0"0"27"0,0 0 41 15,0 0 6-15,0 0 17 0,0 0-4 0,0 0-15 16,0 0-3-16,0 0-12 0,0 0-17 0,0 0-18 16,0 0-21-16,0 0-34 0,0 0-30 0,0 0-41 15,0 0-223-15,0 0-173 0,0 0 0 0,0 0 0 16,0 0 0-16,0 0 0 0,0 0 0 0,0 0 0 16,0 0 0-16,-1 13 0 0,1-13 0 0,-3 5 0 15,3-5 0-15,0 3 0 0,0-3 0 0,3 4 0 16,-3-4 0-16,0 0 0 0,0 0 0 0,0 0 0 15,0 0 0-15,0 0-538 0,0 0-151 0,9-12-472 16,-5 6-1258-16,1-2 557 0</inkml:trace>
  <inkml:trace contextRef="#ctx0" brushRef="#br0" timeOffset="96753.0042">4545 10518 222 0,'-3'-7'451'0,"-1"-1"5"0,-3 1 0 0,2-2-7 16,1 3-8-16,2 1-13 0,-2 0-10 0,-1 0-14 15,1 0-13-15,3 0-16 0,-3 0-17 0,4 1-5 16,0 0-12-16,0 4-9 0,0-6-31 0,0 6-21 16,0 0-24-16,0 0-22 0,1-4-25 0,-1 4-10 15,0 0-10-15,14 15 0 0,-6-8 9 0,1 3-11 16,6 3-113-16,1 9-74 0,-1 2 0 0,3 2 0 0,0 3 0 15,2 14 0-15,-6-12 0 0,0 3 0 0,8 8 0 16,-9-8 0-16,-2 2 0 0,-2-2 0 16,4 12 0-16,-8-11 0 0,0 0 0 0,-2-1 0 15,-6 2 0-15,2 0 0 0,-12 10 0 0,0-14 0 0,0-1 0 16,-3 3 0-16,-10 10 0 0,-2-6 0 16,6-12 0-16,0 0 0 0,1-3 0 0,-1 1 0 15,6-5 0-15,3-3 0 0,0-5 0 0,6-6 0 0,0 1 0 16,3-1 0-16,-1 1 0 0,0-3 0 0,3 0 0 15,-1-1 0-15,2 0 0 0,1-2 0 0,0 0 0 16,0 0 0-16,0 0 0 0,0 0 0 0,0 0 0 16,10-10 0-16,-5 4 0 0,1 0-33 0,3 0-469 15,-2-1-46-15,0-1-64 0,2-1-471 0,-1 1-1173 16,1-4 519-16</inkml:trace>
  <inkml:trace contextRef="#ctx0" brushRef="#br0" timeOffset="97221.8784">5650 10805 213 0,'-3'2'355'0,"3"-2"10"0,-5 1 16 0,5-1 8 16,0 0 12-16,0 0 18 0,0 0 6 0,0 0 6 0,0 0 1 15,0 0-1-15,0 0-12 0,0 0-20 0,0 0-16 16,0 0-23-16,15-6-22 0,-6 3-18 16,-1 0-24-16,6-2-26 0,1 0-25 0,-1 2-28 0,3 0-22 15,1-1-18-15,-3 0-22 0,-1 1-27 0,-1 2-81 16,-3-2-47-16,3 1 0 0,-3 0 0 0,3-1-93 15,-5 3-72-15,-2-1-57 0,1 4-70 0,-7-3-56 16,7 2-50-16,-2 2-58 0,-2-2-60 0,-2 3-435 16,-1 1-1029-16,0 0 456 0</inkml:trace>
  <inkml:trace contextRef="#ctx0" brushRef="#br0" timeOffset="97440.5803">5785 10924 79 0,'-4'4'401'0,"-1"-4"24"0,5 0 46 0,-5 3 42 0,1 0 52 15,4-3 27-15,0 0 9 0,0 0 3 16,0 0-4-16,0 0-20 0,0 0-25 0,0 0-37 16,0 0-44-16,0 0-49 0,0 0-37 0,18-6-37 0,-9 2-302 15,-4 3-49-15,5-3 0 0,2 1 0 0,-2 2 0 16,0-3 0-16,-1 3 0 0,-1-1 0 16,0 2 0-16,-1-3 0 0,0-1 0 0,-1 2 0 0,0 1 0 15,2 1 0-15,-2 0-138 0,1-1-303 0,-2 0-56 16,-5 1-61-16,14 0-53 0,-8-3-380 0,1 3-1075 15,2-1 476-15</inkml:trace>
  <inkml:trace contextRef="#ctx0" brushRef="#br0" timeOffset="97862.3556">6351 10811 459 0,'-6'0'558'0,"6"0"15"0,0 0 1 0,-7-1-3 16,7 1-26-16,0 0-21 0,0 0-37 0,0 0-25 0,-6-2-23 15,6 2-24-15,0 0-28 0,0 0-22 0,0 0-27 16,0 0-29-16,0 0-29 0,0 0-25 16,0 0-25-16,0 0-24 0,0 0-24 0,15-6-150 0,-8 6-32 15,5-2 0-15,-1-1 0 0,3 0 0 0,4 1 0 16,2-1 0-16,7-1 0 0,-8 2 0 0,-1 0 0 16,4-1 0-16,-3 0 0 0,1 2 0 0,-2-1 0 15,-4 1 0-15,-1-1 0 0,-1 0 0 0,-5 2 0 16,-2-1 0-16,3 1 0 0,-8 0 0 0,10 0 0 15,-10 0 0-15,7-1 0 0,-7 1 0 0,4-3 0 16,-4 3 0-16,0 0 0 0,6-1 0 0,-6 1 0 16,0 0 0-16,0 0 0 0,0 0-58 0,0 0-431 15,0 0-80-15,0 0-87 0,0 0-415 0,0 0-1158 16,5-5 512-16</inkml:trace>
  <inkml:trace contextRef="#ctx0" brushRef="#br0" timeOffset="98237.3552">7040 10484 104 0,'1'-8'514'16,"-2"1"30"-16,1 3 31 0,0-3 27 0,-1 0 0 16,-2 0-7-16,3 2-8 0,-2 1-14 0,0-1-11 15,0 3-16-15,2 2-24 0,-3-7-26 0,3 7-23 16,-2-3-39-16,2 3-39 0,-3-4-328 0,3 4-67 15,0 0 0-15,0 0 0 0,0 0 0 0,-4 11 0 16,7-3 0-16,-3 3 0 0,1 6 0 0,0 1 0 16,2 7 0-16,-3-1 0 0,1 4 0 0,1-3 0 15,-2 4 0-15,2 0 0 0,-2-1 0 0,1-3 0 16,-2 1 0-16,1 0 0 0,0-7 0 0,0 1 0 0,0-2 0 16,0 0 0-16,-1 0 0 0,0-1 0 15,1-6 0-15,-2 3 0 0,1-3 0 0,1-3 0 16,-1 2 0-16,1-2 0 0,0-2 0 0,0-2 0 15,0 1 0-15,0-1 0 0,0 0 0 0,0-4 0 0,1 4 0 16,-1-4 0-16,3 3 0 0,-3-3 0 16,0 0 0-16,10-7 0 0,-4 1 0 0,-1 1 0 15,2-5-203-15,-1 0-1129 0,4-4-1442 0,-1-1 638 0</inkml:trace>
  <inkml:trace contextRef="#ctx0" brushRef="#br0" timeOffset="98659.0445">7311 10539 284 0,'8'-11'480'0,"-2"3"23"0,-1 1 31 0,-1 2 16 0,0-1 3 15,-3 0-6-15,3 0-23 0,1 2-18 0,-4 1-19 16,2 0-24-16,-2-1-20 0,-1 4-27 0,-4-4-25 16,4 4-30-16,-6-3-24 0,6 3-27 0,0 0-24 15,-18 5-70-15,9 0-216 0,-4 2 0 0,2 0 0 16,-4 3 0-16,0 3 0 0,-1-1 0 0,0 2 0 15,1 1 0-15,1-2 0 0,0-1 0 0,-4 9 0 16,4-8 0-16,4-1 0 0,-3-1 0 0,4-1 0 16,0-2 0-16,4 0 0 0,-1 1 0 0,3-2 0 15,-2-1 0-15,1 0 0 0,3-2 0 0,1 3 0 16,0-1 0-16,3-3 0 0,0 3 0 0,4 1 0 16,3-2 0-16,0 3 0 0,4 1 0 0,0 3 0 15,4-3 0-15,-1 1 0 0,2 0 0 0,-1 0 0 16,-2-2 0-16,3 2 0 0,0-2 0 0,-3-2 0 15,-1 4 0-15,-2-5 0 0,-3 0 0 0,1-1 0 0,-1 1 0 16,-5-3 0-16,3 1 0 0,-7-1 0 0,4-1 0 16,-5-1 0-16,8 4 0 0,-6-1 0 0,1 0 0 15,-3-3 0-15,5 1 0 0,-5-1 0 0,0 0 0 16,0 0 0-16,0 0 0 0,8-5 0 0,-8 5 0 16,0-10-141-16,1 6-475 0,-1-3-58 0,-4-3-453 15,4-2-1221-15,0 2 541 0</inkml:trace>
  <inkml:trace contextRef="#ctx0" brushRef="#br0" timeOffset="99330.858">8501 10450 51 0,'0'0'344'0,"-3"-2"1"16,3 2 0-16,-1-4 8 0,1 4 9 0,0 0 6 15,-1-5 6-15,1 5 3 0,0 0 4 0,0-4 3 16,0 4-2-16,0 0 5 0,-2-6-6 0,2 6-6 15,0-4-6-15,0 4-12 0,0 0-13 0,2-6-14 16,-2 2-17-16,0 4-16 0,1-4-18 0,2 1-15 16,0-1-19-16,3 2-61 0,-1-3-184 0,2 2 0 0,2-2 0 15,0 1 0-15,3 3 0 0,-1-2 0 16,-2 2 0-16,2 0 0 0,1 1 0 0,1 2 0 16,1 1 0-16,-4 2 0 0,4-1 0 0,3 3 0 0,-3 3 0 15,-1 0 0-15,1 0 0 0,-8 2 0 0,3-1 0 16,-5 1 0-16,1-1 0 0,0 3 0 0,-4 3 0 15,-6-4 0-15,2 1 0 0,-4 1 0 0,-5-2 0 16,-1 0 0-16,-3-1 0 0,-3-1 0 0,1-3 0 16,0-2 0-16,-1-1 0 0,-2 0 0 0,2-3 0 15,0 0 0-15,5 0 0 0,-4-1 0 0,6-1 0 16,-5-3 0-16,8 0 0 0,-4-2 0 0,3-1 0 16,0-2 0-16,2 1 0 0,3-3 0 0,-3 2 0 15,7-4 0-15,0 3 0 0,-2-3 0 0,3 3 0 16,3 0 0-16,-2-3 0 0,5 3 0 0,2-1 0 15,0 2 0-15,1-2 0 0,5 2 0 0,0-2-284 16,2 3-353-16,1-4-61 0,0 3-398 0,-2-2-1186 16,3-1 524-16</inkml:trace>
  <inkml:trace contextRef="#ctx0" brushRef="#br0" timeOffset="99691.1457">8708 10181 360 0,'1'-17'480'0,"-2"1"42"0,-2 4 36 0,2-4 19 16,0 1-4-16,-3 2 12 0,1 2-8 0,2 4 3 16,-1-2-10-16,-2 1-7 0,1 0-18 0,2 2-27 15,-3 2-18-15,4 0-31 0,0 0-255 0,0 4-214 16,-4-3 0-16,4 3 0 0,-1-4 0 0,1 4 0 16,0 0 0-16,0 0 0 0,0 0 0 0,0 18 0 15,0-5 0-15,0 3 0 0,1 3 0 0,-1 6 0 16,0 2 0-16,3 0 0 0,-3 2 0 15,0 1 0-15,-3 0 0 0,6 0 0 0,-6-3 0 0,6 1 0 16,-6-1 0-16,3-1 0 0,-1-1 0 0,1-4 0 16,-3-3 0-16,2 0 0 0,1-2 0 0,0 0 0 15,0-3 0-15,0-1 0 0,0-1 0 0,0-2 0 16,1-2 0-16,-1 1 0 0,3-2 0 0,-2-2 0 16,3 1 0-16,1-3 0 0,2 2 0 0,-1-2 0 15,4 1 0-15,2-3 0 0,-1 1 0 0,2-2 0 0,0-1 0 16,1 0 0-16,2-4-103 0,4-4-1245 0,1 1-1461 15,2-1 646-15</inkml:trace>
  <inkml:trace contextRef="#ctx0" brushRef="#br0" timeOffset="100066.8282">9393 10265 218 0,'4'-8'524'0,"-2"2"37"0,1-2 30 0,-2 2-3 16,-1 0-18-16,1 0-29 0,1-1-12 0,0 4-6 15,-2-2-4-15,0 1-10 0,0-1-28 0,0 5-17 16,0-5-28-16,0 5-33 0,-1-4-26 0,1 4-33 0,0 0-331 16,0 0-13-16,0 0 0 0,0 0 0 0,0 0 0 15,0 0 0-15,4 19 0 0,-3-6 0 16,0-1 0-16,2 3 0 0,-2 2 0 0,2 2 0 0,2 0 0 15,-3-1 0-15,1 0 0 0,2 6 0 0,0-2 0 16,-2-6 0-16,-5 4 0 0,4-4 0 0,0 2 0 16,-2-2 0-16,0 0 0 0,0-4 0 0,0-2 0 15,0 2 0-15,0-6 0 0,0 3 0 0,1-4 0 16,-2 1 0-16,1 0 0 0,0-2 0 0,0 0 0 16,1 1 0-16,-1-5 0 0,2 4 0 0,-2-4 0 15,0 0 0-15,0 0 0 0,0 0 0 0,0 0-386 16,0 0-160-16,2-13-42 0,0 4-37 0,-2 4-383 15,2-2-1092-15,-4-4 483 0</inkml:trace>
  <inkml:trace contextRef="#ctx0" brushRef="#br0" timeOffset="100473.0982">9346 10242 104 0,'-3'-7'388'0,"3"0"18"0,0-4 39 0,3 4 4 15,-1 2-1-15,-2-3-8 0,0 1-9 0,3 1-11 16,0-3-9-16,0 1-16 0,2-2-7 0,0 3-18 16,3-1-16-16,1 1-12 0,1-2-10 0,0 3-20 15,3 0-8-15,0 2-13 0,5 1-14 0,1-2-13 16,0 3-6-16,3 2-20 0,0 1-114 0,6 4-124 16,0 0 0-16,-1 5 0 0,-1 0 0 0,-1 3 0 15,0 0 0-15,-3 3 0 0,0 1 0 0,-7-4 0 16,3 8 0-16,-9-3 0 0,1 0 0 0,0 5 0 15,-4 1 0-15,-4 2 0 0,-3 1 0 0,-4-3 0 16,-3 2 0-16,-2-3 0 0,-7 2 0 0,-2 1 0 16,1-5 0-16,-5 0 0 0,-2 2 0 0,0-9 0 15,3 3 0-15,-3-1 0 0,7-6 0 0,3-1 0 16,1-2 0-16,2-3 0 0,6 0 0 0,-3 0 0 0,4-1 0 16,-2 0 0-16,2-1 0 0,1-1 0 0,4-1 0 15,0 0 0-15,0 0 0 0,0 0 0 0,-6-6 0 16,6 6 0-16,0 0 0 0,9-12 0 15,-4 9 0-15,0 0 0 0,9-1 0 0,-2-1 0 0,1 1-178 16,4 2-596-16,2-4-433 0,1 2-1307 0,-1-1 578 16</inkml:trace>
  <inkml:trace contextRef="#ctx0" brushRef="#br0" timeOffset="100910.3812">9962 10460 84 0,'6'-9'454'0,"-1"-2"12"15,0 3 22-15,-1-1 21 0,-4-2 10 0,4 3-16 16,-4 0-23-16,0 1-20 0,1-1-9 0,-1 2-21 16,0-1-12-16,-1 2-12 0,1 0-23 0,0 2-29 15,0 3-33-15,-4-6-36 0,3 4-28 0,1 2-24 16,0 0-27-16,0 0-21 0,-12 6-18 0,7-1-35 16,0 0-132-16,1 5 0 0,0-2 0 0,2 4 0 0,-1-1 0 15,2-3 0-15,-2 4 0 0,2-4 0 0,1-1 0 16,0 0 0-16,0 0 0 0,1-2 0 15,2 3 0-15,1-2 0 0,-3 0 0 0,4 0 0 0,2 0 0 16,0 1 0-16,1-4 0 0,-3 0 0 0,0 2 0 16,4-1 0-16,0 0 0 0,0 0 0 0,-1 1 0 15,2 0 0-15,-4-1 0 0,2 4 0 0,-2-4 0 16,3 1 0-16,-5 1 0 0,0-2 0 0,0 0 0 16,-4 4 0-16,2-2 0 0,-3 2 0 0,-2-2 0 15,-2 4 0-15,-4-3 0 0,-5 2 0 0,0 0 0 16,-2-2 0-16,-6 1 0 0,7-1 0 0,-6-4 0 15,-1 2 0-15,2-3 0 0,0 1 0 0,4 1 0 16,1-3 0-16,5 0 0 0,-1-2 0 0,4 2 0 16,0-2 0-16,7 1 0 0,-9-5 0 0,7 3 0 15,2-1 0-15,0 3 0 0,6-9 0 0,1 1 0 16,3 2 0-16,1-1 0 0,5 0-129 0,2-2-356 16,-7 4-56-16,8-4-62 0,-2 3-470 0,1-1-1161 0,-3 0 514 15</inkml:trace>
  <inkml:trace contextRef="#ctx0" brushRef="#br0" timeOffset="101363.8882">9684 9947 6 0,'-4'-2'430'0,"4"2"27"0,-1-5 16 0,1 5 5 16,0 0 3-16,-6-1 6 0,6 1-5 0,-3-3-3 15,3 3 8-15,0 0-11 0,0 0-4 0,0 0-12 16,0 0-16-16,0 0-18 0,0 0-24 0,0 0-21 15,0 0-28-15,-4-2-31 0,4 2-127 0,0 0-195 16,0 0 0-16,0 0 0 0,0 0 0 0,0 0 0 16,0 0 0-16,0 0 0 0,11-2 0 0,-5 2 0 0,5-3 0 15,-2 2 0-15,9-2 0 0,0 0 0 0,5 0 0 16,7-1 0-16,0 4 0 0,2-7 0 0,-2 6 0 16,0-3 0-16,2-2 0 0,0 2 0 0,0 0 0 15,-5-2 0-15,-4 5 0 0,-5-2 0 0,0 2 0 16,-7-2 0-16,3 2 0 0,-5 1 0 0,-4-1 0 15,3 1 0-15,-4-1 0 0,-4 1 0 0,11 1 0 16,-7 2 0-16,-4 1 0 0,3-1 0 0,-2 3 0 16,-1-2 0-16,0-4 0 0,-4 10 0 0,4-5 0 15,-5 2-60-15,1 1-1296 0,0-2-1468 0,-1-1 650 16</inkml:trace>
  <inkml:trace contextRef="#ctx0" brushRef="#br0" timeOffset="102772.388">8607 11169 161 0,'0'0'236'0,"-6"-4"6"0,6 4 5 0,0 0-5 16,0 0-4-16,-7-1 0 0,7 1 0 0,0 0-6 15,-5-2-1-15,5 2 3 0,-7-1 0 0,4-2-6 16,3 3 1-16,-9-1 1 0,9 1-6 0,-9 1-11 16,9-1-11-16,-10 0-6 0,10 0 1 0,-9 0-11 15,9 0-5-15,-8 3-5 0,4 0-6 0,0-2 1 16,2 2-6-16,2-3 0 0,0 0 2 0,-8 1-9 16,8-1 0-16,0 0-4 0,-6 2-1 0,6-2-10 15,0 0 13-15,0 0-24 0,0 0 20 0,0 0-16 16,0 0 0-16,0 0-3 0,0 0-6 0,0 0-1 15,14 4-1-15,-3-4-8 0,3-1 14 0,7 0-50 0,7 0-81 16,4 0 0-16,4-2 0 0,3-1 0 16,16 1 0-16,4-3 0 0,0-2 0 0,6 2 0 0,32-9 0 15,-2 3 0-15,-5 0 0 0,0-4 0 0,2 2 0 16,-3 2 0-16,-21 1 0 0,19-1 0 0,-27 4 0 16,1 1 0-16,-6-1 0 0,-16 4 0 0,13-2 0 15,-16 2 0-15,-3 1 0 0,0 2 0 0,-2-3 0 16,-2 1 0-16,-7 3 0 0,-3-1 0 0,-2-1 0 15,-6 2 0-15,-2 0 0 0,0 1 0 0,-1-2 0 16,-2 1 0-16,-6 0 0 0,9 0 0 0,-5 1 0 16,-4-1 0-16,8 0 0 0,-8 0 0 0,0 0 0 15,0 0 0-15,9-1 0 0,-9 1 0 0,0 0 0 16,0 0-154-16,0 0-331 0,0 0-65 0,0 0-75 31,-30-3-439-31,19 3-1150 0,-6 0 508 0</inkml:trace>
  <inkml:trace contextRef="#ctx0" brushRef="#br0" timeOffset="103522.1707">9179 11412 22 0,'-3'-2'365'0,"3"2"3"0,0 0 14 16,1-7 9-16,-1 7-2 0,0-4 5 0,0 4-2 15,0-5-2-15,0 5-8 0,2-3-13 0,-2 3-9 16,0 0-10-16,-2-6-5 0,2 6-6 0,0 0-5 16,0-5-10-16,0 5-9 0,0 0 2 0,0 0-19 15,0 0-3-15,0-4-7 0,0 4-7 0,0 0-11 16,0 0-39-16,0 0-231 0,0 0 0 0,0 0 0 15,0 0 0-15,0 0 0 0,0 0 0 0,0 0 0 0,0 0 0 16,0 0 0-16,0 0 0 0,0 0 0 0,-4 13 0 16,4-8 0-16,0 0 0 0,-1 8 0 0,1-2 0 15,-2 5 0-15,1 9 0 0,2-6 0 0,1 6 0 16,-1 1 0-16,2 2 0 0,-2-3 0 0,-1-6 0 16,1 8 0-16,-1-1 0 0,-2-6 0 0,2-1 0 15,0 7 0-15,-2-9 0 0,1-1 0 0,0 1 0 16,-1-1 0-16,1-4 0 0,-1-2 0 0,0-2 0 15,2-2 0-15,-2 4 0 0,2-5 0 0,-3 1 0 16,3-1 0-16,0-5 0 0,-1 4 0 0,1 1 0 16,0-5 0-16,0 0 0 0,0 4 0 0,0-4 0 15,0 0 0-15,0 0 0 0,0 0 0 0,0 0 0 16,-4-13 0-16,4 8 0 0,-1-1-533 0,-2-3-161 0,1-1-467 16,-1 0-1258-16,-2-1 557 0</inkml:trace>
  <inkml:trace contextRef="#ctx0" brushRef="#br0" timeOffset="103960.6589">9063 11465 104 0,'0'-9'364'0,"4"2"5"16,-3 0 18-16,3 0 16 0,-3 1 2 0,3-3-4 15,-3 3-15-15,3-3-8 0,0 3-7 0,0 3-12 16,5-4-7-16,-3 3-8 0,3-2-3 0,-1 2-13 15,2-3-3-15,4 5-2 0,-2 0-7 0,-1-1-17 16,2 1-12-16,6 2-5 0,-2 2-7 0,3 1-6 16,1 1 16-16,-1 4-47 0,-1-1-238 0,0 3 0 15,1-1 0-15,-3 3 0 0,0-3 0 0,0 5 0 32,-4-3 0-32,-1 5 0 0,1-1 0 0,-4 3 0 15,-1-1 0-15,-2 0 0 0,0 1 0 0,-3 1 0 0,-2 5 0 16,-2-5 0-16,-2-1 0 0,-3 6 0 15,-3-1 0-15,-2 0 0 0,-1 0 0 0,-3-1 0 0,3-5 0 16,1-2 0-16,-2 2 0 0,0-2 0 0,-2-2 0 16,6 1 0-16,-5-5 0 0,5 1 0 0,-3-2 0 15,6-3 0-15,-3 1 0 0,1 0 0 0,2-2 0 16,2 0 0-16,-3 0 0 0,2-2 0 0,1 1 0 16,4-3 0-16,-6 2 0 0,6-2 0 0,-3 2 0 15,3-2 0-15,0 0 0 0,0 0 0 0,0 0 0 16,0 0 0-16,0 0 0 0,0 0 0 0,9-12 0 15,-5 9 0-15,1 0 0 0,6-1 0 0,-2 1-420 16,0 1-158-16,5-4-43 0,0 3-475 0,4 1-1186 0,-1-4 524 16</inkml:trace>
  <inkml:trace contextRef="#ctx0" brushRef="#br0" timeOffset="104445.5654">9757 11694 167 0,'5'-10'398'16,"-1"1"33"-16,-4 0 22 0,3 1 9 0,-2 2 5 16,0-4-13-16,-1 5-12 0,0 0-22 0,0-2 0 15,-1 4-7-15,1-3-27 0,-1 2-12 0,1 4-19 16,-4-2-34-16,4 2-23 0,0 0-20 0,0 0-15 16,0 0-20-16,-16 8-14 0,13-2-20 0,-1 0-16 15,-4 4-18-15,4 1-15 0,-1 4-11 0,1-3-118 16,0-1-31-16,-2 2 0 0,5-1 0 0,-2-4 0 15,2 2 0-15,1 0 0 0,1-1 0 0,-1-1 0 16,3-3 0-16,-2 0 0 0,3 1 0 0,-2-1 0 0,2 0 0 16,1-1 0-16,-1 0 0 0,1 0 0 0,2-2 0 15,-1 2 0-15,2 0 0 0,-2-2 0 0,3 1 0 16,-1 2 0-16,1-2 0 0,-3 2 0 0,1 2 0 16,-2-3 0-16,1-1 0 0,-1 2 0 0,0 3 0 15,-1-4 0-15,-1 4 0 0,-2-2 0 0,-1 2 0 16,-1 1 0-16,-1-3 0 0,-1 4 0 0,-4-1 0 15,-2 0 0-15,-1 0 0 0,1-2 0 0,-5 3 0 16,0-3 0-16,-4 1 0 0,1-1 0 0,2-3 0 16,1-1 0-16,0 0 0 0,2 1 0 0,0-2 0 0,0-1 0 15,2-2 0-15,1 1 0 0,1-2 0 16,2 1 0-16,1-2 0 0,1 0 0 0,0 2 0 16,4 1 0-16,-5-4 0 0,4 0 0 0,1 4 0 0,0-7 0 15,0 4 0-15,0 3 0 0,2-5 0 0,2 0 0 16,-1 0 0-16,1 3 0 0,-1-2 0 15,4 1 0-15,-2-1-23 0,2 3-511 0,-1-1-47 0,0 0-42 16,-1 0-449-16,0-1-1161 0,3 1 514 0</inkml:trace>
  <inkml:trace contextRef="#ctx0" brushRef="#br0" timeOffset="105274.7798">9452 11294 30 0,'0'0'91'0,"0"0"4"0,0 0-3 15,0 0 5-15,0 0 7 0,0 0-7 0,-2-5 11 16,2 5 3-16,0 0 13 0,0 0 11 0,0 0 7 16,0 0 14-16,0 0 18 0,0 0 10 0,0 0 10 0,0 0 11 15,0 0 7-15,0 0 14 0,0 0 11 0,0 0 11 16,0 0 0-16,0 0 11 0,2-4 5 15,-2 4-1-15,0 0 2 0,0 0 0 0,0 0 6 0,0 0-4 16,3-3-3-16,-3 3 6 0,0 0-9 0,0 0 0 16,0 0-2-16,0 0-9 0,0 0-11 0,0 0-2 15,0 0-2-15,0 0-3 0,0 0-5 0,0 0-7 16,12 1-148-16,-12-1-72 0,15-1 0 0,-3 0 0 16,2 0 0-16,5 0 0 0,3-2 0 0,7 0 0 15,1 2 0-15,1-2 0 0,0 1 0 0,1 0 0 16,-1-1 0-16,-2 2 0 0,1-2 0 0,-1-1 0 15,-7 3 0-15,-3-3 0 0,-5 3 0 0,-1 0 0 16,-2 0 0-16,2 1 0 0,-7 0 0 0,2 0 0 16,-4-2 0-16,-4 2 0 0,10-1 0 0,-10 1 0 15,5 1 0-15,-5-1 0 0,0 0 0 0,0 0 0 16,0 0 0-16,0 0 0 0,0 0 0 0,-1 5 0 16,1-5 0-16,-8 3 0 0,8-3 0 0,0 0-175 0,-4 5-372 15,2-1-53-15,2-4-59 0,0 0-376 0,0 0-1122 16,-3 3 496-16</inkml:trace>
  <inkml:trace contextRef="#ctx0" brushRef="#br0" timeOffset="107104.8424">11517 10305 95 0,'0'0'359'0,"0"0"3"0,5-5 14 0,-5 5 4 16,4-2 9-16,-3 0-2 0,-1 2-1 0,4-6 2 15,0 5-2-15,-4 1-6 0,2-4-2 0,0 1-15 0,-2 3-11 16,3-3-16-16,-3 3-20 0,2-3-25 0,-2 3-29 16,0 0-30-16,0 0-22 0,-9-6-18 0,1 5-19 15,-3 0-16-15,-1 0-12 0,-6 2-14 0,-2 1-11 16,-1-1-8-16,-9 4-16 0,-2 1-3 0,2 0-3 15,1 3-13-15,-2-3 3 0,3 2-3 0,0-1-57 16,10-1-20-16,0 0 0 0,4-2 0 0,0 1 0 16,4-4 0-16,2 2 0 0,2 0 0 0,1-1 0 15,-1-1 0-15,3 1 0 0,-2 0 0 0,5-2 0 16,-5 4 0-16,2-3 0 0,3-1 0 0,-4 3 0 16,4-3 0-16,0 0 0 0,0 0 0 0,-5 2 0 15,5-2 0-15,-3 3 0 0,3-3 0 0,0 0 0 16,0 8 0-16,0-4 0 0,2-1 0 0,-1 5 0 15,2-3 0-15,-2 3 0 0,1 2 0 0,0 2 0 16,0 3 0-16,1 2 0 0,1 2 0 0,-2-1 0 16,4 12 0-16,-2-3 0 0,0 4 0 0,3 1 0 0,-2 5 0 15,4 9 0-15,-4-13 0 0,-1 3 0 16,-1-2 0-16,0 2 0 0,-2-2 0 0,-1 2 0 16,-2-1 0-16,-1-1 0 0,1-3 0 0,-1 3 0 15,0-5 0-15,1 0 0 0,-1-3 0 0,0-6 0 0,0-2 0 16,2 0 0-16,-2 1 0 0,3-6 0 0,0-1 0 15,2 0 0-15,-1 0 0 0,0-1 0 0,2 0 0 16,2-1 0-16,-2-2 0 0,3 1 0 0,-1-2 0 16,1-3 0-16,1 3 0 0,3-4 0 0,0 1 0 15,4-1 0-15,-4-1 0 0,3 1 0 0,6-2 0 16,-1-1 0-16,0 0 0 0,2 0 0 0,-3-4 0 16,1 2 0-16,-1 1 0 0,-1 0 0 0,-4-2 0 15,2 2 0-15,-4 0 0 0,5 0 0 0,-10-1 0 16,3 0 0-16,0 1 0 0,-3 0 0 0,-5 1 0 15,10-1 0-15,-5-1 0 0,-5 2 0 0,8 0 0 16,-8 0 0-16,5-1 0 0,-5 1 0 0,0 0 0 16,5-2 0-16,-5 2 0 0,0 0 0 0,-9-10 0 0,4 2-1366 15,1 2-1478-15,-1-4 654 0</inkml:trace>
  <inkml:trace contextRef="#ctx0" brushRef="#br0" timeOffset="107635.9639">11582 10766 240 0,'5'-9'500'0,"-1"0"9"0,1 4 17 0,-1-5 2 16,0 6-17-16,-2-2-17 0,2 0-30 0,-1 0-33 15,-1 2-27-15,0-2-23 0,0 2-20 0,-1 1-27 16,-1 3-31-16,3-2-28 0,-3 2-29 0,10 0-29 0,-10 0-9 15,9 1-17-15,-2 2-18 0,0 2-8 16,3 4-23-16,-1-2-5 0,-1 4-7 0,2-2-10 0,-2 2-15 16,1 2-11-16,2 0-92 0,-7-3-2 0,3 2 0 15,-2-3 0-15,-4 5 0 0,-1-3 0 0,3 3 0 16,-3-2 0-16,-3-1 0 0,2 1 0 0,-1 0 0 16,0-4 0-16,-2 3 0 0,-1-3 0 0,1 0 0 15,-1 0 0-15,5-5 0 0,-1 2 0 0,-2-1 0 16,3-4 0-16,-2 3 0 0,2-3 0 0,0 0 0 15,-3-10 0-15,3 4 0 0,5-3 0 0,3 0 0 16,-2-7 0-16,3-1 0 0,0 3 0 0,1 0 0 16,-2-1 0-16,1 1 0 0,4-1 0 0,-2 4 0 15,1-4 0-15,-3 5 0 0,-2 1 0 0,2 0 0 16,0 4 0-16,1 1 0 0,-1 1 0 0,-1 1 0 16,-2 2 0-16,2 1 0 0,2 2 0 0,-1 0 0 0,3 5 0 15,-6 0 0-15,2 0 0 0,2 5 0 0,-5 0 0 16,-1-2 0-16,0 0 0 0,1 5 0 15,-1-3 0-15,-2-1 0 0,1 4 0 0,2-5 0 0,-4-2 0 16,0 1 0-16,1-3 0 0,-1 0 0 0,0-3 0 16,1 1 0-16,-2-2 0 0,0-3 0 0,0 5 0 15,0-5 0-15,0 0-119 0,11-4-398 0,-11 4-63 16,15-9-58-16,-6-1-419 0,3 0-1143 0,2-2 506 16</inkml:trace>
  <inkml:trace contextRef="#ctx0" brushRef="#br0" timeOffset="107854.6656">12234 10753 211 0,'0'0'436'0,"6"-5"20"0,-1 4 15 0,-1-3-3 16,1-1-15-16,0 0-26 0,1 2-25 0,0-1-21 0,4 0-26 15,-1-4-30-15,0 4-28 0,1 0-30 0,0 0-25 16,2 1-30-16,-3 1-21 0,0 1-20 0,-3-2-39 15,2 2-49-15,-2 1-55 0,-6 0-54 0,11 2-58 16,-9 0-51-16,-2-2-58 0,7 4-32 0,-7 2-57 16,-3-1-48-16,-1 1-50 0,0 3-45 0,-2 2-230 15,-4-2-709-15,1-2 313 0</inkml:trace>
  <inkml:trace contextRef="#ctx0" brushRef="#br0" timeOffset="108010.9112">12229 10860 273 0,'-3'2'329'0,"1"0"30"0,2-2 34 16,-2 3 35-16,2-3 27 0,0 0 8 0,0 0-4 15,0 0-4-15,0 0-29 0,0 0-20 0,12-12-32 16,-7 10-29-16,4-5-36 0,0 3-24 0,1-2-32 16,4 1-46-16,0 2 1 0,0-1-28 0,4 1-40 15,0 1-59-15,-4 0-62 0,0 0-73 0,-2 1-72 16,-2-1-72-16,3 1-69 0,-2 1-70 0,1-1-77 16,-1-1-64-16,-1 1-352 0,2-3-897 0,-2 1 398 15</inkml:trace>
  <inkml:trace contextRef="#ctx0" brushRef="#br0" timeOffset="108307.6806">12732 10622 223 0,'0'-5'529'0,"0"1"39"16,0-1 35-16,-1 1 18 0,2-2 11 0,-1 4-9 15,0 2-17-15,-1-7-19 0,1 7-28 0,0-4-26 16,0 4-29-16,0-5-31 0,0 5-41 0,-2-2-31 15,2 2-104-15,0 0-297 0,0 0 0 0,0 0 0 16,0 0 0-16,0 0 0 0,-2 13 0 0,4-8 0 16,-2 5 0-16,0 1 0 0,-2 0 0 0,4 4 0 15,0 0 0-15,-2 2 0 0,-2 0 0 0,4 1 0 16,-2-6 0-16,0 4 0 0,0-3 0 0,0-1 0 16,0 0 0-16,0-1 0 0,0-1 0 0,1-2 0 15,-2-1 0-15,2 0 0 0,-2-1 0 0,2-2 0 0,3-1 0 16,-3 2 0-16,-1-5 0 0,8 2 0 0,-3-1-518 15,-5-1-762-15,19-6-1384 0,-10-1 612 16</inkml:trace>
  <inkml:trace contextRef="#ctx0" brushRef="#br0" timeOffset="108807.5637">12749 10355 320 0,'-4'-13'527'16,"4"2"18"-16,0 3 16 0,-4-2-3 0,4 2-3 16,1-1-25-16,2 1-30 0,1 1-31 0,1 0-35 15,1 0-23-15,6 0-21 0,1-2-14 0,1 5-14 16,4 1-14-16,-1 1-20 0,3-1-25 0,-2 1-25 16,1 1-22-16,-3-2-116 0,2 5-140 0,-5-4 0 15,2 4 0-15,-2-1 0 0,0-2 0 0,-3 1 0 0,3 1 0 16,-8-1 0-16,5 0 0 0,-3 1 0 15,-1 1 0-15,-6-2 0 0,12 0 0 0,-7 1 0 16,-5-1 0-16,10 2 0 0,-6-2 0 0,-4 0 0 16,7 1 0-16,-3 2 0 0,1 3 0 0,2-2 0 0,-2 1 0 15,0 5 0-15,1 0 0 0,1 5 0 0,0 0 0 16,-2 3 0-16,3 8 0 0,-1 0 0 16,0 5 0-16,-3 3 0 0,1-1 0 0,-1 3 0 0,2 13 0 15,-2 0 0-15,3-2 0 0,-4 1 0 0,1-2 0 16,-4-10 0-16,0-2 0 0,2 2 0 0,-4-2 0 15,1 1 0-15,-3 0 0 0,0-5 0 0,-2 1 0 16,0-3 0-16,-1 2 0 0,2-3 0 0,-4-4 0 16,0 0 0-16,1-5 0 0,-1-2 0 0,-1-2 0 15,3-2 0-15,-1-2 0 0,-1 4 0 0,-2-6 0 16,2 1 0-16,-8 1 0 0,-1-2 0 0,-6 3 0 16,-3 0 0-16,-2-2 0 0,1-1 0 0,-1 0 0 15,0 0 0-15,-3 3 0 0,3-4 0 0,-2-4 0 16,-1 5 0-16,-1-5 0 0,0 3 0 0,2 1-5 15,3-6-1360-15,0 1-1478 0,7-4 654 0</inkml:trace>
  <inkml:trace contextRef="#ctx0" brushRef="#br0" timeOffset="109574.3482">5759 12577 291 0,'-6'0'401'0,"6"0"14"0,0 0 17 0,0 0-5 16,0 0 3-16,0 0-2 0,0 0 2 0,0 0 15 16,0 0-17-16,0 0-2 0,0 0-13 0,0 0-1 0,0 0-15 15,0 0-20-15,0 0-21 0,0 0-27 0,0 0-25 16,22-6-29-16,-15 4-25 0,5-1-26 16,2 2-24-16,-4-2-99 0,3 2-101 0,0-1 0 0,0 0 0 15,-2 0 0-15,-2 2 0 0,0-1 0 0,0 0 0 16,-1 1 0-16,-2 0 0 0,-6 0 0 0,9 1-166 15,-4-1-206-15,-5 0-64 0,3 7-63 0,-3-7-60 16,-3 5-53-16,-1 0-313 0,-1 1-1002 0,0-1 444 16</inkml:trace>
  <inkml:trace contextRef="#ctx0" brushRef="#br0" timeOffset="109777.4303">5735 12784 171 0,'-1'2'456'16,"0"1"35"-16,-2 0 34 0,3-3 34 0,-5 4 20 0,5-4 14 15,0 2 1-15,0-2-13 0,0 0-28 16,0 0-30-16,0 0-33 0,13-1-36 0,-2-2-39 16,1 1-40-16,2 1-34 0,-1-1-36 0,-1-3-119 0,6 3-186 15,-1-2 0-15,1-1 0 0,-5 4 0 0,1-3 0 16,-2 3 0-16,2-1 0 0,-1 1 0 16,-1-2 0-16,-3 3 0 0,-2 0-228 0,1 0-181 15,-2 1-58-15,-1 1-70 0,-5-2-63 0,8 2-392 0,-7 0-1075 16,3-1 476-16</inkml:trace>
  <inkml:trace contextRef="#ctx0" brushRef="#br0" timeOffset="115664.6103">6608 12450 294 0,'-1'-6'334'0,"-3"2"8"16,1 1 11-16,0-2 19 0,1 2 5 15,0-1 9-15,-3-1 3 0,2 0-4 0,2 2 27 0,-2-1 12 16,2-1-18-16,0 2-6 0,-2-3-14 0,1 3-9 15,2 3-8-15,-2-6 5 0,2 6-19 16,-1-5-15-16,1 5-26 0,-2-2-23 0,2 2-22 0,0 0-27 16,0 0-242-16,0 0 0 0,0 0 0 0,0 0 0 15,0 0 0-15,2 12 0 0,-1-1 0 0,1 0 0 16,0 4 0-16,-2 2 0 0,1 3 0 0,2 8 0 16,-2 2 0-16,3-2 0 0,-3 2 0 0,-1-1 0 15,-1 1 0-15,-2-1 0 0,1-1 0 0,2-1 0 16,-4 1 0-16,-1-2 0 0,3 1 0 0,-2-2 0 15,0 1 0-15,0-7 0 0,0 0 0 0,1-1 0 16,1 0 0-16,-3-4 0 0,4 1 0 0,-2-4 0 16,1-3 0-16,-1 2 0 0,2-4 0 0,1-1 0 0,0 3 0 15,-2-3 0-15,2-4 0 0,0-1 0 0,0 4 0 16,0-4 0-16,3 4 0 0,-3-4 0 16,0 0 0-16,0 0 0 0,0 0 0 0,9-12 0 0,-4 8 0 15,0-3 0-15,-1-3 0 0,4-1 0 0,3-4-226 16,-2 4-509-16,3-4-470 0,-1 3-1306 0,-2-4 577 15</inkml:trace>
  <inkml:trace contextRef="#ctx0" brushRef="#br0" timeOffset="116195.7156">6847 12629 275 0,'6'-7'403'0,"2"-3"26"0,-3 3 19 0,-4 0 15 16,3 0-1-16,0 3-7 0,0-1-6 0,-3 1-16 15,-1-2 2-15,4 1-27 0,-4 3-9 0,0 2-19 16,1-4-24-16,-1 4-18 0,0 0-23 0,-6-6-23 16,1 5-9-16,1 0-25 0,4 1-19 0,-12 4-13 15,4-1-15-15,-1 1-13 0,0-1-162 0,-3 5-36 16,3-1 0-16,-2 4 0 0,-2 1 0 0,0-1 0 16,-2 3 0-16,2-1 0 0,3 4 0 0,-4-4 0 15,1 2 0-15,-1-1 0 0,1-1 0 0,-2 1 0 16,2-4 0-16,0 1 0 0,3-4 0 0,0 0 0 0,5-2 0 15,-3 0 0-15,3-1 0 0,1 0 0 16,0 0 0-16,2-1 0 0,-1-1 0 0,3-2 0 16,-4 1 0-16,4-1 0 0,-2 2 0 0,2-2 0 15,0 0 0-15,0 0 0 0,-3 4 0 0,3-4 0 0,0 0 0 16,12 4 0-16,-7-3 0 0,4 1 0 16,1 2 0-16,4-1 0 0,0 5 0 0,2-1 0 15,0 1 0-15,2 3 0 0,-3-2 0 0,2 0 0 0,1 1 0 16,-5 0 0-16,2 1 0 0,-1-1 0 0,-1 1 0 15,0 0 0-15,-3-3 0 0,-1-1 0 0,0-1 0 16,-2 1 0-16,2-2 0 0,-5-1 0 0,5 4 0 16,-5-4 0-16,1-1 0 0,-4 0 0 0,4 0 0 15,-3 1 0-15,0-2 0 0,-2-2 0 0,5 3 0 16,-5-3 0-16,4 2 0 0,-4-2 0 0,1 2 0 16,-1-2 0-16,0 0 0 0,0 0 0 0,0 0 0 15,0 0 0-15,0 0 0 0,0 0 0 0,0 0 0 16,0 0 0-16,0 0 0 0,0 0 0 0,0 0 0 15,0 0 0-15,0 0 0 0,-1-14 0 0,1 9-119 0,-4 3-442 16,3-2-74-16,-3 0-511 0,0-6-1242 16,3 3 549-16</inkml:trace>
  <inkml:trace contextRef="#ctx0" brushRef="#br0" timeOffset="126762.8272">6249 12707 49 0,'0'0'250'0,"-14"1"5"0,8-2-11 15,6 1-1-15,-12 0-2 0,6 0-6 0,6 0-1 0,-12 0 0 16,4 0-6-16,8 0 5 0,-10 0-7 0,3-2-4 15,7 2 9-15,-9 2 1 0,9-2-2 16,-9-2-4-16,9 2-3 0,-8 2-8 0,8-2-2 0,0 0-7 16,-9 0-5-16,9 0-9 0,0 0-11 0,-5-4-5 15,5 4-5-15,0 0-10 0,0 0-11 0,0 0-7 16,-4-2-16-16,4 2-10 0,0 0-12 16,0 0-11-16,0 0-4 0,0 0-5 0,23-1-11 0,-17 2-10 15,2-2 5-15,4-1-16 0,-1 0-5 0,-1 0-5 16,3 2-1-16,0-1-5 0,2-2-8 0,2 1 6 15,-2-2-10-15,3 2-2 0,-4-1 3 0,3 0-5 16,-5 0-4-16,-1 1-2 0,-1 1 2 0,0-2-11 16,-2 2-5-16,-3 0-14 0,1-2-21 0,-6 3-21 15,11-1-22-15,-8 1-36 0,-3 0-42 0,0 0-52 16,8 0-64-16,-8 0-63 0,0 0-77 0,0 0-86 16,0 0-361-16,0 0-928 0,0 0 412 0</inkml:trace>
  <inkml:trace contextRef="#ctx0" brushRef="#br0" timeOffset="127310.9588">7597 12456 354 0,'-5'-3'499'16,"0"-6"22"-16,1 6 5 0,-1-3-3 0,0-2-7 15,-4 2-12-15,4-3-15 0,1 4-9 0,0-1-6 16,0 1-11-16,3 0-7 0,0 0-11 0,-3 3-20 0,0-4-24 16,4 3-21-16,-5 0-26 0,5 3-33 15,-4-5-261-15,4 5-60 0,0 0 0 0,-1-2 0 16,1 2 0-16,0 0 0 0,0 0 0 0,5 14 0 0,-5-3 0 15,5 1 0-15,-4 5 0 0,3 3 0 0,0 3 0 16,0 7 0-16,1-3 0 0,-4 2 0 0,2 1 0 16,2-1 0-16,-10 3 0 0,5-1 0 0,1-4 0 15,3 3 0-15,-8-2 0 0,3 1 0 0,-2-2 0 16,2 1 0-16,-3-3 0 0,0-7 0 0,2 0 0 16,-1-3 0-16,2-3 0 0,-2 0 0 0,2-5 0 15,1 4 0-15,-2-7 0 0,0 0 0 0,2 1 0 16,0 0 0-16,0-5 0 0,4 3 0 0,-4-3 0 15,13-6 0-15,-8 3-302 0,5-5-421 0,-2 2-472 0,1-3-1294 16,5-4 573-16</inkml:trace>
  <inkml:trace contextRef="#ctx0" brushRef="#br0" timeOffset="127749.3884">7794 12747 444 0,'5'-4'476'16,"2"1"33"-16,-5 1 30 0,2-2 18 0,-3 2 9 15,-1 2-10-15,7-3-16 0,-7 3-25 0,5-2-28 16,-5 2-31-16,0 0-31 0,0 0-34 0,0 0-19 16,0 0-25-16,0 0-25 0,1 8-28 0,-1-3-26 15,-1 2-141-15,2 1-127 0,-2 2 0 0,1 0 0 16,0 2 0-16,-2-1 0 0,2 2 0 0,-1-2 0 16,0 0 0-16,1-1 0 0,0-1 0 0,-1 0 0 15,1-3 0-15,0 1 0 0,0-2 0 0,0-1 0 0,0 0 0 16,0-4 0-16,0 6 0 0,0-6 0 15,0 0 0-15,5 2 0 0,-5-2 0 0,0 0 0 16,10-12 0-16,-5 7 0 0,1-3 0 0,2-1 0 16,-3 0 0-16,3 1 0 0,-1-2 0 0,1 2 0 0,-1 1 0 15,-1-1 0-15,3 2 0 0,-5 1 0 0,0 1 0 16,2 0 0-16,-1 4 0 0,3-2 0 0,-2 2 0 16,-6 0 0-16,13 1 0 0,-8 0 0 0,3 4 0 15,-1 2 0-15,1-1 0 0,-4 1 0 0,5 3 0 16,-4 0 0-16,0-1 0 0,0 1 0 0,-1-1 0 15,-1 1 0-15,-2-1 0 0,3 2 0 0,0-2 0 16,-2-1 0-16,1-3 0 0,-2 1 0 0,0-4 0 16,2 1 0-16,-3-3 0 0,0 0 0 0,0 0 0 15,0 0-138-15,0 0-335 0,4-10-27 0,-3 6-51 16,0-4-43-16,-1-2-396 0,0 1-1071 0,0 0 474 16</inkml:trace>
  <inkml:trace contextRef="#ctx0" brushRef="#br0" timeOffset="129031.5416">8645 12606 197 0,'-1'-1'312'0,"1"1"6"0,-3-5 6 0,3 5 0 16,-1-7 16-16,-4 3 12 0,5 0 15 0,0 1 2 15,0 3 9-15,-1-7 8 0,-2 3 4 0,3 0 13 16,-1 1-2-16,-2-1-1 0,2-1-5 0,1 2-2 15,0 3-17-15,-4-5-10 0,3 2-27 0,-3 0-2 16,4 3-30-16,-3-5-14 0,3 5-169 0,-3-2-124 16,3 2 0-16,0 0 0 0,0 0 0 0,0 0 0 0,0 0 0 15,0 0 0-15,0 0 0 0,0 13 0 0,2-3 0 16,-1-1 0-16,2 3 0 0,1 0 0 0,-3 1 0 16,0 3 0-16,2 1 0 0,-2-1 0 0,2 0 0 15,-2 1 0-15,-1-1 0 0,-1-3 0 0,1 0 0 16,0-2 0-16,-3 1 0 0,3 0 0 0,-1-1 0 15,1 2 0-15,-4-5 0 0,4 1 0 0,-1-2 0 16,-2 0 0-16,2-1 0 0,1 0 0 0,0-2 0 16,-3 0 0-16,2-1 0 0,1-3 0 0,0 5 0 15,-2-3 0-15,2-2 0 0,0 0 0 0,0 0 0 16,0 0 0-16,0 0 0 0,0 0 0 0,11-8 0 16,-6 4 0-16,-1-2 0 0,0 2-193 0,1-2-453 15,0-2-54-15,-1 1-409 0,0 0-1202 0,-3 1 533 16</inkml:trace>
  <inkml:trace contextRef="#ctx0" brushRef="#br0" timeOffset="129438.8617">8594 12585 398 0,'3'-8'478'0,"-3"-2"31"0,0 4 17 0,0-2 5 16,0-1 6-16,0 0-11 0,1-1-9 0,0 2-11 15,1 0-11-15,0-1-17 0,-1 1-16 0,2 2-27 16,1-1-24-16,-1 1-26 0,1 1-28 0,4-3-28 16,0 3-29-16,2 0-289 0,-1 2-11 0,1 0 0 15,3 2 0-15,-3 2 0 0,9-1 0 0,-6 4 0 16,5 3 0-16,-1-2 0 0,-1 1 0 0,0 1 0 16,0 4 0-16,-3-3 0 0,2 3 0 0,-2 1 0 15,1 0 0-15,-4 1 0 0,-2 0 0 0,0 1 0 16,-2 4 0-16,-2-2 0 0,-3 4 0 0,-1-2 0 15,-4 1 0-15,-3 0 0 0,-1-2 0 0,-5 6 0 16,-2-1 0-16,-2-3 0 0,-2 1 0 0,4-6 0 0,-3-1 0 16,-4 3 0-16,5-5 0 0,0 0 0 0,1-3 0 15,0-1 0-15,4-1 0 0,-2-3 0 16,5 0 0-16,1-1 0 0,2 0 0 0,1-1 0 16,-3-1 0-16,8 0 0 0,-9-1 0 0,9 1 0 0,-4-4 0 15,4 4 0-15,0-6 0 0,0 6 0 0,8-6 0 16,1 1 0-16,0 0 0 0,-3 3-378 0,6-3-925 15,2 2-1410-15,0-1 624 0</inkml:trace>
  <inkml:trace contextRef="#ctx0" brushRef="#br0" timeOffset="129892.0496">9004 12775 198 0,'5'-6'530'0,"0"1"26"0,-2-2 6 15,-2 1 7-15,1 1-15 0,0-2-15 0,2 1-34 16,-3 1-27-16,2-1-36 0,0 1-15 0,-3 0-26 16,0 1-26-16,0 4-27 0,2-5-29 0,-2 5-31 15,0 0-28-15,0-3-29 0,0 3-26 0,0 0-24 0,0 0-18 16,0 0-103-16,0 0-60 0,0 0 0 0,1 15 0 16,-1-9 0-16,4 2 0 0,-4 1 0 0,-4 1 0 15,8-2 0-15,-3 2 0 0,-1-2 0 0,2 0 0 16,0 0 0-16,-2-2 0 0,0 1 0 0,4-1 0 15,-4-1 0-15,3 2 0 0,-1-2 0 16,-1-2 0-16,2 3 0 0,2-2 0 0,-1 1 0 0,2-2 0 16,-2 2 0-16,4-2 0 0,1 1 0 0,-4 1 0 15,1-3 0-15,1 2 0 0,-2-2 0 0,0 4 0 16,0-4 0-16,4 1 0 0,-4 2 0 0,3 0 0 16,-1 2 0-16,-3-2 0 0,0-1 0 0,-3 3 0 15,-3 0 0-15,-2-2 0 0,-4 6 0 0,-2-5 0 16,-1 3 0-16,-5-2 0 0,1 5 0 0,-2-3 0 15,-2 2 0-15,1-6 0 0,-1 5 0 0,4-2 0 16,-2 1 0-16,5-5 0 0,1 0 0 0,2 0 0 16,3-2 0-16,-1 0 0 0,1-1 0 0,6-1 0 15,0 0 0-15,-9-7 0 0,9 2 0 0,0 5 0 16,4-8 0-16,2 0 0 0,2 1-269 0,0-3-206 0,1 2-40 16,2-2-53-16,3 0-33 0,3 1-360 15,-2-1-1041-15,-1 2 462 0</inkml:trace>
  <inkml:trace contextRef="#ctx0" brushRef="#br0" timeOffset="130298.207">9831 12767 137 0,'-9'-2'490'0,"9"2"17"0,-5-1 25 0,5 1 11 16,0 0 5-16,0 0 1 0,-6-2-12 0,6 2 0 15,0 0-2-15,0 0-16 0,0 0-18 0,0 0-33 16,-4-4-26-16,4 4-36 0,0 0-34 0,0 0-35 0,0-4-106 16,0 4-231-16,6-4 0 0,-2 0 0 15,3 1 0-15,-2 1 0 0,1 0 0 0,2 0 0 16,-2 0 0-16,0 0 0 0,1 1 0 0,2 1 0 0,-3-2 0 16,-1 2 0-16,-5 0 0 0,13 0 0 0,-9 2-190 15,2-2-229-15,-6 0-39 0,4 6-45 0,-4-3-51 16,-3 3-51-16,-3-3-306 0,2 2-986 15,-3-1 436-15</inkml:trace>
  <inkml:trace contextRef="#ctx0" brushRef="#br0" timeOffset="130470.0448">9730 12871 397 0,'-1'1'438'0,"1"-1"30"0,0 0 33 0,-7 2 26 16,7-2 9-16,0 0 6 0,0 0-24 0,0 0-25 15,0 0-29-15,0 0-36 0,0 0-39 0,12-7-38 16,-7 5-38-16,4-1-31 0,-1 3-29 0,2-1-46 15,-1-1-61-15,4 2-76 0,-3-3-78 0,0 2-79 16,-1 1-82-16,4-2-90 0,-7 2-83 0,2 2-84 16,0-5-83-16,-2 3-412 0,2-1-997 0,-1 1 441 15</inkml:trace>
  <inkml:trace contextRef="#ctx0" brushRef="#br0" timeOffset="131298.007">10678 12416 16 0,'-1'-4'453'0,"4"-1"28"15,-3 0 16-15,0-1 9 0,0 1 3 0,1-1-6 16,-2 0 0-16,2 2-7 0,0-2-9 15,-1 1-3-15,0-1-2 0,0 2-12 0,0 0-7 0,0 4-16 16,0-7-28-16,-1 5-17 0,1 2-40 0,0 0-151 16,0-6-211-16,0 6 0 0,0 0 0 0,0 0 0 15,0 0 0-15,0 0 0 0,0 16 0 0,1-6 0 16,2 6 0-16,-1 0 0 0,2 2 0 0,-1 6 0 16,1 3 0-16,-3 3 0 0,3-1 0 0,-2-2 0 15,0 4 0-15,-1-3 0 0,-1 4 0 0,-3-3 0 16,2 0 0-16,1 1 0 0,-4-2 0 0,3-9 0 15,-2 9 0-15,2-10 0 0,-3 1 0 0,0-1 0 16,2-3 0-16,-1-3 0 0,2 0 0 0,0-3 0 16,-1-3 0-16,0 4 0 0,1-7 0 0,1 3 0 15,-3-1 0-15,3-1 0 0,0-4 0 0,0 0 0 0,0 3 0 16,0-3 0-16,0 0 0 0,0 0 0 0,0 0 0 16,6-10 0-16,-4 3 0 0,-1 0 0 0,5-3 0 15,-2 2 0-15,0-3-138 0,6-4-567 16,-5 3-520-16,1-4-1327 0,-1-1 587 0</inkml:trace>
  <inkml:trace contextRef="#ctx0" brushRef="#br0" timeOffset="131720.059">10891 12573 307 0,'11'-11'373'0,"2"2"14"0,-4 0 43 0,-3 0 27 16,1 1 21-16,-1 0 6 0,-2 4 9 0,2-1-3 15,-2 2-3-15,1-3-5 0,-4 3 1 0,2-2-11 16,-2 4-19-16,-1 1-24 0,0-5-22 0,0 5-22 15,0 0-30-15,0 0-16 0,-14 0-339 0,4 3 0 16,2-1 0-16,-1 4 0 0,-1 0 0 0,0 2 0 0,-3 2 0 16,-1 2 0-16,0 1 0 0,0 0 0 15,1-1 0-15,3 1 0 0,-4 2 0 0,5-1 0 16,-4 1 0-16,4-2 0 0,-1 0 0 0,0-6 0 0,4 4 0 16,-1-2 0-16,1-2 0 0,3-2 0 0,-1 1 0 15,-1-3 0-15,3 3 0 0,-1-3 0 0,1 1 0 16,2 1 0-16,0-1 0 0,2 1 0 0,1-1 0 15,4 0 0-15,-2 1 0 0,4 0 0 0,0 1 0 16,4-1 0-16,5 2 0 0,-4 0 0 0,4-1 0 16,0 1 0-16,0-1 0 0,0 2 0 0,-2-1 0 15,1-3 0-15,2 2 0 0,-7-1 0 0,0 1 0 16,-2-2 0-16,0-1 0 0,0 2 0 0,-4-2 0 16,3-1 0-16,-4 0 0 0,-1 1 0 0,1-2 0 15,-5-1 0-15,6 4 0 0,-3-2 0 0,-3-2 0 16,5 0 0-16,-1 2 0 0,-4-2 0 0,0 0 0 15,0 0 0-15,0 0 0 0,0 0 0 0,0 0 0 0,0 0 0 16,0 0 0-16,-4-13-257 0,0 6-381 16,4 1-63-16,-1-4-399 0,2-2-1191 0,2 3 528 15</inkml:trace>
  <inkml:trace contextRef="#ctx0" brushRef="#br0" timeOffset="132485.6217">11742 12397 123 0,'2'-3'165'0,"0"-1"3"0,-1 0 1 0,3 2 2 16,-4 2 2-16,1-5 8 0,-1 5 12 15,2-3 13-15,-2-1 10 0,0 4 19 0,0 0 21 16,2-5 27-16,-2 5 27 0,0 0 20 0,1-3 23 0,-1 3 17 16,0 0 12-16,0 0 16 0,1-4-1 0,-1 4 1 15,2-3 2-15,-2 3 0 0,0 0-10 16,0 0-12-16,0 0-7 0,0 0-28 0,0 0-15 0,0 0-224 15,0 0-104-15,0 0 0 0,0 0 0 0,0 0 0 16,0 0 0-16,0 0 0 0,0 0 0 0,1 11 0 16,2-4 0-16,-3 1 0 0,2 3 0 0,-2 0 0 15,4 5 0-15,-1 2 0 0,-2 0 0 0,1 9 0 16,0-7 0-16,1-1 0 0,4 6 0 0,-6 0 0 0,2 2 0 16,-5-10 0-16,4 3 0 0,-1 0 0 15,-1-2 0-15,-1 0 0 0,3-2 0 0,1 0 0 16,-3-6 0-16,2 2 0 0,-2-2 0 0,2 0 0 0,-2-3 0 15,0-1 0-15,1 0 0 0,0 0 0 0,-2-2 0 16,1 0 0-16,3-1 0 0,-3-3-274 16,0 0-300-16,2 2-18 0,-2-2-20 0,0 0-412 15,9-8-1108-15,-5 4 490 0</inkml:trace>
  <inkml:trace contextRef="#ctx0" brushRef="#br0" timeOffset="132940.1829">12020 12591 479 0,'4'-4'517'0,"1"0"29"0,-1 1 15 16,-1 0-3-16,-1-1-2 0,0 1-15 0,0-1-11 16,-2 4-13-16,3-4-24 0,-3 4-33 0,2-2-32 15,-2 2-38-15,0 0-38 0,0 0-22 0,0 0-20 16,0 0-23-16,-1 11-21 0,2-5-196 0,-1 2-70 15,0 0 0-15,-1 0 0 0,0 3 0 0,2 1 0 0,-1 0 0 16,0-1 0-16,-1 0 0 0,-1-2 0 0,1 1 0 16,0-2 0-16,-2 0 0 0,2-3 0 15,0 1 0-15,-1 1 0 0,2-3 0 0,0 0 0 0,0-4 0 16,0 8 0-16,0-8 0 0,3 2 0 0,-3-2 0 16,0 0 0-16,0 0 0 0,14-10 0 0,-9 3 0 15,4-1 0-15,0 0 0 0,-2 0 0 0,3-1 0 16,0 1 0-16,-4-2 0 0,3 3 0 0,0-3 0 15,-4 7 0-15,3-3 0 0,-3 1 0 0,3 0 0 16,-3 3 0-16,0 1 0 0,0 0 0 0,2 1 0 16,-7 0 0-16,12 2 0 0,-7 0 0 0,0 2 0 15,1 2 0-15,-1-1 0 0,-1-2 0 0,1 4 0 16,-2-2 0-16,3 1 0 0,-3 0 0 0,1 0 0 16,0 0 0-16,0 0 0 0,1-1 0 0,-2-1 0 0,0 3 0 15,1-5 0-15,0 3 0 0,3-2 0 0,-2-2 0 16,5-1-140-16,0 0-399 0,0 0-75 0,3-3-52 15,-3-1-373-15,4 0-1125 0,3-4 497 16</inkml:trace>
  <inkml:trace contextRef="#ctx0" brushRef="#br0" timeOffset="133580.9218">12840 12265 283 0,'5'-5'507'0,"-1"2"14"0,-1-1 9 0,1-1 0 16,0 3-13-16,-1 0-4 0,-3 2-23 0,3-8-25 15,-1 7-14-15,-2 1-23 0,1-5-19 0,-1 5-30 16,0 0-15-16,-5-3-22 0,5 3-16 0,-13-1-17 15,3 2-15-15,-3 0-13 0,-1-2-29 0,-5 2-252 16,-2 0 0-16,-4 5 0 0,3-2 0 0,2 0 0 16,-1-1 0-16,0 2 0 0,1-1 0 0,1 1 0 15,1 1 0-15,7-2 0 0,-1-2 0 0,2 2 0 0,5-2 0 16,-3 2 0-16,3 0 0 0,0-4 0 0,0 2 0 16,1 0 0-16,4-2 0 0,-5 4 0 15,2 1 0-15,2 0 0 0,0 0 0 0,1 1 0 0,1 4 0 16,-1 2 0-16,0 5 0 0,4-2 0 0,0 2 0 15,-3 2 0-15,3 1 0 0,1 8 0 0,0-3 0 16,-1 4 0-16,-3-1 0 0,3-1 0 0,-1 1 0 16,-2 3 0-16,0-2 0 0,3 0 0 0,-4 0 0 15,0 0 0-15,-1 1 0 0,1-1 0 0,0 3 0 16,-4-3 0-16,3 1 0 0,-2-1 0 0,3-2 0 16,-1 7 0-16,-2-3 0 0,2-1 0 0,1-2 0 15,-4 1 0-15,4-2 0 0,0-8 0 0,0-1 0 16,0 1 0-16,4-4 0 0,-4-5 0 0,1 1 0 15,3-2 0-15,-1 1 0 0,-2-3 0 0,3-2 0 16,1 1 0-16,-1-3 0 0,2 2 0 0,3-2 0 16,3 0 0-16,-1 0 0 0,-1-2 0 0,2 0 0 15,-1-1 0-15,1 0 0 0,2 2 0 0,-1-4 0 0,1 1 0 16,-2 1 0-16,0 0 0 0,2-1 0 0,-1-1 0 16,-2 2 0-16,-2-1 0 0,0 0 0 15,-1-1 0-15,2 1 0 0,-2 0 0 0,-3-1 0 16,0-1 0-16,3 0 0 0,-2-1 0 0,-2-2 0 0,1-2 0 15,1-2 0-15,-2 1 0 0,3-3-357 0,0-1-949 16,4-4-1414-16,0 0 625 0</inkml:trace>
  <inkml:trace contextRef="#ctx0" brushRef="#br0" timeOffset="133972.5012">13480 12252 115 0,'4'-16'558'0,"-2"5"27"0,2-2 9 15,-5 2-8-15,3 2-16 0,1-1-27 0,-3 3-9 16,0 3-19-16,3-3-16 0,-6 2-17 0,3 1-24 16,-3-1-23-16,2-1-31 0,1 6-32 0,0 0-22 0,-4-1-22 15,4 1-65-15,0 0-263 0,-4 12 0 16,3-2 0-16,0 0 0 0,2 7 0 0,-1 3 0 15,3-2 0-15,-1 1 0 0,-2 1 0 0,0 5 0 0,3 0 0 16,1-4 0-16,-3 3 0 0,3-4 0 16,-4-3 0-16,1 1 0 0,0-2 0 0,1 3 0 0,-2-9 0 15,0 1 0-15,1 3 0 0,3-3 0 0,-7-3 0 16,6-1 0-16,-6-1 0 0,6 0 0 0,-3 0 0 16,0-3 0-16,0-3 0 0,0 7 0 0,0-4 0 15,0-3 0-15,1 2 0 0,-1-2 0 0,0 0 0 16,0 0 0-16,0 0 0 0,0 0 0 0,0 0 0 15,0 0 0-15,2-11 0 0,-2 11 0 0,-3-5 0 16,-2 2-175-16,5 3-524 0,-8-2-521 0,-1 0-1321 0,-5 3 585 16</inkml:trace>
  <inkml:trace contextRef="#ctx0" brushRef="#br0" timeOffset="134301.6743">13021 12750 264 0,'-4'1'425'16,"3"2"29"-16,1-3 22 0,-6 1 15 0,3 1-1 16,3-2-21-16,0 0 1 0,-5 2-25 0,5-2-10 15,0 0-17-15,0 0-15 0,-4 3-16 0,4-3-22 16,0 0-27-16,0 0-21 0,0 0-15 0,0 0-21 16,12 6-16-16,-5-5-17 0,0 2-16 0,3-2-16 15,1-1-216-15,7 1 0 0,1 0 0 0,11-1 0 0,-1-1 0 16,8 0 0-16,3 0 0 0,15-4 0 15,4 0 0-15,5-1 0 0,31-3 0 0,-29 3 0 16,23-5 0-16,-25 4 0 0,-5 0 0 0,6 3 0 0,-6-4 0 16,-6 5 0-16,-14 0 0 0,-1-1 0 0,-5 0 0 15,-2 2 0-15,-12-1 0 0,0 2 0 0,-7 1 0 32,-1-1 0-32,1 0 0 0,-5-1 0 0,0 2 0 0,-7 0 0 0,10 0 0 0,-6 2 0 0,-4-2 0 15,0 0 0-15,0 0 0 0,-13 8 0 0,3-4-444 16,1-2-257-16,-9 3-474 0,-1-1-1272 0,2 2 563 15</inkml:trace>
  <inkml:trace contextRef="#ctx0" brushRef="#br0" timeOffset="134661.3494">13500 12971 88 0,'0'0'525'0,"-2"-6"18"0,2 6 24 0,-1-4 15 0,1 4-6 16,-3-4-13-16,3 4-25 0,0 0-17 0,0-5-23 15,0 5-18-15,0 0-27 0,0-4-27 0,0 4-29 16,0 0-32-16,0 0-33 0,0 0-27 0,0 0-21 16,0 0-136-16,0 0-148 0,-4 14 0 0,4-3 0 15,-1 0 0-15,0 2 0 0,1-1 0 0,-2 7 0 16,2-1 0-16,-1 5 0 0,2 3 0 0,-2-2 0 15,0-4 0-15,2-1 0 0,0 1 0 16,-1-1 0-16,2-2 0 0,0 1 0 0,1 0 0 0,-2-2 0 16,-1-3 0-16,4 3 0 0,-2-5 0 0,0 6 0 15,0-7 0-15,2 0 0 0,-2-1 0 0,1-2 0 16,0 0 0-16,-1-2 0 0,1 2 0 0,-1-2-507 16,2-2-214-16,-2-2-440 0,-2-1-1257 0,0 0 556 15</inkml:trace>
  <inkml:trace contextRef="#ctx0" brushRef="#br0" timeOffset="135037.8488">13364 13050 70 0,'3'-9'498'0,"3"0"26"15,-3 1 19-15,1-1 5 0,1 1-15 0,-1 1-28 16,3 0-25-16,-4-1-25 0,5 1-29 0,2 0-13 15,-1 2-13-15,-1 1-17 0,3 1-15 0,2 1-15 16,-1-3-10-16,0 4-17 0,0-2-8 0,4 3-14 16,-3 2-15-16,5 0-177 0,-5 4-112 0,5-3 0 15,-3 5 0-15,0 0 0 0,2 0 0 0,-3 3 0 16,-1 2 0-16,-1 0 0 0,-1-1 0 0,1 2 0 16,-6 0 0-16,3 3 0 0,-5-1 0 0,0 0 0 15,-2 2 0-15,-3 1 0 0,-3 1 0 0,0-3 0 16,0 1 0-16,-7 0 0 0,1 4 0 0,-4 0 0 15,-2-8 0-15,-3 5 0 0,6-5 0 0,-10 3 0 0,9-5 0 16,-2-2 0-16,0 0 0 0,4-3 0 0,-4 0 0 16,3-2 0-16,3 0 0 0,2-3 0 15,2 1 0-15,0 0 0 0,1-2 0 0,1 1 0 0,4-2 0 32,0 0 0-32,0 0 0 0,0 0 0 0,16-10 0 0,-3 7 0 0,6 2 0 0,-2-4-660 0,1 1-71 15,1-1-403-15,0 2-1228 0,1-2 544 0</inkml:trace>
  <inkml:trace contextRef="#ctx0" brushRef="#br0" timeOffset="135475.3907">13907 13201 294 0,'9'-12'399'16,"-2"2"23"-16,1-7 28 0,-2 9 17 16,-1-2 4-16,1-1-7 0,-4 3-21 0,1-2-10 15,-2 4-16-15,2-1-17 0,-2 1-1 0,0 1-24 0,-1-1-20 16,0 3-23-16,0 3-26 0,2-7-24 0,-2 7-24 15,0-4-23-15,0 4-25 0,0 0-19 0,0 0-11 16,0 0-13-16,0 0-1 0,0 0-91 0,-6 16-75 16,5-7 0-16,0 2 0 0,1-3 0 0,1 4 0 15,-1-1 0-15,1-1 0 0,1 1 0 0,0-2 0 16,1 1 0-16,2-1 0 0,-3-3 0 0,2 2 0 16,0-1 0-16,0 0 0 0,0-1 0 0,0 0 0 15,-1 0 0-15,6-2 0 0,-6 1 0 0,3-1 0 16,-1 0 0-16,3 0 0 0,-4 2 0 0,2-4 0 15,-2 4 0-15,1-1 0 0,-1-1 0 0,-3-1 0 16,3 2 0-16,-2 1 0 0,-2 0 0 0,0 2 0 16,-2-2 0-16,-2 4 0 0,-1-1 0 0,-4 0 0 15,-1 0 0-15,-3 1 0 0,-5 0 0 0,2 0 0 16,-2-3 0-16,1-2 0 0,-2 1 0 0,4-1 0 16,-3-3 0-16,5-1 0 0,4-1 0 0,0 3 0 0,0-1 0 15,4-2 0-15,5 0 0 0,-9-4 0 0,5 2 0 16,4 2 0-16,4-7 0 0,0 2 0 15,2-2 0-15,6 0 0 0,-2-2 0 0,8 1 0 0,0-2 0 16,1 1-371-16,0-2-131 0,-1 3-50 0,8-7-51 16,-9 4-425-16,0-1-1113 0,1 3 493 0</inkml:trace>
  <inkml:trace contextRef="#ctx0" brushRef="#br0" timeOffset="136116.2684">14083 12173 332 0,'0'-8'371'0,"-1"2"20"0,1-2 15 0,0 0 4 0,0 2 6 16,0 1 5-16,0-1 5 0,0 1 7 0,1 0 8 0,-1 3 6 0,3-5-6 0,-2 3-11 16,3 0-13-16,1 1-15 0,-1-1-15 0,-2 1-17 31,5 0-20-31,-1 0-14 0,2 2-17 0,-2-1-74 0,6 0-245 16,-1 1 0-16,2-3 0 0,0 2 0 0,1 0 0 0,-3 1 0 0,3 1 0 0,-3-1 0 15,3 0 0-15,-2 1 0 0,-3-1 0 0,8 0 0 0,-4-1 0 31,-2 4 0-31,3-4 0 0,-7 2 0 0,3 0 0 0,-3 0 0 0,-1 2 0 0,0-1 0 0,1 0 0 32,-2 2 0-32,1 2 0 0,0 3 0 0,1 1 0 0,0 5 0 0,1 2 0 0,-2 2 0 0,1 10 0 15,-2 3 0-15,1-1 0 0,-1 4 0 0,-1 15 0 16,-3-1 0-16,1 3 0 0,0-2 0 0,0 0 0 16,-4-3 0-16,0 0 0 0,0-10 0 0,4 10 0 15,-4-12 0-15,1 0 0 0,-3 0 0 0,1-1 0 16,1 1 0-16,1-1 0 0,-3-2 0 0,3 0 0 0,0 1 0 31,1-1 0-31,0-2 0 0,1 2 0 16,-1 1 0-16,3-3 0 0,-2 2 0 0,1-5 0 15,1 2 0-15,-1-3 0 0,-2-6 0 0,4 1 0 0,-3-2 0 16,2-3 0-16,-2 2 0 0,4-1 0 0,-3-6 0 16,-1 1 0-16,0-2 0 0,1-1 0 0,0-2 0 15,-2 0 0-15,0 0 0 0,4-2 0 0,-4 3 0 16,0-4 0-16,0 3 0 0,0-1 0 0,0-1 0 15,-4 1 0-15,2 1 0 0,-2-1 0 0,-4 0 0 16,2 1 0-16,-7-1 0 0,-2 1 0 0,-5-1 0 16,0-1 0-16,-1-1 0 0,-8-1 0 0,2 2 0 15,8-4 0-15,-1 0 0 0,1 0 0 0,8 0 0 16,-4-3 0-16,3 0-1366 0,2 2-1478 0,4-3 654 16</inkml:trace>
  <inkml:trace contextRef="#ctx0" brushRef="#br0" timeOffset="141824.4135">14493 9562 233 0,'-6'-5'316'15,"3"2"8"-15,2-1-8 0,0 0-9 0,1 4-2 16,-4-7-6-16,4 3-3 0,0 0-6 0,0-1-2 16,0 0-5-16,0-1-13 0,0 1-15 0,1-2-14 0,3 1-20 15,0-2-23-15,5 0-24 0,-3-1-15 0,11 0-15 16,-2 0-12-16,6 3-11 0,-3-3-9 16,2 5-7-16,-1-2-6 0,0 2-7 0,0 3-8 15,0-2-10-15,-2 4-9 0,0 2-3 0,2 4-3 0,0-1 2 16,-3 7 9-16,0-1 7 0,2 7-5 0,-1 2 11 15,-3 2 10-15,0 1-6 0,-5 2 1 0,-1 3 1 16,-3 3-1-16,0-2-4 0,-3 0-5 0,-2 4 9 16,-4 2-3-16,-2-2-6 0,-4 10-1 0,-3 4 8 15,-2-1 16-15,-3 0-9 0,-1-1-4 0,-3-1 0 16,-1 2-16-16,1-4-4 0,-1 0-9 0,2 2-1 16,8-13-17-16,-5 11 15 0,9-9-29 0,2 0 15 15,5 0-7-15,2 1 4 0,4 0-40 0,7 11 0 16,2-13 0-16,10 14 0 0,4-2 0 0,2-5 0 15,5 1 0-15,-3-5 0 0,3-1 0 0,-9-10 0 16,1 2 0-16,-1-5 0 0,-2 4 0 0,-1-3 0 16,1-1 0-16,0 0 0 0,-5-3 0 0,-4-2 0 15,1-3 0-15,-2 1 0 0,0-5 0 0,-2 6 0 16,-2-3 0-16,0-2 0 0,-1 0 0 0,0 0 0 16,-1-3 0-16,-2 1 0 0,-1 1 0 0,0-2 0 15,0 5 0-15,1-4 0 0,-4 2 0 0,-2 1 0 0,-3 0 0 16,3 0 0-16,-2 3 0 0,-2 4 0 0,0-2 0 15,-3-2 0-15,-2 9 0 0,3-4 0 0,-4 3 0 16,4 3 0-16,-5-5 0 0,3 6 0 16,-1 3 0-16,1 0 0 0,1 0 0 0,1 3 0 0,2-1 0 15,-3 0 0-15,7 5 0 0,-2 8 0 0,2 0 0 16,-3 2 0-16,7-1 0 0,-1 0 0 0,1-10 0 16,3 10 0-16,0 1 0 0,-3-11 0 0,5 13 0 15,-4-14 0-15,1 16 0 0,1-1 0 0,-2-16 0 16,0 0 0-16,3 12 0 0,-4-11 0 0,1-2 0 15,-4 2 0-15,0-2 0 0,-3 1 0 0,1 0 0 16,-5-2 0-16,2-2 0 0,-1 1 0 0,-6-2 0 16,1-2 0-16,-2-1 0 0,1-5 0 0,-3 1 0 15,-3 2 0-15,-1-6 0 0,6-5 0 0,-2 0 0 0,0 0 0 16,-2-3 0-16,5 1 0 0,3-4 0 0,-1-1 0 16,4-3 0-16,1 0 0 0,1 1 0 15,0-1 0-15,0 0 0 0,2 0 0 0,2-3 0 16,0 0 0-16,0 0 0 0,0 0 0 0,0 0 0 0,6-10-468 15,-2 6-132-15,1-6-98 0,2 2-374 0,-4-3-1159 16,4-1 513-16</inkml:trace>
  <inkml:trace contextRef="#ctx0" brushRef="#br0" timeOffset="143232.8399">15550 10570 58 0,'0'-6'94'0,"4"2"0"0,-4 0-1 0,1-1-7 15,2 0 1-15,-2 1-13 0,-1-3 1 0,0 2 3 16,2 1-11-16,-2 1-3 0,0-2-5 0,0-1-7 16,0 1-6-16,-2 0-4 0,2 1-6 0,0 4 4 15,-1-8 0-15,-2 4 2 0,2 1 8 0,-1 0-1 16,0-1 10-16,2 4 17 0,-4-4 20 0,3 0 25 0,1 4 20 15,-3-7 17-15,2 3 13 0,1 0 21 16,-2-1 35-16,-1 0 42 0,2 0 30 0,1 2 30 16,-1-2 20-16,1 1 15 0,1 1 23 0,0-2 7 0,-1-1 21 15,3 4 9-15,-3 2 1 0,-4-8-8 0,4 8-10 16,-1-6-17-16,1 6-22 0,-3-3-24 0,3 3-301 16,0-3-43-16,0 3 0 0,0 0 0 15,0 0 0-15,0 0 0 0,0 0 0 0,0 0 0 0,0 0 0 16,-5 12 0-16,5-2 0 0,1 3 0 0,-2 4 0 15,1 1 0-15,0 7 0 0,1 0 0 0,-1 4 0 16,0-5 0-16,0 7 0 0,-1-6 0 0,1 6 0 16,-3-5 0-16,3 8 0 0,-1-6 0 0,0 1 0 15,0-3 0-15,1 0 0 0,-2-1 0 0,2-5 0 16,-5 5 0-16,5-6 0 0,-1-3 0 0,0 1 0 16,1-1 0-16,2-4 0 0,-2-1 0 0,0 0 0 15,1-3 0-15,-1-2 0 0,0 0 0 0,0-2 0 16,0 0 0-16,2 0 0 0,-2-4 0 0,2 3 0 15,-2-3 0-15,0 0 0 0,11-8 0 0,-6 1 0 16,3-1 0-16,4-6 0 0,-3 0 0 0,1-3-364 16,-2 0-331-16,-2 2-494 0,1-3-1288 0,-6-1 570 15</inkml:trace>
  <inkml:trace contextRef="#ctx0" brushRef="#br0" timeOffset="143626.1668">15716 10650 151 0,'9'-11'362'0,"0"2"6"0,-4 1 20 0,1 3 32 0,-1-1 28 15,0 1 19-15,-2-1 10 0,0 3 0 0,-2-1 5 16,3 0-17-16,-2 2-12 0,0-3-8 0,-2 5-23 16,0-3-25-16,0 3-27 0,0 0-32 0,0 0-32 15,0 0-22-15,0 0-11 0,0 0-13 0,-9 10-122 16,3-2-138-16,-2 1 0 0,-3 3 0 0,0 1 0 16,0 3 0-16,-3 6 0 0,1-5 0 0,1-1 0 15,2-1 0-15,-4 0 0 0,3 0 0 0,3-6 0 16,-3 4 0-16,3-3 0 0,0-3 0 0,4-1 0 15,-2 1 0-15,5-3 0 0,-3 1 0 0,0-3 0 16,1 0 0-16,3-2 0 0,-5 6 0 0,5-6 0 0,-1 2 0 16,1-2 0-16,0 0 0 0,0 0 0 15,0 0 0-15,0 0 0 0,0 0 0 0,0 0 0 16,10-10 0-16,-10 10 0 0,8-2 0 0,-8 2 0 0,13 0 0 16,-7 2 0-16,6 0 0 0,-1 3 0 0,2-1 0 15,0 1 0-15,-2 2 0 0,5 1 0 0,-1 1 0 16,-1 1 0-16,-3-3 0 0,0 2 0 0,0-3 0 15,1 3 0-15,-1-2 0 0,-3 0 0 0,2 0 0 16,-1 0 0-16,0 0 0 0,-3 1 0 0,2-3 0 16,-3-1 0-16,2-1 0 0,-2 0 0 0,-4 0 0 15,5-2 0-15,-6-1 0 0,9-4-38 0,-5 1-651 0,4-6-555 16,-3 0-1348-16,2-3 596 0</inkml:trace>
  <inkml:trace contextRef="#ctx0" brushRef="#br0" timeOffset="143861.3157">15978 10747 44 0,'2'-4'379'0,"-2"4"7"16,2-4 11-16,2 2 16 0,-4 2 43 0,0 0 20 16,0 0 10-16,0 0-4 0,0 0-9 0,0 0-17 15,3-4-6-15,-3 4-2 0,0 0-14 0,0 0-23 16,0 0-14-16,0 0-28 0,0 0-36 0,0 0-30 16,0 0-30-16,0 0-27 0,0 0-167 0,-3 14-79 15,0-10 0-15,6 2 0 0,-3 2 0 0,0 0 0 16,0 4 0-16,0-4 0 0,1 3 0 0,-2 2 0 15,2-4 0-15,-1 2 0 0,0-2 0 0,2 1 0 16,-2-2 0-16,0-1 0 0,0 0 0 0,0-4 0 0,2 1 0 16,-2 1 0-16,0-5 0 0,0 0-57 15,0 0-477-15,0 0-97 0,0-18-531 0,2 8-1259 16,1-6 558-16</inkml:trace>
  <inkml:trace contextRef="#ctx0" brushRef="#br0" timeOffset="144017.4976">16068 10587 158 0,'1'-5'422'0,"-1"5"-18"16,0-3-3-16,3 0 10 0,-3 3 11 0,0 0-12 0,4-2-36 16,-4 2-40-16,0 0-36 0,0 0-32 0,0 0-48 15,0 0-61-15,0 0-79 0,0 0-87 0,0 0-92 16,5 12-87-16,-1-7-92 0,-2 0-75 16,-1-3-215-16,4 4-618 0,0-3 273 0</inkml:trace>
  <inkml:trace contextRef="#ctx0" brushRef="#br0" timeOffset="144283.2742">16216 10710 235 0,'0'0'424'0,"0"0"42"0,9-3 35 0,-9 3 33 15,0 0 17-15,0 0 7 0,4-3 2 0,-4 3-19 16,0 0-23-16,0 0-28 0,0 0-30 0,0 0-36 16,0 0-30-16,0 0-31 0,0 0-31 0,0 0-36 15,0 0-26-15,-24 6-30 0,17-2-206 0,-1 6-34 16,1-4 0-16,-1 3 0 0,1 0 0 0,1 3 0 15,0-3 0-15,0 1 0 0,3 1 0 0,-2 0 0 16,1-1 0-16,3 2 0 0,0-2 0 0,1 1 0 16,1 0 0-16,3-1 0 0,1 1 0 0,1-4 0 15,4 1 0-15,-1-1 0 0,5-5 0 0,-1 4 0 0,6-4 0 16,-2 0-299-16,2-2-67 0,2-2-39 16,-1-5-29-16,-1 3-39 0,7-7-38 0,-7 4-37 15,0-4-312-15,5-4-931 0,-4-2 413 0</inkml:trace>
  <inkml:trace contextRef="#ctx0" brushRef="#br0" timeOffset="144564.3947">16477 10525 332 0,'-3'-6'472'0,"3"-1"43"16,0 3 48-16,-1-1 30 0,2 0 22 0,-1 1-4 16,0 4-11-16,-4-5-14 0,4 5-22 0,0-4-24 15,0 4-32-15,0 0-30 0,0 0-33 0,-1-5-37 16,1 5-47-16,0 0-361 0,0 0 0 0,0 0 0 15,0 0 0-15,0 14 0 0,0-4 0 0,1 1 0 16,-2 0 0-16,1 5 0 0,0 0 0 0,0 0 0 16,0-1 0-16,0 2 0 0,0 0 0 0,-1 1 0 15,1 1 0-15,-3-1 0 0,3 0 0 0,0-2 0 16,-1-2 0-16,1-2 0 0,0-1 0 0,-4 7 0 16,4-4 0-16,0-3 0 0,0-1 0 0,4-2 0 15,-3 0 0-15,-1-3 0 0,3-2 0 0,-1 1 0 16,1 2-220-16,1-5-459 0,1 0-48 0,-5-1-368 15,13-2-1185-15,-8 1 525 0</inkml:trace>
  <inkml:trace contextRef="#ctx0" brushRef="#br0" timeOffset="144861.8763">16607 10669 306 0,'4'-11'380'0,"-1"4"30"0,2 0 34 0,-3 2 31 0,-1-3 21 15,1 3 5-15,-1 1 1 0,0-1-7 0,1 1-11 16,-2 4-18-16,2-5-14 0,-2 5-25 0,0-4-29 15,0 4-33-15,0 0-37 0,0 0-35 0,0-6-34 16,0 6-25-16,0 0-20 0,0 0-22 0,-8 13-122 16,5-7-70-16,1 1 0 0,-4 0 0 0,2 2 0 15,-1 2 0-15,0-1 0 0,-2 5 0 0,4-3 0 16,-5 6 0-16,6-9 0 0,-2 2 0 0,1-2 0 16,1 2 0-16,0-6 0 0,1 1 0 0,1-1 0 15,0 1 0-15,1 0 0 0,2-1 0 0,1 0 0 16,0 1 0-16,1-4 0 0,3 3 0 0,-1-2 0 15,3 1 0-15,-3-3 0 0,1 2 0 0,1-3 0 16,3 3 0-16,-4-3 0 0,-1 0 0 0,1 0 0 16,-2 0 0-16,3-1 0 0,-1-1-170 0,1-2-325 0,-4 1-76 15,4-1-67-15,-5 0-416 0,0 0-1140 16,-2-2 505-16</inkml:trace>
  <inkml:trace contextRef="#ctx0" brushRef="#br0" timeOffset="145096.9258">16755 10466 5 0,'4'-12'538'0,"-1"1"31"15,1 0 19-15,-2 2 8 0,3-3 2 0,-2 4-10 0,1-2-21 16,-3 5-27-16,0-3-30 0,2 4-30 16,-1 1-37-16,-2-2-43 0,0 5-40 0,2-5-40 15,-2 5-37-15,2-3-29 0,-2 3-26 0,0 0-26 0,0 0-80 16,8 13-122-16,-6-7 0 0,0 0 0 0,0 5 0 15,-1-4 0-15,1 4-50 0,-2 3-177 0,-3-3-63 16,2 1-65-16,-2 0-62 0,-2-1-66 0,5 0-65 16,-2 1-423-16,-1-2-1051 0,2-4 466 0</inkml:trace>
  <inkml:trace contextRef="#ctx0" brushRef="#br0" timeOffset="145411.4328">16966 10622 111 0,'0'0'404'0,"7"2"40"0,-7-2 43 0,5 1 37 16,-3 2 14-16,-2-3 4 0,0 0-8 0,0 0-13 0,0 0-17 16,0 0-30-16,8 1-29 0,-8-1-37 15,0 0-37-15,-1 4-31 0,1-4-28 0,-4 7-24 16,1-3-27-16,1 3-25 0,-1-1-21 0,-1-1-24 16,2 6-150-16,-2 1-41 0,3-1 0 0,-1 0 0 15,1 0 0-15,1 0 0 0,3 2 0 0,-1-1 0 0,3-1 0 16,1-3 0-16,0 2 0 0,1-2 0 15,1 0 0-15,0 0 0 0,-2 0 0 0,2-4 0 0,-4 2 0 16,0-2 0-16,1 2 0 0,-1-2 0 0,-2-1 0 16,-1 1 0-16,-1-1 0 0,-1 2 0 0,-3-1 0 15,-1 0 0-15,-4 2 0 0,-3 1 0 0,-4-2 0 16,-2 1 0-16,0 1 0 0,-3-2 0 0,3-3 0 16,0 6-219-16,0-2-341 0,5-2-91 0,-3 2-477 15,9-1-1220-15,3-1 541 0</inkml:trace>
  <inkml:trace contextRef="#ctx0" brushRef="#br0" timeOffset="145959.3807">15374 11255 345 0,'1'-3'545'0,"-1"-1"26"0,0 4 12 0,4-4-3 15,-3 0 2-15,3-1-21 0,-3 1-9 0,-1 4-15 16,4-3-5-16,-4 3-21 0,4-2-28 0,-4 2-20 0,4-1-33 31,-4 1-33-31,0 0-36 0,0 0-203 0,1-6-158 0,-1 6 0 0,0 0 0 0,0 0 0 0,8 11 0 16,-7-6 0-16,3 3 0 0,2 0 0 0,-2 2 0 16,0 1 0-16,0 4 0 0,0 1 0 0,-3 3 0 15,2-2 0-15,-1 3 0 0,-1-1 0 16,-1 0 0-16,-1 1 0 0,1 5 0 0,1 1 0 0,-1-5 0 15,-1-2 0-15,0 1 0 0,0-2 0 0,1-2 0 32,-3-3 0-32,3-1 0 0,0-1 0 0,0 0 0 0,-1-2 0 0,-1-2 0 0,4 0 0 0,-1-2 0 15,2 1 0-15,-1-1 0 0,2-1 0 0,2-2 0 16,-1 2 0-16,6-3 0 0,1 0 0 0,1 1 0 16,6-4 0-16,-3 2 0 0,4-1 0 0,-4-1 0 0,1-1 0 15,0 0 0-15,-3 1 0 0,0-1 0 0,0 0 0 16,-1 0 0-16,0-2 0 0,-3 3 0 0,0-2 0 15,-3 0 0-15,-2 2-157 0,0-2-592 16,-3 2-466-16,1-3-1315 0,-3 2 583 0</inkml:trace>
  <inkml:trace contextRef="#ctx0" brushRef="#br0" timeOffset="146819.4442">15701 11548 165 0,'5'-2'417'16,"2"-8"17"-16,-2 7 18 0,4-4 13 0,-4 4 9 15,0 0-13-15,-3-1-20 0,2-1-15 0,0 1-14 16,0-1-21-16,0 1-27 0,-2 2-12 0,2-3-36 16,-4 5-33-16,3-4-23 0,-3 4-24 0,2-1-32 15,-2 1-19-15,0 0-18 0,0 0-13 0,11 4-36 16,-9 3 1-16,-2-2-4 0,6 1-23 0,-6 4 1 16,4-2-11-16,-3 1-12 0,2 0-8 0,-2-1-6 15,2 0-3-15,-2 1-12 0,-1-2 2 0,0 3-15 16,0-2 10-16,0-1-9 0,-1-1-7 0,1 4-18 15,-3-4 3-15,2 0-21 0,-3 0 8 0,0-1-10 16,-1-1-4-16,0 0 3 0,0-1 2 0,3-1 10 16,-4-1-9-16,6-1 1 0,-11 0 0 0,11 0 8 0,-10-5 0 15,6 4 11-15,1-5-8 0,1 1 12 0,-1 0 15 16,2-3 9-16,0-1 8 0,2 3-2 16,1-5 8-16,2 5-48 0,-1-4 0 0,2 4 0 0,0-2 0 15,0 4 0-15,1-1 0 0,0 0 0 0,0 2 0 16,-1-1 0-16,5 1 0 0,-6 3 0 0,-4 0 0 15,13 0 0-15,-5 3 0 0,-1-1 0 0,1 3 0 16,-3 1 0-16,-1-1 0 0,5 2 0 0,-4 1 0 16,-3-2 0-16,4 4 0 0,-1-2 0 0,-1 0 0 15,-2-2 0-15,0 0 0 0,0 0 0 0,-1 1 0 16,1-2 0-16,-1 1 0 0,-1-2 0 0,0 1 0 16,0-5 0-16,0 3 0 0,0-3 0 0,5 2 0 15,-5-2 0-15,0 0 0 0,0 0 0 0,4-9 0 16,-4 9 0-16,4-10 0 0,-3 4 0 0,4 1 0 15,-1-4 0-15,1 1 0 0,1 0 0 0,-1-1 0 16,1-1 0-16,-3 4 0 0,3 0 0 0,-1-1 0 16,1 2 0-16,-1 1 0 0,0-2 0 0,0 6 0 15,-1-2 0-15,-4 2 0 0,12 1 0 0,-6 0 0 16,-1 2 0-16,-1 1 0 0,1 0 0 0,0 1 0 16,0 1 0-16,0 3 0 0,-1-3 0 0,0 1 0 0,0-1 0 15,0 1 0-15,-3-1 0 0,3 0 0 0,-3 0 0 16,4 0 0-16,-5-2 0 0,4-1 0 0,0 1 0 15,-3-2 0-15,-1-2 0 0,3 4 0 16,-3-4 0-16,0 0 0 0,0 0 0 0,13-11 0 0,-8 2 0 31,0 1 0-31,0-1 0 0,0 0 0 0,2-3 0 16,1 1 0-16,3-1 0 0,-1 0 0 0,-1 1 0 16,-3-1 0-16,3 4 0 0,-1-2 0 0,2 6 0 15,-2-3 0-15,-1 2 0 0,1 2 0 0,0 2 0 16,-2 0 0-16,0 0 0 0,2 3 0 0,-3-1 0 15,4 3 0-15,-5 1 0 0,1 1 0 0,-1-2 0 0,1 1 0 16,-5 1 0-16,4 0 0 0,-3 1 0 16,-1-5 0-16,0 3 0 0,4-1 0 0,-4-4 0 15,-4 6 0-15,4-6 0 0,0 3 0 0,0-3 0 0,0 0 0 16,0 0 0-16,0 0 0 0,-1-23 0 0,2 13 0 16,3-2 0-16,-3 2 0 0,2 0 0 0,-2-1 0 15,2 1 0-15,-2 0 0 0,0 1 0 0,2 2 0 16,-2 1 0-16,2 0 0 0,-2 1 0 0,0 2 0 15,-1-1 0-15,0 4 0 0,0 0-462 0,0 0-275 16,0 0-429-16,0 0-1262 0,12 9 558 0</inkml:trace>
  <inkml:trace contextRef="#ctx0" brushRef="#br0" timeOffset="149261.7457">20156 8538 155 0,'-13'-1'190'0,"8"2"2"15,5-1-2-15,-7-2-1 0,7 2-2 0,-8 0-4 16,8 0-6-16,-9-1 4 0,5-1-11 0,4 2-4 16,-6-1-1-16,6 1-5 0,-7-1-1 0,7 1 6 15,-6-2-7-15,6 2 7 0,-4-3-3 0,4 3 2 16,-5-2 1-16,5 2 6 0,0 0-12 0,0 0 0 0,0 0-2 15,-6-2 2-15,6 2-11 0,0 0-5 0,0 0-10 16,0 0-11-16,0 0-11 0,0 0-4 16,0 0 1-16,0 0-8 0,0 0-5 0,0 0 0 0,0 0-5 15,0 0 2-15,0 0-6 0,0 0-10 0,0 0-5 16,0 0-8-16,0 0-2 0,16-2-2 0,-9 0-5 16,5 1-6-16,0-1-1 0,7 1-4 0,0 0-2 15,7-4-5-15,7-1-4 0,5 0 1 0,-1-2-3 16,17-3-1-16,2 1 0 0,3-3 1 0,6 7 5 15,29-4-4-15,1-3 1 0,-1 3 1 0,5-1 1 16,-8 1 0-16,12-6-5 0,-1-1-2 0,4 5-2 16,10-2 0-16,-1 1-2 0,4-2-3 0,9 1-3 15,-2 1-3-15,5-3 3 0,7 9-1 0,1-5-24 16,-1-2-1-16,8 2 1 0,-1-1 0 0,2-1 0 0,3-2 4 16,2 4-2-16,3-3-1 0,-3 1 3 15,4-2 2-15,2 0 8 0,4 5 0 0,3-2 5 16,-6 1 14-16,4 2-6 0,0-4 10 0,3 5 4 15,0 0 1-15,0-2 0 0,1 3 5 0,0-5-4 0,-1 5 3 16,-3-2 2-16,2 4-10 0,-2-4 7 0,4 4-7 16,-1-1-2-16,-5 0-1 0,6 1-3 0,-8-2-6 15,2 2 2-15,0 1 5 0,-4-2-13 0,4 4-4 16,-9 0 3-16,2-2 1 0,-7 2 5 0,-2 0-13 16,-2 3 3-16,-2-1 4 0,-6 2-6 0,-3-3 1 15,-1-4-3-15,-7 6 6 0,-3-5-8 0,-4 2-4 16,-5 0 7-16,-4-5-5 0,-4 6 4 0,-8-1-4 15,-29 2 5-15,-3 2-1 0,1-2 1 0,-1-2-5 16,-6 2 0-16,-3-4 3 0,-17 5-5 0,-1-1 25 16,-1 1-1-16,-8-3 2 0,-5 2-19 0,-4 1-17 15,-6 0-30-15,-4 0-25 0,0-1-39 0,-3-1-42 16,-6 2-36-16,7 0-30 0,-7 0-33 0,0 0-53 16,0 0-54-16,0 0-71 0,-32 0-84 0,10 4-317 15,-7-4-897-15,-1 1 397 0</inkml:trace>
  <inkml:trace contextRef="#ctx0" brushRef="#br0" timeOffset="162201.0692">5013 14793 113 0,'0'0'354'0,"-6"-4"7"0,2 1 12 15,0 1 8-15,3-2 16 0,1 4 15 0,-5-4 7 0,5 4 2 16,-4-2 2-16,4 2 4 0,-4-3-9 16,4 3-2-16,0 0-6 0,0 0-6 0,0 0-12 15,0 0-12-15,0 0-19 0,0 0-23 0,5-5-29 0,-5 5-27 16,7-4-25-16,-2 1-114 0,5 2-143 0,-1-2 0 16,1 2 0-16,3-3 0 0,-2 2 0 15,3 2 0-15,-1-1 0 0,0-3 0 0,1 2 0 16,-4 1 0-16,4 0 0 0,-5 0 0 0,0-3 0 0,0 4 0 15,-4 0 0-15,-5 0 0 0,8-1-342 0,-8 1-128 16,0 0-56-16,0 0-57 0,0 0-462 0,0 0-1133 16,-13 7 501-16</inkml:trace>
  <inkml:trace contextRef="#ctx0" brushRef="#br0" timeOffset="162419.8012">5030 14929 9 0,'-1'7'387'16,"1"-2"45"-16,0-1 29 0,-3 3 30 0,3-4 21 15,0 1 12-15,0-4 9 0,0 4 8 0,0-4-7 16,0 0-8-16,0 0-20 0,0 3-28 0,0-3-38 16,0 0-27-16,0 0-42 0,0 0-36 0,10 0-33 15,-10 0-28-15,14-3-152 0,-4 0-122 0,4 0 0 16,4-3 0-16,0-1 0 0,5 2 0 0,4-3 0 16,-1-2 0-16,-6 5 0 0,-1-3 0 0,8 0-223 15,-8 1-151-15,-1 2-83 0,-1-1-66 0,1-1-97 16,-7 3-379-16,1 1-1083 0,-3-3 479 0</inkml:trace>
  <inkml:trace contextRef="#ctx0" brushRef="#br0" timeOffset="162904.5765">5984 14398 383 0,'0'-7'450'15,"-1"2"9"-15,0 3 10 0,0-3-2 0,-1 2 34 16,2 3-4-16,-1-8-12 0,0 6-5 0,1 2-12 16,-2-7-28-16,1 4-10 0,1 3-20 0,-2-5-26 15,2 5-22-15,0 0-26 0,-2-3-29 0,2 3-31 16,0 0-24-16,0 0-25 0,0 0-119 0,0 0-108 16,-1 12 0-16,1-4 0 0,0 1 0 0,0 1 0 15,0 7 0-15,1 0 0 0,-1 2 0 0,0 6 0 16,2 3 0-16,0 0 0 0,-2 4 0 0,0 1 0 0,0-4 0 15,0 3 0-15,0-1 0 0,0-1 0 0,-2 0 0 16,4-2 0-16,-2-1 0 0,0-2 0 16,1-6 0-16,-1-1 0 0,3 0 0 0,-2-1 0 15,2-5 0-15,-2-1 0 0,3-1 0 0,-3 0 0 0,4-5 0 16,-1 1 0-16,0-2 0 0,-1 2 0 0,-1-5 0 16,-2-1-39-16,0 0-544 0,10-7-73 15,-7 2-497-15,2-1-1247 0,-4-1 552 0</inkml:trace>
  <inkml:trace contextRef="#ctx0" brushRef="#br0" timeOffset="163326.9299">6246 14516 445 0,'12'-13'486'0,"-2"4"23"16,-2 1 9-16,-2-1 1 0,3 3-9 0,-5 0-12 15,1 2-21-15,-2 0-25 0,-1 0-30 0,-2 2-38 16,0 2-33-16,4-4-29 0,-4 4-24 0,0 0-19 15,0 0-23-15,0 0-19 0,-19 12-22 0,10-5-15 16,-4 3-7-16,-2 5-13 0,-7 2-20 0,2 0-7 16,-3 4-26-16,0-1-127 0,1 1 0 0,0-3 0 15,0 1 0-15,7-6 0 0,-3 0 0 0,3-2 0 16,6-3 0-16,0 1 0 0,2-4 0 0,1-1 0 16,1 0 0-16,0 1 0 0,1-1 0 0,4 0 0 15,-2-3 0-15,2-1 0 0,0 0 0 0,6 8 0 16,-1-3 0-16,0-2 0 0,5 2 0 0,2 1 0 15,6 2 0-15,-4-1 0 0,4 1 0 0,0 0 0 16,1 0 0-16,0 1 0 0,-2 0 0 0,2-1 0 16,0 2 0-16,0-2 0 0,-1 2 0 0,-3-2 0 15,2 0 0-15,-3-1 0 0,-1 0 0 0,-3 0 0 16,-1 0 0-16,0-3 0 0,0 3 0 0,-4-1 0 16,0-2 0-16,-1-1 0 0,0-1 0 0,0 3 0 15,-1-1 0-15,0-3 0 0,-1 1 0 0,-2-2 0 16,4 2 0-16,-2 1 0 0,-2-3 0 0,0 0-204 15,0 0-209-15,0 0-57 0,-9-12-63 0,4 5-66 16,0-2-397-16,-3 1-1078 0,0 0 477 0</inkml:trace>
  <inkml:trace contextRef="#ctx0" brushRef="#br0" timeOffset="165863.3025">6982 14366 146 0,'3'-5'363'0,"-3"2"0"0,0 3 5 0,3-8 3 16,-3 3 13-16,1 1 3 0,0-1 4 0,0 1 1 16,1 1 29-16,-2 3-9 0,0-8-15 0,1 6-11 15,-1 2-9-15,1-5-18 0,-1 5-18 0,2-5-22 16,-2 5-25-16,0 0-26 0,0 0-21 0,0 0-28 15,0 0-18-15,0 0-8 0,0 0-3 0,0 0-8 16,2 16 9-16,-1-5-162 0,1 0-29 0,0 5 0 16,1 3 0-16,-1 4 0 0,2 3 0 0,-3 0 0 15,-1 3 0-15,-1 3 0 0,0 0 0 0,-2-1 0 16,1 2 0-16,-2 1 0 0,-2 0 0 0,0-1 0 16,1-1 0-16,-1 0 0 0,-2-2 0 0,2-2 0 15,0-1 0-15,-1-1 0 0,3-8 0 0,2-3 0 16,-2-2 0-16,0-4 0 0,4 3 0 0,-1-6 0 15,1 1 0-15,-1-2 0 0,2-1 0 0,-1 1 0 0,1-1 0 16,2-2 0-16,-2 2 0 0,-1-4 0 16,10 2 0-16,-6-2 0 0,-4 0 0 0,15-3-104 15,-5-2-597-15,-3 0-530 0,2-1-1335 0,1-1 591 16</inkml:trace>
  <inkml:trace contextRef="#ctx0" brushRef="#br0" timeOffset="166332.4615">7206 14798 424 0,'5'-5'511'0,"2"1"26"15,-1-4 4-15,-2 3-17 0,-2 2-13 0,2-1-31 16,-1 1-24-16,-1 0-25 0,-2 3-36 0,4-4-36 16,-1 2-28-16,-3 2-32 0,0 0-28 0,0 0-29 15,0 0-16-15,0 0-24 0,4 7-15 0,-3-3-13 16,0 2-12-16,2 1-15 0,-3 1-11 0,2 0-10 15,-1 2-15-15,1-1-8 0,-1-2-10 0,2 3-8 16,-1 0-6-16,0 1-31 0,-1-3-48 0,1 2 0 16,1-3 0-16,-2 0 0 0,-1-2 0 0,4 2 0 15,-4-3 0-15,0 0 0 0,1-1 0 0,-1-3 0 16,2 4 0-16,-2-4 0 0,3 3 0 0,-3-3 0 16,0 0 0-16,0 0 0 0,5-9 0 0,-2 4 0 15,0-2 0-15,3 0 0 0,-1-4 0 0,-1 4 0 16,2-2 0-16,2 0 0 0,-2 0 0 0,2 2 0 15,-3 0 0-15,4 0 0 0,-5 1 0 0,4 3 0 16,-6 0 0-16,6 0 0 0,1 0 0 0,1 3 0 16,-2 0 0-16,1 0 0 0,-3 3 0 0,0-1 0 15,3 2 0-15,-2-1 0 0,-1 3 0 0,1 0 0 16,2 2 0-16,-6-4 0 0,5 4 0 0,-6-1 0 16,2 2 0-16,0-1 0 0,-3-1 0 0,2 1 0 15,0-2 0-15,-2-1 0 0,2 1 0 0,-1-3 0 16,-2 1 0-16,3 1 0 0,-1-3 0 0,-2-2-210 15,0 0-185-15,0 0-55 0,14-6-60 0,-7 0-63 16,4-2-437-16,2-3-1092 0,1-1 484 0</inkml:trace>
  <inkml:trace contextRef="#ctx0" brushRef="#br0" timeOffset="167069.5413">8344 14313 232 0,'3'-4'543'0,"-3"1"2"16,3 0-4-16,2 0-12 0,-5 3-22 0,1-6-33 16,1 3-27-16,-2 3-25 0,-5-7-17 15,-1 5-28-15,1-1-21 0,-5 2-27 0,-1-1-20 16,-7 2-11-16,4-1-14 0,-8 2-19 0,4-1-15 16,-5 2-18-16,-5 3-18 0,5-2-15 0,2-1-12 0,0 1-16 15,-6 3-96-15,1 0-75 0,6-1 0 16,1 0 0-16,0-2 0 0,-1 4 0 0,5-4 0 15,2-2 0-15,2 2 0 0,-1 0 0 0,7-2 0 0,-4 2 0 16,4-3 0-16,-1 2 0 0,6-2 0 0,-9 1 0 16,5 0 0-16,4-1 0 0,-5 1 0 0,5-1 0 15,0 0 0-15,-7 1 0 0,7-1 0 0,0 0 0 16,-3 5 0-16,3-3 0 0,2 3 0 0,-2-5 0 16,1 11 0-16,1-7 0 0,-1 4 0 0,0 3 0 15,2 1 0-15,-2 3 0 0,0 1 0 0,2 2 0 16,-1 6 0-16,0 3 0 0,-2 1 0 0,0 2 0 15,1 5 0-15,-5-3 0 0,3 2 0 0,-4 1 0 16,0 11 0-16,0 2 0 0,-2-12 0 0,0 12 0 16,-4-1 0-16,0-1 0 0,-2-1 0 0,7-12 0 15,-3 2 0-15,4-1 0 0,-3 0 0 0,0-4 0 16,-2 1 0-16,6-2 0 0,-1-4 0 0,5 1 0 16,-4-7 0-16,4-1 0 0,3 0 0 0,-3-6 0 15,1-4 0-15,2 10 0 0,-2-8 0 0,4 0 0 16,-5-3 0-16,8-3 0 0,-3 6 0 0,-1-4 0 15,1-3 0-15,0 3 0 0,0-2 0 0,5 2 0 16,-1-2 0-16,1-1 0 0,3-1 0 0,-1 0 0 16,3-1 0-16,2 1 0 0,-3-1 0 0,6-1 0 15,-2-1 0-15,2 2 0 0,1-1 0 0,-2-1 0 16,3 1 0-16,-6-2 0 0,-2 2 0 0,4-2 0 0,-5 1 0 16,-4 0 0-16,1 0 0 0,-3-1 0 15,0 4 0-15,0-1 0 0,-7-1 0 0,7-1 0 16,-7 1 0-16,3-4 0 0,-3 4 0 0,-10-9-234 15,3 2-510-15,-8-5-459 0,1 2-1302 0,-3-1 577 0</inkml:trace>
  <inkml:trace contextRef="#ctx0" brushRef="#br0" timeOffset="167771.1077">8935 14369 225 0,'0'0'328'0,"4"-3"0"0,-4 3-10 15,2-5-11-15,-1 2-10 0,-1 3 8 0,1-8-6 16,-1 8-7-16,1-2-7 0,-1 2-9 0,2-5-6 15,-2 5-6-15,2-3-9 0,-2 3-5 0,0 0-6 0,0 0-6 16,0 0-4-16,0 0-7 0,0-6-7 16,0 6 2-16,0 0 1 0,-4-4-6 0,4 4 3 15,0 0-4-15,0 0-2 0,0 0 3 0,0 0-8 16,0-4-7-16,0 4-7 0,0 0-5 0,-1-3-11 0,1 3-5 16,0 0-123-16,0 0-51 0,0 0 0 0,0 0 0 31,0 0 0-31,0 0 0 0,0 0 0 0,0 0 0 0,0 0 0 0,0 0 0 0,0 0 0 15,0 0 0-15,0 0 0 0,6 9 0 0,-4-2 0 0,-4-1 0 16,4 2 0-16,-2 7 0 0,1-5 0 0,-1 3 0 16,1 4 0-16,0-2 0 0,1 5 0 0,0-4 0 15,0 2 0-15,-2-2 0 0,2 2 0 0,-1-3 0 16,1 3 0-16,-1-3 0 0,0 1 0 0,1 0 0 16,-1-3 0-16,-1-2 0 0,1 1 0 0,0 0 0 15,-1-3 0-15,2 2 0 0,0-2 0 0,-2-1 0 16,3-2 0-16,-1 1 0 0,-1-1 0 0,1 0 0 15,-2-3 0-15,1 0 0 0,-1 2 0 0,1-2 0 16,-1-3 0-16,0 5 0 0,0-5 0 0,2 3 0 16,-2-3 0-16,0 0 0 0,2 2 0 0,-2-2 0 15,0 0 0-15,0 0 0 0,0 0 0 0,0 0 0 16,0 0 0-16,0 0 0 0,9-7-36 0,-7 2-475 16,-2 5-63-16,3-1-63 0,-3 1-436 0,0 0-1161 15,0 0 514-15</inkml:trace>
  <inkml:trace contextRef="#ctx0" brushRef="#br0" timeOffset="168225.5922">8653 14981 89 0,'0'0'355'0,"-8"1"-2"0,8-1-2 0,-5 1 0 15,5-1-19-15,-10-2-1 0,10 2-12 0,-8 1-2 0,8-1-4 32,-9-3-10-32,9 3-2 0,-9 0-12 0,9 0-2 0,0 0-11 0,-9 0-6 0,9 0-14 0,0 0 8 15,-10 2-14-15,10-2-6 0,-6-2-5 0,6 2-12 16,0 0-7-16,0 0-10 0,-9-1-2 0,9 1-14 16,0 0-6-16,0 0-9 0,0 0-5 0,-7 0-5 31,7 0-15-31,0 0-10 0,0 0-110 0,0 0-34 15,0 0 0-15,26-2 0 0,-6 1 0 0,7-2 0 16,10-3 0-16,4 6 0 0,18-3 0 0,2-3 0 16,33-4 0-16,0-1 0 0,2-4 0 0,3 0 0 15,4-2 0-15,-1-1 0 0,2 1 0 0,-11 0 0 16,-29 6 0-16,2 1 0 0,-9 2 0 0,-6-2 0 16,-13 5 0-16,-5-1 0 0,-2 1 0 0,-12 2 0 15,-6 0 0-15,1 1 0 0,-2 1 0 0,-2-3 0 16,-4 4 0-16,0 0 0 0,-6 0 0 0,8-1 0 15,-8 1 0-15,0 0 0 0,0 0 0 0,0 0 0 0,0 0 0 16,0 0 0-16,-29 3 0 0,16-1-420 16,-7 1-169-16,3 0-66 0,-5-1-434 0,1 3-1178 15,1-2 522-15</inkml:trace>
  <inkml:trace contextRef="#ctx0" brushRef="#br0" timeOffset="168881.9188">8920 15201 174 0,'0'0'330'0,"-1"-4"1"0,1 4 8 0,-4-5 1 15,4 2 3-15,0 3-1 0,-1-7 5 16,-2 4 6-16,3 3-6 0,-1-5-6 0,0 2 20 15,1 3-6-15,-3-5-4 0,3 5-26 0,0 0 1 16,0 0-28-16,0-4-22 0,0 4-23 0,0 0-11 16,0 0-23-16,0 0-13 0,0 0-2 0,0 0 1 15,0 0-2-15,4 12-5 0,-3-6-6 0,2 2-5 16,-2 1-3-16,5 3-165 0,-2 0-19 0,0 1 0 16,1 5 0-16,-2-2 0 0,2 2 0 0,-3 0 0 0,2 1 0 15,-1 0 0-15,-2 0 0 0,0 1 0 0,-1-1 0 16,0 0 0-16,-2 0 0 0,2-3 0 15,0 2 0-15,-2-3 0 0,2 0 0 0,0-1 0 16,-1-2 0-16,-1-1 0 0,2 1 0 0,0-6 0 0,0 2 0 16,-2-1 0-16,2-1 0 0,0-1 0 0,0-1 0 15,0-1 0-15,0-3 0 0,-1 6 0 0,1-6 0 16,3 3-31-16,-3-3-467 0,0 0-74 16,0 0-76-16,0 0-426 0,10-12-1163 0,-10 6 514 0</inkml:trace>
  <inkml:trace contextRef="#ctx0" brushRef="#br0" timeOffset="169291.1961">8842 15334 25 0,'1'-7'422'0,"-1"3"3"0,4-3-9 0,-4 0-9 15,0 2-31-15,1-2-22 0,2 1-29 0,-3 2-16 16,5-1-16-16,-4 0-16 0,3 1-10 0,1 0-12 15,-1-2-14-15,1 2-7 0,3-1-6 0,2 1-9 16,-3 3-12-16,4-3-13 0,0 2 9 0,6-2-7 16,-3 3-7-16,0 1 0 0,4 1-9 0,0 1-2 15,2-1-11-15,2 2-7 0,-4 3-4 0,0 1 0 16,0 0-11-16,9 3-4 0,-9-1-7 0,-3 3-5 16,0-1-9-16,-3 5-4 0,-1-1-8 0,-3 2-58 15,-2-2-50-15,-3 3 0 0,-2 2 0 0,-2-3 0 16,-2 1 0-16,-3 1 0 0,-8 3 0 0,-3 0 0 15,-4-2 0-15,3 0 0 0,-3-2 0 0,5-6 0 16,-5 2 0-16,3-3 0 0,4-1 0 0,-2-3 0 16,7 0 0-16,-2-3 0 0,1 0 0 0,5 0 0 15,0-2 0-15,0 2 0 0,2-3 0 0,3-1 0 0,-6 4 0 16,6-4 0-16,-5 1 0 0,5-1 0 0,0 0 0 16,0 0 0-16,0 0 0 0,0 0 0 0,0 0 0 15,20-6-89-15,-9 2-428 0,-1 2-85 0,1-2-79 16,10 0-370-16,-2-1-1138 0,-3 1 504 0</inkml:trace>
  <inkml:trace contextRef="#ctx0" brushRef="#br0" timeOffset="169666.503">9393 15447 346 0,'6'-8'439'0,"-1"0"18"15,-2 2 7-15,3-3-8 0,-5 4-17 0,1 2-14 16,0-1-22-16,-3-3-15 0,4 1-31 0,-3 2-13 15,0 4-26-15,0 0-26 0,0 0-25 0,0 0-25 16,0 0-22-16,0 0-16 0,0 0-20 0,0 0-7 16,-16 17-10-16,16-11 2 0,-1 3-2 0,5 0-6 15,0 2-6-15,-2 0-7 0,3 1-8 0,-1-1 3 16,5 2-7-16,-2-2-6 0,4 2-7 0,-5-4-3 16,2 1-110-16,1-2-10 0,0 2 0 0,0-3 0 15,-3-1 0-15,2-1 0 0,-3 2 0 0,0-3 0 16,-1 2 0-16,0-2 0 0,-3 0 0 0,2 1 0 15,-2 0 0-15,-1 0 0 0,0 1 0 0,0-1 0 16,-4 1 0-16,-1 1 0 0,-3-2 0 0,-2 4 0 0,1-4 0 16,-1 1 0-16,0 1 0 0,-4-3 0 0,-2 0 0 15,5 0 0-15,-1 0 0 0,1-2 0 16,1 0 0-16,3-2 0 0,1 2 0 0,1-1 0 16,5-1 0-16,-10-1 0 0,10 1 0 0,0 0 0 15,-6-4 0-15,6 4-388 0,7-7-95 0,-2 1-65 0,5 2-73 16,-1 2-405-16,1-6-1110 0,4 4 491 15</inkml:trace>
  <inkml:trace contextRef="#ctx0" brushRef="#br0" timeOffset="170072.7003">9661 15542 354 0,'4'-6'463'0,"-1"1"29"0,-1 1 30 0,-1-3 12 15,1 0 4-15,-1 4-5 0,2-5-1 16,-3 3-14-16,2 1-8 0,-2 0-12 0,0-2-20 15,1 2-30-15,2 0-20 0,-3 1-32 0,0 3-30 0,0-8-32 16,0 8-87-16,1-3-247 0,-1 3 0 0,0 0 0 16,0 0 0-16,0 0 0 0,0 0 0 0,0 0 0 15,3 15 0-15,-1-9 0 0,-2 5 0 16,2-3 0-16,0 4 0 0,-1 1 0 0,2-1 0 0,0 2 0 16,0 0 0-16,0 2 0 0,1-4 0 0,-2 0 0 15,3 5 0-15,-1-7 0 0,0 2 0 0,0 0 0 16,0-3 0-16,1 3 0 0,0-3 0 15,-2-1 0-15,4-1 0 0,-3-3 0 0,5 3 0 0,-1-2 0 16,1-3 0-16,-3 0 0 0,6-2 0 0,-5 0 0 16,2-2 0-16,0-3 0 0,0 0 0 0,1-1 0 15,-3-2 0-15,-2-1 0 0,0 1 0 0,-1-3 0 16,-2 3 0-16,-2-3 0 0,3 4 0 0,-6-2 0 16,2 2 0-16,0 0 0 0,0 2 0 0,-3-1 0 15,1 2 0-15,-2 0 0 0,1 0 0 0,-1 2 0 16,-1 1 0-16,6 1 0 0,-13 0 0 0,13 0 0 15,-11 2 0-15,4 2 0 0,-2 2 0 0,4-2 0 16,0 1-252-16,0 0-465 0,-4 0-487 0,5 0-1304 16,-4-1 577-16</inkml:trace>
  <inkml:trace contextRef="#ctx0" brushRef="#br0" timeOffset="170603.7844">9307 15127 386 0,'-5'-2'450'0,"5"2"4"0,-8-3-2 0,8 3-5 15,-5-2-5-15,5 2-5 0,0 0-17 0,-5-4-14 16,5 4-13-16,0 0-24 0,0 0-19 0,-4-1-20 15,4 1-25-15,0 0-27 0,0 0-14 0,0 0-19 16,0 0-9-16,0 0-11 0,0 0-8 0,0 0-16 16,0 0 3-16,13-5-12 0,-8 5-7 0,3 0-9 15,3-1-49-15,2-1-127 0,8-1 0 0,-1-1 0 16,2-2 0-16,6-1 0 0,0 0 0 0,1 1 0 16,1-2 0-16,-2 3 0 0,0-1 0 0,-7 1 0 15,-2-1 0-15,-1 3 0 0,-1 0 0 0,-5 1 0 16,1-3 0-16,-7 4 0 0,3 0 0 0,-4-1 0 15,0 1 0-15,-5 1 0 0,8-1 0 0,-3-1 0 16,-5 2 0-16,0 0 0 0,0 0 0 0,0 0-82 16,0 0-352-16,0 0-64 0,-13 7-65 0,3-6-55 15,1 2-382-15,-2-3-1082 0,-1 2 478 0</inkml:trace>
  <inkml:trace contextRef="#ctx0" brushRef="#br0" timeOffset="171479.6668">10634 14751 228 0,'0'0'265'0,"-8"-3"-4"0,8 3 7 16,-5-1-15-16,5 1 7 0,0 0 4 0,-4-4 12 15,4 4-2-15,0 0 11 0,0 0 3 0,0 0 5 16,0 0 0-16,0 0 4 0,0 0-6 0,0 0-7 15,5-5-14-15,2 4-4 0,-2-2-21 0,6 1-13 16,-1-4-3-16,5 3-6 0,5 3-11 0,0-4-8 16,1-3-12-16,7 2-9 0,0 2-27 0,3-4 4 15,-4 1-10-15,-7 1-16 0,3 1-12 0,-2 0-12 16,-1 1-10-16,-2-3-12 0,0 3-1 0,-5 1-17 0,-1 1-8 16,-3-3-6-16,-1 3-7 0,-2 1 2 15,-1-3-13-15,-5 3-12 0,8-1-26 0,-4-1-25 16,-4 2-15-16,5-2-33 0,-5 2-24 0,4-2-29 15,-4 2-34-15,0 0-32 0,0 0-33 0,0 0-35 16,0 0-43-16,0 0-23 0,-9 9-25 0,9-9-37 16,-8 6-28-16,7-4-32 0,-3-1-330 0,-1 4-843 15,-3-1 374-15</inkml:trace>
  <inkml:trace contextRef="#ctx0" brushRef="#br0" timeOffset="176677.6592">8571 12307 261 0,'0'0'276'16,"-6"-2"-5"-16,6 2-7 0,-5-1-13 0,1 0 0 16,4 1-4-16,-4-4-6 0,4 4-3 0,0 0 1 15,-4-3 2-15,4 3-3 0,0 0 9 0,0 0-7 16,0 0-1-16,0 0-8 0,0 0 0 0,0 0 15 16,0 0-1-16,0 0-2 0,0 0 1 0,0 0-2 15,0 0-3-15,0 0-1 0,0 0-6 0,0 0-13 16,13-2-6-16,-5 2-7 0,4 0-16 0,-1 0-10 15,1-1-19-15,7-2-9 0,3 0-14 0,6-1-15 0,3 3-10 16,-2-3-10-16,1-1-20 0,-2 2 2 16,0-1-10-16,1 0-60 0,-2-3-15 0,-5 4 0 15,-4 0 0-15,1 2 0 0,-7 0 0 0,-2 0 0 0,-3 1 0 16,0 0 0-16,-2-2 0 0,-5 2 0 0,11 0 0 16,-11 0 0-16,4 4-96 0,-4 0-113 0,0-4-70 15,-5 8-73-15,-4-1-73 0,2 1-81 0,-4-1-90 16,-5-1-359-16,2 0-1034 0,0-1 457 0</inkml:trace>
  <inkml:trace contextRef="#ctx0" brushRef="#br0" timeOffset="177884.2267">13587 12909 11 0,'0'0'137'0,"0"0"-4"0,0 0-11 0,0 0 4 31,0 0-5-31,0 0-2 0,0 0 3 0,0 0 0 16,0 0 0-16,0 0-2 0,0 0 7 0,-1 7 1 0,1-7 7 15,0 0 0-15,0 0 4 0,-6 1-1 16,6-1 7-16,0 0 2 0,0 0 8 0,-6 2 4 16,6-2 13-16,0 0-12 0,0 0 1 0,0 0 9 0,0 0-2 15,0 0 0-15,0 0 5 0,0 0-2 0,-7-3-3 16,7 3 2-16,0 0-2 0,0 0-4 16,0 0-3-16,0 0-5 0,0 0 0 0,0 0-1 0,0 0-6 15,0 0 1-15,0 0 0 0,0 0 0 0,-10-1-2 16,10 1 0-16,0 0 1 0,0 0-2 0,0 0 7 15,0 0-11-15,0 0-6 0,0 0-10 0,0 0 9 16,0 0-23-16,25-3-2 0,-12 3-4 0,1-1-1 16,4 1-8-16,1-4 8 0,3 3-7 0,6-2-8 15,1-2 1-15,1 2-16 0,0-2-76 0,-3 2 0 16,5-2 0-16,-5 3 0 0,0 0 0 0,-7 1 0 16,1-2 0-16,-5 0 0 0,-2 2 0 0,-1 1 0 15,-4-1 0-15,2-1 0 0,-3 2 0 0,-3-1 0 0,3 1 0 16,-8 0 0-16,10-1 0 0,-10 1 0 0,5-1 0 15,-5 1 0-15,8-2 0 0,-8 2 0 0,0 0 0 16,0 0 0-16,0 0 0 0,0 0 0 0,7 0 0 16,-7 0 0-16,0 0 0 0,2-1 0 0,-2 1 0 15,0 0 0-15,0 0-42 0,0 0-212 0,0 0-51 16,0 0-53-16,0 0-52 0,0 0-60 0,0 0-63 16,-17 3-438-16,17-3-1049 0,-7 1 464 0</inkml:trace>
  <inkml:trace contextRef="#ctx0" brushRef="#br0" timeOffset="182623.5016">4866 16512 328 0,'-5'3'354'0,"5"-3"8"15,-8 1 21-15,8-1 16 0,-8 1 5 0,8-1 11 16,0 0 1-16,-3 2-2 0,3-2-11 0,0 0-14 16,0 0-1-16,0 0-14 0,0 0-11 0,0 0-19 15,0 0-21-15,0 0-39 0,0 0-30 0,20 0-16 16,-7-1-23-16,6 0-28 0,4 0-16 0,-3 1-16 15,4-1-17-15,4 1-19 0,0 0-15 0,-8-3-31 16,-2 3-30-16,-2 0-33 0,-4-1-36 0,0 0-33 16,-1 0-37-16,-3 1-49 0,-3 0-45 0,2 1-59 15,-7-1-60-15,8 0-36 0,-8 0-30 0,0 0-43 16,0 0-52-16,-10 8-31 0,4-6-311 0,-2 3-879 16,-1 1 390-16</inkml:trace>
  <inkml:trace contextRef="#ctx0" brushRef="#br0" timeOffset="182826.464">4994 16669 61 0,'-4'5'199'0,"3"0"39"16,1 0 32-16,-4-1 29 0,3 0 28 0,1 1 36 16,0-5 28-16,0 5 28 0,-3-3 26 0,3-2 6 15,0 0 25-15,0 0 2 0,0 0-5 0,0 0-7 16,4 3-22-16,-4-3-25 0,13 0-30 0,-2-2-37 16,-1 1-31-16,2-1-32 0,6-1-29 0,1 1-18 15,-2-2-123-15,2 3-119 0,-6 0 0 0,1 1 0 16,-3-1 0-16,0 1 0 0,1-2 0 0,1 1 0 15,-8 1 0-15,4 0-215 0,-9 0-231 0,9 0-110 16,-1-1-109-16,-8 1-387 0,6-2-1139 16,-6 2 504-16</inkml:trace>
  <inkml:trace contextRef="#ctx0" brushRef="#br0" timeOffset="183249.6936">5861 16302 40 0,'-3'-5'525'0,"3"-2"10"15,0-3 9-15,-1 2 2 0,1-1-14 0,-3 1-8 16,2-2-15-16,-2 3-3 0,2 2-19 0,1-2-15 15,-1 1-16-15,-2 1-19 0,3-1-22 0,0 3-24 16,0 3-23-16,0-8-36 0,0 8-30 0,0-3-32 16,0 3-270-16,0 0 0 0,0 0 0 0,0 0 0 15,8 14 0-15,-7-6 0 0,3 8 0 0,0 1 0 16,2 2 0-16,-1 5 0 0,2 5 0 0,-1-4 0 16,-2 2 0-16,-2 1 0 0,5 3 0 0,-6-2 0 15,-1-1 0-15,0 0 0 0,0 1 0 0,0-4 0 16,-1 1 0-16,-3-1 0 0,0-5 0 0,-1-2 0 15,4 0 0-15,-3-2 0 0,0-5 0 0,4 5 0 16,-4-5 0-16,4-1 0 0,-1-2 0 0,0-2 0 16,-2-1 0-16,6-2 0 0,-1 1 0 0,-2-4 0 15,4 0 0-15,-4 0 0 0,9-4-609 0,1-3-86 0,0 1-454 16,-2-3-1243-16,0-2 551 0</inkml:trace>
  <inkml:trace contextRef="#ctx0" brushRef="#br0" timeOffset="183625.3852">6047 16402 353 0,'10'-11'488'0,"-1"4"29"15,-2-3 18-15,-1 3 8 0,2-1-5 0,-3 3-12 16,-4 0-20-16,3 1-25 0,-2 1-40 0,0-2-32 16,-2 5-38-16,1-4-32 0,-1 4-21 0,0 0-19 15,0 0-16-15,0 0-28 0,-14 11-19 0,5-5-23 16,3 2-18-16,-6 4-18 0,-2 1-15 0,4 1-156 15,-2 0-6-15,-2 3 0 0,4 1 0 0,0-2 0 16,-4 1 0-16,5-1 0 0,-1 0 0 0,-2-3 0 16,6-3 0-16,0 2 0 0,3-3 0 0,-4-1 0 15,5 1 0-15,-1-4 0 0,2 2 0 0,0-1 0 0,2 2 0 16,3-2 0-16,3 1 0 0,1 1 0 0,2-1 0 16,6 2 0-16,-1-1 0 0,4-1 0 15,-1 2 0-15,0 0 0 0,0-3 0 0,1 1 0 16,0 0 0-16,-1 1 0 0,1-2 0 0,-7-2 0 15,0 0 0-15,-1 0 0 0,-3 1 0 0,2-1 0 16,-4 0 0-16,0-3 0 0,0-1 0 0,-4 1 0 16,2 2 0-16,-4-3 0 0,0 0-124 0,13-2-396 15,-13 2-78-15,10-3-96 0,-1-1-349 0,1 0-1129 16,-2-2 500-16</inkml:trace>
  <inkml:trace contextRef="#ctx0" brushRef="#br0" timeOffset="183953.3986">6732 16359 387 0,'12'-15'565'0,"0"-9"3"0,-2 13 5 0,1-3-8 16,-6 2-25-16,3 1-16 0,-1 1-22 0,-2 2-29 15,-1 5-23-15,0-3-39 0,-3 2-31 0,-1 4-42 16,4-7-33-16,-4 7-31 0,0 0-21 0,0 0-10 15,0 0-1-15,0 0-10 0,1 22-8 0,-1-9-82 16,2 2-142-16,-4 3 0 0,1 11 0 0,1-3 0 16,0 0 0-16,3 0 0 0,-2 2 0 0,0-1 0 15,3-4 0-15,-4-1 0 0,1-2 0 16,-2-1 0-16,2 1 0 0,-1-2 0 0,0 0 0 0,-1-2 0 16,0-3 0-16,-2-1 0 0,2-1 0 0,-2-1 0 15,3-3 0-15,-1-1 0 0,0-1 0 0,1-1 0 16,0 0 0-16,0-4 0 0,1 5-15 0,2-1-494 15,-3-4-65-15,7 0-68 0,-7 0-434 0,13-4-1165 16,-6 0 516-16</inkml:trace>
  <inkml:trace contextRef="#ctx0" brushRef="#br0" timeOffset="184344.3028">6974 16568 98 0,'5'-6'396'15,"-2"0"19"-15,0 1 16 0,1 0 19 0,-2 0 7 16,0 1-4-16,0 0-8 0,1 1-13 0,-2 1-14 15,-1 2-13-15,0 0-25 0,5-4-24 0,-5 4-26 16,0 0-28-16,4-2-19 0,-4 2-34 0,0 0-22 16,4 8-16-16,-3-4-19 0,-1 3-21 0,1 0-14 15,-2 1-17-15,1 1-8 0,1 3-13 0,-2-1-12 16,1 0-13-16,0-2-13 0,0 2-7 0,1-1-5 16,-1-2-8-16,-1-2-6 0,1 0-54 0,1 1-1 15,-1-2 0-15,0 0 0 0,0-2 0 0,2 1 0 16,-2-4 0-16,2 2 0 0,-2-2 0 15,0 0 0-15,0 0 0 0,9-6 0 0,-4 2 0 0,4-2 0 16,-1-2 0-16,0-3 0 0,1 2 0 0,-1-2 0 16,4-2 0-16,-3 4 0 0,-1 1 0 0,-1-2 0 15,1 3 0-15,1 1 0 0,-4 0 0 16,3 2 0-16,-2 1 0 0,2 3 0 0,1 0 0 0,-3 0 0 16,3 2 0-16,-1 1 0 0,-2 0 0 15,4 3 0-15,-2 0 0 0,0 1 0 0,-1 2 0 0,-2 0 0 16,1-2 0-16,-3 0 0 0,4-1 0 0,-3 4 0 15,-2-4 0-15,3-1-231 0,-1 2-97 0,1 2-73 16,0-4-76-16,3 2-79 0,-2-2-477 0,-1-1-1120 16,7-2 496-16</inkml:trace>
  <inkml:trace contextRef="#ctx0" brushRef="#br0" timeOffset="184955.2627">7690 16367 3004 0,'13'-15'315'0,"5"-5"-8"0,-5 6-46 0,2-2-18 15,-2 4-29-15,-4 2-3 0,4 2-21 0,-7-2-20 16,2 0-20-16,2 5 1 0,-6 1-9 0,0-1-9 0,-3 1-4 16,-1 4-1-16,6-4-5 0,-6 4 7 0,0 0 6 15,0-5 1-15,0 5-8 0,0 0 9 16,-15-1 6-16,5 0 8 0,-2 0-6 0,-2 2 11 15,2-1-8-15,-5 2-1 0,-2-1 1 0,0 2-5 16,1-1-8-16,-3 1 8 0,3-3-8 0,0 3-91 16,1-2-45-16,5 1 0 0,-2 0 0 0,4-1 0 15,2-1 0-15,-2 1 0 0,2 0 0 0,8-1 0 0,-10 2 0 16,10-2 0-16,-8 3 0 0,8-3 0 16,-6 1 0-16,6-1 0 0,0 0 0 0,0 0 0 15,-8 3 0-15,8-3 0 0,0 0 0 0,-4 3 0 16,4-3 0-16,3 10 0 0,-3-2 0 0,0 1 0 15,1 3 0-15,1 4 0 0,0 3 0 0,2 5 0 16,1 2 0-16,-2 2 0 0,0-1 0 0,0 2 0 16,-2 3 0-16,-1-1 0 0,3 1 0 0,-6-1 0 0,3 2 0 15,-1-2 0-15,1 1 0 0,-4 3 0 0,-6-1 0 16,6-2 0-16,-1 4 0 0,1-5 0 16,-4 2 0-16,0-2 0 0,0 2 0 0,-2-2 0 15,1-1 0-15,-4-2 0 0,5 0 0 0,-1-4 0 0,4-5 0 16,0 6 0-16,1-7 0 0,0-3 0 0,4 3 0 15,-1-6 0-15,1 4 0 0,0-5 0 16,3 2 0-16,1-1 0 0,1-4 0 0,3 4 0 16,-1-3 0-16,2 0 0 0,-1-1 0 0,8 2 0 15,-4-4 0-15,3 2 0 0,3-1 0 0,0-3 0 0,2 3 0 16,-3-2 0-16,5-1 0 0,-2-1 0 0,1-1 0 16,2 2 0-16,-3-3 0 0,-1-2 0 15,0 1 0-15,-2 3 0 0,-2-3 0 0,-2-2 0 16,0 2 0-16,-7 0 0 0,2-1 0 0,-3 2 0 15,3-2 0-15,-8 1 0 0,0 0 0 0,9 0 0 0,-9 0-59 16,0 0-643-16,-7-9-537 0,7 9-1342 0,-10-7 595 16</inkml:trace>
  <inkml:trace contextRef="#ctx0" brushRef="#br0" timeOffset="192063.1374">10112 14363 59 0,'0'0'222'0,"-6"-2"0"16,6 2-8-16,-6-2-4 0,2 1-6 0,4 1-4 16,-7-5-5-16,0 4-6 0,3 0 6 0,0-2-2 15,-1 3-1-15,1-3-4 0,4 3 5 0,-8-2-6 16,8 2 16-16,-6-2 0 0,6 2 11 0,-2-4 1 16,2 4-2-16,0 0 3 0,-7-3-5 0,7 3-10 15,0 0-11-15,0 0-15 0,0-4-11 0,0 4-15 16,7-3-11-16,-2 1-14 0,2 0-5 0,0-1-11 15,2 1-8-15,3 0-4 0,-3 0-9 0,4 0-6 16,-3-1-7-16,1 1 3 0,0 2-5 0,-1-2-2 16,-1 0-5-16,3 0-6 0,-2 1 7 0,-4 1-14 15,1-2-1-15,-1 2-8 0,2 2-2 0,-8-2-8 16,9 1-1-16,-4 0-1 0,-1 2-3 0,0-1 5 16,-1 2-1-16,2-1 5 0,0 3-1 0,-1 0 4 0,0 4-2 15,-1-2 7-15,-1 1 1 0,1 6 8 16,0 0 8-16,-1-5 4 0,1 10 0 0,2-2 12 15,-2 2 6-15,1 6 4 0,1 5-8 0,1-2 20 0,-3 4-1 16,0 1 6-16,3-1-5 0,-2 1-62 0,3 14-38 16,-4-12 0-16,0 10 0 0,0 0 0 0,-1-9 0 15,-2-3 0-15,0 2 0 0,-2-1 0 0,4-1 0 16,-2 0 0-16,-2 0 0 0,2 0 0 0,0-1 0 16,0-2 0-16,-2 0 0 0,1 0 0 0,0-3 0 15,2-1 0-15,-1-2 0 0,1-4 0 0,1-1 0 16,-2-4 0-16,2 3 0 0,-2-4 0 0,1 2 0 0,1-5 0 15,-1-1 0-15,5 1 0 0,-6-4 0 16,1 2 0-16,2-5 0 0,-3 3 0 0,0-2 0 16,1-2 0-16,1 1 0 0,-2 1 0 0,0-1 0 15,2-4 0-15,-2-1 0 0,-2 6 0 0,0-2 0 0,2-4 0 16,-5 5 0-16,-2-2 0 0,0-1 0 16,-3 0 0-16,-3 1 0 0,2-1 0 0,0-1 0 15,-1 2 0-15,-1-5 0 0,4 2 0 0,-2 0 0 16,3-1 0-16,0 1 0 0,3-3 0 0,-4 3-293 0,7-3-460 15,-1 0-439-15,3-2-1289 0,0 5 571 0</inkml:trace>
  <inkml:trace contextRef="#ctx0" brushRef="#br0" timeOffset="195665.8555">6850 14150 129 0,'0'0'176'0,"0"0"-9"16,0-4-3-16,0 4-2 0,0 0-1 0,0-5-3 16,0 5-1-16,0 0-2 0,1-4-5 0,-1 4-8 0,0 0-5 15,2-3-2-15,-2 3-2 0,0 0-2 16,-2-5-1-16,2 5 0 0,0 0 1 0,0 0-7 15,-3-4 3-15,3 4 10 0,0 0-14 0,0 0-1 16,0 0-6-16,0 0-8 0,0 0-7 0,0-5-4 0,0 5-9 16,0 0 3-16,0 0-14 0,0 0-7 0,0 0-4 15,0 0-6-15,0 0-7 0,0 0-6 16,0 0 3-16,0 0 0 0,0 0-4 0,0 0-1 16,0 0-3-16,0 0 8 0,0 0-1 0,0 0 2 0,0 0 4 15,0 0-3-15,0 0-5 0,0 0 9 0,0 0-2 31,0 0-3-31,0 0 2 0,0 0-1 0,0 0 3 0,0 0 5 0,0 0 0 0,0 0 0 0,0 0 0 16,0 0-4-16,0 0 0 0,0 0-8 0,0 0 1 16,0 0-8-16,0 0 1 0,0 0-3 0,0 0-5 15,0 0 0-15,0 0-3 0,0 0-1 0,0 0 1 16,0 0-4-16,0 0 2 0,0 0 0 0,0 0 2 16,0 0 2-16,0 0 5 0,0 0 1 0,0 0 0 15,0 0 1-15,0 0 0 0,0 0-4 0,0 0 1 16,0 0-5-16,0 0-1 0,0 0-6 0,0 0 4 15,0 0-6-15,0 0-3 0,0 0 2 0,0 0-5 16,0 0 0-16,0 0-2 0,0 0-1 0,0 0-5 16,0 0 2-16,0 0 2 0,0 0-4 0,0 0-1 15,0 0 1-15,0 0-1 0,0 0 1 0,0 0-2 16,0 0-4-16,0 0 0 0,0 0 3 0,0 0-3 16,0 0 2-16,0 0-1 0,0 0 4 0,0 0-4 0,0 0-1 15,0 0 1-15,0 0 0 0,0 0-1 16,0 0 0-16,0 0 4 0,0 0-2 0,0 0 3 15,0 0-3-15,0 0 3 0,0 0-3 0,0 0 5 16,0 0-2-16,0 0 29 0,0 0-2 0,0 0 0 0,0 0 0 16,0 0-1-16,0 0-7 0,0 0 1 0,0 0-5 15,0 0 1-15,0 0-1 0,0 0-3 0,0 0-3 16,-6-1 1-16,6 1-2 0,0 0-4 16,-4-3 5-16,4 3-4 0,-4-2 4 0,4 2 1 0,-4-3 2 15,4 3-3-15,0 0-5 0,-3-2 3 0,3 2-3 16,-3-4-10-16,3 4 9 0,0 0-1 0,-8-1-1 31,8 1-1-31,-6-2-2 0,2 1 5 0,4 1-17 0,0 0 12 0,-10-1-10 0,10 1 11 0,-11-2-1 16,5 1 1-16,6 1-6 0,-10-1 2 0,10 1 3 31,-11 1-4-31,3 0 2 0,8-1 1 0,-9 0-2 16,5 2-1-16,0-1 1 0,4-1-2 0,-10 2 0 15,8 0-3-15,2-2 2 0,-7 3 1 0,3 0-1 16,2 1-4-16,-2-1 7 0,0 1-3 0,-1 0-3 15,4 0 5-15,-3 3-4 0,0-1 2 0,1 1 1 16,1-1-3-16,-2 3 3 0,4 0 5 0,-3 0-12 16,2 0 12-16,1 0 0 0,0 3 7 0,0-1 4 15,1 1-1-15,2 0 19 0,2 1 1 0,-1-1-1 0,0 1 7 16,6 1-7-16,-6-2 3 0,0 2-2 16,-2-1-6-16,5-4 4 0,-6 3-7 0,4-2-9 15,-1 4 7-15,0-2-1 0,-3-1 7 0,1 4-6 16,0-3-7-16,-4 0 15 0,4 1 4 0,-5 2-6 0,-3 1 8 15,2-1-5-15,-1-1-3 0,0 0 1 16,-3-1-2-16,3 5-10 0,-5-4-3 0,1 3 0 16,0-3-17-16,-4-2 0 0,3 1 0 0,0-4 0 15,0-1 0-15,-1 1 0 0,2-1 0 0,-3-1 0 0,3 1 0 16,0-4 0-16,-1 2 0 0,4-3 0 0,0 1 0 16,1-2 0-16,0 0 0 0,0-1 0 0,5-1 0 15,-5 4 0-15,5-4 0 0,-3 2 0 0,3-2 0 16,0 0 0-16,0 0 0 0,0 0 0 15,0 0 0-15,0 0 0 0,0 0 0 0,0 0 0 0,0 0 0 16,0 0 0-16,15 0 0 0,-15 0 0 0,8 2 0 16,0 1 0-16,-2 0 0 0,3 0 0 0,0 2 0 15,-3 2 0-15,3 0 0 0,0 2 0 0,-1-1 0 16,2 3 0-16,0 4 0 0,-1-1 0 0,-1 4 0 16,-2-1 0-16,3 5 0 0,-1 3 0 0,-6 1 0 15,5 1 0-15,-6 0 0 0,3 1 0 0,1 3 0 16,-5-2 0-16,0 0 0 0,0 4 0 0,0-2 0 15,-5 2 0-15,4-2 0 0,-2 0 0 0,-1 2 0 16,3 2 0-16,-2-3 0 0,1 0 0 0,-1-3 0 16,2 1 0-16,1-2 0 0,1-3 0 0,3-6 0 15,-3-2 0-15,3 1 0 0,4-1 0 0,5-3 0 0,1-2 0 16,4-1 0-16,7-2 0 0,7 0 0 0,3-3 0 16,3-2 0-16,16-4 0 0,-3-2 0 0,-15 3 0 15,1-2 0-15,-2-2-96 0,0-1-402 16,-12 3-107-16,-5-4-561 0,1 0-1262 0,-5 3 558 15</inkml:trace>
  <inkml:trace contextRef="#ctx0" brushRef="#br0" timeOffset="196667.4646">11449 14374 193 0,'0'-4'380'0,"-4"2"24"0,4-6 1 15,-1 1 6-15,-3 2 3 0,3 0 6 0,-2 1-3 16,2-3-4-16,-1 2 5 0,0 1-3 0,1-3-6 0,1 3-4 16,0-1-13-16,-3 0-10 0,2 0-16 0,1 5-16 15,1-6-23-15,-1 6-18 0,0-3-20 0,0 3-35 16,0 0-25-16,0 0-40 0,0 0-189 16,0 0 0-16,8 17 0 0,-7-7 0 0,8 5 0 0,-4 8 0 15,3 2 0-15,1 2 0 0,0 4 0 0,-4-2 0 16,0 1 0-16,2 6 0 0,-2-1 0 0,-1 10 0 15,1-11 0-15,-8 2 0 0,3-4 0 0,0 3 0 16,0-1 0-16,-2 0 0 0,-1-2 0 0,3-1 0 16,-4-3 0-16,2 1 0 0,-1-11 0 0,3-2 0 15,0-3 0-15,0-2 0 0,0 0 0 0,0-2 0 16,0-2 0-16,-1-2 0 0,2-1 0 0,-1-2 0 16,3 2 0-16,-3-4 0 0,0 0 0 0,11-9 0 15,-3 2-572-15,-1-2-94 0,1-1-494 0,4-5-1254 16,-2 0 554-16</inkml:trace>
  <inkml:trace contextRef="#ctx0" brushRef="#br0" timeOffset="197074.3684">11697 14761 120 0,'5'-5'397'16,"2"-3"23"-16,-2 1 31 0,4 0 39 0,-3-1 14 16,-3 4-1-16,-2 1 2 0,3-1-14 0,-3 1-22 15,-1-1-19-15,0 4-28 0,4-4-24 0,-4 4-29 0,4-2-29 16,-4 2-36-16,0 0-28 0,0 0-23 0,0 0-19 15,0 0-20-15,5 10-16 0,-5-3-21 16,1-1-15-16,-2 2-118 0,1 2-44 0,1-1 0 16,-2 1 0-16,-3 1 0 0,4-4 0 0,0 0 0 0,0 0 0 15,0 0 0-15,0 0 0 0,4-2 0 0,-4-2 0 16,-4 2 0-16,4-5 0 0,4 5 0 0,-4-2 0 16,0-3 0-16,3 3 0 0,-3-3 0 15,0 0 0-15,0 0 0 0,15-7 0 0,-9 3 0 0,2-2 0 16,-2-1 0-16,2 3 0 0,0-3 0 0,0-1 0 15,0 5 0-15,0-1 0 0,-1-1 0 0,2 3 0 16,-2 0 0-16,0 0 0 0,5 2 0 16,-2 2 0-16,-4 0 0 0,5 2 0 0,-1 1 0 0,0 0 0 15,-2 3 0-15,1-1 0 0,-3 0 0 0,3 1 0 16,-2 1 0-16,-1-1 0 0,0 1 0 0,-1 0 0 16,-2-4 0-16,0 2 0 0,-1 0 0 0,1-1 0 15,-1-2 0-15,0 2 0 0,0-4 0 0,-2 1 0 16,0-3 0-16,5 4-402 0,-5-4-207 0,8 0-97 15,-8 0-373-15,15-8-1170 0,-2 2 518 0</inkml:trace>
  <inkml:trace contextRef="#ctx0" brushRef="#br0" timeOffset="198138.6438">12778 14291 152 0,'4'-3'323'0,"1"-3"0"0,2 2-4 15,0-1 2-15,-3 2 0 0,4-2 0 0,-4 0-5 0,1 0-8 16,-4 4-5-16,7-1-9 0,-8 2-14 0,5-4-20 16,-5 4-17-16,1-2-14 0,-1 2-1 15,0 0-4-15,0 0-1 0,-14-2-7 0,14 2-3 16,-19 4-11-16,1 0 10 0,1-1-7 0,-3 2-1 0,-2-1-3 16,2 0-11-16,-10 3-2 0,2-2 7 0,0 2-22 15,8-1-11-15,4-2-7 0,-3 1-10 0,6-1-12 16,-1-2-9-16,4 1-11 0,2-2-6 0,0 1-42 15,1 0-65-15,3 0 0 0,-1-1 0 0,5-1 0 16,-8 2 0-16,8-2 0 0,-5 2 0 0,5-2 0 16,-3 3 0-16,1 1 0 0,2 0 0 0,-1 2 0 15,1 1 0-15,3 1 0 0,-3 5 0 0,1 3 0 16,0 1 0-16,2 2 0 0,-2 8 0 0,3 1 0 16,-1-1 0-16,0 7 0 0,0-1 0 0,-3 2 0 15,0 9 0-15,2 3 0 0,-4-11 0 0,-2 12 0 16,1-1 0-16,-4 0 0 0,3-13 0 0,1 0 0 15,1 0 0-15,-3-2 0 0,1 1 0 0,-3 1 0 16,6-4 0-16,-5-3 0 0,3-2 0 0,1 1 0 16,0-7 0-16,2-2 0 0,2-3 0 0,-1-3 0 15,0 1 0-15,0-1 0 0,3 0 0 0,1 0 0 0,2-3 0 16,-1 1 0-16,2-2 0 0,1-1 0 0,2 1 0 16,-2-3 0-16,1 1 0 0,3 0 0 15,0-2 0-15,5-2 0 0,-5 1 0 0,1 0 0 16,-1-2 0-16,-1-2 0 0,0 4 0 0,2-1 0 0,-3-1 0 15,0-1 0-15,-1 2 0 0,0-2 0 0,-4-1 0 16,1 1 0-16,2 1 0 0,-9 0 0 16,12 0 0-16,-9-1 0 0,-3 1 0 0,14 1 0 15,-9-2 0-15,-1-1 0 0,0-5 0 0,-2 4-49 0,1-4-584 16,2-4-74-16,0-6-427 0,3-1-1228 0,1-6 543 16</inkml:trace>
  <inkml:trace contextRef="#ctx0" brushRef="#br0" timeOffset="198544.826">13826 14219 318 0,'4'-12'474'0,"0"2"6"0,-3-3 14 0,-1 4-1 0,0-1-1 15,0 2-21-15,-1 1-13 0,1 0-1 0,-3 0-11 16,2 1-10-16,1 2-17 0,-3-1-18 0,2 0-24 16,1 2-19-16,0 3-24 0,0 0-30 0,-1-5-27 15,1 5-28-15,0 0-24 0,0 0-10 0,0 0-202 16,0 0-13-16,-4 12 0 0,4-2 0 0,-4 3 0 16,4 2 0-16,-2 2 0 0,-1 0 0 0,2 2 0 15,1 2 0-15,-3-2 0 0,2 0 0 0,1 0 0 16,0 1 0-16,-2-2 0 0,2 0 0 0,0 0 0 15,0-2 0-15,-3 2 0 0,2-2 0 0,-1-6 0 16,1 4 0-16,1-4 0 0,0 1 0 0,-2-4 0 16,2 2 0-16,-2-2 0 0,2 1 0 0,-2-4 0 15,2 0 0-15,2 0 0 0,-4 3 0 0,0-5 0 16,2-2 0-16,-1 6 0 0,2-4 0 0,-1-2 0 16,-2 3 0-16,2-3 0 0,0 0 0 0,0 6 0 15,0-6 0-15,0 0 0 0,-8 1-186 0,8-1-518 16,-10 3-514-16,4-1-1318 0,-3 1 584 0</inkml:trace>
  <inkml:trace contextRef="#ctx0" brushRef="#br0" timeOffset="198935.3376">13026 14954 59 0,'-6'3'473'0,"-3"1"3"15,5 1 15-15,-2-3 2 0,-1 1-8 0,2-1-24 0,0 2-22 16,-3-3-27-16,8-1-24 0,-9 4-29 0,4-3-26 16,1 0-14-16,4-1-16 0,-5 2-15 0,5-2-20 15,-6 0-17-15,6 0-9 0,-4 2-17 16,4-2-19-16,0 0-12 0,0 0-10 0,-5 3-13 0,5-3-5 16,0 0-22-16,0 0 5 0,0 0-16 0,0 0-54 15,23 0-79-15,-5-2 0 0,10-1 0 0,3-1 0 16,8-2 0-16,18-5 0 0,10 0 0 0,30-9 0 15,3-1 0-15,12-3 0 0,5 1 0 0,12 1 0 16,5-4 0-16,3 1 0 0,5 2 0 0,1 0 0 16,-6-1 0-16,-7 6 0 0,-10 2 0 0,-13 3 0 15,-16 3 0-15,-37 7 0 0,-16-2 0 0,-6 1 0 16,-11 1 0-16,-4 0 0 0,-5 2 0 0,1-3 0 16,-7 4 0-16,1-1 0 0,-1 1 0 0,-6 0 0 15,0 0 0-15,0 0 0 0,-19 8 0 0,-2-7 0 16,-5 7 0-16,-6-1-422 0,0 6-297 0,-7-5-456 15,2 1-1274-15,-2-1 564 0</inkml:trace>
  <inkml:trace contextRef="#ctx0" brushRef="#br0" timeOffset="199341.5823">13633 15199 331 0,'0'0'428'0,"4"-7"7"16,-4 2-24-16,1-1-11 0,2 1-12 0,-3 1-16 16,1 0-12-16,2 1-5 0,-3 3-12 0,0-4-8 15,0 4-9-15,0 0-22 0,1-5-21 0,-1 5-27 16,0 0-17-16,0 0-20 0,0 0-11 0,0 0-4 15,0 0 4-15,0 0 3 0,-4 15-9 0,4-6-3 16,-1 4-2-16,-2 2-2 0,2 3-8 0,1-1-9 16,0 1-4-16,0 8-12 0,0-6-81 0,0-2-81 15,0 9 0-15,0-7 0 0,1 4 0 0,2-7 0 16,-6 2 0-16,3-1 0 0,3-2 0 0,-6-2 0 16,2-2 0-16,1 1 0 0,-3-3 0 0,2 2 0 15,1-5 0-15,-1 1 0 0,1-1 0 0,-3-1 0 0,1 0 0 16,2-2 0-16,0 1 0 0,0-2 0 15,0-3-270-15,0 0-86 0,2 4-66 0,-2-4-54 16,0 0-74-16,0 0-53 0,12-9-316 0,-12 2-997 16,1-3 441-16</inkml:trace>
  <inkml:trace contextRef="#ctx0" brushRef="#br0" timeOffset="199732.5256">13542 15224 150 0,'4'-8'471'0,"1"-2"5"16,-1 1 9-16,3 1-7 0,-2 1-18 0,0-1-27 16,1 0-27-16,1 1-32 0,-1 0-27 0,2 4-21 15,-1-3-21-15,2 2-33 0,-1 2-4 0,2-1-20 16,2 1-6-16,-2 1-10 0,3 1-14 0,-3 1-4 16,5 1-8-16,-2 2-17 0,4 4-13 0,-3 0-13 15,4 0-2-15,-3 1-7 0,2 2-9 0,-2 0-4 16,0 3-8-16,3 5-3 0,0-1-6 15,-8-2-60-15,3-1-64 0,-1 0 0 0,-3 2 0 0,-3 0 0 16,3 0 0-16,-5-9 0 0,1 9 0 0,-1 1 0 16,-3-5 0-16,-2-1 0 0,1 5 0 0,-3-2 0 15,-1 0 0-15,-2-1 0 0,-3 2 0 0,3-3 0 16,-2-1 0-16,-4 0 0 0,-3-1 0 0,3 1 0 16,1-3 0-16,-1-1 0 0,2-2 0 0,0-2 0 15,1 1 0-15,1-2 0 0,3 2 0 0,-4-3 0 16,6 0 0-16,-1 1 0 0,4-3 0 0,-5 3 0 15,1-2 0-15,4-1 0 0,0 0 0 0,0 0 0 16,-5 2 0-16,5-2 0 0,0 0 0 0,0 0-164 16,0 0-211-16,0 0-55 0,0 0-40 0,15-5-48 15,-9 2-46-15,3 3-381 0,-4-1-1024 0,3 1 453 16</inkml:trace>
  <inkml:trace contextRef="#ctx0" brushRef="#br0" timeOffset="200186.1486">14187 15399 335 0,'5'-10'422'16,"-1"2"11"-16,-1 2-7 0,0-1-13 0,0 1-15 16,-1 1-14-16,-2-2-14 0,1 4-18 0,2 0-19 15,-3 0-17-15,0 3-28 0,1-7-22 0,-1 7-34 16,0 0-6-16,0 0-17 0,0 0-10 0,0 0-8 15,-13 9-16-15,7-7-12 0,1 5-13 0,0-2-12 16,0 4-1-16,1 3-10 0,-1-4-9 0,2 2-10 16,-1-1 0-16,3-1-9 0,1 1-8 0,-1-3-5 15,1 3 2-15,1-3-5 0,2 0 4 0,-2 0-1 16,1 0 0-16,1-2-4 0,2 0 6 0,-1 1-9 16,2 0-10-16,-1-1 5 0,1 0-10 0,0 3-52 15,3-2-12-15,0 1 0 0,-1-1 0 0,-3-2 0 16,1 0 0-16,-2 4 0 0,2-3 0 0,-5 0 0 15,3 1 0-15,-2 0 0 0,0 3 0 0,-2-3 0 16,-2 0 0-16,0 1 0 0,1 1 0 0,-3-2 0 16,-5 2 0-16,4 0 0 0,-4 1 0 0,0-3 0 15,-2-1 0-15,4 0 0 0,-3 0 0 0,4-1 0 16,-3 0 0-16,2-2 0 0,2 1 0 0,0-1 0 0,5-1 0 16,-7 0 0-16,7 0-115 0,0 0-153 0,0 0-34 15,0 0-45-15,0 0-37 0,7-10-30 16,0 9-24-16,-1-2-31 0,3-2-10 0,1 0-5 15,2 2-265-15,-2-2-811 0,1-1 359 0</inkml:trace>
  <inkml:trace contextRef="#ctx0" brushRef="#br0" timeOffset="200640.4539">14335 15555 20 0,'7'-1'179'0,"0"-2"19"0,-2 1 18 16,0-2 16-16,0 0 16 0,-1 1 15 0,0-1 9 16,0 1 0-16,1-2 6 0,-3 1-7 0,2-2 8 15,-1 2 1-15,1 1 0 0,1-5-2 0,-1 4-8 16,1 0-8-16,-1 0-11 0,-1-2-8 0,3 4-18 15,-1-2-15-15,0 2-14 0,0 0-18 0,-1-1-14 16,-1-1-17-16,-3 4-15 0,8-1-12 0,-8 1-14 16,7 0-8-16,-7 0-7 0,8 4-6 0,-4 0-6 15,0-2-7-15,0 2-15 0,0-1-2 0,-3 4-12 16,0-3-1-16,2 1-5 0,-3-1 0 0,0 4-2 16,0-5-1-16,0 3-3 0,-3 1-5 0,2-2-2 15,-3-3 2-15,0 3-3 0,3-1-6 0,-4 0 3 16,1-1 1-16,2-1 0 0,-3 1 8 0,5-3 8 15,0 0 4-15,-7 0 7 0,7 0 7 0,0 0 5 16,-8-4 6-16,5 1 7 0,1-1 4 0,2 4-1 16,-2-7-1-16,2 2 0 0,0 0 4 0,1-1-2 0,0 1 0 15,-1 2-15-15,2 0 10 0,0-1-6 16,-1-2-64-16,2 4-2 0,2-2 0 0,-3 3 0 16,-2 1 0-16,10-3 0 0,-7 1 0 0,-3 2 0 15,12 4 0-15,-8-3 0 0,1 0 0 0,1 4 0 0,-2-1 0 16,4 3 0-16,-3-3 0 0,0 5 0 0,0-3 0 15,0-1 0-15,-1 4 0 0,4-1 0 0,-7-1 0 16,3-1 0-16,0 1 0 0,0-2 0 16,1 2 0-16,-2-2 0 0,0-1 0 0,1 0 0 15,-2 1 0-15,0-3-96 0,-2-2-165 0,4 4-31 0,-4-4-46 16,5 1-61-16,-5-1-40 0,0 0-57 0,9-11-50 16,-7 6-342-16,1-4-961 0,-2-1 425 15</inkml:trace>
  <inkml:trace contextRef="#ctx0" brushRef="#br0" timeOffset="201047.6644">14110 15040 75 0,'0'0'355'0,"-9"-1"-10"0,5-1 8 16,4 2 1-16,-6-5-6 0,1 4 4 0,1-1 1 16,4 2 1-16,0 0 5 0,-8-2 4 0,8 2-1 15,-5-1-8-15,5 1-5 0,0 0 3 0,0 0-19 16,0 0 6-16,0 0-6 0,0 0-16 0,0 0-8 16,0 0-12-16,0 0-10 0,0 0-22 0,0 0-20 15,0 0-20-15,13-6-12 0,-2 1-213 0,1 3 0 16,6-3 0-16,1 2 0 0,1-1 0 0,11-1 0 15,0 0 0-15,3 0 0 0,-2 3 0 0,0-3 0 16,1 1 0-16,-6 0 0 0,-6-1 0 0,-5 2 0 16,2 3 0-16,-4-4 0 0,-2 4 0 0,-3-2 0 15,-2 0 0-15,1 1 0 0,-2 1 0 0,-2-2 0 16,-4 2 0-16,0 0 0 0,9 0 0 0,-5-1 0 16,-4 1 0-16,0 0 0 0,0 0 0 0,0 0-78 15,0 0-349-15,0 0-56 0,0 0-68 0,0 0-83 16,0 0-369-16,0 0-1088 0,-9-14 482 0</inkml:trace>
  <inkml:trace contextRef="#ctx0" brushRef="#br0" timeOffset="201704.1364">14904 14141 48 0,'-3'-4'337'15,"-1"-4"2"-15,2 2-25 0,2 2-6 0,-2-4-13 0,-3 2-12 16,4 2-4-16,1-2-18 0,0-2 7 0,0 5-13 16,0-4-7-16,4-1-4 0,0 5-6 0,3-5-11 15,1 2-15-15,1 1-11 0,2-3-11 0,2 2-12 16,0 0-14-16,5 1-11 0,-3 1-9 0,4-1-3 16,2 1-1-16,-1 2-10 0,-2-2-4 0,1 1-7 15,-2 0-7-15,2 1 0 0,-1 1-12 0,-3 1-4 16,-3-1-9-16,-1 2-7 0,0 0-5 0,-5 0-6 15,3 3-3-15,-1-2-3 0,1 3-4 0,-3 2 2 16,1 0-1-16,1 4 6 0,0 5 12 0,-3 1 17 16,3 2-3-16,-2 6 3 0,0 3 30 0,1-1-4 15,-2 4 1-15,1-2 23 0,-2 2-12 0,0 3 2 16,1 1-33-16,-1-3-102 0,1 3 0 0,0 0 0 16,2 12 0-16,0-2 0 0,-2 2 0 0,4-1 0 15,-1 0 0-15,-6-10 0 0,6 10 0 0,-4-1 0 16,1 2 0-16,-5-12 0 0,4 0 0 0,-4 11 0 15,0-11 0-15,0-2 0 0,-1 2 0 0,-2-5 0 16,3 0 0-16,-4 0 0 0,-1-4 0 0,5 1 0 16,-5-8 0-16,1 2 0 0,0-4 0 0,-1-4 0 15,2 0 0-15,0-3 0 0,-1 0 0 0,-2-1 0 0,3-3 0 16,-1 2 0-16,-3-2 0 0,0 2 0 16,2-2 0-16,-3 0 0 0,-2 1 0 0,-1-2 0 15,-1 0 0-15,-6 3 0 0,2-2 0 0,-5 2 0 16,2-3 0-16,0-2 0 0,-8 6 0 0,0-3 0 0,8-1 0 15,-3 1 0-15,4-2 0 0,6-3 0 16,-6 3-7-16,-1-3-666 0,7 0-580 0,1-1-1355 16,3 2 600-16</inkml:trace>
  <inkml:trace contextRef="#ctx0" brushRef="#br0" timeOffset="203177.5221">15430 13864 234 0,'4'-2'229'16,"0"-3"-9"-16,-2 1 0 0,5 1-8 0,-4-1-13 15,3-1-6-15,0 0-9 0,-1 1-7 0,3-3-2 16,-2 2-7-16,2-1-4 0,-3 1-6 0,5 1-7 15,-2 2-3-15,2-4 6 0,-3 5-4 0,0-2-12 16,2 1-2-16,-2 1-1 0,4-3-3 0,-2 4-2 16,1 0 3-16,2 5-8 0,-1 0 9 0,6 2 0 15,-4-1-7-15,2 3-4 0,0 0-9 0,-1 2-4 16,2-2 4-16,-4 5-7 0,4 0-5 0,-3-1-3 16,-2-3-6-16,0 6-5 0,-1-3-3 0,-1 3-8 15,1 1 1-15,-4 0-3 0,0 0 4 0,2 7 7 16,-4-5-7-1,-4 8 1-15,0-4 7 0,-1 5 7 0,-7-2-2 0,3 2 10 0,-7 1-12 0,1 2-4 16,-5-3 0-16,0 2-11 0,1-2 10 0,-5 0-14 16,5 0-8-16,-3 1 1 0,2-6-9 0,3 2-8 0,4-7-2 15,0 0-6-15,5-1-2 0,-1 0 1 16,5-4-8-16,3 4 8 0,-1-6-10 0,6 2 6 16,3-1-7-16,3 0-2 0,4-1-1 0,8 1-4 15,2-2 3-15,2 2 0 0,1-5-4 0,-3 2 0 0,2-7-10 16,2 0 6-16,-12 1 0 0,-1-3-5 0,-6 2 3 15,1-2-1-15,-6 0-7 0,2 0 13 0,0 0-3 16,-6-1-4-16,2 1-3 0,-6 0 0 16,8-1-6-16,-8 1 4 0,0 0 1 0,0 0-6 0,5 2 2 15,-5-2-8-15,0 0 10 0,-13 9 4 0,7-3 14 32,-5 2-4-32,-1 4 1 0,-3 2 14 0,-6 5 7 0,1 2 5 0,-3 0 5 0,1 4 5 0,3 1-8 15,1 1 6-15,-1 1-37 0,2 1-17 0,5-2 0 16,1 1 0-16,1 2 0 0,6 0 0 0,0 0 0 15,2 1 0-15,4-2 0 0,1 1 0 0,2-1 0 16,-2 0 0-16,4-1 0 0,0-1 0 0,-1 2 0 16,1-4 0-16,-4-5 0 0,4 7 0 0,-4-8 0 15,1 1 0-15,-1-4 0 0,-6 1 0 0,6-2 0 16,-7-3 0-16,0-1 0 0,4 1 0 0,-6-1 0 16,0-3 0-16,0 2 0 0,-1-5 0 0,0 5-202 15,-3-5-222-15,-1 0-82 0,-1-2-64 0,1 1-56 16,-2 0-352-16,-2-1-1058 0,2-2 468 0</inkml:trace>
  <inkml:trace contextRef="#ctx0" brushRef="#br0" timeOffset="207584.2904">8719 16273 127 0,'0'0'321'0,"0"-4"-8"15,0 4-11-15,0 0-1 0,0-7 12 0,-1 4-9 16,1 3-1-16,0-7 0 0,0 7-4 16,-3-4-9-16,3 4-6 0,0-4-2 0,0 4-9 15,-1-4-14-15,1 4-9 0,-1-6-10 0,1 6-14 16,0 0-12-16,-1-3-18 0,1 3-17 0,0 0-14 0,0 0-7 16,0 0 2-16,0 0 14 0,3 13 1 0,0-5 14 15,0 3-12-15,-2 1 2 0,3 8 5 16,0-1-1-16,1 0-3 0,0 6-2 0,0 1-10 15,-1 2-6-15,1 0-11 0,-3 1-122 0,2 0-29 16,-4-2 0-16,0 0 0 0,-1-1 0 0,0 0 0 0,2-6 0 16,-2 0 0-16,2-1 0 0,0 1 0 0,-1-5 0 15,0 1 0-15,-1-5 0 0,1 1 0 0,1-3 0 16,-1-1 0-16,3-3 0 0,-3 1 0 0,0-1 0 16,1 0 0-16,0-3 0 0,-1 3 0 15,0-5 0-15,-2 5 0 0,2-5 0 0,0 0 0 0,0 0 0 16,0 0 0-16,0 0 0 0,0 0-286 0,7-14-206 15,-5 10-87-15,-1-4-560 0,0-2-1235 16,-1-1 547-16</inkml:trace>
  <inkml:trace contextRef="#ctx0" brushRef="#br0" timeOffset="207990.4803">8617 16397 287 0,'0'-6'416'0,"-4"-1"-4"0,4-2-23 0,0 0-11 16,0 2-16-16,0 0-8 0,0 2-10 0,-2-2-20 15,4 0-15-15,-1 1-21 0,2-1-13 0,1 4-18 16,1-3-14-16,4 0-13 0,1 1-6 0,2 0-6 16,2 0-10-16,4-1 2 0,2 3-14 0,3 2-3 15,5 1-1-15,0 0 0 0,1 1-6 0,1 5-5 16,2 2-7-16,-5-3-3 0,2 6-10 0,1-3-2 15,-3 7-11-15,-3-1-10 0,-7-3-9 0,-1 3-6 16,3 5-12-16,-1 0-102 0,-6-2-9 0,-2 2 0 16,-4 4 0-16,-2-3 0 0,-4 6 0 0,-1 1 0 15,-8-1 0-15,-4 1 0 0,-1 1 0 0,-4-3 0 16,-2 0 0-16,-5-1 0 0,2 1 0 0,-2-5 0 16,1 0 0-16,0-1 0 0,7-8 0 0,1 0 0 15,2-4 0-15,5-1 0 0,0-1 0 0,3-2 0 16,-2 1 0-16,3-2 0 0,0-2 0 0,5 0 0 15,-6 2 0-15,6-2 0 0,0 0 0 0,-8-4 0 16,8 4 0-16,1-5 0 0,-1 5 0 0,7-8 0 16,-4 5 0-16,6-4-34 0,-1 7-468 0,5-4-89 15,0 2-93-15,-3 0-380 0,4-1-1151 0,8-2 509 16</inkml:trace>
  <inkml:trace contextRef="#ctx0" brushRef="#br0" timeOffset="208443.6117">9365 16605 400 0,'4'-11'468'16,"1"3"-7"-16,-3 0-17 0,3-1-10 0,-2 2-19 15,-1 1-16-15,0 1-22 0,-1 0-21 0,0 1-26 16,1 0-31-16,-2 0-29 0,0 4-18 15,2-3-35-15,-2 3-23 0,0 0-17 0,0 0-17 16,0 0-17-16,0 0-18 0,-2 15-9 0,0-9-15 0,1 5-5 16,-2 3-9-16,2-1-13 0,0-1-4 0,-2 1-3 15,2 1-11-15,0-5-2 0,-2 5-6 16,2-1-3-16,1-3 0 0,0 1 9 0,0-2 1 16,0 0 2-16,1-2 8 0,-1 1 1 0,4-3 7 15,-1 1 3-15,-1 1 6 0,1-3-10 0,-1 1 6 16,1 0-12-16,-2-1 15 0,2 0-2 0,-1 0-5 0,0 0-2 15,1-2-16-15,-3-2-5 0,3 4 1 0,1-3-6 16,-3 2-9-16,-1-3 5 0,1 6-6 0,-1-2 2 16,0-4-35-16,-1 5-3 0,1 0 0 15,-1-1 0-15,-3-1 0 0,1 0 0 0,0 1 0 16,-3 0 0-16,1-2 0 0,-2 3 0 0,-2-3 0 16,2 2 0-16,0-3 0 0,-2 1 0 0,1 1 0 15,2-2-53-15,-1 2-86 0,2 0-32 0,5-3-37 16,-11 1-30-16,7-1-50 0,4 0-55 0,0 0-59 15,0 0-59-15,-5-4-69 0,5 4-363 0,0 0-968 16,10-7 428-16</inkml:trace>
  <inkml:trace contextRef="#ctx0" brushRef="#br0" timeOffset="208943.4294">9623 16729 75 0,'4'-5'398'0,"-2"1"-7"16,2-1-6-16,-3 0-18 0,2-1-14 0,1 1-14 16,-4 2-12-16,1-1-20 0,4-1-14 0,-5 2-14 15,2-1-15-15,1 2-16 0,-3 2-17 0,0-6-15 16,4 2-18-16,-4 4-19 0,3-3-20 0,-3 3-17 16,0 0-15-16,0 0-12 0,0 0-18 0,11 4-3 15,-11-4-10-15,7 5-6 0,-5-1-13 0,-1-2 0 16,2 3-9-16,-2 0-5 0,2 2-5 0,-1-2-5 15,-2-1-2-15,0 1-5 0,0 2-4 0,-2-3 0 16,-2-1-2-16,1 2 3 0,2 1-8 0,-4-2 5 16,2-1 2-16,-2-1 5 0,1 0 7 0,1 1 7 15,3-3 5-15,-9 1 6 0,9-1 6 0,-8-1-1 16,8 1 4-16,-8-4 6 0,6 2-1 0,0-2-1 16,0 0-3-16,1-2-2 0,1 0-3 0,-2 4-3 15,2-3 0-15,3-2-20 0,-1 1 10 0,1 3-3 16,0-2 1-16,0 0-3 0,1 0-10 0,3 2 3 15,-1-1-1-15,0 3-1 0,2 1-4 0,2 1 0 16,-1-1 7-16,0 2-4 0,4 2 8 0,-3 2 0 16,-1 0-11-16,-1-1 4 0,2 4-7 0,-2 0 4 15,-2-1-1-15,1 1-4 0,-2 0-3 0,1 0-27 16,-2-3 0-16,-3 1 0 0,2 0 0 0,-2 0 0 16,2-2 0-16,-2 3 0 0,1-3 0 0,0 0 0 15,-2-4-84-15,0 4-33 0,1 0-22 0,-1-5-39 16,3 3-49-16,-3-3-65 0,10 1-73 0,-4-2-69 15,-6 1-86-15,12-4-453 0,-6 0-1054 0,2-1 467 16</inkml:trace>
  <inkml:trace contextRef="#ctx0" brushRef="#br0" timeOffset="210180.0703">8626 17281 318 0,'0'0'354'0,"0"0"-4"0,-9-2-10 0,9 2-10 15,-4-2-7-15,0 0-10 0,4 2 0 16,-6 0-7-16,6 0-6 0,-9-2-7 0,9 2-8 16,-6-1-8-16,6 1-5 0,-7-2-9 0,7 2-12 15,0 0-4-15,0 0-4 0,0 0 2 0,-11-2-3 16,11 2 18-16,0 0 6 0,0 0-18 0,11-7-11 16,2 4-7-16,7-1 1 0,16-1-27 0,20-6-3 15,3 0-12-15,32-3-8 0,1 1-102 0,0-2-79 16,5-1 0-16,8 3 0 0,9 0 0 0,1-7 0 15,5 5 0-15,0-2 0 0,4 1 0 0,-4-1 0 16,-6 4 0-16,-8-2 0 0,-8-1 0 0,-34 6 0 16,-5 2 0-16,-6 2 0 0,-15-3 0 0,-10 6 0 15,-8-1 0-15,-2 0 0 0,-5 0 0 0,-4 3 0 16,0 1 0-16,-9 0 0 0,10 2 0 0,-10-2 0 16,0 0 0-16,0 0 0 0,0 0 0 0,0 0 0 15,-24 8 0-15,5-3 0 0,-7 2-25 0,-2 0-504 16,-1-2-73-16,2 0-73 0,-4 4-385 0,3-2-1149 15,10 0 508-15</inkml:trace>
  <inkml:trace contextRef="#ctx0" brushRef="#br0" timeOffset="210617.4785">9135 17608 191 0,'-3'-4'461'0,"3"-3"4"0,-5 2-6 0,5 1-3 0,-1-4-11 16,0 3-12-16,1 3-10 0,-3-4-9 0,2 1-4 15,-2 2-31-15,3-1 9 0,-1 0-11 16,-2 0-13-16,3 4-15 0,0-5-17 0,0 5-31 16,0 0-14-16,0-5-26 0,0 5-25 0,0 0-26 15,0 0-17-15,0 0-1 0,0 0-27 0,-5 14-165 16,5-5 0-16,0 4 0 0,3 0 0 0,-2 6 0 16,0-1 0-16,-1 1 0 0,4 6 0 0,0 1 0 15,-4 0 0-15,5 0 0 0,0-7 0 0,-2 3 0 16,-2-3 0-16,0 0 0 0,-1 0 0 0,1-1 0 15,1 0 0-15,-1-1 0 0,2 0 0 0,-3-4 0 16,1-4 0-16,-1 3 0 0,-1-3 0 0,-2 2 0 16,3-4 0-16,0-2 0 0,-1 1 0 0,-1-1 0 15,1 0 0-15,1-5 0 0,1 6-180 0,-3-4-342 16,2-2-59-16,0 0-86 0,0 0-374 0,0 0-1126 16,0 0 498-16</inkml:trace>
  <inkml:trace contextRef="#ctx0" brushRef="#br0" timeOffset="211040.5516">9117 17694 260 0,'1'-10'460'0,"2"-2"13"0,3-2-5 0,-3 3-21 15,2-1-16-15,-3 2-20 0,2 0-18 16,4 3-31-16,-4-2-20 0,1 2-14 0,4 1-28 0,-2-3-9 15,1 4-16-15,0-2-16 0,0 1-7 0,2 2-9 16,2 1-3-16,2 0-26 0,3 1-3 0,-2 3-12 16,3-1-5-16,4 4-3 0,-3 2 1 15,-1-1-10-15,4 6 2 0,-4-2-3 0,0 1-4 16,-2 2-146-16,1-1-31 0,3 8 0 0,-6 1 0 16,2 1 0-16,-5-5 0 0,-2 3 0 0,-4 7 0 15,-1-8 0-15,-4 1 0 0,0-1 0 0,-4 1 0 0,-1 7 0 16,-8-2 0-16,3 1 0 0,-4-2 0 0,1-6 0 15,-7 1 0-15,0-1 0 0,4-2 0 0,-6-1 0 16,7-5 0-16,-3 2 0 0,5-4 0 0,4-1 0 16,-1 0 0-16,0-2 0 0,2 0 0 15,3-1 0-15,-4-1 0 0,5-1 0 0,4-1 0 16,-7 3 0-16,7-3 0 0,0 0 0 0,0 0 0 16,0 0 0-16,0 0 0 0,0 0 0 0,0 0 0 15,0 0-130-15,24-8-361 0,-14 5-63 0,3 2-68 16,0-1-444-16,2-1-1154 0,4 1 510 0</inkml:trace>
  <inkml:trace contextRef="#ctx0" brushRef="#br0" timeOffset="211527.5842">9818 17848 2 0,'3'-5'379'0,"2"-1"-3"0,-2 3-8 16,-2-2-8-16,0 0-1 0,1 0-11 0,0 1 10 15,-2 4-7-15,1-6 10 0,1 1-10 0,-2 5-7 16,3-5-8-16,-3 5-19 0,0 0-11 0,0 0-13 16,2-7-23-16,-2 7-5 0,0 0-21 15,0 0-21-15,0 0-8 0,0 0-17 0,-21 11-15 0,17-8-11 16,-1 6-16-16,-1-4-14 0,2 4-5 0,-1 0-8 15,1 0-1-15,-1-3-22 0,4 3-5 0,-2 3-1 16,3-6-5-16,0 4 0 0,0-2-72 0,0 0-23 16,3 0 0-16,-2 1 0 0,4-1 0 0,-1 2 0 15,2-3 0-15,4 0 0 0,-3 0 0 16,-1 0 0-16,1 2 0 0,2-2 0 0,-2-1 0 16,0 1 0-16,-2-1 0 0,-2 0 0 0,0-1 0 15,2 0 0-15,-2 1 0 0,2-1 0 0,-5 1 0 0,1-1 0 16,-3-1 0-16,-2 1 0 0,0 2 0 0,-5-1 0 15,1 3 0-15,-2-3 0 0,-4-2 0 0,-1 3 0 16,1-2 0-16,0 1 0 0,1-4 0 0,0 0 0 16,3 2 0-16,-4-2 0 0,6-1 0 0,0 2 0 15,3-3 0-15,5 0 0 0,-11-3 0 16,7 1 0-16,4 2-12 0,1-9-423 0,-1 9-40 16,8-7-53-16,-4 4-29 0,6-5-53 0,-2 2-319 15,1 1-1007-15,2-3 445 0</inkml:trace>
  <inkml:trace contextRef="#ctx0" brushRef="#br0" timeOffset="212152.7941">10065 17926 180 0,'0'0'225'0,"5"-2"-8"16,-5 2-9-16,0 0-9 0,0 0 14 0,4-4-1 15,-4 4 11-15,0 0 0 0,0 0 7 16,0 0 10-16,4-9 8 0,-4 9 12 0,0 0 12 15,4-3 19-15,-4 3 11 0,0 0 9 0,2-7 10 16,-2 7 8-16,0 0 22 0,3-9 14 0,-3 5 2 16,0 4 6-16,2-6 3 0,-2 6-5 0,0 0-12 15,0 0-10-15,0-8-15 0,0 8-92 0,0 0-242 16,0 0 0-16,0-7 0 0,0 7 0 0,0 0 0 16,0 0 0-16,0 0 0 0,0 0 0 0,0 0 0 15,0 0 0-15,0 0 0 0,-7 24 0 0,7-15 0 16,-2 2 0-16,1 2 0 0,-1-2 0 0,-2 7 0 15,0-3 0-15,3 2 0 0,-2-1 0 0,2-1 0 16,-2 1 0-16,2-1 0 0,1-15 0 0,-8 34 0 16,6-21 0-16,2-13 0 0,-4 21 0 0,4-21 0 15,3 18 0-15,-3-18 0 0,11 18 0 0,-11-18 0 16,18 13 0-16,-7-7 0 0,-11-6 0 0,22 7 0 16,-22-7 0-16,32 2 0 0,-32-2 0 0,0 0 0 15,46-7 0-15,-46 7 0 0,27-9 0 0,-17 2 0 16,0 0 0-16,0 0 0 0,-3-1 0 0,-1 0 0 15,0-1 0-15,-3 3 0 0,1-1 0 0,-3 0 0 16,-1 0 0-16,-1-1 0 0,-3 2 0 16,2 2 0-16,-3-3 0 0,-1 5 0 0,-3-2 0 15,-1 3 0-15,4-1 0 0,6 2 0 0,-18 2 0 16,7 0 0-16,3 1 0 0,0-1 0 0,-6 5 0 16,1-3 0-16,4 0 0 0,-2-1 0 0,-1 4-553 0,1-3-198 15,5 1-398-15,-5-1-1243 0,2-1 551 0</inkml:trace>
  <inkml:trace contextRef="#ctx0" brushRef="#br0" timeOffset="213015.0118">9049 16259 87 0,'0'0'295'16,"-4"-4"-5"-16,4 4-18 0,-4-3-13 0,4 3-11 15,0 0-8-15,-5-4-8 0,5 4-14 0,-1-4-7 16,1 4-5-16,-6-1-5 0,6 1-5 0,0 0-5 16,-3-3-4-16,3 3-4 0,0 0 0 0,0 0 1 0,-3-6 2 15,3 6 6-15,-1-1 4 0,1 1 5 16,-4-3 6-16,4 3 6 0,-4-3 7 0,4 3-7 16,-3-3 8-16,3 3-1 0,0 0 5 0,0 0-8 15,-2-4 3-15,2 4-10 0,-5-3-12 0,5 3-6 0,-3-4-7 16,3 4-6-16,-3-5-3 0,3 5-7 0,-3-2-2 15,3 2-66-15,-3-4-101 0,3 4 0 0,0 0 0 16,-3-7 0-16,3 7 0 0,0-2 0 0,0 2 0 16,0 0 0-16,0 0 0 0,6-6 0 0,-2 3 0 15,8 0 0-15,-1-1 0 0,8 2 0 0,7-5 0 16,6 1 0-16,20-2 0 0,-1 4 0 0,1-8 0 16,5 4 0-16,1 1 0 0,2-3 0 0,-3 2 0 15,2 1 0-15,-6 0 0 0,-15 2 0 0,-3 0 0 16,0 1 0-16,-3 0 0 0,-13 1 0 0,-1 1 0 15,-4 0 0-15,-2 2 0 0,-1-1 0 0,-5-1 0 16,0 1 0-16,-3 0 0 0,-3 1 0 0,8-3 0 16,-8 3 0-16,6 0 0 0,-6 0 0 0,4-2 0 15,-4 2 0-15,0 0 0 0,0 0 0 0,0 0 0 16,0 0 0-16,0 0 0 0,0 0 0 0,0 0 0 16,0 0-437-16,0 0-205 0,0 0-544 0,0 0-1284 15,-12 7 569-15</inkml:trace>
  <inkml:trace contextRef="#ctx0" brushRef="#br0" timeOffset="218174.4875">9533 17504 278 0,'0'0'272'0,"0"0"-12"0,-7 2-6 0,7-2-9 15,0 0-14-15,-12 0-13 0,8-2-3 0,4 2-6 16,-11 0-14-16,11 0 1 0,-12-1-10 0,12 1 11 16,-9-2-14-16,9 2 11 0,-10-1-15 0,5 0 11 15,5 1 2-15,-9-1 5 0,9 1-8 0,-8 0 2 16,8 0 3-16,-8-1 0 0,8 1 1 0,0 0-8 15,-7 0-1-15,7 0 4 0,0 0 2 0,0 0 6 16,-5-3-1-16,5 3 2 0,0 0-15 0,0 0-7 16,15-6-2-16,-2 4-7 0,4-2-4 0,2 1-5 15,13-1-4-15,4-1-14 0,3 1 1 0,11-4-6 16,1 2-1-16,-11 0-83 0,-3 2-52 0,17-3 0 16,-15 1 0-16,-1 2 0 0,2-1 0 0,-8-2 0 15,0 3 0-15,-10 3 0 0,-2-2 0 0,1 1 0 16,-3-2 0-16,-7 2 0 0,-1 0 0 0,3 1 0 15,-8 1 0-15,0-1 0 0,-1 0 0 0,-4 1 0 16,8-1 0-16,-8 1 0 0,0 0 0 0,10-1 0 16,-10 1 0-16,0 0 0 0,5-2 0 0,-5 2 0 15,0 0 0-15,0 0 0 0,0 0 0 0,0 0 0 16,0 0 0-16,0 0 0 0,8-1 0 0,-8 1 0 16,0 0 0-16,0 0 0 0,0 0-186 0,0 0-206 15,0 0-40-15,0 0-30 0,0 0-35 0,0 0-43 16,-23 4-407-16,23-4-1027 0,0 0 455 0</inkml:trace>
  <inkml:trace contextRef="#ctx0" brushRef="#br0" timeOffset="219160.4436">10998 16313 298 0,'0'0'379'0,"-4"-4"-11"16,-1 1-3-16,2-1-4 0,3 4 0 0,-5-2-7 16,2-1 0-16,-2 1-1 0,3-2-4 0,-4 3-5 15,3-2-11-15,-2 0-8 0,5 3-6 0,-5-5-9 16,2 3-12-16,0 0-10 0,3 2-15 0,-4-3-6 16,4 3-9-16,0 0-14 0,-3-3-11 0,3 3-22 15,0 0-15-15,7-8-15 0,0 6-10 0,0-1-10 16,-1-1-13-16,4 2-59 0,3-1-89 0,-1-1 0 15,0 4 0-15,1-1 0 0,0 1 0 0,1 0 0 16,-4 0 0-16,3 1 0 0,-3 1 0 0,-1-2 0 16,3 2 0-16,-5 1 0 0,2-1 0 0,-2 1 0 15,1-1 0-15,-2 1 0 0,0-1 0 0,-1 1 0 16,-2 2 0-16,2 0 0 0,-1 0 0 0,-2 5 0 16,1 0 0-16,-1 2 0 0,2 5 0 0,-3-1 0 15,1 11 0-15,-2 0 0 0,-3-2 0 0,1 3 0 16,-1 3 0-16,-1 1 0 0,-2-3 0 0,3 2 0 15,-2 1 0-15,0-2 0 0,0 2 0 0,0-3 0 16,-4 2 0-16,4 1 0 0,1 4 0 0,-1-2 0 0,-2 0 0 16,2 13 0-16,0-1 0 0,3-10 0 15,-3 11 0-15,2 0 0 0,0-11 0 0,2 10 0 16,-4 1 0-16,5-10 0 0,-1-1 0 0,-3-3 0 16,-1 2 0-16,1 13 0 0,3-14 0 0,-3-4 0 15,3 0 0-15,-6-1 0 0,2 0 0 0,1-1 0 16,3-1 0-16,-3-2 0 0,-2 0 0 0,-2-2 0 15,3-3 0-15,1-4 0 0,0 0 0 0,-1-5 0 16,4 1 0-16,1 4 0 0,-4-3 0 0,4-3 0 16,-2 2 0-16,-1-4 0 0,3 2 0 0,-3 0 0 15,2-4 0-15,-3 2 0 0,3-1 0 0,-2 1 0 16,2-1 0-16,-3-4 0 0,-1 4 0 0,2-1 0 16,-1-2 0-16,0 0 0 0,-1 2 0 0,-3-3 0 15,-3 2 0-15,-1-3 0 0,-5 5 0 0,1-4 0 16,-6 1 0-16,2 1 0 0,-10 0 0 0,2 0 0 15,1-1 0-15,-1 1 0 0,8 0 0 0,-7-2 0 0,5 1 0 16,3-1 0-16,0 1 0 0,6-4 0 0,-1 3 0 16,5-1 0-16,0-1 0 0,1 0 0 15,2-1 0-15,1 1 0 0,-3 2 0 0,3-2 0 16,5-1 0-16,-6 1 0 0,6-1-479 0,0 0-116 16,0 0-27-16,0 0-461 0,0 0-1172 0,22 1 518 15</inkml:trace>
  <inkml:trace contextRef="#ctx0" brushRef="#br0" timeOffset="236596.439">20523 9274 177 0,'0'0'307'0,"-3"-4"-6"0,3 4 0 0,0 0-5 16,0 0 5-16,-1-5 8 0,1 5 5 0,0-3 14 15,0 3 4-15,0 0 2 0,0-5 7 0,0 5-3 0,-2-4-5 16,2 4 0-16,-3-3-14 0,3 3-1 0,0 0-6 16,1-5-21-16,-1 5-8 0,0 0-14 0,0 0-11 15,0-5-9-15,0 5-7 0,2-5-13 0,-2 5-11 16,0-3-10-16,0 3-11 0,0 0-44 0,-2-5-153 16,2 5 0-16,0 0 0 0,2-5 0 0,-2 5 0 15,0 0 0-15,-3-5 0 0,3 5 0 0,0 0 0 16,1-4 0-16,-1 4 0 0,0 0 0 0,0 0 0 15,4-3 0-15,-4 3 0 0,0 0 0 0,0 0 0 16,0 0 0-16,0-4 0 0,0 4 0 0,0 0 0 16,0 0 0-16,0 0 0 0,0 0 0 0,0 0 0 15,0 0 0-15,8 10 0 0,-2-4 0 0,-1 3 0 16,-1 0 0-16,1 2 0 0,-1 3 0 0,6 4 0 0,-6-3 0 16,1 2 0-16,3 1 0 0,-3-3 0 15,1 2 0-15,1 1 0 0,-5-2 0 0,2 0 0 16,0 1 0-16,-1-7 0 0,-1 2 0 0,-2 0 0 0,4-4 0 15,-1 3 0-15,-3-4 0 0,2 0 0 0,-1-1 0 16,-1-1 0-16,3-2 0 0,-3 2 0 0,1-2 0 16,-1-3 0-16,0 4 0 0,0-4 0 0,0 0 0 15,0 0 0-15,0 0 0 0,0 0 0 0,7-12 0 16,-5 4 0-16,-1-3 0 0,2 0 0 0,1-1 0 16,1-5 0-16,2 0 0 0,-1 1 0 0,0 1 0 15,-1-2 0-15,0 6 0 0,3-6 0 0,-3 6 0 0,3-2 0 16,-3 4 0-16,-1-1 0 0,0 2 0 15,1 1 0-15,-2 1 0 0,1-2 0 0,-1 5 0 16,-1 0 0-16,2 1 0 0,-4 2 0 0,2-6 0 0,-2 6 0 16,0 0 0-16,16 10 0 0,-7-6 0 0,-2 5 0 15,0-1 0-15,2 4 0 0,1 2 0 0,-2 1 0 16,2 1 0-16,-1-1 0 0,0 0 0 0,0 0 0 16,-4-1 0-16,2 2 0 0,-5-4 0 0,5 1 0 15,-4-4 0-15,0 1 0 0,1-3 0 0,-1 1 0 16,-1-3 0-16,0 0 0 0,1-1 0 0,0 0 0 15,0-1 0-15,0-1 0 0,-3-2 0 0,14 0 0 16,-8-1-418-16,2-5-285 0,2-1-476 0,4-2-1277 16,-1-3 566-16</inkml:trace>
  <inkml:trace contextRef="#ctx0" brushRef="#br0" timeOffset="236815.5497">21046 9308 358 0,'5'-5'457'0,"-5"5"34"0,2-2 19 16,-2-1-9-16,0 3-13 0,4-8-23 16,-1 6-33-16,-1-1-33 0,1-1-28 0,-2-2-38 15,6 1-34-15,-4 0-35 0,4 0-14 0,-1 0-37 0,1 1-14 16,2-1-28-16,1 1-26 0,-1-1-27 0,1 2-36 16,1 0-45-16,0 0-40 0,-4 2-51 0,0-1-34 15,0 2-60-15,0-1-51 0,-7 1-44 0,9 1-25 16,-5 1-17-16,-2 3-29 0,-1-3-24 0,-1 4-24 15,-3 0-9-15,-4 3-7 0,1-2-211 0,-1 2-638 16,-3 1 283-16</inkml:trace>
  <inkml:trace contextRef="#ctx0" brushRef="#br0" timeOffset="236971.7559">21099 9347 1036 0,'-13'11'19'0,"5"-1"40"15,0-3 51-15,2 1 43 0,-1-3 49 0,3 0 42 16,3-1 62-16,-4-1 54 0,1 0 50 0,4-3 34 16,-2 4 23-16,2-4 20 0,-3 4-12 0,3-4-29 15,0 0-40-15,0 0-44 0,0 0-34 0,19-6-37 16,-10 2-29-16,4-1-24 0,6 1-54 0,1-1-74 15,2 0-77-15,1-1-73 0,4 0-94 0,-8 1-102 16,-1 0-85-16,-4 1-82 0,0-1-95 0,0 2-469 16,-1-1-1047-16,0 0 462 0</inkml:trace>
  <inkml:trace contextRef="#ctx0" brushRef="#br0" timeOffset="237409.7432">21507 9218 411 0,'-1'-3'538'16,"-2"-2"25"-16,2 0 3 0,-3-3-29 0,3-1-8 0,1 1-18 15,0-1-12-15,-1 2-26 0,-1-2-11 0,2 1-18 16,2-4-26-16,0 4-26 0,1-2-29 16,1 0-33-16,1 2-31 0,1-3-31 0,2 4-24 0,-1-2-26 15,4 2-92-15,3-2-126 0,2-2 0 0,-2 8 0 16,0-1 0-16,0 0 0 0,-1 0 0 0,1 3 0 15,-4-1 0-15,2 2 0 0,2 3 0 16,-4-2 0-16,3 0 0 0,-4 4 0 0,0-2 0 0,-1 2 0 16,0 3 0-16,-1 2 0 0,-3-1 0 0,0 0 0 15,-3 0 0-15,0 4 0 0,-1 5 0 0,-2 0 0 16,-6 8 0-16,-1-2 0 0,-4-3 0 0,-2 4 0 16,-2-3 0-16,-1 2 0 0,-1-2 0 0,-2 0 0 15,4-4 0-15,2-3 0 0,4-2 0 0,2-2 0 16,0-1 0-16,3-3 0 0,0 0 0 0,3-1 0 0,0-1 0 15,1-2 0-15,1 1 0 0,4 0 0 16,0 0 0-16,5-1 0 0,2-2 0 0,8-2 0 16,3 1 0-16,10-4 0 0,1-3 0 0,0 0 0 15,1 0 0-15,1-2 0 0,-2 2 0 0,-2-4 0 16,2 3 0-16,-4 3 0 0,-1-1 0 0,-1-1 0 16,-10 2 0-16,2-2 0 0,-8 4 0 0,1 1 0 15,-3 0-291-15,-2-3-1026 0,-4 3-1427 0,-2 2 631 0</inkml:trace>
  <inkml:trace contextRef="#ctx0" brushRef="#br0" timeOffset="238285.368">21041 10515 293 0,'0'0'378'16,"0"0"20"-16,0 0 28 0,0 0 17 0,-7 1 11 16,7-1 10-16,0 0 4 0,0 0 4 0,0 0 13 15,0 0-4-15,-6-5-3 0,6 5-8 0,-4-4-11 0,1 1-17 16,3 3-17-16,0-7-23 0,0 7-21 16,0-8-23-16,0 3-344 0,4-1-14 0,-4 0 0 15,5 0 0-15,-1 0 0 0,4-1 0 0,1-2 0 0,-3 3 0 16,6-2 0-16,-1 4 0 0,2 1 0 0,-1-2 0 15,8 2 0-15,-2 6 0 0,-2-1 0 0,6 2 0 16,-4 1 0-16,2 2 0 0,-2 1 0 0,-2 1 0 16,-1 1 0-16,-2 1 0 0,-5-2 0 0,4 4 0 15,-7-1 0-15,-5 1 0 0,2-1 0 0,-5 5 0 16,-3-3 0-16,-7 2 0 0,0 0 0 0,-1-2 0 16,-8 1 0-16,-6 2 0 0,5-4 0 0,-4 2 0 15,2 1 0-15,7-6 0 0,-2-5 0 0,0 4 0 16,5-6 0-16,1 1 0 0,5-3 0 0,0 0 0 15,-4-2 0-15,4-3 0 0,3 0 0 0,-2-2 0 16,2 1 0-16,-2-2 0 0,4-4 0 0,1 3 0 16,1-3 0-16,0 1 0 0,0-2 0 0,4-4 0 15,2 4 0-15,2-4 0 0,-1 0 0 0,5 3 0 0,-6 3 0 16,6-5 0-16,-2 3 0 0,5 1 0 16,-2-1 0-16,2-2 0 0,-1 4-778 0,-5 1-458 15,2 1-1338-15,1-2 591 0</inkml:trace>
  <inkml:trace contextRef="#ctx0" brushRef="#br0" timeOffset="238613.4519">21237 10231 487 0,'3'-7'577'16,"-3"-4"52"-16,1 3 27 0,2-3 14 0,-6 4 1 15,2-1-11-15,1 1-15 0,-3-1-21 0,3 1-26 16,0 0-29-16,-1 3-32 0,1-3-36 0,-4 4-134 15,4-2-367-15,0 2 0 0,0 3 0 0,4-4 0 16,-4 4 0-16,0 0 0 0,0 0 0 0,-6-4 0 16,6 4 0-16,0 0 0 0,-3 10 0 0,3-3 0 15,0 3 0-15,3 1 0 0,-2 5 0 0,-1 2 0 16,-1 0 0-16,1 1 0 0,1 1 0 0,0 6 0 16,4-1 0-16,-5 0 0 0,0-4 0 0,0 6 0 15,3-4 0-15,-3-5 0 0,1 8 0 0,2-1 0 16,-2-7 0-16,0 0 0 0,3 0 0 0,-4-2 0 0,3-1 0 15,-1 2 0-15,1-5 0 0,1-3 0 0,-3 1 0 16,4-3 0-16,-1-1 0 0,0-1 0 16,0 0 0-16,2-4-758 0,0 0-482 0,2-1-1341 15,-8 0 594-15</inkml:trace>
  <inkml:trace contextRef="#ctx0" brushRef="#br0" timeOffset="239192.9675">21557 10454 349 0,'4'-4'545'0,"0"1"46"0,-2 2 32 16,-2 1 5-16,4-6 3 0,-4 6-21 0,4-2-29 15,-4 2-26-15,0 0-37 0,0 0-30 0,0 0-45 16,0 0-48-16,0 0-39 0,0 0-36 0,0 0-30 16,0 0-27-16,0 0-258 0,2 12-5 0,-2-6 0 15,0 1 0-15,0 1 0 0,0 0 0 0,1 3 0 16,-1-1 0-16,2 0 0 0,-2 1 0 0,1-1 0 15,-1 1 0-15,1 2 0 0,-1-4 0 0,2 2 0 16,0-5 0-16,0 2 0 0,-2-3 0 0,1 1 0 16,1-2 0-16,0-1 0 0,0 1 0 0,1-2 0 0,1 0 0 15,3-2 0-15,-7 0 0 0,10-4 0 16,-4 1 0-16,0 1 0 0,4-4 0 0,-2 0 0 16,1-1 0-16,-3-1 0 0,4-1 0 0,-2 4 0 0,0 0 0 15,-2 1 0-15,-1-3 0 0,2 2 0 0,-3 3 0 16,1-3 0-16,-3 2 0 0,2-1 0 0,2 3 0 15,-6 1 0-15,8-1 0 0,-8 1 0 0,8 0 0 16,-4 2 0-16,1 2 0 0,4 1 0 0,-2 0 0 16,-3 0 0-16,3 1 0 0,-2-1 0 0,1-2 0 15,3 4 0-15,-4-2 0 0,2-1 0 0,1 2 0 32,-3-3 0-32,1 1 0 0,-3 0 0 0,1-2 0 0,0-2 0 0,1 3 0 0,-5-3 0 0,9 2 0 15,-4-1 0-15,-5-1 0 0,9-4 0 0,-5 0 0 16,0-3 0-16,-3-1 0 0,4 0 0 0,-1-4 0 15,-3 0 0-15,3-4 0 0,-4 1 0 0,0-1 0 16,-1-1 0-16,-2 1 0 0,2 0 0 0,1 0 0 16,-4 0 0-16,3 5 0 0,-4-2 0 0,1 1 0 15,4 3 0-15,-4-1 0 0,-1 2 0 0,3 1 0 0,0 2 0 16,-2-1 0-16,3 1 0 0,-1 1 0 16,2 1 0-16,0 3 0 0,-3-5 0 0,3 5 0 15,0-4 0-15,0 4 0 0,0 0 0 0,0 0 0 0,0 0 0 16,0 0 0-16,0 0-210 0,0 0-522 0,0 0-477 15,14 6-1308-15,-10-3 578 0</inkml:trace>
  <inkml:trace contextRef="#ctx0" brushRef="#br0" timeOffset="245298.2391">22376 10474 321 0,'-9'0'393'0,"9"0"10"0,0 0 7 16,-4-3 1-16,4 3-7 0,0 0 1 0,0 0-3 16,-5-3 2-16,5 3 0 0,0 0 4 15,0 0-12-15,-2-3 1 0,2 3 0 0,0 0-10 0,0 0-6 16,0 0-7-16,0 0-18 0,0 0-28 0,0 0-30 15,6-5-29-15,-1 1-26 0,3 2-243 0,2-3 0 16,4 2 0-16,4-3 0 0,0 2 0 0,4 1 0 16,-1-1 0-16,2 1 0 0,-5 0 0 0,1 1 0 15,-6 1 0-15,6 1 0 0,-6-1 0 0,-3 1 0 16,-2 0 0-16,2 1 0 0,-5 0 0 0,0 2 0 16,-2-1-8-16,-3-2-407 0,-6 7-44 0,-1-2-51 15,-3 3-51-15,-5-3-36 0,-6 4-344 0,2-2-1018 16,-5 4 451-16</inkml:trace>
  <inkml:trace contextRef="#ctx0" brushRef="#br0" timeOffset="245485.9241">22345 10581 34 0,'-6'6'255'0,"6"0"57"0,-4-2 27 0,4-1 25 15,0 1 46-15,0-4 38 0,0 0 36 0,0 4 10 16,0-4 15-16,0 0 12 0,0 7-3 0,3-6-3 0,-3-1-4 16,0 0-19-16,0 0-27 0,0 0-32 15,14-4-38-15,-10 2-37 0,2 0-39 0,3-1-304 16,4-1-15-16,-4 0 0 0,2-1 0 0,2-1 0 0,0 1 0 15,5 0 0-15,-5 2 0 0,4-3 0 0,-4 2 0 16,1 2 0-16,-5-1 0 0,4 2 0 0,-2 0-265 16,1 0-234-16,-7-2-66 0,8 2-63 15,-7 0-411-15,6-2-1127 0,-2 2 499 0</inkml:trace>
  <inkml:trace contextRef="#ctx0" brushRef="#br0" timeOffset="245877.4749">22979 10497 458 0,'0'0'493'0,"0"0"22"0,-6 1-5 0,6-1-17 15,0 0-15-15,-8 0-19 0,8 0-14 0,0 0 0 16,0 0-19-16,0 0-21 0,0 0-9 0,0 0-16 16,0 0-12-16,-9 0-11 0,9 0-12 0,0 0-14 15,0 0-19-15,0 0-25 0,0 0-28 0,0 0-230 16,23-4-29-16,-9 0 0 0,4 1 0 0,3 1 0 16,8-2 0-16,0 1 0 0,1 0 0 0,0-1 0 15,0 0 0-15,-1 2 0 0,-9-1 0 0,1 1 0 0,-2-1 0 16,-2 1 0-16,-3 2 0 0,-2-2 0 15,-5 2 0-15,2 0 0 0,-4-2 0 0,2 1 0 16,-7 1 0-16,9 0 0 0,-9 0 0 0,0 0 0 0,7 0 0 16,-7 0 0-16,5 3 0 0,-5-3 0 0,0 0 0 15,0 0 0-15,0 0-187 0,0 0-426 0,0 0-61 16,0 0-446-16,0 0-1213 0,0 0 537 0</inkml:trace>
  <inkml:trace contextRef="#ctx0" brushRef="#br0" timeOffset="246299.3711">23678 10148 213 0,'-4'-10'540'16,"1"2"26"-16,-5 2 27 0,7 0 15 0,-4-2-17 15,1-2-25-15,0 2-20 0,-1 2-14 0,1-1-13 16,0 3-10-16,2-2-21 0,-1 0-23 0,-1 3-33 0,4-1-34 16,-1-1-28-16,1 5-115 0,-4-3-255 15,4 3 0-15,0 0 0 0,0 0 0 0,0 0 0 16,0 0 0-16,-1 10 0 0,-2 1 0 0,7 2 0 0,-3 5 0 16,2 1 0-16,-2 9 0 0,3-1 0 0,-1 5 0 15,-1-1 0-15,3 1 0 0,2-3 0 0,-5 4 0 16,2-3 0-16,-1 2 0 0,-1-2 0 15,0-2 0-15,-4 0 0 0,4 0 0 0,-2-4 0 0,0-3 0 16,1 5 0-16,0-1 0 0,-5-7 0 0,7 0 0 16,-3-3 0-16,1 1 0 0,2-7 0 0,-2 4 0 15,-1-8 0-15,2 2 0 0,0-1 0 0,-1-1 0 16,1 2 0-16,2-1 0 0,-1-5 0 0,1 0 0 16,-4-1 0-16,11-1 0 0,-4-3 0 0,0-3 0 15,0 3 0-15,-2-2-428 0,4-5-221 0,-4 2-36 16,-1-3-387-16,2-2-1161 0,1-1 514 0</inkml:trace>
  <inkml:trace contextRef="#ctx0" brushRef="#br0" timeOffset="246721.1174">23899 10347 295 0,'7'-11'387'0,"2"-3"15"16,-3 3 41-16,-1 1 22 0,-1 2 3 0,0 0-7 15,0 1 9-15,-3 0-1 0,0 1-7 0,2 1-9 0,-2 1-13 16,-1-1-14-16,0 0-22 0,0 5-29 0,-1-6-34 15,1 6-18-15,-1-4-26 0,1 4-25 16,-4-3-22-16,4 3-25 0,0 0-162 0,-21 10-63 16,12-6 0-16,0 6 0 0,-1 0 0 0,0 2 0 0,-3 1 0 15,0 0 0-15,-2 1 0 0,4 3 0 0,-1 0 0 16,-1-2 0-16,1 1 0 0,0-1 0 0,2-1 0 16,-2 1 0-16,7-5 0 0,-1-1 0 0,1-1 0 15,2-2 0-15,-1 0 0 0,3-1 0 0,-3 1 0 16,4-1 0-16,0-1 0 0,5 1 0 0,0 0 0 15,6 1 0-15,1-1 0 0,-1 0 0 0,5 1 0 16,2-1 0-16,1 0 0 0,-1 3 0 0,3-3 0 16,-3-1 0-16,1-1 0 0,0 0 0 0,-2 3 0 15,-1-4 0-15,-4 0 0 0,-3 0 0 0,3 1 0 16,-7-1 0-16,3-1 0 0,-4 0 0 0,2 1 0 16,-6-2 0-16,0 0 0 0,9 1 0 0,-5-1 0 15,-4 0 0-15,0 0 0 0,0 0 0 0,0 0 0 16,0 0 0-16,0 0 0 0,0 0 0 0,0 0 0 0,0 0 0 15,0 0 0-15,0 0 0 0,0 0 0 16,0 0-231-16,-9-9-257 0,3 6-47 0,-2 1-39 16,2-2-32-16,-1-3-354 0,0 4-1039 0,-1-1 459 0</inkml:trace>
  <inkml:trace contextRef="#ctx0" brushRef="#br0" timeOffset="248002.7851">25000 10233 137 0,'0'0'183'0,"-7"-2"13"16,7 2 13-16,0 0 16 0,0 0 13 0,0 0 13 15,-11 2 15-15,11-2 20 0,0 0 25 0,0 0 23 16,0 0 7-16,0 0 10 0,0 0 9 0,0 0 3 15,-8 2 0-15,8-2 4 0,0 0 7 0,0 0 2 16,0 0-12-16,-2-6-10 0,2 6-9 0,-2-5-16 16,2 5-8-16,-1-6-22 0,1 1-17 0,0 5-22 15,1-7-154-15,-1 2-106 0,2 2 0 0,2-2 0 16,-3 2 0-16,3-2 0 0,0 2 0 0,1 1 0 16,1 0 0-16,2-1 0 0,1 2 0 0,2 1 0 15,-1 0 0-15,1 1 0 0,0 2 0 0,-1 0 0 16,-1 3 0-16,3-1 0 0,-3 3 0 0,2 0 0 15,-6 1 0-15,2 2 0 0,0 0 0 0,-3 1 0 16,-3 0 0-16,2 1 0 0,-6 3 0 0,2-4 0 16,-8 2 0-16,-1 1 0 0,-2-1 0 0,2 0 0 15,-6-1 0-15,0-2 0 0,-2 0 0 0,3-3 0 16,-2-2 0-16,0 2 0 0,5-2 0 0,2-2 0 16,-3-3 0-16,4-1 0 0,0 0 0 0,0 0 0 15,4-4 0-15,-4-1 0 0,0-2 0 0,5-1 0 0,-4-1 0 16,5-3 0-16,-1-5 0 0,4 2 0 0,0-2 0 15,4 1 0-15,-1-2 0 0,4 3 0 0,-1-2 0 16,3 1 0-16,2 0 0 0,0 3 0 0,-3 2 0 16,2-1 0-16,4 1 0 0,-1 0-409 0,2 1-146 15,-6 3-31-15,5-2-23 0,-2 4-397 0,-1-3-1089 16,2 3 482-16</inkml:trace>
  <inkml:trace contextRef="#ctx0" brushRef="#br0" timeOffset="248332.8017">25229 9978 20 0,'1'-9'354'0,"0"-2"27"16,-1 2 39-16,-1-3 22 0,-2 3 29 0,1 0 16 15,-2 0 8-15,0 2 8 0,1-2 8 0,0 4 10 16,0-2-1-16,-1 1-11 0,2 2-21 0,-2-3-22 16,0 3-24-16,2 0-25 0,-1 1-30 0,0-1-30 15,3 4-357-15,-5-5 0 0,5 5 0 0,-1-2 0 16,1 2 0-16,0 0 0 0,0 0 0 0,0 0 0 15,0 0 0-15,-4 12 0 0,4-4 0 0,0 2 0 0,3 6 0 16,-3 3 0-16,1 1 0 0,0 7 0 16,-2-1 0-16,2-1 0 0,-1 0 0 0,3 2 0 15,-2 1 0-15,0-3 0 0,1-5 0 0,2 5 0 16,-2-7 0-16,2 1 0 0,-3 0 0 0,1-2 0 0,1 0 0 16,1-1 0-16,-1-3 0 0,-1-1 0 0,2-1 0 15,-1-3 0-15,0 2 0 0,0-3 0 16,2-1 0-16,-1-1 0 0,1 0 0 0,0-2 0 0,3-1 0 15,-3 0-95-15,3-2-478 0,4-4-70 0,-3 1-504 16,2-3-1242-16,3-3 549 0</inkml:trace>
  <inkml:trace contextRef="#ctx0" brushRef="#br0" timeOffset="248753.9589">25999 9943 436 0,'0'-4'488'0,"0"-2"28"0,0-1 15 0,0 3-13 16,0-1-3-16,0 0 0 0,3 1-7 0,-3-1 1 15,0-1-10-15,0 2-15 0,0 4-21 0,-3-6-30 16,3 6-32-16,0-4-32 0,0 4-36 0,0 0-36 16,0 0-35-16,0 0-148 0,0 0-114 0,0 0 0 15,3 18 0-15,-2-2 0 0,-1 1 0 0,1 2 0 0,2 6 0 16,-1 1 0-16,-2-6 0 0,3 7 0 0,1 0 0 16,-3 0 0-16,0-2 0 0,-1-1 0 0,0-4 0 15,3-1 0-15,-6 0 0 0,3 0 0 0,0 1 0 16,-1-2 0-16,1-2 0 0,0-4 0 0,-1-1 0 15,2 0 0-15,-1-2 0 0,0-1 0 0,0-2 0 16,1-1 0-16,-1 0 0 0,0-2 0 0,0 0 0 16,0-3 0-16,3 3 0 0,-3-3 0 0,0 0 0 15,0 0-255-15,4-10-298 0,-3 2-50 0,2-1-36 16,-5-3-385-16,1-2-1109 0,-3-4 491 0</inkml:trace>
  <inkml:trace contextRef="#ctx0" brushRef="#br0" timeOffset="249113.2205">25935 10019 112 0,'-2'-7'411'16,"2"0"12"-16,0 1 24 0,-2 0 32 0,2 0 9 15,0-1-4-15,2 0-18 0,-2-1-13 0,0 1-18 16,2 0-24-16,2 0-28 0,-2 0-22 0,3-1-27 16,3 2-24-16,-2 2-24 0,3-2-23 0,3 1-21 0,-3 4-17 15,4-2-25-15,2 3 0 0,2 3-22 0,2-2-12 16,0 4-8-16,1 4-12 0,3 8-16 15,-2-1-130-15,-5-4 0 0,0 1 0 0,-2 0 0 16,0 1 0-16,-5 2 0 0,4 0 0 0,-3 0 0 0,-1 2 0 16,-1-4 0-16,-3 4 0 0,-5-2 0 0,5 1 0 15,-5 1 0-15,-5-2 0 0,0 2 0 16,-3 0 0-16,-5 5 0 0,-6 1 0 0,0-3 0 0,-8 0 0 16,5-2 0-16,-3 0 0 0,2-2 0 0,0-4 0 15,5-3 0-15,0-2 0 0,4 1 0 0,0-5 0 16,5 2 0-16,4-3 0 0,-2 2 0 15,1-4 0-15,2 0 0 0,4-1 0 0,-5 1 0 0,5-1 0 16,0 0 0-16,9-9 0 0,1 2 0 0,6 0 0 16,3-2-431-16,0 4-179 0,0-4-64 0,7 0-406 15,-6 3-1169-15,7-3 517 0</inkml:trace>
  <inkml:trace contextRef="#ctx0" brushRef="#br0" timeOffset="249520.6041">26513 10212 276 0,'6'-7'444'16,"-2"-1"36"-16,-1 1 29 0,-1 2 11 0,1-1-7 15,-1 1-14-15,-2-1-28 0,0-1-19 0,2 3-18 16,-2 0-26-16,0 0-31 0,0 4-36 0,0 0-29 0,-4-6-41 16,4 6-31-16,0 0-19 0,0 0-24 15,-8 1-25-15,8-1-16 0,-7 11-13 0,3-6-16 16,-2 3-12-16,3 0-11 0,-1 3-12 0,0-2-8 0,3 1-8 15,0-1-6-15,-1 2-12 0,2-1-29 0,0 0-29 16,3 0 0-16,-1-4 0 0,2 3 0 0,1 1 0 16,-2-3 0-16,3 2 0 0,-1-3 0 15,-1 1 0-15,3 0 0 0,0 0 0 0,-2-2 0 0,-1 1 0 16,0-1 0-16,0 2 0 0,-1-1 0 0,0-2 0 16,-1 0 0-16,1 0 0 0,-1 1 0 0,-2 3 0 15,0-3 0-15,-2 4 0 0,-1-4 0 0,-2 3 0 16,-1 0 0-16,-4 0 0 0,-1 0 0 0,-3-1 0 15,-3 1 0-15,2-1 0 0,-7-1 0 0,5 0 0 16,-1-2 0-16,2 0 0 0,-1-1 0 0,4-1 0 0,3 1 0 16,2-2 0-16,3 2 0 0,-1-2 0 15,6-1 0-15,-8-4 0 0,8 4 0 0,-1-6-188 16,6 0-219-16,3 0-60 0,1 0-57 0,9-3-69 16,-2-2-409-16,7-2-1086 0,1-2 480 0</inkml:trace>
  <inkml:trace contextRef="#ctx0" brushRef="#br0" timeOffset="250020.4862">26121 9747 97 0,'-7'-2'407'0,"2"-1"13"0,0 1 4 0,-3-2-4 16,3 0-6-16,-1 3-3 0,1-1-3 0,0-1-2 15,1 2 2-15,-3-2-4 0,7 3 11 0,-3-1-18 16,3 1-3-16,-4-3-15 0,4 3 3 0,-5-3-11 15,5 3-7-15,0 0-12 0,0 0-8 0,0 0-7 16,-7-2-100-16,7 2-237 0,0 0 0 0,0 0 0 16,0 0 0-16,9-7 0 0,-2 5 0 0,7-2 0 15,1-3 0-15,5 1 0 0,10-2 0 0,0 0 0 16,5 4 0-16,-2-3 0 0,19-1 0 0,-13 2 0 16,-1 0 0-16,-2 3 0 0,-3-2 0 0,-1 1 0 15,-10 0 0-15,0 2 0 0,-3 1 0 0,-3-2 0 16,-4 2 0-16,-1-1 0 0,-2 2 0 0,-3-2 0 15,1 2 0-15,-2-2 0 0,-5 2 0 0,9-1 0 16,-9 1 0-16,7-3 0 0,-7 3 0 0,0 0 0 16,6 0 0-16,-6 0 0 0,0 0 0 0,0 0 0 15,0 0 0-15,0 0 0 0,0 0 0 0,0 0-296 16,-13 9-319-16,9-7-51 0,-1 2-437 0,-2-4-1194 0,0 3 528 16</inkml:trace>
  <inkml:trace contextRef="#ctx0" brushRef="#br0" timeOffset="251241.0608">25845 10678 50 0,'0'0'73'0,"0"0"3"16,0 0 6-16,0 0 1 0,0 0 2 0,0 0 3 16,0 0-2-16,0 0 3 0,0 0-1 15,-3 2-5-15,3-2 4 0,0 0-3 0,0 0-5 0,0 0-5 16,0 0-2-16,0 0-4 0,0 0 0 0,0 0 5 16,0 0 12-16,0 0 3 0,-4 3 7 0,4-3 6 15,0 0 4-15,-6 2 8 0,3 0 2 0,3-2 4 16,0 0 7-16,-7 1 13 0,7-1-3 0,-7 1 10 15,7-1 5-15,0 0 3 0,-6 0 8 0,6 0 3 16,-7 3-1-16,7-3-3 0,0 0-4 0,-5 0-2 16,5 0-3-16,-10 1-6 0,10-1-2 0,-8-1-5 15,3 2-5-15,5-1-8 0,-9 0-4 0,9 0-3 16,-9 0-3-16,9 0-1 0,-6 0-4 0,6 0-2 16,-8 3-4-16,8-3-6 0,0 0 5 0,-5 0-1 15,5 0 2-15,0 0 8 0,0 0 0 0,0 0 10 16,0 0 8-16,0 0 3 0,0 0 4 0,0 0-28 15,0 0-9-15,23-8 4 0,-5 5 4 0,10-3 7 0,4 3-4 16,1 0 0-16,6-3-12 0,14-1-3 16,5 0-7-16,-1-4-10 0,7 3-1 0,27-3-25 0,-27 4-54 15,31-5 0-15,-3-1 0 0,1 1 0 0,-27 3 0 16,24-6 0-16,-30 6 0 0,-4 5 0 0,-6-5 0 16,-13 5 0-16,-5 1 0 0,-12 0 0 0,0 0 0 15,-8 1 0-15,2 0 0 0,-6 1 0 0,-3-1 0 16,2 2 0-16,0-1 0 0,-7 1 0 0,7-1 0 15,-7 1 0-15,0 0 0 0,6 2 0 0,-6-2 0 16,-3 6-276-16,3-6-69 0,-9 5-61 0,4-1-60 16,-7-1-79-16,-1 3-70 0,-4 0-308 0,-3 0-1001 15,-6 2 443-15</inkml:trace>
  <inkml:trace contextRef="#ctx0" brushRef="#br0" timeOffset="251695.1797">26130 11161 273 0,'0'-4'416'0,"3"1"35"0,-3-1 30 0,0 4 16 16,0-6-2-16,0 6 11 0,-3-6-3 0,5 3-5 15,-2 3 0-15,0 0-8 0,-2-7-10 0,2 7-29 16,-2-3-21-16,2 3-25 0,0 0-25 16,0 0-28-16,-1-5-29 0,1 5-61 0,0 0-262 0,0 0 0 31,0 0 0-31,0 0 0 0,0 0 0 0,-4 16 0 15,4-6 0-15,-2 0 0 0,0 1 0 0,1 4 0 16,-1 2 0-16,-1 2 0 0,0 2 0 0,1-3 0 16,-1 1 0-16,1 2 0 0,-2-2 0 0,1 0 0 15,1-1 0-15,1 1 0 0,-3 1 0 0,2-3 0 16,0-1 0-16,2 1 0 0,-1-5 0 0,-1 0 0 16,2 3 0-16,0-4 0 0,0-4 0 0,0-1 0 15,2 1 0-15,-2-3 0 0,1-3 0 0,-1-1 0 16,0 0 0-16,0 0-4 0,0 0-517 0,8-8-39 15,-7 1-51-15,3-2-472 0,-3 0-1172 0,-1-4 518 16</inkml:trace>
  <inkml:trace contextRef="#ctx0" brushRef="#br0" timeOffset="252055.123">25989 11160 31 0,'0'-6'402'0,"1"-2"26"16,-1 1 18-16,0 1 29 0,2-1 6 0,0 1-15 15,-1 0-23-15,3-1-23 0,-1-1-15 0,-1 3-24 16,3-2 8-16,3-1-43 0,-3 1-20 0,3 2-24 16,0 0-12-16,3 1-33 0,-1-1-14 0,3 1-20 15,0 2-24-15,-2 1-14 0,3 1-12 0,1 0-17 16,4 2-16-16,2 3-18 0,-5 2 1 0,4 0-12 16,-3 4 1-16,-1 1-5 0,1 0-98 0,5 5-9 15,-6-3 0-15,-4 2 0 0,-1 0 0 0,1 1 0 16,-2 0 0-16,-3 2 0 0,0-2 0 0,-3 3 0 15,-2-2 0-15,0 0 0 0,-5-2 0 0,-6 2 0 16,2-1 0-16,-2 2 0 0,-9 3 0 0,1-3 0 16,-3-1 0-16,-2 1 0 0,-1 1 0 0,1-3 0 15,1-2 0-15,3-5 0 0,0-2 0 0,4 0 0 0,1 1 0 16,3-2 0-16,2-4 0 0,-2 3 0 16,5-4 0-16,0 0 0 0,2 0 0 0,-1 1 0 15,4-3 0-15,-4 2 0 0,4-2 0 0,0 0 0 16,0 0 0-16,11-11 0 0,-1 3-91 0,1 4-423 0,0 0-89 15,8-2-73-15,-1 0-376 0,1-1-1139 0,0 2 505 16</inkml:trace>
  <inkml:trace contextRef="#ctx0" brushRef="#br0" timeOffset="252713.1592">26608 11360 248 0,'3'-6'356'0,"-1"2"-2"16,0 1-7-16,0-2-17 0,0 2-17 0,-1-1-26 16,-1 4-22-16,0-6-19 0,0 6-32 0,-1-6-11 15,1 6-13-15,1-5-15 0,-1 5-11 0,0 0-13 16,0-4-4-16,0 4-8 0,0 0 0 0,0 0-9 16,0 0-5-16,0 0 7 0,0 0 1 0,0 0 10 15,0-3 2-15,0 3 5 0,0 0 3 0,0 0 1 16,0 0-3-16,0 0-2 0,0 0-5 0,0 0 1 15,0 0-6-15,0 0 5 0,0 0-8 0,0 0-2 16,0 0-12-16,0 0 3 0,0 0-5 0,0 0 0 16,0 0-7-16,0 0-7 0,0 0 8 0,0 0-4 15,0 0 1-15,0 0-5 0,0 0 0 0,0 0-4 16,0 0 4-16,0 0-51 0,0 0-55 0,0 0 0 16,0 0 0-16,0 0 0 0,0 0 0 0,0 0 0 0,0 0 0 15,0 0 0-15,0 0 0 0,0 0 0 0,0 0 0 16,-7 12 0-16,4-9 0 0,-1 1 0 0,0 2 0 15,-6 2 0-15,5-2 0 0,-1 4 0 0,-1-3 0 16,1 2 0-16,-2 0 0 0,2 0 0 0,1-2 0 16,0-1 0-16,1 1 0 0,1-2 0 0,1 1 0 15,0 0 0-15,0-2 0 0,2 0 0 0,0 1 0 16,4-1 0-16,-2-2 0 0,2 4 0 0,2-3 0 16,0 2 0-16,3-1 0 0,1 3 0 0,-3 1 0 15,2-2 0-15,1-2 0 0,-2 4 0 0,-3-4 0 16,3 0 0-16,-2 3 0 0,-2-2 0 0,1 0 0 15,-1 0 0-15,0-1 0 0,0 3 0 0,-1-3 0 16,-1 1 0-16,-2-2 0 0,0 4 0 0,0-3 0 0,-4 1 0 16,0 0 0-16,0 2 0 0,-1-3 0 15,-4 2 0-15,-3-1 0 0,1-1 0 0,-6 0 0 0,0 1 0 16,4-3 0-16,0 1 0 0,1-1 0 0,1 0 0 16,4 0 0-16,-2-1 0 0,1 0 0 0,3-1 0 15,5 0 0-15,-9 1 0 0,9-1 0 0,0 0 0 16,-8-2 0-16,8 2 0 0,0 0 0 0,11-8 0 15,-9 3 0-15,8-1-149 0,-1-3-282 0,0 2-62 16,0 2-59-16,4-1-68 0,-4 0-371 0,1 0-1075 16,0-1 476-16</inkml:trace>
  <inkml:trace contextRef="#ctx0" brushRef="#br0" timeOffset="253339.364">26158 10985 150 0,'-2'-5'170'0,"2"5"-3"0,0 0 0 0,0 0 4 0,0-4-2 16,0 4 8-16,0 0 2 0,-3-3 5 0,3 3 2 15,0 0 8-15,-6-3 10 0,6 3 3 16,0 0 13-16,-9-1 26 0,9 1 10 0,-3-1 22 0,3 1 15 16,0 0 8-16,0 0 14 0,-13 2 14 0,13-2-2 15,0 0 13-15,0 0-5 0,-5 1-10 0,5-1-12 16,0 0-15-16,0 0-14 0,0 0-21 0,0 0-16 15,0 0-16-15,0 0-14 0,0 0-20 0,0 0-20 16,0 0-103-16,0 0-74 0,30-3 0 0,-8-1 0 16,-4 0 0-16,3 2 0 0,9-2 0 0,2-1 0 15,0 2 0-15,-5-3 0 0,2 2 0 0,3-2 0 16,-1 2 0-16,-6 1 0 0,2-2 0 0,0 1 0 16,-8 0 0-16,-2 2 0 0,-4-2 0 0,-3 0 0 15,-1 3 0-15,-3 0 0 0,-1 1 0 0,-5 0 0 0,8-1 0 16,-8 1 0-16,10-1 0 0,-10 1 0 15,5-2 0-15,-5 2 0 0,0 0 0 0,0 0 0 16,0 0 0-16,0 5 0 0,0-5 0 0,-7 5-250 16,7-5-300-16,-7 4-88 0,7-4-488 0,-3 3-1220 0,3-3 541 15</inkml:trace>
  <inkml:trace contextRef="#ctx0" brushRef="#br0" timeOffset="253980.6555">26868 11022 86 0,'-5'-3'401'15,"1"2"14"-15,-1-2 7 0,1 2 2 0,-1-2-5 16,1 0-4-16,4 3-3 0,-8-3-8 0,4 1-14 15,1-1-4-15,-1 0-19 0,0 2-9 0,2-3-4 16,2 4-19-16,-3-5-15 0,3 1-9 0,0 4-22 16,0-8-21-16,0 4-14 0,1 1-22 0,3-1-26 15,-2 1-13-15,2 0-23 0,1-1-18 0,1 2-18 16,2-1-60-16,-1 0-74 0,1 0 0 0,-1 1 0 16,4 0 0-16,-1-2 0 0,-1 3 0 0,1 1 0 15,-1-1 0-15,-1 2 0 0,-3-1 0 0,5 0 0 0,-5 2 0 16,3-1 0-16,-1 3 0 0,-2 1 0 15,2-2 0-15,-4 3 0 0,2 0 0 0,-3 2 0 16,0 1 0-16,-2 0 0 0,-2 0 0 0,0 3 0 0,-1-1 0 16,-2 0 0-16,-4 1 0 0,3-3 0 0,-3 5 0 15,-1-3 0-15,-2-1 0 0,3 0 0 0,0-3 0 16,2 0 0-16,0-2 0 0,5 0 0 16,-5-2 0-16,6 0 0 0,-3 1 0 0,0-2 0 0,4-2 0 15,-5 3 0-15,5-3 0 0,0 0 0 0,0 0 0 16,0 0 0-16,18-2 0 0,-5 1 0 0,0-1 0 15,5-3 0-15,5 1 0 0,3-3 0 16,3 0 0-16,1-1 0 0,-2 2 0 0,-1-3 0 0,0 3 0 16,-1 0 0-16,-5 0 0 0,0 4 0 0,-5-4 0 15,-2 5 0-15,-1-3 0 0,1 0 0 0,-5 3 0 16,-2 0 0-16,-1 0 0 0,2-1 0 0,-5 1 0 16,3 0 0-16,-6 1 0 0,7-3 0 0,-7 3 0 15,4-2 0-15,-4 2 0 0,0 0 0 0,0 0 0 16,0 0 0-16,5-2 0 0,-5 2 0 0,0 0 0 15,0 0 0-15,0 0 0 0,0 0 0 0,0 0 0 16,0 0-350-16,0 0-199 0,0 0-48 0,0 0-45 16,-19 1-368-16,19-1-1092 0,-14 1 484 0</inkml:trace>
  <inkml:trace contextRef="#ctx0" brushRef="#br0" timeOffset="259736.8976">22453 12494 24 0,'-5'2'354'0,"-2"2"4"0,1-4 6 0,0 3 17 16,0-1 18-16,1 1 9 0,0-1 17 0,0-1 1 16,5-1 8-16,-10 1 16 0,10-1-5 15,-7 0 3-15,7 0-2 0,-3 3 3 0,3-3-13 16,-6 1-6-16,6-1-9 0,0 0-18 0,0 0-18 0,0 0-80 16,0 0-305-16,0 0 0 0,0 0 0 0,12-12 0 15,-2 8 0-15,3-4 0 0,2 2 0 16,4-2 0-16,-1 3 0 0,0-4 0 0,0 4 0 0,-8 1 0 15,4-1 0-15,-1-1 0 0,-4 5 0 0,-2-1 0 16,0 0 0-16,-2 1 0 0,-1 0 0 0,-4 1 0 16,0 0 0-16,0 0 0 0,-9 13-586 0,-1-8-112 15,-7 2-454-15,-2 4-1247 0,1 1 553 0</inkml:trace>
  <inkml:trace contextRef="#ctx0" brushRef="#br0" timeOffset="259924.3553">22352 12659 42 0,'1'2'380'0,"-1"2"19"15,3-2 21-15,-3-2 38 0,0 0 34 0,1 4 18 16,-1-4 3-16,5 1-2 0,-5-1-2 0,0 0-7 16,9-4-10-16,-1 3-19 0,-5-1-31 0,5-2-33 15,0 3-39-15,2-2-36 0,2-1-33 0,5-2-33 0,1 2-25 16,3 3-120-16,-1-2-123 0,2-3 0 16,6 1 0-16,-6 2 0 0,-3 2 0 0,1 0-21 15,-1 1-217-15,-6-1-64 0,0 1-80 0,-1 1-75 0,-5-1-81 16,-2 1-65-16,-1 0-339 0,-4-1-1020 0,0 0 451 15</inkml:trace>
  <inkml:trace contextRef="#ctx0" brushRef="#br0" timeOffset="263461.3897">3584 16377 208 0,'5'-5'538'0,"-1"0"-3"16,-1 0-11-16,-2 0-16 0,2 0-26 0,0 2-27 15,0-3-25-15,-3 0-33 0,0 2-8 0,1 1-34 16,-1 3-24-16,0-10-17 0,2 8-22 0,-2-2-18 15,0 4-13-15,-2-7-17 0,2 7-17 0,0 0-10 16,-1-5-16-16,1 5 2 0,-3-2-20 0,3 2-8 16,0 0-1-16,-2-4-13 0,2 4-48 0,0 0-113 15,0 0 0-15,-1-3 0 0,1 3 0 0,0 0 0 16,0 0 0-16,0 0 0 0,-4-3 0 16,4 3 0-16,0 0 0 0,0 0 0 0,0 0 0 0,0 0 0 15,0 0 0-15,0 0 0 0,0 0 0 0,0 0 0 16,0 0 0-16,0 0 0 0,4 15 0 15,-3-9 0-15,0 2 0 0,-1 4 0 0,1-1 0 0,2 1 0 16,-2 2 0-16,1 4 0 0,0 0 0 16,2 0 0-16,-3 3 0 0,6-1 0 0,-5-1 0 0,2 0 0 15,-3 5 0-15,2-5 0 0,-2-1 0 0,3-2 0 16,-3 0 0-16,2-4 0 0,-3-1 0 0,1-5 0 16,0 4 0-16,2-3 0 0,-3-2 0 0,1 0 0 15,-1-1 0-15,4-2 0 0,-4 2 0 0,0-4 0 16,4 2 0-16,-4-2 0 0,0 0 0 0,0 0 0 15,5-11 0-15,-1 5 0 0,-3-1 0 0,4 1 0 16,-1-3 0-16,0 4 0 0,1-6 0 0,-1 2 0 16,-3-1 0-16,3 1 0 0,0 0 0 0,-3-1 0 15,3 4 0-15,1-2 0 0,0-1 0 0,-1 3 0 16,-2 0 0-16,1 1 0 0,1 1 0 0,0 0 0 16,-2-1 0-16,1 2 0 0,3-1 0 0,-1 2 0 15,0 1 0-15,3 1 0 0,-8 0 0 0,12 1 0 16,-6 2 0-16,-1 0 0 0,3 2 0 0,-3-2 0 15,3 3 0-15,0 0 0 0,0 1 0 0,-3 0 0 16,3-1 0-16,0 1 0 0,-2-2 0 0,-1 0 0 16,-1 2 0-16,0-3 0 0,-2 1 0 0,2-1 0 15,4-1 0-15,-7 0 0 0,3 0 0 16,-3-2 0-16,-1-1 0 0,8 4 0 0,-3-4 0 0,-5 0 0 16,0 0 0-16,14-2 0 0,-8-1 0 0,0 0 0 15,-2-3 0-15,1 0 0 0,0 1 0 0,0-4 0 16,-1-1 0-16,-2-3 0 0,2-2 0 0,-1-2 0 15,-1-2 0-15,-2-1 0 0,-2-7 0 16,2 4 0-16,0-3 0 0,0 8 0 0,0-1 0 0,0 1 0 16,0 1 0-16,0 0 0 0,1 5 0 0,-2 1 0 15,-1 1 0-15,2 2 0 0,-1 1 0 0,1 3 0 16,-1-2 0-16,1 6 0 0,0-7 0 0,0 7 0 16,0-6 0-16,-3 2 0 0,3 4 0 0,0 0 0 15,0 0 0-15,0-8 0 0,0 8 0 0,0 0 0 16,0 0 0-16,0 0 0 0,0 0 0 0,0 0 0 15,0 0 0-15,-9 14 0 0,9-14 0 0,0 8 0 16,0-8-23-16,8 9-525 0,-8-9-53 0,9 6-69 16,-4-2-389-16,2-2-1146 0,-7-2 508 0</inkml:trace>
  <inkml:trace contextRef="#ctx0" brushRef="#br0" timeOffset="270240.8414">267 10665 177 0,'0'0'351'0,"0"0"1"15,0 0-1-15,0 0 16 0,0 0-11 0,0 0 2 16,0 0-2-16,-22-14 1 0,22 14-12 0,0 0-10 16,0 0-13-16,0 0-15 0,0 0-23 0,0 0-19 15,0 0-21-15,0 0-11 0,0 0-16 0,0 0-22 16,-7-15-13-16,7 15-21 0,0 0-14 0,0 0-15 16,0 0-16-16,0 0-11 0,0 0-12 0,0 0-10 31,0 0-10-31,0 0-6 0,63 5-3 0,-63-5-18 0,0 0 7 0,36 12-14 0,-36-12-4 0,24 10 0 15,-15-2-5-15,-9-8-3 0,18 16-9 0,-18-16 2 16,13 17 3-16,-12-7-9 0,-1-10 2 0,0 23 1 16,-1-7-7-16,1-16 4 0,-18 28-3 0,5-12-1 15,-5 2-4-15,4-4 6 0,-2-1-1 0,-1 0-1 16,0-4 22-16,1-1 30 0,16-8 34 0,-25 8 44 16,25-8 37-16,-20 3 10 0,20-3-142 0,0 0-45 15,0 0 0-15,0 0 0 0,-32-23 0 0,27 13 0 16,5 10 0-16,-5-25 0 0,2 8 0 0,3 17 0 15,4-33 0-15,-4 21 0 0,0 12 0 0,5-22 0 16,2 10 0-16,-7 12 0 0,10-21 0 0,-4 10 0 16,-6 11-262-16,21-16-304 0,-9 8-85 0,-12 8-468 15,18-15-1212-15,-18 15 536 0</inkml:trace>
  <inkml:trace contextRef="#ctx0" brushRef="#br0" timeOffset="270601.2619">361 10426 405 0,'5'-24'515'0,"-5"24"5"0,0-22 2 16,0 22-1-16,2-22-9 0,-2 22-7 0,-2-19-6 16,2 19-4-16,-1-17-15 0,1 17-9 0,0 0-18 15,0-22-22-15,0 22-28 0,0 0-25 0,-4-13-22 31,4 13-26-31,0 0-28 0,0 0-209 0,0 0-93 16,0 0 0-16,0 0 0 0,0 0 0 0,0 0 0 16,0 0 0-16,0 0 0 0,0 0 0 0,0 0 0 15,0 0 0-15,0 0 0 0,9 47 0 0,-4-29 0 16,0 5 0-16,3 4 0 0,1 0 0 0,-4 2 0 16,0 2 0-16,3 0 0 0,-2 0 0 0,-2 3 0 15,1-3 0-15,-1 3 0 0,0-5 0 0,-4 2 0 16,5-4 0-16,0-7 0 0,-5-1 0 0,0-1 0 15,0-2 0-15,0-16 0 0,3 21 0 0,-3-21 0 16,1 19 0-16,-1-19 0 0,0 0 0 0,5 14 0 16,-5-14 0-16,0 0-4 0,0 0-491 0,0 0-52 15,0 0-64-15,38-27-478 0,-26 13-1180 0,10-4 522 16</inkml:trace>
  <inkml:trace contextRef="#ctx0" brushRef="#br0" timeOffset="271196.3727">732 10591 409 0,'0'0'518'0,"0"0"28"0,0 0 21 16,4-13-4-16,-4 13 0 0,0 0-18 0,0 0-13 15,0 0-34-15,0-8-30 0,0 8-35 0,0 0-43 16,0 0-39-16,0 0-34 0,0 0-32 16,0 0-27-16,0 0-23 0,0 0-27 0,0 0-22 15,0 0-22-15,-13 37-12 0,13-37-149 0,-3 21-3 0,3-21 0 16,-1 23 0-16,1-23 0 0,-1 23 0 0,2-8 0 15,-1-15 0-15,1 22 0 0,-1-22 0 0,2 21 0 16,-2-21 0-16,3 19 0 0,-3-19 0 16,2 15 0-16,-2-15 0 0,2 9 0 0,-1-4 0 15,-1-5 0-15,0 0 0 0,2 10 0 0,-2-10 0 16,1 4 0-16,0-1 0 0,-1-3 0 0,0 0 0 0,0 0 0 16,0 0 0-16,0 0 0 0,8-12 0 0,-7 6 0 15,-1 6 0-15,4-12 0 0,-1 7 0 16,-1-2 0-16,3 3 0 0,-1 0 0 0,-1 0 0 15,-3 4 0-15,6-6 0 0,-1 1 0 0,0 3 0 16,-5 2 0-16,13-2 0 0,-6-1 0 0,0 2 0 16,1 0 0-16,-8 1 0 0,15 6 0 0,-7-6 0 0,2 1 0 15,-2 1 0-15,-3 1 0 0,6 3 0 16,-3-1 0-16,-3-3 0 0,3-2 0 0,-3 5 0 16,0-2 0-16,0 1 0 0,-5-4 0 0,8 3 0 15,-8-3 0-15,6 3 0 0,-6-3 0 0,0 0 0 16,5 1 0-16,-5-1 0 0,0 0 0 0,6-7 0 0,-5 1 0 15,0-1 0-15,2-5 0 0,-3 1 0 0,0-7 0 16,2 5 0-16,-4-4 0 0,-1-1 0 16,2 3 0-16,0-2 0 0,-2-1 0 0,0 3 0 15,1 2 0-15,0 2 0 0,0-1 0 0,-1 1 0 16,2 0 0-16,0 4 0 0,-3 2 0 0,4-2 0 16,0 2 0-16,0 5 0 0,-1-7 0 0,1 5 0 0,0 2 0 15,0 0 0-15,0 0 0 0,0 0 0 0,0 0 0 16,0 0 0-16,1 17 0 0,1-12 0 0,1 0 0 15,1 0-317-15,-3 3-318 0,2-4-572 0,-3-4-1307 16,6 5 578-16</inkml:trace>
  <inkml:trace contextRef="#ctx0" brushRef="#br0" timeOffset="271665.6657">1329 10655 310 0,'0'0'561'0,"-8"2"23"0,8-2-1 0,0 0-14 15,-7-3-1-15,7 3-20 0,0 0-16 0,-3-2-24 16,3 2-31-16,0 0-37 0,-4-3-39 0,4 3-41 15,0 0-40-15,0 0-32 0,0 0-29 0,14-3-25 16,-10 1-25-16,-4 2-22 0,13-1-30 0,-5 0-61 16,-1 0-96-16,1 0 0 0,-2 0 0 0,4-1 0 15,-3 1 0-15,0 0 0 0,1 0 0 0,3 1 0 16,-4-1-43-16,-1-1-93 0,-2 1-38 0,-4 1-37 16,9 0-48-16,-9 0-33 0,8-1-52 0,-8 1-48 15,0 0-28-15,6 1-42 0,-6-1-29 0,0 0-338 16,-4 6-896-16,4-6 397 0</inkml:trace>
  <inkml:trace contextRef="#ctx0" brushRef="#br0" timeOffset="271837.504">1348 10791 316 0,'-2'6'391'16,"2"-2"64"-16,-1-1 71 0,0 1 36 0,1-4 37 16,0 0 16-16,0 0 15 0,-5 2-1 0,5-2 0 15,0 0-25-15,0 0-33 0,0 0-41 0,0 0-48 16,0 0-53-16,0 0-206 0,0 0-223 0,9-10 0 15,-4 4 0-15,0 4 0 0,3-1 0 0,3-1 0 16,1 2 0-16,2-2 0 0,2-1 0 0,-2 3 0 16,-2-3 0-16,7-1-195 0,-2 1-437 0,-1-3-596 15,-4 2-1329-15,-2-1 587 0</inkml:trace>
  <inkml:trace contextRef="#ctx0" brushRef="#br0" timeOffset="273903.4703">3863 12323 42 0,'0'0'264'0,"-3"-2"8"0,3 2 3 0,0 0-9 15,-1-4 11-15,1 4 5 0,0 0 16 0,0-7 0 16,0 7 11-16,0-5 10 0,0 1 7 0,0 4 5 16,-1-7 1-16,-2 4 8 0,3-2-11 0,-1 1 3 15,1-1-4-15,0-1-1 0,0 1-12 0,-3 1-14 16,3 4-4-16,-1-7-12 0,1 4-8 0,0 3-7 15,0-8-17-15,0 8-12 0,-4-3-17 0,4 3-43 16,-1-4-181-16,1 4 0 0,-6-3 0 0,6 3 0 16,0 0 0-16,0 0 0 0,0 0 0 0,0 0 0 15,3 12 0-15,0-3 0 0,-2 3 0 0,3 4 0 16,0 2 0-16,2-2 0 0,2 2 0 0,-4 1 0 16,1 5 0-16,3 0 0 0,-3 0 0 0,-1 3 0 0,2-3 0 15,-5 0 0-15,3-3 0 0,-4 4 0 16,0-6 0-16,4 0 0 0,-2-1 0 0,1 0 0 15,0-3 0-15,-2-4 0 0,-1 1 0 0,4-1 0 0,-3-3 0 16,-1-2 0-16,5 0 0 0,-5-2 0 0,3 0 0 16,-1 2 0-16,-1-3 0 0,1-1 0 0,-2-2 0 15,4 3 0-15,-1-3 0 0,-3 0 0 16,0 0 0-16,9-3 0 0,-2-1 0 0,-4 1 0 0,3-1 0 16,1-3 0-16,-1 0 0 0,0 0 0 0,3-4 0 15,2-2 0-15,2-3 0 0,-1 0 0 0,-2-4 0 16,6 1 0-16,-7-1 0 0,4-2 0 0,4 0 0 15,-7-2 0-15,4 8 0 0,1-5 0 0,-4 5 0 16,-5 2 0-16,4 1 0 0,-3 3 0 0,0 0 0 16,-2 2 0-16,1 2 0 0,-3 2 0 0,0-3 0 15,0 3 0-15,-1 1 0 0,1 0 0 0,-3 3 0 0,5-4 0 16,-5 4 0-16,2-1 0 0,-2 1 0 16,0 0 0-16,0 0 0 0,3 10 0 0,-3-7 0 15,0 2 0-15,0 2 0 0,0-1 0 0,0 3 0 16,0 0 0-16,0-1 0 0,0-2 0 0,2 4 0 0,0-2 0 15,1 1 0-15,0 2 0 0,-2-4 0 0,3 4 0 16,3-4 0-16,-2 3 0 0,2-2 0 16,0 1 0-16,0-4 0 0,3 1 0 0,2 1 0 0,-3-2 0 15,1 1 0-15,-2-1 0 0,1-2 0 0,-1 1 0 16,2 0 0-16,-4-1 0 0,1 1 0 0,-2-2 0 16,4-1 0-16,-4 1 0 0,0 0 0 15,-1-1 0-15,-4-1 0 0,7 2 0 0,-7-2 0 0,8 0 0 16,-8 0 0-16,6-3 0 0,-2-1 0 0,-1 2 0 15,-1-5 0-15,1 2 0 0,2-4 0 0,0-1 0 16,-1-5 0-16,1 1 0 0,-1-2 0 0,0-2 0 16,1 0 0-16,-1-8 0 0,-2 7 0 0,3-1 0 15,-2-5 0-15,1-4 0 0,-2 4 0 0,2-1 0 16,-4 8 0-16,1 1 0 0,2-3 0 0,0 5 0 16,-1 1 0-16,-2 3 0 0,0 0 0 0,1-1 0 15,-1 6 0-15,3-5 0 0,-3 3 0 0,-3 0 0 16,3 2 0-16,3 1 0 0,-3 0 0 0,0 2 0 15,0 3 0-15,0-6 0 0,0 6 0 0,0-4 0 16,0 4 0-16,0 0 0 0,0-4 0 0,0 4 0 0,0 0 0 16,0 0 0-16,0 0 0 0,0 0 0 0,0 0 0 15,0 0 0-15,0 0 0 0,4 15 0 16,-3-10 0-16,0 0 0 0,0-1 0 0,2 3 0 0,-3 0 0 16,4 0 0-16,-3 3 0 0,3-4-189 0,-4-1-1145 15,4 2-1445-15,0-4 639 0</inkml:trace>
  <inkml:trace contextRef="#ctx0" brushRef="#br0" timeOffset="274967.3788">3763 14526 202 0,'-1'-5'381'0,"-3"2"24"0,4 0 27 15,-1-1 9-15,1 4 10 0,-4-6 7 0,3 2 27 16,-1 1 1-16,1-2-5 0,1 5-13 0,-2-7-12 16,-1 3-19-16,2 1-12 0,-3 0-22 0,4 3-24 15,-3-3-31-15,3 3-30 0,-2-3-31 0,2 3-27 16,0 0-72-16,0 0-188 0,0 0 0 0,0 0 0 16,0 0 0-16,0 0 0 0,2 19 0 0,1-10 0 15,2 2 0-15,-2 5 0 0,0-2 0 0,1 4 0 16,-1 1 0-16,1 0 0 0,-2-1 0 0,2 2 0 15,-1-1 0-15,-1-2 0 0,1 0 0 0,-2 1 0 16,-1-7 0-16,1 0 0 0,0 0 0 0,1-5 0 16,-1 1 0-16,-1-1 0 0,1-1 0 0,1-2 0 0,-2 1 0 15,1-1 0-15,-1-3 0 0,0 0 0 16,0 0 0-16,0 0 0 0,0 0 0 0,9-12 0 16,-5 7 0-16,0-1 0 0,-1-3 0 0,1 1 0 0,-3-1 0 15,2 2 0-15,0-3 0 0,-1 5 0 0,2-2 0 16,-3 0 0-16,2 2 0 0,-1 0 0 15,1-2 0-15,2 4 0 0,-2 0 0 0,-1-1 0 16,2 2 0-16,2-3 0 0,1 4 0 0,-2-2 0 16,0 3 0-16,0-1 0 0,3 1 0 0,-8 0 0 0,13 1 0 15,-7 2 0-15,-1 0 0 0,3 0 0 0,-4 0 0 16,1 1 0-16,1 1 0 0,-1-1 0 0,-1 0 0 16,1 1 0-16,0-1 0 0,-1 1 0 15,0-1 0-15,5 1 0 0,-4-3 0 0,-1 1 0 0,0 0 0 16,0 0 0-16,-1-2 0 0,4 2 0 0,-7-3 0 15,10-4 0-15,-4 1 0 0,1 0 0 0,2-2 0 16,0-5 0-16,-2 2 0 0,6-8 0 0,-3 4 0 16,3-3 0-16,-3-4 0 0,2-4 0 0,-7 6 0 15,3-3 0-15,-2 3 0 0,-2-1 0 0,0 1 0 16,-2-1 0-16,2 3 0 0,-4 3 0 0,3 1 0 16,-6 0 0-16,2 1 0 0,1 2 0 0,-3 3 0 15,2-2 0-15,-3 1 0 0,3 2 0 0,-2 0 0 16,1-1 0-16,-1 2 0 0,1 0 0 0,-1 0 0 15,-1-1 0-15,4 4 0 0,0 0 0 0,-5-2 0 16,5 2 0-16,0 0 0 0,0 0 0 0,0 0 0 16,-5 7 0-16,5-7-33 0,0 0-681 0,0 3-527 15,0-3-1345-15,0 0 596 0</inkml:trace>
  <inkml:trace contextRef="#ctx0" brushRef="#br0" timeOffset="276531.412">21030 12183 372 0,'0'0'438'0,"3"-4"14"0,-2-1 8 15,-1 3 3-15,0 2-5 0,3-7 3 0,-2 2-4 0,-2 1-13 16,1 4 16-16,1-10-13 0,-1 8-7 15,0-2-6-15,1 0-6 0,-1 0-12 0,0 4-15 16,2-5-11-16,-2 5-23 0,0-5-15 0,0 5-301 0,0 0-51 16,2-3 0-16,-2 3 0 0,0 0 0 0,0 0 0 15,0 0 0-15,0 0 0 0,0 0 0 16,0 0 0-16,4 10 0 0,0-3 0 0,-3 1 0 0,3 3 0 16,-3 0 0-16,3 5 0 0,1 2 0 0,0 0 0 15,0 3 0-15,2 2 0 0,-4 4 0 0,3-4 0 16,-1 5 0-16,0-3 0 0,-2-1 0 0,-1-3 0 15,3-4 0-15,-5 3 0 0,3-5 0 0,0 5 0 16,0-2 0-16,0-6 0 0,0 3 0 0,0-5 0 16,-2 1 0-16,2-2 0 0,-2-4 0 0,2 2 0 15,-1-3 0-15,1 2 0 0,-2-3 0 0,2-2 0 16,-3-1 0-16,7-1 0 0,-7 1 0 0,9-9 0 16,-2 6 0-16,1-6 0 0,0 0 0 0,1 0 0 15,1-4 0-15,-1 2 0 0,-5 2 0 0,4-1 0 16,-3 0 0-16,1-2 0 0,1 5 0 0,-2-2 0 15,-4 2 0-15,4 0 0 0,-1 0 0 0,0 1 0 0,1 3 0 16,-4-6 0-16,3 7 0 0,-1 0 0 0,-1-2 0 16,0 1 0-16,-2 3 0 0,5 0 0 15,-5 0 0-15,0 0 0 0,16 4 0 0,-11 0 0 0,2-1 0 16,-1 1 0-16,3 1 0 0,0 3 0 0,0 0 0 16,-1-1 0-16,3 0 0 0,-1 4 0 0,-1-2 0 15,5 1 0-15,-6-2 0 0,1 1 0 0,1-2 0 16,-1 0 0-16,-1 2 0 0,2-2 0 0,-4-2 0 15,2 2 0-15,-3-3 0 0,2 1 0 0,-1-3 0 16,-1 1 0-16,0-1 0 0,-1-2 0 0,3 2 0 16,-7-2 0-16,11-4 0 0,-6 1 0 0,0 0 0 15,2-6 0-15,-2-2 0 0,1 1 0 0,0-7 0 16,-2-2 0-16,0-3 0 0,4-8 0 0,-4 1 0 16,2 0 0-16,-2-3 0 0,-2-14 0 0,2 12 0 15,-4 3 0-15,2-1 0 0,-1-2 0 0,0 4 0 16,0 5 0-16,1-2 0 0,0 9 0 0,0 2 0 15,-4 4 0-15,4 1 0 0,-2-1 0 0,0 5 0 0,0 1 0 16,0 1 0-16,0-1 0 0,1 1 0 0,-1 2 0 16,0 3 0-16,0-4 0 0,0 4 0 15,1-2 0-15,-1 2 0 0,0 0 0 0,0 0 0 0,0 0 0 16,-1 12 0-16,1-6 0 0,0 0 0 0,-1 1 0 16,1 5 0-16,-2-3 0 0,0 3 0 0,2-2-681 15,-5 0-571-15,3 1-1356 0,0-2 600 0</inkml:trace>
  <inkml:trace contextRef="#ctx0" brushRef="#br0" timeOffset="278047.189">23253 12594 222 0,'-5'2'222'0,"5"-2"3"0,0 0-6 16,0 0-4-16,-7 1-8 0,7-1 3 0,0 0-9 15,-6 3-3-15,6-3-11 0,-4 0 8 0,4 0 1 16,0 0-3-16,0 0 0 0,-6 1-5 0,6-1 7 16,0 0-6-16,0 0 3 0,0 0 13 0,0 0 7 15,-7 2 3-15,7-2 8 0,-1 2-1 0,1-2 2 16,0 0-1-16,0 0-5 0,0 0-16 0,0 0-14 16,0 0-11-16,0 0-21 0,24-5-14 0,-11 3-3 15,5 0-6-15,-1-3-6 0,2 2-8 0,-1 0-1 16,1 1-9-16,1 1-10 0,-2-2-10 0,1 1 7 15,-6-3-11-15,0 4-5 0,-3-1-10 0,-1-1 5 16,1 2-17-16,-3 0-6 0,-2 1-4 0,0-2 0 16,-5 2-12-16,8 0-8 0,-8 0 6 0,0 0-7 15,10 0 0-15,-10 0-6 0,0 0-1 0,4-1-21 0,-4 1-18 16,0 0-21-16,0 0-31 0,0 0-39 16,0 0-38-16,0 0-50 0,0 0-50 0,7-2-49 15,-7 2-52-15,0 0-38 0,0 0-49 0,0 0-31 16,0 0-47-16,2-6-271 0,-2 6-850 0,2-3 376 0</inkml:trace>
  <inkml:trace contextRef="#ctx0" brushRef="#br0" timeOffset="279440.1928">23745 12297 162 0,'0'-4'364'0,"0"4"14"0,-4-7 7 16,3 1 4-16,1-1 2 0,-2 1 7 0,1 3-2 15,1-2-2-15,-3 1 0 0,1-2-10 0,1 1-4 16,-2 1 10-16,3 4-16 0,-1-6-11 0,1 6-13 16,-1-6-14-16,1 3-23 0,0 3-20 0,0 0-18 15,-2-4-21-15,2 4-23 0,0 0-23 0,0 0-18 16,0 0-18-16,0 0-145 0,0 0-27 0,0 0 0 16,-3 18 0-16,5-3 0 0,1 4 0 0,-2 1 0 15,3-1 0-15,-1 6 0 0,-1 0 0 0,-1-1 0 16,0-3 0-16,2 5 0 0,0 0 0 0,-2 0 0 15,3 0 0-15,-6 0 0 0,4-1 0 0,-1 0 0 16,2 2 0-16,-3-8 0 0,-2 1 0 0,2-1 0 0,-1-1 0 16,1 0 0-16,0-1 0 0,-1-4 0 15,-1-1 0-15,4-1 0 0,-2 1 0 0,0-6 0 16,-2 2 0-16,2-3 0 0,0 0 0 0,0 1 0 16,0-6 0-16,0 5 0 0,2-2 0 0,-2-3 0 0,-2 4 0 15,2-4 0-15,-2 4 0 0,2-4 0 0,0 0 0 16,0 0 0-16,0 0 0 0,0 0 0 0,0 0 0 15,0 0 0-15,0 0 0 0,4-14 0 0,-2 7 0 16,1 1 0-16,-2 0 0 0,5-6 0 0,1 2 0 16,0-4 0-16,3-3 0 0,7-5 0 0,-4 1 0 15,1-2 0-15,0-1 0 0,4 4 0 0,-1-3 0 16,-2 2 0-16,-2-3 0 0,0 8 0 0,-3 0 0 16,0 0 0-16,3 0 0 0,-3-1 0 0,-1 0 0 15,2 4 0-15,-3 4 0 0,-3-1 0 0,3 0 0 16,-4 5 0-16,0-1 0 0,-2 0 0 0,2 2 0 0,-3 1 0 15,1 1 0-15,0-2 0 0,2 2 0 16,-4 2 0-16,0 0 0 0,3-3 0 0,-3 3 0 16,0 0 0-16,0 0 0 0,0 0 0 0,-11 14 0 0,7-8 0 15,-1 2 0-15,-1 0 0 0,-2 3 0 0,1 2 0 16,0 2 0-16,-4-1 0 0,3-1 0 0,2-3 0 16,-1 2 0-16,0-1 0 0,0 0 0 0,2-1 0 15,0-2 0-15,0 2 0 0,1-2 0 0,-1-1 0 16,2-3 0-16,2 2 0 0,0 0 0 0,0-2 0 15,2 0 0-15,1 1 0 0,5 2 0 0,-2-3 0 16,4 1 0-16,0 0 0 0,5-1 0 0,1 1 0 16,-1 0 0-16,0-1 0 0,0 0 0 0,-1-2 0 15,0 2 0-15,-2 0 0 0,1-3 0 0,-1 2 0 16,0-1 0-16,-5 0 0 0,-1 0 0 0,-1-2 0 16,4 1 0-16,-6 2 0 0,-2-3 0 0,8 2 0 15,-8-2 0-15,0 0 0 0,6 1 0 0,-6-1 0 16,0 0 0-16,4 2 0 0,-4-2 0 0,0 0 0 15,0 0-300-15,0 0-344 0,0 0-60 0,0 0-387 16,0 0-1181-16,8-8 523 0</inkml:trace>
  <inkml:trace contextRef="#ctx0" brushRef="#br0" timeOffset="280222.9845">24978 12097 408 0,'5'-5'481'16,"-1"2"14"-16,-1 0 7 0,0 1 2 0,-3 2-13 16,4-4-13-16,-3 2 2 0,-1 2-5 0,3-6-21 15,-3 3-27-15,0 3-23 0,0 0-22 0,-14-4-21 16,8 1-22-16,-5 2-17 0,-4 0-17 0,0 1-17 16,-6 0-16-16,-3 1-16 0,-3 3-189 0,2-1-67 15,-4 1 0-15,1 1 0 0,7-2 0 0,0 1 0 16,1 1 0-16,-10-2 0 0,11-1 0 0,1 2 0 15,-1-1 0-15,8-1 0 0,-1-1 0 0,1 2 0 16,4-2 0-16,0 0 0 0,0 0 0 0,2-1 0 16,5 0 0-16,-6 4 0 0,6-4 0 0,-7 0 0 0,7 0 0 15,0 0 0-15,0 0 0 0,-7 0 0 0,7 0 0 16,0 0 0-16,0 0 0 0,0 0 0 16,0 0 0-16,0 0 0 0,-2 5 0 0,2-5 0 0,0 7 0 15,-1 3 0-15,2-2 0 0,2 5 0 0,-3 5 0 16,4 8 0-16,-3 1 0 0,1 3 0 0,4 1 0 15,-4 3 0-15,0 1 0 0,0 0 0 0,-2 11 0 16,1-10 0-16,6 10 0 0,-8-12 0 0,-2 14 0 16,-1-12 0-16,2 0 0 0,-2 9 0 0,0-10 0 15,-1 1 0-15,-2-2 0 0,1 0 0 0,0-1 0 16,-1 0 0-16,1 2 0 0,1-4 0 0,-2-2 0 16,5 1 0-16,-1-3 0 0,3-9 0 0,-4 1 0 15,8-4 0-15,-4 3 0 0,7-3 0 0,-5-5 0 16,2-2 0-16,0 3 0 0,1-4 0 0,0-2 0 15,0 0 0-15,4-1 0 0,2 0 0 0,0-1 0 16,8-3 0-16,-1 3 0 0,5-4 0 0,-2-2 0 16,6 0 0-16,0 0 0 0,0-1 0 0,-5-1 0 0,7-2 0 15,-7 1 0-15,5 0 0 0,-11 2 0 0,2 1 0 16,-1-3 0-16,-4 1 0 0,-2 1 0 0,-2 0 0 16,0 3 0-16,-4 0 0 0,0-1 0 0,3 1 0 15,-3-1 0-15,-1-1 0 0,-4 3 0 0,6 0 0 16,-6 0 0-16,4-3 0 0,-4 3 0 0,3-2 0 15,-3 2 0-15,0 0 0 0,-8-8 0 0,3 3 0 16,-1 2 0-16,-1-1-659 0,-2-5-597 0,0 3-1359 16,4-1 601-16</inkml:trace>
  <inkml:trace contextRef="#ctx0" brushRef="#br0" timeOffset="280864.1776">25926 12120 273 0,'0'0'348'0,"0"0"-1"0,0 0 4 0,0 0 20 15,0 0 5-15,0 0 10 0,0 0 14 0,0 0 7 16,3-3 4-16,-3 3-1 0,0 0 3 0,-3-6-11 16,3 6-7-16,0-4-9 0,0 4-6 0,-2-5-13 15,2 5-7-15,-2-4-12 0,2 4-15 0,-1-5-11 16,1 5-16-16,-2-2-207 0,2 2-99 0,0 0 0 16,0 0 0-16,-2-5 0 0,2 5 0 0,0 0 0 15,0 0 0-15,0 0 0 0,0 0 0 0,0 0 0 16,0 0 0-16,0 0 0 0,-2 16 0 0,2-4 0 15,0-3 0-15,0 6 0 0,0 2 0 0,0 2 0 16,2 6 0-16,0 2 0 0,-2-4 0 0,-2-3 0 16,2 4 0-16,0-5 0 0,0 4 0 0,0-5 0 15,0 1 0-15,2-2 0 0,-2-2 0 0,-2 1 0 16,2-4 0-16,0 0 0 0,-2-1 0 0,4-2 0 16,-4 0 0-16,2-3 0 0,0 1 0 0,0-2 0 15,0-2 0-15,0 3 0 0,0-6 0 0,0 7 0 16,0-7 0-16,0 4 0 0,0-4 0 0,0 4 0 0,0-4 0 15,0 0 0-15,0 0 0 0,0 0 0 0,0 0 0 16,0 0 0-16,0 0 0 0,0 0 0 16,0 0 0-16,0 0 0 0,0 0-214 0,0 0-517 15,-8-14-477-15,3 13-1309 0,-1-1 580 0</inkml:trace>
  <inkml:trace contextRef="#ctx0" brushRef="#br0" timeOffset="281364.6235">25295 12829 216 0,'0'0'338'15,"-6"-1"-8"-15,6 1-10 0,0 0-5 0,-7-2-7 16,7 2-21-16,-4-3-7 0,4 3-2 0,-10-1-7 16,4 1-9-16,6 0-9 0,-12-2-13 0,6 1-8 15,6 1-6-15,-14 0-7 0,7 0-8 0,1 0 0 0,6 0-19 16,-13 0-10-16,7 0-4 0,6 0-12 16,-8 2-1-16,8-2 0 0,-6 1-2 0,6-1 3 15,0 0-5-15,0 0 3 0,-9 0 13 0,9 0-6 16,0 0-7-16,0 0-4 0,0 0-8 0,0 0-5 0,31-5 2 15,-10 0 5-15,10 1 2 0,4-2 4 16,17-2-58-16,4 1-102 0,7-2 0 0,1 3 0 16,31-11 0-16,-3 3 0 0,3 0 0 0,1-2 0 15,11-2 0-15,5-2 0 0,1 1 0 0,0-5 0 0,-2 3 0 16,-3 3 0-16,-9 5 0 0,-6-3 0 0,-31 7 0 16,-5 0 0-16,-7 1 0 0,-12 2 0 0,-6 2 0 15,-13 1 0-15,-1 2 0 0,-5-2 0 0,-2 3 0 16,-3-2 0-16,1 1 0 0,-4 0 0 0,0 1 0 15,-5 0 0-15,0 0 0 0,5 2 0 0,-5-2 0 16,0 0 0-16,-15 6 0 0,4-3 0 0,-3-1-262 16,-4 0-247-16,-3 2-78 0,-8-1-76 0,8-1-366 15,-6-1-1114-15,6 0 493 0</inkml:trace>
  <inkml:trace contextRef="#ctx0" brushRef="#br0" timeOffset="282114.4487">25737 12990 394 0,'0'-5'445'0,"0"5"15"0,0-5 3 0,0 5-2 16,0 0-4-16,0-3-1 0,0 3-4 0,0 0 0 16,0-5-9-16,0 5-16 0,0 0-6 0,0 0-17 15,0 0-18-15,0-6-17 0,0 6-20 0,0 0-18 16,0 0-23-16,0 0-24 0,0 0-20 0,0 0-99 15,0 0-165-15,0 0 0 0,0 0 0 0,0 0 0 16,-2 18 0-16,4-7 0 0,-4 5 0 0,2 1 0 16,2 1 0-16,-2 1 0 0,1 8 0 0,1-4 0 15,0 5 0-15,2-5 0 0,-3 3 0 0,2 0 0 16,-2-2 0-16,-1-5 0 0,2 0 0 0,0 9 0 16,-2-7 0-16,0-3 0 0,1 1 0 0,-1 0 0 15,3-1 0-15,-3-2 0 0,1-1 0 0,-1-2 0 16,0-2 0-16,0-1 0 0,5-2 0 0,-5-2 0 15,0 1 0-15,0-3 0 0,2 0 0 0,-2 0 0 16,0-4 0-16,0 4 0 0,0-4 0 0,0 0 0 16,0 0 0-16,0 0 0 0,3-12-40 0,-3 6-518 15,-1-4-73-15,1 1-52 0,-4-8-364 0,-1 0-1133 0,-2-1 501 16</inkml:trace>
  <inkml:trace contextRef="#ctx0" brushRef="#br0" timeOffset="282567.8685">25653 13102 297 0,'1'-6'399'0,"3"-4"20"15,-3 3 12-15,2-1-6 0,-1 1-9 16,5-2-15-16,-2 1-19 0,1 0-13 0,1-1-18 0,0 4-14 16,1-3-10-16,1 3-13 0,1-2-13 0,0 0-25 15,1 3-14-15,-2 0-3 0,3-1-22 0,-3 2-11 16,4 1-23-16,2 2-16 0,-2 0-8 0,5 2-4 15,0 3-11-15,2-2-3 0,-1 3-3 0,0 0-4 16,1 1-2-16,0 3-14 0,-3 1-47 0,-2 0-91 16,2 2 0-16,-2 0 0 0,-2 0 0 0,1 0 0 15,-5 2 0-15,-1 0 0 0,-1 3 0 0,1-3 0 16,-4 2 0-16,-3 0 0 0,0 1 0 0,-2 1 0 16,-3 5 0-16,-1-5 0 0,-1 0 0 0,-3 4 0 15,-3-5 0-15,0 3 0 0,1-4 0 0,-4-1 0 16,2-2 0-16,-5 2 0 0,6-2 0 0,-2-2 0 15,-1-1 0-15,4-1 0 0,1-3 0 0,1-1 0 16,1 0 0-16,2-3 0 0,1 3 0 0,0-3 0 16,1 0 0-16,-1-1 0 0,3 1 0 0,2-3 0 15,-5 2 0-15,5-2 0 0,-4 3 0 0,4-3 0 16,-5 2 0-16,5-2 0 0,0 0 0 0,0 0 0 16,-4 2 0-16,4-2 0 0,0 0 0 0,0 0 0 15,0 0 0-15,0 0 0 0,0 0 0 0,0 0-285 0,0 0-132 16,17 0-27-16,-11 0-38 0,2 0-45 0,5-2-37 15,-5 0-348-15,1-1-988 0,3 1 437 16</inkml:trace>
  <inkml:trace contextRef="#ctx0" brushRef="#br0" timeOffset="283241.0663">26289 13339 109 0,'1'-6'305'0,"3"3"-7"0,-1 2-8 15,-3 1-16-15,0-5-19 0,0 5-7 0,0-5-7 16,0 5 8-16,3-4-18 0,-3 4 3 0,0 0-12 31,1-3-6-31,-1 3 2 0,1-4-6 0,-1 4-6 0,0 0-11 0,0 0 1 0,0 0-5 0,0 0-9 16,0 0 2-16,0 0-11 0,0 0 0 0,0 0-5 15,0 0-1-15,0 0 1 0,0 0-7 0,0 0-7 16,0 0 2-16,0 0 3 0,0 0-6 0,0 0 2 16,0 0-1-16,0 0 1 0,0 0-2 0,0 0-11 15,0 0-6-15,0 0 1 0,0 0-11 0,0 0-8 16,0 0-16-16,0 0-9 0,0 0-10 0,0 0-4 16,0 0-3-16,0 0-3 0,0 0-52 0,-12 10-21 31,6-6 0-31,2 1 0 0,1 0 0 0,-4 2 0 0,2 0 0 0,-3-1 0 0,2 1 0 0,1 2 0 15,-3-2 0-15,4-2 0 0,-1 0 0 0,1 1 0 16,-2-1 0-16,5 0 0 0,-2-2 0 0,2 2 0 16,-2-2 0-16,3 1 0 0,3 0 0 0,-3-4 0 0,1 6 0 15,2-2 0-15,-1-4 0 0,6 4 0 0,-3 1 0 16,0-1 0-16,7-1 0 0,-5 1 0 16,5 2 0-16,-1-1 0 0,-1-2 0 0,1 2 0 15,-1-2 0-15,-1 4 0 0,0-3 0 0,-3 2 0 0,1-3 0 16,0 2 0-16,-3-2 0 0,1 2 0 0,-2 0 0 15,-1 1 0-15,2-3 0 0,-4 4 0 0,0-3 0 32,0 1 0-32,-4-1 0 0,2 1 0 0,-3-1 0 0,-3 0 0 0,-1 1 0 0,3 0 0 0,-1-3 0 15,-4 0 0-15,1 2 0 0,-1-1 0 0,0 1 0 32,3-2 0-32,2-1 0 0,-2-1 0 0,3 2 0 0,-1-1 0 0,6-1 0 0,-8 2 0 0,8-2 0 15,-8-1 0-15,8 1 0 0,0 0 0 0,-5 3 0 16,5-3 0-16,0 0 0 0,0 0 0 0,0 0 0 15,0 0 0-15,0 0 0 0,0 0 0 0,5-10-232 16,-5 10-102-16,4-7-35 0,1 3-24 0,-1 2-25 16,-1 0-40-16,4-5-31 0,-4 3-28 0,1-1-314 15,0 0-899-15,-2-1 399 0</inkml:trace>
  <inkml:trace contextRef="#ctx0" brushRef="#br0" timeOffset="283805.5755">26123 12935 37 0,'0'0'235'0,"0"0"11"0,0 0 2 16,0 0 5-16,0 0 0 0,0 0 18 0,0 0-5 16,0 0 8-16,0 0 15 0,-2-2 4 0,2 2 14 31,0 0 8-31,0 0 7 0,0 0 1 15,0 0-3-15,0 0-8 0,0 0-11 0,0 0-17 0,0 0-7 16,0 0-8-16,0 0-20 0,0 0-10 0,0 0-19 16,0 0-12-16,0 0-19 0,0 0-8 0,0 0-7 15,0 0-6-15,0 0-2 0,0 0 3 0,0 0-7 16,0 0-5-16,0 0 2 0,0 0-104 0,0 0-55 16,0 0 0-16,0 0 0 0,0 0 0 0,14-3 0 15,-7 2 0-15,0-1 0 0,4-1 0 0,7-2 0 16,1 3 0-16,2-3 0 0,4 1 0 0,6 1 0 15,-2-2 0-15,-3 0 0 0,-4 2 0 0,6-4 0 16,-8 5 0-16,-1 1 0 0,-6 1 0 0,1-3 0 16,-6 2 0-16,2 0 0 0,-5 1 0 0,0-2 0 15,-5 2 0-15,11 0 0 0,-11 0 0 0,6 0 0 16,-6 0 0-16,0 0 0 0,0 0 0 0,0 0 0 16,0 0 0-16,0 0 0 0,0 0 0 0,0 0 0 15,-13 8 0-15,9-7-6 0,4-1-355 0,0 0-52 0,-7 1-28 16,7-1-45-16,0 0-54 0,0 0-451 0,0 0-1073 15,11-7 474-15</inkml:trace>
  <inkml:trace contextRef="#ctx0" brushRef="#br0" timeOffset="284634.0064">26831 12218 249 0,'-5'-4'315'0,"1"-2"-9"0,0 1-11 16,0 1-10-16,3-1-2 0,-4 2-5 0,3-1-13 15,0-1-10-15,1 2 13 0,-1-2-1 0,2 5 3 16,-2-7 7-16,2 7 3 0,0-5-5 0,0 5 0 16,0-5 0-16,0 5-7 0,2-3-9 0,0-1-4 15,3-2-14-15,0 2-8 0,0 0-4 0,3-3-18 16,1-1-21-16,2 2-1 0,2 0-13 0,5-1-9 15,0-2-19-15,4 2-8 0,3-3-13 0,5 0-8 16,-3 0-7-16,-1 2-14 0,1 1-5 0,1-2-11 16,-6 5-6-16,1-2-16 0,-6 0-60 0,2 2 0 15,-4-1 0-15,-2 3 0 0,-1 1 0 0,0 0 0 0,-3-3 0 16,-2 3 0-16,-2 0 0 0,2-2 0 0,-3 3 0 16,-4 0 0-16,7 0 0 0,-7 0 0 15,7 5 0-15,-3 1 0 0,0 3 0 0,-1 0 0 0,2 3 0 16,-3 6 0-16,3 0 0 0,-3 7 0 0,0 2 0 15,3 3 0-15,-2 2 0 0,-2 2 0 0,-1 1 0 16,0 0 0-16,1 0 0 0,2 2 0 0,-2 7 0 16,3-8 0-16,-3 12 0 0,3-14 0 0,-3 13 0 15,2-1 0-15,-2-11 0 0,-1 0 0 0,4-1 0 16,1 2 0-16,-5 0 0 0,4 0 0 0,0-2 0 16,-2 1 0-16,2 0 0 0,0-3 0 0,-4 0 0 15,4-3 0-15,-3 0 0 0,2-4 0 0,-1 1 0 16,0-9 0-16,0-1 0 0,0-6 0 0,-4 4 0 15,5-4 0-15,-4-2 0 0,-1 1 0 0,4-1 0 16,-4-2 0-16,2-1 0 0,0-1 0 16,0 2 0-16,-1-3 0 0,1-3 0 0,-1 6 0 0,-2-3 0 15,3-3 0-15,-8 5 0 0,2-3 0 0,-7 1 0 16,3-1 0-16,-4 1 0 0,-7 0 0 0,2 0 0 16,1-2 0-16,-5 1 0 0,2-2 0 0,0 0 0 0,3 4 0 15,3-7 0-15,5 6 0 0,-2-3 0 16,2 0 0-16,1 0 0 0,5 0 0 0,-1 1 0 15,5-1 0-15,-10-1 0 0,10 1 0 0,0 0 0 0,-8 1 0 16,8-1 0-16,0 0 0 0,0 0 0 0,-7 1 0 16,7-1 0-16,0 0 0 0,0 0 0 0,0 0 0 15,0 0 0-15,0 0-189 0,0 0-228 16,0 0-16-16,0 0-14 0,0 0-21 0,21 0-25 0,-21 0-31 16,0 0-346-16,5 1-943 0,-5-1 417 0</inkml:trace>
  <inkml:trace contextRef="#ctx0" brushRef="#br0" timeOffset="289449.5334">24857 12665 51 0,'0'0'297'0,"-4"-3"-13"15,4 3-5-15,0 0-12 0,-3-2-4 16,3 2-4-16,0 0-3 0,0 0 3 0,-7-2 14 16,7 2-15-16,0 0-4 0,0 0-3 0,0 0-8 0,0 0 3 15,0 0-9-15,0 0-5 0,0 0 6 16,0 0-8-16,0 0 3 0,0 0 4 0,0 0-3 16,0 0 8-16,0 0 0 0,0 0 1 0,0 0-10 0,0 0-9 15,0 0-12-15,0 0-9 0,20 3-13 0,-10-4-11 16,3 2-5-16,-3-1-10 0,4 0-11 0,3 0-12 15,5 0-12-15,-6 0-48 0,6-1-81 0,5 0 0 16,-4 1 0-16,-2-1 0 0,0 2 0 0,-2-2 0 16,0 0 0-16,-1-1 0 0,-4 2 0 0,-5 0 0 15,-1-1 0-15,0 1 0 0,-1-1 0 0,-7 1 0 16,9 0 0-16,-9 0 0 0,8 0 0 0,-8 0 0 16,0 0 0-16,6 1 0 0,-6-1 0 0,0 0 0 15,0 0 0-15,7 1 0 0,-7-1 0 0,0 0 0 16,0 0 0-16,0 0-104 0,3 2-195 0,-3-2-53 15,0 0-56-15,0 0-43 0,0 0-51 0,0 0-54 16,0 0-365-16,0 0-996 0,-15-6 442 0</inkml:trace>
  <inkml:trace contextRef="#ctx0" brushRef="#br0" timeOffset="291856.3468">22400 14166 149 0,'0'0'508'0,"0"0"3"0,0 0 3 15,0 0-22-15,0 0-17 0,14-5-25 0,-14 5-21 16,0 0-27-16,7-2-24 0,-7 2-21 0,6-1-26 16,-6 1-18-16,12-2-26 0,-7 2-27 0,2-1-23 15,1-1-21-15,-3 1-21 0,5 1-24 0,-2-1-17 16,2 0-17-16,0-1-10 0,2 1-15 0,-3 0-19 15,2-1-31-15,-3 2-42 0,0 0-44 0,-3-3-43 16,1 3-52-16,-6 0-49 0,9-1-60 0,-9 1-58 16,8 1-47-16,-8-1-44 0,-1 6-50 0,2-3-48 15,-1-3-338-15,-9 8-881 0,1-2 390 0</inkml:trace>
  <inkml:trace contextRef="#ctx0" brushRef="#br0" timeOffset="292059.6287">22473 14325 87 0,'-1'2'370'0,"1"-2"34"0,0 0 42 0,1 5 31 0,0-3 20 16,-1-2 5-16,0 0 6 0,0 0 6 0,4 3-3 16,-4-3-10-16,0 0-20 0,4 3-27 15,-4-3-32-15,10 1-37 0,-1-1-37 0,-4 0-34 16,7-1-32-16,-1 1-30 0,2 0-27 0,0-1-51 0,6-2-137 16,-6 1-37-16,6 0 0 0,0-1 0 0,-1-2-51 15,1 1-133-15,-3-1-55 0,-4 3-49 16,3-2-45-16,-3 0-34 0,-1 1-52 0,-2 1-62 15,2-2-55-15,-5 2-347 0,1-1-955 0,-1 1 423 0</inkml:trace>
  <inkml:trace contextRef="#ctx0" brushRef="#br0" timeOffset="293232.4253">23443 13945 203 0,'0'0'363'0,"0"0"12"16,2-8 19-16,-1 7 10 0,-1 1 16 0,-1-4 16 16,1 4 1-16,0-7 3 0,0 7 7 0,-2-7 8 0,2 5 0 15,0-3-5-15,-1 0-9 0,2 0-11 0,-1 5-16 16,-2-8-17-16,-1 3-16 0,3 0-20 0,0 5-19 16,0-10-196-16,-1 6-146 0,1 0 0 15,0 0 0-15,0 4 0 0,0-6 0 0,0 6 0 0,-3-3 0 16,3 3 0-16,0-4 0 0,0 4 0 0,0 0 0 15,0 0 0-15,0 0 0 0,0 0 0 0,3 15 0 16,-2-6 0-16,3 3 0 0,1 6 0 0,-2 2 0 16,4 6 0-16,-3-1 0 0,1 3 0 0,2-2 0 15,-5 2 0-15,1 1 0 0,1-2 0 0,-2-1 0 16,-1 0 0-16,1-9 0 0,-2 3 0 0,-2-1 0 16,-1-1 0-16,1-1 0 0,0 0 0 0,-1-5 0 15,2 0 0-15,-2-1 0 0,1-3 0 0,0-1 0 16,1 1 0-16,1-3 0 0,-1 1 0 0,1-2 0 15,1 0 0-15,-1-1 0 0,0-3 0 0,-1 7 0 16,1-7 0-16,0 0 0 0,1 3 0 0,-1-3 0 16,0 0 0-16,0 0 0 0,4 2 0 0,-4-2 0 15,0 0 0-15,8-11 0 0,-4 7 0 0,4-2 0 16,-2 0 0-16,1-1 0 0,0-3 0 0,5-3 0 0,-3-2 0 16,5 0 0-16,-3-2 0 0,5-6 0 15,0 2 0-15,0-5 0 0,2 1 0 0,4 4 0 16,-5-2 0-16,-6 6 0 0,-1 0 0 0,0-1 0 15,1 2 0-15,-1 2 0 0,-4 0 0 0,1 4 0 0,-1 1 0 16,-2 0 0-16,0 4 0 0,-2 0 0 0,1 1 0 16,-2 0 0-16,3-1 0 0,-1 4 0 0,-1-1 0 15,-2 2 0-15,0 0 0 0,6-4 0 0,-6 4 0 16,0 0 0-16,0 0 0 0,-8 12 0 0,5-4 0 16,-2 0 0-16,0 0 0 0,-2 4 0 0,-2 0 0 15,0 2 0-15,2 1 0 0,-1-1 0 0,-1 3 0 16,1-3 0-16,-1-1 0 0,4-1 0 0,-1-1 0 15,2-1 0-15,-1 1 0 0,1-2 0 0,2 0 0 16,-1 0 0-16,2 2 0 0,-2-3 0 0,3 2 0 16,3-4 0-16,-2 5 0 0,2-5 0 0,2 2 0 15,0 1 0-15,0-2 0 0,3 1 0 0,-2-4 0 16,2 2 0-16,-1 2 0 0,1-5 0 0,1 2 0 16,1-1 0-16,-5 0 0 0,4-1 0 0,0 0 0 15,-4 0 0-15,2-1 0 0,0 1 0 0,0-1 0 16,-3-1 0-16,-1 0 0 0,3 0 0 0,-6-1 0 15,9 0 0-15,-9 0 0 0,7 2 0 0,-7-2 0 16,5 1 0-16,-5-1 0 0,0 0 0 0,5-5 0 0,-5 5 0 16,3-7 0-16,-3 3 0 0,1-1-344 0,-1 0-429 15,4-2-406-15,-4-1-1278 0,5-2 565 16</inkml:trace>
  <inkml:trace contextRef="#ctx0" brushRef="#br0" timeOffset="293953.4889">24485 13889 320 0,'9'-6'507'0,"1"3"5"16,-4-1 7-16,2 0-1 0,-3 2-3 0,4-2-18 15,-4 3-5-15,-1 0-19 0,1-1-17 0,-5 2-17 16,5-3-22-16,-2 1-22 0,-3 2-24 0,0 0-21 16,4-4-29-16,-4 4-22 0,0 0-26 0,0 0-21 15,0 0-8-15,0 0-223 0,0 0-21 0,-17-1 0 16,7 2 0-16,-2 1 0 0,-2 0 0 0,-4 2 0 16,3 0 0-16,-3 0 0 0,-2 0 0 0,4-2 0 15,-5 3 0-15,3-2 0 0,4 1 0 0,-4-1 0 16,4 3 0-16,1-4 0 0,0-2 0 0,4 3 0 15,-1-2 0-15,1 0 0 0,4-1 0 0,0 2 0 16,-2 0 0-16,7-2 0 0,-5 2 0 0,5-2 0 16,0 0 0-16,-9 2 0 0,9-2 0 0,-3 2 0 15,3-2 0-15,0 0 0 0,0 0 0 0,-3 2 0 16,3-2 0-16,-3 7 0 0,3-2 0 0,0 2 0 16,0 0 0-16,3 0 0 0,-3 4 0 0,0 1 0 15,0 4 0-15,0 2 0 0,-3 1 0 0,3 0 0 0,-1 6 0 16,1 3 0-16,-2-1 0 0,-2 3 0 15,1-3 0-15,1 6 0 0,0-2 0 0,-5 1 0 16,4-3 0-16,-1 2 0 0,0 1 0 0,-1-2 0 0,0-1 0 16,1 0 0-16,-2 2 0 0,1 0 0 0,1-1 0 15,-2 0 0-15,-2-4 0 0,3-1 0 0,-1 0 0 16,2-6 0-16,-1-1 0 0,2-1 0 0,0 0 0 16,1-4 0-16,2-1 0 0,-1-1 0 0,1-4 0 15,0 2 0-15,0 0 0 0,1-3 0 0,-1 0 0 16,2 1 0-16,1-2 0 0,1 1 0 0,0-1 0 15,2 0 0-15,4 0 0 0,-2 0 0 0,5-2 0 16,1-1 0-16,2 2 0 0,4-2 0 0,2-2 0 16,-5 3 0-16,6-5 0 0,-4 1 0 0,-1 0 0 15,1 0 0-15,-2-1 0 0,-3 0 0 0,-2 1 0 16,-3 0 0-16,-2-1 0 0,0 2 0 0,0-1 0 16,-3 1 0-16,1-3 0 0,-5 3 0 0,7-1 0 15,-2 0 0-15,-5 1 0 0,0 0 0 0,0 0 0 16,0 0 0-16,6-3 0 0,-6 3 0 0,0 0 0 0,-8-9 0 15,3 6 0-15,0-2-403 0,-4-2-895 0,2 0-1407 16,-1-1 623-16</inkml:trace>
  <inkml:trace contextRef="#ctx0" brushRef="#br0" timeOffset="294485.2044">25364 13952 111 0,'1'-6'482'0,"3"3"12"16,0 1-1-16,-3-2-12 0,-1 4-14 0,4-1-16 15,-4 1-12-15,3-3-11 0,-3 3-6 0,0 0-8 16,0 0-9-16,5-3-12 0,-5 3-10 16,0 0-18-16,0 0-24 0,0 0-19 0,0 0-28 0,0 0-18 15,0 0-28-15,0 0-21 0,0 0-21 0,0 0-157 16,0 0-49-16,0 11 0 0,-3-5 0 0,3 0 0 15,-1 4 0-15,1 2 0 0,-1 0 0 0,1 3 0 16,0-2 0-16,1 2 0 0,-1 3 0 0,0 2 0 16,1-2 0-16,-1-1 0 0,0 0 0 0,0 0 0 15,0-1 0-15,-1 1 0 0,1-5 0 0,0 1 0 16,0-2 0-16,0 1 0 0,0-5 0 0,-1 2 0 16,1-3 0-16,0 2 0 0,-3-3 0 0,3-1 0 15,0 2 0-15,0-1 0 0,0-5 0 0,0 5 0 16,0-2 0-16,0-3 0 0,0 0 0 0,3 4 0 15,-3-4 0-15,1 3 0 0,-1-3 0 0,0 0 0 16,0 0 0-16,0 0 0 0,0 0 0 0,0 0-512 16,0 0-235-16,0 0-409 0,0 0-1251 0,-9-12 553 15</inkml:trace>
  <inkml:trace contextRef="#ctx0" brushRef="#br0" timeOffset="294876.5029">24770 14498 311 0,'-5'2'416'0,"1"0"11"0,4-2 12 15,-4 3-7-15,4-3-19 0,-4 3-19 0,4-3-19 16,0 0-12-16,-5 1-20 0,5-1-14 0,-6 1-13 16,6-1-17-16,0 0-13 0,-7 1-9 0,7-1-10 15,-5 3-12-15,5-3-11 0,0 0-14 0,0 0-9 16,-4 1-15-16,4-1-2 0,0 0-6 0,0 0-9 15,0 0 4-15,0 0 3 0,0 0 3 0,0 0-30 16,0 0-169-16,11 4 0 0,1-3 0 0,5 0 0 16,11-3 0-16,5 2 0 0,20 0 0 0,4-1 0 15,4-3 0-15,35-1 0 0,-32-1 0 0,42-2 0 16,-1 0 0-16,5-3 0 0,5 3 0 0,4-2 0 16,5-1 0-16,-3 4 0 0,-7-2 0 0,-16-2 0 15,1 5 0-15,-33-3 0 0,-4 4 0 0,-5-4 0 16,-18 4 0-16,-5 2 0 0,-4-1 0 0,-13 2 0 15,-3 2 0-15,-2-1 0 0,-2-2 0 0,-1 1 0 16,-3 1 0-16,-6 1 0 0,0 0 0 0,0 0 0 16,0 0 0-16,0 0 0 0,-38 8 0 0,11-4 0 15,-3 1 0-15,-6 4 0 0,-1-1-595 0,6-1-103 0,-21 5-452 16,16-2-1245-16,-1 1 550 0</inkml:trace>
  <inkml:trace contextRef="#ctx0" brushRef="#br0" timeOffset="295282.6892">25230 14872 53 0,'0'0'400'15,"0"0"21"-15,5-10 14 0,-5 10 18 0,6-7 10 16,-3 6-7-16,-1-3-5 0,1 1 1 15,-3 3 7-15,3-6-10 0,-2 4 0 0,1-1-3 16,-2 3-8-16,2-4-15 0,-2 4-15 0,0 0-22 0,1-4-16 16,-1 4-22-16,0 0-24 0,0 0-217 0,3-3-107 15,-3 3 0-15,0 0 0 0,0 0 0 0,0 0 0 16,0 0 0-16,0 0 0 0,0 11 0 0,0-2 0 16,0 3 0-16,1 4 0 0,-1 2 0 0,0 0 0 15,0 9 0-15,1 0 0 0,0-4 0 0,-2 5 0 16,1-2 0-16,-1 0 0 0,1-3 0 0,-3-2 0 15,2-2 0-15,-3-1 0 0,2 1 0 0,-2-3 0 16,1 0 0-16,1-5 0 0,-1 1 0 0,2-4 0 16,-3 1 0-16,3-4 0 0,-1 2 0 0,1-2 0 15,-1-2 0-15,2-3 0 0,0 3 0 0,0-3 0 16,0 0 0-16,0 0 0 0,0 0 0 0,3-19-108 16,-3 10-446-16,-1-3-41 0,2-4-41 0,-1-1-414 15,-2-3-1137-15,-1-5 503 0</inkml:trace>
  <inkml:trace contextRef="#ctx0" brushRef="#br0" timeOffset="295657.5952">25130 14872 69 0,'0'-6'389'0,"4"1"7"16,-3-1 31-16,3-2 20 0,5 1 4 0,-4-1 6 16,0 2-24-16,3-2-16 0,1 3-16 0,2-1-23 15,2-6-5-15,0 6-5 0,2-3-13 0,2 3-14 16,0 1-2-16,0 0-17 0,0 0-9 0,2 3-18 15,0 1-10-15,-1 1-11 0,1 0-13 0,2 0-9 16,-1 3-104-16,1 4-148 0,-2-3 0 0,1 2 0 0,-1 2 0 16,0 1 0-16,-2 2 0 0,0 1 0 0,2 8 0 15,-5 1 0-15,-4-5 0 0,2 6 0 16,-7-1 0-16,1 5 0 0,-6-2 0 0,-6 4 0 16,2 1 0-16,-5 2 0 0,-5-3 0 0,0 0 0 0,-5 0 0 15,-3-4 0-15,-1 0 0 0,-4-3 0 0,2 1 0 16,-2-1 0-16,3-5 0 0,-2 0 0 0,3-2 0 15,4-4 0-15,6-2 0 0,0-2 0 16,3-1 0-16,-1 1 0 0,5 1 0 0,0-3 0 0,1-2 0 16,0 1 0-16,1-1 0 0,4-2 0 0,-5 5 0 15,5-5 0-15,0 0 0 0,0 0 0 0,0 0 0 16,10-10 0-16,-3 9 0 0,3-3 0 0,0-1 0 16,5 3 0-16,-4-1 0 0,4-2 0 0,-4 5 0 15,10-6-627-15,-7 2-634 0,3-1-1366 0,-3 2 605 16</inkml:trace>
  <inkml:trace contextRef="#ctx0" brushRef="#br0" timeOffset="296251.2123">25969 15037 288 0,'0'0'387'16,"2"-5"13"-16,-2 5 4 0,4-2 14 0,-4 2-4 15,0 0 0-15,0 0-10 0,1-3-5 0,-1 3-23 16,0 0-15-16,0 0-22 0,0 0-24 0,3-4-14 15,-3 4-32-15,0 0-12 0,0 0-19 0,0 0-22 16,0 0-11-16,-19 6-25 0,13-4-8 0,-4 4-33 16,3 0-7-16,-2 3-28 0,0-3 17 0,-3 2-20 15,2 0-13-15,2 0-6 0,-1-1-15 0,3 1-5 16,0-1 0-16,0-1-9 0,3 0 0 0,0 1-10 16,-1-2 3-16,3 3 2 0,1-3-10 0,1 1 7 15,4-1 0-15,-1 1 7 0,0-1 0 0,2 0-51 16,3 1-1-16,3 0 0 0,-3 0 0 0,1 1 0 0,5-2 0 15,-6 3 0-15,7-2 0 0,-5 2 0 16,-2-2 0-16,1 7 0 0,-5-5 0 0,3-3 0 16,-3 2 0-16,-1 2 0 0,2-1 0 0,-3 0 0 15,-2-1 0-15,-2 3 0 0,-2-2 0 0,-3 3 0 0,1-4 0 16,-3 0 0-16,0 2 0 0,-3-3 0 16,0 4 0-16,-6-4 0 0,0 2 0 0,1 0 0 15,-1-6 0-15,3 2 0 0,1-2 0 0,2 1 0 16,-1-1 0-16,5-2 0 0,-1 2 0 0,-1-1 0 0,4 1 0 15,5-2 0-15,-8 0 0 0,8 0 0 0,0 0 0 16,-4-5 0-16,4 5 0 0,0 0 0 16,7-7 0-16,-1 3 0 0,3-1 0 0,0-3-319 15,0 1-178-15,-1 1-56 0,3-3-47 0,-4 0-437 0,0-1-1124 16,1-1 497-16</inkml:trace>
  <inkml:trace contextRef="#ctx0" brushRef="#br0" timeOffset="296737.8636">25678 14664 310 0,'0'0'361'0,"0"0"-8"0,0 0 0 0,-16 0-4 0,16 0-13 15,-7-1-1-15,7 1-4 0,-6 0 4 0,6 0-3 16,-5 2 3-16,5-2 4 0,0 0 0 0,0 0-2 16,0 0 3-16,-9 1 10 0,9-1 0 0,0 0-6 15,0 0-3-15,0 0-7 0,-5-2-10 0,5 2-12 16,0 0-8-16,0 0-12 0,0 0-137 0,0 0-155 15,0 0 0-15,0 0 0 0,0 0 0 0,0 0 0 16,0 0 0-16,25 0 0 0,-14 0 0 0,1 0 0 16,5-3 0-16,3 3 0 0,2-2 0 0,6 0 0 15,-1-3 0-15,0 1 0 0,2 1 0 0,1 0 0 16,-2 1 0-16,-6-1 0 0,-1 0 0 0,-3 2 0 16,1-1 0-16,-3-3 0 0,-5 5 0 0,-3 0 0 15,-2 0 0-15,1 0 0 0,-7 0 0 0,0 0 0 0,11 1 0 16,-6-1 0-16,-5 0 0 0,0 0 0 0,4-3 0 15,-4 3 0-15,0 0 0 0,0 0 0 0,0 0 0 16,0 0 0-16,0 0 0 0,0 0 0 16,0 0 0-16,7 3 0 0,-7-3-513 0,0 0-139 0,0 0-519 15,5-8-1270-15,1 2 562 0</inkml:trace>
  <inkml:trace contextRef="#ctx0" brushRef="#br0" timeOffset="297473.1066">26473 13964 355 0,'-1'-5'469'0,"-4"1"24"0,0 1 8 0,2-1-3 16,-2 1-14-16,1 0-25 0,4 3-19 0,-1-6-2 15,-3 6-11-15,4 0-8 0,-1-6-9 0,1 6-20 16,0 0-15-16,-3-4-24 0,3 4-31 0,0-4-28 16,0 4-27-16,5-6-24 0,-1 4-22 0,4-3-22 15,5 1-49-15,2 0-148 0,4 0 0 0,2-3 0 16,7 1 0-16,1 4 0 0,3 0 0 0,-4-3 0 15,3 1 0-15,-3 1 0 0,-8 0 0 0,0 4 0 16,0-3 0-16,1 2 0 0,-10 0 0 0,1-1 0 16,0 1 0-16,-1-1 0 0,-5 0 0 0,0 2 0 15,-6-1 0-15,9-1 0 0,-5 3 0 0,0-1 0 16,0 4 0-16,-3-1 0 0,1 3 0 0,0 6 0 16,-1 3 0-16,-1 0 0 0,5 2 0 0,-5 10 0 15,0-2 0-15,-1 6 0 0,-3-2 0 0,4 4 0 16,4 0 0-16,-4 2 0 0,-4-1 0 0,4 1 0 15,4-2 0-15,-4 0 0 0,0-2 0 0,1 3 0 0,-1 0 0 16,3-3 0-16,-2 0 0 0,-1-2 0 0,5 0 0 16,-1 0 0-16,0 0 0 0,1-3 0 15,-2-1 0-15,4-2 0 0,-2-3 0 0,-2-3 0 16,0-2 0-16,-1 3 0 0,1-6 0 0,-1-2 0 0,0 1 0 16,0-1 0-16,-2 1 0 0,3-3 0 0,0 0 0 15,-1-3 0-15,-1 1 0 0,-1 0 0 0,0 0 0 16,-1-2 0-16,-3 2 0 0,0-1 0 0,-2 2 0 15,-3-4 0-15,-4 0 0 0,-4 1 0 0,-2 1 0 16,-9-3 0-16,1 0 0 0,5 1 0 0,-7-2 0 16,7 0 0-16,1 1 0 0,3-3 0 0,-3 0 0 15,3 1 0-15,-1-1 0 0,8 1 0 0,3-1 0 16,-1-1 0-16,9 1 0 0,-10 0 0 0,2-1 0 16,8 1 0-16,-6 0 0 0,6 0 0 0,0 0 0 15,0 0 0-15,-7-1 0 0,7 1 0 0,0 0 0 16,0 0 0-16,0 0 0 0,0 0 0 0,0 0 0 15,0 0 0-15,0 0 0 0,0 0 0 0,0 0-200 16,0 0-375-16,23 0-63 0,-23 0-492 0,4-3-1224 16,-4 3 541-16</inkml:trace>
  <inkml:trace contextRef="#ctx0" brushRef="#br0" timeOffset="298162.3452">22226 15657 255 0,'0'0'386'0,"0"0"15"0,0 0-19 16,-5 5 4-16,5-5-9 0,-7 1 0 0,4 2-2 16,3-3-1-16,-6 2-13 0,2-1 11 0,4-1 1 15,0 0 7-15,-4 3-15 0,4-3 3 0,0 0-4 0,0 0-4 16,0 0-14-16,0 0-19 0,0 0-20 0,0 0-27 15,0 0-29-15,0 0-19 0,22-4-40 16,-9 2-192-16,-2 2 0 0,3-1 0 0,4-2 0 16,-4 3 0-16,0-1 0 0,0 0 0 0,-2 0 0 0,-2 1 0 15,0 1 0-15,2-1 0 0,-5 0 0 0,1 1 0 16,-2-2 0-16,1 2 0 0,-2 0 0 0,0 0-226 16,-1 2-162-16,0 3-58 0,-4 0-49 15,-3-3-60-15,2 3-53 0,-3-1-305 0,-1 3-987 16,-1-3 437-16</inkml:trace>
  <inkml:trace contextRef="#ctx0" brushRef="#br0" timeOffset="298365.6238">22287 15802 59 0,'0'4'314'0,"-2"1"25"0,2-1 23 15,0-4 14-15,-5 5 37 0,4-2 18 0,1-3 16 16,-3 6 9-16,3-6-11 0,-1 2 8 0,1-2-10 16,0 0-12-16,0 3-20 0,0-3-28 0,0 0-29 15,0 0-35-15,4 4-28 0,-4-4-28 0,10 1-28 16,-5 1-24-16,3-2-20 0,2-2-41 0,0 2-36 15,3-3-44-15,-3 3-40 0,1-2-39 0,-2-1-39 16,3 2-52-16,-1-1-53 0,-4 0-52 0,2 1-54 16,1-4-60-16,-2 4-66 0,-1-2-67 0,1 2-75 15,-3-1-396-15,1 1-999 0,1 0 442 0</inkml:trace>
  <inkml:trace contextRef="#ctx0" brushRef="#br0" timeOffset="299069.6129">23181 15479 182 0,'0'-6'409'0,"1"2"10"0,-1 0 8 31,3 1 4-31,-3 3 3 0,0-5 6 0,0 0 11 0,0 5 0 0,1-6 8 0,-1 1-1 0,3 2-8 31,-3-1-10-31,0 4-5 0,1-5-17 0,-1 5-8 0,4-2-23 0,-4 2-22 0,0 0-27 0,1-5-23 31,-1 5-243-31,0 0-72 0,0 0 0 0,0 0 0 16,0 0 0-16,0 0 0 0,0 0 0 0,4 15 0 0,-4-6 0 0,0 4 0 0,0 3 0 0,0 3 0 16,3 0 0-16,-3 11 0 0,-3-1 0 0,3 0 0 15,0 0 0-15,-4-2 0 0,3 0 0 0,0 3 0 31,-2-4 0-31,3 0 0 0,-1 1 0 0,-3-2 0 16,0 2 0-16,4-8 0 0,-4-1 0 0,4-1 0 0,0 1 0 16,-1-4 0-16,1-2 0 0,-4-1 0 15,4 1 0-15,4 1 0 0,-8-6 0 0,4 2 0 16,0-3 0-16,4-1 0 0,-3 0 0 0,-1-2 0 16,0-3 0-16,0 5 0 0,0-5 0 0,0 4 0 0,0-4 0 15,0 0 0-15,0 0 0 0,0 0 0 0,0 0 0 16,0 0 0-16,0 0 0 0,4-11 0 15,0 5 0-15,-3 0-352 0,3-1-274 0,1-6-49 16,2 5-415-16,-1-2-1180 0,-1-5 521 0</inkml:trace>
  <inkml:trace contextRef="#ctx0" brushRef="#br0" timeOffset="299586.9967">23455 15669 148 0,'6'-8'472'0,"0"-1"13"0,0 5 15 0,-2-1 4 16,1-1-5-16,0 1-14 0,-2-1-8 0,1 0-7 16,-1 2-22-16,-1 2-8 0,2-1-32 0,-4 3-6 15,3-4-29-15,-2 2-28 0,-1 2-22 16,0 0-25-16,1-4-30 0,-1 4-19 0,0 0-24 0,0 0-22 16,0 0-34-16,0 0-169 0,0 0 0 0,-7 11 0 15,2-7 0-15,-1 6 0 0,-2-2 0 0,0 2 0 16,-2 3 0-16,-1-1 0 0,0 2 0 0,-2 2 0 15,2-5 0-15,-2 2 0 0,1 1 0 0,-3-2 0 16,2-2 0-16,1-1 0 0,1-2 0 0,-3 4 0 16,5-3 0-16,0-3 0 0,4 0 0 0,0 0 0 15,-1-4 0-15,3 1 0 0,-1 2 0 0,3-2 0 16,1-2 0-16,-5 7 0 0,5-7 0 0,-3 4 0 16,3-4 0-16,4 4 0 0,-1-1 0 0,3 4 0 15,-1-4 0-15,5 2 0 0,-1 1 0 0,2 2 0 16,3-1 0-16,1 0 0 0,0 1 0 0,-3-2 0 15,3 2 0-15,-1 0 0 0,3 0 0 0,-7-1 0 16,2-1 0-16,-1 0 0 0,-2-1 0 0,-1 2 0 16,2-1 0-16,-2-3 0 0,-3 2 0 0,-1-2 0 15,1 0 0-15,0-2 0 0,-3 2 0 0,-2-3 0 16,5 5 0-16,-3-4 0 0,-2-1 0 0,4 2 0 16,-4-2 0-16,0 0 0 0,2 3 0 0,-2-3 0 0,0 0 0 15,0 0 0-15,0 0 0 0,0 0 0 16,0 0 0-16,0 0 0 0,0 0 0 0,0 0 0 15,0 0 0-15,0 0 0 0,0 0 0 0,0 0-89 16,3-11-433-16,-3 5-51 0,2 2-52 0,-2-3-439 0,0 1-1153 16,0-1 511-16</inkml:trace>
  <inkml:trace contextRef="#ctx0" brushRef="#br0" timeOffset="302105.6176">24310 15605 73 0,'0'0'290'0,"1"-4"3"15,-1 4 7-15,0 0-10 0,5-2 2 0,-5 2 13 16,1-5-1-16,-1 5-2 0,0-5 7 0,0 5-1 15,0-5-7-15,0 5-14 0,-6-5-16 16,6 5-14-16,-4-4-14 0,0 1-11 0,-1-1-9 0,-4 0-7 16,-1-1-7-16,-3 0-5 0,-5 1-9 0,2 1-6 15,-5-1-6-15,3 3-3 0,-5-2-10 0,-5 1-10 16,1 1-3-16,6 2-1 0,0 0-17 0,-2 0-11 16,0 2-7-16,5 0-12 0,-3-1-3 0,3 2-7 15,1-1-16-15,3 0 4 0,3 0-6 0,-1-2-6 16,2 3-2-16,0-1-9 0,1-1 5 0,1 0-14 15,4-2-52-15,-1 1-3 0,0 1 0 0,5-2 0 16,-8 2 0-16,8-2 0 0,-6 2 0 0,6-2 0 16,-4 2 0-16,4-2 0 0,0 0 0 0,-1 5 0 15,1-5 0-15,0 3 0 0,0-3 0 0,-3 5 0 16,3 0 0-16,0-2 0 0,0 2 0 0,0 1 0 16,0 0 0-16,0 1 0 0,0 4 0 0,4-1 0 15,-4 6 0-15,3 2 0 0,-2 0 0 0,1 1 0 16,-2 4 0-16,4 4 0 0,-4 2 0 0,3 2 0 15,-1-3 0-15,0 4 0 0,-1 0 0 0,3 2 0 16,-4-1 0-16,1 14 0 0,-2-11 0 0,-2 10 0 16,-2-10 0-16,1 0 0 0,-2 10 0 0,2-14 0 15,-5 15 0-15,4-13 0 0,-3-1 0 0,3-1 0 16,-1 0 0-16,-1-2 0 0,2-2 0 0,0 0 0 16,-2-10 0-16,4 2 0 0,-1-5 0 0,2-3 0 15,-2 0 0-15,2 0 0 0,1 0 0 0,1-3 0 16,1-1 0-16,2 0 0 0,2-2 0 0,-1 0 0 15,4 1 0-15,-1 1 0 0,1-3 0 0,-2 2 0 16,7-4 0-16,-3 1 0 0,2 0 0 0,2-1 0 16,5-1 0-16,-1 1 0 0,2-3 0 0,7 4 0 15,1-5 0-15,-1-2 0 0,1 2 0 0,-6-1 0 16,10 0 0-16,-4 0 0 0,0-1 0 0,-1 1 0 16,1-2 0-16,-10 3 0 0,1 1 0 0,-5-2 0 15,0-1 0-15,-1 1 0 0,-3 2 0 0,2-2 0 16,-6 1 0-16,-2 1 0 0,-4 0 0 0,12-1 0 0,-12 1 0 15,6 0 0-15,-6 0 0 0,4-2 0 16,-4 2 0-16,0 0 0 0,0 0 0 0,0 0 0 16,4-3 0-16,-4 3 0 0,0 0 0 0,-8-9 0 15,4 3-111-15,3-5-673 0,-2-6-432 0,1-1-1318 16,3-9 583-16</inkml:trace>
  <inkml:trace contextRef="#ctx0" brushRef="#br0" timeOffset="302668.3466">24880 15754 202 0,'2'-4'369'0,"0"1"-7"16,0 0 0-16,-1 0-5 0,2 0-10 0,-3 3 2 0,1-6-11 15,-1 2 0-15,0 4-1 0,2-6-1 0,-2 6 4 16,-2-7-7-16,2 4 5 0,-1-2-4 0,1 5 4 15,0-7 0-15,1 6-8 0,-1 1-13 16,0-5-8-16,0 5-28 0,0 0-20 0,-4-6-22 16,4 6-23-16,0 0-20 0,0 0-19 0,0 0-30 0,0 0-147 15,0 0 0-15,0 0 0 0,-1 18 0 0,1-8 0 16,-2 1 0-16,0 0 0 0,2 2 0 16,0 2 0-16,-4 2 0 0,4 0 0 0,-5-1 0 0,0 2 0 15,0 2 0-15,1-2 0 0,-1-1 0 0,1 1 0 16,-2-1 0-16,3 0 0 0,-2-2 0 0,1-4 0 15,2 2 0-15,-1-3 0 0,1-3 0 0,-1 1 0 16,3 0 0-16,-2-2 0 0,2-2 0 0,-2 2 0 16,1-3 0-16,1 2 0 0,0-1 0 15,0-4 0-15,0 7 0 0,0-7 0 0,1 3 0 0,-1-3 0 16,4 3 0-16,-4-3 0 0,5 1 0 0,-5-1 0 16,9-1 0-16,-9 1 0 0,0 0 0 0,10 0 0 15,-10 0 0-15,0 0-482 0,0 0-95 0,0 0-54 16,0 0-453-16,0 0-1174 0,0 0 519 0</inkml:trace>
  <inkml:trace contextRef="#ctx0" brushRef="#br0" timeOffset="303075.7676">24450 16302 168 0,'-9'7'317'0,"-3"-2"15"0,3-1 5 16,-2-3 5-16,3 2 5 0,2 0-6 0,-3-2 8 15,2 0 5-15,-2 1 0 0,1-2-6 0,2 2-15 16,-2-1-13-16,-3 0-7 0,2 0-11 0,1 1-1 16,-1-1-16-16,4-1-17 0,-3 3-13 0,2-3-13 15,-1 2-10-15,0-1-13 0,-1-1-10 0,8 0-4 16,-8 1-11-16,8-1-1 0,0 0-6 0,-6 0-10 16,6 0-5-16,0 0-8 0,0 0-133 0,0 0-31 15,0 0 0-15,0 0 0 0,0 0 0 0,19-7 0 16,3 4 0-16,9 0 0 0,4-2 0 0,16-2 0 15,8-3 0-15,4 0 0 0,28-6 0 0,-1 0 0 16,7-1 0-16,4 0 0 0,4-7 0 0,1 10 0 16,0-4 0-16,-1 4 0 0,-6 3 0 0,-11-3 0 15,-31 7 0-15,-3 4 0 0,-13-2 0 0,-4-1 0 16,-4 1 0-16,-6-1 0 0,-8 5 0 0,-5 0 0 16,-2 1 0-16,-1 0 0 0,-4-2 0 0,-2 2 0 15,-5 0 0-15,9 0 0 0,-9 0 0 0,6 2 0 16,-6-2 0-16,0 0 0 0,0 0 0 0,-18 5 0 15,7-2 0-15,-3 1 0 0,-7 5-198 0,-4-3-469 16,-4 3-554-16,4 1-1323 0,-4-6 585 0</inkml:trace>
  <inkml:trace contextRef="#ctx0" brushRef="#br0" timeOffset="303607.528">24797 16581 118 0,'0'0'325'0,"-2"-4"6"16,2 4 13-16,-1-5 23 0,0 1 20 0,1 4 19 15,-2-6 22-15,2 6 8 0,-2-5 14 0,1 2-12 16,1 3 17-16,-3-6-13 0,2 2-7 0,1 4-15 16,-2-4-17-16,2 4-11 0,-3-3-29 0,3 3-23 15,0 0-16-15,-2-3-32 0,2 3-21 0,0 0-247 16,0 0-24-16,0 0 0 0,-5-3 0 0,5 3 0 15,0 0 0-15,0 0 0 0,0 0 0 0,-1 13 0 16,1-5 0-16,-1 1 0 0,0 3 0 0,1 5 0 16,-2 0 0-16,1 1 0 0,0 2 0 0,-2 0 0 15,3 3 0-15,0 2 0 0,0 0 0 0,0-6 0 16,0 7 0-16,0-7 0 0,0 7 0 0,0-2 0 16,0-3 0-16,0-3 0 0,0-1 0 0,3-1 0 15,-3 0 0-15,0-4 0 0,0 1 0 0,0-3 0 16,0-2 0-16,0 2 0 0,0-4 0 0,0-1 0 15,0-1 0-15,0 0 0 0,0-1 0 0,0-3 0 16,0 5 0-16,-3-2 0 0,3-3 0 0,0 0 0 16,0 0 0-16,0 0 0 0,0 0 0 0,0 0-110 15,-9-26-606-15,3 17-512 0,-2 0-1330 0,-1-4 588 16</inkml:trace>
  <inkml:trace contextRef="#ctx0" brushRef="#br0" timeOffset="304029.2956">24615 16675 197 0,'3'-9'399'0,"2"3"32"15,0-4-2-15,1 1-2 0,-3 4-14 0,3-5-17 16,-2 4-12-16,-1 3-14 0,4-3-21 0,-3 0-14 16,1 0-11-16,3 3-23 0,-3 0-10 0,5 0-30 15,0 0-5-15,-2 2-13 0,6-1 2 0,-2 2-19 16,6 2-12-16,-7 2-4 0,7 1-5 0,-1 2-2 15,0 2-8-15,0-1-11 0,2 4-7 0,-5 1-9 16,4-1-5-16,-5 2-10 0,1 1-111 0,-4-2-42 16,3 3 0-16,-5-2 0 0,-2 2 0 0,2-1 0 15,-3 3 0-15,0-5 0 0,-5 3 0 0,1 2 0 16,-2 0 0-16,-4 0 0 0,-1 0 0 0,-2 0 0 16,-1-2 0-16,-4 1 0 0,0-2 0 0,-1 0 0 15,0 1 0-15,-5 3 0 0,4-8 0 0,-2 1 0 16,3-5 0-16,0 4 0 0,2-5 0 0,5 1 0 15,-5-1 0-15,5-2 0 0,2-1 0 0,-2-1 0 16,3 2 0-16,-1-2 0 0,5-2 0 0,-5 3 0 16,5-3 0-16,-6 0 0 0,6 0 0 0,0 0 0 15,0 0 0-15,0 0 0 0,0 0 0 0,2-10 0 16,2 6 0-16,1 2 0 0,7-2 0 0,-1 0 0 16,3 2-201-16,-1-1-402 0,7 0-92 0,-3 1-421 15,6 0-1208-15,-3-2 535 0</inkml:trace>
  <inkml:trace contextRef="#ctx0" brushRef="#br0" timeOffset="304545.8802">25282 16854 80 0,'3'-3'397'15,"-1"-1"-21"-15,2 1 25 0,0-1-11 0,-3 1-16 16,1 0-2-16,-2 3 0 0,3-4-5 0,1 2-7 16,-4 2-8-16,0-4-9 0,0 4-10 0,0 0-11 15,0 0-14-15,0 0-18 0,0 0-23 0,0 0-19 16,0 0-20-16,0 0-25 0,0 0-14 0,0 0-16 16,0 0-11-16,0 0-16 0,0 0-15 0,-12 10-11 15,5-7-9-15,1 5-11 0,-1-1-13 0,-2 1-5 16,2 0-11-16,0-1-7 0,0 1-1 0,-1 2-16 15,2-2-4-15,0 2-5 0,3-3 3 0,0-1-8 16,0 0 2-16,1 1-5 0,1-2-2 0,-1 1-14 16,2 0-14-16,2-4 0 0,0 4 0 0,-1-1 0 15,3 2 0-15,0-3 0 0,1 1 0 0,3-1 0 16,-2 2 0-16,2-3 0 0,-2 0 0 0,2 3 0 0,1 2 0 16,-3-4 0-16,0-1 0 0,1 1 0 15,-3 2 0-15,2-3 0 0,-2 1 0 0,-1 0 0 16,-1 1 0-16,0-1 0 0,0 1 0 0,-1-1 0 15,-1 3 0-15,0-3 0 0,-1 3 0 0,-3 2 0 16,2-4 0-16,-3 3 0 0,0-2 0 0,-4 1 0 16,2 3 0-16,-4-3 0 0,-1 0 0 0,2 0 0 15,-3 1 0-15,0-5 0 0,2 2 0 0,0-1 0 16,2-2 0-16,2 0 0 0,-2 0 0 0,4-1 0 16,5-1-254-16,0 0-41 0,-9-3-46 0,9 3-45 15,0-6-33-15,0 6-34 0,5-9-17 0,4 3-25 16,1 0-7-16,-2 1-261 0,4-1-826 0,-1 0 365 15</inkml:trace>
  <inkml:trace contextRef="#ctx0" brushRef="#br0" timeOffset="309051.7157">25581 16997 118 0,'0'0'217'0,"0"-4"7"0,0 4 6 0,-5-6 12 0,4 4 22 0,1 2 12 0,-4-6 23 0,4 2 21 15,0 4 11-15,-4-6 19 0,4 4 13 0,0 2 4 16,-1-5 1-16,-3 1 3 0,4 4-15 0,0-6-4 16,0 6-9-16,-1-5-4 0,-2 1-4 0,3 4-18 15,0-7-12-15,-1 3-15 0,-3 2-19 0,4 2-13 16,0-5-18-16,0 5-22 0,-2-3-18 16,2 3-173-16,0 0-27 0,0 0 0 0,0 0 0 0,-2-3 0 15,2 3 0-15,0 0 0 0,0 0 0 0,-5 16 0 16,5-11 0-16,0 5 0 0,-1-1 0 0,1 2 0 15,0 2 0-15,0 3 0 0,0 0 0 0,-4 0 0 16,4 1 0-16,-2-1 0 0,0 3 0 0,2-1 0 16,0 0 0-16,0-1 0 0,0-1 0 0,4 1 0 15,-4-3 0-15,4-2 0 0,-4-1 0 0,5 0 0 16,-2-1 0-16,3 0 0 0,-1-2 0 0,3 1 0 16,-2-5 0-16,4-2 0 0,1 4 0 0,-1-2 0 15,1-4 0-15,0-2 0 0,3 0 0 0,-2-3 0 16,0 0 0-16,1 1 0 0,0-7 0 0,-2 4 0 15,-2-2 0-15,-3 2 0 0,8-6 0 0,-9 1 0 16,-1 4 0-16,1-3 0 0,-2 4 0 0,-6 1 0 16,2-3 0-16,1 4 0 0,0-1 0 0,-4 1 0 15,0 0 0-15,1-1 0 0,-4 4 0 0,4-1 0 16,-5 3 0-16,1 0 0 0,7 0 0 0,-17 4 0 16,9-3 0-16,-3 5 0 0,0-1 0 0,2-1 0 15,-1-1-541-15,-1 0-188 0,0-3-425 0,5 1-1250 16,-1 1 553-16</inkml:trace>
  <inkml:trace contextRef="#ctx0" brushRef="#br0" timeOffset="309567.1715">25036 16519 314 0,'0'0'413'0,"0"0"-3"16,0 0 4-16,-8-1-2 0,8 1 6 0,0 0-6 16,0 0 2-16,0 0-9 0,0 0-11 0,0 0-12 15,0 0-14-15,0 0-31 0,0 0-5 0,0 0-16 16,0 0-20-16,0 0-21 0,0 0-12 0,0 0-15 16,0 0-10-16,0 0-8 0,0 0-4 0,0 0-11 15,15-5-6-15,-8 4-6 0,5 0-156 0,1 0-47 16,10-2 0-16,5 0 0 0,4-4 0 0,3 0 0 15,16-3 0-15,0-1 0 0,0 4 0 0,4-3 0 16,-1-1 0-16,0 0 0 0,-2 3 0 0,-16-4 0 16,0 6 0-16,-3-3 0 0,-6 5 0 0,-1-1 0 15,-8 2 0-15,-4 0 0 0,-5 0 0 0,0 2 0 16,0-1 0-16,-4 1 0 0,-5 1 0 0,9-1 0 16,-9 1 0-16,0 0 0 0,0 0 0 0,0 0 0 15,0 0 0-15,0 0 0 0,0 0 0 0,-13 12 0 16,13-12 0-16,-6 4-348 0,2-1-176 0,4-3-57 15,0 0-53-15,-9 2-384 0,9-2-1102 0,0 0 488 16</inkml:trace>
  <inkml:trace contextRef="#ctx0" brushRef="#br0" timeOffset="310160.783">27098 15926 245 0,'0'0'314'16,"-9"1"-6"-16,4-3-5 0,5 2-11 0,-9 0-4 15,9 0-8-15,-7 1 12 0,7-1 3 0,0 0-1 16,0 0-1-16,-9 1-1 0,9-1 0 0,-7 2-5 0,7-2-4 15,0 0-5-15,0 0-2 0,-5 0-7 16,5 0-6-16,0 0 3 0,0 0 1 0,0 0-4 16,0 0-1-16,0 0-9 0,0 0 0 0,0 0 1 15,0 0-1-15,0 0-8 0,0 0 0 0,0 0-59 0,0 0-186 16,0 0 0-16,0 0 0 0,18-9 0 16,-8 7 0-16,12 0 0 0,-3-2 0 0,11 0 0 15,4 0 0-15,-1-2 0 0,4-1 0 0,-1 4 0 16,1-4 0-16,-1 2 0 0,-3 1 0 0,-1-1 0 15,-4 2 0-15,-5 2 0 0,-5-1 0 0,-1-2 0 0,-6 2 0 16,2 2 0-16,-5-1 0 0,-1 1 0 16,0-3 0-16,-2 3 0 0,-5 0 0 0,8-1 0 15,-8 1 0-15,6 0 0 0,-6 0 0 0,0 0 0 16,0 0 0-16,0 0 0 0,0 0 0 0,0 0 0 0,0 0 0 16,0 0 0-16,0 0-299 0,0 0-273 0,-14-9-75 15,14 9-466-15,0-10-1204 0,4 5 532 0</inkml:trace>
  <inkml:trace contextRef="#ctx0" brushRef="#br0" timeOffset="310647.6196">28813 15381 145 0,'-1'-6'393'0,"-6"-1"4"0,5 0 24 16,-2 1 6-16,-5-2 10 0,4-1-1 0,-4 1-3 15,4 1-6-15,1-3-10 0,-1 2-11 16,1-1-11-16,-2 2-7 0,2 1-13 0,2 1-12 16,-1 2-21-16,1-1-18 0,0 1-19 0,2 3-20 0,-4-5-24 15,4 5-24-15,-2-3-26 0,2 3-27 0,0 0-17 16,0 0-152-16,0 0-15 0,0 0 0 15,0 0 0-15,0 0 0 0,0 17 0 0,0-6 0 16,0 0 0-16,0 4 0 0,0 5 0 0,1 2 0 0,-1 3 0 16,-1 4 0-16,-2-1 0 0,2 0 0 0,-3 3 0 15,2 0 0-15,-2 0 0 0,-3 3 0 0,4-3 0 16,-3 2 0-16,1-4 0 0,0-1 0 16,-2-1 0-16,3-7 0 0,0 3 0 0,1-6 0 0,1 0 0 15,1-1 0-15,-1-3 0 0,1-3 0 0,1 0 0 16,0-4 0-16,-1 2 0 0,1-3 0 0,-2-1 0 15,2 0 0-15,0-4 0 0,-1 6 0 0,1-6 0 16,-1 4 0-16,1-4 0 0,0 0 0 16,0 0 0-16,0 0 0 0,-3 2 0 0,3-2 0 0,0 0 0 15,0 0 0-15,0-16 0 0,0 12 0 0,1-1 0 16,1-1-232-16,-5 0-305 0,3 6-38 0,-5-7-24 16,3 4 0-16,2 3-343 0,-12 0-1020 0,12 0 452 31</inkml:trace>
  <inkml:trace contextRef="#ctx0" brushRef="#br0" timeOffset="311020.8434">28288 15987 244 0,'-13'4'302'0,"0"-2"23"0,5-1 14 16,1 0 16-16,0 0 13 0,1 0 4 0,0 1 4 16,6-2-1-16,-9 0-5 0,9 0-3 0,-6 0-16 15,6 0-11-15,0 0-14 0,0 0-11 0,-12 1 5 16,12-1-6-16,0 0-19 0,0 0-20 0,-5 0-12 15,5 0-22-15,0 0-11 0,0 0-9 0,0 0-6 16,0 0-8-16,0 0-7 0,0 0-6 0,0 0-103 16,0 0-91-16,0 0 0 0,0 0 0 0,0 0 0 15,0 0 0-15,38-5 0 0,-6 3 0 0,5 0 0 16,20-5 0-16,5 6 0 0,30-3 0 0,0 1 0 16,2-6 0-16,4 4 0 0,-2-6 0 0,2 4 0 15,3-1 0-15,-6 1 0 0,-29 2 0 0,2-1 0 16,-5 0 0-16,-6 0 0 0,-1 0 0 0,-17 1 0 15,-3 0 0-15,-7 2 0 0,0-2 0 0,-10 3 0 16,-2-2 0-16,-6 1 0 0,1 2 0 0,-3-1 0 16,0 1 0-16,-4 0 0 0,0-2 0 0,-5 3 0 15,0 0 0-15,0 0 0 0,0 0 0 0,-19-1-310 16,5 4-246-16,-6 2-60 0,-7 5-503 0,2-1-1211 16,-4 2 537-16</inkml:trace>
  <inkml:trace contextRef="#ctx0" brushRef="#br0" timeOffset="311474.4065">28557 16397 363 0,'0'-6'419'0,"2"-1"1"0,-2 0 1 15,0 2-9-15,0-1-7 0,0 1-8 0,0-1-10 16,0 1 1-16,-2 0 5 0,2 0 1 0,0 1 3 16,0 4-7-16,0-6-12 0,0 6-11 0,-2-5-16 15,2 5-17-15,-2-5-21 0,2 5-21 0,0 0-18 16,0 0-26-16,0 0-23 0,0 0-28 0,0 0-171 15,-2-2-26-15,2 2 0 0,0 0 0 0,-2 11 0 16,1-3 0-16,-1 0 0 0,2 3 0 0,-4 2 0 16,4 2 0-16,0 3 0 0,0-1 0 0,-2 1 0 15,2 1 0-15,-3 2 0 0,-2-1 0 0,3-4 0 16,0 4 0-16,0-1 0 0,1-1 0 0,-1 0 0 16,0 0 0-16,0-2 0 0,1-3 0 0,0-1 0 31,0-3 0-31,-1 2 0 0,1-1 0 0,0-3 0 0,-1 0 0 0,2-1 0 0,0-1 0 0,-1-3 0 15,0 1 0-15,1-3 0 0,-1 6 0 0,1-6 0 16,0 0-46-16,0 0-348 0,0 0-59 16,0 0-41-16,-12-15-52 0,11 9-43 0,-4-2-357 0,1-4-1023 15,-4-4 453-15</inkml:trace>
  <inkml:trace contextRef="#ctx0" brushRef="#br0" timeOffset="311912.8975">28381 16407 255 0,'0'-5'352'0,"0"-2"23"16,0 2 15-16,0-1 11 0,-2-1 8 16,-1 2-6-16,6-1-7 0,-6-1-3 0,3 3-11 0,3-2-17 15,-1 1-13-15,-2-2-4 0,3 2-18 0,-3 5-7 16,1-12-15-16,0 7-13 0,3 1-25 0,0-1-10 16,1-1-10-16,2 3-12 0,0-3-24 15,2-1-13-15,2 3-13 0,0 1-15 0,1 1-10 16,0-1-18-16,6 0-133 0,1 1-12 0,-1 2 0 15,1 2 0-15,-2 1 0 0,2 0 0 0,-1 1 0 0,-3-2 0 16,3 7 0-16,-2-3 0 0,-5 0 0 0,2 6 0 16,-3-6 0-16,0 5 0 0,-2-2 0 0,1 6 0 31,-3-1 0-31,1 1 0 0,-5 2 0 0,-2 1 0 0,-1 0 0 0,0 1 0 0,-6 6 0 16,-2-1 0-16,-3-3 0 0,-2 1 0 0,-2-1 0 15,-3 0 0-15,-1-4 0 0,0 1 0 0,4-5 0 0,-8 3 0 16,8-5 0-16,-2-2 0 0,3 1 0 0,2-3 0 15,3-2 0-15,0 0 0 0,1-1 0 0,3 0 0 16,-1-2 0-16,2 2 0 0,1-1 0 16,1-2 0-1,3-1 0-15,-6 1 0 0,6-1 0 0,0 0 0 0,-6 2 0 0,6-2 0 0,0 0 0 0,0 0 0 16,0 0 0-16,0 0 0 0,18-4 0 0,-8 4-35 16,8 1-491-16,0-2-66 0,3 1-76 0,0 0-394 15,8-1-1150-15,-9-1 509 0</inkml:trace>
  <inkml:trace contextRef="#ctx0" brushRef="#br0" timeOffset="312335.0078">28897 16619 85 0,'2'-6'377'0,"-2"-5"14"0,3 0 21 0,0 3 4 15,1-2 0-15,-1 2-7 0,-1-2-14 0,2 2-9 16,-5 2-14-16,1-1-16 0,0 7-13 0,-3-9-15 15,5 6-19-15,-2 3-23 0,1-6-27 16,-1 6-25-16,0 0-20 0,-3-6-24 0,3 6-24 16,0 0-12-16,0 0-17 0,0 0-16 0,0 0-1 15,-1 16-22-15,0-8-1 0,-3 2-9 0,3 0-3 0,-4 1 0 16,1 4-18-16,4-4-1 0,-3-1-9 0,3 0 6 16,0-2-12-16,-1 2 8 0,1-3-8 15,0-2-1-15,0 2 8 0,1-1 3 0,1 0 7 16,-1-1 6-16,1-1-2 0,3 2-7 0,-1-1-65 15,0-1 0-15,0-1 0 0,0 2 0 0,1-1 0 16,0-1 0-16,0 2 0 0,-1-3 0 0,-2 2 0 0,2-1 0 16,0-1 0-16,-1 1 0 0,-1 1 0 15,1-2 0-15,-2 1 0 0,-1-3 0 0,0 8 0 16,-1-5 0-16,0 2 0 0,-2-1 0 0,-3 0 0 16,0 0 0-16,-4 2 0 0,-1 0 0 0,-1-1 0 15,0-1 0-15,-1 2 0 0,-5-3 0 0,5 0 0 16,0 2 0-16,3-3 0 0,1 1 0 0,1-1 0 15,-2-2 0-15,5 1 0 0,-1-1-209 0,6 0-115 16,0 0-59-16,0 0-61 0,0 0-38 0,13-10-39 16,-5 9-36-16,4-2-322 0,7-1-951 0,-6-2 420 15</inkml:trace>
  <inkml:trace contextRef="#ctx0" brushRef="#br0" timeOffset="312819.7075">29093 16684 278 0,'0'-4'290'15,"3"-1"13"-15,1-1-4 0,-2 2-2 0,-1-2-14 32,5 1 2-32,-2-1-3 0,-1 1-22 0,4 0 9 15,-5 2-1-15,1-1-6 0,2-1-15 0,-1 3-13 16,1 0-9-16,-1-1-23 0,1 2-13 0,-5 1-22 0,7 0-13 0,-1 1-5 0,-1 0-10 0,0 2-12 16,2 3-9-16,-3 0-11 0,1-3-11 0,-1 4-6 15,-3 0-10-15,3 1-11 0,-4-1-7 0,0 1-4 31,0 0-6-31,-4-1-7 0,4 0 3 0,-3-2-4 0,-1 4-4 0,-1 0-9 0,-2-4 1 0,0 0-2 32,-2 2-8-32,0-4 4 0,1 1 0 0,0-2-1 0,1-1 3 0,0 2 15 0,0-3 15 15,7 0 15-15,-13-3 9 0,10 0 6 0,-2 0 1 0,3 0 10 32,0-2-7-32,-1-3 10 0,0 2-6 0,3-2 0 15,6-1-1-15,-2 0-10 0,1-1-7 0,0 1 4 16,2 0-5-16,-1 0 2 0,3 2-11 0,0-1 7 0,-1 4-8 0,1-1-2 0,-3 2 6 0,3 0-7 15,-1 2-35-15,3 2-29 0,-1 4 0 16,3 0 0-16,1 3 0 0,-5 0 0 0,4 1 0 0,-4 0 0 16,1 4 0-16,-2-3 0 0,-2 1 0 0,3 0 0 15,-1 2 0-15,-3-1 0 0,3-2 0 0,-6-1 0 16,1 2 0-16,-2-1 0 0,0-3 0 0,1-1 0 16,-2 2 0-16,2-3 0 0,-2 0-65 0,0-1-138 15,0-4-21-15,1 5-25 0,-1-5-35 16,3 2-74-1,-3-2-67-15,0 0-84 0,5-11-470 0,-4 4-1062 16,2-4 470-16</inkml:trace>
  <inkml:trace contextRef="#ctx0" brushRef="#br0" timeOffset="313335.6638">28858 16290 243 0,'-9'-2'362'0,"9"2"-1"15,-9-4 2-15,9 4-1 0,-6-1-2 0,6 1-2 16,0 0-5-16,-8-3-3 0,7 0-8 0,1 3-17 16,0 0-11-16,0 0-16 0,0 0-16 0,-8-2-20 15,8 2-14-15,0 0-18 0,0 0-21 0,0 0-10 16,0 0-17-16,0 0-22 0,0 0 6 0,0 0-10 16,0 0-5-16,0 0-7 0,0 0-17 0,0 0 24 15,0 0-12-15,0 0-1 0,0 0 6 0,0 0 6 16,0 0-4-16,0 0-13 0,0 0-15 0,14-6-8 15,-6 3-55-15,3 0-55 0,2 1 0 0,6-4 0 16,1 1 0-16,8-2 0 0,1 1 0 0,-1-1 0 16,0 1 0-16,-1 0 0 0,-5 1 0 0,0 1 0 15,-1 0 0-15,1 0 0 0,-4 0 0 0,-4 2 0 16,-2 0 0-16,-1-1 0 0,-5 3 0 0,3-2 0 16,-9 2 0-16,9-2 0 0,-9 2 0 0,7-2 0 15,-7 2 0-15,0 0 0 0,0 0 0 0,0 0 0 16,7-1 0-16,-7 1 0 0,0 0 0 0,0 0-18 15,0 0-203-15,0 0-24 0,0 0-26 0,0 0-36 16,0 0-32-16,0 0-31 0,0 0-47 0,0 0-73 16,0 0-430-16,0 0-994 0,11-6 439 0</inkml:trace>
  <inkml:trace contextRef="#ctx0" brushRef="#br0" timeOffset="314790.3499">29887 15419 185 0,'-4'-6'320'0,"2"4"5"0,0-1-11 0,-2-1 7 15,1 1-4-15,-3-2 1 0,3 0-8 0,-4 0-3 16,-2 0-5-16,0 0-5 0,3 3-2 0,0-3-4 0,-5-1-6 16,1 3-4-16,4-1-8 0,-1 2-14 0,-3-4 5 15,5 3 1-15,0 1-3 0,5 2-4 16,-3-2-9-16,3 2-5 0,-6-3-12 0,6 3-11 15,1-6-17-15,-1 6-23 0,9-6-17 0,3 4-15 0,4-4-15 16,4 1-14-16,8 0-14 0,-2-1-11 0,5 1-52 16,-3-1-43-16,-1 2 0 0,-8-1 0 0,2 1 0 15,-2 3 0-15,-8-1 0 0,3 2 0 16,-2-3 0-16,-6 2 0 0,3-1 0 0,0 2 0 0,-4-1 0 16,-5 1 0-16,0 0 0 0,9 1 0 0,-9-1 0 15,5 2 0-15,-2 0 0 0,-1 4 0 0,-2 2 0 16,0 2 0-16,2 5 0 0,0 5 0 0,-2 5 0 15,-2 1 0-15,0 1 0 0,2 2 0 0,-5 1 0 16,8 2 0-16,-6 3 0 0,3 13 0 0,5 1 0 16,-5-1 0-16,0 4 0 0,0 1 0 0,0 2 0 15,0-2 0-15,0-2 0 0,0 4 0 0,2-3 0 16,1 2 0-16,-4-1 0 0,1-3 0 0,-2 3 0 16,0-3 0-16,4-1 0 0,0-3 0 0,-4-12 0 15,4 1 0-15,-2 0 0 0,0-3 0 0,1-2 0 16,-1-4 0-16,3 1 0 0,-3-1 0 0,-3-9 0 15,3 0 0-15,0-1 0 0,0-5 0 0,3-2 0 16,-6-3 0-16,3 2 0 0,0-3 0 0,0 1 0 16,0-1 0-16,-1 1 0 0,2-2 0 0,-2 1 0 15,-1-2 0-15,-2 1 0 0,-6 2 0 0,-1-5 0 16,-6 4 0-16,-4-1 0 0,-8 4 0 0,-3-1 0 16,-3-1 0-16,2 0 0 0,1 0 0 0,1-4 0 15,12 3 0-15,5-4 0 0,4 2 0 0,3-3-1366 16,7 0-1478-16,0 0 654 0</inkml:trace>
  <inkml:trace contextRef="#ctx0" brushRef="#br0" timeOffset="315573.207">21995 17726 60 0,'0'0'327'0,"-9"0"-5"16,9 0 4-16,-7 1 6 0,7-1 11 0,-8 1 16 15,8-1 13-15,-6 0 13 0,6 0 18 0,0 0 18 16,0 0 9-16,-8 0 23 0,8 0 14 0,0 0-2 16,0 0-5-16,0 0-19 0,0 0-22 0,0 0-28 15,0 0-33-15,0 0-39 0,0 0-32 0,18-5-236 16,-11 1-51-16,4 1 0 0,3 2 0 0,-1-2 0 16,-1 1 0-16,6 1 0 0,-5 0 0 0,6-1 0 15,-1 5 0-15,-4-3 0 0,-2 0 0 0,-1 0 0 16,-6 2 0-16,7-1-204 0,-6 2-248 0,-1 4-50 15,-1-3-46-15,-3-2-55 0,-3 7-378 0,2-3-1062 16,-5-2 470-16</inkml:trace>
  <inkml:trace contextRef="#ctx0" brushRef="#br0" timeOffset="315776.28">22080 17915 261 0,'-2'5'350'0,"2"-5"41"15,-5 6 39-15,5-6 41 0,-4 4 25 0,4-4 21 16,0 0 33-16,0 0 14 0,0 0-6 0,0 0-18 15,0 0-35-15,0 0-38 0,0 0-48 0,0 0-46 16,0 0-39-16,0 0-37 0,0 0-49 0,18-10-54 16,-9 6-53-16,0 2-56 0,3 1-85 15,-2-1-37-15,4-1-96 0,-1 3-69 0,1-2-67 16,4 0-81-16,-6-1-60 0,5 2-35 0,3-2-74 0,-5 2-452 16,4 1-1053-16,-1-1 466 0</inkml:trace>
  <inkml:trace contextRef="#ctx0" brushRef="#br0" timeOffset="316465.5959">22758 17544 439 0,'0'-9'582'0,"0"-3"13"0,-1 2 2 16,-2 0-4-16,3-1 5 0,-4 1-18 0,3 0-17 16,0 4-13-16,-2-1-23 0,-2 2-27 15,4 0-28-15,1-1-34 0,0 6-30 0,-5-5-43 16,2 1-32-16,3 4-282 0,-1-7-51 0,1 7 0 0,0 0 0 16,0 0 0-16,0 0 0 0,0 0 0 15,0 22 0-15,4-10 0 0,-3-1 0 0,-1 7 0 16,4 0 0-16,-4 8 0 0,6 1 0 0,-2 0 0 15,-4-2 0-15,4 0 0 0,-3 2 0 0,2-4 0 16,-2-3 0-16,-2-1 0 0,2 1 0 0,-1 0 0 16,0 0 0-16,3-2 0 0,-3-1 0 0,0-2 0 15,0-4 0-15,1 0 0 0,-1 0 0 0,0-4 0 16,1-1 0-16,-1-1 0 0,0 0 0 0,0-2 0 16,4 1 0-16,0-3 0 0,1 2 0 0,-5-3 0 15,0 0 0-15,13-4 0 0,-13 4 0 0,18-8 0 16,-12 2 0-16,3-3 0 0,0 1 0 0,4-5 0 15,-3 0 0-15,2-1 0 0,-2 0 0 0,1-4 0 16,1 2 0-16,-1-2 0 0,-6-2 0 0,4 3 0 16,0 0 0-16,-2 0 0 0,-1 1 0 0,-2 3 0 15,-1 1 0-15,-1 2 0 0,-1 2 0 0,4 1 0 16,-5 1 0-16,0 6 0 0,4-9 0 0,0 6 0 16,-3-1 0-16,-1 4 0 0,0-9 0 0,0 9 0 15,0 0 0-15,0 0 0 0,0 0 0 0,0 0 0 16,0 0 0-16,0 0 0 0,-24 20 0 0,20-11 0 15,-4 2 0-15,3-2 0 0,-1 3 0 0,0-2 0 16,1 0 0-16,-1 2 0 0,3 1 0 0,1-3 0 16,2 3 0-16,-2 0 0 0,-2-4 0 0,3 1 0 15,2-3 0-15,-1 3 0 0,0-4 0 16,1 0 0-16,2 1 0 0,1-1 0 0,-1 0 0 0,3 0 0 16,1 1 0-16,-3-2 0 0,10 0 0 0,-5-2 0 15,1 1 0-15,4-1 0 0,-1 1 0 0,1-3 0 16,-5 3 0-16,4-2 0 0,-3 1 0 0,2-1 0 15,-2 0 0-15,0 2 0 0,0-2 0 0,-2 1 0 16,2-2-403-16,-3-1-195 0,0-1-91 0,-7 1-395 16,14-6-1174-16,-9 3 519 0</inkml:trace>
  <inkml:trace contextRef="#ctx0" brushRef="#br0" timeOffset="317122.1543">23689 17463 137 0,'11'-9'476'16,"4"-2"-5"-16,-2-3 9 0,3 4-11 0,-6 0-4 15,-1 4-12-15,-2-3-15 0,-2 2-13 0,-1 1-4 16,0 2-30-16,-4 4-8 0,5-5-22 0,0 1-37 15,-5 4-15-15,0 0-21 0,0 0-19 0,0 0-10 16,0 0-13-16,-15-7-27 0,15 7-14 0,-13 1-13 16,-2 2-5-16,-1-2-8 0,-3 1-35 0,-1 0-144 15,-8 2 0-15,2 2 0 0,6 1 0 0,-2-4 0 16,4-1 0-16,0 3 0 0,2-3 0 0,0 0 0 16,5 1 0-16,1-4 0 0,2 2 0 0,8-1 0 15,-12 0 0-15,12 0 0 0,-11 1 0 0,11-1 0 16,0 0 0-16,-8 1 0 0,8-1 0 0,0 0 0 15,0 0 0-15,-7 2 0 0,7-2 0 0,0 0 0 16,0 0 0-16,0 0 0 0,-3 3 0 0,3-3 0 16,3 9 0-16,-3-9 0 0,2 7 0 15,2 3 0-15,-1-2 0 0,1 9 0 0,-1 0 0 16,2 1 0-16,2 5 0 0,-1 2 0 0,-2 5 0 0,4 0 0 16,-3-2 0-16,-5 4 0 0,1-1 0 0,2 2 0 15,-5 1 0-15,1 0 0 0,-3-1 0 0,-1 1 0 16,0-1 0-16,-1 1 0 0,-2-2 0 0,-2 0 0 15,2-4 0-15,0 3 0 0,1-2 0 0,-3 0 0 16,2-5 0-16,0 0 0 0,4-7 0 16,-1-2 0-16,5-15 0 0,-5 24 0 0,5-24 0 15,0 20 0-15,0-20 0 0,0 0 0 0,3 20 0 16,-3-20 0-16,7 16 0 0,-7-16 0 0,9 12 0 0,-9-12 0 16,19 9 0-16,-19-9 0 0,21 9 0 0,-21-9 0 15,31 4 0-15,-31-4 0 0,37 5 0 0,-17-3 0 16,-20-2 0-16,46 0 0 0,-19 0 0 15,-27 0 0-15,43 0 0 0,-13-4 0 0,-30 4 0 16,37-3 0-16,-37 3 0 0,36-4 0 0,-36 4 0 16,23-3 0-16,-23 3 0 0,0 0 0 0,25-4 0 15,-25 4 0-15,0 0 0 0,0 0-245 0,8-15-440 16,-8 15-526-16,0 0-1311 0,0 0 581 0</inkml:trace>
  <inkml:trace contextRef="#ctx0" brushRef="#br0" timeOffset="317637.8049">24611 17406 141 0,'0'-3'395'16,"0"-5"-2"-16,-2 4-11 0,0 0 0 15,1-2-6-15,0 2-2 0,0 1-2 0,1 3-3 16,-2-8-3-16,2 4-6 0,-1 0-2 0,1 4-13 0,0-3-13 15,0 3-12-15,0-5-22 0,0 5-21 0,0 0-19 16,-3-3-20-16,3 3-26 0,0 0-3 16,0 0-3-16,0 0-3 0,0 0 8 0,6 15-3 15,-6-8-6-15,2 3-4 0,-1-1-9 0,-2 2-172 16,2 6-17-16,-1 0 0 0,0-4 0 0,-2 5 0 16,3 0 0-16,-1-1 0 0,1 1 0 0,-2 2 0 0,1-1 0 15,0-2 0-15,-2 0 0 0,3-3 0 16,-2-1 0-16,-1 3 0 0,4-4 0 0,-4-4 0 15,1 2 0-15,4 0 0 0,-3-3 0 0,0-2 0 16,1 0 0-16,-4-1 0 0,3 0 0 0,2 1 0 16,-2-5 0-16,0 0 0 0,0 8 0 0,0-8 0 15,-2 5 0-15,2-5 0 0,0 0 0 0,-1 6 0 16,1-6 0-16,0 0-427 0,0 0-137 0,0 0-80 16,-20-14-449-16,13 10-1184 0,7 4 524 0</inkml:trace>
  <inkml:trace contextRef="#ctx0" brushRef="#br0" timeOffset="318060.3591">23972 17950 78 0,'-10'1'465'16,"0"1"16"-16,-3-1-10 0,3-1-12 0,1-1-17 15,0 1-22-15,3 0-21 0,6 0-19 0,-12-2-23 16,12 2-7-16,-11-2-31 0,11 2-16 0,-9-1-24 15,9 1-8-15,0 0-7 0,-9-3-25 0,9 3-19 16,0 0-3-16,-11 2-27 0,11-2-20 0,0 0-10 16,0 0-7-16,0 0-8 0,0 0-5 0,0 0-5 15,0 0-11-15,0 0-10 0,0 0 2 0,0 0-3 16,0 0-2-16,0 0-5 0,0 3-106 0,0-3 0 16,13 4 0-16,-1-4 0 0,2 2 0 15,4 1 0-15,5-3 0 0,10 0 0 0,8 1 0 16,18-7 0-16,1 3 0 0,7 0 0 0,25-2 0 0,5-3 0 15,2-1 0-15,-2-8 0 0,5 0 0 0,3-1 0 16,-3-1 0-16,2 2 0 0,-10-1 0 0,-27 7 0 16,-8 5 0-16,-9-5 0 0,-16 6 0 0,-4-1 0 15,0 1 0-15,-15 2 0 0,1 0 0 16,-5-3 0-16,-3 6 0 0,0-1 0 0,-3-1 0 16,-5 2 0-16,0 0 0 0,0 0 0 0,14 0 0 15,-14 0 0-15,0 0 0 0,0 0 0 0,0 0 0 16,-25 15-316-16,15-10-219 0,-1 0-77 0,-6-1-510 0,2 1-1215 15,2 0 538-15</inkml:trace>
  <inkml:trace contextRef="#ctx0" brushRef="#br0" timeOffset="318607.1935">24186 18192 329 0,'0'0'431'0,"0"0"6"16,0 0-2-16,0 0 5 0,0 0-4 0,0 0-2 15,0-28-6-15,0 28 8 0,0 0 0 0,0 0 1 16,0 0-17-16,0 0-14 0,0 0-21 0,0 0-16 15,0 0-27-15,0 0-22 0,0 0-26 0,0 0-29 16,0 0-28-16,0 0-24 0,0 0-18 0,0 0-129 16,0 0-66-16,0 0 0 0,0 0 0 0,0 0 0 15,0 0 0-15,0 0 0 0,-7 54 0 16,7-54 0-16,3 30 0 0,-3-17 0 0,1 4 0 16,-1-17 0-16,-2 28 0 0,3-12 0 0,-1-16 0 15,-4 25 0-15,1-13 0 0,0 2 0 0,3-14 0 0,-8 29 0 16,5-16 0-16,3-13 0 0,-2 22 0 15,2-22 0-15,-3 14 0 0,3-14 0 0,0 0 0 16,0 0 0-16,-3 19 0 0,3-19 0 0,0 0-21 16,0 0-429-16,0 0-51 0,0 0-53 0,0 0-68 15,0 0-386-15,0 0-1091 0,0 0 484 0</inkml:trace>
  <inkml:trace contextRef="#ctx0" brushRef="#br0" timeOffset="318997.6364">24085 18232 33 0,'0'0'475'0,"9"-22"2"15,-9 22 2-15,0 0-16 0,9-12-27 0,-9 12-29 16,0 0-24-16,14-15-20 0,-14 15-22 16,0 0-26-16,16-13-20 0,-16 13-26 0,16-5-5 15,-4 0-17-15,-12 5-18 0,0 0-9 0,35-4 4 16,-35 4-4-16,33 0-5 0,-33 0-21 0,41 5 10 15,-22 0-7-15,9 0-2 0,-3 3-7 0,-5-2-1 16,-1 4-16-16,1-1-12 0,-3 0-12 0,1 4-13 16,-2-6-74-16,-4 5-60 0,-12-12 0 0,22 22 0 15,-17-10 0-15,-1 2 0 0,1-1 0 0,-5-13 0 16,0 28 0-16,-5-12 0 0,1 0 0 0,-5-1 0 16,4 2 0-16,-9-3 0 0,3-3 0 0,-2 3 0 15,-4-2 0-15,-1-1 0 0,0 0 0 0,1-2 0 16,-2-1 0-16,2 1 0 0,17-9 0 0,-31 8 0 15,31-8 0-15,-23 8 0 0,23-8 0 0,0 0 0 16,-22 5 0-16,22-5 0 0,0 0 0 0,0 0 0 16,0 0 0-16,0 0 0 0,0 0 0 0,0 0 0 15,0 0 0-15,0 0 0 0,0 0-320 16,0 0-239-16,0 0-96 0,0 0-455 0,0 0-1202 16,0 0 532-16</inkml:trace>
  <inkml:trace contextRef="#ctx0" brushRef="#br0" timeOffset="319466.2775">24634 18499 353 0,'0'0'389'0,"0"0"2"0,11-19-12 16,-11 19-11-16,0 0-4 0,0 0-10 0,0 0-2 15,3-17-6-15,-3 17-8 0,0 0-7 0,0 0-14 16,0 0-2-16,9-12-10 0,-9 12-16 0,0 0 3 15,0 0-1-15,0 0-9 0,0 0-9 0,0 0-8 16,0 0-9-16,0 0-5 0,4-16-12 0,-4 16-11 16,0 0-6-16,0 0-16 0,0 0-11 0,0 0-195 15,0 0 0-15,0 0 0 0,0 0 0 16,0 0 0-16,0 0 0 0,3-15 0 0,-3 15 0 16,0 0 0-16,0 0 0 0,0 0 0 0,0 0 0 15,0 0 0-15,0 0 0 0,0 0 0 0,0 0 0 16,0 0 0-16,0 0 0 0,0 0 0 0,0 0 0 15,0 0 0-15,0 0 0 0,0 0 0 0,0 0 0 16,0 0 0-16,0 0 0 0,0 47 0 0,0-47 0 16,0 31 0-16,-2-17 0 0,2 3 0 0,0-17 0 15,0 29 0-15,0-17 0 0,0-12 0 0,-1 24 0 16,1-24 0-16,0 21 0 0,0-21 0 0,-3 17 0 16,3-17 0-16,-3 16 0 0,3-16 0 0,0 0 0 15,0 15 0-15,0-15 0 0,0 0 0 0,0 0 0 16,0 0 0-16,0 0 0 0,-3 18 0 0,3-18 0 15,0 0 0-15,0 0 0 0,0 0 0 0,0 0 0 16,0 0 0-16,0 0 0 0,0 0-129 0,0 0-365 16,0 0-49-16,0 0-58 0,0 0-470 0,0 0-1160 15,0 0 513-15</inkml:trace>
  <inkml:trace contextRef="#ctx0" brushRef="#br0" timeOffset="320389.254">24625 18409 386 0,'0'0'381'0,"0"0"4"0,0 0-4 0,0 0-7 16,0 0-9-16,0 0-2 0,0 0-12 0,0 0-12 15,20-17-15-15,-20 17-11 0,0 0-8 0,0 0-11 16,0 0-10-16,0 0-8 0,0 0-9 0,0 0 0 16,16-8-21-16,-16 8-9 0,0 0-2 0,0 0-11 15,0 0-13-15,0 0-5 0,16-8-21 0,-16 8 8 16,0 0-17-16,21-9 1 0,-21 9-7 0,0 0-16 15,32-6-32-15,-32 6-122 0,32-5 0 0,-32 5 0 16,32-1 0-16,-32 1 0 0,28 1 0 16,-28-1 0-16,0 0 0 0,35 5 0 0,-35-5 0 0,0 0 0 15,25 4 0-15,-25-4 0 0,0 0 0 16,0 0 0-16,18 14 0 0,-18-14 0 0,1 14 0 16,-1-14 0-16,0 0 0 0,-15 27 0 0,15-27 0 15,-20 20 0-15,7-11 0 0,-4 1 0 0,6-2 0 16,11-8 0-16,-21 13 0 0,21-13 0 0,-20 8 0 15,20-8 0-15,-22 9 0 0,22-9 0 0,0 0 0 16,-15 6 0-16,15-6 0 0,0 0 0 0,0 0 0 16,0 0 0-16,0 0 0 0,0 0 0 0,0 0 0 15,0 0 0-15,0 0 0 0,0 0 0 0,0 0-239 16,0 0-247-16,0 0-47 0,0 0-49 0,0 0-30 16,0 0-345-16,39 15-1036 0,-39-15 458 0</inkml:trace>
  <inkml:trace contextRef="#ctx0" brushRef="#br0" timeOffset="320842.9803">25070 18467 110 0,'0'0'342'0,"15"-15"11"16,-15 15 18-16,0 0 10 0,13-16 6 0,-13 16 13 16,0 0 19-16,9-16 4 0,-9 16 9 0,0 0 5 15,5-12 4-15,-5 12-13 0,0 0-14 16,0 0-13-16,4-16-16 0,-4 16-16 0,0 0-22 15,0 0-18-15,0 0-24 0,0 0-21 0,0 0-22 16,0 0-91-16,0 0-171 0,0 0 0 0,0 0 0 16,0 0 0-16,0 0 0 0,0 0 0 0,0 0 0 15,0 0 0-15,0 0 0 0,0 0 0 0,0 0 0 16,0 0 0-16,-26 46 0 0,21-33 0 0,5-13 0 16,-6 28 0-16,6-17 0 0,0-11 0 0,-4 25 0 15,2-13 0-15,2-12 0 0,-2 24 0 0,2-24 0 16,4 21 0-16,-4-21 0 0,10 16 0 0,-10-16 0 15,9 15 0-15,-9-15 0 0,13 11 0 0,-13-11 0 16,15 10 0-16,-15-10 0 0,0 0 0 0,30 5 0 16,-30-5 0-16,0 0 0 0,0 0 0 0,0 0 0 15,38-8 0-15,-38 8 0 0,14-11 0 0,-14 11 0 16,0 0 0-16,16-11 0 0,-16 11 0 0,0 0 0 16,0 0 0-16,3-14 0 0,-3 14 0 15,0 0 0-15,0 0 0 0,0 0 0 0,0 0 0 16,0 0 0-16,-20-23 0 0,20 23 0 0,0 0 0 15,0 0 0-15,-28-2 0 0,28 2 0 0,0 0 0 16,0 0 0-16,-53 10-108 0,53-10-547 0,-24 4-80 16,24-4-381-16,-27 5-1208 0,27-5 534 0</inkml:trace>
  <inkml:trace contextRef="#ctx0" brushRef="#br0" timeOffset="321453.1621">24627 18081 271 0,'0'0'352'16,"0"0"7"-16,0 0-2 0,0 0 10 0,0 0 0 16,0 0 4-16,0 0 0 0,0 0-5 0,0 0-7 15,0 0-11-15,0 0-5 0,0 0-19 0,0 0-2 16,0 0-10-16,0 0 12 0,0 0-25 0,11 1-18 16,-11-1-7-16,0 0-5 0,0 0-7 0,0 0-3 15,0 0 3-15,0 0 0 0,0 0-6 0,0 0-16 16,19 0-226-16,-19 0-14 0,14-1 0 0,-14 1 0 15,22-1 0-15,-5-2 0 0,2 2 0 0,1-2 0 16,6 0 0-16,3-2 0 0,-1 3 0 0,-1-1 0 16,4-1 0-16,-3-2 0 0,-1 5 0 0,-4-1 0 15,-4 0 0-15,0 0 0 0,-5 0 0 0,0 2 0 16,-3-1 0-16,-11 1 0 0,17-2 0 0,-17 2 0 16,13-3 0-16,-13 3 0 0,10-2 0 0,-10 2 0 15,0 0 0-15,8-1 0 0,-8 1 0 0,0 0 0 16,0 0 0-16,0 0 0 0,0 0 0 15,0 0 0-15,0 0 0 0,0 0 0 0,0 0-204 16,-11 14-280-16,11-14-46 0,-5 7-43 0,5-7-39 0,0 0-353 16,-7 6-1046-16,7-6 464 0</inkml:trace>
  <inkml:trace contextRef="#ctx0" brushRef="#br0" timeOffset="322109.3842">26395 17660 211 0,'-9'0'247'0,"9"0"3"16,-7-2-7-16,7 2-5 0,-8 2-3 0,8-2-9 16,0 0 5-16,0 0-12 0,0 0 1 15,0 0-1-15,-8 3-2 0,6-1-3 0,2-2 11 16,0 0-3-16,-7 2 1 0,7-2-1 0,0 0 3 16,0 0-2-16,-3 1 0 0,3-1 4 0,0 0-3 15,0 0-2-15,0 0 1 0,0 0-1 0,0 0 5 16,0 0 5-16,0 0 4 0,0 0 1 0,0 0 1 15,0 0-2-15,0 0-10 0,0 0-17 0,0 0-15 16,16 1-14-16,-16-1-15 0,18-3-10 0,-6 3-150 16,-1-3-5-16,3 3 0 0,0-1 0 0,9-1 0 15,-2 0 0-15,-1 2 0 0,1-2 0 0,-1 0 0 16,1-2 0-16,0 2 0 0,-2-1 0 0,-1 1 0 16,1 0 0-16,-6 2 0 0,1-3 0 0,-5 1 0 15,4 1 0-15,-3 1 0 0,-3 0 0 0,-2-2 0 16,1 1 0-16,-6 1 0 0,8-1 0 0,-8 1 0 15,0 0 0-15,7-1 0 0,-7 1 0 0,0 0 0 16,0 0 0-16,0 0 0 0,7 2 0 0,-7-2 0 16,0 0-31-16,0 0-397 0,0 0-57 0,0 0-64 15,5 4-71-15,-5-4-393 0,17-3-1098 0,-5 3 485 16</inkml:trace>
  <inkml:trace contextRef="#ctx0" brushRef="#br0" timeOffset="322593.8186">28116 17262 357 0,'0'0'379'0,"0"-6"0"0,0 2-3 16,0 4-8-16,-2-10-5 0,0 6-4 16,2 4-2-16,-4-7-1 0,3 3 5 0,1 4-1 15,-4-4-4-15,4 4-9 0,-8-6-6 0,8 6-3 16,-1-4-9-16,1 4-17 0,0 0-15 0,0 0-27 16,-3-5-21-16,3 5-22 0,0 0-24 0,0 0-23 15,0 0-19-15,0 0-12 0,0 0 1 0,-4 12-2 16,4-1-29-16,0 0-119 0,0 5 0 0,-1 1 0 15,-1 4 0-15,-1 3 0 0,0 3 0 0,3-1 0 16,-3-8 0-16,-2 11 0 0,8-4 0 0,-10 4 0 16,7-10 0-16,0 8 0 0,1-9 0 0,-2 0 0 15,0 9 0-15,2-13 0 0,-2 4 0 0,1-6 0 16,-2-1 0-16,4 0 0 0,-4 0 0 0,2-2 0 16,0-2 0-16,0-2 0 0,0 0 0 0,0 0 0 15,3 0 0-15,-3-5 0 0,1 7 0 0,-1-7 0 16,0 0 0-16,0 9 0 0,0-9 0 0,0 0 0 15,-1 4 0-15,1-4 0 0,0 0 0 0,1 10-158 16,-1-10-242-16,0 0-37 0,0 0-29 0,0 0-25 16,0 0-32-16,0 0-15 0,0 0-325 0,0 0-936 15,0 0 415-15</inkml:trace>
  <inkml:trace contextRef="#ctx0" brushRef="#br0" timeOffset="322984.6501">27561 17880 195 0,'-12'6'377'0,"-2"-2"11"15,5-3 3-15,-1 1 7 0,4-2 8 0,-1 2 7 0,2-1 5 16,5-1 5-16,-9 1-3 0,9-1-3 0,0 0-25 16,0 0-4-16,0 0-13 0,-10-1-16 15,10 1-15-15,0 0-20 0,0 0-27 0,0-4-32 16,0 4-26-16,0 0-22 0,12-6-20 0,-5 0-17 15,5 3-14-15,2 2-10 0,4-8-110 0,9 4-46 16,5-2 0-16,2 4 0 0,7-3 0 0,11 1 0 16,6 1 0-16,3-2 0 0,1 2 0 0,4-1 0 15,35 0 0-15,-9-1 0 0,-3-1 0 0,-23 6 0 16,1-3 0-16,25 4 0 0,-26-2 0 0,-3 0 0 16,1 4 0-16,-7-5 0 0,-18 0 0 0,-2 3 0 15,-10 0 0-15,-5-1 0 0,-3-2 0 0,-8 2 0 16,-1 0 0-16,0 1 0 0,-3-2 0 0,-7 2 0 15,0 0 0-15,13 3 0 0,-13-3 0 0,0 0 0 16,0 0 0-16,0 0 0 0,-22 7-209 0,10-2-200 16,-1 0-66-16,0 0-54 0,-2 0-74 15,-6 4-392-15,5-2-1077 0,-1-2 476 0</inkml:trace>
  <inkml:trace contextRef="#ctx0" brushRef="#br0" timeOffset="323361.0034">27907 18170 172 0,'14'-14'455'15,"-14"14"-4"-15,2-7 8 0,0 3 5 0,-2 4-5 16,1-8-10-16,-1 8-12 0,0-8-15 0,0 5-6 15,0 3-8-15,0-7-19 0,0 7-15 0,0 0-19 16,0 0-31-16,-1-7-23 0,1 7-27 0,0 0-31 16,0 0-24-16,0 0-17 0,0 0 3 0,0 0 3 15,0 0-8-15,0 0-12 0,0 0-71 0,-9 37-117 16,9-37 0-16,-4 25 0 0,4-7 0 0,-1 0 0 16,1-1 0-16,0 0 0 0,1 2 0 0,-2-1 0 15,2 0 0-15,-2 0 0 0,1-18 0 0,0 32 0 16,0-16 0-16,0 0 0 0,-2 1 0 0,2-17 0 15,-2 24 0-15,2-24 0 0,-2 20 0 0,2-20 0 16,2 16 0-16,-2-16 0 0,0 0 0 0,0 0 0 16,0 18 0-16,0-18 0 0,0 0 0 0,0 0-270 15,0 0-212-15,0 0-72 0,0 0-64 0,0 0-427 16,0 0-1132-16,0 0 502 0</inkml:trace>
  <inkml:trace contextRef="#ctx0" brushRef="#br0" timeOffset="323752.7259">27755 18217 81 0,'0'0'385'0,"0"0"21"0,4-25 17 16,-4 17-7-16,6 3 1 0,-2-2-9 0,3-1-10 16,-2 3-12-16,0-2-19 0,6 0-21 0,0 0-21 15,-2 2-12-15,3 0-13 0,4-1-11 0,-2 2-18 16,5 2-9-16,1-1-16 0,-2 2-15 0,1 1-10 15,3 0-13-15,-4 3-12 0,-18-3-10 0,54 13-15 16,-33-6 2-16,7 4-16 0,-1-2-5 0,-9 1 5 16,7 4-24-16,-4 0-9 0,-4 1-81 0,-3 1-43 15,4 3 0-15,-5-2 0 0,-3-3 0 0,-4 3 0 16,-1-3 0-16,0 2 0 0,-7 1 0 0,2-17 0 16,-8 34 0-16,-1-19 0 0,-7 7 0 15,-5-2 0-15,-3-2 0 0,-3-1 0 0,-5-2 0 16,1-4 0-16,-2 2 0 0,4-3 0 0,-2-1 0 15,11-4 0-15,0 1 0 0,20-6 0 0,-29 9 0 0,29-9 0 16,-18 6 0-16,18-6 0 0,0 0 0 0,0 0 0 16,0 0 0-16,0 0 0 0,0 0 0 0,0 0 0 15,0 0 0-15,0 0-377 0,0 0-88 0,0 0-40 16,0 0-43-16,78-19-33 0,-56 19-372 0,-22 0-1032 16,55-7 457-16</inkml:trace>
  <inkml:trace contextRef="#ctx0" brushRef="#br0" timeOffset="324127.6429">28416 18428 177 0,'0'0'419'0,"0"0"13"0,10-18 2 0,-10 18-1 16,0 0-3-16,0 0-9 0,5-15-5 0,-5 15-3 15,0 0-15-15,0 0-9 0,0 0-15 0,0 0-18 16,0 0-16-16,0 0-24 0,13-11-22 16,-13 11-12-16,0 0-4 0,0 0-6 0,0 0-10 15,0 0-2-15,0 0-12 0,0 0-6 0,0 49-9 16,-1-33-161-16,1-16-72 0,-4 30 0 0,3-15 0 16,1-15 0-16,-4 28 0 0,3-15 0 0,-2 3 0 15,3-16 0-15,-1 23 0 0,1-23 0 0,-7 23 0 16,7-12 0-16,0-11 0 0,-1 18 0 0,1-18 0 15,0 0 0-15,-4 18 0 0,4-18 0 0,0 0 0 16,0 14 0-16,0-14 0 0,0 0 0 0,0 0 0 16,0 0 0-16,0 0 0 0,0 0 0 0,9 15-262 15,-9-15-220-15,0 0-49 0,0 0-49 0,0 0-27 16,0 0-349-16,0 0-1033 0,0 0 457 0</inkml:trace>
  <inkml:trace contextRef="#ctx0" brushRef="#br0" timeOffset="324455.6891">28394 18426 267 0,'0'0'308'15,"9"-21"13"-15,-9 21-6 0,13-14-1 0,-13 14-4 16,15-15 5-16,-8 5-7 0,-7 10 0 0,18-15-7 16,-18 15-1-16,19-13 1 0,-19 13-2 0,19-8-7 15,-19 8-7-15,18-8-10 0,-18 8-18 0,0 0-12 16,20-5-7-16,-20 5-20 0,0 0-6 0,0 0-10 15,0 0-11-15,0 0-7 0,41 12-4 0,-41-12-11 16,9 11-15-16,-9-11-15 0,0 0-12 0,5 20-20 16,-5-20-6-16,0 16-2 0,0-16-4 15,0 0-19-15,-9 26 4 0,1-16-14 0,8-10 0 16,-17 16-8-16,6-8-1 0,11-8-6 0,-24 13-51 0,24-13 0 16,-23 11 0-16,23-11 0 0,-25 9 0 0,25-9 0 15,-17 4 0-15,17-4 0 0,0 0 0 0,0 0 0 16,-27 3 0-16,27-3 0 0,0 0-37 15,0 0-144-15,0 0-52 0,0 0-45 0,0 0-56 16,0 0-60-16,0 0-61 0,0 0-67 0,0 0-438 16,0 0-1039-16,0 0 459 0</inkml:trace>
  <inkml:trace contextRef="#ctx0" brushRef="#br0" timeOffset="324971.2374">28641 18533 168 0,'0'0'316'0,"0"0"-5"16,0 0-16-16,0 0-3 0,0 0-9 0,0 0-17 15,0 0-7-15,0 0 9 0,0 0-12 0,13-39-14 16,-13 39-11-16,0 0-14 0,0 0-8 16,10-13-8-16,-10 13-20 0,0 0-16 0,0 0-16 15,0 0-11-15,0 0-13 0,0 0-9 0,0 0-6 16,0 0-9-16,0 0-5 0,0 0-9 0,0 0-8 15,0 0-1-15,0 0-7 0,47 18-7 0,-47-18-4 16,0 0-4-16,0 0-2 0,5 19-7 0,-5-19-8 16,0 0-1-16,0 0-2 0,-5 19-4 0,5-19 1 15,0 0-2-15,0 0-4 0,-18 19-1 0,18-19 1 16,0 0-1-16,0 0 6 0,-24 7 10 0,24-7 3 16,0 0 4-16,0 0 12 0,-22 3 1 0,22-3 3 15,0 0 0-15,0 0 7 0,0 0-4 0,0 0-4 16,0 0-1-16,0 0-4 0,0 0 0 0,-15-24 0 15,15 24 4-15,0 0 7 0,0 0-4 0,0 0 6 16,0 0-12-16,0 0 7 0,28-23-8 16,-28 23 1-16,0 0 6 0,0 0-10 0,0 0 15 15,37 3-19-15,-37-3-2 0,0 0 3 0,29 13-9 16,-29-13-3-16,20 13-1 0,-20-13-11 0,18 12 1 16,-18-12 0-16,17 13-7 0,-17-13-5 0,9 14 1 15,-9-14 0-15,13 11-11 0,-13-11 3 0,12 13-12 16,-12-13-31-16,0 0-22 0,10 16-27 0,-10-16-23 15,0 0-25-15,0 0-27 0,2 14-30 0,-2-14-35 16,0 0-29-16,0 0-25 0,0 0-45 0,0 0-51 16,0 0-56-16,0 0-48 0,0 0-336 0,0 0-880 15,0 0 390-15</inkml:trace>
  <inkml:trace contextRef="#ctx0" brushRef="#br0" timeOffset="325425.6467">28330 18108 281 0,'0'0'297'0,"-9"-4"-11"0,9 4-10 0,-9-5-2 15,9 5-6-15,-5-6 1 0,5 6-2 0,0 0 6 16,-6-6 3-16,6 6 3 0,0 0 9 0,-4-5 12 16,4 5-2-16,0 0 2 0,0 0-2 0,0 0 5 15,0 0 20-15,-5-3-2 0,5 3 2 0,0 0-6 16,0 0-3-16,0 0 0 0,0 0-12 0,0 0-3 16,0 0-20-16,0 0-20 0,0 0-21 15,20-2-169-15,-9 2-69 0,0 0 0 0,9-1 0 16,1-2 0-16,7 2 0 0,0-1 0 0,3 2 0 15,1-4 0-15,0 2 0 0,1 1 0 0,-1-4 0 16,1 1 0-16,-3 1 0 0,-2-1 0 0,-7 2 0 16,-1 0 0-16,-6 2 0 0,-3-1 0 0,-1 1 0 15,-10 0 0-15,17 0 0 0,-17 0 0 0,15-2 0 16,-15 2 0-16,8-3 0 0,-8 3 0 0,0 0 0 16,0 0 0-16,7-5 0 0,-7 5 0 0,0 0 0 15,0 0 0-15,0 0 0 0,0 0-212 0,0 0-412 16,-15-9-60-16,15 9-429 0,0 0-1204 0,2-15 534 15</inkml:trace>
  <inkml:trace contextRef="#ctx0" brushRef="#br0" timeOffset="326035.1274">28891 17365 127 0,'-6'-9'381'15,"-2"1"6"-15,2 0 7 0,0 1-4 0,-1 3 7 16,3-2-7-16,2 2-5 0,2 4-4 0,-7-8-7 16,7 8-8-16,-5-7-18 0,5 7-8 0,0 0-14 15,-1-6-30-15,1 6-26 0,0 0-33 0,14-7-15 16,-6 4-12-16,-8 3-25 0,23-5-6 0,-8 0-12 15,4 2-18-15,3 1-3 0,-2-1-2 0,3 1-9 16,-1 0-11-16,-3-1-4 0,3 1 8 0,-4 0-22 16,-3 2 2-16,4-3-15 0,-6 3-5 15,0 0-2-15,0 0-74 0,-2 0-12 0,1 2 0 16,-2-1 0-16,-2 1 0 0,4 3 0 0,-3 3 0 16,2 4 0-16,1 4 0 0,-3 1 0 0,5 5 0 0,-2 3 0 15,-6 2 0-15,1 3 0 0,0 1 0 0,-4 1 0 16,-1 0 0-16,1 1 0 0,-2-4 0 0,3 4 0 15,-4-3 0-15,0-1 0 0,1 0 0 16,2-1 0-16,-2 1 0 0,3-4 0 0,-1 2 0 16,0 0 0-16,1 0 0 0,3 1 0 0,0-1 0 15,0 1 0-15,2-1 0 0,-2-2 0 0,1-1 0 16,-2-1 0-16,-2-6 0 0,2 1 0 0,-3-1 0 16,1-5 0-16,-4-12 0 0,4 21 0 0,-4-21 0 15,2 20 0-15,-2-20 0 0,0 13 0 0,0-13 0 16,0 0 0-16,-7 19 0 0,7-19 0 0,-18 15 0 15,18-15 0-15,-22 15 0 0,3-10 0 0,1 1 0 16,18-6 0-16,-36 7 0 0,13-2 0 0,23-5 0 16,-37 6 0-16,20-1 0 0,17-5 0 0,-35 3 0 15,35-3 0-15,-23 5 0 0,23-5 0 0,0 0 0 16,-30 5 0-16,30-5 0 0,0 0 0 0,0 0 0 16,-20 3 0-16,20-3 0 0,0 0 0 0,0 0-522 15,0 0-207-15,0 0-428 0,0 0-1254 0,0 0 556 16</inkml:trace>
  <inkml:trace contextRef="#ctx0" brushRef="#br0" timeOffset="338909.6402">21726 18879 27 0,'0'0'231'0,"0"0"-8"16,0 0-11-16,0 0-7 0,0 0-9 0,0 0-7 16,0 0-11-16,0 0-8 0,0 0-5 0,0 0-15 15,0 0-6-15,0 0-5 0,0 0-6 0,0 0-6 16,0 0-1-16,0 0-5 0,0 0 4 0,0 0 2 15,0 0 4-15,0 0-7 0,0 0 12 16,0 0-7-16,0 0-4 0,0 0 1 0,0 0 6 16,49 18-4-16,-49-18-3 0,0 0-3 0,22 6 4 15,-22-6 7-15,0 0-4 0,29 7 2 0,-29-7-6 16,27 4 1-16,-27-4-5 0,36 5-3 0,-18-2-7 16,-18-3-1-16,42 4-7 0,-21-4-1 0,-21 0-8 15,51 1-2-15,-24-1-4 0,3 1-10 0,1-1-4 16,-31 0 2-16,56-1-7 0,-29 0-7 0,2 1-2 15,0 0 1-15,-29 0-1 0,56-2-6 0,-27 1-3 16,-1-1-2-16,2 0-6 0,-1 2 0 0,-1-3-5 16,-28 3-4-16,56-2 1 0,-25-1 2 0,-3 2-4 15,0 0 0-15,2-2-7 0,0 2-4 0,-3-2 2 16,4-1 2-16,-3 1-3 0,0 2 1 16,5-3-2-16,-1 2-5 0,2-2 3 0,1-1 13 15,-3 2-17-15,0-2 5 0,-4 1-3 0,5 2 3 16,1-2-3-16,-2 1 1 0,2 0-7 0,-4-1-5 15,3 2 0-15,-1-5 15 0,-2 5-14 0,2-2-1 16,-1-1 1-16,-1 2 1 0,0 1 3 0,1 0-12 16,-2-1 0-16,1 1 5 0,-1 2 13 0,-2-2-17 15,-27 2 0-15,47-1-1 0,-28 0-3 0,-19 1 6 16,41-2 2-16,-41 2-6 0,36 2 7 0,-36-2-3 16,42 0-7-16,-42 0 5 0,37 1 10 15,-16 1-11-15,-21-2 1 0,0 0-4 0,44 3 4 16,-26-1-2-16,-18-2-1 0,0 0 0 0,40 3 2 15,-40-3 1-15,29 4-2 0,-29-4-1 0,25 1 4 16,-25-1-7-16,25 4 2 0,-25-4 8 0,25 3 9 16,-25-3-19-16,26 4 19 0,-26-4-18 0,23 5 5 15,-23-5-7-15,27 4 6 0,-27-4-2 0,24 2 5 16,-24-2 2-16,26 5-7 0,-26-5 0 0,26 5-2 16,-26-5 2-16,25 6 1 0,-25-6-5 0,28 2 6 15,-28-2 0-15,26 6 2 0,-26-6 10 0,30 4-16 16,-30-4 3-16,32 7 9 0,-32-7-8 0,27 3 1 15,-27-3-6-15,28 5 2 0,-28-5 0 16,26 5-13-16,-26-5 14 0,27 4 2 0,-27-4-6 16,27 3 9-16,-27-3 3 0,24 3-1 0,-24-3-7 15,24 5-3-15,-24-5 9 0,0 0 1 0,33 6-6 16,-33-6 2-16,23 1-4 0,-23-1 7 0,0 0 0 16,36 3 1-16,-36-3-8 0,27 1 4 0,-27-1 1 15,31 1-4-15,-31-1 1 0,32 1 0 0,-32-1 5 16,30 2-3-16,-30-2 9 0,32 1-10 0,-32-1 2 15,40 0-7-15,-40 0 2 0,38-4 2 0,-38 4 7 16,41-1-5-16,-22 0 0 0,-19 1 1 0,44 0-2 16,-44 0 2-16,43-2-3 0,-11 0 2 0,-4 2 14 15,-1-1-21-15,2 1 0 0,-29 0 3 16,49-4 1-16,-21 2 4 0,-28 2 6 0,42-1-3 16,-10-2-6-16,-5 2 2 0,-27 1-3 0,47-2 2 15,-18 0 4-15,1 2-7 0,1 0 11 0,-31 0-11 16,48 0 9-16,-16 0 11 0,-5-1-21 0,5 1 16 15,-32 0-20-15,51 0 6 0,-24-2-2 0,1 2-1 16,-28 0 3-16,51 0 4 0,-30 2 2 0,-21-2 1 16,42-2-9-16,-42 2 4 0,42 2-6 0,-14-2 4 15,-28 0-5-15,40 1 5 0,-40-1-1 0,37 0-2 16,-37 0 2-16,39 2-3 0,-39-2 14 0,39 0-18 16,-19 1 19-16,-20-1-12 0,40 0-1 0,-40 0 6 15,36 1-6-15,-36-1 3 0,34 1-1 0,-34-1 5 16,36 2-8-16,-36-2 4 0,33 0 0 0,-33 0-3 15,28 1 9-15,-28-1-3 0,36 1 1 0,-36-1-5 16,27 0 7-16,-27 0-7 0,0 0 4 16,46 0-2-16,-46 0 3 0,36 0 12 0,-36 0-20 15,37-1 7-15,-37 1 1 0,36-1-4 0,-36 1-3 16,33 0 6-16,-33 0 8 0,38 0-12 0,-38 0 14 16,40-3-12-16,-40 3-2 0,41-1-2 0,-20 1 2 15,-21 0 2-15,43-3-1 0,-14 3-2 0,-1-1-3 16,0-1-2-16,-28 2 7 0,53 0 8 0,-24-1-2 15,2 1-8-15,-5-3-3 0,5 3 4 0,-3-1 3 16,4 1-3-16,-1 0-3 0,1 1 2 0,0-2-1 16,0 1 8-16,-2 0-6 0,1 0 4 0,4 0-2 15,-2-1 0-15,-1 1 5 0,0-1-8 0,0 2-1 16,-2-1 2-16,1 0-1 0,1 0-1 16,-1 0 1-16,3 1 3 0,-2-1 1 0,0 0-2 15,1 1 2-15,-2 1 0 0,0-2-1 0,1 1 0 16,0 0-3-16,-2 1 1 0,2-1 3 0,0-1-1 15,-2 2-4-15,0 0 6 0,0-2 0 0,-1 1 0 16,4 1 1-16,-5-2 2 0,1 1-4 0,1 0-4 16,-2 0 1-16,-28-1 2 0,49 0 5 0,-21 0-5 15,-28 0 0-15,51 1 0 0,-30-1 5 0,9-1-12 16,-30 1 14-16,51-1-5 0,-23 1-5 0,-28 0-4 16,41 1 7-16,-41-1-6 0,43 0 8 0,-14-1-1 15,-29 1 2-15,42-1 11 0,-42 1-11 0,40 0-6 16,-19-1 2-16,-21 1-1 0,39-2 2 0,-39 2 0 15,38-1 14-15,-15 0-22 0,-23 1 2 16,37-1 3-16,-37 1 6 0,40-2 1 0,-40 2-13 16,39 0 6-16,-39 0 1 0,37-3-1 0,-15 3 1 15,-22 0 13-15,38-1-16 0,-38 1 2 0,41 0-2 16,-18-1 15-16,-23 1-3 0,50 0-8 0,-23-2-9 16,-27 2 12-16,42 0-4 0,-42 0 0 0,50 0-7 15,-27-1 12-15,4 0-9 0,-27 1 12 0,51-1-10 16,-25 0 6-16,3 0 0 0,-1-1 1 0,2 1-6 15,-1 0 3-15,3 2-3 0,-4-4-5 0,-28 3 8 16,61 2-1-16,-29-4 4 0,-1 4-3 0,-2-2-3 16,5 0 0-16,-4-2 1 0,1 2 1 15,-2-1 2-15,-29 1 2 0,59 0-11 0,-26 0 13 16,-1-2-8-16,0 2 6 0,-1 0-3 0,-2-1-5 16,1 1 3-16,-30 0 2 0,59-1 3 0,-38-1-2 15,7 2-1-15,-28 0-4 0,50-2 8 0,-28 1-1 16,-22 1 1-16,40-1-1 0,-40 1 4 0,38-1-3 15,-38 1 13-15,33-4 0 0,-33 4 4 0,32-1-7 16,-32 1 4-16,23-2 6 0,-23 2-13 0,0 0 7 16,0 0-3-16,32-2 2 0,-32 2-8 0,0 0-6 15,0 0-3-15,0 0-28 0,23-4-26 0,-23 4-47 16,0 0-52-16,0 0-66 0,0 0-60 0,0 0-52 16,0 0-55-16,0 0-69 0,0 0-89 0,0 0-305 15,0 0-919-15,-77-29 406 0</inkml:trace>
  <inkml:trace contextRef="#ctx0" brushRef="#br0" timeOffset="339927.0034">29849 9265 245 0,'2'-3'425'0,"-2"-2"17"0,0 0 11 16,0 5 3-16,-2-8-8 0,2 6 1 0,0 2-6 15,2-5-4-15,-2 5-9 0,0-5 6 0,0 5-20 0,0-5-16 16,0 5-16-16,0-3-22 0,0 3-30 0,0 0-32 16,0 0-25-16,0-6-33 0,0 6-24 15,0 0-22-15,0 0-8 0,1 17 4 0,-2-7-172 16,1 6-20-16,0 2 0 0,0 1 0 0,-2 7 0 0,4 1 0 15,-2 0 0-15,0 0 0 0,-2 3 0 0,4-4 0 16,-4 3 0-16,4-2 0 0,-6 0 0 0,4-2 0 16,-4 1 0-16,4-5 0 0,2-2 0 15,-5 1 0-15,3-4 0 0,0 1 0 0,-1-5 0 0,0 3 0 16,1-2 0-16,1-4 0 0,-1-2 0 0,0 0 0 16,0-3 0-16,0 1 0 0,0 1 0 0,0-3 0 15,1 0 0-15,-1-3-321 0,0 0-307 0,0 0-63 16,0 0-402-16,-4-12-1182 0,4 5 523 0</inkml:trace>
  <inkml:trace contextRef="#ctx0" brushRef="#br0" timeOffset="340708.0372">29703 9415 47 0,'-3'-13'425'0,"2"0"1"15,0 3 36-15,-2-5 35 0,-1 3 14 0,1 0 1 16,1 0-1-16,2-3-14 0,0 2-30 0,2-2-15 0,-2-2-12 15,3 1-29-15,1-1-41 0,6-2-28 16,-2 4-37-16,2-1-29 0,4 0-30 0,2 1-28 16,4-2-20-16,-3 9-22 0,2-3-16 0,1 1-20 0,0 4-38 15,1 1-102-15,0 3 0 0,-1 0 0 0,3 2 0 16,-1 2 0-16,-3 0 0 0,3 2 0 16,-3 1 0-16,-1 3 0 0,2-1 0 0,-4 4 0 15,-2 2 0-15,-3-5 0 0,-1 8 0 0,-1-1 0 0,-4-1 0 16,-1 2 0-16,-4 1 0 0,-5 1 0 0,-3 0 0 15,-3 5 0-15,-6 3 0 0,-6-2 0 0,2 0 0 16,-2-3 0-16,-7 1 0 0,6-1 0 16,1-6 0-16,0-1 0 0,6-2 0 0,2-2 0 0,4-4 0 15,4-1 0-15,-2-1 0 0,4 1 0 0,1-4 0 16,-1 1 0-16,1-1 0 0,0 2 0 0,4-3 0 16,-3 2 0-16,3-2 0 0,0 0 0 0,0 0 0 15,0 0 0-15,0 0 0 0,0 0 0 0,2-13 0 16,-2 13 0-16,5-5 0 0,-2 5 0 0,-1-2 0 15,-2 2 0-15,0 0 0 0,16 2 0 0,-7 3 0 16,1 1 0-16,-1 0 0 0,1 0 0 0,0 3 0 16,-2 1 0-16,6 2 0 0,-4 1 0 0,3-1 0 15,-1 4 0-15,-5-3 0 0,1-1 0 0,2 2 0 16,-3-1 0-16,-1-6 0 0,-1 2 0 0,1-1 0 16,-2-1 0-16,0-1 0 0,-1-2 0 0,0 0 0 15,0 0 0-15,0-1 0 0,-1-2 0 0,-2-1 0 16,5 4 0-16,-5-4 0 0,0 0 0 0,12-5 0 15,-8 2 0-15,3-2 0 0,-3 2 0 0,4-3 0 16,-2 2 0-16,-1-2 0 0,0 4 0 0,-1-2 0 16,1 0 0-16,2 2 0 0,-4-1-120 0,1 0-4 15,-4 3 11-15,4-4-3 0,-4 4 23 0,4 0 5 16,-4 0 9-16,0 0 5 0,5-3 8 0,-5 3 9 16,0 0 6-16,0 0 13 0,0 0 20 0,0 0 21 15,0 0 21-15,5-2 16 0,-5 2 14 0,0 0 6 0,0 0 12 16,0 0 19-16,0 0 5 0,4-2 8 15,-4 2 6-15,0 0-2 0,0 0 0 0,0 0 2 16,0 0-53-16,0 0-57 0,0 0 0 0,0 0 0 0,0 0 0 16,0 0 0-16,0 0 0 0,0 0 0 0,0 0 0 15,0 0 0-15,0 0 0 0,0 0 0 16,0 0 0-16,0 0 0 0,4 7 0 0,-3-4 0 16,2 3 0-16,-1-3 0 0,2 1 0 0,-1 0 0 0,-1 1 0 15,5 0 0-15,-2 0 0 0,-3-2 0 0,5 2 0 16,-5-2-6-16,2 1-239 0,0-1-46 15,-1 0-44-15,-2 0-53 0,-1-3-53 0,4 2-77 0,-4-2-74 16,0 0-305-16,7-8-970 0,-6 4 430 16</inkml:trace>
  <inkml:trace contextRef="#ctx0" brushRef="#br0" timeOffset="340895.5889">30199 9493 270 0,'2'-4'405'0,"1"-2"43"16,-1-1 20-16,0 3 26 0,-1 0 12 0,-1 1 4 15,0 3-6-15,3-8-7 0,-3 6-22 0,0 2-17 16,0 0-23-16,0-5-35 0,0 5-38 0,0 0-38 16,0 0-34-16,1-3-27 0,-1 3-49 0,0 0-65 15,0 0-64-15,0 0-84 0,0 0-92 0,0 0-75 16,0 0-58-16,0 0-95 0,0 0-97 0,0 0-106 16,0 0-448-16,-3 11-1052 0,3-11 466 0</inkml:trace>
  <inkml:trace contextRef="#ctx0" brushRef="#br0" timeOffset="341161.6128">30431 9395 3226 0,'8'-7'512'0,"1"-2"-114"0,-1 2-50 0,-2-1 27 16,-2 2 39-16,0-1-17 0,1 1-1 0,-3 0-26 16,1 1-29-16,-1 0 7 0,-2 1-5 0,2 1-11 15,-2-1-10-15,0 4-253 0,2-3-69 0,-2 3 0 16,0 0 0-16,0-7 0 0,0 7 0 0,0 0 0 15,0 0 0-15,0 0 0 0,0 0 0 0,-2 18 0 16,0-6 0-16,0 0 0 0,-2 4 0 0,3 2 0 16,-2 0 0-16,3 1 0 0,0 8 0 0,-2-3 0 15,0-4 0-15,1-1 0 0,2 1 0 0,-1-1 0 16,2 1 0-16,-2-3 0 0,2 0 0 0,2 0 0 0,-3-4 0 16,2-4 0-16,-1 1 0 0,2-2 0 15,1 1-512-15,1-5-141 0,-1 0-518 0,2-4-1270 16,-7 0 562-16</inkml:trace>
  <inkml:trace contextRef="#ctx0" brushRef="#br0" timeOffset="341428.0734">30612 9424 146 0,'3'-16'394'0,"0"5"7"0,1-4 40 16,-4 5 24-16,1 1 36 0,-1 1 22 0,0 0 11 16,3 3-4-16,-3 1-9 0,1-1-10 0,-1 0-14 15,0 5-18-15,2-4-29 0,0 2-35 0,-2 2-37 0,0 0-38 16,0 0-31-16,0 0-34 0,0 0-194 0,0 0-81 15,0 0 0-15,-2 15 0 0,0-7 0 16,1 10 0-16,1-2 0 0,-4 4 0 0,4-1 0 16,1 6 0-16,-2-3 0 0,1-3 0 0,0 2 0 0,-1 2 0 15,2-4 0-15,-2-1 0 0,2 0 0 16,-1-1 0-16,1-2 0 0,0-2 0 0,-1-4 0 16,2-2 0-1,1 0 0-15,-3 0 0 0,2-1 0 0,0-1 0 0,-1 0-113 0,2-1-330 0,-2-3-40 0,-1-1-59 16,0 0-49-16,0 0-413 0,0 0-1087 0,-5-10 482 15</inkml:trace>
  <inkml:trace contextRef="#ctx0" brushRef="#br0" timeOffset="341740.292">30559 9587 84 0,'-4'-2'233'0,"4"-1"36"0,-5-1 19 0,4 0 31 16,-2-1 49-16,-1 3 26 0,3-2 36 0,1 4 22 16,-4-3 13-16,4 3-2 0,0-4-5 0,0 4-7 15,0 0-10-15,-5-5-16 0,5 5-33 0,0-4-33 16,4 1-42-16,-4 3-31 0,9-7-35 0,1 2-26 15,3 1-23-15,4-3-17 0,-1 3-21 0,5 0-14 16,-2-1-30-16,3 2-120 0,-6-1 0 0,3 2 0 16,-1 0 0-16,0 0 0 0,-4 1 0 0,-1 2 0 15,0-2 0-15,-2 4 0 0,1-1 0 0,-2-1 0 16,0 4 0-16,1 0 0 0,-1-2 0 0,0 4 0 16,-4 1 0-16,2-1 0 0,-3 1 0 0,0 0 0 15,0 2 0-15,-1-1 0 0,-1 0 0 0,-1-1 0 16,0 0 0-16,-2 0 0 0,1-1 0 0,-2-1 0 15,1 0 0-15,-2 0 0 0,2-1 0 0,0-1 0 16,0-4 0-16,0 6 0 0,0-6 0 0,0 6 0 16,0-6 0-16,0 0 0 0,0 0-223 0,0 0-184 15,0 0-95-15,7-16-80 0,-2 5-498 0,0 0-1169 16,2 0 517-16</inkml:trace>
  <inkml:trace contextRef="#ctx0" brushRef="#br0" timeOffset="341943.5286">30948 9442 90 0,'0'0'423'0,"0"0"23"0,0-4 27 0,0 4 44 16,0 0 28-16,0 0-2 0,-2-3-30 0,2 3-43 15,0 0-47-15,0 0-39 0,0 0-36 0,0 0-41 16,0 0-57-16,0-6-87 0,0 6-98 0,0 0-101 16,0 0-113-16,0 0-85 0,0 0-55 0,0 0-70 0,4 14-66 15,-3-8-320-15,2-1-807 0,-2-1 357 0</inkml:trace>
  <inkml:trace contextRef="#ctx0" brushRef="#br0" timeOffset="342303.7161">31033 9536 231 0,'0'0'396'15,"9"-1"26"-15,-9 1 32 0,11-3 25 0,-11 3 11 0,5-3 4 16,-2 0 3-16,0 1 6 0,-1-2-3 16,-2 4 0-16,2-3-12 0,-2 3-18 0,0 0-26 15,0 0-30-15,4-4-37 0,-4 4-31 0,0 0-29 16,0 0-36-16,0 0-193 0,0 0-88 0,0 0 0 0,0 0 0 15,0 0 0-15,0 0 0 0,3 12 0 0,-1-8 0 16,-1 4 0-16,0-2 0 0,1 0 0 16,-1 1 0-16,0 0 0 0,0 2 0 0,1-2 0 15,-1-1 0-15,0-2 0 0,2 1 0 0,-2 2 0 0,0-4 0 16,-1 3 0-16,0-6 0 0,3 6 0 0,-2-5 0 16,-1-1 0-16,0 0 0 0,5 1 0 0,-5-1 0 15,0 0 0-15,13-8 0 0,-8 2 0 16,5 1 0-16,-3-2 0 0,-1 0 0 0,1 0 0 0,0 1 0 31,-2 1 0-31,0 0 0 0,1 0 0 0,-3 0 0 0,1 2 0 0,-1 0 0 0,1 0 0 0,-4 3 0 16,3-3 0-16,-3 3 0 0,4-2 0 0,-4 2 0 15,0 0 0-15,13 2 0 0,-8 0 0 0,4 1 0 16,-4 1 0-16,3 1 0 0,0 1 0 0,2-1 0 16,-4 0 0-16,6 1 0 0,-2 1 0 0,-5-3 0 15,3 2-89-15,1 0-326 0,-3-1-42 0,-1-3-31 31,-1-1-40-31,4 2-25 0,-3 0-391 0,-5-3-1022 16,10-3 452-16</inkml:trace>
  <inkml:trace contextRef="#ctx0" brushRef="#br0" timeOffset="342928.9625">31371 9583 720 0,'1'-3'74'0,"1"-2"60"0,2 0 36 31,-2 0 30-31,0 1 36 0,3-2 37 0,-3 1 19 0,0-2 21 0,2 2 23 0,-3 0 12 0,4 1 11 16,-5 0 4-16,4 0 6 0,-3 1-3 0,2-2-9 31,0 2-8-31,-3-1-13 0,0 4-27 0,3-4-29 0,-3 4-28 0,3-3-25 0,-3 3-24 0,1-4-25 31,-1 4-21-31,0 0-13 0,0 0-17 0,14 8-18 0,-14-3-14 0,4 0-5 0,-3 2-14 0,-1-1-8 31,3 3-1-31,-2-2-6 0,-1 1-3 0,0 2-16 0,0-1 2 0,-4 1-35 0,-1-1-9 0,-1-2 0 32,-2 3 0-32,1 0 0 0,1-4 0 0,-5-2 0 0,-1 4 0 0,7-4 0 0,-4-2 0 0,4-1 0 0,0 2 0 15,1-3 0-15,4 0 0 0,-11-3 0 16,7 0 0-16,-1 0 0 0,4-2 0 0,-1-2 0 15,2-2 0-15,3-1 0 0,1-3 0 0,-3 5 0 16,1-2 0-16,2 0 0 0,0 0 0 0,1 2 0 31,-3 1 0-31,2 1 0 0,-1 3 0 0,2-1 0 0,-2 0 0 0,-1 2 0 0,2 1 0 0,-4 1 0 16,13 4 0-16,-3 1 0 0,-5 2 0 0,8 6 0 16,-5 1 0-16,3 1 0 0,5 8 0 0,-5 0 0 31,2 0 0-31,-4 3 0 0,4 0 0 0,-3 2 0 0,0 2 0 15,0-1 0-15,-2-1 0 0,0 4 0 0,-1 0 0 0,2-1 0 0,-5 2 0 0,1-4 0 16,-2-1 0-16,1 0 0 0,-2-2 0 0,5-1 0 0,-6-7 0 16,1-1 0-16,-2-1 0 0,0 0 0 0,2-5 0 15,-2-1 0-15,0-4 0 0,0 1 0 0,2-3 0 16,-2 1 0-16,0-1 0 0,0-4 0 16,0 4 0-16,0-4 0 0,-4 5 0 0,4-5 0 0,0 0 0 15,0 0 0-15,0 0 0 0,0 0 0 0,0 0 0 16,0 0 0-16,-19-8 0 0,8 4 0 0,-1-1 0 15,-6 0 0-15,1 0 0 0,-9-4 0 0,-1 2 0 16,0 1 0-16,-3-1 0 0,-1 1 0 0,-1-1 0 31,2 1 0-31,1 1 0 0,2-3 0 0,6 5 0 16,-4-2 0-16,7 3 0 0,4-2 0 0,2 2 0 16,1 0 0-16,3 2 0 0,2 0 0 0,0-2 0 0,3-2 0 0,3 0 0 0,0 4 0 0,11-9 0 31,1-1 0-31,4 2-37 0,5 0-662 0,-3 0-544 15,9-8-1346-15,4 3 595 0</inkml:trace>
  <inkml:trace contextRef="#ctx0" brushRef="#br0" timeOffset="343617.6267">31645 9669 213 0,'-2'-5'485'0,"2"-2"19"0,-4 2 20 16,4 0 0-16,0-2-8 0,0 4-18 0,0 3-15 16,-1-6-13-16,1 0-18 0,0 6-28 0,0-3-28 15,0 3-32-15,-3-4-34 0,3 4-27 0,0 0-32 16,0-5-29-16,0 5-26 0,0 0-18 0,0 0-22 0,0 0-17 16,0 0-15-16,0 0-20 0,0 0-11 15,0 0-51-15,0 0-62 0,0 0 0 0,0 0 0 16,0 0 0-16,0 0 0 0,0 0 0 0,0 0 0 15,0 0 0-15,5-3 0 0,3 3 0 0,-6-4 0 0,6 2 0 16,-3 1 0-16,6-3 0 0,-4 0 0 16,0 1 0-16,-2-1 0 0,0 1 0 0,-1 0 0 15,2-3 0-15,-1 2 0 0,-2 0 0 0,-1-1 0 16,0 2 0-16,0-1 0 0,-2-2 0 0,0 2 0 0,-1 0 0 16,1 4 0-16,-4-9 0 0,1 4 0 0,3 3 0 15,-2-2 0-15,-1 2 0 0,-3-1 0 16,6 3 0-16,-6-4 0 0,6 4 0 0,-4-3 0 15,1 1 0-15,3 2 0 0,0 0 0 0,0 0 0 16,-8 9 0-16,6-5 0 0,-1 3 0 0,3 0 0 0,0 0 0 16,-1 3 0-16,1 1 0 0,0-2 0 0,1 4 0 15,2-3 0-15,-2-1 0 0,3 3 0 16,-1-4 0-16,-1 1 0 0,2-2 0 0,1 2 0 16,-2-5 0-16,2 3 0 0,0-3 0 0,1 1 0 0,2-3 0 15,-2 1 0-15,3-2 0 0,1-2 0 0,3-1 0 16,-1-2 0-16,-1 0 0 0,3-3 0 0,-5 1 0 15,4-5 0-15,2 3 0 0,-2-5 0 0,1-1 0 16,-5 4 0-16,3 0 0 0,2-3 0 0,-4 4 0 16,3-3 0-16,-4 5 0 0,-3-1 0 0,2 1 0 15,-4 3 0-15,2 0 0 0,-4 0 0 0,2 0 0 16,-2 2 0-16,-2 2 0 0,5-1 0 0,-5 1 0 16,8 0 0-16,-8 0 0 0,8 5 0 0,-3-1 0 15,-1 1 0-15,0-1 0 0,1 3 0 0,-2-3 0 16,3 4 0-16,-1 0 0 0,-2-1 0 0,1-1 0 15,0 4 0-15,-1-2 0 0,1-2 0 0,-4 1 0 16,4-2 0-16,-4 1 0 0,4 0 0 0,-2-1 0 16,2-4 0-16,0 6 0 0,-1-4-6 0,3-1-316 15,1-1-72-15,1-2-61 0,1 1-58 0,3-3-59 16,-2-4-417-16,7 1-1070 0,-6-1 474 0</inkml:trace>
  <inkml:trace contextRef="#ctx0" brushRef="#br0" timeOffset="343992.8411">32246 9231 161 0,'0'-5'519'16,"0"5"23"-16,0-4 11 0,0 4-6 0,0 0-9 16,0 0-26-16,-4-4-19 0,4 4-24 0,0 0-29 15,0 0-31-15,0 0-42 0,-4-2-32 0,4 2-41 16,0 0-32-16,0 0-28 0,0 0-21 0,0 0-28 15,0 0-14-15,0 0-18 0,-5 10-26 0,5-10-42 16,0 3-58-16,0 1-52 0,0-4-37 0,0 9-44 16,0-5-48-16,0 1-56 0,1 1-54 0,1 2-60 15,-4-3-41-15,2 4-46 0,0-3-53 0,0-1-49 16,0 4-277-16,0-4-855 0,2 2 377 0</inkml:trace>
  <inkml:trace contextRef="#ctx0" brushRef="#br0" timeOffset="344289.7299">32318 9429 164 0,'7'2'357'0,"-7"-2"23"16,9-3 31-16,-2 1 16 0,-3 0 9 0,-4 2 0 15,6-4-1-15,-2 3-4 0,-4 1-16 0,0 0-16 16,5-1-18-16,-5 1-32 0,0 0-30 0,0 0-30 16,0 0-33-16,0 0-31 0,0 0-24 0,0 0-18 15,0 0-15-15,-13 7-18 0,12-1-15 0,0-2-18 16,-2 1-7-16,2 3-11 0,-1-3-11 0,1 0-10 15,0 5-2-15,3-6-7 0,0 7-3 0,-1-4-6 16,3 2-1-16,3-2 0 0,1 0-1 0,-3 1-5 16,4 0-4-16,-4-2-8 0,3-2 2 0,-3 1 4 15,-2-2-9-15,-2 2-8 0,1-1-26 0,1 0-4 16,-2-1 0-16,1 1 0 0,-1 1 0 0,-1-5 0 16,-7 7 0-16,2-1 0 0,-5-3 0 0,-4 2 0 15,-5 0-119-15,2 1-69 0,3-4-80 0,0 2-77 16,4 1-84-16,-4-2-104 0,4 1-519 0,3-4-1139 15,3 2 504-15</inkml:trace>
  <inkml:trace contextRef="#ctx0" brushRef="#br0" timeOffset="344915.1014">29902 10252 224 0,'2'-5'524'0,"-2"5"23"15,0 0 17-15,0-5 13 0,-2 0 2 0,2 5-4 16,0-6 2-16,0 6-6 0,0-3-10 0,0 3-22 15,0 0-21-15,0-5-32 0,0 5-19 0,0 0-27 16,0 0-25-16,0 0-388 0,0 0-27 0,0 0 0 16,0 0 0-16,0 0 0 0,0 0 0 0,0 0 0 15,0 0 0-15,0 0 0 0,0 12 0 0,0-4 0 16,2 5 0-16,0 4 0 0,-1 8 0 0,-1-6 0 16,4 4 0-16,-4 5 0 0,-1 0 0 0,-2 2 0 15,-2-2 0-15,4 5 0 0,-7-2 0 0,3 2 0 16,-4 1 0-16,4-6 0 0,-3 2 0 0,-2-3 0 15,5 0 0-15,-1-10 0 0,3 0 0 0,2-1 0 16,3-5 0-16,2 2 0 0,5-4 0 0,5 2 0 0,3-3 0 16,11-4 0-16,0 0 0 0,5-4 0 15,4-3 0-15,0 0 0 0,3-4 0 0,-3 0 0 16,4 0 0-16,-3 0 0 0,-1 0 0 0,-1-3 0 16,-8-2 0-16,0 3 0 0,-6 3 0 0,-4 0 0 0,-8 0 0 15,4 3 0-15,-7 0-98 0,0 2-688 0,-3-2-433 16,-1 2-1318-16,-3 1 583 0</inkml:trace>
  <inkml:trace contextRef="#ctx0" brushRef="#br0" timeOffset="345917.5981">30416 10639 233 0,'0'-4'397'16,"0"4"13"-16,-1-10 5 0,2 7 2 0,-4-1 2 16,3 4-2-16,0-5-4 0,-2 2-6 0,2 3-4 15,2-5-14-15,-2 5-16 0,0-5-12 0,0 5-15 16,2-2-26-16,-2 2-19 0,1-4-24 0,-1 4-31 16,2-2-17-16,-2 2-16 0,0 0-29 0,0 0-21 15,0 0-15-15,0 0-21 0,0 0-14 0,0 0-12 0,0 0-11 16,0 0-11-16,3 8-6 0,-2-3-5 15,-1-5-12-15,0 12-53 0,0-6-3 0,0 0 0 16,0 1 0-16,-1 0 0 0,0 1 0 0,-2-2 0 0,-1 4 0 16,-2-2 0-16,2 3 0 0,-2-3 0 15,-1-1 0-15,0 2 0 0,-2-4 0 0,4 2 0 16,-2-4 0-16,1-2 0 0,-2 2 0 0,2-3 0 16,-1 2 0-16,5-1 0 0,2-1 0 0,0 0 0 0,-12-3 0 15,7-2 0-15,4-1 0 0,1-1 0 16,0-2 0-16,1 3 0 0,4-4 0 0,-3 2 0 0,1-2 0 15,4 0 0-15,-2 3 0 0,-1 0 0 16,0-2 0-16,2 3 0 0,-5 2 0 0,3 0 0 0,1-1 0 16,-1 1 0-16,0 2 0 0,-4 2 0 0,5-4 0 15,0 3 0-15,-5 1 0 0,12 2 0 0,-6-1 0 16,1 3 0-16,-2 1 0 0,5 1 0 16,-4 1 0-16,1 0 0 0,-2 3 0 0,4 0 0 0,-4 0 0 15,0-1 0-15,0 2 0 0,0-2 0 0,0 3 0 16,-2-3 0-16,-1 3 0 0,1-4 0 0,-1-2 0 15,0-1 0-15,0 1 0 0,0-3 0 0,-2 1 0 16,1 0 0-16,1-2 0 0,-2-2 0 0,4 2 0 16,-4-2 0-16,0 0 0 0,4-7 0 0,-1 2 0 15,2-3 0-15,-3-2 0 0,3 2 0 0,-1 1 0 16,1-2 0-16,3 2 0 0,-2 0 0 0,-2-1 0 16,4 2 0-16,-2-2 0 0,-2 3 0 0,-3 1 0 15,3 1 0-15,1-2 0 0,-1 4 0 0,-3-2 0 16,-1 3 0-16,8 0 0 0,-8 0 0 0,9 0 0 15,-6 4 0-15,4 1 0 0,-2-3 0 0,-1 4 0 0,0-1 0 16,0 4 0-16,-1-2 0 0,-1-1 0 16,1 2 0-16,0-4 0 0,0 4 0 0,1-1 0 15,-4-5 0-15,1 4 0 0,2-1 0 0,-5 0 0 16,4-4 0-16,0 4 0 0,-1-3 0 0,-1-2 0 0,4 3 0 16,-4-3 0-16,0 0 0 0,0 0 0 0,0 0 0 15,9-10 0-15,-5 3 0 0,0 1 0 16,0 0 0-16,-2 0 0 0,2-2 0 0,1 3 0 0,-1 1 0 15,1-3 0-15,0 4 0 0,0-1 0 0,-3 1 0 16,0-1 0-16,3 0 0 0,-1 3 0 0,-4 1 0 16,7-1 0-16,-7 1 0 0,12 1 0 0,-4-1 0 15,-3 3 0-15,4-1 0 0,-4 0 0 0,0 0 0 16,3 1 0-16,-3 2 0 0,0 2 0 0,3-4 0 16,-3 0 0-16,-1 0 0 0,1-1 0 0,-1 0 0 15,-4-2 0-15,5 2 0 0,-1 1 0 0,-4-3 0 16,0 0 0-16,0 0 0 0,13-8 0 0,-10 4 0 15,0 0 0-15,1-6 0 0,3 1 0 0,-4-2 0 16,-1-2 0-16,2 3 0 0,0-1 0 0,-1 0 0 16,-1 2 0-16,1-1 0 0,-3 3 0 0,1 0 0 15,-1 1 0-15,1 0 0 0,-1 1 0 0,0 3 0 16,0-3 0-16,0 5 0 0,2-5 0 0,-2 5 0 16,-3-5 0-16,3 5 0 0,0 0 0 0,0 0 0 15,0 0 0-15,0 0 0 0,5 12-440 0,-1-6-331 16,-1 3-393-16,-1-3-1260 0,2 2 558 0</inkml:trace>
  <inkml:trace contextRef="#ctx0" brushRef="#br0" timeOffset="346105.0457">31064 10776 278 0,'5'0'511'0,"-1"2"34"0,-4-2 33 0,5 1 19 0,-5-1 7 15,0 0-11-15,0 0-32 0,8-3-50 0,-8 3-48 16,0 0-52-16,0 0-43 0,0 0-56 0,0 0-64 15,0 0-87-15,0 0-69 0,0 0-89 0,0 0-68 16,0 0-83-16,0 0-86 0,0 0-102 0,0 0-99 16,-18-3-99-16,18 3-314 0,0 0-917 0,-13-1 405 15</inkml:trace>
  <inkml:trace contextRef="#ctx0" brushRef="#br0" timeOffset="358127.414">21043 2368 146 0,'0'0'428'0,"0"0"21"0,0-6 1 0,0 6 5 16,-1-3 4-16,1 3-1 0,-1-6-9 0,-1 4-3 15,2 2-14-15,-1-5-6 0,1 5-4 16,-4-2-8-16,4 2-15 0,0 0-15 0,0-5-15 16,0 5-18-16,0 0-17 0,-4-4-21 0,4 4-18 15,0 0-24-15,0 0-230 0,0 0-41 0,0 0 0 16,0 0 0-16,0 0 0 0,0 0 0 0,0 0 0 16,0 0 0-16,0 0 0 0,0 0 0 0,4 16 0 15,-4-8 0-15,4 0 0 0,0 2 0 0,0 0 0 16,2 6 0-16,-1 1 0 0,-1 0 0 0,0 1 0 15,-3 1 0-15,3-1 0 0,-3 0 0 0,-1 0 0 16,0-2 0-16,0-4 0 0,0 2 0 0,-1 3 0 0,1-9 0 16,-1 4 0-16,-2-5 0 0,3 0 0 15,0-2 0-15,0 0 0 0,0-1 0 0,0-1 0 16,0-3 0-16,3 5 0 0,-3-5 0 0,0 0 0 16,0 0 0-16,0 0 0 0,4-12 0 0,-2 6 0 15,1-3 0-15,2-1 0 0,-3-2 0 0,2 2 0 0,1-4 0 16,-1 0 0-16,1 3 0 0,-1-1 0 15,1 0 0-15,0 1 0 0,-1 2 0 0,1 0 0 16,0-2 0-16,-2 6 0 0,1-1 0 0,-2 2 0 16,1 0 0-16,1-1 0 0,-2 3 0 0,-1-1 0 15,-1 3 0-15,4-3 0 0,-4 3 0 0,0 0 0 16,9 1 0-16,-4 1 0 0,2 2 0 0,0 2 0 16,1 1 0-16,-3 0 0 0,5 3 0 0,-5-1 0 15,3 2 0-15,-3 0 0 0,3 0 0 0,-2-1 0 16,1 3 0-16,-5-4 0 0,5 1 0 0,-5-3 0 15,2 4 0-15,0-5 0 0,0 1 0 0,-2-1 0 16,2 0 0-16,-1-1 0 0,-1-2 0 0,1 1 0 16,-2-2 0-16,-1-2 0 0,3 4-145 0,-3-4-236 15,0 0-95-15,0 0-96 0,15-10-86 0,-9 3-336 16,2-1-1075-16,2-7 476 0</inkml:trace>
  <inkml:trace contextRef="#ctx0" brushRef="#br0" timeOffset="358330.4761">21465 2420 43 0,'4'-6'559'0,"-4"6"39"0,2-1 18 16,-2 1-8-16,4-4-17 0,-4 4-43 0,3-4-43 16,-3 4-49-16,5-3-45 0,-5 3-44 0,2-4-33 15,1 2-46-15,-3 2-36 0,9-5-64 0,-4 2-70 16,1 1-55-16,2-1-65 0,-2 2-66 0,2 1-55 15,2-1-83-15,-2 1-71 0,-2 1-58 0,1 0-49 16,-2 1-57-16,1 1-17 0,-1 1-251 0,-4 2-768 16,-1-2 341-16</inkml:trace>
  <inkml:trace contextRef="#ctx0" brushRef="#br0" timeOffset="358517.9089">21505 2541 17 0,'-3'5'370'0,"3"-3"57"0,-1 1 69 0,-2 1 63 16,3-4 47-16,0 0 42 0,0 0 10 15,0 7-7-15,0-7-21 0,0 0-38 0,0 0-45 0,0 0-59 16,0 0-46-16,0 0-50 0,0 0-45 0,17-9-49 16,-14 5-275-16,3 0-23 0,1-2 0 0,4 0 0 15,0 1 0-15,-1 0-141 0,8 0-232 0,-4 1-99 16,0 2-92-16,2-3-88 0,-4 1-347 0,1 1-1081 16,-3-2 479-16</inkml:trace>
  <inkml:trace contextRef="#ctx0" brushRef="#br0" timeOffset="359112.8476">22021 2173 298 0,'-4'-7'562'16,"1"3"24"-16,1-2 6 0,-1-2-1 0,1 2-21 16,2-1-20-16,0 0-3 0,-4 0-9 0,5 1-35 15,3-2-34-15,-4 3-39 0,0-3-39 0,2 2-38 16,0 0-35-16,2 0-36 0,-2-1-30 0,2 2-28 16,1 1-89-16,0-1-135 0,0 0 0 0,0 0 0 15,7 1 0-15,-6 1 0 0,5 2 0 0,0-3 0 16,-2 3 0-16,1 1 0 0,2-1 0 0,-3 1 0 15,1 2 0-15,-2-1 0 0,-2 3 0 0,1 0 0 16,-5 0 0-16,4 5 0 0,-3-2 0 0,-1 2 0 16,-3 2 0-16,-3 6 0 0,-2-3 0 0,-3 3 0 15,-4 5 0-15,-1-7 0 0,1 1 0 0,-2 0 0 16,2-2 0-16,2-2 0 0,3-2 0 0,3-3 0 16,-1-1 0-16,0-2 0 0,3-1 0 0,1 1 0 15,2-4 0-15,-7 5 0 0,7-5 0 0,0 0 0 16,0 0 0-16,0 0 0 0,12 2-6 0,-12-2-6 15,17-2 11-15,-5-2-1 0,-5 4-3 0,2-4 5 16,0 4-11-16,-9 0 2 0,18 1-3 0,-9-1 3 16,1 3-2-16,-1 2-4 0,2 0 6 0,-6-4 2 15,2 3 0-15,1 3 2 0,-3-1-5 0,-1 0 3 16,0 2-5-16,-3-1 6 0,-1 3 8 0,-1-1-3 16,-3 4-4-16,-1-3 7 0,-3 1-2 0,-1 2-2 15,-2-1-3-15,-2 2 4 0,-1-3 2 0,-2-2-3 16,0 1 4-16,4-4-3 0,3-2 0 0,0 3-1 15,4-5-18-15,0 0-8 0,1 1-13 0,-1-1-17 16,1-2-32-16,4 0-75 0,0 0-79 0,0 0-90 16,0 0-92-16,5-13-88 0,4 7-503 0,3 1-1102 15,3-3 487-15</inkml:trace>
  <inkml:trace contextRef="#ctx0" brushRef="#br0" timeOffset="359425.5863">22417 2380 444 0,'3'-3'637'0,"0"-1"24"0,0-4 30 15,1 5-7-15,-2-3-42 0,1 2-35 0,1 1-25 16,-3-1-28-16,1 0-21 0,2 1-39 0,-4 3-33 16,2-4-38-16,-2 4-31 0,0 0-42 0,3-2-314 15,-3 2-36-15,0 0 0 0,0 0 0 0,0 0 0 16,0 0 0-16,0 0 0 0,0 0 0 0,-7 14 0 15,-3 0 0-15,2 1 0 0,-6 6 0 0,-1 0 0 16,-2 0 0-16,-2 7 0 0,0-3 0 0,-2 2 0 16,2 0 0-16,-4-1 0 0,1 2 0 0,2 0 0 15,-3-1 0-15,1-1 0 0,-2-2 0 16,2-3 0-16,2 0 0 0,7-7 0 0,-4 2 0 0,7-3 0 16,1-3 0-16,3-3 0 0,-2-1 0 15,4 2 0-15,0-3 0 0,4 1 0 0,0-6 0 0,8 10-147 16,2-6-489-16,4-3-61 0,-1-1-422 0,5-2-1211 15,-4-1 535-15</inkml:trace>
  <inkml:trace contextRef="#ctx0" brushRef="#br0" timeOffset="359847.8326">22414 2686 244 0,'0'-5'579'0,"3"1"12"0,-2-3 5 15,1 1-14-15,-1 1-19 0,0-1-21 0,0-1-33 16,2 2-23-16,-2-1-15 0,2 1-26 16,-1 0-24-16,1 0-31 0,-1 1-35 0,-2-3-27 15,3 5-29-15,-3 2-26 0,2-4-30 0,2 1-21 16,-4 3-170-16,0 0-52 0,2-2 0 0,-2 2 0 16,0 0 0-16,2-4 0 0,-2 4 0 0,0 0 0 15,0 0 0-15,12 7 0 0,-8-5 0 0,-1 2 0 16,0-3 0-16,1 4 0 0,-2 0 0 0,2 1 0 15,-3 1 0-15,1-1 0 0,0 1 0 0,0 3 0 16,-2-2 0-16,-2 3 0 0,2 1 0 0,-5-1 0 16,1 0 0-16,-1-1 0 0,1 3 0 0,4-3 0 15,-7 0 0-15,4-3 0 0,1-2 0 0,0 2 0 16,1-1 0-16,1-4 0 0,0 3 0 0,0-5 0 16,1 6 0-16,3-3 0 0,0 0 0 0,7-1 0 15,2-2 0-15,5 0 0 0,6-1 0 0,-3-2 0 16,10-2 0-16,1-5 0 0,-2 7 0 0,-2-2 0 15,-5 0 0-15,-5-1 0 0,0 1 0 0,-3 2 0 16,-3-3 0-16,1 1 0 0,1 3-664 0,-5-5-591 16,-2 2-1359-16,0 0 601 0</inkml:trace>
  <inkml:trace contextRef="#ctx0" brushRef="#br0" timeOffset="361191.2213">24757 2139 54 0,'0'0'194'0,"0"0"6"0,0 0 6 15,-6 1 12-15,6-1 2 0,0 0 18 0,0 0 6 16,-3 4 20-16,3-4 12 0,0 0 28 0,0 0 22 16,0 0 21-16,0 0 17 0,0 0 21 0,0 0 5 15,0 0 12-15,0 0 1 0,0 0-18 0,0 0-19 16,0 0-18-16,1-10-11 0,-1 10-15 0,-1-4-26 15,1 4-26-15,0-7-16 0,0 7-19 0,0-6-19 16,3 2-89-16,-3 1-127 0,2-2 0 0,1 2 0 16,-1 0 0-16,1 2 0 0,2-5 0 15,-1 3 0-15,1 0 0 0,5 4 0 0,0-2 0 0,3 2 0 16,0 1 0-16,0 1 0 0,1 4 0 0,-3-2 0 16,3 1 0-16,-1 4 0 0,-3 2 0 0,-1-4 0 15,-1 1 0-15,-2 6 0 0,-2-3 0 16,-1 4 0-16,-3-5 0 0,-3 1 0 0,-1 1 0 15,-2 2 0-15,-6-1 0 0,-2 1 0 0,-7 1 0 16,7-1 0-16,-4-3 0 0,0-1 0 0,0-3 0 0,2-1 0 16,4-2 0-16,3 0 0 0,0-1 0 0,1-2 0 15,1 0 0-15,0-2 0 0,7 0 0 0,-13-6 0 16,7 2 0-16,2-4 0 0,0-1 0 0,-1 0 0 16,5-7 0-16,0 4 0 0,0-6 0 15,4 1 0-15,-3 0 0 0,7 1 0 0,1-1 0 16,0 1 0-16,1 0 0 0,4 2-118 0,0 2-503 0,4 0-110 15,-4 3-390-15,1-2-1213 0,0 0 537 0</inkml:trace>
  <inkml:trace contextRef="#ctx0" brushRef="#br0" timeOffset="361503.844">24886 1902 474 0,'0'-11'601'0,"1"-2"26"15,2 1 7-15,-3 0 5 0,1-1-7 0,-1 2-15 16,2 1-24-16,0 0-23 0,-2 2-29 16,1 4-40-16,-1-2-43 0,0 2-43 0,0 4-42 15,4-5-38-15,-4 5-154 0,3-2-181 0,-3 2 0 0,0 0 0 16,0 0 0-16,2 18 0 0,-2-7 0 0,1 9 0 16,2-1 0-16,-2 7 0 0,3 0 0 0,-5 3 0 15,1 1 0-15,0-2 0 0,0 0 0 16,1 2 0-16,-1-3 0 0,0-2 0 0,-4 0 0 15,3 0 0-15,1-9 0 0,1-3 0 0,-2 4 0 0,-2-4 0 16,2-1 0-16,1 0 0 0,0-5 0 16,0 4 0-16,0-4 0 0,4 3 0 0,-3-4 0 0,4-3 0 15,3-1-360-15,2-2-255 0,3-1-100 16,0-4-369-16,4-1-1174 0,2-4 519 0</inkml:trace>
  <inkml:trace contextRef="#ctx0" brushRef="#br0" timeOffset="362082.2054">25193 2106 20 0,'1'-3'546'0,"-1"3"41"15,4-5 30-15,-1-1 10 0,-2 2 8 0,1-2-10 16,2 4-21-16,-3-3-27 0,-1 5-35 0,3-5-41 16,-2 3-36-16,-1 2-46 0,0 0-41 0,3-4-40 15,-3 4-35-15,0 0-28 0,0 0-143 0,0 0-132 16,0 0 0-16,0 0 0 0,5 10 0 0,-6-3 0 15,1-1 0-15,1 8 0 0,0-6 0 0,0 4 0 16,1 1 0-16,0 1 0 0,0 0 0 0,-1 0 0 16,0 2 0-16,0-3 0 0,-1-1 0 0,2-1 0 15,-1-1 0-15,0-3 0 0,-1 1 0 0,3-1 0 16,-1-1 0-16,0-2 0 0,-2-4 0 0,0 5 0 16,0-5 0-16,0 0 0 0,0 0 0 0,0 0 0 15,0 0 0-15,9-23 0 0,-7 17 0 0,3-2 0 16,-2-2 0-16,1-1 0 0,3 3 0 0,-2-3 0 15,-3 1 0-15,2 4 0 0,-1 0 0 0,1 0 0 16,-2 2 0-16,0 0 0 0,-2 4 0 0,6-5 0 16,-6 5 0-16,4-2 0 0,-4 2 0 0,0 0 0 15,9 8 0-15,-4-2 0 0,3 1 0 0,-3 2 0 16,-2-2 0-16,4 2 0 0,-2 2 0 0,3 0 0 16,-3-3 0-16,3 0 0 0,-2 4 0 0,-2-7 0 15,1 3 0-15,-1-2 0 0,0-3 0 0,0 1 0 16,-4-4 0-16,7 5 0 0,-7-5 0 0,0 0 0 15,13-10 0-15,-8 7 0 0,4-10 0 16,-2-2 0-16,-4-2 0 0,3-1 0 0,-1-1 0 16,-3-6 0-16,3 1 0 0,-5 5 0 0,3-8 0 0,-6 9 0 15,2 0 0-15,0 0 0 0,-2 4 0 0,2 2 0 16,0 1 0-16,2-2 0 0,-4 5 0 0,3 0 0 16,0 3 0-16,0-2 0 0,-2 4 0 0,2 3 0 15,0-8 0-15,0 8 0 0,0 0 0 0,0-8 0 16,0 8 0-16,0 0 0 0,0 0 0 0,0 0 0 15,-1 21 0-15,1-10 0 0,2 1 0 0,1 1 0 16,7-1-692-16,-2 3-559 0,-2-6-1353 0,4 1 599 16</inkml:trace>
  <inkml:trace contextRef="#ctx0" brushRef="#br0" timeOffset="362316.5777">25819 2123 264 0,'8'-3'542'15,"-3"0"27"-15,0-2 29 0,1 0-1 0,-1 2-2 16,-1 0-20-16,1 0-26 0,0-4-21 0,1 3-33 16,-3 0-44-16,0 2-42 0,-2-3-43 0,2 3-37 15,-1-3-35-15,-2 5-30 0,4-4-31 0,-1 1-40 16,-3 3-50-16,5-4-55 0,-5 4-62 0,0 0-45 16,6-3-47-16,-6 3-40 0,5 0-44 0,-5 0-51 15,0 0-47-15,0 0-42 0,8 3-45 0,-8-3-30 16,4 4-16-16,-2-1-10 0,-2-3-11 0,-2 9-16 15,-2-3-2-15,-1-1 7 0,-1 4-238 0,-2-2-704 16,-2 1 311-16</inkml:trace>
  <inkml:trace contextRef="#ctx0" brushRef="#br0" timeOffset="362503.9612">25848 2148 2024 0,'-6'10'-126'0,"1"-2"72"0,0 2 59 0,1 1 63 15,0-2 63-15,-1 0 51 0,1-5 67 0,2 0 51 16,2-4 39-16,-4 5 28 0,4-5 19 0,0 0 6 16,0 5 16-16,0-5-2 0,0 0-13 0,20-3-6 15,-7 1-16-15,6-2-30 0,2 0-29 0,0 0-33 16,9 0-28-16,-10 0-25 0,2 1-22 0,-8 2-36 15,-4 0-52-15,4-1-66 0,-2-1-64 0,-3 2-50 16,-2-2-61-16,-7 3-59 0,11-3-70 0,-9-1-74 16,3 3-101-16,-5 1-71 0,2-6-101 0,-2 6-345 15,0 0-1026-15,-11-6 454 0</inkml:trace>
  <inkml:trace contextRef="#ctx0" brushRef="#br0" timeOffset="363114.1842">26739 2073 228 0,'0'0'388'16,"0"0"-4"-16,0 0 1 0,0 0-8 0,-4 2-6 15,4-2 0-15,0 0-1 0,0 0 5 0,0 0-9 16,0 0-3-16,0 0-5 0,0 0-5 0,0 0-8 16,0 0 4-16,-2 3 9 0,2-3-6 0,0 0-7 15,0 0-5-15,0 0-20 0,0 0-16 0,0 0-12 16,0 0-19-16,0 0-49 0,0 0-224 0,0 0 0 16,16-2 0-16,-16 2 0 0,12-3 0 0,-2 0 0 15,8 0 0-15,1-4 0 0,4 3 0 0,5-2 0 16,-5 1 0-16,-1 2 0 0,-1 2 0 0,-1-2 0 15,-7 2 0-15,-1 1 0 0,0-2 0 0,-2 1 0 16,-1 2 0-16,-2-1 0 0,-7 0 0 0,9 2 0 16,-9-2-194-16,10-2-201 0,-7 4-69 0,-3-2-66 15,8 0-83-15,-8 0-387 0,0 0-1082 0,0 0 479 16</inkml:trace>
  <inkml:trace contextRef="#ctx0" brushRef="#br0" timeOffset="363458.2349">27250 1865 3325 0,'7'-8'449'15,"-1"-1"-93"-15,-1-1-43 0,2 2 46 0,-4-2 34 16,3-1 8-16,-3 1-3 0,0-1-29 0,1 4-22 16,-3 0 16-16,3 1 5 0,-3 1-4 0,-1 1-11 15,0 1-320-15,0 3-33 0,5-5 0 0,-5 5 0 16,0-3 0-16,0 3 0 0,0 0 0 0,0 0 0 15,0 0 0-15,0 0 0 0,0 0 0 0,4 9 0 16,-4 3 0-16,1 0 0 0,-1 8 0 0,0 6 0 16,3 0 0-16,-6 1 0 0,3-1 0 0,0 3 0 15,0 0 0-15,-1 1 0 0,1-3 0 0,0 1 0 16,-4-1 0-16,3-5 0 0,-3 3 0 0,9-4 0 16,-5-5 0-16,-1 1 0 0,-3-5 0 0,8 0 0 15,-8-1 0-15,4 0 0 0,-1-2 0 0,1-2 0 16,1 0 0-16,-1-2 0 0,0-2 0 0,0-3 0 15,9 3 0-15,-4-3-102 0,-5 0-450 0,17-9-59 16,-6-1-62-16,1-4-370 0,2 0-1129 0,-1-1 500 16</inkml:trace>
  <inkml:trace contextRef="#ctx0" brushRef="#br0" timeOffset="363848.7714">27511 1896 339 0,'0'-5'453'0,"5"3"39"0,-1-3 28 15,-3-1 13-15,-1 2 2 0,0 4-2 0,3-7-4 16,-3 4-3-16,0 3-14 0,1-5-23 0,-1 5-26 16,0 0-38-16,0 0-34 0,0-5-39 0,0 5-33 15,0 0-38-15,0 0-31 0,0 0-26 0,0 0-199 16,0 0-25-16,-14 15 0 0,10-8 0 0,-3 2 0 16,-2 5 0-16,-1 0 0 0,-1-1 0 0,0 5 0 15,-1-2 0-15,1-3 0 0,-5 4 0 0,6-1 0 16,-1-3 0-16,2-2 0 0,1-2 0 0,3 1 0 15,0-1 0-15,1-3 0 0,1 0 0 0,2 0 0 16,-1 0 0-16,4 0 0 0,-4-2 0 0,7 5 0 16,1-4 0-16,0 1 0 0,3-1 0 0,5 0 0 15,-2 3 0-15,8-7 0 0,-3 5 0 0,3-3 0 16,0 2 0-16,-4 1 0 0,3-4 0 0,-2 1 0 16,-2-1 0-16,-4 0 0 0,-5 0 0 0,5-1 0 15,-4 0 0-15,-1 0 0 0,-1 1 0 0,-5-2 0 16,0 0 0-16,12 0 0 0,-12 0 0 0,0 0 0 15,6 3 0-15,-6-3 0 0,0 0 0 0,0 0 0 16,0 0-49-16,2 5-382 0,-2-5-61 16,0 0-93-16,-20-9-521 0,14 2-1198 0,-2 0 530 15</inkml:trace>
  <inkml:trace contextRef="#ctx0" brushRef="#br0" timeOffset="364458.4025">28174 1906 202 0,'0'-6'347'15,"0"2"-7"-15,0 4-10 0,0 0 5 0,-1-9-11 0,1 6 10 16,0 3-1-16,1-6 0 0,-1 3 5 0,0 3-6 15,0-6-12-15,3 2-14 0,-3-1-16 16,1 1-21-16,2 1-24 0,-1-2-26 0,5 1-13 16,-1-1-15-16,-1 1-10 0,4-1-21 0,0 0-9 15,4 0-19-15,-2 0-8 0,1 2-7 0,3 1-8 16,-2 0-15-16,1-1-10 0,-1 3-15 0,0 3-1 0,-2-2-14 16,3 0-2-16,-2 3-5 0,-2 2-8 15,1 0-8-15,-2 1-7 0,-1 0 7 0,-3 2-8 16,0 1-1-16,-1-2-1 0,-3 2-3 0,-1 2 5 15,-1 0 7-15,-8 2 0 0,0 2 16 0,0-2-4 16,-5 1 5-16,1-3 9 0,-4-1-5 0,-1 4 7 16,0-7 5-16,-1 1 12 0,3-3 9 0,0-1 19 0,4 0 4 15,2-2 19-15,0 0-121 0,3-3-5 0,-2 0 0 16,-1-3 0-16,0 0 0 0,6 0 0 16,-1-2 0-16,-3-4 0 0,4-2 0 0,-1-1 0 15,4 1 0-15,1-2 0 0,0 0 0 0,1 1 0 16,4-5 0-16,3 1 0 0,-3 6 0 0,3 0 0 15,6-3-187-15,-1 3-311 0,2 0-65 0,0 0-63 0,1 3-428 16,-2-2-1140-16,-3 4 505 0</inkml:trace>
  <inkml:trace contextRef="#ctx0" brushRef="#br0" timeOffset="364817.6983">28371 1613 212 0,'2'-16'518'16,"0"6"29"-16,-1-2 31 0,2 0 7 0,-3 1 3 16,2-1-12-16,-2 2 8 0,0 3-4 0,3-1-13 15,-3 2-20-15,0 4-29 0,0-4-38 0,0 6-31 16,0-6-30-16,0 6-37 0,0 0-321 0,-3-4-61 16,3 4 0-16,0 0 0 0,0 0 0 0,-2-4 0 15,2 4 0-15,0 0 0 0,0 0 0 0,-4 12 0 16,5-4 0-16,-2-3 0 0,1 6 0 0,-2 1 0 15,2 0 0-15,-2 5 0 0,2 0 0 0,0 2 0 16,0-1 0-16,0 0 0 0,2 4 0 0,0-3 0 16,-2-1 0-16,1 2 0 0,2 4 0 0,-1-5 0 15,2 1 0-15,-3-2 0 0,3 0 0 0,-4 1 0 16,4-4 0-16,-4-3 0 0,3 0 0 0,-2-1 0 16,0 1 0-16,3-2 0 0,-4-5 0 0,3 3 0 15,-3-1 0-15,2-1 0 0,2-1 0 0,0-3-71 16,5 4-461-16,-5-5-77 0,2 0-84 0,-6-1-355 15,18-5-1135-15,-8 1 502 0</inkml:trace>
  <inkml:trace contextRef="#ctx0" brushRef="#br0" timeOffset="365725.3111">29359 1514 250 0,'0'0'291'0,"0"0"10"0,0 0 0 15,0 0 5-15,0 0 16 0,0 0 8 0,0 0 8 16,0 0-1-16,0 0 3 0,-2-14 4 0,2 14 2 16,-2-4-3-16,2 4-11 0,0 0-1 15,0 0-20-15,0 0 3 0,-1-5-19 0,1 5-16 16,-1-4-22-16,1 4-24 0,0 0-23 0,0 0-26 0,0 0-26 15,0 0-21-15,0 0-18 0,0 0-12 0,0 17-11 16,1-8 0-16,0 5 0 0,2 1-1 16,-1 3-4-16,1 2-2 0,1-1-8 0,-3 6-5 15,4 1-21-15,0 1-55 0,-3-2 0 0,-1-7 0 16,-1 2 0-16,0-1 0 0,2 7 0 0,-2-8 0 0,0-1 0 16,0 2 0-16,0-4 0 0,-2-2 0 0,1 2 0 15,1-5 0-15,0 1 0 0,0-4 0 16,0 0 0-16,1-1 0 0,-1-3 0 0,-1 3-84 15,2-2-99-15,-1 1-28 0,2-2-18 0,-2-3-36 16,0 0-63-16,0 0-79 0,0 0-70 0,-5-17-76 16,1 9-356-16,0-4-985 0,-2-3 435 0</inkml:trace>
  <inkml:trace contextRef="#ctx0" brushRef="#br0" timeOffset="366116.6496">29272 1548 30 0,'0'-7'428'0,"0"-3"23"16,0 2-1-16,0-3-5 0,4 6-5 0,-8-6-15 15,4 4-17-15,0-1-13 0,4 3-18 0,-3-2-28 16,3 1-31-16,-3 0-26 0,3 1-29 0,1-1-22 16,2 4-29-16,2-5-22 0,1 2-21 0,3 1-16 15,1 3-7-15,4 0-27 0,3 2-8 0,-3 2-7 16,3 2-9-16,0 1-13 0,6 5 0 0,-8 0-7 15,3 3-5-15,-3-4-5 0,6 8 6 0,-11-5-1 16,0 3-8-16,0-2-3 0,-4 2 3 0,0 3-1 16,-2-1-17-16,0 8 3 0,-6-8-4 0,1 1-4 15,-5 6 3-15,-1 0-2 0,-6 0 4 0,-2 1 10 16,-5 1 2-16,-3-4 19 0,-2 1-17 0,1-3 0 16,-6 1 7-16,-1-3-3 0,5 0 1 0,-2-4-32 31,5-4-31-31,2 0 0 0,6-4 0 0,0 0 0 15,1-2 0-15,3-1 0 0,1-2 0 0,0-1 0 16,3 4 0-16,-1-3 0 0,4-2 0 0,0 0 0 16,-8 4 0-16,8-4 0 0,0 0 0 0,0 0 0 15,0 0 0-15,0 0-274 0,22-14-113 0,-10 7-95 16,5 0-100-16,2 3-496 0,6-5-1167 0,-7 2 515 16</inkml:trace>
  <inkml:trace contextRef="#ctx0" brushRef="#br0" timeOffset="366570.3004">29815 1721 5 0,'6'-7'484'16,"-1"-2"23"-16,0 2 16 0,-3 1 16 0,3 0 1 0,-3 1-12 16,0 1-19-16,-1-1-31 0,3 1-22 0,-4 4-15 15,0 0-50-15,2-8-42 0,-2 8-40 0,0 0-38 16,0 0-32-16,0 0-25 0,0 0-26 0,0 0-11 15,0 0-21-15,-11 15-18 0,5-10-9 0,-2 4-19 16,1-2-14-16,0 1-7 0,2 2-16 16,-1-1-8-16,1-1-20 0,1-2-18 0,1 3-11 0,2-2-10 15,0-1-9-15,-1 0 7 0,5 2 0 0,-2-1 5 16,4 0-9-16,2 1 3 0,-1-1 1 16,2 1-4-16,0 1 5 0,0-3 2 0,-3-1 5 0,1-2-4 15,3 5-9-15,-2-3 2 0,2 0-3 16,-4 0-4-16,-1-2-3 0,1 2 4 0,-1-2-4 15,1 2 0-15,-2 0 2 0,0 0 8 0,0 0-10 16,-2-1 2-16,-1-4 5 0,0 11-4 0,-1-5 5 0,-3 1 1 16,-1-1 3-16,-4 3 3 0,0-3 2 0,-7 3-4 15,2-2 4-15,-5 1 5 0,2-1 2 0,-2-3-3 16,2 1-4-16,-1-1 3 0,8-2 1 16,-3 1-5-16,4-1-4 0,3-1-2 0,6-1-1 15,-13 0 0-15,9 2 0 0,4-2-21 0,0 0-62 16,0 0-58-16,-7-5-75 0,7 5-63 0,0 0-54 0,17-14-57 15,-4 12-73-15,8-7-80 0,-3 3-411 0,-1-2-1033 16,1 1 457-16</inkml:trace>
  <inkml:trace contextRef="#ctx0" brushRef="#br0" timeOffset="367039.6069">29277 1263 299 0,'-5'-3'445'0,"4"0"11"0,-4 0-6 0,2 1-1 0,3 2-3 16,0 0-1-16,-9-5-3 0,9 5 7 16,-4-2 9-16,4 2-7 0,0 0-16 0,0 0-6 0,0 0-14 15,-3-6-22-15,3 6-24 0,0 0-24 0,0 0-23 16,0 0-23-16,0 0-27 0,0 0-150 0,0 0-122 16,11-3 0-16,2 1 0 0,5-2 0 0,10-2 0 15,4 1 0-15,4-1 0 0,17 2 0 0,1-4 0 16,0 1 0-16,7 0 0 0,-5 1 0 15,-1-1 0-15,1 4 0 0,-4-2 0 0,0-1 0 16,-15 3 0-16,1-3 0 0,-2 3 0 0,-3 0 0 16,-3 2 0-16,-12-1 0 0,-4 1 0 0,-1-2 0 0,-3 0 0 15,-3 2 0-15,-2 0 0 0,-5 1 0 0,0 0 0 16,13-3 0-16,-13 3 0 0,8 0 0 16,-8 0 0-16,0 0 0 0,0 0-10 0,0 0-454 15,0 0-72-15,0 0-101 0,0 0-454 0,-35 2-1182 16,21-6 524-16</inkml:trace>
  <inkml:trace contextRef="#ctx0" brushRef="#br0" timeOffset="367804.9929">29498 2283 13 0,'0'0'282'0,"-6"1"-2"0,6-1-4 16,-10 1-4-16,10-1-6 0,-12-1 2 0,8 2-4 15,4-1-4-15,-14 3 0 0,9-4-15 0,0 2-10 16,-1-1-3-16,6 0-4 0,-14 0-11 0,7 0-7 15,0 0-6-15,0 0-1 0,7 0-10 0,-14 0-1 16,10 0-6-16,-2 1-2 0,6-1-19 0,-9 0 0 16,9 0 5-16,-9 0-5 0,9 0-12 0,-5-1 5 15,5 1 0-15,0 0 1 0,0 0 5 0,0 0-11 16,0 0 9-16,0 0 11 0,-4-3 13 0,4 3-15 16,0 0-10-16,0 0-23 0,14-2-8 0,-1 2-19 15,10-6-14-15,10 1-1 0,4-2-5 0,14-3-11 16,8 4-65-16,6-4-15 0,29 1 0 0,5-11 0 15,-3 10 0-15,10-5 0 0,0 1 0 0,-3 0 0 16,-6 9 0-16,-8-3 0 0,-27 2 0 0,4-2 0 16,-11 0 0-16,-19 3 0 0,-2 0 0 0,-6 3 0 15,-9-1 0-15,-6 1 0 0,1 1 0 0,-6 1 0 16,-3-1 0-16,0 0 0 0,-5 1 0 0,9 0 0 16,-9 0 0-16,0 0 0 0,9-1 0 0,-9 1 0 15,0 0-161-15,0 0-124 0,0 0-62 0,0 0-87 16,-32 6-79-16,18-1-98 0,-8-1-363 0,5-1-1054 15,-2 0 466-15</inkml:trace>
  <inkml:trace contextRef="#ctx0" brushRef="#br0" timeOffset="368352.3463">29741 2613 304 0,'0'0'503'0,"0"-6"10"0,-1 5 6 16,1 1 3-16,0 0-4 0,-3-11-12 0,3 11 3 16,0-6-6-16,0 6-3 0,0-5-11 0,0 5-20 15,0 0-27-15,0 0-18 0,0 0-44 0,2-6-27 16,-2 6-28-16,0 0-32 0,0 0-174 0,0 0-119 15,0 0 0-15,0 0 0 0,0 0 0 0,0 0 0 16,0 0 0-16,2 16 0 0,-2-4 0 0,-1-1 0 16,-2 0 0-16,0 6 0 0,3 1 0 0,-3 1 0 15,-1 2 0-15,7-3 0 0,-6 2 0 0,1 6 0 16,2-7 0-16,-3 0 0 0,4 0 0 0,-3 1 0 16,-1-2 0-16,2 0 0 0,-2-5 0 0,2 3 0 15,0-4 0-15,-2-3 0 0,2 3 0 0,-2-6 0 16,3-1 0-16,-2 2 0 0,-2-1 0 0,4-6 0 15,0 8 0-15,0-8 0 0,0 0 0 0,0 0 0 16,-4 4 0-16,4-4 0 0,0 0 0 0,0 0-268 16,0 0-217-16,0 0-65 0,0-25-73 0,0 14-422 15,-1-6-1130-15,-5 0 500 0</inkml:trace>
  <inkml:trace contextRef="#ctx0" brushRef="#br0" timeOffset="368712.4959">29656 2635 346 0,'2'-9'432'0,"-2"3"20"0,0 0 18 0,0-1-5 16,4-1-10-16,-3 0-20 0,1 4-17 0,0-3-20 15,2 2-27-15,1 0-27 0,-3-2-23 0,5 1-25 16,-1 0-25-16,6 1-18 0,-1-3-20 0,1 5-13 16,1 0-20-16,5-1-20 0,-1 4-12 0,3 4-14 15,-1 0-5-15,-1 1-14 0,-2 3-2 0,3 2-7 16,-2 1-12-16,2 2 2 0,-5-1-6 0,0 1 3 15,-2 4 0-15,-1-3-18 0,0 2 10 16,-5 2-105-16,0-3 0 0,-2 2 0 0,-1 1 0 0,-3-1 0 16,-4 9 0-16,-2-9 0 0,-2 1 0 0,-5 6 0 15,-6-1 0-15,-3 1 0 0,-2-3 0 0,-2 0 0 16,-3-5 0-16,2 2 0 0,7-7 0 16,2-3 0-16,1 3 0 0,1-4 0 0,5-1 0 15,2 2 0-15,4-6 0 0,-1 1 0 0,6-3 0 16,-9 7 0-16,9-7 0 0,0 0 0 0,0 0 0 0,0 0 0 15,0 0 0-15,0 0-229 0,20-18-211 0,-9 13-78 16,9-3-89-16,-7 6-460 0,6-4-1155 0,-1 3 512 16</inkml:trace>
  <inkml:trace contextRef="#ctx0" brushRef="#br0" timeOffset="369119.1254">30130 2816 72 0,'2'-6'499'16,"2"0"21"-16,-3 1 33 0,-1-1 14 0,3 1-11 16,-2 0-18-16,-1 5-24 0,3-7-36 0,-3 7-29 15,1-5-43-15,-1 5-38 0,0 0-35 0,0 0-37 16,0-5-28-16,0 5-31 0,0 0-27 0,0 0-22 16,0 0-18-16,-13 14-15 0,11-8-13 0,-2 0-18 15,1 1-15-15,-2 3-6 0,4-1-5 0,-2 3-18 16,3-1-13-16,-1-2-9 0,1 4-25 0,1-4-33 15,-1-1 0-15,4 0 0 0,0 3 0 0,0-3 0 16,0 2 0-16,2-2 0 0,-2 2 0 0,0-2 0 16,-2 2 0-16,2-4 0 0,1-1 0 0,-2 1 0 15,-2-1 0-15,4 0 0 0,-1 0 0 0,-3-1 0 16,-1-4 0-16,3 7 0 0,-3-4 0 0,0-3 0 16,-3 10 0-16,3-5 0 0,0 1 0 0,-2-2 0 15,-3 2 0-15,1-2 0 0,-1 0 0 0,-2 1 0 16,-2 0 0-16,2 3 0 0,-4-5 0 0,5 2 0 15,-4 1 0-15,0-3 0 0,1 0 0 0,2-2 0 16,-2 2 0-16,9-3 0 0,-14 1 0 0,7 3 0 16,0-4-27-16,7 0-121 0,-14 2-28 0,9-2-26 15,5 0-38-15,0 0-45 0,0 0-51 0,-13-4-64 16,11-1-55-16,2 5-78 0,0-4-366 0,0 4-973 16,5-11 431-16</inkml:trace>
  <inkml:trace contextRef="#ctx0" brushRef="#br0" timeOffset="370028.6205">29668 2475 223 0,'0'0'245'0,"0"0"-4"0,0 0-8 0,0 0-3 0,0 0-6 15,0 0 2-15,-10 3-11 0,10-3-8 0,0 0-4 16,0 0-7-16,0 0-2 0,0 0-2 16,0 0 11-16,0 0-3 0,-6 2-7 0,6-2 19 15,0 0 5-15,0 0 10 0,0 0 6 0,0 0 9 16,0 0 2-16,0 0-5 0,0 0-2 0,0 0 4 0,0 0-5 15,0 0-6-15,0 0-10 0,0 0-4 16,0 0-11-16,0 0-7 0,0 0-4 0,0 0-1 16,0 0 3-16,0 0-2 0,0 0 4 0,10-9-16 15,-10 9-1-15,0 0-150 0,9-2-31 0,-3 1 0 16,3-3 0-16,3 2 0 0,7-2 0 0,1 3 0 16,12-1 0-16,0-2 0 0,5-1 0 0,0 2 0 15,17-1 0-15,-3 3 0 0,-10-2 0 0,-3 2 0 0,-2-2 0 16,-1 3 0-16,-6-4 0 0,-7 4 0 0,-9-1 0 15,-2 1 0-15,-1 1 0 0,-2-1 0 0,0-1 0 16,-3 0 0-16,-5 1 0 0,9 1 0 16,-9-1 0-16,0 0 0 0,6-1 0 0,-6 1 0 15,0 0 0-15,5 2 0 0,-5-2 0 0,0 0 0 16,0 0 0-16,0 0 0 0,0 0 0 0,0 0-198 0,-16 5-230 16,16-5-89-16,0 0-111 0,-4-9-442 15,5 5-1160-15,-1 4 514 0</inkml:trace>
  <inkml:trace contextRef="#ctx0" brushRef="#br0" timeOffset="370622.9606">30587 2310 409 0,'-9'-3'461'0,"9"3"0"0,-4-5-2 16,3 4-7-16,1 1-8 0,-1-7-13 0,1 7-18 15,0 0-18-15,-3-6-12 0,3 6-23 0,3-8-26 16,-3 8-15-16,1-7-29 0,-1 7-25 0,1-3-28 15,-1 3-29-15,7-4-17 0,-3-2-21 0,-4 6-19 16,9-4-20-16,-2 4-15 0,-7 0-14 0,16 1-14 16,-16-1-15-16,14 2-5 0,-8 3-7 0,2-3-4 15,-2 2-12-15,-1-2-3 0,2 2-4 0,-4 0 1 16,0 3-8-16,0-3 3 0,-2 3-2 16,-1 0-24-16,-1 0 11 0,-2 2 4 0,-1 0 4 15,-5-1-13-15,0 2-4 0,0-3-1 0,-2 1-9 0,1-2-5 16,1-2 3-16,2-1 1 0,1 1-2 0,1-1 4 15,1 0 1-15,4-3 2 0,-5 3-3 0,5-3 14 16,0 0-6-16,-7 3-3 0,7-3-6 0,0 0 2 16,0 0-7-16,0 0 4 0,22 4 0 15,-10-4 3-15,-2 2-6 0,3-2-1 0,-4 3-3 16,2 0 1-16,-1 2 1 0,1 0-5 0,-1 0 0 16,0-1 3-16,-4 4 5 0,0-1-5 0,-1-1 9 0,-1 3 0 15,-3 0-2-15,-1-2-6 0,-1 0 10 0,-1 1 0 16,-5 1 2-16,-3-1-5 0,-3 1 0 15,-3 2 3-15,0 0-17 0,-2-4-17 0,-3 2-22 16,5-3-19-16,4 0-10 0,-2-2-16 0,4 2-15 16,-3-4-8-16,7 1-18 0,3-1-20 0,3-2-37 15,-4 3-66-15,4-3-88 0,0 0-73 0,22-5-75 16,-8 1-377-16,3 0-949 0,2-1 420 0</inkml:trace>
  <inkml:trace contextRef="#ctx0" brushRef="#br0" timeOffset="370936.1457">30889 2474 125 0,'6'-6'478'15,"-4"1"40"-15,0 0 31 0,-1 2 8 0,-1 3 4 16,4-11 13-16,-4 7-11 0,3 2-3 0,-3 2-11 16,2-4-17-16,-2 4-31 0,0-3-30 0,0 3-29 15,0 0-43-15,0 0-40 0,0 0-29 0,0 0-207 16,0 0-123-16,0 0 0 0,0 0 0 0,0 0 0 15,0 0 0-15,-10 7 0 0,5 3 0 0,0-1 0 16,0 2 0-16,-3 2 0 0,-3 2 0 0,3 2 0 16,-1-2 0-16,-2 10 0 0,-1-2 0 0,2 1 0 15,-2-6 0-15,2 5 0 0,-3-5 0 0,4 0 0 16,4-1 0-16,-4-4 0 0,-3 1 0 0,5 0 0 16,1-5 0-16,2 0 0 0,1 0 0 0,-1-3 0 15,-1-1 0-15,0-2 0 0,5-3 0 0,0 6 0 16,0-6-302-16,0 0-280 0,0 0-56 0,15 0-474 15,-15 0-1204-15,22-9 533 0</inkml:trace>
  <inkml:trace contextRef="#ctx0" brushRef="#br0" timeOffset="371374.7738">30955 2626 46 0,'0'0'449'16,"2"-6"31"-16,0 4 22 0,0 0 7 0,0-4-12 15,-2 6-19-15,6-5-11 0,-6 0-33 0,0 5-14 16,5-9-16-16,-1 6-23 0,-2-1-21 0,1-3-26 0,1 3-9 16,-1 1-43-16,-1 0-26 0,2 0-27 0,1 1-23 15,0-1-24-15,-1 0-19 0,4 1-18 0,-3 1-21 16,3-1-8-16,-8 2-13 0,11 0-14 16,-4 2 1-16,0 0-18 0,1-1-24 0,-4-1-48 15,-4 0 0-15,10 8 0 0,-5-3 0 0,-2-2 0 16,-1 3 0-16,3 4 0 0,-5 1 0 0,2-3 0 15,-4 3 0-15,0-1 0 0,-3 0 0 0,0 1 0 16,-3 3 0-16,-1-2 0 0,-1-1 0 0,2-1 0 16,2-1 0-16,-1-4 0 0,3 2 0 0,-2-3 0 15,6 0 0-15,0-4 0 0,-4 7 0 0,4-7 0 16,0 5 0-16,0-5 0 0,0 0 0 0,21-2 0 16,-1-5 0-16,-1 1 0 0,8-2 0 0,2-1 0 15,0 2 0-15,1-1 0 0,-3-1 0 0,-8 3 0 16,2-1 0-16,-2-1 0 0,-4 3 0 0,-3 1 0 15,-1 1 0-15,-2 0 0 0,-2 2 0 0,-2-1 0 16,0-1 0-16,-5 3 0 0,7-3 0 0,-3 0 0 16,-4 3-48-16,0 0-288 0,0 0-27 0,0 0-20 15,0 0-21-15,0 0-42 0,0 0-47 0,-16 9-47 16,4-7-323-16,6 2-936 0,-5-2 415 0</inkml:trace>
  <inkml:trace contextRef="#ctx0" brushRef="#br0" timeOffset="378548.9499">25382 4077 156 0,'-4'3'364'0,"4"-3"8"16,0 0 6-16,0 0 5 0,0 0 5 0,0 0 11 15,-1 4 5-15,-2-2 7 0,3-2-2 0,0 0-7 16,-5 1-7-16,5-1-7 0,0 0-10 0,0 0-9 15,0 0-9-15,0 0-9 0,0 0-19 0,0 0-12 16,0 0-24-16,0 0-20 0,0 0-26 0,9-8-26 16,-4 4-38-16,8-1-186 0,-3 1 0 0,3-1 0 15,5-3 0-15,-5 5 0 0,3-3 0 0,-3 2 0 16,0 1 0-16,-4 0 0 0,-3 3 0 0,-1-2 0 16,4 0 0-16,-4 2 0 0,-5 0 0 0,0 0-67 15,9 1-340-15,-9-1-57 0,2 4-57 0,-2-4-57 16,-6 10-448-16,-3-3-1111 0,-2 0 491 0</inkml:trace>
  <inkml:trace contextRef="#ctx0" brushRef="#br0" timeOffset="378736.2625">25306 4238 340 0,'-1'3'406'0,"1"-3"26"0,0 3 22 0,0-3 42 16,0 5 18-16,0-5 8 0,0 0 3 0,9 1-4 15,-4-1-7-15,-5 0-12 0,18-4-27 0,-9 4-31 16,-1-2-43-16,6 0-39 0,-1-2-35 0,3 0-35 15,-3 0-28-15,6 0-30 0,-2 1-68 0,1-2-166 16,-5 3 0-16,0-1 0 0,0-2 0 0,1 2 0 16,-5 0-206-16,0 1-138 0,-5 0-120 0,1-2-139 15,0-1-493-15,-3 3-1187 0,-2 2 525 0</inkml:trace>
  <inkml:trace contextRef="#ctx0" brushRef="#br0" timeOffset="380367.4051">26633 3660 377 0,'0'0'408'0,"0"-5"25"0,0 5 15 15,1-5 12-15,-1 1 12 0,0 4 2 0,0-4 4 32,-1-1 8-32,1 5-8 0,1-5-3 0,-1 5-13 0,-1-4-17 0,1 4-24 0,1-4-26 15,-1 4-29-15,0 0-32 0,-1-6-34 0,1 6-25 16,0 0-71-16,0 0-204 0,0 0 0 0,0 0 0 0,0 0 0 16,0 0 0-16,0 0 0 0,5 10 0 0,-5-2 0 15,1 1 0-15,3 5 0 0,-1 5 0 0,-2-1 0 16,4 8 0-16,0 2 0 0,4-3 0 0,-5 3 0 15,0-2 0-15,1 0 0 0,0 1 0 16,0-2 0-16,-2-5 0 0,-2-1 0 0,3 7 0 0,-1-7 0 16,-2 2 0-16,0-1 0 0,3-2 0 0,-4 0 0 15,3-2 0-15,-2-5 0 0,-1 0 0 0,2 1 0 16,0-5 0-16,-2 0 0 0,0 0 0 16,1-3 0-16,0 2 0 0,-1-2 0 0,3 0 0 15,-3-4 0-15,0 6 0 0,0-5 0 0,0-1 0 0,1 4 0 31,-1-4 0-31,2 3 0 0,-2-3 0 0,0 0 0 16,0 0 0-16,0 0 0 0,-2 6 0 0,2-6 0 16,0 0 0-16,0 0 0 0,0 0 0 0,0 0 0 15,0 0 0-15,0 0 0 0,4-14-615 0,0 4-63 16,-3 3-472-16,3-2-1245 0,0-1 550 0</inkml:trace>
  <inkml:trace contextRef="#ctx0" brushRef="#br0" timeOffset="380820.9941">26849 3838 28 0,'5'-10'378'0,"4"-5"29"0,0 0 39 15,1 2 19-15,-6 1 17 0,1 2 2 0,-1 3 2 16,1-3 6-16,0 5 10 0,-2 1-10 0,-1-1-12 16,0 0-17-16,-1 2-18 0,-1 3-37 0,3-6-33 15,-3 6-34-15,0-4-33 0,0 4-33 0,0 0-31 16,0 0-54-16,0 0-190 0,0 0 0 0,0 0 0 15,0 0 0-15,-8 10 0 0,3 0 0 0,-4 2 0 16,-3 4 0-16,2 1 0 0,-3-2 0 0,-1 5 0 16,0-3 0-16,1-2 0 0,-2 3 0 0,5-2 0 15,-4-4 0-15,2 2 0 0,5-4 0 0,-1-2 0 16,2 2 0-16,1-2 0 0,-1-4 0 0,4 3 0 16,0-3 0-16,0 1 0 0,2 0 0 0,0-1 0 15,1 0 0-15,3 1 0 0,0-1 0 0,2-1 0 16,6 2 0-16,1-1 0 0,4 0 0 0,1 1 0 15,4 1 0-15,6-3 0 0,-6 0 0 0,5 2 0 0,0 0 0 16,-7-2 0-16,-1-1 0 0,-2 0 0 16,1 1 0-16,-5-2 0 0,-1 2 0 0,-3-3 0 15,0 1 0-15,-4-1 0 0,0 2 0 0,-5-2 0 16,9 2 0-16,-9-2 0 0,4 2 0 0,-4-2 0 16,0 0 0-16,0 0 0 0,4 1 0 0,-4-1 0 15,0 0 0-15,0 0 0 0,0 0 0 0,-15 3 0 16,7-3 0-16,0 0 0 0,-1-3 0 0,4 0-432 15,-6-1-111-15,4-4-77 0,2 6-480 0,-2-11-1190 16,4 7 526-16</inkml:trace>
  <inkml:trace contextRef="#ctx0" brushRef="#br0" timeOffset="381806.8958">27838 3620 70 0,'0'0'455'0,"0"0"16"0,0 0 5 0,0 0 2 16,0 0-4-16,0 0-8 0,-1-6-8 0,1 6-3 16,0 0-15-16,4-1-17 0,-4 1-14 0,0 0-25 15,0 0-21-15,0 0-22 0,0 0-27 0,0 0-24 16,0 0-24-16,-11-4-28 0,11 4-21 0,-12-1-19 16,2 2-22-16,-2 2-16 0,-6-2-12 0,-1 2-127 15,-2 2-21-15,-7 2 0 0,0-1 0 0,-2 1 0 16,-1 1 0-16,0-1 0 0,2 0 0 0,-2 0 0 15,4 1 0-15,8-4 0 0,1 0 0 0,3-2 0 16,2 2 0-16,3-1 0 0,2-3 0 0,1 0 0 16,2 0 0-16,-1 1 0 0,6-1 0 0,-10 0 0 15,10 0 0-15,-5 2 0 0,5-2 0 0,0 0 0 16,0 0 0-16,-6 0 0 0,6 0 0 0,0 0 0 16,0 0 0-16,-4 2 0 0,4-2 0 0,0 0 0 15,0 0 0-15,0 0 0 0,0 0 0 0,0 0 0 16,0 0 0-16,0 0 0 0,-3 3 0 0,3-3 0 15,0 0 0-15,0 0 0 0,0 0 0 0,0 0 0 16,0 0 0-16,0 0 0 0,0 0 0 0,0 4 0 16,0-4 0-16,0 0 0 0,0 9 0 0,0-9 0 15,2 8 0-15,-1-1 0 0,0-4 0 0,0 5 0 0,1 3 0 16,-1-1 0-16,-1 2 0 0,3 2 0 0,-2 2 0 16,0 1 0-16,0 1 0 0,1 3 0 0,3 2 0 15,-5 4 0-15,0-1 0 0,0 1 0 16,-3 4 0-16,3 0 0 0,-1 0 0 0,1-1 0 0,0 4 0 15,-3 1 0-15,1-2 0 0,-1 1 0 0,1 2 0 16,-2-4 0-16,0 1 0 0,3 0 0 0,-2-4 0 16,1 2 0-16,0-2 0 0,-1-4 0 0,0 2 0 15,1-4 0-15,2-1 0 0,-4 2 0 16,2 0 0-16,1-6 0 0,0-1 0 0,1 0 0 0,-3 0 0 16,3-2 0-16,0 1 0 0,0-3 0 0,0 0 0 15,0-1 0-15,3 0 0 0,-3-1 0 0,2-3 0 16,0 2 0-16,0 0 0 0,0-3 0 0,-2 0 0 15,0 1 0-15,1-5 0 0,-1-3 0 0,1 7 0 16,-1-2 0-16,0-5 0 0,3 4 0 0,-3-4 0 16,0 0 0-16,0 0 0 0,5 6 0 0,-5-6 0 15,11 0 0-15,-11 0 0 0,23-3 0 0,-5-1 0 16,1-2 0-16,9 1 0 0,-5-1 0 0,3 1 0 16,2-2 0-16,0 0 0 0,0 3 0 0,-6-1 0 15,-2 1 0-15,-2 1 0 0,0-2 0 0,-4 2 0 16,0 2 0-16,-3-1 0 0,-1 0 0 0,-4 0 0 15,3 1 0-15,-4-1 0 0,3 1 0 0,-8 1 0 16,8-2 0-16,-8 2 0 0,0 0 0 0,7-2 0 16,-7 2 0-16,0 0 0 0,0 0 0 0,0 0 0 15,0 0 0-15,0 0 0 0,0 0 0 0,0 0 0 16,5-2 0-16,-5 2 0 0,0 0 0 0,0 0 0 16,0 0 0-16,0 0 0 0,0 0 0 0,0 0 0 15,0 0 0-15,0 0 0 0,0 0 0 0,0 0-167 16,-15-11-523-16,15 8-533 0,-4-3-1324 0,0-3 586 15</inkml:trace>
  <inkml:trace contextRef="#ctx0" brushRef="#br0" timeOffset="382417.2035">28499 3688 171 0,'3'-2'370'0,"0"0"0"0,-1-2 0 0,-2 4 5 16,3-3-4-16,-1-1 5 0,-2 4 1 0,2-4-4 16,-2 4-6-16,0 0-10 0,4-3-11 0,-4 3-4 15,0 0-13-15,0 0-12 0,0 0-3 0,3-3-35 16,-3 3-35-16,0 0-22 0,0 0-22 0,0 0-24 16,0 0-16-16,0 0-2 0,4 14 4 0,-3-6 11 15,-1 2-3-15,0 2-3 0,1 6-2 0,0 0 0 16,3 1-9-16,-4 1-87 0,3-2-69 0,-3 1 0 15,2 0 0-15,-2 4 0 0,0-4 0 0,2 0 0 16,-1-1 0-16,-1 0 0 0,2-3 0 0,-2 1 0 16,0-4 0-16,0 0 0 0,0-2 0 0,0 3 0 15,2-5 0-15,0 2 0 0,-2-4 0 0,0-1 0 16,0 1 0-16,0-2 0 0,2 0 0 0,-2-4 0 16,1 6 0-16,-1-6 0 0,1 4 0 0,-1-4 0 15,0 0 0-15,0 0-150 0,0 0-233 0,0 0-75 16,3-14-51-16,-3 10-60 0,0-2-452 0,-3 1-1105 15,1 0 489-15</inkml:trace>
  <inkml:trace contextRef="#ctx0" brushRef="#br0" timeOffset="382887.4249">28103 4296 239 0,'-3'3'287'0,"3"-3"-12"15,-6 1-15-15,6-1-7 0,-5 3-13 0,5-3-8 16,-8 3-20-16,8-3-9 0,-13 2-15 0,3-1-6 16,1 1-21-16,-4 1-11 0,6-3-13 0,-5 2-17 15,1-1-4-15,-1 0-10 0,3 4-18 0,2-4-7 16,-1 0 9-16,8-1 0 0,-13 0-5 0,13 0 0 15,-10 2 10-15,6 1-3 0,4-3 4 0,-8 0 0 16,8 0 5-16,0 0 8 0,0 0 8 0,-5 1 12 16,5-1 5-16,0 0 0 0,0 0-8 0,0 0-12 15,0 0-13-15,19-6-10 0,-6 4 5 0,6-3 1 16,11 1 6-16,2 1-1 0,3-3-2 0,15-3-8 16,8 0-5-16,8 0-7 0,35-5-8 0,3 0-6 15,8-4-5-15,10 2-10 0,4-1 7 0,8-2-1 16,6 2 4-16,-1-3 24 0,-11 5 26 0,-12 3 27 15,-14 5-1-15,-35 2-7 0,-5 3-1 0,-10-1-16 16,-18 2-17-16,-3-1-8 0,-10 2-12 0,1 0-8 0,-12 2-12 16,2-2-31-16,-5-2-29 0,1 2-23 15,-3 2-32-15,-5-2-24 0,4 1-20 0,-4-1-32 16,0 0-54-16,0 0-76 0,-32 5-84 0,5-2-85 16,-1-3-96-16,-10 3-416 0,-12-2-1024 0,9 0 454 15</inkml:trace>
  <inkml:trace contextRef="#ctx0" brushRef="#br0" timeOffset="383685.7752">28214 4880 407 0,'-5'-3'485'0,"2"0"16"0,3 3 12 16,-5-2 11-16,5-2-5 0,0 4-10 0,-4-4-6 16,4 4-2-16,0-4-14 0,0 4-22 0,0 0-25 0,0-6-34 15,0 6-33-15,0 0-35 0,-5-4-31 16,5 4-39-16,0 0-31 0,0 0-29 0,0 0-24 16,0 0-168-16,4 13-16 0,1-4 0 0,-1 1 0 15,1 7 0-15,4 0 0 0,0-1 0 0,-1 9 0 0,2 0 0 16,1 0 0-16,-3 0 0 0,0 0 0 0,-2 0 0 15,1 0 0-15,-1-1 0 0,-4-3 0 0,2-1 0 16,0 5 0-16,-1-9 0 0,-1-1 0 16,-2 2 0-16,2-5 0 0,-1-2 0 0,-1-2 0 15,1 3 0-15,0-6 0 0,-2 0 0 0,1-1 0 0,1-1 0 16,-1-3 0-16,0 0 0 0,0 0 0 0,9-13 0 16,-7 3 0-16,3-4 0 0,1-5 0 15,1-4 0-15,0-3 0 0,3-5 0 0,-1-15 0 0,-1 12 0 16,-2-14 0-16,2-1 0 0,-7 1 0 0,3 1 0 15,-1 12 0-15,-1-1 0 0,-2 1 0 0,0 3 0 16,0-1 0-16,0 4 0 0,3 1 0 0,-3 10 0 16,0-1 0-16,0 6 0 0,0-5 0 0,0 8 0 15,0 0 0-15,0 4 0 0,0 0 0 0,0 0 0 16,1 4 0-16,-1-2 0 0,0 4 0 0,0-5 0 16,0 5 0-16,0 0 0 0,-1-4 0 0,1 4 0 15,0 0 0-15,0 0 0 0,0 0 0 0,0 0 0 16,0 0-108-16,0 0-350 0,0 0-15 0,0 0-20 15,0 0-8-15,0 0-15 0,0 0-6 0,4-3-332 16,-4 3-924-16,0 0 409 0</inkml:trace>
  <inkml:trace contextRef="#ctx0" brushRef="#br0" timeOffset="384014.5964">28403 4516 38 0,'0'-2'253'15,"0"2"13"-15,0 0 15 0,0 0 18 0,0 0 16 16,0 0 18-16,0 0 12 0,0 0 6 0,0 0 0 15,-4-5 3-15,4 5 0 0,0 0-1 0,0 0-15 16,0 0-11-16,0 0-3 0,0 0-11 0,0 0-10 16,0 0-11-16,0 0-3 0,0 0-13 0,0 0-20 15,0 0-20-15,0 0-17 0,13-2-26 0,-3 2-19 16,6-2-16-16,5-1-18 0,13 0-10 0,3-3-10 16,19-2-12-16,0 5-15 0,7-8-84 0,31 0-9 15,7-4 0-15,0 1 0 0,-6 4 0 0,-1-4 0 16,-30 10 0-16,-1-5 0 0,-2 4 0 0,-8 1 0 15,-18-1 0-15,0 4 0 0,-7-2 0 0,-6 1 0 16,-8-1 0-16,-3 3 0 0,1 3 0 0,-6-3 0 16,1-3 0-16,-1 3 0 0,-6 0 0 0,9-1 0 15,-9 1 0-15,0 0 0 0,0 0-108 0,-8 10-153 0,2-9-60 16,-3 4-60-16,-8-2-52 0,-1 4-57 16,-1 0-67-16,-9-1-383 0,10-2-1019 0,-9 4 451 15</inkml:trace>
  <inkml:trace contextRef="#ctx0" brushRef="#br0" timeOffset="384452.8113">28767 4742 102 0,'0'-5'442'0,"2"2"30"0,-2 3 8 15,0 0 11-15,2-5 0 0,-2 5-8 0,-2-5 3 16,2 5-9-16,0 0-2 0,0 0-17 0,0-6-12 0,0 6-19 16,0 0-22-16,0-4-26 0,0 4-25 0,0 0-27 15,0 0-32-15,0 0-25 0,0 0-31 16,0 0-47-16,0 0-192 0,0 0 0 0,0 0 0 15,0 0 0-15,0 0 0 0,0 18 0 0,0-7 0 16,2 2 0-16,-2 1 0 0,0 3 0 0,0-1 0 0,0 2 0 16,2 0 0-16,0 3 0 0,-2-4 0 0,0 1 0 15,3 0 0-15,-3 1 0 0,3 1 0 16,-6-4 0-16,6 0 0 0,-3-5 0 0,-3 1 0 16,1-1 0-16,1 0 0 0,1 0 0 0,0-4 0 0,0-1 0 15,0-1 0-15,0 1 0 0,-2 0 0 0,2-3 0 16,2 0 0-16,-1 0-169 0,-1-3-205 0,0 0-55 15,0 0-54-15,0 0-56 0,5-12-50 0,-5 4-346 16,0 1-1013-16,-3-5 449 0</inkml:trace>
  <inkml:trace contextRef="#ctx0" brushRef="#br0" timeOffset="384843.5423">28679 4732 22 0,'0'-4'442'0,"2"-2"26"0,-1 2 15 0,0 0 8 0,-1-3-8 16,3 2-21-16,0-1-32 0,1-1-23 0,3 2-23 16,-1-4-13-16,2 3-21 0,2 0-26 0,-1 0-23 15,2 2-18-15,3 3-23 0,3-6-9 0,2 5-22 16,0 2-16-16,-1 2-18 0,0 2-22 0,3-1-2 16,-1 4-18-16,0 1-10 0,7 3-10 0,-9-2-4 15,-1 3-2-15,-2-1-9 0,-1 2-3 0,0 0-35 16,-1 0-80-16,-3 2 0 0,-1 1 0 0,-1 1 0 15,-2-2 0-15,-3 3 0 0,-3-1 0 0,-3 0 0 16,-2 1 0-16,0 0 0 0,-8 3 0 0,-1 1 0 16,0-2 0-16,-5 1 0 0,-4-5 0 0,1 1 0 15,-1-2 0-15,5-2 0 0,2-1 0 0,-2-1 0 16,4-3 0-16,-3 1 0 0,8-5 0 0,3 1 0 16,-2-2 0-16,4 0 0 0,-2 0 0 0,6-3 0 15,-8 4 0-15,4-2 0 0,4-2 0 0,-5 1 0 16,5-1-194-16,0 0-53 0,0 0-50 0,0 0-35 15,-5-6-25-15,5 2-35 0,-4 1-39 0,4 3-47 16,0-6-38-16,-3 2-309 0,3 4-893 0,5-8 395 16</inkml:trace>
  <inkml:trace contextRef="#ctx0" brushRef="#br0" timeOffset="385799.7706">29217 4970 402 0,'0'0'427'15,"0"0"16"-15,0 0 18 0,0 0 7 0,0 0 6 16,-9-9 4-16,9 9 1 0,0 0 4 0,-3-5 5 16,3 5-10-16,-2-2-16 0,2 2-14 0,0 0-16 15,0 0-17-15,-2-2-32 0,2 2-28 0,0 0-26 16,0 0-43-16,0 0-286 0,0 0 0 0,0 0 0 16,0 0 0-16,0 0 0 0,0 0 0 0,-2 8 0 15,0-1 0-15,0 3 0 0,1 3 0 0,-1 0 0 16,0 4 0-16,-3-1 0 0,3 2 0 0,0 2 0 15,-3-2 0-15,3 1 0 0,-1-1 0 0,1 0 0 16,0 1 0-16,0-3 0 0,1 0 0 0,1-4 0 16,-2 3 0-16,2 1 0 0,-2-4 0 0,2-2 0 15,0 0 0-15,0-2 0 0,-2 2 0 0,2-3 0 0,-1-1 0 16,0-1 0-16,0 0 0 0,1-5 0 0,1 7 0 16,-1-7 0-16,0 5 0 0,0-5 0 0,1 5 0 15,-1-5 0-15,0 0-200 0,0 0-251 16,0 0-46-16,0 0-50 0,4-22-43 0,-8 17-395 0,3-7-1066 15,-3 0 472-15</inkml:trace>
  <inkml:trace contextRef="#ctx0" brushRef="#br0" timeOffset="386128.2448">29128 5020 42 0,'2'-7'340'0,"2"0"8"15,1 0 20-15,0-2 27 0,3-2 1 0,-2 2 4 16,0 0-11-16,-1 0-9 0,1-1-9 0,2 0-9 15,-1 3-4-15,0-1-25 0,3-2-18 0,-2 3-21 16,1-1-23-16,-2 2-20 0,1 2-21 0,-2 2-19 16,2-3-28-16,-2 3-15 0,5 0-13 0,1 2-22 15,-1 1-10-15,1 0-3 0,-1 3-18 0,-1-1-11 16,0 1-6-16,0 1-6 0,1 2-12 0,-4 0-9 16,2 1-2-16,-1 1 1 0,-3 0-11 0,0 0-3 15,1 2-8-15,-4 0 10 0,-2-1-13 0,-2 1 1 16,-1 0-4-16,-1 1-2 0,-3 0-9 0,-2 1 11 15,-2-1-17-15,-3 2-24 0,1-2-20 0,-2-4-20 16,-1 2-20-16,5-3-19 0,2 0-25 0,0-1-21 16,0-2-20-16,5-1-22 0,0-1-25 0,4-2-27 15,-5 2-45-15,5-2-63 0,0 0-80 0,0 0-86 16,0 0-338-16,9-11-914 0,-1 8 404 0</inkml:trace>
  <inkml:trace contextRef="#ctx0" brushRef="#br0" timeOffset="386534.74">29489 5104 478 0,'4'-1'563'0,"-4"1"28"16,4-3 6-16,-3 0-3 0,3-1-9 0,-1 0-18 16,-1 2-14-16,-2 2-22 0,2-5-24 0,-2 5-28 15,2-4-30-15,-2 4-34 0,0-3-35 0,0 3-34 16,0 0-38-16,0 0-60 0,0 0-248 0,0 0 0 15,4-2 0-15,-4 2 0 0,0 0 0 0,0 0 0 16,0 0 0-16,-5 15 0 0,4-4 0 0,-1-4 0 16,0 1 0-16,-1 3 0 0,3 4 0 0,0-5 0 15,-1 0 0-15,1 3 0 0,0 0 0 0,0 0 0 16,0-2 0-16,1 2 0 0,3-2 0 0,-1-1 0 16,2 2 0-16,1-3 0 0,-1-1 0 0,4-1 0 15,-1 2 0-15,3-7 0 0,0 3 0 0,-1 1 0 16,2-5 0-16,-1-1 0 0,-1-1 0 0,-10 1 0 15,15-5 0-15,-6-1 0 0,-2 1 0 0,0-2 0 16,-2 1 0-16,1 1 0 0,-3-1 0 0,1-2 0 16,-2-2 0-16,-4 1 0 0,2 2 0 0,-1 0 0 15,-3-1 0-15,0 3 0 0,-5-1 0 0,-1 1 0 16,-1-2 0-16,0 4 0 0,-3 1 0 0,4 1 0 16,1-1 0-16,-2 2 0 0,-1 0 0 0,3 2 0 15,3-2 0-15,-2 3-288 0,2-3-406 0,-1 0-508 16,7 0-1302-16,0 0 576 0</inkml:trace>
  <inkml:trace contextRef="#ctx0" brushRef="#br0" timeOffset="389072.4198">29133 4620 143 0,'-12'0'254'0,"12"0"-4"16,0 0-5-16,0 0-7 0,-5 1-6 0,5-1-6 16,0 0-4-16,0 0-7 0,-5 3-11 0,5-3 1 15,0 0-12-15,0 0 3 0,-5 1-1 0,5-1 8 16,0 0 5-16,0 0-5 0,0 0 4 0,0 0 0 15,0 0-2-15,0 0 1 0,0 0 2 0,0 0-3 16,0 0 1-16,0 0-10 0,0 0 2 0,0 0 2 16,-8 1-8-16,8-1-2 0,0 0-1 0,0 0 0 15,0 0-3-15,0 0-6 0,0 0 3 0,0 0-12 16,0 0-12-16,0 0-4 0,0 0-26 0,0 0-2 16,17-7-14-16,-7 4-20 0,2-2-6 0,-1 3-7 15,3-1-11-15,5-4-40 0,-1 3-29 0,0-1 0 16,4-1 0-16,-3 2 0 0,3-1 0 0,5 1 0 15,-2-1 0-15,-6 1 0 0,-1 1 0 0,-1 0 0 16,-4 0 0-16,-6 2 0 0,4-2 0 0,-6 3 0 16,2-2 0-16,-2 1 0 0,1 0 0 0,-6 1 0 15,7 0 0-15,-7 0 0 0,4-2 0 0,-4 2 0 16,0 0 0-16,0 0 0 0,9-1 0 0,-9 1 0 16,0 0 0-16,0 0 0 0,0 0 0 0,0 0 0 15,0 0-20-15,0 0-119 0,5-1-31 0,-5 1-32 16,0 0-31-16,0 0-36 0,0 0-33 0,4-4-45 15,-4 4-35-15,0 0-44 0,1-3-47 0,-1 3-36 0,0 0-278 16,0 0-852-16,-4-10 377 0</inkml:trace>
  <inkml:trace contextRef="#ctx0" brushRef="#br0" timeOffset="389809.6215">30476 4104 198 0,'0'0'306'0,"0"0"-11"0,-10-1-2 16,10 1 5-16,0 0-10 0,0 0 0 0,0 0-8 15,0 0-1-15,-8 1 1 0,8-1 0 0,0 0 0 16,0 0-1-16,0 0-1 0,0 0-2 0,0 0-9 16,0 0-2-16,0 0-12 0,0 0-9 0,0 0-3 15,0 0-6-15,0 0-6 0,0 0-7 0,0 0-23 16,0 0-13-16,0 0-16 0,14-5-22 15,-2 2-7-15,-1 0-12 0,4 1-7 0,2-3-16 0,6-1-5 16,-4 2-3-16,-1-2-4 0,4 3-1 0,-2-1-12 16,-3 0-1-16,-5 2-14 0,-2-2-7 0,0 3-5 15,-2-1-1-15,-1 0-11 0,0 0-27 0,-2 1-15 16,-5 1 0-16,4-1 0 0,-4 1 0 0,6-3 0 16,-6 3 0-16,6-1 0 0,-6 1 0 0,5-2-85 15,-5 2-50-15,0 0-35 0,0 0-35 0,0 0-51 16,0 0-37-16,4-3-53 0,-4 3-45 0,0 0-44 15,0 0-57-15,8-1-406 0,-8 1-971 0,10-3 430 16</inkml:trace>
  <inkml:trace contextRef="#ctx0" brushRef="#br0" timeOffset="390279.401">32214 3448 402 0,'-1'-5'417'0,"0"-3"17"0,-1 3-7 0,0-2-9 15,0 3 0-15,2-1 2 0,-3 0 8 0,3 5-7 16,-2-9-11-16,2 9 1 0,-1-5-10 0,-3 3-13 15,4 2-16-15,0 0-19 0,0 0-26 0,0 0-30 16,0-5-34-16,0 5-31 0,0 0-22 0,0 0-30 16,0 0-24-16,0 0-14 0,0 0-16 0,-1 16-11 15,1-6-92-15,0 1-23 0,1 7 0 0,-2 1 0 16,1 1 0-16,1 4 0 0,-1 4 0 0,3-2 0 16,-3-5 0-16,0 4 0 0,-5 3 0 0,4-10 0 15,2 10 0-15,-2-2 0 0,-1 0 0 0,1-7 0 16,0-1 0-16,-1 0 0 0,1-2 0 15,0-5 0-15,-1 2 0 0,2-3 0 0,-1-2 0 16,1-3 0-16,1 2 0 0,-2 0 0 0,1-4 0 16,0-3 0-16,-1 8 0 0,1-2 0 0,0-6 0 0,0 0 0 15,0 0 0-15,-1 4 0 0,1-4 0 0,0 0 0 16,0 0 0-16,0 0 0 0,0 0 0 0,0 0-122 16,0 0-320-16,0 0-52 0,0 0-65 0,-4-18-60 15,4 18-374-15,0 0-1075 0,-12-3 475 0</inkml:trace>
  <inkml:trace contextRef="#ctx0" brushRef="#br0" timeOffset="390702.6964">31437 4189 216 0,'0'0'415'0,"-14"5"13"15,14-5-14-15,-8 1-6 0,8-1-20 0,-9 0-17 16,9 0-15-16,0 0-12 0,0 0-7 16,0 0-7-16,0 0-15 0,0 0-21 0,0 0-13 15,-17 1-15-15,17-1-12 0,0 0-10 0,0 0-21 16,0 0-11-16,0 0-6 0,0 0-24 0,0 0 5 16,0 0-11-16,0 0-4 0,0 0 1 0,0 0-6 15,0 0-11-15,0 0-13 0,0 0-14 0,0 0-12 16,0 0-15-16,34-3-8 0,-12-1-11 0,12-1-75 15,19-5-8-15,5 0 0 0,6-1 0 0,37-5 0 16,9 3 0-16,5 0 0 0,0-2 0 0,12-2 0 16,6 4 0-16,6-4 0 0,-7 2 0 0,-1 2 0 15,-14 5 0-15,-9 2 0 0,-8-1 0 0,-37 3 0 16,-5 4 0-16,-7-1 0 0,-16 1 0 0,-2 1 0 16,-12-2 0-16,-21 1 0 0,34 1 0 0,-34-1 0 15,0 0 0-15,0 0 0 0,31-1 0 0,-31 1 0 16,0 0 0-16,0 0 0 0,0 0 0 0,0 0 0 15,0 0-296-15,0 0-131 0,0 0-89 0,0 0-100 16,0 0-440-16,-97 5-1144 0,70-3 506 0</inkml:trace>
  <inkml:trace contextRef="#ctx0" brushRef="#br0" timeOffset="391594.5402">31469 4731 48 0,'0'0'345'0,"0"0"11"15,-22-6 23-15,22 6 5 0,0 0 11 0,-5-4 2 16,5 4 7-16,0 0 2 0,0 0-3 0,-1-7-5 15,1 7-7-15,0 0 1 0,0 0-37 0,0 0-19 16,0 0-37-16,0 0-27 0,0 0-30 0,0 0-23 16,0 0-28-16,0 0-17 0,0 0-8 0,0 0-17 15,5 21-6-15,-1-11 0 0,1 5-10 0,1 2-6 16,-2 3-12-16,5 3-5 0,1 5-12 0,-1-1-6 16,-1 0-9-16,1-2-37 0,-3 2-46 0,4 1 0 15,-4-3 0-15,-1-3 0 0,0 2 0 16,-2-4 0-16,2 6 0 0,0-9 0 0,-3 2 0 0,3-2 0 15,-3-2 0-15,-2-1 0 0,1-5 0 0,0 1 0 16,-1-3 0-16,3 2 0 0,-3-9 0 0,-2 9 0 16,2-9 0-16,0 9 0 0,0-9 0 0,0 0 0 15,4 3 0-15,-4-3 0 0,0 0 0 0,0 0 0 16,0 0 0-16,6-24 0 0,-3 14 0 0,2-9 0 16,0-6 0-16,-3-3 0 0,4-1 0 0,1-3 0 15,0-16 0-15,-2-2 0 0,4 1 0 0,-4-7 0 16,4-1 0-16,0-1 0 0,-4-1 0 0,2 1 0 15,-1 5 0-15,-1 7 0 0,-1 13 0 0,-3 1 0 16,4 7 0-16,-2 4 0 0,-2 6 0 0,2 4 0 16,-2 1 0-16,-1 3 0 0,0 0 0 0,0 2 0 15,0-1 0-15,0 6 0 0,3-8 0 0,-3 8 0 16,0 0 0-16,0-4 0 0,0 4 0 0,0 0 0 16,0 0 0-16,0 0 0 0,0 0 0 0,0 0 0 15,0 0 0-15,0 16 0 0,0-16 0 0,0 7 0 16,1-2 0-16,-1-5-124 0,0 7-258 0,0-7-25 15,4 4-12-15,-2-1-7 0,-2-3-3 0,3 5 2 16,-3-5 4-16,5 5 0 0,-5-5-8 0,6 2 8 16,-6-2-224-16,6 1-700 0,-6-1 310 0</inkml:trace>
  <inkml:trace contextRef="#ctx0" brushRef="#br0" timeOffset="391923.4237">31745 4391 11 0,'0'0'120'0,"1"-5"3"0,-1 5 13 15,0 0 1-15,0 0 21 0,0 0 10 0,-1-7 12 16,0 3 12-16,1 4 3 0,0 0 0 0,-9-6 16 15,9 6 10-15,0 0 12 0,-9-5 15 0,9 5 17 16,-5-2 15-16,5 2 13 0,0 0 4 0,-7-2 7 16,7 2-5-16,0 0-4 0,-2-5-7 0,2 5-10 15,0 0-15-15,0 0-10 0,0 0-10 0,0 0-5 16,0 0-12-16,0 0 4 0,0 0-20 0,0 0-14 16,0 0-18-16,0 0-22 0,17-6-10 0,0 6-18 15,11-5-16-15,6 2-5 0,5-2-10 0,20 1-11 16,6-3-8-16,30-2-12 0,0 1-15 0,5-5-51 15,8 3 0-15,-3 0 0 0,2-1 0 0,-5 1 0 16,-11 0 0-16,-30 8 0 0,-1-2 0 0,-5 0 0 16,-15 2 0-16,-3 1 0 0,-8-1 0 0,0 0 0 15,-29 2 0-15,40-4 0 0,-40 4 0 0,22-3 0 16,-22 3 0-16,0 0 0 0,0 0 0 0,0 0 0 16,31 0 0-16,-31 0 0 0,0 0 0 0,0 0 0 15,0 0-47-15,0 0-294 0,0 0-56 0,0 0-66 16,0 0-69-16,-53 23-62 0,32-17-376 0,-4 1-1051 15,4-1 466-15</inkml:trace>
  <inkml:trace contextRef="#ctx0" brushRef="#br0" timeOffset="392392.6099">32077 4614 290 0,'0'0'450'0,"4"-1"7"0,-4 1-4 0,0 0-8 16,4-3-12-16,-4 3-10 0,0 0-21 0,0 0-10 15,0 0-18-15,0 0-21 0,0 0-16 0,0 0-11 16,0 0-20-16,0 0-24 0,0 0-7 0,0 0-22 16,0 0-19-16,0 0-21 0,0 0-21 0,0 0-4 15,0 0 8-15,1 11 3 0,-2-5-16 0,-2 2-9 16,2-1-6-16,1 3-19 0,-1-1-105 0,1 8-44 16,-3-7 0-16,3 5 0 0,-1 2 0 0,-3-2 0 15,4 2 0-15,0 1 0 0,0-2 0 0,0 3 0 16,-1-1 0-16,2 0 0 0,-1-2 0 0,-1 2 0 15,-1-2 0-15,2-4 0 0,2 1 0 0,-4-3 0 16,2 1 0-16,0-1 0 0,0-4 0 0,2 0 0 16,-2-1 0-16,0 1 0 0,-2-4 0 0,2-2-62 15,2 7-186-15,-2-4-25 0,0-3-26 0,0 0-69 16,0 0-75-16,0 0-69 0,0 0-69 0,0 0-321 16,5-12-975-16,-5 2 432 0</inkml:trace>
  <inkml:trace contextRef="#ctx0" brushRef="#br0" timeOffset="392799.3229">31937 4657 430 0,'5'-7'469'0,"-2"-4"0"0,0 2 1 0,2 0-12 15,-2 2-19-15,-1 1-16 0,4 0-13 0,-4 0-23 16,2 1-12-16,0 0-32 0,1-1-25 0,0 1-13 15,1 3-26-15,0-4-24 0,3 3-29 0,-2-1-2 16,3 1-25-16,-1 1-12 0,3 0-23 0,1 2-24 16,0 0 2-16,4 3-2 0,4 2-8 0,-5 0 1 15,5 4-8-15,-8 0-13 0,4 2-5 0,-1 2-7 16,-3-1-4-16,-1 0 4 0,4 5-66 0,-5-2-34 16,-2 2 0-16,-2 0 0 0,0 1 0 0,-3 0 0 15,-3 0 0-15,1 0 0 0,-4 3 0 0,1-3 0 16,-7 7 0-16,-2-3 0 0,-1-4 0 0,-3 3 0 15,-4 1 0-15,-3-4 0 0,0 0 0 0,0-3 0 16,3-4 0-16,0 0 0 0,-1-2 0 0,1-1 0 16,2-1 0-16,5-1 0 0,1-2 0 0,1-1 0 15,3 1 0-15,1-3 0 0,-2 1 0 0,4-1 0 16,3-1 0-16,0 0 0 0,0 0 0 0,0 0 0 16,0 0 0-16,0 0 0 0,0 0-205 0,17-6-269 15,-6 4-56-15,3-2-77 0,-2 3-456 0,1-1-1151 16,5-2 509-16</inkml:trace>
  <inkml:trace contextRef="#ctx0" brushRef="#br0" timeOffset="393111.661">32402 4890 349 0,'4'-6'475'15,"-3"0"23"-15,0 0 29 0,2 0 13 0,-3 1-3 0,4 1-6 16,-3 1-10-16,-1 3 1 0,0-6-11 0,0 6-18 15,0-6-28-15,0 6-23 0,0 0-42 16,3-3-36-16,-3 3-34 0,0 0-30 0,0 0-36 16,0 0-142-16,0 0-122 0,0 0 0 0,0 0 0 0,-7 18 0 15,6-7 0-15,0 2 0 0,-1 2 0 0,2 2 0 16,0 0 0-16,-1 1 0 0,1 1 0 0,0-1 0 16,-1 1 0-16,1 0 0 0,0-2 0 15,-1 1 0-15,2-2 0 0,-1 1 0 0,0-6 0 16,-3 1 0-16,5-1 0 0,-2 1 0 0,0-6 0 0,0 4 0 15,0-5 0-15,0-2 0 0,1 3 0 0,-1 1 0 16,0-7 0-16,0 7 0 0,0-7-327 16,1 1-155-16,-1-1-61 0,0 0-70 0,5-11-425 15,-1 6-1124-15,-4-3 497 0</inkml:trace>
  <inkml:trace contextRef="#ctx0" brushRef="#br0" timeOffset="393408.4659">32389 4898 263 0,'0'-11'415'0,"3"6"5"16,-2-5 22-16,2 4 17 0,-2-4-7 0,-1 3-18 0,4-3-20 16,0 3-18-16,-1-2-17 0,4 2-22 0,-2-2-21 15,1 4-23-15,3-3-27 0,0 2-8 0,1 0-21 16,-1 4-17-16,0-1-18 0,4 1-19 0,-3 2-26 16,-1-1-13-16,5 3-8 0,-5 1-18 15,4 0-29-15,-3 3 8 0,1 1-13 0,-1 0-2 0,-3 1-9 16,0 2 3-16,-2-3-4 0,-1 3-23 0,0-1 6 15,-1 0-8-15,0 2-3 0,-3 0-62 0,-3 1-2 16,-2-1 0-16,0 2 0 0,-1-3 0 0,-6 2 0 16,1-4 0-16,-1 4 0 0,-2 0 0 15,4-2 0-15,-2-3 0 0,2-1 0 0,4 1 0 0,-2-4 0 16,4 0-75-16,-1-1-95 0,-2 0-34 0,4 5-37 16,-1-7-67-16,4 0-76 0,0 0-82 0,0 0-64 15,0 0-440-15,0 0-1049 0,19-11 465 16</inkml:trace>
  <inkml:trace contextRef="#ctx0" brushRef="#br0" timeOffset="393909.9289">32654 5009 185 0,'7'0'418'0,"-7"0"5"0,0 0-2 0,4-5-5 15,-4 5-13-15,3-4-23 0,-1 1-19 0,-2 3-17 0,0-6-18 16,0 6-22-16,4-3-21 0,-3 0-20 0,-1 3-20 15,4-3-23-15,-4 3-29 0,2-3-17 0,-2 3-17 16,0 0-17-16,0 0-17 0,0 0-16 0,0 0-10 16,7 0-11-16,-7 0-12 0,9 5-6 15,-5-2-10-15,-3 0-5 0,3 0-6 0,1 3-9 0,-2-2-8 16,-2 0 1-16,3 2 0 0,-3-2-9 0,3 1-3 16,-4 2-3-16,1-2-8 0,-1 0 1 0,-5-1-6 15,4 3-4-15,-3-3-1 0,3 1 2 16,-6-1-4-16,2 0-5 0,0-1 3 0,-4 0-9 15,2-2 10-15,1 0 3 0,1-1-2 0,-2 0 5 0,7 0-5 16,-12-4 5-16,6 3 3 0,2-3-3 0,1-1 3 16,1-1 8-16,-2 0 0 0,3-2-6 15,1-1 4-15,2 1 2 0,1 0 3 0,2-3-3 0,1 3 6 16,0-1 5-16,2 2-2 0,1-1 3 16,-2 3 13-16,1-1 4 0,2 1-1 0,-3 4 2 0,6-1 5 15,-3 2-2-15,2 1 3 0,-2 1 9 0,3 2 2 16,-13-4-2-16,0 0 0 0,29 18 4 0,-20-9-10 15,-9-9 3-15,13 17-8 0,-5-6-9 0,-8-11-3 16,10 18 8-16,-10-18-11 0,4 20-4 16,-4-20 3-16,2 16-5 0,-2-16-5 0,0 0-15 0,2 16-17 15,-2-16-25-15,0 0-29 0,0 0-27 0,2 16-22 16,-2-16-18-16,0 0-20 0,0 0-37 0,0 0-49 16,0 0-64-16,0 0-61 0,0 0-57 0,0 0-70 15,0 0-355-15,0 0-916 0,21-49 406 0</inkml:trace>
  <inkml:trace contextRef="#ctx0" brushRef="#br0" timeOffset="394332.4883">32522 4603 95 0,'0'0'397'0,"-4"-1"0"0,4 1-1 16,0 0-5-16,-1-7-2 0,1 7 8 0,0 0 1 15,-3-3 7-15,3 3 0 0,0 0-7 0,0 0-5 16,0 0-9-16,-1-5-4 0,1 5-2 0,0 0-15 16,0-3-15-16,0 3-14 0,0 0-15 0,0 0-18 15,-1-5-11-15,1 5-13 0,0 0-14 0,0 0-170 16,0 0-93-16,0 0 0 0,0 0 0 0,0 0 0 15,0 0 0-15,0 0 0 0,0 0 0 0,0 0 0 16,11-4 0-16,-3 3 0 0,5-2 0 0,0 0 0 16,7-1 0-16,1 2 0 0,0-3 0 0,0 3 0 15,0 0 0-15,-3-1 0 0,-4 3 0 0,0-1 0 16,-1 0 0-16,0 0 0 0,-7 0 0 0,2 0 0 16,-3 1 0-16,0-3 0 0,-5 3 0 0,9 0 0 15,-9 0 0-15,0 0 0 0,0 0 0 0,11 1 0 16,-11-1 0-16,0 0 0 0,0 0 0 0,5 4 0 15,-5-4 0-15,0 0-364 0,0 0-196 0,0 0-61 16,0 0-487-16,5-9-1200 0,-5 9 531 0</inkml:trace>
  <inkml:trace contextRef="#ctx0" brushRef="#br0" timeOffset="395130.4038">33042 3445 197 0,'0'0'398'0,"-5"-23"-8"15,5 23-4-15,0 0-20 0,-4-19-7 0,4 19-9 16,0 0-12-16,-1-19-17 0,1 19-22 0,0 0-15 16,6-18-32-16,-6 18-29 0,15-15-15 15,-15 15-14-15,21-13-6 0,-9 6-11 0,8 1-11 16,6-3-6-16,-6 6-5 0,8-2 3 0,-1 3-10 0,0-1-5 16,2-1-6-16,-2 1 1 0,-27 3-4 0,41-2-1 15,-41 2-7-15,32-1 10 0,-32 1-26 0,24-2-6 16,-24 2-8-16,0 0-6 0,0 0-5 15,36 0-12-15,-36 0-2 0,0 0-9 0,0 0-1 16,0 0-5-16,27-2-10 0,-27 2-4 0,0 0-5 16,0 0-6-16,0 0-1 0,0 0 1 0,22 10 11 15,-22-10 12-15,10 15 12 0,-10-15 5 0,11 21 19 16,-2-4 19-16,-2 0-39 0,1 10-70 0,0 2 0 16,-1-1 0-16,-1 1 0 0,1 3 0 0,-4-1 0 15,6 16 0-15,-4-1 0 0,-5 7 0 0,4-5 0 16,-4 1 0-16,0 3 0 0,0 3 0 0,-2 0 0 15,-1 6 0-15,-1-3 0 0,-1 1 0 0,0 22 0 16,5-27 0-16,-2 7 0 0,0-3 0 0,2 0 0 16,0-4 0-16,0 2 0 0,4-4 0 0,-4 1 0 15,3-4 0 1,-1-1 0-16,1-2 0 0,-1-9 0 0,0-2 0 0,1-2 0 0,-1-4 0 0,0 1 0 16,2-4 0-16,-3-7 0 0,-1-3 0 0,4 1 0 15,-4-17 0-15,2 24 0 0,-2-24 0 0,0 18 0 16,0-18 0-16,0 0 0 0,3 17 0 0,-3-17 0 15,0 0 0-15,0 0 0 0,-1 19 0 0,1-19 0 16,0 0 0-16,0 0 0 0,-13 12 0 0,13-12 0 16,-18 7 0-16,18-7 0 0,-21 4 0 0,21-4 0 15,-32 2 0-15,32-2 0 0,-44 4 0 0,16-2 0 16,-1-1 0-16,-2 1 0 0,2-1 0 0,-3-1 0 16,0 2 0-16,1 1 0 0,-1-3 0 0,32 0 0 15,-41 0 0-15,41 0 0 0,-32 1 0 0,32-1 0 16,0 0 0-16,0 0 0 0,-30 0 0 0,30 0 0 15,0 0 0-15,0 0 0 0,0 0 0 0,0 0 0 16,0 0 0-16,0 0 0 0,0 0 0 0,0 0 0 16,0 0 0-16,0 0 0 0,0 0 0 0,0 0-88 15,0 0-309-15,0 0-36 0,0 0-43 0,0 0-52 16,0 0-64-16,0 0-355 0,0 0-1025 0,0 0 454 16</inkml:trace>
  <inkml:trace contextRef="#ctx0" brushRef="#br1" timeOffset="425561.2122">19953 5635 253 0,'0'0'369'0,"0"0"6"0,9-4 4 0,-9 4 7 15,3-5 7-15,-2 2-4 0,-1 3-5 0,4-7-7 16,-3 2-8-16,1 2-6 0,1 0-8 0,-2-2-3 16,-1 2-14-16,3-1-1 0,-3 4-35 0,1-3-24 15,-1 3-11-15,0 0-34 0,3-5-20 0,-3 5-27 16,0 0-14-16,0 0-21 0,0 0-23 0,-7-4-7 15,7 4-14-15,-19 1-8 0,-1 3-15 0,-11 0-10 16,-5 4-4-16,-1 2-11 0,0-1-2 0,-14 3-8 16,11 1 1-16,-11-1-7 0,15 0-14 0,2-3-29 15,1 1 0-15,3-1 0 0,11-4 0 0,0 1 0 16,-2-1 0-16,11-1 0 0,-2-3 0 0,1 1 0 16,5-1 0-16,-2 2 0 0,2-2 0 0,2 0 0 15,4-1 0-15,-6 2 0 0,3 0 0 0,3-2 0 0,0 0 0 16,-6 1 0-16,6-1 0 0,0 0 0 15,0 0 0-15,0 0 0 0,-7 1 0 0,7-1 0 16,0 0 0-16,0 0 0 0,0 0 0 0,-1 3 0 16,1-3 0-16,0 0 0 0,0 0 0 0,0 0 0 0,-1 4 0 15,1-4 0-15,-1 6 0 0,2-1 0 16,-1 2 0-16,1 4 0 0,0 1 0 0,6 4 0 16,-4 2 0-16,1 6 0 0,1 2 0 0,1 2 0 15,-1 1 0-15,2 2 0 0,-2 16 0 0,1-2 0 0,-3-9 0 16,1 10 0-16,0 2 0 0,-4-12 0 0,0 14 0 15,-4 1 0-15,4-3 0 0,-4-1 0 0,-1-1 0 16,3-11 0-16,0 1 0 0,-3 9 0 0,0-10 0 16,0 0 0-16,4-3 0 0,-3 0 0 0,0-1 0 15,3-2 0-15,0 2 0 0,-1-3 0 0,1-2 0 16,-2 0 0-16,5-11 0 0,-2 4 0 0,0-5 0 16,1 1 0-16,0-3 0 0,1-1 0 0,-1-3 0 15,1-1 0-15,0 0 0 0,0-1 0 0,1-2 0 16,1 3 0-16,3-3 0 0,2 1 0 0,0-2 0 15,5 0 0-15,4 0 0 0,1-2 0 0,12 0 0 16,-9-2 0-16,5-2 0 0,3 1 0 0,1-1 0 16,-2-2 0-16,2-1 0 0,-3 1 0 0,-5 3 0 15,-1-1 0-15,-3-1 0 0,-1 0 0 0,-5 0 0 16,-1 1 0-16,-1 1 0 0,-2 2 0 0,-2-1 0 16,-2-2 0-16,1 2 0 0,-6 1 0 0,7-3 0 15,-3 3 0-15,-4 0 0 0,0 0 0 0,3-3 0 16,-3 3 0-16,0-5 0 0,0 5 0 0,-7-5-247 15,0 1-1077-15,0-4-1435 0,-2-1 635 0</inkml:trace>
  <inkml:trace contextRef="#ctx0" brushRef="#br1" timeOffset="434823.3182">20750 5705 67 0,'2'-5'355'0,"-2"2"-9"0,0-2 2 0,2 1-5 0,-2 1-5 15,0 3-10-15,0-8-8 0,-2 4-14 0,0-1-4 16,1 2-13-16,-3-1-10 0,2 0-12 0,-3 0-12 16,2 1-15-16,-1-2-13 0,0 3 12 0,1 0-13 15,-4-1-13-15,2 0-5 0,-1 2-13 0,-1-2-10 16,2 1-13-16,-1 1 10 0,-3 0-6 0,9 1-9 16,-17 0-12-16,8 2-1 0,-2-2-14 0,1 2-8 15,1 1-11-15,-3 1-13 0,3 1-12 0,-1-1-6 16,-3 2-6-16,4 1-3 0,-5 0 9 0,4-1-15 0,-3 7 1 15,-1 0-4-15,3 2-2 0,0 0-5 0,0 2-56 16,1 0-9-16,2 2 0 0,-2 5 0 16,2 0 0-16,0 1 0 0,2 2 0 0,1-1 0 15,1 2 0-15,2 1 0 0,3 2 0 0,-5-2 0 0,7 3 0 16,-6 2 0-16,7-1 0 0,-2 0 0 0,2 1 0 16,4 2 0-16,0-1 0 0,-1 10 0 0,1-11 0 15,1 0 0-15,-1 2 0 0,1-1 0 16,1-2 0-16,1-1 0 0,-2-2 0 0,1 2 0 0,-1-3 0 15,0-2 0-15,-1 1 0 0,-1-5 0 0,1-4 0 16,-4 0 0-16,1-1 0 0,0-1 0 0,0-4 0 16,-1-1 0-16,0-1 0 0,-3-1 0 0,3-2 0 15,0-1 0-15,-4 2 0 0,3-2 0 0,-3-2 0 16,2-2 0-16,-2 0 0 0,0 3 0 0,3-4 0 16,-3 2 0-16,0-4 0 0,1 4 0 0,-1-4 0 15,0 4 0-15,0-4 0 0,0 0 0 0,0 0 0 16,0 0 0-16,0 5 0 0,0-5 0 0,0 0 0 15,-4 4 0-15,3-1 0 0,-3 1 0 0,-4-1 0 16,-1 3 0-16,-1-1 0 0,-7 6 0 0,-3-3 0 16,-3 4 0-16,-5 4 0 0,0-3 0 0,0 1 0 15,-5 1 0-15,1 3 0 0,-3-2 0 0,1 3 0 16,3-4 0-16,0 1 0 0,3-2 0 0,4-1 0 16,7-5 0-16,3-1 0 0,5-2 0 0,-1-1 0 0,2-1 0 15,2-3 0-15,2 3 0 0,4-3 0 0,0 0 0 16,0 0 0-16,12-9 0 0,-1 3 0 0,3-3-419 15,12-2-334-15,-8-1-418 0,5-5-1266 0,-3 0 560 16</inkml:trace>
  <inkml:trace contextRef="#ctx0" brushRef="#br1" timeOffset="435495.4846">20808 6182 76 0,'-4'-4'448'0,"4"4"22"0,-5-3 11 0,5 3 0 15,-4-4-15-15,4 4-17 0,-1-5-18 0,-3 4-8 16,4 1-7-16,0 0-19 0,-2-6-15 0,2 6-15 0,0-5-23 16,0 5-19-16,-2-5-26 0,2 5-26 0,2-4-23 15,-2 4-28-15,2-3-26 0,-2 3-29 0,5-4-12 16,0 2-14-16,3 0-22 0,-3 2-11 0,-5 0-12 16,17 0-9-16,-6 2-10 0,-2 3-32 0,1-1-45 15,2 1 0-15,-2 2 0 0,0 1 0 0,0-1 0 16,-2 2 0-16,0 0 0 0,-3 1 0 0,3 0 0 15,-3 0 0-15,-3 1 0 0,0 2 0 0,0-1 0 16,-3-1 0-16,1 3 0 0,-1 1 0 0,-3 0 0 16,-1-3 0-16,-4 3 0 0,2-4 0 0,2-2 0 15,-1 1 0-15,1-3 0 0,1-1 0 0,0 1 0 16,2-4 0-16,-1 0 0 0,2-1 0 0,1-2 0 16,0 0 0-16,0 0 0 0,0 0 0 0,2-12 0 15,2 1 0-15,0 1 0 0,2-3 0 0,2-2 0 16,0 0 0-16,-1 1 0 0,2-3 0 0,-2 2 0 15,0 6 0-15,-2-4 0 0,2 3 0 0,-4-1 0 16,3 2 0-16,-2 2 0 0,-2 1 0 0,2 1 0 16,-3 0 0-16,3 2 0 0,-4-1 0 0,0 4 0 0,6-3 0 15,-6 3 0-15,4-1 0 0,-4 1 0 0,0 0 0 16,0 0 0-16,0 9 0 0,1-3 0 16,2 2 0-16,-3 2 0 0,0 0 0 0,1 2 0 15,-1-3 0-15,3 4 0 0,-2-3 0 0,-1-1 0 0,0 2 0 16,1-3 0-16,2 0 0 0,-3-1 0 0,1-1 0 15,2 2 0-15,-2-4 0 0,3 1 0 0,-3 0 0 16,7-1 0-16,-2-2 0 0,6 0 0 16,-1-2 0-16,0 2 0 0,3-6-351 0,0 2-116 0,-3-3-72 15,7-5-81-15,-3 1-416 0,1-2-1122 0,-1-4 497 16</inkml:trace>
  <inkml:trace contextRef="#ctx0" brushRef="#br1" timeOffset="435918.0518">21135 5965 502 0,'1'-4'566'16,"-1"-1"21"-16,0-1-7 0,0 1-14 0,-1 2-34 16,2-1-40-16,2-2-32 0,-3 6-28 0,0-5-28 15,0 5-29-15,0-4-39 0,0 4-29 0,0 0-34 16,4-3-29-16,-4 3-27 0,0 0-23 0,0 0-23 15,0 0-19-15,0 0-13 0,0 0-9 0,2 11-19 16,0-4-4-16,0-2-20 0,1 5-7 0,-1-1-7 0,2 0-9 16,-1 0-54-16,-1 2-10 0,0-2 0 15,1 0 0-15,-1 0 0 0,0-2 0 0,-2-1 0 16,3 1 0-16,-1-3 0 0,-1 3 0 0,2-4 0 16,-3-1 0-16,1 2 0 0,1-2 0 0,-2-2 0 0,0 0 0 15,0 0 0-15,0 0 0 0,11-6 0 0,-7 2 0 16,0-1 0-16,-2-1 0 0,6-2 0 15,-3-1 0-15,-1 3 0 0,0-3 0 0,1 1 0 0,0 4 0 16,-1-3 0-16,0 2 0 0,-2-1 0 0,1 2 0 16,1 1 0-16,-2-1 0 0,1 3 0 0,-3 1 0 15,1-5 0-15,-1 5 0 0,9-1 0 0,-9 1 0 16,10 1 0-16,-3 1 0 0,-2 1 0 0,2-2 0 16,1 3 0-16,-2-1 0 0,1 2 0 0,1 0-131 15,0 0-162-15,0 2-81 0,0-2-87 0,-2 0-102 16,1-3-499-16,0 1-1150 0,2-2 509 0</inkml:trace>
  <inkml:trace contextRef="#ctx0" brushRef="#br1" timeOffset="436339.9213">21645 6200 48 0,'0'0'398'16,"0"0"15"-16,0 0 24 0,0 0-5 0,0 0-1 16,0 0-4-16,0 0-3 0,0 0-9 15,0 0-9-15,-14-8-17 0,14 5-17 0,-2-2-14 16,2 5-15-16,2-10-11 0,-2 6-28 0,0-1-19 0,5 0-20 16,-2-1-23-16,-1 2-24 0,3 0-23 0,-1-2-22 15,1 0-16-15,0 3-16 0,4 0-18 0,-1 0-12 16,1 0-15-16,-1 3-8 0,3 1-12 0,-2 0-7 15,3 2-46-15,-1 3-23 0,-1-1 0 0,-1 0 0 16,1 2 0-16,-2 0 0 0,-1 2 0 0,0 0 0 16,-3 0 0-16,-3 0 0 0,0 2 0 15,-1 0 0-15,-2 1 0 0,-2-3 0 0,-3 0 0 0,-2 2 0 16,-2-1 0-16,-4 2 0 0,1-2 0 0,1-3 0 16,-2-2 0-16,2 1 0 0,3-4 0 0,-2-1 0 15,3-1 0-15,0-1 0 0,0-3 0 0,3 0 0 16,-3 0 0-16,4-3 0 0,-1-2 0 0,2-3 0 15,1 4 0-15,3-6 0 0,0-1 0 0,3 2-106 16,1 0-200-16,2-3-69 0,3 2-73 0,2 0-69 16,2 2-60-16,-5 3-400 0,7-7-1059 0,-2 1 468 15</inkml:trace>
  <inkml:trace contextRef="#ctx0" brushRef="#br1" timeOffset="436652.4053">21747 5903 127 0,'0'-12'458'0,"0"-1"59"0,2 1 58 0,-4 0 10 16,2 0 6-16,0-1 2 0,0 1 2 0,0 1-2 15,-1 0-18-15,1 4-25 0,0 0-25 0,0 1-30 0,0 2-36 16,0-3-44-16,-1 3-44 0,1 4-204 0,0-6-167 16,0 6 0-16,0 0 0 0,0 0 0 15,0 0 0-15,0 0 0 0,1 22 0 0,-1-10 0 0,0 4 0 16,1 2 0-16,2 8 0 0,-2-7 0 0,0 6 0 15,1-6 0-15,-1 6 0 0,5 0 0 0,-3 2 0 16,-2-4 0-16,4 4 0 0,-3-2 0 16,0-6 0-16,1 2 0 0,-1-1 0 0,1-1 0 0,-1-1 0 15,2-1 0-15,-1-3 0 0,-1-1 0 0,1-1 0 16,1-1 0-16,-2-2 0 0,2 0 0 0,1 2 0 16,-1-6 0-16,2-1-323 0,-1-1-229 0,3 3-66 15,1-5-42-15,0-2-347 0,-9 1-1090 0,15-6 482 16</inkml:trace>
  <inkml:trace contextRef="#ctx0" brushRef="#br1" timeOffset="436870.9891">22037 6167 43 0,'0'0'68'0,"0"0"-14"0,0 0-11 0,0 0-16 15,0 0-6-15,0 0-17 0,2-1-11 0,-2 1-13 16,0 0-20-16,0 0-41 0,0 0 19 0</inkml:trace>
  <inkml:trace contextRef="#ctx0" brushRef="#br1" timeOffset="437730.203">22039 6166 19 0,'0'0'89'0,"0"0"23"16,-16 5 24-16,16-5 35 0,0 0 26 0,0 0 27 15,0 0 25-15,-6-6 15 0,6 6 16 0,-3-5 19 16,3 5 11-16,0-4 10 0,0 4 4 0,-1-6-2 16,1 3-2-16,0 3-12 0,-1-7-14 0,1 7-12 15,-3-6-13-15,3 6-17 0,0-3-11 0,0 3-29 16,-1-4-13-16,1 4-13 0,0 0-16 0,0 0-12 16,0-5-12-16,0 5-12 0,0 0-5 0,0 0-7 15,0 0-10-15,0 0-4 0,0 0-2 0,0-6-8 16,0 6 1-16,0 0-10 0,0 0 14 0,0 0-21 15,0 0-2-15,0 0-8 0,0 0 3 0,0 0-7 0,0 0 2 16,0 0-20-16,0 0 3 0,0 0-6 16,0 0-6-16,0 0-4 0,0 0-5 0,0 0-7 15,0 0-19-15,0 0-6 0,0 0 0 0,0 0 0 0,0 0 0 16,0 0 0-16,0 0 0 0,0 0 0 0,0 0 0 16,0 0 0-16,0 0 0 0,0 0 0 0,0 0 0 15,0 0 0-15,0 0 0 0,0 0 0 16,0 0 0-16,0 0 0 0,0 0 0 0,0 0 0 0,0 0 0 15,0 0 0-15,0 0 0 0,0 0 0 0,0 0 0 16,0 0 0-16,0 0 0 0,0 0 0 0,0 0 0 16,0 0 0-16,0 0 0 0,0 0 0 15,0 0 0-15,0 0 0 0,0 0 0 0,0 0 0 0,4-1 0 16,-4 1 0-16,8 0 0 0,-8 0 0 0,17 1 0 16,-6 0 0-16,1 2 0 0,1 1 0 0,0 0 0 15,-3-2 0-15,8 4 0 0,-5 0 0 0,0 0 0 16,2 1 0-16,-1 2 0 0,-4-2 0 0,-1 1 0 15,3-1 0-15,-6 0 0 0,-1 2 0 0,0-1 0 16,0 0 0-16,-2-1 0 0,-2 0 0 0,-1 4 0 16,-1-4 0-16,-2 2 0 0,0-3 0 0,-1 0 0 15,0 2 0-15,-1-3 0 0,-2 2 0 0,2-1 0 16,0-1 0-16,1 0 0 0,1-3 0 0,1 2 0 16,0-2 0-16,2-2 0 0,-3 3 0 0,3-3 0 15,-4 3 0-15,4-3 0 0,-2 3 0 0,2-3 0 16,0 0 0-16,0 0 0 0,0 0 0 0,-4 3 0 15,4-3 0-15,0 0 0 0,0 0 0 0,0 0 0 16,0 0 0-16,0-13 0 0,2 9 0 0,1 0 0 0,1-3 0 16,1-2 0-16,0 0 0 0,0-1 0 0,5-4 0 15,-3 0 0-15,3-2 0 0,1 4 0 16,1-1 0-16,-2-1 0 0,2 0 0 0,-1 0 0 0,1 1 0 16,-1 0 0-16,-2 3 0 0,-1 1 0 0,1-1 0 15,-3 0 0-15,-2 6 0 0,1-2 0 0,-1 2 0 16,1 0 0-16,-4-2 0 0,3 5 0 0,-4-2 0 15,0 3 0-15,4-6 0 0,-4 6 0 0,0 0 0 16,1-3 0-16,-1 3 0 0,0 0 0 0,-6 12 0 16,-3-5 0-16,1 1 0 0,2 1 0 0,-2 0 0 15,-2 1 0-15,-1 2 0 0,2-3 0 0,1 3 0 16,0-3 0-16,3 0 0 0,-1 0 0 0,3 0 0 16,-1 0 0-16,-2-3 0 0,6 1 0 0,0-1 0 15,0 2 0-15,3-3 0 0,2 3 0 0,0-1 0 16,1-1 0-16,3-1 0 0,1 0 0 0,3 1 0 15,6-1 0-15,-6-3 0 0,5 2 0 0,-1-1 0 16,2-3-146-16,-1-1-309 0,0 1-51 0,-1-5-69 16,1 3-64-16,0-3-340 0,0-2-1060 0,1-2 470 15</inkml:trace>
  <inkml:trace contextRef="#ctx0" brushRef="#br1" timeOffset="438120.7383">22763 6103 332 0,'-13'-4'447'15,"13"4"14"-15,0-7 8 0,0 3-12 0,0 4-15 16,0-6-34-16,0 6-37 0,4-5-33 0,-1 3-39 0,-2-3-31 16,3 3-33-16,4-1-24 0,-1 3-27 0,0-2-40 15,-1-1-45-15,4 4-48 0,-10-1-45 16,17-1-56-16,-7 1-40 0,3-1-52 0,-7 2-23 15,1 2-32-15,-7-3-33 0,8 4-11 0,-6-1-14 0,-2-3 1 16,3 7-3-16,-3-7 2 0,0 0 18 0,-7 8 22 16,2-2 19-16,1-2 19 0,-4 1 24 0,-2 5 18 15,3-5 34-15,-2 4 36 0,1-2 44 16,-2 0 48-16,2 1 47 0,-1-2 49 0,3-1 35 0,1 1 33 16,-2-2 23-16,5 0 31 0,-1-2 24 0,-2 0 28 15,2 1 26-15,2 0 14 0,1-3 8 0,0 0 7 16,0 0 3-16,0 0-23 0,0 0-20 0,0 0-17 15,12 1-21-15,-12-1-23 0,19-4-22 0,-4-3-21 16,-1 4-20-16,0 1-18 0,4-1-17 0,-1 0-25 16,-3-1-66-16,3-2-76 0,0 3-107 0,-4 1-111 15,-1-1-123-15,-1-1-125 0,2 2-146 0,-3-3-353 16,-5 2-1060-16,-1-1 470 0</inkml:trace>
  <inkml:trace contextRef="#ctx0" brushRef="#br1" timeOffset="439011.3309">23746 6007 382 0,'-6'-2'434'0,"6"2"17"0,-2-3 5 0,2 3 2 15,-4-3-2-15,4 3-3 0,-6-2-11 0,6 2-18 0,-4-5-8 16,3 2-16-16,1 3-12 0,-1-3-23 0,1 3-23 15,0-6-23-15,0 3-14 0,0 3-20 16,1-7-27-16,0 2-21 0,1 2-23 0,0 0-21 0,-2-3-19 16,5 0-19-16,0 4-17 0,-1-1-92 0,1-1-46 15,4-2 0-15,1 1 0 0,-1 4 0 0,3 0 0 16,3-1 0-16,-2 4 0 0,1-2 0 0,3 2 0 16,-6 0 0-16,2 1 0 0,1 6 0 0,-2-5 0 15,-2 1 0-15,3 10 0 0,-7-7 0 0,0 2 0 16,1-1 0-16,-2 5 0 0,-1 5 0 0,-4-2 0 15,-3 2 0-15,-1-2 0 0,1 0 0 0,-4 1 0 16,-1-1 0-16,-2-1 0 0,1-2 0 0,0 0 0 16,0-4 0-16,1 1 0 0,1-4 0 0,1-2 0 15,-1-1 0-15,3 1 0 0,2-3 0 0,-2 1 0 16,4-3 0-16,0 0 0 0,0 0 0 0,0 0 0 16,-4-10 0-16,11 3 0 0,-1-1 0 0,2-7 0 15,2-1 0-15,3 0 0 0,2-8 0 0,3-1 0 16,0 2 0-16,0 1 0 0,-4 2 0 0,0 5 0 0,-3 0 0 15,3 2 0-15,-3 0 0 0,-2 4 0 16,2-1 0-16,-6 0 0 0,0 5 0 0,0 2 0 0,-1-3 0 16,0 1 0-16,-1 2 0 0,0 1 0 0,-3 2 0 15,4-5 0-15,-4 5 0 0,0 0 0 0,0 0 0 16,0 0 0-16,-1 17 0 0,-4-10 0 16,-3 4 0-16,3 3 0 0,0 2 0 0,-3 0 0 0,2-1 0 15,-2 1 0-15,3 0 0 0,-3-1 0 0,5-2 0 16,-4-2 0-16,6-2 0 0,-2 3 0 0,2-4 0 15,1 0 0-15,1-2 0 0,2 4 0 0,3-2 0 16,2-1 0-16,2-2 0 0,3 1 0 0,2 0 0 16,6-1 0-16,-2-2 0 0,1-3 0 0,2 0 0 15,-1-2 0-15,-2 1-20 0,2-2-409 0,0-1-56 16,-2-2-60-16,1-4-63 0,-4 2-410 0,-1-1-1102 16,-3 2 488-16</inkml:trace>
  <inkml:trace contextRef="#ctx0" brushRef="#br1" timeOffset="439511.0382">24285 5659 398 0,'0'0'553'15,"3"-7"8"-15,-3 7-7 0,1-4-22 0,-1 4-23 16,0-3-28-16,0 3-31 0,0 0-10 0,0 0-27 0,0 0-25 16,4-3-22-16,-4 3-30 0,0 0-27 15,0 0-28-15,0 0-30 0,0 0-23 0,0 0-28 16,0 0-24-16,0 0-18 0,0 0-13 0,4 8-22 16,-3-3-4-16,2 1-15 0,2 0-12 0,-4 0-68 0,3 2-24 15,0-1 0-15,0 2 0 0,-2 1 0 0,2-1 0 16,-3 0 0-16,2 2 0 0,-3-4 0 15,2 3 0-15,-2-3 0 0,2-1 0 0,-2 1 0 0,0-2 0 16,1-1 0-16,-1 0 0 0,0-4 0 0,1 6 0 16,-1-6 0-16,2 3 0 0,-2-3 0 0,0 0 0 15,0 0 0-15,0 0 0 0,6-16 0 16,-2 10 0-16,1-4 0 0,0 1 0 0,-1 0 0 0,2-1 0 16,-1-1 0-16,2 2 0 0,-5-1 0 0,3 3 0 15,0 0 0-15,-1 2 0 0,-1-1 0 0,0 3 0 16,0-1 0-16,2 1 0 0,-5 0 0 0,0 3 0 15,3-4 0-15,-3 4 0 0,0 0 0 0,10 4 0 16,-5-1 0-16,-1 0 0 0,1 1 0 0,2 1 0 16,-4 1 0-16,1 0 0 0,0-1 0 0,1 1 0 15,-3-1 0-15,1 1 0 0,2 1 0 0,-1-2-230 16,-3 1-288-16,2-1-89 0,-2-1-76 0,3-1-343 16,-4-1-1111-16,0-2 492 0</inkml:trace>
  <inkml:trace contextRef="#ctx0" brushRef="#br1" timeOffset="439949.5819">24823 5425 465 0,'0'-4'566'15,"0"4"12"-15,-1-5-2 0,0 2-8 0,1 3 4 0,-1-4-8 16,1 4-12-16,0 0-3 0,0 0-22 0,0-4-27 16,0 4-27-16,0 0-34 0,0 0-35 0,0 0-32 15,0 0-36-15,0 0-186 0,0 0-150 0,0 0 0 16,0 0 0-16,0 0 0 0,0 0 0 0,0 0 0 15,-6 12 0-15,6-5 0 0,2 4 0 0,-4 1 0 16,4 6 0-16,-1-1 0 0,0 3 0 0,-1-1 0 16,0 8 0-16,0-8 0 0,0 6 0 0,2-1 0 15,-1-4 0-15,-1-1 0 0,1-1 0 0,-1-2 0 16,3 1 0-16,-3-5 0 0,1 0 0 0,0-2 0 16,1-2 0-16,-5 1 0 0,4-3 0 0,-1-2 0 15,2 1 0-15,-2-1 0 0,0-4 0 0,0 5 0 16,0-5 0-16,0 0 0 0,0 0-487 0,0 0-101 15,0 0-55-15,0-15-437 0,0 8-1168 0,-2-3 518 16</inkml:trace>
  <inkml:trace contextRef="#ctx0" brushRef="#br1" timeOffset="440152.6234">24761 5665 113 0,'0'0'359'15,"-9"0"45"-15,9 0 49 0,-10 0 34 0,5-2 25 16,5 2 9-16,-11 0-6 0,11 0-14 0,-6-1-31 0,6 1-22 15,0 0-25-15,-4-2-32 0,4 2-35 0,0 0-29 16,0 0-38-16,0 0-24 0,0 0-31 0,-6-3-25 16,6 3-30-16,0 0-47 0,1-5-50 0,-1 5-43 15,9-5-50-15,-4 3-43 0,4-1-39 0,1-1-52 16,2-3-56-16,4 1-57 0,2-3-55 0,0 2-48 16,0 0-56-16,8-5-59 0,0 0-421 0,-3-1-972 15,-1-2 430-15</inkml:trace>
  <inkml:trace contextRef="#ctx0" brushRef="#br1" timeOffset="440419.0338">25102 5429 92 0,'3'-2'440'0,"-3"2"48"0,0-5 60 0,2 1 60 16,-2 4 41-16,0-6 22 0,0 6 0 0,-5-3-9 16,5-1-17-16,0 4-19 0,-3-6-31 0,3 6-48 15,0 0-57-15,-1-2-46 0,1 2-429 0,0 0-15 16,0 0 0-16,0 0 0 0,0 0 0 0,0 0 0 15,0 0 0-15,0 0 0 0,-4 14 0 0,3-8 0 16,-3 5 0-16,2 1 0 0,0 1 0 0,-3 4 0 16,2-1 0-16,-3 2 0 0,5-1 0 0,0 0 0 15,-2 2 0-15,3-1 0 0,-2-2 0 0,0 1 0 16,4 0 0-16,-4-1 0 0,2-5 0 0,0 0 0 16,2-1 0-16,0 1 0 0,-2-2 0 0,2 0 0 15,0-2 0-15,-1-1-265 0,3 0-483 0,0-2-449 16,-3-2-1296-16,4-1 574 0</inkml:trace>
  <inkml:trace contextRef="#ctx0" brushRef="#br1" timeOffset="441217.6189">23834 6527 1 0,'0'0'324'0,"0"0"-2"0,-9 1 3 16,9-1 9-16,0 0-5 0,-11-1-7 0,4 2-2 15,7-1 2-15,-10 0-3 0,1 2-7 0,4-2-5 16,-3 0-11-16,1 1-5 0,0 1-9 0,-4-1 2 16,1 0-10-16,-3 0 2 0,5 1-1 0,-2-2-16 15,2 2-8-15,1-1-4 0,-1 1-11 0,3-1-11 16,0 0-13-16,5-1-18 0,-9 1-10 0,9-1-15 16,-6 2-12-16,6-2-13 0,-7 1-9 0,7-1-2 15,0 0-10-15,-4 3-116 0,4-3-7 0,0 0 0 16,0 0 0-16,0 0 0 0,24-6 0 0,-4 4 0 15,9-3 0-15,9 2 0 0,12-5 0 0,5 1 0 16,4-2 0-16,6 0 0 0,-1-3 0 0,31-6 0 16,1 1 0-16,-1-5 0 0,10 0 0 0,1-5 0 15,1 1 0-15,1 1 0 0,-3-1 0 0,-6 2 0 16,-35 8 0-16,-4 4 0 0,-6 2 0 0,-18 3 0 16,-8 4 0-16,-8-1 0 0,-7-1 0 0,-1 5 0 0,-3-5 0 15,-2 4 0-15,0 0 0 0,-2 1 0 0,-5 0 0 16,6 0 0-16,-6 0 0 0,0 0 0 15,0 0 0-15,0 0 0 0,-9 9 0 0,0-4 0 16,-2-1-428-16,-6 3-221 0,-1 0-537 0,-1-2-1284 0,-1 0 567 16</inkml:trace>
  <inkml:trace contextRef="#ctx0" brushRef="#br1" timeOffset="441795.7052">24022 6773 339 0,'-2'3'397'0,"2"-3"19"0,0 0 6 15,0 0 0-15,0 0-2 0,0 0 4 0,0 0-4 16,0 0-6-16,0 0-8 0,0 0-12 0,0 0-11 16,0 0-15-16,0 0-26 0,0 0-19 0,0 0-20 15,0 0-37-15,0 0-28 0,0 0-23 0,0 0-18 16,0 0-22-16,0 0-21 0,0 0-13 0,7 5-11 16,-2 0-12-16,4 3-10 0,-5-2-9 0,1 4-13 15,3 3-15-15,-4-1-71 0,0 0 0 0,-1-2 0 16,1 3 0-16,-4 0 0 0,3-6 0 0,-2 5 0 15,0-3 0-15,-1-2 0 0,-1 0 0 0,1-1 0 0,-1-2 0 16,1 1 0-16,1-1 0 0,-1-4 0 0,-1 5-26 16,1-5-2-16,-3 3 20 0,3-3-3 15,0 0 10-15,0 0 10 0,0 0 14 0,13-13 13 0,-10 7-30 16,-1 0-6-16,5-4 0 0,-1-3 0 0,0 5 0 16,-1-2 0-16,2 1 0 0,-2-1 0 0,3-1 0 15,-3 3 0-15,0-2 0 0,-1 6 0 0,0-2 0 16,1 0 0-16,0 2 0 0,-2 0 0 0,0 2 0 15,2 1 0-15,-1-1 0 0,-4 2 0 0,9 0 0 16,-1 2 0-16,-8-2 0 0,11 3 0 0,-4 0 0 16,-1 2 0-16,4 3 0 0,-5 0 0 0,-1-3 0 15,1 4 0-15,0-1 0 0,3 0 0 0,-3 1 0 16,-1-2 0-16,0-1 0 0,-2 1 0 0,2-2 0 16,-1 0 0-16,-2-1-135 0,2-1-221 0,0-1-52 0,1 0-24 15,-1 1-48-15,-3-3-45 0,6 0-51 16,-6 0-305-16,13-5-952 0,-4-1 422 0</inkml:trace>
  <inkml:trace contextRef="#ctx0" brushRef="#br1" timeOffset="442092.2824">24528 6688 131 0,'5'-7'440'0,"-1"2"46"0,-1 1 36 0,-3 0 26 0,1 1 25 15,0 0-7-15,1-1 7 0,-2 4-4 0,0 0-6 16,-3-6-17-16,3 6-13 0,-4-3-36 0,4 3-27 15,0 0-30-15,0 0-30 0,0 0-86 0,0 0-324 16,-1-4 0-16,1 4 0 0,0 0 0 0,0 0 0 16,0 0 0-16,0 0 0 0,-3 16 0 0,2-9 0 15,0 4 0-15,1-1 0 0,-3 4 0 0,3 1 0 16,-1 1 0-16,1 2 0 0,-1-2 0 0,-2 4 0 16,3 1 0-16,0-3 0 0,0-2 0 0,0 1 0 15,0-2 0-15,0 2 0 0,0-7 0 0,0 2 0 16,-1-4 0-16,2 3 0 0,-1-1 0 0,3-4 0 15,-3-2 0-15,1 0 0 0,0 0 0 0,-1-4 0 16,0 3 0-16,0-3 0 0,0 0 0 0,0 0-364 16,7-10-216-16,-7 5-25 0,0-3 1 0,-2 0-403 0,0-3-1090 15,-2 3 482-15</inkml:trace>
  <inkml:trace contextRef="#ctx0" brushRef="#br1" timeOffset="442530.1033">24491 6848 688 0,'0'-5'50'15,"0"5"64"-15,-5-5 46 0,1 5 27 0,4 0 27 0,-8-4 29 16,8 4 41-16,-7-3 32 0,3 2 25 0,4 1 24 15,-8-3 14-15,5 1 15 0,3 2 10 0,-6-2 3 16,6 2 8-16,0 0 2 0,-5-1-16 0,5 1-17 16,0 0-23-16,-7-2-29 0,7 2-23 0,0 0-30 15,0 0-20-15,0 0-25 0,0 0-24 0,0 0-166 16,0 0-44-16,0 0 0 0,11-3 0 0,-2 0 0 16,0 1 0-16,5-1 0 0,-1 0 0 0,1-2 0 15,4-2 0-15,1 1 0 0,3 0 0 0,-3 0-54 16,6-3-146-16,-7 3-21 0,-2-1-28 0,0 2-21 15,1-1-29-15,-3-1-14 0,-4 2-4 0,8-3 1 16,-8 3 6-16,2-2 13 0,-6 3 17 0,3 3 18 16,-2-3 16-16,-5 0 32 0,5 1 36 0,-4-1 36 15,-3 4 35-15,7-3 40 0,-6 1 34 0,-1 2 34 16,0 0 46-16,2-3 47 0,-2 3 46 0,2-4 42 16,-2 4 45-16,0 0 41 0,0 0 29 0,1-6 35 15,-1 6 21-15,0 0 25 0,0 0 4 0,0 0-2 16,0 0-10-16,0 0-9 0,0 0-27 0,0 0-105 15,0 0-229-15,0 0 0 0,0 0 0 0,0 0 0 16,0 0 0-16,-5 17 0 0,5-7 0 0,0 0 0 16,0 3 0-16,-1 2 0 0,-1 1 0 0,2 1 0 15,2-2 0-15,-2 3 0 0,-2 0 0 0,4 3 0 0,-1-5 0 16,-1-4 0-16,0 1 0 0,0-5 0 0,1-1 0 16,-1-2 0-16,3 1-705 0,-3-2-543 15,2-3-1352-15,-2-1 598 0</inkml:trace>
  <inkml:trace contextRef="#ctx0" brushRef="#br1" timeOffset="450053.8168">26022 5850 152 0,'-4'-2'506'0,"4"-1"19"0,0 3 12 0,0 0 1 16,0 0-8-16,0 0-9 0,-1-7-10 0,1 7-7 15,0 0-11-15,0-3-11 0,0 3-26 0,0 0-30 0,0 0-28 16,0 0-34-16,0 0-35 0,0 0-33 0,0 0-31 16,0 0-30-16,0 0-112 0,0 0-123 0,0 0 0 15,0 17 0-15,0-5 0 0,0-2 0 0,1 7 0 16,-1 2 0-16,0 7 0 0,0 1 0 0,0 1 0 16,4-1 0-16,-1 2 0 0,-3 0 0 0,2-2 0 15,1-1 0-15,-3 0 0 0,1-2 0 0,2-4 0 16,-2-1 0-16,-1-2 0 0,0 0 0 0,0-2 0 15,0-1 0-15,0-3 0 0,-1 0 0 0,-2-5 0 16,6 1 0-16,-6-2 0 0,3 1 0 0,0-2 0 16,0-4 0-16,0 3 0 0,0 1 0 0,0-4 0 15,0 0 0-15,0 0 0 0,0 0 0 0,0 0 0 16,0 0 0-16,0 0 0 0,0 0 0 0,0 0 0 16,-2-18 0-16,-1 11 0 0,3-4 0 0,-4 4-43 15,3-3-579-15,-2 2-37 0,-2-2-17 0,1 3-357 16,-2-4-1117-16,1 4 495 0</inkml:trace>
  <inkml:trace contextRef="#ctx0" brushRef="#br1" timeOffset="450285.8404">25928 6165 486 0,'-4'-2'147'16,"0"-2"56"-16,-1 0 33 0,1 1 32 0,4 3 30 15,-5-5 40-15,1 3 30 0,0-2 22 0,2 1 18 16,2 3 20-16,-8-4 4 0,8 4 21 0,-6-1 11 16,3-2 7-16,3 3-4 0,0 0-6 0,0 0-10 15,0 0-23-15,-5-1-28 0,5 1-24 0,0 0-158 16,0 0-218-16,0 0 0 0,0 0 0 0,0-5 0 15,0 5 0-15,0 0 0 0,0 0 0 0,0 0 0 16,0 0 0-16,16-6 0 0,-5 5 0 0,0-1 0 16,3 0 0-16,-1 0 0 0,6-3 0 0,-2-1 0 15,2 2 0-15,0 1 0 0,2-2 0 0,-1-2 0 16,-1 3 0-16,-1-3 0 0,1-2 0 0,-1 5 0 16,1-4 0-16,3 0 0 0,-4 1-307 0,1-2-327 15,7-1-49-15,-11 2-412 0,7 0-1185 0,6-3 524 16</inkml:trace>
  <inkml:trace contextRef="#ctx0" brushRef="#br1" timeOffset="450614.6513">26606 5941 373 0,'0'0'448'0,"5"-3"34"16,-1-1 19-16,-4 4 11 0,4-2 1 0,-4 2 3 15,0-5-8-15,0 5-4 0,0-7-7 0,-2 3-12 0,2 4-23 16,-2-5-18-16,-2 2-22 0,3-1-22 0,-1 0-20 15,2 4-23-15,-6-3-21 0,1-1-285 0,0 3-51 16,5 1 0-16,-5-2 0 0,5 2 0 16,-4-2 0-16,4 2 0 0,-9 1 0 0,3 2 0 0,-2 1 0 15,2 2 0-15,-3 1 0 0,0 4 0 0,0-4 0 16,-1 8 0-16,1 0 0 0,-1 2 0 0,2-2 0 16,0 2 0-16,3 1 0 0,0-1 0 0,1-3 0 15,3-1 0-15,0-2 0 0,2 3 0 0,3 0 0 16,-2 2 0-16,6-5 0 0,0 0 0 0,3 0 0 15,5 0 0-15,1 0 0 0,1-1 0 0,8 1 0 16,1-7 0-16,3 1 0 0,-3-3 0 0,4-2 0 16,-3 0 0-16,-2-3 0 0,0-4 0 0,1-1 0 15,-8-3-472-15,-4 2-74 0,2-3-64 0,-4 2-485 16,0-2-1184-16,-3-4 524 0</inkml:trace>
  <inkml:trace contextRef="#ctx0" brushRef="#br1" timeOffset="451162.8389">26675 5650 485 0,'-5'-8'571'0,"0"-3"28"0,0 3-7 0,2-1 2 15,-3 2-12-15,2-1-16 0,3 4-8 0,-2-1-18 0,2 0-25 16,-3-1-28-16,4 4-36 0,-1-3-29 15,1 5-43-15,1-10-40 0,3 7-39 0,0-2-89 0,1-1-211 16,6-1 0-16,2 2 0 0,5-1 0 16,-1-1 0-16,3 0 0 0,2 2 0 0,-3-1 0 0,9 0 0 15,-9 1 0-15,-1 3 0 0,1-2 0 0,-1 1 0 32,-2 0 0-32,-6 2 0 0,4-1 0 0,-4 0 0 0,0 2 0 0,-2-2 0 0,-3 2 0 15,0-1 0-15,-5 1 0 0,13 0 0 0,-13 0 0 0,6 2 0 31,-6-2 0-31,4 1 0 0,0 6 0 0,0-1 0 0,0 4 0 0,0 2 0 0,1 5 0 0,-1 8 0 16,-2 2 0-16,2 3 0 0,-4 2 0 0,0 4 0 16,0-1 0-16,-3 10 0 0,3 3 0 0,-1-1 0 15,0-1 0-15,-2-8 0 0,-3 16 0 0,3-3 0 16,2 0 0-16,-1-4 0 0,-5-2 0 0,5 3 0 16,-1-2 0-16,3-10 0 0,-3 0 0 0,2 9 0 15,-1-8 0-15,2-3 0 0,0 0 0 0,-3-2 0 16,3-1 0-16,-2 1 0 0,0-4 0 0,0-8 0 15,1-1 0-15,-1 1 0 0,2-5 0 0,0-3 0 0,-1-1 0 16,0-3 0-16,1 1 0 0,-2-1 0 16,1-3 0-16,-2 1 0 0,2 0 0 0,-1-3 0 15,-5 5 0-15,-3-2 0 0,-8-1 0 0,-9 2 0 16,-3 0 0-16,-4-1 0 0,-5 1 0 0,1-2 0 0,-15 5 0 16,12-5 0-16,-8 2 0 0,15 0-1366 0,1-5-1478 15,6 1 654-15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43F6E76-D32A-4F60-9992-87F5028D701A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4B2998F-6834-4E04-A5E3-C7F868389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62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 anchorCtr="0"/>
          <a:lstStyle/>
          <a:p>
            <a:pPr algn="l"/>
            <a:endParaRPr lang="en-US" sz="1600" b="1" dirty="0">
              <a:latin typeface="+mn-lt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4" name="Rectangle 23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-101600" y="52578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5666603"/>
            <a:ext cx="2743200" cy="30777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4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4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4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GB" altLang="en-GB" dirty="0"/>
              <a:t>Presentation Title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21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54745" y="5206978"/>
            <a:ext cx="8026400" cy="700756"/>
          </a:xfrm>
        </p:spPr>
        <p:txBody>
          <a:bodyPr numCol="1" anchor="b" anchorCtr="0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altLang="en-GB" dirty="0"/>
              <a:t>Presenter Name</a:t>
            </a:r>
          </a:p>
          <a:p>
            <a:pPr lvl="0"/>
            <a:endParaRPr lang="en-GB" altLang="en-GB" dirty="0"/>
          </a:p>
          <a:p>
            <a:pPr lvl="0"/>
            <a:r>
              <a:rPr lang="en-GB" altLang="en-GB" dirty="0"/>
              <a:t>Date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4745" y="3429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altLang="en-GB" dirty="0"/>
              <a:t>Presentation title</a:t>
            </a:r>
            <a:endParaRPr lang="en-US" dirty="0"/>
          </a:p>
        </p:txBody>
      </p:sp>
      <p:pic>
        <p:nvPicPr>
          <p:cNvPr id="13" name="Picture 12" descr="BITS_university_logo_whitevert.png"/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91344" y="3225301"/>
            <a:ext cx="2160000" cy="21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28" y="5293668"/>
            <a:ext cx="2456855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1" spc="-113" dirty="0">
                <a:solidFill>
                  <a:schemeClr val="bg1"/>
                </a:solidFill>
                <a:latin typeface="+mn-lt"/>
                <a:cs typeface="Arial"/>
              </a:rPr>
              <a:t>BITS</a:t>
            </a:r>
            <a:r>
              <a:rPr lang="en-US" sz="2400" spc="-113" dirty="0">
                <a:solidFill>
                  <a:schemeClr val="bg1"/>
                </a:solidFill>
                <a:latin typeface="+mn-lt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200" y="5684844"/>
            <a:ext cx="2160000" cy="33855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6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6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6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499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4282182"/>
            <a:ext cx="12192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6" name="Rectangle 15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8" name="Rectangle 1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2" name="TextBox 11"/>
          <p:cNvSpPr txBox="1"/>
          <p:nvPr/>
        </p:nvSpPr>
        <p:spPr>
          <a:xfrm>
            <a:off x="9144000" y="7620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1170804"/>
            <a:ext cx="2540000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2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2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67" y="4586984"/>
            <a:ext cx="109728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29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793CAAB6-CD82-467D-B8E9-9E98DCC1E140}" type="datetime1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9012435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ABC1C0-E399-4727-BAFC-A3C9C317453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4513" y="1141413"/>
            <a:ext cx="10914062" cy="472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779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F62F1373-6317-4369-96B3-E1706F11E666}" type="datetime1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BED1AA-28D0-45FC-8FFA-4C86EED6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835" y="0"/>
            <a:ext cx="12096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C8031A8B-4C8E-4A91-8AF7-6F818B3845F3}" type="datetime1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8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775C6030-3177-42D1-A166-8780658CEE63}" type="datetime1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5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6AA7CA08-ABC1-4731-A517-5CF7A5A99B80}" type="datetime1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4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844800" y="6287776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43A4FEC-5CA3-4A6C-9A16-46ABA3497544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06400" y="1125898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>
          <a:xfrm>
            <a:off x="6367200" y="1137930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06400" y="1"/>
            <a:ext cx="10972800" cy="845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04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4"/>
            <a:ext cx="5386917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2"/>
            <a:ext cx="5389033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362204"/>
            <a:ext cx="5389033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844800" y="6338420"/>
            <a:ext cx="93472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80F4A18-4DB3-44A7-9B1E-93E7313DB5C0}" type="datetime1">
              <a:rPr lang="en-IN" smtClean="0"/>
              <a:t>20-08-2024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" y="9943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3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722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B495A5-7228-4970-8717-F77030465104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-1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97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5"/>
            <a:ext cx="6815667" cy="4525963"/>
          </a:xfrm>
        </p:spPr>
        <p:txBody>
          <a:bodyPr numCol="1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600205"/>
            <a:ext cx="4011084" cy="4525963"/>
          </a:xfrm>
        </p:spPr>
        <p:txBody>
          <a:bodyPr numCol="1"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838201"/>
            <a:ext cx="93472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844800" y="6248401"/>
            <a:ext cx="93472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4C4D53-4B0F-43A3-8AF7-A28CF93D388C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374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numCol="1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 numCol="1">
            <a:normAutofit/>
          </a:bodyPr>
          <a:lstStyle>
            <a:lvl1pPr marL="0" indent="0"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0" y="913669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88080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16624A-ABAD-442D-8B9B-17BF9D9B5EF7}" type="datetime1">
              <a:rPr lang="en-IN" smtClean="0"/>
              <a:t>20-08-2024</a:t>
            </a:fld>
            <a:endParaRPr lang="en-I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03200" y="86276"/>
            <a:ext cx="8636003" cy="704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635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95401"/>
            <a:ext cx="10972800" cy="4639857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0" y="1077226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839452" y="6242465"/>
            <a:ext cx="93472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7513"/>
            <a:ext cx="10972800" cy="9723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C08-31AC-4FBB-9371-F95B30FA76E5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164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5"/>
            <a:ext cx="8026400" cy="5851525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8191500" y="2552700"/>
            <a:ext cx="5867400" cy="1524000"/>
          </a:xfrm>
        </p:spPr>
        <p:txBody>
          <a:bodyPr numCol="1"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/>
        </p:nvGrpSpPr>
        <p:grpSpPr>
          <a:xfrm rot="5400000">
            <a:off x="7538720" y="2560325"/>
            <a:ext cx="5181600" cy="6095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646085" y="1015801"/>
            <a:ext cx="2193193" cy="9235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5400000">
            <a:off x="-2748004" y="3826195"/>
            <a:ext cx="5867400" cy="19620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sz="67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7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2097413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2750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2" y="-1"/>
            <a:ext cx="2924257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6604000" y="1600203"/>
            <a:ext cx="5384800" cy="4525963"/>
          </a:xfrm>
        </p:spPr>
        <p:txBody>
          <a:bodyPr/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3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844800" y="6553203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4368800" y="6596391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325019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560000" cy="864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1"/>
            <a:ext cx="109728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73BF427A-98DC-4449-9996-04B152966DD1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400" b="1">
                <a:solidFill>
                  <a:srgbClr val="00206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18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</p:sldLayoutIdLst>
  <p:hf hdr="0"/>
  <p:txStyles>
    <p:titleStyle>
      <a:lvl1pPr algn="l" defTabSz="685783" rtl="0" eaLnBrk="1" latinLnBrk="0" hangingPunct="1">
        <a:spcBef>
          <a:spcPct val="0"/>
        </a:spcBef>
        <a:buNone/>
        <a:defRPr sz="3600" b="1" kern="1200" spc="-113">
          <a:solidFill>
            <a:srgbClr val="002060"/>
          </a:solidFill>
          <a:latin typeface="+mj-lt"/>
          <a:ea typeface="+mj-ea"/>
          <a:cs typeface="Arial" pitchFamily="34" charset="0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57199" indent="-214308" algn="l" defTabSz="68578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57228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00120" indent="-171446" algn="l" defTabSz="685783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Relationship Id="rId9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emf"/><Relationship Id="rId4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emf"/><Relationship Id="rId4" Type="http://schemas.openxmlformats.org/officeDocument/2006/relationships/customXml" Target="../ink/ink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1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2.xml"/><Relationship Id="rId5" Type="http://schemas.openxmlformats.org/officeDocument/2006/relationships/image" Target="../media/image20.emf"/><Relationship Id="rId4" Type="http://schemas.openxmlformats.org/officeDocument/2006/relationships/customXml" Target="../ink/ink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8432800" y="5271633"/>
            <a:ext cx="3077654" cy="700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Somak Chatterjee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142837" y="3509818"/>
            <a:ext cx="9301018" cy="1946974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 Properties and Handling of Particulate Solids (Chapter 28)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5</a:t>
            </a:r>
            <a:r>
              <a:rPr lang="en-US" sz="4000" dirty="0"/>
              <a:t/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347200" y="6356350"/>
            <a:ext cx="2844800" cy="365125"/>
          </a:xfrm>
        </p:spPr>
        <p:txBody>
          <a:bodyPr/>
          <a:lstStyle/>
          <a:p>
            <a:fld id="{957D5EAD-A97B-4969-AF6A-47A86C2666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44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D37495-0804-45D0-8647-15807BDB2315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2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4294967295"/>
          </p:nvPr>
        </p:nvSpPr>
        <p:spPr>
          <a:xfrm>
            <a:off x="739303" y="1497869"/>
            <a:ext cx="10982527" cy="4299816"/>
          </a:xfrm>
        </p:spPr>
        <p:txBody>
          <a:bodyPr>
            <a:normAutofit/>
          </a:bodyPr>
          <a:lstStyle/>
          <a:p>
            <a:r>
              <a:rPr lang="en-IN" dirty="0"/>
              <a:t>Cutting or breaking solids into smaller pieces – called as “comminution”</a:t>
            </a:r>
          </a:p>
          <a:p>
            <a:endParaRPr lang="en-IN" dirty="0"/>
          </a:p>
          <a:p>
            <a:r>
              <a:rPr lang="en-IN" dirty="0"/>
              <a:t>Reasons for size reduction</a:t>
            </a:r>
          </a:p>
          <a:p>
            <a:pPr lvl="1"/>
            <a:r>
              <a:rPr lang="en-IN" dirty="0"/>
              <a:t>To get workable size</a:t>
            </a:r>
          </a:p>
          <a:p>
            <a:pPr lvl="1"/>
            <a:r>
              <a:rPr lang="en-IN" dirty="0"/>
              <a:t>To increase the reactivity</a:t>
            </a:r>
          </a:p>
          <a:p>
            <a:pPr lvl="1"/>
            <a:r>
              <a:rPr lang="en-IN" dirty="0"/>
              <a:t>To separate unwanted ingredients by mechanical methods</a:t>
            </a:r>
          </a:p>
          <a:p>
            <a:pPr lvl="1"/>
            <a:r>
              <a:rPr lang="en-IN" dirty="0"/>
              <a:t>To handle and dispose easily.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70C0"/>
                </a:solidFill>
              </a:rPr>
              <a:t>Size reduction</a:t>
            </a:r>
          </a:p>
        </p:txBody>
      </p:sp>
    </p:spTree>
    <p:extLst>
      <p:ext uri="{BB962C8B-B14F-4D97-AF65-F5344CB8AC3E}">
        <p14:creationId xmlns:p14="http://schemas.microsoft.com/office/powerpoint/2010/main" val="157045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B63EDE-3AF8-49FC-89EE-A341F6E3AAB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93CAAB6-CD82-467D-B8E9-9E98DCC1E140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4278AA-0619-469C-AFCA-5DE4B36541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3FA7F-C316-4F80-A24F-1ABB1D86A25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FEAB71-78F2-4941-9A71-5DD5F98C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size reduction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F881D-DDFD-43CB-91E0-0A55596F153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4513" y="972766"/>
            <a:ext cx="10914062" cy="5233481"/>
          </a:xfrm>
        </p:spPr>
        <p:txBody>
          <a:bodyPr>
            <a:noAutofit/>
          </a:bodyPr>
          <a:lstStyle/>
          <a:p>
            <a:r>
              <a:rPr lang="en-US" sz="2200" dirty="0"/>
              <a:t>To increase the surface area, because in most chemical reactions and some unit operations (drying, adsorption, leaching etc.) involving solid particles, reaction/transfer is directly proportional to the area of contact between the solid and the second phase. </a:t>
            </a:r>
          </a:p>
          <a:p>
            <a:endParaRPr lang="en-US" sz="2200" dirty="0"/>
          </a:p>
          <a:p>
            <a:r>
              <a:rPr lang="en-US" sz="2200" dirty="0"/>
              <a:t>To produce solid particles of desired shape, size or size ranges, and specific surface</a:t>
            </a:r>
          </a:p>
          <a:p>
            <a:endParaRPr lang="en-US" sz="2200" dirty="0"/>
          </a:p>
          <a:p>
            <a:r>
              <a:rPr lang="en-US" sz="2200" dirty="0"/>
              <a:t>To separate unwanted particles effectively </a:t>
            </a:r>
          </a:p>
          <a:p>
            <a:endParaRPr lang="en-US" sz="2200" dirty="0"/>
          </a:p>
          <a:p>
            <a:r>
              <a:rPr lang="en-US" sz="2200" dirty="0"/>
              <a:t>To dispose solid wastes easily</a:t>
            </a:r>
          </a:p>
          <a:p>
            <a:endParaRPr lang="en-US" sz="2200" dirty="0"/>
          </a:p>
          <a:p>
            <a:r>
              <a:rPr lang="en-US" sz="2200" dirty="0"/>
              <a:t>To mix solid particles more intimately </a:t>
            </a:r>
          </a:p>
          <a:p>
            <a:endParaRPr lang="en-US" sz="2200" dirty="0"/>
          </a:p>
          <a:p>
            <a:r>
              <a:rPr lang="en-US" sz="2200" dirty="0"/>
              <a:t>To improve the handling (storage and transportation) characteristics. 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998463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818B37-E9B3-4805-8CCF-FCB4BFCD2983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4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4294967295"/>
          </p:nvPr>
        </p:nvSpPr>
        <p:spPr>
          <a:xfrm>
            <a:off x="562684" y="1147673"/>
            <a:ext cx="5912931" cy="4876800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0C0"/>
                </a:solidFill>
              </a:rPr>
              <a:t>Compression</a:t>
            </a:r>
          </a:p>
          <a:p>
            <a:pPr lvl="1"/>
            <a:r>
              <a:rPr lang="en-IN" sz="2400" dirty="0"/>
              <a:t>Nutcracker: for coarse reduction of hard solids giving very few fines</a:t>
            </a:r>
          </a:p>
          <a:p>
            <a:r>
              <a:rPr lang="en-IN" sz="2800" dirty="0">
                <a:solidFill>
                  <a:srgbClr val="0070C0"/>
                </a:solidFill>
              </a:rPr>
              <a:t>Impact</a:t>
            </a:r>
          </a:p>
          <a:p>
            <a:pPr lvl="1"/>
            <a:r>
              <a:rPr lang="en-IN" sz="2400" dirty="0"/>
              <a:t>Hammer:  gives coarse, medium and fine products</a:t>
            </a:r>
          </a:p>
          <a:p>
            <a:r>
              <a:rPr lang="en-IN" sz="2800" dirty="0">
                <a:solidFill>
                  <a:srgbClr val="0070C0"/>
                </a:solidFill>
              </a:rPr>
              <a:t>Attrition or rubbing</a:t>
            </a:r>
          </a:p>
          <a:p>
            <a:pPr lvl="1"/>
            <a:r>
              <a:rPr lang="en-IN" sz="2400" dirty="0"/>
              <a:t>File: gives a very fine products</a:t>
            </a:r>
          </a:p>
          <a:p>
            <a:r>
              <a:rPr lang="en-IN" sz="2800" dirty="0">
                <a:solidFill>
                  <a:srgbClr val="0070C0"/>
                </a:solidFill>
              </a:rPr>
              <a:t>Cutting or Shear </a:t>
            </a:r>
          </a:p>
          <a:p>
            <a:pPr lvl="1"/>
            <a:r>
              <a:rPr lang="en-IN" sz="2400" dirty="0"/>
              <a:t>A pair of shears: gives definite particle size with few or no fines</a:t>
            </a:r>
          </a:p>
          <a:p>
            <a:pPr marL="814381" lvl="1" indent="-514350">
              <a:buFont typeface="+mj-lt"/>
              <a:buAutoNum type="arabicPeriod"/>
            </a:pPr>
            <a:endParaRPr lang="en-IN" sz="24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Principles used in size reduction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3F8036-0C79-4E8A-A8E5-63AF0EC122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80613" y="3528482"/>
            <a:ext cx="5281401" cy="14239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7BBE09-DCC3-DA4B-B8BA-2347B7F0197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80614" y="1035416"/>
            <a:ext cx="5281401" cy="15864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BE9554-ECB8-D14D-8AEB-988271D2636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80613" y="2669056"/>
            <a:ext cx="5281401" cy="10152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C5F807-4309-1343-A16F-41CBF19AD07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80613" y="4926092"/>
            <a:ext cx="5281401" cy="13047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256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3FFE0-72D3-1244-871B-49C27BBC530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93CAAB6-CD82-467D-B8E9-9E98DCC1E140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22E838-8ED4-F144-8D4A-13C17DA1EE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A3FB9-F980-794B-8A52-1AF5BEEAA1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66014C-212A-C343-89C1-E87A5F0A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Solids (effecting size reduction)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0E93E9-EFAD-284E-AFDC-78905EA2F3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4513" y="1141413"/>
            <a:ext cx="11381598" cy="5048994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Hardness: </a:t>
            </a:r>
            <a:r>
              <a:rPr lang="en-US" sz="2000" dirty="0"/>
              <a:t>Resistance to scratching and its affects the power consumption and wear on the grinding machine.</a:t>
            </a:r>
          </a:p>
          <a:p>
            <a:r>
              <a:rPr lang="en-US" sz="2800" dirty="0">
                <a:solidFill>
                  <a:srgbClr val="0070C0"/>
                </a:solidFill>
              </a:rPr>
              <a:t>Toughness: </a:t>
            </a:r>
            <a:r>
              <a:rPr lang="en-US" sz="2000" dirty="0"/>
              <a:t>Resistance to Impact. It is reverse of friability or brittleness.</a:t>
            </a:r>
          </a:p>
          <a:p>
            <a:r>
              <a:rPr lang="en-US" sz="2800" dirty="0">
                <a:solidFill>
                  <a:srgbClr val="0070C0"/>
                </a:solidFill>
              </a:rPr>
              <a:t>Structure: </a:t>
            </a:r>
            <a:r>
              <a:rPr lang="en-US" sz="2000" dirty="0"/>
              <a:t>Granular material (e.g. coal or rock) or fibrous</a:t>
            </a:r>
          </a:p>
          <a:p>
            <a:r>
              <a:rPr lang="en-US" sz="2800" dirty="0">
                <a:solidFill>
                  <a:srgbClr val="0070C0"/>
                </a:solidFill>
              </a:rPr>
              <a:t>Friability: </a:t>
            </a:r>
            <a:r>
              <a:rPr lang="en-US" sz="2000" dirty="0"/>
              <a:t>Tendency to fracture during normal handling. </a:t>
            </a:r>
          </a:p>
          <a:p>
            <a:r>
              <a:rPr lang="en-US" sz="2800" dirty="0">
                <a:solidFill>
                  <a:srgbClr val="0070C0"/>
                </a:solidFill>
              </a:rPr>
              <a:t>Moisture Content: </a:t>
            </a:r>
            <a:r>
              <a:rPr lang="en-US" sz="2000" dirty="0"/>
              <a:t>High or low moisture content in material</a:t>
            </a:r>
          </a:p>
          <a:p>
            <a:r>
              <a:rPr lang="en-US" sz="2800" dirty="0">
                <a:solidFill>
                  <a:srgbClr val="0070C0"/>
                </a:solidFill>
              </a:rPr>
              <a:t>Explosive Nature: </a:t>
            </a:r>
            <a:r>
              <a:rPr lang="en-US" sz="2000" dirty="0"/>
              <a:t>must be ground in wet conditions or inert environment</a:t>
            </a:r>
          </a:p>
          <a:p>
            <a:r>
              <a:rPr lang="en-US" sz="2800" dirty="0">
                <a:solidFill>
                  <a:srgbClr val="0070C0"/>
                </a:solidFill>
              </a:rPr>
              <a:t>Soapiness: </a:t>
            </a:r>
            <a:r>
              <a:rPr lang="en-US" sz="2000" dirty="0"/>
              <a:t>measure of the coefficient of friction of surface the material. If low, crushing is more difficult.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Heat Sensitivity: </a:t>
            </a:r>
            <a:r>
              <a:rPr lang="en-US" sz="2000" dirty="0"/>
              <a:t>Heat generated during size reduction can result in loss of heat-sensitive components from solids.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0354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9A6EDC-D448-4893-9042-EDD64203CD7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93CAAB6-CD82-467D-B8E9-9E98DCC1E140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95031-B327-463C-9A4D-FF75345D007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CCB1B-4A77-4375-BE11-0FAA33D4180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75627E-A72D-4B87-8FDB-487225EC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affecting size reduction process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7E758E-2A96-4804-8ED0-52987E3B21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4513" y="1141412"/>
            <a:ext cx="10914062" cy="4846693"/>
          </a:xfrm>
        </p:spPr>
        <p:txBody>
          <a:bodyPr>
            <a:noAutofit/>
          </a:bodyPr>
          <a:lstStyle/>
          <a:p>
            <a:r>
              <a:rPr lang="en-US" sz="2400" dirty="0"/>
              <a:t>Presence of moisture and sticky materials in equipment’s feed</a:t>
            </a:r>
          </a:p>
          <a:p>
            <a:r>
              <a:rPr lang="en-US" sz="2400" dirty="0"/>
              <a:t>Presence of fines in the feed</a:t>
            </a:r>
          </a:p>
          <a:p>
            <a:r>
              <a:rPr lang="en-US" sz="2400" dirty="0"/>
              <a:t>Segregation of feed particles in the crushing chamber</a:t>
            </a:r>
          </a:p>
          <a:p>
            <a:r>
              <a:rPr lang="en-US" sz="2400" dirty="0"/>
              <a:t>Lack of feed control</a:t>
            </a:r>
          </a:p>
          <a:p>
            <a:r>
              <a:rPr lang="en-US" sz="2400" dirty="0"/>
              <a:t>Wrong motor size</a:t>
            </a:r>
          </a:p>
          <a:p>
            <a:r>
              <a:rPr lang="en-US" sz="2400" dirty="0"/>
              <a:t>Insufficient crusher discharge area</a:t>
            </a:r>
          </a:p>
          <a:p>
            <a:r>
              <a:rPr lang="en-US" sz="2400" dirty="0"/>
              <a:t>Insufficient capacity of the crushers’ discharge conveyor</a:t>
            </a:r>
          </a:p>
          <a:p>
            <a:r>
              <a:rPr lang="en-US" sz="2400" dirty="0"/>
              <a:t>Materials being extremely hard to crush</a:t>
            </a:r>
          </a:p>
          <a:p>
            <a:r>
              <a:rPr lang="en-US" sz="2400" dirty="0"/>
              <a:t>Surface energy of solids</a:t>
            </a:r>
          </a:p>
          <a:p>
            <a:r>
              <a:rPr lang="en-US" sz="2400" dirty="0"/>
              <a:t>Power consumption</a:t>
            </a:r>
          </a:p>
          <a:p>
            <a:r>
              <a:rPr lang="en-US" sz="2400" dirty="0"/>
              <a:t>Selection of an appropriate crushing chamber.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68714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451440" y="180000"/>
              <a:ext cx="8628480" cy="4231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5680" y="166680"/>
                <a:ext cx="8646840" cy="425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674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E66107-C489-42D2-933E-59753D3C17D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93CAAB6-CD82-467D-B8E9-9E98DCC1E140}" type="datetime1">
              <a:rPr lang="en-IN" smtClean="0"/>
              <a:pPr/>
              <a:t>20-08-2024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7BE6D1-3965-4F79-A2EA-198F745103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E08C3-C8B6-4FC0-9441-D601E472AB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3E28D4D-AF3E-4DCB-ABED-D121BCDC2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and power requirements in size reduction</a:t>
            </a: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8303575-2611-41FB-AC4C-3B70A3B817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3736" y="1141413"/>
            <a:ext cx="11751013" cy="5055106"/>
          </a:xfrm>
        </p:spPr>
        <p:txBody>
          <a:bodyPr>
            <a:noAutofit/>
          </a:bodyPr>
          <a:lstStyle/>
          <a:p>
            <a:r>
              <a:rPr lang="en-US" sz="2500" dirty="0"/>
              <a:t>The cost of power is a major expense in crushing and grinding, so the factors that control this cost are important. </a:t>
            </a:r>
          </a:p>
          <a:p>
            <a:r>
              <a:rPr lang="en-US" sz="2500" dirty="0"/>
              <a:t>During size reduction, the particles of feed material are first distorted and strained. </a:t>
            </a:r>
          </a:p>
          <a:p>
            <a:r>
              <a:rPr lang="en-US" sz="2500" dirty="0"/>
              <a:t>The work necessary to strain them is stored temporarily in the solid as mechanical energy of stress, just as mechanical energy can be stored in a coiled spring. </a:t>
            </a:r>
          </a:p>
          <a:p>
            <a:r>
              <a:rPr lang="en-US" sz="2500" dirty="0"/>
              <a:t>As additional force is applied to the stressed particles, they are distorted beyond their ultimate strength and suddenly rupture into fragments. </a:t>
            </a:r>
          </a:p>
          <a:p>
            <a:r>
              <a:rPr lang="en-US" sz="2500" dirty="0"/>
              <a:t>New surface is generated. Since a unit area of solid has a definite amount of surface energy, the creation of new surface requires work, which is supplied by the release of energy of stress when the particle breaks. </a:t>
            </a:r>
          </a:p>
          <a:p>
            <a:r>
              <a:rPr lang="en-US" sz="2500" dirty="0"/>
              <a:t>By conservation of energy, all energy of stress in excess of the new surface energy created must appear as heat. 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77201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487800" y="160560"/>
              <a:ext cx="11471760" cy="66999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920" y="149040"/>
                <a:ext cx="11500200" cy="67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5912640" y="3892320"/>
              <a:ext cx="4437000" cy="6400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04000" y="3880440"/>
                <a:ext cx="4461840" cy="66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736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373320" y="78840"/>
              <a:ext cx="11725560" cy="67816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7840" y="64440"/>
                <a:ext cx="11757600" cy="681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5127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251720" y="86040"/>
              <a:ext cx="7567200" cy="11685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5160" y="73800"/>
                <a:ext cx="7597080" cy="119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763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A4121-C3CD-4CDC-B049-140781972A0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93CAAB6-CD82-467D-B8E9-9E98DCC1E140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06F98A-8A82-492D-830E-D3F7356309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9B45B-7FA2-458C-AAA8-B42CB6338F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3A4FC2-21B4-439D-A558-B9F466925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empirical laws for size reduction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889645F-9722-4E97-8EB6-731FAE5CE534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544513" y="1141413"/>
                <a:ext cx="10914062" cy="5084820"/>
              </a:xfrm>
            </p:spPr>
            <p:txBody>
              <a:bodyPr>
                <a:noAutofit/>
              </a:bodyPr>
              <a:lstStyle/>
              <a:p>
                <a:r>
                  <a:rPr lang="en-US" sz="2800" dirty="0">
                    <a:solidFill>
                      <a:srgbClr val="C00000"/>
                    </a:solidFill>
                  </a:rPr>
                  <a:t>Rittinger’s law</a:t>
                </a:r>
              </a:p>
              <a:p>
                <a:pPr lvl="1"/>
                <a:r>
                  <a:rPr lang="en-US" sz="2400" dirty="0"/>
                  <a:t> A crushing law proposed by </a:t>
                </a:r>
                <a:r>
                  <a:rPr lang="en-US" sz="2400" dirty="0" err="1"/>
                  <a:t>Rittinger</a:t>
                </a:r>
                <a:r>
                  <a:rPr lang="en-US" sz="2400" dirty="0"/>
                  <a:t> in 1867 states that the work required in crushing is proportional to the new surface created. </a:t>
                </a:r>
              </a:p>
              <a:p>
                <a:r>
                  <a:rPr lang="en-US" sz="2800" dirty="0">
                    <a:solidFill>
                      <a:srgbClr val="C00000"/>
                    </a:solidFill>
                  </a:rPr>
                  <a:t>Kick’s Law</a:t>
                </a:r>
              </a:p>
              <a:p>
                <a:pPr lvl="1"/>
                <a:r>
                  <a:rPr lang="en-US" sz="2400" dirty="0"/>
                  <a:t>In 1885 Kick proposed another ”law," based on stress analysis of plastic deformation within the elastic limit, which states that the work required for crushing a given mass of material is constant for the same reduction ratio, that is, the ratio of the initial particle size to the final particle size.</a:t>
                </a:r>
              </a:p>
              <a:p>
                <a:r>
                  <a:rPr lang="en-US" sz="2800" dirty="0">
                    <a:solidFill>
                      <a:srgbClr val="C00000"/>
                    </a:solidFill>
                  </a:rPr>
                  <a:t>Bond’s Law</a:t>
                </a:r>
              </a:p>
              <a:p>
                <a:pPr lvl="1"/>
                <a:r>
                  <a:rPr lang="en-US" sz="2400" dirty="0"/>
                  <a:t>Bond postulated that the work required to form particles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/>
                  <a:t> from very large feed is proportional to the square root of the surface-to-volume ratio of the product</a:t>
                </a:r>
                <a:endParaRPr lang="en-IN" sz="24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889645F-9722-4E97-8EB6-731FAE5CE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544513" y="1141413"/>
                <a:ext cx="10914062" cy="5084820"/>
              </a:xfrm>
              <a:blipFill>
                <a:blip r:embed="rId2"/>
                <a:stretch>
                  <a:fillRect l="-929" t="-1244" b="-2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92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568800" y="144720"/>
              <a:ext cx="9565920" cy="42854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3320" y="131760"/>
                <a:ext cx="9597600" cy="431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727200" y="97200"/>
              <a:ext cx="11465280" cy="63730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0640" y="86400"/>
                <a:ext cx="11497320" cy="640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061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475200" y="72720"/>
              <a:ext cx="11571840" cy="35420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7280" y="59400"/>
                <a:ext cx="11589480" cy="357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763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341280" y="95400"/>
              <a:ext cx="10902960" cy="65678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880" y="78840"/>
                <a:ext cx="10928520" cy="660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865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386280" y="166680"/>
              <a:ext cx="11672640" cy="62553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040" y="150120"/>
                <a:ext cx="11701080" cy="628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4419720" y="5285880"/>
              <a:ext cx="1820880" cy="3744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07120" y="5272560"/>
                <a:ext cx="18500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/>
              <p14:cNvContentPartPr/>
              <p14:nvPr/>
            </p14:nvContentPartPr>
            <p14:xfrm>
              <a:off x="7665840" y="0"/>
              <a:ext cx="3734640" cy="4597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49280" y="-15480"/>
                <a:ext cx="3763440" cy="49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328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37123A-7158-4776-9D48-99F0261B382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93CAAB6-CD82-467D-B8E9-9E98DCC1E140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6432A-6F0E-4B96-A7AC-E91893F0D0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C8F6A-2DB0-41CB-946E-A85C0DF21B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3F9E6A-E78A-4378-B084-DB5ADC882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618" y="1058121"/>
            <a:ext cx="4763855" cy="51596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2CA68F9-05FA-4D01-A5B0-3AC49AE64E1C}"/>
                  </a:ext>
                </a:extLst>
              </p:cNvPr>
              <p:cNvSpPr/>
              <p:nvPr/>
            </p:nvSpPr>
            <p:spPr>
              <a:xfrm>
                <a:off x="325569" y="1907430"/>
                <a:ext cx="5613413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Work index W: </a:t>
                </a:r>
              </a:p>
              <a:p>
                <a:r>
                  <a:rPr lang="en-US" sz="2400" dirty="0"/>
                  <a:t>The gross energy requirement in </a:t>
                </a:r>
                <a:r>
                  <a:rPr lang="en-US" sz="2400" dirty="0" err="1"/>
                  <a:t>kilowatthours</a:t>
                </a:r>
                <a:r>
                  <a:rPr lang="en-US" sz="2400" dirty="0"/>
                  <a:t> per ton (2000 </a:t>
                </a:r>
                <a:r>
                  <a:rPr lang="en-US" sz="2400" dirty="0" err="1"/>
                  <a:t>lb</a:t>
                </a:r>
                <a:r>
                  <a:rPr lang="en-US" sz="2400" dirty="0"/>
                  <a:t>) of feed needed to reduce a very large feed to such a size that 80 percent of the product passes a 100-µm screen.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units: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𝑡𝑜𝑛𝑛𝑒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2CA68F9-05FA-4D01-A5B0-3AC49AE64E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69" y="1907430"/>
                <a:ext cx="5613413" cy="3046988"/>
              </a:xfrm>
              <a:prstGeom prst="rect">
                <a:avLst/>
              </a:prstGeom>
              <a:blipFill>
                <a:blip r:embed="rId3"/>
                <a:stretch>
                  <a:fillRect l="-1629" t="-1600" r="-1954" b="-36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27798" y="228760"/>
            <a:ext cx="30044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</a:rPr>
              <a:t>WORK INDEX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20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65520" y="98640"/>
              <a:ext cx="12023640" cy="671724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960" y="82080"/>
                <a:ext cx="12057120" cy="674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161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A4121-C3CD-4CDC-B049-140781972A0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93CAAB6-CD82-467D-B8E9-9E98DCC1E140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06F98A-8A82-492D-830E-D3F7356309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9B45B-7FA2-458C-AAA8-B42CB6338F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3A4FC2-21B4-439D-A558-B9F466925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empirical laws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889645F-9722-4E97-8EB6-731FAE5CE534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544513" y="1141412"/>
                <a:ext cx="10914062" cy="491856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Rittinger’s law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𝑆𝑏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𝑆𝑎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Kick’s Law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𝑆𝑎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𝑆𝑏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Bond’s Law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𝑝𝑎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=0.3162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889645F-9722-4E97-8EB6-731FAE5CE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544513" y="1141412"/>
                <a:ext cx="10914062" cy="4918565"/>
              </a:xfrm>
              <a:blipFill>
                <a:blip r:embed="rId2"/>
                <a:stretch>
                  <a:fillRect l="-726" t="-9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96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05ED0-C93D-4773-920B-B4209EBD348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93CAAB6-CD82-467D-B8E9-9E98DCC1E140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5EE111-DCE9-45AA-BA65-E13730D44F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71824-96E9-454C-9320-60809D39503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20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80D94B-83BD-4C40-896B-F6738F203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1:  Size reduction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AD5122B-5C2E-47CE-A249-7B0648CAF724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544513" y="1141413"/>
                <a:ext cx="10840411" cy="4722812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Particles of the average feed size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50×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m are crushed to an average product size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10×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m at the rate of 20 tonnes per hour. At this rate, the crusher consumes 40 kW of power which 5 kW are required for running the mill empty.</a:t>
                </a:r>
              </a:p>
              <a:p>
                <a:r>
                  <a:rPr lang="en-IN" sz="2800" dirty="0">
                    <a:solidFill>
                      <a:srgbClr val="002060"/>
                    </a:solidFill>
                  </a:rPr>
                  <a:t>Calculate the power consumption if 12 tonnes/h of this product is crushed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5×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m size in the same mill? </a:t>
                </a:r>
              </a:p>
              <a:p>
                <a:r>
                  <a:rPr lang="en-IN" sz="2800" dirty="0">
                    <a:solidFill>
                      <a:srgbClr val="002060"/>
                    </a:solidFill>
                  </a:rPr>
                  <a:t>Assume </a:t>
                </a:r>
                <a:r>
                  <a:rPr lang="en-IN" sz="2800" dirty="0" err="1">
                    <a:solidFill>
                      <a:srgbClr val="002060"/>
                    </a:solidFill>
                  </a:rPr>
                  <a:t>Rittinger’s</a:t>
                </a:r>
                <a:r>
                  <a:rPr lang="en-IN" sz="2800" dirty="0">
                    <a:solidFill>
                      <a:srgbClr val="002060"/>
                    </a:solidFill>
                  </a:rPr>
                  <a:t> Law is applicable. 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AD5122B-5C2E-47CE-A249-7B0648CAF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544513" y="1141413"/>
                <a:ext cx="10840411" cy="4722812"/>
              </a:xfrm>
              <a:blipFill>
                <a:blip r:embed="rId2"/>
                <a:stretch>
                  <a:fillRect l="-1012" t="-1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683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B60DBF-2453-4592-B561-2F3748042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11179946" cy="45259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Smith, J., 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Harriott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, P., McCabe, W. (2005). Unit Operations of Chemical Engineering. Colombia: McGraw-Hill Education.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Swain, A. K., Patra, H., &amp; Roy, G. K. (2011). Mechanical operations. Tata McGraw Hill.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4EFE7-AC8A-4AAC-998D-7C6A10089D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68351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ITS-Onlin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09D214E-960E-4D68-B7CB-6AB012D71534}" vid="{1D5525B8-28E5-4723-AE4D-CCF0534A7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3176</TotalTime>
  <Words>769</Words>
  <Application>Microsoft Office PowerPoint</Application>
  <PresentationFormat>Widescreen</PresentationFormat>
  <Paragraphs>117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BITS-Online</vt:lpstr>
      <vt:lpstr>Module 1:  Properties and Handling of Particulate Solids (Chapter 28) Lecture 5 </vt:lpstr>
      <vt:lpstr>Size reduction</vt:lpstr>
      <vt:lpstr>Objectives of size reduction</vt:lpstr>
      <vt:lpstr>Principles used in size reduction</vt:lpstr>
      <vt:lpstr>Properties of Solids (effecting size reduction)</vt:lpstr>
      <vt:lpstr>Factors affecting size reduction process</vt:lpstr>
      <vt:lpstr>PowerPoint Presentation</vt:lpstr>
      <vt:lpstr>Energy and power requirements in size reduction</vt:lpstr>
      <vt:lpstr>PowerPoint Presentation</vt:lpstr>
      <vt:lpstr>PowerPoint Presentation</vt:lpstr>
      <vt:lpstr>PowerPoint Presentation</vt:lpstr>
      <vt:lpstr>Different empirical laws for size reduction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of empirical laws</vt:lpstr>
      <vt:lpstr>Problem 1:  Size reduction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28   Properties and Handling of Particulate Solids</dc:title>
  <dc:creator>Bhanu Vardhan Reddy  K</dc:creator>
  <cp:lastModifiedBy>Somak Chatterjee</cp:lastModifiedBy>
  <cp:revision>131</cp:revision>
  <cp:lastPrinted>2021-09-01T10:39:32Z</cp:lastPrinted>
  <dcterms:created xsi:type="dcterms:W3CDTF">2020-08-19T16:41:20Z</dcterms:created>
  <dcterms:modified xsi:type="dcterms:W3CDTF">2024-08-20T10:22:44Z</dcterms:modified>
</cp:coreProperties>
</file>