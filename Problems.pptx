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revisionInfo.xml" ContentType="application/vnd.ms-powerpoint.revisioninfo+xml"/>
  <Override PartName="/ppt/changesInfos/changesInfo1.xml" ContentType="application/vnd.ms-powerpoint.changes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02" r:id="rId1"/>
  </p:sldMasterIdLst>
  <p:notesMasterIdLst>
    <p:notesMasterId r:id="rId7"/>
  </p:notesMasterIdLst>
  <p:handoutMasterIdLst>
    <p:handoutMasterId r:id="rId8"/>
  </p:handoutMasterIdLst>
  <p:sldIdLst>
    <p:sldId id="417" r:id="rId2"/>
    <p:sldId id="472" r:id="rId3"/>
    <p:sldId id="473" r:id="rId4"/>
    <p:sldId id="474" r:id="rId5"/>
    <p:sldId id="475" r:id="rId6"/>
  </p:sldIdLst>
  <p:sldSz cx="12192000" cy="6858000"/>
  <p:notesSz cx="7315200" cy="96012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4A00E54-95A4-49C1-B726-76D442F01D7F}" v="10" dt="2022-10-08T15:25:54.71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2167" autoAdjust="0"/>
    <p:restoredTop sz="95740"/>
  </p:normalViewPr>
  <p:slideViewPr>
    <p:cSldViewPr snapToGrid="0">
      <p:cViewPr varScale="1">
        <p:scale>
          <a:sx n="83" d="100"/>
          <a:sy n="83" d="100"/>
        </p:scale>
        <p:origin x="81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handoutMaster" Target="handoutMasters/handoutMaster1.xml"/><Relationship Id="rId3" Type="http://schemas.openxmlformats.org/officeDocument/2006/relationships/slide" Target="slides/slide2.xml"/><Relationship Id="rId7" Type="http://schemas.openxmlformats.org/officeDocument/2006/relationships/notesMaster" Target="notesMasters/notesMaster1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36" Type="http://schemas.microsoft.com/office/2015/10/relationships/revisionInfo" Target="revisionInfo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Relationship Id="rId35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omak Chatterjee" userId="e6d5a15b-8109-4a04-ba46-d7e9f6fc31a9" providerId="ADAL" clId="{F3129DB7-EDC4-4637-9061-5F4B02963D08}"/>
    <pc:docChg chg="addSld delSld modSld">
      <pc:chgData name="Somak Chatterjee" userId="e6d5a15b-8109-4a04-ba46-d7e9f6fc31a9" providerId="ADAL" clId="{F3129DB7-EDC4-4637-9061-5F4B02963D08}" dt="2022-09-28T05:30:45.507" v="4" actId="20577"/>
      <pc:docMkLst>
        <pc:docMk/>
      </pc:docMkLst>
      <pc:sldChg chg="del">
        <pc:chgData name="Somak Chatterjee" userId="e6d5a15b-8109-4a04-ba46-d7e9f6fc31a9" providerId="ADAL" clId="{F3129DB7-EDC4-4637-9061-5F4B02963D08}" dt="2022-09-21T11:05:19.956" v="0" actId="47"/>
        <pc:sldMkLst>
          <pc:docMk/>
          <pc:sldMk cId="3817445897" sldId="257"/>
        </pc:sldMkLst>
      </pc:sldChg>
      <pc:sldChg chg="modSp add mod">
        <pc:chgData name="Somak Chatterjee" userId="e6d5a15b-8109-4a04-ba46-d7e9f6fc31a9" providerId="ADAL" clId="{F3129DB7-EDC4-4637-9061-5F4B02963D08}" dt="2022-09-28T05:30:45.507" v="4" actId="20577"/>
        <pc:sldMkLst>
          <pc:docMk/>
          <pc:sldMk cId="1186835817" sldId="417"/>
        </pc:sldMkLst>
        <pc:spChg chg="mod">
          <ac:chgData name="Somak Chatterjee" userId="e6d5a15b-8109-4a04-ba46-d7e9f6fc31a9" providerId="ADAL" clId="{F3129DB7-EDC4-4637-9061-5F4B02963D08}" dt="2022-09-28T05:30:45.507" v="4" actId="20577"/>
          <ac:spMkLst>
            <pc:docMk/>
            <pc:sldMk cId="1186835817" sldId="417"/>
            <ac:spMk id="7" creationId="{00000000-0000-0000-0000-000000000000}"/>
          </ac:spMkLst>
        </pc:spChg>
      </pc:sldChg>
    </pc:docChg>
  </pc:docChgLst>
  <pc:docChgLst>
    <pc:chgData name="Somak Chatterjee" userId="e6d5a15b-8109-4a04-ba46-d7e9f6fc31a9" providerId="ADAL" clId="{04A00E54-95A4-49C1-B726-76D442F01D7F}"/>
    <pc:docChg chg="undo custSel addSld delSld modSld">
      <pc:chgData name="Somak Chatterjee" userId="e6d5a15b-8109-4a04-ba46-d7e9f6fc31a9" providerId="ADAL" clId="{04A00E54-95A4-49C1-B726-76D442F01D7F}" dt="2022-10-08T15:26:49.594" v="47" actId="478"/>
      <pc:docMkLst>
        <pc:docMk/>
      </pc:docMkLst>
      <pc:sldChg chg="addSp modSp add mod">
        <pc:chgData name="Somak Chatterjee" userId="e6d5a15b-8109-4a04-ba46-d7e9f6fc31a9" providerId="ADAL" clId="{04A00E54-95A4-49C1-B726-76D442F01D7F}" dt="2022-10-08T15:25:07.364" v="21" actId="1076"/>
        <pc:sldMkLst>
          <pc:docMk/>
          <pc:sldMk cId="0" sldId="256"/>
        </pc:sldMkLst>
        <pc:picChg chg="mod">
          <ac:chgData name="Somak Chatterjee" userId="e6d5a15b-8109-4a04-ba46-d7e9f6fc31a9" providerId="ADAL" clId="{04A00E54-95A4-49C1-B726-76D442F01D7F}" dt="2022-10-08T15:24:58.797" v="17" actId="1076"/>
          <ac:picMkLst>
            <pc:docMk/>
            <pc:sldMk cId="0" sldId="256"/>
            <ac:picMk id="3" creationId="{00000000-0000-0000-0000-000000000000}"/>
          </ac:picMkLst>
        </pc:picChg>
        <pc:picChg chg="add mod">
          <ac:chgData name="Somak Chatterjee" userId="e6d5a15b-8109-4a04-ba46-d7e9f6fc31a9" providerId="ADAL" clId="{04A00E54-95A4-49C1-B726-76D442F01D7F}" dt="2022-10-08T15:25:07.364" v="21" actId="1076"/>
          <ac:picMkLst>
            <pc:docMk/>
            <pc:sldMk cId="0" sldId="256"/>
            <ac:picMk id="4" creationId="{5842231E-F7FA-BF80-E77C-41B734C79154}"/>
          </ac:picMkLst>
        </pc:picChg>
      </pc:sldChg>
      <pc:sldChg chg="addSp modSp add mod">
        <pc:chgData name="Somak Chatterjee" userId="e6d5a15b-8109-4a04-ba46-d7e9f6fc31a9" providerId="ADAL" clId="{04A00E54-95A4-49C1-B726-76D442F01D7F}" dt="2022-10-08T15:25:17.432" v="24" actId="14100"/>
        <pc:sldMkLst>
          <pc:docMk/>
          <pc:sldMk cId="0" sldId="257"/>
        </pc:sldMkLst>
        <pc:picChg chg="add mod">
          <ac:chgData name="Somak Chatterjee" userId="e6d5a15b-8109-4a04-ba46-d7e9f6fc31a9" providerId="ADAL" clId="{04A00E54-95A4-49C1-B726-76D442F01D7F}" dt="2022-10-08T15:25:17.432" v="24" actId="14100"/>
          <ac:picMkLst>
            <pc:docMk/>
            <pc:sldMk cId="0" sldId="257"/>
            <ac:picMk id="2" creationId="{86D0B751-1B4C-4AB9-C85A-F54067F82BF5}"/>
          </ac:picMkLst>
        </pc:picChg>
        <pc:picChg chg="mod">
          <ac:chgData name="Somak Chatterjee" userId="e6d5a15b-8109-4a04-ba46-d7e9f6fc31a9" providerId="ADAL" clId="{04A00E54-95A4-49C1-B726-76D442F01D7F}" dt="2022-10-08T15:25:14.598" v="23" actId="1076"/>
          <ac:picMkLst>
            <pc:docMk/>
            <pc:sldMk cId="0" sldId="257"/>
            <ac:picMk id="5" creationId="{00000000-0000-0000-0000-000000000000}"/>
          </ac:picMkLst>
        </pc:picChg>
      </pc:sldChg>
      <pc:sldChg chg="addSp modSp add mod">
        <pc:chgData name="Somak Chatterjee" userId="e6d5a15b-8109-4a04-ba46-d7e9f6fc31a9" providerId="ADAL" clId="{04A00E54-95A4-49C1-B726-76D442F01D7F}" dt="2022-10-08T15:25:29.159" v="28" actId="1076"/>
        <pc:sldMkLst>
          <pc:docMk/>
          <pc:sldMk cId="0" sldId="258"/>
        </pc:sldMkLst>
        <pc:picChg chg="add mod">
          <ac:chgData name="Somak Chatterjee" userId="e6d5a15b-8109-4a04-ba46-d7e9f6fc31a9" providerId="ADAL" clId="{04A00E54-95A4-49C1-B726-76D442F01D7F}" dt="2022-10-08T15:25:29.159" v="28" actId="1076"/>
          <ac:picMkLst>
            <pc:docMk/>
            <pc:sldMk cId="0" sldId="258"/>
            <ac:picMk id="2" creationId="{2DB2ED19-57A3-EDD3-959D-98FA2D2149BF}"/>
          </ac:picMkLst>
        </pc:picChg>
        <pc:picChg chg="mod">
          <ac:chgData name="Somak Chatterjee" userId="e6d5a15b-8109-4a04-ba46-d7e9f6fc31a9" providerId="ADAL" clId="{04A00E54-95A4-49C1-B726-76D442F01D7F}" dt="2022-10-08T15:25:26.001" v="26" actId="1076"/>
          <ac:picMkLst>
            <pc:docMk/>
            <pc:sldMk cId="0" sldId="258"/>
            <ac:picMk id="7" creationId="{00000000-0000-0000-0000-000000000000}"/>
          </ac:picMkLst>
        </pc:picChg>
      </pc:sldChg>
      <pc:sldChg chg="addSp modSp add mod">
        <pc:chgData name="Somak Chatterjee" userId="e6d5a15b-8109-4a04-ba46-d7e9f6fc31a9" providerId="ADAL" clId="{04A00E54-95A4-49C1-B726-76D442F01D7F}" dt="2022-10-08T15:25:37.089" v="31" actId="1076"/>
        <pc:sldMkLst>
          <pc:docMk/>
          <pc:sldMk cId="0" sldId="259"/>
        </pc:sldMkLst>
        <pc:picChg chg="add mod">
          <ac:chgData name="Somak Chatterjee" userId="e6d5a15b-8109-4a04-ba46-d7e9f6fc31a9" providerId="ADAL" clId="{04A00E54-95A4-49C1-B726-76D442F01D7F}" dt="2022-10-08T15:25:37.089" v="31" actId="1076"/>
          <ac:picMkLst>
            <pc:docMk/>
            <pc:sldMk cId="0" sldId="259"/>
            <ac:picMk id="2" creationId="{86749147-A30D-7CBB-AF79-163DAE2C1FD3}"/>
          </ac:picMkLst>
        </pc:picChg>
        <pc:picChg chg="mod">
          <ac:chgData name="Somak Chatterjee" userId="e6d5a15b-8109-4a04-ba46-d7e9f6fc31a9" providerId="ADAL" clId="{04A00E54-95A4-49C1-B726-76D442F01D7F}" dt="2022-10-08T15:25:35.567" v="30" actId="1076"/>
          <ac:picMkLst>
            <pc:docMk/>
            <pc:sldMk cId="0" sldId="259"/>
            <ac:picMk id="9" creationId="{00000000-0000-0000-0000-000000000000}"/>
          </ac:picMkLst>
        </pc:picChg>
      </pc:sldChg>
      <pc:sldChg chg="addSp modSp add mod">
        <pc:chgData name="Somak Chatterjee" userId="e6d5a15b-8109-4a04-ba46-d7e9f6fc31a9" providerId="ADAL" clId="{04A00E54-95A4-49C1-B726-76D442F01D7F}" dt="2022-10-08T15:25:45.131" v="35" actId="1076"/>
        <pc:sldMkLst>
          <pc:docMk/>
          <pc:sldMk cId="0" sldId="260"/>
        </pc:sldMkLst>
        <pc:picChg chg="add mod">
          <ac:chgData name="Somak Chatterjee" userId="e6d5a15b-8109-4a04-ba46-d7e9f6fc31a9" providerId="ADAL" clId="{04A00E54-95A4-49C1-B726-76D442F01D7F}" dt="2022-10-08T15:25:45.131" v="35" actId="1076"/>
          <ac:picMkLst>
            <pc:docMk/>
            <pc:sldMk cId="0" sldId="260"/>
            <ac:picMk id="2" creationId="{111A65FD-6E1D-C562-E35B-95B80F0A324F}"/>
          </ac:picMkLst>
        </pc:picChg>
        <pc:picChg chg="mod">
          <ac:chgData name="Somak Chatterjee" userId="e6d5a15b-8109-4a04-ba46-d7e9f6fc31a9" providerId="ADAL" clId="{04A00E54-95A4-49C1-B726-76D442F01D7F}" dt="2022-10-08T15:25:41.785" v="33" actId="1076"/>
          <ac:picMkLst>
            <pc:docMk/>
            <pc:sldMk cId="0" sldId="260"/>
            <ac:picMk id="11" creationId="{00000000-0000-0000-0000-000000000000}"/>
          </ac:picMkLst>
        </pc:picChg>
      </pc:sldChg>
      <pc:sldChg chg="addSp modSp add mod">
        <pc:chgData name="Somak Chatterjee" userId="e6d5a15b-8109-4a04-ba46-d7e9f6fc31a9" providerId="ADAL" clId="{04A00E54-95A4-49C1-B726-76D442F01D7F}" dt="2022-10-08T15:25:52.296" v="37" actId="1076"/>
        <pc:sldMkLst>
          <pc:docMk/>
          <pc:sldMk cId="0" sldId="261"/>
        </pc:sldMkLst>
        <pc:picChg chg="add mod">
          <ac:chgData name="Somak Chatterjee" userId="e6d5a15b-8109-4a04-ba46-d7e9f6fc31a9" providerId="ADAL" clId="{04A00E54-95A4-49C1-B726-76D442F01D7F}" dt="2022-10-08T15:25:47.643" v="36"/>
          <ac:picMkLst>
            <pc:docMk/>
            <pc:sldMk cId="0" sldId="261"/>
            <ac:picMk id="2" creationId="{5C52FB8B-3D99-1857-62AD-8386519E3155}"/>
          </ac:picMkLst>
        </pc:picChg>
        <pc:picChg chg="mod">
          <ac:chgData name="Somak Chatterjee" userId="e6d5a15b-8109-4a04-ba46-d7e9f6fc31a9" providerId="ADAL" clId="{04A00E54-95A4-49C1-B726-76D442F01D7F}" dt="2022-10-08T15:25:52.296" v="37" actId="1076"/>
          <ac:picMkLst>
            <pc:docMk/>
            <pc:sldMk cId="0" sldId="261"/>
            <ac:picMk id="13" creationId="{00000000-0000-0000-0000-000000000000}"/>
          </ac:picMkLst>
        </pc:picChg>
      </pc:sldChg>
      <pc:sldChg chg="addSp modSp add mod">
        <pc:chgData name="Somak Chatterjee" userId="e6d5a15b-8109-4a04-ba46-d7e9f6fc31a9" providerId="ADAL" clId="{04A00E54-95A4-49C1-B726-76D442F01D7F}" dt="2022-10-08T15:26:01.002" v="40" actId="1076"/>
        <pc:sldMkLst>
          <pc:docMk/>
          <pc:sldMk cId="0" sldId="262"/>
        </pc:sldMkLst>
        <pc:picChg chg="add mod">
          <ac:chgData name="Somak Chatterjee" userId="e6d5a15b-8109-4a04-ba46-d7e9f6fc31a9" providerId="ADAL" clId="{04A00E54-95A4-49C1-B726-76D442F01D7F}" dt="2022-10-08T15:25:54.712" v="38"/>
          <ac:picMkLst>
            <pc:docMk/>
            <pc:sldMk cId="0" sldId="262"/>
            <ac:picMk id="2" creationId="{E84D2C17-A035-F91E-0BB1-9650F6E2CD77}"/>
          </ac:picMkLst>
        </pc:picChg>
        <pc:picChg chg="mod">
          <ac:chgData name="Somak Chatterjee" userId="e6d5a15b-8109-4a04-ba46-d7e9f6fc31a9" providerId="ADAL" clId="{04A00E54-95A4-49C1-B726-76D442F01D7F}" dt="2022-10-08T15:26:01.002" v="40" actId="1076"/>
          <ac:picMkLst>
            <pc:docMk/>
            <pc:sldMk cId="0" sldId="262"/>
            <ac:picMk id="15" creationId="{00000000-0000-0000-0000-000000000000}"/>
          </ac:picMkLst>
        </pc:picChg>
      </pc:sldChg>
      <pc:sldChg chg="add del">
        <pc:chgData name="Somak Chatterjee" userId="e6d5a15b-8109-4a04-ba46-d7e9f6fc31a9" providerId="ADAL" clId="{04A00E54-95A4-49C1-B726-76D442F01D7F}" dt="2022-10-08T15:24:18.232" v="8" actId="2696"/>
        <pc:sldMkLst>
          <pc:docMk/>
          <pc:sldMk cId="0" sldId="263"/>
        </pc:sldMkLst>
      </pc:sldChg>
      <pc:sldChg chg="add">
        <pc:chgData name="Somak Chatterjee" userId="e6d5a15b-8109-4a04-ba46-d7e9f6fc31a9" providerId="ADAL" clId="{04A00E54-95A4-49C1-B726-76D442F01D7F}" dt="2022-10-08T15:24:28.313" v="9"/>
        <pc:sldMkLst>
          <pc:docMk/>
          <pc:sldMk cId="4078873811" sldId="263"/>
        </pc:sldMkLst>
      </pc:sldChg>
      <pc:sldChg chg="add del">
        <pc:chgData name="Somak Chatterjee" userId="e6d5a15b-8109-4a04-ba46-d7e9f6fc31a9" providerId="ADAL" clId="{04A00E54-95A4-49C1-B726-76D442F01D7F}" dt="2022-10-08T15:24:18.232" v="8" actId="2696"/>
        <pc:sldMkLst>
          <pc:docMk/>
          <pc:sldMk cId="0" sldId="264"/>
        </pc:sldMkLst>
      </pc:sldChg>
      <pc:sldChg chg="add">
        <pc:chgData name="Somak Chatterjee" userId="e6d5a15b-8109-4a04-ba46-d7e9f6fc31a9" providerId="ADAL" clId="{04A00E54-95A4-49C1-B726-76D442F01D7F}" dt="2022-10-08T15:24:28.313" v="9"/>
        <pc:sldMkLst>
          <pc:docMk/>
          <pc:sldMk cId="2104011420" sldId="264"/>
        </pc:sldMkLst>
      </pc:sldChg>
      <pc:sldChg chg="delSp mod">
        <pc:chgData name="Somak Chatterjee" userId="e6d5a15b-8109-4a04-ba46-d7e9f6fc31a9" providerId="ADAL" clId="{04A00E54-95A4-49C1-B726-76D442F01D7F}" dt="2022-10-08T15:26:28.219" v="45" actId="478"/>
        <pc:sldMkLst>
          <pc:docMk/>
          <pc:sldMk cId="2054135498" sldId="473"/>
        </pc:sldMkLst>
        <pc:inkChg chg="del">
          <ac:chgData name="Somak Chatterjee" userId="e6d5a15b-8109-4a04-ba46-d7e9f6fc31a9" providerId="ADAL" clId="{04A00E54-95A4-49C1-B726-76D442F01D7F}" dt="2022-10-08T15:26:28.219" v="45" actId="478"/>
          <ac:inkMkLst>
            <pc:docMk/>
            <pc:sldMk cId="2054135498" sldId="473"/>
            <ac:inkMk id="9" creationId="{25EA6055-A7D3-ED4C-A910-67306B54BD98}"/>
          </ac:inkMkLst>
        </pc:inkChg>
      </pc:sldChg>
      <pc:sldChg chg="addSp delSp modSp del mod">
        <pc:chgData name="Somak Chatterjee" userId="e6d5a15b-8109-4a04-ba46-d7e9f6fc31a9" providerId="ADAL" clId="{04A00E54-95A4-49C1-B726-76D442F01D7F}" dt="2022-10-08T15:26:07.782" v="41" actId="47"/>
        <pc:sldMkLst>
          <pc:docMk/>
          <pc:sldMk cId="3640288785" sldId="477"/>
        </pc:sldMkLst>
        <pc:picChg chg="add del">
          <ac:chgData name="Somak Chatterjee" userId="e6d5a15b-8109-4a04-ba46-d7e9f6fc31a9" providerId="ADAL" clId="{04A00E54-95A4-49C1-B726-76D442F01D7F}" dt="2022-10-08T15:24:50.972" v="15" actId="21"/>
          <ac:picMkLst>
            <pc:docMk/>
            <pc:sldMk cId="3640288785" sldId="477"/>
            <ac:picMk id="7" creationId="{B2B8C287-BA6E-4C43-B4EE-E855EFDE70CE}"/>
          </ac:picMkLst>
        </pc:picChg>
        <pc:inkChg chg="del mod">
          <ac:chgData name="Somak Chatterjee" userId="e6d5a15b-8109-4a04-ba46-d7e9f6fc31a9" providerId="ADAL" clId="{04A00E54-95A4-49C1-B726-76D442F01D7F}" dt="2022-10-08T15:24:45.641" v="13" actId="478"/>
          <ac:inkMkLst>
            <pc:docMk/>
            <pc:sldMk cId="3640288785" sldId="477"/>
            <ac:inkMk id="8" creationId="{9D9EEA27-AA4A-D84D-A4DB-5A05D9CC07E5}"/>
          </ac:inkMkLst>
        </pc:inkChg>
      </pc:sldChg>
      <pc:sldChg chg="delSp mod">
        <pc:chgData name="Somak Chatterjee" userId="e6d5a15b-8109-4a04-ba46-d7e9f6fc31a9" providerId="ADAL" clId="{04A00E54-95A4-49C1-B726-76D442F01D7F}" dt="2022-10-08T15:23:23.369" v="1" actId="478"/>
        <pc:sldMkLst>
          <pc:docMk/>
          <pc:sldMk cId="1857774780" sldId="480"/>
        </pc:sldMkLst>
        <pc:inkChg chg="del">
          <ac:chgData name="Somak Chatterjee" userId="e6d5a15b-8109-4a04-ba46-d7e9f6fc31a9" providerId="ADAL" clId="{04A00E54-95A4-49C1-B726-76D442F01D7F}" dt="2022-10-08T15:23:23.369" v="1" actId="478"/>
          <ac:inkMkLst>
            <pc:docMk/>
            <pc:sldMk cId="1857774780" sldId="480"/>
            <ac:inkMk id="8" creationId="{8793DF3B-E724-2847-AAA0-CDDBF664350F}"/>
          </ac:inkMkLst>
        </pc:inkChg>
      </pc:sldChg>
      <pc:sldChg chg="del">
        <pc:chgData name="Somak Chatterjee" userId="e6d5a15b-8109-4a04-ba46-d7e9f6fc31a9" providerId="ADAL" clId="{04A00E54-95A4-49C1-B726-76D442F01D7F}" dt="2022-10-08T15:26:09.797" v="42" actId="47"/>
        <pc:sldMkLst>
          <pc:docMk/>
          <pc:sldMk cId="1853014707" sldId="481"/>
        </pc:sldMkLst>
      </pc:sldChg>
      <pc:sldChg chg="del">
        <pc:chgData name="Somak Chatterjee" userId="e6d5a15b-8109-4a04-ba46-d7e9f6fc31a9" providerId="ADAL" clId="{04A00E54-95A4-49C1-B726-76D442F01D7F}" dt="2022-10-08T15:26:11.342" v="43" actId="47"/>
        <pc:sldMkLst>
          <pc:docMk/>
          <pc:sldMk cId="3721550548" sldId="482"/>
        </pc:sldMkLst>
      </pc:sldChg>
      <pc:sldChg chg="delSp mod">
        <pc:chgData name="Somak Chatterjee" userId="e6d5a15b-8109-4a04-ba46-d7e9f6fc31a9" providerId="ADAL" clId="{04A00E54-95A4-49C1-B726-76D442F01D7F}" dt="2022-10-08T15:26:43.710" v="46" actId="478"/>
        <pc:sldMkLst>
          <pc:docMk/>
          <pc:sldMk cId="3863893798" sldId="488"/>
        </pc:sldMkLst>
        <pc:inkChg chg="del">
          <ac:chgData name="Somak Chatterjee" userId="e6d5a15b-8109-4a04-ba46-d7e9f6fc31a9" providerId="ADAL" clId="{04A00E54-95A4-49C1-B726-76D442F01D7F}" dt="2022-10-08T15:26:43.710" v="46" actId="478"/>
          <ac:inkMkLst>
            <pc:docMk/>
            <pc:sldMk cId="3863893798" sldId="488"/>
            <ac:inkMk id="5" creationId="{8FA3235A-DE13-644A-A1D7-44EA2ABF49AB}"/>
          </ac:inkMkLst>
        </pc:inkChg>
      </pc:sldChg>
      <pc:sldChg chg="delSp mod">
        <pc:chgData name="Somak Chatterjee" userId="e6d5a15b-8109-4a04-ba46-d7e9f6fc31a9" providerId="ADAL" clId="{04A00E54-95A4-49C1-B726-76D442F01D7F}" dt="2022-10-08T15:26:49.594" v="47" actId="478"/>
        <pc:sldMkLst>
          <pc:docMk/>
          <pc:sldMk cId="2902209095" sldId="489"/>
        </pc:sldMkLst>
        <pc:inkChg chg="del">
          <ac:chgData name="Somak Chatterjee" userId="e6d5a15b-8109-4a04-ba46-d7e9f6fc31a9" providerId="ADAL" clId="{04A00E54-95A4-49C1-B726-76D442F01D7F}" dt="2022-10-08T15:26:49.594" v="47" actId="478"/>
          <ac:inkMkLst>
            <pc:docMk/>
            <pc:sldMk cId="2902209095" sldId="489"/>
            <ac:inkMk id="5" creationId="{15708FB0-9727-8F48-A3DE-2AD83717DD8A}"/>
          </ac:inkMkLst>
        </pc:inkChg>
      </pc:sldChg>
      <pc:sldChg chg="delSp del mod">
        <pc:chgData name="Somak Chatterjee" userId="e6d5a15b-8109-4a04-ba46-d7e9f6fc31a9" providerId="ADAL" clId="{04A00E54-95A4-49C1-B726-76D442F01D7F}" dt="2022-10-08T15:24:32.346" v="10" actId="2696"/>
        <pc:sldMkLst>
          <pc:docMk/>
          <pc:sldMk cId="848684138" sldId="492"/>
        </pc:sldMkLst>
        <pc:inkChg chg="del">
          <ac:chgData name="Somak Chatterjee" userId="e6d5a15b-8109-4a04-ba46-d7e9f6fc31a9" providerId="ADAL" clId="{04A00E54-95A4-49C1-B726-76D442F01D7F}" dt="2022-10-08T15:23:28.215" v="2" actId="478"/>
          <ac:inkMkLst>
            <pc:docMk/>
            <pc:sldMk cId="848684138" sldId="492"/>
            <ac:inkMk id="9" creationId="{65853716-8EB7-6245-8CFD-5DF2B605EBA8}"/>
          </ac:inkMkLst>
        </pc:inkChg>
      </pc:sldChg>
      <pc:sldChg chg="add">
        <pc:chgData name="Somak Chatterjee" userId="e6d5a15b-8109-4a04-ba46-d7e9f6fc31a9" providerId="ADAL" clId="{04A00E54-95A4-49C1-B726-76D442F01D7F}" dt="2022-10-08T15:24:37.356" v="11"/>
        <pc:sldMkLst>
          <pc:docMk/>
          <pc:sldMk cId="2195833175" sldId="492"/>
        </pc:sldMkLst>
      </pc:sldChg>
      <pc:sldChg chg="delSp mod">
        <pc:chgData name="Somak Chatterjee" userId="e6d5a15b-8109-4a04-ba46-d7e9f6fc31a9" providerId="ADAL" clId="{04A00E54-95A4-49C1-B726-76D442F01D7F}" dt="2022-10-08T15:23:17.399" v="0" actId="478"/>
        <pc:sldMkLst>
          <pc:docMk/>
          <pc:sldMk cId="2646706885" sldId="493"/>
        </pc:sldMkLst>
        <pc:inkChg chg="del">
          <ac:chgData name="Somak Chatterjee" userId="e6d5a15b-8109-4a04-ba46-d7e9f6fc31a9" providerId="ADAL" clId="{04A00E54-95A4-49C1-B726-76D442F01D7F}" dt="2022-10-08T15:23:17.399" v="0" actId="478"/>
          <ac:inkMkLst>
            <pc:docMk/>
            <pc:sldMk cId="2646706885" sldId="493"/>
            <ac:inkMk id="9" creationId="{8A008B11-036B-884B-BF6F-29F85CC9A281}"/>
          </ac:inkMkLst>
        </pc:inkChg>
      </pc:sldChg>
      <pc:sldChg chg="del">
        <pc:chgData name="Somak Chatterjee" userId="e6d5a15b-8109-4a04-ba46-d7e9f6fc31a9" providerId="ADAL" clId="{04A00E54-95A4-49C1-B726-76D442F01D7F}" dt="2022-10-08T15:26:12.515" v="44" actId="47"/>
        <pc:sldMkLst>
          <pc:docMk/>
          <pc:sldMk cId="2558198615" sldId="494"/>
        </pc:sldMkLst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70238" cy="481013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4143376" y="1"/>
            <a:ext cx="3170238" cy="481013"/>
          </a:xfrm>
          <a:prstGeom prst="rect">
            <a:avLst/>
          </a:prstGeom>
        </p:spPr>
        <p:txBody>
          <a:bodyPr vert="horz" lIns="91435" tIns="45718" rIns="91435" bIns="45718" rtlCol="0"/>
          <a:lstStyle>
            <a:lvl1pPr algn="r">
              <a:defRPr sz="1200"/>
            </a:lvl1pPr>
          </a:lstStyle>
          <a:p>
            <a:fld id="{CC00E1C0-348C-40D3-BEEA-3D2CC97E46E5}" type="datetimeFigureOut">
              <a:rPr lang="en-IN" smtClean="0"/>
              <a:t>17-09-2026</a:t>
            </a:fld>
            <a:endParaRPr lang="en-IN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9120189"/>
            <a:ext cx="3170238" cy="481012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4143376" y="9120189"/>
            <a:ext cx="3170238" cy="481012"/>
          </a:xfrm>
          <a:prstGeom prst="rect">
            <a:avLst/>
          </a:prstGeom>
        </p:spPr>
        <p:txBody>
          <a:bodyPr vert="horz" lIns="91435" tIns="45718" rIns="91435" bIns="45718" rtlCol="0" anchor="b"/>
          <a:lstStyle>
            <a:lvl1pPr algn="r">
              <a:defRPr sz="1200"/>
            </a:lvl1pPr>
          </a:lstStyle>
          <a:p>
            <a:fld id="{5EBB26E0-1484-46A8-B7A9-B238AB04DEAD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95392938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1"/>
            <a:ext cx="3169920" cy="481727"/>
          </a:xfrm>
          <a:prstGeom prst="rect">
            <a:avLst/>
          </a:prstGeom>
        </p:spPr>
        <p:txBody>
          <a:bodyPr vert="horz" lIns="96656" tIns="48328" rIns="96656" bIns="48328" rtlCol="0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3587" y="1"/>
            <a:ext cx="3169920" cy="481727"/>
          </a:xfrm>
          <a:prstGeom prst="rect">
            <a:avLst/>
          </a:prstGeom>
        </p:spPr>
        <p:txBody>
          <a:bodyPr vert="horz" lIns="96656" tIns="48328" rIns="96656" bIns="48328" rtlCol="0"/>
          <a:lstStyle>
            <a:lvl1pPr algn="r">
              <a:defRPr sz="1200"/>
            </a:lvl1pPr>
          </a:lstStyle>
          <a:p>
            <a:fld id="{143F6E76-D32A-4F60-9992-87F5028D701A}" type="datetimeFigureOut">
              <a:rPr lang="en-IN" smtClean="0"/>
              <a:t>17-09-2026</a:t>
            </a:fld>
            <a:endParaRPr lang="en-IN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77875" y="1200150"/>
            <a:ext cx="5759450" cy="32400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6656" tIns="48328" rIns="96656" bIns="48328" rtlCol="0" anchor="ctr"/>
          <a:lstStyle/>
          <a:p>
            <a:endParaRPr lang="en-IN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520" y="4620578"/>
            <a:ext cx="5852160" cy="3780473"/>
          </a:xfrm>
          <a:prstGeom prst="rect">
            <a:avLst/>
          </a:prstGeom>
        </p:spPr>
        <p:txBody>
          <a:bodyPr vert="horz" lIns="96656" tIns="48328" rIns="96656" bIns="48328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9119475"/>
            <a:ext cx="3169920" cy="481726"/>
          </a:xfrm>
          <a:prstGeom prst="rect">
            <a:avLst/>
          </a:prstGeom>
        </p:spPr>
        <p:txBody>
          <a:bodyPr vert="horz" lIns="96656" tIns="48328" rIns="96656" bIns="48328" rtlCol="0" anchor="b"/>
          <a:lstStyle>
            <a:lvl1pPr algn="l">
              <a:defRPr sz="1200"/>
            </a:lvl1pPr>
          </a:lstStyle>
          <a:p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3587" y="9119475"/>
            <a:ext cx="3169920" cy="481726"/>
          </a:xfrm>
          <a:prstGeom prst="rect">
            <a:avLst/>
          </a:prstGeom>
        </p:spPr>
        <p:txBody>
          <a:bodyPr vert="horz" lIns="96656" tIns="48328" rIns="96656" bIns="48328" rtlCol="0" anchor="b"/>
          <a:lstStyle>
            <a:lvl1pPr algn="r">
              <a:defRPr sz="1200"/>
            </a:lvl1pPr>
          </a:lstStyle>
          <a:p>
            <a:fld id="{74B2998F-6834-4E04-A5E3-C7F868389BD2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2962074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Slide">
    <p:bg>
      <p:bgPr>
        <a:blipFill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 anchorCtr="0"/>
          <a:lstStyle/>
          <a:p>
            <a:pPr algn="l"/>
            <a:endParaRPr lang="en-US" sz="1600" b="1" dirty="0">
              <a:latin typeface="+mn-lt"/>
              <a:cs typeface="Arial" pitchFamily="34" charset="0"/>
            </a:endParaRPr>
          </a:p>
        </p:txBody>
      </p:sp>
      <p:sp>
        <p:nvSpPr>
          <p:cNvPr id="22" name="Rectangle 21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3" name="Rectangle 22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24" name="Rectangle 23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26" name="Picture 25" descr="BITS_university_logo_whitevert.png"/>
          <p:cNvPicPr>
            <a:picLocks noChangeAspect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1600" y="3352800"/>
            <a:ext cx="2743200" cy="198000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-101600" y="52578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0" y="5666603"/>
            <a:ext cx="2743200" cy="307777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4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4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4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11" name="Title 1"/>
          <p:cNvSpPr>
            <a:spLocks noGrp="1"/>
          </p:cNvSpPr>
          <p:nvPr>
            <p:ph type="title" hasCustomPrompt="1"/>
          </p:nvPr>
        </p:nvSpPr>
        <p:spPr>
          <a:xfrm>
            <a:off x="3352800" y="3810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</a:defRPr>
            </a:lvl1pPr>
          </a:lstStyle>
          <a:p>
            <a:r>
              <a:rPr lang="en-GB" altLang="en-GB" dirty="0"/>
              <a:t>Presentation Title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943652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ustom Layout">
    <p:bg>
      <p:bgPr>
        <a:blipFill rotWithShape="1">
          <a:blip r:embed="rId2"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/>
          <p:cNvSpPr/>
          <p:nvPr/>
        </p:nvSpPr>
        <p:spPr>
          <a:xfrm>
            <a:off x="0" y="3352800"/>
            <a:ext cx="11582400" cy="2743200"/>
          </a:xfrm>
          <a:prstGeom prst="rect">
            <a:avLst/>
          </a:prstGeom>
          <a:solidFill>
            <a:srgbClr val="1011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 dirty="0">
              <a:latin typeface="Arial" pitchFamily="34" charset="0"/>
              <a:cs typeface="Arial" pitchFamily="34" charset="0"/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3860800" y="609600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6" name="Rectangle 5"/>
          <p:cNvSpPr/>
          <p:nvPr/>
        </p:nvSpPr>
        <p:spPr>
          <a:xfrm>
            <a:off x="0" y="609600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8" name="Rectangle 7"/>
          <p:cNvSpPr/>
          <p:nvPr/>
        </p:nvSpPr>
        <p:spPr>
          <a:xfrm>
            <a:off x="7721600" y="609600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7" name="Content Placeholder 6"/>
          <p:cNvSpPr>
            <a:spLocks noGrp="1"/>
          </p:cNvSpPr>
          <p:nvPr>
            <p:ph sz="quarter" idx="13" hasCustomPrompt="1"/>
          </p:nvPr>
        </p:nvSpPr>
        <p:spPr>
          <a:xfrm>
            <a:off x="3354745" y="5206978"/>
            <a:ext cx="8026400" cy="700756"/>
          </a:xfrm>
        </p:spPr>
        <p:txBody>
          <a:bodyPr numCol="1" anchor="b" anchorCtr="0">
            <a:noAutofit/>
          </a:bodyPr>
          <a:lstStyle>
            <a:lvl1pPr marL="0" indent="0" algn="r">
              <a:lnSpc>
                <a:spcPts val="1350"/>
              </a:lnSpc>
              <a:spcBef>
                <a:spcPts val="0"/>
              </a:spcBef>
              <a:buNone/>
              <a:defRPr sz="2000" baseline="0">
                <a:solidFill>
                  <a:schemeClr val="bg1"/>
                </a:solidFill>
                <a:latin typeface="+mj-lt"/>
              </a:defRPr>
            </a:lvl1pPr>
          </a:lstStyle>
          <a:p>
            <a:pPr lvl="0"/>
            <a:r>
              <a:rPr lang="en-GB" altLang="en-GB" dirty="0"/>
              <a:t>Presenter Name</a:t>
            </a:r>
          </a:p>
          <a:p>
            <a:pPr lvl="0"/>
            <a:endParaRPr lang="en-GB" altLang="en-GB" dirty="0"/>
          </a:p>
          <a:p>
            <a:pPr lvl="0"/>
            <a:r>
              <a:rPr lang="en-GB" altLang="en-GB" dirty="0"/>
              <a:t>Date 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3354745" y="3429000"/>
            <a:ext cx="8026400" cy="1524000"/>
          </a:xfrm>
        </p:spPr>
        <p:txBody>
          <a:bodyPr numCol="1" anchor="ctr" anchorCtr="0">
            <a:noAutofit/>
          </a:bodyPr>
          <a:lstStyle>
            <a:lvl1pPr algn="l">
              <a:lnSpc>
                <a:spcPts val="3000"/>
              </a:lnSpc>
              <a:defRPr sz="3600" baseline="0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GB" altLang="en-GB" dirty="0"/>
              <a:t>Presentation title</a:t>
            </a:r>
            <a:endParaRPr lang="en-US" dirty="0"/>
          </a:p>
        </p:txBody>
      </p:sp>
      <p:pic>
        <p:nvPicPr>
          <p:cNvPr id="13" name="Picture 12" descr="BITS_university_logo_whitevert.png"/>
          <p:cNvPicPr preferRelativeResize="0">
            <a:picLocks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91344" y="3225301"/>
            <a:ext cx="2160000" cy="21600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18728" y="5293668"/>
            <a:ext cx="2456855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1" spc="-113" dirty="0">
                <a:solidFill>
                  <a:schemeClr val="bg1"/>
                </a:solidFill>
                <a:latin typeface="+mn-lt"/>
                <a:cs typeface="Arial"/>
              </a:rPr>
              <a:t>BITS</a:t>
            </a:r>
            <a:r>
              <a:rPr lang="en-US" sz="2400" spc="-113" dirty="0">
                <a:solidFill>
                  <a:schemeClr val="bg1"/>
                </a:solidFill>
                <a:latin typeface="+mn-lt"/>
                <a:cs typeface="Arial"/>
              </a:rPr>
              <a:t> Pilani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39200" y="5684844"/>
            <a:ext cx="2160000" cy="338554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6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6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6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3753956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2" descr="\\Server\D\jyoti\FI023_BITS_v1\styleguide img\IMG_5627_b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</p:spPr>
      </p:pic>
      <p:sp>
        <p:nvSpPr>
          <p:cNvPr id="8" name="Rectangle 7"/>
          <p:cNvSpPr/>
          <p:nvPr/>
        </p:nvSpPr>
        <p:spPr>
          <a:xfrm>
            <a:off x="0" y="4282182"/>
            <a:ext cx="12192000" cy="2575818"/>
          </a:xfrm>
          <a:prstGeom prst="rect">
            <a:avLst/>
          </a:prstGeom>
          <a:solidFill>
            <a:schemeClr val="bg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3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1" name="Rectangle 10"/>
          <p:cNvSpPr/>
          <p:nvPr/>
        </p:nvSpPr>
        <p:spPr>
          <a:xfrm>
            <a:off x="3843867" y="6775450"/>
            <a:ext cx="3860800" cy="76200"/>
          </a:xfrm>
          <a:prstGeom prst="rect">
            <a:avLst/>
          </a:prstGeom>
          <a:solidFill>
            <a:srgbClr val="76C2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6" name="Rectangle 15"/>
          <p:cNvSpPr/>
          <p:nvPr/>
        </p:nvSpPr>
        <p:spPr>
          <a:xfrm>
            <a:off x="-16933" y="6775450"/>
            <a:ext cx="3860800" cy="76200"/>
          </a:xfrm>
          <a:prstGeom prst="rect">
            <a:avLst/>
          </a:prstGeom>
          <a:solidFill>
            <a:srgbClr val="FCB01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8" name="Rectangle 17"/>
          <p:cNvSpPr/>
          <p:nvPr/>
        </p:nvSpPr>
        <p:spPr>
          <a:xfrm>
            <a:off x="7704667" y="6775450"/>
            <a:ext cx="3860800" cy="76200"/>
          </a:xfrm>
          <a:prstGeom prst="rect">
            <a:avLst/>
          </a:prstGeom>
          <a:solidFill>
            <a:srgbClr val="FF00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numCol="1" rtlCol="0" anchor="ctr"/>
          <a:lstStyle/>
          <a:p>
            <a:pPr algn="ctr"/>
            <a:endParaRPr lang="en-US" sz="1350"/>
          </a:p>
        </p:txBody>
      </p:sp>
      <p:sp>
        <p:nvSpPr>
          <p:cNvPr id="12" name="TextBox 11"/>
          <p:cNvSpPr txBox="1"/>
          <p:nvPr/>
        </p:nvSpPr>
        <p:spPr>
          <a:xfrm>
            <a:off x="9144000" y="762002"/>
            <a:ext cx="2946400" cy="461665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2400" b="0" spc="-113" dirty="0">
                <a:solidFill>
                  <a:schemeClr val="bg1"/>
                </a:solidFill>
                <a:latin typeface="+mn-lt"/>
                <a:cs typeface="Arial"/>
              </a:rPr>
              <a:t>BITS Pilani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448800" y="1170804"/>
            <a:ext cx="2540000" cy="276999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ctr"/>
            <a:r>
              <a:rPr lang="en-US" sz="1200" spc="0" dirty="0">
                <a:solidFill>
                  <a:srgbClr val="FFFFFF"/>
                </a:solidFill>
                <a:latin typeface="+mn-lt"/>
                <a:cs typeface="Arial"/>
              </a:rPr>
              <a:t>Pilani</a:t>
            </a:r>
            <a:r>
              <a:rPr lang="en-US" sz="1200" spc="0" baseline="0" dirty="0">
                <a:solidFill>
                  <a:srgbClr val="FFFFFF"/>
                </a:solidFill>
                <a:latin typeface="+mn-lt"/>
                <a:cs typeface="Arial"/>
              </a:rPr>
              <a:t> Campus</a:t>
            </a:r>
            <a:endParaRPr lang="en-US" sz="1200" spc="0" dirty="0">
              <a:solidFill>
                <a:srgbClr val="FFFFFF"/>
              </a:solidFill>
              <a:latin typeface="+mn-lt"/>
              <a:cs typeface="Arial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92667" y="4586984"/>
            <a:ext cx="10972800" cy="1143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371664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6" name="Picture 15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0342CC68-9F46-4D9B-9C31-5F4F343BD2FF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PROCESS-II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9012435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728763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5107C035-A25B-4241-939D-B608289A68C8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2060"/>
                </a:solidFill>
                <a:latin typeface="+mn-lt"/>
              </a:defRPr>
            </a:lvl1pPr>
          </a:lstStyle>
          <a:p>
            <a:r>
              <a:rPr lang="en-US"/>
              <a:t>SEPARATION PROCESS-II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EBED1AA-28D0-45FC-8FFA-4C86EED6999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992835" y="0"/>
            <a:ext cx="1209675" cy="11239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769184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2" name="Group 11"/>
          <p:cNvGrpSpPr/>
          <p:nvPr/>
        </p:nvGrpSpPr>
        <p:grpSpPr>
          <a:xfrm>
            <a:off x="2540000" y="6324600"/>
            <a:ext cx="9600000" cy="54000"/>
            <a:chOff x="2083888" y="6550671"/>
            <a:chExt cx="7060112" cy="48665"/>
          </a:xfrm>
        </p:grpSpPr>
        <p:sp>
          <p:nvSpPr>
            <p:cNvPr id="13" name="Rectangle 12"/>
            <p:cNvSpPr/>
            <p:nvPr/>
          </p:nvSpPr>
          <p:spPr>
            <a:xfrm>
              <a:off x="4630476" y="6550672"/>
              <a:ext cx="2328591" cy="48664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/>
          </p:nvSpPr>
          <p:spPr>
            <a:xfrm>
              <a:off x="6907874" y="6550671"/>
              <a:ext cx="2236126" cy="45719"/>
            </a:xfrm>
            <a:prstGeom prst="rect">
              <a:avLst/>
            </a:prstGeom>
            <a:solidFill>
              <a:srgbClr val="E31C2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5" name="Rectangle 14"/>
            <p:cNvSpPr/>
            <p:nvPr/>
          </p:nvSpPr>
          <p:spPr>
            <a:xfrm>
              <a:off x="2083888" y="6550672"/>
              <a:ext cx="2580680" cy="48664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3" name="Group 22"/>
          <p:cNvGrpSpPr/>
          <p:nvPr/>
        </p:nvGrpSpPr>
        <p:grpSpPr>
          <a:xfrm>
            <a:off x="0" y="860400"/>
            <a:ext cx="8880000" cy="54000"/>
            <a:chOff x="1905000" y="6553200"/>
            <a:chExt cx="7010400" cy="45719"/>
          </a:xfrm>
        </p:grpSpPr>
        <p:sp>
          <p:nvSpPr>
            <p:cNvPr id="24" name="Rectangle 23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5" name="Rectangle 24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6" name="Rectangle 25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1355A33D-EA15-42BB-BABC-69799646E768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PROCESS-II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099605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4_Title and Content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CCD662B-2673-4CFD-A99F-22DC9E71CA07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PROCESS-II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38877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5_Title and Content">
    <p:bg>
      <p:bgPr>
        <a:solidFill>
          <a:schemeClr val="tx1">
            <a:lumMod val="75000"/>
            <a:lumOff val="2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Date Placeholder 5"/>
          <p:cNvSpPr>
            <a:spLocks noGrp="1"/>
          </p:cNvSpPr>
          <p:nvPr>
            <p:ph type="dt" sz="half" idx="11"/>
          </p:nvPr>
        </p:nvSpPr>
        <p:spPr>
          <a:xfrm>
            <a:off x="609600" y="6416680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B8A17FA9-B146-4A3E-9B3F-9294238D23A9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2"/>
          </p:nvPr>
        </p:nvSpPr>
        <p:spPr>
          <a:xfrm>
            <a:off x="4165600" y="6416680"/>
            <a:ext cx="3860800" cy="365125"/>
          </a:xfrm>
        </p:spPr>
        <p:txBody>
          <a:bodyPr/>
          <a:lstStyle>
            <a:lvl1pPr>
              <a:defRPr sz="1400" b="1">
                <a:solidFill>
                  <a:srgbClr val="00B0F0"/>
                </a:solidFill>
                <a:latin typeface="+mn-lt"/>
              </a:defRPr>
            </a:lvl1pPr>
          </a:lstStyle>
          <a:p>
            <a:r>
              <a:rPr lang="en-US"/>
              <a:t>SEPARATION PROCESS-II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3"/>
          </p:nvPr>
        </p:nvSpPr>
        <p:spPr>
          <a:xfrm>
            <a:off x="8737600" y="6416679"/>
            <a:ext cx="2844800" cy="365125"/>
          </a:xfrm>
        </p:spPr>
        <p:txBody>
          <a:bodyPr/>
          <a:lstStyle>
            <a:lvl1pPr>
              <a:defRPr sz="1400" b="1">
                <a:solidFill>
                  <a:schemeClr val="bg1">
                    <a:lumMod val="85000"/>
                  </a:schemeClr>
                </a:solidFill>
                <a:latin typeface="+mn-lt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4" name="Content Placeholder 3"/>
          <p:cNvSpPr>
            <a:spLocks noGrp="1"/>
          </p:cNvSpPr>
          <p:nvPr>
            <p:ph sz="quarter" idx="14"/>
          </p:nvPr>
        </p:nvSpPr>
        <p:spPr>
          <a:xfrm>
            <a:off x="562684" y="1147673"/>
            <a:ext cx="10972800" cy="48768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443999" y="-4794"/>
            <a:ext cx="8892361" cy="8640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pic>
        <p:nvPicPr>
          <p:cNvPr id="16" name="Picture 15" descr="BITS_university_logo_whitevert.png">
            <a:extLst>
              <a:ext uri="{FF2B5EF4-FFF2-40B4-BE49-F238E27FC236}">
                <a16:creationId xmlns:a16="http://schemas.microsoft.com/office/drawing/2014/main" id="{ECEC327C-BD81-4173-A209-BC6699A024A0}"/>
              </a:ext>
            </a:extLst>
          </p:cNvPr>
          <p:cNvPicPr preferRelativeResize="0">
            <a:picLocks/>
          </p:cNvPicPr>
          <p:nvPr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" b="28592"/>
          <a:stretch/>
        </p:blipFill>
        <p:spPr>
          <a:xfrm>
            <a:off x="10992544" y="-28261"/>
            <a:ext cx="1199456" cy="1134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995815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9456434" y="0"/>
            <a:ext cx="2735567" cy="648000"/>
          </a:xfrm>
          <a:prstGeom prst="rect">
            <a:avLst/>
          </a:prstGeom>
        </p:spPr>
      </p:pic>
      <p:grpSp>
        <p:nvGrpSpPr>
          <p:cNvPr id="20" name="Group 19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9" name="Group 28"/>
          <p:cNvGrpSpPr/>
          <p:nvPr/>
        </p:nvGrpSpPr>
        <p:grpSpPr>
          <a:xfrm>
            <a:off x="2844800" y="6287776"/>
            <a:ext cx="9347200" cy="45719"/>
            <a:chOff x="1905000" y="6553200"/>
            <a:chExt cx="7010400" cy="45719"/>
          </a:xfrm>
        </p:grpSpPr>
        <p:sp>
          <p:nvSpPr>
            <p:cNvPr id="30" name="Rectangle 2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1" name="Rectangle 3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32" name="Rectangle 3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1697EC4-F6AF-4E72-8EEB-179BE843C363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8" name="Content Placeholder 7"/>
          <p:cNvSpPr>
            <a:spLocks noGrp="1"/>
          </p:cNvSpPr>
          <p:nvPr>
            <p:ph sz="quarter" idx="14"/>
          </p:nvPr>
        </p:nvSpPr>
        <p:spPr>
          <a:xfrm>
            <a:off x="406400" y="1125898"/>
            <a:ext cx="5520000" cy="468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10" name="Content Placeholder 9"/>
          <p:cNvSpPr>
            <a:spLocks noGrp="1"/>
          </p:cNvSpPr>
          <p:nvPr>
            <p:ph sz="quarter" idx="15"/>
          </p:nvPr>
        </p:nvSpPr>
        <p:spPr>
          <a:xfrm>
            <a:off x="6367200" y="1137930"/>
            <a:ext cx="5520000" cy="4680000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11" name="Title 10"/>
          <p:cNvSpPr>
            <a:spLocks noGrp="1"/>
          </p:cNvSpPr>
          <p:nvPr>
            <p:ph type="title"/>
          </p:nvPr>
        </p:nvSpPr>
        <p:spPr>
          <a:xfrm>
            <a:off x="406400" y="1"/>
            <a:ext cx="10972800" cy="845821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95402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2"/>
            <a:ext cx="5386917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362204"/>
            <a:ext cx="5386917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0" y="1535112"/>
            <a:ext cx="5389033" cy="827087"/>
          </a:xfrm>
        </p:spPr>
        <p:txBody>
          <a:bodyPr numCol="1" anchor="b"/>
          <a:lstStyle>
            <a:lvl1pPr marL="0" indent="0">
              <a:buNone/>
              <a:defRPr sz="1800" b="1"/>
            </a:lvl1pPr>
            <a:lvl2pPr marL="342892" indent="0">
              <a:buNone/>
              <a:defRPr sz="1500" b="1"/>
            </a:lvl2pPr>
            <a:lvl3pPr marL="685783" indent="0">
              <a:buNone/>
              <a:defRPr sz="1350" b="1"/>
            </a:lvl3pPr>
            <a:lvl4pPr marL="1028675" indent="0">
              <a:buNone/>
              <a:defRPr sz="1200" b="1"/>
            </a:lvl4pPr>
            <a:lvl5pPr marL="1371566" indent="0">
              <a:buNone/>
              <a:defRPr sz="1200" b="1"/>
            </a:lvl5pPr>
            <a:lvl6pPr marL="1714457" indent="0">
              <a:buNone/>
              <a:defRPr sz="1200" b="1"/>
            </a:lvl6pPr>
            <a:lvl7pPr marL="2057348" indent="0">
              <a:buNone/>
              <a:defRPr sz="1200" b="1"/>
            </a:lvl7pPr>
            <a:lvl8pPr marL="2400240" indent="0">
              <a:buNone/>
              <a:defRPr sz="1200" b="1"/>
            </a:lvl8pPr>
            <a:lvl9pPr marL="2743132" indent="0">
              <a:buNone/>
              <a:defRPr sz="12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0" y="2362204"/>
            <a:ext cx="5389033" cy="3763963"/>
          </a:xfrm>
        </p:spPr>
        <p:txBody>
          <a:bodyPr numCol="1"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grpSp>
        <p:nvGrpSpPr>
          <p:cNvPr id="11" name="Group 10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6" name="Group 15"/>
          <p:cNvGrpSpPr/>
          <p:nvPr/>
        </p:nvGrpSpPr>
        <p:grpSpPr>
          <a:xfrm>
            <a:off x="2844800" y="6338420"/>
            <a:ext cx="9347200" cy="45719"/>
            <a:chOff x="1905000" y="6553200"/>
            <a:chExt cx="7010400" cy="45719"/>
          </a:xfrm>
        </p:grpSpPr>
        <p:sp>
          <p:nvSpPr>
            <p:cNvPr id="17" name="Rectangle 1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8" name="Rectangle 1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9" name="Rectangle 1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0" name="Picture 19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9EF678B6-2C84-4A92-80C1-561E1CDDBE1A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7" name="Footer Placeholder 6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 dirty="0"/>
          </a:p>
        </p:txBody>
      </p:sp>
      <p:sp>
        <p:nvSpPr>
          <p:cNvPr id="8" name="Slide Number Placeholder 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9" name="Title 8"/>
          <p:cNvSpPr>
            <a:spLocks noGrp="1"/>
          </p:cNvSpPr>
          <p:nvPr>
            <p:ph type="title"/>
          </p:nvPr>
        </p:nvSpPr>
        <p:spPr>
          <a:xfrm>
            <a:off x="304800" y="9943"/>
            <a:ext cx="10972800" cy="864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573082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/>
          <p:cNvGrpSpPr/>
          <p:nvPr/>
        </p:nvGrpSpPr>
        <p:grpSpPr>
          <a:xfrm>
            <a:off x="0" y="868682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72201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1AC9D12-2AE8-4440-8FB8-DC9F6C77042E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609600" y="-1"/>
            <a:ext cx="10972800" cy="864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27352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1600205"/>
            <a:ext cx="6815667" cy="4525963"/>
          </a:xfrm>
        </p:spPr>
        <p:txBody>
          <a:bodyPr numCol="1"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600205"/>
            <a:ext cx="4011084" cy="4525963"/>
          </a:xfrm>
        </p:spPr>
        <p:txBody>
          <a:bodyPr numCol="1"/>
          <a:lstStyle>
            <a:lvl1pPr marL="0" indent="0">
              <a:buNone/>
              <a:defRPr sz="105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9" name="Group 8"/>
          <p:cNvGrpSpPr/>
          <p:nvPr/>
        </p:nvGrpSpPr>
        <p:grpSpPr>
          <a:xfrm>
            <a:off x="0" y="838201"/>
            <a:ext cx="9347200" cy="45719"/>
            <a:chOff x="1905000" y="6553200"/>
            <a:chExt cx="7010400" cy="45719"/>
          </a:xfrm>
        </p:grpSpPr>
        <p:sp>
          <p:nvSpPr>
            <p:cNvPr id="10" name="Rectangle 9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2" name="Rectangle 11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4" name="Group 13"/>
          <p:cNvGrpSpPr/>
          <p:nvPr/>
        </p:nvGrpSpPr>
        <p:grpSpPr>
          <a:xfrm>
            <a:off x="2844800" y="6248401"/>
            <a:ext cx="9347200" cy="45719"/>
            <a:chOff x="1905000" y="6553200"/>
            <a:chExt cx="7010400" cy="45719"/>
          </a:xfrm>
        </p:grpSpPr>
        <p:sp>
          <p:nvSpPr>
            <p:cNvPr id="15" name="Rectangle 14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6" name="Rectangle 15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7" name="Rectangle 16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8" name="Picture 17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8F7A4C9F-9EC4-4371-9A36-39F3978CBA63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609600" y="0"/>
            <a:ext cx="10972800" cy="86400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5246780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1828800"/>
            <a:ext cx="7315200" cy="3429000"/>
          </a:xfrm>
          <a:ln w="57150"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none"/>
        </p:style>
        <p:txBody>
          <a:bodyPr numCol="1"/>
          <a:lstStyle>
            <a:lvl1pPr marL="0" indent="0">
              <a:buNone/>
              <a:defRPr sz="2400"/>
            </a:lvl1pPr>
            <a:lvl2pPr marL="342892" indent="0">
              <a:buNone/>
              <a:defRPr sz="2100"/>
            </a:lvl2pPr>
            <a:lvl3pPr marL="685783" indent="0">
              <a:buNone/>
              <a:defRPr sz="1800"/>
            </a:lvl3pPr>
            <a:lvl4pPr marL="1028675" indent="0">
              <a:buNone/>
              <a:defRPr sz="1500"/>
            </a:lvl4pPr>
            <a:lvl5pPr marL="1371566" indent="0">
              <a:buNone/>
              <a:defRPr sz="1500"/>
            </a:lvl5pPr>
            <a:lvl6pPr marL="1714457" indent="0">
              <a:buNone/>
              <a:defRPr sz="1500"/>
            </a:lvl6pPr>
            <a:lvl7pPr marL="2057348" indent="0">
              <a:buNone/>
              <a:defRPr sz="1500"/>
            </a:lvl7pPr>
            <a:lvl8pPr marL="2400240" indent="0">
              <a:buNone/>
              <a:defRPr sz="1500"/>
            </a:lvl8pPr>
            <a:lvl9pPr marL="2743132" indent="0">
              <a:buNone/>
              <a:defRPr sz="1500"/>
            </a:lvl9pPr>
          </a:lstStyle>
          <a:p>
            <a:r>
              <a:rPr lang="en-GB"/>
              <a:t>Click icon to add picture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711825"/>
            <a:ext cx="7315200" cy="304800"/>
          </a:xfrm>
        </p:spPr>
        <p:txBody>
          <a:bodyPr numCol="1">
            <a:normAutofit/>
          </a:bodyPr>
          <a:lstStyle>
            <a:lvl1pPr marL="0" indent="0">
              <a:buNone/>
              <a:defRPr sz="1200"/>
            </a:lvl1pPr>
            <a:lvl2pPr marL="342892" indent="0">
              <a:buNone/>
              <a:defRPr sz="900"/>
            </a:lvl2pPr>
            <a:lvl3pPr marL="685783" indent="0">
              <a:buNone/>
              <a:defRPr sz="750"/>
            </a:lvl3pPr>
            <a:lvl4pPr marL="1028675" indent="0">
              <a:buNone/>
              <a:defRPr sz="675"/>
            </a:lvl4pPr>
            <a:lvl5pPr marL="1371566" indent="0">
              <a:buNone/>
              <a:defRPr sz="675"/>
            </a:lvl5pPr>
            <a:lvl6pPr marL="1714457" indent="0">
              <a:buNone/>
              <a:defRPr sz="675"/>
            </a:lvl6pPr>
            <a:lvl7pPr marL="2057348" indent="0">
              <a:buNone/>
              <a:defRPr sz="675"/>
            </a:lvl7pPr>
            <a:lvl8pPr marL="2400240" indent="0">
              <a:buNone/>
              <a:defRPr sz="675"/>
            </a:lvl8pPr>
            <a:lvl9pPr marL="2743132" indent="0">
              <a:buNone/>
              <a:defRPr sz="675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grpSp>
        <p:nvGrpSpPr>
          <p:cNvPr id="6" name="Group 5"/>
          <p:cNvGrpSpPr/>
          <p:nvPr/>
        </p:nvGrpSpPr>
        <p:grpSpPr>
          <a:xfrm>
            <a:off x="0" y="913669"/>
            <a:ext cx="9347200" cy="45719"/>
            <a:chOff x="1905000" y="6553200"/>
            <a:chExt cx="7010400" cy="45719"/>
          </a:xfrm>
        </p:grpSpPr>
        <p:sp>
          <p:nvSpPr>
            <p:cNvPr id="7" name="Rectangle 6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8" name="Rectangle 7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9" name="Rectangle 8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11" name="Group 10"/>
          <p:cNvGrpSpPr/>
          <p:nvPr/>
        </p:nvGrpSpPr>
        <p:grpSpPr>
          <a:xfrm>
            <a:off x="2844800" y="6188080"/>
            <a:ext cx="9347200" cy="45719"/>
            <a:chOff x="1905000" y="6553200"/>
            <a:chExt cx="7010400" cy="45719"/>
          </a:xfrm>
        </p:grpSpPr>
        <p:sp>
          <p:nvSpPr>
            <p:cNvPr id="12" name="Rectangle 11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3" name="Rectangle 12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4" name="Rectangle 13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5" name="Picture 14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10" name="Date Placeholder 9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FCEF0E3B-C8FE-45FD-BCE6-571E33176FFF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16" name="Footer Placeholder 15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 dirty="0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  <p:sp>
        <p:nvSpPr>
          <p:cNvPr id="19" name="Title 18"/>
          <p:cNvSpPr>
            <a:spLocks noGrp="1"/>
          </p:cNvSpPr>
          <p:nvPr>
            <p:ph type="title"/>
          </p:nvPr>
        </p:nvSpPr>
        <p:spPr>
          <a:xfrm>
            <a:off x="203200" y="86276"/>
            <a:ext cx="8636003" cy="704837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1342979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1295401"/>
            <a:ext cx="10972800" cy="4639857"/>
          </a:xfrm>
        </p:spPr>
        <p:txBody>
          <a:bodyPr vert="eaVert" numCol="1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grpSp>
        <p:nvGrpSpPr>
          <p:cNvPr id="20" name="Group 19"/>
          <p:cNvGrpSpPr/>
          <p:nvPr/>
        </p:nvGrpSpPr>
        <p:grpSpPr>
          <a:xfrm>
            <a:off x="0" y="1077226"/>
            <a:ext cx="9347200" cy="45719"/>
            <a:chOff x="1905000" y="6553200"/>
            <a:chExt cx="7010400" cy="45719"/>
          </a:xfrm>
        </p:grpSpPr>
        <p:sp>
          <p:nvSpPr>
            <p:cNvPr id="21" name="Rectangle 20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2" name="Rectangle 21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3" name="Rectangle 22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grpSp>
        <p:nvGrpSpPr>
          <p:cNvPr id="25" name="Group 24"/>
          <p:cNvGrpSpPr/>
          <p:nvPr/>
        </p:nvGrpSpPr>
        <p:grpSpPr>
          <a:xfrm>
            <a:off x="2839452" y="6242465"/>
            <a:ext cx="9347200" cy="45719"/>
            <a:chOff x="1905000" y="6553200"/>
            <a:chExt cx="7010400" cy="45719"/>
          </a:xfrm>
        </p:grpSpPr>
        <p:sp>
          <p:nvSpPr>
            <p:cNvPr id="26" name="Rectangle 25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7" name="Rectangle 26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28" name="Rectangle 27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29" name="Picture 28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>
            <a:off x="8839204" y="-1"/>
            <a:ext cx="2924257" cy="69269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08000" y="27513"/>
            <a:ext cx="10972800" cy="972390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012F648-5EA5-4D92-AB90-1F95ADD21573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0098622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25600" y="381005"/>
            <a:ext cx="8026400" cy="5851525"/>
          </a:xfrm>
        </p:spPr>
        <p:txBody>
          <a:bodyPr vert="eaVert" numCol="1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/>
          </a:p>
        </p:txBody>
      </p:sp>
      <p:sp>
        <p:nvSpPr>
          <p:cNvPr id="7" name="Content Placeholder 18"/>
          <p:cNvSpPr>
            <a:spLocks noGrp="1"/>
          </p:cNvSpPr>
          <p:nvPr>
            <p:ph sz="quarter" idx="10" hasCustomPrompt="1"/>
          </p:nvPr>
        </p:nvSpPr>
        <p:spPr>
          <a:xfrm rot="5400000">
            <a:off x="8191500" y="2552700"/>
            <a:ext cx="5867400" cy="1524000"/>
          </a:xfrm>
        </p:spPr>
        <p:txBody>
          <a:bodyPr numCol="1" anchor="ctr" anchorCtr="0">
            <a:normAutofit/>
          </a:bodyPr>
          <a:lstStyle>
            <a:lvl1pPr marL="0">
              <a:lnSpc>
                <a:spcPts val="2700"/>
              </a:lnSpc>
              <a:spcBef>
                <a:spcPts val="0"/>
              </a:spcBef>
              <a:buNone/>
              <a:defRPr sz="2700" b="1" spc="-113" baseline="0">
                <a:latin typeface="Arial" pitchFamily="34" charset="0"/>
                <a:cs typeface="Arial" pitchFamily="34" charset="0"/>
              </a:defRPr>
            </a:lvl1pPr>
          </a:lstStyle>
          <a:p>
            <a:pPr lvl="0"/>
            <a:r>
              <a:rPr lang="en-US" dirty="0"/>
              <a:t>Slide heading here and it can run in two lines</a:t>
            </a:r>
          </a:p>
        </p:txBody>
      </p:sp>
      <p:grpSp>
        <p:nvGrpSpPr>
          <p:cNvPr id="8" name="Group 7"/>
          <p:cNvGrpSpPr/>
          <p:nvPr/>
        </p:nvGrpSpPr>
        <p:grpSpPr>
          <a:xfrm rot="5400000">
            <a:off x="7538720" y="2560325"/>
            <a:ext cx="5181600" cy="60959"/>
            <a:chOff x="1905000" y="6553200"/>
            <a:chExt cx="7010400" cy="45719"/>
          </a:xfrm>
        </p:grpSpPr>
        <p:sp>
          <p:nvSpPr>
            <p:cNvPr id="9" name="Rectangle 8"/>
            <p:cNvSpPr/>
            <p:nvPr/>
          </p:nvSpPr>
          <p:spPr>
            <a:xfrm>
              <a:off x="4267200" y="6553200"/>
              <a:ext cx="2328591" cy="45719"/>
            </a:xfrm>
            <a:prstGeom prst="rect">
              <a:avLst/>
            </a:prstGeom>
            <a:solidFill>
              <a:srgbClr val="76C2E5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0" name="Rectangle 9"/>
            <p:cNvSpPr/>
            <p:nvPr/>
          </p:nvSpPr>
          <p:spPr>
            <a:xfrm>
              <a:off x="1905000" y="6553200"/>
              <a:ext cx="2362200" cy="45719"/>
            </a:xfrm>
            <a:prstGeom prst="rect">
              <a:avLst/>
            </a:prstGeom>
            <a:solidFill>
              <a:srgbClr val="FCB017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  <p:sp>
          <p:nvSpPr>
            <p:cNvPr id="11" name="Rectangle 10"/>
            <p:cNvSpPr/>
            <p:nvPr userDrawn="1"/>
          </p:nvSpPr>
          <p:spPr>
            <a:xfrm>
              <a:off x="6586809" y="6553200"/>
              <a:ext cx="2328591" cy="45719"/>
            </a:xfrm>
            <a:prstGeom prst="rect">
              <a:avLst/>
            </a:prstGeom>
            <a:solidFill>
              <a:srgbClr val="FF0000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 numCol="1" rtlCol="0" anchor="ctr"/>
            <a:lstStyle/>
            <a:p>
              <a:pPr algn="ctr"/>
              <a:endParaRPr lang="en-US" sz="1350"/>
            </a:p>
          </p:txBody>
        </p:sp>
      </p:grpSp>
      <p:pic>
        <p:nvPicPr>
          <p:cNvPr id="17" name="Picture 16" descr="Picture 7.png"/>
          <p:cNvPicPr>
            <a:picLocks noChangeAspect="1"/>
          </p:cNvPicPr>
          <p:nvPr/>
        </p:nvPicPr>
        <p:blipFill>
          <a:blip r:embed="rId2" cstate="print"/>
          <a:srcRect l="1923" b="5336"/>
          <a:stretch>
            <a:fillRect/>
          </a:stretch>
        </p:blipFill>
        <p:spPr>
          <a:xfrm rot="5400000">
            <a:off x="-646085" y="1015801"/>
            <a:ext cx="2193193" cy="923596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 rot="5400000">
            <a:off x="-2748004" y="3826195"/>
            <a:ext cx="5867400" cy="196208"/>
          </a:xfrm>
          <a:prstGeom prst="rect">
            <a:avLst/>
          </a:prstGeom>
          <a:noFill/>
        </p:spPr>
        <p:txBody>
          <a:bodyPr wrap="square" numCol="1" rtlCol="0">
            <a:spAutoFit/>
          </a:bodyPr>
          <a:lstStyle/>
          <a:p>
            <a:pPr algn="r"/>
            <a:r>
              <a:rPr lang="en-US" sz="675" b="1" dirty="0">
                <a:solidFill>
                  <a:srgbClr val="101141"/>
                </a:solidFill>
                <a:latin typeface="Arial"/>
                <a:cs typeface="Arial"/>
              </a:rPr>
              <a:t>BITS </a:t>
            </a:r>
            <a:r>
              <a:rPr lang="en-US" sz="675" dirty="0">
                <a:solidFill>
                  <a:srgbClr val="101141"/>
                </a:solidFill>
                <a:latin typeface="Arial"/>
                <a:cs typeface="Arial"/>
              </a:rPr>
              <a:t>Pilani, Pilani Campus</a:t>
            </a:r>
          </a:p>
        </p:txBody>
      </p:sp>
    </p:spTree>
    <p:extLst>
      <p:ext uri="{BB962C8B-B14F-4D97-AF65-F5344CB8AC3E}">
        <p14:creationId xmlns:p14="http://schemas.microsoft.com/office/powerpoint/2010/main" val="122178701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3"/>
          <p:cNvSpPr>
            <a:spLocks noGrp="1"/>
          </p:cNvSpPr>
          <p:nvPr>
            <p:ph type="title"/>
          </p:nvPr>
        </p:nvSpPr>
        <p:spPr/>
        <p:txBody>
          <a:bodyPr anchor="b" anchorCtr="0"/>
          <a:lstStyle/>
          <a:p>
            <a:r>
              <a:rPr lang="en-GB" noProof="1"/>
              <a:t>Click to edit Master title style</a:t>
            </a:r>
            <a:endParaRPr lang="en-US" dirty="0"/>
          </a:p>
        </p:txBody>
      </p:sp>
      <p:sp>
        <p:nvSpPr>
          <p:cNvPr id="14" name="Rectangle 6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 noProof="1"/>
              <a:t>Click to edit Master text styles</a:t>
            </a:r>
          </a:p>
          <a:p>
            <a:pPr lvl="1"/>
            <a:r>
              <a:rPr lang="en-GB" noProof="1"/>
              <a:t>Second level</a:t>
            </a:r>
          </a:p>
          <a:p>
            <a:pPr lvl="2"/>
            <a:r>
              <a:rPr lang="en-GB" noProof="1"/>
              <a:t>Third level</a:t>
            </a:r>
          </a:p>
          <a:p>
            <a:pPr lvl="3"/>
            <a:r>
              <a:rPr lang="en-GB" noProof="1"/>
              <a:t>Fourth level</a:t>
            </a:r>
          </a:p>
          <a:p>
            <a:pPr lvl="4"/>
            <a:r>
              <a:rPr lang="en-GB" noProof="1"/>
              <a:t>Fifth level</a:t>
            </a:r>
            <a:endParaRPr lang="en-US" dirty="0"/>
          </a:p>
        </p:txBody>
      </p:sp>
      <p:sp>
        <p:nvSpPr>
          <p:cNvPr id="27" name="Rectangle 1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 dirty="0"/>
          </a:p>
        </p:txBody>
      </p:sp>
      <p:sp>
        <p:nvSpPr>
          <p:cNvPr id="24" name="Rectangle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1423610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0"/>
            <a:ext cx="10560000" cy="864000"/>
          </a:xfrm>
          <a:prstGeom prst="rect">
            <a:avLst/>
          </a:prstGeom>
        </p:spPr>
        <p:txBody>
          <a:bodyPr vert="horz" lIns="91440" tIns="45720" rIns="91440" bIns="45720" numCol="1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447801"/>
            <a:ext cx="10972800" cy="4525963"/>
          </a:xfrm>
          <a:prstGeom prst="rect">
            <a:avLst/>
          </a:prstGeom>
        </p:spPr>
        <p:txBody>
          <a:bodyPr vert="horz" lIns="91440" tIns="45720" rIns="91440" bIns="45720" numCol="1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B97712EE-CF11-4009-9732-7E99D73ECE79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55"/>
            <a:ext cx="3860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ctr">
              <a:defRPr sz="1400" b="1">
                <a:solidFill>
                  <a:srgbClr val="002060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SEPARATION PROCESS-II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55"/>
            <a:ext cx="2844800" cy="365125"/>
          </a:xfrm>
          <a:prstGeom prst="rect">
            <a:avLst/>
          </a:prstGeom>
        </p:spPr>
        <p:txBody>
          <a:bodyPr vert="horz" lIns="91440" tIns="45720" rIns="91440" bIns="45720" numCol="1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  <a:latin typeface="+mn-lt"/>
                <a:cs typeface="Arial" pitchFamily="34" charset="0"/>
              </a:defRPr>
            </a:lvl1pPr>
          </a:lstStyle>
          <a:p>
            <a:fld id="{957D5EAD-A97B-4969-AF6A-47A86C2666CF}" type="slidenum">
              <a:rPr lang="en-IN" smtClean="0"/>
              <a:t>‹#›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6024765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3" r:id="rId1"/>
    <p:sldLayoutId id="2147483704" r:id="rId2"/>
    <p:sldLayoutId id="2147483705" r:id="rId3"/>
    <p:sldLayoutId id="2147483706" r:id="rId4"/>
    <p:sldLayoutId id="2147483707" r:id="rId5"/>
    <p:sldLayoutId id="2147483708" r:id="rId6"/>
    <p:sldLayoutId id="2147483709" r:id="rId7"/>
    <p:sldLayoutId id="2147483710" r:id="rId8"/>
    <p:sldLayoutId id="2147483711" r:id="rId9"/>
    <p:sldLayoutId id="2147483712" r:id="rId10"/>
    <p:sldLayoutId id="2147483713" r:id="rId11"/>
    <p:sldLayoutId id="2147483714" r:id="rId12"/>
    <p:sldLayoutId id="2147483715" r:id="rId13"/>
    <p:sldLayoutId id="2147483716" r:id="rId14"/>
    <p:sldLayoutId id="2147483717" r:id="rId15"/>
    <p:sldLayoutId id="2147483718" r:id="rId16"/>
  </p:sldLayoutIdLst>
  <p:hf hdr="0"/>
  <p:txStyles>
    <p:titleStyle>
      <a:lvl1pPr algn="l" defTabSz="685783" rtl="0" eaLnBrk="1" latinLnBrk="0" hangingPunct="1">
        <a:spcBef>
          <a:spcPct val="0"/>
        </a:spcBef>
        <a:buNone/>
        <a:defRPr sz="3600" b="1" kern="1200" spc="-113">
          <a:solidFill>
            <a:srgbClr val="002060"/>
          </a:solidFill>
          <a:latin typeface="+mj-lt"/>
          <a:ea typeface="+mj-ea"/>
          <a:cs typeface="Arial" pitchFamily="34" charset="0"/>
        </a:defRPr>
      </a:lvl1pPr>
    </p:titleStyle>
    <p:bodyStyle>
      <a:lvl1pPr marL="257168" indent="-257168" algn="l" defTabSz="685783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Arial" pitchFamily="34" charset="0"/>
        </a:defRPr>
      </a:lvl1pPr>
      <a:lvl2pPr marL="557199" indent="-214308" algn="l" defTabSz="685783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Arial" pitchFamily="34" charset="0"/>
        </a:defRPr>
      </a:lvl2pPr>
      <a:lvl3pPr marL="857228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Arial" pitchFamily="34" charset="0"/>
        </a:defRPr>
      </a:lvl3pPr>
      <a:lvl4pPr marL="1200120" indent="-171446" algn="l" defTabSz="685783" rtl="0" eaLnBrk="1" latinLnBrk="0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4pPr>
      <a:lvl5pPr marL="1543012" indent="-171446" algn="l" defTabSz="685783" rtl="0" eaLnBrk="1" latinLnBrk="0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/>
          </a:solidFill>
          <a:latin typeface="+mn-lt"/>
          <a:ea typeface="+mn-ea"/>
          <a:cs typeface="Arial" pitchFamily="34" charset="0"/>
        </a:defRPr>
      </a:lvl5pPr>
      <a:lvl6pPr marL="1885903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6pPr>
      <a:lvl7pPr marL="2228795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7pPr>
      <a:lvl8pPr marL="2571686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8pPr>
      <a:lvl9pPr marL="2914577" indent="-171446" algn="l" defTabSz="685783" rtl="0" eaLnBrk="1" latinLnBrk="0" hangingPunct="1">
        <a:spcBef>
          <a:spcPct val="20000"/>
        </a:spcBef>
        <a:buFont typeface="Arial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89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783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675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566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457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348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240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132" algn="l" defTabSz="685783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emf"/><Relationship Id="rId1" Type="http://schemas.openxmlformats.org/officeDocument/2006/relationships/slideLayout" Target="../slideLayouts/slideLayout4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emf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sz="quarter" idx="13"/>
          </p:nvPr>
        </p:nvSpPr>
        <p:spPr>
          <a:xfrm>
            <a:off x="8432800" y="5271633"/>
            <a:ext cx="3077654" cy="70075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IN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Somak Chatterjee</a:t>
            </a:r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>
          <a:xfrm>
            <a:off x="2142837" y="3509818"/>
            <a:ext cx="9301018" cy="1946974"/>
          </a:xfrm>
        </p:spPr>
        <p:txBody>
          <a:bodyPr anchor="t"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sz="4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 Problems</a:t>
            </a:r>
            <a:endParaRPr lang="en-IN" sz="400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4294967295"/>
          </p:nvPr>
        </p:nvSpPr>
        <p:spPr>
          <a:xfrm>
            <a:off x="9347200" y="6356350"/>
            <a:ext cx="2844800" cy="365125"/>
          </a:xfrm>
        </p:spPr>
        <p:txBody>
          <a:bodyPr/>
          <a:lstStyle/>
          <a:p>
            <a:fld id="{957D5EAD-A97B-4969-AF6A-47A86C2666CF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8683581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297A62-675D-5349-88B6-7EC07D941D7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42CC68-9F46-4D9B-9C31-5F4F343BD2FF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265322-474F-B640-8AD3-681FB9B8BF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A1C01-497D-7742-9FFD-8046916B365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2</a:t>
            </a:fld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669AC7F-046A-5D44-A902-3266CD090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1</a:t>
            </a:r>
            <a:endParaRPr lang="en-US" dirty="0"/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255" y="1085693"/>
            <a:ext cx="11670272" cy="16297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6045022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6297A62-675D-5349-88B6-7EC07D941D72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42CC68-9F46-4D9B-9C31-5F4F343BD2FF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9265322-474F-B640-8AD3-681FB9B8BF76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SEPARATION PROCESS-II</a:t>
            </a: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4DA1C01-497D-7742-9FFD-8046916B365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3</a:t>
            </a:fld>
            <a:endParaRPr lang="en-IN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3669AC7F-046A-5D44-A902-3266CD0900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2</a:t>
            </a:r>
            <a:endParaRPr lang="en-US" dirty="0"/>
          </a:p>
        </p:txBody>
      </p:sp>
      <p:pic>
        <p:nvPicPr>
          <p:cNvPr id="5" name="Picture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187" y="1068054"/>
            <a:ext cx="11412802" cy="30051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81666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42CC68-9F46-4D9B-9C31-5F4F343BD2FF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SEPARATION PROCESS-II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4</a:t>
            </a:fld>
            <a:endParaRPr lang="en-IN" dirty="0"/>
          </a:p>
        </p:txBody>
      </p:sp>
      <p:sp>
        <p:nvSpPr>
          <p:cNvPr id="5" name="Content Placeholder 4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"/>
          <a:srcRect b="7059"/>
          <a:stretch/>
        </p:blipFill>
        <p:spPr>
          <a:xfrm>
            <a:off x="0" y="-4795"/>
            <a:ext cx="12192000" cy="6421473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10270836" y="1147673"/>
            <a:ext cx="114530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 smtClean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en-US" dirty="0">
              <a:solidFill>
                <a:srgbClr val="7030A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539160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0342CC68-9F46-4D9B-9C31-5F4F343BD2FF}" type="datetime1">
              <a:rPr lang="en-IN" smtClean="0"/>
              <a:t>17-09-2026</a:t>
            </a:fld>
            <a:endParaRPr lang="en-IN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 smtClean="0"/>
              <a:t>SEPARATION PROCESS-II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957D5EAD-A97B-4969-AF6A-47A86C2666CF}" type="slidenum">
              <a:rPr lang="en-IN" smtClean="0"/>
              <a:t>5</a:t>
            </a:fld>
            <a:endParaRPr lang="en-IN" dirty="0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4</a:t>
            </a:r>
            <a:endParaRPr lang="en-US" dirty="0"/>
          </a:p>
        </p:txBody>
      </p:sp>
      <p:grpSp>
        <p:nvGrpSpPr>
          <p:cNvPr id="9" name="Group 8"/>
          <p:cNvGrpSpPr/>
          <p:nvPr/>
        </p:nvGrpSpPr>
        <p:grpSpPr>
          <a:xfrm>
            <a:off x="748798" y="980142"/>
            <a:ext cx="10011565" cy="5189749"/>
            <a:chOff x="443999" y="1090978"/>
            <a:chExt cx="9301494" cy="4289913"/>
          </a:xfrm>
        </p:grpSpPr>
        <p:grpSp>
          <p:nvGrpSpPr>
            <p:cNvPr id="10" name="Group 9"/>
            <p:cNvGrpSpPr/>
            <p:nvPr/>
          </p:nvGrpSpPr>
          <p:grpSpPr>
            <a:xfrm>
              <a:off x="443999" y="1090978"/>
              <a:ext cx="9301494" cy="4289913"/>
              <a:chOff x="443999" y="1090978"/>
              <a:chExt cx="9301494" cy="4289913"/>
            </a:xfrm>
          </p:grpSpPr>
          <p:pic>
            <p:nvPicPr>
              <p:cNvPr id="12" name="Picture 11"/>
              <p:cNvPicPr>
                <a:picLocks noChangeAspect="1"/>
              </p:cNvPicPr>
              <p:nvPr/>
            </p:nvPicPr>
            <p:blipFill>
              <a:blip r:embed="rId2"/>
              <a:stretch>
                <a:fillRect/>
              </a:stretch>
            </p:blipFill>
            <p:spPr>
              <a:xfrm>
                <a:off x="443999" y="1090978"/>
                <a:ext cx="9301494" cy="4289913"/>
              </a:xfrm>
              <a:prstGeom prst="rect">
                <a:avLst/>
              </a:prstGeom>
            </p:spPr>
          </p:pic>
          <p:sp>
            <p:nvSpPr>
              <p:cNvPr id="13" name="Rectangle 12"/>
              <p:cNvSpPr/>
              <p:nvPr/>
            </p:nvSpPr>
            <p:spPr>
              <a:xfrm>
                <a:off x="443999" y="1186962"/>
                <a:ext cx="2580555" cy="580292"/>
              </a:xfrm>
              <a:prstGeom prst="rect">
                <a:avLst/>
              </a:prstGeom>
              <a:solidFill>
                <a:schemeClr val="bg1"/>
              </a:solidFill>
              <a:ln>
                <a:noFill/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/>
              </a:p>
            </p:txBody>
          </p:sp>
        </p:grpSp>
        <p:sp>
          <p:nvSpPr>
            <p:cNvPr id="11" name="TextBox 10"/>
            <p:cNvSpPr txBox="1"/>
            <p:nvPr/>
          </p:nvSpPr>
          <p:spPr>
            <a:xfrm>
              <a:off x="3807070" y="3050931"/>
              <a:ext cx="211015" cy="3077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sz="1400" dirty="0"/>
                <a:t>Z</a:t>
              </a:r>
              <a:endParaRPr lang="en-US" dirty="0"/>
            </a:p>
          </p:txBody>
        </p:sp>
      </p:grpSp>
    </p:spTree>
    <p:extLst>
      <p:ext uri="{BB962C8B-B14F-4D97-AF65-F5344CB8AC3E}">
        <p14:creationId xmlns:p14="http://schemas.microsoft.com/office/powerpoint/2010/main" val="132865500"/>
      </p:ext>
    </p:extLst>
  </p:cSld>
  <p:clrMapOvr>
    <a:masterClrMapping/>
  </p:clrMapOvr>
</p:sld>
</file>

<file path=ppt/theme/theme1.xml><?xml version="1.0" encoding="utf-8"?>
<a:theme xmlns:a="http://schemas.openxmlformats.org/drawingml/2006/main" name="BITS-Onlin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resentation1" id="{709D214E-960E-4D68-B7CB-6AB012D71534}" vid="{1D5525B8-28E5-4723-AE4D-CCF0534A721B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BITS-Online</Template>
  <TotalTime>2078</TotalTime>
  <Words>26</Words>
  <Application>Microsoft Office PowerPoint</Application>
  <PresentationFormat>Widescreen</PresentationFormat>
  <Paragraphs>20</Paragraphs>
  <Slides>5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10" baseType="lpstr">
      <vt:lpstr>Arial</vt:lpstr>
      <vt:lpstr>Calibri</vt:lpstr>
      <vt:lpstr>Calibri Light</vt:lpstr>
      <vt:lpstr>Times New Roman</vt:lpstr>
      <vt:lpstr>BITS-Online</vt:lpstr>
      <vt:lpstr>Numerical Problems</vt:lpstr>
      <vt:lpstr>1</vt:lpstr>
      <vt:lpstr>2</vt:lpstr>
      <vt:lpstr>PowerPoint Presentation</vt:lpstr>
      <vt:lpstr>4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SP2_Lecture-14 (22_09_2020)</dc:title>
  <dc:creator>Bhanu Vardhan Reddy  K</dc:creator>
  <cp:lastModifiedBy>Somak Chatterjee</cp:lastModifiedBy>
  <cp:revision>125</cp:revision>
  <cp:lastPrinted>2021-09-27T10:32:22Z</cp:lastPrinted>
  <dcterms:created xsi:type="dcterms:W3CDTF">2020-09-22T06:19:17Z</dcterms:created>
  <dcterms:modified xsi:type="dcterms:W3CDTF">2026-09-17T12:38:47Z</dcterms:modified>
</cp:coreProperties>
</file>