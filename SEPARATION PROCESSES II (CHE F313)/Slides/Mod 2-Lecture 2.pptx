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3"/>
  </p:notesMasterIdLst>
  <p:handoutMasterIdLst>
    <p:handoutMasterId r:id="rId24"/>
  </p:handoutMasterIdLst>
  <p:sldIdLst>
    <p:sldId id="417" r:id="rId2"/>
    <p:sldId id="402" r:id="rId3"/>
    <p:sldId id="403" r:id="rId4"/>
    <p:sldId id="372" r:id="rId5"/>
    <p:sldId id="414" r:id="rId6"/>
    <p:sldId id="413" r:id="rId7"/>
    <p:sldId id="374" r:id="rId8"/>
    <p:sldId id="408" r:id="rId9"/>
    <p:sldId id="405" r:id="rId10"/>
    <p:sldId id="406" r:id="rId11"/>
    <p:sldId id="407" r:id="rId12"/>
    <p:sldId id="373" r:id="rId13"/>
    <p:sldId id="375" r:id="rId14"/>
    <p:sldId id="376" r:id="rId15"/>
    <p:sldId id="377" r:id="rId16"/>
    <p:sldId id="416" r:id="rId17"/>
    <p:sldId id="378" r:id="rId18"/>
    <p:sldId id="410" r:id="rId19"/>
    <p:sldId id="379" r:id="rId20"/>
    <p:sldId id="382" r:id="rId21"/>
    <p:sldId id="300" r:id="rId2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28A8F-E732-4660-908E-42BD7FA0615B}" v="2" dt="2022-09-26T05:32:45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0" autoAdjust="0"/>
    <p:restoredTop sz="94619"/>
  </p:normalViewPr>
  <p:slideViewPr>
    <p:cSldViewPr snapToGrid="0">
      <p:cViewPr varScale="1">
        <p:scale>
          <a:sx n="92" d="100"/>
          <a:sy n="92" d="100"/>
        </p:scale>
        <p:origin x="7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59DFBFB0-23B8-4AF8-BBF8-94D3C06CB3BB}"/>
    <pc:docChg chg="modSld">
      <pc:chgData name="Somak Chatterjee" userId="e6d5a15b-8109-4a04-ba46-d7e9f6fc31a9" providerId="ADAL" clId="{59DFBFB0-23B8-4AF8-BBF8-94D3C06CB3BB}" dt="2022-09-22T18:36:39.913" v="0" actId="20577"/>
      <pc:docMkLst>
        <pc:docMk/>
      </pc:docMkLst>
      <pc:sldChg chg="modSp">
        <pc:chgData name="Somak Chatterjee" userId="e6d5a15b-8109-4a04-ba46-d7e9f6fc31a9" providerId="ADAL" clId="{59DFBFB0-23B8-4AF8-BBF8-94D3C06CB3BB}" dt="2022-09-22T18:36:39.913" v="0" actId="20577"/>
        <pc:sldMkLst>
          <pc:docMk/>
          <pc:sldMk cId="2954730145" sldId="379"/>
        </pc:sldMkLst>
        <pc:spChg chg="mod">
          <ac:chgData name="Somak Chatterjee" userId="e6d5a15b-8109-4a04-ba46-d7e9f6fc31a9" providerId="ADAL" clId="{59DFBFB0-23B8-4AF8-BBF8-94D3C06CB3BB}" dt="2022-09-22T18:36:39.913" v="0" actId="20577"/>
          <ac:spMkLst>
            <pc:docMk/>
            <pc:sldMk cId="2954730145" sldId="379"/>
            <ac:spMk id="5" creationId="{00000000-0000-0000-0000-000000000000}"/>
          </ac:spMkLst>
        </pc:spChg>
      </pc:sldChg>
    </pc:docChg>
  </pc:docChgLst>
  <pc:docChgLst>
    <pc:chgData name="Somak Chatterjee" userId="e6d5a15b-8109-4a04-ba46-d7e9f6fc31a9" providerId="ADAL" clId="{59428A8F-E732-4660-908E-42BD7FA0615B}"/>
    <pc:docChg chg="custSel addSld delSld modSld sldOrd">
      <pc:chgData name="Somak Chatterjee" userId="e6d5a15b-8109-4a04-ba46-d7e9f6fc31a9" providerId="ADAL" clId="{59428A8F-E732-4660-908E-42BD7FA0615B}" dt="2022-09-26T05:32:45.618" v="317"/>
      <pc:docMkLst>
        <pc:docMk/>
      </pc:docMkLst>
      <pc:sldChg chg="del">
        <pc:chgData name="Somak Chatterjee" userId="e6d5a15b-8109-4a04-ba46-d7e9f6fc31a9" providerId="ADAL" clId="{59428A8F-E732-4660-908E-42BD7FA0615B}" dt="2022-09-21T07:22:24.346" v="1" actId="47"/>
        <pc:sldMkLst>
          <pc:docMk/>
          <pc:sldMk cId="3817445897" sldId="257"/>
        </pc:sldMkLst>
      </pc:sldChg>
      <pc:sldChg chg="add del">
        <pc:chgData name="Somak Chatterjee" userId="e6d5a15b-8109-4a04-ba46-d7e9f6fc31a9" providerId="ADAL" clId="{59428A8F-E732-4660-908E-42BD7FA0615B}" dt="2022-09-21T08:06:04.239" v="299" actId="2696"/>
        <pc:sldMkLst>
          <pc:docMk/>
          <pc:sldMk cId="683512075" sldId="300"/>
        </pc:sldMkLst>
      </pc:sldChg>
      <pc:sldChg chg="add">
        <pc:chgData name="Somak Chatterjee" userId="e6d5a15b-8109-4a04-ba46-d7e9f6fc31a9" providerId="ADAL" clId="{59428A8F-E732-4660-908E-42BD7FA0615B}" dt="2022-09-21T08:06:08.941" v="300"/>
        <pc:sldMkLst>
          <pc:docMk/>
          <pc:sldMk cId="2369351953" sldId="300"/>
        </pc:sldMkLst>
      </pc:sldChg>
      <pc:sldChg chg="delSp modSp mod">
        <pc:chgData name="Somak Chatterjee" userId="e6d5a15b-8109-4a04-ba46-d7e9f6fc31a9" providerId="ADAL" clId="{59428A8F-E732-4660-908E-42BD7FA0615B}" dt="2022-09-21T07:32:11.467" v="164" actId="207"/>
        <pc:sldMkLst>
          <pc:docMk/>
          <pc:sldMk cId="3630164683" sldId="372"/>
        </pc:sldMkLst>
        <pc:spChg chg="mod">
          <ac:chgData name="Somak Chatterjee" userId="e6d5a15b-8109-4a04-ba46-d7e9f6fc31a9" providerId="ADAL" clId="{59428A8F-E732-4660-908E-42BD7FA0615B}" dt="2022-09-21T07:32:11.467" v="164" actId="207"/>
          <ac:spMkLst>
            <pc:docMk/>
            <pc:sldMk cId="3630164683" sldId="372"/>
            <ac:spMk id="5" creationId="{00000000-0000-0000-0000-000000000000}"/>
          </ac:spMkLst>
        </pc:spChg>
        <pc:inkChg chg="del">
          <ac:chgData name="Somak Chatterjee" userId="e6d5a15b-8109-4a04-ba46-d7e9f6fc31a9" providerId="ADAL" clId="{59428A8F-E732-4660-908E-42BD7FA0615B}" dt="2022-09-21T07:31:13.475" v="154" actId="478"/>
          <ac:inkMkLst>
            <pc:docMk/>
            <pc:sldMk cId="3630164683" sldId="372"/>
            <ac:inkMk id="7" creationId="{C73BBBCA-76DA-3A47-9B8C-4AFD87B91344}"/>
          </ac:inkMkLst>
        </pc:inkChg>
      </pc:sldChg>
      <pc:sldChg chg="mod modShow">
        <pc:chgData name="Somak Chatterjee" userId="e6d5a15b-8109-4a04-ba46-d7e9f6fc31a9" providerId="ADAL" clId="{59428A8F-E732-4660-908E-42BD7FA0615B}" dt="2022-09-21T07:39:01.652" v="170" actId="729"/>
        <pc:sldMkLst>
          <pc:docMk/>
          <pc:sldMk cId="1862252452" sldId="373"/>
        </pc:sldMkLst>
      </pc:sldChg>
      <pc:sldChg chg="modSp mod">
        <pc:chgData name="Somak Chatterjee" userId="e6d5a15b-8109-4a04-ba46-d7e9f6fc31a9" providerId="ADAL" clId="{59428A8F-E732-4660-908E-42BD7FA0615B}" dt="2022-09-21T07:24:59.995" v="34" actId="1076"/>
        <pc:sldMkLst>
          <pc:docMk/>
          <pc:sldMk cId="2795714477" sldId="375"/>
        </pc:sldMkLst>
        <pc:spChg chg="mod">
          <ac:chgData name="Somak Chatterjee" userId="e6d5a15b-8109-4a04-ba46-d7e9f6fc31a9" providerId="ADAL" clId="{59428A8F-E732-4660-908E-42BD7FA0615B}" dt="2022-09-21T07:24:59.995" v="34" actId="1076"/>
          <ac:spMkLst>
            <pc:docMk/>
            <pc:sldMk cId="2795714477" sldId="375"/>
            <ac:spMk id="5" creationId="{00000000-0000-0000-0000-000000000000}"/>
          </ac:spMkLst>
        </pc:spChg>
      </pc:sldChg>
      <pc:sldChg chg="delSp modSp mod">
        <pc:chgData name="Somak Chatterjee" userId="e6d5a15b-8109-4a04-ba46-d7e9f6fc31a9" providerId="ADAL" clId="{59428A8F-E732-4660-908E-42BD7FA0615B}" dt="2022-09-21T07:39:43.709" v="176" actId="14100"/>
        <pc:sldMkLst>
          <pc:docMk/>
          <pc:sldMk cId="4100721025" sldId="376"/>
        </pc:sldMkLst>
        <pc:spChg chg="mod">
          <ac:chgData name="Somak Chatterjee" userId="e6d5a15b-8109-4a04-ba46-d7e9f6fc31a9" providerId="ADAL" clId="{59428A8F-E732-4660-908E-42BD7FA0615B}" dt="2022-09-21T07:39:43.709" v="176" actId="14100"/>
          <ac:spMkLst>
            <pc:docMk/>
            <pc:sldMk cId="4100721025" sldId="376"/>
            <ac:spMk id="5" creationId="{00000000-0000-0000-0000-000000000000}"/>
          </ac:spMkLst>
        </pc:spChg>
        <pc:inkChg chg="del">
          <ac:chgData name="Somak Chatterjee" userId="e6d5a15b-8109-4a04-ba46-d7e9f6fc31a9" providerId="ADAL" clId="{59428A8F-E732-4660-908E-42BD7FA0615B}" dt="2022-09-21T07:25:05.330" v="35" actId="478"/>
          <ac:inkMkLst>
            <pc:docMk/>
            <pc:sldMk cId="4100721025" sldId="376"/>
            <ac:inkMk id="9" creationId="{99AA052F-CAE1-7A4A-B836-83634B29D1BF}"/>
          </ac:inkMkLst>
        </pc:inkChg>
      </pc:sldChg>
      <pc:sldChg chg="delSp modSp mod">
        <pc:chgData name="Somak Chatterjee" userId="e6d5a15b-8109-4a04-ba46-d7e9f6fc31a9" providerId="ADAL" clId="{59428A8F-E732-4660-908E-42BD7FA0615B}" dt="2022-09-21T07:40:04.392" v="180" actId="14100"/>
        <pc:sldMkLst>
          <pc:docMk/>
          <pc:sldMk cId="3216227367" sldId="377"/>
        </pc:sldMkLst>
        <pc:spChg chg="mod">
          <ac:chgData name="Somak Chatterjee" userId="e6d5a15b-8109-4a04-ba46-d7e9f6fc31a9" providerId="ADAL" clId="{59428A8F-E732-4660-908E-42BD7FA0615B}" dt="2022-09-21T07:40:04.392" v="180" actId="14100"/>
          <ac:spMkLst>
            <pc:docMk/>
            <pc:sldMk cId="3216227367" sldId="377"/>
            <ac:spMk id="5" creationId="{00000000-0000-0000-0000-000000000000}"/>
          </ac:spMkLst>
        </pc:spChg>
        <pc:inkChg chg="del">
          <ac:chgData name="Somak Chatterjee" userId="e6d5a15b-8109-4a04-ba46-d7e9f6fc31a9" providerId="ADAL" clId="{59428A8F-E732-4660-908E-42BD7FA0615B}" dt="2022-09-21T07:25:16.635" v="38" actId="478"/>
          <ac:inkMkLst>
            <pc:docMk/>
            <pc:sldMk cId="3216227367" sldId="377"/>
            <ac:inkMk id="7" creationId="{A32ADFB3-309C-7046-8CBE-772809959159}"/>
          </ac:inkMkLst>
        </pc:inkChg>
      </pc:sldChg>
      <pc:sldChg chg="modSp mod modShow">
        <pc:chgData name="Somak Chatterjee" userId="e6d5a15b-8109-4a04-ba46-d7e9f6fc31a9" providerId="ADAL" clId="{59428A8F-E732-4660-908E-42BD7FA0615B}" dt="2022-09-21T07:46:49.434" v="222" actId="14100"/>
        <pc:sldMkLst>
          <pc:docMk/>
          <pc:sldMk cId="227316196" sldId="378"/>
        </pc:sldMkLst>
        <pc:spChg chg="mod">
          <ac:chgData name="Somak Chatterjee" userId="e6d5a15b-8109-4a04-ba46-d7e9f6fc31a9" providerId="ADAL" clId="{59428A8F-E732-4660-908E-42BD7FA0615B}" dt="2022-09-21T07:46:38.714" v="219" actId="14100"/>
          <ac:spMkLst>
            <pc:docMk/>
            <pc:sldMk cId="227316196" sldId="378"/>
            <ac:spMk id="5" creationId="{00000000-0000-0000-0000-000000000000}"/>
          </ac:spMkLst>
        </pc:spChg>
        <pc:picChg chg="mod">
          <ac:chgData name="Somak Chatterjee" userId="e6d5a15b-8109-4a04-ba46-d7e9f6fc31a9" providerId="ADAL" clId="{59428A8F-E732-4660-908E-42BD7FA0615B}" dt="2022-09-21T07:46:49.434" v="222" actId="14100"/>
          <ac:picMkLst>
            <pc:docMk/>
            <pc:sldMk cId="227316196" sldId="378"/>
            <ac:picMk id="7" creationId="{36F492E2-3E77-4E80-BFEB-39AE35DB927B}"/>
          </ac:picMkLst>
        </pc:picChg>
      </pc:sldChg>
      <pc:sldChg chg="modSp mod">
        <pc:chgData name="Somak Chatterjee" userId="e6d5a15b-8109-4a04-ba46-d7e9f6fc31a9" providerId="ADAL" clId="{59428A8F-E732-4660-908E-42BD7FA0615B}" dt="2022-09-21T07:42:57.582" v="215" actId="14100"/>
        <pc:sldMkLst>
          <pc:docMk/>
          <pc:sldMk cId="2954730145" sldId="379"/>
        </pc:sldMkLst>
        <pc:spChg chg="mod">
          <ac:chgData name="Somak Chatterjee" userId="e6d5a15b-8109-4a04-ba46-d7e9f6fc31a9" providerId="ADAL" clId="{59428A8F-E732-4660-908E-42BD7FA0615B}" dt="2022-09-21T07:42:57.582" v="215" actId="14100"/>
          <ac:spMkLst>
            <pc:docMk/>
            <pc:sldMk cId="2954730145" sldId="379"/>
            <ac:spMk id="5" creationId="{00000000-0000-0000-0000-000000000000}"/>
          </ac:spMkLst>
        </pc:spChg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3922208624" sldId="380"/>
        </pc:sldMkLst>
      </pc:sldChg>
      <pc:sldChg chg="addSp delSp modSp mod">
        <pc:chgData name="Somak Chatterjee" userId="e6d5a15b-8109-4a04-ba46-d7e9f6fc31a9" providerId="ADAL" clId="{59428A8F-E732-4660-908E-42BD7FA0615B}" dt="2022-09-26T05:32:45.618" v="317"/>
        <pc:sldMkLst>
          <pc:docMk/>
          <pc:sldMk cId="1519264698" sldId="382"/>
        </pc:sldMkLst>
        <pc:spChg chg="mod">
          <ac:chgData name="Somak Chatterjee" userId="e6d5a15b-8109-4a04-ba46-d7e9f6fc31a9" providerId="ADAL" clId="{59428A8F-E732-4660-908E-42BD7FA0615B}" dt="2022-09-26T05:23:53.509" v="315" actId="1076"/>
          <ac:spMkLst>
            <pc:docMk/>
            <pc:sldMk cId="1519264698" sldId="382"/>
            <ac:spMk id="8" creationId="{00000000-0000-0000-0000-000000000000}"/>
          </ac:spMkLst>
        </pc:spChg>
        <pc:spChg chg="add mod">
          <ac:chgData name="Somak Chatterjee" userId="e6d5a15b-8109-4a04-ba46-d7e9f6fc31a9" providerId="ADAL" clId="{59428A8F-E732-4660-908E-42BD7FA0615B}" dt="2022-09-26T05:23:37.447" v="313" actId="6549"/>
          <ac:spMkLst>
            <pc:docMk/>
            <pc:sldMk cId="1519264698" sldId="382"/>
            <ac:spMk id="9" creationId="{C9688D46-E849-7992-E06E-4E76A5745C4B}"/>
          </ac:spMkLst>
        </pc:spChg>
        <pc:picChg chg="mod">
          <ac:chgData name="Somak Chatterjee" userId="e6d5a15b-8109-4a04-ba46-d7e9f6fc31a9" providerId="ADAL" clId="{59428A8F-E732-4660-908E-42BD7FA0615B}" dt="2022-09-26T05:23:56.376" v="316" actId="1076"/>
          <ac:picMkLst>
            <pc:docMk/>
            <pc:sldMk cId="1519264698" sldId="382"/>
            <ac:picMk id="7" creationId="{00000000-0000-0000-0000-000000000000}"/>
          </ac:picMkLst>
        </pc:picChg>
        <pc:inkChg chg="del">
          <ac:chgData name="Somak Chatterjee" userId="e6d5a15b-8109-4a04-ba46-d7e9f6fc31a9" providerId="ADAL" clId="{59428A8F-E732-4660-908E-42BD7FA0615B}" dt="2022-09-21T07:48:03.524" v="223" actId="478"/>
          <ac:inkMkLst>
            <pc:docMk/>
            <pc:sldMk cId="1519264698" sldId="382"/>
            <ac:inkMk id="5" creationId="{1E2B506D-740F-C14F-BF9A-2E7AD5EC817D}"/>
          </ac:inkMkLst>
        </pc:inkChg>
        <pc:inkChg chg="add">
          <ac:chgData name="Somak Chatterjee" userId="e6d5a15b-8109-4a04-ba46-d7e9f6fc31a9" providerId="ADAL" clId="{59428A8F-E732-4660-908E-42BD7FA0615B}" dt="2022-09-26T05:32:45.618" v="317"/>
          <ac:inkMkLst>
            <pc:docMk/>
            <pc:sldMk cId="1519264698" sldId="382"/>
            <ac:inkMk id="5" creationId="{3857E2E6-DEC3-B2EB-30DD-A68F857F83CA}"/>
          </ac:inkMkLst>
        </pc:inkChg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3515121016" sldId="383"/>
        </pc:sldMkLst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887988330" sldId="384"/>
        </pc:sldMkLst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2977136819" sldId="385"/>
        </pc:sldMkLst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904770816" sldId="386"/>
        </pc:sldMkLst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923912094" sldId="387"/>
        </pc:sldMkLst>
      </pc:sldChg>
      <pc:sldChg chg="del">
        <pc:chgData name="Somak Chatterjee" userId="e6d5a15b-8109-4a04-ba46-d7e9f6fc31a9" providerId="ADAL" clId="{59428A8F-E732-4660-908E-42BD7FA0615B}" dt="2022-09-21T07:25:54.291" v="40" actId="47"/>
        <pc:sldMkLst>
          <pc:docMk/>
          <pc:sldMk cId="2789800813" sldId="388"/>
        </pc:sldMkLst>
      </pc:sldChg>
      <pc:sldChg chg="del">
        <pc:chgData name="Somak Chatterjee" userId="e6d5a15b-8109-4a04-ba46-d7e9f6fc31a9" providerId="ADAL" clId="{59428A8F-E732-4660-908E-42BD7FA0615B}" dt="2022-09-21T07:25:55.229" v="41" actId="47"/>
        <pc:sldMkLst>
          <pc:docMk/>
          <pc:sldMk cId="2968500844" sldId="389"/>
        </pc:sldMkLst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3862939800" sldId="390"/>
        </pc:sldMkLst>
      </pc:sldChg>
      <pc:sldChg chg="del">
        <pc:chgData name="Somak Chatterjee" userId="e6d5a15b-8109-4a04-ba46-d7e9f6fc31a9" providerId="ADAL" clId="{59428A8F-E732-4660-908E-42BD7FA0615B}" dt="2022-09-21T08:06:15.543" v="301" actId="2696"/>
        <pc:sldMkLst>
          <pc:docMk/>
          <pc:sldMk cId="4271591901" sldId="391"/>
        </pc:sldMkLst>
      </pc:sldChg>
      <pc:sldChg chg="addSp delSp modSp mod">
        <pc:chgData name="Somak Chatterjee" userId="e6d5a15b-8109-4a04-ba46-d7e9f6fc31a9" providerId="ADAL" clId="{59428A8F-E732-4660-908E-42BD7FA0615B}" dt="2022-09-21T07:37:03.445" v="168" actId="14100"/>
        <pc:sldMkLst>
          <pc:docMk/>
          <pc:sldMk cId="2315454189" sldId="403"/>
        </pc:sldMkLst>
        <pc:spChg chg="add del">
          <ac:chgData name="Somak Chatterjee" userId="e6d5a15b-8109-4a04-ba46-d7e9f6fc31a9" providerId="ADAL" clId="{59428A8F-E732-4660-908E-42BD7FA0615B}" dt="2022-09-21T07:27:25.581" v="45" actId="478"/>
          <ac:spMkLst>
            <pc:docMk/>
            <pc:sldMk cId="2315454189" sldId="403"/>
            <ac:spMk id="5" creationId="{42FCBF14-C812-D563-D5B0-38BC562B89A9}"/>
          </ac:spMkLst>
        </pc:spChg>
        <pc:spChg chg="add mod">
          <ac:chgData name="Somak Chatterjee" userId="e6d5a15b-8109-4a04-ba46-d7e9f6fc31a9" providerId="ADAL" clId="{59428A8F-E732-4660-908E-42BD7FA0615B}" dt="2022-09-21T07:29:15.547" v="65" actId="14100"/>
          <ac:spMkLst>
            <pc:docMk/>
            <pc:sldMk cId="2315454189" sldId="403"/>
            <ac:spMk id="11" creationId="{DD010272-219A-2CCC-C78C-B26D11B8A1EF}"/>
          </ac:spMkLst>
        </pc:spChg>
        <pc:spChg chg="add mod">
          <ac:chgData name="Somak Chatterjee" userId="e6d5a15b-8109-4a04-ba46-d7e9f6fc31a9" providerId="ADAL" clId="{59428A8F-E732-4660-908E-42BD7FA0615B}" dt="2022-09-21T07:30:48.280" v="135" actId="20577"/>
          <ac:spMkLst>
            <pc:docMk/>
            <pc:sldMk cId="2315454189" sldId="403"/>
            <ac:spMk id="17" creationId="{E2BCED1E-4D08-92FB-5AA7-7EAD940FB52E}"/>
          </ac:spMkLst>
        </pc:spChg>
        <pc:spChg chg="add mod">
          <ac:chgData name="Somak Chatterjee" userId="e6d5a15b-8109-4a04-ba46-d7e9f6fc31a9" providerId="ADAL" clId="{59428A8F-E732-4660-908E-42BD7FA0615B}" dt="2022-09-21T07:30:00.561" v="111" actId="20577"/>
          <ac:spMkLst>
            <pc:docMk/>
            <pc:sldMk cId="2315454189" sldId="403"/>
            <ac:spMk id="18" creationId="{654F84BF-74A6-C3FC-58DE-45600F36F4BB}"/>
          </ac:spMkLst>
        </pc:spChg>
        <pc:spChg chg="add mod">
          <ac:chgData name="Somak Chatterjee" userId="e6d5a15b-8109-4a04-ba46-d7e9f6fc31a9" providerId="ADAL" clId="{59428A8F-E732-4660-908E-42BD7FA0615B}" dt="2022-09-21T07:30:11.644" v="124" actId="20577"/>
          <ac:spMkLst>
            <pc:docMk/>
            <pc:sldMk cId="2315454189" sldId="403"/>
            <ac:spMk id="19" creationId="{157157B2-F289-A3AE-CFE4-47438F44A17B}"/>
          </ac:spMkLst>
        </pc:spChg>
        <pc:inkChg chg="del">
          <ac:chgData name="Somak Chatterjee" userId="e6d5a15b-8109-4a04-ba46-d7e9f6fc31a9" providerId="ADAL" clId="{59428A8F-E732-4660-908E-42BD7FA0615B}" dt="2022-09-21T07:30:30.361" v="129" actId="478"/>
          <ac:inkMkLst>
            <pc:docMk/>
            <pc:sldMk cId="2315454189" sldId="403"/>
            <ac:inkMk id="8" creationId="{9731CB59-E6D8-CE41-ADC1-BB3D006288FD}"/>
          </ac:inkMkLst>
        </pc:inkChg>
        <pc:cxnChg chg="add mod">
          <ac:chgData name="Somak Chatterjee" userId="e6d5a15b-8109-4a04-ba46-d7e9f6fc31a9" providerId="ADAL" clId="{59428A8F-E732-4660-908E-42BD7FA0615B}" dt="2022-09-21T07:28:43.811" v="59" actId="1582"/>
          <ac:cxnSpMkLst>
            <pc:docMk/>
            <pc:sldMk cId="2315454189" sldId="403"/>
            <ac:cxnSpMk id="10" creationId="{E6C9E57C-1860-C940-D153-E1228ED59773}"/>
          </ac:cxnSpMkLst>
        </pc:cxnChg>
        <pc:cxnChg chg="add mod">
          <ac:chgData name="Somak Chatterjee" userId="e6d5a15b-8109-4a04-ba46-d7e9f6fc31a9" providerId="ADAL" clId="{59428A8F-E732-4660-908E-42BD7FA0615B}" dt="2022-09-21T07:29:09.882" v="64" actId="14100"/>
          <ac:cxnSpMkLst>
            <pc:docMk/>
            <pc:sldMk cId="2315454189" sldId="403"/>
            <ac:cxnSpMk id="13" creationId="{ED4F7B2B-C8F4-41B5-9062-6660FCBCE845}"/>
          </ac:cxnSpMkLst>
        </pc:cxnChg>
        <pc:cxnChg chg="add mod">
          <ac:chgData name="Somak Chatterjee" userId="e6d5a15b-8109-4a04-ba46-d7e9f6fc31a9" providerId="ADAL" clId="{59428A8F-E732-4660-908E-42BD7FA0615B}" dt="2022-09-21T07:37:03.445" v="168" actId="14100"/>
          <ac:cxnSpMkLst>
            <pc:docMk/>
            <pc:sldMk cId="2315454189" sldId="403"/>
            <ac:cxnSpMk id="20" creationId="{A8689B05-17FD-7123-CBBF-A6BDC2F4C4E5}"/>
          </ac:cxnSpMkLst>
        </pc:cxnChg>
        <pc:cxnChg chg="add mod">
          <ac:chgData name="Somak Chatterjee" userId="e6d5a15b-8109-4a04-ba46-d7e9f6fc31a9" providerId="ADAL" clId="{59428A8F-E732-4660-908E-42BD7FA0615B}" dt="2022-09-21T07:30:28.563" v="128" actId="14100"/>
          <ac:cxnSpMkLst>
            <pc:docMk/>
            <pc:sldMk cId="2315454189" sldId="403"/>
            <ac:cxnSpMk id="22" creationId="{6849A3F3-6AD0-82C2-E5B2-66EAEFA22C31}"/>
          </ac:cxnSpMkLst>
        </pc:cxnChg>
      </pc:sldChg>
      <pc:sldChg chg="delSp modSp mod">
        <pc:chgData name="Somak Chatterjee" userId="e6d5a15b-8109-4a04-ba46-d7e9f6fc31a9" providerId="ADAL" clId="{59428A8F-E732-4660-908E-42BD7FA0615B}" dt="2022-09-21T07:23:40.133" v="15" actId="1076"/>
        <pc:sldMkLst>
          <pc:docMk/>
          <pc:sldMk cId="1930317577" sldId="405"/>
        </pc:sldMkLst>
        <pc:spChg chg="mod">
          <ac:chgData name="Somak Chatterjee" userId="e6d5a15b-8109-4a04-ba46-d7e9f6fc31a9" providerId="ADAL" clId="{59428A8F-E732-4660-908E-42BD7FA0615B}" dt="2022-09-21T07:23:40.133" v="15" actId="1076"/>
          <ac:spMkLst>
            <pc:docMk/>
            <pc:sldMk cId="1930317577" sldId="405"/>
            <ac:spMk id="14" creationId="{C1CBE3B5-494A-4825-A590-72A90CFA6368}"/>
          </ac:spMkLst>
        </pc:spChg>
        <pc:inkChg chg="del">
          <ac:chgData name="Somak Chatterjee" userId="e6d5a15b-8109-4a04-ba46-d7e9f6fc31a9" providerId="ADAL" clId="{59428A8F-E732-4660-908E-42BD7FA0615B}" dt="2022-09-21T07:23:11.067" v="8" actId="478"/>
          <ac:inkMkLst>
            <pc:docMk/>
            <pc:sldMk cId="1930317577" sldId="405"/>
            <ac:inkMk id="9" creationId="{CA4A80FA-4689-664B-8D8C-AE0483090BEF}"/>
          </ac:inkMkLst>
        </pc:inkChg>
      </pc:sldChg>
      <pc:sldChg chg="delSp modSp mod">
        <pc:chgData name="Somak Chatterjee" userId="e6d5a15b-8109-4a04-ba46-d7e9f6fc31a9" providerId="ADAL" clId="{59428A8F-E732-4660-908E-42BD7FA0615B}" dt="2022-09-26T05:23:15.218" v="304" actId="20577"/>
        <pc:sldMkLst>
          <pc:docMk/>
          <pc:sldMk cId="857141871" sldId="406"/>
        </pc:sldMkLst>
        <pc:spChg chg="mod">
          <ac:chgData name="Somak Chatterjee" userId="e6d5a15b-8109-4a04-ba46-d7e9f6fc31a9" providerId="ADAL" clId="{59428A8F-E732-4660-908E-42BD7FA0615B}" dt="2022-09-26T05:23:15.218" v="304" actId="20577"/>
          <ac:spMkLst>
            <pc:docMk/>
            <pc:sldMk cId="857141871" sldId="406"/>
            <ac:spMk id="15" creationId="{74EB19FC-C510-4178-AD08-B7E660D4B31E}"/>
          </ac:spMkLst>
        </pc:spChg>
        <pc:inkChg chg="del">
          <ac:chgData name="Somak Chatterjee" userId="e6d5a15b-8109-4a04-ba46-d7e9f6fc31a9" providerId="ADAL" clId="{59428A8F-E732-4660-908E-42BD7FA0615B}" dt="2022-09-21T07:23:47.219" v="16" actId="478"/>
          <ac:inkMkLst>
            <pc:docMk/>
            <pc:sldMk cId="857141871" sldId="406"/>
            <ac:inkMk id="5" creationId="{64E729EE-1EEE-5244-AE7C-4A30A0FEB556}"/>
          </ac:inkMkLst>
        </pc:inkChg>
      </pc:sldChg>
      <pc:sldChg chg="delSp modSp mod">
        <pc:chgData name="Somak Chatterjee" userId="e6d5a15b-8109-4a04-ba46-d7e9f6fc31a9" providerId="ADAL" clId="{59428A8F-E732-4660-908E-42BD7FA0615B}" dt="2022-09-21T07:24:39.120" v="29" actId="123"/>
        <pc:sldMkLst>
          <pc:docMk/>
          <pc:sldMk cId="3450606647" sldId="407"/>
        </pc:sldMkLst>
        <pc:spChg chg="mod">
          <ac:chgData name="Somak Chatterjee" userId="e6d5a15b-8109-4a04-ba46-d7e9f6fc31a9" providerId="ADAL" clId="{59428A8F-E732-4660-908E-42BD7FA0615B}" dt="2022-09-21T07:24:39.120" v="29" actId="123"/>
          <ac:spMkLst>
            <pc:docMk/>
            <pc:sldMk cId="3450606647" sldId="407"/>
            <ac:spMk id="17" creationId="{A4265EB6-9323-44D8-BC22-88665911C0B4}"/>
          </ac:spMkLst>
        </pc:spChg>
        <pc:picChg chg="mod">
          <ac:chgData name="Somak Chatterjee" userId="e6d5a15b-8109-4a04-ba46-d7e9f6fc31a9" providerId="ADAL" clId="{59428A8F-E732-4660-908E-42BD7FA0615B}" dt="2022-09-21T07:24:16.374" v="24" actId="14100"/>
          <ac:picMkLst>
            <pc:docMk/>
            <pc:sldMk cId="3450606647" sldId="407"/>
            <ac:picMk id="16" creationId="{2C9B52B0-7B66-4734-B942-0F393AD397C6}"/>
          </ac:picMkLst>
        </pc:picChg>
        <pc:inkChg chg="del">
          <ac:chgData name="Somak Chatterjee" userId="e6d5a15b-8109-4a04-ba46-d7e9f6fc31a9" providerId="ADAL" clId="{59428A8F-E732-4660-908E-42BD7FA0615B}" dt="2022-09-21T07:24:10.230" v="23" actId="478"/>
          <ac:inkMkLst>
            <pc:docMk/>
            <pc:sldMk cId="3450606647" sldId="407"/>
            <ac:inkMk id="5" creationId="{60B7A67B-43C2-9E4F-A1AD-96C7624B9E8E}"/>
          </ac:inkMkLst>
        </pc:inkChg>
      </pc:sldChg>
      <pc:sldChg chg="delSp modSp mod">
        <pc:chgData name="Somak Chatterjee" userId="e6d5a15b-8109-4a04-ba46-d7e9f6fc31a9" providerId="ADAL" clId="{59428A8F-E732-4660-908E-42BD7FA0615B}" dt="2022-09-21T07:23:00.159" v="7" actId="478"/>
        <pc:sldMkLst>
          <pc:docMk/>
          <pc:sldMk cId="3085192974" sldId="408"/>
        </pc:sldMkLst>
        <pc:spChg chg="mod">
          <ac:chgData name="Somak Chatterjee" userId="e6d5a15b-8109-4a04-ba46-d7e9f6fc31a9" providerId="ADAL" clId="{59428A8F-E732-4660-908E-42BD7FA0615B}" dt="2022-09-21T07:22:56.399" v="6" actId="403"/>
          <ac:spMkLst>
            <pc:docMk/>
            <pc:sldMk cId="3085192974" sldId="408"/>
            <ac:spMk id="5" creationId="{19742D76-5D33-42EF-BD9B-817068BC5949}"/>
          </ac:spMkLst>
        </pc:spChg>
        <pc:inkChg chg="del">
          <ac:chgData name="Somak Chatterjee" userId="e6d5a15b-8109-4a04-ba46-d7e9f6fc31a9" providerId="ADAL" clId="{59428A8F-E732-4660-908E-42BD7FA0615B}" dt="2022-09-21T07:23:00.159" v="7" actId="478"/>
          <ac:inkMkLst>
            <pc:docMk/>
            <pc:sldMk cId="3085192974" sldId="408"/>
            <ac:inkMk id="7" creationId="{F950BCC9-4B45-C949-BEC8-8C52AEF8B7C4}"/>
          </ac:inkMkLst>
        </pc:inkChg>
      </pc:sldChg>
      <pc:sldChg chg="del">
        <pc:chgData name="Somak Chatterjee" userId="e6d5a15b-8109-4a04-ba46-d7e9f6fc31a9" providerId="ADAL" clId="{59428A8F-E732-4660-908E-42BD7FA0615B}" dt="2022-09-21T07:42:28.290" v="208" actId="47"/>
        <pc:sldMkLst>
          <pc:docMk/>
          <pc:sldMk cId="2278219775" sldId="409"/>
        </pc:sldMkLst>
      </pc:sldChg>
      <pc:sldChg chg="modSp mod">
        <pc:chgData name="Somak Chatterjee" userId="e6d5a15b-8109-4a04-ba46-d7e9f6fc31a9" providerId="ADAL" clId="{59428A8F-E732-4660-908E-42BD7FA0615B}" dt="2022-09-21T07:42:34.779" v="210" actId="403"/>
        <pc:sldMkLst>
          <pc:docMk/>
          <pc:sldMk cId="2182551677" sldId="410"/>
        </pc:sldMkLst>
        <pc:spChg chg="mod">
          <ac:chgData name="Somak Chatterjee" userId="e6d5a15b-8109-4a04-ba46-d7e9f6fc31a9" providerId="ADAL" clId="{59428A8F-E732-4660-908E-42BD7FA0615B}" dt="2022-09-21T07:42:34.779" v="210" actId="403"/>
          <ac:spMkLst>
            <pc:docMk/>
            <pc:sldMk cId="2182551677" sldId="410"/>
            <ac:spMk id="5" creationId="{0DE06ECB-3F09-4FA1-B9B0-AD4B877945B9}"/>
          </ac:spMkLst>
        </pc:spChg>
      </pc:sldChg>
      <pc:sldChg chg="del">
        <pc:chgData name="Somak Chatterjee" userId="e6d5a15b-8109-4a04-ba46-d7e9f6fc31a9" providerId="ADAL" clId="{59428A8F-E732-4660-908E-42BD7FA0615B}" dt="2022-09-21T08:06:17.637" v="302" actId="47"/>
        <pc:sldMkLst>
          <pc:docMk/>
          <pc:sldMk cId="1605970868" sldId="411"/>
        </pc:sldMkLst>
      </pc:sldChg>
      <pc:sldChg chg="ord">
        <pc:chgData name="Somak Chatterjee" userId="e6d5a15b-8109-4a04-ba46-d7e9f6fc31a9" providerId="ADAL" clId="{59428A8F-E732-4660-908E-42BD7FA0615B}" dt="2022-09-21T07:22:40.914" v="3"/>
        <pc:sldMkLst>
          <pc:docMk/>
          <pc:sldMk cId="3228187369" sldId="413"/>
        </pc:sldMkLst>
      </pc:sldChg>
      <pc:sldChg chg="mod modShow">
        <pc:chgData name="Somak Chatterjee" userId="e6d5a15b-8109-4a04-ba46-d7e9f6fc31a9" providerId="ADAL" clId="{59428A8F-E732-4660-908E-42BD7FA0615B}" dt="2022-09-21T07:31:36.300" v="155" actId="729"/>
        <pc:sldMkLst>
          <pc:docMk/>
          <pc:sldMk cId="4146854769" sldId="414"/>
        </pc:sldMkLst>
      </pc:sldChg>
      <pc:sldChg chg="del">
        <pc:chgData name="Somak Chatterjee" userId="e6d5a15b-8109-4a04-ba46-d7e9f6fc31a9" providerId="ADAL" clId="{59428A8F-E732-4660-908E-42BD7FA0615B}" dt="2022-09-21T07:26:15.785" v="42" actId="47"/>
        <pc:sldMkLst>
          <pc:docMk/>
          <pc:sldMk cId="4138101968" sldId="415"/>
        </pc:sldMkLst>
      </pc:sldChg>
      <pc:sldChg chg="delSp modSp mod">
        <pc:chgData name="Somak Chatterjee" userId="e6d5a15b-8109-4a04-ba46-d7e9f6fc31a9" providerId="ADAL" clId="{59428A8F-E732-4660-908E-42BD7FA0615B}" dt="2022-09-21T07:40:33.312" v="191" actId="123"/>
        <pc:sldMkLst>
          <pc:docMk/>
          <pc:sldMk cId="2659714525" sldId="416"/>
        </pc:sldMkLst>
        <pc:spChg chg="mod">
          <ac:chgData name="Somak Chatterjee" userId="e6d5a15b-8109-4a04-ba46-d7e9f6fc31a9" providerId="ADAL" clId="{59428A8F-E732-4660-908E-42BD7FA0615B}" dt="2022-09-21T07:40:33.312" v="191" actId="123"/>
          <ac:spMkLst>
            <pc:docMk/>
            <pc:sldMk cId="2659714525" sldId="416"/>
            <ac:spMk id="5" creationId="{512D792B-B9CD-4043-968E-1DE601838C27}"/>
          </ac:spMkLst>
        </pc:spChg>
        <pc:inkChg chg="del">
          <ac:chgData name="Somak Chatterjee" userId="e6d5a15b-8109-4a04-ba46-d7e9f6fc31a9" providerId="ADAL" clId="{59428A8F-E732-4660-908E-42BD7FA0615B}" dt="2022-09-21T07:25:24.612" v="39" actId="478"/>
          <ac:inkMkLst>
            <pc:docMk/>
            <pc:sldMk cId="2659714525" sldId="416"/>
            <ac:inkMk id="7" creationId="{848ACFDA-23C8-FA4A-9BDC-DBFB9E288CD2}"/>
          </ac:inkMkLst>
        </pc:inkChg>
      </pc:sldChg>
      <pc:sldChg chg="modSp add mod">
        <pc:chgData name="Somak Chatterjee" userId="e6d5a15b-8109-4a04-ba46-d7e9f6fc31a9" providerId="ADAL" clId="{59428A8F-E732-4660-908E-42BD7FA0615B}" dt="2022-09-21T08:06:39.765" v="303" actId="20577"/>
        <pc:sldMkLst>
          <pc:docMk/>
          <pc:sldMk cId="1186835817" sldId="417"/>
        </pc:sldMkLst>
        <pc:spChg chg="mod">
          <ac:chgData name="Somak Chatterjee" userId="e6d5a15b-8109-4a04-ba46-d7e9f6fc31a9" providerId="ADAL" clId="{59428A8F-E732-4660-908E-42BD7FA0615B}" dt="2022-09-21T08:06:39.765" v="303" actId="20577"/>
          <ac:spMkLst>
            <pc:docMk/>
            <pc:sldMk cId="1186835817" sldId="417"/>
            <ac:spMk id="7" creationId="{00000000-0000-0000-0000-000000000000}"/>
          </ac:spMkLst>
        </pc:spChg>
      </pc:sldChg>
      <pc:sldChg chg="addSp delSp modSp add del mod delAnim">
        <pc:chgData name="Somak Chatterjee" userId="e6d5a15b-8109-4a04-ba46-d7e9f6fc31a9" providerId="ADAL" clId="{59428A8F-E732-4660-908E-42BD7FA0615B}" dt="2022-09-21T07:37:09.612" v="169" actId="47"/>
        <pc:sldMkLst>
          <pc:docMk/>
          <pc:sldMk cId="1325442654" sldId="418"/>
        </pc:sldMkLst>
        <pc:spChg chg="del">
          <ac:chgData name="Somak Chatterjee" userId="e6d5a15b-8109-4a04-ba46-d7e9f6fc31a9" providerId="ADAL" clId="{59428A8F-E732-4660-908E-42BD7FA0615B}" dt="2022-09-21T07:32:34.969" v="166" actId="478"/>
          <ac:spMkLst>
            <pc:docMk/>
            <pc:sldMk cId="1325442654" sldId="418"/>
            <ac:spMk id="5" creationId="{00000000-0000-0000-0000-000000000000}"/>
          </ac:spMkLst>
        </pc:spChg>
        <pc:spChg chg="add mod">
          <ac:chgData name="Somak Chatterjee" userId="e6d5a15b-8109-4a04-ba46-d7e9f6fc31a9" providerId="ADAL" clId="{59428A8F-E732-4660-908E-42BD7FA0615B}" dt="2022-09-21T07:32:34.969" v="166" actId="478"/>
          <ac:spMkLst>
            <pc:docMk/>
            <pc:sldMk cId="1325442654" sldId="418"/>
            <ac:spMk id="8" creationId="{619F997C-071B-D840-24F3-D964F73E86D4}"/>
          </ac:spMkLst>
        </pc:spChg>
      </pc:sldChg>
      <pc:sldMasterChg chg="delSldLayout">
        <pc:chgData name="Somak Chatterjee" userId="e6d5a15b-8109-4a04-ba46-d7e9f6fc31a9" providerId="ADAL" clId="{59428A8F-E732-4660-908E-42BD7FA0615B}" dt="2022-09-21T08:06:04.239" v="299" actId="2696"/>
        <pc:sldMasterMkLst>
          <pc:docMk/>
          <pc:sldMasterMk cId="3734781754" sldId="2147483685"/>
        </pc:sldMasterMkLst>
        <pc:sldLayoutChg chg="del">
          <pc:chgData name="Somak Chatterjee" userId="e6d5a15b-8109-4a04-ba46-d7e9f6fc31a9" providerId="ADAL" clId="{59428A8F-E732-4660-908E-42BD7FA0615B}" dt="2022-09-21T08:06:04.239" v="299" actId="2696"/>
          <pc:sldLayoutMkLst>
            <pc:docMk/>
            <pc:sldMasterMk cId="3734781754" sldId="2147483685"/>
            <pc:sldLayoutMk cId="286050071" sldId="214748370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3T09:41:15.52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9766 3551 6993,'-23'4'3276,"0"0"0,4 3-2362,-1 1 435,-5 9-899,7-4 449,-3 11-269,12-2-360,2 1-90,5 0 89,4-6-89,5 4 0,3-1 0,4 5 0,2-2 90,11 10-555,-5-7 375,-3-5 0,1 1 0,4 3 0,-5-4 0,-1 0 0,2 4 45,-2 5 0,-3 1-45,-5-3-490,-2-3 1,-2-1 489,-9-1-90,-3 1 90,-8 17 0,2-11-180,0-5 0,-1 0-627,-3 1 268,-5 5-1,8-16-270,2-2-305,1-5-1673,-1-5 2892,4-4 1,0-5 0,3-2 0</inkml:trace>
  <inkml:trace contextRef="#ctx0" brushRef="#br0" timeOffset="495">10067 3419 14009,'6'7'3276,"-2"-4"-435,10 44-2662,-6-20-1040,5 15 951,-3-11 90,0-2-90,1 0 0,1-1 0,1-2 0,1-1 102,-1-5-192,-1-3 0,-1-4 226,0-4-226,-2-2 0,2-3-90,-3-2 435,7-4-525,-4-3 278,4-4-188,-5 0 0,0-2 90,-1-3-90,-1-2 0,-2 0 0,0-1 90,-2 1-89,1-9 178,-3 3-89,1 0 90,-3 6 0,1 8 0,-1-2 180,0 3-180,2 1-90,1 7 90,7 10-90,1 6 90,2 2-90,0-3 0,-4-4-90,1-2 0,0 0-540,2 1 181,-3-4-271,3 0-629,-6-4-1350,3-3 2699,-4-1 0,3-2 0,-4 0 0</inkml:trace>
  <inkml:trace contextRef="#ctx0" brushRef="#br0" timeOffset="1570">10536 3500 9332,'14'-9'3276,"0"2"0,9 10-923,-8 0-1454,16 9-179,-13 2-450,0 1 179,-3 6-269,-7-9 0,-1 4 0,-4-7 0,-1-1-90,-2-2 90,1 1 0,-2-3-1,-1 1-89,-3-8-90,0 0 0,-1-7 0,2-2-90,0-1-179,-2-22-1,4 1 45,2 0 0,1 0 45,2-3-90,4-9-269,-1 22 179,0 8-360,4-8 360,-4 13 1,3-2-811,2 2 900,-3 5-359,7-3 359,-7 6 0,5 0 270,-6 1 90,3 1 270,-4 1 0,3 1-1,-1 1 1,2-1 450,1 3-360,-2-2-91,3 2 361,3 2-360,-4 1 269,11 5-449,-10-1 90,3 1 180,-1 3-360,-5-3 90,2 4 90,-4-1-91,-2-5 1,0 6-90,-4-8 90,1 4-90,-3-5-270,-1-1 90,-5-11-359,0-17 179,0-1-90,3-17 90,3 17-416,2-7 506,0 5-90,2-1 180,2-1-90,0 2 0,0 6 0,1 1 90,1 3-368,4-5 368,-3 6 0,4-2-90,2 6 90,-4 5 0,7 2 90,1 11 0,-3 0 587,8 10-407,-8-3-180,0-1 378,2 3-378,-7-8 90,2 1 0,-4-5 0,4 1 0,-4-3 0,8-2-90,-7-2 90,5-3-90,-4-1 90,7-8-90,-5 2 0,6-7 90,-7 2-90,2-4 0,-2 2 0,-1-2 0,-3 3 90,0 0-90,0-6 0,-1 5 0,0-11 90,-3 14 89,-1-8 1,-1 12-90,-1-1 90,1 4-90,0 2 90,-1 1 0,2 0-90,3 6 0,11 18 0,-2 2-90,3 10 0,0 2-649,3 11 649,-6-13 0,0 2-784,3 10 0,-1-1 784,-7-14 0,1 0 30,1 5 0,1 3 0,-2-4-415,-3-7 1,0-2 384,0 7 0,0-2 0,1 11 0,-2 0 90,-1-3-90,-4 7 0,0-14 0,-3 3 0,0-17 89,-2-3 461,1-3-550,-2-3 1612,0-4-1702,-4-5-179,3-4-91,-4-11 734,4-5-1768,2-1 0,1-4 719,2-2 1,0-3 292,1-8 1,0-2-1,1 3 1,1 1-1,0 1 1,-1-1 0</inkml:trace>
  <inkml:trace contextRef="#ctx0" brushRef="#br0" timeOffset="3427">17245 6840 14009,'17'1'0</inkml:trace>
  <inkml:trace contextRef="#ctx0" brushRef="#br0" timeOffset="6475">19233 6132 5734,'5'-35'2788,"2"0"-2024,-2 9 1,1 0-1883,0-1 0,2-1 1612,2-6 1,1-3 15,-1 4 0,1-2 0,-1 2-196,4-6 1,1 0-859,-1 2 0,1-2 1,-1 3 768,2 1 0,0 2-1,3-5 1,1 1-348,-3 6 0,1 1 303,4-5 0,1 1-518,-3 3 1,0 1 472,4-3 0,1 0 0,0 0 0,-1 2 0,-1 2 0,0 0-312,8-7 1,0 0 266,-2 4 0,1 0 101,4-4 1,1 0-102,0 2 0,0-1-61,-11 12 1,0 1 0,1-1-1,0 0 1,0 1 0,0-1 30,2 1 0,0 0 0,0 0-26,0-1 0,0 1 0,1 0 26,0 1 0,1 0 0,0 1 0,-1 0 0,1 0 0,1-1 7,1 2 1,3-1-1,0 0 1,-3 1-38,-1 1 0,-1 2 0,1-1 30,13-7 0,2-1 0,-4 4-15,-6 3 0,-1 2 45,2 0 0,2-2 0,-3 2 163,3-1 0,-1 1-223,-5 2 0,2-1 0,-1 2 15,0-1 0,1 1 44,4-2 1,4-1 0,-3 1-90,1 1 0,0 0 60,2-1 0,4-1 0,-5 1-60,-5 4 0,-3 0 0,4 0 0,-2 1 45,-8 1 0,-1 2-45,16-4 855,-5 1-765,-3 2 748,-3 1-928,-4 2 2204,-4 0-2563,-1 1 89,-9 2 1272,1 1-4189,-9 2 2547,-9 4 730,-3-1 0,-7 4 0,-1-4 0</inkml:trace>
  <inkml:trace contextRef="#ctx0" brushRef="#br0" timeOffset="6730">21557 3839 6633,'30'-8'1638,"-1"0"0,6-2 0,4 3 0,5 3 0,-3 4 0,-1 0-661,-12 0 1,-1 1-708,14 2 0,-6 2-90,-15 2 90,1 5 0,-9 5-90,-6-2-90,-3 7 0,-7-1 0,-5 3-356,-3 5 86,-5-1-1076,-1 1 806,-2-1-89,1-1-811,-2 0 1,1-3 0,1-3 1349,2-3 0,2-4 0,2-3 0</inkml:trace>
  <inkml:trace contextRef="#ctx0" brushRef="#br0" timeOffset="7415">22692 3286 11940,'-10'-14'3276,"-12"7"-795,5 10-2031,-10 5-1,9 2-89,0 1 180,-5 7-270,7-3-90,1 2 0,9-5-1,1 0 181,6 5-270,3-2 90,6 7-90,6-4 0,4 3 0,4-1-304,1-1 304,1 0-651,0-1 561,-1 0 90,0-1 0,-3 0-90,-2 0-77,-4-1 77,-3 0 90,-4-4-90,-3 2 0,-3-3 90,-3 3-90,-2 0 369,-5 4-369,-3 0 0,-5 2 659,-1-2-1019,-11 6 1,10-11 182,-5 3-363,13-11-719,-1-3-900,3-1 2159,0-9 0,6 0 0,2-7 0</inkml:trace>
  <inkml:trace contextRef="#ctx0" brushRef="#br0" timeOffset="7752">22888 3427 11400,'6'9'3276,"2"-1"0,-7 20-2182,5-8-824,2 0 0,4 0 0,7 1 0,8-5-181,-7-8 1,5-6-90,-11-4 180,6-7-180,-5 2 90,1-6-90,-8 3 0,-1-1 0,-3-1 0,-3 1-90,-5-8 0,-1 6-90,-5-7 1,-1 9-1,0 0-90,-2 2 0,0 0-180,1 1 0,1 2-89,1 2-181,1 0-629,3 2 1349,1 0 0,2 2 0,2-1 0</inkml:trace>
  <inkml:trace contextRef="#ctx0" brushRef="#br0" timeOffset="8340">23237 3462 7982,'16'7'3276,"-2"0"-705,-6-4-1671,-1 0-181,1 0-89,0-1-1,-1-1-179,1 0 0,-1-2-90,1-1 0,0-2-91,1-4 1,0-1-90,-1-3 0,0-2 180,1-17-270,-4 9 90,1-13-90,-5 13 0,-1-4 0,-2-2 44,-2-1 1,-1 0-45,-2-7-155,0 6 1,-1 1 154,1 6 269,-3-6-269,5 16 90,-1-1-90,3 7 0,0 1 180,2 1 219,2 12-489,1 1 90,5 13-90,1 0 0,10 15 90,-4-8-966,7 8 786,-5-14 0,2-2-302,-1-4 302,0-2-90,-2-5-90,0-1 0,0-3-90,0-2 939,1-2-939,-2-3 421,1-1-601,5-4 270,-5 0 90,2-4-90,-6 3 90,-3 0 91,1-4 178,-3 1 1,1-1-269,-3 2-91,1 13-180,-1 0-90,1 9-179,-2-5-1890,1 0 1350,1 2 1259,-1-4 0,0 2 0,-2-4 0</inkml:trace>
  <inkml:trace contextRef="#ctx0" brushRef="#br0" timeOffset="8519">23640 3031 10411,'-7'-15'3276,"1"3"-1065,4 6-3111,3 1-2377,10 4 3152,-2 1 0,9 6 0,-9-2 0</inkml:trace>
  <inkml:trace contextRef="#ctx0" brushRef="#br0" timeOffset="9295">24030 2974 12390,'-16'-7'3276,"2"3"-2414,4 7-413,1 2 1,-1 2-90,1 2-90,0 2 0,1 0-1,2 2-89,2-1 0,2 1 0,1-1 360,9 19-450,-2-14 0,8 13-90,-5-19 90,1-2 0,0-1 0,5-3-90,-4-2 89,5-2-89,-4-3 0,1-2 90,10-10-90,-6 0 0,13-19 90,-15 9-90,2-12-965,-8 8 965,-4-3 0,-1 0 0,-3-3 0,-2 0-269,-1 0 269,-3 0 0,-3 2 0,0 2 0,-2 1 0,-1 3 0,2 3 90,-4-1-90,1 4 90,0 3-90,2 5 0,5 8 938,0 1-938,-1 3 386,1 7-386,0 4 0,1 17 0,4 1 0,1-3 0,1 4 0,4 7 0,2 1-1451,5 7 0,1-1 1451,-2-6 0,2-3 0,0-5 0,3-3-195,3-6 0,0-3 195,7 4 0,-1-5 0,0-4 0,-2-7 0,20-5 0,-16-6 0,12-4 0,-11-3 0,-2-2 0,-1-3 0,-4-1 0,-2-2 0,-3-1 0,-4 1 0,-3 0 0,-5 2 0,-2 2 0,-1 1 90,-5-7-90,1 7 2838,-12-19-2838,7 21 634,-9-9-634,10 19 0,-3 2 0,5 4 90,-2 21-90,6 7 0,-1 10 0,4-5 0,1 1-803,-1 6 803,0-1 0,0 3-270,-3-5 0,0-2 90,0-5 0,0 0-405,-3 12 1,0-3-855,-4-2 764,2-15 0,-2 0-584,-6 9 1259,-11 9 0,0-6 0,7-15 0,1 1 0</inkml:trace>
  <inkml:trace contextRef="#ctx0" brushRef="#br0" timeOffset="10306">19627 6352 4928,'26'-21'539,"1"0"1,-1 0 0,2 0-1,-1 0 1,1 1-1237,1-1 0,0 1 1,1 1 1055,-1-1 1,2 1 0,1-1 22,3 0 0,3-3 1,1 1-1,-2 2-758,3-2 1,-1 1 0,2 0 510,-2 1 0,4-2 0,-1 1 0,-2 1 15,0 2 0,-1 1 0,0 0-254,2 0 0,-1 0 0,0 0 224,0 1 0,0-1 0,3 0-261,1 1 0,2-2 0,1 0 0,-2 2 208,-8 2 1,-2 1-1,0 1 1,2-2-105,8-2 1,3 0 0,-1-1-1,-2 2 97,0 1 0,-3 1 0,0 1 78,1 0 0,-1 0 0,-1 1-78,1 0 0,-1 0 0,0 1-30,0 0 0,-1 0 0,0 1 30,-6 1 0,-1 0 0,2-1 201,13-2 1,2 0 0,-3 0-217,-1 1 0,0 0 0,-8 2 0,4-1 0,0 1 0,-5 1 361,6-2 0,-2 2-361,9-2 0,-2 0 0,-18 3 0,-3 1 1132,19-3-1087,-7 1 1006,-4 1-1096,-2 1 0,-3 0 856,-5 2-1486,1-1 1709,-10 1-1708,1 0 457,-9 2 172,-3 0 0,-3 1 0,-1 0 0</inkml:trace>
  <inkml:trace contextRef="#ctx0" brushRef="#br0" timeOffset="10569">22574 5101 5734,'24'-5'1638,"1"1"0,19-3 1638,-22 7-1913,4 1-643,-2 1-181,2 2 1,-6 0-90,-2 1 0,-3 2-91,-3 0-89,-1 2 0,-3 0 0,-3 2-90,-3-1 0,-3 2 0,-2 1 0,-5 4-180,-3 1 0,-4 1-360,-3 1-1439,-12 5 450,6-7 1349,-18 9 0,18-15 0,-5 2 0</inkml:trace>
  <inkml:trace contextRef="#ctx0" brushRef="#br0" timeOffset="12113">23422 5200 15178,'16'-4'2879,"11"-22"-2430,-9-12-239,-8 7 0,-1-6 0,-1 3-165,-1 3 0,-3-2-1138,0-3 1,-2-3 0,-1 3 1019,-3 4 1,-2 1 162,-2-15 0,0 1-500,0 13 1,1 1 454,-3-3 0,0 3-45,-3-4 90,-8-10-90,4 14-168,-4-7 168,7 18 2031,-3-2-1941,5 10 1919,0-2-1919,4 9-90,2 2 0,-1 4 528,4 15-528,5 17 0,3 3-1027,5 1 1,2 1 1026,-3-11 0,0 0 0,5 9 0,2-1-362,-1-4 0,0-2 362,7 10-45,-3-13 0,0-1-45,3 0-90,11 6 0,-11-16 90,0-4-270,6-4 270,-8-4-90,4-3 0,-9-4-89,9-6 179,-8 0 0,6-4 0,-11 3 0,-3 0 90,0 1 0,-3 0 2218,-1 1-2128,-2 1 0,0 0 939,-1 2-939,0 0 270,0 1-540,2 5-180,-1 3-809,3 8-180,-3 0 0,2 0 89,-1-3 1260,-1-1 0,1 0 0,0-1 0</inkml:trace>
  <inkml:trace contextRef="#ctx0" brushRef="#br0" timeOffset="12300">23839 4537 10591,'-10'-13'3276,"-1"0"-3196,17 15 1,7 3-1,14 9 1</inkml:trace>
  <inkml:trace contextRef="#ctx0" brushRef="#br0" timeOffset="13271">24238 4425 9152,'-14'-7'3276,"1"2"-1515,4 4-952,-1 1-179,-1 2 0,-1 2-181,0 0 1,-4 6-90,1 0 0,-1 3-90,3-2-1,2 1-89,2 1 360,0 8-360,5-8 90,5 14-180,6-16 0,5 3 0,0-7-90,2-3 90,7 0-90,-5-2 90,16-1-90,-6-2 0,-1-1 90,-3 1-90,-12 2 0,0 1 0,1 3 0,8 11 0,-4 1 0,8 24 0,-12-13 89,1 13-89,-4-12-937,-2 2 937,0 0 0,1 0 0,-1-1 0,0-1 0,0-3 0,1 5 0,-2-12 0,2 5-89,-2-13-1,1-1 847,-2-6-1117,0-3-90,5-7 270,-2-1-180,7-17 91,-5 2 89,1-10 0,-4 4 0,-2-1-828,-1 1 828,0-3 0,-2-6 91,0 8-1,0-4 90,-1 13 0,0 1 0,0-3 90,0 7-90,1-2 0,-1 8 0,0 2 89,1 1 829,0 1-918,4 5 0,4 5 90,0 2-90,2 2 0,-5-4 0,2-2 90,2 1-90,-1-3 0,2-1 90,-1-2-90,-1-1 0,1-2 0,0 0 0,0-3 0,0 0 0,0-2 0,-2-1 0,-1 1 0,-1 0 0,1-1 0,-2 2 0,0 0 0,-1 4 0,-1-1 0,2 2 0,3 3 0,-2 2 0,2 5 0,-2-2 0,-1 1 0,3 0 0,-1 0 0,1-1-90,1 1-90,0-2 0,0-1 0,1-1 0,0-1 1,0-1-1,3-1 0,-1-2 0,3-1-90,4-6 180,-5 2 0,9-8 180,-11 6-90,3-4 180,-7 4-90,-1 1 90,-1 1 90,-1 1 89,1-2-89,-2 4 0,1-3 90,0 5-270,2 4-360,0 5-90,-1 2-179,0 2-811,-2-1 91,-1-1 1259,2 3 0,-2-3 0,1 2 0</inkml:trace>
  <inkml:trace contextRef="#ctx0" brushRef="#br0" timeOffset="13477">24895 4253 9152,'-10'-15'3276,"1"1"-885,6 10-3651,9 4-1168,4 5 2428,4 2 0,1 3 0,-3-3 0</inkml:trace>
  <inkml:trace contextRef="#ctx0" brushRef="#br0" timeOffset="13983">25354 4206 9152,'-27'-17'3276,"7"8"-1638,-9 27 0,1 8 1638,10-4-2923,-2 8 1,5 0-264,16-11 0,3 3 0,2-2 173,2 1-83,5 1-180,-2-9 178,10 4-88,13-15-90,-7-4 0,-3-7 0,-2-3 0,0-8 0,-6-1 0,-1-1-90,1-10-166,1-13 166,-9 8-895,-2-3 895,-3-1 45,-4 1 0,0-1 45,-1 13 0,0-2-30,-4-7 0,0-4 0,-1 4 30,2 10 0,-2 1 0,-5-17 0,-1 4 0,-1 6 90,-2-4 0,6 18 0,0-1-90,3 9 90,-1-1-90,3 12 230,1 8-140,3 4-90,6 28-90,1-10-714,0-5 0,0 0 579,1 1 0,1 0-45,-1-3 1,2 2-1370,6 16 1,0 2 842,-4-16 0,-1 0 679,7 13 1,0-1 0,3 3 0,-8-18-1,0-1 1</inkml:trace>
  <inkml:trace contextRef="#ctx0" brushRef="#br0" timeOffset="14146">25732 4246 19316,'18'-5'899,"0"-1"-809,-11 3-180,4 0-539,-6 1-1440,3 2 720,-3 1 89,-1 1 1260,-1 1 0,-2-2 0,1 0 0</inkml:trace>
  <inkml:trace contextRef="#ctx0" brushRef="#br0" timeOffset="16913">23662 3957 8702,'-13'4'3276,"2"-2"0,12-7-203,13-5-2624,7-3 1,2-2-180,16-5-513,-7 3 0,2 0 423,-5 4 0,-2 0-467,-2 2 1,-1-1 286,4 0 0,-3 1-180,6-2-90,-1 1-179,-2 0-205,-2 1-66,-2 0-629,-5 2 0,-4 2 89,-3 0 1373,-5 3 1,-2-1 0,-1 1 0</inkml:trace>
  <inkml:trace contextRef="#ctx0" brushRef="#br0" timeOffset="17171">23842 3668 10321,'-18'-3'3276,"4"4"0,13 4-1373,3 5-1633,7 2-90,-1 5 90,3 1 90,5 16-405,-4-9 0,1 0-405,6 17 180,-8-17 0,0 0-2428,5 13 2698,-2-2 0,0-2 0,-4-8 0</inkml:trace>
  <inkml:trace contextRef="#ctx0" brushRef="#br0" timeOffset="23690">6587 3830 16078,'20'34'1079,"1"2"1,-1 0-811,5 7-1128,-4-6 1,-1-2 1128,-1 2-60,-4-8 0,1 4 0,-1-4-165,-4-6 0,0-1-45,11 22 0,-1-3-90,-8-15-180,-2-2-130,2 2-230,-5-7-719,2 0 400,-6-11 949,-1-1 0,-3-4 0,1-1 0</inkml:trace>
  <inkml:trace contextRef="#ctx0" brushRef="#br0" timeOffset="23884">6557 3961 5734,'18'-33'3276,"-2"8"-1245,7-5-1222,-3 12-1537,1 1 1178,3 4-408,6 0-1301,-6 6-1350,3 2-89,-9 4 2771,-2 3 0,1 1 0,-2 1 0</inkml:trace>
  <inkml:trace contextRef="#ctx0" brushRef="#br0" timeOffset="24966">6795 4173 9242,'23'-11'3276,"1"-3"-2441,3-7 1,0-2-2079,11-8 1468,-5 2 0,1-1-883,-13 11 0,-1 0 838,1 0 0,-1 0 90,15-16 144,-7 7-234,-4 2-90,-4 3 89,7-8-89,-10 8 637,2-4-727,-9 9 0,-5 6 1752,-1-1-1752,-4 7 835,-3 2-835,-1 2 0,-8 6 90,2 1-90,-16 15 90,9-4 90,-13 20-180,14-13 90,-1 5 180,7 5-270,7-12 90,1 9 0,7-16 0,5 5-90,2-6 90,4 2-90,-2-9 90,3-1-90,0-3 0,1-3 90,7-2-90,0-5 0,4-3 0,-1-3 90,12-14-835,-11 6 745,-6 1 0,-1 0-1283,6-11 1373,2-4-90,-10 7 0,-1-6 0,-9 12-384,0-6 384,-7 13 0,-2 3 90,-4-6 517,0 8-607,-3-4 1303,1 10-1303,-1 1 591,-3 3-591,-2 5 0,-1 2 0,0 5 0,3 0 0,2 2 0,1 1 0,1 1 0,2 0 0,2 1 0,2 0 0,3 0 0,5 2 0,2-2 0,2-1-90,2-4 90,-1-3-90,3-2 1,0-3-1,2-1 0,5-4-90,1-3 0,18-10-1122,-11-1 1212,9-7 0,-14 2 45,-3-1 0,1-1-45,4-8 45,-1-3 0,-2 0 45,-9 4-441,-6 4 0,-1 1 441,-6 3 0,-2-4 90,-6 3 0,0 6 90,-9-9 1015,5 16-1015,-10-4-90,1 18-90,2 1 989,-2 7-989,8 0 90,1 1-90,2 2 0,-1 2 0,4 2 90,0 0-90,4 9 0,1-8 0,3 6 0,6-5 90,-2-6-90,6 2 0,-4-10 0,1-2 0,-1-2 0,0-3 0,2-3 0,3-5 0,2-3 0,1-5 45,-3-5 0,-2-3-45,2-8-151,-4 7 0,-2-3 151,-5-21-1084,-5 12 1084,-1 12 0,-2-1 0,-2 0 0,-3 2 0,-4-15 0,1 8 0,-2 1 0,-7-10 0,-3-3 0,4 13 0,2 6-249,-1 2 339,5 7 90,-3-4 270,9 13-105,-3 6-165,9 13 973,0 9-1063,11 13 0,5 5-45,-6-14 0,2 2-951,7 12 1,3 6 0,-2-5 950,-5-13 0,1-2-45,1 3 0,2 2 0,-1-4-347,1-2 0,-1-3 122,-1-3 0,0 1-90,1 0 1,0-1-1036,3 0-1258,5 1 2608,-6-8 0,0-2 0,-7-7 0</inkml:trace>
  <inkml:trace contextRef="#ctx0" brushRef="#br0" timeOffset="25143">8436 3247 16618,'5'-6'0,"0"4"0</inkml:trace>
  <inkml:trace contextRef="#ctx0" brushRef="#br0" timeOffset="28496">8385 4630 18237,'24'-13'989,"1"-2"-719,-2-2 0,2-2-90,1 1-90,0-2-301,1 1 211,0-1-816,-1 0 456,-1 1-180,-2 1-179,-3 1-912,-3 2 282,-3 2 90,-6 2 1259,-3 3 0,-3 1 0,-3 0 0</inkml:trace>
  <inkml:trace contextRef="#ctx0" brushRef="#br0" timeOffset="28700">8255 4513 14729,'6'-19'1394,"19"-9"0,8-2-1214,-10 10 0,2 0-1273,7-6 1,3-3 0,-2 4 167,-3 3 1,-2 2 924,4-4 0,2 1-527,4 0 1,0 2-149,-12 5 1,0 1-1,6-3 1,-1 1 40,4-2 634,-5 2 0,7-5 0,-2-1 0</inkml:trace>
  <inkml:trace contextRef="#ctx0" brushRef="#br0" timeOffset="40850">20026 9357 10411,'16'-1'2699,"4"1"-2070,4-2-89,9 1-1399,-5-1 1,2 0 1083,2 0 0,2-1-1501,8 0 1,2-1 1455,-1 0 0,1-1-91,-10 1 1,1 1 0,2-1-253,10-1 0,4-1 0,-2 0 223,-3 1 0,0-1 0,-1 1-249,4-1 1,1 1 0,-2-1 248,-5 1 0,-2-1 0,0 1-267,-4 2 0,0 0 0,0 0 237,5-2 0,0 0 0,-1 1 0,-4 0 0,-1 1 0,1 0 119,3-1 0,1-1 0,-2 1-104,8-1 0,-1 0-15,-6 1 0,2 1 0,1-1 0,1 1 0,0 0 0,-1 0 0,-3 0 0,-1 1 0,1 0 0,2 1 0,1-1 0,0 1-1,1-1 1,0 1 0,-3 0 39,4 1 0,0 0-39,-10-1 0,1 0 0,2 0-8,2 0 1,3-1-1,-1 1 1,-6 0 22,0 0 0,1 0-45,3-1 0,9 0 0,-3 0 0,-10 1 0,0 0 0,-9 0 0,-2 0 1257,-7 1-2066,6-1 1793,-11 0-1614,5 0 2185,-11 1-4073,-2-1 2886,-1-1 0,-2 2 0,-1-1 0</inkml:trace>
  <inkml:trace contextRef="#ctx0" brushRef="#br0" timeOffset="41170">22792 8990 5734,'19'-1'3276,"1"1"-76,21 2-2121,-9 1-881,-1 1 1,0 0 431,3 3-90,-7 1 0,0 0-181,0 2 1,4 5 287,-15-6-377,-4 1 204,-3 0-294,-3 0 450,-14 24-720,-10-3-1170,-12 3 1,-6 0 1259,4-10 0,-2-2 0,-1 0 0,2-2 0,9-8 0,1-1 0</inkml:trace>
  <inkml:trace contextRef="#ctx0" brushRef="#br0" timeOffset="42053">23625 8839 17427,'8'32'989,"-1"0"-719,-2 1 0,0 1-90,-1-10 0,0 2-45,0 0 0,1 2-105,1 7 0,0 4 0,1-4-165,-2-7 0,1-1 0,1 14 0,0-4-1304,0-15 629,-3-9 810,2 4 0,-5-13 0,0-2 0</inkml:trace>
  <inkml:trace contextRef="#ctx0" brushRef="#br0" timeOffset="42261">23740 8679 5734,'39'-25'3276,"3"6"-3520,-15 15 0,1 3-2454,6 2 2698,0 10 0,-24-2 0,-1 1 0</inkml:trace>
  <inkml:trace contextRef="#ctx0" brushRef="#br0" timeOffset="42626">23576 9238 8522,'34'-14'1092,"1"0"0,-9 3 0,1 0 418,13-6 1,0-1-3122,-14 7 0,-3 1 1701,15-6-391,-14 6 1,0 0 210,10-5-9,-1 0 1,0 1 98,-3 1 0,-4 1 0,-3 2 90,-7 3 719,7-3-449,-14 6 1463,4-1-204,-6 1 40,-1 5-1300,-1-1 809,-2 6-1078,-3-1 360,0 24-630,-1-15-2069,1 25 900,0-25 90,1 6 1259,-1-12 0,0 0 0,0-2 0</inkml:trace>
  <inkml:trace contextRef="#ctx0" brushRef="#br0" timeOffset="42828">24102 8828 8612,'-6'-13'3276,"2"1"-1965,2 7-3739,4 1-181,2 1 2609,1 2 0,2 1 0,-2-1 0</inkml:trace>
  <inkml:trace contextRef="#ctx0" brushRef="#br0" timeOffset="43107">24465 8476 13469,'-4'12'3276,"3"0"-525,-1 30-2481,4-8-871,0 2 871,1 1-893,-1 0 803,2 0-90,2 0 0,-1-1-1,1-1-268,1-1-1,0-2-180,1-2 301,-1-6-2639,5 8 1348,-5-16 1350,5 5 0,-8-17 0,1 0 0</inkml:trace>
  <inkml:trace contextRef="#ctx0" brushRef="#br0" timeOffset="43326">24612 8521 11311,'4'8'3276,"1"0"0,9 40-1013,-3-17-2129,-2-2 1,0-1-2310,2 6 1906,3 10-181,-4-13-1340,5 9 440,-6-11 1350,5 11 0,-9-23 0,2 2 0</inkml:trace>
  <inkml:trace contextRef="#ctx0" brushRef="#br0" timeOffset="43988">24706 8857 7263,'17'-19'1638,"1"0"0,3-3-1564,10-5 0,2 2 286,-5 5-180,-5 4 0,-1 0 1356,10-8-1356,-10 6 592,-3-1 1,-2 0-503,-3-1 0,3-11-180,-17 19 89,-9-2-89,2 9 3186,-10 2-3156,9 5 413,-6 4-443,5 3 0,-8 13 0,6-4-90,-3 17 90,9-14-1729,7 6 1,4 2 1343,0-7 25,10 22-270,0-33 180,-2-5-629,16-5 629,-13-5 90,11-6 1,-10-3 89,2-2 0,12-20 270,-13 13 134,-2 2 1,-2 1-45,-3 3 90,2-2 0,-4 7 0,0 1 3006,0 1-2620,0 1-387,0 3 1,-1 1-90,1 2 360,8 6-360,-4 1-90,6 6 0,-8-1 90,-2 1-91,0 2 1,-2 1-90,0 1 90,-1 0 0,0 4 90,-1-2-180,-1-1 270,-2-4-270,-6-22 90,2 3-90,-3-16 0,2 4-90,1-2-315,2-6 1,0-2-46,2-6-385,-1 4 1,2 1-515,4 1 0,3 2-1,3 2 1350,0 3 0,5-1 0,1 0 0</inkml:trace>
  <inkml:trace contextRef="#ctx0" brushRef="#br0" timeOffset="45715">25834 8340 5734,'18'-10'3276,"-2"3"0,1 1-204,-1 3-2082,-1 2-271,1 2 1,-1 3-180,3 3-91,0 3 1,2 4-90,-1 3-90,-2 2 0,-2 1 179,-1 11-179,-5-9-90,0 6-90,-6-12 90,-1-3-90,-1-1 0,0-2 0,-1-1 0,-1-1 0,0-2 0,0 0 89,-1-3-179,-4-8 0,1-7 0,-1-5-90,3-5 90,2 3-89,3-11 89,-1 7-90,6-17 90,-2 17 0,4-6-90,-2 13 90,2 4 0,0 2 0,11-2-90,3 11 90,0 0 0,-2 10 0,-10 0 0,4 6 0,-4-2 0,3 3 0,-6-4 0,-1-2 0,-1-2 0,0-1 0,-2-1 0,0-1-90,-1-1-90,1-3 90,1-1-90,0-3 90,0-1 90,0-2-180,1-3 180,-2 2-90,2-3 90,-1 4-90,-1 0 90,0 1-90,1 0 90,6 1-90,-4 1 90,9 2 0,-8 2-90,14 5 90,-9-1 0,17 4 0,-12-3 0,11 1 0,5-3 0,-7-3 0,13-1-612,-14-4 612,5-2 0,10-7-90,-11 0 90,6-5-90,-14 1 90,-3 0-90,-2-2 90,-3 2-315,-3-1 315,-3 3 0,-4 1-90,0 2 90,-4 0 0,1 2 598,-2 0-598,-1 1 240,-5-2-330,-7 0 90,-5 6 0,1 3 0,-4 13 0,12 0 0,-3 6 0,5 4 0,4-3 0,1 6 0,3-6-90,4-1-90,3 3-360,11 7 180,-1-6-360,7-4 1,2-3 180,5-2-181,-6-5 0,-1-1 180,8-6 91,0-1 89,3-4 0,1-2 0,1-3 180,-13 2 0,1 0-89,19-9 44,-12 3 0,-2-1 45,10-6 90,2-6-355,-18 8 445,-3-1 90,-2-1 360,0-4 270,-5-1-451,-4 5 1,-5 3 0,-6 11 1212,-4-1-1212,-2 3 762,-10 2-762,3 4-1,-6 2 1,-1 5 270,-10 8-270,3 2-359,-6 7 269,12-3 0,2 1 90,5 1 0,1 1-181,-1 6-44,5-7 0,1-1 45,6-3 0,2-2 0,3-2 0,5 4 0,0-6-90,5 1-90,-1-8 0,2-2 0,2-4 90,1-2-90,4-4 0,1-4 0,2-4-89,-2-5 89,-1-5-90,-3-2 358,-2-5-357,-2-4 89,-5 10 0,-2-3-461,0 2 1,-1-2 460,0-3 0,0-1-471,-2 5 1,-1 0 380,-2-21 135,-1 17 0,-1-1 90,-3-5 0,-1 0-45,2 5 0,-2 0-745,-5-2 0,-3-3 0,1 5 925,-5-8-90,0 5 0,1 4 89,3 11 1,3 4-90,2 4 585,1 3-585,1 3 930,1 3-930,-1 5 3186,2 1-2980,0 7-206,3 2 0,1 7-90,2 7 90,2 5-761,1-5 1,0 2 670,1 0 0,1 0 45,1 4 0,0-1-45,1-4 0,0 0 44,6 11 1,1-2-45,-5-13 0,0-1 0,5 10 0,1-1-89,4-2 89,1-3-90,1-3-180,14 3 180,-8-10-776,7 1 686,-12-12 90,-2-3-90,-2-3-90,10-6 180,-6-2 813,7-5-813,-11 1-89,0-6 179,-7 4 854,0-1-764,-6 0 0,-1 5 270,0-7 89,-4 10 361,0-5-810,-5 16-270,2-2-90,-2 10-269,4-4-721,0 2 1,0-1 0,1 0 1349,-1-1 0,2-1 0,-1-1 0</inkml:trace>
  <inkml:trace contextRef="#ctx0" brushRef="#br0" timeOffset="45912">27658 7856 8612,'17'3'0,"-1"2"0</inkml:trace>
  <inkml:trace contextRef="#ctx0" brushRef="#br0" timeOffset="46290">27906 7920 8792,'8'17'3276,"0"0"-1065,-2-5-1402,0 1-179,1 1 0,0 0-181,2-1 1,1-1-90,0 0 270,7 1-451,-4-3 1,4-1 0,-4-5 0,-3-1 0,6-3-90,-5-1 0,11-5 0,-11-1 0,9-8-90,-11 3 90,1-4-90,-6 4 90,-2 0-90,-1 1 90,-1 0 0,-2-3 0,0 2 0,-2-4-90,2 7 179,-2-2-179,-1 12 90,2 6-90,0 6-269,4 13-1,1-10-720,4 22-449,0-16-194,1 8 374,-3-12 1259,0-4 0,0-3 0,0-1 0</inkml:trace>
  <inkml:trace contextRef="#ctx0" brushRef="#br0" timeOffset="46925">28342 7911 11041,'17'4'3276,"6"5"-975,-11 0-1132,12 13-719,-9-5-1,4 6-179,-8-5 360,1 5-450,-5-6 269,3 9-359,-6-13 270,1 6-270,-3-10 0,1 1 450,-3-6-540,2-18 0,0 4 0,2-15 0,0 10 90,1 0-90,1 0 0,1 1-90,-1 0 90,1 2 0,1 2 0,2-1 0,3 4 0,-2 1 0,5 5 0,-4 5 0,9 10 0,-8-3 0,3 8 0,-9-8 0,-1 0 90,-2 0-90,-1-2 0,-1 0 0,1-1 0,-1-1 0,0-2-360,-1-1 180,5-7 0,1-6 0,2-6 90,2-6 0,-2 1 0,2-5-623,0 1 623,1-1 1,1 1 89,0 1 0,0 1 0,-1 3 0,0 2 0,-1 4 0,-1 3 0,1 2 0,5 0 89,-4 4 1,17 13-90,-15 3-45,4 11 0,-2 2-314,-4 6 69,-3-6 0,-1 0-1149,-3 6 89,-1 1 1350,-6 17 0,-1-4 0,-1-17 0,0 1 0</inkml:trace>
  <inkml:trace contextRef="#ctx0" brushRef="#br0" timeOffset="49208">23617 8878 13829,'32'-17'2159,"-3"3"-1799,7-3-3516,9-3 3426,-3 1-135,-17 8 0,0 0 45,16-6-90,-16 6 0,1 1 90,19-8-180,-19 7 0,0 0-270,14-4-365,-5 0 6,-4 3-1003,-6 2 0,0 0 1632,2-1 0,11-6 0,-28 11 0</inkml:trace>
  <inkml:trace contextRef="#ctx0" brushRef="#br0" timeOffset="69806">20359 10812 16348,'20'3'899,"-1"1"-629,-4 8-90,2 1 0,4 5 0,-1 1 179,13 11-269,-7-6-641,-4-3 1,0-1 640,9 9 89,6 5-89,-8-8 0,-1-2 0,8 5 0,-2-2-90,-14-11 0,1 0 45,1 0 0,0 0 0,5 2 0,0 0 0,2 1 0,1-1 0,-2-1 0,5 0 22,0-4 1,5 1-1,2-1 1,-3-1 22,2 0 0,-1-2 0,4 1-54,-5-1 0,4 0 0,1 1 0,-1-1 0,-3-1-6,4 0 0,-4-1 0,2-1 29,8 1 1,1-1 0,-4 0-593,0-1 0,-2 0 563,-9-1 0,2-2 0,-4 1-30,0-1 0,-1-1 45,5 0 0,-2 0-1,-9-1 1,2 0-15,6-1 0,5 0 0,-3-1-30,-3 1 0,1-1 30,0 0 0,4 0 0,-1-1-30,-3-1 0,1 0 0,0-1-327,3 0 0,0 0 0,2-1 327,7-1 0,1-2 0,-2 1-739,-8 1 0,-1-1 0,-1 1 784,11-3 0,0 0-45,1-1 0,-3 0-277,-13 3 1,0-1 276,15-2 0,-1-1 0,-17 4 0,-2 0 0,2-1 0,0 1 90,15-5-90,-16 4 0,0 1 562,17-8-562,-9 5 0,-1 0-90,11-5 90,-19 6 0,-1 1 216,10-3-306,-2 0 0,1 0 1,-2 0-1,-2 0-90,-3 2 2034,-3 0-2124,-4 2 1785,-4 0-2864,0-2-1928,-7 2 3013,-2-3 0,-8 4 0,-4 0 0</inkml:trace>
  <inkml:trace contextRef="#ctx0" brushRef="#br0" timeOffset="70100">23541 11055 6723,'19'-4'3276,"0"2"0,8 0-1193,-5 2-1363,11 1-180,-8 3 134,0 2 1,-1 2-405,5 2 44,-5 1 1,-2 2 45,-6 6-180,-2 1 0,-7-1-90,-6-4 90,-1 1-45,-9 8 0,-1 1-225,-3 3-740,0-1 1,-1 0 289,-5-6-1920,-9 9 2460,-5-2 0,-4 1 0,1-5 0</inkml:trace>
  <inkml:trace contextRef="#ctx0" brushRef="#br0" timeOffset="70752">24767 10552 5914,'-25'-13'3276,"1"3"0,9 7-1103,-1 3-1274,-1 1-179,-4 4-91,-1 2-89,-2 4-90,0 1-90,2 3-1,2 0-89,1 3 180,1 5-270,7-4 0,1 3 0,8-7 90,5 9-181,3-2-347,5 5 348,3-3 0,2-3-1,3 1-89,1-2 90,1 0 0,10 8 0,-9-6-90,5 4 90,-12-8-90,-4-3 90,0 12-90,-7-9-90,-2 9 0,-13-1-90,0-6-283,-8 7 283,1-9-90,2-3-179,-1-3-1,3-2 159,2-3-1058,1-2-1,2-3 1350,-2-3 0,4-1 0,-2-3 0</inkml:trace>
  <inkml:trace contextRef="#ctx0" brushRef="#br0" timeOffset="71172">24740 10874 8792,'18'10'3276,"-2"0"-1065,-5-1-1402,0 1-179,0 0-90,0 1 359,5 4-539,1-1 450,10 9-631,-11-11 1,4 3 0,-11-11 0,-1-1-90,1 0 180,2-3-270,-2 0 0,2-3-90,-3-1-90,1-3 180,-3 1-90,0-4 0,-2 3 90,-1-1-90,2-3 90,-2 2 0,0-2 90,-1 3-90,0 2 0,0-1 90,-1 2 0,1 0 0,0 0 90,0 2-90,3-1 90,0 3-180,2 1 90,0 2-90,1 2 90,1 2-360,4 5-90,-3-2-180,1 2-1528,-3-3 718,-3-3 91,2 2 1259,-4-4 0,-1-2 0,-1 0 0</inkml:trace>
  <inkml:trace contextRef="#ctx0" brushRef="#br0" timeOffset="72596">25258 10715 10141,'14'3'3276,"0"1"-1605,-6 3 398,16 21-1619,-9-7-901,12 17 811,-13-13-90,-1 1 135,-2-1 0,0 1-226,2 6-134,-4-8 0,-1 0 224,1 3-179,-4-9 90,2 6-90,-5-13 180,1 2-180,-4-6 571,-8-11-751,-4-15 0,-3-7 0,1-9-941,5 4 1031,1-1-90,1-2-106,-1-15 106,5 1 0,3 13 0,1 2 0,3-8 90,5 1 0,4 22 0,-2 4 0,9-2 0,7 11 0,-6 4 0,7 7-90,-12 4 90,1 3 0,2 3 0,0 1 0,-1 1 0,0 0 1065,0 0-1065,-2-2-90,-1-1 90,-2-4 18,0-1-108,-1-2 90,0-2-180,8-3 90,-7-3 0,6-4 205,-7-2-115,-1-3-90,1-3 0,-2-1 0,1-4 0,-2-2 90,0-1-180,-1-6 180,-3 6 0,-1-2 90,-1 3 0,-2 6 90,2-5-90,-2 7 450,1 1-360,3 10-90,-1 5 0,4 8 0,-2 2 0,3 18-1,0-8-834,1 16 745,-2-13 90,0 1-586,-2-3 586,1-1-225,-2-4 225,-1-2-90,0-2 90,-1-2 690,0-3-780,-2-2 90,1-2 0,-2-2 442,-3-8-532,-3-12-90,-1-7 90,-3-27-90,4 11-576,3 11 1,-1-1 575,-1-10 90,2 1 0,0 1-90,3 4-290,-2 4 380,3 3 0,0 4-90,4-5 90,-1 9 0,4-5-90,-1 10 90,0 1 1421,2 2-1421,-1 3 444,1 1-444,4 3 0,1 2 0,2 2 0,-1 2 0,-1 2 0,3 4 0,1 2 0,3 1 0,0 1-90,1-1 90,-3-3-89,6 0-91,12-7 180,-10-2 0,15-10-90,-22-3 90,2-4 0,1-8 0,-8 3 0,3-5 0,-10 10 0,-3 3 90,-1 6-90,-1-1 90,0 5-90,1 3 0,-1 3 0,1 4 0,-1-1 0,2 1 0,2 3 90,-1-2-90,2 2 0,-2-4 0,1-1 0,0-1 0,0-2 0,0 1 0,0-3-90,-1 0-270,0-2 180,2-3-90,-1-5 90,-1 1 0,-2-2 0,-1 1 90,0 0-90,-2 0 91,2-1-91,-1 0 90,1 0 0,0 0 0,1 2 0,0-1 90,2 1 0,0 1 0,1 1 0,1 0 0,1 3 0,1 0 90,1 1 90,4 3-90,-3 0 179,11 7-179,-10-2 0,5 4 90,-8-3-90,0 1 0,-3-1 180,0 3-180,-2-3 180,0 3-90,-4-3 0,-1-2-180,-5-5-180,2-6-990,-1-14 361,4 1-540,3-6-1,2 2 1350,4-15 0,2 2 0,3-12 0</inkml:trace>
  <inkml:trace contextRef="#ctx0" brushRef="#br0" timeOffset="72887">26796 9830 16977,'9'20'2969,"3"28"-2520,-7-17 1,2 12 0,0 1-270,1-3-833,-2-9 1,1 0 832,1 0-90,0-1 89,3-3-89,0-2 334,0-1-334,1-4 0,-1-3 0,-1-4 295,1-3-385,0-1 0,1-2-360,3-1 450,2-4-1349,4-3-44,-4-3-46,-3-4 0,-5-1 1349,-3-2 0,-1-1 0,-2-1 0</inkml:trace>
  <inkml:trace contextRef="#ctx0" brushRef="#br0" timeOffset="73026">26869 10108 11850,'-4'-16'2879,"4"0"-2700,13 4-628,6-3-811,18-9-379,-6 6 1,2 0 1169,-1 0 1,0 0 0,5-3 0,0 1 0,-10 6 0,1-1 0</inkml:trace>
  <inkml:trace contextRef="#ctx0" brushRef="#br0" timeOffset="107679">16753 8496 14009,'14'11'630,"-1"0"-450,-8 0-1,4 7-89,-1 2 90,1 5-90,0 1 0,-1 2-630,0 1 629,1 2 1,-2 1 0,1 0-90,-2 3 90,0 0 0,0 0-90,0 1-1519,0 1 1519,-1 0 90,1 0-290,-3-11 0,0 1 200,2 15 0,-2-15 0,0 0 89,2 11-89,-1 1 0,0 0 45,-1-12 0,-1 1-45,2 14 45,1 1 0,-1 1-45,1 1 45,-1-9 0,0-2-45,-1 1-57,2 13 147,-2-5-90,0-15 0,-1 0 0,1 6 89,-1 4-89,-1-24 241,1 9-241,-2-12 1275,1 3-1275,-1-7 1194,1 0-1194,-1-1 78,0-1-257,0 0-541,0 1 720,1-1 0,-1-1 0,0-1 0</inkml:trace>
  <inkml:trace contextRef="#ctx0" brushRef="#br0" timeOffset="108143">16848 9632 12030,'3'16'1889,"3"7"-1529,0-9-90,2 7 0,-2-5-1,1 4 181,5 11-270,-3-6-90,2 4 90,-5-12 0,0 0-90,0-2 0,-1 0 180,3 5-181,-2-6 1,0 2 180,-1-5-90,-1-3 360,1 3 0,-2-6-91,1-1-89,0-8-180,0-2-90,2-7 0,-2 0 0,1-8 0,0-3-328,1-6 238,1-2-920,-1-1 830,2-3-180,0 1-428,-2 10 0,1 0 158,4-13-809,4-8 0,-3 15 1349,4-6 0,-4 11 0,2-5 0</inkml:trace>
  <inkml:trace contextRef="#ctx0" brushRef="#br0" timeOffset="113151">16960 9937 5734,'2'18'2518,"0"0"-1258,-1-2-181,1 10-270,0 3 1,0 7-1226,1 3 956,-1 2-91,0 1 1,-1 3-270,0-13 0,-1 0 0,1-3 0,-1 1 119,0 4 1,0 4 0,0 2-60,0 6 0,0 1 0,0-2-516,-1-8 1,1-1 0,-1 1 395,1 11 0,-1 2 0,1-7-554,-1-17 0,1-1 479,-2 9 0,1-1 135,0 11-421,0-13 0,0 0 421,0 15-135,1-17 0,0 0 45,0 8 0,0-5 0,0-3-133,-1 3 133,0-11 344,0 4-614,1-11 1442,0-2-1442,0-2 659,0-1-838,0-1 611,0-1-2231,0-1 2098,-1-1 0,1-3 0,0 0 1</inkml:trace>
  <inkml:trace contextRef="#ctx0" brushRef="#br0" timeOffset="113519">16855 10989 12210,'4'25'2339,"2"4"-1800,-2-4-1162,2 5 1073,-1 3-90,2 2-1,-1 2 373,0 0-462,-1-10 0,-1 0-90,3 13 0,-2-9 0,0-1 0,1-2-60,0 6 60,-2-18 0,-1-4-90,1-1 673,-2-4-673,1 0 90,1-4-90,0-1 357,5-9-447,0-5 0,5-10-397,0-5 172,2-7 0,0-3-533,-4 10 1,1 0 487,4-15 1,1 1-1227,-4 10 1,-2 2 865,-2 5 1,-1-1-46,2 0 1,-1 1 674,6-17 0,1-1 0,0 2 0</inkml:trace>
  <inkml:trace contextRef="#ctx0" brushRef="#br0" timeOffset="117767">25510 7897 12750,'-12'-16'3276,"-1"-7"-2145,9 7-51,-3-26-721,5 11-1606,1-17 1517,4 9-90,0 12 0,2-2-45,1-1 0,1-2-475,5-12 1,2 0 429,-2 6 0,2 0-735,-1 8 1,1-2 0,0 2 734,3-3 0,1 0 0,7-9 0,2 1-599,-2 6 0,2 2 599,5-5 0,0 2 0,-3 5 0,0 1-45,5-1 0,2 1 45,-3 2 0,0 2-283,1 2 0,-1 0 238,2 1 0,-1 2 0,-5 4 0,2 0 323,12-4 1,4-1-309,-15 9 0,0-1 0,0 2-60,12-6 0,-2 2 590,-4 2 1,-4 3-591,-1 2-90,-2 1 1344,-5 1-1433,-3 3 2085,-6 0-2445,0 2 468,-7 1-559,1 2-2643,-8 1 3273,-5 4 0,-3-1 0,-3 2 0</inkml:trace>
  <inkml:trace contextRef="#ctx0" brushRef="#br0" timeOffset="118003">26444 6495 7083,'10'-16'3276,"2"-1"0,4 3-1373,4-2-1003,4 2-91,2 1-89,2 1-921,3 2 741,-1 1-90,-1 3-1,-3 3 112,-2 3-291,-1 3 450,14 14-540,-16-4-1,7 10-89,-23-7 0,-4 16-360,-7-4 1,-3 1-181,-1 1 0,-1 1 31,-2 1 1,-1-3-931,-10 13 0,6-16 1349,-7 4 0,7-11 0,-5 4 0</inkml:trace>
  <inkml:trace contextRef="#ctx0" brushRef="#br0" timeOffset="119526">27298 5462 9871,'0'-13'3276,"2"3"0,3 9-1552,3 7-1185,3 7-89,1 7 0,3 9-270,-5-7 0,1 2-2302,6 22 2257,-6-14 0,1 1 0,-4-6 0,0-1-7,-1 2 1,1-2 51,3 17 0,-3-4-90,0-3 90,-1-7 0,-1 1-90,1 4-1,-1-7 1,0-2 0,-3-8 90,2 1 90,-4-11 1480,2-7-1660,-3-12-90,1-7 90,0-4-90,2 0 0,5-17 0,-1 13 0,4-9 0,-2 18 0,2 3 0,1 0 654,0 4-654,-1 4 0,4 2-90,-4 3 90,6 3 0,-5 3-180,13 9 0,-4-2 90,8 6-90,-5-4 0,12 2 1,-11-4-181,5-5 0,1-3 180,1-4 0,0-2 0,0-3 90,-3-5-90,7-6 91,-15 3-181,-1-7 180,-7 4 0,-2-4 90,-8 7-90,-1 0 90,-3-7 0,-2 5 90,-5-11-90,0 12 90,-2-2 0,1 7-90,0 4 90,0 1 0,0 3-90,1 1 90,-7 5-90,3 0 89,-3 3-89,5 1 0,1 0 90,0 5-90,4-1 0,1 1 90,6 0-90,0-7 0,4 1 0,0-4 90,0-2-180,7-2 90,-1-1 0,5-3 0,-2 0 0,-2-1-90,0 0 90,-2-1 90,1 0-90,-2-1 90,-1 2 0,-2 1 0,-3 3-90,1 3 0,-1 0 0,3 4 0,-1-2 0,1 1 0,2-1 0,-2-1 0,4-1 0,-1 0 0,4-2 0,1-2 0,5-1 0,3-4 0,3-3 0,-1-2 90,0-1-90,-3-2 0,0-1 0,-4-1 0,-1-7 0,-6 6 0,-3-18 0,-7 18 0,-3-9 0,-3 13 0,-1 1 90,-1 2 0,-5-4-90,2 6 90,-2-1 0,2 6-90,2 3 90,-1 3-90,5 3 0,1 3 90,3 1-90,2 4 0,1 2 90,10 19-90,-2-7 0,8 14 0,6-2-1441,-5-9 1441,7 8 0,-10-14-713,0-2 624,-3-1-235,-1-3 144,-3-3 0,-2-1-359,0 1 1554,-3-4-1465,0 1 627,-3-6-2246,-1 0 2142,1-2 1,-2-1 0,1 0 0</inkml:trace>
  <inkml:trace contextRef="#ctx0" brushRef="#br0" timeOffset="121054">28840 5086 8072,'11'-15'3276,"-1"3"0,-4 8-2002,1 3-465,0 1 1,2 5-180,1 2-91,4 8-89,1 3-90,1 6 0,0 4-1,-1 2-1423,5 15 1244,-3-3-45,-7-16 0,0-1 45,5 16-1,-2-3-89,-1-2-293,0 0 293,-1-2 0,1 0 0,-2-2-1,0-3 1,-1-4 0,-2-5-90,-2-3 0,0-5 0,-2-2-539,-1-3 1726,-9-12-1547,-14-29 270,1 2-971,-2-11 0,2-1 971,1-1 0,2 2 0,1 0 0,2 1 90,6 15 0,1 1-670,-2-9 670,2 0-90,2 2 90,1 3-57,2 4 57,1 4-90,1 4 90,2 1 0,1 1 0,1 3 0,0 1 0,1 3 2191,1 2-2102,0 2 661,1 2-750,0 2 170,0 1-170,3 3 0,1 2 90,2 2-90,3 4 0,-1 1 0,4 2 90,1 0-90,2 1 0,11 3-90,-7-5 0,17 2 0,-18-9-89,6-1-1,-6-6 0,-1-1-90,18-7 90,-14 0 90,-4 0 0,-1-2-90,0-2 90,2-6 0,-10 2 90,-7 5 0,0-3 0,-7 5 90,1 2 0,-4-1 90,1 1-90,-3-1 90,-1 4-180,-1 8 0,3-1 0,2 9 0,4-2 0,1 1 0,2-1 0,-2-3-90,2-1 0,-1-1-90,0 0 0,0-2-270,-1-1-89,1-1 269,0-2 90,-1-1 0,-1-1-180,-2 0 270,0-4 0,-1 1 1,1-3 89,0 1 0,0 0 0,1-1 89,0 0 1,0 1 90,5-5-90,-1 3 90,10-6 0,-6 8-90,4-1 90,-4 6 180,4 2-180,-2 1-1,3 2-89,-5 1 90,-1 1 90,6 5-180,-6-1 0,3 3 0,-8-3 0,0 0-90,-3-2-90,-1 4-180,-2-3 0,-3-1 180,-1-6 0,1-2-359,0-11 269,3 5-180,4-11 180,2 9-90,5-9 180,-2 8 0,4-4 0,-1 8 0,0-1 90,0 3 0,1 1 0,0 1 0,0 2 0,0-1 0,0 1 135,28-5 0,5-3-45,-9 1-90,9 0 0,1-4 180,-17-1 0,-5-2 90,10-8-90,-5 1 0,-2 0 0,-6 0 179,-4-5-269,-12 15 270,-1-1-270,-4 3 180,-3 2-180,-2 0 90,-1 4-90,-1 3 0,2 2 0,-2 2 0,0 1 0,-5 8-1,3-2-89,-2 7 90,5-3-90,2 2 90,3-1-90,1 0 90,5 7-90,1-6 90,4 7-90,3-7 0,8 1 90,7-2-90,-1-4 0,1-7 0,-1-6 45,1-4 0,2-3-45,10-3-508,-9 0 0,-1 0 508,-1-6 0,6-14 45,-15 6 0,-2-2-45,-2 7 0,-2-1-456,0-7 0,-3 1 456,-2 0-434,-4-18 434,-3 19 958,-3-17-958,-7 17 90,2 5-90,-3 4 90,5 12-90,4 15 960,8 17-870,5 19-90,3 2 53,-8-22 1,0 0-54,3 11-1234,-1 1 1234,1 2 0,0 0 0,-1 1 0,-1 1 0,-3-1-278,-1 1-37,-4-13 0,-1 1-315,-2 15-1009,-8 4 1,-5 2 1515,3-23 0,-2 0 0,-6 13 0,-3-1 0,6-18 1,-1-1-1</inkml:trace>
  <inkml:trace contextRef="#ctx0" brushRef="#br0" timeOffset="127228">17164 15259 8972,'7'26'1638,"1"0"0,2 8 0,-3-5 0,0 1-3277,0-5 1,1-1 1398,0 3 0,0 0 419,4 6 1,0 0 401,-2-4 1,1 0-312,2 3 0,1 0-136,-2-5 1,0 1 45,6 8 0,0 0-90,-5-13 0,1 1 0,12 14 0,0-2 225,3-4-271,-6-8 1,-1-1 45,6-3 0,0-2-318,4-3 228,13 7 90,0-7 869,-20-6 0,0-1-869,17 1 0,-3-3-90,0-3 0,2-2 90,2-2-267,-12-1 1,2-1 221,-1 0 0,2-2-624,8-1 0,1-1 624,4-3 0,2-1 45,-11 2 0,1-1 0,0-1-60,-6 2 0,0 0 0,0-1 30,3 0 0,1-2 0,-2 2-15,2-2 0,1 0 45,0-1 0,2-2 0,-2 2-45,3-1 0,0 1 15,-8 2 0,3-2 0,-2 1-246,-1 1 0,0 1 0,-3 0 231,-1 1 0,1 0 0,13-5 0,-2 1-179,1 0 224,-4 1-90,-3 0 45,-10 5-1,-1-1-44,13-3-45,-9 3 1,-2 0-136,1 0 441,4-1-441,-17 5 2011,-2 1-2101,-3-1 1478,-1 2-1658,-3 0 728,0 1 0,-12-1 0,-4 0 1</inkml:trace>
  <inkml:trace contextRef="#ctx0" brushRef="#br0" timeOffset="127532">19271 15627 9871,'18'-15'3276,"20"-4"0,-16 12-1103,16-3-1543,-17 8-180,-1 3 0,4 2-91,-1 4-89,3 2 0,-3 4 0,-3 2-90,-2 4 0,-3 1 0,-2 3-91,-4-1 1,-2-1 0,-4-1 0,-1-1-90,-3 0 90,-3 5-90,-2 1-90,-4 4 0,-2-1-1120,-3-1 940,-2-2-90,-2 0-90,-2-2-179,-1-3-1289,0-2 569,0-3 0,2-3 1349,3-3 0,3-4 0,1-1 0</inkml:trace>
  <inkml:trace contextRef="#ctx0" brushRef="#br0" timeOffset="129347">20347 15346 9422,'-7'-15'3276,"-1"2"-616,1 11-2030,-1 2-90,-1 6-91,-3 4 1,-2 7-90,-5 5-46,4 3 1,0 3-45,-7 15-662,5-5 0,2 1 572,0 4 0,7-10 0,1 0-992,2 4 902,0 11 90,7-17-90,3 0 0,3-3-207,4-2 207,2-4-90,2-2 0,3-5-180,2-2-180,11-3 180,-8-5-270,12-4 1,-9-5-91,5-3-270,-1-3-539,1-3 90,-1-2-90,9-11 1120,-6 0 0,-13 8 0,-1 0 0,12-14 0</inkml:trace>
  <inkml:trace contextRef="#ctx0" brushRef="#br0" timeOffset="129607">20673 15053 10051,'-6'-16'3276,"1"3"0,4 8-563,5 49-2308,-1-14 0,1 2-316,1 14 1,1 2-433,0-4 0,0-1 388,0-3 0,0-1-90,-2-13 0,0 0-270,3 13 0,1-2-135,1 4-135,-1-8 1,0-2-855,1 1 368,4 3 1071,-5-14 0,-2-9 0,0 1 0</inkml:trace>
  <inkml:trace contextRef="#ctx0" brushRef="#br0" timeOffset="130609">20855 15542 5734,'11'-23'3276,"0"0"-1695,2-1-502,0 0-269,1-1 449,9-11-2318,-6 8 1418,6-9-89,-10 12-96,1 0 6,-2 0 360,2-10-271,-6 10-179,-1-2 90,-8 10 1071,-2 10-981,-5-4 444,1 8-534,-3 0 180,-4 7-270,2 2 450,-20 27-316,20-11 1,2 2-180,-3-1 0,1 1 0,5 1 0,2-1 45,6 4 90,7 11-316,1-6 181,2-8 0,2-1 45,16 10 0,1-3-869,2-8 869,-6-13-90,2-3-125,-2-4 125,0-2 0,1-5 0,-1-3 90,3-3-90,0-4 0,0-2 0,-2-4 0,9-12 0,-11 6-90,4-10 90,-8 0 0,-9 10 0,0-7 0,-8 15 0,-3 2 90,-1 2-90,-2 2 204,-2 1-204,-4-2 778,-3 3-688,0 1 148,-1 6-148,0 5 0,1 2 0,-3 4-90,4 2 90,0 1 89,-1 9-179,4-4 90,0 6 0,4-7-90,3 0 90,1-1-90,2 3 0,1-5 0,2 1-90,-1-7 0,0-2-179,2-2 89,2-3 90,-1-1-360,12-12 270,-10 4 90,6-9 0,-8 7-90,0-5 90,-3 5-90,2-7 180,-3 9-90,-1-1 0,-1 4-89,1-1 89,-1 3-270,3 0 180,3 4-90,-1 2-90,2 3 1,-2-1-721,3 2 540,-3-1-629,6 1 719,-6-2-359,4 0 359,-5-2 360,3-2 180,-4 0 0,3-2 0,-3 0 90,2 0 90,-1-1 0,1 1-1,0-1 91,0 1 0,1 0 450,5 2-451,-3 0 1,4 1 270,0 5-360,-1 0-1,3 5 1,-5-1 0,0 2-90,-1 1 180,1 6-180,-3-4-90,-1 5 0,-3-8 90,0-1-91,-2 0 91,-1 0 180,0-4-270,-5-8 0,2-4-90,-3-11-90,3-10 0,1-2-180,1-5-989,2-15 0,2 0-1,4 7 904,1 3 0,1 1 0,4-1 1,-4 15-1,-1 0 0</inkml:trace>
  <inkml:trace contextRef="#ctx0" brushRef="#br0" timeOffset="131129">22831 14535 19136,'-15'1'900,"2"-1"-900,6-2 0,0-1-90,-1-5 90,2-2 0,-2-14 0,3 6-90,-1-27 90,2 15 0,0-17 0,0 14-892,0 1 892,-1 2 90,-7-11 0,2 12 0,-5-6-4,-3 10 94,5 9-91,-5-1 1,5 10 90,1 3-90,-1 2 90,0 4 882,2 3-882,-2 7 0,-3 18-90,5 0 0,0 16-45,10-8 0,3 1-603,-1-6 0,2 2 588,3 7 0,1 6 0,1-4-1323,0 0 0,2-1 1293,-2-7 0,1 1 0,1 2 0,3 8 0,0 2 0,-1-4-45,0 0 0,-1 0-113,-1-8 1,0 4 0,0-1-1,-2-5-114,-1-4 1,-3-1-599,1 5 1,-2 3-1,-1-5-569,-3 16 1439,-3-2 0,-2-2 0,-10-1 0,5-16 0,-1 0 0</inkml:trace>
  <inkml:trace contextRef="#ctx0" brushRef="#br0" timeOffset="131808">22811 14727 5734,'21'-33'1638,"0"-1"0,2-2-38,-6 4 0,-1 3-790,-9 13-1,0-2-89,-4 9-91,0 0-89,-1 3 2069,-1 1-2250,4 10 451,2 13-540,2 6-90,1 9-987,-1-7 987,0-4-302,1 2 302,-1-5 90,10 8-180,-6-12 0,6 1-90,-9-11 0,0-2-180,3-4 1044,-1-2-1134,14-13 180,-9 2 0,10-15 90,-14 13 0,3-10 90,-8 14 244,1-2-154,0 1-90,-2 6 0,2-1 0,-2 6-90,-2 3 90,3 2-90,-2-1 90,13 9-90,-7-6 0,10 6 0,-5-7-90,-4-1-90,4-2-270,9-10 270,-7 1-89,16-13-91,-10-3 270,-5 4 90,0-6 0,-12 14 90,1-1-90,-3 4 90,-1 4 0,0-1 0,0 4 0,2 5 0,-1 0-90,1 4 90,3 6-270,0 3 0,1 1-90,-1-1-180,-5-7-180,0 0-719,0-2-1349,0-1 2698,-1-2 0,-1-1 0,-2-2 0</inkml:trace>
  <inkml:trace contextRef="#ctx0" brushRef="#br0" timeOffset="131979">23509 14300 13110,'21'3'-820,"-1"2"1,1 7 0,2 1 0</inkml:trace>
  <inkml:trace contextRef="#ctx0" brushRef="#br0" timeOffset="132516">24138 14264 7263,'2'-21'3276,"0"2"0,-3 7-833,-2 0-1544,-1 1-179,-2 0 539,-4-1-719,2 4 269,-9 1-89,-1 8-450,-1 3 179,-13 15-269,13-3 0,-6 11 0,10-3 0,5 0-90,2 1 90,6 7-90,4-5 0,5 4 0,4-7-90,3-3 90,3-1-90,8-3 0,-5-7-90,13-5 0,-10-8 90,7-6 0,-5-4-90,-1-5 90,-2-2 0,-2-5-319,-4-1 0,-1-3 319,4-17 0,-5 13 0,-2-1-90,-3-11-1008,-4 2 1008,-2-1 45,-4 0 0,-1-2 0,0 16 1,0 0 44,-1-3 0,-1-4 0,-1 3 0,-2-3 0,-1 3 0,1 6 0,0 1 0,-2-2 0,1 3 0,-3-1 0,2 4 0,-1 2 89,1 5-89,2 3 0,-1 4 90,0 2 486,1 3-576,-1 4 1250,3 4-1250,0 6 90,-4 23-90,4-3-353,1-4 0,1 0 263,1 17-443,2-11 1,0 4 352,1-1 0,0 4 1,0-1-610,-1-4 1,1-1 0,0 1 488,0 5 0,0 2 1,0-1-181,-2 2 0,0-1 0,-1-2-195,1-2 1,-1 2 674,-1-3 0,-2 4 0,0 0 0,-1-6 0,0 1 0,-2-2 0,0-1 0,-1 1 0,1-1 0</inkml:trace>
  <inkml:trace contextRef="#ctx0" brushRef="#br0" timeOffset="132768">22291 15055 7623,'5'-23'3276,"3"-1"0,18-13-4915,-9 18 1,2-1 1532,10-7 1,2 0 420,-3 5 0,1 0 77,5-1 0,0 1-302,-3 4 0,0 1-225,1 0 0,0 2-794,2 0 0,-1 0 299,1 1 0,-1 2-45,-3 0 1,-1 2 623,-2 0 1,-1 2 0,-2 0-1,0 0 1,21-5 0</inkml:trace>
  <inkml:trace contextRef="#ctx0" brushRef="#br0" timeOffset="133629">21923 16380 7533,'-18'-15'3276,"0"4"0,5 7-1913,0 3-553,-1 2-91,-4 6-179,-1 6 29,1 12 1,-4 11 0,4-3-390,4-7 0,1 2-854,-6 13 1,-1 7-1,5-6 764,9-16 0,3 2 90,3 7 0,2 9 0,1 0 0,1-6-135,2 1 0,2 0-45,0 1 0,3 6 0,1-1 0,1-8-135,6-5 0,3-5-256,14 8 0,5-6-1248,1-14 1,3-8 1620,-9-5 0,2-3 1,-2-3-1,7-3 1,-3-3-1,-2-6 1,-1 1-1</inkml:trace>
  <inkml:trace contextRef="#ctx0" brushRef="#br0" timeOffset="134667">22576 16296 17517,'10'19'1304,"1"8"1,-1 3-1036,3 3-967,-1 7 0,0 0 787,0-3 1,-5-13 0,-1 0-90,2 10 0,1-2-224,2 11-136,-4-13-90,3 5-90,-6-16 130,0-4-939,-1-2-1,-2-2 91,1-3 1505,-3-1 1,0-3 0,-2 0 0</inkml:trace>
  <inkml:trace contextRef="#ctx0" brushRef="#br0" timeOffset="134867">22560 16287 5734,'25'-39'3276,"-1"1"0,6-1-1740,-13 19 0,0 1-726,9-6-136,0 5 1,0 1-495,1 3-180,13-5-816,-22 18 187,-3 2-609,0 3-21,-2 1 1259,4 7 0,-6-2 0,0 5 0</inkml:trace>
  <inkml:trace contextRef="#ctx0" brushRef="#br0" timeOffset="135185">22630 16649 5734,'36'-22'3276,"-10"6"0,16-11-2273,-15 9-373,1 0-90,2-1-136,-9 6 1,1-1-45,11-6-90,10-4 0,-15 9-90,-1 2 269,3 1-269,-9 4 90,2 1 360,-8 5-270,-3 3-91,0 1 1,-3 2-90,-2 2 270,4 6-360,-3-2 90,3 6-90,-4-3 0,-1 0-450,2 6-809,-1 1-271,0-1-1168,-4-2 2608,-2-9 0,-1-2 0,0-4 0</inkml:trace>
  <inkml:trace contextRef="#ctx0" brushRef="#br0" timeOffset="135392">23033 16222 20575,'-7'-18'990,"1"2"-990,3 9 90,1 1-90,-1 0 0,2 0-180,-1 2-450,3-2-719,4 7 0,2-2-1,4 4 1,-2-1 1349,0 1 0,1-2 0,0 0 0</inkml:trace>
  <inkml:trace contextRef="#ctx0" brushRef="#br0" timeOffset="135692">23384 15837 15718,'10'2'3276,"-4"0"-1605,10 25-1311,-6-3-867,3 7 732,-2-1 0,0 3-1775,-4-10 1,1 1 1594,3 11 0,-1-1 45,1 9-302,-3-9 1,1 0 121,0 8-1419,3 2 1,-1-3 788,-3-10-719,6 11 228,-9-29-138,0-4 1748,-1-3 1,0-3 0,-1-2-1</inkml:trace>
  <inkml:trace contextRef="#ctx0" brushRef="#br0" timeOffset="135937">23635 15842 10501,'0'-14'3276,"0"1"0,5 15-383,1 3-2174,11 18-359,-3-3-180,5 10 0,-5-4-90,1 1-360,7 14-540,-8-14 1,0 0 89,-2-5 1,0 1-631,2 3 1,-2-2 1349,-3-6 0,-1 1 0,-5-10 0</inkml:trace>
  <inkml:trace contextRef="#ctx0" brushRef="#br0" timeOffset="136291">23768 15910 9602,'26'-24'3276,"-2"5"0,-8 12-1643,1 3-194,8 4-899,-1 2 89,2 8 1,0 3-360,3 4-698,-6-1 0,-3 0 697,-3 5-89,-1 1 0,-4-1 90,-1 5-90,-4-9 0,-1 6-90,-4-12 90,-4 1 1036,0-7-1126,-7-6-90,3-5 90,-6-10-90,-3-13 45,7 2 0,1-2-135,-7-18-697,8 18 0,3 2 697,1-1-90,4-1-654,2 3 564,1-1-212,2 5 33,0 3-91,1 4 0,2 1-179,1 3 721,2 0-1441,1 4 733,2 0 706,0 2 0,1 2 0,0 1 0</inkml:trace>
  <inkml:trace contextRef="#ctx0" brushRef="#br0" timeOffset="137213">24416 15685 18956,'-12'-7'1889,"3"2"-1349,-9 16-270,8-1 89,-8 10-179,9-5 90,-4 12-180,9-9 90,0 13-90,5-13 0,4 5-90,1-8 90,18 11-180,-9-14-90,19 6 0,-12-21-90,14-14 90,-6-10 0,-2-14 91,-15 11 89,-9 3 0,-3 16-90,-1 0 90,0 1 0,0 2 0,-1 1-90,1 0 90,0 2 0,4 7 0,-1-1 0,4 8 0,4 4 0,-2-3-90,11 9 90,-7-10-90,5 3 90,-5-7-90,1-1 0,-2-3 90,2-2-90,2-3 90,4-4-90,11-12 90,-5 0-1350,6-9 1350,-10 3 0,6-14-90,-6 0 90,-9 17 0,-1-1 0,3-16 0,-6 15 0,-1-1 0,0-7 0,-2-1 0,1 5 0,-2 1 0,0-5 0,-2 2 0,-2-6 0,-1 0-689,-2 2 779,-1 1-12,-5-11 191,-2 7-179,-1 2 90,1 13-90,3 12 1240,-2 4-971,-4 5 618,6 2-798,-6 14 107,9 25-241,5-13 0,1 2-1099,2 9 0,2 2 1099,2-3 0,2 0-45,-1-5 0,1 0 45,0-5 0,0-1-151,3 2 0,0-2 17,8 11 89,-8-14 0,1-1-90,8 6 0,0-3-90,14 4 90,-8-10 0,10 1 0,-11-13 0,-2-4 0,2-4 90,-1-5-90,4-4 0,-4-5 0,2-3 0,5-11 0,-5 0-982,3-8 982,-11 8 0,-4 1-273,-4 3 273,-2-2 0,-3 4 90,-1 1 1599,-3 4-1599,-2 3 221,-1 3-221,-1 3 1201,-2-1-1111,-1 5 446,-2 1-536,2 6 108,-2 3-108,-1 8 90,2 1-90,-1 6 0,4 9 90,0-6-90,3 13-180,3 5 0,2-7 0,2 6-720,2-12 361,-3-9-900,2 0 89,-3-9 1350,1-3 0,-3-3 0,0-1 0</inkml:trace>
  <inkml:trace contextRef="#ctx0" brushRef="#br0" timeOffset="137444">24976 15198 18956,'-19'1'2069,"2"-1"-1979,3 0 0,6-1-90,0-1 0,11-6 0,1 0 90,15-5-90,2-1 0,11-4 0,4-1-712,-10 5 0,2-1 622,15-8 1,1 0-1183,-13 8 0,-1 0 1002,0 0 0,0-1-450,-4 3 1,-1-1-302,-2 2 0,-1 0-328,13-9 1349,-5 1 0,2-2 0,-1-2 0</inkml:trace>
  <inkml:trace contextRef="#ctx0" brushRef="#br0" timeOffset="137726">25644 14442 19496,'44'-10'1979,"-7"5"-1755,-5 4 1,4 4-1833,8 5 0,1 3 1698,-9-2 0,1 1-30,-5 0 0,1 1 0,-4 2 75,2 3 0,-4 5-99,1 10 1,-1 7 0,-5 5-195,-8-7 1,-4 3-1,-4 3 1,-2 3-390,-3-1 1,-3 4 0,-2 3 0,-3 1 0,-1-2 0,-1-2 400,-3 1 0,-2 0 0,-1-3 0,-3 1 0,0-2 0,-2 1 0,-1 1 1,-1-2-1,-1-3 0,1-3 0,-6-3 0,1 1 0,0 0 0</inkml:trace>
  <inkml:trace contextRef="#ctx0" brushRef="#br0" timeOffset="158669">2238 7073 16977,'-2'7'3059,"2"-3"-2880,-3 35 91,1-8-1508,1-1 1,0 3 1282,1 0 0,0 1 45,0 6 0,0 1-45,1-7 0,0 0 135,1 10 0,1 3 191,-1-13 1,0 2 0,5 0-492,12 9 0,6 1 0,-2-3-15,-8 0 0,5-7-602,22-6 0,0-17 108,-16-31-412,-6-1 1,0-1-309,-1-7 466,2-10 883,-12 9 0,-5 1 0,-1 1 0</inkml:trace>
  <inkml:trace contextRef="#ctx0" brushRef="#br0" timeOffset="158826">2125 7565 13379,'7'-21'540,"5"-1"-1799,11 2-45,-1 3 1,5-3 1303,8-4 0,1 0 0,-1 1 0,0 0 0,3-1 0,0 0 0</inkml:trace>
  <inkml:trace contextRef="#ctx0" brushRef="#br0" timeOffset="161217">5675 6950 9871,'-7'-16'3276,"1"3"0,4 8-383,8 11-2533,6 14 0,1 5-271,0-3 1,1 1-708,4 12 1,1 1 662,-3-7 0,-1-2-557,-3-4 1,0 0 556,0 0 0,1 0 0,1 2 0,-1-1 45,9 15-82,3 4 82,-6-12 0,-2-5-90,-1-4 90,0-2-90,-2-3 90,4 1-1,-7-8 801,3 1-800,-6-8 1610,0-2-1610,1-4 21,2-2-111,4-8 90,0-3-90,4-7-630,-2-4 630,9-15-1162,-4 2 1162,-7 11 0,0-1-783,-2 2 0,0 1 783,-1-1 0,0 0 0,2-3 0,-2 1-45,-2 5 0,-1-2-45,7-15 0,0-3 0,-4 14 1,-1-1-1,4-8 0,0 1 0,-4 13 0,-2 3-425,2-3 0,-1 2 155,4-9-899,3-12-180,-8 25 90,-2-2 514,-2 12 835,-3 2 0,0 2 0,0 0 0</inkml:trace>
  <inkml:trace contextRef="#ctx0" brushRef="#br0" timeOffset="162342">2127 9147 5734,'9'21'3276,"0"-1"-1785,2-10-502,0-2-89,2-2-180,2-3-91,2-2-179,1-3 0,5-2-91,1-5 1,4-3 0,-1-3 0,-1-4-1330,-3-2 1330,0-2-90,-2-2-541,-2-3 541,-3 0 270,1-15-360,-7 10-1,-5 8 1,-2 0 0,-5-5 0,-5-5-90,-6 11-133,-4 4 223,-15-1-90,6 9-505,-9 2 415,7 10 0,0 4-180,-3 3 0,0 5-179,3 3-181,-12 11-180,10 0-629,-5 7 0,10-5 90,7 1 1352,3 0 0,2 8 1,1 4-1</inkml:trace>
  <inkml:trace contextRef="#ctx0" brushRef="#br0" timeOffset="163029">5787 8507 5734,'-7'29'1638,"1"0"0,0 8 0,-1-5 0,2 0-833,3 1-355,2 2-1023,2 0 933,2 0-90,3-2 0,1 0-90,3-4 484,9 5-394,-2-11 450,21 4-540,-17-20 180,24-10-91,-24-11 1,-1-3 0,15-12 24,-15 8 1,-3-3 110,-6-6 0,-4-1-135,2-10-274,-5 8 0,-3 1 274,-8-3-90,-7 4 0,-2 0-90,-8-7-45,4 9 0,-1 2-135,-7 6-448,-1 5 268,-2 4-250,-2 6-470,7 6 1,-2 2 314,1 3 1,-1 3-816,-7 2 0,-2 3 1490,-1 5 0,0 2 0,3-1 0,0 0 0,-3 3 0,0 1 0</inkml:trace>
  <inkml:trace contextRef="#ctx0" brushRef="#br0" timeOffset="164970">2028 10147 13469,'0'23'1799,"-1"6"-1349,0 0-786,0 9 605,-1 4-534,1-11 0,0 1 355,-1-3 0,0 2-1178,1 13 0,0 0 863,0-14 0,0-2-90,0 6 0,1-1-1922,1 7 978,1-1-336,0-4 1595,1-4 0,0-3 0,1-4 0</inkml:trace>
  <inkml:trace contextRef="#ctx0" brushRef="#br0" timeOffset="165795">2242 10547 8072,'18'-5'3276,"-2"2"-1335,-5 7-1221,0 2 0,1 3-181,2 5-89,-1 3 0,2 5-90,-1 1-91,-2 1 91,-2-2-180,-2-1 90,-2-5 90,0 2-270,-2-7 269,2 5-179,-3-10 270,1 1-450,-2-11 180,2-5-180,-1-5 90,1-4-90,0 1 90,-1-1-90,2 0 0,-1 0 90,2 0-90,-1 2 0,2 2 0,-1 1 0,0 2 0,1 2 0,-1 2 0,-1 3 0,3 2 90,-3 2-90,4 2 0,-4 2 0,5 7 0,-3-1 0,6 11 0,-5-8 0,2 4 0,-4-6 90,0-2-90,0-1 0,-1-2 0,1-2 0,-1-1-90,0-2-270,5-3 180,-1-2 90,3-4-90,-1-1-180,3-7 271,-3 3-1,4-3-180,0 0 180,-5 6 0,3-4 0,-6 8 0,0 0 90,-1 3-90,2 0 0,1 4 0,1 0 0,6 8 90,-7-4 0,4 4-90,-6-3 0,15 1 0,3-13 0,1-4 0,8 4 90,-7-5 0,-3-4 0,-8-3-90,-4 5 90,2-3 90,-5 4-90,-1 3 90,1-3 0,-3 4-90,1 0 180,-2 3 0,0 0-90,1 4-90,-1 1 90,3 7 0,-3 2 0,1 5-90,-1 0 0,-1 2 0,1 1-270,-1 0-90,0 0-269,0 0-721,1-1 91,0-2 0,0-2 1259,-1-3 0,0-2 0,-1-1 0</inkml:trace>
  <inkml:trace contextRef="#ctx0" brushRef="#br0" timeOffset="166187">3298 10369 5734,'16'2'3276,"0"0"0,-3 2-2093,0 3-373,3 3-181,0 3-89,2 4 0,-4 0-180,-2 2-1,-4-4 1,-3 2-90,0-2 0,-3-1-90,1-1 0,-2-2 0,0-2 269,-2 0 1,-1-3-450,-3-10 90,2-1-90,-1-10 90,3 5-90,1-2 0,6-14 0,-1 8 0,5-10 0,-3 15 0,1 2 0,0 1 90,1 2-90,0 1 0,0 3 0,-1 2 0,1 1 0,-1 2 0,1 1 0,-1 4 0,0 0-180,0 3-450,2 8 1,-3-3-720,1 5 89,-4-6-89,-2 0 1349,0-2 0,-2-2 0,-1-1 0</inkml:trace>
  <inkml:trace contextRef="#ctx0" brushRef="#br0" timeOffset="166371">3068 10154 5734,'10'-3'0</inkml:trace>
  <inkml:trace contextRef="#ctx0" brushRef="#br0" timeOffset="167080">5799 10138 13649,'-6'-14'3276,"5"31"-255,2 3-2842,1 11 1,1 2 0,0 10-90,-1-14 0,0-1-598,1 14 508,0-2-270,0-13 0,1 0-270,2 12-1170,3 8 361,-1-22-1,0-5 1,0-5 1349,0-6 0,0-3 0,-1-2 0</inkml:trace>
  <inkml:trace contextRef="#ctx0" brushRef="#br0" timeOffset="167415">6068 10282 11400,'-8'17'2789,"1"2"-2159,6-4-91,3 3-89,1 5-90,4 1 0,2 2-1,1-4-89,1-4 0,0-3 0,1-5-90,0-1 0,0-2 90,1-3-91,-1-2 1,-1-2-90,2-3 90,-2-2-90,2-2 90,-2-2-90,1-2 0,-4-1 0,0-1 0,-4-1 90,-1-5-90,-3 5-90,-1-5 0,-4 7-270,-5-5 0,0 5-90,-4-1-269,5 7-91,-1 1-629,2 2-1,0 1 1350,1 1 0,0 1 0,1 0 0</inkml:trace>
  <inkml:trace contextRef="#ctx0" brushRef="#br0" timeOffset="168333">6458 10274 5824,'26'22'1638,"0"1"0,1 2 0,-1 10 0,-3 1 1638,-12-12-1681,4 19-1235,-10-30 180,0 5-271,-3-12 631,0 1-810,1-14-90,-1 1 0,2-16 0,-1 7-90,2-4 90,-1 2-90,1 2 90,1 0-90,0 1 90,1 1 0,0 2-90,2 1 90,-1 1 0,4 2-90,-3 3 90,2 1 0,1 5 0,-4 1-90,7 5 90,-7-2 0,6 8 0,-7-7 0,4 7 90,-3-6-90,0-3 0,-1-3 0,-3-6 0,0-1 0,1-2-90,-1-3 90,1 0-180,3-14 180,-3 10-90,5-11 0,-6 16 0,3-3 90,0 8 0,-1 1 0,1 4 0,-1 2 0,5 6 0,2 5-89,1 2 178,8 13-89,-8-11-179,17 19 89,-15-19-270,11 8 180,-13-16-90,2 1 90,-4-5 0,0-1-90,-2-2 91,0 0-1,0 0 90,0-1-90,0 0 90,0 0-90,0 0 90,0 0-90,4 2 90,-4-2 90,3 2 0,-4-2 0,-1 1 90,13 2 0,-9-3-90,9 0 90,-9-4 0,1-3 0,5-3 0,0-3 0,13-13 0,-8 2-1556,7-11 1556,-4-6-90,-4-1 90,-8 10 0,-1-2 0,3-13-90,-8 17 0,-1 1 89,1-13-1044,-2 0 1135,-4 0-90,-1 1 90,-2 3 0,-3 1 90,-2 5-90,-1 3-90,-1 6 90,0 5-1,0 4-89,-1 4 0,0 2 90,1 5 1295,-1 1-1295,0 5 1036,0 2-1126,-3 7 0,0 4 0,1 6 0,3 2 0,2 4-90,4-1 180,5 20-180,1-13-667,4-4 1,2 0 36,4 5-719,9 6 0,-4-16 1349,12 1 0,-2-8 0,9 3 0</inkml:trace>
  <inkml:trace contextRef="#ctx0" brushRef="#br0" timeOffset="168507">7930 10133 13110,'0'18'-3277,"-1"4"2457,-2-9 1,-1 5 0,-1-3 0</inkml:trace>
  <inkml:trace contextRef="#ctx0" brushRef="#br0" timeOffset="174184">17539 10094 11940,'7'20'2699,"0"9"-2160,-5-2-1611,0 10 1522,-1 1-181,-1 3 1,-1 4-135,1-14 0,-1 2-776,-1-3 0,1-1 731,0 5 0,-1 3 60,0-2 0,0 4 0,-1-2-15,0 8 0,-1 1-105,2-11 0,-1 2 0,1-2 60,-3 12 0,1-5 0,0 5-90,0-16 0,2-1 90,-2 13-1,0 0-89,2 1 90,-2-1 0,1-1-90,0-2 416,1-2-327,-1 10 1,1-15-90,0 6 0,0-3-449,0-8 179,-1 3-720,2-9 361,0-13-113,-1 3-1777,2-5 2916,-2-2 0,1-3 0,0 0 0</inkml:trace>
  <inkml:trace contextRef="#ctx0" brushRef="#br0" timeOffset="174527">17347 11387 12570,'9'18'1799,"0"0"-1349,-4-4-1,1 1-89,1 0-90,-2 2 0,2-1-90,-1 1 90,0-1-91,0 0 1,0-1-90,0-2 90,0-1-90,-1-1 0,-1-3 90,0-1-90,0-3 180,0-1-180,1-3-90,0-2 90,2-3 90,4-14-270,-2 0-90,6-12-630,0-14-1432,-2 9 1612,-3 4 1,0-1-720,4-11 719,-6 17 0,0 1 630,4-13 0,1-2 0,0 3 0</inkml:trace>
  <inkml:trace contextRef="#ctx0" brushRef="#br0" timeOffset="175201">15849 10230 10051,'4'-14'3276,"0"3"-885,-3 5-1222,2 3-269,1 9-540,0 2-91,3 10 271,0 23-360,-1-7-746,-1 1 0,-1 2 656,-1-10 0,0 1-839,1 4 1,-1 2 793,0 1 0,0-1 45,-1-4 0,0 0-45,0 2 0,0 2 45,0 3 0,0 0-808,0-2 1,-1 1 762,1 2 0,0 1-45,0-6 0,0-1 6,1 18 39,-2-19 0,1-1-45,1 14-256,-1-15 0,0-1 256,1 10-90,0-2-90,-3-4 1,3-5 1005,-3-4-1096,1-3 1143,0 2-1323,-1-6 29,1 1-298,-1-7-631,0-2 1,-1-1 1879,0-1 1,-1-1-1,-1-1 1</inkml:trace>
  <inkml:trace contextRef="#ctx0" brushRef="#br0" timeOffset="175575">15746 11271 16258,'33'36'1619,"-11"-13"-1349,3 14-1628,-11-17 1538,-1-1 90,3 4-180,-4-7 167,2 0-167,-4-5 324,-1-3-324,-1-2 0,0-3 0,-1-1 689,0-3-689,1-1 177,1-5-177,4-4-90,1-6 0,2-6 90,-2-3-568,1-1 478,-2-4 90,1-2-90,-2-1 0,1-1-90,-1 0-270,4-11 90,-5 12-90,2-5-89,-6 17-181,-1 4-719,-2 4-1260,1-1 2609,-3 7 0,0-2 0,-1 6 0</inkml:trace>
  <inkml:trace contextRef="#ctx0" brushRef="#br0" timeOffset="176050">14789 10384 7803,'-5'-13'3276,"1"1"0,1 4 0,1 12-1951,2 21-1055,0 10-1909,1 10 1,0 4 1643,0-12 1,0 0 24,-1-3 0,1 1 0,0-1-722,-1 9 1,1-1 736,-1-7 0,0-1 0,1 1 0,-1-1-415,1-6 0,0-1 415,0 6 0,1 0-90,0-5 0,-1-1 0,1 6 0,0-1-225,1 14-139,-2-19 1,1 0-42,0 6 758,1 14-1658,-2-28-1258,0 6 2608,-1-15 0,-2 0 0,0-5 0</inkml:trace>
  <inkml:trace contextRef="#ctx0" brushRef="#br0" timeOffset="176345">14557 11119 12660,'7'22'2159,"-1"-1"-1710,2-2 1,1 2 0,2 6-90,0-1-91,1 0 1,-1-1 0,1-1-695,-1-4 604,0-3 199,-1-3-198,-1-3 10,1-1 170,3-2-180,5-5-90,6-5 0,2-7-180,0-5 0,1-3-1100,-6 2 1,1-1 1054,11-7 1,0-1-136,-7 3 0,-1 0-90,0 0 0,0-1-944,9-6 0,-1-1 674,-10 9 0,-1 1 552,5-5 1,-2 1 0,6-7 0,-1 0 0</inkml:trace>
  <inkml:trace contextRef="#ctx0" brushRef="#br0" timeOffset="-203043.73">24169 9683 13739,'31'-16'764,"-8"6"1,2 1-585,0 0 0,2 1-1819,8-3 1,2 1 1487,0-1 1,0 0 285,10-2 0,2 1-637,-17 3 0,0 1 0,1-1 562,5 0 0,1-1 0,-1 1 29,-1 0 1,0 1 0,0-1 52,0 0 0,0 1 0,3-1-75,2 0 1,3-1-1,0 1 1,-2 0-489,4-1 1,-3 0 0,3 1 442,-2-1 0,2 1 1,1-1-1,-4 1-83,1 0 0,-2 1 1,0 0 90,1-1 0,1 1 0,0 0 0,0 0 0,0-1 0,0 1 0,1 0 0,0 0 0,1 0-120,-1-1 1,1 1 0,-1-1 89,0 1 0,-1 0 0,7-1 36,-11 2 0,5-2 1,4 0-1,2 0 1,-2 0-1,-2 0 0,-4 1-14,5-1 1,-5 1 0,1 0-1,5-2 0,-7 2 1,5-1-1,4 0 1,1-1-1,-1 1 1,-1-1 0,-5 2-1,-6 1 38,14-3 0,-8 2 0,1-1-38,-1 1 1,3-1-1,-2 1 1,-2 0 37,-3 1 0,-3 1 0,2-1-3,6 0 1,2-1 0,-3 1 2,-9 1 0,-2 0 0,2 0 30,2 0 0,3-1 0,-1 1 0,-3 0-1,9-1 1,0 1 157,1-1 0,3-1 0,-5 0-202,-8 3 0,-3 0 45,8-2 0,-3 1 0,4-1 1079,-5 1-1079,0 0 0,-3 0 90,8-1 1603,-15 2-1603,9-1-180,-22 3 2712,3 1-2622,-11 0 1995,2 1-2895,-5 0 962,-8 6-2221,-4 2 720,-6 2 1349,-10 3 0,7-5 0,-6 2 0</inkml:trace>
  <inkml:trace contextRef="#ctx0" brushRef="#br0" timeOffset="-196723.73">1538 12035 5734,'26'-33'3276,"-5"8"-1638,-1 7 0,2 0 1502,3 2-2420,8-1 372,-11 11 257,8 11-989,-8 6 0,4 10-90,-12 4 150,-5 5-106,-5 1 1,-2 3-225,0 9-478,-4-2 1,-1-1 477,-1-2 0,-1-11 0,1-2 675,0 1-675,-1 6-90,4-18 90,0 0-90,3-7-180,0-1 1218,7-3-1667,5-5 89,5-5-179,6-4-721,-1-4 91,1-2-484,1-2 1833,10-10 0,-4 2 0,-12 10 0,1 0 0</inkml:trace>
  <inkml:trace contextRef="#ctx0" brushRef="#br0" timeOffset="-195738.73">2381 12059 13199,'15'6'3149,"0"1"-2520,-5 1 1,-1 2-90,2 2 269,4 11-449,-5-6 90,8 14-180,-11-15 89,4 7-179,-7-12-90,1 0 90,-3-5-90,0-1 360,-1-1-360,3-6 0,1-8 0,1-1-90,2-5 0,-3 7 0,4-5 90,-3 6-90,3-3 0,-4 6 0,2 0 0,-1 1 0,0 1 0,1 2 0,-1-1 0,0 2 0,0 0 0,-1 1 0,0 0 0,5 1 0,-3-1 0,3 1 0,-4-1 0,2-2-90,-1 0 0,3-2-90,0-1 0,-1-2 0,3-2-90,-1 0 0,0-1-179,5-5 179,-3 4-270,9-6 360,-9 7-90,3 1 90,-5 5 90,-1 1-89,0 2-1,-1 2-90,6 3 180,-3 0 0,3 4 0,-4-2 0,0 1 0,-2-1 0,0 0 90,-1-1-90,0-2 90,1 0-90,4 0-90,-2-3-90,7-1-269,7-10 449,-2 0-90,5-5 0,-6-1 360,1 1 0,-6 4 0,0 1 629,-2 8-539,-5 2 0,5 2 0,-5 4 0,-2 0-1,3 3 1,-2 1 0,0 1-90,-1 2 0,2 4 0,-1-1 0,2 3-90,-4-2 90,1-2-90,-3 1 0,1-2-90,-2-1-90,0-2 0,0-3-90,-1 0-540,1-1-1349,-2-2 0,7-9 91,0-9 1528,2-4 0,2-7 360,-5 12 90,2-3 360,-1 3-180,-2 5 180,1-2 989,7 2-989,-6 4 359,9 0-359,-9 3 270,7 6-360,-6-3-91,2 3 91,-4-2-90,0 1-90,-1-1 0,0 0-360,1 1-90,-2-2-2788,0 0 3148,-2-4 0,-1-2 0,2-3 0</inkml:trace>
  <inkml:trace contextRef="#ctx0" brushRef="#br0" timeOffset="-195556.73">3576 12139 8612,'8'-43'2878,"-3"20"-2248,4-15 0,-5 28-1,0 2 721,2-2-721,0 4 1170,7-2-1349,-5 6 449,8 4-539,-9 2 450,13 14-630,-9-7 0,7 10-1,-10-8-89,1 0-180,0 5-269,-2-7-91,0 3-899,-4-8 1349,-1-1 0,-3-1 0,-2-2 0</inkml:trace>
  <inkml:trace contextRef="#ctx0" brushRef="#br0" timeOffset="-195354.73">3208 11653 5734,'17'26'0,"0"4"0,-2-1 0</inkml:trace>
  <inkml:trace contextRef="#ctx0" brushRef="#br0" timeOffset="-194489.73">1607 13515 6633,'3'-17'3276,"0"3"-525,0 6-1852,1 0-179,1 0-1,0 2 361,5-2-720,-1 3 89,2 0-179,-3 3 90,0 3 90,4 3-270,-1 2 0,1 5-1,-3 1-89,1 6 90,-3 1-90,1 3 0,-4-2 0,0-2 0,1 4 0,0-2 0,1 2-90,0-4 90,0-1 90,12 11-180,-4-10 0,9 7 90,-9-14-90,1-2 0,-1-1 0,5 1 90,0-1-90,0 1 0,-2-1 0,-2-1 0,0 1 0,-3 0 90,0 3-90,-4 0 0,0 1 0,-3 3 90,-2 1-90,-5 14 0,-3-4 0,-3 11 90,-4-10-90,-1 1-90,-1-3-180,-6 8-90,6-11-265,-2 2 85,7-13-2192,3-2 2732,3-3 0,1-2 0,2-4 0</inkml:trace>
  <inkml:trace contextRef="#ctx0" brushRef="#br0" timeOffset="-193723.73">2512 13623 8342,'15'4'3276,"4"4"0,-7-1-1822,11 13-915,-9-3-89,4 6 270,-1 6-450,-6-10 179,5 11-269,-9-16 0,1 1 0,-4-6-90,0-3 90,0 0-90,-1-2 90,0-3-90,2-2-90,0-2 90,0-3 0,2-4-1,5-10-89,0 0 0,3-6 90,-4 7-90,-1 3 0,5-2 0,-4 5 0,4-2 90,-4 7-90,-2 1 0,1 3 0,3 0 0,4 5 0,-1-1 0,3 5 0,-10-2 0,3 2 0,-2-1 0,-1-1 90,1 0-90,-3-1 0,2-1 0,0-1 0,0-1 0,0-1 0,2-2 0,-1 0 0,2-2 0,-1 2 0,-1 0 0,2 0 0,-2 1 0,1 1-90,7 0 90,-6 2 0,11 1 0,-10 2 0,3 1-90,13 7 90,-13-6-90,15 8 1,-20-11-271,10-1 270,-10-3-180,18-8 180,-18 4 0,13-9 0,-15 8 90,4 0 90,-1-1-90,-4 5 180,7 1-90,-9 4-90,4 2 90,-6 1-90,3 4 90,-1 0-360,2 7 0,-3-8-180,1 4-89,-2-6-811,-1 0 1350,0-3 0,-2-1 0,0-2 0</inkml:trace>
  <inkml:trace contextRef="#ctx0" brushRef="#br0" timeOffset="-193546.73">3392 13228 11580,'2'-12'3059,"4"4"-3509,1 8-809,3 4-1,1 2-1348,-1 1 2608,4 1 0,-2 0 0,0 0 0</inkml:trace>
  <inkml:trace contextRef="#ctx0" brushRef="#br0" timeOffset="-193189.73">3699 13385 9691,'14'18'3276,"12"21"0,-13-15-1103,11 17-2473,-14-17 750,1 0 262,-3-1-352,0-3-90,-3-3 141,-1-3-231,-1-3 90,1-2-91,-2-3 700,0 0-789,3-4 97,-1-10-97,2-3 0,0-8-90,-2 1 90,5-13 0,-4 8-90,5-8 0,-4 13 90,0 3-90,3-4 90,-3 7-90,3-3 90,-4 9 0,3 0-90,-3 4 90,6 4-180,0 10-180,0 6 0,2 8-90,-5 3-1111,2 2 842,-3 5-810,2 1 89,-3 3 1,0 1 1349,-3 3 0,-2-18 0,-2 0 0,0 2 0,0 0 0</inkml:trace>
  <inkml:trace contextRef="#ctx0" brushRef="#br0" timeOffset="-192714.73">1459 15409 13559,'-15'8'2699,"3"3"-2070,10 13-89,2 6-90,1 9-2074,2 0 1,0 2 1758,0-7 0,1 1 0,1 12 0,-1-2-411,1-12 0,0-4 456,3 18-90,-1-20 0,-1-1-180,5 11-90,4 5-227,-4-20 137,0-6-89,-1-6-91,0-5 2360,-1-4-2540,2-4 1427,2-8-2147,2-4 91,3-7 1259,-1-4 0,3-8 0,0-2 0</inkml:trace>
  <inkml:trace contextRef="#ctx0" brushRef="#br0" timeOffset="-192451.73">1706 15832 8882,'11'-33'1638,"0"0"0,-1 3 0,0-2 0,1 7-904,-2 22-374,-3-1-1,5 13 1,-4-1 0,2 3-90,1-1 0,1 0 629,10 4-629,-8-7 270,11 1-270,-14-10-91,4-3 1,-5-2 0,1-3-90,-2-2 90,-1-2-90,-1-1 180,-3-15-180,-2 11 90,-6-16-180,-1 20 0,-4-3-90,3 8 0,-3 3-450,0 1-359,2 4-541,-2 2 91,6 2 1349,-3 6 0,5-2 0,0 2 0</inkml:trace>
  <inkml:trace contextRef="#ctx0" brushRef="#br0" timeOffset="-191670.73">2617 15559 14279,'14'-2'2159,"-2"1"-1170,-4 2 0,11 2-719,-6 0 0,8 3-90,-11-3 0,2 0 0,-1 1-90,1 0 0,-2 0 0,1-2 90,2 1-90,-3-1 0,3-1-90,-4-2 89,5-2 1,-2-1-90,2-2 0,-1-1 90,-2 0-90,1 0 0,-1 0 0,-2 1 0,1 1 0,-1 0 0,-1 1 0,0 1 0,-1 1 0,1 1 0,-1 2 0,0 1 0,5 4 0,-3 0 90,4 4-90,-4 0 0,5 5 0,-6-5 0,5 7 90,0-6-90,-3-2 0,1-2 0,-4-5 0,0-3 0,14-8 0,6-5 0,4-3 0,0 0 0,4-2-285,-10 5 0,-4 3 285,-10 8 0,0 2 0,4 2 0,-1 1 0,4 2 0,-4 0 0,0 2 90,1-1-90,-1 2 0,5 0 0,-4-1 570,9 0-570,-11-3-90,12-3 90,-5-5 0,4-1 0,-4-2-90,-7 1 90,-1 2 0,0 0 0,-2 2 0,4 0 0,-5 1 90,8 2-90,1 8 0,-2-1 90,8 10-90,-15-9-360,7 5 91,-11-8-91,3 0-1529,-5-3-810,3-1 2699,-1-5 0,1-2 0,-1-3 0</inkml:trace>
  <inkml:trace contextRef="#ctx0" brushRef="#br0" timeOffset="-191534.73">3801 15331 6453,'-5'-25'3276,"1"3"0,1 10-2272,2 3-284,0 0-181,-1 3 91,1 0-630,-1 2 0,-2 7 0,0 3 0</inkml:trace>
  <inkml:trace contextRef="#ctx0" brushRef="#br0" timeOffset="-182324.73">18126 10058 18237,'5'37'854,"0"0"1,1 8-676,-4-2 1,-2 8 0,0-6-1193,0-12 1,-1 1 1102,0 13 0,1 7 0,-1-5-982,0-11 1,0-2 936,0 11 0,1 0 0,-1-8 0,1-2 0,0-9 0,0 0 0,1 15 0,0 0-45,0-17 0,-1 0 45,1 15 0,0 0 496,0 6-496,-1-10 0,1-1-45,0 2-672,1 8 672,-2-23 0,-1-2-89,2-2-1,-2-2 750,1-2-750,0-2 1901,0-2-1990,0 0 273,0-2-364,0 0 923,0-2-1553,-1-1-359,0 1 1259,0-2 0,1-2 0,-1-1 0</inkml:trace>
  <inkml:trace contextRef="#ctx0" brushRef="#br0" timeOffset="-182009.73">18035 11267 14189,'3'15'1709,"2"0"-1259,-2-3-91,2 3 1,0 0 180,2 7-360,-1-5 0,1 4 0,-1-6-90,0-2 89,0-1 1,1 1-180,-1-4 90,0 0-90,0-4 0,-2-2 0,4-2-90,-1-6 0,0-2-89,2-4-91,-3 0 0,1-3-90,1-4-180,1 0-89,1-4-721,1 0-1168,5-12 2518,-3 6 0,6-13 0,-4 9 0</inkml:trace>
  <inkml:trace contextRef="#ctx0" brushRef="#br0" timeOffset="-180909.73">18326 10435 17067,'27'-6'1034,"12"3"1,3 3-855,1 1-1819,1 1 1,0-1 1404,-2 1 413,1-1 521,-1 2-610,-12-2 0,1-1 0,15 2-270,0 0 0,1-1 0,-1 2-225,-5-2 0,-1 1-134,-9 0-799,12 2-11,-25-4 1349,5 3 0,-13-3 0,1 0 0</inkml:trace>
  <inkml:trace contextRef="#ctx0" brushRef="#br0" timeOffset="-180560.73">18595 10487 16528,'31'-1'1529,"-1"-1"0,9-1-1394,-5 0 0,1 0-1159,3-3 1294,1 2-920,1-1 920,2 0-180,0 1 135,-3 0 0,1 1-135,9 0-90,-3 0 0,-2 1 0,-8 2-90,8-1-270,-13 3-270,-6 0-269,1 2 89,-10-1 28,-5 1-567,-6-1 1593,-2 0 1,-1-2-1,-2 0 1</inkml:trace>
  <inkml:trace contextRef="#ctx0" brushRef="#br0" timeOffset="-180274.73">18583 10595 8612,'19'0'1638,"6"-2"0,2-1 1638,8-2-4225,3-2 1,2 0 1218,-14 2 0,-1 0-1,10-2 1,1 0-90,-8 0 0,0 1 0,1 1 0,0-1 180,16-4-136,-3 3 1,1 1-495,3-1 90,-8 1 1,-2 2-181,-10 1 426,-6 2-1415,-2-1-1260,0 1 2609,-6 1 0,-1 0 0,-7 1 0</inkml:trace>
  <inkml:trace contextRef="#ctx0" brushRef="#br0" timeOffset="-180105.73">19187 10497 9781,'-13'-1'539,"24"-6"1,-3 2 0,20-3 0</inkml:trace>
  <inkml:trace contextRef="#ctx0" brushRef="#br0" timeOffset="-177983.73">7758 13791 5734,'-14'-2'3058,"2"0"-2159,4 1 2377,3 0-1424,12 2-1313,22-2 1,9 0-931,-2 0 1,3-1 614,4 0 1,1-2-1344,2 2 1,1-1 1238,-12 0 0,1 0 0,0 0 0,-2 0 0,1-1 0,1 1 60,12-1 0,3-1 0,-1 1-91,-4-1 1,-1 1 0,1-1-45,-5 1 0,1 1 0,0-1 0,-2 0 15,4 0 0,-2 0 0,0 1 0,-5 0 0,0 0 0,0 0 0,5 0 0,1 1 0,-1-1 0,-4 1 0,0-1 0,1 1-30,4 0 0,1-1 0,0 0 30,-6 1 0,0 0 0,0 0-30,4-1 0,1 1 0,-2 0 60,7 0 0,3 0-431,-12 2 0,5-1 0,2 0 0,0 0 0,-4 1 371,7-1 0,-4 1 0,3 0-12,-8-1 0,3 1 0,1 0 0,-2 0 0,-4 0-449,3 0 1,-3 0 0,-1 1 520,12 0 0,-1 0-304,0 0 1,0 1 258,-1 0 0,-1 1 0,0-1 0,-1 1 0,-2 0 0,0 1 149,-1 0 1,-1 0-195,-5 0 0,-1 0 452,-3 0 1,-2 0-363,19 1-90,-5 2 90,-3-2-90,1 2 90,-1 0-90,-2-1 0,-3 0 1753,-2 1-1753,2 0 0,-11-2 2159,6 2-2159,-15-2 1790,-1 0-2690,-7 1 1669,-11 0-1939,-7 3-243,-4 0-1286,-21 6 2699,10-5 0,-22 7 0,10-6 0</inkml:trace>
  <inkml:trace contextRef="#ctx0" brushRef="#br0" timeOffset="-175343.73">7766 13662 12210,'18'9'-820,"-2"-3"1,-6-7 0,1-1 0</inkml:trace>
  <inkml:trace contextRef="#ctx0" brushRef="#br0" timeOffset="-175093.73">8130 13604 5734,'25'-3'0,"-2"0"0,-1 1 0,-5 0 0,4 0 0,-7 0 0</inkml:trace>
  <inkml:trace contextRef="#ctx0" brushRef="#br0" timeOffset="-174890.73">8643 13593 5734,'35'-5'0,"-5"2"0</inkml:trace>
  <inkml:trace contextRef="#ctx0" brushRef="#br0" timeOffset="-174713.73">8985 13582 5734,'17'0'0,"0"-1"0,2 0 0,-4 0 0,7 0 0</inkml:trace>
  <inkml:trace contextRef="#ctx0" brushRef="#br0" timeOffset="-174345.73">10087 13563 5734,'19'-3'3276,"7"-2"-436,-5 2-2120,5 0-270,-9 1-1710,3-1-1348,-5 2 2608,3-2 0,-10 2 0,0-1 0</inkml:trace>
  <inkml:trace contextRef="#ctx0" brushRef="#br0" timeOffset="-173941.73">7944 13592 10591,'35'-9'-900,"0"0"1,11 3-1</inkml:trace>
  <inkml:trace contextRef="#ctx0" brushRef="#br0" timeOffset="-173741.73">8796 13518 5734,'36'-4'1092,"0"0"0,0 0 0,-5 1-1079,-12 3 0,4 0 0,-7 0 0</inkml:trace>
  <inkml:trace contextRef="#ctx0" brushRef="#br0" timeOffset="-173606.73">9243 13499 5734,'15'-1'3276,"0"1"-4843,0-1 1567,-3 1 0,10-1 0,-8 1 0,4-1 0</inkml:trace>
  <inkml:trace contextRef="#ctx0" brushRef="#br0" timeOffset="-173440.73">9786 13488 5734,'18'1'1619,"2"-1"-1619,-5 1 0,2-1 0,0 1 0,-1-1 0,1 0 0,-1-2 0</inkml:trace>
  <inkml:trace contextRef="#ctx0" brushRef="#br0" timeOffset="-173256.73">10362 13503 5734,'46'-1'0,"-18"0"0,14 0 0,-24 0 0,0 0 0,-1 1 0</inkml:trace>
  <inkml:trace contextRef="#ctx0" brushRef="#br0" timeOffset="-173070.73">11081 13492 8162,'19'1'3276,"-7"-1"0,2 1-1013,-10-1-2083,5 1-540,-5-1-89,3 0-2160,0 0 1350,-1 0 1259,1 1 0,-4-1 0,-1 0 0</inkml:trace>
  <inkml:trace contextRef="#ctx0" brushRef="#br0" timeOffset="-172593.73">7872 13574 18147,'-15'6'269,"2"-1"-538,9-3-91,29-5-180,-5 0-809,25-5-953,-12 2 1042,3 0 1025,1-1 1,8-2 0,2 0 0</inkml:trace>
  <inkml:trace contextRef="#ctx0" brushRef="#br0" timeOffset="-172418.73">9119 13400 5734,'18'-2'0,"1"-1"0,1 2 0,19-4 0,-9 2 0,19-3 0,-12 2 0</inkml:trace>
  <inkml:trace contextRef="#ctx0" brushRef="#br0" timeOffset="-172054.73">10605 13390 5734,'24'-3'3276,"-1"1"-526,3 0-1760,-1-2-1051,3 2 690,-3-2-179,-3 3-180,0-2 281,-2 2-551,11-1-179,-8 1-91,13-1-180,-12 1 54,5 0-863,-6 0 0,-1 0-1350,-2 1 2609,1-1 0,-2 0 0,0 0 0</inkml:trace>
  <inkml:trace contextRef="#ctx0" brushRef="#br0" timeOffset="-171422.73">8568 13492 8072,'17'5'90,"-1"-2"-90,-6-2 0,0-2 0,1 0 0,0 0 0</inkml:trace>
  <inkml:trace contextRef="#ctx0" brushRef="#br0" timeOffset="-171257.73">8932 13465 8252,'19'0'0,"0"0"0,-3-2 0,11-2 0,4-2 0</inkml:trace>
  <inkml:trace contextRef="#ctx0" brushRef="#br0" timeOffset="-171070.73">9897 13392 5734,'24'-1'3276,"-1"0"-2505,-4-1-3379,-1 1 2608,2 0 0,5-1 0,-2 0 0,13-1 0,-1 0 0</inkml:trace>
  <inkml:trace contextRef="#ctx0" brushRef="#br0" timeOffset="-170916.73">10444 13345 5734,'18'-1'3276,"8"-2"0,-7 1-1103,6-1-1724,-7 1-359,8-1-1439,-6 1 90,6-1 90,-7 0 1169,-1 0 0,0 0 0,-2 0 0</inkml:trace>
  <inkml:trace contextRef="#ctx0" brushRef="#br0" timeOffset="-170295.73">11557 13348 11311,'-12'-2'3276,"-1"4"-2415,8 2-411,-2 4-90,3 2 0,-1 2-181,0 4-448,-2 14-361,0-3-1375,-1 14 655,0-6 181,0 0 1169,0 0 0,-1 4 0,-1 1 0</inkml:trace>
  <inkml:trace contextRef="#ctx0" brushRef="#br0" timeOffset="-169625.73">7703 13422 12030,'-7'49'60,"1"-21"0,5 19 0</inkml:trace>
  <inkml:trace contextRef="#ctx0" brushRef="#br0" timeOffset="-169460.73">7689 13826 18596,'-1'16'-989,"0"-2"719,1-7-90,-1-2-179,0 1-181,0 0-539,-1 2-1,1 0 1,-1 0 1259,1-1 0,0-1 0,0-1 0</inkml:trace>
  <inkml:trace contextRef="#ctx0" brushRef="#br0" timeOffset="-169174.73">7746 13428 5734,'14'-7'0,"-2"0"0</inkml:trace>
  <inkml:trace contextRef="#ctx0" brushRef="#br0" timeOffset="-169005.73">8175 13340 17517,'17'0'270,"-1"0"-900,-1-2 91,5 0-271,5 0 360,-3 0-899,0 0 90,-5 1 89,1-1 1170,1 0 0,-1 0 0,1 0 0</inkml:trace>
  <inkml:trace contextRef="#ctx0" brushRef="#br0" timeOffset="-168818.73">8934 13272 17787,'35'2'899,"-11"-1"-899,7 0 0,-14-2-90,-1 1-179,-1 0-631,9 0-449,-5 1 0,8 1 89,-3 0 1260,1 0 0,12 1 0,0-1 0</inkml:trace>
  <inkml:trace contextRef="#ctx0" brushRef="#br0" timeOffset="-168421.73">11004 13270 5734,'29'-1'3276,"-7"2"-1605,7-2-1131,-11 2-450,1 0-2699,-1-1 1,-1 0 2608,4 0 0,-6 0 0,4-1 0</inkml:trace>
  <inkml:trace contextRef="#ctx0" brushRef="#br0" timeOffset="-167725.75">8372 13427 18776,'-14'7'450,"3"0"-450,8-6-450,-1 2-269,0-1-2558,1 2 1876,2 1 1401,1-1 0,2 0 0,-1-3 0</inkml:trace>
  <inkml:trace contextRef="#ctx0" brushRef="#br0" timeOffset="-167383.75">9102 13422 5734,'21'-7'0,"-2"1"0,-6 1 0,1 0 0,-2-1 0</inkml:trace>
  <inkml:trace contextRef="#ctx0" brushRef="#br0" timeOffset="-167201.75">9486 13225 10951,'15'-5'1709,"-2"2"-2969,-6 3-1348,1 1-90,2 0 2698,1 0 0,1 0 0,1-1 0</inkml:trace>
  <inkml:trace contextRef="#ctx0" brushRef="#br0" timeOffset="-167035.75">9867 13358 9152,'18'5'-2609,"-3"-2"2609,-6-2 0,1-2 0,0 1 0</inkml:trace>
  <inkml:trace contextRef="#ctx0" brushRef="#br0" timeOffset="-166873.75">10144 13381 5734,'17'-1'0,"-4"-1"0,-6 1 0</inkml:trace>
  <inkml:trace contextRef="#ctx0" brushRef="#br0" timeOffset="-166489.75">9569 13511 5734,'-9'3'0</inkml:trace>
  <inkml:trace contextRef="#ctx0" brushRef="#br0" timeOffset="-166288.75">9906 13327 5734,'12'-8'0,"1"0"0,-7 6 0,2-2 0,-1 1 0</inkml:trace>
  <inkml:trace contextRef="#ctx0" brushRef="#br0" timeOffset="-166138.75">10130 13283 5734,'17'-1'0,"-2"0"0,-6-1 0</inkml:trace>
  <inkml:trace contextRef="#ctx0" brushRef="#br0" timeOffset="-165959.75">10450 13307 6453,'15'11'0,"1"0"0,-10-6 0,1 2 0</inkml:trace>
  <inkml:trace contextRef="#ctx0" brushRef="#br0" timeOffset="-165764.75">10684 13493 18237,'13'12'-450,"-2"-2"-809,-8-7-91,0 0 1350,2 0 0,-3-1 0,1 0 0</inkml:trace>
  <inkml:trace contextRef="#ctx0" brushRef="#br0" timeOffset="-165395.75">11283 13443 5734,'10'-8'0,"-2"1"0</inkml:trace>
  <inkml:trace contextRef="#ctx0" brushRef="#br0" timeOffset="-164754.75">7757 13379 5734,'-21'-5'0</inkml:trace>
  <inkml:trace contextRef="#ctx0" brushRef="#br0" timeOffset="-164557.75">7956 13372 18866,'13'11'-1619,"0"0"1259,-9-7-719,3 3 359,-3-4-1798,3 3 1259,-3-2 1259,4 1 0,-2-2 0,1-1 0</inkml:trace>
  <inkml:trace contextRef="#ctx0" brushRef="#br0" timeOffset="-164371.75">8375 13430 18596,'16'0'270,"-2"0"-450,-8 0-359,-1 0 179,2 0-90,-2 0-180,1 0-719,-2 0 90,2 0 0,-1 0 1259,1 0 0,0 0 0,0 0 0</inkml:trace>
  <inkml:trace contextRef="#ctx0" brushRef="#br0" timeOffset="-164191.75">8738 13373 9961,'13'8'-2608,"-1"-2"2608,-7-2 0,1-1 0,0 0 0</inkml:trace>
  <inkml:trace contextRef="#ctx0" brushRef="#br0" timeOffset="-164020.75">8901 13421 13739,'-5'16'0</inkml:trace>
  <inkml:trace contextRef="#ctx0" brushRef="#br0" timeOffset="-162318.75">9731 13392 13110,'-10'1'0,"2"0"0</inkml:trace>
  <inkml:trace contextRef="#ctx0" brushRef="#br0" timeOffset="-162122.75">9609 13565 5734,'-12'8'0,"1"-1"0</inkml:trace>
  <inkml:trace contextRef="#ctx0" brushRef="#br0" timeOffset="-155764.75">7633 13392 11490,'18'-3'1620,"9"-1"-1351,-6 1-704,12-2 704,-3 1-89,2-1 0,0-1 45,7 1 0,2-1-135,5 0-687,3-1 1,-1 1 596,-8 1 90,-6 0 0,0 1-178,-5 0 0,-2 1 88,0-1 0,1 0 45,5 0 0,-1-1-45,7 0 45,-9 1 0,3 0 0,7 0 0,0 1 0,3 0 0,0 0-139,-1 0 1,-2 1 93,-4 1 0,-4 1 0,-2-1 0,4 1 0,-13 0 0,2 0 0,-1 0 90,1 1-90,-1-1 1013,0 0-1013,1 0 820,8 0-820,-6 1 0,5 0 0,-8-1 0,-1 0 0,1 0 0,-1 0 0,11 0-90,-7 0 0,18 0 0,-18 0 257,12 1-167,-11-1-90,10 1 0,-10-1 90,14 1-90,-16-1 90,22 1 0,-18-2 18,11 1-18,-15 0 0,14-2 0,-8 2 0,2-2 0,4 0-45,-8 0 0,1 1 45,9-2 0,0 1 0,11-1 0,0 0 0,-25 2 0,7 0 333,-10 0-333,0 0 0,1 0 0,-1 0 0,1 0 0,-2 0 0,10 0 0,-7 1 0,6 0 0,-9 0 0,1 1 0,-1-1 90,9 0-90,-7 1 0,15 0 0,-15 0-213,5 0 213,-8-1 0,0 0 0,0 1 0,0-1 0,8 0-180,3 1 90,-1-1 0,0 1 0,-2-1 0,-5 0 0,6 1 0,-9-1 0,-1 0 0,1 1 214,-2-1-214,10 0 0,-7 1 90,7-1-90,-10 0 90,1 0-90,-3 0 90,9 0-90,1 0 90,-1 1 0,-3-1-90,-8 0 90,0 0 0,-2 0-90,1 1 90,3-1 0,-2 1 0,2 0 0,-4-1-180,2 2 91,-2-1-1,2 0 0,-3 1-180,9 1 180,-8-1 90,10 2-90,-12-3 90,2 2-90,-3-1 90,-1-1 0,1 1-90,0 0 90,0-1 0,1 1-90,4 0 90,2 1-90,20 1 90,-14-2-90,15 1 90,4-3 0,-15 0 90,7 0 0,-1-1-90,-13 0 0,18 0 90,-21 1 0,-7 1-90,4-1 90,-7 1 90,2 1-180,-3-1-270,3 2 270,-5 0 0,-3 1 0,-2 1 0</inkml:trace>
  <inkml:trace contextRef="#ctx0" brushRef="#br0" timeOffset="-154809.75">11916 13368 11131,'5'-12'2428,"1"2"-1258,-2 9-721,4 1 91,-1 2-180,3 1 0,-2 3-1,1 1-89,1 3 0,-1 2 0,-1 1-90,2 5 0,-1 3 0,0 4 0,0 1-1,-1 1-721,-1 0 631,0 1 1,-1-3 90,1 4-90,-1-9 0,0 1-90,-2-8 90,1-2 0,-1-3 0,1 1 0,-1-3 90,3 1 543,1-5-633,0 0 0,8-7-90,-7 1 0,9-9 90,-6-2-90,-1 2 90,-3-1-90,-5 6 0,-1 2 89,-1 0-89,1 1 0,-3-2 90,0 2-90,-2 0 0,-5 9 0,2 5 0,0 4 0,2 4 0,4-3 0,1 4 90,1 0-90,2 5 0,1 2 0,8 14 0,-3-7 0,-1-7 0,1-1 0,1 6 0,-1-7 0,-1 0 90,5 10-90,-2-1 0,-2 1-945,-15-2 1,-3 1-495,2 0 1439,-10 3 0,-2-6 0,3-21 0,-8 3 0</inkml:trace>
  <inkml:trace contextRef="#ctx0" brushRef="#br0" timeOffset="-153784.75">12974 13143 5734,'-19'2'3276,"-5"3"-1245,1 2-862,-5 4-90,3 3-269,0 3-1,2 3 46,4 3 0,1 1-496,-4 8-1998,6-6 1,2 0 1453,4 5 455,3 0 575,5 16-665,3-11 0,4 11 0,3-15-90,3-2 90,3-2 0,9 10-90,-2-13-90,8 5 90,-7-14 0,2-3-355,-1-5 355,-1-2-207,-2-4 207,0-3-90,3-3 90,1-4-90,3-2 2886,-2-4-2796,7-8-90,-10 4 90,3-5-90,-12 8 89,-4 0 669,-2 3-578,-1-5 329,-3 5-420,0-5 197,-3 8-286,-2-1 90,-1 3-90,0 1 0,-1 2 90,0 1 0,-2 0-90,0 3 0,0 1 0,-1 1 0,4 2 90,-2-1-90,2 3 0,1 0 0,1 1-180,3-1 180,3 0-180,1-3 90,-1-1-90,3-3 180,-2 2-90,0-3 90,0 1 0,-2 0-90,2-1 90,-1 2 0,1 3 0,-1 1 0,3 5 0,-3-1 0,4 3 0,-2-2 0,3 0 0,-1 1 0,1-2 0,4 1 0,-4-2 0,6 0-90,-7-3 90,3-3-89,-3-1 89,0-2-90,-1-1 0,2-3 90,-1 0-90,2-4 90,-2 0 0,0-3-90,-2 0 90,2-6-90,-3-4 90,1-3 0,-2-9 0,-4 4 45,-1-1 0,-2-2 45,0-2 134,-3-1 1,0 2-135,0 12 180,-5-14-90,7 27-90,-1 0 360,-1 14-360,3 0 0,0 27-3367,6-7 3252,2 15 115,0-8-467,1-2 377,1-1 89,1-1-178,0-1-91,2-1-90,-1-1-150,-1-3-30,0-2-8,-3-4-81,0-2 2946,0-2-3756,-1-3 0,0-2 550,-1-1 799,0-3 0,-1-1 0,1 0 0</inkml:trace>
  <inkml:trace contextRef="#ctx0" brushRef="#br0" timeOffset="-153308.75">13555 13291 6813,'-5'-14'3276,"0"3"-795,1 5-1582,-1 2 540,0 1-899,-4 3 90,2 2-90,-2 2 269,-3 8-449,5-1 0,-3 6-1,5-3-89,0 1-90,3 1 90,1-1-90,1 1 0,3 0-90,0-1 90,2 1-90,2-1 179,6 3-179,-1-5 0,5 2-90,-1-8 90,1-2 0,12-1 0,-4-6 0,2-3-90,-1 0 0,0-1 45,2-1 0,-1-2-45,1-7 0,-2-2 90,-1 0-90,9-12 0,-20 16 0,-5 0 90,-2 2-90,-1 1 90,-2-2 0,-3 4-90,1-1 90,-3 3 0,0 1-90,-1 2 90,-3 0-90,0 6 0,-1 0 90,-1 5-90,3-1 0,0 3 0,0 0 0,2 4 90,0 0-360,7 25 90,0-13-180,7 18-719,5-7-360,-3-10 89,0-5 1,1-1 1349,4 0 0,4 3 0,-8-12 0</inkml:trace>
  <inkml:trace contextRef="#ctx0" brushRef="#br0" timeOffset="-152944.75">12789 14438 11934,'-14'15'180,"5"-2"2261,12-9-2531,4-2 0,10-4 90,7-3 313,0-1 0,2-1-358,2-1 0,1-1-298,14-4 0,2 0 343,0-2 0,0-1 46,1 2 1,0 0-17,-13 3 0,1-1 0,-2 1 15,5-2 0,1 0-212,-6 2 0,2 0 0,0 0 197,2 0 0,0-1 0,0 1-361,11-4 0,0 1 361,-14 4 0,0 1 0,-2 0-30,-3 0 0,-1 1 237,2-1 0,-2 2-417,10-4 1441,4 0-1711,-19 6-714,-2 3-185,-7 2 1888,-3 4 0,-9 1 0,-2 3 0</inkml:trace>
  <inkml:trace contextRef="#ctx0" brushRef="#br0" timeOffset="-152749.75">13425 14535 13110,'21'1'3276,"14"-5"-2685,-10-3-2814,14-4 2583,-6 0-180,14-5-180,-2 0-135,-20 7 0,0 0-1214,15-6 0,-5 2-523,-3 1 1872,-2-1 0,4-2 0,-1-1 0</inkml:trace>
  <inkml:trace contextRef="#ctx0" brushRef="#br0" timeOffset="-127014.73">6104 11583 8072,'-14'-19'3276,"0"1"-435,3 8-1942,-2 0-179,-1 1-90,-1 2 449,-11 1-629,7 4-90,-10 0 269,-7 11-359,8 0-45,1 3 0,0 2 135,-10 17-841,0 2 661,11 2-955,12-8 955,4 1-440,3-3 350,3-1-147,3-4 147,3-2 90,9 9-180,-2-11 0,8 5 90,-5-14-90,1-3 495,2-2-405,1-4-90,4-3 0,2-3 0,3-4 0,1-3 0,9-12-179,-9 4 179,6-8 90,-12 9-37,-1-1-53,-3-1 0,-1 2 0,-2 1 0,-3 1 60,-1 5-60,-1-3 0,-3 6 89,2-4 978,-4 9-977,2-3 257,-1 10-347,-1 5 0,1 8 0,0 5 90,0 22-90,-1-6-712,0-1 1,0 8-1,0-3 622,0-6 1,-1 0-31,1 3 0,-1 3 0,1-4-105,-1-7 0,0-1-45,1 6 0,1 0-45,-1-6 1,0 1-1079,1 4 1,0 0 43,2 14 14,0-7 1335,0-5 0,-1-5 0,0-1 0</inkml:trace>
  <inkml:trace contextRef="#ctx0" brushRef="#br0" timeOffset="-126195.73">6478 11934 9691,'15'15'2969,"0"1"-2250,-8-4 271,3 8-630,-3-4-1,1 4 1,-4-8-90,0-1 270,0 1-91,0-5 541,0 2-900,0-14 0,0 1 0,0-9-90,-2 3 90,1-1 0,0-1-90,0 0 90,2-3-90,-1 5 179,4-5-89,-3 10 0,3 0 0,-2 8 0,0 1 0,7 8-90,-7-4 90,10 8-90,-8-8 90,2 1-90,-3-6 0,-3-1-90,6-2 0,-4-1 90,5-3-90,-2-1 0,0-1 90,2-2-90,-2-1 0,-1 1 90,-1 1-90,0 1-89,1-1-1,0 0 0,2 1 180,0 4-90,-4 2 90,1 3 0,-2 1-90,2 0 90,-1 2-90,1-1 90,0 0 0,1 1 0,0-2 0,0 1 0,6-2 0,4-3 0,1-2 0,4-6-180,5-10 0,-5 0 90,-4 0 0,0-2 0,2-7 0,-5 1 0,0 0-1522,1-8 1567,-6 11 0,-1 0 45,2-9 0,-1-1 179,-3 2-667,0 0 758,-2 4-90,-2 4-92,-1 4 182,-1 2 0,-1 4 0,0 1 1300,-1 4-1210,0 1 754,-2 2-934,0 7 90,-3 18-180,1 4-34,-1 15 34,4-3-1359,-1 2 1269,2 2-180,1 1-179,2 3 89,0-15 0,0 3-765,2 7 1,0 0 359,0-6 1,0 1 44,0 2 1,0-2 629,0 6 0,0 6 0,0 1 0</inkml:trace>
  <inkml:trace contextRef="#ctx0" brushRef="#br0" timeOffset="-124396.73">5624 13269 9961,'-13'6'3149,"1"3"-2340,6 1-179,1 4-91,0 2 1,2 2-90,1 2 179,8 20-89,7 6-1355,-6-21 1,2 0 904,2-1 0,0-1 90,7 7 0,-3-10 0,1 0-135,0-1 0,1 0 45,2 2 0,1-1-509,4 5 0,0-2 509,2 1-555,6 7 555,-21-19 0,-1-1 90,0 1 1409,-5-2-1409,-1 6 1265,-5-7-1445,-4 3 887,0-6-797,-8 1-90,4-3 90,-10-1-90,8-4 0,-5-3-90,5-3 90,-2-6-90,1-6-90,0-6-576,3-5 576,2-3 0,2-3 0,4 0 0,2-2 90,-1 4 0,2 0 45,0-7 0,0 1 0,1 9 0,0 3 45,3-11-90,0 2 90,-1 3 0,2-5 0,-4 8-90,1 3 90,-4 10 0,-2 9 0,-2 2-90,1 2 667,-1 2-757,-3 4-450,-6 8 90,0 5-809,-4 8 90,4 2 1259,0 15 0,5-2 0,3-12 0,1 0 0</inkml:trace>
  <inkml:trace contextRef="#ctx0" brushRef="#br0" timeOffset="-123666.73">6158 13657 5734,'20'27'3276,"-7"-8"0,0 4-1913,-6-10-553,0 2-450,-1-4-91,0 1 91,-3-5-90,1-1 0,-1-3 360,0 0-451,3-5-89,0-1 90,1-3-90,-1-3 0,0 1 0,2-3 0,-1 0 0,1 0 90,3-4-90,-2 4 0,2-2 0,-3 6 0,0 3 180,7 0-181,-1 6 1,2 0-90,-1 4 90,-5 1-90,2 1 90,-1 1 0,0 1-90,-2-1 90,0 1-90,-1-1 0,-1 0 90,1-1-90,-2-1 0,3 2 90,-3-3-90,2 2 0,-2-3 90,3 2-90,-1-1-90,4 1 90,-5-3 0,4-1-90,-5-1 90,4-1 0,-2-2 0,2 0-90,8-5 90,-1-2 0,16-15 0,-10 3 0,-5 0 0,0-3-503,-4 1 0,-1-1 458,3-5 0,-1-3 45,0-7 0,-2-1 0,-3 12 0,-2-1 90,2-21 0,-2 1 90,-2 2 134,-2-2 1,-2 2-135,-2 12 90,-1-14-90,-1 33 0,0 1 180,-2 0 89,2 6-359,-5 7 0,2 16 0,-1 4 0,4 30-90,1-14-719,1-7 0,1 1 674,1 0 0,0 1-45,0-2 0,1 0-939,0 5 1,1 1 758,0 1 0,1-1-90,-1-1 0,1 0-315,0 2 1,0 0-1,-1-4 1,1-1-675,1 19 1195,-1-4 0,-1 4 0,-2-23 0,0-1 1</inkml:trace>
  <inkml:trace contextRef="#ctx0" brushRef="#br0" timeOffset="-115476.73">30073 11617 9691,'-11'-18'3276,"0"2"0,6 8-2272,1 1 975,0 0-450,0 3-1259,2 9 0,1 3-90,3 12 90,2 4-1,3 23-588,-2-20 1,2 1 453,0 16 0,1 1-90,-1-7 0,2 2 45,-2-2 0,1 2 0,-1-3-45,0-4 0,0-1 0,2 10 0,0-1 0,-3-13 0,-1-2 45,3 16-90,-3-16 0,-1 0 90,2 7-90,-2-3 0,-1-5 90,0 1-90,-2-10 0,-1 6 0,-1-13 0,-3 3 817,0-8-817,-1-2-90,-5-7 0,-3-3 90,-6-7-90,-11-9 0,6 4 45,-4-2 0,-1 1 45,-2 0-45,2 2 0,-3 2 0,4 9 0,1 2 45,-21-2 0,7 14 0,3 7 0,7 4-45,4 7 0,6 2 45,12-4-220,2 12 220,10-10 0,4 0-90,11 14 0,-1-10-225,13 0 0,4-2 45,2-4-745,4-3 1,2-3 475,-5-11 179,-12-3 0,0 0-989,10-5 0,0-2-594,-1-3 1943,-2-3 0,5-6 0,-2-3 0</inkml:trace>
  <inkml:trace contextRef="#ctx0" brushRef="#br0" timeOffset="-115071.73">30408 11940 5734,'2'-19'3276,"-1"2"0,1 3-474,-1 3-1902,1 1 1798,1-1-1708,1 5-630,3 3-1,1 7-89,1 5 270,8 17-360,-4-4-1696,1 2 0,-1 1 1695,2 8-89,4 10-1322,-1 1 1322,-4-11-314,4 8 224,-5-14 90,-2-3 0,0-4-90,-2-3 90,-2-4 2402,-1-3-2402,-1-3 2115,0-2-2205,1-5 691,-1-9-691,0-2 0,0-13 0,-1-3 90,-1-8-785,2 4 1,-1-2 694,-1-9 0,2-3 0,-2 15 0,0-1 0,-1 4 0,0 0 0,0-4 0,1 2 0,-1-17 0,2 9-90,-1 4 62,0 5-62,0 2-90,-1 6 0,1 3-90,-1 3 1,1 3-181,0 2-90,1 4-1584,3 6 775,-3 3 1357,3 8 0,-4 3 0,-1 2 1</inkml:trace>
  <inkml:trace contextRef="#ctx0" brushRef="#br0" timeOffset="-114642.73">29754 13302 11131,'4'-18'3276,"5"0"-76,20-5-2391,12-3-1561,-11 9 0,5-1 0,1 0 1081,4 0 1,1 1 0,1-1-754,3-1 0,1 0 0,0 1 544,0 0 0,-1 1 0,-1 2-30,-9 3 0,-2 1 0,2-1 89,9-3 1,3-1 0,-2 1-120,-13 4 0,-1 0 0,1 0 0,8-2 0,1-1 0,-3 1-15,-3 1 0,1 0 45,4-1 0,5-1 0,-5 1 248,-9 2 0,0 1-338,5-1 0,3-1 0,-10 3-90,-8 3-90,2 0 0,-13 3-90,-3 0-1009,-1 1-161,-11 10 91,-5-1 0,-11 10 1833,-3-2 0,-8 5 0,-3 2 0</inkml:trace>
  <inkml:trace contextRef="#ctx0" brushRef="#br0" timeOffset="-114121.73">30399 13328 7173,'3'15'3276,"1"2"0,0 6 0,1 1-4212,1 10 1565,0-1 1,0 0-90,1 3-1,1 0-179,1 1 0,1 1-90,-2 0-1,2 0 1,-2-1-90,1 2 0,-1-1-90,0-1 90,-1-2 0,2 10 0,-4-14-180,2 5 861,-4-7-771,-1-13-90,-1 5 401,-1-15-311,-1 0 0,-2-3-90,-4-6 1000,-3-3-910,-13-17-90,5 5-613,-11-11 613,7 7 0,-14-9 0,8 7 0,3 6 0,-1 2 0,-4-1 0,-9 0 0,13 10 0,2 4 0,4 3 0,-7 5 0,6 3 0,-6 6 0,7 3 0,2 3 90,3 3-90,2 1 0,4-1 0,3 10 0,7-5 0,3 8-180,12 5 90,-1-10-449,9 4 360,-1-14-1,1-3-90,4-3-90,1-4 0,2-3-89,-2-4-811,2-6 1,1-3-180,6-2 764,-5-1 1,-1-1 674,0-6 0,4-6 0,1-2 0</inkml:trace>
  <inkml:trace contextRef="#ctx0" brushRef="#br0" timeOffset="-113822.73">30810 13434 17877,'10'43'1574,"1"1"0,2 2-2331,-4-1 0,-2-1 937,0-9 557,1 0-557,-1-5 0,0 0-90,3 6-90,1-1 0,2-3-90,-2-9-877,18 16-1102,-14-29 2069,12 0 0,-15-12 0,0-5 0</inkml:trace>
  <inkml:trace contextRef="#ctx0" brushRef="#br0" timeOffset="-113643.73">30764 13641 14549,'5'-28'1394,"15"0"0,8 1-1349,0 6 0,2 1-874,-4 1 0,3-2 0,1 1 439,11-3 0,4 0 1,-4 1-286,-3 1 0,1 1 45,-2 1 1,4-2-1,1 1 1,-6 2 429,3-2 0,-2 2 0,-4 2 0,1 0 1,-2 0-1,-2 2 0,0 0 0</inkml:trace>
  <inkml:trace contextRef="#ctx0" brushRef="#br0" timeOffset="-112662.73">32472 11440 13469,'14'11'1638,"2"19"0,-1 7-443,-7-12 1,0 3-1746,6 17 0,0 4 820,-4-1 0,-1-3-466,-2-12 0,-1-1 286,1 8 0,0 1-709,-1-7 0,-1-3 664,0-4 0,-1 0 89,4 19 1,1 2-135,-2-12 0,0-2 0,1 6 0,-1-3-45,-1-10 0,-1-3-463,6 22 418,-4-15-180,-1-6 0,-1-1 0,-2-5-272,1 10-88,-5-18-14,0 1-705,-1-4 2253,0-2-904,-2-1 0,0 0 0,0-1 0</inkml:trace>
  <inkml:trace contextRef="#ctx0" brushRef="#br0" timeOffset="-112256.73">32416 12353 8072,'-11'-16'3276,"2"3"0,4 6-2092,2 2 2092,0 0-1875,11 15-1131,11 17-90,3 1 0,0 0 0,1 0-3457,1-3 3264,-6-6 1,0 0 12,0-4-23,4 0-67,-6-4 0,3-2 90,-6-4-90,0-3 0,3-2 90,-3-3-90,4-3 3366,-5-3-3261,8-13-15,-6 2-28,0-6 0,0-5 73,-5 0 0,-1 0 0,1 0 0,0-1 0,-2-6 0,-1 2-784,-2 3 739,0-8 90,-2 11 0,0 4-90,-1 3-180,0 5-269,-1 9 449,0 0 0,-2 15 0,-1 2 0</inkml:trace>
  <inkml:trace contextRef="#ctx0" brushRef="#br0" timeOffset="9454.27">20042 9382 6633,'-14'5'3276,"1"2"-1245,4-1-1221,-6 6-181,0 2 1,-4 5-1607,0 1 1,-1 2 1201,4-2 0,-1 0-45,-6 7 0,1 0-38,7-7 1,0 1 262,-9 14 0,0 0-270,9-12 0,0-1-585,-8 14 0,1-2 630,2 2 0,1-2-325,4-2 1,0 1 324,-4 10 0,1-2 0,1 0-1,3-1-134,5-15 0,0 0 135,-3 9 903,3-3 1,0 0-994,-4 10-46,5-10 1,0 0 45,0 1 0,1 1 0,1-2-316,1-3 226,0-2 90,1-5 1238,1-1-1238,0 5 910,1-6-910,-1 10 797,1-14-887,1 2 579,-1-7-579,2 3-90,-1 0-90,0-2-180,0-2 1,1-2-361,0-2-1169,-1 2 1889,1-3 0,-1-1 0,1-1 0</inkml:trace>
  <inkml:trace contextRef="#ctx0" brushRef="#br0" timeOffset="9640.27">19402 10588 12750,'-4'20'1619,"1"6"-1529,2-9-810,2 13-539,0-11 90,2 5-1530,0-10 2699,0-1 0,0-3 0,0-2 0</inkml:trace>
  <inkml:trace contextRef="#ctx0" brushRef="#br0" timeOffset="25504.27">28974 8651 19946,'6'10'359,"-1"-2"-269,1-8-90,-1-1 0,1 0 0,0 0 90,1 0-90,10-2 0,6-2 0,6-1 0,4-2 90,15-3-1777,-10 1 1687,-12 4 0,-1 0 0,12-5-453,0 2 1,0-1 452,11-3 0,-11 4 0,-1 0 0,0-1 0,12-1 0,-11 2-601,11-2 691,-16 4 398,-5 1 1,0-1-489,5 1 520,5-1 0,1-1 20,-7 3-271,14-4 1,-29 5 495,-17 2-765,-4 1 502,-4 1-413,0 1-89,1 0 0,-2 0 0,-2 1 0,-8 1 0,1 1 0,-5 1 0,-2 0 0,-6 2-160,7-1 1,-1 0 159,1 0 0,1 0 0,-14 2 0,4 0 0,-1 1 0,-7 0 0,7 0 0,-1 1 0,-5 1-266,13-4 1,0 1 265,-8 2 0,10-3 0,-1 1 0,-12 3-45,-2 0 0,0 0 45,-2 1-457,9-3 0,1 0 367,-3 2 1,0-1-91,0 1 180,0-2-90,1 1 0,2-2 0,0 1 0,4-1 90,3-1-90,4-1-525,-1 0 615,8-2 169,-1 0-259,7-2-70,0 0-110,0 1 663,1-1-2102,3 0 1887,8-1-3455,18-1 1517,-2-1 1760,13-1 0,-2-2 0,3-1 0</inkml:trace>
  <inkml:trace contextRef="#ctx0" brushRef="#br0" timeOffset="31971.27">11624 8636 5734,'-25'-14'3276,"1"2"0,7 8-1913,0 2-553,-2 2-91,-5 3-179,-1 3 0,-4 3-91,1 4-89,0 3-838,-9 12 837,6 2-899,13-12 0,1 1 810,-7 15-136,11-11 1,1 1 45,-6 20-90,6-17 0,2 0-287,-3 17 377,1-2 0,5-2-90,2 3-751,2 1 706,3-14 0,2 1-261,0-4 0,1 2 261,0 3 0,1 1 0,2-1 0,1 1-162,-1-2 1,2-1 161,1 4 0,1 2-15,4 3 0,2 2 0,1 0 0,1 0 0,1-1 0,0 0 0,-1-1 0,-1 1 0,1-3-30,-2-5 0,0-2 0,-1-4 0,-2-2 0,-2-3-234,10 18 234,3 4 326,-7-10-326,-3-5 90,-3-3 821,-3-1-821,-1-3 0,-4-1 1745,-2-1-1745,-6 13 0,-3-7-90,-6 13 90,-2-11 98,-4 0-98,-2-2-90,-2-1 105,-9 3-105,8-7 0,-4 0-90,12-11 35,-2-2-35,7-4 0,-3-3 0,7-2 659,1-1-659,-1-3 606,4 0-606,-1-2 0,4 2 90,0 0-90,2 0 0,1 0 90,0 0-90,2 0 90,0 0 0,1 0 0,1 2 0,0 0 0,1 3 90,1 1 0,0 2 0,1 5 0,3 6 0,0 7 0,-1 7 0,0 6 0,0 11 0,-2 4-1142,-2-15 1,0 1 0,0 0 1051,-2 1 0,0 1 0,-1-2 45,0 10 0,0-2-280,0-14 0,-1 1 235,1 5 0,1 3 0,-1-4 45,1-7 0,-1-2-567,3 15 0,0-2 612,2-4-90,1-5-41,5 5 41,-3-11-180,3 2 90,-3-14 1941,3-3-2300,0-6-91,7-7-180,0-4-629,0-7 0,1-3 0,10-11 1178,-10 7 0,-2-2 0,4-16 0,-5 1 0</inkml:trace>
  <inkml:trace contextRef="#ctx0" brushRef="#br0" timeOffset="32936.25">9736 9836 8972,'-4'27'3276,"1"6"-2055,2-3-591,1-2 0,-1 1-2107,1 16 1702,0-15 0,0 2 135,0-1 0,-1 0-91,1 16-134,-1-16 0,0-1 135,0 11-90,-1-1 0,0-3 0,1-1-90,0-5 713,0-4-623,1-1-90,0-9 329,-1 1-329,1-9 0,0-1-809,1-3 1152,2-33-613,-1 7 90,0-4 0,-1-2-384,1-11 294,-1-3 90,0-1-45,1 11 0,-1-1 135,1-15-45,0 17 0,0-2 45,-1 3 0,1 0 0,2-14 90,-2 9 0,1 1-90,1-1 180,0-6 90,0 15-180,-2 9 90,0-2 90,0 7 0,-1 4 359,0 0 25,4 15-474,-1 0 0,10 21-90,-4-7 0,6 9 0,-3-8 0,3 0 0,1-2-90,2 0-842,1 0 932,2-3-90,-1 1-116,11 3 206,-9-5-90,8 3 90,-12-9-90,-3-1 90,1 1 0,-5-3 0,1 1 0,-7-3 0,-1 0 0,-1 7 902,-2-3-902,-2 8-90,-2-4 415,-5 8-415,-2 1 90,-3 5-90,-2-1 0,-9 14-90,3-10-90,-7 9-269,-2-3 89,9-11-90,-5 5-90,13-16-269,2-3-540,4-4-1,1-2 1350,3-2 0,1-3 0,1 0 0</inkml:trace>
  <inkml:trace contextRef="#ctx0" brushRef="#br0" timeOffset="33452.25">10201 9836 13199,'13'10'3276,"-6"-3"-255,13 33-3893,-8-8 1142,0 2 0,0 2-90,4 11-60,-5-14 0,1 4 0,-1-3-646,-3-8 0,0-1 615,3 9 1,0 0 0,1 3 0,-1-6 0,-2-4 90,2 5-90,-4-11 385,1 1-385,-5-11-90,0-2 90,0-2 423,-2-1-423,0-1 1153,-5-7-1243,-1-4 0,-14-24-90,1-10-1117,4 11 0,1-2 1207,1 4 0,1-2-45,-4-12 0,1-2 45,3 12 0,0-1 0,0-7 0,0-2-153,4 6 1,1 1 152,5 2 0,1 0 0,0 2 0,2 0 0,7-12 0,2 2 0,3-1 0,-2 10 0,2 2 0,3 3 90,16-8-90,-13 17 0,10-4 90,-18 19 0,4 16-270,-10 16 0,-6 10-517,-2-3 0,-4 5 0,0 3 0,0-4-285,1 0 0,1-2 0,-2 2 644,-2-1 1,-2 4 0,-1-4 0,2-7 337,-6 9 0,-5 0 0,-3-2 0</inkml:trace>
  <inkml:trace contextRef="#ctx0" brushRef="#br0" timeOffset="49495.27">29921 15292 5734,'38'-14'1638,"-13"4"0,2 0 0,-3 0 0,2-1-3259,6-2 1,2-1 2114,0 1 1,1 0-135,6-4 0,1 1-1,-5 3 1,1 0-90,5-3 0,0 1 0,2 1 0,0 1-46,0-2 1,0 0-669,1 1 0,0 0 624,-1 0 0,-2 1 0,-6 1 0,0 0-45,8-1 0,0 0-45,-6 1 0,-1-1 44,4 0 1,4-1-56,-11 4 1,3-2-1,0 0 1,-4 2-35,4-2 0,-1 1 22,0 0 1,4-2-1,-1 1 1,-8 2 22,3 0-150,-5 1 0,-4 1 60,-7 3 1394,-1 0-1214,-5 1 1839,-3 1-3638,-1 1 3303,-12 6-1684,-18 7 0,-8 0 0,-16 10 0,5-4 0,0-1 0</inkml:trace>
  <inkml:trace contextRef="#ctx0" brushRef="#br0" timeOffset="49896.27">30140 15452 18057,'-32'17'1709,"16"-9"-1619,5-1 180,50-26-181,-14 8 1,3 0-843,13-9 1,5-2 842,-8 7 0,1-1 0,-1 0-649,-7 3 0,-1 0 0,1 0 589,11-3 0,2-1 0,-3 1-1106,4-2 0,-2 2 1121,2 0 0,-1 0-1,-2 2 1,2-1-287,-8 5 1,2-1 0,-2 1 286,6-2 0,0 1-15,-5 1 0,1 1 0,-3 0-30,-1-1 0,-3 2-394,-2 2 1,-1 0 393,16-6 90,-6 5 457,8-2-547,-11 3 1153,5-1-1153,-17 3 1088,-5 1-1178,5-1 90,-10 2 2615,3 0-2975,-8 1 1056,0 0-1506,-1 2-871,-2 1 332,-7 3 1349,-3 2 0,-4 0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3T09:48:26.29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16323 3271 5734,'13'-14'3276,"0"1"0,-5 8-1823,0 1-553,-1 3-91,3 3-179,0 3-90,4 7 359,7 15-449,-4 0-516,-1 6 0,-1 4 290,-6-2 1,0 0-1299,3 10 0,-1 1 1119,-3-5 0,-2-2 45,-1-7 0,-1 0 0,1 2 0,-1 0-46,1-1 1,-1 2 0,2 4 0,-1 1-1184,0-5 0,-1 0 1184,0-3 0,-1-2 0,1-4 0,-1-1-294,2 6 0,-1 0 294,1-4 0,-1 0 0,2 4 0,-1 0-45,5 18 90,-1-7-90,2-5 90,0-2 52,3-1-142,0-3 90,11 6-90,-4-12 90,15 6-90,-14-19 0,5-2 0,-9-9 1377,-2-3-1377,2-1-90,1-6 0,2-4 0,-2-4 0,-1-3 90,4-6 2784,7-15-2874,-19 13 1217,-10 0-1217,-2 4 90,-7 4 347,-7 9-167,-25 17-1,11 1-583,7 2 0,0 4 494,2 9 0,2 3 0,7-3 0,2 2 0,-4 14-98,6-5 1,1 8 0,2 3 74,4 0 1,2 4-1,0 1 1,0-3-700,-2 1 1,-1-3-1,2 3 632,1-3 0,2 4 0,0-3 0,0-10 0,1 8 90,0-1-1119,-1 0 1029,0 0 0,-1 1 90,-2-1-90,-3-1 0,-1-12 0,-1 0 90,-5 14-135,1-8 0,-1-2 45,-7 10-225,3-12 0,-1 0-225,-7 7 90,8-16 1,-1-2-1081,-7 5 91,-2-2-155,-3-2 1504,-1-4 0,-8-1 0,-2-3 0</inkml:trace>
  <inkml:trace contextRef="#ctx0" brushRef="#br0" timeOffset="77745">26732 14979 9152,'-17'-2'3276,"-1"2"0,-1 6-2273,-3 5-989,-4 5 616,-8 14-732,4 2 327,14-12 0,-1 1-1,2 1 1,1 3 270,0 11 0,1 0-360,3-9 0,1 0-45,1 8 0,2-1 449,6 0-360,8 12-179,2-12-884,7 9 794,-1-17-90,5-3-135,2-6 1,3-3-46,8 3 135,-6-5 0,2-3-1124,19-5 0,-9-4 44,-7-4 1,-1-1 1304,7-5 0,-13 1 0,0-1 0,12-7 0</inkml:trace>
  <inkml:trace contextRef="#ctx0" brushRef="#br0" timeOffset="78006">27180 15235 8792,'-10'-13'3276,"1"3"-76,1 8-2390,1 3-91,0 2-179,-2 4 0,0 1-90,-3 6-91,0 3 1,0 1 180,-3 13-90,5-1-360,0 1 89,5-4 1,3-11-90,2 1-90,2-2 0,1 1-180,2-2-89,1-2-631,8 2 90,-2-5-1888,12-1 2698,4-11 0,4-6 0,5-6 0</inkml:trace>
  <inkml:trace contextRef="#ctx0" brushRef="#br0" timeOffset="78750">27464 14996 10861,'-10'-6'3276,"3"2"0,-1 15-2632,4 1-195,-3 8 1,2 3 180,-1 17-360,4-7-414,1 11 324,4-13 102,0 1 77,7 11-269,-3-12-592,5 7 592,-3-14-1,0-5-89,1-1 90,4 0-180,-2-7 1,3 0-1,-3-6-90,-1-3 293,0-1-293,2-3-90,1-1 0,1-2 90,3-5-89,-1-2-361,9-15 540,-11 9-270,5-16 270,-13 18 702,-1-5-702,-3 8 90,-2-3 0,-1 5 90,-1-2 89,-3 3-89,1 5 180,-3-1-90,0 6 90,-1 4-180,0 1 180,-2 9-180,4-3 0,1 5 0,3-4-90,2 1 90,2 0-90,1 2 0,3-1-90,1-1 0,3-1 0,1-2-90,2 0 0,0-3 90,3-1-90,0-2 90,2-2-180,13-5 180,-7-1-90,8-3 90,-12-1-89,5-6 89,-8 2 0,12-14 180,-17 12 90,4-9-91,-12 14 271,0-4 90,-4 6 0,-1-2 89,-3 6-449,-2 3 180,-1 4-180,2 3 180,2 2-180,1-1 0,1 2-90,1-1 90,1-2-90,1 0 90,1-1-90,1 0 0,0-1-180,0 0 0,0-2-90,1 0 0,-1-1-179,2 0-1,-2 0-90,1-1-179,-2 1-2558,5-3 3084,-2 1 0,2-2 1,-1 0-1</inkml:trace>
  <inkml:trace contextRef="#ctx0" brushRef="#br0" timeOffset="79008">28186 15264 11580,'21'1'3276,"-3"0"-2054,-10 3-503,-2 1-89,1 1-90,-2 1-91,0 3 1,0-1-90,-3 3-90,1-2 0,-3-1 0,0 0-91,0-1 181,-2 2-90,1-4 180,-1 1-450,0-11 0,1 1-90,2-7-270,6-8 90,-2 4-90,7-11-2338,12-13 0,1 4 2585,-9 13 1,0 2 0,15-10 0,-7 10 0</inkml:trace>
  <inkml:trace contextRef="#ctx0" brushRef="#br0" timeOffset="79467">28719 15031 8882,'17'-17'3276,"6"-7"0,-7 8-2554,7-6-92,-4 3-91,-2 0 181,2-5 0,0-1-451,1-3-89,-3 3 1,0 0 268,-3-7-269,-5 11 272,0-14 87,-11 5-449,-1 6 90,-4-2 0,0 15 180,-7-3-270,5 7 180,-12 5-180,12 8 279,-6 7-279,4 21 0,3-5 0,-1 20-45,7-20 0,0 0-565,1 18 550,1-12 0,1 4 0,0-3-645,0-6 0,1-1 615,0 17 0,0 0-45,-1-12 0,0-2-135,1 2 0,-1 1 90,-1-1 0,0 0-90,1-2 0,-1-3-270,-2 11-89,0-2-91,-3-3-719,-1-3-488,-3-3 488,0-3 1349,-2-7 0,1-1 0,-1-6 0</inkml:trace>
  <inkml:trace contextRef="#ctx0" brushRef="#br0" timeOffset="80119">28809 15260 5734,'19'-25'3238,"2"-1"-1600,5-4 0,2-1-1790,2-2 826,2-3 1,-1 1-135,-9 10-90,4-9-1,-9 11 832,2-6-831,-7 9-90,2-3 89,-8 12 211,-2 3-30,0 0 629,-1 2-1169,-2 11 1028,0 4-1028,-1 8 0,0 2 90,2-3 24,-1 2-114,2 0-90,-1-1 89,1 0 1,1 0-90,1-2 90,0-2-90,0-2 90,3 0-180,-2-4 0,7 0 0,-2-6 90,1-1-89,-2-3 89,-2 0-90,5-5 90,-1 2-90,1-1 90,-2 2 0,-4 2 0,4 1 0,0 2-90,0 1 90,1 1 0,-2 1 0,-1-1-90,1 0-180,-1 1 90,4-1-90,-2-1-180,2-1 181,1-1-91,0-3 90,1-1 90,-1-1 0,-4 0 90,0-2-270,5-3 270,-6 3 0,4-2 1,-3 3 178,0 1 91,1 1-180,3 5 90,-5 2 0,4 5 0,-4 0-90,5 6 0,-4-4-90,2 4-180,-4-6-179,-2 0-91,0-1-809,0 0 0,-1-1 89,0 0 1260,-2-2 0,1 1 0,-1-2 0</inkml:trace>
  <inkml:trace contextRef="#ctx0" brushRef="#br0" timeOffset="80300">29628 14828 5734,'21'-12'0</inkml:trace>
  <inkml:trace contextRef="#ctx0" brushRef="#br0" timeOffset="80819">29939 14801 11041,'1'-13'3276,"-2"3"0,-5 8-1283,-12 7-1633,5 1-91,-11 8 271,2 10-270,5-4-90,-3 8 0,10-11-90,3 0 90,3-3-90,2-1 0,2-1-1,1-2-89,2 0 90,1-2-90,1 0 0,2-1-90,0-2 90,2 0-89,1-4-1,0 1-90,3-4-180,9-7 180,-2-3-270,13-19 180,-14 7-277,2-12 188,-7-7 269,-5 9 0,-4 3 0,-1 0-472,-2-6 562,-1 11 0,-1 1 0,-3-10 90,-1 1 89,-5-15-89,1 14 45,1 8 0,0 2 45,-2-1 18,-3-5-108,6 18 90,0 1 179,3 7 168,-1 3-347,0 7 568,1 2-658,0 5 176,4 3-86,1 22-90,1-4-480,-1-8 1,1 0 209,2 12-90,-1 0-180,1-1-90,1 0-1618,4 12 808,-3-15 1305,5 13 1,-5-27 0,1 1-1</inkml:trace>
  <inkml:trace contextRef="#ctx0" brushRef="#br0" timeOffset="81083">30132 14211 7623,'11'-18'3276,"1"2"0,-2 9-474,2 3-1812,2 4-271,6 5 1,3 6-180,13 14-885,-5 2 570,-14-9 0,0 1 135,6 15-90,-6 1 0,-5 2 0,-5 4-91,-4 3-89,-3-14 0,-2 4-210,-4 7 0,-3 5 1,-4 2-701,-3-7 1,-2 3 0,-2-1 0,1-1-1,4-2 1,0-1 0,0-1 0,-3 0 669,-5 0 1,-3 0 0,-1-3 0,3-6 0,-3-2 0,0-4 0,-5 4-1,0 0 1</inkml:trace>
  <inkml:trace contextRef="#ctx0" brushRef="#br0" timeOffset="84648">21584 9173 20305,'10'-20'-3277,"0"1"0,-2 2 2725,-1 2 912,-2 2 0,1-1 90,-1 2-90,-1 0 89,-1 1 1,0 1 0,-2 1-90,1-1 89,-2 2-89,0 0-90,0 1 0,-2 0 0,1 1 0,-3 0-91,0 1 1,-2 1-90,0 2 90,-1 2-90,-3 2 0,-1 2 0,-7 6 0,0 3 90,-10 17-180,7-5 90,-3 10 0,10-7-90,-2 16 90,6-8-1097,2 12 1007,5-14 90,6 15-90,1-12 0,2-6 0,1 0 90,4 3-90,5 11-646,3-3 736,-6-10-90,-2-5 0,0-1 0,-1 4 0,2 7 0,-8-12 90,-1-4-90,-3 0 0,-2 2 0,-9 14 0,-2-6-1259,-6 8 1169,1-13-196,-10 8 106,4-10 90,-6 5-90,9-12 551,2-4-641,-2 1 90,7-6-90,-4 0 1419,11-5-1419,-2 0 869,4-3-599,9 2 0,-1 0 90,8 2-90,1 7 0,-1 2 90,5 8-90,-1 2 90,-1 4-90,5 17-2398,-4-8 2398,-6-11 0,0-1 0,3 12-285,0-1 0,0 0 285,2 10 0,-2-11 0,-1-2 90,0-1-90,0-4 0,4 5-90,-4-10-90,2 3-3097,13-3 2831,-13-12 1,13 4-1,-18-14 1</inkml:trace>
  <inkml:trace contextRef="#ctx0" brushRef="#br0" timeOffset="85061">20439 9869 18866,'-22'-14'-2698,"7"4"2788,2 2 0,9 6-90,-2 0 90,0 6 0,1 0-90,-2 8 90,2 5-90,-3 6 89,0 6 1,0 5-1147,1 2 1102,2-10 0,0 2 0,0 4 0,-1 0-45,1-3 0,1-1 45,-2 5 0,1-2-135,1-2-269,-1 10-1,4-22-360,-2 7 180,2-13-89,1 1 629,-1-7 0,1-2 0,0-2 0</inkml:trace>
  <inkml:trace contextRef="#ctx0" brushRef="#br0" timeOffset="85420">20334 10039 5734,'3'-26'3276,"0"8"-76,0-8-2390,-1 14-181,-1-2-89,0 6-90,0 2 359,0 0 181,0 2-721,7 8-89,-3 0-90,6 9 0,-5-2 0,2 1 0,0 2 90,10 11-90,-4-6 0,6 9 0,8 5 0,-12-15 0,15 16-90,-19-22 90,7 7-90,-9-8 90,1 2-90,-6-5 180,1 10-90,-4-7-90,0 9 89,-5-8-89,-2 0 90,-7 12-90,0-5-554,-6 9 554,2-8-180,0 1-90,0-1-90,0-1-179,2 0-1,0-3-809,3-1 90,1-4 1259,-2 3 0,4-5 0,-1 2 0</inkml:trace>
  <inkml:trace contextRef="#ctx0" brushRef="#br0" timeOffset="85760">20678 9953 16078,'14'15'1079,"-2"2"-809,-5 5-90,0 3 270,4 21-270,-2-9-812,-4-12 1,1 0 721,1 7 0,1 2-90,-1-4 140,-1-2-230,0-5-179,-1-4-451,1 3 270,-1-9-359,0 3-451,-2-9-89,-1-3 1349,1-1 0,-1-2 0,-1 0 0</inkml:trace>
  <inkml:trace contextRef="#ctx0" brushRef="#br0" timeOffset="85989">20721 9953 5734,'2'-27'3276,"1"6"0,5-8-1553,1 9-824,4-2 541,8-2-901,-4 9 1,4 0 180,-3 10-361,-5 5-89,3 3 0,-5 5-90,-1 2 0,-2 4 0,-3 3 0,-2 2-180,-4 7-90,-3 2-1391,-4 8 1301,0-12 0,-2 0-135,0 1 0,-2 0-360,0 2 1,-1-1 2312,0-3 0,-1 0 0,-2-2 0,-1-1-1024,-10 8 1,8-11-1,-1-1 1,-13 4-1</inkml:trace>
  <inkml:trace contextRef="#ctx0" brushRef="#br0" timeOffset="93410">10780 1510 11760,'15'-21'3276,"14"-8"-2234,12 2-2681,-8 7 1,3 0 1269,-4 2 0,1 1 519,-3 3 0,1-1 0,0 1-403,11-3 0,0 0 433,2 0 0,0 0-60,-10 6 0,0 0 0,0 0 15,5-1 0,0-1 0,7 0 0,0 0-46,-1 0 1,-1 0 0,-5 2 0,0 0 19,4-1 1,-1 0-20,-10 4 0,-1 0 0,13-5 0,-1 1-135,-13 5 0,-2-1-135,9-2 0,-1 1-325,2-2-215,-9 4-629,-6 2 0,-5 2 1741,-6 0-392,-2 1 0,-5 0 0,-1 0 0</inkml:trace>
  <inkml:trace contextRef="#ctx0" brushRef="#br0" timeOffset="93637">12043 924 5734,'27'-8'3276,"16"-1"-526,-11 5-1761,-6 3 1,1 2-270,2 3 449,16 10-719,-22-1-285,2 6 195,-15-4 70,-5 2 110,-13 31-630,-8-3-707,4-13 1,-2 1 391,1-9 0,0-2-944,-10 13 90,3-6-238,0-4 1497,4-5 0,1-4 0,2-4 0</inkml:trace>
  <inkml:trace contextRef="#ctx0" brushRef="#br0" timeOffset="94374">12967 798 10861,'0'-13'3276,"1"2"0,3 12-1733,3 15-1273,1 3 45,2 16 0,0 1-225,1 2-530,0 1 1,1-1 439,-4-10-16,5 11-1963,-4-10 1349,-6-10 91,-6-10 269,-4-15 0,-11-25 180,8 6 90,-3-13 0,5 8 177,2 0-87,2-1 90,3 1-167,4-13 167,2 12 0,5-10 90,1 17-90,1 2 0,1 4-1,0 3 1,-1 4-90,-2 3 90,-1 3-90,-2 1 695,1 3-695,-3 1 459,0 1-189,0 17-270,-3-4 0,-4 19 0,-2-13 0,-3 12-90,4-12 90,-1 4-90,4-9 0,2-1 90,1 0-90,4-2 0,1 1 0,6-1 0,4 0 90,18 4-90,-9-5 0,12 2 0,-7-3 0,-9-2 0,2 0 0,-11-2-90,1 5 0,-6-3 90,-1 4-90,-6-3 0,-3 0-90,-3 2 90,-4 5-90,-3 1-360,-13 11 181,5-7-91,-7 5-90,8-11 540,-10 7 0,15-12 0,-7 5 0</inkml:trace>
  <inkml:trace contextRef="#ctx0" brushRef="#br0" timeOffset="94978">13681 834 7982,'-18'3'3276,"3"0"-1245,2 5-1401,2-1-90,0 2-91,2-2 1,2 0 450,-2 4 269,4-5-1079,9-1 90,21-18-90,1 2-90,15-11 90,-15 10-90,-4 1 0,8 5 0,-17 5 90,12 4-90,-14 2 0,3 3 0,-3-1 0,0 1 0,0 0 0,0 0 90,-1-2-90,0-1 90,5 0-90,-4-3 90,10-2-90,-7-4 90,19-13-90,-14 2 0,15-21 0,-17 6 0,-3-1 0,-7 4 0,-8-5 0,-3-2 89,-3-9 271,-2-2 0,0 1-180,-2 11 180,1 5-360,7 27 180,3 13-180,1 4 90,6 24 0,0-11-366,0 1 1,1 1 185,1 4-135,0-3 1,0-1-226,1 4-540,-1-6 1,0 0-360,-1 0 1349,3 13 0,-7-26 0,0 3 0</inkml:trace>
  <inkml:trace contextRef="#ctx0" brushRef="#br0" timeOffset="95379">14013 707 7713,'22'-10'3276,"0"1"-2055,0 4-591,2-1-91,6 1 1,0-1 90,14-4-450,-10 3-180,-4 0 0,0-1-1495,4-1 1135,12-4 0,-18 4 0,0-2-89,-5 2 291,-1-3-202,-5 1 0,0-2 180,-4 2 90,-4 0 90,-1 1 0,-2 2 270,-2-3 180,-2 4-180,-4-2 933,-1 6-664,-7 1-359,2 3 270,-10 7-270,6 0 0,-7 8 0,6-1-90,-1 5 0,2 0 0,3-1 0,2 0-1,3-1 1,3 0-90,1 0 90,3-1-90,2-1-180,2-2-89,3-1-1,2-2-720,9 0-269,-3-5 90,8-1 513,10-8 1,-1-4-1,-11 2 1,1-1 0</inkml:trace>
  <inkml:trace contextRef="#ctx0" brushRef="#br0" timeOffset="95723">14854 445 6183,'0'-14'3276,"1"2"0,0 6 0,0 1-1410,4 35-1596,-2-15-46,2 14 1,0 2-962,0-4 827,3 10 360,0-3-360,-4-16 491,2 7-311,-3-18 90,0 0-360,1-9 180,3-4-90,1-4 0,5-7-90,-3 5 89,7-8-89,-6 9 696,4-2-696,-5 7 0,1 1 0,-2 3 0,1 1 0,-1 1 0,0 3 0,0 1-90,1 4-90,-1 3-90,2 5-179,-3 2-1530,2 17 630,-5-8-734,0 12 2083,-5-9 0,-3 10 0,-2 2 0</inkml:trace>
  <inkml:trace contextRef="#ctx0" brushRef="#br0" timeOffset="96200">11181 2027 7263,'33'18'1638,"-11"-6"0,5 0-546,3 0 0,4 0 0,3-1-1335,6 3 0,4-1 0,2 0 512,-4-1 1,4 0 0,0 0 0,-2-2-706,-4-1 1,-2-1 0,0 0 0,0-1 555,7 2 0,0-1 0,-4-1-1,-9-3 1,-2 0 0,0 0 163,10 1 1,-2-1-149,-3-1 0,-1-1-45,5 0 0,-1-1 0,-2-2 0,-1 0 0,4 0 0,-1-1-625,-4-1 0,0 0 445,-5-1 0,0 0-90,-6 1 0,-1-1 334,4-1 1,1-1-1145,3-2 1,-2 0 314,-3 1 1,-2 0 44,1-1 0,-3-1 630,-3-3 0,-6 0 0,-3 1 0</inkml:trace>
  <inkml:trace contextRef="#ctx0" brushRef="#br0" timeOffset="96413">12729 1905 5734,'34'5'3276,"0"0"-1335,0 2-2440,-1 3 1398,-2 1-269,-2 4 0,-3 3 44,-8 4 1,-3 3-315,2 10-315,-5-7 0,-3 0-135,-8 6-540,-3 0-237,-2 1-1652,-7 12 2519,2-12 0,-6 11 0,2-14 0</inkml:trace>
  <inkml:trace contextRef="#ctx0" brushRef="#br0" timeOffset="97651">13651 1807 9332,'-21'-1'3276,"4"4"-166,-3 15-2570,8 1-91,-5 10-89,8-2 0,1 4 0,2 1-90,3 4-46,2-10 1,0 0-396,4 13 305,1-6 1,2-1-1241,5 2 1196,8 8-267,-1-23 1,2-3 176,8 2-90,-1-6 0,0-3-90,5-8 0,5-5 0,-6-4 0,-2-4-180,8-11 181,-10 3-1,4-9 90,-13 7-90,-5 1 90,-3 2-51,-4 3 51,-3 2 292,-1-3-202,-2 7 1078,-2-3-1078,0 7 520,0 2-430,-2 1 62,-1 6-62,1 6 0,0 2 0,3 3 0,3-2 0,2 1-90,2 0 90,1 0-90,2-2 90,1-1-90,1-2 90,1-2-90,-1-2 0,-1-3 90,3-1-90,-3-3-270,10-13 0,-9-1-180,7-21 360,-11 16 90,-2-5-90,-1 13 1,-2 4 89,5-4 0,-2 6 89,11-2-89,-6 6 90,7 2 180,3 6-180,0 2 90,14 10-90,-10-3 0,2 6 0,-11-7 0,-3 1-90,-3-2 90,-1-1 0,-1-1 0,-2-2 449,0 2-539,-3-15 0,1-6 90,-2-6-90,0-2 0,1 10 0,0 0 0,1 1-90,1 0 90,1 1 0,1 1 0,2 1 0,0 1 0,1 2 0,1 0 0,8 4 0,-3 1 0,5 4 0,0 2 90,-3 0-90,7 4 0,4 7 0,-5-2 45,-1 1 0,-2 0-45,-1-1 0,10 7-180,-16-15 90,-1-4-179,0-2-1,-4-4 0,2-3-90,1-4 90,2-5-359,6-17 269,-3 4 90,-5 0 0,-1 0 90,0-9-1064,-1-11 1154,-7 13 90,-1 0 90,-6-14 90,0 12 0,-2-9 90,0 19-90,0 2 101,2 6-11,-1 3 0,1 2 0,1 2-1,1 3 1,-1 1 1505,1 2-1595,-2 5 87,3 1 3,-1 6-90,2 1 0,2 6-90,-1 2 90,3 9-90,0 2 90,2 7-489,1-1 399,-1 1-932,3 0 842,-1 0-90,2-1-1090,5 12 641,-5-13-91,3 7-89,-5-18-631,-3-6-1258,0 0 2693,-3-7 1,0-1-1,-1-7 1</inkml:trace>
  <inkml:trace contextRef="#ctx0" brushRef="#br0" timeOffset="97853">14821 1904 5821,'26'-22'3276,"-5"7"0,-1 6-1280,-4 6-1367,3 3 1,-2 2-180,6 3 0,-1 2-91,3 3 1,-4 4 90,4 6-360,-9-3-900,5 15 181,-14-17-721,1 7 1,-6-13 180,-2-2 1169,1-1 0,-1-3 0,0-1 0</inkml:trace>
  <inkml:trace contextRef="#ctx0" brushRef="#br0" timeOffset="98727">15155 1796 5914,'27'8'3276,"-3"2"0,-4 2-1913,-2 3-553,0 1-181,-2 1-89,-3-1-90,-3 0-90,-2-1 269,-2 4-359,-2-6 360,-2 5-540,-1-8 0,-2-1-180,2-19-90,1-4 90,0-11 90,2 5-90,-1 5 0,1 1 90,1 0-90,0 3 90,1 0-90,0 3 90,4 0 0,-2 3 90,7 0 0,-6 4 0,5 2 0,-3 2 0,2 2 0,0 0 0,1 2 0,0-1 89,6 3-89,-6-4 0,4 2 0,-8-5 0,4 0 0,-3-2 0,2 0 0,6-6 0,-7 0-90,7-4 0,-9 0 0,0 2 90,-3-2-90,1 0 0,-3 0 0,2 1 0,-3 1 0,0 1 90,0 1-180,-1 0 180,1 1-180,1 2 180,3 6-90,0 2 0,1 6 0,-2-3 0,1 2 0,1-1 0,0 2 0,2-1 90,-1-1-180,1 0 0,-1-2 0,1-1-90,-1-2-90,0-2 90,-1-1-89,1-2-1,-1-2 0,2-1 90,1-1 0,-1-3 0,1-1 0,2-7 90,-4 3 90,2-4 0,-5 5 0,-2 1 90,0 1 0,-2 0-90,-1 2 630,0-3-540,3 13 0,-1-4 270,9 19-271,-4-7 271,10 10-180,-8-11 90,4 2-90,-4-6 90,-1-2-90,-1 0 179,3-3-179,-2 0 0,1-3 0,-4 0-90,0-2 0,-2 0 0,-1-2 0,-1 0 0,-2-2 0,-1 1-90,-2-1 0,-2-1-270,-6-5-90,0 4-449,-6-6-541,4 8 1,0 0 1349,4 4 0,6 4 0,0-1 0</inkml:trace>
  <inkml:trace contextRef="#ctx0" brushRef="#br0" timeOffset="99338">16255 1590 13829,'14'10'3276,"2"2"-1785,-2 3-771,4 0-450,0 0 270,1-5-361,-9-6 1,3 0 0,-3-3 90,3-2-180,-2-1 0,3 0 90,0-6-90,-4 3-90,3-3 90,-6 2 0,0 1-90,-1-1 90,0 2-90,-1 0 0,-1 1 0,0 0 90,0 1-90,0 2 0,1 1 0,0 3 0,0 0 0,1 2 0,7 3 0,-2-2 0,6 3 0,-4-4 0,1-2 0,2-1 0,-1-3 0,17-5 90,7-7-90,2-3 0,-15 1 0,-1-1 0,4-7 0,-7 2 0,-1 0 0,2-6 0,3-10 44,-15 11 1,-2 1-45,1-6 0,0-15 0,-11 19 0,-2 8 0,-2-5 0,0 11 0,-2 0 0,-2 18 0,3 0 0,0 13 0,5-1 0,2 16 0,1-3-399,3 14 309,1-10 90,4 4 0,0 1 0,1 5 30,-3-13 0,1 5 0,-2-6-30,-1 1-90,-3-4 0,-1-1-90,-4-7-90,-4 5-89,-3-6-361,-3 0-629,-5 0-1440,-11 4 2789,3-9 0,-8 1 0,8-10 0</inkml:trace>
  <inkml:trace contextRef="#ctx0" brushRef="#br0" timeOffset="114781">26231 3846 7623,'28'-21'3276,"-2"4"0,-8 11-1913,-1 3-463,2 3 449,18 11-809,3 8-1939,-5 3 0,-1 3 1579,-8-3 0,-1 1-45,4 8 0,-3 1 0,-7-6 0,-3 0-46,0 2 1,-1 1 0,0 1 0,-1 0 0,-1 3 0,-1 0 0,0 2 0,-1 0 0,-1 2 0,0 1-45,0 0 0,-1 1 0,0 0 0,1 0 45,-1 1 0,0 1-45,-1 0 0,1 0 0,-1-2 0,0 3 15,0 4 0,0 5 0,0-5-60,-2-5 0,1 1 22,-2-3 1,2 5-1,-1-1 1,-2-7 22,0-6 0,-1-2-45,2 15 0,-1-2 90,1 4 278,-2-2-323,-1-11 0,1 1-45,0 17 2,-1-18 1,1 0 87,0 11-90,-1-3 0,1-1 0,0 10 90,-1-15-90,0 7-379,-1-20 379,0-5 1539,0-1-1719,-1-3 588,1-2-1128,-1 1 720,0-4 0,0 2 0</inkml:trace>
  <inkml:trace contextRef="#ctx0" brushRef="#br0" timeOffset="115037">26772 5457 14189,'13'30'1979,"-1"-1"-1440,-1-2-89,0 2-1907,0 0 1817,2 1-90,0 0-90,1 0 0,-2-4 0,2 0-270,1 7-265,-1-6 1,-1-2-6,-3-6 367,1 1-546,-5-11-181,-1-3-629,-1-1 1559,0-2 1,1-5 0,0-2 0</inkml:trace>
  <inkml:trace contextRef="#ctx0" brushRef="#br0" timeOffset="115288">27097 5274 7353,'5'-14'3276,"-1"3"0,-2 31 0,-4-2-1591,-3 25-1809,0-18 1,-1 1 437,-2 8 1,-1 1-1472,-1 2 1,1-1 1291,-2 1 0,1-2-45,1-8 0,1-2-474,-4 14 564,0-6-525,2-2 165,-1 8 244,3-14-1413,-2 10 0,7-21 2355,-1 1-1006,3-10 0,0-2 0,1-2 0</inkml:trace>
  <inkml:trace contextRef="#ctx0" brushRef="#br0" timeOffset="115821">27447 3376 17517,'6'37'1124,"-1"0"1,1 2-990,-3-6 0,1-1-1672,0 14 1,0-1 1626,-1-13 0,0 0 180,1 11 0,-1-1-225,0-16 0,-1 0-1,4 17 1,0 2-251,-1-11 0,1-2-244,-2-6 1,1 0-263,0 0 0,0-3-637,-2-10 1349,0-6 0,-3-5 0,1-2 0</inkml:trace>
  <inkml:trace contextRef="#ctx0" brushRef="#br0" timeOffset="116100">27314 3416 5734,'29'-36'3276,"4"1"-1638,-6 11 0,3 1 0,-10 8 0,2 1-391,10-2 1,1 2-1519,4 4 811,11 1 179,-2 13-359,-13 3-90,6 8 0,-17 2 442,-2 19-532,-9-5-748,-3 13 658,-11-8-45,-3-11 0,-1 1-45,-2 0 0,-2 1-45,-3 5 0,-1 0-955,-1-2 0,-1-2 865,1-4 1,0-1-91,0-2 0,1-2-191,-12 11-1223,4-7 1,-2-2 1465,-4 2 1,5-5 0,2-2 0,-1-5 0</inkml:trace>
  <inkml:trace contextRef="#ctx0" brushRef="#br0" timeOffset="117935">25030 14434 14998,'5'20'1889,"-2"1"-1349,-7-1-90,-1 4-91,-5 4 1,-1 2-988,-6 16 897,-1-8 1,-4 8 0,0-4-1363,5-10 1,0-3 0,-2 2 1146,-3 7 0,-1 2 0,0-3-9,-6 4 0,0-4-396,-3 0 1,0-2 395,8-9 0,-2 1 0,-3-1 0,-6 4 0,-1-1 0,4-4 0,-1 1 0,-3-1-316,2-4 1,-6 3-1,-3 1 1,1-2 0,7-4 270,-7 2 0,0-3 36,5-3 0,-7 2 0,-2 1 0,1-2 0,7-3-396,-7 2 0,1-3 360,-1 1 0,-3 0 0,0-1 180,0-3 0,-1-1 0,4-1-180,9-2 0,3-1 0,-4 0-34,-1 0 1,-5 0 0,-1 0-1,2-1 1,6 0 33,-9-1 0,3-1 0,4 0 0,-1 0 0,5-1 471,-15-1-650,16 1 705,-6-2-976,19 1 922,3-1-1822,1 0 2669,3-1-2669,2 0 1690,4-1 1,1-1-1,1-1 1</inkml:trace>
  <inkml:trace contextRef="#ctx0" brushRef="#br0" timeOffset="118250">23133 15321 10861,'-17'25'1638,"-2"-2"0,0 1-417,-10 9-2370,5-4 1,-2 0 1463,9-10 0,1 0-46,-4 4 1,0 1 270,-11 14-85,11-12 0,0 0-96,-7 9-44,9-8 0,1-1-45,-1 4-90,-1 7 277,10-13-367,3-3 90,2-2 0,4-3-90,4-2 90,12 4-90,2-6 0,14 3-135,-7-10 0,2-3-177,3-1 1,3-1 86,7-1 0,4-2-75,-4-1 0,1-1 0,-1 0-150,6-1 1,1 0-541,-4 0 1,2-1-1,-4 0 225,-7 2 1,-3 1 674,4-2 0,-1 0 0,13-2 0,1-1 0</inkml:trace>
  <inkml:trace contextRef="#ctx0" brushRef="#br0" timeOffset="119163">20184 16281 9781,'-6'-18'3276,"0"3"-1245,4 9 1245,-1 1-2054,21 42-1042,-9-16-233,4 8 1,1 1 232,0 2-765,1-1 1,1 1 764,6 8-135,-5-9 0,1-2 45,0-1 45,-2-8 0,1 0-46,3 3 1,10 7 0,-13-20 0,-4-6 0,0-1-90,-5-6 90,11-19 0,-9 2-90,3-13 0,-2-3 0,-4-4-379,-1-1 1,-1-1 288,-3 0 45,-1 13 0,0 1-45,0-9-90,0-1 711,1-12-891,0 15-360,1 7 1,0 1 89,1 4-89,4-7-1980,1 14 1440,-1 6 1259,3 0 0,-3 6 0,1 1 0</inkml:trace>
  <inkml:trace contextRef="#ctx0" brushRef="#br0" timeOffset="119553">20869 16130 17787,'-16'15'989,"3"-2"-719,8-5 0,0 0 90,0 5-270,3-2 180,-1 7-180,4-8-1,1 4 1,1-7 0,2 0 0,-1-2-90,2-1 90,4-1 0,-2-3-90,5 0 90,-5-2-90,3 0 0,-1-2 90,1 1-90,-3-1 0,0 1 0,-2 0 0,2 0 0,-1 2 90,-1-1-90,1 3 0,-2 0 0,0 2-90,1-1-989,13 6-181,0-3-89,8 5-1259,0-9 2608,-8 0 0,3-3 0,-6-1 0</inkml:trace>
  <inkml:trace contextRef="#ctx0" brushRef="#br0" timeOffset="119822">21258 15912 9512,'-15'-11'3276,"2"3"-706,6 10-1221,0 5-449,0 7 179,8 24-809,2-10-670,6 15 580,0-17 0,1-3-90,3-1-180,5 4-540,3-5 270,1 0-179,-3-10-1,-6-7-180,0-1 720,14-10 0,-13 1 0,12-7 0</inkml:trace>
  <inkml:trace contextRef="#ctx0" brushRef="#br0" timeOffset="120176">21447 16121 5795,'5'-44'3276,"-1"6"-677,-6 21-1699,1 3-91,-1 0 1,0 2-91,0 1 991,-1-1-91,2 1-900,1 1-629,7 12 90,0-1-90,6 11 90,5-2-90,-6-3-90,10 4 0,-11-9-90,8-5 0,-9-1 90,7-4 0,-9 0-90,-1 0 180,0-1-90,-2 0 90,1-2 90,-2 2-90,0-2 270,-1 0 89,-1 1-179,0-1 90,-1 4-270,4 6-90,2 6-90,1 2-90,0 3-180,1-1 0,-1 1-719,7 4 269,-4-2-539,4 2 0,-7-5 0,1-2 1349,-2-2 0,-1-2 0,0-1 0</inkml:trace>
  <inkml:trace contextRef="#ctx0" brushRef="#br0" timeOffset="120632">21770 15716 16168,'15'17'1529,"3"4"-1169,-9-10-180,2 3 269,-1-4-269,-2-3 180,8 2-180,-10-6 0,9-2-180,-9-3 90,5-7 0,-5-3 90,2-10-90,-5 6 0,1-3-1,-3 8 91,-1 1-90,0 1 90,1 0 0,-1 2-90,0 0 0,0 2 90,1 0 90,0 0-180,2 3 0,2 3-90,2 2 90,-1 3-90,1-1 0,0 3-180,5 3-90,-3-1 0,5 2-90,-6-5-90,0 0-539,2 0 359,-3-3-1438,1-1 718,-2-4 1350,1-3 0,-1-2 0,0-2 0</inkml:trace>
  <inkml:trace contextRef="#ctx0" brushRef="#br0" timeOffset="121100">22059 15716 12120,'6'-46'1529,"-1"8"-629,-3 21-451,-1 5 1,1-3-90,0 5 360,2-2-361,-1 4 271,4-2-180,-3 7-180,3 0-91,-1 5 91,0 1-90,0 1 180,2 4-180,-2-2 0,3 4 0,-4-4 359,13-5-539,-12-3 90,11-8-90,-13 2 0,1-2 90,3-5-90,-3 7 90,3-4-90,-4 8 0,-1 1 90,1 1 0,2 0-90,2 2 90,2-1-90,-1 2 0,-1-1 0,1 0 90,-1-1-90,1 0 0,0-1 0,0-1 90,6-5-90,-4 1 0,4-4 0,-6 2 90,-1 0 0,0-1 0,-2 1 90,3-4 90,-2 2-180,0 0 89,-1 2 91,-3 5-270,3 0 90,0 11-90,2 1-180,1 7-90,-2-2 1,2 6-271,1 3-743,0 5-156,2 2 90,-3 3-1,0 0 1350,-3 1 0,-3 8 0,-2 3 0</inkml:trace>
  <inkml:trace contextRef="#ctx0" brushRef="#br0" timeOffset="121421">21136 17139 17247,'-28'22'1394,"-1"0"1,-6 5-1306,13-10 1,2 0 630,5 0-540,15-9 90,5-2 0,17-13-180,3-3 0,4-3-791,5-4 0,5-2 0,-1 0 761,-3 3 0,0 0 0,3-2 12,-3 1 0,4-2 0,0-1 0,0 1 0,-4 1-12,4 0 0,-3 1 0,2-1-25,-2 1 1,3-2 0,2 0 0,-2 0 0,-5 3-6,0-1 0,-4 3 0,1-1-30,10-4 0,1-1 0,-5 3-90,-8 3 1,-2 2-136,3-2 0,-1 0-280,10-3-664,6-4-270,-27 13 1439,-2 2 0,-12 4 0,-2 1 0</inkml:trace>
  <inkml:trace contextRef="#ctx0" brushRef="#br0" timeOffset="121599">21292 17457 7892,'33'-12'1092,"-1"0"0,-5 0 0,1 0 546,11-7 0,0-1-1955,-2-1 0,1-2 706,-8 5 1,1-1 0,-1 0-300,10-5 0,0 0-300,-8 5 0,2-1 0,-4 2-465,-4 3 1,-2 2-1,3-2 1,-1 0-586,15-10 1260,-6 4 0,7-4 0,-9 5 0</inkml:trace>
  <inkml:trace contextRef="#ctx0" brushRef="#br0" timeOffset="121719">22199 16987 11580,'-8'16'270,"1"-2"-2878,3-8 2608,-2 4 0,1-4 0,-2 2 0</inkml:trace>
  <inkml:trace contextRef="#ctx0" brushRef="#br0" timeOffset="177527">16270 12900 8432,'6'-18'3276,"0"5"0,-3 9-2452,2 5-194,0 5-181,2 5 1,0 9 0,1 8-181,-1 7 1,1 9 0,0-2-1109,-1-4 1,1 2 927,0 2 1,0 7 0,1 1 0,-1-5-655,-1-8 0,-1-3 1,0 0 594,2 7 0,-1 0 0,1-1 60,1 6 0,1 1-532,-2-11 1,2 3-1,-1-1 1,0-2 531,3 11 0,0 0-68,-2-11 0,0 3 1,0 0-1,0-5 23,1 4 0,0-3-247,1 1 0,0-2 202,-1-3 0,0-2 45,0-3 0,0-1 45,9 13-90,0-7 809,0-3-809,4-4 90,-1-1-45,-1-8 0,0-1-45,4 1 1409,12 2-1409,-15-19 0,-7-1-135,2-13 0,-1-4 135,-2-2 1156,-2 0 0,-2-1-1246,-6-1 90,-4 0 0,-2-2-90,-5-16 90,-1 7 0,-5-8 0,0 17 0,-2 4 1061,-6 0-1061,4 8 0,-5 2 0,-1 10 90,5 3 261,-10 6-261,8 6 0,-3 5-531,2 7 530,-2 17-163,5 2 74,8-17 0,1 0-486,1 5 0,2 0 486,2-4 0,0 0-585,0 5 1,1 0 584,1-6 0,0 1 0,1 6 0,1 2 45,0-1 0,0 0-90,1 5 0,0-1-45,1-5 0,-1 1-655,1 0 1,0 0 654,0-5 0,0-1-90,0 3 0,0 1-211,0 3 1,0-1 120,-1-10 0,-1 0-45,2 5 1,-2 2-1036,-2-1 1,-1 0 674,-2 0 1,0 1 674,-4 6 0,-2 0 0,1-7 0,-3-1 0,0-3 0,-1 0 0</inkml:trace>
  <inkml:trace contextRef="#ctx0" brushRef="#br0" timeOffset="211473">20320 1543 8702,'10'-14'3276,"0"12"0,10 13 0,-3 11-4024,0 5 1017,7 16-802,-5-1 623,-7-16 0,-1 0-933,0 1 1,-1 1 842,-2-5 0,1 1-45,3 10 0,0-1-570,6 12 480,-9-19 0,1-1-225,3 8-89,1-2-91,-2-2-180,0-3-629,-2-5 1442,-1 7 1,-6-15 0,0 3 0</inkml:trace>
  <inkml:trace contextRef="#ctx0" brushRef="#br0" timeOffset="211756">20242 1377 5734,'25'-18'1638,"-1"1"0,10-4 0,-5 6 0,1 1 1472,8 5-2391,4 4-89,2 3-879,-13 3 0,0 3 429,1 0 0,0 3-619,5 2 0,1 2 574,-4 3 0,-2 1 44,-2 2 1,-1 2-90,-2 2 0,-3 2 0,-1 0 0,-2 2 0,-3-1 0,-3 1-45,1 3 0,-2 2 0,-2 5 0,-2 1-135,-2-8 0,-2 0-45,0 5 0,-2 0-135,-4-2 1,-1-2-1,-2 18 90,1-18 0,-2 2-344,-3-4 1,-1 0-467,-2-1 1,-2 0-315,-3 4 0,-1-1 1317,-11 11 0,1-13 0,7-13 0</inkml:trace>
  <inkml:trace contextRef="#ctx0" brushRef="#br0" timeOffset="212212">21131 1662 5734,'26'11'1638,"1"-1"0,6 5 0,-8-2 0,-1 3 1542,9 16-2640,-11-6-90,-5-2 0,0 1 533,3 13-713,-2 0-90,-6-8 304,-8-13-394,0-4 0,-3-1-450,1-2 729,-3 1-1449,-4-7 665,-1 0-125,0-8 1,0-5 89,0-2-495,-2-16 1,-1-4 674,0-4-163,0 0 1,2 0 342,3 0 90,2-15 90,1 15 90,3-11-1,0 20 91,3 2 0,-1 4 90,1 3 270,5-4-361,-2 7 91,4-3-90,-3 8 360,9 1-450,-7 4 89,12 3-179,-10 6 596,6 3-866,5 11-90,-7-2-989,13 19-90,-15-15-1170,3 14 2519,-10-17 0,-1 3 0,-4-8 0</inkml:trace>
  <inkml:trace contextRef="#ctx0" brushRef="#br0" timeOffset="212631">21680 1651 10591,'14'6'3276,"1"2"-1425,-6 0-1131,1 3-91,2 3-179,-1 1 0,1 2 269,3 4-449,-4-7 0,3 4-90,-5-8 180,2 2-270,-3-3 0,3 2-810,-4-7 90,2-3-449,0-9 719,-2-1 0,-1-3-539,2-12 629,-3 9 0,6-17 180,-7 18 90,3-4 90,-2 5 0,-1 3 90,1 0 0,0 3 0,-1 2 0,0 0 90,0 2 89,1 2-179,1 0 180,7 5-360,-3 0-90,3 3-270,-6-1-89,0-1-901,0 2 91,-2-1 1259,2 3 0,-3-3 0,1 2 0</inkml:trace>
  <inkml:trace contextRef="#ctx0" brushRef="#br0" timeOffset="213462">22007 1321 5734,'24'24'1092,"-1"0"0,1 0 0,9 9 546,0 6 0,-3-1 1638,-17-15-242,0-2-2764,-3-4 0,0-2-90,-3-3 270,1-1-270,-3-3 89,0-1 1,-1-4-180,-1-8 0,0 1-90,0-7 0,-2 1 0,3-20 0,-2 11 0,5-29 0,-3 29 0,2-9-90,0 15 90,-1 4 0,3 1 0,-2 6 90,5 3-90,9 16 90,-5-6-90,5 5 0,1-1 0,-2-5 90,14 5-90,-15-11 0,1-3 0,20-5 90,-9-1-680,16-7 590,-16 0 0,-1-3 0,-2-2 0,-1-3 0,-2-1 90,-2-4-90,-1 0 0,-4 0 0,-2-2 0,-2 0 0,-3 3 0,-3 1 0,-2 4 0,-3 2 0,-2-3 0,-1 7 0,-7-9 90,3 13-90,-9-3 680,7 11-680,-3 1 90,0 9 45,6 28 0,3 8-45,-1 0-846,4-9 0,1 6 0,1-5 801,3-11 0,0-3-45,0 4 0,2 2-481,8 18 0,1-1 481,-8-21 0,0 0-181,3 7 1,1 3 0,-2-5 180,2 4 90,2 8-485,-8-16 484,-2-4 1567,-3-3-1656,-2-3 1422,-2-3-1422,-1-2 1035,-2-1-945,-4 0 593,1-3-683,-3 0 0,3-5 90,0-2-270,-4-4 90,3-2-180,-2-5-539,1-9 359,3 4-899,-1-9-1440,4-3 2789,1 0 0,3-16 0,0 2 0</inkml:trace>
  <inkml:trace contextRef="#ctx0" brushRef="#br0" timeOffset="214022">24158 897 5734,'-14'-47'1092,"1"-1"0,0 3 0,1 12 2184,3 24 0,0 4 0,0 2-1629,-1 8-1287,0 6 0,-2 9 180,0 28-406,8-20 1,2 3-1018,-2 10 1,2 3 972,2 0 0,2 1-1374,-1 0 0,2 1 1344,0-13 0,0 2 0,2 1 30,0 5 0,1 2 0,1-2-369,-1-6 1,0 0 0,0 0 308,1 3 0,1 1 0,0-3 15,1 2 0,0-3 0,0-3 0,-1 0 0,0-4 0,0-1-529,3 17 484,1-6 917,-2-4-1007,3 13-89,-5-15-1,1 8-90,-7-20-180,-2-3 1965,-4-1-2055,-1-6 1423,-5 1-1602,-2-6 339,-3-1-969,-2-3 0,-7-2 1349,-1-3 0,-13-5 0,-1-1 0</inkml:trace>
  <inkml:trace contextRef="#ctx0" brushRef="#br0" timeOffset="214560">23909 2008 5734,'-25'-13'1619,"-16"-13"-540,17 8 630,-12-15-989,27 19-181,0-5 1,8 6-90,1-1-90,6-4 449,11-15-404,-1 9 0,3-2-1731,8-7 1,2 0 1505,-3 5 0,0 0 224,7-2 1,-1 3-427,2-1 292,4-2 225,-1 5-225,-11 7 0,6-1-1,-15 8 1,-3 3 360,4 2 1916,-5 6-2187,3 5 1168,-7 6-1078,5 26-359,-7-17 0,8 23 0,-8-28 355,1 3-445,-3-8 0,1-2 0,0-2-180,1-4 90,3-5 0,1-8 90,-1-2 0,0-4-90,5-10 90,-4 6 45,3-3 0,1-1 45,-1 5 90,14-16 0,-17 28 270,13-1-360,-11 8 0,8 3 0,-10 4 0,0 1 179,7 12-179,-9-6-90,3 8 90,-9-6 0,-1-5-90,-1 1 90,-2-4-90,0-2 0,-4 1 0,2-7-629,-2-20 359,3 3-180,3-7 0,2-1-179,2-3-451,2 2 1,1 0-1334,4-7 1064,7-7 1349,-5 13 0,6-4 0,1-2 0</inkml:trace>
  <inkml:trace contextRef="#ctx0" brushRef="#br0" timeOffset="-214444.73">25076 780 14998,'-23'2'2879,"-10"14"-2160,15 3 1,1 2-360,-13 16-874,14-11 0,1 0 874,4 6-90,1 2 0,5 0 0,3 2-90,5-2-1,2 0 1,3-2 45,6-5 0,3-1-135,5 7-45,-3-9 0,2-3 45,8-4 0,1-3 0,4-4 0,0-3 0,4-4 0,0-4-45,-4-4 0,1-2 0,-10 1 0,0-1 0,17-6 0,-2-2-45,-1-6 45,-17 8 0,-1-1-45,2-9 0,0-2 89,-3-3-89,-3 1 0,-2-1 0,-1-6 0,-6 10 0,0-4 441,-6 15-441,-2 2 228,-2 3-228,-2 2-90,-5 3 90,2 4 0,-23 20 0,15-5 0,-14 17 0,14-1 343,6-8-343,2 7 0,10-5 0,4-4 0,6 4-103,13-1 103,-5-9-90,23 0-90,-18-11-360,14-8 0,3-2-89,-4-1-701,-1-1 1,-3-1-111,-10-1 1410,2-2 0,-12 2 0,1-1 0</inkml:trace>
  <inkml:trace contextRef="#ctx0" brushRef="#br0" timeOffset="-214045.73">22407 2923 17607,'-33'18'2339,"5"-2"-2159,7-5-1,7-4 181,6-4-180,12-5 180,8-6-225,24-12 0,13-5-795,-17 9 0,2 0 0,2-1 0,1 0 704,3-2 1,1 0 0,1-1 0,0 1-489,-4 2 1,1 0-1,1 1 1,-2 0-1,0 1 489,-1 0 0,-3 2 0,2-1 0,7-1 18,-7 2 0,6-2 0,3 0 0,3-2 0,2 1 0,1-1 0,-2 0 0,-1 1 0,-3 2 0,-4 0-384,9-2 0,-5 1 0,-2 1 1,2 0-1,6-2 330,-10 3 0,3-1 0,4-2 0,2 0 0,1 0 0,-1 0 0,-2 1 0,-2 1 0,-4 1 0,-6 3-123,7-2 0,-6 2 0,-2 2 0,4-1 96,6-1 0,4-1 0,2 1 0,-2 0 0,-5 1 123,3-1 0,-3 2 1,2-1-196,-6 1 0,5 0 0,0 0 0,-3 1 0,-9 2 722,-1 1 0,-3 1-1352,9 0 1,-4 2-1,-11 2 1709,2 3-3688,-32 8 2699,-9 0 0,-19 11 0,-6-1 0</inkml:trace>
  <inkml:trace contextRef="#ctx0" brushRef="#br0" timeOffset="-213830.73">23298 2900 18147,'-41'26'2608,"15"-7"-2428,2-2 0,19-10 0,4-1 0,7-3-90,6-2 90,11-2-1,23-6-873,-13 0 0,6-1 0,-1-1 723,-3 2 1,-1 0 0,2-2-631,0 1 1,2-1-1,0 0 1,-2 0 630,3-1 0,-2 1 0,0 0-1,0 0 1,-1-1 0,3 1-369,0-1 1,2-1 0,1 1 0,-4 0 278,0 0 0,-4 1 0,2-1-90,11-2 0,2-1 0,-5 1-165,-5 2 1,-2-1-735,-5 2 1,2-1 0,-3 0 373,2 1 1,-1-1 758,7-2 1,-3 0 0,5-1 0,-2-1-1</inkml:trace>
  <inkml:trace contextRef="#ctx0" brushRef="#br0" timeOffset="-213693.73">24621 2662 19136,'-31'14'2249,"9"-4"-2519,-10 5-180,17-8-179,-2 0-721,9-3-89,0-1 180,2 0 1259,1 0 0,1-2 0,0 0 0</inkml:trace>
  <inkml:trace contextRef="#ctx0" brushRef="#br0" timeOffset="-208600.73">16953 139 6633,'22'-11'3276,"-1"2"-255,-9 7-1492,8 5-900,-2 4-89,5 7-90,-4 4-90,-2 5-379,-2 4 379,0 4-800,-6-8 0,-1 2 710,7 21-135,-7-19 0,0 1 45,3 17 0,-1-5 0,-1 2-135,-1-10 0,-1 0 45,4 13 0,1 0 0,-5-17 0,0-1-1,5 10 1,-1-1-372,-2-11 1,-1 0 371,7 15 0,1-1 0,2 1 0,5 3 0,-4-18-323,9 7 323,-6-11 312,14 5-223,-10-18-89,7-5 0,-5-7 1045,-1-7-955,1-8-180,-9 4 828,4-9-739,-14 11 321,0-6-320,-6 11-90,-3-3 0,-2 5 0,-4 3 0,-10 7 0,-15 32 0,10-8 0,5 11 0,4 2-876,8-2 876,4-8 0,1 5 0,1-3-1197,1-6 1,2 0 1196,1 14 0,0-2 90,5 8-655,-2-5 565,1-4 0,0 0 0,-3-13 0,-1 0 0,4 13 0,0-1 0,0 1 0,-3-5 0,0 2 0,-4-6 0,-2 1-90,-2-4 0,-1-1 192,1 5 0,-1-1-371,-9 10 1428,2-17-1699,-2-4-159,1-3-650,0-3-1,-1-3 1350,0-2 0,-1-4 0,1-1 0</inkml:trace>
  <inkml:trace contextRef="#ctx0" brushRef="#br0" timeOffset="-206732.73">18140 824 9332,'-20'-3'3276,"-5"5"-616,9 6-1940,-7 5-180,5 3-1,2 1 271,-2 12-450,8-8-91,-2 7 91,9-10-180,1 0 90,2-1-90,1 1 180,5 4-90,1-6-1,6 8-89,-1-14 0,2 2-90,-2-8 90,-1-3-90,2-1 0,1-3 0,1-1 0,0-3 0,2-4 90,3-7-90,-4 2 0,1-9-90,-10 11 0,-1-3 0,-5 2-90,-3 3 0,-2-1-360,-4 0 90,0 4-809,-5-3-180,5 7 1349,-9-3 0,9 4 0,-5-1 0</inkml:trace>
  <inkml:trace contextRef="#ctx0" brushRef="#br0" timeOffset="-206116.73">18242 773 9512,'19'9'3276,"5"11"-256,-8-4-4818,5 11 2338,-6-4 0,1 3 510,3 14-781,-4-7 1,4 9 180,-2 1-270,-5-12 0,2 9 0,-6-18-90,-2-1 761,1 2-761,-5-10 90,1 3 90,-4-11 997,-3-7-1177,0 0 379,-3-9-469,3-1 229,-5-15-229,2 3 45,2 0 0,0-1-45,-1-7 0,3 6 0,0 0 0,1-3 0,3-12 0,1 19 0,1-4 0,2 8 0,-1 4 0,8-8-90,-4 11 90,4-4 0,-5 12 0,-1 0 0,5 2 0,-2 2 0,5 2 0,-4 3 0,2 1 0,1 1 0,-1-1 0,1 1 0,1-1 0,0 0 90,0-1-90,12 0 0,-10-4 0,10-1 0,-12-3 0,2-2 0,0-1 0,6-2 0,-5 0-90,3-3 90,-8 3 0,0-1-90,-2 0 0,-1 0 90,-1 1-90,-3-1 0,0 2 0,-2 0 0,0 1-180,-1 1 90,0-1-719,0 1 899,-1-1 0,3 3 0,-1 0 0</inkml:trace>
  <inkml:trace contextRef="#ctx0" brushRef="#br0" timeOffset="-205813.73">18975 692 5734,'21'1'3276,"-3"1"0,12 7 0,-12-2-871,13 7-1956,-18-8-89,2 2-90,-7-4 270,-3 0-180,-1 2 89,-3-2-269,-4 0 0,0-3-90,-8-3-90,5-1 90,-2-3 0,0-3 0,1-8-990,7-14 541,0 8-541,15-7 181,-3 19-631,5 0 1,-4 5 90,2 1 1259,-2 1 0,0 2 0,-1 0 0</inkml:trace>
  <inkml:trace contextRef="#ctx0" brushRef="#br0" timeOffset="-204644.73">19372 583 16528,'-7'14'1529,"1"-2"-1349,6-7 179,1-1-179,3-1-90,-1-2 90,2 0-90,2-1 0,-2 0 0,3 0 0,-3 0 0,5 1-90,-2 1 90,2 0-90,-2 1 90,-1 0-90,2 4 0,0-2 0,-1 3 90,2-1-90,-2 1 0,2-1 0,-1 0 0,-1-2 0,5 1 0,-3-3 90,8-2-90,-6-1 0,3-4 0,1-5 0,-2 1 0,1-4 0,-4 1 0,-3 0-90,0-2 90,-2-1 0,0-1-90,-1-1 90,-2-1 0,-1 0-90,-2 0 90,0 1 0,-1 0 0,-1 1 90,0 1-90,0 2 90,-1 1 90,0-3 0,1 7 359,-1-4-449,6 26 0,-2-8-90,3 16 0,0-11 0,-1 1-180,1-1 90,-1 1-180,0-3-269,1 3 179,0-4-450,1 4 361,-1-8-1530,2 1 1709,-1-6 180,6-5 180,-4-2 90,1-3 90,-2 4 89,0 0 271,5-4-270,-1 3 0,2-1 539,7 1-629,-7 5 270,12 0-360,-11 4 179,9 5-179,-8-2 90,7 7-180,-12-5 90,6 6-180,-10-7 0,3 2-270,-6-5-1169,1 0 1079,-1-5 180,1-5 90,-1-3 0,0-6 90,0 7 0,1-4 90,6-2 0,-2 6 0,5-5 90,-2 10 90,2 1 180,12 4-180,-4 1 89,24 2-179,-12-5-90,-2-3 0,0-2-90,0-2-342,11-6 432,-23 5-90,0-1 90,-2 1-90,-2-1 0,-3 0 90,1 0-90,-2-1 90,1-5 432,-4 4-432,2-7 0,-6 9 90,-1-4-90,-2 5 89,-2 2-179,-4 7 90,3 2-90,-1 6 0,5 3 0,2 5 90,4 9-90,-1-2 90,3 8-90,-4-13 0,1 7 90,-1 1-90,-3-6 90,0 13-180,-4-14 0,-1 4-180,1-9-89,-2-3-181,1-1-2248,-1 1 2788,2-4 0,0-1 0,2-4 0</inkml:trace>
  <inkml:trace contextRef="#ctx0" brushRef="#br0" timeOffset="-204478.73">20740 349 17877,'11'-2'-900,"-5"3"1,-10 10-1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9-26T05:26:37.48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739 4976 48 0,'0'0'78'0,"0"0"-2"0,0 0 9 0,28-33 5 16,-28 33-22-16,11-11-1 0,-7 7-10 0,1-3 3 15,0 3 12-15,-1-2-5 0,0 2-8 0,1-1-1 16,-5 5-4-16,6-6-2 0,-2 1 2 0,-4 5 2 15,6-7 3-15,-6 7-1 0,4-3 6 0,-4 3-1 16,0 0 5-16,6-5 5 0,-6 5 3 0,5-5 6 16,-5 5 5-16,0 0-1 0,0 0 3 0,0 0 6 15,0 0 2-15,0 0 9 0,0 0 12 0,0 0 1 16,5-7 5-16,-5 7 7 0,0 0 7 0,0 0 7 16,0 0 8-16,0 0 11 0,0 0 5 0,0 0 9 15,0 0-9-15,2-6-2 0,-2 6-3 0,0 0-2 16,0 0-7-16,0 0 4 0,0 0-11 0,0 0-9 15,0 0-2-15,0 0-5 0,0 0-7 16,0 0-9-16,0 0-8 0,0 0-12 0,0 0-6 16,0 0-9-16,0 0-10 0,0 0-11 0,0 0-7 0,0 0-4 15,0 0-13-15,0 0 2 0,0 0-5 0,0 0-6 16,0 0-2-16,0 0-4 0,-5 26 1 0,1-18 0 16,4-8-2-16,0 0 1 0,0 0 5 15,-21 47-1-15,21-47-1 0,-17 33 0 0,17-33-1 16,-19 36-2-16,7-15-2 0,12-21-3 0,-28 37 3 15,10-15-4-15,3-2-3 0,-6 2 1 0,4-2 4 16,17-20-8-16,-25 27 0 0,25-27 0 0,-20 23-2 16,20-23-3-16,-16 17 3 0,16-17-4 0,0 0 6 15,0 0-2-15,0 0-2 0,-18 24 5 0,18-24-1 16,0 0-3-16,0 0 3 0,0 0-2 0,0 0 0 16,0 0 0-16,0 0 2 0,0 0-3 0,0 0 0 15,0 0 1-15,0 0 5 0,0 0-3 0,0 0-2 16,77-2-4-16,-77 2 4 0,0 0 4 0,60-14 5 15,-33 11 7-15,1-3 0 0,0 1 9 0,-1 0 10 16,4-1 1-16,-2 1 5 0,-8 2 8 0,-1-2-2 16,-2 2 5-16,1 0-8 0,-6 2 2 0,-2-2 4 15,-2 2 11-15,-2 0 0 0,-7 1 12 0,10-2 10 16,-10 2 18-16,7-3 12 0,-7 3 11 0,0 0 8 16,0 0-53-16,5-7-86 0,-5 7 0 0,0 0 0 15,-12-17 0-15,4 9 0 0,-3-5 0 0,-3 0 0 16,5 1 0-16,-3-3 0 0,2 1 0 0,0-2 0 15,-3 0 0-15,1-1 0 0,2 1 0 0,0 0 0 16,1 1 0-16,-1-1 0 0,0 4 0 0,1-3 0 16,3 4 0-16,1 1 0 0,3 1 0 0,-2 5 0 15,1-2 0-15,3 6 0 0,-4-9 0 0,4 9 0 16,-3-7 0-16,3 7 0 0,0 0 0 0,0 0 0 16,0 0 0-16,0 0 0 0,19 4 0 0,-19-4 0 15,15 5-156-15,-4 1-195 0,-4-1-44 0,0-2-41 16,-1 4-51-16,2-1-46 0,-2 1-440 0,-6-7-1052 15,9 11 465-15</inkml:trace>
  <inkml:trace contextRef="#ctx0" brushRef="#br0" timeOffset="484.26">1192 4951 167 0,'0'0'373'0,"-1"-12"8"16,1 12 1-16,0 0-12 0,0 0 2 0,0 0-4 15,-4-12-8-15,4 12-8 0,0 0-9 0,-3-8-7 16,3 8-7-16,0 0-18 0,-2-5-11 0,2 5-10 15,0 0-20-15,0 0-20 0,0 0-23 0,0 0-19 16,0 0-28-16,0 0-25 0,0 0-15 0,0 0-18 16,0 0-21-16,0 0-9 0,0 0-11 0,0 0-7 15,0 0-11-15,0 0-8 0,0 0-3 0,0 0-9 16,7 25-2-16,-4-14-2 0,-2 0-8 0,2 0 0 16,-3 4-3-16,0-1 0 0,2 1-4 0,0 3-5 15,-4 0-2-15,4-1 3 0,-6 0-3 0,4-1 0 16,0 0-4-16,-2-1 0 0,2-2-4 0,-1-1 2 15,1-1-1-15,-1-1-5 0,1-3 1 0,0-7 0 16,0 14 1-16,0-14-1 0,1 10 0 0,0-4 0 16,-1-6 3-16,0 0-12 0,-1 11-17 0,1-11-12 15,0 0-21-15,0 0-19 0,0 0-20 0,0 8-18 16,0-8-35-16,0 0-47 0,0 0-54 0,0 0-58 16,0 0-38-16,0 0-36 0,0 0-60 0,-9-34-51 15,7 27-286-15,2 7-841 0,0-18 372 0</inkml:trace>
  <inkml:trace contextRef="#ctx0" brushRef="#br0" timeOffset="874.82">1119 4905 242 0,'2'-15'350'0,"1"7"-13"0,1-3-13 0,-1-1-12 15,5-1-4-15,-1 0-25 0,3-1-26 0,-1 0-10 16,3 1-16-16,0 1-14 0,1 1-23 0,5 2-10 16,-4 0-12-16,4 3-13 0,1-1-13 15,0 3-13-15,2 2-14 0,-2 1-7 0,4 0-16 16,-4 5-3-16,-1 0-17 0,-3 0-6 0,-2 1-6 16,5 3-5-16,-9-2-15 0,4 1 1 0,-2 2-9 15,-3 1 2-15,-2 1-4 0,-1-1-12 0,2 2-3 16,-7 0 5-16,0 4-3 0,0 0-4 0,-4-1 0 15,-4 2 2-15,-1-2 1 0,-1 1-6 0,-3-1 5 16,-2 0 2-16,-3-2-8 0,3-3 7 0,-2 1 16 16,2-4 12-16,1 1 15 0,5-3 18 0,-3 0 15 15,6-2 13-15,-2 0 10 0,3-2 2 0,5-1 5 16,-12 4-4-16,12-4-3 0,0 0-13 0,-10 2-14 16,10-2-6-16,0 0-11 0,0 0-32 0,-7 1-36 15,7-1-60-15,0 0-64 0,0 0-92 0,0 0-79 16,0 0-99-16,0 0-110 0,0 0-358 0,0 0-926 15,0 0 411-15</inkml:trace>
  <inkml:trace contextRef="#ctx0" brushRef="#br0" timeOffset="1421.54">488 5606 92 0,'0'0'272'0,"0"0"4"0,0 0 7 0,0 0 0 15,0 0 7-15,0 0 1 0,0 0-4 0,0 0-2 16,0 0 8-16,0 0-13 0,0 0-8 0,0 0-8 0,0 0-5 16,0 0-5-16,0 0-6 0,0 0-6 15,0 0-4-15,0 0-3 0,0 0-1 0,0 0-10 16,0 0-5-16,0 0-3 0,0 0-22 0,0 0-24 15,0 0-17-15,0 0-17 0,0 0-20 0,63-16-10 16,-32 9-5-16,1-1-11 0,4-2-4 0,4 4-6 16,12-3-3-16,2-3-2 0,-5 3-7 0,5-1-8 15,0 4-4-15,-4-1-3 0,-12 0-6 0,0 2 5 16,0 1-11-16,-5-3-2 0,-1 3-9 0,-5-1 1 16,-6 1 1-16,-1 2-10 0,-9-1 2 0,4 1-8 15,-3 0 2-15,-1 0 6 0,-11 2-14 0,21-2 3 16,-15 1-18-16,-6 1-11 0,12-2-26 0,-12 2-18 15,0 0-27-15,14 0-38 0,-14 0-39 0,0 0-52 16,0 0-66-16,0 0-45 0,0 0-28 0,0 0-35 16,0 0-62-16,0 0-59 0,-43 15-294 0,15-10-870 15,-5 1 385-15</inkml:trace>
  <inkml:trace contextRef="#ctx0" brushRef="#br0" timeOffset="2140.12">724 5831 39 0,'0'0'327'0,"0"0"5"0,0 0 6 16,0 0-8-16,0 0 18 0,0 0 4 16,0 0 17-16,0 0 5 0,0 0 4 0,0 0 2 15,0 0-6-15,0 0-12 0,0 0-7 0,0 0-7 16,0 0-10-16,0 0 5 0,0 0-22 0,0 0-9 0,0 0-18 16,0 0-9-16,0 0-21 0,0 0-17 0,0 0-22 15,0 0-17-15,0 0-18 0,0 0-32 16,0 0-158-16,0 0 0 0,0 0 0 0,0 0 0 15,0 0 0-15,0 0 0 0,0 0 0 0,0 0 0 16,0 0 0-16,0 0 0 0,0 0 0 0,0 0 0 16,0 0 0-16,0 0 0 0,0 0 0 0,0 0 0 0,0 0 0 15,0 0 0-15,0 0 0 0,0 0 0 16,0 0 0-16,0 0 0 0,0 0 0 0,0 0 0 16,0 0 0-16,0 0 0 0,0 0 0 0,0 0 0 15,0 0 0-15,0 0 0 0,0 0 0 0,0 0 0 16,0 0 0-16,14 55 0 0,-14-55 0 0,0 0 0 15,0 0 0-15,-10 43 0 0,10-43 0 0,0 0 0 0,-11 34 0 16,11-34 0-16,0 0 0 0,-9 32 0 16,9-32 0-16,0 0 0 0,0 0 0 0,-6 29 0 15,6-29 0-15,0 0 0 0,0 0 0 0,0 0 0 16,0 0 0-16,0 0 0 0,0 0 0 0,13 37 0 16,-13-37 0-16,0 0 0 0,0 0 0 0,0 0 0 15,49 3 0-15,-31-6 0 0,2-2 0 0,1 2 0 16,8-6 0-16,2 2 0 0,-1-2 0 0,1 0 0 15,0 1 0-15,-1 1 0 0,-6 1 0 0,-2 1 0 16,-1-1 0-16,-3 3 0 0,-4 0 0 0,-1 1 0 16,-2-1 0-16,-2 1 0 0,2 2 0 0,-3-1 0 15,-8 1 0-15,10-3 0 0,-10 3 0 0,0 0 0 16,9-2 0-16,-9 2 0 0,0 0 0 0,0 0 0 16,0 0 0-16,0 0 0 0,0 0 0 0,9-2 0 15,-9 2 0-15,0 0 0 0,0 0-215 0,0 0-99 16,0 0-35-16,0 0-26 0,0 0-44 0,0 0-60 15,0 0-65-15,0 0-372 0,0 0-993 0,0 0 439 16</inkml:trace>
  <inkml:trace contextRef="#ctx0" brushRef="#br0" timeOffset="3717.87">1857 5322 246 0,'-10'-2'251'0,"10"2"6"0,0 0 2 0,0 0 0 0,0 0-4 15,0 0 17-15,0 0 1 0,0 0-7 0,0 0 16 16,0 0-3-16,0 0-6 0,0 0-4 0,0 0 3 16,0 0-4-16,0 0-7 0,0 0-4 0,0 0-9 15,0 0-3-15,0 0-7 0,0 0-8 0,0 0-11 16,0 0-17-16,0 0-7 0,0 0-5 0,0 0-11 15,0 0-19-15,0 0-32 0,0 0-8 0,25-5-17 16,-14 3-12-16,1 0 2 0,-2-2-16 0,2 2-14 16,-1-1-14-16,-2 2-21 0,-3 0-27 0,-6 1-28 15,14-2-41-15,-14 2-40 0,7-1-45 0,-7 1-62 16,0 0-54-16,9-1-59 0,-9 1-51 0,0 0-22 16,0 0-22-16,0 0-27 0,2 9-307 0,-2-9-818 15,0 0 362-15</inkml:trace>
  <inkml:trace contextRef="#ctx0" brushRef="#br0" timeOffset="3936.57">1828 5491 217 0,'0'0'350'0,"0"0"31"0,-6 4 42 0,6-4 22 16,0 0 21-16,0 0 0 0,0 0-5 0,0 0 6 16,0 0-18-16,-4 5-22 0,4-5-35 0,0 0-29 15,0 0-41-15,0 0-34 0,0 0-30 0,0 0-20 16,0 0-34-16,27-8-19 0,-21 7-24 0,3-3-28 15,1 0-38-15,3 2-50 0,1-3-50 0,4 3-55 16,3-3-61-16,-1-1-66 0,8 1-69 0,3-2-40 16,-4-1-32-16,4 2-24 0,-10 3-43 0,9-1-41 15,-1 2-27-15,-11 3-261 0,1-2-782 0,-1 2 346 16</inkml:trace>
  <inkml:trace contextRef="#ctx0" brushRef="#br0" timeOffset="4420.83">2658 5268 63 0,'0'0'392'0,"1"-10"30"15,-1 10 11-15,0-10-13 0,4 5-2 0,-4 5-14 16,0-11 3-16,0 11-2 0,0-12-7 0,0 12-7 0,1-9-11 16,-1 9-4-16,1-12-17 0,-1 12-12 0,0-7-13 15,0 7-18-15,0 0-10 0,0-10-21 0,0 10-16 16,0 0-14-16,2-7-10 0,-2 7-13 0,0 0-14 16,0 0-102-16,0 0-116 0,0 0 0 15,0 0 0-15,-3-10 0 0,3 10 0 0,0 0 0 0,0 0 0 16,0 0 0-16,0 0 0 0,0 0 0 0,0 0 0 15,0 0 0-15,0 0 0 0,0 0 0 0,0 0 0 16,0 0 0-16,0 0 0 0,0 0 0 16,0 0 0-16,6 27 0 0,-7-19 0 0,1 3 0 15,0-2 0-15,0 4 0 0,-2 0 0 0,2-1 0 0,-3 7 0 16,-1-3 0-16,1 0 0 0,0 1 0 0,0-2 0 16,1-4 0-16,-1 5 0 0,1-5 0 0,-1 0 0 15,0-3 0-15,3-8 0 0,-3 13 0 16,1-7 0-16,2-6 0 0,-2 8 0 0,2-8 0 15,-3 8-116-15,3-8-199 0,0 0-23 0,0 0-36 0,0 0-49 16,0 0-58-16,0 0-46 0,21 0-26 0,-21 0-291 16,16-6-915-16,-16 6 405 0</inkml:trace>
  <inkml:trace contextRef="#ctx0" brushRef="#br0" timeOffset="4811.46">2907 5230 33 0,'0'0'351'0,"6"-7"17"0,-6 7 6 0,7-6 10 16,-7 6-11-16,4-5-4 0,-4 5-8 15,0 0-21-15,3-6-21 0,-3 6-20 0,0 0-31 16,6-4-30-16,-6 4-28 0,0 0-26 0,0 0-23 0,0 0-23 16,0 0-16-16,0 0-13 0,0 0-7 0,0 0-10 15,0 0-13-15,-3 21-11 0,3-21-5 0,-1 10-5 16,1-10-6-16,0 12-4 0,0-3-3 15,1-2-8-15,0 3 2 0,-1-10-3 0,3 15-7 16,-1-8-1-16,0-2 0 0,1 1-1 0,1-1-2 0,-1 1-3 16,2 3 3-16,0-4-7 0,0 0 1 0,3 4 0 15,-3-5-3-15,3 4 1 0,-3-3-2 0,0-2 2 16,0 2-5-16,1-1-1 0,-2 0 0 16,0 1-6-16,-4-5 1 0,8 4 0 0,-6 1-4 15,-2-5-1-15,0 0-1 0,0 10 6 0,0-10-3 16,-6 7 5-16,6-7-1 0,-9 7 0 0,-1-2-3 0,1-1 5 15,-3-2 0-15,0 1 0 0,0 1-10 0,-1-2-18 16,-1 0-20-16,4 0-23 0,10-2-31 16,-15 1-28-16,15-1-40 0,-9-1-56 0,9 1-52 15,0 0-49-15,-6-12-61 0,6 12-29 0,0 0-268 16,0 0-732-16,13-18 324 0</inkml:trace>
  <inkml:trace contextRef="#ctx0" brushRef="#br0" timeOffset="5076.93">2965 5270 29 0,'0'0'400'0,"0"0"21"0,-4-5 28 16,4 5 6-16,0 0 1 0,0 0-11 16,0 0-15-16,-3-7-20 0,3 7-14 0,0 0-10 15,0 0-23-15,0 0-9 0,0 0-28 0,0 0-15 16,0 0-30-16,0 0-22 0,0 0-24 0,0 0-25 15,0 0-24-15,7-10-25 0,-7 10-27 0,7-5-26 0,2 1-34 16,0 0-27-16,4 1-28 0,-3-1-27 0,3 0-15 16,5-1-29-16,-7 3-28 0,6-1-29 15,-3 3-43-15,4 0-57 0,-5-2-44 0,1 1-60 16,0 1-53-16,-14 0-56 0,24-1-56 0,-14 5-336 16,-10-4-881-16,21 2 390 0</inkml:trace>
  <inkml:trace contextRef="#ctx0" brushRef="#br0" timeOffset="5603.29">3279 5361 57 0,'0'0'323'0,"0"0"0"0,0 0-13 0,0 0-5 15,0 0-10-15,0 0 2 0,0 0-2 0,0 0 1 16,0 0 4-16,0 0-1 0,0 0-7 0,0 0-10 16,0 0-14-16,0 0-15 0,0 0-10 0,0 0-14 15,0 0-17-15,4-42-6 0,-1 36-27 0,-3 6-12 16,9-8-14-16,-2 0-13 0,-1 2-13 0,1 1-12 16,-1 2-14-16,0-1-12 0,2 0-6 0,2-1-9 15,-3 3-10-15,-1-4-9 0,2 4-5 0,-1 0-3 16,1 1-8-16,-8 1-7 0,13-3-4 0,-7 1-3 15,3 0-5-15,-9 2-2 0,14 2-4 0,-6 0-1 16,-8-2-4-16,13 4-1 0,-8-4-4 0,1 7 0 16,-1-1-3-16,2-2 2 0,-4 0-4 0,1 1 1 15,0 2 0-15,-4-7-3 0,4 18 0 0,-4-9 3 16,0 2-4-16,-2 0 0 0,-2-1 0 0,0 1-1 16,-3 0 1-16,-3-2 5 0,0 5-2 15,0-2 0-15,-7-1-5 0,2 0 6 0,-1-1-2 16,0-3-1-16,-3-1 4 0,8-1 3 0,-3-3-1 15,2 2 1-15,-1-4 1 0,0 1 4 0,13-1 13 16,-20-5 18-16,9 2 24 0,2-2 10 0,-1-1 1 16,4-1 7-16,-1-1-6 0,4-2-3 0,-1-2 0 15,2 0-11-15,4 0-12 0,-1 0-4 0,2-4-18 16,2 1-35-16,4 0-31 0,0 5-38 0,1 1-59 16,0 2-60-16,5-2-64 0,-1 2-70 0,-1 2-71 15,5 1-83-15,-1 4-59 0,-1-2-297 0,0 4-910 16,-16-2 403-16</inkml:trace>
  <inkml:trace contextRef="#ctx0" brushRef="#br0" timeOffset="11294.96">4028 5203 11 0,'0'0'183'16,"0"0"5"-16,0 0 7 0,0 0 7 0,-8-2 1 15,8 2 8-15,0 0-8 0,0 0 1 0,0 0-1 16,0 0-4-16,0 0 5 0,-6-4 3 0,6 4 4 16,0 0-8-16,0 0-2 0,0 0-5 0,0 0 2 15,0 0-2-15,0 0 7 0,-5-6-9 0,5 6 4 16,0 0-3-16,0 0 2 0,0 0-9 0,0 0-3 15,-4-7-11-15,4 7-10 0,0 0-9 0,0 0-14 16,0 0-11-16,-5-7-7 0,5 7-4 0,0 0-10 16,0 0-6-16,0 0-11 0,-3-5 4 0,3 5-13 15,0 0-11-15,0 0 0 0,0 0-10 0,0 0-13 16,0 0-14-16,0 0-4 0,0 0-5 0,0 0-7 16,0 0-6-16,0 0-2 0,0 0 2 0,0 0-5 15,16 21 5-15,-9-12-3 0,-2 1-4 0,0 2-2 16,2 3 3-16,0-2-8 0,4 3 5 0,-5-1 1 15,-1-1-1-15,2 2 1 0,0 0-3 0,-2 0 1 16,-1-3-2-16,1 2 1 0,0 0-1 0,1 3-6 16,-3-5-5-16,1-2-12 0,0 2 2 0,-3-2 0 15,0-1-2-15,-1 1 1 0,2-4-1 0,0-2 3 16,1 2-1-16,-3-7 6 0,4 7 3 0,-4-7-3 16,4 8 6-16,-4-8 6 0,0 7 5 0,0-7 9 15,0 0 16-15,0 0 17 0,6 2-8 0,-6-2 19 16,0 0-3-16,8-13 2 0,-5 5 9 0,3-2 6 15,0-4 5-15,2-4 0 0,-1 0 9 0,0 0-13 16,0-1-4-16,5-4 3 0,-2 0-7 0,0-1 0 16,4 2-10-16,-3 0-5 0,-2 5-1 0,1 0 5 15,-3 2-8-15,4 1-4 0,-4 0-7 0,0 4-6 16,-1 1 0-16,-2 0 7 0,0 3-13 0,0 0 1 16,-2 1-7-16,-2 5-1 0,8-9-5 0,-8 9-9 15,4-5 0-15,-4 5 0 0,3-4 0 0,-3 4-10 16,0 0-46-16,0 0-14 0,3-6-37 0,-3 6-57 15,0 0-29-15,0 0-35 0,0 0-46 0,0 0-36 16,5 16-30-16,-5-16-37 0,1 9-34 0,1-2-58 16,2 1-38-16,-3-1-273 0,-1-7-844 0,6 18 374 15</inkml:trace>
  <inkml:trace contextRef="#ctx0" brushRef="#br0" timeOffset="11716.74">4366 5443 33 0,'0'0'360'15,"0"0"5"-15,0 0 3 0,0 0 3 0,0 0-4 16,0 0-13-16,0 0-15 0,-10-11-8 0,10 11-15 16,0 0-25-16,0-10-24 0,0 10-22 0,0 0-18 15,4-11-15-15,-4 11-23 0,5-5-21 0,-5 5-19 16,9-5-14-16,-4 2-16 0,-5 3-15 0,18-2-14 15,-10 2-5-15,-8 0-11 0,19 1-9 0,-10 2-7 16,1-2-8-16,0 1-6 0,2 3-8 0,-2-3 0 16,-2 2-7-16,1 0-3 0,-4 0-3 0,1 0-8 15,-2 0 1-15,1 0-5 0,-2 2-1 0,-3-6-3 16,3 11-1-16,-1-5 0 0,-2-6 1 0,-7 12 1 16,0-5 0-16,0 0 3 0,-2 1-1 0,0-1-2 15,-2-1 1-15,1-1-1 0,-1-1 2 0,3-1 0 16,1-2 5-16,1 1 2 0,-2-1 25 0,8-1 28 15,0 0 21-15,-15-2 11 0,15 2 4 0,-7-6-1 16,7 6-8-16,-5-11 5 0,5 2-9 0,0-2-13 16,1 0-5-16,2 0-11 0,0 0-5 0,1 0-18 15,2-5-18-15,-1 6-23 0,1 0-35 0,3 1-43 16,2-2-45-16,-1 3-58 0,3-2-64 0,-2 5-70 16,2-1-66-16,-2 4-84 0,2-1-66 0,-3 3-288 15,-10 0-888-15,0 0 393 0</inkml:trace>
  <inkml:trace contextRef="#ctx0" brushRef="#br0" timeOffset="12247.87">4044 5082 143 0,'0'0'294'0,"0"0"9"0,0 0-17 16,0 0-3-16,0 0-4 0,0 0 5 0,0 0-2 0,0 0 9 15,0 0 0-15,0 0-9 0,0 0-9 16,0 0-10-16,0 0-11 0,0 0-8 0,0 0-9 16,0 0-7-16,0 0-5 0,0 0-5 0,0 0-4 15,0 0-1-15,0 0-8 0,0 0-6 0,0 0-18 0,0 0-1 16,0 0-14-16,0 0-2 0,0 0 6 0,0 0-4 16,0 0-15-16,0 0-12 0,17-11-18 15,-11 8-13-15,6 1-12 0,5-1-8 0,2-2-10 16,9-1-4-16,1 4-14 0,4-2 3 0,4 0-12 15,-1-1-2-15,4 0-10 0,14 0-3 0,-2 1 4 0,-14 3-8 16,16-3-3-16,-18 2-3 0,-4-2-6 0,-3 4-3 16,-9 0-6-16,-2 0 13 0,0 0-15 15,-7 0 5-15,-2 0-10 0,-2 0-4 0,-7 0 0 16,12 0 0-16,-12 0-12 0,9 0-36 0,-9 0-19 16,0 0-26-16,10-1-25 0,-10 1-27 0,0 0-26 0,0 0-21 15,6 1-40-15,-6-1-39 0,0 0-51 0,0 0-49 16,0 0-59-16,0 0-77 0,0 0-362 0,-18 11-942 15,18-11 418-15</inkml:trace>
  <inkml:trace contextRef="#ctx0" brushRef="#br0" timeOffset="13338.02">4667 5721 3 0,'0'0'242'0,"0"0"11"0,0 0 8 15,0 0 7-15,0 0 11 0,0 0 17 0,0 0 16 0,0 0 1 16,0 0 11-16,0 0 11 0,0 0 10 16,0 0 7-16,0 0-1 0,0 0-14 0,0 0-1 15,0 0-13-15,0 0-12 0,0 0-8 0,0 0-10 16,5-11-18-16,-5 11-15 0,4-9-11 0,-4 9-13 15,4-11-12-15,-2 2-24 0,2 0-19 0,2-2-18 0,2-3-17 16,0 0-17-16,1-3-10 0,2-6-8 0,-2 6-50 16,3-6-61-16,5 2 0 15,-5-2 0-15,1 0 0 0,0-1 0 0,-1 1 0 0,1 1 0 0,-1-3 0 16,-1 7 0-16,-3 3 0 0,1-1 0 0,-3 2 0 16,0 5 0-16,1 0 0 0,-2 0 0 0,-1 3 0 15,-2 1 0-15,-2 5 0 0,4-8 0 0,0 4 0 16,-4 4 0-1,0 0 0-15,5-7 0 0,-5 7 0 0,0 0 0 0,0 0 0 0,4-4 0 16,-4 4 0-16,0 0 0 0,0 0 0 0,0 0 0 16,0 0 0-16,0 0 0 0,0 0 0 0,0 0 0 15,-1 22 0-15,1-22 0 0,0 15 0 16,0-4 0-16,1 2 0 0,0-1 0 0,-2-1 0 0,1 2 0 16,0-4 0-16,0 1 0 0,0-1 0 0,1 0 0 15,-1 0 0-15,0-9 0 0,1 12-77 0,-1-6-9 16,0-6 6-16,-1 10 7 0,1-10 5 0,0 0 5 15,1 9 14-15,-1-9 4 0,0 0 13 0,6 6 4 16,-6-6 3-16,0 0 2 0,19-9-10 0,-10 2 13 16,0 3 0-16,2-1 4 0,-2-1 4 0,0 1 3 15,0-3-4-15,-1 4 4 0,-3 0-1 0,2 0 1 16,0 1 3-16,-2-2 5 0,1 1 3 0,-6 4-1 16,8-3-1-16,-8 3-2 0,8-4-3 0,-8 4-1 15,0 0-3-15,9 0-1 0,-9 0 7 0,0 0-3 16,9 7-10-16,-7-3 8 0,-2-4 3 0,5 8-5 15,-2 0 4-15,1-4-2 0,-3 3 7 0,2-2-2 16,-3-5 3-16,6 11 3 0,-4-5-1 0,1 0-1 16,-1-1-8-16,-2-5-13 0,4 11-13 0,2-7-19 15,-1 1-20-15,0-1-26 0,5 1-23 0,0-3-24 16,1-1-17-16,1 3-53 0,-2-6-52 0,2 0-34 16,-3 0-51-16,-1-1-76 0,-2 1-71 0,-6 2-256 0,11-9-815 15,-7 5 360-15</inkml:trace>
  <inkml:trace contextRef="#ctx0" brushRef="#br0" timeOffset="14353.4">2787 5669 207 0,'0'0'249'16,"0"0"-15"-16,0 0-9 0,0 0-14 0,0 0-14 16,0 0-12-16,0 0-14 0,0 0-1 0,0 0-14 15,0 0-5-15,0 0-8 0,0 0-7 0,0 0-1 16,0 0-2-16,0 0 0 0,0 0-12 0,0 0 4 15,0 0-10-15,0 0-6 0,0 0 0 0,0 0-2 16,0 0 6-16,0 0-15 0,0 0-1 0,0 0 3 16,0 0-12-16,0 0-1 0,0 0-10 0,0 0 12 15,0 0-22-15,0 0 2 0,0 0-7 0,0 0-12 16,0 0 3-16,0 0 0 0,0 0 5 0,0 0 6 16,30 9 9-16,-17-7 9 0,9-1-5 0,-1 1-2 15,7-1-2-15,4 1 4 0,1 0-5 0,4-2 3 16,-2 0-2-16,3 0-1 0,14 0-2 0,1 3 3 15,1-4-3-15,0 2-3 0,3-4-3 0,2-1-4 16,5 4-6-16,1-4-5 0,29 0-5 0,-28 0-5 16,31-1 3-16,2 0-7 0,-5 2-2 0,3-6-1 15,-5 4 8-15,-1 1 15 0,-27 3-3 0,2-2-5 16,0 2-2-16,-2 1-2 0,-7 0-4 0,-1 1-1 16,-2 0 0-16,-14 1-5 0,-2 0 3 0,0 0-7 15,2 1-1-15,-2-2-6 0,-2 2-3 0,-5-2 1 16,-3 2-4-16,-8 0 0 0,2 0-7 0,-3-2 4 15,-6 2-2-15,1-2-4 0,-2 0-2 0,-1 1-9 16,-3-2-11-16,-2 1-10 0,-6-1-12 0,12 3-9 16,-7-3-9-16,-5 0-13 0,0 0-14 0,11 0-19 15,-11 0-8-15,0 0-20 0,0 0-16 0,9 0-23 16,-9 0-26-16,0 0-10 0,0 0-24 0,0 0-32 16,0 0-32-16,0 0-48 0,0 0-42 0,0 0-286 15,0 0-723-15,0 0 320 0</inkml:trace>
  <inkml:trace contextRef="#ctx0" brushRef="#br0" timeOffset="16462.28">3073 5985 222 0,'0'0'272'16,"0"0"-1"-16,0 0 1 0,0 0-9 0,0 0-2 15,0 0 4-15,0 0 1 0,0 0 4 0,0 0 1 16,0 0 1-16,1-12-1 0,-1 12-6 0,0 0-1 16,0 0-3-16,0-10-6 0,0 10-8 0,0 0-8 15,0 0-8-15,3-8-14 0,-3 8-12 0,1-8-21 16,-1 8-16-16,4-6-14 0,-4 6-17 0,5-8-14 16,-1 5-13-16,2-1-12 0,1-3-10 0,2 3-12 15,0-2-11-15,1 2-11 0,-1-2-2 0,2 2-12 16,1 0-3-16,-1 2-7 0,-2-1-2 0,4 3 1 15,0-2-8-15,-2 4-2 0,2-2-14 0,-1 2 4 16,-1 1 3-16,-2 2-7 0,-2-2 0 0,0 3-1 16,1 0-1-16,-3-2-2 0,-1 3 0 0,0 1 0 15,-2 0 1-15,-4 1-5 0,0 0 1 0,-3 1 1 16,-3 0 4-16,-3 4-2 0,-4-3 2 0,-4 1-2 16,2-2-2-16,-2 1 1 0,1-3-1 0,0-1 1 15,-1 1 2-15,2-4-1 0,3-1-7 0,3 0 12 16,0-1 6-16,1-1 3 0,2-1 15 0,8 0 4 15,-14-2 17-15,8-2-5 0,6 4 13 0,-8-9 0 16,6 2-3-16,2 7-2 0,-1-16-8 0,1 6 2 16,1 1-7-16,0-2-4 0,4 4-5 0,-2-3-9 15,1 2 1-15,-1 0-7 0,2 1 1 0,2-1-3 0,-3 3-2 16,-2 0-2-16,2-1 2 0,-4 6-1 16,10-9-10-16,-6 6 5 0,-4 3-11 0,8-8 5 15,-6 5 6-15,-2 3-1 0,9-7-7 0,-4 4 6 16,-5 3-6-16,11-6-5 0,-7 4-2 0,-4 2 11 15,7-2-1-15,-7 2-2 0,9-2-11 0,-9 2 8 0,0 0 2 16,8-4 0-16,-8 4-11 0,0 0 12 16,0 0-5-16,13 1-4 0,-13-1 3 0,4 6 6 15,2-3-7-15,1 3-7 0,-3 0 7 0,1-1 5 16,-1 5-2-16,1-2 3 0,2 3-11 0,0 4 14 0,-1-1-3 16,-1-1 0-16,1 2 2 0,0 4-6 15,1 5 8-15,-3-6-5 0,0 1 0 0,1 5 1 0,-5-3 3 16,1-2 4-16,-1 5-5 0,-1-4 3 15,-2-1-6-15,2-1 1 0,0 0 2 0,-3-2-1 0,0 3-2 16,0-4 3-16,3-4-5 0,-4 0 1 0,2 0 3 16,1-1 2-16,-4-3-3 0,0 3-3 0,2-2 2 15,-1-2 5-15,-1-1 2 0,-2 1 0 0,-1-2-4 16,0-1 6-16,-1 0-1 0,-2-2 2 0,2-1-6 16,-4 0 1-16,3-3 4 0,-3 2 2 0,3-3-2 15,0 0 1-15,-2 0 3 0,4-2 1 0,3 1-9 16,-2 1 10-16,2-1-3 0,1-5 6 0,2 6-4 15,0-4-2-15,3 8-5 0,2-16 1 16,0 5-6-16,5 3 1 0,-1-2-1 0,9-2-22 0,-2 3 10 16,2 0-17-16,3-2-8 0,0 0-16 0,3 2-13 15,-3 1-21-15,3 4-19 0,-2-2-30 0,-3 3-25 16,11-2-32-16,-7 0-35 0,-3 0-47 0,1 2-42 16,-4 2-49-16,-2 1-60 0,1-2-47 0,-4 2-325 15,3-1-863-15,-3 1 382 0</inkml:trace>
  <inkml:trace contextRef="#ctx0" brushRef="#br0" timeOffset="16868.43">3630 6216 430 0,'5'-4'470'0,"-5"4"1"0,4-4-7 15,-4 4-27-15,3-6-24 0,-3 6-27 0,0 0-27 16,0 0-20-16,-1-9-18 0,1 9-27 0,0 0-17 16,0 0-26-16,0 0-25 0,-7-9-24 0,7 9-14 15,0 0-23-15,-8-2-12 0,8 2-19 0,0 0-16 16,-11-2-14-16,11 2-9 0,0 0-12 0,-15 7-1 16,9-5-13-16,0 2-12 0,-1-1 1 0,0 2-12 15,1 2-3-15,-3 0-5 0,0 2 3 0,2-1-4 16,1 0-7-16,2 2 1 0,-2-1-5 0,-2-1-4 15,4 1-2-15,2-1-1 0,-2 3-2 0,0-5-1 16,1 2-1-16,2 0-5 0,1-8 2 0,-1 13-2 16,0-9 2-16,1-4-12 0,1 10 8 0,-1-10 0 15,4 10 2-15,0-8 5 0,1 3-8 0,1-3 2 16,4-1-6-16,2 0-10 0,1-1-14 0,-1 0-22 16,6 0-32-16,1-2-28 0,1 0-39 0,-1-1-35 15,3-1-48-15,-3 0-59 0,-5-1-52 0,2 1-72 16,2-3-66-16,-5 4-336 0,0-2-877 0,3-4 388 15</inkml:trace>
  <inkml:trace contextRef="#ctx0" brushRef="#br0" timeOffset="17337.07">4006 6011 244 0,'4'-3'437'0,"-4"3"2"15,10-6-29-15,-6 3-40 0,-4 3-24 0,6-4-25 16,1 0-6-16,-7 4-16 0,7-6-14 0,1 2-19 16,-4 0-24-16,-4 4-22 0,9-7-25 0,-3 6-12 15,6-2-16-15,-2 2-16 0,-2-2-16 0,3 1-11 16,-3 0-17-16,-8 2-6 0,21 0-11 0,-8 2-10 0,-2-2-7 15,2 2-13-15,-1 1-1 0,-2 0-2 0,2 1-8 16,-2 0-6-16,1-1-7 0,-2 1-5 16,0 1-3-16,-3-2-2 0,1 5-4 0,-1-3-4 15,-2 4-2-15,0 1-1 0,-2-1-1 0,-4 1 2 16,0 2-4-16,-1 2 4 0,-5 2 0 0,0-1-3 0,-4-1-2 16,-4 1 7-16,-5 2-2 0,-6-4 0 0,3-2 1 15,-4-3 0-15,6-2-2 0,4 0-5 16,2-2 10-16,-2-1 13 0,4-2 22 0,2-1 20 15,2-1 12-15,0-4 16 0,2-1-5 0,3-2-2 0,0-3 0 16,3 0-7-16,1-4-6 0,1 2-20 0,4-4-6 16,0 1-6-16,1 0-24 0,3 2-28 0,3-1-42 15,-5 3-57-15,0 1-44 0,4-2-59 0,0 4-62 16,-1 3-66-16,1-5-51 0,0 4-55 0,2 3-39 16,-2-2-344-16,2 2-888 0,-5 1 393 0</inkml:trace>
  <inkml:trace contextRef="#ctx0" brushRef="#br0" timeOffset="17665.12">4157 5901 388 0,'0'0'422'0,"2"-10"49"0,-2 10 19 16,0-11 15-16,0 11-16 0,-1-11 14 0,1 11-14 16,0-11-13-16,0 11-2 0,0-10-20 0,0 10-20 15,-1-7-30-15,1 7-40 0,0 0-36 0,0 0-29 16,0 0-33-16,0 0-28 0,0 0-25 0,4-7-28 15,-4 7-20-15,0 0-31 0,0 0-134 0,0 0 0 16,0 27 0-16,0-11 0 0,-3 1 0 0,4 2 0 16,-2 4 0-16,-3 3 0 0,3 3 0 0,-3-2 0 15,-1 2 0-15,-6 2 0 0,5-4 0 0,-4 2 0 16,0 1 0-16,0-1 0 0,-3 0 0 0,2-3 0 16,0-1 0-16,0 0 0 0,-1-3 0 0,6-1 0 15,-2-6 0-15,3 4 0 0,-1-2 0 0,1 0 0 16,2-5 0-16,2-1 0 0,-1-1 0 0,1 0 0 15,1-3 0-15,1 0 0 0,1 0 0 0,-2-7 0 16,4 12-141-16,-2-8-149 0,-2-4-41 0,10 6-47 16,-5-5-51-16,-5-1-64 0,12 0-64 0,-12 0-372 15,19-7-1007-15,-9 3 446 0</inkml:trace>
  <inkml:trace contextRef="#ctx0" brushRef="#br0" timeOffset="18133.77">4370 6206 261 0,'5'-2'367'16,"-5"2"-6"-16,9-9-10 0,-4 5-10 0,-1 1-18 15,-4 3-5-15,5-5-14 0,-5 5-10 0,6-6-16 16,-6 6-19-16,0 0-16 0,3-5-18 0,-3 5-21 15,0 0-17-15,0 0-24 0,0 0-17 0,0 0-22 16,4-5-14-16,-4 5-14 0,0 0-15 0,0 0-11 16,0 0-10-16,0 0 0 0,0 0-10 0,0 0-5 15,0 0-4-15,-10 18-6 0,10-18-2 0,-5 10-6 16,2-7-2-16,3-3-5 0,-5 8 0 0,5-8-1 16,-4 6 1-16,4-6-10 0,-2 8 5 0,2-8 5 15,-1 9-5-15,1-9 3 0,0 0 1 0,3 11 1 16,1-6 1-16,-4-5 4 0,8 7 1 0,-3-3 7 15,1 1-4-15,0-1 2 0,-3 0-8 0,4-1 5 16,-7-3-3-16,7 6 1 0,-3-3-4 0,-4-3-4 0,5 6 2 16,-5-6-7-16,4 4 0 0,-4-4-2 15,0 0 0-15,0 0-1 0,0 0 6 0,0 0 7 16,-10 14-4-16,5-11-2 0,-3 0 3 0,-3 2 0 16,-2-1-2-16,-1-2-14 0,1 2-21 0,-5 0-20 0,7-4-24 15,-2 1-34-15,1 1-43 0,5-4-41 0,7 2-27 16,-13 0-49-16,13 0-74 0,-12-3-87 0,12 3-329 15,-2-8-807-15,2 8 358 0</inkml:trace>
  <inkml:trace contextRef="#ctx0" brushRef="#br0" timeOffset="23226.95">4784 6070 48 0,'0'0'78'0,"0"0"6"0,0 0-10 16,0 0 6-16,0 0 9 0,0 0 6 0,0 0 13 0,0 0 4 16,0 0-7-16,0 0 10 0,0 0 3 15,-9-22-3-15,9 22-3 0,0 0-7 0,-1-10-9 16,1 10-1-16,0 0-1 0,0 0-15 0,1-9-3 16,-1 9-14-16,0 0-3 0,0 0-1 0,0 0 2 0,0 0-1 15,-1-9 6-15,1 9-3 0,0 0 2 0,0 0 2 16,0 0 1-16,-2-10 4 0,2 10 6 0,0 0 1 15,0 0 2-15,0 0 2 16,0 0 5-16,-3-8 11 0,3 8-5 0,0 0-4 0,-3-7 13 16,3 7 8-16,0 0 4 0,-2-8 2 0,2 8 5 0,0 0 4 15,0 0 4-15,-3-10 4 0,3 10-1 0,-2-7-1 16,2 7 1-16,0 0-2 0,0 0 0 16,0 0-5-16,1-12-5 0,-1 12-4 0,0 0 0 15,0 0-8-15,0 0 2 0,-3-6-6 0,3 6-1 0,0 0-3 16,0 0-2-16,0 0-5 0,0 0-6 0,0 0-8 15,0 0-5-15,0 0-8 0,0 0-12 0,0 0-14 16,0 0-6-16,0 0-5 0,0 0-7 16,0 0-5-16,0 0-1 0,0 0-4 0,0 0 1 0,0 0-3 15,0 0-2-15,4 27-1 0,-1-16 1 0,-1 1-1 16,0 5-1-16,-1 0 1 0,2 1 1 0,-1 1-3 16,-1-1 4-16,-1 1-6 0,-1-1 3 0,1 0-4 15,0 1 2-15,-2-2 1 0,0 2-2 16,1-1 1-16,-2-4 0 0,2 2-3 0,0-4 2 0,0-1 0 15,-1 0 0-15,0-3-3 0,0 0 3 0,1 1 3 16,1-9-4-16,-2 9 1 0,2-9-1 0,-3 9 3 16,3-9 0-16,0 0-1 0,0 0 3 0,0 8 1 15,0-8 3-15,0 0 0 0,0 0 2 0,0 0-9 16,0 0-17-16,0 0-15 0,0 0-38 0,0 0-60 16,0 0-59-16,0 0-60 0,0 0-54 0,0 0-59 15,0 0-63-15,-2-29-48 0,0 19-296 0,2-2-828 16,-1 1 367-16</inkml:trace>
  <inkml:trace contextRef="#ctx0" brushRef="#br0" timeOffset="23664.35">4655 5960 38 0,'5'-5'330'0,"-5"5"-3"0,7-10 1 0,-5 6-1 15,-2 4-16-15,5-9-7 0,-5 9-9 0,4-8-10 16,-1 4-12-16,-3 4-6 0,4-7-7 0,-4 7-9 16,4-5-13-16,-4 5-19 0,6-6-22 0,-6 6-22 15,7-5-16-15,-1 3-16 0,1 1-18 0,5 0-6 16,1-1-11-16,-1 2-10 0,8 2-5 0,-1 0-7 16,-1 0-3-16,2 3-7 0,2-1-8 0,-2 1-7 15,7 4-6-15,-1 1-5 0,-1 3-6 0,-1-2-5 16,0 3-3-16,-2 1-4 0,-5-2-5 0,-3 0-2 15,-2 1-2-15,-1 0-6 0,-1 0 1 0,-2 2-3 16,-2 1-2-16,-1-1-2 0,-3 1 0 0,-2 1 7 16,-4 0 2-16,-5 0-6 0,0-1 6 0,-5 3-1 15,-4 1-6-15,-5 0 9 0,1-1-3 0,-2-2 2 16,0-3-2-16,5-4-6 0,-1-2 4 0,1-1-2 16,1 2 2-16,2-6 0 0,4 3 0 0,2-4-1 15,1 0 8-15,-2 0-10 0,3 0 14 0,2-2-2 0,6-1-3 16,-11 2-1-16,11-2 0 0,0 0-1 15,0 0-3-15,-9 4-10 0,9-4-18 0,0 0-31 16,0 0-36-16,0 0-43 0,0 0-50 0,0 0-77 16,0 0-65-16,0 0-63 0,0 0-54 0,0 0-368 15,0 0-864-15,0 0 382 0</inkml:trace>
  <inkml:trace contextRef="#ctx0" brushRef="#br0" timeOffset="24101.74">5143 6327 385 0,'0'0'411'16,"4"-8"11"-16,-1 2-2 0,-3 6-9 0,7-10 1 15,-5 5-10-15,0-1-19 0,-2 6-10 0,0-9-3 16,0 9-7-16,4-10-13 0,-4 10-34 0,1-8 5 15,-1 8-23-15,2-7-18 0,-2 7-25 0,0 0-26 16,0 0-21-16,1-8-29 0,-1 8-18 0,0 0-23 0,0 0-20 16,0 0-13-16,0 0-12 0,0 0-15 0,0 0-2 15,0 0-20-15,0 0 6 0,10 15-6 16,-8-8-8-16,0 2-15 0,-1 2 12 0,3 0-11 16,-4 5-5-16,3-4 2 0,-2 4-5 0,0 2 4 0,-1-2-4 15,0 0-9-15,0 2-5 0,-2-3 0 0,-1 3-4 16,2-1 7-16,-3 1-2 0,0-4-2 0,0 3 1 15,-1-1-5-15,1-4 2 0,2-2-3 16,-1 1 1-16,1 0-1 0,-3-2-3 0,5-2 0 0,-3-1-17 16,3-6-22-16,-1 10-7 0,1-10-8 0,-3 9-22 15,3-9-14-15,0 0-4 0,-2 8-13 0,2-8-16 16,0 0-15-16,0 0-20 0,0 0-14 0,-3 4-32 16,3-4-43-16,0 0-68 0,0 0-48 0,0 0-55 15,0 0-46-15,0 0-390 0,0 0-921 0,4-28 408 16</inkml:trace>
  <inkml:trace contextRef="#ctx0" brushRef="#br0" timeOffset="24554.76">5141 6319 115 0,'0'0'374'0,"2"-8"-9"0,-2 8 2 0,3-9 0 16,-3 9-13-16,4-10-5 0,-4 10-5 0,4-8-4 16,1 2-6-16,-1 1-17 0,-1-1-20 0,1 1-19 15,3-3-19-15,-2 4-13 0,1-1-21 0,2 0-21 16,1-2-19-16,-1 3-26 0,2-1-1 0,-3 3-15 16,1-3-17-16,0 4-10 0,3-1-9 0,-2 2-17 15,-1 0-8-15,2-1-8 0,0 1-5 0,-10 0-16 16,21-1-1-16,-14 2-7 0,2 1-6 0,1-1-5 15,-2 3-6-15,-1 0 2 0,-2-1-8 0,1 1 1 16,0 2-4-16,-2-1-1 0,0 1-7 0,-1 0 2 16,-1 1-2-16,0 1-3 0,-2-8-4 0,-3 17 7 15,-2-8-3-15,-3 1 2 0,-3 2-1 0,-2-1 0 16,-4-2-3-16,-1-1 4 0,-1 3 1 0,-1-3 2 16,-5 2-2-16,6-3-1 0,5-3-4 0,3-1 4 15,0 1-2-15,-1-2 3 0,4 1 2 0,3-2-1 16,5-1 5-16,-10 2-2 0,10-2 8 0,-8 4-19 15,8-4 12-15,0 0-18 0,0 0-25 0,0 0-26 16,-10-7-45-16,10 7-48 0,0 0-37 0,-1-11-57 16,1 11-55-16,1-11-55 0,-1 11-53 0,5-11-60 15,-1 8-344-15,-1-3-873 0,3 0 387 0</inkml:trace>
  <inkml:trace contextRef="#ctx0" brushRef="#br0" timeOffset="25335.82">5407 5898 174 0,'0'0'270'0,"0"0"-2"16,0 0-7-16,0 0 2 0,0 0-3 0,0 0-11 15,0 0 17-15,0 0-11 0,5-9 0 31,-5 9-14-31,0 0 1 0,0 0-3 0,4-6-4 0,-4 6-10 0,0 0-11 0,0 0-1 0,6-8-9 0,-6 8-13 16,5-3-14-16,-5 3-15 0,5-6-9 0,-5 6-13 16,9-6-12-16,-4 2-12 0,2 0-9 0,-2 0-6 0,5-1-14 15,-2 0-8-15,-2 3-10 0,1-1-19 16,1-1-3-16,0-1 5 0,2 3-3 0,-3-1-9 16,2 0-4-16,-3 0-2 0,0 1-7 0,-6 2-4 15,11-3-2-15,-4 0 0 0,-7 3-6 0,9 0-4 0,-9 0-2 16,11 0 1-16,-11 0-3 0,11 3-10 0,-6-1-3 15,-5-2 12-15,10 6-3 0,-4-2-2 16,0 0-4-16,-1 1-1 0,0 0 5 0,0 1 1 16,-1 0-2-16,-1 0-1 0,-1 1 0 0,0 1 0 0,-2-1-2 15,1 3 0-15,-2 0 3 0,-2 0-1 0,0-1-1 16,-2 2 3-16,-1-1-1 0,-2 3 4 0,-3 0 2 16,-1 0-4-16,3-5 2 0,0 2-3 0,0-3 1 15,0 1 2-15,3-3 0 0,1 1-1 0,1-3 1 16,4-3 3-16,-8 8 10 0,8-8 17 0,-5 4 8 15,5-4 33-15,-4 4 18 0,4-4 13 0,0 0 0 16,0 0-7-16,0 0-20 0,0 0-2 0,0 0 0 16,0 0-11-16,30-8-7 0,-15 4-10 0,-5 2-5 15,6-1-4-15,-5-1-4 0,7-1-2 0,0 1-9 16,-4 2-5-16,5 0 4 0,-1-1-6 0,-4 2 3 16,0-2-2-16,1-1-3 0,2 0-5 0,0 2 7 15,-6 2-5-15,1-1-7 0,-5 1-3 0,4-1 8 16,-11 1-1-16,14-3-6 0,-8 3 6 0,-6 0 0 15,10-1-14-15,-10 1 8 0,9-2-5 0,-9 2-2 16,0 0 4-16,10 2-1 0,-10-2-4 0,0 0 5 16,0 0-5-16,8 0-16 0,-8 0-19 0,0 0-23 15,0 0-38-15,0 0-33 0,0 0-35 0,0 0-29 16,0 0-39-16,0 0-49 0,0 0-45 0,0 0-47 16,0 0-65-16,0 0-67 0,0 0-290 0,0 0-863 15,0 0 382-15</inkml:trace>
  <inkml:trace contextRef="#ctx0" brushRef="#br0" timeOffset="29542.34">6834 5223 75 0,'0'0'233'0,"0"0"4"0,0 0-4 16,0-9 7-16,0 9 0 0,0 0 0 0,0 0 1 16,0 0 9-16,0 0-4 0,-2-9 2 0,2 9 1 0,0 0-5 15,0 0-7-15,-3-10-1 0,3 10-5 0,0 0-6 16,-1-9-5-16,1 9-7 0,0 0-11 15,-4-5-8-15,4 5-15 0,0 0-19 0,0 0-8 16,0 0-16-16,0 0-14 0,0 0-11 0,0 0-15 0,0 0-9 16,0 0-13-16,0 0-11 0,0 0-9 0,0 0-10 15,0 0-4-15,0 0-8 0,0 0-3 0,0 0-9 16,0 0 2-16,0 0-2 0,0 0-4 16,0 0 1-16,0 0-2 0,-3 22 0 0,3-14-2 0,-1 3 1 15,1 1 2-15,0 4-3 0,0 0 7 0,1 4 1 16,-3-1-1-16,2 2 1 0,0-4 3 0,-3 2-5 15,3 2 1-15,0 3 0 0,-1 1 2 0,-1-7 4 16,2 6 4-16,-2-6-12 0,1 1 7 0,0 0-4 16,1 1-1-16,0-5 3 0,0 3-5 0,0-6-2 15,0 1-3-15,-2 1 3 0,1-3-5 0,1 0-1 16,0-3 1-16,0 1 0 0,1-1-4 0,-1-8 2 16,0 11-1-16,0-5-2 0,0-6 3 0,0 0-1 15,-1 13-3-15,1-13 4 0,0 6-4 0,0-6 2 16,0 0-4-16,-1 8-12 0,1-8-16 0,0 0-21 15,0 0-28-15,0 0-31 0,0 0-29 0,0 0-43 16,0 0-90-16,0 0-64 0,0 0-62 0,15-14-58 16,-7 6-352-16,0 1-869 0,2-1 384 0</inkml:trace>
  <inkml:trace contextRef="#ctx0" brushRef="#br0" timeOffset="29901.63">7048 5513 231 0,'0'0'316'15,"0"0"-7"-15,0 0-4 0,0 0-15 0,0 0-4 16,0 0-7-16,0 0-4 0,0 0-8 0,2 8-6 16,-2-8-5-16,0 0-11 0,0 0-8 0,0 0-7 15,0 0-5-15,0 0-3 0,0 0-2 0,0 0-6 16,4 6-7-16,-4-6-10 0,0 0-19 0,0 0-21 15,14-3-20-15,-14 3-14 0,17-6-15 0,-3 3-7 16,4-1-11-16,1 2-9 0,-1-1-10 0,1 1-3 16,-1-1-12-16,0 2-1 0,1-2-10 0,-6 1-13 15,1 1 11-15,-3 1-7 0,1-1 0 0,-5 0-7 16,-7 1-1-16,14-2-4 0,-7 0-3 0,-7 2-1 16,10-1-2-16,-10 1-3 0,0 0 0 0,0 0-4 15,9-1-8-15,-9 1-15 0,0 0-26 0,6-3-31 16,-6 3-32-16,0 0-28 0,0 0-43 0,0 0-41 15,4-4-27-15,-4 4-25 0,0 0-48 0,0 0-51 16,4-9-35-16,-4 9-26 0,0 0-231 0,6-9-710 16,-2 4 314-16</inkml:trace>
  <inkml:trace contextRef="#ctx0" brushRef="#br0" timeOffset="30307.78">7641 5340 208 0,'5'-8'306'0,"-5"8"-3"0,5-6 2 16,-5 6 0-16,4-6-4 0,-4 6 7 0,2-5-16 15,-2 5-3-15,0 0-9 0,3-10-16 0,-3 10-2 16,0 0-10-16,0 0-8 0,0 0-13 0,2-9-11 16,-2 9-16-16,0 0-17 0,0 0-14 0,0 0-17 15,0 0-20-15,0 0-21 0,0 0-22 0,0 0-3 16,0 0-11-16,0 0-9 0,0 0-9 0,0 0-6 15,-29 22-3-15,20-11-1 0,-2 3-3 0,-2 2-5 16,1-2 2-16,1 0-3 0,-1 3-7 0,-3-2 1 16,3 0-5-16,1 1-3 0,-2-2-5 0,7 1 3 15,-2-1-5-15,2-3-2 0,1 1-1 0,1-1-2 16,-1-1-1-16,1 3 1 0,4-3-2 0,0 3 1 0,1-2 3 16,0-2-1-16,3 2-2 0,3-3 2 15,1 3-5-15,0-3 2 0,0 1-2 0,0-2 1 16,0 0 0-16,3-2-5 0,-4 3-5 0,6-3-10 15,-5 1-13-15,1-3-14 0,0 0-17 0,1 1-21 0,0-6-21 16,0 4-33-16,2-2-35 0,-1-2-50 16,1 0-32-16,-5 2-31 0,4-3-38 0,-3 2-31 0,2-3-31 15,-4 1-26-15,-1-1-234 0,2 1-688 16,-1-2 305-16</inkml:trace>
  <inkml:trace contextRef="#ctx0" brushRef="#br0" timeOffset="30588.97">7551 5510 324 0,'0'0'410'0,"0"0"0"16,-7-2-6-16,7 2-10 0,0 0-19 0,0 0-15 16,0 0-11-16,0 0-17 0,0 0-12 0,0 0-22 15,0 0-20-15,0 0-19 0,0 0-22 16,0 0-26-16,16-14-24 0,-8 10-19 0,2 0-19 0,1 0-13 15,6 1-16-15,4 0-8 0,-2 0-14 0,1 0-9 16,2 1-8-16,-1-1-10 0,0 3-6 0,1-2-10 16,-1 1-2-16,-3 1-9 0,2-3 0 0,-4 3-22 15,-3 0-27-15,-1 0-34 0,-5 2-57 0,3-2-30 16,-10 0-76-16,13-2-70 0,-13 2-66 0,9 0-87 16,-9 0-63-16,0 0-256 0,9-1-806 0,-9 1 356 15</inkml:trace>
  <inkml:trace contextRef="#ctx0" brushRef="#br0" timeOffset="31323.17">6765 5898 129 0,'0'0'197'0,"0"0"-9"16,0 0-7-16,-8 4-1 0,8-4-2 0,0 0 22 16,0 0-6-16,0 0-6 0,0 0-2 0,0 0-2 15,0 0-5-15,0 0 5 0,0 0-13 16,0 0-9-16,0 0 5 0,0 0-9 0,0 0 10 0,0 0-16 16,0 0 1-16,0 0-4 0,0 0-2 0,0 0 2 15,0 0-5-15,0 0-11 0,0 0 7 0,0 0 0 16,0 0 1-16,0 0-16 0,0 0-4 0,0 0-3 15,29 0 0-15,-11 0-2 0,10 0 4 0,1 2 2 16,7-4-6-16,1 1-3 0,18-3-15 0,1 2-3 16,4 1-18-16,3-3-2 0,-2 3-4 0,3-2-9 15,1 0-4-15,-1-1-1 0,-4 2-19 0,-2 0 14 16,-9 2-1-16,-11-2-3 0,-4 2-2 0,-1-2-2 16,-3 1 1-16,-4 1-2 0,-6 0-5 0,-1 0-7 15,-3-1 3-15,-3-1-8 0,-2 2-1 0,0 0 0 16,-3-1-2-16,-8 1 1 0,13-1 0 0,-6 0-5 15,-7 1-5-15,9-1 5 0,-9 1-9 0,0 0-8 16,0 0 9-16,10 0 0 0,-10 0-14 0,0 0-14 16,0 0-27-16,0 0-32 0,0 0-46 0,0 0-38 15,0 0-48-15,0 0-52 0,0 0-67 0,0 0-72 16,0 0-88-16,-39 8-331 0,21-6-885 0,0 2 391 16</inkml:trace>
  <inkml:trace contextRef="#ctx0" brushRef="#br0" timeOffset="31823.05">7215 6145 245 0,'0'0'281'16,"0"0"-13"-16,0 0-14 0,9-4-10 0,-9 4-12 15,0 0-7-15,0 0 2 0,4-5-4 0,-4 5-5 16,0 0 20-16,0 0-13 0,0 0 3 0,0 0 11 16,0 0 0-16,-9-13 1 0,9 13 3 0,0 0 7 15,-9-3-2-15,9 3-5 0,0 0-11 0,0 0-14 16,-10-3-16-16,10 3-19 0,0 0-29 0,-11 0-3 0,11 0-17 15,0 0-13-15,-15 2-11 0,10 1-16 16,5-3-6-16,-14 6-6 0,6-3-11 0,-1 3-3 16,-1 1-12-16,-1-2-4 0,2 4-2 0,0-2-4 15,-3 1-11-15,1 4-1 0,0-1-14 0,-1 2 11 0,1 1-3 16,1-1-8-16,5-2 5 0,0 1-8 0,1-1-3 16,0 3 2-16,3 0 2 0,0 4-2 15,2-7-7-15,2 3-6 0,1-3 2 0,1 3 1 16,0-3-9-16,2 0 0 0,2-2-13 0,-1-1 4 0,1 0-10 15,1-2-7-15,0-1-11 0,4 0-11 0,-1-1-23 16,-2-1-17-16,3-2-23 0,0 2-20 0,0-3-16 16,-2 0-48-16,4 0-24 0,-3-2-35 0,2 0-28 15,-4 2-25-15,1-2-36 0,-1 0-44 16,0-2-41-16,-5 2-243 0,-1-2-730 0,1 0 323 0</inkml:trace>
  <inkml:trace contextRef="#ctx0" brushRef="#br0" timeOffset="32088.61">7044 6311 344 0,'0'0'450'0,"0"0"-4"16,0 0-14-16,14-16-16 0,-14 16-29 15,10-3-23-15,-4 1-20 0,-6 2-21 0,13-6-29 0,-6 2-26 16,2 2-23-16,1 0-24 0,1-1-20 0,1 2-19 15,1-2-17-15,1 1-19 0,-2 0-11 0,4 0-13 16,-1-2-12-16,-1 4-9 0,4-5-12 16,0 5-12-16,-6 0-5 0,0-3-9 0,2 3-9 0,-1 0-26 15,2-1-31-15,-2 0-39 0,0 0-40 0,-1 0-41 16,1 1-63-16,-2 0-61 0,-2 0-71 0,1-2-84 16,-10 2-378-16,13-3-844 0,-13 3 374 0</inkml:trace>
  <inkml:trace contextRef="#ctx0" brushRef="#br0" timeOffset="37268.55">7506 6031 5 0,'0'0'180'0,"0"0"-9"0,0 0-13 0,0 0-2 0,0 0-4 15,0 0-9-15,0 0-2 0,0 0-11 0,0 0 2 16,0 0-3-16,0 0-6 0,0 0 1 0,0 0-1 15,0 0 6-15,0 0-2 0,0 0-3 0,-5-5 2 16,5 5-3-16,0 0 1 0,0 0 1 0,0 0-4 16,0 0 7-16,0 0-1 0,0 0 3 0,0 0-5 15,0 0-2-15,0 0 14 0,0 0 0 0,0 0 7 16,0 0-7-16,0 0-4 0,0 0-3 0,0 0-12 16,4-13 0-16,-4 13-12 0,0 0-15 0,0 0-9 15,0 0-6-15,0 0-9 0,8-7-7 0,-8 7-5 16,0 0-8-16,9-2-8 0,-9 2-1 0,10-2-9 15,-10 2-1-15,0 0-5 0,15 0-4 0,-15 0-2 16,16 4-3-16,-7-4-2 0,-3 2 0 0,1 0-4 16,-7-2-9-16,16 5 4 0,-12-2 2 0,1-1 2 15,1 1-6-15,1 1-3 0,-7-4 3 0,5 4-4 16,-5-4 4-16,5 6-2 0,-5-6-3 0,5 6-2 16,-5-6-5-16,3 8 3 0,-3-8 4 0,0 0-6 15,-4 11 4-15,4-11-1 0,0 0-1 0,-3 11 1 16,3-11 6-16,-6 6 2 0,2-2-5 0,4-4 1 15,-9 7 7-15,3-6-3 0,6-1-1 0,-9 4-1 16,2 0 3-16,2-2 0 0,5-2-1 0,-10 5 5 16,10-5-2-16,-8 2 0 0,8-2-3 0,-7 2-1 15,7-2 5-15,0 0-7 0,-13-2 2 0,13 2 4 16,0 0-5-16,0 0 9 0,0 0-1 0,0 0-1 0,0 0 3 16,-10-2-3-16,10 2-3 0,0 0-1 0,0 0 1 15,0 0-4-15,0 0-2 0,0 0 4 16,0 0-3-16,0 0-3 0,0 0 1 0,0 0 1 15,25 4-1-15,-25-4-7 0,14 3 6 0,-8-1-2 0,5 1 2 16,-3 2-1-16,-1-1 4 0,3-1-3 0,-4 1 0 16,-1 0-4-16,0 2 5 0,0-2-3 15,-1 1 1-15,-4-5-8 0,6 8 1 0,-5-3 1 16,-1-5 3-16,-1 10-5 0,1-10 9 0,-6 9-1 0,1-4 9 16,0 1-3-16,-3-1-2 0,-6 0-1 0,5-2 1 15,-1 1-2-15,-2-3 6 0,1 1-2 0,-1 1 3 16,-2-3-14-16,3 1 11 0,-1 1-4 0,3-2 11 15,9 0-4-15,-14 0-1 0,14 0 2 0,-9 1 9 16,9-1-4-16,-8 1-4 0,8-1-2 0,0 0 8 16,-10 0-4-16,10 0 1 0,0 0-1 0,0 0 0 15,0 0-5-15,0 0 1 0,-8-5 7 0,8 5-11 16,0 0 4-16,0 0 2 0,0 0-1 0,-6-7-1 16,6 7-4-16,0 0 3 0,0 0-7 0,0 0 7 15,0 0-11-15,0 0-7 0,0 0-8 0,9-14-24 16,-9 14-21-16,0 0-28 0,6-5-30 0,-6 5-38 15,0 0-32-15,8 0-36 0,-8 0-45 0,0 0-41 16,17 0-40-16,-17 0-204 0,9 2-607 0,-9-2 268 16</inkml:trace>
  <inkml:trace contextRef="#ctx0" brushRef="#br0" timeOffset="38487.01">7953 5219 139 0,'1'-7'187'0,"-1"7"-7"0,0 0 1 0,0 0-4 0,0 0-2 16,0 0 1-16,0 0-1 0,0 0-6 0,0 0 1 16,0 0 0-16,0 0 2 0,0 0 0 0,0 0 1 15,0 0-3-15,0 0-7 0,0 0 6 0,0 0 3 16,0 0 1-16,1-9-12 0,-1 9 4 0,0 0-8 16,0 0-10-16,0 0-17 0,0 0-6 0,0 0-13 15,0 0-16-15,0 0-14 0,0 0-12 0,0 0-10 16,0 0-3-16,21 9-10 0,-15-7 4 0,0 3-14 15,1 3-6-15,2-2-3 0,-2 2 2 0,2 3-6 16,-2-5-1-16,-1 6-3 0,4 0-5 0,-2 4-4 16,-3-5-2-16,0 6 5 0,-1-2 6 0,0 2-5 15,0-2 4-15,-2 2-5 0,0-1 1 0,-1 0-3 16,-1 1 6-16,-1 2 1 0,-1 0-2 0,-2 2 6 16,1-2 6-16,-5 5-2 0,3-5-1 0,-5 5 9 15,1 1 5-15,-3-1 1 0,-3-1-1 0,2-2-2 16,-4 2 1-16,6-7-2 0,-8 3 0 0,5-4-3 15,-7 1 2-15,6-5 1 0,-2 0-5 0,0-1 0 16,4-2-8-16,-4 1 7 0,2-2-3 0,3-2-3 16,1-2 0-16,-1 0-4 0,3 0 3 0,2-2-1 15,0 2-1-15,7-3 1 0,-9 2-3 0,9-2 6 16,0 0-3-16,-6 1-3 0,6-1-14 0,0 0-19 16,0 0-22-16,-13-3-32 0,13 3-37 0,0 0-50 15,-5-6-48-15,5 6-44 0,0 0-65 0,-5-7-82 16,5 7-347-16,-5-4-802 0,5 4 354 0</inkml:trace>
  <inkml:trace contextRef="#ctx0" brushRef="#br0" timeOffset="39268.07">6499 5173 113 0,'4'-4'174'0,"-4"4"-6"0,0 0 2 16,0 0-1-16,0 0-2 0,3-7 3 0,-3 7-1 15,0 0 6-15,0 0 0 0,0 0 8 0,5-8 8 16,-5 8 4-16,0 0 7 0,0 0 13 0,4-7 9 16,-4 7 8-16,0 0 4 0,2-6 3 0,-2 6 0 15,0 0-2-15,0 0-6 0,0 0-9 0,0 0-8 16,0 0-14-16,0 0-18 0,0 0-20 0,0 0-17 16,0 0-18-16,0 0-14 0,2-7-11 0,-2 7-14 15,0 0-4-15,0 0-14 0,0 0-12 0,0 0-8 16,-12 20 8-16,8-12 1 0,-1 2 0 0,-4 4 6 15,1 3 6-15,-2 2 2 0,-3 4-6 0,-2 2-8 16,-2 6 0-16,1-2 3 0,-1 2-5 0,2-2-2 16,2 3 0-16,-1 0-9 0,5-2 0 0,0-1-9 15,3 0-2-15,1-3-2 0,4 1 1 0,1 0-5 16,1-2 1-16,4-2-2 0,0-5-5 0,4 5 2 16,4-1-2-16,-2-6 1 0,2-1-5 0,6 2-3 15,0 0-12-15,-3-4-13 0,-1-2-15 0,2 1-35 16,2-3-27-16,-5 0-34 0,-3-2-43 0,6 0-49 15,-4-3-60-15,1 0-72 0,-3 1-78 0,8-4-92 16,-4-2-340-16,6-1-923 0,0-3 409 0</inkml:trace>
  <inkml:trace contextRef="#ctx0" brushRef="#br0" timeOffset="40361.56">8198 5066 104 0,'0'0'220'0,"-6"-5"2"0,6 5-3 15,0 0-4-15,0 0-1 0,0 0-12 0,0 0 0 16,0 0-2-16,-4-5-13 0,4 5-1 0,0 0-9 16,0 0 0-16,0 0-11 0,0 0 2 0,-3-7 2 15,3 7 2-15,0 0-16 0,0 0-7 0,0 0-1 16,0 0-1-16,-1-9-12 0,1 9-1 0,0 0-15 15,0 0-12-15,0 0-2 0,5-9-18 0,-5 9-12 16,0 0 0-16,8-8-11 0,-3 7-5 0,-5 1-8 16,11-6-9-16,-6 4-3 0,2 0 2 0,-7 2-8 15,14-4-5-15,-7 4-5 0,-7 0-1 0,15-2-3 16,-7 1 3-16,-8 1-13 0,13 0 5 0,-6-1-5 16,-7 1-5-16,10 1 0 0,-10-1-7 0,11 3 3 15,-11-3-3-15,8 0 1 0,-8 0 5 0,9 6-5 0,-5-1 3 16,0-1-3-16,1 0-3 0,-3 1 2 15,3 0 0-15,-5-5 0 0,4 11-2 0,-1-5 7 16,-3-6-3-16,1 11 5 0,-1-5-3 0,0-6-1 16,-5 13 6-16,4-6 1 0,-4-1 8 0,-3 1-5 0,-1 1 0 0,4 0 2 0,-4-1 4 0,2 0-3 0,1 2 0 15,-3-5 1-15,3 1 4 0,-2 4-4 16,3-5 4-16,-2 3-7 0,3-4-1 0,4-3 5 16,-8 6 5-16,8-6 5 0,-8 5 11 0,8-5 13 15,-4 4 11-15,4-4 16 0,0 0 15 0,-6 3 14 0,6-3 16 16,0 0 10-16,0 0 5 0,0 0-12 0,0 0-9 15,0 0-14-15,0 0-10 0,30-4-10 16,-11-1-7-16,2 1-8 0,7-1-6 0,0-1-5 16,-1 1 2-16,-8 0-14 0,3 2-1 0,-3-1-11 15,3 2 5-15,-3-2-6 0,-2 2-6 0,-3-1-19 0,-3 2-35 16,1 0-47-16,-4 1-57 0,-8 0-71 0,15-1-77 16,-15 1-77-16,11 1-77 0,-6 0-81 15,-5-1-342-15,0 0-928 0,0 0 411 0</inkml:trace>
  <inkml:trace contextRef="#ctx0" brushRef="#br0" timeOffset="47384.19">10107 5459 130 0,'5'-9'402'0,"-5"9"8"0,3-12-4 16,1 6-1-16,-3-4-9 0,1 6-5 0,-2 4-5 16,4-12-12-16,-4 12-10 0,2-8-10 0,-2 8-20 15,1-7-21-15,-1 7-21 0,0 0-27 0,0 0-27 16,0 0-22-16,0 0-23 0,0 0-20 0,0 0-18 16,0 0-18-16,0 0-11 0,0 0 0 0,-16 24 6 15,4-9-5-15,-6 9-6 0,0 2 0 0,-4-1-17 0,0 2 2 16,-2 1-6-16,-6 10-9 0,0 0-8 15,7-11-13-15,-6 13 0 0,7-11-12 0,3 1-1 16,-1 0-3-16,-3 11-10 0,7-13-6 0,1 1 6 16,2 0-7-16,3-1-4 0,1 2-3 0,4-1-3 0,3 1 0 15,5-4-7-15,2 1-9 0,5-1-11 0,4-3 0 16,2 2 0-16,3-4 0 0,3-1 0 16,2-2 0-16,1-2 0 0,-5 0-35 0,1-1-17 15,2 0-21-15,-9-4-21 0,3-1-27 0,0 1-31 0,-1-3-40 16,-2 1-47-16,-1-2-53 0,2-2-52 0,-7 2-56 15,4-4-76-15,-2 0-72 0,-2-1-315 0,4-2-934 16,-12 0 414-16</inkml:trace>
  <inkml:trace contextRef="#ctx0" brushRef="#br0" timeOffset="47946.57">10370 5673 362 0,'0'0'407'16,"2"-8"-3"-16,-1 2-13 0,-1 6-13 0,3-11-17 15,-3 11-6-15,1-6-9 0,-1 6-14 0,0 0-19 16,4-8-24-16,-4 8-28 0,0 0-28 0,0 0-25 15,8 0-21-15,-8 0-17 0,0 0-3 0,17 13-3 16,-8-6-5-16,3 0-26 0,-2 1-1 0,0 6-14 16,3-2-11-16,0 1-12 0,-5-1-6 0,4 3-7 15,-2-1-9-15,3 0-9 0,-3 0 0 0,1 2-10 16,-1 0-9-16,-1-2-6 0,0 1-2 0,-3 1 0 16,2 0-8-16,-3 0 0 0,0 0-2 0,-1 2-7 15,2-4 4-15,-3 3-4 0,-1-8-6 0,-1 0 1 16,3 1-2-16,-2-4-3 0,-1 0 2 0,-1-6-3 15,1 11 8-15,-1-11 1 0,3 6 7 0,-3-6-2 16,0 0-4-16,0 0-2 0,0 0 9 0,0 0 6 16,23-17 4-16,-16 9 7 0,4-5 16 0,1-1 2 47,-3-1-9-47,6-8 4 0,-1 0 1 0,0 0-6 0,1-2-3 15,-1 0-6-15,0 1 6 0,-4 0 2 0,3 2-7 0,-3 6-10 0,-3-2-2 0,0 1 18 0,0 2-11 0,2 2 1 0,-6 3 4 0,1 2-5 16,-1 1-11-16,0 1 9 0,-3 6-12 0,5-8-8 15,-3 5-1-15,-2 3-7 0,0 0-10 0,4-8-16 16,-4 8-28-16,0 0-40 0,0 0-20 0,0 0-25 16,0 0-35-16,0 0-47 0,0 0-42 0,0 0-63 15,8 14-56-15,-8-14-49 0,-2 13-66 0,2-4-58 16,-1 1-274-16,1-10-890 0,-3 21 395 0</inkml:trace>
  <inkml:trace contextRef="#ctx0" brushRef="#br0" timeOffset="49008.82">10857 5905 250 0,'0'0'324'0,"0"0"0"0,0 0-20 0,11-8-15 15,-11 8-7-15,0 0-11 0,3-7-12 0,-3 7-19 0,4-7-12 16,-4 7-21-16,10-5-15 0,-4 2-21 0,-6 3-14 15,11-3-14-15,-6 1-14 0,4 1-13 0,-9 1-7 16,16-2-10-16,-9 2-4 0,5 0-21 16,-2 2-2-16,1-1-6 0,0 1-15 0,-5 0 4 0,3 2-7 15,-2 0-8-15,4 0-5 0,-7-1-5 0,0 2-3 16,1-2 1-16,-1 4-10 0,-4-7-10 0,6 9 6 16,-5-3 4-16,-1-6-9 0,0 11 1 0,0-11 10 15,-5 14-9-15,-3-7 7 0,-1 0-8 0,0 0 4 16,-2-2-3-16,-1 2 8 0,1-1-13 0,-5-2 2 15,3 0 4-15,1-2-6 0,2 1 7 0,-1-4-3 16,3 1 12-16,8 0 18 0,-14-4 19 0,7 3 21 16,1-2 14-16,6 3 2 0,-8-10 3 15,6 3 2-15,0 0-6 0,4-4-13 0,-1 2 6 0,0-1-7 16,2-1-7-16,2 2-4 0,2-6-7 0,2 5-9 16,-3 1-5-16,-1 1-4 0,3 1-3 0,0-1-7 15,-1 3-6-15,-2 1-2 0,0 0-6 16,-5 4-5-16,14-3-1 0,-7 3-6 0,-7 0 0 0,17 2-8 15,-8 2 1-15,0 0 5 0,-2-1-3 0,-3 2-4 16,2 0 4-16,0 2 0 0,1 0-2 0,-2 0-3 16,1 0 3-16,-1 1-2 0,-1 1 0 0,-2-1 0 15,2-2-2-15,-2 1 2 0,0 0-4 0,2 0-3 16,-3-1-1-16,-1-6-5 0,7 11-5 0,-6-6 0 16,1 0-5-16,-2-5 2 0,8 9 5 0,-3-5 2 15,-1 0 2-15,4-1 1 0,2 0 4 0,-2-1 4 16,3-4-3-16,3 0 3 0,-2 2 0 0,3-3-5 15,2-1 8-15,-1-1-1 0,1-2 7 0,1 1 3 16,1-2 11-16,-1-1 0 0,-2 0 9 0,-1-1 13 16,1-1 6-16,-3 0-2 0,2-2 4 0,-3 1 3 15,-2 0 4-15,0 0 6 0,-3 1 10 0,0-3 1 16,-2 2-7-16,2 1-5 0,-2 0 11 0,-1 1-8 16,0-3 5-16,-1 4-8 0,-1-2 7 0,0 1-3 15,0 2-4-15,0 1-2 0,-1 1-2 0,-1 6-7 16,2-11-3-16,-2 11-11 0,1-7-7 0,-1 7-7 15,0 0-10-15,0 0 0 0,3-7-13 0,-3 7 0 16,0 0 7-16,0 0-8 0,0 0-8 0,0 0 11 16,0 0-7-16,0 0 4 0,-3 32-1 0,2-21 5 15,1 1-5-15,-3 5 7 0,1-6-5 0,-2 5-1 16,2 1 4-16,0-1-8 0,-1 1 7 0,-1 0 2 16,3-1-2-16,-2-1-6 0,3 0-17 0,-6 1-5 15,6-4-14-15,-2 1 0 0,4-1-11 0,0-1-7 16,-1-1-5-16,2-1-5 0,0 1-5 0,0 1-2 15,1-7-1-15,-1 2 5 0,3-2 4 0,0 1 9 0,4-1 6 16,-4-2 8-16,6-2 5 0,1 0 5 0,-2-2 3 16,1-1-5-16,1 0 11 0,-2-3 4 15,1 1 9-15,-1 1 2 0,-1-4 13 0,3 3 3 16,-4-3 12-16,1 1 8 0,-2 3 3 0,-2-2 6 0,-2 2 0 16,1 0-7-16,-5 4 3 0,8-7 3 0,-2 6 1 15,-6 1-3-15,4-3-6 0,-4 3-3 0,0 0 2 16,3-7-5-16,-3 7 3 0,0 0-12 0,0 0 0 15,4-4-2-15,-4 4-7 0,0 0-6 16,0 0 1-16,0 0-6 0,0 0-1 0,0 0 5 0,0 0-3 16,0 0-1-16,0 0 4 0,0 0-2 0,0 0-1 15,7 11 3-15,-7-11-3 0,2 6-1 0,-2-6-8 16,0 9-6-16,0-9-9 0,0 0-12 0,0 14-3 16,0-7-6-16,0-7-13 0,1 6-16 0,-1-6-16 15,0 9-29-15,0-9-29 0,0 0-34 0,3 7-44 16,-3-7-39-16,4 3-54 0,-4-3-67 0,0 0-81 15,0 0-264-15,0 0-800 0,25-15 353 0</inkml:trace>
  <inkml:trace contextRef="#ctx0" brushRef="#br0" timeOffset="49196.29">11633 5777 236 0,'0'0'508'0,"4"-5"18"0,-4 5 11 0,0 0-8 0,0 0-26 15,0 0-37-15,1-8-40 0,-1 8-31 0,0 0-37 16,0 0-53-16,0 0-23 0,0 0-28 0,0 0-28 16,0 0-38-16,0 0-54 0,0 0-63 0,0 0-77 15,0 0-78 1,0 0-71-16,0 0-55 0,0 0-62 0,0 0-74 0,0 0-78 0,11 16-318 0,-7-10-802 16,-4-6 355-16</inkml:trace>
  <inkml:trace contextRef="#ctx0" brushRef="#br0" timeOffset="49586.8">11818 5926 244 0,'0'0'397'0,"0"0"1"0,0 0-11 16,0 0-17-16,0 0-18 0,15-7-17 0,-15 7-16 15,0 0-23-15,7-3-22 0,-7 3-24 0,0 0-27 16,9-1-21-16,-9 1-18 0,0 0-24 0,12-2-17 15,-12 2-13-15,10 0-14 0,-10 0-17 0,11 2-10 16,-4 1-9-16,-1-2-7 0,4 4-11 0,-3-3-3 16,2 2-10-16,-2 2-8 0,-1-1-4 0,0-2-6 15,1 2-4-15,-4 1-3 0,1-1-3 0,1 0-1 16,-3 0-7-16,-2-5 2 0,4 10-4 0,-4-3 2 16,0-7-10-16,-4 11 11 0,-3-7 3 0,2 0-3 15,-5 1 2-15,-1 1-5 0,-3-4 1 0,0-1 2 16,0 1-4-16,3-2 3 0,-3 0 9 0,3-1 23 15,1 2 17-15,0-2 23 0,10 1 10 0,-13-4 10 16,5 0 4-16,8 4-11 0,-6-9-10 0,2 3-12 0,4 6-7 16,0-11-7-16,0 11-24 0,0-13-23 15,4 7-33-15,6-2-30 0,-2 0-39 0,1 3-54 16,8-4-50-16,-3 3-75 0,3 1-60 0,-4 4-66 16,6-3-69-16,-6 2-324 0,5 0-850 0,2-1 376 15</inkml:trace>
  <inkml:trace contextRef="#ctx0" brushRef="#br0" timeOffset="49899.22">11973 5780 143 0,'1'-6'463'0,"-1"6"3"16,3-12-3-16,-2 7-1 0,-1 5-10 15,5-8-6-15,-5 8-13 0,0-8-23 0,0 8-35 16,0 0-15-16,3-5-28 0,-3 5-33 0,0 0-31 0,0 0-25 15,0 0-22-15,0 0-32 0,0 0-14 0,0 0-26 16,0 0-21-16,0 0-18 0,0 0-6 0,0 0 2 16,-1 24-2-16,-1-15-10 0,0 2-2 0,2 1-13 15,-3 2-10-15,3 2 2 0,-1-3-6 16,1-1-5-16,0 4-9 0,0 0-7 0,1-4 3 0,-2 4-4 16,1 1-3-16,1-1-2 0,2-4-7 0,-6 1-10 15,3 3 6-15,0-4-7 0,-1 1-19 0,2-2-30 16,2 0-42-16,-6 1-46 0,3-1-44 0,-1-1-44 15,1-10-49-15,-3 13-47 0,3-13-37 0,2 9-31 16,-2-9-87-16,7 1-90 0,-7-1-279 0,0 0-893 16,30-15 395-16</inkml:trace>
  <inkml:trace contextRef="#ctx0" brushRef="#br0" timeOffset="50336.62">12741 5703 304 0,'8'-6'396'0,"-2"-3"2"0,2 4-11 0,-3-1-13 16,-3 1-30-16,2 0-22 0,-4 5-20 0,4-11-20 16,-4 3-16-16,0 8-14 0,2-8-16 0,-2 8-17 15,0 0-13-15,-6-14-8 0,6 14-11 0,-4-7-15 16,-1 3-14-16,5 4-14 0,0 0-16 0,-11-4-10 15,11 4-12-15,-9 1-5 0,9-1-17 0,-11 7 5 16,3-1 0-16,0 2 3 0,-1 3 2 0,0 4 1 16,-1-1 1-16,-2 8-2 0,7-3-2 0,-1 0-4 15,-4 5-6-15,5-6 0 0,1 6-2 0,-4 0-5 16,8 0-20-16,-3 2 9 0,3-2-7 0,-3 3 5 16,-1 0-9-16,4-2-4 0,-2 1 1 0,4 4-11 15,-4 0 4-15,0-2-10 0,2 0 1 0,-2-1-8 16,3-1-11-16,-1 0 7 0,-2 0 3 0,0-9-3 15,2 4 0-15,-2-6-9 0,0 1 0 0,-2-3-2 16,2-1 8-16,1-2-5 0,-1-3-3 0,2 0 1 16,0 1-14-16,0-8 5 0,-5 11-14 0,5-11-12 15,-4 6-12-15,4-6-16 0,-1 7-24 0,1-7-25 16,0 0-34-16,0 0-60 0,0 0-85 0,0 0-84 16,-8-17-69-16,8 6-87 0,-5-1-379 0,3-4-971 15,0 1 430-15</inkml:trace>
  <inkml:trace contextRef="#ctx0" brushRef="#br0" timeOffset="50602.18">12432 6070 295 0,'-4'-3'467'0,"4"3"10"0,-6-4 15 0,6 4 13 16,0 0-3-16,-5-6-25 0,5 6-21 0,0 0-23 15,0 0-29-15,0 0-15 0,0 0-29 0,0 0-36 16,0 0-33-16,0 0-28 0,0 0-26 0,0 0-29 15,0 0-17-15,0 0-27 0,12-13-35 0,-4 9-34 16,1 1-29-16,5-2-27 0,3 1-25 0,2-2-33 0,1 3-12 16,2-1-25-1,-2-1-29-15,1 1-31 0,-1 0-23 0,2 0-24 0,1 1-22 0,-4-1-25 16,4 1-26-16,5 0-20 0,-6 1-22 0,-4 3-27 16,0-4-20-16,0 1-20 0,-2 0-14 0,-4 1-13 0,1-2-261 15,-3 0-686-15,-5 1 303 0</inkml:trace>
  <inkml:trace contextRef="#ctx0" brushRef="#br0" timeOffset="50930.22">12902 5938 121 0,'0'0'302'0,"7"-4"14"0,0 2 10 0,-7 2-5 16,9-6 5-16,-1 4-9 0,-1 0-9 0,2-1-10 16,-2 0-6-16,-7 3-7 0,15-5-10 15,-7 5-10-15,-2-3-11 0,1 2-25 0,-7 1-26 16,11-2-18-16,-11 2-16 0,14 0-26 0,-14 0-11 0,9 3-13 15,-1 0-15-15,-3 1-11 0,0 0-9 0,-1 1-13 16,0 1-4-16,-1 0-9 0,-1 2-3 16,0-1-6-16,-2-7-8 0,0 14-3 0,0-5-5 15,-2 1-1-15,-3 1-4 0,-1-4 1 0,-6 4-6 0,-1 0 0 16,-2-3 2-16,-3 2-5 0,-1-5 0 0,-1 3 1 16,2-5-3-16,1 2 0 0,3-3-5 0,3 0 11 15,-1 0 2-15,5-3 15 0,7 1 6 16,-17-7-1-16,9 1-4 0,4 0 7 0,0-1 3 0,-1-4-11 15,4-1-1-15,2-1-8 0,0 2-7 0,3-3-19 16,0 3-18-16,0-1-29 0,4 1-37 0,3-2-37 16,-2 5-43-16,7-3-50 0,-1 4-62 0,1 1-36 15,-3 3-56-15,6 0-48 0,-4 3-47 16,-1 0-244-16,-1 1-759 0,5 1 336 0</inkml:trace>
  <inkml:trace contextRef="#ctx0" brushRef="#br0" timeOffset="51352">13102 5947 260 0,'9'-14'396'0,"-9"14"-1"0,4-6 4 0,-4 6-19 16,3-5-17-16,-3 5-14 0,4-7-29 0,-4 7-10 16,0 0-13-16,9-4-19 0,-9 4-13 0,0 0-26 15,3-5-16-15,-3 5-22 0,0 0-22 0,0 0-18 16,6-2-19-16,-6 2-21 0,0 0-8 0,15 5-16 15,-9-3-9-15,2 5-9 0,-1-1-6 0,0 0-10 16,2 0-10-16,-2 1-4 0,1 1-4 0,-1-1-8 16,-3 0-7-16,2 1 1 0,0-1-7 0,-2 1 2 15,-1 2-5-15,-1-2-1 0,0 3-4 0,0-6-1 16,-2-5 0-16,0 14-4 0,0-14-4 0,0 10-4 16,0-10 1-16,0 11 0 0,0-11 1 0,0 7 5 15,0-7 3-15,0 0 1 0,0 0 7 0,0 0 4 16,0 0-2-16,0 0 2 0,0 0 0 0,0 0 12 15,0 0-5-15,0 0 9 0,-2-32-2 0,4 21 1 16,2-1-4-16,0-1-5 0,2-3 3 0,1 2-10 16,4-1-2-16,0 0-1 0,2 5-11 0,1-1 2 15,-3 2-3-15,-2 2-2 0,3 3-2 0,-3-2-5 16,-1 3-23-16,-3 1-31 0,-5 2-30 0,14-2-37 16,-14 2-28-16,13 1-41 0,-9 2-51 0,-4-3-35 15,10 5-42-15,-6 0-44 0,0-2-47 0,-4-3-347 16,1 9-819-16,-1-9 362 0</inkml:trace>
  <inkml:trace contextRef="#ctx0" brushRef="#br0" timeOffset="53429.64">14092 5728 255 0,'1'-6'339'0,"-1"6"-7"0,0 0 6 16,0-7 5-16,0 7-4 0,0 0 1 0,0 0-2 16,4-9-6-16,-4 9-7 0,0 0-7 0,0 0-15 0,0 0-17 15,0 0-11-15,0 0-19 0,0 0-23 0,0 0-27 16,0 0-25-16,0 0-25 0,0 0-17 15,0 0-10-15,0 0-14 0,0 0-30 0,0 0 4 16,0 0-7-16,4 22-5 0,-6-12-9 0,0 2 3 16,0 2-1-16,4 4 9 0,-6 0 5 0,4 0-5 0,-3 1-1 15,-1 0-10-15,0 5-6 0,0-5-3 0,0 8-7 16,0-10-3-16,-1 2-18 0,1 0 12 16,0-1-1-16,0 1-10 0,1-1 1 0,-4-1-5 15,5-2-2-15,-1-2 0 0,-1-3-2 0,4 0-4 0,-2-2-1 16,2 0 3-16,-2-1-5 0,2-7-4 0,-2 10 0 15,2-10-13-15,-3 6-8 0,3-6-12 0,0 0-22 16,0 0-18-16,0 9-20 0,0-9-28 0,0 0-32 16,0 0-40-16,0 0-89 0,0 0-83 0,0 0-78 15,0 0-75-15,0 0-367 0,1-38-942 0,-2 26 416 16</inkml:trace>
  <inkml:trace contextRef="#ctx0" brushRef="#br0" timeOffset="53992">13850 5772 319 0,'0'0'399'16,"0"0"5"-16,2-11-15 0,-2 11-14 0,0 0-19 15,5-15-26-15,-3 10-32 0,4-3-29 0,4 1-18 16,1 0-20-16,7-2-12 0,1 1-8 0,9 1-13 15,3 0-10-15,-4-1-7 0,7 4-11 0,1-2-7 16,-3 5-10-16,9-2-3 0,-7 2-8 0,2 2-16 16,-5 2-12-16,0 0-9 0,-3 1-12 0,-6 0-8 15,-2 2-13-15,0-1-6 0,-5 3-11 0,-2-4-7 16,-3 3-5-16,0-1-7 0,-1 2-3 0,-3 0-4 16,0 0-4-16,-3 1 1 0,-1 2-4 0,0 0-2 15,-6-1 0-15,1 2 1 0,-7 3 1 0,1-3-6 16,-10 5 9-16,2-3 3 0,-6 1-4 0,-1 1 1 15,-3-3-2-15,8-3 2 0,-7-2-3 0,7-1 3 16,-1-1 12-16,3-2 7 0,3-1 10 0,1 0 8 16,-1-1 2-16,3 0 13 0,4-1 1 0,-1 1 8 15,8-2 13-15,-14-2 6 0,14 2 7 0,-9-1 2 16,9 1 0-16,-9-6-19 0,9 6 9 0,-7-4-7 16,7 4-8-16,0 0-14 0,-3-6-60 0,3 6-15 15,0 0 0-15,0 0 0 0,0 0 0 0,12-9 0 16,-12 9 0-16,11 0 0 0,2 0 0 0,-3 4 0 15,-1-1 0-15,4 4 0 0,0-2 0 0,-3 4 0 16,6-1 0-16,-7 1 0 0,4 3 0 0,1-1 0 0,-4 1 0 16,-1-5 0-16,1 4 0 0,-4 0 0 15,1-1 0-15,-1 0 0 0,1 1 0 0,0 3 0 16,-2-3 0-16,-1-1 0 0,0-1 0 0,-2 1 0 16,1-1-2-16,2 0-161 0,-5-9-34 0,6 8-24 0,-6-8-38 15,5 9-28-15,-5-7-44 0,0-2-45 0,9 2-52 16,-9-2-60-16,13-3-43 0,-13 3-287 0,14-8-887 15,-8 2 393-15</inkml:trace>
  <inkml:trace contextRef="#ctx0" brushRef="#br0" timeOffset="54538.78">14474 6022 263 0,'0'0'361'15,"0"0"0"-15,0 0-17 0,0 0-19 0,0 0-20 16,0 0-21-16,0 0-13 0,0 0-19 0,0 0-14 16,0 0-17-16,0 0-22 0,0 0-19 15,0 0-18-15,0 0-25 0,0 0-5 0,0 0-11 16,0 0-13-16,0 0-10 0,0 0-21 0,0 0 5 0,0 0-6 16,0 0-15-16,0 0 13 0,9 14 3 0,-9-14 4 15,7 2 1-15,0 0-1 0,2 1-3 16,3-2-6-16,1 0-8 0,5-1-4 0,-1-1-7 15,3 2-5-15,1-1-2 0,-3-2-6 0,2-1-5 0,-3 1 4 16,2-2-4-16,-1 1 4 0,-7-2 10 0,0 3 3 16,1-2 7-16,-3 1 4 0,-5-1 15 0,4-1 8 15,-2-1 5-15,-1 3-7 0,-5 3-11 16,4-8-12-16,-4 8-7 0,-1-10-10 0,1 10-5 0,-11-11-6 16,4 7-2-16,-2 0-5 0,-3-3-4 0,-2 3-2 15,-1 0-4-15,-4 2 4 0,2 1-3 0,-2 0-3 16,1 2-1-16,3 0-8 0,-3 3 4 0,0-1-1 15,6 3 1-15,1-2-1 0,-3 3-2 0,4 0 2 16,1 1-4-16,-1-1 3 0,3 3-1 0,1-1-1 16,-3 2 0-16,4 0-7 0,1 1 14 0,-1 3-3 15,3-2 2-15,4-2 0 0,-2 1 5 0,6 3-4 16,-2-3 0-16,0 0 4 0,4-2 0 0,-1-1-14 16,3-1 14-16,1 2-4 0,2-1 5 0,7 1-6 15,-1-2 0-15,0-2-2 0,2-2 2 0,0 0-3 16,0-1 5-16,0-2-4 0,2-1 4 0,4-1-15 15,-6-1-20-15,0 1-23 0,0-3-31 0,-2 2-30 16,0-2-33-16,-3-2-44 0,3 3-64 0,-4-3-69 16,-2 2-76-16,-3-2-90 0,-2 0-355 0,2 0-907 15,-3 1 401-15</inkml:trace>
  <inkml:trace contextRef="#ctx0" brushRef="#br0" timeOffset="55132.36">15100 6042 6 0,'0'0'368'0,"0"0"9"16,1-4-10-16,-1 4-13 0,0 0-5 0,0 0-9 15,0 0-5-15,1-10-1 0,-1 10-5 0,0 0-7 16,0 0-11-16,0 0-16 0,0 0-9 0,0 0-13 16,-2-9-18-16,2 9-18 0,0 0-14 0,0 0-22 15,0 0-23-15,0 0-19 0,0 0-16 0,0 0-15 16,0 0-17-16,0 0-15 0,0 0-12 0,0 0-13 16,0 0-3-16,0 0-7 0,0 0-8 0,0 0-10 15,0 0-9-15,13 15 9 0,-13-15-7 0,2 9-6 16,1-6 0-16,-3-3 0 0,5 12-8 0,-2-7-2 15,2 1 3-15,-4 0-5 0,0 0 2 0,4-1-10 0,-2 1 4 16,-3-6-6-16,5 9-8 0,2-4-10 16,-2-1 12-16,-5-4 2 0,8 5-2 0,-2-4-4 15,0 2 1-15,0 0 0 0,-6-3 3 0,14-2-3 16,-14 2 3-16,15-7-2 0,-4 4 3 0,-2-2-2 0,1-3 1 16,-1 1-1-16,2-1 1 0,0 1 1 0,-1 0-4 15,-1 1-1-15,-1-2-4 0,1 1 9 16,2 2-3-16,-2-1 3 0,0 1-1 0,0 0-11 15,-3 1 9-15,1 2-1 0,-2 0 2 0,-5 2 0 16,13-5-11-16,-7 2 6 0,-6 3 0 0,8-2 2 0,-2 0-2 16,-6 2-4-16,10 0 0 0,-10 0 1 0,0 0-11 15,11 2 1-15,-11-2 12 0,9 2 2 16,-9-2 0-16,6 7 0 0,-6-7 1 0,6 4-4 16,-6-4 5-16,4 5-5 0,-4-5-1 0,5 6-18 0,-5-6-30 15,3 5-31-15,-3-5-27 0,0 0-31 0,2 6-47 16,-2-6-5-16,0 0-40 0,0 0-25 0,3 4-23 15,-3-4-58-15,0 0-93 0,0 0-334 16,0 0-831-16,16-11 368 0</inkml:trace>
  <inkml:trace contextRef="#ctx0" brushRef="#br0" timeOffset="55554.14">15762 5908 348 0,'4'-4'448'0,"-4"4"3"0,0 0 5 0,0 0-13 0,0 0-10 15,0 0-21-15,0 0-8 0,0 0-15 0,5-8-15 16,-5 8-18-16,0 0-11 0,0 0-20 0,0 0-2 16,0 0-19-16,-1-10-20 0,1 10-25 0,0 0-19 15,0 0-15-15,0 0-25 0,0 0-16 0,0 0-20 16,0 0-28-16,0 0-11 0,0 0-18 0,0 0-12 15,0 0-11-15,0 0-11 0,0 0-8 0,0 0-3 16,0 0-10-16,0 0-27 0,-1 25-25 0,-1-16 0 16,1 1 0-16,-2 3 0 0,2-2 0 0,-4 1 0 15,4-1 0-15,-5 5 0 0,0 1 0 0,0 0 0 16,1 0 0-16,0 0 0 0,-1-2 0 0,2 1 0 16,1 0 0-16,-1-5 0 0,0 1 0 0,2-2 0 15,-1 0 0-15,2-2 0 0,-1-2 0 0,1 1 0 16,1-7 0-16,-1 11 0 0,1-11 0 0,-3 8 0 15,3-8 0-15,0 0 0 0,0 0 0 0,2 10-87 16,-2-10-72-16,0 0-35 0,0 0-53 0,0 0-44 16,0 0-69-16,15-8-70 0,-15 8-62 0,11-9-65 15,-4-1-339-15,-1 2-971 0,3-2 430 0</inkml:trace>
  <inkml:trace contextRef="#ctx0" brushRef="#br0" timeOffset="55741.6">15918 6080 95 0,'14'-1'372'16,"-14"1"25"-16,0 0 25 0,8-4 10 0,-8 4 9 16,0 0-10-16,0 0-11 0,0 0-12 0,0 0-17 15,0 0-15-15,9 1-31 0,-9-1-32 0,0 0-21 16,0 0-33-16,0 0-27 0,0 0-26 0,0 0-22 16,0 0-34-16,0 0-43 0,0 0-52 0,0 0-63 15,0 0-70-15,0 0-59 0,2-8-78 0,-2 8-103 16,0 0-93-16,13 0-88 0,-13 0-278 0,19-1-842 15,-4-3 372-15</inkml:trace>
  <inkml:trace contextRef="#ctx0" brushRef="#br0" timeOffset="56210.24">16400 5984 320 0,'6'-3'378'0,"-6"3"2"0,0 0-9 16,0 0-33-16,0 0-13 0,0 0-11 16,3-7-20-16,-3 7-6 0,0 0-12 0,0 0-12 15,0 0-6-15,0 0-5 0,0 0-7 0,0 0-11 16,0 0-14-16,0-11-11 0,0 11-15 0,0 0-10 16,0 0-18-16,0 0-16 0,0 0-18 0,0 0-13 15,6-3-17-15,-6 3-10 0,9-2-22 0,-9 2 4 16,13-2-12-16,-5 4-8 0,-8-2-10 0,15 2-5 15,-6 0-4-15,-1-1-1 0,-1 2-10 0,1 0-3 16,-2 1 0-16,2 2-1 0,-2-2-8 0,2 1-2 0,-3 3-1 16,-1-2-3-16,-2 0 1 0,1-1-4 0,0 3-1 15,-1 3-3-15,-4-1 3 0,0-1 0 16,0-1 2-16,-2 3-3 0,0-1-1 0,-2 1 3 16,-5-2 0-16,2-1 0 0,-1 0 5 0,-2-2-4 0,-3 2-6 15,1-4 10-15,2-1 3 0,-1 1 9 16,1-3 17-16,1-1 20 0,-1 0 8 0,2-4 0 0,1 2-3 15,1-1 14-15,0-4 9 0,1-2-7 0,1 0-4 16,0-2-3-16,4 0-10 0,-1-1-8 0,0 0-9 16,1-2-4-16,2 3-11 0,3 0-22 0,1 0-26 15,-2 0-31-15,3 2-37 0,3-1-47 0,-3 2-55 16,7 1-52-16,-1 0-60 0,1 2-49 0,6 1-43 16,-3 2-49-16,3 1-51 0,-3 1-342 15,-2 0-902-15,9-2 400 0</inkml:trace>
  <inkml:trace contextRef="#ctx0" brushRef="#br0" timeOffset="56571.94">16563 5745 165 0,'-2'-10'437'0,"2"10"14"16,2-10-1-16,-2 10-17 0,0 0-8 0,0-11-21 15,0 11-18-15,0 0-23 0,0 0-19 0,3-8-27 0,-3 8-32 16,0 0-28-16,4-3-36 0,-4 3-21 0,0 0-15 16,0 0-21-16,20 11-12 0,-11-4-15 15,4 4-10-15,0 2-10 0,1 0-10 0,1 8-3 16,0-1 0-16,-1 3-3 0,2 1-5 0,-2 2-8 0,-8-2-7 16,2 2 3-16,-2 1 0 0,-1 1-1 0,-1 1-13 15,-2-1 0-15,-1 1-8 0,-4-1-4 16,-3 0-3-16,-3 2-3 0,-1-1-7 0,-4-1-7 15,-4-1-3-15,-4 1 0 0,0-1-6 0,-5 2 0 0,-10 3-5 16,-2 2-29-16,0-7-21 0,-2 1-30 0,8-7-34 16,-11 3-42-16,13-7-52 0,0-2-55 0,4-4-67 15,1 1-63-15,5-3-66 0,7-4-70 0,-4 1-364 16,4-4-939-16,3 0 416 0</inkml:trace>
  <inkml:trace contextRef="#ctx0" brushRef="#br0" timeOffset="73522.45">1142 9611 106 0,'0'0'307'0,"0"0"26"0,0 0-6 16,4-5-10-16,-4 5-14 0,0 0-17 0,0 0-21 15,0 0 21-15,0 0-12 0,0 0-7 0,0 0-13 16,0 0-9-16,0 0-13 0,0 0-9 0,5-6-10 15,-5 6-8-15,0 0-7 0,0 0-5 0,0 0-11 16,0 0-3-16,0 0-1 0,0 0-2 0,0 0-9 16,0 0-4-16,0 0-7 0,0 0-2 0,0 0-15 15,0 0-8-15,0 0-16 0,0 0-9 0,0 0-9 16,0 0-4-16,0 0-13 0,0 0-4 16,0 0-12-16,0 0 1 0,0 0-11 0,0 0-8 15,0 0-11-15,0 0-3 0,0 0 0 0,0 0-8 16,0 0-5-16,0 0 6 0,0 0-10 0,0 0 4 0,0 0-3 15,-12 21-2-15,12-21-2 0,-2 11-3 0,-2-3 2 16,-1 2-6-16,-2 1-2 0,1 0 0 16,-1 2 2-16,-4 0 1 0,1 3 0 0,-1-1-1 15,-7 5-3-15,5-5 0 0,0 1 3 0,-5 2 2 16,3-4-6-16,-2 4 7 0,1-4-6 0,1 0 2 0,-1-1-1 16,3 1 0-16,0 0-6 0,1-3 3 0,-1 1-2 15,3-3 3-15,1-1 2 0,3-2-4 0,6-6 7 16,0 0-2-16,0 0-1 0,-25 19 0 15,25-19-3-15,0 0 2 0,-7 8 2 0,7-8-5 16,0 0-1-16,-6 6 2 0,6-6 4 0,0 0-4 0,0 0-7 16,-2 6 7-16,2-6 0 0,0 0 9 0,0 0-5 15,0 0 0-15,0 0 1 0,0 0-1 0,19 2-2 16,-19-2 1-16,0 0 2 0,19 3-2 16,-7-3-2-16,0 1 0 0,0-1 3 0,6 4-1 15,-6-4 2-15,7 0-17 0,0 0 16 0,-2 0-2 16,0-2-10-16,2 2 2 0,-6-2 9 0,5 4 6 0,-5 0-4 15,3-8 1-15,-3 4 8 0,0 2-8 0,-13 0-6 16,21 0 2-16,-12 0 5 0,-9 0 6 0,13 0-4 16,-13 0 7-16,0 0 7 0,17-2 8 15,-17 2 1-15,0 0 10 0,10-1 5 0,-10 1 19 16,0 0 10-16,0 0 19 0,0 0-41 0,7-4-54 0,-7 4 0 16,0 0 0-16,0 0 0 0,1-8 0 0,-1 8 0 15,-3-14 0-15,1 3 0 0,0 0 0 0,0-7 0 16,-3 4 0-16,-1-4 0 0,-1 0 0 0,-1-6 0 15,2 0 0-15,-1 6 0 0,1 0 0 16,1-1 0-16,0 3 0 0,-1-1 0 0,2 1 0 16,-3-1 0-16,5 6 0 0,-3-2 0 0,0 4 0 0,5-1 0 15,-4 2 0-15,4 1 0 0,0 7 0 16,-4-8 0-16,4 8 0 0,-3-10 0 0,3 10 0 0,-2-5 0 16,2 5 0-16,0 0 0 0,0 0 0 0,0 0 0 15,-2-9 0-15,2 9 0 0,0 0 0 16,0 0 0-16,0 0 0 0,0 0 0 0,0 0 0 0,0 0-22 15,0 0-329-15,0 0-29 0,0 0-43 0,13 17-34 16,-13-17-30-16,8 8-46 0,-2-3-390 0,1-3-1001 16,-7-2 443-16</inkml:trace>
  <inkml:trace contextRef="#ctx0" brushRef="#br0" timeOffset="74022.42">1380 9682 25 0,'6'-2'315'0,"-6"2"2"0,0 0-3 16,0 0-3-16,3-8-14 0,-3 8-6 0,0 0 8 0,4-7-9 16,-4 7-4-16,0 0-5 0,2-5-7 15,-2 5-1-15,0 0-5 0,0 0 1 0,0 0-4 16,0 0-3-16,0 0-6 0,-5-13-6 0,5 13-8 15,0 0-5-15,0 0-12 0,0 0-24 0,0 0-2 16,0 0-12-16,0 0-13 0,0 0-16 0,0 0-21 0,0 0-21 16,0 0-6-16,0 0-9 0,0 0-14 15,0 0-19-15,0 0-6 0,0 0-3 0,0 0-8 16,0 0-3-16,0 0-3 0,0 0-6 0,0 0 1 16,0 0-10-16,0 36-3 0,-1-24 0 0,-1 0-6 15,1 4-2-15,0-5-2 0,0 5-1 0,-1-4 1 16,0 1-6-16,-1 2 6 0,2-2-4 0,-2 0-1 0,2-3 0 15,-3 3 1-15,2-2-8 0,0-1 2 16,0 0-4-16,-1-1 3 0,3-9-1 0,-2 16-11 16,2-16 14-16,0 12 2 0,0-12-4 0,-4 11-4 15,4-11 4-15,0 13-1 0,0-13-2 0,0 0-3 16,-1 8 2-16,1-8 0 0,0 0-3 0,-3 11 9 16,3-11-3-16,0 0-2 0,0 0 4 0,0 0-27 15,0 0-15-15,0 0-20 0,-1 10-25 0,1-10-26 16,0 0-27-16,0 0-36 0,0 0-24 0,0 0-31 15,0 0-34-15,2 8-42 0,-2-8-56 0,0 0-53 16,0 0-47-16,0 0-42 0,0 0-299 0,0 0-861 16,0 0 382-16</inkml:trace>
  <inkml:trace contextRef="#ctx0" brushRef="#br0" timeOffset="74537.84">1350 9746 33 0,'2'-7'322'0,"-2"7"-4"15,0 0-1-15,1-8-4 0,-1 8-14 0,0 0-12 16,0 0-8-16,0-15 13 0,0 15-7 0,0-7 4 16,0 7-9-16,0 0-4 0,0-11-5 0,0 11-4 15,0-8-4-15,0 8-5 0,0-9-6 0,0 9-19 16,2-9-8-16,-2 9-13 0,2-9-20 0,2 4-14 15,-4 5-14-15,5-9-13 0,-5 9-19 0,10-13-3 16,-6 10-24-16,-4 3-9 0,13-11-2 0,-3 7-12 16,0-1-11-16,-5 2-9 0,5-3-11 0,-1 2-6 15,-9 4-5-15,16-4 0 0,-16 4-5 0,15-4-15 16,-15 4 6-16,17 0-7 0,-17 0-12 0,17 4 10 16,-9-1 2-16,-8-3-11 0,13 8-1 0,-4-4 2 15,-4 3-4-15,3 0-4 0,-5 1 1 0,1 1-5 16,1-1 9-16,0 2-2 0,-3 0-4 0,-2-10 5 15,4 18-1-15,-4-9-2 0,0-9-4 0,-2 16 4 16,0-5-1-16,-2-3 1 0,-4 2-2 0,-1-1 3 16,-2 0 6-16,-2 0-5 0,-2-1-2 0,-2-2-1 15,2 1 9-15,1-3 9 0,1 0 1 0,2-2 11 16,11-2 32-16,-16 4 15 0,7-4 8 0,4 0 15 16,5 0-8-16,-13 0-5 0,13 0 0 0,0 0-15 15,-11 0-50-15,11 0-23 0,0 0 0 0,-9-3 0 16,9 3 0-16,0 0 0 0,-9-2 0 0,9 2 0 15,0 0 0-15,0 0 0 0,0 0 0 0,0 0-103 16,0 0-119-16,0 0-46 0,0 0-49 0,0 0-51 16,0 0-47-16,0 0-47 0,0 0-56 0,16 18-402 15,-16-18-997-15,9 5 442 0</inkml:trace>
  <inkml:trace contextRef="#ctx0" brushRef="#br0" timeOffset="75240.8">793 10283 268 0,'0'0'269'0,"0"0"-7"0,0 0-10 16,0 0-7-16,0 0-11 0,0 0-12 0,0 0-4 16,0 0-5-16,0 0-11 0,0 0 0 0,0 0 2 0,0 0-9 15,0 0 6-15,0 0-7 0,0 0 3 0,0 0-7 16,0 0 6-16,0 0-4 0,0 0 2 0,0 0 12 16,0 0 0-16,0 0 2 0,0 0-4 15,0 0 0-15,0 0-9 0,0 0-2 0,0 0-3 16,0 0-3-16,0 0-11 0,0 0 0 0,0 0-13 15,0 0-5-15,0 0-4 0,0 0-1 0,0 0-12 0,0 0-17 16,-13-47-7-16,23 44-20 0,5 2-3 0,3-3-8 16,11 0-14-16,3-1-6 0,1 3-4 15,5-2-4-15,17 2-7 0,0-3-2 0,-3-1-4 16,1 0-39-16,-1 0-6 0,0 3 0 0,-13-1 0 16,1 1 0-16,-3-2 0 0,0 1 0 0,1 2 0 0,-4-1 0 15,-3-1 0-15,-4 3 0 0,-7 0 0 0,0 0 0 16,-2 0 0-16,2-1 0 0,-3-1 0 15,-4 2 0-15,-3 1 0 0,0-1 0 0,-3 0 0 16,-7 1 0-16,17 0 0 0,-17 0 0 0,8-1 0 16,-8 1 0-16,9-3 0 0,-9 3 0 0,6-1 0 0,-6 1 0 15,0 0 0-15,0 0 0 0,0 0 0 16,0 0 0-16,0 0 0 0,0 0 0 0,0 0 0 16,0 0 0-16,0 0 0 0,12 0 0 0,-12 0 0 15,0 0-127-15,0 0-138 0,0 0-39 0,0 0-51 16,-23 11-54-16,23-11-52 0,-22 3-66 0,9 0-431 0,-1-1-1036 15,-6 2 458-15</inkml:trace>
  <inkml:trace contextRef="#ctx0" brushRef="#br0" timeOffset="76256.21">1170 10437 211 0,'0'0'313'16,"0"0"7"-16,0 0 1 0,0 0-8 0,0 0-14 15,-2-13 18-15,2 13-7 0,0 0-4 0,0 0-2 16,0-9-4-16,0 9-7 0,0 0-5 0,0 0-9 16,0 0-5-16,-2-11-15 0,2 11-8 0,0 0-9 15,0 0-20-15,0 0-2 0,0 0-18 0,0 0-12 16,0 0-14-16,-1-7-10 0,1 7 1 0,0 0-24 16,0 0-4-16,0 0-15 0,0 0-8 0,0 0-7 15,0 0-13-15,0 0-5 0,0 0-13 0,0 0-5 16,0 0-11-16,0 0-11 0,0 0-3 0,0 0-8 15,0 0-4-15,0 0 11 0,0 0-8 0,0 0-10 16,5 25-6-16,-5-25 1 0,1 12 1 0,-1-3 1 16,0-2-9-16,2 4 0 0,-2 0-2 0,0-3-2 15,0-8 1-15,4 21-3 0,-6-9-2 0,2-1 2 16,0 0-1-16,2-1-3 0,-2 1 1 0,0 2 3 16,0-3-2-16,0 1 2 0,0-11-5 0,0 19-3 15,0-10 4-15,0-9-2 0,0 18-13 0,0-11 11 16,0-7 10-16,0 10-10 0,0-10 5 0,0 0-9 15,0 16 9-15,0-16 2 0,0 0-7 0,-4 12-5 16,4-12-3-16,0 0 4 0,0 0 3 0,2 10-5 16,-2-10 10-16,0 0-9 0,0 0-3 0,0 0 3 15,0 11 0-15,0-11 3 0,0 0 4 0,0 0-10 16,0 0 3-16,0 0 8 0,0 0-12 0,2 10 11 16,-2-10 1-16,0 0-6 0,0 0 0 0,0 0 2 15,0 0 2-15,0 0-1 0,0 0-3 0,0 0 0 16,0 0 0-16,0 0 0 0,0 0 0 0,0 0 0 15,0 0 0-15,0 0 0 0,0 0 0 0,0 5 0 16,0-5 0-16,0 0 0 0,0 0 0 0,0 0 0 16,19-11 0-16,-6 8 0 0,-1-1 0 0,5-2 0 15,-1 0 0-15,1 4 0 0,2-4 0 0,0 2 0 16,-2 1 0-16,3 0 0 0,-3 0 0 0,2-2 0 16,-6 2 0-16,-1 0 0 0,-1 1 0 0,0 0 0 15,2 2 0-15,-13 0 0 0,14-1 0 0,-14 1 0 16,0 0 0-16,16 0 0 0,-16 0 0 0,0 0 0 15,9-3 0-15,-9 3 0 0,0 0 0 0,0 0 0 16,0 0 0-16,0 0 0 0,0 0 0 0,0 0 0 16,0 0 0-16,14 0 0 0,-14 0 0 0,0 0 0 15,0 0 0-15,0 0 0 0,0 0 0 0,0 0 0 16,0 0 0-16,0 0 0 0,0 0 0 0,0 0 0 16,0 0 0-16,0 0 0 0,0 0 0 0,0 0 0 15,0 0 0-15,0 0 0 0,0 0 0 16,0 0 0-16,0 0 0 0,0 0-158 0,0 0-174 15,7-5-41-15,-7 5-50 0,0 0-65 0,0 0-93 0,0 0-392 16,0 0-1054-16,8-14 467 0</inkml:trace>
  <inkml:trace contextRef="#ctx0" brushRef="#br0" timeOffset="77521.5">2115 10064 121 0,'0'0'213'0,"0"0"-4"0,0 0-5 0,0 0-2 15,0 0-7-15,0 0-2 0,0 0 4 0,0 0-3 16,0 0 6-16,0 0 6 0,0 0 11 0,0 0 5 0,0 0 20 16,0 0 9-16,0 0-6 0,0 0 11 0,0 0 6 15,0 0 2-15,0 0 4 0,0 0-14 16,0 0-12-16,0 0-18 0,0 0-13 0,0 0-11 15,25 4-13-15,-15-8-13 0,2 3-8 0,1 0-13 16,-1-1-8-16,1 0-14 0,5 1-13 0,0 0-9 0,-5 0-20 16,1-2 0-16,-1 1-14 0,-2 2-4 15,2-3-12-15,-3 3 1 0,2 0-12 0,-12 0-4 16,14 0-4-16,-7-1-2 0,-7 1-6 0,11-1-8 0,-11 1 5 16,10-2-9-16,-10 2 6 0,0 0-7 0,9 0-11 15,-9 0-2-15,0 0-25 0,0 0-32 0,0 0-43 16,0 0-47-16,0 0-53 0,0 0-41 15,0 0-33-15,0 0-36 0,0 0-22 0,0 0-31 0,0 0-34 16,0 0-36-16,-24 14-26 0,11-11-246 0,-1 0-757 16,1 2 335-16</inkml:trace>
  <inkml:trace contextRef="#ctx0" brushRef="#br0" timeOffset="77943.31">2132 10176 53 0,'0'0'238'0,"0"0"1"0,0 0-1 0,0 0-1 16,0 0-8-16,0 0-26 0,0 0 0 0,-1 8 4 16,1-8-8-16,0 0-3 0,0 0-5 0,0 0-4 15,0 0-1-15,0 0-13 0,0 0 4 0,0 0-7 16,0 0 6-16,0 0-9 0,0 0-1 0,0 0 0 16,0 0-4-16,0 0 2 0,0 0-3 0,0 0 2 15,0 0 1-15,0 0 4 0,0 0 2 0,0 0 1 16,0 0 10-16,0 0-10 0,0 0 1 0,14 1-8 15,-14-1 8-15,13 0-13 0,-4-1 3 0,2 2 4 16,4-2-15-16,3 1-4 0,3-1 2 0,-4-1-12 16,4 2-6-16,0-2-5 0,-2 1-16 0,3 1-4 15,-5-1-7-15,-4 0-6 0,0 1-5 0,-1-1-10 16,-1 1-9-16,-3 0-33 0,-8 0-36 0,15-2 0 16,-15 2 0-16,9 0 0 0,-9 0 0 0,8 0 0 15,-8 0 0-15,0 0 0 0,10 0 0 0,-10 0 0 16,0 0 0-16,0 0 0 0,0 0 0 0,0 0 0 15,8 2 0-15,-8-2 0 0,0 0 0 0,0 0 0 16,0 0 0-16,0 0 0 0,0 0-51 0,0 0-135 0,0 0-36 16,0 0-38-16,0 0-53 0,0 0-20 0,0 0-26 15,0 0-39-15,0 0-49 0,0 0-47 16,0 0-361-16,0 0-926 0,0 0 410 0</inkml:trace>
  <inkml:trace contextRef="#ctx0" brushRef="#br0" timeOffset="79755.36">3174 9825 70 0,'0'0'248'0,"0"0"-5"15,1-8 0-15,-1 8 6 0,0 0-4 0,2-9 4 16,-2 9-3-16,0 0 5 0,0-8-2 0,0 8 9 16,0 0 1-16,2-10-5 0,-2 10-4 0,2-5-2 15,-2 5 0-15,0 0 3 0,0 0-3 0,1-9-5 16,-1 9-12-16,0 0-7 0,2-6-6 0,-2 6-2 15,0 0-18-15,0 0-2 0,0 0 2 0,0 0-20 16,0 0-1-16,0 0-16 0,-1-12-2 0,1 12-6 16,0 0-10-16,0 0 0 0,0 0-6 0,0 0-8 15,4-6 6-15,-4 6-18 0,0 0-5 0,0 0-11 16,0 0-3-16,0 0-5 0,0 0-9 0,0 0-46 16,0 0-38-16,0 0 0 0,0 0 0 0,0 0 0 15,0 0 0-15,0 0 0 0,0 0 0 0,0 0 0 16,0 0 0-16,0 0 0 0,0 0 0 0,0 0 0 15,0 0 0-15,0 0 0 0,0 0 0 0,0 0 0 16,-6 29 0-16,6-21 0 0,0 3 0 0,-2 0 0 16,0 6 0-16,2-3 0 0,-2-1 0 0,2-1 0 15,0 4 0-15,0 2 0 0,0 1 0 0,0 0 0 0,-1-4 0 16,0 2 0-16,0-4 0 0,-1 3 0 16,2-2 0-16,0-2 0 0,0 4 0 0,0-5 0 15,-1 2 0-15,1-3 0 0,0-1 0 0,-1 0 0 0,1-2 0 16,0-7 0-16,0 12 0 0,0-12 0 0,1 11 0 15,-1-11 0-15,0 6 0 0,0-6 0 16,0 0 0-16,0 9 0 0,0-9 0 0,0 0 0 0,0 0 0 16,0 0 0-16,-3 9 0 0,3-9 0 0,0 0 0 15,0 0 0-15,0 0 0 0,0 0 0 0,0 0 0 16,0 0 0-16,0 0 0 0,0 0 0 0,0 0 0 16,0 0 0-16,0 0 0 0,0 0 0 0,0 0-43 15,0 0-162-15,0 0-44 0,0 0-51 0,12-22-53 16,-7 18-48-16,1-1-54 0,3-4-52 0,0 2-31 15,1-1-319-15,6-3-929 0,-1 1 412 0</inkml:trace>
  <inkml:trace contextRef="#ctx0" brushRef="#br0" timeOffset="80005.3">3430 10041 251 0,'0'0'389'0,"5"3"31"15,-5-3 15-15,0 0 12 0,0 0 0 0,0 0-5 16,0 0-11-16,0 0-7 0,0 0-5 0,0 0-11 16,0 0-22-16,0 0-23 0,0 0-26 0,0 0-23 15,4 5-22-15,-4-5-29 0,0 0-20 0,0 0-31 16,0 0-19-16,0 0-27 0,0 0-11 0,0 0-21 16,0 0-22-16,0 0-35 0,0 0-41 0,0 0-64 15,0 0-42-15,0 0-53 0,0 0-59 0,0 0-60 0,0 0-60 16,0 0-66-16,0 0-79 0,10-13-80 15,-2 11-392-15,3-1-993 0,2-2 440 0</inkml:trace>
  <inkml:trace contextRef="#ctx0" brushRef="#br0" timeOffset="80770.74">3826 9883 154 0,'0'0'282'0,"-7"-2"-9"0,7 2-7 0,0 0-11 16,-9-4-4-16,9 4-12 0,-6-3-6 0,6 3-4 0,-9-2 4 16,9 2-7-16,0 0-7 0,-6-4-1 0,6 4-4 15,0 0-1-15,-7-5-10 0,7 5 3 0,0 0-6 16,0 0 3-16,0 0-10 0,0 0 0 15,-6-2-9-15,6 2-8 0,0 0-8 0,0 0-7 0,0 0-6 16,0 0-15-16,0 0-12 0,0 0-8 0,0 0-9 16,0 0-8-16,0 0-8 0,0 0-5 0,0 0-1 15,0 0-9-15,0 0 2 0,0 0-1 0,0 0-1 16,0 0 0-16,0 0 3 0,0 0-1 0,0 0 11 16,0 0-1-16,0 0-1 0,0 0-7 0,0 0 1 15,0 0-9-15,0 0-11 0,0 0-7 0,0 0-1 16,21-6-12-16,-9 6-7 0,0-4 6 0,0 6-5 15,3-5-13-15,-3 2 7 0,0-1-4 0,-1 1-8 16,1 1-3-16,-2-3 13 0,0 2-19 0,-2 1 3 16,1-1-5-16,-9 1 12 0,11 0-16 0,-11 0 4 15,14 0-9-15,-7-1 6 0,-7 1-2 0,0 0-8 16,10 0 5-16,-10 0 2 0,0 0 1 0,0 0-8 16,9-1 3-16,-9 1-2 0,0 0 0 0,0 0 3 15,0 0-3-15,8-3-6 0,-8 3 7 0,0 0-10 16,0 0 13-16,0 0 1 0,0 0-1 0,0 0-5 15,0 0 3-15,0 0 0 0,0 0-2 0,0 0-8 16,0 0 4-16,0 0 0 0,0 0 0 0,0 0 4 16,0 0-8-16,0 0 3 0,0 0-5 0,0 0 4 15,-2 12 1-15,2-12-3 0,0 10 13 0,0-10-10 16,0 0 0-16,-7 21 3 0,4-12 6 0,-3 4-12 16,1 3 10-16,-1-2 6 0,3 3-6 0,-4-1-8 15,4-5 10-15,-3 4-8 0,0 2 9 0,1-5-5 16,0 1 1-16,-1-2 2 0,0 1 2 0,0-1-2 0,2-2-2 15,0 1-4-15,2-3 10 0,-1-1 0 0,-1 1-9 16,2-1 3-16,2-6-2 0,-4 10-3 16,4-10 12-16,-3 9-2 0,1-4 4 0,2-5-7 15,-4 7 2-15,4-7-7 0,-3 6-2 0,3-6-1 0,-4 6 8 16,4-6 2-16,0 0-6 0,-2 7 0 16,2-7-1-16,0 0 4 0,0 0 7 0,-4 5-5 15,4-5-3-15,0 0-13 0,0 0-12 0,0 0-14 16,0 0-18-16,0 0-14 0,0 0-27 0,0 0-41 0,0 0-63 15,0 0-69-15,0 0-59 0,0 0-55 0,0 0-71 16,1-23-67-16,-1 23-369 0,7-15-966 0,-2 6 428 16</inkml:trace>
  <inkml:trace contextRef="#ctx0" brushRef="#br0" timeOffset="81592.39">4116 9899 189 0,'0'0'303'16,"0"0"-3"-16,0 0-11 0,0 0-5 0,0 0-18 16,0 0 2-16,0 0-14 0,0 0-1 0,2-11 2 15,-2 11-20-15,0 0-7 0,0 0-7 0,0-6-17 16,0 6-3-16,0 0-4 0,0 0-14 0,0 0-5 16,0 0-17-16,0 0-6 0,0 0-15 0,0 0-3 15,0 0-9-15,4-6-10 0,-4 6-5 0,0 0-12 16,0 0-4-16,0 0-11 0,0 0-6 0,0 0-8 15,0 0-9-15,0 0-10 0,0 0-10 0,0 0-8 16,0 0-8-16,0 0 0 0,0 0-2 0,0 0-5 16,0 0-2-16,0 0-3 0,0 0-2 0,0 23 0 15,0-23-2-15,-2 8-3 0,0 0 1 0,2-8 0 16,-2 14 2-16,1-4-4 0,-1-3-7 0,2 1 8 16,0-8-1-16,-5 13-2 0,5-13 1 0,-1 9 0 0,0-1-3 15,1-8 0-15,-3 8 0 0,3-8 2 16,-1 8-2-16,1-8 5 0,-1 7-5 0,1-7 1 15,0 0 3-15,0 0-1 0,0 0 4 0,0 0 1 16,2 8 3-16,-2-8 1 0,0 0-7 0,0 0 4 0,0 0-3 16,0 0-2-16,17-6 3 0,-17 6-2 0,7-3-2 15,-7 3-3-15,9-3 1 0,-1-1-2 16,-8 4 0-16,10-1-3 0,-10 1 0 0,14-1 1 16,-6 1-1-16,-8 0 0 0,14 3-5 0,-7-3 11 0,1 3-9 15,-1 0-1-15,2-1 0 0,-1 1 2 0,-1 0-1 16,-2 2-4-16,0-2 1 0,2 0 1 0,-3 2 0 15,1-1-2-15,0 1 2 0,-5-5 0 16,5 8 0-16,-3-3-2 0,-2-5 1 0,2 11 1 0,0-6-3 16,-2-5-4-16,0 12 9 0,0-12-1 0,-1 12-1 15,-2-5 2-15,-1-1 0 0,3 1 6 0,-4-2-2 16,-1 0 2-16,-2 2 1 0,0-1 3 0,-1-2 0 16,-1 0 6-16,1 1 4 0,2-4 11 0,-2 3 5 15,2 0 12-15,0-3 5 0,7-1 1 0,-12 1 7 16,12-1 4-16,-13-1-2 0,13 1-2 0,-11-1 1 15,11 1-5-15,0 0 2 0,-10 0-8 0,10 0-5 16,0 0-3-16,-9-3-3 0,9 3-3 0,0 0-5 16,0 0-11-16,0 0-13 0,0 0-17 0,0 0-23 0,0 0-26 15,-8-1-28-15,8 1-37 0,0 0-40 16,0 0-58-16,0 0-39 0,0 0-33 0,0 0-33 0,0 0-36 0,20-12-37 16,-16 8-15-16,1 1-292 0,-5 3-767 0,9-8 340 0</inkml:trace>
  <inkml:trace contextRef="#ctx0" brushRef="#br0" timeOffset="82201.62">4182 9899 28 0,'0'0'133'0,"-4"-4"11"0,4 4-11 15,0 0 7-15,0 0-3 0,0 0 9 0,0 0 6 0,0 0 1 16,0 0 7-16,0 0-3 0,0 0 4 0,0 0 8 16,0 0-7-16,-3-7-8 0,3 7 2 0,0 0-9 15,0 0-1-15,0 0-16 0,0 0-1 16,0 0 0-16,0 0-12 0,0 0 0 0,0 0 1 0,0 0-10 15,-12-6 6-15,12 6-4 0,0 0-5 0,-7-6 8 16,7 6-5-16,-3-4 0 0,3 4 4 0,0 0 0 16,-10-4 9-16,10 4 3 0,0 0-1 0,0 0-4 15,0 0-1-15,0 0 0 0,0 0-3 0,-8-5-2 16,8 5 0-16,0 0 0 0,0 0-5 0,0 0-1 16,0 0 1-16,0 0-3 0,0 0-4 0,0 0 9 15,0 0-4-15,0 0-7 0,0 0-1 0,0 0 3 16,0 0-5-16,0 0-8 0,0 0-12 0,0 0-12 15,0 0-1-15,26-5-8 0,-14 2-11 0,1 2 1 16,6 0-8-16,-2 1-1 0,1 0-10 0,10 0 4 16,-7 1-7-16,1 0-4 0,-1 1-1 0,-2-1-2 15,2-2-1-15,-4 2 0 0,-2-1 3 0,-4 0-1 16,2 0 1-16,-3 0-11 0,-4 0 11 0,-6 0-1 16,16 0 3-16,-11 1 1 0,-5-1 2 0,0 0-1 15,14-1-5-15,-14 1 5 0,0 0-5 0,7-1-10 16,-7 1 5-16,0 0 0 0,0 0-7 0,0 0 5 15,8 1-3-15,-8-1-9 0,0 0 4 0,0 0-6 16,0 0-16-16,0 0-19 0,0 0-31 0,0 0-30 16,0 0-29-16,0 0-40 0,0 0-39 0,0 0-35 15,0 0-33-15,0 0-27 0,0 0-36 0,0 0-28 16,0 0-34-16,0 0-26 0,0 0-322 0,0 0-810 16,0 0 359-16</inkml:trace>
  <inkml:trace contextRef="#ctx0" brushRef="#br0" timeOffset="93502.58">4989 10233 241 0,'0'0'306'0,"0"0"-7"16,0 0-24-16,0 0-17 0,0 0-10 0,0 0-6 15,0 0-17-15,0 0-11 0,0 0-9 0,0 0 2 16,0 0-1-16,-17-5 3 0,17 5 6 0,-10-4 13 16,10 4 12-16,-12-5 16 0,7 1 9 0,-1 2 4 15,6 2 11-15,-13-10-3 0,7 7 9 0,1-3 8 16,-3-2-15-16,2 1-11 0,-1 0-22 0,1-4-9 16,-1 3-27-16,1-2-18 0,0-4-20 0,-1 3-15 15,0-3-15-15,-2-2-20 0,2 0-11 0,1 2-9 16,1-3-2-16,1 1-15 0,1-1-62 0,-2 1-23 15,4 3 0-15,2-2 0 0,4-3 0 0,3 3 0 16,6-6 0-16,0 7 0 0,5-5 0 0,6 2 0 0,-1 3 0 16,3 0 0-16,-3 5 0 0,-5 2 0 15,8-1 0-15,-7 3 0 0,0 1 0 0,0 2 0 16,2-1 0-16,-4 3 0 0,1 0 0 0,0 1 0 16,-6 2 0-16,1-1 0 0,-3 2 0 0,5 3 0 0,-5-1 0 15,-2 0 0-15,0 1 0 0,-3 1 0 0,0 1 0 16,-3-1 0-16,-1 3 0 0,-2-3 0 0,-4 3 0 15,0 1 0-15,-5 3 0 0,-1-1 0 16,-9 3 0-16,3-3 0 0,-5 1 0 0,-3 1 0 0,2-4 0 16,-4-1 0-16,7-3 0 0,0-1 0 0,0-3 0 15,1-1 0-15,5 0 0 0,1-1 0 0,0 1 0 16,1-2 0-16,2-1 0 0,9 0 0 0,-14 1 0 16,14-1 0-16,-9 0 0 0,9 0 0 0,-7-4 0 15,7 4 0-15,-9-4 0 0,9 4 0 0,0 0-158 16,-5-4-95-16,5 4-71 0,0 0-84 0,0 0-71 15,0 0-78-15,0 0-445 0,0 0-1086 0,32 2 480 16</inkml:trace>
  <inkml:trace contextRef="#ctx0" brushRef="#br0" timeOffset="95252.16">5385 9979 281 0,'0'0'291'0,"0"0"-5"0,0 0-4 15,0-10-12-15,0 10-11 0,0 0-8 16,0 0-15-16,0-8 7 0,0 8-7 0,0 0-2 16,1-8-20-16,-1 8 5 0,0 0-2 0,-2-10 0 15,2 10 0-15,0 0-5 0,0 0-2 0,-2-8-2 0,2 8-3 16,0 0-5-16,0 0-2 0,-1-9-2 0,1 9-6 15,0 0-6-15,0 0-5 0,-4-8 2 16,4 8-14-16,0 0-13 0,0 0-10 0,0 0-16 16,0 0-9-16,0 0-10 0,0 0-15 0,0 0-15 0,0 0-13 15,0 0-9-15,0 0-15 0,0 0 2 0,0 0-9 16,0 0-4-16,0 0-7 0,0 0 3 0,0 0-6 16,7 25-3-16,-3-17-1 0,-3 2-2 0,1 2-7 15,2 3 7-15,0-4-1 0,0 5-4 0,0 0 5 16,-2-1-10-16,2 1 11 0,-1 0-7 0,-1-4-6 15,1 4-2-15,-2-1-11 0,3 1-1 0,-1-4 3 16,-2 0-10-16,1 0-1 0,1 0 5 0,-1 0-4 16,1-1 0-16,-1-2 0 0,1 2-2 0,0-6 2 15,-2 1 0-15,-1-6 7 0,4 10-2 0,-4-10 1 0,2 8 6 0,-2-8-4 0,3 4 9 0,-3-4-1 16,0 0 7-16,4 7-1 0,-4-7 6 0,0 0 9 16,0 0 1-16,0 0 3 0,18-11 4 0,-13 5 8 31,5 1-1-31,-1-4 4 0,-1-2 0 0,3-1-7 0,2-1 18 0,-3-2-14 0,3 1-3 0,-2 1 3 15,1-2 8-15,-1 2-6 0,-2-1 0 0,2 0-4 16,-1 0 4-16,-3 0-5 0,0 0-2 0,-1 0 9 16,2 0-11-16,-3 3 3 0,-1-4 8 0,-2 2-27 15,1 3-12-15,-1 1 0 0,0-2 0 0,-1 4 0 0,-1-2 0 16,1 0 0-16,-1 9 0 0,-1-15 0 0,2 9 0 16,-1 6 0-16,-1-14 0 0,1 7 0 15,0 7 0-15,-1-9 0 0,1 9 0 0,0 0 0 16,-2-7 0-16,2 7 0 0,0 0 0 0,0 0 0 0,0 0 0 15,0 0 0-15,0 0 0 0,-7-5 0 0,7 5 0 16,0 0 0-16,0 0 0 0,0 0 0 0,-13 14 0 16,9-9 0-16,0-1 0 0,4-4 0 15,-5 8-2-15,3-3-30 0,-5 3-2 0,5 0-6 0,-1-1-9 16,3 1-8-16,0-8 1 0,1 17-12 0,1-8-14 16,-1 1-14-16,1-3-14 0,2 1-16 0,0 1-33 15,0-2-37-15,0-1-43 0,3 0-46 0,0-2-47 16,-2 2-51-16,-1-3-65 0,2 1-58 0,1-1-310 15,3-2-883-15,0 1 392 0</inkml:trace>
  <inkml:trace contextRef="#ctx0" brushRef="#br0" timeOffset="95752.04">5825 10231 127 0,'0'0'404'0,"0"0"-6"16,-11-14 6-16,11 14-29 0,0 0-21 0,0 0-13 16,2-11-16-16,-2 11-14 0,0 0-14 0,0-11-27 15,0 11-18-15,0 0-17 0,2-10-17 0,-2 10-17 16,0 0-16-16,3-7-14 0,-3 7-16 0,0 0-15 0,4-5-16 15,-4 5-14-15,0 0-10 0,7-5-12 16,-7 5-11-16,9-1-8 0,-9 1-9 0,9-1-9 16,-9 1-5-16,0 0-5 0,15 2-4 0,-9 0-6 0,0 1-3 15,-1 1-8-15,2-2-2 0,-1 2-3 0,-1 2-4 16,0-1-3-16,-1 0-9 0,-1 0-13 0,-1 2-3 16,1-1-7-16,-1-1-1 0,-2-5 1 15,0 13-8-15,-1-6 3 0,-2 1 2 0,3-8 2 0,-6 10 5 16,1-6 3-16,1 1 3 0,-4-2-2 0,1 0 8 15,0 1 2-15,-2-1-3 0,2-2 3 0,0 2 3 16,7-3 20-16,-10 1 20 0,2 1 16 0,8-2 20 16,0 0 16-16,-12-2 10 0,12 2 9 0,-7-5-2 15,7 5-6-15,-5-10-8 0,5 10-13 0,-1-11-6 16,-1 3-9-16,4-1-9 0,0 1-20 0,1-3-28 16,0 1-41-16,0 1-39 0,0-1-39 0,2 0-55 15,1 0-57-15,1 0-58 0,-2 2-66 0,1-1-74 16,4 1-62-16,-2-1-304 0,1 3-851 0,-1-2 376 15</inkml:trace>
  <inkml:trace contextRef="#ctx0" brushRef="#br0" timeOffset="96486.25">6057 9753 97 0,'0'0'250'0,"0"0"-15"15,0 0-10-15,0 0-18 0,0 0-2 0,-10-3-3 16,10 3-7-16,0 0-5 0,0 0 0 0,0 0 1 16,0 0 6-16,0 0 2 0,0 0 8 0,-6-2 4 15,6 2 6-15,0 0 1 0,0 0 9 0,0 0 7 0,0 0 0 16,0 0-1-16,0 0-11 0,0 0-16 0,0 0 12 16,0 0-12-16,0 0-16 0,0 0-16 15,0 0-15-15,0 0-17 0,0 0-9 0,0 0-26 16,11-15 3-16,-11 15-12 0,0 0-13 0,8-2-10 0,-8 2-13 15,6-3-1-15,-6 3-11 0,0 0-8 0,12 1-3 16,-12-1-6-16,0 0-8 0,12 3-1 16,-12-3-1-16,8 3-4 0,-8-3-4 0,8 5-7 15,-8-5 2-15,6 6-3 0,-3-1-3 0,-3-5 3 0,3 7-3 16,-3-7-5-16,3 10 1 0,-3-10 1 0,-1 11-3 16,1-4 2-16,0-7-2 0,-5 15-1 0,1-6 1 15,-1 0 2-15,-2 0-1 0,1 1 0 0,0-1 1 16,-3 1 3-16,1-1-4 0,2-1 4 0,-1 0-1 15,1-2-1-15,-2 1 1 0,3-1 3 0,1-3-4 16,0 3 3-16,4-6 2 0,-5 4 6 0,5-4 10 16,0 0 10-16,-5 7 11 0,5-7 12 0,0 0 16 15,0 0 8-15,0 0 8 0,0 0-3 0,0 0-8 16,0 0 7-16,17 3-7 0,-17-3-7 0,21-6 1 16,-9 3-12-16,2 2-6 0,-1-1-6 0,5-3 1 15,0 2-16-15,-1 0 8 0,3-1-2 0,-2 2-4 16,-1 0-3-16,-4-1-8 0,0 1-22 0,1 0 0 15,-5 1 0-15,2-2 0 0,-4 3 0 0,-7 0 0 16,13 0 0-16,-13 0 0 0,10-1 0 0,-10 1 0 16,0 0 0-16,9 0 0 0,-9 0 0 0,0 0 0 15,0 0-64-15,8 1-46 0,-8-1-32 0,0 0-33 16,0 0-25-16,0 0-28 0,0 0-36 0,0 0-41 16,0 0-32-16,0 0-40 0,0 0-49 0,0 0-49 15,-30 2-373-15,19-5-919 0,-1-1 406 0</inkml:trace>
  <inkml:trace contextRef="#ctx0" brushRef="#br0" timeOffset="97189.2">5453 9493 92 0,'0'0'176'0,"0"0"6"0,0 0 4 0,0 0 7 0,0 0 0 16,0 0 4-16,0 0 1 0,0 0 0 0,0 0 1 15,0 0-4-15,0 0 3 0,0 0 4 0,0 0-2 16,0 0-8-16,0 0 1 0,0 0-9 16,0 0 2-16,0 0-9 0,0 0-5 0,0 0-11 0,0 0-6 15,0 0-12-15,0 0-3 0,0 0-18 0,0 0-6 16,0 0-5-16,0 0-2 0,0 0-5 0,0 0 7 16,0 0 6-16,0 0 7 0,0 0 8 0,0 0 11 15,0 0-5-15,0 0 12 0,0 0-8 16,6 8-13-16,13-8-12 0,0 2 5 0,13-1 1 0,3 1 8 15,17-2 6-15,3 1-12 0,3 0 6 0,1-2-2 16,-1 0-2-16,-1-1 5 0,-3 3-13 0,-15-3-6 16,-1 2-1-16,-2 0-7 0,0 0-5 0,-4 0-5 15,0-3-11-15,-11 2-5 0,1 0-29 0,-5 1-50 16,-5 0 0-16,-1 0 0 0,1 0 0 0,-12 0 0 16,12 0 0-16,-4 0 0 0,-8 0 0 0,7 1 0 15,-7-1 0-15,0 0 0 0,0 0 0 0,0 0 0 16,12-1 0-16,-12 1 0 0,0 0 0 0,0 0 0 15,0 0 0-15,0 0 0 0,0 0-115 0,0 0-45 16,0 0-30-16,0 0-37 0,0 0-26 0,0 0-41 16,0 0-57-16,0 0-46 0,0 0-62 0,0 0-66 15,0 0-345-15,0 0-943 0,0 0 417 0</inkml:trace>
  <inkml:trace contextRef="#ctx0" brushRef="#br0" timeOffset="99938.65">3170 10476 219 0,'0'0'249'0,"0"0"-5"0,0 0-10 16,-9-2-9-16,9 2-5 0,0 0-9 16,0 0 2-16,0 0-19 0,0 0-8 0,0 0-10 15,-9-3 10-15,9 3-16 0,0 0-8 0,0 0-3 0,0 0-12 16,-7-3-5-16,7 3-16 0,0 0-2 15,0 0-2-15,0 0-13 0,0 0-11 0,0 0-6 16,0 0 0-16,0 0 1 0,0 0-7 0,0 0-4 16,0 0-4-16,0 0-7 0,0 0-8 0,0 0-3 0,0 0-6 15,0 0 6-15,0 0-4 0,0 0 9 0,0 0 0 16,0 0 8-16,0 0 6 0,0 0 8 16,0 0 5-16,0 0 2 0,0 0 4 0,0 0 6 15,0 0 4-15,33 3-5 0,-20-3-9 0,-1 0-4 0,8 0-7 16,-1 0 12-16,0 1-2 0,3-1-4 0,-3 0-4 15,4-1-8-15,-2 1 2 0,6 1-11 0,-5 1-13 16,-1-1 4-16,7-2 5 0,-5 2-5 0,2-1 0 16,-4 1 6-16,-1-1-4 0,-2 1-1 0,4 0-7 15,-3-1-2-15,0 0-3 0,0 1-11 0,-1-1 3 16,-4 1-4-16,4-2-6 0,-5 2-6 0,0-1 8 16,-1 0-8-16,0 0 1 0,2 2-6 0,-2-2 1 15,-1 1-3-15,2 0-4 0,-2 0 4 0,2-1-4 16,-1 1 2-16,-1 0 4 0,3-1 2 0,-4 0-3 15,3 0 3-15,0 1 0 0,0 1 11 0,-1-1-5 16,0 1 1-16,-1-1-5 0,1-1 10 0,1 0-4 16,-1 0 4-16,3 0-10 0,-3 1-2 0,1-1 2 15,1 0-13-15,0 1 10 0,-3 0-4 0,3-1 0 16,-3 2-5-16,3-2-10 0,-1 2 11 0,0-2-1 16,-1 2 2-16,0-2-3 0,-4 0-2 0,6 1-2 15,-4 0-1-15,4 1 1 0,-2-2 0 0,-1 1 2 16,2-2 2-16,0 4 0 0,-1-5-10 0,-1 4 4 15,1-1 2-15,2-2-4 0,-1 2-2 0,1 0 4 16,-1 0 0-16,1 0-4 0,-2 0 0 0,-2-1 0 16,4 1 0-16,-3-1 0 0,5 2 0 0,-3-1 0 0,-2 0 0 15,3-1 0-15,-1 1 0 0,1 2 0 16,-1-3 0-16,2 2 0 0,-2-1 0 0,2 1 0 16,-3-1 0-16,2 0 0 0,0 1 0 0,-3 0 0 15,4-2 0-15,-2 0 0 0,4 0 0 0,-4 2 0 16,1-1 0-16,4 0 0 0,0 0 0 0,-3-1 0 15,4 2 0-15,-1-1 0 0,1 0 0 0,2 0 0 16,-3-1 0-16,3 0 0 0,1 0 0 0,-3 0 0 16,9-1 0-16,-7 2 0 0,7-1 0 0,-9 0 0 15,3-1 0-15,-2 0 0 0,-2 1 0 0,4 2 0 0,-1-2 0 16,1 1 0-16,-1-1 0 0,0-1 0 0,2 2 0 16,5-2 0-16,-2 4 0 0,-5-3 0 15,7 2 0-15,1-2 0 0,0 3 0 0,-1-2 0 16,1-2 0-16,-3 2 0 0,1-1 0 0,3 1 0 0,-1-1 0 15,1 1 0-15,0-2 0 0,0 1 0 0,3 1 0 16,-1-1 0-16,0-1 0 0,3 1 0 0,-1 1 0 16,-2-2 0-16,5 0 0 0,-4 1 0 15,0 0 0-15,-1-3 0 0,-1 5 0 0,-2-4 0 0,1 2 0 16,-2-1 0-16,0 0 0 0,-1 2 0 0,-6-2 0 16,6-2 0-16,-5 2 0 0,0 1 0 0,-2-1 0 15,2 1 0-15,-4-1 0 0,-2 0 0 0,2-1 0 16,-5 1 0-16,-2 1 0 0,0-1 0 0,-4 1 0 15,-7 0 0-15,14-1 0 0,-14 1 0 0,8 0 0 16,-8 0 0-16,0 0 0 0,8-2 0 0,-8 2 0 16,0 0 0-16,0 0-172 0,0 0-104 0,0 0-78 15,0 0-72-15,0 0-70 0,0 0-91 0,0 0-393 16,-36-6-1062-16,17 1 469 0</inkml:trace>
  <inkml:trace contextRef="#ctx0" brushRef="#br0" timeOffset="101469.44">3349 10878 183 0,'0'0'215'0,"-4"-7"0"0,4 7-3 16,0 0-1-16,0 0-4 0,0 0-1 15,0 0-6-15,0 0-2 0,0 0-1 0,0 0-3 0,0 0-3 16,0 0 19-16,0 0-17 0,0 0 4 0,0 0 3 16,0 0 1-16,0 0 6 0,0 0 3 0,0 0 1 15,0 0 1-15,0 0-2 0,0 0-3 0,0-10-6 16,0 10-7-16,0 0-8 0,0 0-4 0,0 0-10 16,0 0-8-16,4-12-11 0,-4 12-15 0,4-7-3 15,0 3-13-15,-4 4-10 0,8-7-12 0,-2 5-16 16,-1-2-10-16,3 0-8 0,-2 1-6 0,4 2-7 15,0-3-6-15,1 2-11 0,1 0-2 0,-1 1-6 16,-1 4-6-16,1-3-1 0,0 2-3 0,-1 2 2 16,1 0-4-16,0 0-6 0,-4 1 1 0,1 2 19 15,2-2-2-15,-3 3-10 0,-1-1 0 0,-2 2-3 16,0 0 1-16,-2 1-6 0,-2 1-10 0,-2 0 8 16,-3 0 6-16,1 0-2 0,-7 2-3 0,-1-1 2 15,-1 1-2-15,-1-2 0 0,-4-1 3 0,-1-1-14 16,1-1 5-16,-1-1 5 0,3-2-3 0,2-1-13 15,3-2 16-15,-2 0 4 0,2-1-6 0,0-2 3 16,11 1 8-16,-15-3 13 0,7-2 12 0,1-2 6 16,0 0 3-16,4-3 4 0,1-1-4 0,2 1-3 15,2 1 1-15,0-8-11 0,6 1-12 0,-3 2 8 0,1 5-2 16,2-6-16-16,1 5 10 0,1-1-9 16,-2 2 1-16,2 0-7 0,0 4-5 0,0-1 0 15,2 1 3-15,-1 2-2 0,1 0-1 0,6 3-3 16,0 2 5-16,0 2-12 0,-2 1 2 0,1 3 3 0,-1 2-1 15,0-1-2-15,-1 3 1 0,-2 3 0 0,-2 0-4 16,2 1-1-16,-4 1 0 0,-1 7 1 16,-1-6 2-16,-4 0 2 0,-2 1-3 0,-1 5 5 15,-2-4-12-15,-5-2 8 0,2 1 0 0,-3-1-11 0,-1 0-5 16,-1-2 3-16,1 1-5 0,-2-3 3 0,-1-2-6 16,5-2 6-16,-1-3-18 0,0 2 27 0,1-4 3 15,0 1 0-15,1-1 3 0,-1-1 4 16,7-4 5-16,-10 3-1 0,10-3 19 0,-11 0 15 15,11 0 5-15,-11-3 4 0,5-1 7 0,6 4 4 0,-11-11-7 16,6 4-9-16,-2-1-43 0,2 0 0 0,2-3 0 16,0 3 0-16,1 1 0 0,2-3 0 0,0 0 0 15,3 0 0-15,1 0 0 0,0 0 0 16,2 0 0-16,4-1-107 0,5 1-116 0,4 0-57 0,6 1-72 16,3 1-61-16,0 2-55 0,3 1-66 0,-3 2-435 15,0 1-1050-15,0 1 464 0</inkml:trace>
  <inkml:trace contextRef="#ctx0" brushRef="#br0" timeOffset="101828.76">3973 11090 426 0,'5'-6'516'0,"-5"6"16"0,5-8 2 0,-5 8-14 15,0-9-27-15,0 9-28 0,0-10-27 0,0 10-26 16,-1-9-28-16,1 9-16 0,0 0-24 0,-1-11-35 15,1 11-25-15,0 0-30 0,-3-7-26 0,3 7-28 16,0 0-20-16,-5-4-20 0,5 4-16 0,0 0-15 16,0 0-15-16,0 0-5 0,0 0-13 0,-17 11-16 15,11-5 2-15,-2 0-16 0,2 1-7 0,-1 1-5 16,-1 0-4-16,-2 2-4 0,3 0-3 0,2-1-7 16,-3 1 0-16,0-2-36 0,3 2 0 0,-1-2 0 15,2-1 0-15,0 0 0 0,-1-1 0 0,4 0 0 16,1-6 0-16,-1 11 0 0,1-11 0 0,7 14 0 15,1-8 0-15,0 0 0 0,9 3 0 0,0-3 0 16,5-2 0-16,-2 0 0 0,7-1 0 0,0-1 0 16,-4-1 0-16,5 0-52 0,-10 1-89 0,-4-2-36 15,4-2-42-15,-5 0-49 0,6-1-62 0,-9-1-68 16,3-1-81-16,2-1-88 0,-6 1-360 0,0-2-1004 16,1 2 444-16</inkml:trace>
  <inkml:trace contextRef="#ctx0" brushRef="#br0" timeOffset="102360.52">4365 10948 199 0,'0'0'355'0,"0"0"-6"0,0 0 1 16,-2-8-13-16,2 8-2 0,0 0-5 0,0 0 5 16,0 0-8-16,1-10-12 0,-1 10-11 0,0 0-7 15,4-8-8-15,-4 8-12 0,2-6-11 16,-2 6-20-16,5-8-21 0,-5 8-14 0,9-8-19 16,-2 4-18-16,-1 0-15 0,3-1-13 0,0 0-6 0,5 1-11 15,1 0-19-15,1 2-9 0,0-2-9 0,2 3-4 16,1 3-14-16,-2-2-11 0,1 4-3 0,-1 1-10 15,0-1-6-15,-1 3-6 0,-4-2-6 0,-3 3-4 16,3-2-4-16,-1 0-3 0,-3 2-5 0,-1 2 1 16,0-2-3-16,-4 2-2 0,1 0-3 0,-4-1 1 15,-3 2-1-15,-1-1 0 0,-3 1-2 16,-2 3 1-16,-6-3 0 0,-1 0 5 0,-2-1-5 0,-5 2-4 0,-1-1 8 16,2-5-2-16,3-1-1 0,-3-2-1 0,3 0 13 15,2-3 20-15,2 2 7 0,2-4 18 0,2 1 13 16,1-2-4-16,-2-2 9 0,2-1 0 0,2-1 9 15,0-1-17-15,1-3-3 0,-1 1-9 0,2-5-9 16,3 3-18-16,-1-4-37 0,0 1 0 0,2 2 0 16,2-4 0-16,1-1 0 0,-1 6-74 0,3-4-38 15,-1 5-37-15,1-2-44 0,1 4-42 0,2-2-36 16,3 2-42-16,0-1-36 0,1 2-19 0,2 2-12 16,-1 0-1-16,0 0 4 0,-1-2 4 0,2 3 9 15,-1-1 8-15,0 1-8 0,-1 0-225 0,2 0-638 16,-3 1 283-16</inkml:trace>
  <inkml:trace contextRef="#ctx0" brushRef="#br0" timeOffset="102688.56">4508 10758 1545 0,'9'-5'-84'0,"-9"5"52"0,7-6 42 16,-5 2 39-16,-2 4 45 0,5-7 38 0,-5 7 41 16,4-8 37-16,-4 8 35 0,4-7 34 0,-2 1 18 15,-2 6 14-15,3-9 13 0,-2 3 17 0,-1 6 5 16,3-11 4-16,-1 7-1 0,-2 4 0 0,3-11 4 16,-3 11 6-16,3-8-11 0,-3 8-15 0,1-11-8 15,-1 11-22-15,2-5-25 0,-2 5-24 0,0 0-26 16,0 0-106-16,3-6-122 0,-3 6 0 0,0 0 0 15,0 0 0-15,0 0 0 0,0 0 0 0,0 0 0 16,3 27 0-16,-2-9 0 0,0 0 0 0,-1 2 0 16,0 5 0-16,-1 5 0 0,0-3 0 0,1 3 0 15,-2 2 0-15,1-3 0 0,-2 1 0 0,-3 3 0 16,1 0 0-16,0-1 0 0,-3-1 0 0,3-1 0 16,-4-3 0-16,3 3 0 0,-1-5 0 0,4 0 0 15,-4-7 0-15,2-3 0 0,2 1 0 0,-1-4 0 0,3-1 0 16,-1 0 0-16,2-3 0 0,0 1 0 0,0-9 0 15,2 12 0-15,-1-8 0 0,5 3 0 16,0-1 0-16,-1-2-102 0,5 0-196 0,1-3-29 16,0 3-29-16,-1-4-33 0,1 0-35 0,-11 0-52 15,20-4-50-15,-14 1-357 0,1 0-955 0,-7 3 423 0</inkml:trace>
  <inkml:trace contextRef="#ctx0" brushRef="#br0" timeOffset="103157.21">4821 11110 391 0,'0'0'429'0,"4"-7"-5"0,-4 7-6 0,0 0-5 0,1-7-13 15,-1 7-5-15,0 0-4 0,0 0-17 16,3-6-14-16,-3 6-20 0,0 0-21 0,0 0-24 0,0 0-25 16,0 0-26-16,0 0-22 0,0 0-37 0,0 0-32 15,0 0-9-15,0 0-14 0,0 0-13 0,0 0-10 16,0 0-13-16,0 0-5 0,-20 12-13 0,15-7-10 16,-1 0-3-16,2 1-8 0,-1-2-4 0,-1 5-7 15,2-3-3-15,2 0 0 0,-3 2-8 0,2-2-4 16,3-6-12-16,-4 12 13 0,4-5 1 0,0-7 0 15,3 14 4-15,-2-8 4 0,3 1 2 0,2 1-15 16,-2-1 11-16,5 0 6 0,-3 0 2 0,1 0-4 16,-1 1 0-16,-1-2-5 0,-5-6 8 0,12 8-13 15,-7-5-5-15,-1 1-3 0,-4-4-5 0,5 7-3 16,-5-7 2-16,0 0-2 0,-1 12 1 0,1-12 0 16,-12 11 0-16,2-4 3 0,-8 0-11 0,-2 0 2 15,-7-1 2-15,1-1-22 0,0 1-28 0,6-2-28 16,2-2-31-16,0 3-41 0,5-4-36 0,3-1-41 15,10 0-38-15,-14-2-79 0,8 2-105 0,6 0-86 16,-4-7-428-16,4 7-1028 0,0 0 455 0</inkml:trace>
  <inkml:trace contextRef="#ctx0" brushRef="#br0" timeOffset="104876.66">5239 10955 285 0,'0'-8'293'0,"0"8"-4"0,0 0-1 15,0-10 1-15,0 10-5 0,2-8-2 0,-2 8 9 16,0-10-5-16,0 10 10 0,1-9-6 0,-1 9 1 15,1-12-5-15,-1 12-10 0,2-9-1 0,-1 2-6 16,-1 7-10-16,0 0-6 0,1-10-16 0,-1 10-5 16,2-8-17-16,-2 8 5 0,0 0-12 0,0-11-19 15,0 11-1-15,0 0-29 0,2-6 1 0,-2 6-7 16,0 0-18-16,0 0-13 0,0 0-16 0,2-8-17 16,-2 8-19-16,0 0-8 0,0 0-12 0,0 0-7 15,0 0-7-15,0 0 6 0,0 0-13 0,0 0 5 16,0 0-6-16,0 27-7 0,-1-17-2 0,0 0 0 15,2 2 7-15,-1 0-19 0,-1 0 6 0,-1-1 14 16,0 7-15-16,1-2-7 0,0-1 6 0,-1-1-6 16,1 2 1-16,-2 0-1 0,1-1 6 0,0-2-19 15,1-2 11-15,0 0 4 0,1 1-6 0,-1-4-2 0,1 4-6 16,-2-3-15-16,1-2-12 0,1-7-8 16,1 12-16-16,-1-12-25 0,0 9-32 0,0-9-41 15,2 7-35-15,-2-7-47 0,0 0-30 0,0 0-42 16,-2 9-45-16,2-9-94 0,0 0-90 0,0 0-330 0,0 0-941 15,0 0 417-15</inkml:trace>
  <inkml:trace contextRef="#ctx0" brushRef="#br0" timeOffset="105314.06">5189 10856 4 0,'0'0'367'0,"3"-8"2"0,-3 8 3 0,5-8-6 16,-5 8-13-16,4-6-16 0,-4 6-14 0,0 0-12 15,4-8-5-15,-4 8-13 0,0 0-11 0,0 0-23 16,4-6-20-16,-4 6-17 0,0 0-23 0,10-5-18 16,-10 5-14-16,15 0-12 0,-6-1-10 0,4 1-9 15,4 1-16-15,0 3-10 0,4-1-7 0,-2 3-8 16,1 2-11-16,0-2-4 0,5 5-5 0,-2 0-6 15,-2-2-5-15,-5 3-9 0,7 2-3 0,-9-2-4 16,2 0-6-16,-3 1-5 0,0-1-5 0,-5 0-3 16,-1-3-2-16,-1 2-5 0,0 1 0 0,-2 0 7 15,-4 0 1-15,-1 1 5 0,-4 1 6 0,-3 3-2 16,-2-1 6-16,-7 3 2 0,-3-1-1 0,-3-2-1 16,-1-2-5-16,-4 0-3 0,-1 1-2 0,1-3-3 15,3-4-2-15,4-1-4 0,-7 1 10 0,13-5 14 16,2 1 2-16,1-2 6 0,5-1-6 0,-1 0-4 15,2 2 1-15,6-3-4 0,-11 2-1 0,11-2-7 16,0 0-27-16,-10 3-30 0,10-3-52 0,0 0-67 16,0 0-83-16,0 0-79 0,0 0-62 0,26-9-58 15,-13 9-73-15,5-2-37 0,-1 1-308 0,4 2-906 0,-1-2 400 16</inkml:trace>
  <inkml:trace contextRef="#ctx0" brushRef="#br0" timeOffset="105688.97">5731 11192 5 0,'0'0'372'0,"-1"-8"25"16,1 8 24-16,0 0 14 0,-2-15 10 0,2 15-2 0,-2-11-6 16,2 11 2-16,-2-10-3 0,2 10-18 0,-3-10-5 15,3 10-21-15,-1-8-15 0,1 8-7 16,0 0-28-16,-4-8-24 0,4 8-34 0,0 0-31 15,0 0-29-15,0 0-28 0,0 0-22 0,0 0-19 0,0 0-20 16,0 0-11-16,0 0-15 0,0 0-32 0,0 0-77 16,0 0 0-16,4 32 0 0,-4-23 0 0,1 2 0 15,-1 2 0-15,0 3 0 0,0-2 0 16,-1 3 0-16,1-1 0 0,-3-2 0 0,2-2 0 0,0-1 0 16,-1 7 0-16,1-2 0 0,-3-4 0 0,3-1 0 15,0 0 0-15,-2-1 0 0,3 1 0 0,0-1 0 16,-1-2 0-16,1 0 0 0,-1 1 0 15,1-9 0-15,0 12 0 0,0-5 0 0,0-7 0 0,0 8-117 16,0-8-93-16,-2 8-17 0,2-8-18 0,0 0-10 16,0 0-17-16,0 0-44 0,0 0-28 0,0 0-40 15,0 0-37-15,0 0-36 0,0 0-36 0,0 0-249 16,0 0-803-16,0-39 354 0</inkml:trace>
  <inkml:trace contextRef="#ctx0" brushRef="#br0" timeOffset="106079.5">5697 11149 101 0,'0'0'370'0,"4"-9"2"0,-4 9 4 15,7-8-16-15,-3 3-9 0,-1 0-19 0,-3 5-18 16,7-8-7-16,-3 4-16 0,1-2-13 0,1 3-17 15,1-2-16-15,-2 1-14 0,4-2-16 0,-2 3-10 16,3-1-14-16,-3 1-10 0,5 2-13 0,-3 1-15 16,1-3-17-16,-2 3-11 0,-8 0-12 0,18 0-15 15,-12 1-13-15,0 2-6 0,1-1-12 0,0 1-7 16,-1 1-7-16,-1 0 2 0,-5-4-12 0,7 11-7 0,-4-6-3 16,0 3 2-16,-3 0-8 0,0 1 5 15,-3 1 6-15,-1 0 3 0,-1 0 1 0,-4-2-2 16,-5 3-1-16,4-4-2 0,-9 3 0 0,1-3 0 15,-3 1-4-15,0-3-6 0,1-2 3 0,1 0-2 0,6-2-6 16,1 1 7-16,0-2-4 0,1 0-2 0,3 0-10 16,8 0-24-16,-14-6-43 0,9 4-66 15,5 2-72-15,-4-10-82 0,4 10-68 0,0 0-86 16,9-11-83-16,-5 6-321 0,-4 5-900 0,18-10 398 0</inkml:trace>
  <inkml:trace contextRef="#ctx0" brushRef="#br0" timeOffset="107891.58">8019 10175 229 0,'0'0'305'15,"0"0"10"-15,0-9-2 0,0 9 3 0,1-7 3 16,-1 7 8-16,0 0 2 0,1-11-7 0,-1 11 0 16,0-8-3-16,0 8-2 0,0 0-13 0,0 0-15 15,0 0-16-15,0 0-21 0,0-9-15 0,0 9-20 16,0 0-19-16,0 0-21 0,0 0-21 0,0 0-20 16,0 0-13-16,0 0-18 0,0 0-9 0,0 0-8 15,0 0-10-15,0 0-5 0,0 0-11 0,-2 36-7 16,2-24-2-16,-2 6-6 0,0-1-5 0,1 2 1 15,-2 1-4-15,2-2-6 0,0 1 4 0,-1 1-10 0,1-1 5 16,0 0-10-16,1-2-5 0,0 2 9 0,-1-3-7 16,1 0-4-16,1-1 4 0,-1 2-5 15,0-6-5-15,0-1 2 0,0 0-1 0,0 1-1 0,0-4 1 16,0 0-1-16,0-7-7 0,0 12 10 0,0-6-7 16,0-6 3-16,1 8-5 0,-1-8-15 0,0 0-21 15,1 10-19-15,-1-10-34 0,2 6-34 0,-2-6-40 16,0 0-67-16,0 0-74 0,0 0-68 0,15-4-63 15,-15 4-57-15,14-11-335 0,-5 4-893 0,2-2 394 16</inkml:trace>
  <inkml:trace contextRef="#ctx0" brushRef="#br0" timeOffset="108165.95">8204 10392 60 0,'0'0'386'0,"0"0"14"0,0 0 4 16,0 0-5-16,8-4-14 0,-8 4-20 0,0 0-18 16,0 0-19-16,0 0-15 0,0 0-15 0,6-3-20 15,-6 3-30-15,5-4-24 0,-5 4-25 0,14-3-18 16,-5 1-22-16,3 0-12 0,7 1-15 0,0-2-10 16,0 2-14-16,2 1-15 0,-2-1-7 0,2 0-10 15,-2 2-12 1,-5-1-1-16,0 1-11 0,-3-2-2 0,1 2-6 15,-1-1-4-15,-3 1-15 0,-8-1-22 0,13 0-37 16,-6 0-34-16,-7 0-44 0,9 1-28 0,-9-1-56 0,0 0-47 0,9 0-51 16,-9 0-54-16,0 0-59 0,9-3-300 15,-9 3-765-15,5-5 339 0</inkml:trace>
  <inkml:trace contextRef="#ctx0" brushRef="#br0" timeOffset="108525.24">8755 10271 152 0,'9'-5'340'0,"-4"0"-3"0,2 1-4 16,-4-2 8-16,3 2 1 0,0-3-17 0,-2 4-5 15,-4 3-7-15,5-7-2 0,-5 7-9 0,2-9-14 16,-2 9-16-16,0 0-15 0,3-8-15 0,-3 8-12 16,0 0-18-16,0 0-26 0,1-7-17 0,-1 7-24 15,0 0-21-15,0 0-14 0,0 0-12 0,0 0-8 16,0 0-10-16,0 0-2 0,-17 18-5 0,11-11-8 15,0 1-4-15,-4 6-4 0,3-4-1 0,-4 5-6 16,0 0-4-16,1-1-2 0,0 0-4 0,1 2-9 16,-1 0 0-16,1 0-3 0,1-3-2 0,2-1-5 15,2 3 4-15,0-3-6 0,1-1 1 0,1 1 0 16,4-2 0-16,0 2-4 0,3-1-4 0,0-2-10 16,3 0-9-16,4 1-17 0,-3-1-11 0,3-2-12 15,5 1-20-15,-6-4-18 0,7 1-23 0,-1-1-20 16,-5-2-20-16,3-2-28 0,-3 1-21 0,1-3-20 15,-1-1-19-15,-1 1-20 0,-1-1-24 0,-1-1-18 16,-3-1-31-16,2 0-10 0,-3-3-12 0,1 2-221 16,-5 0-620-16,1 0 274 0</inkml:trace>
  <inkml:trace contextRef="#ctx0" brushRef="#br0" timeOffset="108759.56">8786 10410 92 0,'-9'-3'230'16,"9"3"16"-16,-7-2 12 0,7 2 8 0,0 0 8 0,-7-4 10 15,7 4 3-15,0 0 8 0,0 0 12 0,0 0 13 16,0 0 5-16,-8-3-2 0,8 3-2 16,0 0-8-16,0 0-17 0,0 0-27 0,0 0-28 15,0 0-33-15,0 0-22 0,17-8-18 0,-8 6-15 0,3 1-19 16,1 0-15-16,0 0-12 0,4 0-10 0,0-2-23 16,-1 2-22-16,2 0-27 0,-2 2-33 0,-2-2-34 15,-1 1-40-15,1 1-48 0,-2-1-50 0,-1 0-31 16,2 1-57-16,-4 0-53 0,-1 2-69 0,0-2-42 15,-8-1-269-15,12 1-760 0,-12-1 336 0</inkml:trace>
  <inkml:trace contextRef="#ctx0" brushRef="#br0" timeOffset="109321.93">7882 10807 186 0,'0'0'275'0,"0"0"-1"0,0 0-5 16,0 0-11-16,0 0 0 0,0 0-7 16,0 0 4-16,0 0-18 0,0 0 3 0,0 0-7 0,0 0-6 15,-5-14-7-15,5 14 0 0,0 0 2 0,-8-3-2 16,8 3 0-16,0 0 1 0,0 0-1 0,-8-3-2 15,8 3-1-15,0 0 2 0,0 0-3 0,0 0 2 16,0 0-1-16,0 0-9 0,0 0-23 0,0 0-9 16,0 0-29-16,26-9-16 0,-4 8-13 0,11-1-14 15,3 0-1-15,15 1-9 0,4 0-13 0,0 1 0 16,7 0-21-16,30 0-2 0,1-2 5 0,-1 6-11 16,0 1-1-16,-3-3-8 0,-29-3-4 0,2 1-14 15,-1-2 5-15,-6 0 0 0,-17 0-7 0,-3 4 1 16,-3-5-3-16,-12 0-3 0,-1 5-2 0,-6-2 0 15,0-2 2-15,-3 1-5 0,-3 1-2 0,-7 0-3 16,12 0-16-16,-12 0-8 0,10 0-23 0,-10 0-33 16,6-2-35-16,-6 2-39 0,0 0-46 0,0 0-40 15,0 0-38-15,0 0-43 0,0 0-34 0,0 0-66 16,0 0-53-16,-27 9-408 0,15-7-945 0,-6 3 419 16</inkml:trace>
  <inkml:trace contextRef="#ctx0" brushRef="#br0" timeOffset="109837.43">8236 11062 173 0,'0'0'312'0,"5"-6"-5"0,-1 3-9 16,-4 3-9-16,0 0-6 0,3-10 6 16,-3 10 5-16,0 0 0 0,0 0 6 0,0 0 5 0,-7-12 6 15,7 12 10-15,-6-5 2 0,6 5-12 0,-12-3-8 16,12 3-11-16,-10-3-14 0,10 3-22 0,-9-2-20 15,9 2-14-15,-10-1-42 0,10 1-8 0,0 0-13 16,-10 3-18-16,10-3-10 0,-11 5-15 0,3 1-16 16,0 0-2-16,0 2-7 0,2 0-16 0,-4 1-2 15,2 2-1-15,-2 2-7 0,1 3-6 0,0 0-6 16,1-1-7-16,0 1-5 0,1 0-1 0,1-2-3 16,2 3-5-16,1-6 2 0,0 1-7 0,2-1 1 15,2 2-4-15,1-2-2 0,2 1 4 0,0 0-4 16,5 0 2-16,-1-2-8 0,1 0-7 0,0-1-3 15,5 0-19-15,2-3-5 0,0 0-15 0,1-2-23 16,3 0-1-16,-7-4-21 0,9 0-27 0,-4-1-24 16,-2 0-30-16,3-2-26 0,-3 0-21 0,2-3-31 15,-5 3-19-15,-1-3-15 0,1 4-9 0,0-2-9 16,-7 1-19-16,1-2-21 0,-1 0-30 0,-1 0-15 16,0 1-17-16,-5 4-257 0,3-10-701 0,-3 10 311 15</inkml:trace>
  <inkml:trace contextRef="#ctx0" brushRef="#br0" timeOffset="110102.99">8202 11205 223 0,'-7'-2'368'0,"7"2"15"0,0 0 22 16,-5-7 1-16,5 7 2 0,0 0-7 0,-5-5-5 16,5 5 1-16,0 0-8 0,-6-6-9 0,6 6-3 15,0 0-9-15,-4-5-16 0,4 5-6 0,0 0-11 16,0 0-13-16,0 0-26 0,0 0-27 0,0 0-29 15,0 0-23-15,7-13-25 0,-7 13-23 0,12-4-15 16,-1 1-22-16,1-1-13 0,7 2-7 0,-2-2-77 16,3 0-35-16,0-1 0 0,8 2 0 0,-5 1 0 15,-2-2 0-15,0-1 0 0,0 1 0 0,1 2 0 16,-3 0 0-16,1-2-110 0,-1 1-61 0,-4 1-42 16,-2 0-54-16,0-2-59 0,-3 3-56 0,-3 0-60 15,1 0-71-15,-8 1-449 0,13 0-1041 0,-13 0 461 16</inkml:trace>
  <inkml:trace contextRef="#ctx0" brushRef="#br0" timeOffset="110915.31">8721 10944 190 0,'-17'-11'316'0,"17"11"-3"0,0 0-12 15,0 0-9-15,0 0-9 0,0 0-8 0,8-8-4 0,-8 8-12 16,0 0-4-16,5-7-14 0,-5 7-7 0,5-6-7 16,-5 6-12-16,5-4-13 0,-5 4-7 15,6-6-10-15,-6 6-18 0,11-4-11 0,-5 2-8 16,-6 2-17-16,14-4-10 0,-6 3-12 0,3-1-10 0,3 0-15 16,-2 1-1-16,-1 2-13 0,-1-1-6 0,2 2-9 15,-1-2-7-15,-2 2-6 0,-1-1-4 0,0 0-6 16,-2 3-5-16,-6-4-1 0,10 5-8 0,-6-2-1 15,0 2-3-15,-4-5-5 0,4 8-1 0,-4-1 3 16,0-7-5-16,-3 10-3 0,0-3-6 0,-4-1-5 16,2 1-2-16,-2 1-3 0,1-3-10 0,-1 2-4 15,-1-2 7-15,3 0 8 0,5-5-4 0,-9 5 1 16,5-1 4-16,4-4 6 0,-4 5 2 0,4-5 2 16,0 0 4-16,0 0 0 0,0 0 4 0,0 0-7 15,0 0 2-15,0 0 2 0,18 5 8 0,-12-4-4 16,-6-1 5-16,16 0 3 0,-4 4 2 0,-1-3-6 15,0 1-3-15,-1 2 2 0,-1-2-3 0,3 1-1 16,-4 0-2-16,-2 1-2 0,2 2-1 0,0-1-2 16,-4-3-4-16,1 3-3 0,-1-2 1 0,-4-3 1 15,4 9 2-15,-4-9 1 0,-1 9 4 0,1-9 2 16,-8 11 3-16,2-5 2 0,-4 0 0 0,-2-1-4 16,2 1 0-16,-3-2 4 0,-2 2-1 0,-3-3-2 15,4-1 2-15,1 1-4 0,2-2 7 0,-1 0 0 16,4 0 0-16,1-1-1 0,7 0 3 0,-11 1-5 0,11-1-11 15,0 0-20-15,-13-1-37 0,13 1-48 0,-3-6-57 16,3 6-52-16,0 0-65 0,-1-9-73 16,1 9-73-16,0 0-287 0,7-11-774 0,-7 11 342 15</inkml:trace>
  <inkml:trace contextRef="#ctx0" brushRef="#br0" timeOffset="114922.23">9617 10466 35 0,'0'0'221'0,"7"2"-2"0,-7-2-8 0,0 0-2 16,0 0-1-16,0 0 3 0,0 0 7 0,0 0 9 16,0 0 14-16,0 0 17 0,0 0 18 0,0 0 11 15,0 0 18-15,0 0 12 0,0 0 12 0,0 0-2 16,0 0-2-16,0 0-11 0,0 0-18 0,12-3-19 16,-5 2-26-16,5-2-19 0,1 1-25 0,0 0-22 0,4-1-16 15,4-1-20-15,-3 2-4 0,1 0-25 16,-2 3-12-16,2-4-12 0,-6 2-24 0,-1 2-40 15,0-2-54-15,-4 0-62 0,-8 1-70 0,12-1-75 16,-12 1-66-16,9 0-35 0,-9 0-31 0,0 0-47 0,0 0-48 16,0 0-334-16,-21 12-855 0,10-10 377 0</inkml:trace>
  <inkml:trace contextRef="#ctx0" brushRef="#br0" timeOffset="115140.92">9645 10592 91 0,'0'0'342'0,"0"0"4"15,-4 6 28-15,4-6 22 0,0 0 20 16,0 0 6-16,0 0-5 0,0 0-14 0,0 9-5 16,0-9-7-16,0 0-5 0,0 0-8 0,0 0-17 0,0 0-31 15,0 0-16-15,0 0-26 0,0 0-28 0,21-3-30 16,-13 0-23-16,5 2-22 0,0-3-15 16,4 1-22-16,1 2-13 0,2 1-36 0,-2-3-28 0,1 0-35 15,-2 3-48-15,2-2-39 0,-6-1-50 0,0 3-55 16,-1-2-48-16,3 2-62 0,-3-1-50 0,-1-1-44 15,-1 2-50-15,1-1-55 0,1 1-46 0,-4-2-280 16,0 0-856-16,-8 2 379 0</inkml:trace>
  <inkml:trace contextRef="#ctx0" brushRef="#br0" timeOffset="115406.48">10002 10472 45 0,'7'-6'370'0,"-1"2"6"0,3 0 27 0,0 0 14 15,1 0 4-15,3 0-12 0,-1 1-18 0,-1 1-19 16,3 1-17-16,-2 1-25 0,3 0-22 0,-2 3-17 16,1-2-26-16,0 3-15 0,-1-1-23 0,-2 3-17 15,-1-2-25-15,0 1-17 0,-1 1-22 0,-2 0-12 16,-1 1-13-16,-2 3-11 0,-2-3-8 0,-2 4-15 16,-2 0-3-16,0 0-8 0,-5 4-15 0,-1-1 3 15,-1-2-7-15,-3 1-2 0,0 1-6 0,-2-2-28 16,1-1-29-16,2 2-37 0,1-7-38 0,1 0-41 15,0 1-51-15,4-1-31 0,1-3-46 0,-1 1-26 0,5-4-51 16,0 0-60-16,0 0-46 0,0 0-338 0,0 0-838 16,0 0 372-16</inkml:trace>
  <inkml:trace contextRef="#ctx0" brushRef="#br0" timeOffset="116078.21">10613 10421 278 0,'5'-6'352'15,"-5"6"10"-15,4-5 8 0,-4 5-2 0,3-6 11 16,-3 6 6-16,0 0 7 0,0 0-1 0,1-9-3 16,-1 9-1-16,0 0-17 0,0 0-5 0,0 0-19 15,1-9-19-15,-1 9-23 0,0 0-28 0,0 0-27 16,0 0-28-16,0 0-27 0,0 0-22 0,0 0-18 15,0 0-18-15,0 0-14 0,0 0-19 0,0 0-10 16,0 0-5-16,0 0-13 0,4 24-2 0,-4-14 0 16,0 0-17-16,0 1-2 0,2 1-7 0,-2 1-5 15,-2-1-3-15,6 4-4 0,-6 1-2 0,4-2-3 16,-2-4-2-16,0 6-6 0,-4-4-10 0,6-4-12 16,-4 1 0-16,2 0 0 0,-1 1 0 0,0-3 0 15,-1-1 0-15,2-7 0 0,-1 14 0 0,0-8 0 16,1-6 0-16,-1 9 0 0,1-9 0 0,0 0 0 0,0 9 0 15,0-9 0-15,0 0 0 0,0 0 0 16,0 0 0-16,0 0 0 0,0 0 0 0,0 0 0 16,0 0 0-16,2-34 0 0,-2 17 0 0,0-6 0 15,0-5 0-15,-1 0 0 0,0-6 0 0,-2 2 0 0,0-1 0 16,1 0 0-16,1-3 0 0,-1 1 0 0,4 2 0 16,-2 3 0-16,1 1 0 0,0 0 0 15,3 1 0-15,1 1 0 0,2 0 0 0,0 3 0 0,1-1 0 16,1 0 0-16,2 1 0 0,-1 8 0 0,1-2 0 15,-3 9 0-15,3-1 0 0,-2 1 0 0,0-1 0 16,2 4 0-16,0 1 0 0,1 1 0 0,0 2 0 16,1 0 0-16,-1 4 0 0,1 0 0 0,4 2 0 15,-2 6 0-15,0-2 0 0,-6 0 0 0,4 6 0 16,0-1 0-16,-4 1 0 0,-3 1 0 0,0-1 0 16,-3 3 0-16,-3-1 0 0,-6 2 0 0,-3 5 0 15,-1-6 0-15,-11 6 0 0,-2 0 0 0,-3-4 0 16,-3 3 0-16,-2-4 0 0,1 0 0 0,2-2 0 15,0-2 0-15,2-3 0 0,1 1 0 0,8-6 0 16,3 0 0-16,4-3 0 0,1 1 0 0,1-2-93 16,2 0-96-16,6-2-53 0,-9 3-54 0,9-3-45 15,-3 5-48-15,3-5-50 0,0 0-47 0,18 13-45 16,-4-9-334-16,1 4-935 0,5-1 414 0</inkml:trace>
  <inkml:trace contextRef="#ctx0" brushRef="#br0" timeOffset="116890.51">10796 10546 88 0,'0'0'361'0,"0"0"15"0,0 0 9 16,0 0 4-16,0 0 3 0,0 0-15 0,0 0-3 16,8-22-7-16,-8 22-11 0,0-6-6 0,0 6-18 15,0 0-8-15,0-10-28 0,0 10-18 0,0 0-33 0,0 0-27 16,0 0-25-16,2-7-23 0,-2 7-19 15,0 0-21-15,0 0-13 0,0 0-8 0,0 0-15 0,0 0-9 16,0 0-7-16,11 17-15 0,-8-11-4 0,-2 1-5 16,1 0-6-16,2 0-15 0,-2 3-14 0,1 0-18 15,-2-4-7-15,2-1-10 0,-2 3-14 0,2-2-12 16,-3-6-12-16,2 11-8 0,-2-11-7 0,0 10-7 16,0-10 6-16,1 4 5 0,-1-4 8 0,0 0 11 15,0 0 7-15,2 9 9 0,-2-9 8 0,0 0 2 16,0 0 2-16,0 0 6 0,0 0 7 0,0 0-1 15,14-17 2-15,-11 11 3 0,4-1 11 0,-1-1 3 16,1 1 8-16,-2 1 7 0,-1 0 4 0,1-1 8 16,1 1-1-16,-1 1 1 0,1 0-2 0,-2 1-3 15,-4 4-3-15,7-5-9 0,-7 5 0 0,9-4-2 16,-9 4-4-16,8 0-7 0,-8 0 1 0,11 2-2 16,-11-2 2-16,9 4-4 0,-4-1 1 0,1 2-2 15,-6-5 2-15,11 9-7 0,-8-5 0 0,1 0 3 16,-4-4-1-16,8 13 1 0,-4-9 1 0,1-1-3 15,-5-3 2-15,6 5-2 0,-6-5 1 0,5 5 1 16,-5-5 4-16,6 2 4 0,-6-2 0 0,7 2-2 16,-7-2 0-16,12 0-2 0,-12 0 4 0,14-4-1 15,-4-1-1-15,-1-1 0 0,-1 0-1 0,1-2 1 0,1-4-4 16,1-1 0-16,-7 2 1 0,6-2-1 16,-6 3 2-16,1 1 5 0,-1-3 5 0,0 5-1 15,-3-1-2-15,1 2-3 0,-2 6-1 0,2-9-5 0,-2 9-8 16,4-9-1-16,-4 9-3 0,0 0-3 0,0-7 1 15,0 7-2-15,0 0 0 0,0 0-1 0,0 0 1 16,0 0 1-16,0 0 2 0,0 0 2 0,0 0 3 16,0 0 0-16,0 0 3 0,0 0 1 0,0 0 4 15,0 0-2-15,0 0 1 0,0 0 0 0,0 0-1 16,10 19 1-16,-6-17 0 0,-4-2 0 0,8 5-1 16,-3-1-4-16,-5-4 2 0,10 3 2 0,-10-3 1 15,9 3-5-15,-5-1 1 0,2 1 6 0,-6-3-8 16,10 2-3-16,-10-2-1 0,5 6-3 0,-2-2 7 15,-3-4-8-15,6 7 6 0,-3-4-5 0,-3-3 5 16,4 8-5-16,-4-8-1 0,4 6 7 0,-4-6-2 16,1 9-4-16,-1-9 4 0,1 8 1 0,-1-8 3 15,0 7-4-15,0-7 4 0,0 8-4 0,0-8 8 16,0 8-5-16,0-8 2 0,0 0-2 0,2 11 2 16,-2-11-4-16,0 10 3 0,0-10-9 0,2 8-10 15,-2-8-16-15,2 7-23 0,-2-7-27 0,3 7-33 16,-3-7-40-16,6 8-38 0,-6-8-40 0,7 2-44 15,-7-2-56-15,8 4-71 0,-8-4-53 0,11-3-276 16,-11 3-796-16,12-5 352 0</inkml:trace>
  <inkml:trace contextRef="#ctx0" brushRef="#br0" timeOffset="117359.15">11421 10576 271 0,'0'0'312'0,"0"0"2"0,0 0 8 16,0 0-24-16,0 0 0 0,0 0 4 0,0 0 7 0,0 0-3 16,0 0-1-16,0 0 0 0,0 0-6 0,0 0-11 15,0 0-11-15,0 0-19 0,0 0-13 0,0 0-15 16,0 0-14-16,0 0-13 0,0 0-17 0,0 0-7 16,0 0-18-16,0 0-17 0,0 0-14 0,9-3-12 15,-9 3-11-15,0 0-13 0,14-2-9 0,-7 2-5 16,-7 0-11-16,17-3-2 0,-7 0-12 0,1 3-1 15,0-3-12-15,-3 1 3 0,-2-3-6 0,3 1 2 16,0 2-4-16,-9 2-4 0,9-5-6 0,-4 1-3 16,-5 4 3-16,8-7-7 0,-6 4-1 0,-2 3-6 15,4-8-3-15,-4 8-6 0,-1-9 4 0,1 9-6 16,-5-9-2-16,5 9-3 0,-10-5 0 0,10 5-3 16,-11-4 0-16,3 3-1 0,8 1-5 0,-20 1 3 15,9 1-3-15,-1 2 8 0,2-1-4 0,-3 3-3 16,2-1 2-16,3 1 1 0,-5 0-4 0,4 2 12 15,4-1-10-15,-1 2-2 0,0-2-8 0,0 2 0 16,4 0-2-16,2-1 3 0,0-8 4 0,4 16 4 16,1-9-9-16,4 3-12 0,0-2-14 0,1-1-19 15,6 3-21-15,5-3-26 0,-3-1-29 0,9 0-26 0,2-3-27 16,-2 0-32-16,5-2-15 0,-4-3-29 16,-7 0-31-16,-1 0-34 0,2-3-34 0,4-3-19 15,-7 2-287-15,-1-5-731 0,-2 1 325 0</inkml:trace>
  <inkml:trace contextRef="#ctx0" brushRef="#br0" timeOffset="117671.6">11923 10312 30 0,'0'0'334'0,"5"-8"4"0,-5 8 10 0,-3-11 9 16,3 11 16-16,0-11 2 0,0 11 7 0,-4-10 2 15,1 6-12-15,3 4-9 0,-2-7-16 16,2 7-20-16,0 0-17 0,0 0-25 0,0 0-4 15,-3-8-39-15,3 8-25 0,0 0-28 0,0 0-14 0,0 0-23 16,0 0-21-16,0 0-10 0,0 0-7 0,0 0-14 16,0 0-5-16,-6 18-17 0,4-11 3 0,2 1-13 15,-2 3-7-15,-1 0 0 0,2 7-3 0,1-2-9 16,-4 0-6-16,2 1-2 0,0 1 0 0,2 0-10 16,0 0 3-16,-2 0-7 0,0 1-1 0,0-1-3 15,1 1-11-15,-1-1 7 0,-2 0-3 0,1 0-21 16,1-2-18-16,1-3-22 0,-2-3-30 0,3 3-37 15,-2-3-31-15,2-1-41 0,0-1-43 0,0-1-35 16,0-7-28-16,0 8-17 0,0-8-18 0,2 7-43 16,-2-7-46-16,0 0-15 0,0 0-288 0,0 0-777 15,16-11 343-15</inkml:trace>
  <inkml:trace contextRef="#ctx0" brushRef="#br0" timeOffset="118218.32">11941 10543 99 0,'0'0'227'0,"7"-4"10"0,-7 4 2 15,8-1 0-15,-8 1-2 0,7-3-9 0,-7 3-12 16,0 0-15-16,9 0-13 0,-9 0-16 0,0 0-3 16,0 0-14-16,0 0-14 0,0 0-12 0,0 0-10 15,9 2 5-15,-9-2 9 0,0 0 0 0,2 8-14 16,-2-8 11-16,0 8-17 0,0-8-17 0,3 9 4 16,-3-9-3-16,1 9-5 0,-1-9 1 0,3 8-11 15,-1-1-7-15,1-1-3 0,-3-6 1 0,5 8-13 16,-3-3 2-16,1 1-15 0,-3-6 6 0,9 6-3 0,-1-1-5 15,-3-3 3-15,3 0-3 0,-2-2-6 0,-6 0-3 16,15 0-1-16,-6 0-4 0,1 0 10 0,0-4 3 16,-3 1 4-16,1-1 9 0,-1-2-4 15,2 2 5-15,-5-1 5 0,3-3 2 0,-4 3 14 0,3-3 5 16,-4 4-3-16,-2 4-8 0,5-15-2 0,-4 10-1 16,-1 5-1-16,1-10-2 0,-1 10 1 0,2-10-1 15,-2 10 0-15,0 0-2 0,0-9-1 0,0 9-10 16,0 0-4-16,0 0-13 0,0 0-7 0,0 0-6 15,0 0 3-15,0 0-6 0,0 0 0 0,0 0-1 16,0 0 1-16,-4 25 6 0,4-12 15 0,-3-2-9 16,1 7 3-16,2 0 4 0,2 7 1 0,-2 0 10 15,0-6 2-15,3 0-5 0,-3 1-7 0,0 5-3 16,-3-5 3-16,1-1-5 0,2 1-2 0,-2-2 2 16,-1 1-2-16,-1-1 5 0,2 0-14 0,0-1-4 15,-2 0-3-15,0-6 4 0,3 1-15 0,-4-2 17 16,1-1-12-16,2-1-2 0,-1-1 3 0,3-7-2 15,-4 9-4-15,4-9 1 0,-2 6 8 0,2-6-5 16,-4 6 3-16,4-6 0 0,0 0 1 0,0 0-4 16,-9 2-14-16,9-2-21 0,0 0-15 0,-10-10-30 15,10 10-30-15,-8-11-42 0,5 9-48 0,-2-3-49 16,1-2-50-16,4 7-50 0,-7-9-69 0,7 3-85 16,0 6-398-16,-8-8-965 0,7 1 427 0</inkml:trace>
  <inkml:trace contextRef="#ctx0" brushRef="#br0" timeOffset="118952.52">12707 10386 265 0,'-5'-4'315'0,"5"4"10"15,0 0 31-15,-7-7 28 0,7 7 1 0,0 0 8 16,-2-6 10-16,2 6 0 0,0 0 5 0,-3-8-2 15,3 8 1-15,0 0-12 0,0-10-11 0,0 10-11 16,0 0-9-16,0 0-16 0,0-12-16 0,0 12-20 16,0 0-23-16,0 0-16 0,0 0-25 0,0 0-12 15,-1-8-49-15,1 8-187 0,0 0 0 0,0 0 0 16,0 0 0-16,0 0 0 0,0 0 0 0,0 0 0 16,0 0 0-16,0 0 0 0,0 0 0 0,0 0 0 15,0 0 0-15,0 0 0 0,0 0 0 0,0 0 0 16,0 0 0-16,0 0 0 0,0 0 0 0,0 0 0 15,0 0 0-15,2 30 0 0,-2-21 0 0,4 3 0 16,-4 1 0-16,0 3 0 0,0 1 0 0,0-2 0 16,0 2 0-16,0-1 0 0,0-1 0 0,0-2 0 0,0-2 0 15,0 5 0-15,0-4 0 0,3 0 0 0,-1 0 0 16,-2-4 0-16,3 3 0 0,1-1 0 16,2-2 0-16,-1 0 0 0,1 2 0 0,2-3 0 15,0 0 0-15,-1 0 0 0,5-1 0 0,-3-2 0 0,1 1 0 16,-1-1 0-16,1 0 0 0,-2-3 0 0,-1 1 0 15,1-1 0-15,0-1 0 0,-8 0 0 0,15-1 0 16,-7 0 0-16,-8 1 0 0,13-1 0 0,-7-2 0 16,-6 3 0-16,14-2 0 0,-14 2-184 0,11-2-155 15,-8 0-58-15,-3 2-35 0,0 0-45 0,12-3-34 16,-12 3-30-16,1-5-344 0,-1 5-959 0,0 0 424 16</inkml:trace>
  <inkml:trace contextRef="#ctx0" brushRef="#br0" timeOffset="119218.08">12716 10450 189 0,'2'-6'437'0,"-2"-1"36"0,0 7 20 16,4-13 5-16,-2 5-12 0,0-1-21 0,2 0-21 16,0-1-10-16,-2 2-13 0,2 1-24 0,1-2-24 15,1 1-22-15,2 1-35 0,-4-2-15 0,3 2-31 16,-1-1-32-16,3-1-19 0,-2 3-27 0,2 0-16 15,2-2-20-15,1 1-26 0,-1 1-8 0,5 1-14 16,-3 2-12-16,5 0-36 0,-2-1-16 0,0 4-38 16,1-4-30-16,-3 3-37 0,-1 2-40 0,-2 1-41 15,3 0-42-15,-3 1-38 0,1-2-39 0,-1 2-39 16,-3 2-21-16,1 0-27 0,-4 0-20 0,0 1-21 0,-1 2-18 16,-4-2-2-16,2 2-318 0,-2-8-787 0,-6 17 349 15</inkml:trace>
  <inkml:trace contextRef="#ctx0" brushRef="#br0" timeOffset="119421.16">12841 10484 167 0,'0'0'341'0,"0"0"19"0,-4 6 26 0,4-6 29 16,0 0 33-16,-6 4 19 0,6-4 4 0,0 0 5 16,0 0 2-16,0 0-10 0,0 0-36 0,0 0-39 0,0 0-42 15,0 0-36-15,0 0-33 0,0 0-26 0,0 0-27 16,22-11-24-16,-15 8-27 0,3-1-34 0,-1 2-44 15,3-3-54-15,1 2-52 0,3 1-59 0,-3 0-64 16,-1 0-68-16,5 0-70 0,2 1-52 0,-6 1-46 16,1 0-51-16,3-2-47 0,-3 2-26 0,-3 0-293 15,2 2-848-15,1-1 376 0</inkml:trace>
  <inkml:trace contextRef="#ctx0" brushRef="#br0" timeOffset="119999.15">13167 10474 100 0,'0'0'278'0,"0"0"25"0,0 0 24 0,0 0 18 15,0 0 22-15,0 0 20 0,0 0 16 0,0 0 1 16,0 0 3-16,0 0-20 0,0 0-4 0,0 0-12 16,0 0-21-16,0 0-32 0,0 0-19 0,0 0-32 15,0 0-39-15,0 0-18 0,0 0-26 0,0 0-18 16,0 0-14-16,7 1-11 0,-7-1-17 0,2 7-14 16,-2-7-15-16,2 12-3 0,-2-6-15 0,0-6-7 15,0 15-8-15,0-8-5 0,0 2-1 0,2-1-5 16,0 2-16-16,-2-10 15 0,0 13-17 0,0-7-5 0,0 1 3 15,0-7-5-15,3 11-11 0,-1-7-9 16,-2-4-5-16,0 8 5 0,0-8 0 0,0 0 0 16,5 7 10-16,-5-7 1 0,0 0-10 0,0 0 11 15,0 0-2-15,15-9-9 0,-15 9-2 0,11-9 8 0,-5 4-10 16,2-2 9-16,-3 1-7 0,1-1 8 0,-1 0 1 16,0 2 0-16,3-2 3 0,-5 1-5 15,3 2-1-15,-1-2 2 0,-5 6-2 0,9-5 1 16,-7 1-1-16,-2 4-8 0,7-4 11 0,-7 4-14 0,0 0-6 15,6-3 4-15,-6 3-1 0,0 0 0 0,11 1-3 16,-11-1 3-16,0 0 1 0,12 6-5 0,-9-3 4 16,-3-3-2-16,8 8 13 0,-6-6-13 0,-2-2-15 15,7 7 6-15,-7-7-5 0,7 6-9 0,-4-2-3 16,-3-4-3-16,4 6-12 0,-4-6-16 0,6 6-9 16,-6-6 2-16,3 4-1 0,-3-4 8 0,0 0 8 15,0 0 4-15,0 0 11 0,6 4 13 0,-6-4-4 16,0 0 3-16,0 0-1 0,10-8 7 0,-10 8 7 15,8-7 1-15,-8 7 2 0,7-7 12 0,-1 4 4 16,-6 3 4-16,6-8 4 0,-2 4 3 0,-4 4 2 16,5-5-1-16,-5 5 1 0,4-6 6 0,-4 6-10 15,0 0 0-15,4-6-9 0,-4 6-1 0,0 0-5 16,0 0 1-16,0 0 2 0,9 0-22 0,-9 0-18 16,0 0-35-16,14 7-38 0,-12-2-52 0,5 0-59 15,4 1-51-15,-6-3-70 0,4 5-64 0,1-3-76 16,2 2-389-16,-3-2-943 0,2-1 417 0</inkml:trace>
  <inkml:trace contextRef="#ctx0" brushRef="#br0" timeOffset="120327.2">13689 10527 217 0,'2'-5'393'0,"-2"5"41"0,8-7 33 0,-8 7 18 15,3-4 10-15,-3 4 0 0,4-6-13 0,-4 6-2 0,0 0-22 16,4-5-12-16,-4 5-22 0,0 0-26 15,0 0-30-15,6-4-36 0,-6 4-31 0,0 0-36 16,0 0-26-16,0 0-27 0,0 0-21 0,0 0-22 0,0 0-13 16,0 0-16-16,0 0-20 0,6 14-96 0,-6-14-24 15,0 14 0-15,0-3 0 0,2-1 0 0,-2 1 0 16,2 4 0-16,-1 0 0 0,-1-1 0 0,2 3 0 16,-2 2 0-16,0-2 0 0,-2 0 0 0,1 2 0 15,-1-2 0-15,0 0 0 0,-2-1 0 0,4 0 0 16,-2 0 0-16,-1-3 0 0,0-2 0 0,3-1 0 15,0 0 0-15,0-3 0 0,0-7 0 0,-4 12 0 16,4-6-178-16,0-6-58 0,0 9-29 0,0-9-14 16,0 0-17-16,0 0-17 0,0 8-33 0,0-8-24 15,0 0-28-15,0 0-22 0,0 0-1 0,0 0 5 16,7-27-294-16,-10 17-767 0,6-2 340 0</inkml:trace>
  <inkml:trace contextRef="#ctx0" brushRef="#br0" timeOffset="120624.01">13697 10543 179 0,'0'-10'215'16,"0"10"31"-16,-2-17 14 0,2 8 16 0,-2 1 6 16,2 8 14-16,0-14 11 0,0 7 13 0,0 7 7 15,2-12 10-15,-2 12 5 0,2-11-1 0,-2 5-14 16,0 6-18-16,5-9-25 0,-1 3-29 0,3 1-17 16,2 0-21-16,2 1-12 0,5-1-23 0,2 1-3 15,0 3-21-15,2 0-11 0,-2 1-14 0,3 2-13 16,-2 0-5-16,-1 0-17 0,1 1-5 0,-6 3-18 0,-2-4-5 15,1 2-1-15,-2 0-18 0,-5-1-3 0,4 1-9 16,-6 1-5-16,1-2-5 0,0 2 0 0,-4-5-5 16,0 12-6-16,0-12 1 0,-11 13-4 15,0-5-3-15,-5 4 12 0,0-3-6 0,-5-1-8 0,-3 2 6 16,-4-3-20-16,5 0-24 0,-2-2-19 0,5-1-21 16,2 0-23-16,7-2-16 0,-1 0-16 0,6-1-8 15,-3 1-30-15,9-2-59 0,0 0-60 0,-10-4-44 16,10 4-47-16,0 0-37 0,0 0-32 0,30-8-325 15,-12 3-827-15,2 4 366 0</inkml:trace>
  <inkml:trace contextRef="#ctx0" brushRef="#br0" timeOffset="120920.81">14057 10518 107 0,'8'-6'318'15,"-8"6"15"-15,5-8 7 0,-1 5 18 0,1-2 0 16,-5 5 16-16,5-12-5 0,-1 8 2 0,-4 4-2 15,5-8-6-15,-1 4-14 0,-4 4-8 0,4-6-15 16,-4 6-16-16,0 0-9 0,4-8-26 0,-4 8-26 16,0 0-32-16,0 0-23 0,0 0-16 0,0 0-23 15,1-6-23-15,-1 6-10 0,0 0-13 0,0 0-4 16,0 0-24-16,0 0-3 0,0 0-16 0,0 20 6 16,0-20-12-16,-1 12-5 0,1-12-3 0,-3 13-6 15,2-6-8-15,1 0-6 0,0-7 0 0,-4 12-8 16,4-7-23-16,0-5-32 0,0 13-37 0,0-13-44 15,0 11-51-15,0-5-47 0,0-6-55 0,2 10-33 16,-2-10-33-16,3 7-42 0,-3-7-48 0,4 4-47 16,-4-4-334-16,0 0-872 0,0 0 386 0</inkml:trace>
  <inkml:trace contextRef="#ctx0" brushRef="#br0" timeOffset="121092.65">14129 10325 354 0,'0'0'421'0,"4"-7"20"16,-4 7-2-16,0 0-25 0,2-8-38 0,-2 8-36 16,0 0-36-16,0 0-36 0,2-6-26 15,-2 6-44-15,0 0-54 0,0 0-69 0,0 0-59 0,0 0-51 16,0 0-59-16,0 0-77 0,0 0-88 0,10 25-81 16,-8-21-183-16,5 6-565 0,-1-3 250 0</inkml:trace>
  <inkml:trace contextRef="#ctx0" brushRef="#br0" timeOffset="121467.55">14260 10507 115 0,'0'0'411'0,"12"-12"8"16,-12 12 4-16,0 0-4 0,2-10-11 0,-2 10-18 15,1-6-23-15,-1 6-21 0,0 0-21 0,4-7-29 16,-4 7-26-16,0 0-28 0,2-6-28 0,-2 6-27 15,0 0-21-15,0 0-17 0,0 0-18 0,0 0-16 16,20 11-9-16,-13-4-13 0,0 0-11 0,-3-1-4 16,1 0-12-16,2 3-6 0,-2-1-9 0,-3 1-7 15,2-1-7-15,-4 1-4 0,2-1-3 0,0-2-13 16,-2 2-9-16,-4 0-15 0,4-8-3 0,0 13-4 16,-2-8 3-16,2-5 0 0,-4 6 4 0,4-6 7 15,0 0 2-15,-3 7 5 0,3-7 2 0,0 0 5 0,0 0 16 16,0 0 14-16,0 0 1 0,0 0 3 15,0 0-2-15,3-26 6 0,-1 16-7 0,2-1 0 16,0 1-6-16,2-1-4 0,-1 1-6 0,3 0-5 16,-4 1-16-16,5 0-16 0,-5 3-26 0,6-2-27 0,-1 4-45 15,-1 1-45-15,-2 1-43 0,5 2-40 0,-11 0-42 16,17 4-40-16,-5-1-51 0,-4 0-47 16,1 3-320-16,2-3-794 0,-2 2 352 0</inkml:trace>
  <inkml:trace contextRef="#ctx0" brushRef="#br0" timeOffset="121748.74">14597 10560 384 0,'0'0'421'0,"0"0"27"0,2-7 8 16,-2 7-7-16,0 0-9 0,0 0-12 0,1-9-11 15,-1 9-11-15,0 0-21 0,0 0-22 0,0-9-22 16,0 9-46-16,0 0-29 0,0 0-30 0,0 0-27 15,0 0-24-15,0 0-21 0,0 0-22 0,0 0-14 16,0 0-18-16,0 0-3 0,0 0-20 0,0 0-7 16,0 0-10-16,0 0-4 0,0 0-3 0,0 0-9 15,2 23-2-15,-2-23-8 0,2 10-5 0,1-3-6 16,-3-7-19-16,1 11-11 0,-1-5-14 0,0-6-23 16,1 8-31-16,-1-8-24 0,0 7-38 0,0-7-36 15,0 0-38-15,1 8-44 0,-1-8-22 0,0 0-18 16,0 0-19-16,3 7-77 0,-3-7-74 0,0 0-338 15,0 0-860-15,0 0 381 0</inkml:trace>
  <inkml:trace contextRef="#ctx0" brushRef="#br0" timeOffset="121904.95">14618 10412 31 0,'0'0'332'0,"4"-6"-3"15,-4 6 1-15,0 0-8 0,1-7-25 0,-1 7-24 0,0 0-31 16,0 0-26-16,0 0-29 0,0 0-41 15,0 0-45-15,0 0-41 0,0 0-52 0,0 0-70 16,0 0-102-16,0 0-80 0,13 13-157 0,-8-7-435 16,2-2 193-16</inkml:trace>
  <inkml:trace contextRef="#ctx0" brushRef="#br0" timeOffset="122248.71">14830 10518 178 0,'0'0'405'0,"0"0"30"0,-1-13 16 0,1 13-9 16,0 0-15-16,-1-12-18 0,1 12-16 15,0-9-14-15,0 9-16 0,-5-6-20 0,5 6-30 0,0 0-34 16,0 0-25-16,-5-7-27 0,5 7-28 0,0 0-23 16,0 0-23-16,0 0-13 0,0 0-13 0,0 0-16 15,0 0-8-15,0 0-11 0,-22 12-6 0,19-9-10 16,-4 2-9-16,3 1-2 0,-1 0-10 0,-1 1-10 15,1-1-4-15,-1 2-1 0,1-1-2 0,2 1-13 16,1-2-10-16,-2 0-8 0,4-6-7 0,-3 14 1 16,3-10-5-16,0-4-8 0,6 17-7 0,-3-10-16 15,5 1-16-15,1 0-12 0,-1-2-12 0,1 1-15 16,1-3-23-16,3 2-5 0,1-2-11 0,-3 2-14 16,2-4-20-16,1-3-19 0,-3 1-27 0,3-1-26 15,-3-2-27-15,-3 1-31 0,-8 2-34 0,19-5-33 16,-10 1-43-16,-5 0-210 0,4-3-663 0,0 1 294 15</inkml:trace>
  <inkml:trace contextRef="#ctx0" brushRef="#br0" timeOffset="123014.06">14993 10556 2 0,'6'-3'271'16,"-6"3"-2"-16,8-5 7 0,-8 5 0 0,7-6-13 15,-3 3-17-15,-4 3-7 0,7-6-15 0,-3 3-12 16,-4 3 2-16,6-6-14 0,-6 6 2 0,7-4-5 15,-7 4-14-15,6-4-19 0,-6 4-18 0,6-3-10 16,-6 3-13-16,0 0-13 0,9-1-23 0,-9 1-7 16,0 0-10-16,13 2-9 0,-13-2-7 0,10 5-5 15,-5-2-10-15,-2 2-3 0,2 0-1 0,-2 0 4 0,0 1-16 16,-3-6-2-16,3 10-4 0,-3-10-9 16,2 12 6-16,-2-12 1 0,2 10 1 0,-2-10-9 15,0 0 5-15,-8 14 3 0,3-10-8 0,-4-1 3 16,0 1 4-16,2 1-8 0,1-5 16 0,-4 2-11 0,10-2 9 15,-17-3-5-15,17 3-8 0,-14-3 28 0,8 2 20 16,1-3 15-16,5 4 10 0,-12-6 6 16,10 2 2-16,2 4-2 0,-7-10-6 0,5 5 4 15,2 5-4-15,0-14-3 0,0 14-5 0,2-13-10 0,1 6-4 16,1 1-9-16,-2-3-4 0,1 3-7 0,2 1-5 16,-1 1-1-16,-4 4-10 0,10-7-1 0,-7 3-3 15,2 1 1-15,-5 3-12 0,9-5 0 16,-9 5-4-16,10 0 0 0,-10 0-3 0,9 3 0 0,-9-3 0 15,8 5-1-15,-2-1 2 0,-2-1-1 0,2 2-3 16,-1 1-3-16,0-1 7 0,0 0-6 16,-2 1 4-16,1-1 2 0,1 0-2 0,0 1-4 15,-2 2 4-15,2 0 4 0,0-2 1 0,-1 1 0 0,2-3 2 16,-4 3-3-16,5-3-5 0,-1-1 5 0,-2 0 0 16,6 4-3-16,-3-5 5 0,0 0-3 0,6-2 4 15,-1-2 0-15,7-3-1 0,0-2 1 0,3 0 2 16,3-4 3-16,-2-2 1 0,4 1 6 0,-5-3 3 15,0-1 13-15,-1-2 13 0,0 0 0 0,-1 0 0 16,-1-4 5-16,-3 1 3 0,0-1 4 0,-3 1-11 16,0-2 11-16,-3 4 13 0,-5 1 6 0,1 0-15 15,-3 0-10-15,0 3-4 0,1 0-6 0,-6-1-10 16,0 4-4-16,-2 1-5 0,1 0-6 0,-7 2-4 16,5-1-3-16,-5 3-4 0,1 0 9 0,0 2-15 15,-3 2-2-15,3 1-2 0,0 3 0 0,-2 2 5 16,3 1-4-16,-2 3 0 0,2 1 1 0,0 3 0 15,-1 3 1-15,-2 3 4 0,4 0-1 0,-2 9-1 16,4-1 3-16,1-7-4 0,-1 6 2 0,3 2-2 16,1-6 1-16,1-1 3 0,0 1 1 0,3-1-1 0,-2 0 6 15,5 0-7-15,-2-2-3 0,3 1 11 16,3-1-2-16,3 0 0 0,-3-3-4 0,9 5 3 16,-5-6 4-16,3 0-6 0,2-3-15 0,-1-3-14 15,2 0-19-15,1-2-29 0,-2 0-37 0,1-1-41 0,-4-2-55 16,4 0-51-16,-1-2-51 0,-6 0-56 0,-3 0-83 15,2 0-83-15,-7-2-266 0,-5 2-859 0,0 0 381 16</inkml:trace>
  <inkml:trace contextRef="#ctx0" brushRef="#br0" timeOffset="124357.5">16170 10312 179 0,'6'-6'209'0,"-2"-3"4"0,0 3 3 0,1 0 2 16,0 0-3-16,-2 1 4 0,-3 5 10 0,10-6 13 15,-10 6 3-15,4-8 16 0,-4 8 15 0,2-7 11 16,-2 7 6-16,3-6 3 0,-3 6 0 0,0 0-3 16,4-7-5-16,-4 7-13 0,0 0-17 0,0 0-16 15,1-7-24-15,-1 7-26 0,0 0-24 0,0 0-11 16,0 0-28-16,0 0-19 0,0 0-13 0,0 0-15 16,0 0-4-16,0 0-11 0,0 0-8 0,-13 27-4 15,4-15-3-15,-1 7-2 0,-3 5 2 0,-4 0-4 16,3 1-4-16,-2 4-3 0,-1-1-4 0,4-1 2 0,-1 0-8 15,0 1-1-15,0 0-3 0,0 3 0 16,4-3-8-16,1 1 3 0,0 1 2 0,4 1-2 0,2-3-4 16,3 0 1-16,4 1 2 0,4-1-7 0,3-2 5 15,5 0-16-15,0-2-6 0,1 1-12 0,3-1-21 16,1-5-26-16,-1 2-28 0,1-1-31 0,-7-8-40 16,0 2-31-16,0-5-38 0,-1-1-45 0,-6-3-47 15,2 1-49-15,0-3-78 0,-1-1-384 0,-2-2-901 16,5-3 398-16</inkml:trace>
  <inkml:trace contextRef="#ctx0" brushRef="#br0" timeOffset="124873">16457 10502 384 0,'1'-9'409'0,"2"2"16"0,-3 7 12 0,0-11-3 16,0 11-14-16,1-10-7 0,-1 10-15 0,0-8-9 16,0 8-16-16,2-9-18 0,-2 9-10 0,0 0-20 15,1-9-3-15,-1 9-27 0,0 0-24 0,0 0-16 16,1-10-26-16,-1 10-27 0,0 0-25 0,0 0-14 16,0 0-25-16,0 0-16 0,0 0-16 0,0 0-6 15,0 0-13-15,17 11-3 0,-12-3-13 0,3 2-8 16,-1 0-3-16,5 4-11 0,-1 0-3 0,-2 2-6 15,4-2-5-15,-3 3-2 0,1-2 1 0,-1 0-8 0,0 1-4 16,-4-1-9-16,2-1-1 0,-3-3-10 0,1 0-7 16,-2 0-7-16,0-1-4 0,1-3 1 15,-1 1-3-15,-1-1-3 0,0-3-3 0,1 2 5 0,-4-6 5 16,4 7 15-16,-4-7-1 0,4 5 6 0,-4-5 9 16,0 0 8-16,0 0-4 0,0 0-17 0,14-11 23 15,-8 2 4-15,1-1 9 0,-1-1-25 0,2-6-13 16,3-6 0-16,-2-5 0 0,2 3 0 0,1-7 0 15,-3-2 0-15,2 0 0 0,6-12 0 0,-1 2 0 16,-5 12 0-16,-3 1 0 0,1 6 0 0,0-2 0 16,-4 8 0-16,0 0 0 0,-1 4 0 0,0 4 0 15,-2 1 0-15,2 1 0 0,-1 2 0 0,-3 7 0 16,2-10 0-16,-2 10 0 0,3-6 0 0,-3 6 0 16,0 0 0-16,0 0 0 0,0 0 0 0,0 0 0 15,0 0-155-15,-8 24-127 0,7-14-65 0,-2 2-52 16,-1 3-43-16,-1 3-51 0,5 0-39 0,-4-1-392 15,3 2-1000-15,1-4 442 0</inkml:trace>
  <inkml:trace contextRef="#ctx0" brushRef="#br0" timeOffset="125904.01">16828 10609 357 0,'0'0'377'0,"0"0"-1"0,10-19-14 16,-10 19-10-16,4-8-22 0,-1 4-18 0,-3 4-13 16,3-7-20-16,-3 7-9 0,5-6-17 0,-5 6-20 0,7-8-13 15,-7 8-23-15,4-6-19 0,-4 6-15 0,1-6-16 16,-1 6-15-16,0 0-19 0,8-2-13 16,-8 2-9-16,6-3-12 0,-6 3-12 0,0 0-5 0,18 4-11 15,-13-3-2-15,-5-1-8 0,13 4-4 0,-8 0-5 16,-5-4 0-16,8 4-12 0,-5-1 0 0,-3-3-3 15,6 7-8-15,-3-3-1 0,-3-4-5 0,0 8-9 16,0-8 0-16,-1 10-5 0,1-10 2 0,-6 7 5 16,3-2 3-16,-3-1-4 0,-1 0 0 0,-3-1 1 15,-1 0-2-15,0 0 6 0,3 1 1 0,0-4 4 16,8 0 5-16,-14 2 5 0,14-2 5 0,-13-2 15 16,13 2 6-16,-8-7 5 0,6 3 16 0,2 4 2 15,-5-13 6-15,5 7 6 0,0-5 0 0,0 11-7 16,5-16-5-16,0 6-5 0,-1-1-11 0,3 2-2 15,1 0-5-15,-2 2-4 0,2 0-5 0,-3 2-8 16,0 0-2-16,3 0-4 0,-8 5-2 0,9-6-3 16,-4 5 2-16,-5 1-11 0,9-2 1 0,-9 2 3 15,0 0-6-15,14 5-4 0,-14-5-1 0,9 6 3 16,-5-3-3-16,1 2 2 0,0 0 2 0,-1 1-3 0,-2 0 2 16,4 0 6-16,-4-1-5 0,2 2-6 15,-1 0 0-15,-1-1-4 0,3 3 1 0,-1-5-6 16,-2 3-2-16,2-3-2 0,-1 3-4 0,1-3-1 0,0 2 2 15,-4-6 7-15,10 7 0 0,-6-6 7 0,3 2-2 16,4-1 2-16,1-4 0 0,0 0 0 16,6 0 4-16,-2-5 3 0,1 0 0 0,0-3 0 15,0 2 6-15,0-3 10 0,7-6-2 0,-2 0 0 0,0 1 10 16,-4-4-5-16,3-2 0 0,-3 0 2 0,3-2-6 16,-5-1 2-16,1-1 10 0,-1 3 7 0,-4 0 9 15,-3 5-1-15,-1 0-1 0,-2 1-3 0,-2 0-4 16,1 6 3-16,-4-1-11 0,1 4-5 0,-2 1-4 15,0-2 3-15,0 9-9 0,-4-12-2 0,1 8-6 16,3 4-3-16,-5-9 0 0,5 9-2 0,-8-5-5 16,8 5 0-16,0 0 2 0,-12 1-5 0,12-1 6 15,-9 9-4-15,2-2 4 0,1 4 3 0,0 2-4 16,-1 1 4-16,2 3 0 0,0 1-4 0,0-1 4 16,0 4-2-16,2-3 3 0,-2 1-1 0,4 1 1 15,-2-2-1-15,2 1-2 0,-2-1 4 0,2 0 3 16,0 1 0-16,1 0-3 0,1-6-4 0,-1 4 3 15,1-5 3-15,1-1-1 0,-1 1-2 0,1-2 2 16,1-1 2-16,2 0 1 0,-2-3-3 0,-1 0 3 16,3 2 3-16,0-3-5 0,1-1 5 0,-1 0 0 15,0-1 0-15,2-1 3 0,1 0 1 0,2-2-3 16,-10 0 6-16,18-4-10 0,-8 1 2 0,0-3 0 16,2 4-5-16,-2-4 7 0,-1-2-4 0,2 1-1 0,-2 0 4 15,-2-1-2-15,2 2 5 0,-5 0-3 0,2 0 1 16,-1 1 4-16,-1 1-1 0,-4 4-3 15,6-9 5-15,-6 9-10 0,7-4 4 0,-7 4 2 16,4-3-12-16,-4 3 1 0,0 0 0 0,0 0-5 0,5-5 1 16,-5 5-1-16,0 0 10 0,0 0-13 0,0 0-2 15,0 0 1-15,6 11 5 0,-6-11 1 0,2 11 1 16,0-6-2-16,-2-5 1 0,0 13 2 16,3-7 7-16,-3-6-13 0,0 13-15 0,0-7-5 0,0-6-20 15,1 13-17-15,-1-13-27 0,1 6-12 0,-1-6-22 16,0 0-16-16,0 8-5 0,0-8-5 0,0 0-15 15,0 0-43-15,0 0-38 0,0 0-39 16,13-4-48-16,-13 4-25 0,10-7-50 0,-4 0-288 0,1 0-757 16,-2 0 335-16</inkml:trace>
  <inkml:trace contextRef="#ctx0" brushRef="#br0" timeOffset="126060.22">17587 10397 33 0,'0'0'285'0,"-1"-9"5"0,1 9-5 15,1-7-10-15,-1 7-21 0,0 0-23 0,4-8-23 16,-4 8-22-16,0 0-24 0,0 0-26 0,1-8-40 16,-1 8-52-16,0 0-42 0,0 0-31 0,0 0-38 15,0 0-54-15,0 0-52 0,0 0-177 0,6 23-379 16,-3-18 168-16</inkml:trace>
  <inkml:trace contextRef="#ctx0" brushRef="#br0" timeOffset="126466.38">17743 10537 73 0,'0'0'393'0,"13"-5"10"0,-13 5 1 0,5-2-2 16,-5 2-13-16,0 0-12 0,5-9-25 0,-5 9-2 16,3-6-16-16,-3 6-15 0,0 0-17 0,3-7-11 15,-3 7-18-15,5-5-23 0,-5 5-26 0,0 0-25 0,7-4-23 16,-7 4-19-16,6-3-24 0,-6 3-7 15,8-1-22-15,-8 1-9 0,11 4-7 0,-4-2-15 16,-1 0-5-16,1 2-12 0,-7-4-5 0,6 7-4 16,-1-1-7-16,-1-2-4 0,0 2-7 0,-2-1-1 0,-2-5-6 15,3 11-6-15,-4-3-1 0,1-8 0 0,-3 14-1 16,0-7 0-16,1-1-6 0,-3-1 4 16,-4 1-2-16,0 2 3 0,-4-4-5 0,-1 3-3 15,1-4-1-15,-5 1-1 0,2 0 0 0,0-2 3 0,6-1 0 16,-4-1 1-16,1-3 3 0,4 0-1 0,-1-1 0 15,1 0-1-15,1-3 0 0,5 1 3 0,-5-3-4 16,4-1-1-16,0-2-4 0,4-1-17 0,2-3-18 16,2 0-27-16,1 1-21 0,5 1-23 0,-4-1-31 15,5 3-32-15,0-1-47 0,2 2-30 0,1 5-29 16,-3 1-39-16,1 0-35 0,7 2-27 0,-4 0-12 16,1 1-306-16,-7 0-748 0,3 2 331 0</inkml:trace>
  <inkml:trace contextRef="#ctx0" brushRef="#br0" timeOffset="126763.19">17789 10276 92 0,'0'-8'374'0,"1"-3"14"0,0 1 15 0,1 0 4 16,-1 1 4-16,0-2-1 0,-1 11-3 0,2-11-13 15,-2 11-11-15,0-9-31 0,0 9-25 0,2-5-35 16,-2 5-30-16,0 0-31 0,0 0-32 0,0 0-23 15,0 0-19-15,0 0-14 0,0 0-15 0,0 0-15 16,0 0-5-16,2 28-8 0,-4-11-12 0,1 7-11 16,1-3-3-16,1 5-8 0,1-1 0 0,-4 2-16 15,2-1 1-15,2-1-6 0,-1-6-3 0,-1 1-5 16,2-1-5-16,1 6-2 0,-2-5-19 0,0-1-22 16,2-3-25-16,-2 2-27 0,0 1-29 0,1-5-30 0,-1-2-34 15,-1-2-45-15,1 0-36 0,1-2-35 16,-1 1-31-16,-1-9-40 0,0 0-43 0,8 12-45 15,-3-11-282-15,-5-1-771 0,0 0 342 0</inkml:trace>
  <inkml:trace contextRef="#ctx0" brushRef="#br0" timeOffset="127153.71">18428 10297 226 0,'6'-8'317'0,"-2"-1"-11"16,-1 0-5-16,-1-1-10 0,-2 2-18 0,0-1-11 0,0 9-16 15,-2-14-10-15,0 4-6 0,-3 3-7 0,0 0-15 16,0 0-2-16,-2 2-18 0,1 0-11 0,6 5-7 16,-10-6-18-16,5 4-20 0,5 2-13 0,-11-2-12 15,11 2-12-15,0 0-8 0,-13 5-2 0,8 1 4 16,2 0-3-16,0 4 5 0,-2 1 3 0,2 5-1 15,1 2-2-15,1 2 6 0,-2 6 5 0,6 1-8 16,-4-1 2-16,2-1-9 0,-1 4 1 0,0-2-2 16,1 2-5-16,1-1-8 0,-2 0-6 0,1 0-4 15,-1-1-4-15,-3 2-4 0,2-1-8 0,-2-1-3 16,2-1-6-16,0-2 0 0,1-4-6 0,-4-2-1 16,0 0-3-16,3-1-5 0,-3-5-1 0,-1 3-1 15,4-3-1-15,-3-1-5 0,3-2 0 0,-2-1-4 16,2-2-5-16,1-6-20 0,-3 9-18 0,3-9-25 15,0 0-17-15,-2 7-24 0,2-7-50 0,0 0-80 16,0 0-68-16,0 0-58 0,0 0-72 0,0 0-390 16,-3-28-883-16,3 28 390 0</inkml:trace>
  <inkml:trace contextRef="#ctx0" brushRef="#br0" timeOffset="127403.66">18143 10562 230 0,'-4'-6'412'16,"4"6"25"-16,0 0 21 0,-2-11 6 0,2 11-13 16,0 0-27-16,-2-10-28 0,2 10-23 0,0 0-25 0,-1-8-25 15,1 8-17-15,0 0-37 0,0 0-24 0,3-8-29 16,-3 8-19-16,0 0-26 0,6-7-21 16,0 3-27-16,3 0-29 0,0 1-29 0,5-1-30 0,3 1-32 15,5 2-24-15,6-4-27 0,-2 3-27 0,4 1-25 16,1-1-30-16,-3-3-30 0,-1 3-28 0,2 1-26 15,-1 1-24-15,-6-1-23 0,-2 1-17 16,-2 1-21-16,3-1-28 0,0 0-16 0,-8 0-242 0,-1 0-634 16,0-1 281-16</inkml:trace>
  <inkml:trace contextRef="#ctx0" brushRef="#br0" timeOffset="127747.33">18613 10484 134 0,'0'0'339'0,"0"0"8"15,0 0 4-15,0 0 1 0,0 0-3 0,14-12-13 16,-14 12-2-16,0 0-10 0,7-5-6 0,-7 5-15 16,7-2-17-16,-7 2-20 0,4-5-17 0,-4 5-23 15,0 0-21-15,7-2-25 0,-7 2-23 0,0 0-21 16,0 0-10-16,0 0-16 0,10 4-12 0,-10-4-9 16,6 9-8-16,-3-3-10 0,-1 1-10 0,0 0-5 15,1 3-7-15,-1-1-6 0,-1 0-7 0,-1 1 0 16,-3-1-5-16,3 2-3 0,-2-5-3 0,-1 1-2 15,1 0-5-15,-3-1-2 0,0-2 6 0,-2 1-1 16,-2 1 1-16,4-3-2 0,-5 0-1 0,2-1-1 16,8-2 0-16,-15-2 2 0,15 2-2 0,-13-4 3 15,8 1-5-15,0-4-1 0,5 7-1 0,-4-11 0 16,0 5-5-16,2-5-6 0,4 2-13 0,1-1-12 16,2-1-18-16,-1 3-24 0,1-3-40 0,4 5-38 0,1-3-43 15,1 3-48-15,1 1-32 0,2 2-38 16,0 2-37-16,4-2-41 0,-5 2-18 0,2 1-264 15,-2 1-716-15,1-1 317 0</inkml:trace>
  <inkml:trace contextRef="#ctx0" brushRef="#br0" timeOffset="128137.86">18776 10464 41 0,'0'0'324'0,"0"0"14"0,0 0 4 16,3-13-1-16,-3 13-10 0,3-7-17 0,-3 7-25 15,4-5-13-15,-4 5-7 0,4-4-23 0,-4 4-17 16,0 0-24-16,0 0-14 0,8-4-33 0,-8 4-17 16,0 0-11-16,0 0-13 0,15 8-16 0,-11-4-12 15,4 3-4-15,-1 1-11 0,-2-1-12 0,0 3 0 16,0-3-8-16,1 2-3 0,-2 0-8 0,0 1-4 16,-1-1-1-16,-1 1-10 0,0-1-2 0,-2 1 5 15,0-2-17-15,-2 3 5 0,1-5 2 0,1-6-3 16,-3 13-3-16,2-5 2 0,1-8 0 0,-2 9 6 15,2-9-1-15,-4 8 21 0,4-8 27 0,0 0 24 16,0 0 6-16,0 0-8 0,0 0-4 0,0 0 9 16,0 0-2-16,0-32-1 0,4 22-5 0,2-5-7 15,2-1-7-15,3 0-10 0,2 1-9 0,0 1-8 16,1-1-1-16,1 3-12 0,-1 1 1 0,-1 0-5 16,-2 6-5-16,-2-3-9 0,-1 2-22 0,1 3-34 15,-1 1-41-15,-3-1-43 0,-5 3-44 0,11 0-34 16,-11 0-32-16,9 3-31 0,-9-3-35 0,5 8-42 15,-5-8-36-15,3 7-47 0,-3-7-253 0,0 0-732 16,-3 13 324-16</inkml:trace>
  <inkml:trace contextRef="#ctx0" brushRef="#br0" timeOffset="131751.2">19354 10401 264 0,'0'0'381'0,"0"0"15"0,-1-11 11 15,1 11-7-15,0 0-7 0,-1-14-15 0,1 14-2 16,1-9-5-16,-1 9-8 0,0-11-10 0,0 11-11 16,1-10-5-16,-1 10-9 0,0-11-8 0,0 11-11 15,2-9-7-15,-2 9-26 0,1-8-17 0,-1 8-16 16,0 0-28-16,1-7-24 0,-1 7-21 0,0 0-20 16,0 0-15-16,0 0-18 0,0 0-8 0,0 0-14 15,0 0-12-15,0 0-6 0,0 0-26 0,4 22-51 16,-3-5 0-16,1 0 0 0,-1 1 0 0,0 1 0 15,1 5 0-15,-1-4 0 0,-1-1 0 0,0 7 0 16,0-7 0-16,-1 0 0 0,2 6 0 0,-2-6 0 16,-2-2 0-16,0 2 0 0,3-4 0 0,-1 2 0 15,0-7 0-15,-2 4 0 0,2-5 0 0,0 2 0 16,-1-1 0-16,2-3 0 0,-1 0 0 0,1-7 0 0,-2 11 0 16,2-11 0-16,-2 8 0 0,2-8-108 0,0 8-112 15,0-8-33-15,0 0-65 0,0 0-57 16,0 0-60-16,0 0-55 0,0 0-43 0,9-19-378 15,-5 8-984-15,0 2 435 0</inkml:trace>
  <inkml:trace contextRef="#ctx0" brushRef="#br0" timeOffset="132235.44">19278 10386 2 0,'1'-10'338'0,"0"1"2"0,3-4-2 0,0 3-11 16,4-5 4-16,-4 5-27 0,6-3-12 0,0-2 0 0,4 2-15 16,3-1-12-16,-1 3-9 0,7-3-24 0,-4 5-10 15,6-1-16-15,-4 3-12 0,5-2-17 0,-4 6-19 16,-2-1-13-16,2 2-15 0,0 1-18 0,-2-1-9 16,1 5-9-16,-2-2-16 0,-3 2-4 0,-2 0-9 15,-2 1-10-15,-1 1-6 0,2-2-6 0,-4 3-8 16,0 0 2-16,-1 3-8 0,-2-2-4 0,-1 2 0 15,0 0-8-15,-3-1 2 0,-1 3-3 0,-2 0 1 16,-2 0-4-16,-2-1-1 0,-4 3 3 0,0 0-3 16,-4 0 1-16,-1-2-4 0,-5-1 4 0,0 0 3 15,1-2-4-15,-1-2-2 0,-2 2 5 0,5-4 1 16,-5 1-1-16,11-2 3 0,-4-1 9 0,6-1 14 16,2-1 10-16,6 0 8 0,-10 2 7 0,10-2-1 15,-10 0-1-15,10 0 12 0,0 0-2 0,-9 0-5 16,9 0-2-16,0 0-9 0,0 0-9 0,0 0-11 15,0 0-7-15,0 0-5 0,-7 2-2 0,7-2-1 16,0 0-7-16,4 12 0 0,-4-12 3 0,9 14-5 16,-4-4-1-16,3-2-1 0,-1 2-2 0,1 0 5 15,5 1-15-15,-2 2-10 0,1-3-19 0,1 2-14 16,-2 0-31-16,-1-5-27 0,-1 2-26 0,0 2-27 0,2-3-36 16,4 2-28-16,-4 1-47 0,-3-4-41 15,2-3-45-15,0 2-52 0,-1-1-55 0,2-1-243 16,-2 2-758-16,-2-2 335 0</inkml:trace>
  <inkml:trace contextRef="#ctx0" brushRef="#br0" timeOffset="132750.95">19797 10617 145 0,'0'0'341'0,"0"0"9"0,0 0-4 0,0 0-11 16,0 0-18-16,0 0-20 0,-2-10-13 0,2 10-9 0,0 0-15 16,0 0-14-16,0 0-17 0,0 0-21 0,0 0-15 15,0 0-19-15,0 0-10 0,0 0-13 0,0 0-9 16,0 0-10-16,0 0-8 0,0 0-8 0,0 0-13 16,0 0-9-16,0 0-1 0,0 0-12 0,0 0-2 15,0 0-9-15,9-3-7 0,-9 3-7 0,12-1-6 16,-4-1-2-16,1 1-6 0,4 1-4 0,0-4-1 15,1 2-10-15,-1 0 9 0,5-1-2 0,-1-2 0 16,-3 0-6-16,-2 2 1 0,6-2-1 0,-5 1 0 16,-3-3 4-16,2 2 10 0,-6 3 5 0,2-6 3 15,-2 3 7-15,1 0 2 0,-4 1-3 0,-3 4-5 16,7-12-8-16,-6 7-5 0,-1 5-8 0,-2-14-6 16,-2 5-2-16,0 3 0 0,-4-1-7 0,1 3-1 15,0-4-5-15,2 3 3 0,-4 2-8 0,-2-1-1 16,-1 3 2-16,0-1-3 0,0 4-2 0,-6 4 2 15,7-1-3-15,-7 2 2 0,6-1 2 0,1 1-2 16,-2 0 0-16,4 3-1 0,1-1 1 0,-1 0-4 16,6 2 8-16,-3-2-3 0,3 1 1 0,0-1-2 15,0 1-1-15,2 0-2 0,4 1 1 0,-1-4-5 16,6 1-10-16,3 0-4 0,2 2-17 0,8-2-8 16,-3-1-10-16,3-1-19 0,7 1-14 0,0 0-21 15,2-2-23-15,0-6-36 0,0 2-34 0,-1-3-42 16,-8 2-47-16,-1-3-51 0,8-4-49 0,-11 4-336 15,1-5-786-15,-3 1 348 0</inkml:trace>
  <inkml:trace contextRef="#ctx0" brushRef="#br0" timeOffset="133219.59">20254 10246 166 0,'-5'-6'427'0,"5"6"16"0,0 0 15 16,-3-7-10-16,3 7-25 0,0 0-37 0,0 0-37 0,-5-5-27 15,5 5-33-15,0 0-35 0,0 0-29 0,0 0-17 16,0 0-27-16,0 0-13 0,0 0-17 16,0 0-5-16,9 21-15 0,-2-13-8 0,-1 3-16 15,2 3-9-15,-1 0-9 0,2 1-6 0,2 3-9 0,0-3-6 16,1 1-6-16,-1-1-7 0,1 2-3 0,1-3-6 15,0 0-4-15,-1-3-2 0,2 1-3 0,-5-4-3 16,-1 1-4-16,2-3 3 0,-5 0 0 16,1 1 1-16,1-3 4 0,-2 0 9 0,-1-1-2 0,2 1 11 15,-6-4 8-15,5 3 14 0,-5-3 6 0,0 0 15 16,7 5 4-16,-7-5 7 0,0 0 4 0,0 0 3 16,0 0 9-16,5 2-11 0,-5-2-5 0,0 0-8 15,0 0-17-15,0 0-7 0,0 0-8 0,0 0-10 16,0 0-12-16,0 0-13 0,0 0 2 0,0 0-10 15,0 0 1-15,-16 12-28 0,4-8 0 0,-4 3 0 16,-2 3 0-16,-11 1 0 0,2 5 0 0,-2-4 0 16,-2 4 0-16,1-3 0 0,-4 4 0 0,0-3 0 15,-1 5 0-15,1-3 0 0,0 2 0 0,-11 5 0 16,1-1-26-16,9-4-146 0,3-2-62 0,2 1-99 16,3-1-83-16,4 3-87 0,11-5-96 0,2 0-386 15,8-2-1067-15,4-4 472 0</inkml:trace>
  <inkml:trace contextRef="#ctx0" brushRef="#br0" timeOffset="134391.18">20620 10426 183 0,'-7'-5'247'0,"7"5"-5"0,-5-8 12 0,5 8 8 16,-5-7 8-16,5 7 10 0,-4-6 8 0,4 6 6 15,-1-8 10-15,1 8-4 0,0-8-2 0,0 8-2 16,0 0-2-16,3-10-9 0,-3 10-12 0,0 0-18 16,1-10-9-16,-1 10-21 0,4-6-8 0,-4 6-9 15,5-5-4-15,-5 5-5 0,0 0-16 0,2-7-6 16,-2 7-19-16,0 0-12 0,0 0-16 0,0 0-15 16,0 0-18-16,4-4-9 0,-4 4-8 0,0 0-16 15,0 0-7-15,0 0-7 0,0 0-1 0,5 22 3 16,-2-10-12-16,-1-1 1 0,5 3-12 0,-2 2-3 15,-3-1 2-15,1 2-8 0,1 1 0 0,-2-1 4 0,0 1-9 16,-1-1 0-16,0-1-10 0,2 0 12 16,-4 0-6-16,1 1 4 0,0-1-11 0,-2-1 3 15,1 2 3-15,-2 0-1 0,-1-5-3 0,3-1 2 16,0 0 1-16,0-2-4 0,-1 1 2 0,1-4-16 0,1-6-22 16,-1 11-17-16,-3-7-20 0,4-4-13 0,-1 8-8 15,1-8-15-15,0 0-18 0,0 0-27 16,0 0-42-16,0 0-62 0,0 0-45 0,0 0-28 15,0 0-38-15,19-12-44 0,-11 4-36 0,0 0-349 0,0-2-859 16,0 3 380-16</inkml:trace>
  <inkml:trace contextRef="#ctx0" brushRef="#br0" timeOffset="134844.2">20824 10510 97 0,'4'-5'274'0,"-4"5"-9"0,6-4-4 16,-6 4-12-16,6-4-5 0,-6 4-1 0,3-4-7 16,-3 4-2-16,0 0-6 0,3-9 12 0,-3 9-7 15,4-5 6-15,-4 5 3 0,6-5-2 0,-6 5-6 16,5-7-8-16,-5 7-14 0,8-6-14 0,-8 6-21 16,6-4-13-16,-2 0-7 0,-4 4-8 0,12-6-7 15,-6 5-8-15,-6 1-11 0,13-2-9 0,-6 0-13 16,-7 2-9-16,17 0-9 0,-9 0-11 0,3 1-7 15,-2 2-8-15,0-1-8 0,1 1-5 0,-3 1-4 16,2 1-7-16,-3 0-3 0,4-2-6 0,-2 5 0 16,-4-2-3-16,1 0-5 0,0 2-1 0,-1-1-5 15,-3 1 0-15,-1 0-1 0,0-8-5 0,-5 16 2 16,3-9 0-16,-5 2-1 0,2 0 1 0,-3 0 2 16,-3 0 1-16,1-1-2 0,-1-4 0 0,-1 2 2 15,1-2 1-15,-3 0 0 0,3-1 3 0,-2-3 19 16,0 2 21-16,3-4 16 0,10 2 25 0,-16-3 8 15,6 0-2-15,5-2-4 0,0 1-3 0,0-6-1 16,-1 1-13-16,5 1-2 0,1-4-20 0,2-1 7 16,-1 2-13-16,6-5-18 0,2 0-25 0,2 4-24 15,1-1-36-15,0 1-39 0,2 2-42 0,1 1-50 16,2 0-62-16,0 3-47 0,2 5-38 0,-2 1-30 16,2 1-38-16,-1 2-25 0,1 0-23 0,-2 1-318 0,1 1-827 15,-2 1 366-15</inkml:trace>
  <inkml:trace contextRef="#ctx0" brushRef="#br0" timeOffset="135281.62">21255 10535 51 0,'0'0'334'0,"5"-5"0"15,-5 5-2-15,4-6-7 0,-4 6-1 0,6-8-1 0,-6 8 0 16,3-3-11-16,-3 3-4 0,8-5-9 0,-8 5-17 15,6-5-20-15,-6 5-22 0,6-4-16 0,-2 0-17 16,-4 4-20-16,9-4-18 0,-9 4-19 16,10-5-17-16,-5 4-17 0,-5 1-10 0,13 0-11 0,-5-1-11 15,-8 1-10-15,15 1-6 0,-7 1-6 0,1 2-15 16,0-1-2-16,-3 0-6 0,3 1 1 0,-2-1-8 16,0 3-4-16,-1-4-5 0,-2 2-4 0,1 2-2 15,-1 1-5-15,0-1-1 0,0-1 0 0,-3 3-3 16,-1-8-8-16,-4 12 3 0,2-5 1 0,-2 1 3 15,-1 1-4-15,-3-1 5 0,-1-2-2 0,-1 1 1 16,0-1 1-16,-4-2 2 0,-2 5-1 0,-3-7-2 16,0 0 0-16,-1-1 4 0,7-1 3 0,-5-1 22 15,5-1 30-15,0 1 18 0,4-2 12 0,0-4 6 16,2 3-7-16,-1-3 2 0,6-1-12 0,0-1-13 16,0-2-3-16,4 0-3 0,3 0-10 0,-2-3-7 15,6 1-8-15,1 0-17 0,0 0-20 0,2 0-29 16,-5 5-37-16,4 2-46 0,-3 0-58 0,4 2-64 15,0 1-54-15,2 2-47 0,-4 2-42 0,3 0-53 16,1 2-42-16,-3 0-321 0,3 1-853 0,-2 1 377 16</inkml:trace>
  <inkml:trace contextRef="#ctx0" brushRef="#br0" timeOffset="135672.18">21525 10544 87 0,'6'-5'340'0,"-6"5"1"0,5-7-11 0,0 2-12 16,2 0-8-16,0 1-8 0,1-1-23 0,-3 0-13 0,1 0-18 15,-1 2-1-15,3-1-17 0,0 2-14 0,-2-2-13 16,1 1-20-16,-1 1-21 0,3 0-18 16,-9 2-11-16,14-3-14 0,-8 3-13 0,-6 0-11 15,14 2-10-15,-3 0-9 0,-2 1-7 0,1 1-11 0,-1 2-3 16,-3-2-12-16,2 5-4 0,2-3 4 0,-4 2-12 15,-2-2-2-15,0-1-7 0,1 4-2 16,-2-2 0-16,-2 2-6 0,-1-2-6 0,-2 2-2 16,0 1 3-16,-2-2 7 0,-1 1-12 0,-1-1 5 0,-4-2 3 15,-1 2 4-15,-1-3-7 0,-6 1 5 0,0-3 2 16,-1-3-4-16,0 1-2 0,1-2 18 0,0 1 23 16,6-3 21-16,1 1 21 0,1 0 9 15,1-1 3-15,2 0-3 0,1-1-6 0,2-3-12 0,0 3-7 16,2-4-8-16,0-1-5 0,2 1-11 0,2-2-17 15,3 1-27-15,0-1-33 0,4 2-42 0,-2-2-41 16,2 3-45-16,5-5-48 0,-1 4-46 16,-1 1-49-16,0 3-51 0,1-1-45 0,4 0-44 0,0 0-263 15,2 2-755-15,1-2 335 0</inkml:trace>
  <inkml:trace contextRef="#ctx0" brushRef="#br0" timeOffset="135984.56">21758 10257 135 0,'2'-15'357'0,"-1"8"5"0,0 0-3 0,1-2-13 16,0 3-8-16,1-3-1 0,-1 4 5 0,-2 5-10 16,8-10-32-16,-4 5-20 0,-1 2-32 0,4 0-19 15,-7 3-24-15,13-2-21 0,1 3-25 0,-1 5-4 16,4 3-12-16,0 2-14 0,5 6-4 0,2 1-7 15,-2 4 6-15,-2 1-8 0,-2 2-9 0,-1 4 0 16,-2 1-1-16,-5 0-7 0,-1-1-7 0,-2 3 1 16,-5-2-6-16,-2 3-8 0,1-1-5 0,-8 1-8 15,0 0-4-15,-4-1-8 0,-11 12-5 0,5-12-3 16,-16 7-6-16,-1-5-5 0,-8-1-16 0,-2 2-14 16,-6-4-43-16,-4 2-49 0,-2-4-72 0,3 0-79 15,-5-1-80-15,6-3-109 0,7-3-106 0,16-8-275 16,2 0-874-16,8-7 387 0</inkml:trace>
  <inkml:trace contextRef="#ctx0" brushRef="#br0" timeOffset="141973.01">1068 14274 84 0,'4'-5'318'0,"-4"5"1"16,0 0-4-16,2-9-3 0,-2 9-12 0,0 0-1 16,0 0-5-16,0 0-8 0,4-14-7 15,-4 14-3-15,3-3-6 0,-3 3-5 0,0 0-8 16,0-8-5-16,0 8-9 0,0 0-8 0,4-6-10 15,-4 6-13-15,0 0-12 0,0 0-10 0,0 0-17 16,5-5-15-16,-5 5-14 0,0 0-14 0,0 0-6 0,0 0-19 16,0 0-8-16,0 0-13 0,0 0-9 15,0 0-10-15,0 0-8 0,0 0-7 0,0 0-14 16,0 0 3-16,0 0 4 0,-9 21 4 0,9-21 1 16,-5 15-5-16,-1-5-4 0,0 1 4 0,-4 4-4 15,-1 1-1-15,0-2-4 0,-3 2-8 0,1 0 3 16,-3-1-5-16,3 6-6 0,-1-5 4 0,-2 4-4 15,0 0-8-15,3-3 7 0,-3 3 1 0,3-4-2 16,13-16-6 0,-27 34-5-16,27-34 0 0,-23 22 3 0,23-22 0 0,0 0-7 15,-17 22 5-15,17-22-1 0,0 0-1 16,0 0 2-16,0 0 0 0,0 0 5 0,-12 22-2 0,12-22-1 0,0 3 2 16,0-3-5-16,0 0 0 0,0 0 1 0,27 2 0 15,-13-2-3-15,5 0 4 0,0-2-3 0,0-1 2 16,2 3 0-16,0-3 7 0,1 2-16 0,-4-2 4 15,0 1 6-15,1-1 2 0,-5 1-1 0,2 0 18 16,-4 0 0-16,1 0 5 0,1 0 0 0,-3 1 5 16,0-1 11-16,0-1 0 0,-2-1 5 0,-9 4-3 15,14-4 1-15,-14 4 14 0,14-3-10 0,-14 3 19 16,8-5 4-16,-8 5-74 0,7-4-3 0,-7 4 0 16,7-7 0-16,-7 7 0 0,4-11 0 0,-3 5 0 15,-1 6 0-15,-8-18 0 0,4 9 0 0,-3-7 0 16,-2 2 0-16,0-1 0 0,-2 0 0 0,4 1 0 15,-3-2 0-15,0 1 0 16,3 0 0-16,1 4 0 0,-1 0 0 0,1 3 0 16,0-2 0-16,2 4 0 0,2-2 0 0,-1 2 0 0,3 6 0 15,-6-7 0-15,4 0 0 0,2 7 0 0,0 0 0 16,-4-9 0-16,4 9 0 0,0 0 0 16,0 0 0-16,0 0 0 0,12-2-350 0,-12 2-106 15,0 0-73-15,37 9-101 0,-23-7-408 0,3 0-1124 16,5 1 497-16</inkml:trace>
  <inkml:trace contextRef="#ctx0" brushRef="#br0" timeOffset="142363.51">1467 14314 236 0,'-3'-6'462'0,"3"6"10"15,-10-10 5-15,5 2-6 0,1 3-15 0,0-2-12 16,-1 3-14-16,-2-1-11 0,7 5-20 0,-6-9-17 16,6 9-20-16,-5-4-20 0,5 4-30 0,-5-5-38 15,5 5-28-15,0 0-10 0,0 0-42 0,-4-6-14 16,4 6-22-16,0 0-15 0,0 0-17 0,0 0-14 16,0 0-3-16,-6 15-14 0,4-8-8 0,2-7-7 15,-3 15-7-15,0-3-7 0,1-3-14 0,2 3-3 16,0-2-1-16,-2 4-8 0,1-3-1 0,0 1-9 15,-2 3 3-15,2 2-7 0,-2 0-1 0,1-2-19 16,-1 0-6-16,3 1 0 0,-1-4 0 0,0 1 0 16,1-2 0-16,-2 2 0 0,2-13 0 0,0 19 0 15,0-10 0-15,0-9 0 0,0 18-13 0,0-13-65 16,2 1-23-16,-2-6-21 0,1 12-27 0,0-7-23 16,-1-5-20-16,0 0-18 0,0 0-35 0,8 9-39 15,-4-7-48-15,-4-2-50 0,0 0-50 0,0 0-60 16,18-10-340-16,-18 10-900 0,11-15 398 0</inkml:trace>
  <inkml:trace contextRef="#ctx0" brushRef="#br0" timeOffset="142707.22">1445 14330 149 0,'2'-6'355'0,"-2"6"2"0,3-14-11 0,0 5-30 16,2 2 10-16,1-2-21 0,0 2-19 0,1-2-22 15,1-1-12-15,4 3-17 0,-1 0-17 16,1 0-18-16,1 2-20 0,0-1-15 0,0 2-18 16,-2 2-8-16,3 0-13 0,0-1-10 0,-1 2-7 15,1 0-6-15,-1 3-8 0,-2-1-12 0,1 2-8 0,-2 0-5 16,2 0-7-16,-3 1-7 0,1 1-6 0,-1 0-5 16,-3 0 4-16,-4-1 1 0,3 4 26 15,-3 1-3-15,-1-1-4 0,-2 1 10 0,-3 2 4 16,-1-2-3-16,-1 0-1 0,-6 4-7 0,-2 1 1 15,-1-2-2-15,-3-2 2 0,0-2-5 0,-1 0-4 0,4 0-11 16,-6-2-7-16,4 0 5 0,5-1-9 0,-1-2-2 16,4-1-2-16,0 0-7 0,4 0-3 0,5-2-1 15,-9 1-26-15,9-1-31 0,0 0-44 16,0 0-60-16,0 0-84 0,-4 8-63 0,4-8-86 16,0 0-105-16,0 0-374 0,22 14-915 0,-11-10 405 15</inkml:trace>
  <inkml:trace contextRef="#ctx0" brushRef="#br0" timeOffset="143296.01">886 15024 69 0,'0'0'235'0,"-7"-2"-2"0,7 2 2 0,-9-6 0 16,9 6 2-16,-9-3 0 0,9 3-1 0,-7-3 3 16,7 3 4-16,-9-5 4 0,9 5 4 0,-4-5 6 15,4 5-5-15,-7-4-1 0,7 4-6 16,0 0 0-16,0 0-9 0,0 0-5 0,0 0-9 16,0 0-1-16,0 0-8 0,0 0-5 0,0 0-5 0,0 0-6 15,0 0-10-15,0 0-3 0,0 0-7 0,-23-10-6 16,23 10-13-16,0 0-8 0,2-4-1 0,-2 4-29 15,17-4-13-15,1 2-6 0,4-3-9 16,9 2-9-16,8-1-2 0,14-1-4 0,-1 1-8 16,8-1-1-16,1-2-7 0,4 3-8 0,1 0 2 15,-2 0-11-15,1-3-2 0,-6 3-5 0,-2 1-4 0,-20 1 6 16,-1 0-2-16,-2-1-12 0,-7 2 11 0,-5 1-13 16,-3-3 2-16,-6 3-6 0,1-2-9 15,-6 0-10-15,-8 2 0 0,16-3 0 0,-16 3 0 16,0 0 0-16,16 2 0 0,-16-2 0 0,0 0 0 15,9-2-12-15,-9 2-89 0,0 0-52 0,0 0-56 16,0 0-60-16,0 0-38 0,0 0-62 0,0 0-75 16,0 0-87-16,-30 21-435 0,11-14-1047 0,-6 1 463 15</inkml:trace>
  <inkml:trace contextRef="#ctx0" brushRef="#br0" timeOffset="143920.85">1200 15213 166 0,'0'0'361'16,"0"0"-4"-16,0 0-15 0,0 0-12 0,9-18 6 15,-9 18-12-15,2-6 0 0,-2 6-7 0,0 0-4 16,2-9-1-16,-2 9-10 0,0 0 1 0,2-6-9 15,-2 6-8-15,0 0-6 0,0 0-8 0,4-7-1 16,-4 7-9-16,0 0 17 0,0 0-23 0,0 0-3 16,0 0-8-16,0-10-6 0,0 10-16 0,0 0-16 15,0 0-19-15,0 0-14 0,0 0-18 0,0 0-16 16,0 0-61-16,0 0-79 0,0 0 0 0,0 0 0 16,0 0 0-16,0 0 0 0,0 0 0 0,0 0 0 15,0 0 0-15,0 0 0 0,0 0 0 0,2 23 0 16,-2-23 0-16,1 12 0 0,0-2 0 15,-1 2 0-15,2 4 0 0,0-4 0 0,-2 2 0 16,-2 3 0-16,2-2 0 0,0 3 0 0,0-1 0 0,0-4 0 16,0 5 0-16,-2-6 0 0,1 4 0 0,-1 1 0 15,-3-6 0-15,3 1 0 0,0-1 0 0,0-1 0 16,-1 1 0-16,-1-2 0 0,4-4 0 16,-2 3 0-16,2-8 0 0,0 10 0 0,0-10 0 15,-2 7 0-15,2-7 0 0,0 0 0 0,0 9 0 16,0-9 0-16,0 0 0 0,0 0 0 0,0 0 0 0,4 5 0 15,-4-5 0-15,0 0 0 0,0 0 0 0,27-5 0 16,-14 2 0-16,1 0 0 0,4 1 0 0,2 0 0 16,1-2 0-16,8 1 0 0,-1-2 0 15,-9 1 0-15,2 1 0 0,5-4 0 0,-6 4 0 16,0 2 0-16,-1-1 0 0,-4-1 0 0,-4 0 0 16,3 2 0-16,-5 1 0 0,-9 0 0 0,16-1 0 15,-16 1 0-15,0 0 0 0,13-1 0 0,-13 1 0 16,0 0 0-16,0 0 0 0,0 0 0 0,16-4 0 15,-16 4 0-15,0 0 0 0,0 0 0 0,0 0 0 16,0 0-313-16,3-5-126 0,-3 5-113 0,0 0-116 16,0 0-369-16,0 0-1123 0,-1-28 497 0</inkml:trace>
  <inkml:trace contextRef="#ctx0" brushRef="#br0" timeOffset="144717.54">2154 14796 53 0,'-9'-1'158'15,"9"1"2"-15,0 0-15 0,0 0-3 0,-9-2-7 16,9 2-2-16,0 0-9 0,0 0-3 0,-7-3 1 16,7 3 1-16,0 0-1 0,0 0 3 15,-8-2 3-15,8 2 4 0,0 0 4 0,0 0 6 0,0 0 2 16,-9 6 8-16,9-6-15 0,0 0 26 0,0 0-4 15,-8 2 16-15,8-2-4 0,0 0 11 0,0 0-3 16,-11-1-2-16,11 1-4 0,0 0 1 16,-9-3-6-16,9 3-9 0,0 0 12 0,0 0-6 15,-10 0 3-15,10 0-3 0,0 0-7 0,0 0 9 16,0 0-8-16,-7-3-3 0,7 3-22 0,0 0-5 0,0 0-16 16,0 0-2-16,30-8-10 0,-20 4 0 0,9 2-2 15,0-2-2-15,1 2-8 0,-1-2-2 0,1-1-6 16,-5 2-3-16,2-2-6 0,2 4-4 15,-5-1-4-15,-2 0-6 0,-2 0-5 0,-10 2-8 16,15-3-4-16,-15 3 1 0,11-1-8 0,-11 1-3 0,0 0-9 16,11-2-19-16,-11 2-42 0,8 2-58 0,-8-2-34 15,0 0-44-15,4 10-62 0,-3-4-70 0,-1-6-50 16,0 0-53-16,-4 14-64 0,0-8-52 16,4-6-279-16,-13 9-870 0,7-3 385 0</inkml:trace>
  <inkml:trace contextRef="#ctx0" brushRef="#br0" timeOffset="144967.48">2073 14964 92 0,'-4'4'349'0,"4"-4"35"0,-6 5 18 0,6-5 18 16,0 0 3-16,0 0 7 0,0 0-4 0,0 0-1 16,0 0-7-16,0 0-31 0,0 0-30 0,0 0-29 15,0 0-15-15,0 0-14 0,0 0-15 0,30-9-17 0,-19 5-12 16,1 1-12-16,1-1-14 0,3-3-17 15,1 4-14-15,1-1-30 0,-2-1-8 0,-2 2-14 16,3-1-13-16,-4 0-17 0,-2 1-12 0,1 0-4 16,-1 3-3-16,-11 0-71 0,13-4-26 0,-13 4 0 15,14-1 0-15,-14 1 0 0,10-5-71 0,-10 5-94 16,0 0-50-16,0 0-55 0,0 0-46 0,0 0-38 0,0 0-45 16,0 0-42-16,0 0-80 0,0 0-386 15,0 0-982-15,-37-8 434 0</inkml:trace>
  <inkml:trace contextRef="#ctx0" brushRef="#br0" timeOffset="145857.92">3377 14306 142 0,'0'0'333'16,"1"-7"14"-16,-1 7-12 0,2-9-11 0,-2 9 14 15,5-8-9-15,-3 4-3 0,-2 4-3 0,2-9-5 16,-2 9-2-16,2-9-14 0,-2 9-6 0,3-8-14 15,-3 8 4-15,0 0-16 0,1-7-10 0,-1 7-38 16,0 0-11-16,0 0-16 0,0 0-23 0,0 0-19 16,0 0-16-16,0 0-11 0,0 0-17 0,0 0 2 15,0 0 0-15,0 0-4 0,0 0-6 0,5 22 11 16,-5-13-11-16,0 0-1 0,0 4 3 0,0-1-3 16,-2 4-16-16,1 1 2 0,-2 2-1 0,0-3-9 15,1 0-8-15,-2 10-7 0,1-8-6 0,-2-1-5 16,0 2-3-16,1-3-4 0,2 1-10 0,-1 1 9 15,2-2-15-15,1-4 3 0,-1 1-24 0,-1-2-6 16,2 0 0-16,0 0 0 0,0-4 0 0,2 3 0 16,-2-10 0-16,-2 11 0 0,2-11 0 0,2 11 0 15,-2-11 0-15,-2 8 0 0,2-8 0 0,0 0 0 16,2 9-69-16,-2-9-43 0,0 0-36 0,0 0-76 16,0 0-76-16,0 0-81 0,0 0-58 0,0 0-82 15,29-18-73-15,-16 6-307 0,1 0-976 0,-1-2 433 16</inkml:trace>
  <inkml:trace contextRef="#ctx0" brushRef="#br0" timeOffset="146326.54">3598 14359 231 0,'4'-4'337'16,"-4"4"-2"-16,4-7-7 0,-4 7-9 0,3-6-11 15,-3 6-6-15,0 0-4 0,2-7-3 0,-2 7-18 16,0 0-12-16,0 0-6 0,0 0-13 0,4-5-12 16,-4 5-19-16,0 0-20 0,0 0-19 0,0 0-18 15,0 0-17-15,0 0-18 0,0 0-10 0,0 0-16 16,0 0-5-16,0 0-2 0,0 0 0 0,0 0-5 16,-1 24-6-16,1-24-6 0,-3 12-6 0,2-5-8 15,-2 1-3-15,3-8 0 0,-2 13-7 0,0-8-11 16,2-5-1-16,-3 13-4 0,1-6-3 0,1-1-4 15,1-6 0-15,-3 9-2 0,3-9-3 0,0 7 2 16,0-7 0-16,4 7-2 0,0-2 6 0,1-2-1 16,2 0 10-16,2 2-4 0,0-1 1 0,0 1-5 15,2-2-2-15,-1 1 1 0,3 0-3 0,-3-1-2 16,-1 2-5-16,-1-1-1 0,1-1-2 0,-2 1 1 16,-1 0-4-16,0-2 1 0,-2 3 1 0,0 1-1 15,-1 0 7-15,-3-6 9 0,-2 8 10 0,-2 2-4 16,-1-2-2-16,-4-1 4 0,-1 0-3 0,-6 2-14 15,0-1 3-15,-2 1-2 0,-1-1 1 0,1-2-5 16,0 2-14-16,1-2-12 0,3-4-16 0,3 1-11 16,1-1-12-16,-1 2-21 0,5-4-40 0,6 0-39 15,0 0-50-15,-9-7-43 0,9 7-34 0,0 0-34 16,6-18-32-16,1 11-40 0,2-4-31 0,2 0-328 16,1-2-803-16,3 1 355 0</inkml:trace>
  <inkml:trace contextRef="#ctx0" brushRef="#br0" timeOffset="146607.72">3720 14389 97 0,'0'0'265'16,"-7"-4"7"-16,7 4 17 0,-8-4 7 0,8 4 21 15,-7-5 22-15,7 5 22 0,-5-4 2 0,5 4-3 16,0 0-4-16,-4-8-22 0,4 8-25 0,0 0-27 15,-1-9-29-15,1 9-26 0,0 0-22 0,10-13-24 16,-1 10-14-16,1-2-22 0,3 0-16 0,4-1-11 16,-1 1-12-16,1 2-12 0,1-2-12 0,1 1-9 15,1 3-26-15,-4-3-29 0,-1 2-31 0,-2 1-31 16,-2 1-37-16,2 0-32 0,-1-2-39 0,0 2-34 16,-4 0-29-16,-8 0-30 0,14 0-30 0,-5 2-22 0,-9-2-23 15,10 1-14-15,-10-1-16 0,7 4-227 16,-7-4-625-16,6 7 277 0</inkml:trace>
  <inkml:trace contextRef="#ctx0" brushRef="#br0" timeOffset="147029.49">3991 14391 242 0,'0'0'295'0,"0"0"1"0,0 0-3 15,0 0-11-15,0 0-8 0,0 0-11 0,0 0-1 16,0 0-17-16,0 0 3 0,0 0-12 0,15-18-7 15,-15 18-10-15,7-4-13 0,-7 4-17 0,7-5-15 0,-7 5-19 16,8-3-15-16,-3 0-12 0,-5 3-14 16,0 0-14-16,13-3-13 0,-7 2-9 0,-6 1-7 15,12 2-12-15,-6 0-6 0,5 2-4 0,-2-2-4 16,-1 4 0-16,1-2-8 0,0 3-7 0,-3-1-4 16,2 2-4-16,-2-1-4 0,2 2 3 0,-3 0-5 15,-2-1-3-15,1 2-7 0,-3 0 8 0,-1 0 1 16,-1 0-1-16,-1 0-3 0,0 0 6 0,-3 0-2 15,-4-2 3-15,0-1-3 0,-5 3 3 0,-2-1 2 16,0 0-6-16,-1 0 5 0,4-4 15 0,1-1 25 16,-1-6 20-16,-1 4 23 0,2-4 19 0,2 1 4 15,-1-3 11-15,2 0 4 0,1-3-11 0,1-2 6 16,0 0-20-16,2-3-13 0,3 0-8 0,1-3-12 16,2-1-14-16,2 2 3 0,0-2-11 0,-1 4-15 15,1 1-8-15,4 1-19 0,0-1-30 0,-2 4-44 0,5 0-45 16,3-1-44-16,-2 4-43 0,8-1-54 15,-2 4-45-15,-2 1-37 0,-2 1-44 0,2 2-58 16,4 1-30-16,-3 2-312 0,-4-1-831 0,4 2 369 16</inkml:trace>
  <inkml:trace contextRef="#ctx0" brushRef="#br0" timeOffset="148761.39">4322 14394 22 0,'0'0'112'16,"0"0"1"-16,6-3 6 0,-6 3 5 0,0 0 5 16,0 0 6-16,0 0 7 0,3-7 12 0,-3 7-6 15,0 0-1-15,0 0 14 0,2-7-4 0,-2 7 6 16,0 0 1-16,0 0 2 0,0-8 3 0,0 8 0 15,0 0 3-15,0 0 7 0,-1-11 10 0,1 11 0 16,0 0 7-16,0 0 4 0,0-10-3 0,0 10-7 0,0 0-4 16,0 0-7-16,0-9-20 0,0 9-6 15,0 0-16-15,0 0-22 0,0 0-13 0,0 0-16 16,0 0-12-16,0 0-7 0,0 0-5 0,0 0-5 16,0 0-2-16,14 15-4 0,-9-7-4 0,0 0-3 15,0 0-2-15,2 2-2 0,-2 0-7 0,3 4-2 0,-2-4-1 16,3 5-1-16,-3 1-2 0,1-2-1 15,-1-3-9-15,2 5 3 0,-3 1-3 0,0-1-1 16,0 1-7-16,-1-1 7 0,1-1-3 0,0-3-3 16,-1 0 1-16,-3-3-1 0,0 0-7 0,2-1 7 15,-2-1-1-15,1-2-5 0,-2-5 3 0,3 8-1 16,-3-8 10-16,3 7 21 0,-3-7 30 0,0 0 33 16,0 0 6-16,0 0-3 0,0 0-17 0,0 0-3 15,0 0 2-15,16-16-5 0,-12 5 2 0,4-1-6 16,-3-2-1-16,4-4 0 0,0 4-8 0,0-1-5 0,-1-3-5 15,1 3-2-15,-2-3-13 0,0 4 2 0,0-3-11 16,1 2-2-16,0 0 3 0,-3 5-11 16,0-1 1-16,0 1-1 0,0-1 0 0,-1 4-4 15,-2 0-2-15,0 1-5 0,-2 6 2 0,5-9-3 16,-5 9-3-16,2-7-8 0,-2 7 20 0,2-7-15 0,-2 7-10 16,0 0 2-16,0 0 0 0,4-7-10 0,-4 7-27 15,0 0-29-15,0 0-40 0,0 0-22 0,0 0-30 16,0 0-43-16,0 0-51 0,0 0-49 15,0 0-38-15,-9 26-40 0,6-17-59 0,3 0-44 16,-3 2-309-16,1-2-861 0,2-9 381 0</inkml:trace>
  <inkml:trace contextRef="#ctx0" brushRef="#br0" timeOffset="149188.96">4607 14580 177 0,'0'0'246'0,"0"0"-6"0,0 0-9 16,0 0-2-16,11-3 1 0,-11 3 0 0,0 0 0 16,0 0-2-16,3-7 2 0,-3 7-14 15,0 0 3-15,0 0-8 0,6-4 0 0,-6 4-15 16,0 0-6-16,6-7-16 0,-6 7-12 0,7-4-19 0,-7 4-13 16,8-3-7-16,-3 1-11 0,2 0-13 0,-7 2-13 0,14-3-9 15,-14 3-4-15,15 3-15 0,-7-3-6 0,-3 4-1 16,2 0-16-16,-2-1 4 0,0 0-3 0,0 1-6 15,2 0 1-15,-4 1-7 0,0 1 0 0,0 0-7 16,-2 1 1-16,-1 2 2 0,0-9-2 0,-1 13-1 16,-3-5 4-16,1 0-6 0,-3 1 0 0,-2 0 5 15,2-2-4-15,-2-2 4 0,-1-1 9 0,0 1 10 16,3-1 13-16,-1-1 14 0,1-2 13 0,-2 2 14 16,8-3 12-16,-12 0 13 0,12 0 6 0,-12-4-6 15,12 4-6-15,-10-9-9 0,6 4-11 0,1-5-14 16,1 2-4-16,-1-3-15 0,2 0-1 0,0 0-5 15,2 1-9-15,2-1-11 0,-1 0-23 0,2 4-34 16,-1-3-32-16,2 1-34 0,1 2-35 0,2-2-50 16,-1 2-43-16,2 3-40 0,-1-1-36 0,-3 2-41 15,-5 3-49-15,13-10-47 0,-9 7-306 0,-4 3-798 16,0 0 353-16</inkml:trace>
  <inkml:trace contextRef="#ctx0" brushRef="#br0" timeOffset="149618.57">4343 14238 118 0,'-3'-4'258'15,"-3"-1"-9"-15,6 5-10 0,-6-6-2 0,6 6 13 16,-7-6-6-16,7 6 11 0,-4-4-5 0,4 4 3 15,0 0 2-15,-7-5 3 0,7 5-3 0,0 0-2 16,0 0-9-16,0 0-8 0,0 0-8 0,0 0-9 16,-2-6-8-16,2 6-7 0,0 0-5 0,0 0-13 15,0 0-11-15,0 0-11 0,0 0-9 0,0 0-9 16,0 0-11-16,0 0-14 0,0 0-9 0,0 0-15 16,20-6-7-16,-5 5-9 0,7-1-8 0,7-2-5 15,3 3-8-15,3 0-7 0,2 1-5 0,14-2-5 0,-12 4-2 16,13-2-6-16,-14 0-4 0,-1 0-4 15,0 0 2-15,-1 0-6 16,-4 0 1-16,-3 0-5 0,-9 1-4 0,0-1 4 16,-8 0-2-16,0 0-8 0,-3 0 1 0,-1-1 5 15,-8 1-9-15,11 1-3 0,-3-1 2 0,-8 0 8 16,0 0-17-16,10 0-15 0,-10 0-26 0,0 0-31 16,6 3-24-16,-6-3-35 0,0 0-48 0,3 4-38 15,-3-4-48-15,0 0-44 0,0 0-50 0,0 0-56 16,0 0-40-16,0 0-285 0,-10 19-804 0,10-19 357 15</inkml:trace>
  <inkml:trace contextRef="#ctx0" brushRef="#br0" timeOffset="150837.03">4917 14899 184 0,'0'0'283'0,"0"0"-11"16,0 0-9-16,0 0-10 0,0 0-6 0,0 0-11 16,0 0-6-16,0 0-5 0,0 0-3 0,0 0-8 15,0 0 6-15,0 0 1 0,0 0 10 0,0 0 7 16,0 0 7-16,0 0-5 0,0 0-1 0,0 0-6 16,0 0-5-16,0 0-5 0,0 0-12 0,0 0-11 15,10-21 2-15,-10 21 2 0,2-12 1 0,0 5-10 16,1-4-2-16,1 0-14 0,2-2-13 0,0 2 1 15,0-3-11-15,4-5-7 0,0 2-6 0,2-4-16 16,-1-1-6-16,-1 5 10 0,2-7-15 0,-3 7-9 16,1-1-13-16,0 1 2 0,-2 1-14 0,1-1-82 15,-2 3 0-15,1-2 0 0,-3 7 0 0,0-2 0 16,2 1 0-16,-2 1 0 0,-1 3 0 0,-2-1 0 16,2 2 0-16,-4 5 0 0,4-8 0 0,-4 8 0 0,4-7 0 15,-4 7 0-15,0 0 0 0,5-6 0 16,-5 6 0-16,0 0 0 0,0 0 0 0,0 0 0 15,4-6 0-15,-4 6 0 0,0 0 0 0,0 0 0 16,0 0 0-16,0 0 0 0,0 0 0 0,3 21 0 16,-1-13 0-16,-1 2 0 0,-1 1 0 0,0 0 0 0,1 0 0 15,-1 0 0-15,2 0 0 0,-4 0 0 16,2 3 0-16,0-7 0 0,2 3 0 0,-5-1 0 16,3-9 0-16,-1 14 0 0,1-7 0 0,0-7 0 15,1 11 0-15,-1-11 0 0,0 5 0 0,0-5 0 0,0 0 0 16,3 7 0-16,-3-7 0 0,0 0 0 0,0 0 0 15,23-14 0-15,-16 9 0 0,2-2 0 16,0-2 0-16,0 0 0 0,1 1 0 0,2 1 0 16,-3-1 0-16,0 0 0 0,-1 2 0 0,-1-1 0 0,1 6 0 15,-3-4 0-15,-5 5 0 0,8-6 0 0,-8 6 0 16,7-3 0-16,-7 3 0 0,0 0 0 0,9 0 0 16,-9 0 0-16,5 5 0 0,-5-5 0 0,7 9 0 15,-6-6 0-15,-1-3 0 0,5 13 0 16,-4-6 0-16,2 0 0 0,-1 0 0 0,-2-7 0 0,4 14 0 15,-3-8 0-15,-1 2 0 0,3-3 0 0,-2 2 0 16,-1-7 0-16,4 13 0 0,-1-8 0 0,1 0-17 16,-2 0-55-16,-2-5-15 0,6 8-19 0,-2-6-24 15,-4-2-30-15,9 3-35 0,-9-3-35 0,11 0-38 16,-4 1-42-16,-7-1-26 0,9 0-30 0,-9 0-44 16,0 0-65-16,9-3-364 0,-9 3-908 0,0 0 402 15</inkml:trace>
  <inkml:trace contextRef="#ctx0" brushRef="#br0" timeOffset="151633.72">3385 14898 97 0,'0'0'240'0,"0"0"-14"0,0 0-10 0,0 0 4 16,-13-2-15-16,13 2-10 0,0 0-5 0,-15-1-6 16,15 1-8-16,-9 1-3 0,0-2-1 0,9 1-11 15,-17 1-11-15,11-1 1 0,6 0-9 0,-13 0 5 16,13 0 3-16,-8 3-5 0,8-3 6 0,-9 0 10 15,9 0 7-15,0 0-2 0,0 0 9 0,0 0-4 16,0 0-6-16,0 0-5 0,0 0-8 0,-10 0-6 16,10 0-8-16,0 0-16 0,0 0-10 0,0 0-8 15,0 0-4-15,41-4-6 0,-20 4-2 0,8-2-3 16,8 2-3-16,13-3-3 0,5 5-6 0,6-2-8 16,30 0 1-16,0 1-11 0,6 1 0 0,4-2-5 15,9-2-4-15,3 1-7 0,0-1-1 0,6 0-5 16,-6 2-3-16,-8 0-3 0,0 0-2 0,-8-1 5 15,-33 1 15-15,-3-2 8 0,-3 1 10 0,-8-3 6 16,-13 4 5-16,-4-3 2 0,-1-1-12 0,-5-1-2 16,-5 3-6-16,-2 2-8 0,0-3-2 0,-3 3-2 0,-3-3-3 15,-2 0-9-15,2 1-1 0,0-1-5 16,-1 1-7-16,2 0 2 0,-4 0-12 0,0 0-7 16,0 2-25-16,-3-1-18 0,-2-1-16 0,-6 2-22 15,14 0-19-15,-14 0-24 0,9-2-25 0,-9 2-33 16,8 0-37-16,-8 0-27 0,0 0-38 0,9-2-34 0,-9 2-38 15,0 0-41-15,0 0-50 0,0 0-340 16,0 0-846-16,0 0 375 0</inkml:trace>
  <inkml:trace contextRef="#ctx0" brushRef="#br0" timeOffset="153431.46">3427 15285 57 0,'0'0'112'0,"0"0"3"0,0 0-1 15,0 0 1-15,0 0 7 0,-9-2-2 0,9 2 0 16,0 0-1-16,0 0 6 0,0 0 5 0,0 0 4 16,0 0 6-16,-5-6 1 0,5 6 3 0,0 0 7 15,-4-4 1-15,4 4 3 0,0 0 1 0,0 0 4 16,-4-7 5-16,4 7 4 0,0 0 14 0,0 0-5 15,0 0 5-15,-1-10-4 0,1 10 1 0,0 0-7 16,0-7-9-16,0 7-12 0,0 0-8 0,3-11-4 16,-3 11-14-16,3-6-9 0,-3 6-5 0,0 0-17 15,7-7-4-15,-7 7-16 0,6-3-9 0,-1 1-7 16,4-1-8-16,-9 3-1 0,16 1-6 0,-9-1-6 16,5 2-2-16,-1 0-8 0,2 1 3 0,-3-1-7 15,1 2-2-15,0 1 0 0,-2 1-3 0,-1 1-2 16,-1-3-1-16,1 6-3 0,-3-2-2 0,-2-1 1 15,-2 1 5-15,2 2 8 0,-1 2-6 0,-3-1-2 16,-2 0 3-16,-1 0-3 0,-3-1 0 0,-1 3-2 16,0-4-1-16,1 0 4 0,-2 1-2 0,-3-2-1 15,3-1-1-15,-1-1-4 0,-1-1 3 0,2 0 2 16,0-1 4-16,-1 0 19 0,2-3 5 0,0 0 2 16,8-1 7-16,-14-2 1 0,5-2 3 0,1-2 3 15,3-2-5-15,-1-1-4 0,2-1-5 0,-1-5-5 16,2 3-1-16,3-4 2 0,0 6-10 0,2-5-6 15,-1-2-6-15,0 7 3 0,2 2-1 0,0 0-10 16,-1-1 2-16,3 1-3 0,-2 2-4 0,2-1 6 16,-1 4-6-16,2-1-3 0,5 3-1 0,-3-1-1 15,2 4 1-15,1-1-2 0,0 5-2 0,1-1-1 16,4 4-2-16,-2 2 6 0,0 1 0 0,-2 2-1 16,1-1 0-16,-2 2 1 0,-2 3 1 0,-1-1-1 15,1 2 3-15,0 4 2 0,-4 1 0 0,-1-4 7 16,-3-1-8-16,0 8 0 0,1-9-1 0,-1 7 1 0,-2 2 11 15,2-6-2-15,-2-1-3 0,-5-2-1 16,2-2-1-16,2 2 2 0,-3-2-5 0,1-2 2 16,0-2 0-16,-1-1 0 0,1-3 1 0,0 0 1 15,2-2 1-15,-3 1 0 0,2-3 2 0,3-4 0 16,-6 5 3-16,6-5-6 0,-10 4 0 0,10-4 17 16,-11-1 5-16,11 1 9 0,-9-6-2 0,3 1 5 15,0-3 7-15,0 0 8 0,3-1-11 0,-1-1 7 16,0 0-10-16,1-4-2 0,2 2-23 0,0 0 6 15,1-1 1-15,2 1-2 0,2 1-21 0,0 0-15 16,2 1-29-16,6-2-43 0,1-1-45 0,5 5-52 16,1 1-45-16,6-4-66 0,2 6-68 0,-6 0-56 15,-1 3-67-15,3-1-59 0,-4-1-280 0,2 4-890 16,0 0 393-16</inkml:trace>
  <inkml:trace contextRef="#ctx0" brushRef="#br0" timeOffset="153790.75">3950 15559 357 0,'2'-11'472'0,"-2"11"-2"0,2-12-10 0,-2 12-16 16,0-11-13-16,0 11-10 0,0 0-20 0,-4-16-18 16,4 16-30-16,0 0-23 0,-1-14-25 0,1 14-28 15,0 0-25-15,-4-9-28 0,4 9-30 0,0 0-13 16,0 0-21-16,0 0-22 0,-9-6-11 0,9 6-18 15,0 0-10-15,0 0-6 0,0 0-11 0,-22 8-6 16,22-8-10-16,-9 11-2 0,4-6-7 0,-4 4-9 16,3-2-8-16,-1 2-1 0,2 0-4 0,-1 1-3 15,3 1-4-15,-3-3-4 0,2 1 3 0,0-1-4 16,0-2-5-16,2 4-2 0,0-4 1 0,2-6-2 16,2 12 5-16,0-5-4 0,2-3 3 0,3 6-4 15,3-6-1-15,0 1-2 0,0-1-12 0,4-2-11 16,-2 1-18-16,2 1-17 0,2-2-30 15,-2-2-31-15,-1 1-35 0,0-2-39 0,-13 1-34 0,36-5-43 16,-20 3-50-16,-3-1-48 0,-1-2-50 0,3-2-71 16,-4 0-335-16,4 1-880 0,-3-1 389 0</inkml:trace>
  <inkml:trace contextRef="#ctx0" brushRef="#br0" timeOffset="154244.85">4258 15319 346 0,'0'0'428'0,"0"0"-13"0,6-16-20 0,-2 11-28 16,0-1-11-16,-4 6-20 0,5-12-15 15,-5 12-21-15,9-9-9 0,-9 9-22 0,5-8-20 0,-5 8-20 16,8-8-21-16,-8 8-24 0,9-6-16 0,-3 2-18 15,-6 4-15-15,18-4-12 0,-8 2-15 0,-10 2-10 16,22 0-8-16,-11 0-6 0,2 2-6 0,-1 0-9 16,2 0-7-16,-2 3-16 0,-1-2 1 15,1 0-3-15,-3 2-4 0,0 1-5 0,0 2-8 16,-1 0 1-16,-4 1-5 0,0-1 4 0,-2 3-7 0,1-1-4 16,-4 3 1-16,-1-1-8 0,-2 2 9 0,-3 0 1 15,-3 0-1-15,-3 0-5 0,-4-2 4 0,0 1-1 16,-8 3 2-16,1-3-3 0,1-1-3 15,-3 0-4-15,9-6 5 0,2 0 22 0,1-3 26 16,1-2 12-16,2-1 9 0,11 0-3 0,-19-1-6 16,9-4 2-16,3 0-4 0,1-3-5 0,0-3-8 0,6 11-1 15,-6-21-8-15,6 8-13 0,0 13-28 0,6-32-31 16,0 14-35-16,1 3-47 0,3 0-34 0,1 3-43 16,2 1-46-16,0 1-56 0,-2 2-40 15,-1 4-34-15,1-3-39 0,0 3-34 0,-1 2-37 16,0-1-238-16,-10 3-763 0,0 0 338 0</inkml:trace>
  <inkml:trace contextRef="#ctx0" brushRef="#br0" timeOffset="154572.91">4347 15222 19 0,'0'-13'280'0,"0"13"34"0,0-12 13 0,0 12 12 16,0-16 6-16,0 16 3 0,-1-16 10 0,2 7 8 15,-1 9-1-15,-2-19 9 0,2 19 5 0,-2-14 1 16,2 14-24-16,0-13-9 0,0 13-12 0,0-10-6 0,0 10-13 15,0 0-27-15,-1-12-27 0,1 12-26 16,0 0-26-16,0 0-22 0,0 0-17 0,0 0-24 16,0 0-10-16,0 0-18 0,0 0-7 0,0 0-11 15,0 0-11-15,0 0-12 0,0 0 0 0,4 42-8 16,-4-24-44-16,-1-2-26 0,-1 9 0 0,-1-1 0 16,1 2 0-16,-2-1 0 0,2 3 0 0,-1-2 0 15,2 1 0-15,-2-1 0 0,0 2 0 0,2-5 0 16,-1 1 0-16,2 1 0 0,0-6 0 0,2 1 0 15,-1 5 0-15,0-6 0 0,3-2 0 0,-3-1 0 16,0-3 0-16,2-1 0 0,-2-1 0 0,0 0-136 16,2-2-58-16,0-2-31 0,-3-7-29 0,7 11-31 15,-2-9-43-15,3 2-41 0,-2-1-48 0,-6-3-61 16,18 1-63-16,-5-2-287 0,-1-3-896 0,5 1 397 16</inkml:trace>
  <inkml:trace contextRef="#ctx0" brushRef="#br0" timeOffset="155150.91">4691 15498 31 0,'0'0'250'0,"0"0"-1"16,0 0-4-16,0 0-3 0,0 0 5 0,5-10-4 15,-5 10 1-15,0 0-2 0,0 0-2 0,3-8 9 16,-3 8-8-16,0 0 3 0,0 0-6 0,6-11-6 16,-6 11-6-16,0 0-4 0,0 0-5 0,1-8-6 15,-1 8-7-15,0 0-8 0,0 0-19 16,0 0 0-16,0 0-12 0,0 0-14 0,0 0-18 15,0 0-21-15,0 0-8 0,-5-15-16 0,5 15-4 0,0 0-14 16,0 0-8-16,0 0-10 0,0 0-4 0,0 0-6 16,-25 15-1-16,25-15-14 0,-12 7 3 0,5 0-4 15,-1 0 2-15,3-2-3 0,1 0-6 0,-1-1-5 16,0 2-1-16,2 1 3 0,3-7-3 16,-4 11-1-16,4-11 8 0,-1 9-5 0,1-9 2 15,1 10 2-15,3-3 1 0,5 0 2 0,-1 0 0 0,-1 1-7 16,4 0 9-16,-1-2 2 0,1 1-3 0,-3 0-4 15,5 1-2-15,-4-1-3 0,0-3-9 16,-3 1 10-16,-2 0-1 0,4-1-4 0,-5-1 1 16,-3-3-10-16,6 7 7 0,-4-4-2 0,-2-3 1 15,3 8-3-15,-3-8-1 0,0 0 6 0,-4 13-1 16,0-7 2-16,0-2-2 0,-4 3 0 0,-2-3-1 0,-1 3-1 16,0-1 4-16,-5 2-4 0,1-3-4 0,-3 2-8 15,1 0-18-15,-2-4-23 0,6 1-23 16,-1-1-34-16,4-3-20 0,0 2-22 0,3-2-37 15,7 0-58-15,-13 0-56 0,13 0-58 0,-11-7-76 16,9 3-377-16,2 4-875 0,1-16 387 0</inkml:trace>
  <inkml:trace contextRef="#ctx0" brushRef="#br0" timeOffset="156244.39">4802 15185 108 0,'0'0'241'0,"0"0"1"0,0 0 6 16,0 0 2-16,0 0 1 0,0 0 10 0,0 0-4 16,0 0 13-16,0 0-5 0,0 0-6 0,4-10-8 15,-4 10-3-15,0 0-6 0,-1-7-7 0,1 7-5 16,0 0-8-16,0 0-17 0,0-9-11 0,0 9-18 16,0 0-7-16,1-8-18 0,-1 8-15 0,0 0-14 15,5-7-15-15,-5 7-11 0,5-7-9 0,-5 7-10 16,9-3-9-16,-9 3-9 0,8-3-6 0,-8 3-4 15,12-1-7-15,-5 1-3 0,-7 0-5 0,0 0-8 16,24 1 0-16,-14 2-3 0,0 2-7 0,-3-3 0 16,1 2-5-16,-2 0 0 0,-1-2-4 0,0 3 2 15,2-1-3-15,-3 1-2 0,-4-5 0 0,7 11 0 16,-7-11 1-16,3 12-2 0,-2-5 1 0,-1-7 3 16,-1 16-2-16,1-16 0 0,-4 16 0 0,1-9 2 15,-3 1-6-15,0 2 5 0,-1-3 0 0,2 3-4 16,-4-4 9-16,4-1 9 0,5-5 6 0,-6 8 13 15,6-8 11-15,0 0 7 0,-9 8 8 0,9-8 4 16,0 0 4-16,0 0 10 0,-5 6-7 0,5-6-9 16,0 0-5-16,0 0-7 0,0 0 2 0,25-11-11 15,-12 6-11-15,0 2-2 0,0-2-3 0,-1 2-4 16,2 2-12-16,1-2-21 0,2-1-33 0,-4 3-38 16,5-1-33-16,-5 1-41 0,0 2-36 0,1-2-49 15,-3 1-47-15,1 1-41 0,-12-1-39 0,18 2-55 16,-8-1-38-16,-10-1-293 0,14 4-811 0,-14-4 359 15</inkml:trace>
  <inkml:trace contextRef="#ctx0" brushRef="#br0" timeOffset="156603.67">5267 15241 225 0,'0'-9'369'16,"0"9"4"-16,0 0 1 0,0 0-5 0,4-10-4 15,-4 10 1-15,0-9-7 0,0 9-5 0,0 0-10 16,-1-10-19-16,1 10-7 0,0 0-16 0,0 0-13 16,0 0-18-16,0 0-20 0,0 0-23 0,0 0-18 15,-3-8-27-15,3 8-20 0,0 0-15 16,0 0-20-16,0 0-17 0,0 0-6 0,0 0-9 0,0 0-10 16,0 0-6-16,0 0-5 0,0 0-8 0,-2 29-12 15,2-29 0-15,-1 18-10 0,-2-7 0 0,2 0-10 16,1 3 1-16,-2 0-4 0,1 1-3 0,1-3 4 15,-1 1-11-15,1 0-3 0,-1-3-4 0,1 1 1 16,0 1 0-16,0-1 0 0,-2 0-5 0,1-1-12 16,1 0-13-16,0-1-19 0,-1-1-16 0,2-2-31 15,-1-6-22-15,-1 13-34 0,1-13-28 0,0 8-23 16,0-8-24-16,0 0-19 0,1 9-20 0,-1-9-48 16,0 0-52-16,0 0-59 0,0 0-37 15,0 0-297-15,0 0-804 0,0 0 356 0</inkml:trace>
  <inkml:trace contextRef="#ctx0" brushRef="#br0" timeOffset="156947.37">5242 15286 153 0,'0'0'307'16,"3"-6"16"-16,-3 6 2 0,0 0 0 0,0 0-4 16,2-14-3-16,-2 14-14 0,6-7-14 0,-3 3-16 15,1 1-10-15,-4 3-16 0,10-9-18 0,-5 7-16 0,4 0-10 16,-1 1-10-16,-8 1-14 0,14 1-16 0,-3 1-10 15,-1-2-18-15,2 4-5 0,-1-3-8 16,0 5-13-16,0-3-8 0,-2 2-6 0,3 2-10 16,-2 1-11-16,-4 0-8 0,2 0 1 0,0 0-2 15,-2 2-8-15,0 0-2 0,-1 1-6 0,-2-1 4 0,0 0-6 16,-1 1 7-16,-2-1-3 0,0 1 1 0,-2 1 1 16,-1 0-4-16,-2 0-6 0,-3-2 3 15,-3 3-4-15,-2-1-2 0,-1-1-7 0,-4 0 0 16,1 0-3-16,1-3-5 0,0 0-1 0,4-1-1 15,-1-3 2-15,1-1 0 0,2 1-2 0,1-1-3 16,3-1-4-16,6-2-16 0,-9 4-16 0,9-4-29 0,-9 5-36 16,9-5-43-16,0 0-60 0,0 0-63 15,0 0-67-15,0 0-50 0,0 0-61 0,33 0-53 16,-20 0-286-16,6 0-828 0,0 1 367 0</inkml:trace>
  <inkml:trace contextRef="#ctx0" brushRef="#br0" timeOffset="157291.01">5614 15538 144 0,'0'0'343'0,"6"-4"-9"0,-6 4 20 15,0 0-1-15,6-11-6 0,-6 11-3 0,2-7 1 16,-2 7-4-16,0 0-4 0,0-10-6 0,0 10-14 16,0 0-9-16,-3-11-1 0,3 11-17 0,0 0-9 15,0 0-12-15,0 0-20 0,0 0-17 0,0 0-25 16,-2-13-24-16,2 13-17 0,0 0-41 0,0 0 1 15,0 0-16-15,0 0-4 0,0 0-16 0,0 0-1 16,0 0-13-16,0 0-12 0,-7 25-4 0,6-16-7 16,0 2-2-16,-2 0-1 0,2 4-13 0,0-1 5 15,-1-3-5-15,0 3-9 0,1 3-4 0,-1-1 2 16,0-2 0-16,-2 3-9 0,3-1-14 0,-2-4 12 16,0 0 1-16,1-1-2 0,-1 1-5 0,2-1-17 15,-1 0-14-15,0-2-22 0,1-2-14 0,0-1-16 16,1-6-20-16,-3 11-15 0,3-11-21 0,-1 8-16 15,1-8-12-15,0 0-16 0,2 7-14 0,-2-7-38 16,0 0-35-16,0 0-20 0,0 0-15 0,0 0-20 16,0 0-20-16,14-18-49 0,-11 11-37 0,-2-1-236 15,3-3-714-15,-1-1 316 0</inkml:trace>
  <inkml:trace contextRef="#ctx0" brushRef="#br0" timeOffset="157634.68">5609 15510 51 0,'0'0'301'0,"4"-12"3"0,-3 6-3 0,1 0-4 16,-2 6-1-16,7-12-31 0,-7 12 17 0,5-11-9 15,-5 11-5-15,5-12-10 0,-3 6-6 0,-2 6-16 16,7-9-12-16,-7 9-14 0,4-9-11 0,-4 9-13 16,7-8-15-16,-7 8-17 0,0 0-20 0,8-8-10 15,-8 8-10-15,5-4-16 0,-5 4-13 0,0 0-5 16,15 0-12-16,-15 0-7 0,0 0-7 0,13 6-5 15,-13-6-4-15,11 7-4 0,-8-4-6 0,4 3 0 16,-2 1-9-16,0-1 2 0,-2-1-5 0,-1 1-1 16,-1 2-7-16,-1-8 8 0,3 10 0 0,-3-4 5 15,0-6-2-15,-4 15 5 0,2-11-5 0,-2 2 5 16,-3-1-2-16,-2 1 0 0,-1-1-4 0,-1 0 2 16,-2-1-3-16,0 1-3 0,3-2-1 0,-3 0 1 15,4-3-12-15,9 0-9 0,-13 1-30 0,7-1-32 16,6 0-57-16,0 0-73 0,0 0-81 0,0 0-81 15,-5-5-90-15,5 5-320 0,0 0-828 0,18-16 366 16</inkml:trace>
  <inkml:trace contextRef="#ctx0" brushRef="#br0" timeOffset="158212.67">5738 15103 217 0,'0'0'272'0,"0"0"-1"0,0 0 3 16,0 0 3-16,0 0-9 0,0 0-3 15,3-15-3-15,-3 15-1 0,0 0-1 0,0 0-1 16,6-8-3-16,-6 8-3 0,0 0-8 0,0-8-5 16,0 8-4-16,0 0-10 0,0 0-15 0,5-9-9 15,-5 9-15-15,0 0-17 0,0 0-14 0,6-9-15 0,-6 9-12 16,0 0-10-16,8-6-13 0,-8 6-12 0,9-4-10 15,-9 4-6-15,6 0-11 0,-6 0-7 16,9 0-7-16,-9 0-13 0,0 0-4 0,9 4 2 16,-9-4-5-16,10 7-7 0,-7-3 0 0,-1 3-4 15,-2-7-4-15,4 12-1 0,-1-4 1 0,-3 2 0 0,1 0-7 16,-2 1 3-16,1-11 2 0,-3 23-2 16,-3-12 3-16,-1 3-5 0,-1 1 6 0,0-4-5 15,1-2 0-15,0 0 6 0,1 0-4 0,0-3 16 16,6-6 9-16,-6 10 10 0,6-10 15 0,-4 8 13 15,4-8 13-15,0 0 12 0,0 0-13 0,0 0-7 16,0 0-8-16,32 0-4 0,-10-6-8 0,6 0-13 0,-1-2-3 16,2 2 4-16,1-1-7 0,0 0-16 15,7 2 2-15,-5-1-28 0,0-2-19 0,-1 5-45 16,-13-1-64-16,-1 3-84 0,0 0-92 0,-7 3-106 16,-10-2-101-16,16 5-510 0,-14-2-1103 0,-2-3 488 15</inkml:trace>
  <inkml:trace contextRef="#ctx0" brushRef="#br0" timeOffset="169548.44">6584 14501 35 0,'0'0'229'0,"0"0"5"16,0 0-14-16,0-8-9 0,0 8-10 0,0 0-11 15,0 0-1-15,0 0-6 0,-3-9-9 0,3 9-2 16,0 0-7-16,0 0-5 0,0 0 0 0,1-10-1 16,-1 10-6-16,0 0-10 0,0 0 6 0,0 0-3 15,0 0-4-15,0 0 10 0,0 0-5 0,0 0 6 16,0 0-2-16,0 0-2 0,0 0-15 0,0 0-3 16,0 0-9-16,0 0-8 0,0 0-10 0,0 0-12 15,0 0-15-15,0 0-11 0,0 0-11 0,0 0-6 16,0 0-4-16,0 0-6 0,0 0-3 0,0 0-2 0,0 0-4 0,0 0-1 0,0 27 2 15,-1-18-5-15,0 2 2 0,-2 5-6 0,1-1 0 16,0 0 2-16,-2 2-1 0,1-1-6 0,-1 1 4 16,-1 0 27-16,1 3-4 0,0-5-6 0,2 0-1 15,-5-1-6-15,4 3-2 0,-1-2-4 0,-1 1-4 16,2-5-1-16,2 1 0 0,-1-2-3 0,0 0-3 16,1-5-2-16,-1 3 0 0,2-8 3 0,0 11 2 15,0-11 2-15,3 8-1 0,-3-8-11 0,4 7-17 16,1-5-31-16,-5-2-22 0,6 4-28 0,-6-4-37 15,10 0-35-15,-10 0-28 0,11 1-19 0,-11-1-11 16,0 0-20-16,0 0-21 0,10-6-21 0,-10 6-16 16,4-6-14-16,-4 6-11 0,0-9-200 0,0 9-568 15,0 0 252-15</inkml:trace>
  <inkml:trace contextRef="#ctx0" brushRef="#br0" timeOffset="170013.21">6741 14685 18 0,'0'0'226'0,"0"0"8"0,0 0 1 0,0 0 3 16,0 0 6-16,0 0 5 0,0 0 4 0,0 0 9 16,0 0 12-16,0 0-13 0,0 0-6 0,6-3-9 15,-6 3-7-15,0 0-16 0,0 0-14 0,0 0-12 16,0 0-18-16,0 0-23 0,0 0-16 0,7-5-16 15,-7 5-15-15,15-3-11 0,-3 2-6 0,7-1-12 16,9-3-9-16,-1 4-5 0,1-2-9 0,1 1-2 16,2-1-4-16,-2 3-12 0,2-3 2 0,-5 3-7 15,-5-4-3-15,1 3-2 0,-4-2-6 0,-5 3 0 16,-3 0-3-16,0 0-3 0,-2 0-14 16,-1-1 13-16,-7 1-6 0,0 0-12 0,15-1-28 15,-15 1-12-15,0 0-52 0,0 0-30 0,7 2-52 16,-7-2-39-16,0 0-35 0,0 0-45 0,0 0-51 15,0 0-297-15,-22 11-695 0,17-8 308 0</inkml:trace>
  <inkml:trace contextRef="#ctx0" brushRef="#br0" timeOffset="170403.74">7365 14578 228 0,'5'-7'287'0,"4"2"-3"16,-6 1-5-16,3-1-6 0,-3 0 1 0,-3 5-2 15,7-8-5-15,-7 8 6 0,6-12-2 0,-5 8-17 16,-1 4-4-16,4-8-10 0,-4 8-5 0,4-10-10 16,-4 10-19-16,0-7-5 0,0 7-13 0,0 0-19 0,1-9-11 15,-1 9-21-15,0 0-19 0,0 0-15 0,0 0-13 16,0 0-11-16,0 0-9 0,0 0-6 15,0 0-7-15,0 0-6 0,-23 13-3 0,16-6-9 16,-1 4 0-16,-2 1-8 0,2 3 0 0,-1-1 0 0,0 1-6 16,2 3-4-16,0-3 0 0,1 3-6 0,1-1 2 15,1-2 2-15,-1 1-4 0,2 2 4 0,2-1-6 16,0-4 4-16,2 5-6 0,3-7 3 16,1 2 0-16,-1-4-1 0,2 2-2 0,6 1 1 0,-6-3-4 15,5 0-8-15,-1-1-10 0,-4-1-10 0,5-1-17 16,-6-1-14-16,6-1-20 0,-6 1-22 0,1-3-43 15,2 0-42-15,-8-2-31 0,0 0-29 0,13-4-38 16,-13 4-55-16,10-6-50 0,-5 5-295 16,-5 1-733-16,6-9 324 0</inkml:trace>
  <inkml:trace contextRef="#ctx0" brushRef="#br0" timeOffset="170669.39">7297 14708 298 0,'0'0'377'0,"-4"-7"2"16,4 7-3-16,0 0-10 0,0 0-11 0,0-11-23 15,0 11-25-15,0 0-24 0,0 0-25 0,8-11-22 16,-4 7-25-16,3 3-20 0,3-3-14 0,1 0-21 16,0-1-12-16,2 3-12 0,1 0-22 0,0 0-9 15,4 1-8-15,-1 1-10 0,2-2-7 0,-3 0-8 16,-2 2-7-16,-1 0-2 0,1-1-20 0,-1-2-19 15,-5 3-22-15,-8 0-38 0,18-1-37 16,-11 0-50-16,-7 1-40 0,13 1-48 0,-13-1-43 0,11 1-53 16,-4-1-48-16,-7 0-263 0,0 0-675 0,0 0 299 15</inkml:trace>
  <inkml:trace contextRef="#ctx0" brushRef="#br0" timeOffset="171544.1">6483 15097 87 0,'0'0'195'0,"0"0"-4"0,-12-1-12 0,12 1-5 16,0 0-9-16,0 0-12 0,0 0-11 0,-10-1-11 16,10 1-7-16,0 0-6 0,0 0 2 0,0 0-7 15,-9 1-1-15,9-1-8 0,0 0 2 0,0 0-3 16,0 0-2-16,0 0 5 0,0 0 0 0,-10 0 8 16,10 0 4-16,0 0 7 0,0 0-5 0,0 0-3 15,0 0-2-15,0 0 9 0,0 0-22 0,0 0-7 16,0 0 8-16,46-5 14 0,-18 2 3 0,3 1 1 15,2 0-8-15,3-2 11 0,16-2-8 0,-1-1-5 16,8 2-4-16,1-2-9 0,5 0-7 0,29-3-3 16,-29 2-5-16,24-2-8 0,-25 4 6 0,-4 1 4 15,0-2-1-15,-7 4-5 0,1-1-7 0,-2 1-9 16,-17 1-3-16,-5 1-7 0,-1-1-3 0,-8 1-8 16,-1 1 0-16,-2 0-6 0,-7 0-5 0,0 0-2 15,-5-2-4-15,-6 2-4 0,13 0 3 0,-13 0-5 16,8 0-1-16,-8 0-10 0,7-2-19 0,-7 2-19 15,0 0-21-15,0 0-32 0,0 0-47 0,0 0-23 16,0 0-42-16,0 0-29 0,-23 7-40 0,16-5-35 16,-2 0-49-16,2 2-41 0,-3 1-257 0,5-1-699 15,-4 1 310-15</inkml:trace>
  <inkml:trace contextRef="#ctx0" brushRef="#br0" timeOffset="172084.93">6963 15370 117 0,'4'-6'333'0,"-4"6"-8"0,3-9-8 15,-3 9-6-15,3-7 2 0,-3 7 3 0,0 0 0 0,-3-12-11 16,3 12-6-16,-4-9-5 0,4 9-5 0,-3-10-11 15,3 10-10-15,-5-6-19 0,5 6-10 16,-4-5-13-16,4 5-25 0,0 0-16 0,-6-8-17 16,6 8-16-16,0 0-19 0,-9-2-10 0,9 2-12 0,0 0-9 15,-15 6-10-15,11-2-3 0,-5 5 5 0,1 0-5 16,1 2-4-16,-4 2-11 0,0 2-8 0,2 0-9 16,2 1-1-16,-2 1-5 0,1 1-8 0,0-2-3 15,3 0-1-15,-2-1-4 0,2 1-6 0,3 1 3 16,1-3-5-16,7 1-6 0,-4-1 1 0,6-2 3 15,1 3-3-15,2-2-2 0,2-1 0 0,2-1-8 16,-2 2-7-16,0-5-9 0,-1-1-11 0,-1 0-5 16,0-3-13-16,-1 0-18 0,-4-1-18 0,1-1-29 15,-1-1-30-15,-6-1-35 0,14 2-53 0,-14-2-46 16,11-5-36-16,-11 5-39 0,8-7-44 0,-2 3-50 16,-2-3-338-16,-1 3-831 0,-3 4 368 0</inkml:trace>
  <inkml:trace contextRef="#ctx0" brushRef="#br0" timeOffset="172350.49">6887 15505 5 0,'0'0'448'0,"-10"-10"29"0,8 7 5 16,2 3 4-16,-5-9-8 0,5 9-3 0,-4-7-16 15,4 7-24-15,0 0-27 0,0-9-20 0,0 9-30 16,0 0-30-16,0 0-29 0,0 0-34 0,4-15-28 15,-4 15-23-15,7-6-32 0,1 3-10 0,-8 3-19 16,21-7-17-16,-3 3-13 0,-2 1-12 0,4 1-6 16,-1-1-18-16,-3 0-16 0,-2 1-23 0,3-3-19 15,1 2-27-15,-5 2-37 0,4-1-34 0,-1-3-46 16,-2 2-39-16,-1 2-42 0,-1-4-51 0,1 2-46 16,-2 0-33-16,-1 0-37 0,-10 3-53 0,18-6-60 15,-13 4-320-15,-5 2-861 0,0 0 381 0</inkml:trace>
  <inkml:trace contextRef="#ctx0" brushRef="#br0" timeOffset="173006.59">7302 15213 204 0,'0'0'316'0,"0"0"0"16,0 0-9-16,0 0 0 0,0 0-15 0,3-18 6 16,-3 18-6-16,0 0-9 0,1-10-15 0,-1 10-29 0,0 0-8 15,10-5-21-15,-9-1-26 0,-1 6-12 0,8-7-22 16,-8 7-13-16,6-7-16 0,-6 7-14 0,0 0-7 15,13-3-13-15,-13 3-10 0,0 0-8 16,13-1-9-16,-13 1-7 0,0 0-9 0,13 0-4 16,-13 0-1-16,0 0-7 0,14 4-5 0,-14-4-5 0,9 5 0 15,-9-5-7-15,6 10-1 0,-6-10 11 0,5 9-10 16,-5-9-4-16,3 11 3 0,-3-11 0 0,-2 11-2 16,2-11 3-16,-6 14-6 0,6-14 0 15,-9 11-3-15,4-7 4 0,5-4 0 0,-9 8 4 16,2-2-4-16,7-6 0 0,-7 4 2 0,7-4 0 0,0 0 0 15,-8 7 11-15,8-7 10 0,0 0 10 0,-5 6 1 16,5-6 2-16,0 0-7 0,0 0-3 0,0 0-4 16,0 0-2-16,0 0-7 0,0 0-3 15,0 0 0-15,0 0-8 0,26 5 1 0,-26-5-2 16,11 2-1-16,-11-2-3 0,12 4-3 0,-3-3-1 0,-9-1 2 16,10 7-2-16,-10-7 1 0,9 6-3 0,-4-1 1 15,-5-5-7-15,8 6 6 0,-8-6-4 0,3 9 3 16,-3-9-1-16,3 10-1 0,-3-10 5 0,-1 11-3 15,1-11 2-15,-8 13 0 0,2-7 1 16,-3 2-2-16,-5 1-1 0,2-3-3 0,1 0-3 0,-2-2-4 16,0 1 4-16,-5 0-1 0,8-4-1 0,-1 3 9 15,4-3-7-15,-3-1 6 0,10 0 2 0,-13 0-4 16,13 0 3-16,-11-4 1 0,11 4-2 0,-8-2 1 16,8 2-14-16,0 0-26 0,0 0-32 15,-6-9-27-15,6 9-29 0,0 0-39 0,0 0-34 16,0 0-40-16,0 0-37 0,0 0-45 0,13-15-43 0,-13 15-279 15,0 0-697-15,0 0 309 0</inkml:trace>
  <inkml:trace contextRef="#ctx0" brushRef="#br0" timeOffset="174740.55">7730 14417 223 0,'0'0'235'0,"0"0"3"15,-5-3 1-15,5 3 4 0,0 0 0 0,-5-4-5 16,5 4-3-16,0 0-8 0,-7-5 3 0,7 5-2 16,0 0-7-16,0 0-28 0,0 0 5 15,0 0-8-15,0 0-12 0,-7-6-9 0,7 6-12 0,0 0-13 16,0 0-15-16,0 0-9 0,0 0-12 0,0 0-15 16,0 0-3-16,0 0-6 0,0 0 3 0,0 0 17 15,15 22 3-15,-8-13-11 0,-1-1-4 16,3 3-2-16,-2-2 2 0,3 7 1 0,-1-1-8 0,-3 0-2 15,1 2-1-15,0-4-5 0,-1 5-9 0,0-1-9 16,-2-2 1-16,0 3-2 0,-2 0-8 0,-4-1-1 16,1 0-7-16,-2 0-3 0,-1 0-3 0,-4 0-9 15,0-1 4-15,-6 8-3 0,4-8-4 0,-3-1-1 16,-5 4-1-16,-3 0-8 0,-1-1-16 0,-3-2-19 16,-7 0-27-16,2-3-30 0,-1-2-41 0,0 2-46 15,1-5-74-15,2 0-56 0,0-4-69 0,6-2-91 16,3-1-310-16,-1-1-827 0,2-3 366 0</inkml:trace>
  <inkml:trace contextRef="#ctx0" brushRef="#br0" timeOffset="175662.22">6413 14402 33 0,'0'0'291'0,"0"0"-4"16,0-8-5-16,0 8-4 0,0 0-7 0,0 0 12 15,0 0-18-15,-3-12-8 0,3 12 6 0,0 0 3 16,0-9-11-16,0 9-6 0,0 0-7 0,-5-9-6 16,5 9-14-16,0 0-10 0,-3-5-9 0,3 5-7 15,0 0-15-15,0 0-15 0,0 0-18 0,0 0-13 16,0 0-20-16,0 0-17 0,0 0 0 0,0 0-10 0,0 0-10 15,0 0 1-15,-10 13 4 0,6-4 1 16,-2 1-1-16,-1 0-12 0,0 4 4 0,-1 3-6 16,-2 0-7-16,1-1-6 0,0 3-4 0,-1 4-4 15,2 0-8-15,0 2-2 0,1 0-2 0,-2-2-3 0,5-4-4 16,1 0-3-16,2 0-2 0,0 1-1 0,1-2-3 16,1 1 0-16,0-3 0 0,3 1-4 0,4-1 4 15,1-1-3-15,2 0 0 0,6 0-8 16,2 1-14-16,-2-4-30 0,1-2-13 0,0 3-27 15,4 0-26-15,-5-3-33 0,2-2-38 0,-1 0-41 0,0 0-43 16,0 0-37-16,-5-5-40 0,-2 4-53 16,8-3-47-16,-8 2-295 0,3-4-787 0,-3 1 348 0</inkml:trace>
  <inkml:trace contextRef="#ctx0" brushRef="#br0" timeOffset="176740.08">7880 14249 223 0,'0'0'280'0,"0"0"-8"0,0 0-7 16,0 0-11-16,0 0-8 0,0 0-7 0,0 0-9 15,0 0-4-15,0 0-1 0,0 0-15 16,0 0-1-16,0 0-10 0,0 0-19 0,0 0 15 15,0 0-9-15,0 0-4 0,-12-16-2 0,12 16 2 0,0 0-8 16,0 0-1-16,0 0-7 0,0 0-17 0,0 0-12 16,1-12-13-16,-1 12-15 0,4-4-8 0,-4 4-10 15,11-4-8-15,-6-1-6 0,2 3-4 16,1 0-4-16,1-1-3 0,0-2-5 0,2 2-6 0,1-1-5 16,0 2 0-16,-1-2-8 0,0 4-6 0,1 0-2 15,-2-3 0-15,-2 3-5 0,-8 0-1 0,16 0-4 16,-8 0-5-16,-8 0-4 0,12 3-3 0,-5-1-3 15,-2 0 1-15,-5-2-3 0,9 5-1 16,-2-2 1-16,-2 3-3 0,-5-6-1 0,7 7 3 0,-5-1 1 16,-2-6-1-16,1 13 1 0,-1-13 0 0,-3 13 1 15,2-5 1-15,-2 0-4 0,0 2 3 0,-2-2 1 16,0 1 0-16,-1 0 2 0,0-2-2 16,1 4-1-16,-1-3 0 0,-2-1-9 0,4-2 6 0,0 2 0 15,0-3-2-15,4-4 5 0,-5 7-4 0,5-7 1 16,-6 6 1-16,6-6 8 0,-4 5 11 0,4-5 6 15,0 0 12-15,0 0 10 0,0 0 4 0,0 0 1 16,0 0-5-16,0 0-2 0,0 0-8 16,23 2-1-16,-10-5 3 0,1 0-10 0,4-1-2 0,9-2 3 15,-8 3-12-15,9-1 3 0,-9 0-2 0,8-1-5 16,-5 1-3-16,6-1-12 0,-8 3-24 0,1 1-24 16,-2-1-33-16,-6 1-39 0,-1 1-44 0,-1-2-53 15,-5 0-62-15,3 4-55 0,-9-2-40 0,0 0-28 16,14 5-40-16,-10-4-33 0,-4-1-247 0,0 0-776 15,0 0 343-15</inkml:trace>
  <inkml:trace contextRef="#ctx0" brushRef="#br0" timeOffset="177553.52">8727 14738 228 0,'0'0'287'16,"0"0"8"-16,0 0 7 0,2-7 5 0,-2 7 8 0,3-5 1 16,-3 5 7-16,6-6 4 0,-6 6 3 0,0 0-12 15,0 0-6-15,2-8-16 0,-2 8-1 16,0 0-7-16,0 0-11 0,1-9-14 0,-1 9-18 16,0 0-25-16,0 0-18 0,0 0-31 0,0 0-14 0,0 0-14 15,0 0-23-15,0 0-4 0,0 0-20 0,0 0-6 16,0 0-7-16,0 0-9 0,0 0-6 15,0 0-20-15,4 19 9 0,-3-9-3 0,-1-1-4 0,0 1-5 16,-1 1-18-16,3 1 12 0,0 3-4 0,-2-2-4 16,1 3-10-16,2-1 12 0,-3 0-8 0,0 0-2 15,0 0-3-15,0-1-2 0,1-2-3 0,0 4-2 16,-1-4-1-16,1 2 0 0,-1-1 2 0,-1-2-4 16,1 0 0-16,1-2-1 0,-1 0-9 0,0-9 6 15,0 13-2-15,-1-6-1 0,1-7 5 0,1 10-2 16,-1-10 0-16,-1 9 0 0,1-9-9 0,0 0-9 15,-1 10-13-15,1-10-2 0,0 0-17 0,0 0-22 16,0 0-28-16,0 0-36 0,-1 7-30 16,1-7-46-16,0 0-55 0,0 0-55 0,0 0-55 0,0 0-36 15,0 0-33-15,0 0-22 0,0 0-288 0,3-24-813 16,-3 24 359-16</inkml:trace>
  <inkml:trace contextRef="#ctx0" brushRef="#br0" timeOffset="177865.95">8567 14906 92 0,'0'0'319'16,"0"0"2"-16,0 0-3 0,0 0-8 0,-6-7 0 16,6 7-3-16,0 0-5 0,0 0-16 0,0 0 2 15,0 0-17-15,-1-6-11 0,1 6-9 0,0 0-11 16,0 0-9-16,0 0-15 0,0 0-19 0,0 0-18 15,11-6-8-15,-5 3-14 0,2-1-3 0,2 4 4 16,3-4-4-16,2 1-9 0,6-3-3 0,6 2-18 16,-1-2-9-16,-6 2-12 0,8-1-10 0,0 1-7 15,1 1-12-15,-1-3-7 0,-6 4-6 0,-1 1-9 16,2-2-1-16,-4-1-9 0,-3 2-8 0,-2 1-30 16,-3 0-24-16,-1-1-37 0,-1 2-42 0,-9 0-41 15,13-1-55-15,-13 1-50 0,10 0-53 0,-10 0-43 16,0 0-42-16,10 2-37 0,-10-2-329 0,0 0-809 15,0 9 359-15</inkml:trace>
  <inkml:trace contextRef="#ctx0" brushRef="#br0" timeOffset="179631.15">9555 14539 66 0,'0'0'71'0,"0"0"0"0,0 0-5 15,0 0-5-15,0-9 1 0,0 9-11 0,0 0-1 16,0 0-8-16,0 0 0 0,0 0-7 0,0 0 8 16,0 0-3-16,0-11-23 0,0 11 7 0,0 0-4 15,0 0-10-15,0 0-16 0,0 0-11 0,0 0-6 16,0 0-5-16,0 0-4 0,0 0 2 0,0 0-6 15,0 0 0-15,0 0 7 0,0 0 6 0,0 0 0 0,0 0 5 16,0 0 3-16,10-4 18 0,-10 4 6 16,0 0 13-16,0 0 12 0,0 0 14 0,0 0 6 15,0 0 19-15,0 0 8 0,0 0 17 0,3-6 16 16,-3 6 14-16,0 0 12 0,0 0 1 0,0 0 21 0,0 0 4 16,2-8 4-16,-2 8 2 0,0 0 3 0,3-5-4 15,-3 5 0-15,0 0 7 0,1-9 5 16,-1 9 5-16,0 0 7 0,0 0 2 0,7-5-13 15,-7 5 20-15,0 0 7 0,1-8 34 0,-1 8 0 16,0 0-3-16,0 0-2 0,4-7-15 0,-4 7 11 0,0 0-14 16,0 0-15-16,1-9-12 0,-1 9-22 0,0 0-12 15,0 0-29-15,0 0-13 0,0 0-10 16,0 0-16-16,0 0-2 0,0 0-11 0,0 0-21 16,0 0 2-16,0 0-7 0,10 20-2 0,-7-14-7 0,-1 4-5 15,1 2-11-15,0-1 9 0,-2 6-11 0,1-3 1 16,0 2-4-16,0 0 0 0,0 0 3 0,1 1-13 15,-4-2 5-15,1 0 0 0,0-4-7 0,-2 6-6 16,2-1 5-16,-3-5-1 0,2 0-3 0,1 0 0 16,-2 0 1-16,2 0 1 0,-1-2-5 0,1 0-1 15,-1-2 3-15,1-7-6 0,0 14-8 0,0-14 2 16,-1 10 8-16,1-10-6 0,1 9-14 0,-1-9-29 16,1 6 7-16,-1-6-12 0,0 0-10 0,1 8-18 15,-1-8-12-15,0 0-19 0,0 0-24 0,0 0-30 16,0 0-31-16,0 0-41 0,0 0-43 0,0 0-43 15,0 0-38-15,0 0-57 0,16-12-40 0,-16 12-325 16,6-8-848-16,-2 3 377 0</inkml:trace>
  <inkml:trace contextRef="#ctx0" brushRef="#br0" timeOffset="179865.47">9826 14682 142 0,'0'0'354'0,"0"0"10"0,0 0 2 16,9-2-4-16,-9 2-5 0,0 0-11 0,0 0-14 16,0 0-5-16,0 0-22 0,4-5-26 0,-4 5-27 15,0 0-27-15,0 0-22 0,0 0-26 0,0 0-21 16,0 0-13-16,0 0-35 0,0 0-41 0,0 0-50 16,0 0-55-16,0 0-51 0,0 0-41 0,0 0-37 15,0 0-43-15,0 0-60 0,11 7-80 0,-11-7-255 16,0 0-656-16,22 0 291 0</inkml:trace>
  <inkml:trace contextRef="#ctx0" brushRef="#br0" timeOffset="180490.33">10066 14570 149 0,'0'0'287'0,"0"0"-16"16,0 0-16-16,0 0-19 0,0 0-16 0,0 0-8 16,0 0-15-16,0 0-11 0,-2-15-7 0,2 15-17 15,0 0-5-15,0 0-5 0,0 0-8 0,0 0 4 16,0 0-2-16,0 0-7 0,0 0 5 0,0 0-4 16,0 0-11-16,0 0 5 0,0 0-5 0,0 0 0 15,0 0-3-15,0 0-8 0,0 0-4 0,0 0 3 16,0 0-23-16,0 0-16 0,11-3 2 0,-11 3-8 15,16 0-4-15,-16 0-3 0,18 0-1 0,-5 0-9 16,-1 0-3-16,2 0-9 0,3 1 1 0,-3-1 0 16,-3 0 1-16,0-1-4 0,-1 1 5 0,-10 0-5 15,15 0-1-15,-8 0-3 0,-7 0 7 0,13-2 1 16,-6 4-1-16,-7-2 10 0,9-4-1 0,-9 4 0 16,0 0 1-16,11 0-1 0,-11 0-3 0,0 0-3 15,0 0 0-15,9 0-6 0,-9 0-3 0,0 0-5 16,0 0-4-16,0 0-3 0,0 0-1 0,0 0-6 15,8-3 9-15,-8 3 1 0,0 0 0 0,0 0-2 16,0 0-4-16,0 0-6 0,0 0 2 0,0 0-2 16,0 0-3-16,0 0 0 0,0 0-3 0,0 0 1 15,1 11-3-15,-1-11 4 0,0 0 10 0,-2 15 2 16,-1-8-4-16,3-7 13 0,-4 16 3 0,3-8-4 16,0 1 1-16,-3 1 0 0,0-3-6 0,0 3-2 15,2 1 1-15,-2 0-4 0,0 0-2 0,-1 0-4 16,2 0 1-16,-2-1-1 0,3 2-1 0,-2 0-3 15,0-1 1-15,0-1-7 0,0 1 7 0,2 0-7 16,-1-5 4-16,1 3-3 0,0-2 0 0,0 0-1 16,2-7-3-16,-3 11 1 0,3-11-3 0,0 11-15 15,0-11-10-15,-1 9-8 0,1-9-14 0,0 9-19 16,0-9-23-16,0 9-22 0,0-9-28 0,0 0-43 16,0 0-37-16,0 7-8 0,0-7-16 0,0 0-25 15,0 0-21-15,0 0-37 0,0 0-41 0,0 0-37 16,9 0-276-16,-9 0-734 0,0 0 325 0</inkml:trace>
  <inkml:trace contextRef="#ctx0" brushRef="#br0" timeOffset="181099.56">10547 14567 290 0,'0'-8'295'0,"0"8"10"0,0 0 4 15,0 0-10-15,0 0-8 0,0 0 9 0,2-11-8 16,-2 11-11-16,0 0-11 0,0 0-24 0,2-6-16 15,-2 6-20-15,0 0-23 0,0 0-19 0,0 0-22 16,0 0-18-16,0 0-15 0,0 0-17 0,0 0-5 16,0 0-13-16,0 0 2 0,0 0-19 0,0 0-6 15,0 0-5-15,-6 24-5 0,6-24 1 0,-6 11-7 16,4-7-3-16,-1 3-4 0,1-1-1 0,-2 2 0 16,4-8-7-16,-6 11 0 0,5-4-3 0,-1-2-1 15,2-5 0-15,-6 10-7 0,6-10-1 0,-1 9 2 16,1-9-4-16,-5 6 0 0,5-6 0 0,-2 5 4 15,2-5-5-15,0 0 5 0,0 0-2 0,0 0-11 16,5 9 12-16,-5-9-2 0,10 2 0 0,-4 1-2 16,1-2-1-16,1 2-3 0,-1-2 2 0,1 0-4 0,-2 2 2 15,6-2 1-15,-6 2-5 0,2 0 1 16,1 2-2-16,-2-1 2 0,2 1-5 0,-4 1-10 16,1-3 11-16,0 2 0 0,-3 1 3 0,1-1-2 15,0-1 7-15,0 1-4 0,-3 1 5 0,-1-6-2 16,2 10 0-16,-2-10 5 0,-2 11-2 0,2-11 1 0,-5 11 5 15,1-7-1-15,-3 0 2 0,-2-1-4 16,-1 1 2-16,-7 1 0 0,0-2-3 0,0-1-1 16,5 1 2-16,1-2-1 0,0-1 5 0,4 0-3 15,-3 2 0-15,10-2 2 0,-12-2-1 0,12 2-2 0,-9 0-11 16,9 0-18-16,0 0-44 0,-9-5-38 16,9 5-34-16,0 0-42 0,0 0-39 0,0 0-42 15,0 0-47-15,22-11-43 0,-11 7-40 0,-4 3-225 16,4-2-663-16,0 2 293 0</inkml:trace>
  <inkml:trace contextRef="#ctx0" brushRef="#br0" timeOffset="181443.32">10601 14608 5 0,'0'0'319'0,"0"0"-4"16,-4-8 3-16,4 8 6 0,0 0 8 0,-4-11 2 15,4 11 0-15,-1-8-2 0,1 8-14 0,-4-6-7 16,4 6-11-16,-3-6-15 0,3 6-10 0,0 0-13 0,-2-7-10 16,2 7-11-16,0 0-19 0,0 0-22 15,0 0-14-15,0 0-21 0,6-10-19 0,-1 6-16 16,8 0-16-16,4 1-13 0,3-1-5 0,12-1-18 15,-5 1-5-15,1 1-4 0,1 1-8 0,-2 0-5 0,1 1-10 16,-7 1-3-16,-1-1-7 0,-2-1-18 0,-5 2-42 16,-3-2-51-16,-10 2-55 0,16-1-56 15,-10 1-76-15,-6 0-58 0,0 0-53 0,0 0-73 16,0 0-368-16,0 0-882 0,0 0 391 0</inkml:trace>
  <inkml:trace contextRef="#ctx0" brushRef="#br0" timeOffset="183349.06">11266 14943 84 0,'0'0'257'0,"0"0"-1"0,0 0 7 0,0 0 1 0,0 0 3 16,0 0 10-16,0 0-7 0,0 0 6 0,0 0-24 15,0 0-4-15,0 0-12 0,0 0-11 0,0 0-10 16,0 0-10-16,-1-30-13 0,1 30-11 0,-4-7-11 16,4 7-16-16,-6-8-12 0,2 3-6 0,-3 0-12 15,1-1-1-15,-1-1-5 0,-1-1-5 0,-2 3 1 16,1-5-5-16,-2 2-5 0,1-2-5 0,-3-1 1 16,2-1-4-16,-2 1 1 0,2-4-7 0,1 1-3 15,1 0-9-15,0 1-5 0,2-4-8 0,-2 0-3 16,3 0-8-16,2-2-4 0,1 2-5 0,1-2-8 15,2 1 0-15,1-2-7 0,2 3 0 0,1 0-8 16,1 7-2-16,1-5-2 0,6 2-1 0,0 0-7 16,2 5 0-16,3-1-2 0,1 1 0 0,4 3 0 15,-3 2-6-15,8-1 0 0,-4 4 1 0,-3 0-4 16,-1 0 2-16,-1 6-1 0,0-3 0 0,0 0-2 16,-5 3-1-16,-1-1 1 0,-1 1-4 0,-2-1 2 15,-1 3-1-15,0 0-4 0,-4 1 6 0,-1 2-4 16,-3 0 2-16,0 0-2 0,-5 0 4 0,-5 3 2 15,-2 1-1-15,-6 3 6 0,-6 0-5 0,-2-3 1 16,-3 1 5-16,-1-3-4 0,0-1-4 0,0 2 3 16,3-3-1-16,2-1-3 0,4-3-2 0,2-3 2 15,2-1-4-15,5-1-5 0,3 1 2 0,2-2-11 16,0-1-9-16,7 0-28 0,-13 2-35 0,13-2-47 16,0 0-48-16,-8-7-39 0,8 7-40 0,0 0-33 15,0 0-37-15,17-10-51 0,-6 7-45 0,1 2-240 16,1 1-729-16,7-2 323 0</inkml:trace>
  <inkml:trace contextRef="#ctx0" brushRef="#br0" timeOffset="183927.05">11614 14757 149 0,'6'-6'337'0,"-6"6"-3"16,4-10-12-16,-1 3-2 0,-3 7-7 0,4-10-2 15,-2 4-7-15,-2 6-9 0,3-11-13 0,-1 7-2 16,-2 4-18-16,4-8-11 0,-4 8-6 0,2-8-18 16,-2 8-15-16,5-5-19 0,-5 5-18 0,0 0-20 15,0 0-19-15,0 0-14 0,0 0-13 0,0 0-15 16,0 0-9-16,0 0-9 0,0 0-9 0,0 0-8 15,0 0-2-15,0 0-8 0,0 0 0 0,16 14-7 16,-13-7-4-16,3 2-8 0,-2 0-3 0,3 2 0 16,0 1-7-16,-1-1-3 0,1 3 2 0,2 2-2 15,-2 1-3-15,0-1-6 0,-1-1 4 0,-1 1-1 16,1 1-3-16,-1-3 0 0,-2 2-2 0,0-3 3 16,-2-2-4-16,3 0-1 0,-2-1 1 0,-2-3 1 15,2 0-1-15,-1-2 1 0,-1-5-1 0,1 8 2 16,-1-8 3-16,3 7 2 0,-3-7 2 0,0 0 1 15,0 0 3-15,7 3-2 0,-7-3-6 0,0 0 7 16,9-16-9-16,-5 7 1 0,1-3 1 0,3-4 2 16,2 0 5-16,-3-8 7 0,3-1-6 0,2-2-1 15,-1-1 0-15,-3-1-3 0,2 3 0 0,-3 0-5 16,2-2 2-16,-1 5 11 0,0 4 4 0,-1 1-9 0,1 2 8 16,-3 1 14-16,2 2-9 0,-2 2 0 15,-3 3-5-15,1 1 0 0,-2 0-4 0,3 1-2 16,-4 6-5-16,3-8-4 0,-3 8-1 0,1-6-6 15,-1 6 2-15,0 0-5 0,0 0-7 0,0 0-13 16,0 0-21-16,0 0-42 0,0 0-43 0,0 0-41 16,0 0-44-16,-6 21-41 0,2-11-40 0,2 0-42 15,1-1-45-15,1 4-36 0,1-2-33 0,-1 0-230 16,3 2-733-16,2-1 324 0</inkml:trace>
  <inkml:trace contextRef="#ctx0" brushRef="#br0" timeOffset="184473.76">12033 14950 8 0,'0'0'256'0,"0"0"-8"16,0 0-2-16,0 0-3 0,0 0-4 0,0 0-4 15,0 0 3-15,0 0-4 0,0 0 1 0,0 0-5 16,0 0 5-16,0 0-15 0,-7-21-4 0,7 21-2 16,0 0-3-16,-2-9-5 0,2 9-3 0,0 0-7 15,0-8-17-15,0 8-9 0,0 0-16 0,2-11-15 16,-2 11-11-16,0 0-13 0,2-6-14 0,-2 6-8 16,0 0-10-16,3-7-11 0,-3 7-11 0,0 0-7 15,0 0-6-15,0 0-5 0,0 0-4 0,0 0-5 0,0 0-5 16,0 0-4-16,0 0-1 0,20 11-4 15,-16-8-6-15,-4-3-1 0,7 10-2 0,-4-7 4 16,0 2-6-16,-2 2-5 0,3-2 5 0,-4-5-4 16,2 11-3-16,-2-4 3 0,0 0-2 0,0-7 1 0,-2 13 0 15,-3-5-3-15,1-2 7 0,0 0-2 16,-1 0-4-16,-4 1-2 0,3-1 3 0,-1-2 3 16,-2 0-1-16,2 1 4 0,2-3 0 0,5-2 3 15,-15 4-1-15,15-4-1 0,-10 0 0 0,10 0 6 16,-11-5 15-16,7 1 2 0,4 4-3 0,-4-11 5 0,0 4-3 15,1-3-2-15,5 1-7 0,0-2 1 0,1-1-4 16,-1-1 1-16,2 4-2 0,-1-1-4 16,3 0-3-16,1 0 3 0,-2 2-14 0,0 1-23 15,0 2-13-15,0-2-33 0,0 3-27 0,4 2-33 16,-9 2-23-16,9-5-38 0,-2 5-21 0,-7 0-28 0,0 0-27 16,17 5-33-16,-12-1-40 0,2 0-25 0,-1 1-283 15,-3-2-698-15,4 3 309 0</inkml:trace>
  <inkml:trace contextRef="#ctx0" brushRef="#br0" timeOffset="185614.12">12212 14643 48 0,'0'0'114'0,"0"0"0"15,0 0 0-15,0 0 3 0,0 0-2 0,0 0-3 16,0 0 3-16,0 0-2 0,0 0-7 0,0 0 9 15,0 0-4-15,0 0 1 0,-4-6 5 0,4 6 1 16,0 0 7-16,0 0-2 0,-7-5-5 0,7 5 5 16,0 0-1-16,-7-5 0 0,7 5 1 0,-4-3 9 15,4 3 4-15,0 0-1 0,0 0-3 0,0 0-2 16,-2-8-1-16,2 8 2 0,0 0-3 0,0 0 1 16,-2-10-4-16,2 10-3 0,0 0-9 0,2-10-11 15,-2 10 2-15,0 0-9 0,2-8-16 0,-2 8-2 16,0 0-9-16,5-7-9 0,-5 7-14 0,8-6-3 15,-3 2 1-15,0 0-1 0,2 1-8 0,-1-1-2 16,1 3-9-16,4-1-4 0,-11 2-1 0,13-5 2 16,-7 5-2-16,-6 0-5 0,19 0-4 0,-12 1 2 15,2 1 0-15,-2 0-11 0,0 0 6 0,-1-1 2 0,-6-1-8 16,11 4 13-16,-4-2-18 0,-3 2 3 16,-4-4-1-16,7 8 7 0,-5-5-5 0,0 3 4 15,3-1-2-15,-5-5-2 0,-2 14-3 0,2-14 6 16,-4 16-3-16,1-6 4 0,-3-1-3 0,1 0 5 15,-6 1 0-15,0 4 2 0,-2-4-1 0,1 2-1 16,-2-1 0-16,2-2-5 0,6-1-1 0,-4-1 4 16,3-2 6-16,0 0-6 0,2-1 9 0,-1-1 6 15,6-3 7-15,-5 4 8 0,5-4 11 0,-4 7 7 16,4-7 11-16,0 0-1 0,0 0-7 0,0 0-2 16,0 0-4-16,19 1-2 0,-7-2-2 0,3-5 6 15,3 5 0-15,0-1-1 0,0 0-3 0,1-1-1 16,0 2 5-16,0-2-12 0,2 0-2 0,-8 2-3 15,0-2-5-15,1 2 0 0,-2 0-6 0,0 0 1 16,-1 0-5-16,-4-1 0 0,-7 2-1 0,11-1-2 0,-4 1-4 16,-7 0-1-16,7-1-1 0,-7 1 0 0,0 0-2 15,9-2 0-15,-9 2-4 0,0 0 1 16,0 0 0-16,0 0-12 0,9-3-20 0,-9 3-30 16,0 0-30-16,0 0-28 0,0 0-24 0,0 0-29 15,0 0-34-15,0 0-30 0,0 0-40 0,0 0-51 0,0 0-61 16,-25 7-320-16,17-5-764 0,8-2 338 0</inkml:trace>
  <inkml:trace contextRef="#ctx0" brushRef="#br0" timeOffset="186332.69">11701 14411 119 0,'0'0'280'0,"0"0"-1"0,0 0-10 0,-3-6-3 15,3 6-9-15,0 0-12 0,0 0-7 0,0 0-9 16,0 0-11-16,0 0-22 0,0 0-7 0,0 0-16 16,0 0-17-16,0 0-7 0,0 0-17 0,0 0-22 15,0 0 10-15,0 0-5 0,0 0 2 0,0 0-2 16,0 0 6-16,0 0 0 0,0 0 13 0,0 0 9 15,0 0 10-15,0 0-1 0,0 0-11 0,0 0-7 16,0 0-20-16,22-6-10 0,-10 5-7 0,9-1-7 16,9-3 26-16,2 2 6 0,2 0-2 0,2-1-10 15,1-1-9-15,14-1-6 0,-18 4-12 0,4-2-8 16,2 2-9-16,-5 2-5 0,2-1-7 0,-5 1-3 0,-3-2-8 16,-7 2-5-16,0 0-2 0,-5 0-5 15,-3 0-2-15,-4 0-5 0,0 2-3 0,-9-2 2 16,14 0-8-16,-8 1-4 0,-6-1-1 0,8 0 1 15,-8 0-5-15,0 0 2 0,0 0 1 0,11 0-4 16,-11 0-3-16,0 0 1 0,0 0-8 0,0 0-7 0,0 0-10 16,0 0-12-16,0 0-12 0,0 0-12 15,0 0-20-15,0 0-15 0,0 0-26 0,0 0-19 16,0 0-43-16,0 0-33 0,0 0-36 0,0 0-51 16,-23 11-63-16,16-10-74 0,-3 2-313 0,10-3-813 0,-22 4 360 15</inkml:trace>
  <inkml:trace contextRef="#ctx0" brushRef="#br0" timeOffset="190154.56">9615 15357 152 0,'0'0'199'0,"0"0"-8"0,0 0-8 0,-6 4-7 0,6-4-12 16,0 0-6-16,0 0-15 0,0 0-8 15,0 0-1-15,-16-5-7 0,16 5-3 0,0 0-6 0,-10 0-3 16,10 0 1-16,0 0-3 0,-11 0-2 0,11 0 0 16,0 0 1-16,-8 1 3 0,8-1-1 15,0 0 3-15,0 0 3 0,-10-2 1 0,10 2-9 16,0 0 5-16,0 0-11 0,-9-1-3 0,9 1 8 16,0 0-7-16,0 0 1 0,0 0 1 0,-9-3-2 0,9 3 1 15,0 0 8-15,0 0-7 0,0 0 3 0,0 0 2 16,0 0-1-16,-7-2-1 0,7 2-3 0,0 0-6 15,0 0 1-15,0 0-8 0,0 0-6 16,0 0-6-16,0 0-7 0,0 0-7 0,0 0-9 0,0 0-5 16,0 0-8-16,0 0-5 0,0 0-4 0,0 0-3 15,29 0-10 1,-29 0 7-16,14 0-3 0,-3 0-1 0,2-1 1 16,0 1 2-16,6-1 7 0,0 0-7 0,0 1 12 0,3 0 2 0,-1 1 1 15,5 0-1-15,2 1-1 0,-6-3 0 0,0 2-2 16,7-1-1-16,-2-1 0 0,1 0 2 0,-9 2-8 15,0-1 4-15,1 0-1 0,0 0-9 0,-3 1-1 16,-3 0 2-16,3 0-5 0,0 1-1 0,-4-2 0 16,1 1-4-16,0 0-3 0,5 0 1 0,-6 1-5 15,6 0-1-15,-1 2 0 0,-1-5-2 0,1 2 3 16,1 0 1-16,0 0 2 0,1 0 11 0,-2-1 6 16,0 0 4-16,0 2-4 0,0-1-4 0,1-1-2 15,-1-1 3-15,3 1-10 0,-5 0 6 0,3 1 2 16,0-1-14-16,0 2 7 0,-2-1-2 0,0-1-3 15,3-3 1-15,-2 3 2 0,-1 0-6 0,-1 0 2 16,-3 0-16-16,0 2 12 0,0-2 3 0,5-2-4 16,-4 2-17-16,0 0 17 0,0 2 0 0,-1-4-7 0,5 2 6 15,-6 0 1-15,2 0 0 0,3 0-8 16,1 0 3-16,-6 0 5 0,3 0-3 0,-1 0-1 16,4-1-3-16,0 2 3 0,2-2-10 0,-7-2 12 15,6 2-7-15,1 1 6 0,8-2-3 0,-9 2 2 0,2-1 2 16,0 1-3-16,6-2 0 0,-6 2 1 15,7 0-5-15,0 0 0 0,-6 0 1 0,6-1 4 16,-7 2-4-16,7-5-3 0,-6 6 6 0,4-2-6 16,-5 0-11-16,2-2 17 0,4 4-2 0,-6-4-1 15,7 4-1-15,2-4 2 0,-4 2 2 0,4-1 1 0,0-1 1 16,2-1-3-16,-3 2-8 0,3 1 7 0,-3-1 2 16,2 1-4-16,1-1 4 0,0 1-12 15,2-2 9-15,-3 4 5 0,1-2-1 0,-1 1-1 16,-3-1 3-16,2 1-10 0,4 0 7 0,-4-1-6 0,3 3 4 15,-4-5 1-15,1 4 1 0,-2-1-4 0,2-1-3 16,1 1 3-16,0-1-2 0,-2 0-8 0,0 3 14 16,-1-2-3-16,-1 0 3 0,-5 1-3 0,-2-4 3 15,-1 2-2-15,1-1 1 0,-4 1 3 0,-1 0-2 16,3-1-3-16,-4 1 3 0,-1 0-4 0,-1-2 2 16,-3 2 1-16,1-1-1 0,2 0-1 0,-12 1 0 15,13 0-2-15,-6 0 11 0,-7 0-3 0,10-1-9 16,-10 1 1-16,10-3 5 0,-10 3-1 0,0 0 0 0,5-1-4 15,-5 1 6-15,0 0-1 0,0 0 2 16,0 0-3-16,8-1-2 0,-8 1 6 0,0 0-2 16,0 0 1-16,0 0 1 0,0 0 0 0,0 0 1 15,0 0-2-15,0 0-4 0,0 0 4 0,0 0-1 0,0 0-5 16,8-3 7-16,-8 3-9 0,0 0 6 0,0 0-3 16,0 0-12-16,2-8 9 0,-2 8 4 15,0 0 0-15,0 0 0 0,0 0 4 0,-2-9-10 16,2 9-12-16,0 0-11 0,0 0-18 0,0 0-17 15,0 0-40-15,-5-11-37 0,5 11-57 0,-9-2-60 0,2-1-80 16,-7 1-68-16,-3-2-85 0,-4 3-426 0,-8-5-993 16,0 2 439-16</inkml:trace>
  <inkml:trace contextRef="#ctx0" brushRef="#br0" timeOffset="192249.81">9578 15717 23 0,'-2'-6'283'0,"2"6"-3"16,-3-6 2-16,3 6-12 0,0 0-7 0,-1-13-12 16,1 13-11-16,0-9-10 0,0 9-6 0,-2-10-6 15,2 10-1-15,3-9-11 0,-3 9 1 0,1-7-8 16,-1 7-8-16,3-9-16 0,-3 9 0 0,1-9-7 15,-1 9-13-15,3-7-11 0,-3 7-7 0,4-7-13 16,0 2-13-16,2 0-8 0,0 2-13 0,1 0-10 16,2-2-12-16,2 0-2 0,-2 1-1 0,1-1-9 15,3 2-4-15,-2-2-1 0,2 5-7 0,-3 0-7 16,2-3 1-16,-2 2-7 0,3 1-3 0,-3 3-4 16,2-2-4-16,-2 6 2 0,-1-4-4 0,1 5-1 15,-2-2 4-15,-1 2-5 0,0 1-3 0,-1 2 1 16,-1-2-3-16,-2 2 1 0,-2-1 0 15,-1 1-1-15,-3 1-1 0,1 1-1 0,-2-2 0 0,-3 0-5 16,-5 3 5-16,4-5 2 0,-4 3-1 0,-1 0 1 16,-2-1 1-16,-2-3-3 0,0 0 0 0,4-4-1 15,0 0 2-15,2 1-2 0,0-2 0 0,-2 0 6 16,3-3 14-16,2 1 16 0,8-1 12 16,-15-2 6-16,15 2 2 0,-9-5 0 0,3-2 3 0,1 0-10 15,1-2-6-15,2-1-4 0,1-1-7 0,1 1-4 16,3-1-8-16,1-2 2 0,-1 3-7 0,2-2 2 15,0 2-4-15,2-2-1 0,0 2-6 0,5-3 0 16,-5 3-3-16,4 3-2 0,-2-1 1 0,1 1-4 16,0 2-3-16,3-1 1 0,-4 3-2 15,3-1 3-15,-1 3-2 0,-1 1-2 0,4 1 0 0,-4 2-6 16,2 3 2-16,-1 0 2 0,1 4 3 0,-3-2-2 16,3 6 2-16,-1-2-2 0,-3 3 8 0,0 2 1 15,-1-1-9-15,-3 2 0 0,-2 0 5 0,-1 0-6 16,2 0 3-16,-3 1-1 0,-1 1-1 15,-3 0 2-15,3-1-1 0,-3-1 1 0,0 0 0 16,0 0-2-16,0 0 0 0,1-4 0 0,-3 1 0 0,4-3-2 16,-1-2 4-16,1 3-2 0,0-6-1 0,1 0 4 15,0-1-3-15,-1 2-1 0,2-8 9 0,0 0-5 16,-3 14-5-16,3-14 2 0,-3 7 4 0,3-7-1 16,-3 5 3-16,3-5 4 0,0 0-4 15,-8 2-5-15,8-2 7 0,0 0-2 0,-13 1 0 16,13-1 5-16,-11-3-6 0,11 3 4 0,-13-5 0 0,6 0 2 15,-1-1-2-15,0 3 14 0,0-6 11 0,3 2 13 16,-2 1 9-16,2-4 5 0,-1-1 6 0,2 2-7 16,3 0-1-16,1 9-1 0,1-21-13 15,0 10-3-15,3-2 0 0,4 4-11 0,-1-1 2 16,4-5-2-16,1 5-7 0,0-1-17 0,1 1-27 16,2 0-41-16,-1 3-51 0,-1 3-44 0,0-1-53 0,1 1-63 15,-1 0-64-15,-2 3-66 0,3 0-66 16,-1 1-77-16,2 1-301 0,-2 2-915 0,1-1 406 15</inkml:trace>
  <inkml:trace contextRef="#ctx0" brushRef="#br0" timeOffset="192655.96">10122 15907 135 0,'0'0'388'0,"3"-10"5"0,-3 10 0 0,0 0 6 15,0 0 2-15,0-12-4 0,0 12-17 0,0 0-17 16,0 0-20-16,-4-16-16 0,4 16-20 0,0 0-23 16,-5-10-18-16,5 10-23 0,0 0-18 0,0 0-18 15,-3-7-29-15,3 7-9 0,0 0-29 0,0 0-18 16,0 0-9-16,0 0-10 0,0 0-13 0,0 0-7 15,0 0-9-15,-20 4-10 0,20-4-5 0,0 0-6 16,-10 14-7-16,2-9-6 0,1 3-4 0,1 0-5 16,0 0 1-16,0-1-5 0,-2 3-1 0,0-2-4 15,6-2-4-15,-2 2-3 0,1 1 1 0,3-9-1 16,-5 17 1-16,5-17-1 0,0 12 1 0,0-12 0 16,5 12-2-16,2-7-1 0,0 3 1 0,5-2 0 15,1-3 2-15,6 4-7 0,0-5-12 0,1 0-3 16,1 2-16-16,-1-4-17 0,1-2-15 0,-8 2-26 15,1-1-32-15,-1 0-43 0,0-2-61 0,-2 0-51 16,0 1-47-16,-3-1-52 0,-8 3-70 0,13-4-414 16,-13 4-920-16,10-5 408 0</inkml:trace>
  <inkml:trace contextRef="#ctx0" brushRef="#br0" timeOffset="194562.83">10641 15729 214 0,'0'-9'272'0,"0"9"-8"15,0 0-4-15,0 0-12 0,0 0 2 0,-2-7-7 16,2 7-1-16,0 0 2 0,0 0-13 0,0 0 1 15,-2-8-16-15,2 8 5 0,0 0 0 0,0 0-6 16,0 0-15-16,0 0-21 0,0 0-15 0,4-11-7 16,-4 11-24-16,7-4-17 0,-7 4-6 0,13-5-10 15,-6 4-15-15,3-1-3 0,1 1-11 0,1-2-7 16,0 5-7-16,0-2-7 0,1 0-3 0,-5 2-6 16,4 0 3-16,-3-1-13 0,2 4-5 0,-2-1-5 15,0-2-1-15,-3 2-2 0,1 1-2 0,1 0-2 16,-2 0-5-16,-4 1 0 0,2 0-3 0,-1 0 5 15,-3-6-5-15,0 14-1 0,-4-3 3 0,-1-1 1 16,-1 1-5-16,-2-3 6 0,-2 5-9 0,-2-4-4 16,-1 4 10-16,0-1 2 0,-2-3-3 0,2 1 2 15,-3-2 1-15,4-2-3 0,-3 1 3 0,0 0-1 16,-3-2-2-16,5-3 4 0,-2 1 7 0,3-2 21 16,0-2 19-16,0-1 17 0,0 1 22 0,1-4 16 15,2 0-4-15,0-1-5 0,1 1 3 0,2-4-11 16,0 3-6-16,2-5-13 0,1 2-6 0,2-1-5 15,2 0-9-15,2 0-13 0,-1 3-23 0,2-5-36 16,5 4-42-16,-4 0-41 0,0 0-38 0,3 3-40 16,0-3-51-16,0 4-47 0,0-2-47 0,-1 4-28 15,3-3-53-15,-3 3-30 0,-7 2-284 0,11-5-776 16,-11 5 343-16</inkml:trace>
  <inkml:trace contextRef="#ctx0" brushRef="#br0" timeOffset="194937.78">10586 15545 364 0,'0'0'400'16,"6"-18"5"-16,-3 7 5 0,-1 2-3 0,2 0-12 16,-3 1-12-16,2 1-8 0,-3 7-13 0,6-10-16 15,-5 4-21-15,-1 6-25 0,4-7-19 0,-4 7-25 16,0 0-26-16,1-8-24 0,-1 8-23 0,0 0-23 15,0 0-17-15,0 0-12 0,3-6-18 0,-3 6-9 16,0 0-10-16,0 0-13 0,0 0-9 0,0 0-6 16,0 0-5-16,-3 31-7 0,3-21 0 0,1-1 6 15,1 8-2-15,-1-5 19 0,0 4-5 0,2 2-10 16,1 1 2-16,2-1-7 0,-2 3-8 0,2 3-1 16,-1 1-4-16,0 1-8 0,1-1-6 0,-5-4 1 15,6 1 3-15,-4 3-11 0,-2-7-1 0,2 2-1 16,-2-1-6-16,-1-1-6 0,0 0-17 0,-1 0-19 15,1-3-13-15,0-1-21 0,-1-3-20 0,-1 0-22 16,1-1-21-16,1 1-20 0,-1-5-21 0,2 3-31 16,-1-9-28-16,-3 10-29 0,3-10-19 0,0 11-28 15,0-11-20-15,-1 5-39 0,1-5-60 0,0 0-328 16,0 0-808-16,0 0 358 0</inkml:trace>
  <inkml:trace contextRef="#ctx0" brushRef="#br0" timeOffset="195468.87">11025 15874 46 0,'0'0'306'0,"5"-5"-3"16,-5 5-9-16,0 0-11 0,5-5-3 0,-5 5-7 16,0 0-4-16,0 0-6 0,4-8-15 0,-4 8 3 15,0 0-10-15,0 0-16 0,0 0-18 0,2-4-14 16,-2 4-21-16,0 0-20 0,0 0-17 0,0 0-16 16,0 0-18-16,0 0-11 0,0 0-12 0,0 0-9 15,0 0-8-15,0 0-3 0,0 0-8 0,0 0-2 16,-14 20-2-16,11-15-7 0,0-1-1 0,3-4-7 15,-8 11 0-15,6-7-7 0,2-4-1 16,-2 10 0-16,0-5-3 0,2-5-2 0,0 10 3 0,0-10 3 16,1 11-1-16,0-4 4 0,3 0-7 0,0 0 12 15,3-1 0-15,-1 0 1 0,3 1 2 0,-3 0-3 16,1-2-7-16,-1 2 4 0,-1-2 3 0,3-2 0 16,-3 2-5-16,-5-5-7 0,5 5-3 15,-5-5-6-15,5 5 4 0,-5-5-5 0,3 5 6 0,-3-5-3 16,0 0 2-16,0 0 2 0,-9 12 2 0,1-8 2 15,-5-2 3-15,0 0-3 0,0 2-3 0,-2-4-4 16,-1 5-3-16,-3-4 3 0,5 0 0 0,1 0-2 16,1-1 0-16,1 0-7 0,3 1-8 15,8-1-11-15,-13-1-14 0,13 1-23 0,0 0-42 0,-15-3-47 16,15 3-51-16,-3-5-53 0,3 5-51 0,0 0-49 16,0 0-55-16,15-12-277 0,-5 7-730 0,1 0 323 15</inkml:trace>
  <inkml:trace contextRef="#ctx0" brushRef="#br0" timeOffset="195937.51">11386 15707 64 0,'4'-11'345'0,"-1"-1"0"0,-1 1-2 15,0 1-12-15,0 0-13 0,1-1 8 16,-2 3 5-16,3-1-4 0,-4 2-11 0,0 7-12 16,2-11-11-16,-2 11-12 0,0-8-12 0,0 8-15 15,2-7-13-15,-2 7-19 0,0 0-21 0,2-8-13 0,-2 8-17 16,0 0-15-16,0 0-18 0,0 0-15 0,0 0-13 15,0 0-11-15,0 0-10 0,0 0-12 16,0 0-2-16,0 0-13 0,0 0 5 0,0 0-9 16,0 28-5-16,0-17-14 0,-2 2 4 0,2 1-1 15,-2 5-5-15,2-2-4 0,2 0-2 0,-2 0-4 0,0-1-2 16,0-1 1-16,2 2-8 0,0-2-1 16,-2-1 7-16,1-4-7 0,-2 4-8 0,1-3 9 15,0-2-7-15,0 2 1 0,-2-5-4 0,2-6-10 16,0 13-16-16,2-9-8 0,-2-4-22 0,0 0-24 15,-2 13-19-15,2-13-23 0,0 0-19 0,0 8-30 16,0-8-11-16,0 0-27 0,0 0-25 0,0 0-33 0,0 0-36 16,0 0-35-16,0 0-36 0,0 0-22 15,0 0-297-15,0 0-742 0,0 0 329 0</inkml:trace>
  <inkml:trace contextRef="#ctx0" brushRef="#br0" timeOffset="196328.05">11283 15613 195 0,'-5'-13'315'0,"5"6"-3"0,0 7-13 0,0-12-10 16,0 12-7-16,5-18-16 0,-3 14-17 0,5-7-7 16,-1 4-1-16,3 1-32 0,3-2-4 0,-2 4-29 15,5-6-16-15,2 4 12 0,1 1-18 0,-2 3-10 16,2-2-5-16,0 4-20 0,4 3-1 0,-4 0-7 15,2 0-6-15,7 3 0 0,-8-1-4 0,-2 2-12 16,1 2-7-16,-4 0-3 0,2 1-7 0,-1-1-6 16,-3 2 1-16,-1 5-2 0,-3-5-5 0,0 2-5 15,-3 1-4-15,0 2-5 0,-3-4-4 0,-1 1-3 16,-2 3 0-16,-3-2-5 0,0 1 0 0,-3 1-6 16,-2 0 2-16,0-2-2 0,-3-1-4 0,-5-1-2 15,-4 3 3-15,-3-1-4 0,-1-2-2 0,7-3-2 16,-5 0 0-16,0 2-1 0,4-7-2 0,2 3 1 15,-1-1-3-15,7-3 1 0,-1 0-1 0,5 0-1 16,0 0-2-16,7-3-4 0,-11 2-15 0,7 1-18 16,4-3-20-16,-5 2-31 0,5-2-34 0,0 0-55 15,0 0-55-15,0 0-53 0,0 0-59 0,23 8-77 16,-13-8-301-16,3 0-771 0,0 1 341 0</inkml:trace>
  <inkml:trace contextRef="#ctx0" brushRef="#br0" timeOffset="196749.82">11817 15852 192 0,'5'-9'344'0,"-1"5"2"0,-4 4 0 0,4-8 0 16,-4 8-17-16,1-10 4 0,2 4 3 0,-3 6-6 15,3-9-6-15,0 4-11 0,-3 5-15 0,0 0-13 16,0-10-14-16,0 10-16 0,0 0-13 0,0-10-19 16,0 10-21-16,0 0-24 0,0 0-18 0,2-7-16 15,-2 7-17-15,0 0-14 0,0 0-12 0,0 0-12 16,0 0-9-16,0 0-10 0,0 0-6 0,0 0-5 16,0 0-11-16,3 29-5 0,-3-21-1 0,0 3-5 15,0-1 0-15,2 1-5 0,-2 2-1 0,3 3-5 16,-4-3-3-16,2 1 0 0,-1 0-2 0,-2-2-3 15,1 4-2-15,-1-4-1 0,4 0 0 0,-4 0-5 16,1-1-1-16,-1 0 4 0,2-2-4 0,-2 1-1 16,2-2 1-16,0-8-17 0,0 12-14 0,-3-5-5 15,3-7-13-15,-1 9-15 0,1-9-15 0,-2 8-15 16,2-8-11-16,0 0-22 0,0 0-14 0,0 0-23 16,0 0-33-16,3 9-36 0,-3-9-33 0,0 0-31 15,0 0-30-15,0 0-35 0,0 0-21 0,0 0-26 16,0 0-230-16,0 0-681 0,8-28 301 0</inkml:trace>
  <inkml:trace contextRef="#ctx0" brushRef="#br0" timeOffset="197124.74">11779 15826 52 0,'-2'-10'238'0,"2"10"-3"0,0-13-6 0,0 13 4 16,0-10 12-16,0 10-8 0,3-13-13 15,-2 7-8-15,1-1-11 0,-2 7-3 0,7-11 0 0,-4 2-17 16,1 4-12-16,5-1-6 0,-2-1-3 0,2 0-4 16,-1 2-3-16,2 2 1 0,-2-4-13 0,0 6-17 15,0-2-12-15,-1 1-9 0,0 1-6 0,1-2-11 16,-8 3-10-16,15 3-8 0,-8-2-13 15,-7-1-1-15,10 5-4 0,-5 0-4 0,0 1-3 0,-1-1-2 16,-4 1-9-16,3 0 2 0,-3-6 1 0,-1 11-12 16,1-11 6-16,-4 15-1 0,0-7-6 15,0-2 2-15,-4 1-2 0,1-1-6 0,-1 0 7 0,-4 1-3 16,3-3-3-16,-2 3-1 0,-3-3 0 16,-3 1-15-16,3-3-18 0,3-1-26 0,-1 2-35 0,1-1-36 15,0-2-36-15,0 0-39 0,1 0-41 0,10 0-53 16,-15-2-72-16,8-1-289 0,7 3-691 0,0 0 306 15</inkml:trace>
  <inkml:trace contextRef="#ctx0" brushRef="#br0" timeOffset="200623.9">13482 14805 248 0,'2'-6'404'0,"-2"6"0"0,0 0 1 0,0 0-17 15,2-9-13-15,-2 9-6 0,0 0-14 0,0 0-3 16,2-8-10-16,-2 8-15 0,0 0-11 0,2-6-16 15,-2 6-14-15,0 0-14 0,0 0-18 0,0 0-16 16,0 0-30-16,0 0-4 0,0 0-17 0,0 0-18 16,2-7-19-16,-2 7-2 0,0 0-22 0,0 0-15 15,0 0-27-15,0 0-1 0,0 0-4 0,0 0-12 16,0 0-4-16,0 0-10 0,0 0-6 0,0 0-1 16,3 25-2-16,-3-16-8 0,3 3-5 0,-1-2-6 0,-2 4-3 15,0-3 1-15,0 5 0 0,2 0-1 16,0 0-5-16,2-1-3 0,-3 1-1 0,-1-4-18 15,2 4 20-15,-2-5-4 0,0 5 3 0,2-4-7 16,-4 0 0-16,2-3 5 0,0 0-3 0,0-1-1 16,-2 0-17-16,4-1 8 0,-2-7 5 0,0 13-11 15,0-13-11-15,0 7-10 0,0-7-4 0,0 0-10 16,0 11-6-16,0-11-4 0,0 0-17 0,0 0-11 16,0 6-24-16,0-6-30 0,0 0-25 0,0 0-37 15,0 0-58-15,0 0-71 0,0 0-57 0,0 0-59 0,0 0-60 16,13-15-321-16,-6 7-890 0,2 2 394 15</inkml:trace>
  <inkml:trace contextRef="#ctx0" brushRef="#br0" timeOffset="200920.71">13785 14943 161 0,'0'0'395'15,"0"0"4"-15,0 0 8 0,0 0-15 0,0 0-18 0,0 0-21 16,0 0-13-16,0 0-19 0,0 0-14 0,6-2-13 16,-6 2-17-16,0 0-18 0,0 0-22 15,0 0-12-15,0 0-22 0,3-4-17 0,-3 4-20 16,8-5-18-16,-8 5-15 0,10-3-18 0,-3 1-12 16,5-2-9-16,7 1-11 0,-1 0-10 0,9-1-4 0,-7 1-10 15,3 2-4-15,4-2-5 0,-8-1-11 0,2 1-16 16,2 3-23-16,-4-1-29 0,0-1-29 15,-6 2-24-15,3-1-35 0,-5 1-37 0,1 0-49 16,-1-2-43-16,-5 1-50 0,-6 1-47 0,14-2-59 0,-14 2-33 16,9 0-228-16,-9 0-717 0,0 0 317 0</inkml:trace>
  <inkml:trace contextRef="#ctx0" brushRef="#br0" timeOffset="201264.38">14443 14802 82 0,'4'-3'348'0,"2"-2"-12"0,-2 2-10 15,0-2 1-15,-4 5-5 0,8-7-2 0,-8 7-6 16,3-6-9-16,-3 6-4 0,4-4-20 0,-4 4-14 16,0 0-24-16,0 0-25 0,4-7-31 0,-4 7-17 0,0 0-24 15,0 0-14-15,0 0-8 0,0 0-8 16,0 0-6-16,-17 18-5 0,10-10-5 0,-6 4 2 0,2 1-1 15,2-1-8-15,-3 4-4 0,1 0-9 16,-1 1-4-16,-7 1-7 0,2 2-6 0,7-5-6 0,-1-1-4 16,1 0-9-16,-1-1-2 0,5-1-4 0,1-2-3 15,-2 2 1-15,5-2-5 0,-2 0-4 0,4 1-1 16,2 0-1-16,4-1-22 0,6 3-13 0,1 0-16 16,4-2-25-16,-2 0-22 0,3-2-29 15,0 0-24-15,0-2-34 0,0-2-21 0,-2 3-28 0,2-3-16 16,-6-2-25-16,-2-1-28 0,3-1-21 0,-2-1-52 15,-4-1-305-15,1 0-708 0,0-2 313 0</inkml:trace>
  <inkml:trace contextRef="#ctx0" brushRef="#br0" timeOffset="201545.56">14382 14957 199 0,'-4'-4'411'0,"4"4"13"0,0 0 6 16,0 0-4-16,-3-8-13 0,3 8-5 0,0 0-8 15,0 0-15-15,0 0-16 0,0 0-28 0,0 0-28 16,0 0-35-16,9-13-24 0,-2 12-29 16,-7 1-31-16,13-7-18 0,-2 3-16 0,3 2-15 15,-1-1-17-15,4 0-14 0,2 0-13 0,0 0-7 0,-1 1-12 16,-2 0-9-16,2 1-20 0,-5-1-24 0,5 1-26 15,-4-1-31-15,5 1-26 0,-7-1-18 16,2 1-35-16,-3-1-50 0,-3 0-43 0,-2 2-56 0,-6 0-49 16,12 0-45-16,-12 0-65 0,7-1-23 0,-7 1-270 15,0 0-767-15,0 0 339 0</inkml:trace>
  <inkml:trace contextRef="#ctx0" brushRef="#br0" timeOffset="202162.83">13297 15389 25 0,'-4'-5'303'0,"4"5"-7"16,0 0-9-16,0 0-7 0,-2-6 2 15,2 6-3-15,0 0 7 0,0 0-19 0,-5-7-16 0,5 7 11 16,0 0-4-16,0 0-9 0,0 0-8 0,0 0-3 16,0 0-9-16,0 0-4 0,0 0-6 0,0 0-4 15,0 0-4-15,0 0-7 0,0 0-13 0,0 0-19 16,0 0-21-16,16-4-16 0,-2 3-10 0,3-1-3 15,12-2 2-15,5-2-5 0,2 4 4 0,16 0-11 16,4-1 6-16,2-1-3 0,5 2-10 0,30-4 0 16,-2 5-7-16,0 2-11 0,-26-2-7 0,26-6 1 15,-27 6-7-15,2-4 8 0,-2 2 2 0,-6-2-11 16,-4 3-1-16,-16-1-8 0,-2 0-1 0,-2-2 0 16,-6 1-12-16,-9 4-1 0,-1-3 1 0,-4 2-6 15,-4 0-9-15,-3-1-9 0,3 1 5 0,-6-2-6 16,-4 3 2-16,9 0-28 0,-9 0 0 0,0 0-3 15,11-2-40-15,-11 2-35 0,0 0-38 0,0 0-44 16,0 0-40-16,7 3-16 0,-7-3-23 0,0 0-37 16,0 0-51-16,-12 19-44 0,8-15-51 0,-5 3-53 15,1 0-403-15,-2-1-951 0,-1 1 421 0</inkml:trace>
  <inkml:trace contextRef="#ctx0" brushRef="#br0" timeOffset="202678.33">13802 15663 143 0,'0'0'316'15,"-2"-9"5"-15,2 9 0 0,0 0 2 0,0 0 11 16,0-13-5-16,0 13 5 0,0 0 4 0,2-7-11 0,-2 7-12 16,0 0-11-16,0 0-16 0,0 0-19 15,-2-9-22-15,2 9-30 0,0 0-20 0,0 0-26 16,0 0-14-16,0 0-28 0,0 0-10 0,0 0-15 15,0 0-11-15,0 0-10 0,0 0-7 0,0 0-9 16,0 0-6-16,0 0-10 0,-15 21 0 0,10-13-7 0,1 1-3 16,-5 0-7-16,4 2-2 0,1-2-3 15,-3 2 1-15,1 0-8 0,0 1 0 0,0 3-1 16,0-4-2-16,1 0-3 0,1 1-2 0,2-1-1 16,1 0 1-16,-1 1 3 0,2 0-5 0,0-2 8 15,3 1-7-15,1 1 2 0,5 1-4 0,-3-2-2 0,4-1-2 16,-2-1-14-16,1 1-11 0,0-1-11 15,1-1-18-15,-2-2-21 0,1 0-22 0,3-1-24 16,-1-1-37-16,-3-2-18 0,4-2-42 0,-1 2-40 16,0-2-31-16,1-2-36 0,-1 1-41 0,3-2-36 15,-1-2-278-15,-3 1-727 0,4-3 322 0</inkml:trace>
  <inkml:trace contextRef="#ctx0" brushRef="#br0" timeOffset="202976.81">13793 15734 394 0,'-6'-5'482'0,"6"5"1"16,0 0-9-16,0-9-32 0,0 9-26 0,0 0-33 15,7-10-21-15,-3 7-22 0,-4 3-16 0,14-10-26 16,-7 4-16-16,1 1-21 0,4 1-10 0,-3-3-21 15,2 2-17-15,7-4-15 0,-5 6-23 0,3-2-17 16,0-1-20-16,2 2-11 0,-1 0-12 0,1 1-16 16,1 1-9-16,1-1-11 0,-2 1-8 15,2 1-40-15,-4 0-24 0,2-1-33 0,-7 2-35 0,-2 0-36 0,3 0-41 16,-12 0-48-16,13 0-36 0,-7 2-37 16,-6-2-33-16,10 0-26 0,-10 0-37 0,0 0-22 15,10-2-36-15,-10 2-284 0,0 0-755 0,0 0 335 0</inkml:trace>
  <inkml:trace contextRef="#ctx0" brushRef="#br0" timeOffset="204313.65">14369 15585 87 0,'-5'-1'208'15,"5"1"-2"-15,0 0-2 0,0 0 0 0,0 0-4 16,0 0 0-16,0 0-6 0,0 0-6 0,0 0 1 15,0 0 1-15,0 0-3 0,0 0 8 16,0 0 6-16,-7-16 3 0,7 16-6 0,0 0 13 16,0 0-7-16,0 0-12 0,3-11-8 0,-3 11-18 0,7-5-6 0,-7 5-13 0,6-4-13 15,-6 4-11-15,11-7-14 0,-4 5-13 0,-7 2-12 0,14-1-3 16,-6-1-15-16,-8 2-10 0,19-1 3 16,-10 1-10-16,-1 0-9 0,4 0-8 0,-3 1 2 0,-1 1-3 15,-8-2-7-15,12 1-11 0,-5 1 3 16,-1-2-3-16,-6 0-6 0,7 7 1 0,-2-3 1 15,-5-4-6-15,5 7 1 0,-5-7 7 0,2 11-8 0,-2-11-2 16,-1 9 4-16,1-1 0 0,0-8-1 0,-6 11-3 16,1-5 1-16,1-1 7 0,-1-1-6 0,1 1-1 15,4-5-2-15,-9 7 3 0,5-4-1 16,4-3 5-16,-5 6-2 0,5-6 1 0,-5 2 7 16,5-2 2-16,0 0 14 0,0 0 9 0,-7 6 9 0,7-6 5 15,0 0-1-15,0 0 2 0,-2 6 0 0,2-6-10 16,0 0-6-16,0 0-2 0,0 0-3 0,0 0-8 15,0 0-1-15,11 6-5 0,-11-6-4 16,12 4 1-16,-8-1-5 0,1 0-2 0,-1 0-2 16,-4-3 0-16,7 8-4 0,-2-3 5 0,-5-5-7 15,7 6 0-15,-3-1-3 0,-4-5 1 0,2 10 0 0,-2-10 5 16,-2 9-6-16,2-9 2 0,-3 10 2 0,3-10 2 16,-6 9-1-16,-1-5 0 0,-2 2 3 0,-2 0-2 15,1-1 3-15,-2-1-3 0,-2-2 0 16,4 1-1-16,-9 1-5 0,5-3-8 0,1 2-12 15,-1-2-9-15,3 0-12 0,4 0-9 0,7-1-9 0,-14 1-4 16,14-1-34-16,0 0-31 0,-17-4-31 0,15 2-39 16,2 2-31-16,0 0-44 0,-10-7-61 15,10 7-59-15,0 0-272 0,-10-12-723 0,10 12 321 16</inkml:trace>
  <inkml:trace contextRef="#ctx0" brushRef="#br0" timeOffset="205141.57">13904 15498 89 0,'0'0'180'15,"0"0"2"-15,0 0-1 0,0 0 6 0,0 0-1 16,0 0 5-16,0 0 5 0,0 0 2 0,0 0 6 16,0 0 0-16,7-8 10 0,-7 8 1 0,0 0-7 15,0 0 0-15,0 0-8 0,0 0 9 0,0 0-2 16,0 0-1-16,0 0-11 0,0 0-1 0,0 0-9 16,4-5-10-16,-4 5-10 0,0 0-11 0,0 0-18 15,0 0-11-15,0 0-18 0,0 0-11 0,0 0-12 16,0 0-12-16,0 0-9 0,0 0-10 0,0 0-5 15,0 0-2-15,0 0-7 0,0 0-4 0,0 0-4 16,0 0-1-16,-15 15-5 0,10-10-2 0,0-1-4 16,5-4 0-16,-9 7-1 0,5 0-5 0,0-3 2 15,-1 3-2-15,-2 0-3 0,0 1 1 0,1 2-2 16,-1-5-1-16,0 5 1 0,0-2-4 0,1 2 1 16,-3-2-1-16,5 2 2 0,-4-2-5 0,1 2-6 15,-1-2-16-15,4 3-32 0,-4-2-26 0,2-2-29 16,1 2-29-16,1-1-41 0,2-2-31 0,0 0-31 15,1 4-29-15,1-10-60 0,5 14-59 0,1-6-266 16,6-1-705-16,-1 0 313 0</inkml:trace>
  <inkml:trace contextRef="#ctx0" brushRef="#br0" timeOffset="213130.57">15588 14799 138 0,'0'0'287'0,"0"0"-2"0,0 0-2 0,0 0 7 0,0 0-1 16,0 0 1-16,7-5 10 0,-7 5 1 0,0 0-2 15,0 0-6-15,0 0-1 0,0 0-5 0,0 0-1 16,0 0-5-16,0 0-8 0,0 0-9 0,0 0-12 16,0 0-18-16,0 0-15 0,0 0-21 0,0 0-21 15,0 0-20-15,0 0-20 0,0 0-15 0,0 0-14 16,0 0-5-16,0 0-13 0,0 0-4 0,-14 20-8 15,6-11-11-15,-5 5-3 0,-1-1 0 0,-3 6-5 16,-3 2-5-16,-2 2-13 0,6-1 3 0,-1 0-7 16,0 1-11-16,0-2 1 0,4 3-1 0,-1-4 2 15,5-2-6-15,-4 5 1 0,7-5-7 0,2 1-2 16,1-3 5-16,2 1-12 0,2 0-10 0,0-1-5 16,6 0-16-16,7-1 9 0,-1 1-12 0,-2 0-8 15,7-4-12-15,2 6-17 0,2-6-17 0,-4 0-23 16,5 2-31-16,-5-4-57 0,0-2-39 0,1 2-59 15,-4-2-59-15,3-1-62 0,-5-4-86 0,-1 2-307 16,0-3-871-16,0-2 385 0</inkml:trace>
  <inkml:trace contextRef="#ctx0" brushRef="#br0" timeOffset="214005.3">15963 14864 256 0,'0'0'347'0,"0"0"11"16,0 0 1-16,-3-11 1 0,3 11-8 0,0 0-1 15,0 0-14-15,0 0-9 0,0 0-15 0,0 0-12 16,1-9-15-16,-1 9-11 0,0 0-17 15,0 0-14-15,0 0-22 0,0 0-25 0,0 0-18 0,0 0-23 16,0 0-20-16,0 0-15 0,0 0-12 0,0 0-16 16,0 0-6-16,0 0-9 0,0 0-7 0,0 0-17 15,-6 33 4-15,5-23-3 0,1 1-7 0,-3 1-9 16,-1 2 1-16,2-1-9 0,-2 0 1 16,0 1-2-16,3 2-6 0,-4-3 1 0,1 0-4 0,1 0-3 15,1-2-2-15,-1 1 0 0,2 3 1 0,0-4-8 16,-1-1-3-16,4-1-4 0,-1-1-10 0,0-2 12 15,1 0-2-15,1-1 3 0,2 1 0 0,-1-1 4 16,1-1 2-16,2-2-2 0,-1-1-1 0,-6-1 1 16,17 1-7-16,-7-2 13 0,0 0 6 0,2 0 5 15,-1-2-1-15,1 1 0 0,-2-3-13 0,-4 4 5 16,5 0-1-16,-3-2-3 0,-8 3 4 0,12-2-11 16,-5 0 7-16,-7 2-8 0,10-2-21 0,-10 2-26 15,7-3-38-15,-7 3-43 0,8-1-46 0,-8 1-61 16,0 0-66-16,6-3-57 0,-6 3-59 0,0 0-43 15,0 0-346-15,0 0-868 0,0 0 384 0</inkml:trace>
  <inkml:trace contextRef="#ctx0" brushRef="#br0" timeOffset="214255.3">15866 14864 256 0,'2'-9'460'0,"1"-2"-19"0,-1 1 2 0,-1 0-13 16,3 1-39-16,0 0-32 0,1 2-31 0,-1-3-29 16,4 1-28-16,-2 2-31 0,4 1-20 0,1 0-26 15,0 1-18-15,6-1-17 0,1 3-19 0,-2 1-10 16,3-5-16-16,0 7-10 0,0-1-15 0,-2 2-34 16,-5-1-24-16,-1 1-40 0,1-1-30 0,-2 2-29 15,0-2-44-15,-2 0-30 0,0 1-34 0,-8-1-27 16,10 2-22-16,-10-2-17 0,9 2-26 0,-9-2-18 15,4 3-25-15,-4-3-231 0,0 0-587 0,0 0 260 16</inkml:trace>
  <inkml:trace contextRef="#ctx0" brushRef="#br0" timeOffset="214489.54">15974 14931 130 0,'0'0'329'0,"-2"10"15"0,2-10 9 0,0 0 11 15,0 0 10-15,-6 2-5 0,6-2-5 0,0 0-16 16,0 0-19-16,0 0-21 0,0 0-22 0,0 0-28 16,0 0-23-16,0 0-25 0,0 0-22 0,0 0-22 15,0 0-20-15,0 0-10 0,0 0-19 0,0 0-20 16,31-9-27-16,-18 7-35 0,-5 1-34 0,4 1-44 16,-1 1-33-16,4-2-51 0,-5 2-50 0,3-1-46 15,0 2-42-15,-2 1-45 0,2-3-32 0,-1 1-28 16,-1 0-234-16,0 1-655 0,1-1 290 0</inkml:trace>
  <inkml:trace contextRef="#ctx0" brushRef="#br0" timeOffset="-214554.18">16255 14989 180 0,'0'0'350'0,"0"0"21"0,0 0 30 15,0 0-8-15,0 0 15 0,0 0-4 0,0 0-3 16,0 0-9-16,0 0-14 0,0 0-16 0,0 0-14 15,0 0-23-15,0 0-24 0,0 0-22 0,0 0-34 16,0 0-22-16,0 0-27 0,0 0-23 0,0 0-13 0,0 0-18 16,0 0-18-16,0 0-13 0,0 0-12 15,0 0-9-15,0 0-14 0,-7 7-5 0,7-7-7 16,-3 12-9-16,3-7-9 0,-3 2 0 0,3-7-9 16,-2 13-22-16,2-7-9 0,-1 2-12 0,1-8-9 15,-2 11-16-15,2-11-9 0,0 13-10 0,0-13-5 0,2 9 8 16,-2-9-3-16,0 5 9 0,0-5 3 15,3 4 13-15,-3-4 1 0,0 0 0 0,11 0 6 16,-11 0-1-16,0 0 2 0,18-6 2 0,-12 3 9 16,-1-4-6-16,4 0-1 0,1-1 9 0,1 2 5 15,-2-2 2-15,1 1 8 0,-1 1 9 0,1 0 5 16,-4 0-2-16,1 0 1 0,-1 3 0 0,-2 1 4 16,-4 2-8-16,6-3-6 0,-6 3 6 0,7-4-12 15,-7 4 2-15,0 0-5 0,0 0 3 0,12 1 3 16,-12-1-5-16,6 7-3 0,-3-4 0 0,1 1 2 15,-4-4-2-15,7 10-1 0,-7-3 0 0,5-2 2 0,-2 1-28 16,3 3-19-16,0-3-28 0,-3 1-31 16,2 2-38-16,1 0-32 0,-2-4-41 0,1 2-33 15,3 0-37-15,-3-3-38 0,0 0-36 0,3 0-38 16,-1-2-42-16,1-1-264 0,-8-1-758 0,22-1 336 16</inkml:trace>
  <inkml:trace contextRef="#ctx0" brushRef="#br0" timeOffset="-214194.89">16693 14878 375 0,'3'-9'443'0,"1"0"-1"0,0-1-5 16,-2 1 2-16,1 3-5 0,-2 0-8 0,-1 6-10 16,4-11-15-16,-4 4-28 0,0 7-20 0,4-8-16 15,-4 8-30-15,0 0-31 0,1-9-23 0,-1 9-22 16,0 0-21-16,0 0-13 0,0 0-31 0,0 0-18 15,3-6-15-15,-3 6-16 0,0 0-8 0,0 0-17 16,0 0-10-16,0 0-9 0,0 0-2 0,0 0-11 16,0 0-3-16,0 30-3 0,-1-20-20 0,-1 1 6 15,2 5-4-15,-1-4 3 0,-2 5-7 0,2-2-3 16,1 3-8-16,-2 0 2 0,2-1-4 0,-2 1-2 16,2-1-2-16,0-1-2 0,-1 3 0 0,0-4-1 15,-1 1-3-15,1-5 1 0,2 2-29 0,-1-3-6 16,0 0-9-16,2 0-22 0,-2-2-18 0,0-8-17 15,0 12-13-15,1-8-12 0,-1-4-6 0,0 0-7 16,1 11-5-16,-1-11-14 0,0 0-11 0,0 0-32 16,0 0-51-16,0 0-29 0,0 0-37 0,0 0-27 15,0 0-37-15,0 0-31 0,0 0-20 0,7-19-264 16,-7 19-744-16,0 0 331 0</inkml:trace>
  <inkml:trace contextRef="#ctx0" brushRef="#br0" timeOffset="-213741.85">16644 15071 30 0,'0'0'166'0,"-12"-2"15"0,12 2 21 16,-10-2 15-16,10 2 13 0,-8-3 13 0,8 3 11 16,-10-1 13-16,10 1 11 0,0 0 13 0,-9-5-1 15,9 5-3-15,0 0-10 0,-6-2-2 0,6 2-10 16,0 0-11-16,0 0-15 0,0 0-12 0,0 0-16 16,0 0-13-16,0 0-18 0,0 0-18 0,0 0-14 15,0 0-16-15,0 0-16 0,0 0-12 0,19-4-7 16,-19 4-8-16,18-3-14 0,-5 2-9 0,0-2-5 15,4 1-5-15,1 1-10 0,0 1-2 0,-1-3-4 16,2 3-8-16,0-1 0 0,-1 0-4 0,-8-2-1 16,8-1-2-16,-6 0-1 0,0 2-5 0,-3-2-1 15,0 1 4-15,-1 1-4 0,-2 1-4 0,-6 1 2 16,12-3 3-16,-7 2-9 0,-5 1 3 0,9-4 3 16,-9 4 1-16,0 0 4 0,0 0 0 0,9-3-7 15,-9 3 3-15,0 0 0 0,0 0-1 0,8-1 5 16,-8 1-3-16,0 0-6 0,0 0 2 0,0 0-3 15,0 0-3-15,0 0 1 0,0 0 0 0,2 9-4 16,-2-9 4-16,0 0-5 0,-2 12 5 0,2-12-4 16,-2 11 0-16,2-11 1 0,-4 11 0 0,3-3 8 15,0 2-11-15,0-2 5 0,-1-1-1 0,0 1 1 16,-1 1-4-16,-1-1 0 0,4-1 1 0,0-7-15 16,-1 13-16-16,1-13-18 0,3 9-23 0,-2-4-30 0,-1-5-20 15,1 8-24-15,-1-8-23 0,4 5-39 16,-4-5-35-16,0 0-52 0,12 1-48 0,-12-1-62 15,12-2-57-15,-12 2-271 0,14-10-789 0,-5 3 350 16</inkml:trace>
  <inkml:trace contextRef="#ctx0" brushRef="#br0" timeOffset="-213585.56">16979 14970 112 0,'2'-10'378'0,"-2"10"33"0,3-8 3 0,-1 2-5 16,-2 6-31-16,3-7-36 0,-3 7-36 0,4-8-35 15,-4 8-29-15,0 0-37 0,1-6-53 0,-1 6-39 0,0 0-58 16,0 0-65-16,0 0-58 0,0 0-67 16,7 17-53-16,-4-9-72 0,2-1-262 0,0 2-564 15,2 1 249-15</inkml:trace>
  <inkml:trace contextRef="#ctx0" brushRef="#br0" timeOffset="-213226.34">17061 15074 106 0,'0'0'414'16,"0"0"-11"-16,0 0-8 0,3-27-10 0,-3 27-22 15,0 0-22-15,2-9-20 0,-2 9-27 0,0 0-26 16,0 0-33-16,3-7-27 0,-3 7-21 0,0 0-13 16,0 0-25-16,0 0-15 0,0 0-11 0,0 0-11 15,13 14-14-15,-10-7-9 0,2 0-10 0,-1 2-6 16,1 0-10-16,-1-2-3 0,-2 1-12 0,1 2 0 15,-1-1-11-15,0-2-4 0,0 0-2 0,1-1-3 16,-3-6-2-16,1 14-2 0,0-9-4 0,-1-5 4 16,0 7-4-16,0-7 8 0,0 0 0 0,0 0-3 15,2 7 6-15,-2-7 2 0,0 0 13 0,0 0 23 16,0 0-2-16,0 0-4 0,5-24-5 0,1 14-9 16,2-3-7-16,-1-1 0 0,4-1-7 0,3-6 0 15,6 2-8-15,1 0-2 0,0 2-9 0,-2 0 1 16,-3 8-9-16,-1 1-34 0,-5 1-38 0,3 4-37 15,-1-1-51-15,-1 4-34 0,1 0-46 0,-1 2-40 16,-1 2-42-16,-2 1-40 0,2 0-28 0,-5 1-297 16,0-2-737-16,1 2 326 0</inkml:trace>
  <inkml:trace contextRef="#ctx0" brushRef="#br0" timeOffset="-212742.09">17407 15102 82 0,'0'0'300'0,"0"0"0"16,0 0 4-16,0 0-8 0,0 0 1 0,0 0 2 16,0 0 1-16,0 0-3 0,0 0-4 0,0 0-12 15,0 0-13-15,0 0-8 0,0 0-17 0,0 0-16 16,0 0-17-16,0 0-19 0,0 0-12 0,0 0-28 16,0 0-7-16,0 0-16 0,0 0-14 0,0 0-8 15,0 0-15-15,0 0-7 0,0 0-7 0,0 0-7 16,0 0-10-16,16-13-4 0,-16 13-3 0,20 4-5 15,-9-1-3-15,4-3-4 0,-2 1-3 0,5-1-2 16,-1-1-5-16,-3 0-2 0,4-2-1 0,-4 0-3 16,-1 0-1-16,3-2-4 0,-1-2-1 0,3 0 0 15,-7-1 15-15,-2 4 7 0,1-2-1 0,-3 0 1 16,-1 1-4-16,-1 1-7 0,-1 0-1 0,-4 4-3 16,3-13-5-16,-3 13-1 0,-5-9-4 0,1 2-3 15,4 7-1-15,-14-11-5 0,4 7-2 0,0 0-1 16,-2 2 2-16,-2 0 1 0,0 2-2 0,0 0 1 15,-3 3 1-15,2-2-5 0,5 6 4 0,0-3-2 16,0 4-1-16,1 0 0 0,-4 2-1 0,5 0 7 16,3-1-6-16,0 2 2 0,1-2-1 0,0 0 0 15,2 1-4-15,0-1 6 0,2 2 0 0,3-1 3 16,-1-1 1-16,5-1-1 0,2-1-1 0,6 4 0 16,2-2 0-16,2-1 2 0,8 2-4 0,1-4 5 0,4 0 4 15,1 0-8-15,2-1-1 0,-2-2-15 16,-4-1-26-16,2 3-30 0,-4-2-55 0,-8-2-53 15,-1-1-75-15,-5 0-93 0,-2 2-90 0,-3-4-455 16,-8 2-960-16,0 0 426 0</inkml:trace>
  <inkml:trace contextRef="#ctx0" brushRef="#br0" timeOffset="-211961.04">18429 14915 318 0,'0'0'315'0,"4"-6"-5"0,-4 6 0 0,0 0 11 0,0 0-27 15,0 0 24-15,3-8 8 0,-3 8-6 16,0 0 3-16,0 0-6 0,0 0 0 0,3-6-3 16,-3 6-5-16,0 0-12 0,0 0-14 0,0 0-11 15,0 0-22-15,0 0-14 0,0 0-23 0,0 0-13 0,0 0-21 16,0 0-16-16,0 0-29 0,0 0-7 0,0 0-13 15,0 0-11-15,0 0-16 0,6 18-5 16,-3-10-25-16,0 5 11 0,-1-2-5 0,1 4-1 16,-2 3-6-16,1-3-5 0,-1 4-5 0,-2-1-3 0,-1 0 3 15,1-2-15-15,1 3 0 0,-3-1 3 0,1-2-16 16,-2 3 3-16,2-2 1 0,-2 0-3 0,1-2 4 16,2-1-11-16,0-2 2 0,1 1 0 15,0-3-3-15,0 1 1 0,1-1 2 0,3 1-13 16,-4-2 11-16,1-4-16 0,-1-5-15 0,3 12-19 0,-3-12-29 15,3 7-26-15,-3-7-31 0,0 8-46 16,0-8-59-16,0 0-66 0,0 0-52 0,0 0-55 0,0 0-67 16,0 0-71-16,-19-24-316 0,10 16-928 15,2-3 411-15</inkml:trace>
  <inkml:trace contextRef="#ctx0" brushRef="#br0" timeOffset="-211398.67">18204 14918 214 0,'0'0'402'0,"-2"-11"6"0,2 11 9 0,-3-11-19 16,3 5-12-16,0 6-20 0,3-15-34 0,3 6-31 16,0 2-29-16,5-2-19 0,4 0-13 15,2-2-17-15,8 0-2 0,3-1-8 0,3 4-10 16,2 0-10-16,-2 1-13 0,3 0-16 0,2 4-21 0,-1 0-7 15,0 2-18-15,1 2-8 0,-3 1-9 0,-3 0-13 16,-1 2-4-16,-2 1-11 0,-6 0-6 0,-2 1-10 16,-1 2-6-16,-2-1-8 0,-3-1-6 15,-2 1-1-15,-1 0-4 0,-4 2-3 0,0 0 2 16,1-2 0-16,-4 5 3 0,-1 1 5 0,-4 2 2 0,0-3 1 16,-6 2 0-16,-2 2-3 0,-2-3 2 0,-5-3-1 15,-6 8-1-15,-3-6-5 0,-3 0-2 0,-1 0-4 16,0-3-4-16,-1-1 4 0,-1-2-9 15,1-1 2-15,4-2-10 0,8 0 15 0,1-1 2 0,1 0 20 16,4-2 23-16,0-2 20 0,5 2 9 0,8 0 7 16,-14-2-3-16,9 1-1 0,5 1-6 0,-6-5-12 15,6 5-8-15,0 0-30 0,0 0-47 16,0 0 0-16,10-12 0 0,-10 12 0 0,14-2 0 16,-2 3 0-16,0-1 0 0,5 4 0 0,1-2 0 0,-1 5 0 15,2-1 0-15,1 1 0 0,-3 2 0 0,3 1 0 16,3 3 0-16,-8-2 0 0,5 0 0 0,-8 1 0 15,4 1 0-15,-2-1 0 0,0 1 0 0,-4-2 0 16,-1-1 0-16,-1-1 0 0,-1 1 0 0,0 0 0 16,-1-1 0-16,-1 0 0 0,-2-4 0 0,1 2 0 15,1-4-107-15,-3 4-74 0,-2-7-27 0,5 7-18 16,-2-3-32-16,-3-4-38 0,8 4-38 0,-8-4-40 16,12 2-26-16,-5-2-15 0,-7 0-8 0,15-3-22 15,-6 1-309-15,-3 0-818 0,0-2 362 0</inkml:trace>
  <inkml:trace contextRef="#ctx0" brushRef="#br0" timeOffset="-210492.64">18892 15227 230 0,'5'-2'254'0,"-5"2"3"0,0 0 1 16,6-5-2-16,-6 5 3 0,4-3-1 0,-4 3 0 15,0 0-3-15,8-6 5 0,-8 6-7 0,6-5 0 16,-6 5-4-16,5-4-5 0,-5 4-2 0,5-5-8 15,-5 5-13-15,6-8-8 0,-2 6-10 0,-4 2-6 16,7-5-9-16,-2 3-17 0,-5 2-17 0,8-7-11 16,-4 4-16-16,-4 3-14 0,9-5-10 0,-9 5-11 15,12-3-10-15,-5 2-11 0,-7 1-7 0,14 0-5 16,-14 0-9-16,13 0-1 0,-7 0-7 0,-1 4-4 16,-5-4-6-16,12 4-8 0,-9-2-1 15,-3-2-3-15,8 9-3 0,-7-7-3 0,-1-2-1 0,4 10-2 16,-4-10-1-16,-1 10-3 0,1-10 3 0,-8 11 2 15,3-6-1-15,-4 1-2 0,2 0 3 0,-5-2-1 16,-1 1-5-16,4-2 2 0,-4 1 1 0,-4 0 1 16,4-2-1-16,-1-1-2 0,1-1 2 0,0 0 0 15,2 0 2-15,0 0-2 0,11 0 3 0,-13-3 13 16,6-2 1-16,1 1 4 0,3-1 7 0,3 5-3 16,-2-12-3-16,2 12-3 0,5-18 0 0,0 11-8 15,0-1 2-15,1-2-2 0,2 3-3 0,1 0-3 16,-1-1-3-16,-1 2 1 0,3 2-1 0,-1-3-5 15,-1 5 1-15,4 1-1 0,-2-1-5 0,0 1 4 16,3 2-5-16,-3-1-1 0,0 2-1 0,2 1 3 16,-2 3-2-16,-1-3 1 0,1 5 1 0,-1-3-2 15,-1 2-1-15,2 2 1 0,-4-4-3 0,-2 2 6 16,3-2-4-16,-3 3-3 0,-1-2 3 0,4 3 4 16,-5-2-4-16,-2-7 1 0,5 11-3 0,-2-8 3 15,-3-3 4-15,4 8-3 0,-4-8 4 0,2 6-3 16,-2-6 6-16,3 5 3 0,-3-5-1 0,0 0 0 15,0 0 1-15,0 0-2 0,0 0-2 0,19-11-2 16,-11 4 2-16,1 3-5 0,1-3-1 0,0-2-4 16,2-2 9-16,3 0-2 0,-6 4-1 0,2-2-7 15,1 5 6-15,0-9-1 0,-2 5 3 0,0 0 1 16,-1 3 3-16,-2-1-4 0,0 3 3 0,-2-2-2 16,-5 5-6-16,9-2 0 0,-9 2-2 0,11-1 2 15,-11 1 1-15,0 0-2 0,14 3 1 0,-14-3 2 16,7 5 9-16,-3 0-6 0,1-1-5 0,-5-4-1 15,5 10-1-15,-3-6-3 0,-2-4 2 0,6 10 2 16,-6-4 1-16,0-6 2 0,3 9-5 0,-1-3 4 16,-2-6-6-16,1 7 4 0,-1-7 10 0,0 0-7 15,1 8 2-15,-1-8 9 0,3 5 1 0,-3-5-2 16,0 0 4-16,0 0-2 0,0 0-2 0,0 0-3 16,0 0-1-16,18-12-5 0,-13 8 5 0,-1-2-4 15,2 1 4-15,4 1-5 0,-2-2 1 0,1 2 3 16,-4 1 9-16,1-3 3 0,-6 6-3 0,9-5-2 15,-4 2 4-15,-5 3-6 0,9-3-1 0,-9 3-5 16,11 0 2-16,-11 0 6 0,11 1-8 0,-11-1 1 16,9 6-9-16,-4-3 8 0,0 1 2 0,0 0-3 15,-1 1 3-15,3 2-4 0,-3-2 1 0,-1 1-13 16,4-2-19-16,-4 1-29 0,1 1-27 0,0 1-29 16,0-3-27-16,0-1-29 0,1 2-36 0,-5-5-37 15,13 6-34-15,-6-3-24 0,0-2-27 0,0 0-9 16,-7-1-22-16,13 0 8 0,-2-1-12 0,-11 1-1 15,15 0-251-15,-8-1-665 0,1-1 295 0</inkml:trace>
  <inkml:trace contextRef="#ctx0" brushRef="#br0" timeOffset="-209914.65">19689 15220 402 0,'0'0'31'15,"8"-3"45"-15,-8 3 26 0,0 0 22 0,0 0 22 16,0 0 24-16,6-6 17 0,-6 6 9 0,0 0 5 16,3-5-3-16,-3 5 1 0,0 0 1 0,4-7-5 15,-4 7-8-15,0 0 7 0,6-7-13 0,-6 7 8 16,5-7 1-16,-5 7-5 0,5-3-4 0,-5 3-5 15,0 0-5-15,7-6-9 0,-7 6-11 0,4-3-8 16,-4 3-13-16,0 0-11 0,0 0-12 0,7-4-10 16,-7 4-7-16,0 0-13 0,0 0-10 0,0 0-6 15,0 0-8-15,0 0-4 0,0 0-9 0,0 0-5 16,8 11-3-16,-8-11-6 0,2 4-2 0,-2-4-5 16,0 0 1-16,-1 14-5 0,1-14 2 0,-2 8-6 15,2-8 4-15,-7 11 0 0,5-6 0 0,2-5-3 16,-10 8 1-16,6-6 3 0,-2 2-3 0,1 1 3 15,5-5 0-15,-14 2 1 0,8 0 9 0,6-2 13 16,-12-2 15-16,12 2 8 0,-12-2-5 0,5-3 7 16,3 0 1-16,1-1 3 0,-3-1 4 0,3 2 5 15,0-6-4-15,2 4 0 0,1 7 0 0,-1-14-1 16,1 7-7-16,0-3-13 0,0 10-3 0,4-13-5 16,0 10-2-16,-1-3-6 0,2 3-5 0,-5 3-8 15,12-2 0-15,-5 2 3 0,5 3-11 0,-3 2-3 16,2 1 10-16,1 2-14 0,-1 3 3 0,3 2-4 15,-3 3-1-15,0 1-6 0,-1 1 6 0,-1 0 1 16,-2 1 0-16,3 4-5 0,-4-6 2 0,-1-1-4 16,-2 3 0-16,0-1-2 0,-3 0 1 0,1 2 0 15,-2 3 2-15,-5-3 1 0,1-3-6 0,-1 1 1 16,-3 0 5-16,1-3 1 0,-1 1 0 0,-1-2-4 16,2 2 1-16,-1-4 0 0,3-2 0 0,-3-2 0 15,3 1-2-15,-1-3 2 0,2 0 5 0,-1-2 2 16,0 0 5-16,6-4-1 0,-11 5 1 0,5-5 0 15,6 0-2-15,-14-2 2 0,14 2-2 0,-9-7 6 16,4 3-3-16,-2-3-4 0,1-3 2 0,0 4-4 16,2-3 2-16,1-2-3 0,1 0 0 0,0 3-31 15,2-2-28-15,0-1-42 0,3 0-59 0,2 1-72 16,3-1-69-16,3 4-71 0,5-1-73 0,3 1-71 16,0 0-349-16,9 1-929 0,-6 0 411 0</inkml:trace>
  <inkml:trace contextRef="#ctx0" brushRef="#br0" timeOffset="-209414.77">19951 15275 229 0,'0'0'349'16,"2"-11"5"-16,-2 11-17 0,0-9-6 0,0 9-13 15,1-9-11-15,-1 9-11 0,0 0-13 0,0-7-16 16,0 7-13-16,0 0-21 0,0 0-13 0,0 0-17 15,0 0-6-15,0 0-14 0,0-9-11 0,0 9-24 16,0 0-13-16,0 0-10 0,0 0-18 0,0 0-9 16,0 0-10-16,0 0-6 0,0 0-11 0,0 0-7 15,0 0-8-15,0 0-5 0,0 0-7 0,0 0-7 16,0 0 3-16,0 0 0 0,0 0-4 0,0 0 2 16,0 0-1-16,0 0 2 0,15 2-2 0,-15-2 1 15,13 0 0-15,0 0-5 0,0-1-3 0,4 0-1 16,0-4-1-16,1 2-2 0,-1-2-2 0,0 1-1 15,0-4-1-15,-2 1-1 0,-3 2 1 0,1 0 1 16,-4-1 18-16,0 0 1 0,-1-1 0 0,0 0 1 16,-5 2 7-16,-1-1-5 0,-2 6-3 0,7-7-8 15,-6 2-4-15,-1 5-3 0,0 0-4 0,-5-12-7 16,5 12-7-16,-8-3 0 0,0 2 1 0,8 1-5 16,-20 2-2-16,7 0 1 0,1 1 1 0,-4 4-3 15,2-3-1-15,-1 4-1 0,3-2-1 0,1 0 0 16,2 0 2-16,1 0 3 0,2 1 0 0,1-3-1 15,1 4-1-15,1-2 5 0,3-6-1 0,1 13-2 16,2-6 1-16,2 2 1 0,2-2-1 0,0 1 1 16,5 2 1-16,-2-6-4 0,8 4-13 0,-1 1-18 15,2-2-30-15,0 1-28 0,-3-2-38 0,4-2-39 16,0 0-47-16,1 2-35 0,0-3-44 0,-1 2-53 16,1-4-55-16,0 0-62 0,-3 0-274 0,10-3-794 15,-7 0 352-15</inkml:trace>
  <inkml:trace contextRef="#ctx0" brushRef="#br0" timeOffset="-208992.96">20916 15187 86 0,'0'0'285'0,"-7"-7"-13"16,3 1-8-16,4 6 5 0,-7-7 2 0,3 2-3 15,4 5-1-15,-6-6 3 0,6 6-3 0,-6-6 2 16,6 6-7-16,-4-8-16 0,4 8-11 0,-1-6-12 16,1 6-6-16,0 0-10 0,-2-10-9 0,2 10-17 15,0 0-19-15,6-9-16 0,0 5-16 0,-6 4-15 16,13-4-14-16,-6 2-10 0,1 2-9 0,-8 0-12 16,18 0-6-16,-8 0-7 0,1 3-9 0,-3-1-3 15,4 2-7-15,-1 0-3 0,-2 1-8 0,-1 0-4 16,-1 1 1-16,-1-2-8 0,-1 1-2 0,-1 0-4 15,-3 1-2-15,-1-6 3 0,0 11-3 0,0-11 3 16,-7 13 2-16,2-9-2 0,-4 1 1 0,-1 1-1 16,-1-3 2-16,-7 1 0 0,1-1-2 0,-2-2 2 15,-1-1-2-15,3-1-1 0,-1-1 1 0,0 1 4 16,4-2-3-16,4-1 5 0,-2 0-4 0,6 0-5 16,-3-3 3-16,5 2 0 0,0-2-2 0,4 7-15 15,-1-15-32-15,2 7-35 0,3 0-40 0,4-1-51 16,1 1-57-16,2-1-51 0,0 2-51 0,6 0-57 15,0 2-44-15,1 1-260 0,0-1-741 0,0 0 327 16</inkml:trace>
  <inkml:trace contextRef="#ctx0" brushRef="#br0" timeOffset="-208618.08">21087 14925 319 0,'0'-13'341'0,"2"5"15"0,-4-1 12 0,2-1 1 15,0 10 3-15,0-17-7 0,-1 12-12 0,-1-3-9 16,2 8-6-16,-4-11-21 0,2 6-20 0,2 5-23 16,0 0-26-16,-1-10-21 0,1 10-24 0,0 0-23 15,0 0-21-15,0 0-14 0,0 0-15 0,0 0-12 16,0 0-8-16,0 0-12 0,0 0-5 0,-8 26 7 16,6-8-12-16,1-3-3 0,4 12 2 0,-1-3-1 15,2 3-7-15,-2 3-1 0,-1-3-7 0,5 2-11 16,-3 2 3-16,-1-2-10 0,2-1 0 0,-3 2-9 15,0 3-6-15,-2 0-1 0,1 2-4 0,-3-4-4 16,-1-2-1-16,1 3-7 0,1-2-2 0,0 1 1 16,0-1-3-16,1-1-4 0,-1-1-1 0,0-1-4 15,4-3-1-15,-4-4 8 0,2-1-4 0,3 0-4 16,-3-3-2-16,0-4-15 0,1-2-8 0,-1 1-17 16,1-6-18-16,-1-5-27 0,0 13-31 0,0-6-22 15,0-7-17-15,0 8-29 0,0-8-28 0,0 0-34 16,0 0-54-16,0 0-48 0,0 0-50 0,0 0-40 15,0 0-352-15,-11-21-851 0,11 10 376 0</inkml:trace>
  <inkml:trace contextRef="#ctx0" brushRef="#br0" timeOffset="-208414.96">21025 15453 326 0,'0'0'430'15,"0"0"36"-15,0 0 12 0,2-12 14 0,-2 12-6 16,6-13-14-16,0 8-30 0,3 0-36 0,1-3-49 15,9-2-36-15,7 2-25 0,-1 1-28 0,2 1-33 16,3 1-22-16,-9 2-21 0,7-1-21 0,-7 2-26 16,-2 1-38-16,0 1-45 0,-1-1-52 0,-5-1-55 15,-2 1-46-15,-3 1-53 0,1-1-52 0,-9 1-49 16,12 0-43-16,-12 0-50 0,7-3-56 0,-7 3-55 16,0 0-249-16,0 0-756 0,0 0 335 0</inkml:trace>
  <inkml:trace contextRef="#ctx0" brushRef="#br0" timeOffset="-207602.69">16337 15559 98 0,'1'-7'372'0,"-1"7"-5"0,0 0 0 15,4-11 2-15,-4 11-12 0,2-6-2 0,-2 6-22 0,0-8-12 16,0 8-14-16,0 0-11 0,-6-12-16 16,6 12-12-16,-2-9-8 0,2 9-10 0,-4-8-20 15,1 3-20-15,3 5-20 0,-6-5-20 0,6 5-15 16,0 0-19-16,0 0-11 0,-8-3-13 0,8 3-12 16,0 0-10-16,0 0-1 0,-12 9 0 0,9-3 6 0,-5 1-10 15,3 2-4-15,0 2 1 0,-1 1 0 16,-1 6 4-16,1-1-1 0,2 2 0 0,0 6-1 15,2 3-6-15,-1-2-5 0,2 2-5 0,1-3-13 16,2 1-2-16,0 1 1 0,-1-7-7 0,2 5-5 16,-2-5-9-16,2 4 3 0,-2-3-3 0,3 4 1 15,-1-6 0-15,0-4 0 0,-2 3-6 0,3-1-11 0,-1-6-1 16,-1 3-7-16,2 1 10 0,-3-2-10 0,2-5 2 16,-2 1-5-16,0 1 2 0,-1-4-5 15,0-6-7-15,2 13-16 0,-2-13-13 0,1 6-20 16,-1-6-27-16,0 0-22 0,0 0-45 0,-5 8-59 15,5-8-73-15,0 0-78 0,0 0-78 0,-21-12-81 0,11 4-423 16,-3-3-1016-16,4 2 450 0</inkml:trace>
  <inkml:trace contextRef="#ctx0" brushRef="#br0" timeOffset="-207383.99">16098 15832 105 0,'0'0'373'0,"5"-6"21"0,-2 2 15 0,-3 4 3 15,9-7-10-15,-6 3-23 0,3 0-23 0,-6 4-27 16,9-7-28-16,-3 4-29 0,2 1-29 0,-1-1-22 16,2-1-25-16,0 2-14 0,3 1-22 0,-2-1-14 15,0 1-17-15,3 1-15 0,-1-1-26 0,1 1-34 16,0-1-44-16,1 1-44 0,3-2-49 0,1 0-47 0,0 1-35 16,1-1-32-16,1-2-27 0,-2 0-19 15,4 1-17-15,-5-1-8 0,2 0-8 0,-1-1-13 16,-2 0 4-16,-3 0-186 0,-1 2-509 0,-1-3 226 15</inkml:trace>
  <inkml:trace contextRef="#ctx0" brushRef="#br0" timeOffset="-207134.05">16549 15709 1253 0,'4'-3'-91'0,"1"-1"29"0,0-1 37 0,-1-1 47 16,0 1 35-16,-4 5 41 0,8-9 18 0,-6 3 31 15,1 1 30-15,-3 5 30 0,2-12 31 0,-2 12 12 16,4-11 27-16,-1 7 12 0,-3 4 4 0,4-10 11 16,-2 6 6-16,-2 4 8 0,4-7-11 0,-4 7-7 15,1-7 1-15,-1 7 2 0,0 0-5 0,0 0-13 16,4-7-15-16,-4 7-9 0,0 0-19 0,0 0-28 15,0 0-16-15,0 0-26 0,0 0-15 0,0 0-10 16,0 0-20-16,0 0-18 0,0 0-6 0,0 0-13 16,0 0-7-16,3 23-37 0,-3-14-46 0,0 3 0 15,1 1 0-15,0 1 0 0,0 2 0 0,2 0 0 16,0 1 0-16,-2-2 0 0,0 1 0 0,0-1 0 16,1-2 0-16,-1 0-195 0,-1 0-63 0,1-2-53 15,2 0-55-15,-1 1-43 0,0-1-42 0,-1-1-38 16,3-4-28-16,-2 1-350 0,2-3-937 0,-4-4 415 15</inkml:trace>
  <inkml:trace contextRef="#ctx0" brushRef="#br0" timeOffset="-206333.24">16806 15856 28 0,'0'0'358'0,"8"-1"10"16,-8 1-13-16,0 0-14 0,13-5-6 0,-10 3-13 15,-3 2-16-15,8-3-11 0,-8 3-17 0,5-3-12 16,-5 3-19-16,0 0-9 0,7-3-12 0,-7 3-14 16,0 0-9-16,0 0-14 0,6-7-18 0,-6 7-20 15,0 0-12-15,8-1-15 0,-8 1-9 0,0 0-20 16,0 0-9-16,9 0-7 0,-9 0-12 0,0 0-10 16,7 4-4-16,0-2-5 0,-4 3-9 0,-3-5-2 15,7 10-3-15,-5-7 0 0,1 3-7 0,-3-6-5 16,4 10-1-16,-3-4-4 0,-1-6-5 0,-4 11 8 15,4-11 1-15,-5 9 1 0,1-4 2 0,-5-1-3 16,-1-1 3-16,-3-2-5 0,1 2 2 0,-1-3-2 16,1-3 0-16,0 2 1 0,1-2 3 0,2 0 25 15,-1-1 11-15,4 1 2 0,1-1 6 0,5 4 0 16,-4-15-7-16,4 5 1 0,1 1-11 0,4-1-6 16,3-4-7-16,6 2 3 0,0-1-12 0,4 2-2 15,-3 0-6-15,4 0 7 0,-2 3 1 0,3-1-15 16,1 5-1-16,-1-1 2 0,1 2 0 0,-2 2-5 15,0 2-3-15,2 2 2 0,-4-1 0 0,-4 2-8 16,0-1 3-16,5 3-2 0,-6 0 1 0,-2 2-2 16,-3-1-4-16,1 2-4 0,-3-2 4 0,0 2 2 15,2 1 0-15,-4-2-4 0,0 2 3 0,-2-2 4 16,2 0-4-16,-2 0 2 0,0-1 5 0,-1 0-5 16,0-7 0-16,2 14-3 0,-2-9 5 0,0-5-3 15,0 0 1-15,-3 11 3 0,3-11 4 0,0 0 3 16,0 0 5-16,0 9-2 0,0-9 1 0,0 0-2 15,0 0 1-15,0 0-3 0,0 0-5 0,0 0 2 16,0 0 3-16,5-28 0 0,-1 21 1 0,-3 1 10 16,4 1 6-16,-2-1 1 0,-1 0-7 0,1 0-3 15,1 1 0-15,-4 5-3 0,9-6-2 0,-9 6 0 0,6-6-4 16,-6 6 0-16,12-3-5 0,-12 3-1 0,13 2 3 16,-13-2-3-16,16 5 0 0,-7-1-2 0,1 0-10 15,-1 1 11-15,0-1 0 0,2 1-2 0,-3 1 5 16,1-1-2-16,-1 1-2 0,1-1 2 0,1 0 2 15,-3-2-4-15,-1-2 6 0,-1 1-1 0,-5-2 0 16,13 2 4-16,-13-2 11 0,11 0 13 0,-3-4 5 16,0 1 1-16,-2-1 6 0,3-3 3 0,-2 0 11 15,0-3-8-15,1 1 0 0,-4-2-2 0,1-1-9 16,-1-2 7-16,-1 1-11 0,2-3-1 0,-3 0 2 16,0 3 3-16,0 2-1 0,-1 1 1 0,0 0-7 15,-1 3-1-15,0 7-27 0,0-12-5 0,0 12 0 16,1-7 0-16,-1 7 0 0,0 0 0 0,3-9 0 15,-3 9-74-15,0 0-58 0,0 0-46 0,0 0-36 16,0 0-43-16,0 0-50 0,-8 25-39 0,2-16-37 16,-2-1-44-16,3 0-60 0,-3 0-51 0,1-1-270 15,-2 0-876-15,9-7 388 0</inkml:trace>
  <inkml:trace contextRef="#ctx0" brushRef="#br0" timeOffset="-205631.34">17882 15799 158 0,'0'0'360'0,"0"0"-6"15,0 0 0-15,2-10-1 0,-2 10-4 0,0 0 1 16,0-9 10-16,0 9-13 0,1-9-16 0,-1 9-15 16,-1-9-16-16,1 9-12 0,0 0-14 0,1-11-15 15,-1 11-22-15,2-7-24 0,-2 7-21 0,4-8-21 16,-4 8-19-16,5-2-13 0,-5 2-16 0,12-1-13 15,-12 1-12-15,15 0-7 0,-3 3-13 0,-1 0-7 16,-2 2-11-16,2 1-5 0,0 0-8 0,-2 2-3 16,3 3-3-16,-3-1-5 0,2 1-2 0,1 2-6 15,-6-1-8-15,3 1 5 0,-6-2-11 0,0 0 4 16,2 2-5-16,-5-1 3 0,0-1-5 0,0 0-3 16,-5 0 2-16,1-1 2 0,-1-2 1 0,-3 1-2 15,3-3 0-15,-1-1 3 0,0-2 3 0,6-3 2 16,-8 5 1-16,8-5-1 0,-8 0-2 0,8 0 11 15,0 0 9-15,-5-13 0 0,5 13 2 0,8-15-8 16,-2 3-6-16,3-2-2 0,4 0 1 0,-2 0-3 16,5 2-7-16,3-7-2 0,-7 7 1 0,3 0 3 15,-1 3-11-15,-2-2-2 0,-3 5-9 0,2 0-20 16,-2 0-22-16,0 2-29 0,-2 1-34 0,1 1-33 16,-2 1-30-16,-6 1-41 0,17 1-35 0,-11 1-26 15,1 0-28-15,-2 1-23 0,2 3-24 0,-3 1-33 16,1-3-29-16,-2 0-302 0,-3-4-772 0,5 13 342 15</inkml:trace>
  <inkml:trace contextRef="#ctx0" brushRef="#br0" timeOffset="-204850.27">18273 15883 34 0,'8'-11'320'0,"-8"11"-2"0,0 0-2 0,5-8-12 16,-5 8-7-16,4-5-7 0,-4 5-6 0,4-6-12 15,-4 6-14-15,0 0-17 0,7-6-19 0,-7 6-17 16,4-4-17-16,-4 4-21 0,0 0-17 0,0 0-17 16,8-4-12-16,-8 4-15 0,0 0-11 0,10 0-11 15,-10 0-12-15,12 2-3 0,-12-2-9 0,11 4-5 16,-4 1-6-16,-1-2-5 0,0 0 2 0,1 2-12 16,-3 0-10-16,-1-1-3 0,-3-4 2 0,6 9-2 15,-5-2-8-15,0-1-2 0,2-1 7 0,-3-5-5 16,0 12 1-16,0-12-3 0,-5 11 4 0,-1-6-1 15,0 0-8-15,-2 1 5 0,-2-1 2 0,0-1-2 16,0-2 2-16,-3 1-2 0,-1 0-1 0,1-2 2 16,3 0-4-16,-2-2 2 0,3-1 5 0,9 2-9 15,-11-6 8-15,7 3 4 0,0-4 6 0,4 7 5 16,-2-15-1-16,3 7 3 0,3-1-7 0,1 1-7 16,0 0 5-16,1-1-2 0,3 1-4 0,0 1-3 15,-1-1 1-15,2 4 1 0,-2-1-4 0,1 1-1 16,-3 2 2-16,2 0-8 0,-1 0-2 0,-7 2-2 15,16 2 1-15,-9 0-2 0,1 0 3 0,-1 0-4 16,-1 5-1-16,0-4 6 0,1 2-5 0,-4 1 0 16,3-2 4-16,-1 3-3 0,-3-1-4 0,4 2 3 15,-4-2 2-15,3 3-4 0,-2-2 4 0,-1 0-1 16,2-2 2-16,-1 2-1 0,-2-1 2 0,-1-6 3 16,5 11-6-16,-4-6 5 0,3 0-1 0,-4-5 1 15,4 9 1-15,-4-9 1 0,9 4 4 0,-3-2-3 16,-6-2 0-16,12-2 4 0,-1 0-4 0,1 0-1 15,-2-3 3-15,1-1-8 0,2-2-1 0,5 0 4 16,-5-1 13-16,3-2 12 0,-4 0 7 0,1-2 6 16,1 1-3-16,-2-3-5 0,1-7 0 0,-2 5 2 15,-2 0-8-15,1-6-1 0,-2-3-3 0,-3 8-4 16,0 1 2-16,-3 1 13 0,1 3 13 0,-2 2 7 16,2 1-1-16,-3 1-1 0,1 1 3 0,-1 8-5 15,2-13-5-15,-2 13-5 0,-1-11-9 0,1 11-4 16,0 0-6-16,-2-7-2 0,2 7-3 0,0 0-5 15,0 0 2-15,0 0-3 0,-19 18 3 0,16-7 1 16,0 1-4-16,1 5-1 0,-2 0 1 0,3 3 0 16,-2 4 3-16,-1 0-4 0,3-4-4 0,-3-1 0 15,3 8 3-15,0-2-2 0,-1-6-1 0,1-1-2 16,-1 3 0-16,2-4 2 0,0 1 0 0,1-3-2 16,1 2 2-16,0-1-1 0,0-4-12 0,2 0-1 15,2 3-21-15,-2-6-23 0,3-1-22 0,-1-1-30 16,-3 0-34-16,8-3-50 0,-1 0-36 0,1-2-43 15,1-1-24-15,-1-1-24 0,-11 0-34 0,23-2-34 16,-12-1-6-16,1 0-259 0,-1 0-702 0,-1-3 310 16</inkml:trace>
  <inkml:trace contextRef="#ctx0" brushRef="#br0" timeOffset="-204334.77">18843 16008 94 0,'0'0'241'0,"0"0"13"0,0 0 5 15,0 0-7-15,0 0-7 0,4-6-2 0,-4 6-5 16,0 0-2-16,0 0-6 0,0 0 3 0,0 0-5 16,0 0-3-16,0 0-2 0,0 0-2 0,0 0-5 15,0 0-3-15,0 0-16 0,0 0-3 0,0 0-19 16,0 0-8-16,0 0-12 0,0 0-9 0,0 0-7 16,0 0-14-16,0 0-8 0,0 0-7 0,0 0-10 15,0 0-4-15,0 0-6 0,0 0-8 0,0 0-9 16,0 0-7-16,0 0-6 0,15 4-6 0,-15-4-3 15,17 1-5-15,-3 2-3 0,-2-3-3 0,3-1-5 16,2 1-3-16,3 0 0 0,0-1-2 0,0-3-3 16,0 4 2-16,-2-3-1 0,-1-1 2 0,0-1-3 15,-5 2-1-15,-3-1 2 0,2 0 0 0,-2-1 7 16,-2 0 1-16,-2 2 1 0,0-4-1 0,-5 7-3 16,6-9-4-16,-6 2-7 0,0 7 0 0,-6-13-5 15,1 6-2-15,-4-1-5 0,0 4 2 0,-2-2-5 16,-1 1-5-16,2 2 3 0,-4 1-4 0,1 1-2 15,-1 1-1-15,-3 0 2 0,-1 3-1 0,7 0-1 16,-2 2 2-16,3 1 0 0,0 0-5 0,0 0 4 16,3 1-1-16,1-3 2 0,0 6 5 0,3-2-7 15,0-2 1-15,3 4 2 0,0-2 2 0,3-1 2 16,0 2-3-16,3 1 4 0,0-1 6 0,3-2-11 16,2 1 5-16,4 1-1 0,1 0-4 15,0-1-6-15,0-3-9 0,2-2-7 0,-1 3-25 0,2-5-24 16,-1-1-21-16,-1 1-23 0,-4-2-22 0,3 1-22 15,0-4-27-15,2 3-34 0,-8 0-25 0,1-1-13 16,1-2-14-16,-3-1-19 0,-3 4-24 0,1-1-27 16,-7 2-30-16,5-7-252 0,-5 7-672 0,0 0 297 15</inkml:trace>
  <inkml:trace contextRef="#ctx0" brushRef="#br0" timeOffset="-204053.58">18703 15826 367 0,'-9'-4'407'0,"4"0"11"0,5 4 5 0,-8-6-4 15,8 6-9-15,-5-6-15 0,5 6-22 0,0 0-22 16,-4-6-27-16,4 6-28 0,0 0-22 0,0 0-29 16,8-11-17-16,-8 11-27 0,7-4-19 0,0 1-17 15,-7 3-17-15,15-2-16 0,-3 2-11 16,0-2-15-16,0 0-7 0,1 0-11 0,6 2-4 15,-1-1-19-15,0-1 8 0,1 2-25 0,-1-2-28 0,1 0-30 16,1 2-39-16,-2-2-43 0,1 0-37 0,3-1-31 16,-3 2-31-16,2-1-37 0,-1-1-20 15,-7 0-22-15,0 1-20 0,1-1-25 0,-1 1-7 16,-1 0-4-16,0-4 2 0,-3 3 8 0,3-1 7 16,-2 1-172-16,-1 1-521 0,-1-1 232 0</inkml:trace>
  <inkml:trace contextRef="#ctx0" brushRef="#br0" timeOffset="-203788.02">19155 15710 1443 0,'0'0'-112'0,"10"-4"25"0,-6 0 33 16,1 1 29-16,-5 3 29 0,7-8 25 15,-2 4 31-15,-1-1 21 0,1 0 29 0,-5 5 23 16,6-11 26-16,-5 6 10 0,-1 5 28 0,7-11 28 16,-5 4 13-16,0 0 9 0,0 2 16 0,-2 5 25 15,5-11 11-15,-1 4-1 0,-1 1-7 0,-3 6-2 0,5-11-5 16,-1 7-16-16,-4 4-18 0,5-5-22 0,-1 0-24 16,-4 5-20-16,8 0-21 0,-8 0-19 0,15 10-11 15,-3 1-7-15,4 3-9 0,4 8 2 16,-1 2-8-16,0 3-1 0,-1 2-2 0,2 2-8 15,-5 0-5-15,-1 0-15 0,-5 0-5 0,5 1 6 16,-8-3-16-16,-2 3-5 0,-5 0-10 0,-3 1 2 16,-2 1-8-16,-6 0-1 0,1-1-10 0,-14 6-41 15,-4-1-20-15,-6-2-30 0,-6-1-45 0,-8-3-39 16,-7-1-69-16,2-2-79 0,-28 10-114 0,25-14-117 16,2-3-498-16,5-2-1101 0,13-6 487 0</inkml:trace>
  <inkml:trace contextRef="#ctx0" brushRef="#br0" timeOffset="-183056.14">4855 16429 282 0,'2'-6'329'16,"-2"6"-7"-16,0 0-5 0,1-10 1 0,-1 10-3 15,3-9-5-15,-3 9-5 0,1-9-13 0,-1 9-1 16,0-12-12-16,0 12 1 0,2-10 3 16,-2 10-6-16,1-10-11 0,-1 10-10 0,1-8-13 0,-1 8-10 15,3-9-19-15,-3 9-14 0,1-7-18 0,-1 7-12 16,0 0-16-16,0 0-25 0,3-8-8 0,-3 8-18 15,0 0-4-15,0 0-21 0,0 0-9 16,0 0-3-16,0 0-7 0,0 0-3 0,19 14-10 16,-12-7-2-16,1 4-4 0,1-1-4 0,1 4-4 15,1 2-7-15,1 1 0 0,-4 0-3 0,2 2-1 0,-2-3-2 16,1 1-2-16,-3 1-2 0,2 0-2 0,-2-1 1 16,0-2-2-16,2 0-4 0,-4-2 0 0,0 2-3 15,1-4-1-15,0 0 0 0,-4-1-6 16,2 0-4-16,-1-2-2 0,2-2 2 0,-1 0 0 15,-1-1 4-15,-2-5 0 0,4 5 7 0,-4-5 1 0,0 0 0 16,13 0-4-16,-13 0 1 0,14-10-2 0,-5 3 1 16,2-2-5-16,2-4 5 0,5-7-1 0,-1-2 4 15,1-2-4-15,-2 0 4 0,5-2-1 0,-2 1 4 16,0-3 6-16,-4 3-3 0,0 1 3 16,0 0 9-16,-4 1-1 0,-2 5 3 0,0 1-8 15,-1 2 0-15,-3-1-3 0,3 2 3 0,-2 1-3 0,0 1 2 16,-2 2-1-16,-1 3 1 0,1-2-10 0,-2 3 7 15,-2 6-7-15,4-11 2 0,-4 11-6 16,3-6-4-16,-3 6 4 0,3-5-15 0,-3 5-21 16,0 0-25-16,0 0-37 0,0 0-41 0,0 0-49 15,0 0-38-15,6-3-54 0,-6 3-74 0,0 0-65 16,0 0-106-16,0 0-357 0,0 0-952 0,16 8 421 0</inkml:trace>
  <inkml:trace contextRef="#ctx0" brushRef="#br0" timeOffset="-181931.4">5465 16578 183 0,'0'0'298'16,"0"0"-1"-16,0 0-3 0,0 0-5 0,0 0-4 16,0 0-17-16,-4-14-5 0,4 14 0 0,0 0-1 15,0 0-13-15,-2-9-8 0,2 9-5 0,0 0-11 16,0 0-14-16,0 0-14 0,-1-8-12 0,1 8-13 15,0 0-21-15,0 0-14 0,0 0-14 0,0 0-19 16,0 0-10-16,0 0-10 0,0 0-15 0,0 0-3 16,0 0-3-16,0 0-9 0,0 0-7 0,0 0-6 15,0 0-13-15,0 0 7 0,0 0-5 0,-1 25 0 16,1-25-5-16,0 16-3 0,-3-7 0 0,2-2-3 16,2 4-5-16,-4-1 0 0,1 0 2 0,1-1-4 15,-3 1 2-15,2 1-1 0,0-3 0 0,1-1-5 16,-1 0-2-16,2 3 4 0,-1-3-7 0,1-7 3 15,-4 12 1-15,4-12-1 0,-1 9 4 0,1-9-4 16,1 8-6-16,-1-8-3 0,0 0 2 0,0 0-6 16,-3 6 3-16,3-6-7 0,0 0-15 0,0 0-32 15,0 0-44-15,0 0-24 0,0 0-60 0,0 0-50 16,0 0-47-16,3-25-65 0,1 15-60 0,-4 10-263 16,-4-18-726-16,2 8 322 0</inkml:trace>
  <inkml:trace contextRef="#ctx0" brushRef="#br0" timeOffset="-181759.47">5391 16475 200 0,'4'-6'305'0,"-4"6"-13"0,8-8-16 0,-4 5-18 16,1-1-21-16,-5 4-28 0,5-4-21 0,-5 4-18 16,6-4-22-16,-6 4-15 0,0 0-32 0,12 1-52 15,-12-1-54-15,7 5-67 0,0-4-92 16,-2 5-224-16,3-3-420 0,2 4 186 0</inkml:trace>
  <inkml:trace contextRef="#ctx0" brushRef="#br0" timeOffset="-181322.17">5862 16582 192 0,'-1'-10'437'15,"1"10"-21"-15,0 0-24 0,-7-12-22 0,3 7-32 0,4 5-29 16,-5-6-31-16,5 6-29 0,-8-4-29 16,8 4-19-16,-7-4-28 0,7 4-17 0,0 0-12 15,-13 1-21-15,13-1-12 0,-13 7-10 0,9-5-7 16,-1 2-13-16,0 1-12 0,0-1-1 0,1 3-4 16,0-2-10-16,2 2-6 0,-1-1-4 0,0 2-3 0,-3-1-5 15,5 0-2-15,1-7-6 0,-1 15-6 16,-1-8 2-16,2-7 3 0,0 13-10 0,0-5-1 15,0-8 3-15,2 11-2 0,0-4 0 0,4-3-3 16,-5 2-4-16,-1-6 4 0,6 10-2 0,-3-6-2 16,-3-4-2-16,5 7 4 0,-1-4 1 0,-1 1-3 15,-3-4-1-15,8 7 2 0,-2-4 0 0,-6-3-3 16,5 3 0-16,-1 0-2 0,-4-3-5 0,6 6 2 16,-6-6-1-16,0 0-2 0,0 0-14 0,0 0 21 15,0 0 0-15,0 0-2 0,-11 15 1 0,5-11 5 16,-6-1-1-16,0 0-1 0,-6 0 1 0,1 1-2 15,-1-3-3-15,3 4 5 0,1-4-5 0,1 0 0 16,-1-1 0-16,4-1-4 0,-1 1-15 0,11 0-14 16,-14-2-17-16,14 2-50 0,-5-1-50 0,5 1-46 15,0 0-44-15,0 0-46 0,0 0-55 0,0 0-316 16,17-12-707-16,-4 8 313 0</inkml:trace>
  <inkml:trace contextRef="#ctx0" brushRef="#br0" timeOffset="-180947.26">6102 16654 154 0,'0'0'402'0,"0"0"-5"0,-1-10-10 0,1 10-19 15,0 0-12-15,-3-11-22 0,3 11-15 0,-6-7-10 16,6 7-20-16,-5-4-27 0,5 4-24 0,-7-4-24 15,7 4-24-15,-9-1-20 0,9 1-19 0,0 0-12 16,0 0-19-16,-16 4-6 0,10-1-15 0,0 0-9 16,2 2-11-16,-1 0-6 0,0 1-4 0,0 1-7 15,0 0-16-15,0 1 2 0,0 0-3 16,1 1-6-16,-1 1 1 0,2-1-4 0,-3 0-7 0,3-2 0 16,1 1-4-16,-1-1-1 0,3-7-1 0,5 14-2 15,-4-7 3-15,2-1-1 0,2 2-9 0,2-1-12 16,0-2-16-16,5 2-20 0,-2-4-17 0,2 2-23 15,0-3-17-15,2-2-24 0,0 1-23 0,3 1-21 16,-6-2-23-16,1-2-15 0,-2 0-28 16,2 1-27-16,-3-2-32 0,0 0-42 0,1 0-25 0,-4-3-209 15,-1 3-607-15,2-1 268 0</inkml:trace>
  <inkml:trace contextRef="#ctx0" brushRef="#br0" timeOffset="-180619.19">6231 16714 139 0,'0'0'228'0,"0"0"1"0,0 0-3 0,5-8-3 16,-5 8-9-16,4-6-4 0,-4 6-7 0,0 0 0 15,4-5-11-15,-4 5-7 0,5-4-15 0,1 1-16 16,-6 3-19-16,8-2 2 0,-8 2-7 0,10 0-10 16,-10 0-14-16,10 1-8 0,-10-1-4 0,13 2-10 15,-8 2-12-15,0-1-3 0,-5-3-8 0,8 5-4 16,-4-1-32-16,-1 1 20 0,-3-5-5 0,0 10 2 15,0-10-6-15,-4 11-4 0,0-6 4 0,-1 1-5 16,0 1-1-16,-7-2-5 0,3 1-1 0,-4-2 1 16,2 0 0-16,-2-1-5 0,0 1-1 0,2-4-4 15,1 1 7-15,-2-1 26 0,2-1 20 0,1-2 13 16,2 1 12-16,0-3 6 0,7 5-3 0,-7-11-10 16,5 1-8-16,2 1-6 0,2-1-4 0,2 2-13 15,3 0-6-15,0-2-12 0,5-1-28 0,-1 4-38 16,5-4-41-16,-3 6-54 0,6 1-50 0,0 0-45 15,-1 3-47-15,5 0-58 0,-2 1-59 0,0 2-215 16,6 2-646-16,-4-2 286 0</inkml:trace>
  <inkml:trace contextRef="#ctx0" brushRef="#br0" timeOffset="-179806.9">6515 16724 258 0,'0'0'398'0,"0"0"-13"16,2-19-5-16,-2 12-1 0,2 0-20 0,-2 7-15 16,1-12-12-16,0 5-19 0,-1 7-15 0,3-10-22 15,-3 10-16-15,0-8-30 0,0 8-18 0,2-6-26 16,-2 6-21-16,0 0-15 0,0 0-18 0,0 0-15 16,0 0-10-16,0 0-14 0,0 0-8 0,0 0-8 15,0 0-7-15,0 0-6 0,7 17-12 0,-6-10 0 16,2 0-6-16,-2-1-7 0,1 4-4 15,1-1-2-15,-3-2-5 0,1 3 3 0,0-2-6 16,1 2-7-16,-1 2 2 0,-1-2-3 0,2 0-2 16,1-1-12-16,-2-1-5 0,-1-8-4 0,4 13-1 0,-3-9 2 15,-1-4-5-15,0 0 10 0,6 13-2 16,-6-13 3-16,1 2 0 0,-1-2 4 0,0 0-5 0,0 0 1 16,0 0 2-16,16-15-4 0,-12 10 6 15,-1-1-5-15,3-2 10 0,4-3-2 0,-3 1 3 16,2 1-4-16,-3-1 6 0,2 2 0 0,-2-4 7 15,1 6 0-15,-1-3 0 0,-2 3-1 0,1 0-1 0,0 3-1 16,-5 3-4-16,6-9 4 0,-6 9-7 0,4-5-6 16,-4 5-1-16,0 0-1 0,8-2 1 15,-8 2-2-15,0 0-5 0,0 0 6 0,11 9-3 16,-11-9 2-16,4 9-1 0,0-4-2 0,-1 1 3 16,-3-6 0-16,2 9 1 0,1-3-2 0,-3-6 0 15,1 11-4-15,0-4 3 0,2 1 5 0,-3-8-4 0,1 10 4 16,3-5-3-16,0 1 6 0,1 0 1 15,0-1-5-15,2-2 2 0,-1 0 2 0,5-2-11 16,1-2 13-16,3 1 0 0,3-5-7 0,3 0 3 16,-1-1 2-16,2-1-2 0,-3-2 1 0,5-6-5 15,2 0 6-15,-1-1-1 0,0-2-2 0,-9 5 0 16,0-1 5-16,-1 2 17 0,-2-3 5 0,-2 2-1 0,-1-1-2 16,-3 5-2-16,-2 0-3 0,-3 2 0 15,1 0-8-15,-3 7-1 0,-1-11-2 0,1 11-9 16,-7-5 2-16,7 5 2 0,-10-3-2 0,10 3-3 15,-15 1 1-15,6 2-1 0,-3 1-1 0,3 2-1 16,3-2-3-16,0 3 1 0,0-3 5 0,1 3 0 16,2 1-1-16,1-4 0 0,2-4 3 0,8 17 0 15,-2-9-2-15,3 1 2 0,5-1-5 0,2 3 2 16,-1-2-1-16,4 1-4 0,-1-2 8 0,-1 1-5 16,1-2 3-16,-7-1-3 0,2 1 0 0,-2-1 1 15,-3 0-7-15,-1 3 5 0,-1-5-2 0,0 4 3 16,-3-2-2-16,-2-2-3 0,-1-4 1 0,-5 14 5 15,-3-6 1-15,-8 1 3 0,-5 0-10 0,-8-1 7 16,-3 3-18-16,1-3-24 0,1 3-36 0,-2-1-24 16,1-2-31-16,5-1-37 0,8-3-27 0,2 2-28 15,6-3-21-15,2-1-13 0,0-1-20 0,8-1-34 16,-11-3-54-16,11 3-347 0,0 0-771 0,0 0 341 16</inkml:trace>
  <inkml:trace contextRef="#ctx0" brushRef="#br0" timeOffset="-179088.33">7854 16506 180 0,'-1'-11'417'0,"1"11"11"0,-1-12-3 0,-1 6 2 0,2 6-7 16,-2-12-9-16,0 5-5 0,2 7-17 0,0-12-10 15,0 12-16-15,-1-11-10 0,1 11-21 0,-1-10-30 16,1 10-37-16,0 0-13 0,-1-9-38 16,1 9-15-16,0 0-30 0,0 0-9 0,0 0-22 31,0 0-14-31,0 0-13 0,-8 20-13 0,2-10-5 15,4 2-9-15,-2 5-4 0,-1 0-7 0,3-2-9 0,-2 4-10 0,1 1 0 0,1-2-20 0,-1 0 12 16,3 0-12-16,-1 1 0 0,1 0-2 0,-2-1-1 16,0 2-7-16,4-3-4 0,-2 1 5 0,-2-4-14 15,1 0 7-15,1-2-3 0,0 2 2 0,0-2 2 16,0-12-14-16,0 23 5 0,0-17-3 0,0-6-1 16,1 14 0-16,-1-14-16 0,0 11-10 0,0-11-18 0,0 4-10 15,0-4-16-15,0 0-18 0,0 0-36 16,4 7-40-16,-4-7-40 0,0 0-44 0,0 0-51 31,19-7-49-31,-10 3-44 0,1-1-41 0,2-1-50 0,-3 2-350 0,2-2-893 0,0 1 395 0</inkml:trace>
  <inkml:trace contextRef="#ctx0" brushRef="#br0" timeOffset="-178713.41">8061 16711 55 0,'0'0'328'16,"0"0"2"-16,5-5-7 0,-5 5-9 0,0 0-5 16,0 0-12-16,0 0-16 0,5-5-21 0,-5 5-20 15,0 0-7-15,6-4-27 0,-6 4-10 0,8-2-23 16,-8 2-18-16,0 0-14 0,12-2-18 0,-12 2-6 16,10 0-11-16,-10 0-10 0,12 4-7 0,-6-3-27 15,-1 1 6-15,-5-2-4 0,13 6-8 0,-8-1-7 16,-1 0-4-16,0 0 2 0,-4-5-4 0,6 11 2 15,-6-5-3-15,0 0-1 0,0-6 0 0,-2 15-2 16,-7-7-3-16,2 0 1 0,-3 0-6 0,1-2 0 16,-3 0-2-16,0-1-1 0,-1-1-6 15,-4 2 1-15,2-2 22 0,2-4 25 0,2-1 21 0,0 0 21 16,0-3-4-16,2 1 9 0,3-2 6 0,0 0-9 16,3-3-16-16,2-3-8 0,2 0-8 0,2 0-8 15,4-1-7-15,3 1-9 0,3-5-23 0,1 4-27 16,4 0-33-16,4-3-37 0,-5 6-45 15,10-1-48-15,1 2-49 0,-2 3-54 0,2-1-44 16,-7 6-44-16,7-1-61 0,-7 2-46 0,0 1-251 0,-1 0-763 16,-1 0 337-16</inkml:trace>
  <inkml:trace contextRef="#ctx0" brushRef="#br0" timeOffset="-177938.32">8471 16687 10 0,'0'0'422'0,"0"0"-2"16,0-20-8-16,2 13-17 0,-2 0-16 0,0 7-12 0,-2-13-19 15,2 5-15-15,0 8-20 0,-1-10-17 16,1 10-19-16,0 0-26 0,-1-12-29 0,1 12-27 16,0 0-25-16,-4-6-21 0,4 6-13 0,0 0-25 15,0 0-1-15,0 0-15 0,0 0-7 0,0 0-8 16,0 0-8-16,-4 25-9 0,3-18-2 0,-2 0-11 15,3-7-4-15,-2 16-4 0,-1-7-4 0,2-1-6 16,-3-3-3-16,4 3-1 0,0-8-1 0,0 18-6 16,0-10 3-16,1-1-1 0,2-1-3 0,1 1-7 15,-3 1 6-15,4 2-6 0,-1-2 4 0,2 1-4 16,0-3-1-16,0 1 2 16,0 1-5-16,1 0-5 0,-3 0 6 0,-1-1-3 0,1-2-6 15,2 1 1-15,-2 0-1 0,0-2 2 16,-3 3 0-16,2-1-3 0,-3-6 3 0,-3 13 2 0,0-7-2 15,0 0-3-15,-6 2 5 0,0-1 0 0,3-3 2 16,-5 0 1-16,0 0-5 0,1 2 4 0,1-5 0 16,0 3 3-16,3-4 0 0,6 0 0 0,-15 2 1 15,15-2-1-15,0 0 4 0,0 0 16 16,-14-6-2-16,14 6 1 0,0-13 2 0,0 7-3 16,0 6-5-16,14-19-2 0,-5 7-6 0,3-1 4 0,1 0-3 15,1 0-3-15,1 2 2 0,1-2-5 0,8-2-2 16,-9 5-1-16,3-2 1 0,1-1 0 0,-3 2-2 15,0 1-3-15,2 0 5 0,-1-2-5 16,-2 4 2-16,0 0 0 0,-3 1-6 0,-1-1 7 16,-2 1 1-16,-1 3-9 0,0-2 10 0,-1 2-3 15,-3 1 4-15,-4 3-11 0,8-6 5 0,-4 2-3 0,-4 4 2 16,5-5-12-16,-5 5 9 0,0 0-2 0,0 0 2 16,0 0-2-16,0 0-1 0,0 0 1 15,0 0-6-15,-22 7 1 0,12-2 4 0,2 0 2 16,-1 0-4-16,0 1 4 0,2 0-2 0,-1 1 0 15,3-1 1-15,-1-2-1 0,2 1-2 0,4-5 5 16,-6 9 0-16,6-9-1 0,-3 8 8 0,3-8-4 0,2 9 0 16,-2-9 1-16,8 7-1 0,1-2-3 15,0 1 2-15,1-3 3 0,4 3-2 0,-4 0-7 16,3-1 5-16,-2 0 2 0,-2-2-9 0,0 2 8 16,-1 0 3-16,-3-2-3 0,0 1-5 0,-1-1 0 15,1 3-3-15,-5-6 4 0,9 8 0 0,-8-4-2 16,-1-4 7-16,-1 11-4 0,1-11 2 0,-6 10-2 15,1-3-9-15,0-1-19 0,-4 0-20 0,-3-1-18 16,3-1-33-16,0 1-28 0,-1 0-34 0,1-4-21 16,0 5-37-16,3-6-24 0,6 0-28 0,-12 0-27 15,12 0-32-15,0 0-40 0,-9-4-36 0,9 4-228 16,0 0-687-16,0-11 305 0</inkml:trace>
  <inkml:trace contextRef="#ctx0" brushRef="#br0" timeOffset="-177488.22">9408 16535 308 0,'1'-7'398'0,"-1"7"-11"0,-2-15 4 0,2 4-6 0,-2 3-7 16,2 8-4-16,-4-13-11 0,2 5-4 0,-2 4-20 16,4 4-12-16,-2-10-25 0,2 10-22 0,-3-7-26 15,3 7-23-15,0 0-22 0,-1-7-26 0,1 7-28 16,0 0-9-16,0 0-9 0,0 0-15 0,0 0-15 16,0 0-9-16,0 0-8 0,-4 28-6 15,3-17-12-15,2 2-5 0,-3 3-2 0,3-1-7 0,-1 3-4 16,1-1-5-16,0 2-5 15,1-1-2-15,-1 1-8 0,0-1 2 0,-1-1-7 0,0 1 0 16,2-1-4-16,-2 0-3 0,2 0-4 0,-2-2 1 16,3 0-2-16,-3-3-1 0,1 1-6 0,-1-2 3 15,0-1-2-15,0-1 2 0,0-9-3 0,-1 15-5 16,1-7 0-16,-2-4-7 0,2-4-3 0,-1 9-2 16,1-9-10-16,-1 8-5 0,1-8-5 0,0 0-13 15,0 0-22-15,-4 8-34 0,4-8-37 0,0 0-43 16,0 0-50-16,0 0-47 0,-10-16-47 0,10 16-50 15,-9-12-35-15,6 5-36 0,-1 0-317 0,1-1-822 16,3 8 364-16</inkml:trace>
  <inkml:trace contextRef="#ctx0" brushRef="#br0" timeOffset="-177253.9">9191 16717 250 0,'-13'-2'316'0,"13"2"20"0,0 0 29 0,-15-2 14 16,11 0 4-16,4 2-2 0,0 0-1 0,-10-2-5 15,10 2-4-15,0 0-12 0,0 0-21 16,0 0-15-16,0 0-21 0,0 0-25 0,0 0-33 16,0 0-28-16,0 0-17 0,0 0-22 0,30-14-16 15,-11 10-14-15,8 0-18 0,3-1-7 0,-2-1-19 0,2 2-4 16,4 0-6-16,-1 1-24 0,-1-1-5 16,-3-2-20-16,1 2-35 0,-2-1-34 0,-9 4-45 15,-1 0-45-15,-3-1-45 0,-1 0-59 0,-2-1-68 16,-3 3-70-16,-2-1-76 0,-7 1-98 0,8-3-272 15,-8 3-869-15,0 0 384 0</inkml:trace>
  <inkml:trace contextRef="#ctx0" brushRef="#br0" timeOffset="-175863.6">9859 16618 222 0,'2'-8'300'15,"-2"8"2"-15,0-8 1 0,0 8 3 0,0 0 5 16,1-13-3-16,-1 13 5 0,0-7-3 0,0 7-6 15,4-8-11-15,-2 2-4 0,-2 6-19 0,0 0-5 16,3-13 0-16,-3 13-17 0,0-6-4 0,0 6-13 16,0 0-11-16,1-11-13 0,-1 11-10 15,0 0-18-15,0-8-14 0,0 8-28 0,0 0-13 0,0 0-5 16,0 0-14-16,0 0-13 0,0 0-17 0,0 0 0 16,0 0-9-16,0 0-6 0,15 19-10 15,-9-8-2-15,0-1-15 0,-2 3 6 0,3 1-5 16,-4 2-1-16,2 0-7 0,-2 0 2 0,4 1-8 15,-2 0-3-15,-5 1 1 0,0 0-9 0,0-1 9 16,0 0-4-16,0-2-5 0,-1 1 5 0,-2 3-7 0,3-5-2 16,-2-1-3-16,0-2 11 0,-1-2-16 0,0-3 2 15,2 1 9-15,0 1-2 0,1-8 2 0,-3 8 0 16,3-8 3-16,0 0 4 0,0 0 4 0,0 0-4 16,0 0-3-16,0 0-2 0,0 0-1 15,0 0 0-15,0 0 1 0,22-23-4 0,-14 13-3 0,2-6 4 16,3 1 3-16,5-7-8 0,1 3 6 0,-5 5 1 15,1-2-6-15,-2 0-2 0,1 2 4 0,0 1-1 16,0 0 0-16,-2-1-4 0,-2 1 0 16,4 1 2-16,-5 3 0 0,-1 0-6 0,0 2 5 15,-1 0 2-15,0 0-3 0,-7 7 5 0,7-10-5 16,-2 5-2-16,-5 5 0 0,5-5 2 0,-5 5-5 0,4-3 1 16,-4 3-9-16,0 0 0 0,0 0 7 0,0 0-3 15,0 0 4-15,0 0-3 0,0 0-2 0,0 0 2 16,0 0 5-16,0 0-2 0,0 0 1 15,-13 30 0-15,7-22 3 0,-1 0 1 0,-2 3 0 16,1-2 2-16,-4 4-5 0,-1-1 3 0,0 0 0 16,-3-1-2-16,2-1 3 0,1 0-1 0,-2-1 2 0,6-2-3 15,-2 0 3-15,1-3-5 0,1 3 8 16,4-4 2-16,5-3 0 0,-9 6 4 0,9-6 1 16,-10 5 7-16,10-5 8 0,0 0 11 0,0 0 0 15,0 0-1-15,0 0-5 0,0 0-5 0,-13-12 0 16,13 12-2-16,0 0-5 0,3-14-1 0,-3 14 2 15,0 0-8-15,7-14 3 0,-7 14-4 0,7-8-4 16,-7 8-4-16,13-4 3 0,-13 4 5 0,18-3-6 16,-6 3-3-16,0 0-1 0,-12 0 7 0,20 1-8 15,-10 4-1-15,2-1-4 0,-3-1 8 0,1 2 1 16,-2 0-4-16,1 1-1 0,-2-1 4 0,0 1-1 16,-1 1-5-16,2-1 6 0,-2-1-1 0,-1 1-2 15,-5-6-4-15,11 9 1 0,-5-4 1 0,-6-5-4 16,6 7 7-16,-6-7 2 0,7 6-7 0,-7-6 3 15,0 0 9-15,7 5-5 0,-7-5 12 0,0 0-9 16,0 0-7-16,21-7 7 0,-13 1-1 0,1-1 1 16,-1 0-5-16,1 0 1 0,-1 0-7 0,2-1 3 15,-2 0 0-15,0-1 4 0,-1 2-2 0,1-3 5 16,-2 4 4-16,-1 2 5 0,-5 4 2 0,9-9 4 16,-6 5-2-16,2 0-1 0,-5 4-5 0,4-5-1 15,-4 5-2-15,0 0 0 0,4-6 0 0,-4 6-9 16,0 0 0-16,0 0 10 0,0 0-8 0,0 0-5 15,0 0 1-15,0 0 1 0,6 18-5 0,-6-18 4 16,0 12 0-16,0-12 3 0,0 14 2 0,0-14-3 16,0 15 1-16,0-5-4 0,0-10 0 0,1 16 3 15,1-8 0-15,-2-8-4 0,3 15-5 0,-3-15-12 16,3 12-5-16,-3-12-6 0,3 9-22 0,-3-5-18 16,0-4-17-16,5 6-10 0,-5-6-9 0,0 0-25 15,2 7-40-15,-2-7-37 0,0 0-23 0,0 0-48 16,0 0-49-16,9-15-50 0,-9 15-62 0,7-10-55 15,-5 3-334-15,3-3-900 0,-1-1 399 0</inkml:trace>
  <inkml:trace contextRef="#ctx0" brushRef="#br0" timeOffset="-175691.77">10410 16618 146 0,'1'-5'372'0,"-1"5"16"0,0 0 2 0,3-7-19 16,-3 7-19-16,0 0-22 0,0 0-27 0,0 0-27 15,0 0-36-15,4-9-25 0,-4 9-21 0,0 0-21 16,0 0-19-16,0 0-40 0,0 0-47 0,0 0-53 16,0 0-52-16,12 11-61 0,-8-4-64 0,0-1-67 15,1 0-66-15,3 2-250 0,-4-3-591 0,6 1 262 16</inkml:trace>
  <inkml:trace contextRef="#ctx0" brushRef="#br0" timeOffset="-175223.13">10565 16742 38 0,'0'0'383'0,"9"-8"10"0,-9 8 16 16,3-5-5-16,-3 5 3 0,4-6-4 0,-4 6-5 15,0 0-18-15,4-7-7 0,-4 7-22 0,0 0-23 0,1-6-25 16,-1 6-35-16,0 0-23 0,0 0-32 16,0 0-21-16,4-5-21 0,-4 5-19 0,0 0-10 15,0 0-16-15,0 0-14 0,0 0-11 0,0 0-6 16,0 24-16-16,0-18-7 0,0 2-9 0,0 1-5 15,0-1-2-15,0 2-8 0,0-2-3 0,0 1-12 16,0-1-13-16,0-8-12 0,0 12-12 0,0-6-8 16,0-6-6-16,-1 10 2 0,1-10 0 0,0 0 6 15,1 8 1-15,-1-8 1 0,0 0 6 0,0 0 1 16,0 0-1-16,8 0 5 0,-8 0-6 0,0 0-1 16,13-15 3-16,-8 10-1 0,0 0 1 0,3-4 2 15,-1 1-1-15,0 2 0 0,-2 0 0 0,1 0 1 16,1 0-1-16,-1 1 2 0,-2 1 0 0,1 0 7 15,-5 4-10-15,8-8 6 0,-8 8-6 0,9-4 3 16,-5 2-4-16,-4 2 1 0,0 0-1 0,8-3 1 16,-8 3-2-16,0 0 5 0,9 7-2 0,-9-7 1 15,5 8-3-15,-2-4 2 0,-3-4-4 0,6 11 3 16,-3-6 3-16,2 0-3 0,-4 0-4 0,-1-5 8 16,4 13-3-16,-4-7 1 0,3 0 1 0,-3-6-5 15,4 11-15-15,-3-7-29 0,1 2-26 0,-2-6-19 16,0 0-28-16,4 16-24 0,-4-16-17 0,6 7-38 15,-2-5-43-15,-4-2-27 0,11 1-31 0,-11-1-37 16,0 0-27-16,19-6-26 0,-13 3-280 0,1-1-724 16,-7 4 321-16</inkml:trace>
  <inkml:trace contextRef="#ctx0" brushRef="#br0" timeOffset="-174785.73">10859 16777 50 0,'0'0'202'0,"3"-1"13"0,-3 1 8 0,0 0 12 16,0 0 0-16,0 0-5 0,0 0 1 0,0 0-2 15,0 0 3-15,0 0-8 0,0 0-2 0,0 0-5 16,0 0-9-16,0 0-10 0,0 0-34 0,0 0 7 16,0 0-7-16,0 0-21 0,0 0-8 0,0 0-14 15,0 0-4-15,0 0-6 0,0 0-5 0,0 0-9 16,0 0 0-16,0 0 0 0,0 0-4 0,0 0-2 16,0 0 4-16,0 0 3 0,0 0-1 0,22 6-3 15,-14-6-6-15,0 0-1 0,5-2-6 0,0 2-5 16,-1-1-5-16,2-2-6 0,-1-1-6 0,5-1-6 15,-2-1-4-15,-3 1-6 0,-1-1-1 0,-1-1-1 16,-2 3-1-16,0 0 5 0,0 1 1 16,-4-3 7-16,-1 3 0 0,1 0-6 0,-5 3-4 0,5-7-9 15,-5 7-2-15,0-8-6 0,0 8-2 0,0 0-6 16,-12-9-6-16,12 9 0 0,-11-5-4 0,6 3-1 16,5 2-3-16,-14 2 0 0,1-1-2 0,4 4 0 15,-1-1-1-15,0 1 1 0,1 3 0 0,2-1 2 16,1 1-6-16,-2 2 3 0,2-2 1 15,1 3 0-15,1-1-7 0,1-2 7 0,2-1 1 0,1-7 2 16,-1 17 0-16,2-10-5 0,3 2-1 0,1-1-9 16,3 0-10-16,-3-1-18 0,5 2-17 0,2-3-13 15,-3 0-21-15,3-1-22 0,1-3-23 16,5 2-25-16,0-4-40 0,4-3-33 0,-2 4-43 16,8-3-42-16,-6-5-60 0,5 1-364 0,1-2-803 15,0 0 355-15</inkml:trace>
  <inkml:trace contextRef="#ctx0" brushRef="#br0" timeOffset="-174442.06">11370 16533 400 0,'-5'-8'474'0,"2"0"-17"15,2 2-21-15,-4 1-18 0,5 5-26 0,-5-11-18 16,2 8-17-16,3 3-26 0,-4-8-24 0,4 8-32 15,0 0-25-15,0 0-25 0,-3-7-23 0,3 7-21 16,0 0-20-16,0 0-16 0,0 0-16 0,0 0-14 16,0 0-11-16,0 0-14 0,7 21-5 0,-5-11-7 15,0 2-5-15,2-1-5 0,1 5-10 0,-4 0-6 16,3 2-2-16,-3-4-4 0,2 2-7 0,2 2-2 16,-4 1-4-16,2-4-5 0,-3 3 0 0,1 0-7 15,0-1 0-15,1 1-2 0,1-1-1 0,-3 0-1 16,2 0-6-16,0-6 5 0,0 3-12 0,0-2-18 15,-1-1-24-15,-1 0-29 0,0-1-26 0,4-1-53 16,-4-4-11-16,2 1-38 0,-2-6-27 0,0 0-16 16,1 11-14-16,-1-11-34 0,0 0-34 0,0 0-29 15,0 0-34-15,0 0-262 0,0 0-697 0,0 0 308 16</inkml:trace>
  <inkml:trace contextRef="#ctx0" brushRef="#br0" timeOffset="-174018.82">11321 16782 59 0,'0'0'279'16,"-9"-5"22"-16,9 5 6 0,0 0 8 0,0 0 12 16,-9-1-18-16,9 1 29 0,0 0 0 0,0 0 1 15,0 0-6-15,0 0-8 0,0 0-8 16,0 0-6-16,0 0-16 0,0 0-11 0,0 0-19 0,-5-5-21 16,5 5-29-16,0 0-16 0,0 0-22 0,0 0-20 15,21-6-17-15,-12 5-12 0,2 0-13 0,3-2-13 16,-1 2-9-16,1-1-15 0,0-2 1 0,3 1-11 15,-1-1-8-15,-2 0-4 0,-2 3-10 16,-1-1-2-16,1-2-6 0,-4 3-3 0,-1-1-3 16,1-1 2-16,-8 3-11 0,10-4-1 0,-10 4 1 0,9-1-5 15,-9 1 3-15,0 0-1 0,7-3-14 0,-7 3 2 16,0 0-5-16,0 0 3 0,0 0-3 0,0 0-1 16,0 0-5-16,0 0-2 0,0 0-1 0,0 0 12 15,7 5-7-15,-7-5 5 0,0 0-4 0,0 0 2 16,-2 14-5-16,2-14 3 0,0 9 1 0,0-9 0 15,2 12-6-15,-2-4 3 0,0-8 2 0,3 14 3 16,-2-7 1-16,0 0-4 0,-1-7-1 0,4 18 4 16,-1-11 0-16,-3-7-2 0,4 13-17 0,-3-6-12 15,-1-3-27-15,0-4-28 0,1 10-23 0,-1-10-12 16,1 7 3-16,-1-7-13 0,0 0-30 0,0 0-50 16,0 0-34-16,0 0-42 0,0 0-27 0,12-17-24 15,-10 10-37-15,1 1-24 0,-1-4-18 0,1 0-248 16,-2 1-717-16,1 1 317 0</inkml:trace>
  <inkml:trace contextRef="#ctx0" brushRef="#br0" timeOffset="-173847.01">11583 16680 89 0,'0'0'214'0,"0"0"9"16,0 0 11-16,0 0-4 0,0 0-4 0,0 0-4 15,0 0-13-15,0-7-19 0,0 7-17 0,0 0-20 0,0 0-19 16,0 0-16-16,0 0-18 0,0 0-36 0,0 0-50 15,0 0-56-15,0 0-64 0,14 14-78 0,-9-9-194 16,-5-5-408-16,18 7 182 0</inkml:trace>
  <inkml:trace contextRef="#ctx0" brushRef="#br0" timeOffset="-173534.57">11830 16716 307 0,'0'0'432'15,"4"-7"1"-15,-4 7-7 0,3-9-10 0,-3 9-6 16,-1-9-5-16,1 9-11 0,-5-9-19 0,5 9-13 16,-1-8-26-16,1 8-30 0,0 0-37 0,-4-7-26 15,4 7-24-15,0 0-28 0,0 0-22 0,0 0-17 16,0 0-11-16,0 0-19 0,-29 13-13 0,18-6-7 16,2 1-8-16,-7 2-12 0,5 2-6 0,-3-1-8 15,3 1-9-15,2-3-3 0,-2 3-8 0,4-2-5 16,1-3-1-16,1 3-4 0,5-10-4 0,-5 12-3 15,5-12 1-15,3 12-4 0,1-2-5 0,5-5 2 16,2 3-3-16,6-1-2 0,2-3-6 0,1-1-2 16,3 0-10-16,-2-1-11 0,0 0-12 0,2-2-19 15,6-4-19-15,-10 1-31 0,0 0-38 0,-5 1-40 16,3 0-38-16,-3-1-69 0,-3-1-65 0,-2 2-76 16,3 1-109-16,-5 0-291 0,-7 1-883 0,11-9 392 15</inkml:trace>
  <inkml:trace contextRef="#ctx0" brushRef="#br0" timeOffset="-172784.78">12401 16621 379 0,'0'0'454'0,"0"0"2"0,0-10-8 0,0 10-17 15,0 0-8-15,0-12-13 0,0 12-20 0,3-10-21 16,-3 10-18-16,2-10-16 0,2 5-19 0,-4 5-12 16,0-8-23-16,0 8-21 0,0 0-30 0,4-6-18 15,-4 6-34-15,0 0-20 0,0 0-15 16,0 0-16-16,0 0-11 0,0 0-9 0,0 0-14 0,0 0-10 15,4 19-5-15,-4-9-7 0,0 1-12 0,0 3-6 16,-1-2-3-16,-1 5-6 0,1-1-1 0,-1 1-5 16,0-1-2-16,-2 1-8 0,2-1-5 0,0 2 3 15,1 0-6-15,1-3 1 0,0-3-4 16,-2-1 3-16,2-5-7 0,2 1 1 0,-1 4-2 0,2-2 0 16,2 1 2-16,0-3-2 0,4-4 0 0,2 4 2 15,0-1-7-15,7-3 1 0,0-2 6 0,0-1-6 16,2 0 3-16,0-2 12 0,0 2 6 0,1-7-4 15,-3 6-3-15,0-4 9 0,-5 0-12 0,1 0 1 16,-3 3 3-16,1-2 0 0,-1 1-4 16,-1 0-11-16,0 2-24 0,-4-3-33 0,1 3-34 0,-7 1-46 15,7-3-52-15,-7 3-51 0,6-4-56 0,-6 4-53 16,0 0-36-16,0 0-40 0,0 0-62 0,0 0-59 16,-19-6-286-16,9 4-893 0,-1-4 394 0</inkml:trace>
  <inkml:trace contextRef="#ctx0" brushRef="#br0" timeOffset="-172550.46">12363 16637 275 0,'0'0'471'0,"2"-13"-12"0,3 3-10 0,-1 0-26 16,3 1-31-16,2-1-18 0,0 1-22 0,-2 1-23 15,7-3-23-15,-3 4-28 0,-1 0-29 0,5-1-22 16,-3 1-28-16,-1 3-16 0,3-3-19 0,-5 5-17 15,3 0-13-15,-1 0-20 0,-5 0-29 0,-6 2-35 0,16 2-37 16,-9-2-44-16,-7 0-33 0,11 2-54 16,-5-1-36-16,-6-1-31 0,8 3-39 0,-2 2-26 15,-6-5-27-15,5 6-32 0,-5-6-16 0,4 7-17 16,-2-3-224-16,-2-4-613 0,0 0 271 0</inkml:trace>
  <inkml:trace contextRef="#ctx0" brushRef="#br0" timeOffset="-172347.38">12475 16674 166 0,'-9'5'211'0,"3"2"23"0,-1-4 20 16,-3 1 15-16,4 1 28 0,6-5 23 0,-8 5 9 15,8-5 12-15,0 0 4 0,-5 4-6 0,5-4-17 16,0 0-32-16,0 0-29 0,0 0-26 0,0 0-28 16,27-4-14-16,-18 1-23 0,4 2-14 0,1-1-18 15,-1 0-12-15,1-1-12 0,-1 2-8 0,0-1-20 16,3 1-34-16,-5 0-36 0,3-1-35 0,-3 2-49 15,0-3-36-15,1 3-50 0,-4-1-48 0,-8 1-36 16,16 0-38-16,-16 0-42 0,14-1-48 0,-6 0-273 16,-8 1-692-16,12-1 306 0</inkml:trace>
  <inkml:trace contextRef="#ctx0" brushRef="#br0" timeOffset="-171300.73">12792 16701 320 0,'0'0'431'16,"0"0"11"-16,0 0 6 0,0 0 8 0,0 0 0 16,0 0-1-16,0 0-23 0,0 0-23 0,0 0-23 15,0 0-25-15,9-10-35 0,-9 10-25 16,0 0-41-16,0 0-26 0,0 0-20 0,0 0-23 16,0 0-30-16,0 0-19 0,0 0 2 0,0 0-16 0,7 13-16 15,-7-13-23-15,4 12 6 0,-4-12-9 0,2 13-11 16,-2-3-10-16,2 0-4 0,0-1-5 0,-2-9-7 15,2 18-19-15,2-8-10 0,-4-10-18 0,2 14-2 16,0-8-13-16,-2 0-3 0,0-6-7 16,2 10-1-16,-2-10-1 0,1 7 8 0,1-3 2 15,-2-4 0-15,0 0 5 0,10 4-2 0,-10-4 5 0,10-4-1 16,-10 4 3-16,17-7 0 0,-8 1 0 0,1 0-2 16,-3 0 4-16,3-1-7 0,2 1 12 15,-1-1-3-15,-2 1-3 0,-2-1 5 0,0 1-3 16,-1 4 4-16,1-2-3 0,-3 0 0 0,-4 4 7 15,10-6 7-15,-6 3-6 0,-4 3-4 0,5-4-2 16,-5 4 2-16,0 0-4 0,8-3 0 0,-8 3 3 0,0 0-4 16,10 6 3-16,-10-6 1 0,6 4-3 15,-6-4-3-15,7 7 1 0,-3-3 0 0,-2 1 3 16,-2-5-3-16,5 9 3 0,-1-4 1 0,-4-5 3 16,5 11-4-16,-4-5 1 0,3-1-2 0,-4-5 2 15,4 9 1-15,-4-9-3 0,2 9 0 0,1-5 2 16,-3-4 6-16,6 6-5 0,-2-2 5 0,4 1-4 15,-1-4-1-15,1 0 2 0,4-2-3 0,-1 1 7 16,0-1-2-16,1-2-5 0,1-1 3 0,1 0-5 16,1-1 3-16,-2 1-3 0,3-5 1 0,-5 4 7 15,1-1 1-15,-1 0-7 0,-1-1 4 0,0 1 2 16,-3-2 0-16,-1 3-1 0,-1-1-3 0,-1 1 2 16,-1-1-4-16,1 0-2 0,-4 6 2 0,3-9-3 15,-3 9 3-15,0-10-8 0,0 10 0 0,0 0 5 16,-3-8-3-16,3 8 2 0,0 0-12 0,-7-6 11 15,7 6-11-15,0 0 6 0,0 0 0 0,-13 3 4 16,13-3 1-16,-9 7 1 0,3-2-10 0,2 1 13 16,-2 1-4-16,2 2 2 0,-1-1-3 0,1 2 2 15,0-2-2-15,2 0 2 0,-2-3-2 0,0 5 7 16,2 0-5-16,0-5 2 0,2-5 4 0,-3 11-3 16,1-5 0-16,2-6 5 0,5 10 0 0,-1-6 3 15,-4-4-8-15,18 4-2 0,-7-2 2 0,3-3 4 16,8-1 0-16,-2-1-4 0,8-5 5 0,-6 2 2 15,5-3-6-15,-1-1 0 0,2-2 1 0,-4 0 1 16,-5 2 4-16,3-2-5 0,-4 2 3 0,5-7-1 16,-10 6-8-16,3 0 10 0,-7 2 2 0,-1-1-1 15,2 2-4-15,-3-1 1 0,-1 3 2 0,-2-1-3 16,-1 3-1-16,-3 4-9 0,6-9-4 0,-6 9 4 16,6-5 2-16,-6 5-3 0,0 0 2 0,0 0-2 15,0 0 3-15,0 0-2 0,0 0 1 0,0 0-2 16,0 0-3-16,0 0 9 0,0 0-8 0,0 0 9 15,0 0-7-15,0 0 9 0,0 0 2 0,-12 22-2 16,12-22-1-16,0 7-4 0,0-7 3 0,0 0-1 16,0 0 3-16,0 9-2 0,0-9-4 0,0 0 4 15,2 9 4-15,-2-9-9 0,0 0 6 0,0 9 2 16,0-9 3-16,4 8-6 0,-4-8-2 0,0 8 5 16,3 0 2-16,-3-8-3 0,3 11-5 0,-3-6 0 15,0-5 4-15,-3 13-4 0,0-6 3 0,3 2-3 16,-4 0 5-16,2-3-3 0,-1 0 2 0,3-6 0 15,-4 13 0-15,4-9 1 0,0-4 6 0,0 0-10 16,0 0 5-16,0 17 4 0,2-13-5 0,3 0-16 16,1-1-24-16,4 1-31 0,-1-2-35 0,1 1-31 15,-10-3-37-15,21 5-38 0,-10-4-62 0,1-1-49 16,-2-1-46-16,-3-1-54 0,3-2-48 0,-1-2-294 16,-1 0-828-16,2 0 366 0</inkml:trace>
  <inkml:trace contextRef="#ctx0" brushRef="#br0" timeOffset="-170675.88">13911 16750 116 0,'0'0'332'16,"0"0"-6"-16,0 0-6 0,0 0-13 0,0 0-5 15,8 1-5-15,-8-1-14 0,0 0-13 0,0 0-5 0,0 0-18 16,0 0-13-16,0 0-15 0,0 0-26 0,0 0-6 15,0 0-20-15,7-8-13 0,-7 8-10 16,0 0-16-16,0 0-13 0,0 0-15 0,0 0-14 16,0 0-10-16,0 0-8 0,0 0-5 0,0 0-8 15,10 6-5-15,-10-6-11 0,0 0-10 0,2 7 6 16,-2-7-3-16,0 0-2 0,-1 9-7 0,1-9 2 0,0 0-4 16,-6 11-4-16,6-11-4 0,-7 9 5 15,2-7 1-15,-1 1-1 0,6-3-4 0,-13 3-3 16,5-2 6-16,-3-1-2 0,2 1-4 0,9-1 7 15,-15-1-11-15,6 0 10 0,2-4-1 0,0 2 1 16,7 3 14-16,-9-9 3 0,7 3 3 0,-2 0-4 16,4 6-1-16,0-13-3 0,0 13-5 0,2-13-2 15,2 7-5-15,-2-1-1 0,8 0-3 0,-6 4 1 16,3-2 0-16,-1 1-6 0,1 3 0 0,2-1-3 16,2 2-3-16,-2 2 1 0,3 2-3 0,1 1 2 15,-2 1-4-15,1 2-1 0,-1 0 4 0,0 5-3 16,-2 1 0-16,0 1 2 0,1 0 0 0,-2 2-1 15,-1-2 1-15,-3 4 0 0,2-3 2 0,-3 0 1 16,-1 2-5-16,1-1 4 0,-6 1 0 0,1 0-2 16,0 2 4-16,-3-4-3 0,3 0-19 0,-3 0 2 15,-3 0-1-15,1-4 6 0,0 1-3 0,-2-4 7 16,3 2 0-16,-4-1 1 0,2-3 1 0,-1 1 9 16,0-2-4-16,-1-1-1 0,2-3 3 0,1 1 4 15,1-1 13-15,6-2 21 0,-14 1-1 0,14-1 0 16,-11-5 0-16,6 2 0 0,5 3-1 0,-9-8-4 15,7 0-1-15,-1-1-4 0,1-1-4 0,4 1-4 16,2-2-2-16,-3-2-5 0,5 3-23 0,2-1-21 16,-2 2-24-16,1-1-30 0,7 3-36 0,-5-2-37 15,3 4-43-15,0-3-37 0,1 3-32 0,-2 0-37 16,1 3-35-16,1-1-28 0,-1 1-29 0,-1 0-216 16,-11 2-663-16,21-3 294 0</inkml:trace>
  <inkml:trace contextRef="#ctx0" brushRef="#br0" timeOffset="-170097.9">14126 16805 293 0,'0'0'292'0,"7"-16"-1"0,-7 16 7 0,6-9 0 15,-6 9-7-15,8-10-10 0,-8 10-8 0,0 0-5 16,4-11-4-16,-4 11-11 0,2-7-8 0,-2 7-16 15,0 0-21-15,0 0-20 0,5-6-16 0,-5 6-19 0,0 0-16 16,0 0-16-16,0 0-14 0,0 0-14 0,0 0-7 16,0 0-10-16,0 0-8 0,0 0-7 15,0 0-4-15,0 0-2 0,15 14-7 0,-15-14-7 16,5 11-2-16,-5-11-5 0,9 11-2 0,-9-11 0 16,11 9-5-16,-7-3-4 0,-4-6 2 0,12 8-3 15,-4-1-2-15,-8-7-4 0,15 7 2 0,-15-7 1 16,12 6-4-16,-12-6 4 0,12 1-4 0,-12-1-3 15,0 0 2-15,22-4-2 0,-22 4-2 0,16-9 0 16,-7 3-1-16,-2-2-2 0,1-1 2 0,2 1 1 16,-1 2-5-16,-2-2 3 0,-1 0 0 0,-6 8 10 15,9-10 8-15,-9 10 6 0,5-10 0 0,-5 10-2 16,4-7 1-16,-4 7-9 0,0 0 0 0,0 0-7 16,5-10-9-16,-5 10 0 0,0 0-3 0,0 0-1 15,0 0-3-15,0 0 3 0,0 0 1 0,0 0-1 16,0 0 7-16,0 0-2 0,-7 44 9 0,5-32 4 15,0 5 1-15,4-1 5 0,-2 9 1 0,2-1 0 16,0-4 6-16,-2-4-2 0,0 9-2 0,-2-4 0 16,0-2-2-16,2 0-4 0,-3 0-2 0,2-1 0 15,0 0-2-15,-3-2-1 0,-1 0-3 0,5-5 1 16,-3 2-4-16,3-2 6 0,-2-3-10 0,2-1 2 16,0-7 1-16,-1 12-5 0,1-12 5 0,-3 10-3 15,3-10 0-15,-2 4-2 0,2-4-17 0,0 0-17 16,0 0-13-16,0 0-32 0,0 0-47 0,0 0-69 15,0 0-53-15,0 0-66 0,0 0-73 0,0 0-77 16,0 0-317-16,0 0-841 0,-11-32 372 0</inkml:trace>
  <inkml:trace contextRef="#ctx0" brushRef="#br0" timeOffset="-169504.27">15126 16517 287 0,'0'-9'411'16,"0"9"8"-16,3-12-5 0,-3 6-13 0,0 6-9 16,0-14-2-16,2 8-7 0,-2 6-13 0,0-13-10 15,1 8-20-15,-1 5-19 0,1-11-26 0,-1 11-27 16,2-8-30-16,-2 8-26 0,0 0-13 0,3-8-39 16,-3 8-12-16,0 0-14 0,0 0-14 0,0 0-11 15,0 0-12-15,0 0-9 0,3 28-5 0,-4-17-7 16,1 4-6-16,0 2-7 0,0 1-3 0,2 6-5 15,-3-5-11-15,2 0 2 0,0 0-2 0,-1 6-1 16,0-5-11-16,0 5 3 0,2-6-13 0,-2-2 10 16,0 0-18-16,0 1 6 0,0-2 3 0,1 0-14 15,-1-1 1-15,0 1 2 0,-1-5-1 0,-1-2-6 16,4 1 3-16,-4-4 1 0,2 3-9 0,2-1-17 16,-5 0-17-16,3-8-13 0,-2 8-20 0,2-8-17 15,0 0-21-15,1 10-45 0,-1-10-50 0,0 0-56 16,10 3-71-16,-10-3-58 0,0 0-59 0,21-18-434 15,-12 7-951-15,1 2 420 0</inkml:trace>
  <inkml:trace contextRef="#ctx0" brushRef="#br0" timeOffset="-169082.52">15341 16751 191 0,'0'0'347'0,"0"0"-10"0,6-8-13 0,-6 8-3 16,0 0-13-16,0 0-19 0,2-5-10 0,-2 5-17 16,0 0-21-16,0 0-4 0,3-6-17 0,-3 6-13 15,0 0-12-15,6-8-14 0,-6 8-18 0,0 0-20 16,4-3-7-16,-4 3-16 0,4-4-9 0,-4 4-14 16,0 0-10-16,16 0-10 0,-16 0-4 0,11 3-10 15,-5-1-7-15,-2 1-8 0,-4-3 0 0,13 6-13 16,-9-2-2-16,1 0-4 0,-1 0-4 0,-2 3-1 15,-2-7-4-15,4 11 1 0,-4-3-4 0,0-8 0 16,-4 11-1-16,3-2 3 0,-4-3-5 16,0-1 8-16,-2 0-5 0,-3 0 0 0,0-3-5 15,1 1 1-15,-3-2 10 0,6-1 20 0,6 0 15 0,-19-2 12 16,9-1 13-16,3 0 23 0,1-1-1 16,2-3-15-16,4 7 0 0,-8-11-5 0,6 3-10 0,2 8-7 15,2-15-9-15,1 5-8 0,4 0-3 16,1 1-10-16,0-1-19 0,2 2-34 0,0-1-24 15,-2 3-41-15,5 1-52 0,-4 0-53 0,2 2-61 16,7 1-54-16,-2 2-47 0,2 1-57 0,2 3-62 0,-6 1-270 16,7 0-795-16,-4 0 352 0</inkml:trace>
  <inkml:trace contextRef="#ctx0" brushRef="#br0" timeOffset="-168238.98">15734 16752 47 0,'0'0'403'0,"1"-10"-6"0,-1 10-13 0,3-9-10 16,-2 2-15-16,-1 7-4 0,3-8-6 0,-3 8-19 15,0-8-17-15,0 8-23 0,0 0-25 0,0 0-18 16,-3-12-24-16,3 12-23 0,0 0-24 0,-2-6-21 15,2 6-14-15,0 0-15 0,0 0-15 0,0 0-12 16,-12-1-13-16,12 1-6 0,0 0-7 0,-15 9-8 16,10-5-9-16,-1 1-10 0,1 0 3 0,0 1-8 15,1-1-2-15,-1 3-3 0,3-2-5 0,-1-1-2 16,2 3-7-16,1-8 9 0,-1 13-6 0,1-7-2 16,3 2-4-16,-1 3 2 0,0-5-5 0,5 3-2 15,-4-1 3-15,4 3-5 0,-2-2-1 16,1 0 0-16,1-3-3 0,-4 0 1 0,0-1-2 15,-3-5-2-15,5 8 2 0,-2-2-10 0,-3-6 1 0,4 8 7 16,-4-8-6-16,2 7 1 0,-2-7 2 0,0 0 0 16,0 8 2-16,0-8 3 0,0 0-2 0,-5 7 6 15,5-7-4-15,-9 4 1 0,3-4-3 0,6 0 1 16,-14 2-2-16,5 0 1 0,9-2 5 0,-14-2 0 16,14 2-2-16,-9-2-2 0,9 2-3 0,-9-3 11 15,9 3 1-15,-7-3 1 0,7 3-1 0,-5-7 4 16,5 7 2-16,0 0-4 0,-2-6-2 0,2 6 0 15,0 0-2-15,9-14-1 0,-3 9-3 0,0-1-1 16,3 0-1-16,4 0 2 0,-1 1-4 16,4-4-1-16,4 3 2 0,-4-2-2 0,1-1-2 0,3 3 3 15,4-6-3-15,-4 3 4 0,5-1-2 0,-6 2 0 16,-2-2-2-16,3 2 1 0,-2-1 1 0,2 0-1 16,-3 0-3-16,-4 0 4 0,-1 3 0 0,-3 1-1 15,-2 0 2-15,0 2 3 0,-1-1 0 0,-1 0-2 16,-5 4-2-16,8-4 0 0,-8 4-5 15,4-5 3-15,-4 5-2 0,0 0-3 0,0 0-9 0,-15-7 11 16,15 7-2-16,-13-2-3 0,13 2 2 0,-12 2 1 16,12-2-6-16,-9 4 3 0,4-1 0 0,5-3 4 15,-8 7-7-15,6-2 9 0,-2 0-2 0,4-5 2 16,-3 9-1-16,3-9 2 0,3 13-2 0,-2-7 3 16,2 1-7-16,1 1 7 0,-1-1-3 0,1-1 5 15,-4-6-3-15,8 13 2 0,-4-7-5 16,-4-6 4-16,5 12-3 0,-5-12-1 0,8 8 2 0,-5-2-7 15,1-1 7-15,1-1-3 0,-5-4 3 0,5 8 0 16,-5-8-3-16,0 0 5 0,0 0 0 16,-5 17 9-16,5-17 0 0,-14 6 3 0,4-1-4 15,0-1 3-15,-2-1 0 0,-1-1-3 0,1 1-2 16,2-1 2-16,-1-2-3 0,-1 3 5 0,4-3-6 16,8 0 4-16,-13 0 1 0,13 0-4 0,-11 1-12 0,11-1-18 15,0 0-40-15,0 0-32 0,0 0-40 0,0 0-54 16,0 0-56-16,0 0-54 0,0 0-53 0,0 0-75 15,35-4-58-15,-21 4-250 0,4 0-794 16,-1 0 351-16</inkml:trace>
  <inkml:trace contextRef="#ctx0" brushRef="#br0" timeOffset="-168067.14">16179 16907 5 0,'0'0'341'0,"5"2"12"16,-5-2 6-16,0 0 7 0,0 0-2 0,0 0 1 15,0 0-20-15,0 0-28 0,0 0-24 0,0 0-34 16,0 0-31-16,0 0-25 0,0 0-24 0,0 0-43 0,0 0-46 16,0 0-65-16,0 0-76 0,0 0-69 0,0 0-73 15,0 0-97-15,0 0-306 0,0 0-646 16,0 0 287-16</inkml:trace>
  <inkml:trace contextRef="#ctx0" brushRef="#br0" timeOffset="-136243.55">13745 4904 180 0,'0'0'256'0,"0"0"-5"0,0 0-11 15,-12-2-11-15,12 2-6 0,0 0-9 0,0 0-2 16,-9-1-2-16,9 1-4 0,-8-2-9 0,8 2 2 16,0 0-10-16,0 0-5 0,0 0 7 0,0 0 1 15,-14 0-4-15,14 0-3 0,0 0-5 0,0 0 0 16,0 0-21-16,0 0-6 0,0 0-12 0,0 0-7 15,37-5-4-15,-18 3-2 0,1 0-3 0,9-3-1 0,3 3-6 16,-1-1-12-16,3-1 0 0,2 2-5 16,-1-1-3-16,1-2-4 0,-2 2-4 0,-3 0-18 15,-1 1 3-15,-1 0-7 0,-7 0-7 0,-3 0-4 16,1 1-5-16,0-3-7 0,-11 3-2 0,3 1-8 16,-6-1-3-16,-6 1-5 0,11 1-22 0,-11-1-4 0,7 0-16 15,-7 0-28-15,0 0-41 0,0 0-67 16,0 0-89-16,-29 10-90 0,11-7-85 0,-1 2-74 15,-14 0-298-15,6 0-852 0,-5 1 377 0</inkml:trace>
  <inkml:trace contextRef="#ctx0" brushRef="#br0" timeOffset="-135962.39">13628 5064 140 0,'0'0'375'0,"0"0"-6"0,0 0 28 15,0 0 0-15,0 0-6 0,0 0-11 0,22-3-9 16,-22 3-13-16,0 0-15 0,16-2-18 16,-8-1-15-16,0 2-15 0,3-2-10 0,2 1-21 0,1 1-11 15,5-2-18-15,2-1-15 0,8 1-13 0,1-2-21 16,1 3-18-16,0-1-9 0,3-1-11 0,0 2-22 16,-1-2-4-16,-1 1-11 0,4-1-20 0,-2 1-6 15,-2 0-13-15,-1 1 0 0,-2-2-8 0,-11 2-13 16,0 1-20-16,-5 1-27 0,-1 0-32 0,-1-2-48 15,-1 1-57-15,-3 0-60 0,-7 1-68 0,10-2-69 16,-10 2-74-16,0 0-69 0,0 0-51 0,0 0-307 16,0 0-899-16,0 0 397 0</inkml:trace>
  <inkml:trace contextRef="#ctx0" brushRef="#br0" timeOffset="-135696.81">14285 4846 215 0,'0'0'258'0,"2"-9"0"0,1 4-1 0,-3 5-7 16,4-10-7-16,-4 10-13 0,2-7-6 0,-2 7-5 16,8-6-15-16,-8 6-10 0,6-2-12 0,-6 2 1 15,16-2-6-15,-6 4 3 0,0-1 5 0,4 2-5 16,0 1-14-16,-2 1 7 0,3 2 1 0,-1 2-1 16,1 0 2-16,-2 0 0 0,3 1-2 0,-5-1-5 15,-3-2-6-15,2 2-8 0,-2 0-9 0,-3 0-3 16,0 1-9-16,-1 0-9 0,-1-1-3 0,-6 2-15 15,3 3-8-15,-5-3-7 0,-1 0-14 0,-5 3-9 16,-5 1-15-16,-3 3-33 0,-6-2-48 0,-3-1-65 16,-3-3-72-16,4 1-98 0,-4-2-109 0,5-4-101 15,-3-1-380-15,2 2-924 0,8-6 409 0</inkml:trace>
  <inkml:trace contextRef="#ctx0" brushRef="#br0" timeOffset="-134400.24">15572 3432 9 0,'0'0'271'0,"-2"-8"4"16,2 8-3-16,-2-9-2 0,2 9-11 0,-3-8-1 0,3 8-5 15,-1-9 10-15,1 9-4 0,-2-7 2 0,2 7-7 16,-2-10-5-16,2 10 2 0,-2-7-9 16,2 7-6-16,-3-7-7 0,3 7-8 0,0 0-9 15,0 0-10-15,0 0-6 0,0 0-11 0,-1-10-8 16,1 10-12-16,0 0-14 0,0 0-16 0,0 0-10 16,0 0-14-16,0 0-7 0,0 0-16 0,0 0-9 15,0 0-4-15,0 0-9 0,0 0-10 0,0 0 11 16,0 0-10-16,19 22-1 0,-15-11-10 0,0 0 0 15,3 6-6-15,2 0-1 0,-2 1-11 0,-1 1-7 16,0 1 7-16,2 3-3 0,-2 4-2 0,0-3-5 16,0 0 3-16,-1-5-3 0,0 8-6 0,-1-9 3 0,1 1-1 15,1 5-4-15,1-5 1 0,-1-2-1 16,4 0-2-16,-1-1-2 0,0-3-8 0,1 2 8 16,-3-5-1-16,1-1-2 0,-2 1-2 0,3-3 4 15,-3-1-1-15,1-1-1 0,-3-3 0 0,2 1 1 16,-6-3 0-16,13 2-2 0,-13-2-2 0,0 0 2 0,18-14 2 15,-11 8-1-15,1-4-2 0,-2-1 2 0,1-3 2 16,3-4 3-16,-4-2 1 0,7-3 4 16,-4-3-1-16,0 1 7 0,-3-2 4 0,2 1-5 15,2 1 3-15,1-3 3 0,-1 2 1 0,1 1 1 16,-3 1-4-16,0 0 4 0,-2 5-3 0,-1 2 1 16,0-1 1-16,-1 2 2 0,0 1-2 0,0 0 3 0,-2 4-3 15,1 1-3-15,-1-1-2 0,0 3 2 16,-1 1 7-16,-1 7-12 0,1-8 3 0,-1 8 1 15,3-11-3-15,-3 11-4 0,2-6-4 0,-2 6-7 16,0 0 2-16,0 0-5 0,0-8 5 0,0 8-8 16,0 0 2-16,0 0-10 0,0 0-12 0,0 0-13 0,0 0-8 15,0 0-14-15,-7 23-18 0,7-23-19 16,1 13-29-16,0-5-36 0,-1-8-32 0,8 15-37 16,-2-5-44-16,-2-3-49 0,3 4-51 0,-2-1-44 15,1-2-47-15,-1 0-347 0,-2-1-878 0,2 1 389 16</inkml:trace>
  <inkml:trace contextRef="#ctx0" brushRef="#br0" timeOffset="-133697.29">16041 3774 262 0,'0'0'284'0,"0"0"1"0,6-15-1 0,-6 15 0 16,0 0 0-16,0 0-7 0,0 0 0 0,1-12-5 15,-1 12 1-15,0 0-7 0,5-9-8 16,-5 9-1-16,0 0-9 0,0 0-10 0,3-14-12 0,-3 14 0 15,1-5-19-15,-1 5-5 0,1-8-15 0,-1 8-10 16,0 0-16-16,6-8-11 0,-6 8-13 0,5-5-13 16,-5 5-17-16,6-6-7 0,-1 3-13 0,-5 3-5 15,9-2-5-15,-9 2-8 0,10-1-8 16,-10 1-9-16,9-1-3 0,-9 1-4 0,12 2-9 0,-7 1-2 16,-5-3-1-16,10 7-4 0,-5-3-5 0,-2 0-1 15,3 1-4-15,-2 0 0 0,-4-5-2 0,4 13-4 16,-4-13 1-16,1 13 2 0,-1-4-5 0,0-9-1 15,-6 17-4-15,-3-9-2 0,1 2-2 16,-2-3 8-16,-4 4-9 0,1-6 2 0,0 5-4 0,1-5-2 16,-1 0 2-16,1-2 5 0,0 0-4 0,12-3 4 15,-13 3-4-15,13-3 3 0,-14 0 0 0,14 0 2 16,-11-6 5-16,11 6 2 0,-5-11 2 0,5 11 2 16,-2-10 0-16,2 10-5 0,2-18 8 15,1 6-2-15,1 3-5 0,1-2 6 0,-3 1-6 16,5-1 2-16,-2 2-3 0,1 0-2 0,-3 2-1 0,5-1-7 15,-2 1 8-15,-2 0-8 0,2 4-9 0,-2-3-9 16,1 2-14-16,0 0-31 0,-5 4-43 0,11-7-56 16,-11 7-52-16,13-4-55 0,-13 4-66 15,9-4-68-15,-9 4-55 0,12-4-388 0,-12 4-914 16,11-2 405-16</inkml:trace>
  <inkml:trace contextRef="#ctx0" brushRef="#br0" timeOffset="-133072.45">15650 3128 10 0,'0'0'282'0,"0"0"-10"0,0 0-10 0,21 3-18 16,-21-3-2-16,0 0 0 0,0 0-9 0,0 0-2 15,0 0-8-15,0 0-3 0,0 0-1 0,0 0 0 16,0 0-6-16,-10-14 0 0,10 14-8 0,0 0-5 16,0 0-7-16,0 0 3 0,0 0-6 0,-4-6-3 15,4 6-9-15,0 0-5 0,0 0-11 0,0 0-3 16,0 0-4-16,0 0-8 0,0 0-1 0,0 0-9 15,0 0-6-15,0 0-10 0,0 0-5 0,16-5-15 16,-2 3-8-16,5 0-9 0,8 0-15 0,6 0-4 16,3-1-4-16,2-1-13 0,2 1 0 0,-1 0-3 15,12 1-3-15,-12 1-7 0,-1 0 0 0,-1 2-6 16,-3-1-7-16,-2 0 6 0,-2-1-4 0,-11 1-5 16,0 1-3-16,0 0 1 0,-6 1 2 0,-5-1-9 15,3-1 1-15,-4 0-8 0,-7 0 0 0,11 1-1 16,-11-1-7-16,8 1-3 0,-8-1-13 0,0 0-1 15,8 6-14-15,-8-6-12 0,0 0-17 0,0 0-27 16,-17 9-28-16,17-9-40 0,-12 5-34 0,7-2-41 16,-2 1-46-16,0 1-50 0,7-5-45 0,-10 8-50 15,5-2-346-15,5-6-836 0,-6 8 370 0</inkml:trace>
  <inkml:trace contextRef="#ctx0" brushRef="#br0" timeOffset="-131729">17187 3519 105 0,'0'0'232'0,"-5"-6"6"0,5 6 2 0,-4-7-3 16,4 7 3-16,-6-9 4 0,3 5-1 0,3 4 9 15,-3-12-8-15,1 6 13 0,2 6-9 0,-4-11-10 31,0 6-8-31,4 5-1 0,-5-9 1 0,1 4-4 16,4 5-6-16,-2-11-15 0,-2 5-6 0,4 6-12 0,-6-8-7 0,-1 4-8 0,7 4-8 0,-9-6-8 16,9 6-6-16,-7-7-9 0,7 7-6 0,-9-5-8 15,9 5-12-15,-10-2-9 0,10 2-11 0,-12 1-5 16,12-1-4-16,-10 4 2 0,1 1-1 0,1 3-8 16,-2 0 0-16,1 1-7 0,-1 3-4 15,-1 2-6-15,1 0-5 0,0 2-9 0,-2 1-5 16,0-2 0-16,3 2-6 0,-2 1-2 0,0-3-2 0,0 2-3 15,-5 4-2-15,2 0-2 0,1-6-5 0,1 0 1 16,-3 2 3-16,3-6-6 0,-1 3-3 0,-2 1-2 16,2-3-1-16,-1-3 4 0,-2 1-6 0,2-1 5 15,3-1-9-15,2-4 1 0,2-2 6 16,7-2-2-16,-16 6-2 0,8-5 1 0,8-1-2 0,-19-2-2 16,19 2-5-16,-13-6 4 0,13 6-4 0,-10-13 1 15,4 4 5-15,2 1 1 0,0-2 6 0,3 1-2 16,0-1-2-16,2-2 2 0,3 1 0 0,-2-2-5 15,7-2-1-15,-3 0-1 0,3 3 1 16,2-2-4-16,-1 4 7 0,0-3 0 0,-2 7-9 0,-1 0 12 16,2-1-6-16,-1 1 6 0,-1 3-1 0,0-2-6 15,2 1-2-15,0 3 5 0,4 1-2 0,-4-2 0 16,-9 2-6-16,23 2 4 0,-13 1-7 0,2 1 14 16,-2 0-9-16,0 2-4 0,2 2 2 0,-1-3 13 15,3 3-14-15,-5 1 3 0,4-2-2 0,-3 1 6 16,-1 0-6-16,1 1 0 0,-1-1-2 0,-1 2 6 15,2-3-11-15,-4 1 12 0,3 0 2 0,-2-1-11 16,-1-3-2-16,0 3 8 0,-6-7 0 0,9 7-5 16,-1 1 7-16,-8-8-6 0,10 3-7 0,-10-3 19 15,14 4 0-15,-3-4 0 0,1-4-4 0,0 2-10 16,4-5 1-16,0 0 2 0,0 0 2 0,-1 1-10 16,-3-1 5-16,0-1 0 0,-2 4 2 0,1-3-3 15,0 1-3-15,-1 0-19 0,1 1-26 0,-3 1-32 16,-1 0-44-16,-2 1-67 0,-5 3-77 0,12-4-68 15,-12 4-82-15,0 0-80 0,8-4-60 16,-8 4-327-16,0 0-963 0,0 0 427 0</inkml:trace>
  <inkml:trace contextRef="#ctx0" brushRef="#br0" timeOffset="-130708.83">17871 3403 129 0,'3'-5'307'0,"-3"5"2"15,4-13 1-15,-1 4 11 0,0 2 12 0,2-1-3 16,-4 1 10-16,2-1 1 0,-1 2 7 0,-2 6-6 16,1-15-5-16,2 9-5 0,-3 6-13 0,2-11-10 15,-2 5-10-15,0 6-13 0,2-9-9 0,-2 9-7 16,0 0-18-16,1-8-13 0,-1 8-23 0,0 0-16 15,0 0-17-15,0 0-27 0,2-9-9 0,-2 9-13 16,0 0-8-16,0 0-20 0,0 0-11 0,0 0-5 16,0 0-7-16,-11 28-9 0,7-17-4 0,-2 5 2 15,-2-3-19-15,0 4-1 0,1 0-48 0,-3-1-4 16,-7 6 0-16,8-5 0 0,0 0 0 0,-1-2 0 16,0 1 0-16,-3-1 0 0,0 2 0 0,2-3 0 15,4 1 0-15,-3-3 0 0,4-1 0 0,-1-2 0 16,2 2 0-16,1-3 0 0,0-2 0 0,3 1 0 15,1-7 0-15,0 9 0 0,0-9 0 0,10 9 0 16,-3-7 0-16,-1 1 0 0,6-1 0 0,0-1 0 16,2 3 0-16,-1-4 0 0,6 0 0 0,-2 0 0 15,-3 0 0-15,3 0 0 0,2-4 0 0,-4 4 0 16,-1-1 0-16,-1-1 0 0,-3 2 0 0,2-1 0 16,-5 1 0-16,1-2 0 0,-8 2 0 0,13-1 0 15,-13 1 0-15,9-3 0 0,-9 3 0 0,8-2 0 16,-8 2 0-16,7-2 0 0,-7 2 0 0,0 0 0 15,4-8 0-15,-4 8 0 0,1-9 0 0,-1 9 0 16,-2-15 0-16,0 5 0 0,0-1 0 0,-3-2 0 16,1-2 0-16,0 1 0 0,-2-2 0 0,-1-1 0 15,3-1 0-15,-3 0 0 0,3-1 0 0,0 1 0 16,-1 0 0-16,2 2 0 0,1 1 0 0,-1 2 0 0,1 2 0 16,2 2 0-16,-4-1 0 0,3 3 0 0,1 7 0 15,0-12 0-15,0 12 0 0,0-10 0 16,0 10 0-16,0 0 0 0,0 0 0 0,0 0 0 15,0 0 0-15,0 0 0 0,18 7 0 0,-13 0 0 16,1 4 0-16,3-3-350 0,-1 3-130 0,1 3-53 0,-2-5-53 16,5 4-38-16,-5-3-313 0,3 0-1014 0,1-3 449 15</inkml:trace>
  <inkml:trace contextRef="#ctx0" brushRef="#br0" timeOffset="-130349.53">18293 3425 50 0,'0'0'317'0,"0"-9"1"0,1 3 12 15,-1 6-5-15,0-12-7 0,0 12 20 0,0-11-9 16,0 11 3-16,0-9 9 0,0 9 0 0,0-9-7 16,0 9-8-16,0 0-15 0,0 0-27 0,0-8-12 0,0 8-21 15,0 0-20-15,0 0-19 0,0 0-23 16,0 0-7-16,0 0-7 0,0 0 5 0,0 0 3 15,0 0-4-15,0 0-1 0,0 0-16 0,0 0-6 16,-7 26-19-16,7-17-13 0,-3 0-14 0,0 2-8 16,0-1-6-16,-2 6-11 0,3 0-6 0,-3 1-10 0,2-3 1 15,1 3-15-15,-2 0-12 0,1-1-11 16,1 1-2-16,-1-2-24 0,2-3-20 0,2-1-25 16,-1 1-15-16,3-3-19 0,-5 1-17 0,4-3-3 15,-2-7-21-15,0 11-13 0,0-4-28 0,0-7-23 16,-2 10-14-16,2-10 1 0,0 0-15 0,0 0-16 0,-4 8-45 15,4-8-32-15,0 0-48 0,0 0-41 16,0 0-46-16,0 0-350 0,0 0-848 0,0 0 375 16</inkml:trace>
  <inkml:trace contextRef="#ctx0" brushRef="#br0" timeOffset="-130021.48">18249 3361 318 0,'-3'-11'340'0,"1"1"-2"0,2 1-5 0,-1 0 3 16,-1 0-12-16,4-2-2 0,-1 3-1 0,0-1-8 15,2-2-13-15,1 3-5 0,1 2-18 0,0-3-20 16,1 2-20-16,3 1-16 0,-1 0-16 0,3 3-14 16,7-2-9-16,0 3-6 0,0 0-11 0,0 1-8 15,0 1-11-15,2 5-5 0,-2-1-2 0,-3 1-1 16,-1 1-4-16,1 0-22 0,-4 0-7 0,0 0-8 15,-1 1-5-15,-4 0-13 0,3 1-6 0,-4-1-3 16,-3 0 1-16,0 3-12 0,-2-3 0 0,-3 4-1 16,-1-1-8-16,-4 1-6 0,-5 1 7 0,-4-1-16 15,-5 4-4-15,4-3-17 0,-7 0-15 0,-1 1-22 16,7-5-24-16,-1 0-32 0,-1 0-44 0,3-2-44 16,2 0-46-16,6-3-53 0,0 0-43 0,5 0-44 15,-3 0-51-15,8-3-43 0,-9 3-382 0,9-3-899 16,0 0 398-16</inkml:trace>
  <inkml:trace contextRef="#ctx0" brushRef="#br0" timeOffset="-128818.58">17068 4304 177 0,'4'-7'305'0,"-4"7"-2"16,5-7-4-16,-5 7-4 0,0 0-14 0,3-9 10 15,-3 9-7-15,2-8-8 0,-2 8-10 0,-1-9-12 16,1 9-11-16,-3-9-18 0,3 9-9 0,-6-9-13 15,3 4-8-15,-3 1-9 0,1-1-13 0,-1 1-10 16,0-1-9-16,-1 1-12 0,-5-2-5 16,3 3-9-16,3 0-6 0,-3 1-9 0,9 2-8 0,-14-2-3 15,4 1-8-15,-3 3-5 0,4-1-2 0,-1 2-2 16,-2 1 0-16,1 2-3 0,2 0-1 0,-3 2-7 16,3 0 0-16,-1 5-6 0,-3-2 1 0,0 1-7 15,2 2-3-15,0 0-3 0,-1-1-2 0,-1 2-4 16,0 0-11-16,1-2-1 0,-1 2-7 0,1-2 1 15,-3 2-2-15,1-4-5 0,-1 3 0 0,1-1-2 16,-2-3-5-16,3 1 2 0,0 0-4 0,-3-1-2 16,3-4 0-16,3-2-3 0,0 4-3 0,-2-5 4 15,2 1-7-15,1-1 5 0,-2 0-3 0,3-2 1 16,8-1 0-16,-14 0 0 0,14 0-1 0,-14-5-4 16,9 0 2-16,0 2 2 0,0-3 8 0,1-3-9 15,0 1 3-15,4-3 4 0,0 0 3 0,4 0 1 16,1-4 7-16,1 0-3 0,3 3 1 0,-1-3 12 15,2 6 2-15,0-5-4 0,3 3 13 0,1 3-9 16,-4 0-2-16,2 1-8 0,-1 0 13 0,1 3-6 16,-2 0-7-16,-3 1 1 0,4 0-3 0,-1 1-2 15,0 2 3-15,2 2-2 0,-1-1-1 0,0 2-7 16,-1 1-2-16,0 2 1 0,-1-1-4 0,1 2-2 16,0 3 4-16,-1-2 0 0,-1 1 0 0,5 2-13 15,-4-3 5-15,2 4 1 0,-2-1 4 0,2 1-6 16,3 0 0-16,0-1 1 0,0 1-13 0,1-3-14 15,0 2 1-15,1-2-29 0,0-1-15 0,2-1-24 16,-2-3-23-16,1 3-38 0,-1-1-34 0,-5-4-25 16,1-2-39-16,2-1-38 0,-4 0-36 0,-1-3-41 15,0-2-51-15,-1-2-62 0,-3-1-348 0,0-1-893 16,0-2 395-16</inkml:trace>
  <inkml:trace contextRef="#ctx0" brushRef="#br0" timeOffset="-128084.36">18037 4055 273 0,'0'0'306'16,"-4"-12"-5"-16,1 6-6 0,3 6-9 0,-3-11-7 15,0 4 8-15,2 0-2 0,1 7 2 0,-5-9-3 16,5 9-4-16,-3-9-12 0,3 9-8 0,-4-8-20 16,4 8-20-16,0 0-18 0,-4-4-19 0,4 4-15 15,0 0-14-15,0 0-22 0,0 0-9 0,0 0-10 16,0 0-6-16,0 0-2 0,0 0-2 0,-5 15-2 15,3-5-4-15,-1 0 3 0,2 1-3 0,-3 3 8 16,3-2-8-16,-3 5-1 0,2 0-2 0,-4-1-5 16,1-1-7-16,3 1-4 0,-1-4-8 0,-1 3-4 15,2-3-8-15,-3 0-6 0,2-1-1 0,1 0-7 16,-1-1-8-16,2-2-2 0,1 1 0 0,-3-3-6 16,1 0 0-16,2-6-4 0,-3 10-3 0,3-10-4 15,-3 7-3-15,3-7 0 0,0 0-8 0,0 0 1 16,-1 7-8-16,1-7-8 0,0 0-13 0,0 0-23 15,0 0-31-15,0 0-31 0,0 0-46 0,0 0-38 16,0 0-48-16,0 0-45 0,0 0-37 0,14-15-37 16,-14 15-27-16,10-7-36 0,-6 5-15 0,-4 2-254 15,11-3-746-15,-5 2 331 0</inkml:trace>
  <inkml:trace contextRef="#ctx0" brushRef="#br0" timeOffset="-127740.71">18322 4304 145 0,'6'0'231'0,"6"0"1"0,-2 0 4 15,-10 0 4-15,14 0-4 0,-14 0 0 0,10 0-5 16,-10 0-5-16,8 0-11 0,-8 0-14 0,0 0-15 16,8 0-3-16,-8 0-11 0,0 0-16 0,0 0 8 15,0 0-5-15,0 0-2 0,0 0 1 0,0 0-11 16,-32 8-1-16,19-5-16 0,-6-3-4 0,-11 0-14 15,2 4-7-15,-9-2-6 0,1 0-11 0,-17 0-9 16,0-2-6-16,0 3-7 0,-1-3-6 0,4 0-1 16,-4 0-9-16,1 0-5 0,13 1-5 0,2-2-1 15,-13-2-9-15,13 3-1 0,4 0-2 0,6 0-4 16,-2 0-1-16,13-2-2 0,6 2-6 0,1 2-1 16,3-4 2-16,7 2-18 0,-11 2-14 0,11-2-20 15,0 0-20-15,0 0-28 0,0 0-33 0,0 0-38 16,0 0-31-16,0 0-40 0,28 9-38 0,-20-4-46 15,1 0-35-15,1 1-256 0,-1-1-653 0,2 0 289 16</inkml:trace>
  <inkml:trace contextRef="#ctx0" brushRef="#br0" timeOffset="-127053.37">17643 4807 222 0,'0'0'298'0,"0"0"-2"0,0 0-2 16,0 0-12-16,0 0 5 0,0 0 9 0,0 0 5 15,-4 7 4-15,4-7 1 0,0 0-8 0,0 0-7 16,0 0-1-16,0 0-8 0,0 0-3 0,-7 2-8 15,7-2-6-15,0 0-10 0,0 0-6 0,0 0-6 16,0 0-3-16,0 0 1 0,0 0-5 0,0 0-4 16,0 0-8-16,0 0-8 0,0 0-23 0,0 0-17 15,0 0-17-15,0 0-16 0,0 0-9 0,13-29-17 16,-8 21-8-16,1-2-10 0,2 0-37 0,2-2-62 16,-4 1 0-16,3-2 0 0,-4 1 0 0,6-1 0 15,0-1 0-15,-1-1 0 0,-2 4 0 0,-3 1 0 16,3-1 0-16,-1-1 0 0,0 3 0 0,-3-3 0 15,1 2 0-15,-1 4 0 0,-4 6 0 0,8-13 0 16,-8 13 0-16,6-10 0 0,-6 10 0 0,3-9 0 16,-3 9 0-16,0 0 0 0,3-8 0 0,-3 8 0 15,0 0 0-15,0 0 0 0,0 0 0 0,0 0 0 16,0 0 0-16,0 0 0 0,0 0 0 0,0 0 0 16,9 21 0-16,-9-21 0 0,1 13 0 0,-1-13 0 15,3 15 0-15,-3-15 0 0,2 17 0 0,-2-10 0 16,0-7 0-16,3 14 0 0,-3-14 0 0,2 11 0 15,-2-11-83-15,4 11-9 0,-1-6 0 0,-1 2 7 16,2-3 6-16,-4-4 7 0,8 6 4 0,-2-1 10 16,1-5 2-16,-7 0 4 0,13 0 7 0,-2-4 6 15,-5 2 0-15,6-3 4 0,-1 0 6 0,1-1 1 16,-1 1 4-16,5-4 3 0,-6 2 4 0,5-1 6 16,-3 2 3-16,-4 0 6 0,-1 1 10 0,-7 5 5 15,12-7 4-15,-6 3 2 0,-6 4 2 0,9-8 2 16,-9 8-2-16,8-4 1 0,-8 4-7 0,0 0 2 15,0 0-8-15,9-5 4 0,-9 5 1 0,0 0-1 16,0 0-3-16,0 0-7 0,9 8 3 0,-9-8-5 16,5 8-11-16,1-2-12 0,2 2-30 0,-1-2-54 15,9 3-80-15,0-3-87 0,5-1-78 0,0 1-76 16,10-2-108-16,-12-1-372 0,13 0-982 0,-4-3 434 16</inkml:trace>
  <inkml:trace contextRef="#ctx0" brushRef="#br0" timeOffset="-125944.27">18825 3381 233 0,'0'0'243'0,"0"0"-5"0,0-12-12 0,0 12-6 16,3-9-10-16,-3 9-10 0,5-11-13 0,-1 5 1 15,0 1-15-15,0-1-11 0,2-1-8 0,-1 1-11 16,3-2-1-16,-3 5-9 0,1-2-8 16,4-1-12-16,-3 2-5 0,-1 0-9 0,1 1-3 0,-1 2-4 15,3-1-4-15,0 0-4 0,1 0-1 0,0 1-6 16,1 1-1-16,-11 0-2 0,19 1 13 0,-10 1-16 16,2 3-3-16,-1 2 1 0,-1 0 11 0,2 3 6 15,-1 2 5-15,-1 4 3 0,-2 1-1 16,-1 0 0-16,0 9-5 0,-4-2-3 0,-2 3-2 0,-2-1 0 15,-2 1-7-15,-4 1-3 0,-1-2 1 0,-2 2-6 16,1-1-7-16,-1 1-5 0,-4-2-3 0,1 1-6 16,0 0-4-16,4 1-5 0,-2 0-4 0,1-2-1 15,3-1-4-15,3-5-1 0,1 2-6 16,3 4 1-16,2-9-2 0,3 0 0 0,2 1 0 0,4-3-6 16,0 2 0-16,1-2-3 0,3-1-1 0,0 0 1 15,-1-1 0-15,0-1-3 0,0-1-2 0,2 0 0 16,-4-2 1-16,0-1-1 0,-2-4 1 0,-4 1 0 15,0-3 0-15,0 3-3 0,-5-5 5 16,6 4 6-16,-6-4 4 0,0 0 0 0,0 0-4 0,0 0 0 16,0 0 6-16,0 0-3 0,0 0-1 0,0 0 1 15,0 0-4-15,0 0 1 0,0 0-2 0,0 0-2 16,0 0-4-16,0 0 1 0,-25-10 4 0,12 15 8 16,-1 2 11-16,-5 1 8 0,-4 6 8 15,0-2 1-15,-2 2-3 0,2 3-1 0,1-1-10 0,6-2-2 16,-6 4 1-16,-1 0-4 0,2 2-6 0,0 1 2 15,2 0 9-15,5 0 2 0,2 2 17 0,2 1-3 16,3-1 1-16,5-3 3 0,1 4 13 0,4 3 14 16,3-2 8-16,0 3-3 0,3-2 12 0,0-1 1 15,-1 3 2-15,2-4-1 0,-2 1-5 0,0-6 7 16,-3-2-3-16,1 0-50 0,2 0-50 0,-6-5 0 16,1 0 0-16,-2 0 0 0,-1-1 0 0,-1-2 0 15,-2 1 0-15,-1 0 0 0,-3-2 0 0,-3 0 0 16,-5 2 0-16,-4-2 0 0,-1-2 0 0,-9 3 0 15,-2-3 0-15,-1-2 0 0,3-3 0 0,-1 4 0 16,9-3 0-16,1 0 0 0,1-2-74 0,2 1-238 16,3-1-39-16,5-1-51 0,2 0-50 0,7 1-61 15,-14-5-47-15,14 5-362 0,0 0-997 0,0 0 441 16</inkml:trace>
  <inkml:trace contextRef="#ctx0" brushRef="#br0" timeOffset="-123616.68">19666 3812 139 0,'0'0'172'0,"-1"-12"6"16,1 12 6-16,1-8 10 0,-1 8-7 0,2-10 14 15,-2 10 5-15,3-12 12 0,-1 6 9 0,0 0 9 16,1-1 12-16,-1-1 5 0,-2 8-2 0,8-8-10 16,-5 1-3-16,0 1-4 0,0-1-5 0,0 1-12 15,-3 6 3-15,2-10-33 0,-2 10 4 0,4-10-5 16,-4 10 3-16,1-6 0 0,-1 6-6 0,3-5-6 15,-3 5-5-15,0 0 1 0,0 0-14 0,1-10-5 16,-1 10-10-16,0 0-16 0,0 0-9 0,0 0-10 16,0 0-10-16,0 0-13 0,0 0-6 0,0 0-16 15,0 0 1-15,0 0-7 0,0 0 8 0,0 0-5 16,0 0-4-16,-9 22-4 0,4-11 0 0,0 0-7 16,-2 2-3-16,-3 4-2 0,0-1-4 0,-2 6-9 15,-3 1 5-15,-4-3-4 0,6 1 1 0,-1 1-9 16,-4 1-8-16,2-2-1 0,-2-1-3 0,1 0-10 15,0 1 5-15,2-7-10 0,2-2-3 0,2 3 6 16,3-8-7-16,-1 2 3 0,5-3-1 0,1 0-3 16,-4-3 1-16,4 2 3 0,3-5 0 0,0 0 0 15,-4 6 4-15,4-6-6 0,0 0 10 0,0 0-5 16,0 0-2-16,0 0 4 0,11-28 2 0,-5 20-2 16,2 0-10-16,0-1 15 0,-1 2-3 0,0-1-6 15,1 1 10-15,-3-1-4 0,2 0-1 0,-2 5-8 16,2 0 12-16,-1-1-2 0,1 1-1 0,-7 3-3 15,19-3 4-15,-9 2-1 0,1 1-3 0,1 0 9 16,-2 0-5-16,2 1-1 0,-2 2 1 0,0-3 0 16,0 3-5-16,-3 1 3 0,0-4 6 0,0 1 1 15,0 2-6-15,0-1-2 0,-7-2 0 0,11 2 3 16,-5 0-5-16,-6-2 6 0,11 1 1 0,-11-1-2 16,10 1 5-16,-10-1-5 0,11-2 0 0,-11 2-2 15,11-6 0-15,-5 5 0 0,1-4 3 0,-1 0 9 16,2-3-9-16,-1-1-1 0,1 1-1 0,-1-7 8 15,1-1 4-15,-1 1-4 0,-1-3 15 0,1-1-11 16,0-6 1-16,-2 1 7 0,2-2-9 0,-5-2-4 16,1 3 4-16,0 5 2 0,-3 1-4 0,-3-7-6 15,0 6 5-15,-1 1 2 0,-1 1-2 0,-1 2-1 16,1 1-1-16,-1 0 2 0,-3 0-2 0,1 4 3 16,2 2-5-16,-1 0 2 0,2 2-5 0,0 2-4 15,0 0 11-15,0-1-2 0,5 6 1 0,-10-1-9 16,10 1 3-16,-11 5 3 0,5 2-2 0,-2 3-1 15,4 2 0-15,-3 3-1 0,-1 1 0 0,2-2 2 16,-1 4-2-16,2 0 4 0,1 1-9 0,0-2-1 16,2 1-9-16,2-1-2 0,2 0 3 0,4 0-2 15,3-3-7-15,2 1-4 0,3-3 6 0,8 2 4 16,5 0 4-16,3-3-8 0,-3-1-4 0,1-3-14 16,1-1-18-16,-8-2-18 0,7-1-14 0,-6 0-28 15,-4 0-38-15,0-2-35 0,-2 2-53 0,2-2-44 16,-6 0-44-16,-1 1-60 0,-11-2-66 0,14 1-58 15,-7 1-288-15,-7-2-867 0,0 0 383 0</inkml:trace>
  <inkml:trace contextRef="#ctx0" brushRef="#br0" timeOffset="-122695.03">20049 3961 189 0,'0'0'275'0,"0"0"-5"0,-9-25-10 15,9 25-4-15,0 0-10 0,-2-8-2 0,2 8-11 16,2-7-9-16,-2 7-10 0,3-9 0 0,-3 9-7 16,7-6-16-16,-7 6 5 0,9-5-5 0,-6 1-6 15,-3 4-11-15,8-6-12 0,-3 4-6 0,-5 2-16 16,13-5-7-16,-13 5-9 0,6-1-12 0,-6 1-15 15,11-3-9-15,-11 3-7 0,0 0-11 0,11 1-3 16,-11-1-7-16,5 4-12 0,-5-4 1 0,3 6-8 16,-3-6-1-16,2 8-7 0,-2-8-2 0,0 0-7 15,-7 16 3-15,0-9-7 0,2 1-2 0,-2 1-2 16,-2-2 3-16,-3 2-7 0,2-3-4 0,-3-2-8 16,2 3 0-16,-2-3-3 0,0 0-1 0,2-2 0 15,0-1-2-15,2-1-2 0,9 0 9 0,-12 0-3 16,12 0 0-16,-9-3 8 0,9 3-3 0,-4-9 5 15,4 9 1-15,4-16 5 0,1 5 8 0,0 0 8 16,4-1 12-16,0 1 7 0,2-2 2 0,-2 1 15 16,1 3-2-16,-1 1 0 0,0 0-5 0,3 4-8 15,-3-1-6-15,1 1-2 0,-2 1-6 0,2 2-2 16,0 0-3-16,-10 1-3 0,15 4-2 0,-7-2-2 16,-1 1-3-16,0 3-4 0,-2-1-1 0,3 2 0 15,-3-1-4-15,-1 3 2 0,0-1-1 0,-3 0-3 16,3 0 1-16,1 1-3 0,-3-1 0 0,0 0-2 15,0-1 0-15,2-1-1 0,-1 1-1 0,1-2 1 16,-1 0-3-16,-3-5 1 0,3 9 1 0,-3-9-3 16,5 7 1-16,-5-7 0 0,0 0 0 0,6 1 5 15,-6-1-4-15,0 0 3 0,9-11 2 0,-6 5 2 16,-3 6 0-16,5-14 1 0,-4 4-2 0,1 0 2 16,-1 2-1-16,-1-3 0 0,-1 0-4 0,1-1 1 15,-2 1-2-15,0 2 4 0,1-2-3 0,-1 4-3 16,2 7 2-16,-2-11 1 0,2 11-4 0,-2-7 3 15,2 7-1-15,0 0-6 0,0 0 0 0,0 0 3 16,0 0-4-16,0 0 7 0,0 0-7 0,0 0 0 16,15 15 3-16,-15-15-1 0,6 10-2 0,-1-6 1 15,-3 2 0-15,2-2 1 0,-1 1 0 0,-3-5 1 16,4 9 0-16,-4-9-1 0,6 7 2 0,-6-7-2 16,9 5 0-16,-3-2 5 0,1-2-1 0,1 1 0 15,-8-2 2-15,16 2 6 0,-7 0-3 0,-1 0 10 16,-1 0-2-16,1-2 6 0,0 1-1 0,-8-1 1 15,14 3 0-15,-9-2 2 0,-5-1-8 0,11 4-2 0,-8-1 0 16,-3-3 3-16,6 6-3 0,-1-1 2 16,-2 1-1-16,-3-6-1 0,0 10 4 0,0-10 2 15,-3 12-4-15,2-4 0 0,-6 1-6 0,5-2 1 16,-3 2-1-16,3-2-3 0,-2-3 3 0,1 3-2 16,-1-1-5-16,2 0-3 0,-2 0-5 0,4-6-3 0,2 11-1 15,2-6-9-15,3 0-8 0,0-1-12 16,4 1-20-16,3-1-30 0,-3-3-34 0,4-1-32 15,2 2-28-15,1-5-30 0,-5 1-29 0,6 0-15 16,-6-1-30-16,-1-2-8 0,5-1-14 0,-4 0-15 16,-2-1 5-16,0 0-27 0,0-1 0 0,-4 2 4 0,2-3-180 15,-2 0-564-15,1 1 250 0</inkml:trace>
  <inkml:trace contextRef="#ctx0" brushRef="#br0" timeOffset="-121976.45">20643 3944 977 0,'2'-6'-65'0,"2"-2"25"0,-4 8 22 0,5-9 17 15,-1 5 33-15,-1-3 28 0,2 2 22 0,-5 5 20 16,7-9 21-16,-4 5 15 0,-3 4 18 0,6-7 15 15,-3 3 19-15,-3 4 11 0,5-6 13 0,-5 6 17 16,4-6 3-16,-4 6 0 0,0 0 7 0,6-5-4 16,-6 5-4-16,0 0-10 0,0 0-14 0,0 0-18 15,0 0-16-15,0 0-17 0,0 0-16 0,0 0-13 16,0 0-10-16,0 0-12 0,0 0-10 0,0 0-5 0,0 0-9 16,0 0-7-16,0 0-6 0,-14 16-4 15,12-10-8-15,2-6-6 0,-6 13-3 0,3-4-3 16,-1-5-8-16,0 6-2 0,3-4-5 0,-2 4-5 15,3-10 3-15,-1 12-5 0,1-5-3 0,0-7-3 16,0 12-4-16,0-12-1 0,1 13 1 0,1-9-6 0,2 1 2 16,0 0-1-16,1 0 1 0,-5-5-4 0,11 3 0 15,-5-2 2-15,-6-1-5 0,14 0 0 16,-5 0 2-16,-9 0-3 0,18-4 0 0,-8 0 2 16,1 0-7-16,-1-1 7 0,0-3-3 0,0 0 2 15,-1 4-2-15,0-3 5 0,-3-1-5 0,1 1 6 0,-1-3-5 16,0 3-1-16,1-1 1 0,-4 2 4 0,0 1 1 15,1-2 1-15,-1 3 2 0,-3 4 1 16,5-8 0-16,-5 8 3 0,5-7-3 0,-5 7-3 16,2-5-1-16,-2 5 4 0,0 0-9 0,4-6 6 15,-4 6-2-15,0 0 1 0,0 0-3 0,0 0 0 0,0 0-2 16,0 0 2-16,0 0-2 0,0 0-1 0,0 0 2 16,-1 24-1-16,1-24-2 0,0 11 4 15,1-4-2-15,-1-7-1 0,2 12-1 0,0-6-3 16,1 0 5-16,-2 1-3 0,0 0-1 0,-1-7 0 15,7 11 0-15,-4-4-2 0,3-3 0 0,-1 0-1 0,-1 0 0 16,2-1 5-16,0-3-3 0,6 2 0 0,-6 0 0 16,-6-2 0-16,12-2 2 0,-12 2 0 0,14-5 3 15,-8 4 1-15,-6 1-1 0,13-10 5 16,-5 7 1-16,-2-2 5 0,-3 1 8 0,0-3 6 16,-3 7 11-16,4-9 5 0,-2 4 6 0,-2 5 8 0,1-9 8 15,-1 9 3-15,4-6 1 0,-4 6 2 0,0 0-4 16,0 0-7-16,-2-10-4 0,2 10-6 0,0 0-7 15,0 0 8-15,0 0 0 0,0 0 0 0,0 0-5 16,-5 24 6-16,4-13 4 0,-2 3-4 16,0 5 16-16,3-2 1 0,-3 7-2 0,2-4-2 0,-1-1-4 15,0 8-6-15,1-8-5 0,-3 8-6 0,-2-3-1 16,0 0-9-16,1 0-6 0,0-5 5 16,-1-1-10-16,-3 2-24 0,2-5-19 0,1 4-29 15,0-8-23-15,0 1-30 0,1-1-18 0,0-1-33 0,3-2-37 16,0-3-33-16,0 1-34 0,2-6-25 0,0 0-27 15,0 0-47-15,4 9-39 0,-4-9-31 0,0 0-23 16,12-15-18-16,-5 7-250 0,-1-3-777 0,1-6 343 16</inkml:trace>
  <inkml:trace contextRef="#ctx0" brushRef="#br0" timeOffset="-121695.27">21131 3585 229 0,'0'0'312'0,"6"-6"-7"0,-3 1-22 0,-3 5-14 0,6-6-13 15,-6 6-24-15,4-5-19 0,-4 5-21 16,0 0-20-16,8-1-14 0,-8 1-12 0,0 0-10 15,0 0-11-15,9 10-18 0,-9-10-10 0,3 10-8 0,-1-5-7 16,-1 1-4-16,0 4-21 0,2-4-19 0,-2 3-22 16,-1-1-39-16,1-2-43 0,-1 4-59 0,0-10-57 15,0 19-69-15,0-8-241 0,0-11-531 16,0 15 236-16</inkml:trace>
  <inkml:trace contextRef="#ctx0" brushRef="#br0" timeOffset="-121320.35">21317 3799 284 0,'0'0'368'0,"7"-6"6"16,-7 6-4-16,5-7-3 0,-5 7-19 0,1-7-17 0,-1 7-34 16,0 0-26-16,0 0-29 0,0 0-20 15,-9-8-28-15,9 8-15 0,-14-1-20 0,14 1-12 16,-16 6-17-16,8-3-16 0,2 5-8 0,-3 0-13 15,1 1-7-15,0-1-10 0,5 3-6 0,-1-3-10 16,1 2-7-16,3-1-5 0,1 3-6 0,1-1-1 0,3-1-1 16,2 0-4-16,-2 0-4 0,3-2-5 0,0 2-3 15,2-3 4-15,-1 1-7 0,-1-2 0 16,-1-1 2-16,0 1-11 0,-2-2 2 0,0 0-3 16,-1-1 3-16,-4-3-1 0,5 5-3 0,-5-5-2 15,0 0-3-15,0 0 11 0,0 0 2 0,0 0-4 0,-12 13 0 16,5-13 0-16,-6 1-2 0,-4 2 1 0,-1-1-4 15,6 0-4-15,-6-1 0 0,0 1-9 16,4-2-9-16,1 1-28 0,0 2-29 0,4-3-31 16,9 0-37-16,-10 4-23 0,10-4-39 0,0 0-46 0,0 0-53 15,0 0-54-15,21 7-299 0,-9-3-704 0,6-2 312 16</inkml:trace>
  <inkml:trace contextRef="#ctx0" brushRef="#br0" timeOffset="-119805.09">21957 3828 219 0,'2'-10'261'0,"-2"-3"11"0,0 2 2 0,1-5-8 0,-1 6 3 16,0-3 21-16,0 1 13 0,3-1 0 0,-2 4 9 15,0-2 2-15,2 2 7 0,-3 0-4 16,1 2-6-16,2 1-8 0,-1 0-13 0,-2 6-16 16,3-9-19-16,-3 9-21 0,0-10-23 0,0 10-24 15,0 0-21-15,0 0-15 0,0 0-12 0,0 0-13 16,0 0-12-16,0 0-16 0,0 0-2 0,0 0-8 0,-8 29-9 16,3-14-7-16,-1 1-8 0,-2 2-1 15,4 2-4-15,-5 5-14 0,-1-1-5 0,0 1 4 16,-2-1-4-16,0 1-2 0,-1 0-6 0,1-3-3 15,0 2-2-15,1-9-6 0,0 3-2 0,2-4 2 0,0 1-8 16,-1 1 0-16,5-5-3 0,-3-2-3 0,1 1-8 16,2-2-4-16,-1-2 6 0,2-1-12 15,-1-2 11-15,5-3 3 0,-6 5-7 0,6-5 5 16,0 0 4-16,-12-8-5 0,12 8 0 0,-7-11 1 16,3 3-1-16,1-3-1 0,2 2 4 0,0-1 0 0,-1 0-2 15,2-1-7-15,0 1 2 0,0-1 1 0,3 1 4 16,-2 1 2-16,0-1-3 0,1-1 5 15,0 5-3-15,1 0-1 0,-3 6 1 0,6-8-1 16,-2 3 2-16,-4 5 2 0,9-3 9 0,-3 1-14 16,-6 2 2-16,18 2 0 0,-8 1 5 0,1 1-6 0,-2-1-1 15,1 2 2-15,0 4-1 0,3-1-4 0,-4-1 5 16,0 3-7-16,5 1 9 0,-1 0-4 16,1 0 0-16,-7-3-2 0,0 0 3 0,0-2-4 15,1 2-8-15,-2 0-1 0,2-2 7 0,-4 0-14 16,1-1 1-16,1-1 1 0,-1 0-2 0,1 1 4 0,-1-2-2 15,-5-3 1-15,9 3-4 0,-9-3 5 0,11-2 10 16,-11 2 0-16,10-6-6 0,-4 1 5 16,4-1-1-16,-6-1 0 0,3 0 2 0,2-1 1 15,1 0-2-15,-1-1 2 0,0-2-2 0,-1 4 3 0,2 1 0 16,-2 0 2-16,0-1 1 0,0 0-5 0,-1 0 2 16,-2 3-3-16,0 0 3 0,0 1 2 0,-5 3 0 15,10-6 1-15,-4 4-7 0,-6 2 2 0,7-3 6 16,-7 3-1-16,11 1-2 0,-11-1-2 0,11 6 0 15,-5-3 4-15,-2 1 2 0,1 0-3 0,-1 0 1 16,2 3-3-16,-3-1 4 0,0 2-4 0,-3 3 1 16,0-5-5-16,0 3 4 0,-2 1-2 0,-2-2-1 15,-2 1 0-15,0 0-2 0,-1-1-2 0,-3-1-3 16,-6 3-2-16,-4-3-6 0,5-2-7 0,2-1-4 16,-5-1 2-16,5-1-3 0,1 1 7 0,-1-2 4 15,-1-2-1-15,2 0 3 0,5-4 5 0,-1 2 0 16,4-3 1-16,0-2 1 0,4 8 2 0,2-18 0 15,2 7 0-15,3-4 2 0,0 5 3 0,4-5-2 16,-1 0 0-16,3 4 2 0,-1-1 3 0,0 2 4 16,-1 3 2-16,-1-1 10 0,1 5 1 0,0-4-4 15,-2 4 2-15,2-1-6 0,-3 2 0 0,1 0 2 16,-9 2-1-16,15 4-1 0,-9-1-2 0,1-2 2 16,2 6-3-16,-2 1 2 0,0-1 1 15,-2 1-4-15,-3 2 5 0,2 0-4 0,0 0 1 0,0 2-3 16,-3-1 3-16,3 0-1 0,-1 2 0 0,-2-2-1 15,0-1-4-15,0 1 3 0,2-2-1 0,0 0 5 16,-2-3-1-16,0 0-2 0,2 0 1 0,-3-6 0 16,4 8-6-16,-4-8 6 0,6 4-5 0,-6-4 4 15,11 1-2-15,-11-1 0 0,15-5 2 0,-5 2-1 16,0-4 2-16,-1 3-4 0,2-3 2 0,3-2 2 16,-5 2-5-16,1-2 4 0,0 2 9 0,-3 0 4 15,2-2 7-15,-4 2 3 0,0 1 4 0,-1 2 1 16,0-2 2-16,-4 6-1 0,7-9-1 0,-4 6 1 15,-3 3-1-15,3-7-3 0,-3 7-5 0,4-4 0 16,-4 4 1-16,0 0-4 0,0 0-7 0,6-7-1 16,-6 7-5-16,0 0 1 0,0 0 0 0,0 0 0 15,0 0-4-15,0 0-1 0,0 0 2 0,5 19-1 16,-4-12 3-16,2-1-1 0,-2 2-1 0,2 0-5 16,2-2 4-16,-4 0-4 0,2 1 4 0,-3-7-5 15,4 11 3-15,-2-5-2 0,1-3 1 0,-3-3 0 16,5 8-3-16,-5-8-1 0,2 5 7 0,-2-5 0 15,0 0-1-15,0 0 0 0,0 0 1 0,0 0-1 16,0 0 6-16,16-10-4 0,-13 5-6 0,4-4 2 16,-5 4-3-16,5-2 2 0,-1-1-1 0,-2 0 1 15,0 2 2-15,1 0 3 0,-1 1-5 0,-4 5 2 16,6-10-1-16,-2 7 3 0,-4 3-4 0,5-7 3 16,-5 7 0-16,0 0-4 0,4-4 4 0,-4 4-4 15,0 0 3-15,0 0-2 0,0 0 2 0,0 0-2 16,0 0-6-16,0 0 10 0,12 10-2 0,-10-6 1 15,-2-4-2-15,4 9 1 0,-1-4-8 0,-3-5 9 16,7 9-12-16,-4-5 7 0,-3-4 0 0,6 6 1 16,-6-6 6-16,8 4-3 0,-4 0-2 0,-4-4 5 15,8 2 0-15,-8-2-4 0,0 0 9 0,0 0-8 16,15-9 3-16,-13 5 2 0,1-3-4 0,-3 7 6 16,2-13-3-16,-2 6-1 0,2-2 1 0,-2-4 1 15,0 0 3-15,-2-2-6 0,2-1-1 0,0 0 7 16,-1 3-1-16,2 2 2 0,-1-1-2 0,-1 3 3 15,1 9-5-15,0-13 4 0,0 13-1 0,-3-8-4 16,3 8-13-16,0 0-3 0,0 0-5 0,0 0-14 16,0 0-14-16,0 0-31 0,0 0-19 0,0 0-42 15,0 0-49-15,6 28-55 0,-4-18-64 0,-1 1-73 16,2-1-93-16,-6 1-76 0,1-1-295 0,2-10-911 16,-7 18 404-16</inkml:trace>
  <inkml:trace contextRef="#ctx0" brushRef="#br0" timeOffset="-118914.67">19606 4389 165 0,'0'0'253'15,"-6"-1"-3"-15,6 1 0 0,-8-2-3 0,8 2 1 16,0 0-8-16,-11-4-4 0,11 4 1 16,-7-4 2-16,7 4-1 0,-6-2-9 0,6 2-6 15,0 0-6-15,-11-1-2 0,11 1-12 0,0 0-8 0,-10-4-9 16,10 4-10-16,0 0-10 0,0 0-14 0,-6-2-2 16,6 2-8-16,0 0-7 0,0 0-3 0,0 0-10 15,0 0 0-15,0 0-8 0,0 0-4 0,0 0-7 16,0 0-7-16,0 0-11 0,0 0-10 0,27-1-6 15,-10-1-2-15,11 2-8 0,1-2-9 0,4 0-6 16,8 2-2-16,18-1-7 0,5 0-3 0,25-2-4 16,-22 1-2-16,39 0-4 0,-4-3-1 0,5 1 2 15,3 0-2-15,0 3 14 0,-4-5 17 0,-4 3 10 16,-6-1 12-16,0 0 8 0,-5 3-3 0,-26-1 0 16,0 0 7-16,-1 0-4 0,0 1 2 0,-1-2 2 15,-6 1-12-15,0-1-5 0,-3 1-6 0,-15-1-6 16,-2 2-6-16,-3-3-9 0,1 1 5 0,-8 0-4 15,-8 2-6-15,-1-1-6 0,-7 1 1 0,2 1-5 16,-5-1-1-16,-2 2-15 0,-6-1-18 0,12-3-18 16,-12 3-29-16,0 0 3 0,10 3-17 0,-10-3-22 15,0 0-29-15,1 7-47 0,-1-7-34 0,0 7-36 16,0-7-58-16,-7 11-69 0,-1-7-74 0,0 0-66 16,-5 2-379-16,1 1-955 0,-6-3 423 0</inkml:trace>
  <inkml:trace contextRef="#ctx0" brushRef="#br0" timeOffset="-117883.6">20603 4686 104 0,'0'-10'278'0,"0"10"-6"0,1-7 0 0,-1 7 3 15,0 0 9-15,2-14-4 0,-2 14 8 0,0-9-7 16,0 9 1-16,2-9-2 0,-2 9 1 0,-2-10 1 16,2 10-4-16,3-6-6 0,-3 6-2 0,0 0-10 0,3-10-10 15,-3 10-13-15,0 0-11 0,0 0-21 16,0 0-29-16,0 0-6 0,0-10-14 0,0 10-16 16,0 0-15-16,0 0-13 0,0 0-4 0,0 0-8 15,0 0-2-15,0 28 0 0,-1-18-2 0,-1 5-16 0,2 2-2 16,-1 0-14-16,2 0 6 0,-2 8-9 0,-1 0-13 15,-1 0-1-15,1 0-8 0,-1-4-2 16,0 4-3-16,-2 1-2 0,0 1-4 0,1-2 1 16,0-6-4-16,2 1-4 0,-2-2-4 0,-1 1-3 0,2-2-7 15,2-2-3-15,-1 0-7 0,0-2-8 0,1-4-8 16,-2 1-12-16,3-3-15 0,0-7-16 0,-2 12-23 16,1-7-32-16,1-5-25 0,0 0-30 0,-3 8-24 15,3-8-43-15,0 0-62 0,0 0-50 16,0 0-52-16,0 0-49 0,0 0-38 0,-6-23-253 0,2 14-802 15,1-2 354-15</inkml:trace>
  <inkml:trace contextRef="#ctx0" brushRef="#br0" timeOffset="-117633.62">20280 4947 61 0,'0'0'378'0,"-3"7"-3"16,3-7 0-16,0 0-16 0,0 0-17 0,0 0-14 15,0 0-37-15,0 0-20 0,0 0-26 0,13 5-23 16,-13-5-20-16,11 2-19 0,0-1-23 0,-1 3-7 16,4-1-11-16,-1 0-23 0,5 1-14 0,-3 2-6 15,2-1-8-15,-2 2-10 0,3-1-15 0,-3 0-15 16,2 0-22-16,-4-2-21 0,-1 1-31 0,0-3-33 16,-2 2-36-16,1-1-31 0,1-1-33 0,-2-1-42 15,-1 0-47-15,3-2-30 0,-2 0-26 0,1 0-13 16,1-1-179-16,-1 0-532 0,0-3 235 0</inkml:trace>
  <inkml:trace contextRef="#ctx0" brushRef="#br0" timeOffset="-117414.92">20733 4947 39 0,'8'-7'186'0,"0"1"13"0,-3 1 24 0,5-3 22 16,-2 2 20-16,1 1 11 0,0-1 21 0,0 0 18 16,-3 2 1-16,0 0-7 0,0-1 16 0,0 1 16 15,-6 4 5-15,7-7 1 0,-7 7-16 0,6-3-4 16,-6 3-8-16,4-6-18 0,-4 6-18 0,0 0-21 15,0 0-18-15,0 0 7 0,0 0-2 0,0 0-11 16,0 0-12-16,-30 12-7 0,15-5-9 0,-2 1-21 16,-3 2-21-16,-5 3-12 0,5-3-16 0,-3 2-91 15,0 2-49-15,8-4 0 0,-3 1 0 0,1-3 0 16,2 1 0-16,1 2 0 0,1-3-263 0,5-4-113 16,-1 5-151-16,4-1-166 0,3-3-363 0,2-5-1143 15,0 0 506-15</inkml:trace>
  <inkml:trace contextRef="#ctx0" brushRef="#br0" timeOffset="-114870.64">19367 5247 171 0,'0'0'353'0,"0"0"1"0,0 0-8 16,0 0-1-16,28-6-8 0,-28 6 0 0,6-5 1 15,-6 5-5-15,3-3-9 0,-3 3-12 0,0 0-20 16,0 0-21-16,5-6-24 0,-5 6-25 0,0 0-21 0,0 0-21 15,0 0-17-15,0 0-13 0,0 0-6 16,0 0-6-16,0 0-13 0,5 18-6 0,-5-11-2 16,0 2 0-16,2 1-7 0,-2-1-6 0,-2 4-4 15,1-1-17-15,-1 3-1 0,0-1-6 0,-3 0 6 0,2-2-20 16,-1 4-10-16,1-1 1 0,-1 1-9 0,-1-1-7 16,4 1-4-16,-2-4 1 0,2-1-7 0,1 1-3 15,0-3 0-15,0 0-9 0,1-2 1 0,2 0-2 16,-1-1-4-16,5-1 4 0,-2-1-7 0,5 2 2 15,2-3 11-15,4 0-12 0,0-3-2 0,3 0 2 16,-3-4 7-16,2 2 2 0,0-1-1 0,1-2-1 16,-6 2-4-16,5-2 1 0,-8 1 2 0,3-1-3 15,-3 3 1-15,-1-2 2 0,0 1-4 0,-3 1-3 16,1-2-2-16,-7 4 0 0,9-6-9 0,-9 6-25 16,7-4-36-16,-7 4-48 0,4-3-59 0,-4 3-60 15,0 0-80-15,0 0-43 0,0 0-45 0,0 0-52 16,0 0-37-16,0 0-300 0,0 0-854 0,0 0 377 15</inkml:trace>
  <inkml:trace contextRef="#ctx0" brushRef="#br0" timeOffset="-114605.08">19385 5307 256 0,'3'-10'350'0,"2"1"6"16,-1-4 4-16,1 3 27 0,2-5 13 0,2 0 0 15,-1 4-4-15,5-3 2 0,-2 3-20 0,1-1-24 16,4 1-18-16,-1 1-31 0,1 3-29 0,1-1-29 16,1 2 2-16,-1 0-28 0,0 3-22 0,1-3-26 15,-5 4-9-15,5 1-17 0,-6 1-15 0,2 1-19 16,-3 0-32-16,-1 0-24 0,-2 1-31 0,-1 0-23 16,-2 1-33-16,-5-3-31 0,7 6-37 0,-5-3-41 15,-2-3-49-15,3 9-41 0,-3-9-44 0,0 0-45 16,-10 10-41-16,5-3-34 0,-2-2-12 0,0 1-19 0,-4 0-218 15,2-1-694-15,-2 0 307 0</inkml:trace>
  <inkml:trace contextRef="#ctx0" brushRef="#br0" timeOffset="-114402">19484 5302 239 0,'0'0'274'0,"-6"3"12"0,6-3 8 15,0 0 9-15,0 0 1 0,0 0 7 16,0 0-2-16,0 0-2 0,0 0-3 0,0 0-9 15,3 13-10-15,-3-13-11 0,0 0-12 0,0 0-20 16,0 0-7-16,0 0-15 0,0 0-26 0,0 0-11 0,0 0-20 16,0 0-16-16,12 1-17 0,-12-1-15 15,13-3-21-15,-13 3-25 0,16 0-33 0,-3-1-49 16,-3-1-54-16,2 1-60 0,0-2-54 0,0 1-55 16,2 2-61-16,-1 0-57 0,-1-2-43 0,1 2-304 0,-3-1-759 15,-10 1 336-15</inkml:trace>
  <inkml:trace contextRef="#ctx0" brushRef="#br0" timeOffset="-113933.33">19730 5330 373 0,'0'0'390'0,"0"0"14"16,3 6 0-16,-3-6 6 0,0 0 1 0,0 0-11 15,9 1-1-15,-9-1-11 0,0 0-16 16,0 0-19-16,0 0-14 0,0 0-32 0,0 0-22 0,0 0-19 15,0 0-28-15,10-8-33 0,-10 8-20 0,0 0-20 16,0 0-9-16,11 1-13 0,-4 3-13 0,-2-1-14 16,1 1-22-16,-1 2 2 0,3-1-15 15,0 4-7-15,-1-2-12 0,-3 2-5 0,1-1-11 0,1-1-1 16,-4-1-5-16,2 3-5 0,-1-2-11 0,-1-1-8 16,-1 1 4-16,-1-7-10 0,-1 12-9 0,1-12 2 15,-4 12-9-15,3-6-4 0,1-6-8 0,-5 11 1 16,2-6-3-16,3-5 2 0,-5 4 4 0,5-4-2 15,-5 6 5-15,5-6 5 0,0 0-6 0,0 0-1 16,0 0 7-16,0 0-2 0,0 0 0 0,0 0 2 16,0 0 2-16,2-25 1 0,4 19 4 0,0-1 4 15,1-2-16-15,1 1 18 0,-1 0 1 0,-1-1 5 16,1 2 0-16,-2 3 10 0,1 0 7 0,-2-1-2 16,1 0-5-16,-5 5-11 0,8-4 1 0,-8 4-2 15,7-5-1-15,-7 5 6 0,0 0-5 0,0 0-2 16,14 7-4-16,-10-3 3 0,-1 1 6 0,-1 2-15 15,0 0-3-15,0-2-9 0,1 5-19 0,-1-3-22 16,3 3-35-16,-1-3-39 0,3 3-34 0,-2-5-58 16,3 2-50-16,0 0-46 0,1-2-37 0,0-2-30 15,3 0-36-15,1-1-23 0,-1 0-14 0,2-4-253 16,-2 1-769-16,6-5 340 0</inkml:trace>
  <inkml:trace contextRef="#ctx0" brushRef="#br0" timeOffset="-113652.17">20198 5368 209 0,'0'0'381'16,"0"0"19"-16,0 0 23 0,0 0 10 0,0 0 11 15,0 0 8-15,0 0-4 0,0 0-9 0,0 0-19 16,0 0-11-16,0 0-29 0,0 0-34 0,0 0-27 16,0 0-33-16,0 0-22 0,0 0-19 0,0 0-10 15,0 0-13-15,3 23-12 0,-6-11-15 0,0 4-22 16,0-2-12-16,0 4-23 0,0 0-10 0,0 0-10 15,-3 7-12-15,3 0-12 0,0 0-13 0,1-5-49 16,-1 6-32-16,2-8 0 0,-1 0 0 0,4-1 0 16,-2 2 0-16,0-4-1 0,1 0-89 0,0-3-24 15,2-1-41-15,-2-1-38 0,2-2-44 0,2-2-46 16,-4 1-41-16,-1-7-31 0,5 9-25 0,-5-9-32 16,0 0-32-16,5 4-37 0,-5-4-306 0,0 0-854 15,0 0 378-15</inkml:trace>
  <inkml:trace contextRef="#ctx0" brushRef="#br0" timeOffset="-113355.36">20154 5484 99 0,'6'-7'309'0,"0"-1"2"0,1 0 7 0,0 1 9 16,-1-1 10-16,0 0-9 0,-1 0-12 15,1 3-6-15,2 1-20 0,-2-3-9 0,-1 3-9 16,2 1-20-16,-2-1-17 0,2 1-17 0,1 0-15 15,1-1-17-15,2 3-13 0,-2 1-14 0,2 1-14 16,-4 1-10-16,4 0-11 0,-2-1-10 0,1 4-10 0,-3-2-9 16,1 1-8-16,-1 0-12 0,-2-1-8 0,-1 2-6 15,-2 1-6-15,2 0-5 0,-4-6-4 16,-4 14-2-16,2-6-10 0,-6 0-3 0,-1 1-3 0,-3 0-12 16,-2 0-9-16,3-2-21 0,-6 0-32 0,0 0-17 15,5-2-17-15,-1-2-35 0,0 0-26 0,6-2-25 16,0 1-20-16,7-2-20 0,-10-2-33 15,10 2-51-15,0 0-61 0,-4-12-36 0,4 12-273 16,0 0-715-16,24-21 316 0</inkml:trace>
  <inkml:trace contextRef="#ctx0" brushRef="#br0" timeOffset="-113011.66">20594 5269 383 0,'3'-4'419'0,"-3"4"15"0,2-15 19 0,0 8 10 0,-2-1 4 16,0 8-6-16,1-13-13 0,-1 13-17 15,0-13-24-15,0 13-19 0,0-11-22 0,1 6-22 0,-1 5-45 16,0 0-23-16,0-10-22 0,0 10-27 0,0 0-24 16,0 0-22-16,0 0-15 0,0 0-18 0,0 0-12 15,0 0-10-15,17 23-23 0,-13-13-3 0,-1 2-6 16,0-1-4-16,0 2-7 0,0 3-10 0,2 9-5 15,-2-7-8-15,-1 1-20 0,0-1-40 0,-1 7 0 16,-2-6 0-16,2-1 0 0,-2 0 0 0,-2-2 0 16,2 1 0-16,0-5 0 0,-2-2-2 0,-1 1-98 15,4 0-27-15,0-4-33 0,0-7-28 0,0 12-29 16,0-12-29-16,0 8-20 0,0-8-33 0,7 5-33 16,-7-5-28-16,9 0-31 0,-9 0-23 0,0 0-19 15,17-7-343-15,-13 3-841 0,1-1 371 0</inkml:trace>
  <inkml:trace contextRef="#ctx0" brushRef="#br0" timeOffset="-112308.74">20811 5438 292 0,'0'0'334'0,"13"0"9"15,-13 0-10-15,6-2-3 0,-6 2 8 0,6-6-9 16,-6 6-3-16,5-3-12 0,-5 3-13 0,0 0-16 15,6-5-20-15,-6 5-16 0,0 0-20 0,0 0-14 16,0 0-13-16,8-2-18 0,-8 2-19 0,0 0-13 16,0 0-14-16,0 0-16 0,0 0-13 0,0 0-9 15,13 2-6-15,-13-2-13 0,6 7-7 0,-3-2-11 16,-3-5-3-16,2 9-5 0,-2-4-5 0,0-5-4 16,0 11-3-16,0-11-7 0,-5 13-4 0,1-5-1 15,-1-4-5-15,-1 3-3 0,-3-1-1 0,2-3-3 16,-2 3 0-16,-1-2-5 0,-1-2-1 0,-1 1 1 15,1-3-3-15,0 2 1 0,4-3-4 0,7 1 0 16,-14-5 1-16,9 2-1 0,5 3-2 0,-7-10 0 16,5 4-1-16,2 6 1 0,2-15 0 0,1 6 2 15,2-1 3-15,2 2 8 0,1-1-1 0,0 1-1 16,1 2 1-16,4 0 7 0,-3 0-1 0,-1 1-1 16,2 2 2-16,1-1-2 0,-2 3-2 0,3 0-2 15,-4 2 5-15,1 1-4 0,0 1 8 0,-2-1 1 0,-3 0 4 16,1 1 0-16,2 1-11 0,0-1 5 15,-3 1-11-15,0 1 2 0,-1 1 1 0,1-2 1 16,0 1-1-16,-1 0-4 0,0 1-4 0,-1 0 1 16,1-2-1-16,-4-4-2 0,7 9 1 0,-4-5-4 15,3-1 1-15,-6-3 0 0,6 6-4 0,-1-3 4 0,0-1 1 16,-5-2-9-16,13-1 7 0,-3 0-6 16,-3-3 6-16,4 0-1 0,-2 0-2 0,1-2 5 15,-2 1 0-15,3 0 2 0,-2 1 5 0,1-3 6 16,-3 2 1-16,1-1 6 0,-2 2 6 0,-2 0 2 0,-4 4 8 15,15-8-4-15,-15 8 11 0,7-6-3 0,-7 6-5 16,6-7-7-16,-6 7-2 0,0 0 7 0,0 0-8 16,7-5-4-16,-7 5-3 0,0 0-8 15,6-1-3-15,-6 1-1 0,0 0 0 0,0 0-1 0,6 11 1 16,-2-6-7-16,-4-5 8 0,8 10-6 0,-6-1 5 16,2-2-5-16,1 2 2 0,0 0-6 0,-1 0-7 15,-1-2-15-15,-1 2-20 0,0-2-25 0,-1-1-22 16,-1-6-21-16,-1 9-24 0,1-9-19 15,0 0-21-15,0 0-21 0,0 0-32 0,-7 5-46 0,7-5-30 16,0 0-18-16,0 0-17 0,-8-26-11 0,8 17-20 16,0 9-11-16,2-25 5 0,-2 13 0 0,1 0-2 15,3-4-200-15,-2 2-619 0,0 2 274 0</inkml:trace>
  <inkml:trace contextRef="#ctx0" brushRef="#br0" timeOffset="-112152.53">21218 5345 1364 0,'1'-4'-117'16,"-1"4"28"-16,5-11 31 0,-5 11 30 0,4-6 41 15,-4 6 35-15,0-9 37 0,0 9 26 0,0-10 35 16,0 10 23-16,0-9 22 0,0 9 20 0,0-12 29 15,0 12 23-15,3-11 13 0,-2 6 4 16,-1 5-1-16,1-13-9 0,0 8-16 0,-1 5-24 0,4-7-17 16,0 3-20-16,-4 4-24 0,5-4-19 0,-5 4-32 15,0 0-39-15,0 0-54 0,18 8-76 0,-14-5-76 16,0 3-92-16,-4-6-105 0,14 13-101 0,-10-7-232 16,2 2-711-16,-6-8 314 0</inkml:trace>
  <inkml:trace contextRef="#ctx0" brushRef="#br0" timeOffset="-111668.27">21434 5434 343 0,'0'0'395'0,"0"0"10"16,0 0-11-16,0 0-13 0,0 0-15 0,0 0-12 15,0 0-13-15,0 0-15 0,0 0-13 0,-9-19-19 16,9 19-22-16,0 0-16 0,0 0-17 0,0 0-25 15,0 0-17-15,0 0-22 0,0 0-14 0,-7-5-12 16,7 5-10-16,0 0-8 0,0 0-7 0,0 0-11 16,0 0-3-16,0 0-8 0,-2 17-10 0,2-17-8 15,0 0-6-15,1 13-9 0,-1-13-6 0,3 10-11 16,-2-4-1-16,2 0-4 0,-3-6-7 0,5 11-6 16,-3-5-4-16,1-1-7 0,-1 1-3 0,3-2 1 15,-5-4-22-15,4 7 12 0,0-3-6 0,-4-4 1 16,0 0-3-16,9 4-7 0,-9-4 7 0,8 0 3 15,-8 0 0-15,11-5-14 0,-6 0 12 0,2 0 3 16,1 1-3-16,-1-6 1 0,-2 6-6 0,2-2 8 16,-4 1-8-16,4-3 12 0,-1 3 7 0,-2-1 6 15,1 1 9-15,-1 0 15 0,-4 5 1 0,8-9 4 16,-6 5 4-16,-2 4-4 0,8-5-3 0,-8 5-1 16,0 0-3-16,5-4-8 0,-5 4-7 0,0 0-5 15,0 0 2-15,0 0-7 0,0 0 0 0,0 0 1 16,13 5-4-16,-13-5-3 0,6 7 2 0,-3-3-9 15,0 2-3-15,1-2 0 0,-4-4-5 0,7 10-8 0,-3-5-19 16,-4-5-6-16,6 9-20 0,-2-3-25 16,-2 0-27-16,2 0-41 0,0 0-43 0,-4-6-50 15,5 7-51-15,-2-3-65 0,-3-4-72 0,0 0-69 16,5 5-396-16,-5-5-966 0,0 0 428 0</inkml:trace>
  <inkml:trace contextRef="#ctx0" brushRef="#br0" timeOffset="-109949.91">19233 5836 222 0,'-3'-5'343'0,"3"5"-10"15,-5-13 7-15,3 6 14 0,-2 1 1 0,2-1-1 16,-1 1-11-16,-1 0-11 0,4 6-13 0,-4-11-8 16,2 7-6-16,2 4-17 0,-6-9-20 0,6 9-28 15,-3-5-24-15,3 5-20 0,-5-5-22 0,5 5 16 16,0 0-8-16,0 0-3 0,-14 16-5 0,10-8 0 15,-1 4-16-15,-3 4-6 0,0 2-4 0,2 0-1 16,-1 1-17-16,0 5-13 0,1 0 0 0,-2 1-8 16,3 1-4-16,-1 0-16 0,1 0-13 0,0 2 1 15,4-1-9-15,-1 0-10 0,-2-2-3 0,1 2-3 16,-1-2-2-16,0-6-7 0,-1-1-7 0,3 1-3 16,-2 1-9-16,0-4 3 0,2-1-4 0,-1-3 2 15,2 1-2-15,-2-3-15 0,3 1 5 0,-1-2-14 16,1 0-15-16,0-9-21 0,1 12-23 0,2-8-30 15,-3-4-13-15,1 9-30 0,-1-9-31 0,1 7-47 16,-1-7-62-16,0 0-48 0,0 0-25 0,0 0-35 16,0 0-31-16,13-14-23 0,-10 8-20 0,-3-5-332 15,-3 0-851-15,3 11 377 0</inkml:trace>
  <inkml:trace contextRef="#ctx0" brushRef="#br0" timeOffset="-109731.22">18981 6093 171 0,'-1'-6'314'0,"1"6"15"0,-1-11 14 0,1 11 13 16,3-11 3-16,-3 11 8 0,2-11 7 0,-1 5 0 16,-1 6 0-16,3-6-10 0,-3 6-3 0,1-8-7 15,-1 8-25-15,4-10-25 0,-2 6-30 0,2-1-24 16,-4 5-26-16,13-7-26 0,-4 3-30 0,3 2-37 16,1-1-35-16,4 0-39 0,1 0-41 0,1 1-51 15,-1 2-54-15,5-1-63 0,-1-2-56 0,-2-1-52 16,8 2-52-16,-7-2-57 0,8-1-52 0,-8 1-33 15,-3 1-245-15,1-4-755 0,-4 0 334 0</inkml:trace>
  <inkml:trace contextRef="#ctx0" brushRef="#br0" timeOffset="-109465.66">19411 5838 340 0,'0'0'353'15,"2"-7"21"-15,-2 7 10 0,1-8 3 0,-1 8 10 16,4-7 11-16,-4 7-1 0,3-5-3 0,-3 5-5 15,0 0-10-15,3-6-6 0,-3 6-15 0,0 0-31 0,0 0-13 16,0 0-28-16,0 0-32 0,0 0 0 16,0 0-6-16,0 0-7 0,0 0-16 0,0 24-10 15,-2-12-16-15,2 0-18 0,2 1-15 0,-5 4-20 16,2-1-144-16,-1 3-12 0,1-1 0 0,0 1 0 16,-1-1 0-16,4-1 0 0,-1-1 0 0,-1 0 0 0,1-2 0 15,3 1 0-15,1 3 0 0,1-6 0 0,1-1 0 16,1-2 0-16,1-1 0 0,3 2 0 0,-3-1-229 15,3-4-73-15,2-2-46 0,-1-1-46 16,1 0-36-16,-1-2-57 0,0-2-34 0,0-1-393 0,-1-1-989 16,1-1 437-16</inkml:trace>
  <inkml:trace contextRef="#ctx0" brushRef="#br0" timeOffset="-108715.84">19706 6027 28 0,'10'-3'285'15,"-10"3"13"-15,10-2 7 0,-10 2 6 0,11-3-6 16,-5 2-7-16,-6 1-10 0,11-5-2 16,-7 3 1-16,-4 2-5 0,9-2-9 0,-4-1-9 15,-5 3-20-15,12-4-15 0,-12 4-18 0,9-3-19 0,-9 3-11 16,10 2-16-16,-2-1-9 0,-8-1-9 0,9 7-6 16,-4-3-9-16,-3 2-9 0,2-2-9 0,1 4-17 15,-2-2 0-15,-2 1-5 0,0 0-8 0,-1-7-8 16,-5 13-7-16,3-5-11 0,-5 0 0 0,1 1-6 15,-2-1-2-15,-3 0-8 0,-1-2-3 0,-1 0-5 16,-3-1-2-16,3-1-9 0,-1 0 1 0,2-3-1 16,0 1 0-16,2-1-3 0,2-1-3 0,8 0-3 15,-14-4 3-15,14 4-1 0,-8-6 4 0,7-2 5 16,2-3 2-16,2 0-1 0,2-1-2 0,5-2-4 16,3-1 0-16,7-4 1 0,2 0 2 0,1 2-4 15,1 3-3-15,2-1 4 0,-1 4 0 0,1 0 10 16,-6 4 6-16,1-1-3 0,-3 3 1 0,2 4-15 15,-7-3-7-15,5 4 15 0,-3 2 1 0,-2 1 0 16,-1 0 4-16,-1 1-3 0,-1 3-4 0,2 3-2 16,-3 1 4-16,-3-4-3 0,-1 4-1 0,2 5-8 15,-2-6 2-15,-5 2-2 0,2 6 1 0,-4-1-3 16,0-2-2-16,-1-2-14 0,1-1 14 0,-2-1-8 16,2 0-4-16,-1-2 4 0,1-2-3 0,0-2-11 15,2-5 14-15,-2 9-3 0,2-9 3 0,0 0 0 16,0 0 2-16,0 0-4 0,0 0 8 0,0 0-2 0,17-26 0 15,-10 16 0-15,0-1 6 0,4-4 6 16,-4 0 5-16,4 3-3 0,-5 1 9 0,2 2 16 16,0 1 0-16,-1-1 13 0,-2 3-2 0,2-1 0 15,-7 7 1-15,8-8-8 0,-8 8-7 0,6-5 2 16,-6 5-11-16,0 0 1 0,0 0 0 0,19 8-12 16,-19-8 1-16,9 8-8 0,-1-4-7 0,-2 5-9 15,-1-4 0-15,4 2 0 0,-1 3 0 0,1-5 0 16,-2 2 0-16,1-1 0 0,1 0 0 0,-4-2 0 15,-5-4 0-15,10 9 0 0,-4-7 0 0,-6-2 0 0,10 3 0 16,-10-3 0-16,0 0 0 0,0 0 0 0,0 0 0 16,18-10 0-16,-18 10 0 0,4-11 0 15,-4 11 0-15,2-16 0 0,-2 7 0 0,0-3 0 16,1-3 0-16,-2 3 0 0,1-2 0 0,0 3 0 0,-1-2 0 16,0 1 0-16,-2 4 0 0,3-2 0 0,-1 3 0 15,1 7 0-15,0-11 0 0,0 11 0 0,1-9 0 16,-1 9 0-16,0 0 0 0,0 0 0 15,1-7 0-15,-1 7 0 0,0 0 0 0,0 0-234 0,18 16-87 16,-6-11-111-16,4 4-114 0,11 0-98 0,0 0-359 16,-1 2-1086-16,-7-6 481 0</inkml:trace>
  <inkml:trace contextRef="#ctx0" brushRef="#br0" timeOffset="-108278.39">20843 6061 265 0,'0'0'397'15,"-7"-13"-6"-15,7 13 6 0,-3-10 2 0,3 10-8 16,-3-6-7-16,3 6-9 0,-2-9-10 0,2 9-13 16,0 0-3-16,0-10-23 0,0 10-20 15,0 0-20-15,1-7-24 0,-1 7-12 0,0 0-21 0,0 0-17 16,0 0-22-16,4-8-24 0,-4 8-15 0,7-5-13 15,-7 5-13-15,12 2-7 0,-12-2-24 0,13 3-5 16,-13-3-9-16,10 4-4 0,-4 0-16 0,0-1-2 16,-2 1-4-16,-4-4-7 0,6 9-3 0,-3-4-9 15,-1 0-4-15,-2-5 0 0,0 13-9 0,0-13-2 16,-5 12 0-16,0-7-6 0,-2 3 0 0,-3 0 6 16,0-3-14-16,-8 3 6 0,1-4-1 0,-4-1-3 15,1-1-9-15,-2 0 14 0,4 0-4 0,1-6-1 16,1 1-1-16,3-2 2 0,1-1-2 0,5-1-1 15,1 2 2-15,3-4-1 0,0 0-7 0,6-2-2 16,4 0 4-16,2-2-10 0,8-2-7 0,-2 2-30 16,11-3-32-16,1 4-32 0,-2-1-31 0,3 4-35 15,0 0-45-15,0 5-35 0,2 0-39 0,-10 0-35 16,2 4-43-16,-2 0-29 0,0 0-31 0,-1 2-20 16,-2 4-285-16,-4-6-798 0,-1 2 353 0</inkml:trace>
  <inkml:trace contextRef="#ctx0" brushRef="#br0" timeOffset="-107950.39">21078 5963 151 0,'0'0'357'0,"6"-31"16"0,-6 31 22 0,1-12 15 16,1 3 16-16,-2 3 7 0,0 6 17 0,2-17-8 16,-2 9-8-16,0 1-3 0,0 7-13 0,-2-13-5 15,2 13-17-15,0-10-26 0,0 10-26 0,2-9-29 16,-2 9-30-16,0 0-31 0,0-10-24 0,0 10-23 15,0 0-21-15,0 0-19 0,0 0-16 0,0 0-4 0,0 0-141 16,-8 28-6-16,7-17 0 0,-3 5 0 16,1 3 0-16,2-2 0 0,-5 8 0 0,-1 2 0 15,2 0 0-15,-1 0 0 0,1 1 0 0,-2-2 0 16,2 2 0-16,1-2 0 0,-1 2 0 0,0-2 0 0,-1 0 0 16,-1 0 0-16,5-7 0 0,-2 0 0 0,4 2 0 15,0-3 0-15,0 1 0 0,0-1 0 0,4-1 0 16,-3-5 0-16,2 0 0 0,0 0 0 0,1-3 0 15,-1 1 0-15,2-2 0 0,-2-2 0 16,-2 0-51-16,-1-6-260 0,4 8-50 0,-4-8-63 0,4 3-45 16,-4-3-58-16,0 0-34 0,0 0-354 0,0 0-990 15,0 0 437-15</inkml:trace>
  <inkml:trace contextRef="#ctx0" brushRef="#br0" timeOffset="-107731.7">21015 6330 281 0,'0'0'398'0,"0"0"32"0,-3-11 26 0,3 11 11 16,-1-8 3-16,1 8-5 0,-2-9-18 0,2 9-18 15,0 0-28-15,0 0-16 0,7-18-34 0,-7 18-41 16,6-11-32-16,2 8-21 0,-8 3-25 0,19-8-30 16,-9 7-34-16,4-4-41 0,-2 3-31 0,0 0-51 15,0 2-39-15,0-2-53 0,2 1-63 0,0-1-69 16,2-2-79-16,1 1-72 0,-3 0-84 0,5-2-78 15,3 2-321-15,0-3-879 0,6-3 390 0</inkml:trace>
  <inkml:trace contextRef="#ctx0" brushRef="#br0" timeOffset="-106847.97">21747 5851 357 0,'-5'-11'479'0,"1"1"13"0,0 0 15 15,2 0-17-15,0 1-8 0,-2 1-21 0,3-2-17 16,-1 3-19-16,2 7-26 0,-3-12-22 0,2 6-19 16,1 6-25-16,-2-8-25 0,2 8-21 0,0 0-28 15,-3-10-31-15,3 10-16 0,0 0-25 0,0 0-14 16,0 0-20-16,0 0-17 0,0 0-10 0,0 0-11 15,-14 22-12-15,10-11-6 0,-1 4-6 0,-1 2-12 16,0 0-46-16,-1 7-33 0,-1-7 0 0,-1 6 0 16,-3-1 0-16,0 0 0 0,-2 3 0 0,1-3 0 15,-4-1 0-15,-1 1 0 0,0-4 0 0,0 2 0 16,-2-3 0-16,5-1 0 0,1-3 0 0,-1-1 0 16,2-1 0-16,3-4 0 15,0 0 0-15,3 0 0 0,3-3 0 0,-1-1 0 0,5-3 0 0,-5 4 0 16,5-4 0-16,0 0 0 0,0 0 0 0,0 0 0 15,-2-25 0 1,6 17 0-16,1-2 0 0,0-1 0 0,1-1 0 0,1 1 0 0,-1 2 0 16,4-5 0-16,-4 3 0 0,1 1 0 0,0 3 0 15,-1-1 0-15,2 2 0 0,-3-1 0 0,1 3 0 16,0 0 0-16,0 1 0 0,-6 3 0 0,12-3 0 16,-4 2 0-16,3 2 0 0,-5 1 0 0,4-1 0 15,-2 2 0-15,1 1 0 0,0 1 0 0,1 3 0 16,-1-3 0-16,1 3 0 0,-1 0 0 0,-1 0 0 15,1 0 0-15,-1 0 0 0,-1 2 0 0,-1-1 0 16,2-1 0-16,-1 0 0 0,-2-2 0 0,-5-6 0 16,12 10 0-16,-6-7 0 0,-6-3 0 0,13 6 0 15,-13-6 0-15,17-1 0 0,-6 0 0 0,-11 1 0 16,21-5 0-16,-10 0 0 0,0 1 0 0,-1-4 0 16,2 0 0-16,-1 0 0 0,-1 2 0 0,3-5 0 15,-3 2-2-15,-2 2-1 0,-3 1-2 0,-5 6 4 16,12-9 10-16,-7 4-7 0,-5 5-2 0,7-8 0 15,-4 4 0-15,-3 4 0 0,0 0 0 0,7-6 0 16,-7 6 0-16,0 0 0 0,0 0 0 0,0 0 0 16,0 0 0-16,0 0 0 0,0 0 0 0,0 0 0 15,16 9 0-15,-16-9 0 0,0 0 0 0,3 15 0 16,-3-15 0-16,0 12 0 0,0-12 0 0,0 12 0 16,0-12-21-16,2 8-73 0,-2-8-20 0,-1 9-35 15,1-9-32-15,0 0-29 0,0 0-29 0,1 13-11 16,-1-13-19-16,0 0 0 0,0 0-35 0,0 0-21 15,0 0-7-15,0 0 8 0,0 0-4 0,0 0 13 16,0 0 1-16,13-27 7 0,-13 27 11 0,5-18 16 0,-5 8 5 16,3-3 19-16,-3 3 26 0,0-2 23 15,1 1 25-15,0-2 31 0,-2 2 30 0,1 1 28 16,0-1 36-16,2 0 43 0,0 3 32 0,-1 1 22 16,2-1 21-16,0-1 29 0,0 2 27 0,0 1 22 15,4 3 17-15,-7 3 10 0,4-11 20 0,-2 8-7 16,-2 3-9-16,4-6-17 0,-4 6-10 0,0 0-23 15,4-6-7-15,-4 6-17 0,0 0-42 0,0 0-34 16,0 0-76-16,0 0-102 0,0 0-111 0,0 0-268 16,0 0-582-16,0 0 257 0</inkml:trace>
  <inkml:trace contextRef="#ctx0" brushRef="#br0" timeOffset="-106128.02">22129 6013 216 0,'0'0'336'0,"0"0"-13"0,5-15-19 0,-5 15-12 16,0 0-7-16,4-8-21 0,-4 8-7 0,0 0-6 0,0-7-7 16,0 7-4-16,0 0-9 0,3-7-7 0,-3 7 1 15,0 0-5-15,6-6-1 0,-6 6-15 16,0 0-18-16,6-5-15 0,-6 5-12 0,5-5-13 15,-5 5-10-15,8-2-17 0,-8 2-3 0,8-2-11 0,-8 2-9 16,11-1-11-16,-11 1-12 0,12 1-9 0,-12-1 2 16,9 2-6-16,-9-2-6 15,11 4-7-15,-7-1-5 0,-4-3-2 0,6 5-6 0,-6-5-5 0,6 7-1 16,-6-7 0-16,0 10-4 0,0-10-2 0,-2 11-4 0,2-11 3 16,-5 11-3-16,1-7-1 0,-1 3-1 0,-4-1-1 15,-2-1-1-15,0 2-5 0,-2-3 1 0,0-1 0 16,-6-1-4-1,3 4 0-15,1-5-2 0,2-1 0 0,1-1 2 0,1-1 0 0,1-2-3 16,3 2 2-16,7 2 1 0,-8-5-1 0,4 1 10 16,4 4 1-16,1-12 2 0,3 3-3 0,3 0 8 15,1 1 6-15,1-2 2 0,2 3 4 0,1 0 3 16,-2-1-1-16,3 4-1 0,-1-2 1 0,0 1-1 16,1 1-2-16,-3 1 3 0,3 2-4 0,0 1-1 15,-1 0 3-15,0 0 11 0,-2 4-4 0,-1 0 3 16,4 1 3-16,-5 2 4 0,0 3-4 0,-1-2 0 15,-1 2-2-15,1 3-4 0,-3-2-4 0,-2 1 2 16,1 5-5-16,-2 1-6 0,-1-1 1 0,-2 2-8 0,-2-2-1 16,-1 1 10-16,1-2-5 0,-1 2-1 15,-2-1-13-15,1 1-10 0,2-1 15 0,-1-2-4 16,1 1 0-16,2-4-6 0,-1-1-8 0,0 2 8 16,2-2-1-16,0 0-3 0,1-2-2 0,0-2-9 0,0-7 11 15,2 13-5-15,0-8 5 0,-2-5 5 0,5 8-1 16,-5-8 8-16,5 6 9 0,0-4 21 15,-5-2 11-15,15 0 10 0,-4-2 14 0,0 0 10 16,3 0-81-16,2-5-9 0,1 0 0 0,4-1 0 16,3-2 0-16,-6 6 0 0,1-6 0 0,-2 2 0 0,1 1 0 15,-4 0 0-15,0 3 0 0,-4-3 0 0,0 4 0 16,0-1 0-16,-3 1 0 0,-1 1 0 0,-6 2 0 16,11-3 0-16,-11 3 0 0,7-2 0 15,-7 2-296-15,0 0-96 0,0 0-112 0,0 0-132 0,0 0-425 16,-18 17-1149-16,9-10 509 0</inkml:trace>
  <inkml:trace contextRef="#ctx0" brushRef="#br0" timeOffset="-104050.39">18864 6693 72 0,'-2'-13'161'0,"2"13"7"0,0-10-2 0,0 10 4 16,0-11 13-16,0 4 6 0,0 7 2 0,2-11 0 0,-2 11 5 16,1-10 8-16,-1 10 2 0,1-12 0 0,-1 12 2 15,2-9 3-15,-2 9 19 0,1-11 10 16,-1 11 17-16,1-9 4 0,-1 9 9 0,0-9 5 15,0 9-2-15,0 0-3 0,0 0-7 0,0 0-13 0,0-11-17 16,0 11-21-16,0 0-7 0,0 0-20 0,0 0-25 16,0 0-16-16,0 0-7 0,0 0-12 15,0 0-1-15,0 0 18 0,0 0 6 0,0 0-6 16,-4 35-2-16,2-23-14 0,0 2-7 0,0 2-15 0,1 0-3 16,-2 0-13-16,2 1-8 0,-3-1-3 0,1 0-18 15,1 0-30-15,-1 1-29 0,1-1 0 0,0 1 0 16,-1-2 0-16,1-2 0 0,0 3 0 0,-1-1 0 15,3-2 0-15,0-3 0 0,0-1 0 0,0 0-98 16,0-2-32-16,0-7-17 0,0 14-29 0,0-14-22 16,0 7-28-16,0-7-33 0,0 0-48 0,0 0-32 15,0 0-34-15,0 0-38 0,0 0-25 0,0 0-20 16,0 0-317-16,0 0-837 0,3-30 371 0</inkml:trace>
  <inkml:trace contextRef="#ctx0" brushRef="#br0" timeOffset="-103847.31">18738 6778 233 0,'0'0'248'0,"0"0"10"0,-1-8 5 0,1 8 1 15,0 0 0-15,0 0 1 0,0 0-3 0,0 0-4 0,7-11-10 16,-7 11-7-16,3-4-29 0,-3 4-21 16,8-3-22-16,1 2-12 0,0-1-13 0,1 0-22 15,4-1-6-15,3 1-11 0,-2 1-18 0,1 0-7 16,3 2-3-16,-6-3-15 0,4 3-24 0,0-2-37 0,-2-2-35 15,2 1-42-15,-4 1-40 0,0-2-53 0,0 1-43 16,-2 0-35-16,3-4-44 0,-1 3-246 16,-4 0-582-16,3-1 258 0</inkml:trace>
  <inkml:trace contextRef="#ctx0" brushRef="#br0" timeOffset="-103081.85">19116 6638 261 0,'0'0'327'15,"0"0"11"-15,3-7 8 0,-3 7 20 0,0 0 1 16,0 0 25-16,0 0-7 0,0 0 3 0,0 0-5 16,0 0-14-16,0 0-14 0,0 0-29 0,0 0-21 15,0 0-13-15,0 0-16 0,0 0-12 0,0 0-13 16,0 0-17-16,-10 17-19 0,7-6-23 0,0-3-16 16,-1 3-24-16,-1-2-10 0,1 3-14 0,-1-1-10 15,2 1-12-15,-2 0-9 0,1-1-14 0,2-2-14 16,-2 1-15-16,1-1-26 0,3-1-10 0,0-8-17 15,0 12-17-15,0-4-9 0,0-8-14 0,3 9-1 16,2-4-3-16,-5-5-2 0,9 7 8 0,-3-7-4 16,-6 0 12-16,16 0 10 0,-7-2-7 0,1-2-2 15,0-2 0-15,-1-1 8 0,0-1 1 0,-1 0-2 16,2-1 9-16,-2 3-2 0,-1-2 6 0,0-1 4 16,0 1 1-16,-3-2 7 0,0 6 5 0,1-1 4 15,-5 5 4-15,4-9 7 0,-4 9 5 0,5-7 0 16,-5 7-2-16,4-4-11 0,-4 4 3 0,0 0 2 15,5-5-7-15,-5 5 5 0,0 0-9 0,0 0 3 16,0 0-1-16,0 0-4 0,0 0 6 0,11 9-2 0,-11-9-3 16,4 7-2-16,0-4 2 0,-4-3-10 0,10 6 7 15,-6-4 0-15,-4-2 1 0,9 6-5 16,-4-5 8-16,-5-1-4 0,12 3-5 0,-12-3-1 16,9 0 2-16,-9 0 3 0,9-1-1 0,-9 1-5 0,7-4 6 15,-7 4-4-15,10-7-4 0,-6 2 2 0,0-1 2 16,-1-1 6-16,1-2-4 0,-2 1-3 0,2-2 4 15,0 3-3-15,-3-4-5 0,2 2 5 16,-2 1 2-16,1 2-10 0,-2 6 7 0,2-11 2 0,-2 11 1 16,0-10-7-16,0 10 5 0,0 0 1 0,1-9-6 15,-1 9 5-15,0 0 3 0,5-6-5 0,-5 6 3 16,7-2-13-16,-7 2 11 0,0 0 3 0,14 1-5 16,-14-1-2-16,10 1 7 0,-10-1 2 0,8 2-8 15,-8-2 1-15,0 0 8 0,10 2-3 0,-10-2-5 16,9 2 2-16,-9-2 0 0,7 1 1 0,-7-1-5 15,0 0 1-15,0 0 4 0,0 0 2 0,0 0-3 16,7 2 6-16,-7-2-5 0,0 0 0 0,0 0 6 16,9 4-10-16,-9-4-1 0,5 4 4 0,-5-4-3 15,6 4-2-15,-6-4 8 0,7 7 0 0,-6-3 7 16,-1-4-1-16,4 10-4 0,-4-10 4 0,1 9 1 16,1-3-1-16,-2-6-1 0,-2 15 0 0,2-10 0 15,0-5-3-15,-3 15-1 0,1-8-4 0,2-7-17 16,-3 12-16-16,3-12-16 0,0 11-30 0,2-5-30 0,-2-6-34 15,5 10-40-15,0-5-47 0,2-2-46 16,4-1-44-16,0 0-42 0,1 1-45 0,1-3-51 16,4-1-31-16,0-3-281 0,1-1-833 0,0-4 368 15</inkml:trace>
  <inkml:trace contextRef="#ctx0" brushRef="#br0" timeOffset="-102410.14">19734 6631 180 0,'0'0'303'0,"0"0"3"16,0 0-8-16,4-5-6 0,-4 5-16 0,0 0-5 15,0 0-15-15,6-5-7 0,-6 5-10 16,0 0-14-16,8-2-12 0,-8 2-18 0,0 0-15 0,0 0-9 16,0 0-10-16,10 0-15 0,-10 0-11 0,0 0-11 15,9 7-14-15,-5-4-3 0,-4-3-6 0,8 8-10 16,-6-5 1-16,2 2-7 0,-4-5-9 0,4 11-6 15,-3-7-2-15,-1-4-6 0,0 12-5 0,1-8-5 16,-1-4-7-16,-3 13-7 0,3-13 1 0,-6 9-5 16,1-6-1-16,-1 4-8 0,-2-5 1 0,-2 2 0 15,1 1-9-15,0-4 4 0,2-1-6 0,-3 0-1 16,10 0 0-16,-13-3-3 0,5 1 1 0,8 2-4 16,-9-7 2-16,5 0 1 0,1 2-4 0,3 5 2 15,-3-14 9-15,3 14-4 0,3-15 7 0,0 5 4 16,2 1 7-16,-1 1 1 0,4 0 1 0,-1 0 1 15,2-1 1-15,5-1 3 0,-1 4 1 0,-3 1 2 16,1 1 1-16,3 1-2 0,-3-1 0 0,2 4-1 16,-2-2-3-16,-2 4-2 0,3 0 3 0,-3 3 1 0,-3-4 1 15,2 4 5-15,-1-2 0 0,-1 4-3 16,-3-3-5-16,4 2 2 0,-6 1-2 0,3-3-6 16,2 4 2-16,-2-1-6 0,-1-1-2 0,0 1-3 15,0 0-8-15,0 1 2 0,-1-2 0 0,2 0 3 0,-1-1-6 16,-1 1-6-16,-2-6-1 0,4 8 1 15,-4-8-2-15,5 8-2 0,-5-8-2 0,3 6 2 16,-3-6 5-16,3 4-2 0,-3-4-4 0,0 0 4 16,0 0-4-16,0 0-2 0,13-10 4 0,-13 10-1 0,7-10-2 15,-2 4 4-15,-1 2-1 0,2-5 0 0,-2 5 1 16,-2-2 3-16,2-1-1 0,-4 7 10 0,10-9 8 16,-6 3 10-16,0 3-1 0,-4 3 5 15,7-8-6-15,-7 8 0 0,6-5-4 0,-6 5-5 0,5-3 0 16,-5 3-5-16,0 0 0 0,13 2-5 0,-13-2 0 15,0 0-5-15,10 4 2 0,-6-1 1 0,0 1-1 16,1 2-7-16,0-2 7 0,-1 0-28 0,1 0-20 16,-5-4-31-16,9 10-32 0,-3-6-39 0,1 1-44 15,-2-2-59-15,1 0-37 0,-1 1-29 0,3-1-41 16,-8-3-30-16,15 4-32 0,-7-3-9 0,-2-1-8 16,-6 0-230-16,14-4-712 0,-9 3 316 0</inkml:trace>
  <inkml:trace contextRef="#ctx0" brushRef="#br0" timeOffset="-101878.99">20252 6654 148 0,'5'-2'195'0,"-5"2"12"0,0 0 12 0,0 0 4 15,0 0 1-15,10-4-8 0,-10 4-5 0,0 0-2 16,0 0-7-16,0 0-13 0,0 0-9 0,0 0-4 16,10 0-12-16,-10 0-8 0,0 0-12 0,0 0-15 15,0 0-18-15,0 0-10 0,0 0 6 0,0 0-25 16,10 1-4-16,-10-1-4 0,0 0-16 0,2 7-7 15,-2-7-3-15,0 0-6 0,2 7-1 0,-2-7 10 16,2 7-16-16,-2-7-7 0,0 0-9 0,-2 9 2 16,2-9 1-16,0 0-10 0,-4 11 4 0,4-11-1 15,-5 5 0-15,5-5-2 0,-9 4-4 0,2-2 12 16,7-2-10-16,-12 2-2 0,12-2 1 0,-9 0 0 16,9 0-4-16,0 0 1 0,-11-4 1 0,11 4 2 15,-8-3 9-15,8 3 13 0,0 0-7 0,-2-13 10 16,2 13-4-16,0 0 18 0,6-15 10 0,-5 10 3 0,3-1 15 15,-4 6-1-15,6-10 0 0,-1 3-3 16,-2 4 2-16,-3 3-5 0,10-8-3 0,-6 5-13 16,2 1-2-16,-6 2-5 0,9-1-3 0,-9 1 5 15,15 4 0-15,-10 3 7 0,4-1 6 0,-3 3 8 0,-1 1 3 16,2 3-5-16,-1-3-3 0,1 5 1 0,-1 0 1 16,-1 1-3-16,-1 1-7 0,1 0 0 15,-5-1-6-15,1 3-8 0,-3-1 0 0,3 1-4 0,-4-2-3 16,1 1-5-16,-5 1-4 0,2-3-1 0,-4 2-7 15,-2-3 2-15,-1 0-6 0,-2-4-10 0,1 1-3 16,-2-2-5-16,3-3-10 0,2 0-1 0,-2-1 3 16,1-1-1-16,2-2-2 0,0-3 4 0,3 3 0 15,6-3-1-15,-13-3-3 0,13 3-11 0,-6-5-10 16,6 5-17-16,0-14-20 0,0 14-17 0,6-19-29 16,3 3-15-16,1 1-44 0,3 4-20 0,-1-5-34 15,0 0-42-15,2 3-43 0,4 1-49 0,-4 0-49 16,2 1-238-16,-3 0-705 0,2 3 311 0</inkml:trace>
  <inkml:trace contextRef="#ctx0" brushRef="#br0" timeOffset="-101441.62">20521 6519 326 0,'1'-16'358'0,"-1"1"-6"15,3 3 11-15,-2 0-16 0,-1-1-1 0,0 2 7 16,3 1-11-16,-3 10-9 0,-3-13-10 0,3 13-10 16,0-10-21-16,0 10-23 0,0-8-20 0,0 8-24 15,0 0-22-15,0 0-19 0,0 0-18 0,0 0-15 16,0 0-7-16,0 0-11 0,11 23-18 0,-10-13-8 16,2 0-5-16,-1 4-6 0,2 0-9 0,-2 2-6 15,0-5-10-15,-1 2-8 0,-1-1-8 0,0-1-2 16,0 0-7-16,2 2-8 0,0-4-1 0,-4 1-2 15,4-3-7-15,-1 0-1 0,-1-7-7 0,1 12 2 16,-1-12-17-16,0 10 2 0,0-10-4 0,3 7 0 16,-3-7-1-16,4 2-1 0,-4-2-1 0,0 0 0 15,0 0 0-15,16-5 2 0,-16 5-2 0,11-6 0 0,-5 2 0 16,0 2 3-16,1-3-5 0,-7 5 27 16,11-5-3-16,-4 2 1 0,-7 3-5 0,12-4-5 15,-5 4-8-15,-7 0 9 0,11-2-3 0,-11 2 1 16,14 2-4-16,-7 1-2 0,0 1 4 0,0 0-7 0,3 0 1 15,-4 0 2-15,0 2-9 0,-1-3-16 0,0 1-16 16,1 1-18-16,0-2-21 0,-2 1-21 0,-4-4-32 16,8 7-20-16,-8-7-33 0,7 2-39 15,-7-2-52-15,0 0-60 0,0 0-91 0,6 5-426 0,-6-5-918 16,0 0 407-16</inkml:trace>
  <inkml:trace contextRef="#ctx0" brushRef="#br0" timeOffset="-100596.86">21174 6543 175 0,'0'0'366'0,"7"-9"9"0,-5 5-8 0,2-2 12 16,2-2-2-16,-3 2 11 0,-3 6 3 0,6-9 9 16,-2 4-9-16,-1 0-8 0,-3 5-17 0,5-8-19 15,-5 8-13-15,4-6-25 0,-4 6-34 0,2-6-25 16,-2 6-20-16,0 0-26 0,0 0-24 0,0 0-16 0,0 0-18 15,0 0-5-15,0 0-23 0,4 20-10 16,-8-10-12-16,3 2-6 0,0 0-12 0,1 5 0 16,0-1-11-16,1 2-6 0,-1-4-7 0,0 1-5 15,4 1-10-15,-4-3 1 0,0-2-9 0,0 3 1 0,0-3-6 16,1-1 3-16,-2 0-7 0,-2-3-18 16,2-1 13-16,1-6-2 0,-1 11-10 0,1-11 0 15,0 8 4-15,0-8 10 0,0 0-17 0,-4 7 2 16,4-7 3-16,0 0-3 0,0 0-1 0,0 0 0 0,0 0-3 15,-13-24 5-15,12 15 15 0,-3-3-18 16,3 1 2-16,-5-6-3 0,6-1-4 0,-2 1-5 16,1-10 5-16,0 3 6 0,3 4-1 0,-2-5 6 0,0-1-11 15,2 0 4-15,-1 7-1 0,1-6 2 0,5 8-5 16,-4-3 6-16,3 2-8 0,4 2 3 0,1 0 9 16,0 2-12-16,1 2 8 0,4 1-4 0,-2 1 4 15,0 1-1-15,-3 3-4 0,2-1 3 0,0 3-5 16,-2 2 1-16,3 1 0 0,-1 0-5 0,1 3 7 15,-2 0-4-15,2 1 5 0,-4 1-4 0,0 0 1 16,0 2-2-16,-1 0-3 0,-1 0 3 0,0 1-1 16,-2 1-2-16,-2 1-8 0,-2-1 1 0,0 0 2 15,-4 1-5-15,0 0 12 0,-2 1-5 0,-5 0-3 16,-2 2-4-16,-2 0 2 0,-4 0-10 0,0-2-13 16,0 0-12-16,-4-2-11 0,5 0-11 0,-5 0-11 15,2-3-26-15,4 0-14 0,4 0-24 0,-1-2-20 16,1 0-23-16,5-1-12 0,6-2-19 0,-7 3-36 15,7-3-39-15,0 0-64 0,0 0-55 0,0 0-16 16,0 0-30-16,20 6-233 0,-10-5-753 0,4 1 334 0</inkml:trace>
  <inkml:trace contextRef="#ctx0" brushRef="#br0" timeOffset="-100175.05">21477 6659 50 0,'0'0'349'0,"0"0"-1"0,0 0-8 16,0 0-8-16,0 0-10 0,0 0-8 0,0 0-8 0,0 0-7 15,0 0-4-15,0 0-10 0,0 0-12 16,0 0-15-16,4-22-14 0,-4 22-16 0,5-10-11 16,-2 9-9-16,-3 1-19 0,5-7-19 0,-5 7-17 15,9-7-12-15,-5 3-14 0,-4 4-14 0,7-2-10 0,-7 2-12 16,12-1-8-16,-12 1-5 0,11 0-12 0,-11 0-6 15,12 5-4-15,-7-3-7 0,-1 1-5 0,2 1-7 16,-6-4 0-16,8 8-4 0,-7-4 1 0,-1-4-7 16,3 9-3-16,-3-9-2 0,-2 12-2 0,2-12-3 15,-4 7 0-15,-1-3-8 0,-2 3-4 0,0-3-4 16,0 1-5-16,-2-3 3 0,-3 0-10 0,2 2 0 16,0-2 3-16,1-2 2 0,9 0 0 0,-13-2-2 15,13 2 5-15,-9-5 1 0,3 1 5 0,3-2 3 16,3 6 4-16,-1-13 7 0,1 2-4 0,0 11 8 15,5-17-1-15,1 5-6 0,1 3 0 0,-2-2 2 16,1 2-2-16,4 0-10 0,-3 2-14 0,1 0-32 16,-1 1-32-16,1 3-46 0,0 2-47 0,3-2-35 15,-1 3-24-15,2 1-37 0,-12-1-30 0,15 3-29 16,-6 0-22-16,1 2-19 0,1-1-3 0,-3 2-263 16,-2-2-682-16,-1-1 301 0</inkml:trace>
  <inkml:trace contextRef="#ctx0" brushRef="#br0" timeOffset="-99815.8">21675 6626 147 0,'0'0'196'0,"0"0"15"0,12-10 12 16,-12 10 8-16,0 0 3 0,2-8 12 0,-2 8 9 15,4-9-1-15,-4 9 13 0,3-8-9 0,-3 8 6 16,4-8-10-16,-4 8-5 0,5-4-25 0,-5 4-16 16,6-6-14-16,-6 6-28 0,10-3-21 0,-10 3-7 0,11 0-14 15,-11 0-14-15,11 6-9 0,-5-2-8 16,1-3-8-16,-1 5-11 0,-1-2-7 0,1 3 0 15,0-1-11-15,-1 0-7 0,-1 3 1 0,0-1-6 16,-2-1-7-16,1-1 4 0,-3-6-11 0,1 12-3 0,-2-5-5 16,1-7-2-16,-3 11-2 0,3-11-5 0,-4 9 10 15,4-9-9-15,-4 5-5 0,4-5 1 0,-2 7 3 16,2-7-6-16,0 0 2 0,0 0 6 16,0 0-7-16,0 0 3 0,-9-17 2 0,9 17-2 0,6-15 6 15,-2 4 7-15,1 0-2 0,2 1-2 0,4-4-3 16,-3 0 0-16,3 0-3 0,-2 6 3 0,5-3-2 15,-2 3-9-15,3 2 2 0,-5 1-6 0,3 1-8 16,-1 2-25-16,-2 0-39 0,3 5-37 0,-2-3-48 16,0 2-36-16,0 3-51 0,-2 0-59 0,-1 1-57 15,-3-1-34-15,4 2-269 0,-6 0-714 0,-3-7 316 16</inkml:trace>
  <inkml:trace contextRef="#ctx0" brushRef="#br0" timeOffset="-98784.79">22061 6662 115 0,'0'0'325'0,"0"0"-10"16,0 0-8-16,1-8-13 0,-1 8-10 0,0 0-10 15,0 0-1-15,3-9 1 0,-3 9-3 0,0 0-6 16,1-7-8-16,-1 7-9 0,0 0-5 0,4-6-6 15,-4 6-10-15,0 0-12 0,3-6-12 0,-3 6-16 16,0 0-17-16,0 0-14 0,0 0-15 0,0 0-14 16,5-5-16-16,-5 5-13 0,0 0-8 0,0 0-8 15,0 0-12-15,0 0-7 0,0 0-6 0,13 13-5 16,-13-13-10-16,1 6-7 0,-1-6-5 0,0 8-10 16,0-8-1-16,0 11-6 0,0-11-3 0,-4 8-2 15,-1-3 2-15,-1-1-1 0,1-1-5 0,5-3 4 0,-12 5-2 16,7-2-3-16,-3 0-2 0,8-3 3 15,-10 2-5-15,10-2 11 0,-9-1-9 0,9 1 1 16,0 0-1-16,-11-7 3 0,11 7 0 0,-3-8 1 16,3 8-3-16,0 0 3 0,6-17 6 0,2 10-1 0,-2-3 2 15,1 2-2-15,-1 0 2 0,3-3-3 0,-1 2 1 16,1 2-5-16,1 2 1 0,1-2-1 16,0 1 1-16,0 2-2 0,1 3-2 0,1-1 2 0,-2 1-4 15,2 1 2-15,-4 0-2 0,1 1-1 0,-2 2 2 16,-2 0 0-16,-1 0-1 0,3 1-4 0,-4 0 3 15,1 1 3-15,-5-5-3 0,6 9 1 0,-3-2-3 16,1-2 1-16,-2 2 2 0,2-2-3 0,-2 1 0 16,1 0 6-16,-3-6-3 0,3 13-3 0,-3-8 2 15,0-5 0-15,2 9-3 0,-2-9 1 0,1 11-5 16,2-8 1-16,-3-3-3 0,0 0 0 0,3 9-2 16,-3-9 0-16,0 0 4 0,5 4 1 0,-5-4 2 15,0 0-3-15,0 0 5 0,0 0-2 0,14-11-1 16,-11 7 4-16,1-2-1 0,-4 6 0 0,11-11 8 15,-7 3-5-15,2 2 3 0,-4-1 6 0,2 2 2 16,0-1 1-16,0 1 10 0,0 0 7 0,-4 5 6 16,5-8 5-16,-5 8-1 0,6-5 1 0,-6 5-5 15,4-4-4-15,-4 4-3 0,0 0-3 0,0 0-4 16,0 0-3-16,0 0-3 0,0 0 12 0,0 0-17 16,13 6 2-16,-13-6-1 0,5 7 1 0,-5-7-3 15,3 9-2-15,-2-4 0 0,-1-5 1 0,6 9-4 16,-5-4 1-16,-1-5 2 0,5 7-2 0,-2 0-4 15,-3-7 5-15,4 6-1 0,-4-6-2 0,8 7 0 16,-3-3 0-16,0-1 2 0,-5-3-2 0,10 5 0 16,-5-2-3-16,-5-3 4 0,8 3 1 0,-8-3 2 15,11 2-6-15,-11-2 2 0,17-2-3 0,-8 1 0 16,-1-5 3-16,1 3 3 0,0-3 0 0,-1-1-2 0,1-1 2 16,-2-2-4-16,2 2 2 0,0-1-3 0,-2 1 1 15,0-1 3-15,-1-2-1 0,0 1-2 16,-2 1 0-16,1-2 1 0,-2 5-2 0,0-1 1 15,-2-2-1-15,-1 9-1 0,2-10 0 0,-2 10-1 0,2-10 1 16,-2 10-2-16,0 0 4 0,0-8-7 0,0 8 4 16,0 0 0-16,0 0-3 0,0 0 3 15,0 0-4-15,0 0 0 0,0 0-4 0,0 0 3 16,0 0 1-16,0 0 0 0,0 0 0 0,0 0 3 0,-8 20 0 16,8-20-4-16,0 0 1 0,5 14 4 0,-2-10 0 15,-3-4 1-15,6 10-1 0,-2-3-2 0,0-3 3 16,1 7 1-16,0-7-2 0,-1 4 2 0,1-2 1 15,1 1-5-15,-1 0 3 0,2 1-1 0,-2-4 0 16,0 0-3-16,-2 2 2 0,0-2 2 0,-3-4-1 16,7 7-4-16,-7-7 8 0,1 8-2 0,-1-8-1 15,0 0-2-15,-5 11 1 0,5-11-5 0,-12 5-14 16,6-3-39-16,-3 3-45 0,-1 0-36 0,1-2-80 16,-3 2-73-16,1 0-75 0,1-4-92 0,-2 0-400 15,1 4-929-15,-1-3 411 0</inkml:trace>
  <inkml:trace contextRef="#ctx0" brushRef="#br0" timeOffset="-97550.7">19360 6992 329 0,'1'-9'331'0,"-1"9"-5"16,0 0-1-16,4-3 7 0,-4 3 1 0,0 0-6 15,0 0 2-15,2-11-7 0,-2 11 1 0,0 0-5 16,0 0-11-16,2-6-8 0,-2 6-9 0,0 0-18 16,0 0-22-16,0 0-9 0,0 0-36 0,0 0-18 15,0 0-21-15,0 0-17 0,0 0-14 0,0 0-12 16,0 0-13-16,12 11-12 0,-12-11-7 0,0 11-12 15,5-2-17-15,-6-1 2 0,1 2-11 0,0-3 2 16,-4 5-8-16,4-3-1 0,0 3-2 0,2 0-9 16,-4-1-4-16,2-1-1 0,2-1-7 0,-2 1-3 0,1-4 1 15,-1-6-3-15,-3 14-2 0,5-9-4 16,-2-5-1-16,1 9 1 0,-1-9-4 0,0 0 1 16,2 7-3-16,-2-7-12 0,0 0 14 0,0 0 3 0,0 0-3 15,0 0 1-15,12-14-1 0,-6 6 8 0,-2 0-1 16,2-1 7-16,1-2 5 0,1 1 6 0,-2 2-2 15,2-4 6-15,-3 4 10 0,1-1 10 0,-1 1 2 16,0-1 2-16,2-1-1 0,-3 5 0 0,-1 2-6 16,-3 3-5-16,6-7 8 0,-6 7-18 0,7-3-5 15,-7 3-1-15,10 0-4 0,-10 0-4 16,9 5-11-16,-9-5 12 0,9 5-4 0,-5-1-2 0,1 3-14 16,0-3-6-16,-1 3 0 0,1 0 0 0,-1-2 0 15,-4-5 0-15,5 10 0 0,-3-5 0 0,-2-5 0 16,2 9 0-16,0-4 0 0,-2-5 0 0,2 8 0 15,-2-8-16-15,5 5-3 0,-5-5 3 0,0 0 1 16,0 0-1-16,3 5-1 0,-3-5 9 0,0 0-4 16,0 0-8-16,11-11 14 0,-11 11 2 0,7-12 4 0,-4 9-3 15,4-2 5-15,-5-1-5 0,3 1 2 16,1 1-6-16,-1 0 7 0,1-3-7 0,0 3 3 16,-1 1 0-16,-5 3-3 0,12-4 10 0,-5 2-4 0,-7 2 1 15,13 0-11-15,-5 0 14 0,-8 0-15 0,14 2 9 16,-7 0 22-16,-1 3-20 0,-1-2 20 0,-5-3-20 15,9 6 6-15,-4-2-1 0,-1 1-3 16,0 0-3-16,-4-5-1 0,6 9 5 0,-4-4-4 0,1 0-2 16,-3-5-7-16,7 9 8 0,-1-5-2 0,-6-4-1 15,10 7-11-15,-1-3 8 0,3 0-33 0,-2-1 11 16,4-1 4-16,3-1 2 0,2-1-3 0,-1-1 4 16,1 1 4-16,-1 0 2 0,2-3 3 0,-1 1 7 15,-2-5-7-15,-4 5 12 0,0-2 3 0,-2-1 7 16,-1-2 9-16,1 1-1 0,-1-1 1 0,-1 0 4 15,-4 3-9-15,-1-2 23 0,0 0-13 0,-1 0 7 16,-3 6-7-16,4-10-18 0,-4 10 10 0,-5-11 2 16,5 11-5-16,-9-7 0 0,9 7 7 0,-9-5-6 15,2 4-2-15,7 1-4 0,-15 0 8 0,15 0-6 16,-14 6-10-16,9-2 6 0,-1 1-6 0,2 2 7 16,-1 0-5-16,5-1 15 0,-3 3-18 0,2 1 15 15,0-3-15-15,1-7-10 0,1 13-4 0,-1-5-19 0,0-8 1 16,3 12-16-16,-1-5-14 0,1-2-7 0,3 2-11 15,-1-1-18-15,2-1-18 0,3 0-13 16,1-1-19-16,2 0-14 0,5 0-26 0,0-2-16 16,1 1-13-16,2-4-6 0,0 2-8 0,-1-2-7 0,8-3-11 15,1 2-10-15,-9-1-11 0,1-1-30 0,-1 2-26 16,2 0-7-16,-5 0-21 0,1 0-233 0,-7-1-638 16,3 0 282-16</inkml:trace>
  <inkml:trace contextRef="#ctx0" brushRef="#br0" timeOffset="-97175.77">20408 7104 47 0,'0'0'307'16,"0"0"1"-16,6-4 9 0,-6 4-7 0,5-5 2 16,-5 5-6-16,6-6-17 0,-6 6-2 0,5-6-8 15,-5 6-6-15,7-5-9 0,-7 5-13 0,5-3-18 16,-5 3-15-16,9-3-18 0,-9 3-14 0,10-2-15 15,-10 2-16-15,10-1-13 0,-10 1-11 0,14 1-10 16,-6 3-5-16,-1-2-11 0,-1 0-5 0,-1 4-10 16,1-3-11-16,-1 1-6 0,1 3-3 0,-2-1-4 15,-2-1-7-15,1 1-3 0,-2 2-3 0,-1-8-2 16,-3 12-6-16,1-4-7 0,-1-3 0 0,-5 0-3 16,1 2-4-16,-3 0-4 0,-2-1-4 0,0-3-1 15,0 1-5-15,-1-3 0 0,0-2 1 0,3-1-4 16,-4 1 1-16,4-2-1 0,1-1-3 0,4 0 0 15,-3-2-1-15,4-1-3 0,0 1 0 0,3-4 0 16,1 10-2-16,1-18-2 0,5 8-7 0,1 1-14 0,0-1-19 16,-1 2-32-16,2-3-36 0,3 3-49 15,3 0-46-15,-3 0-42 0,6 1-39 0,-1 2-38 16,-2 2-35-16,5-2-36 0,-6 2-322 0,-2 0-770 16,2 3 341-16</inkml:trace>
  <inkml:trace contextRef="#ctx0" brushRef="#br0" timeOffset="-96846.02">20602 6841 48 0,'0'-10'353'0,"1"3"1"16,-1 7 20-16,0-15 32 0,0 9 12 0,0 6 13 16,0-11 7-16,0 11 4 0,0-11-4 0,0 11-10 15,1-8-22-15,-1 8-32 0,0 0-28 0,0 0-40 16,0 0-21-16,0 0-30 0,0 0-14 0,0 0-17 15,0 0-11-15,0 0-19 0,5 28-14 0,-5-14-20 16,3 2-13-16,-3 1-14 0,1 1-4 0,1 0-20 0,-2 1-12 16,0 0-7-16,0 0-13 0,0 2-14 15,0-3-31-15,1 1-32 0,-1-1 0 0,1 1 0 16,0-1 0-16,1-2 0 0,-2-3 0 0,1-2-25 0,0 0-48 16,1-2-9-16,-1 1-23 0,0-3-16 0,0 0-11 15,-1-7-19-15,3 11-22 0,-2-7-24 16,-1-4-23-16,0 0-31 0,2 9-9 0,-2-9-24 15,0 0-24-15,2 7-24 0,-2-7-32 0,0 0-27 0,0 0-21 16,0 0-13-16,0 0-223 0,0 0-701 0,0 0 310 16</inkml:trace>
  <inkml:trace contextRef="#ctx0" brushRef="#br0" timeOffset="-96611.62">20663 7114 145 0,'0'0'173'0,"8"-5"7"0,-8 5 16 15,5-3 9-15,-5 3 16 0,8-2 10 0,-8 2 11 16,0 0 12-16,9-3 3 0,-9 3 7 0,3-3 5 15,-3 3 11-15,0 0-3 0,0 0-14 0,0 0-7 16,8-5-19-16,-8 5-24 0,0 0-16 0,0 0-20 16,0 0-17-16,0 0-12 0,0 0-14 0,0 0-11 15,5 15-8-15,-4-11-16 0,-1-4-9 0,2 11-9 16,0-4-7-16,-2-7-7 0,2 11-11 0,-1-4-2 16,0-2-6-16,-1-5-9 0,3 10-9 0,-1-3-11 15,-2-7-28-15,2 8-21 0,-2-8-30 0,2 6-34 16,-2-6-25-16,0 0-43 0,0 0-45 0,0 0-48 15,0 0-47-15,0 0-38 0,0 0-26 0,9-17-289 16,-9 17-711-16,2-19 315 0</inkml:trace>
  <inkml:trace contextRef="#ctx0" brushRef="#br0" timeOffset="-96440.7">20773 6989 33 0,'5'-8'214'0,"-5"8"22"0,4-4 19 15,-4 4 12-15,0 0 11 0,4-6 6 0,-4 6-1 16,0 0 3-16,0 0-2 0,0 0-9 0,0 0-11 15,6-5-25-15,-6 5-22 0,0 0-21 0,0 0-25 16,0 0-17-16,0 0-20 0,0 0-37 0,0 0-52 16,0 0-70-16,4 17-62 0,-4-17-83 0,3 9-72 15,-1-5-64-15,-2-4-258 0,4 14-611 0,0-11 270 16</inkml:trace>
  <inkml:trace contextRef="#ctx0" brushRef="#br0" timeOffset="-95972.2">20903 7115 115 0,'0'0'338'0,"8"-11"-7"15,-8 11-6-15,4-6 16 0,-4 6-18 0,2-9-1 16,-2 9 1-16,2-7-8 0,-2 7-13 16,1-8-12-16,-1 8-19 0,1-9-13 0,-1 9-19 0,0 0-21 15,2-7-20-15,-2 7-14 0,0 0-23 0,5-3-14 0,-5 3-17 16,0 0-10-16,7-3-16 0,-7 3-8 15,0 0-10-15,0 0-9 0,13 10-11 0,-9-6-2 0,-4-4-8 16,4 10-1-16,-3-4-9 0,-1-6-7 0,1 8-4 16,-1-8-5-16,0 13-6 0,0-13 0 0,-2 9-4 15,-1-3-3-15,-2-3-4 0,-1 3 2 0,-1-3-3 16,1 1-1-16,-2-1 3 0,2-1-6 0,-6 1 0 16,6-2-1-16,6-1 1 0,-16 0-3 0,16 0-1 15,-12-2 1-15,12 2 1 0,-8-7 1 0,6 3-2 16,2 4 0-16,-3-11 2 0,3 11 0 0,0-11 2 15,0 11-1-15,4-14 10 0,-2 9 10 0,2-1 4 16,0 0 6-16,0 1-1 0,-4 5 5 0,8-8 1 16,-3 6-2-16,-5 2-4 0,9-4-3 0,-9 4-1 15,0 0-6-15,11 2 2 0,-11-2-2 0,10 6 1 16,-4-1-4-16,-3 1-2 0,3 1-1 0,0 0-6 16,-1 1 0-16,0 1-4 0,0 1 4 0,-1 0-9 15,1-3-6-15,0 3-23 0,-1 2-27 0,0-5-26 0,0 3-38 16,1-1-38-16,0-5-37 0,0 3-39 15,0-2-31-15,2 1-24 0,2 0-30 0,-3-1-37 16,2-2-37-16,3 0-27 0,-2-1-260 0,1 0-729 16,-2-2 323-16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r">
              <a:defRPr sz="1200"/>
            </a:lvl1pPr>
          </a:lstStyle>
          <a:p>
            <a:fld id="{143F6E76-D32A-4F60-9992-87F5028D701A}" type="datetimeFigureOut">
              <a:rPr lang="en-IN" smtClean="0"/>
              <a:t>26-09-2022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6" tIns="48328" rIns="96656" bIns="4832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56" tIns="48328" rIns="96656" bIns="4832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r">
              <a:defRPr sz="12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2998F-6834-4E04-A5E3-C7F868389BD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557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5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058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03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0342CC68-9F46-4D9B-9C31-5F4F343BD2FF}" type="datetime1">
              <a:rPr lang="en-IN" smtClean="0"/>
              <a:t>26-09-2022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69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5107C035-A25B-4241-939D-B608289A68C8}" type="datetime1">
              <a:rPr lang="en-IN" smtClean="0"/>
              <a:t>26-09-2022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28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355A33D-EA15-42BB-BABC-69799646E768}" type="datetime1">
              <a:rPr lang="en-IN" smtClean="0"/>
              <a:t>26-09-2022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1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CCD662B-2673-4CFD-A99F-22DC9E71CA07}" type="datetime1">
              <a:rPr lang="en-IN" smtClean="0"/>
              <a:t>26-09-2022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1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B8A17FA9-B146-4A3E-9B3F-9294238D23A9}" type="datetime1">
              <a:rPr lang="en-IN" smtClean="0"/>
              <a:t>26-09-2022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5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1697EC4-F6AF-4E72-8EEB-179BE843C363}" type="datetime1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09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F678B6-2C84-4A92-80C1-561E1CDDBE1A}" type="datetime1">
              <a:rPr lang="en-IN" smtClean="0"/>
              <a:t>26-09-2022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1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1AC9D12-2AE8-4440-8FB8-DC9F6C77042E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6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7A4C9F-9EC4-4371-9A36-39F3978CBA63}" type="datetime1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09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CEF0E3B-C8FE-45FD-BCE6-571E33176FFF}" type="datetime1">
              <a:rPr lang="en-IN" smtClean="0"/>
              <a:t>26-09-2022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77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F648-5EA5-4D92-AB90-1F95ADD21573}" type="datetime1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353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51004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151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2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3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3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4368800" y="6596391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72724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B97712EE-CF11-4009-9732-7E99D73ECE79}" type="datetime1">
              <a:rPr lang="en-IN" smtClean="0"/>
              <a:t>26-09-2022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8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customXml" Target="../ink/ink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8432800" y="5271633"/>
            <a:ext cx="3077654" cy="70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Somak Chatterjee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 Mechanical Separations (Chapter 29)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3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5601F9-E9D0-44BE-928C-AB37DDC3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06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C5585-E9B0-4934-AA22-0500064797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222AF-EBA4-470F-B6BE-A24EBCDCCC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33E90-2584-4EBE-9CAC-2838F12B56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D0F26F-0313-480F-97C4-09600082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2C8135-E628-4076-8F5D-25B31FB75BC1}"/>
              </a:ext>
            </a:extLst>
          </p:cNvPr>
          <p:cNvSpPr/>
          <p:nvPr/>
        </p:nvSpPr>
        <p:spPr>
          <a:xfrm>
            <a:off x="9135949" y="5905701"/>
            <a:ext cx="29819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https://youtu.be/njOjfQdIarw</a:t>
            </a:r>
          </a:p>
        </p:txBody>
      </p:sp>
      <p:pic>
        <p:nvPicPr>
          <p:cNvPr id="12" name="Filtration">
            <a:hlinkClick r:id="" action="ppaction://media"/>
            <a:extLst>
              <a:ext uri="{FF2B5EF4-FFF2-40B4-BE49-F238E27FC236}">
                <a16:creationId xmlns:a16="http://schemas.microsoft.com/office/drawing/2014/main" id="{45004A98-DD4F-4CF5-92CA-FF55A2DB4B7F}"/>
              </a:ext>
            </a:extLst>
          </p:cNvPr>
          <p:cNvPicPr>
            <a:picLocks noGrp="1" noChangeAspect="1"/>
          </p:cNvPicPr>
          <p:nvPr>
            <p:ph sz="quarter" idx="14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73218" y="1034567"/>
            <a:ext cx="5185778" cy="5105997"/>
          </a:xfr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C9E57C-1860-C940-D153-E1228ED59773}"/>
              </a:ext>
            </a:extLst>
          </p:cNvPr>
          <p:cNvCxnSpPr/>
          <p:nvPr/>
        </p:nvCxnSpPr>
        <p:spPr>
          <a:xfrm flipH="1">
            <a:off x="2735566" y="4543720"/>
            <a:ext cx="2392615" cy="1414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010272-219A-2CCC-C78C-B26D11B8A1EF}"/>
              </a:ext>
            </a:extLst>
          </p:cNvPr>
          <p:cNvSpPr txBox="1"/>
          <p:nvPr/>
        </p:nvSpPr>
        <p:spPr>
          <a:xfrm>
            <a:off x="1823870" y="4493052"/>
            <a:ext cx="911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Solids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4F7B2B-C8F4-41B5-9062-6660FCBCE845}"/>
              </a:ext>
            </a:extLst>
          </p:cNvPr>
          <p:cNvCxnSpPr>
            <a:cxnSpLocks/>
          </p:cNvCxnSpPr>
          <p:nvPr/>
        </p:nvCxnSpPr>
        <p:spPr>
          <a:xfrm flipV="1">
            <a:off x="6372520" y="1894788"/>
            <a:ext cx="2365080" cy="4524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BCED1E-4D08-92FB-5AA7-7EAD940FB52E}"/>
              </a:ext>
            </a:extLst>
          </p:cNvPr>
          <p:cNvSpPr txBox="1"/>
          <p:nvPr/>
        </p:nvSpPr>
        <p:spPr>
          <a:xfrm>
            <a:off x="8725477" y="1658945"/>
            <a:ext cx="2981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Slurry (Waste solid and liquid)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4F84BF-74A6-C3FC-58DE-45600F36F4BB}"/>
              </a:ext>
            </a:extLst>
          </p:cNvPr>
          <p:cNvSpPr txBox="1"/>
          <p:nvPr/>
        </p:nvSpPr>
        <p:spPr>
          <a:xfrm>
            <a:off x="8737600" y="3587565"/>
            <a:ext cx="1766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Filter medium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157B2-F289-A3AE-CFE4-47438F44A17B}"/>
              </a:ext>
            </a:extLst>
          </p:cNvPr>
          <p:cNvSpPr txBox="1"/>
          <p:nvPr/>
        </p:nvSpPr>
        <p:spPr>
          <a:xfrm>
            <a:off x="8796648" y="5199055"/>
            <a:ext cx="1766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Clear liquid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689B05-17FD-7123-CBBF-A6BDC2F4C4E5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6679147" y="3787620"/>
            <a:ext cx="2058453" cy="8057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49A3F3-6AD0-82C2-E5B2-66EAEFA22C31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6220884" y="5399110"/>
            <a:ext cx="2575764" cy="3615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45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3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86DED77-AEDC-469B-8561-7D25777A71D2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4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166541" y="1006270"/>
            <a:ext cx="11858918" cy="5262555"/>
          </a:xfrm>
        </p:spPr>
        <p:txBody>
          <a:bodyPr>
            <a:noAutofit/>
          </a:bodyPr>
          <a:lstStyle/>
          <a:p>
            <a:r>
              <a:rPr lang="en-US" sz="2800" dirty="0"/>
              <a:t>Filtration is the removal of solid particles from a fluid by passing the fluid </a:t>
            </a:r>
            <a:r>
              <a:rPr lang="en-US" sz="2800" b="1" dirty="0">
                <a:solidFill>
                  <a:srgbClr val="FF0000"/>
                </a:solidFill>
              </a:rPr>
              <a:t>(slurry)</a:t>
            </a:r>
            <a:r>
              <a:rPr lang="en-US" sz="2800" dirty="0"/>
              <a:t> through a filtering medium </a:t>
            </a:r>
            <a:r>
              <a:rPr lang="en-US" sz="2800" b="1" dirty="0">
                <a:solidFill>
                  <a:srgbClr val="FF0000"/>
                </a:solidFill>
              </a:rPr>
              <a:t>(porous)</a:t>
            </a:r>
            <a:r>
              <a:rPr lang="en-US" sz="2800" dirty="0"/>
              <a:t> or septum on which the solids are deposited.</a:t>
            </a:r>
          </a:p>
          <a:p>
            <a:endParaRPr lang="en-US" sz="2800" dirty="0"/>
          </a:p>
          <a:p>
            <a:r>
              <a:rPr lang="en-US" sz="2800" dirty="0"/>
              <a:t>Industrial filtrations range from simple straining to highly complex separations. </a:t>
            </a:r>
          </a:p>
          <a:p>
            <a:endParaRPr lang="en-US" sz="2800" dirty="0"/>
          </a:p>
          <a:p>
            <a:r>
              <a:rPr lang="en-US" sz="2800" dirty="0"/>
              <a:t>The fluid may be a liquid or a gas; the valuable stream from the filter may be the fluid, or the solids, or both. </a:t>
            </a:r>
          </a:p>
          <a:p>
            <a:endParaRPr lang="en-US" sz="2800" dirty="0"/>
          </a:p>
          <a:p>
            <a:r>
              <a:rPr lang="en-US" sz="2800" dirty="0"/>
              <a:t>Sometimes it is neither, as when waste solids must be separated from waste liquid prior to disposal.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Filtration</a:t>
            </a:r>
          </a:p>
        </p:txBody>
      </p:sp>
    </p:spTree>
    <p:extLst>
      <p:ext uri="{BB962C8B-B14F-4D97-AF65-F5344CB8AC3E}">
        <p14:creationId xmlns:p14="http://schemas.microsoft.com/office/powerpoint/2010/main" val="363016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7EB51-8C31-4E8A-BE1F-2D17013871C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B21FD-629C-4D67-8B93-02EAF2299B3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B8D66-863C-4BE4-A2EC-11D5136FE6F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5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5C2A58-ACF9-49C0-87A7-9013B172CB6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205820" y="1081262"/>
            <a:ext cx="6968487" cy="481246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1ECBCCC-13CA-4FB8-B926-FAD69D78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Filtration</a:t>
            </a:r>
          </a:p>
        </p:txBody>
      </p:sp>
    </p:spTree>
    <p:extLst>
      <p:ext uri="{BB962C8B-B14F-4D97-AF65-F5344CB8AC3E}">
        <p14:creationId xmlns:p14="http://schemas.microsoft.com/office/powerpoint/2010/main" val="414685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7EB51-8C31-4E8A-BE1F-2D17013871C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B21FD-629C-4D67-8B93-02EAF2299B3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B8D66-863C-4BE4-A2EC-11D5136FE6F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6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ECBCCC-13CA-4FB8-B926-FAD69D78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0E0667-8860-4637-B02F-819D931F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34" t="1766" r="3908" b="4737"/>
          <a:stretch/>
        </p:blipFill>
        <p:spPr>
          <a:xfrm>
            <a:off x="2585685" y="1326542"/>
            <a:ext cx="6769601" cy="4622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F07480-7D1B-4142-8BA6-E45E1D374905}"/>
                  </a:ext>
                </a:extLst>
              </p14:cNvPr>
              <p14:cNvContentPartPr/>
              <p14:nvPr/>
            </p14:nvContentPartPr>
            <p14:xfrm>
              <a:off x="514800" y="936360"/>
              <a:ext cx="11301480" cy="5276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F07480-7D1B-4142-8BA6-E45E1D3749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600" y="920160"/>
                <a:ext cx="11333880" cy="530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818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609600" y="635635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92034B-CEB5-42BC-A52A-AC3BB1BB7625}" type="datetime1">
              <a:rPr lang="en-IN" smtClean="0"/>
              <a:pPr>
                <a:spcAft>
                  <a:spcPts val="600"/>
                </a:spcAft>
              </a:pPr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165600" y="6356355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8737600" y="635635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7D5EAD-A97B-4969-AF6A-47A86C2666CF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500"/>
              <a:t>Fluid flows through a filter medium by virtue of a pressure differential across the medium</a:t>
            </a:r>
          </a:p>
          <a:p>
            <a:pPr>
              <a:lnSpc>
                <a:spcPct val="90000"/>
              </a:lnSpc>
            </a:pPr>
            <a:endParaRPr lang="en-IN" sz="2500"/>
          </a:p>
          <a:p>
            <a:pPr>
              <a:lnSpc>
                <a:spcPct val="90000"/>
              </a:lnSpc>
            </a:pPr>
            <a:r>
              <a:rPr lang="en-IN" sz="2500"/>
              <a:t>Classification</a:t>
            </a:r>
          </a:p>
          <a:p>
            <a:pPr lvl="1">
              <a:lnSpc>
                <a:spcPct val="90000"/>
              </a:lnSpc>
            </a:pPr>
            <a:r>
              <a:rPr lang="en-IN" sz="2500"/>
              <a:t>Above atmosphere pressure on upstream side of filter medium.</a:t>
            </a:r>
          </a:p>
          <a:p>
            <a:pPr lvl="1">
              <a:lnSpc>
                <a:spcPct val="90000"/>
              </a:lnSpc>
            </a:pPr>
            <a:r>
              <a:rPr lang="en-IN" sz="2500"/>
              <a:t>A vacuum on the downstream side</a:t>
            </a:r>
          </a:p>
          <a:p>
            <a:pPr>
              <a:lnSpc>
                <a:spcPct val="90000"/>
              </a:lnSpc>
            </a:pPr>
            <a:endParaRPr lang="en-US" sz="2500"/>
          </a:p>
          <a:p>
            <a:pPr>
              <a:lnSpc>
                <a:spcPct val="90000"/>
              </a:lnSpc>
            </a:pPr>
            <a:r>
              <a:rPr lang="en-US" sz="2500"/>
              <a:t>In a gravity filter the filter medium can be no finer than a coarse screen or a bed of coarse particles like sand.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 anchor="ctr">
            <a:normAutofit/>
          </a:bodyPr>
          <a:lstStyle/>
          <a:p>
            <a:r>
              <a:rPr lang="en-IN" dirty="0"/>
              <a:t>Types of filtration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A939A639-D6D3-1F46-B719-BA394D2D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055" y="1642682"/>
            <a:ext cx="5769974" cy="39847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1449994-AFB8-9E47-821F-E23E9D0A68F1}"/>
                  </a:ext>
                </a:extLst>
              </p14:cNvPr>
              <p14:cNvContentPartPr/>
              <p14:nvPr/>
            </p14:nvContentPartPr>
            <p14:xfrm>
              <a:off x="3880800" y="42120"/>
              <a:ext cx="7062480" cy="6242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1449994-AFB8-9E47-821F-E23E9D0A68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4600" y="25920"/>
                <a:ext cx="7094880" cy="627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98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F6D99-CEAC-4792-8890-967DFCF7C19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BAA9F-4C83-4699-BC75-2FF2CD73F7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66590-F376-408D-B6DE-8057384EDA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8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742D76-5D33-42EF-BD9B-817068BC594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4000" dirty="0"/>
              <a:t>Filters are divided into three main groups: </a:t>
            </a:r>
          </a:p>
          <a:p>
            <a:pPr lvl="1"/>
            <a:r>
              <a:rPr lang="en-US" sz="3600" dirty="0"/>
              <a:t>cake filters, </a:t>
            </a:r>
          </a:p>
          <a:p>
            <a:pPr lvl="1"/>
            <a:r>
              <a:rPr lang="en-US" sz="3600" dirty="0"/>
              <a:t>clarifying filters, and </a:t>
            </a:r>
          </a:p>
          <a:p>
            <a:pPr lvl="1"/>
            <a:r>
              <a:rPr lang="en-US" sz="3600" dirty="0"/>
              <a:t>crossflow filters. </a:t>
            </a:r>
            <a:endParaRPr lang="en-IN" sz="3600" dirty="0"/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0524F-F9DA-46A5-B44C-980EA87F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filtration</a:t>
            </a:r>
          </a:p>
        </p:txBody>
      </p:sp>
    </p:spTree>
    <p:extLst>
      <p:ext uri="{BB962C8B-B14F-4D97-AF65-F5344CB8AC3E}">
        <p14:creationId xmlns:p14="http://schemas.microsoft.com/office/powerpoint/2010/main" val="308519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2A90F2-4961-451D-B37B-783DC221EADD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9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Mechanisms of filtration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4193887" y="952715"/>
            <a:ext cx="1788310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Cake Filter </a:t>
            </a:r>
            <a:endParaRPr lang="en-IN" sz="2800" dirty="0">
              <a:solidFill>
                <a:srgbClr val="0070C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B84415-9DF8-4D20-894D-14167AD3EBA5}"/>
              </a:ext>
            </a:extLst>
          </p:cNvPr>
          <p:cNvGrpSpPr/>
          <p:nvPr/>
        </p:nvGrpSpPr>
        <p:grpSpPr>
          <a:xfrm>
            <a:off x="732397" y="2484718"/>
            <a:ext cx="5249800" cy="2346736"/>
            <a:chOff x="1075050" y="1883250"/>
            <a:chExt cx="4260597" cy="163901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84" r="53913" b="62034"/>
            <a:stretch/>
          </p:blipFill>
          <p:spPr>
            <a:xfrm>
              <a:off x="1075050" y="1883250"/>
              <a:ext cx="3624095" cy="163901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1320F6-1718-4E29-B202-EB717EF0F0AD}"/>
                </a:ext>
              </a:extLst>
            </p:cNvPr>
            <p:cNvSpPr txBox="1"/>
            <p:nvPr/>
          </p:nvSpPr>
          <p:spPr>
            <a:xfrm>
              <a:off x="3740247" y="2604569"/>
              <a:ext cx="63087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Cake</a:t>
              </a:r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DFC50E-01FF-455D-A12F-54103A8B1A22}"/>
                </a:ext>
              </a:extLst>
            </p:cNvPr>
            <p:cNvSpPr txBox="1"/>
            <p:nvPr/>
          </p:nvSpPr>
          <p:spPr>
            <a:xfrm>
              <a:off x="3822989" y="3083944"/>
              <a:ext cx="151265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Filter Medium</a:t>
              </a:r>
              <a:endParaRPr lang="en-IN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1CBE3B5-494A-4825-A590-72A90CFA6368}"/>
              </a:ext>
            </a:extLst>
          </p:cNvPr>
          <p:cNvSpPr/>
          <p:nvPr/>
        </p:nvSpPr>
        <p:spPr>
          <a:xfrm>
            <a:off x="5499955" y="1475935"/>
            <a:ext cx="647529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At the start of filtration in a cake filter some solid particles enter the pores of the medium and are immobilized, but soon others begin to collect on the septum surface. </a:t>
            </a:r>
          </a:p>
          <a:p>
            <a:pPr algn="just"/>
            <a:endParaRPr lang="en-US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After this brief initial period the cake of solids does the filtration, not the septum; a visible cake of appreciable thickness builds up on the surface and must be periodically removed.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19184-C63B-C74E-B628-DD07EAA9D405}"/>
              </a:ext>
            </a:extLst>
          </p:cNvPr>
          <p:cNvSpPr txBox="1"/>
          <p:nvPr/>
        </p:nvSpPr>
        <p:spPr>
          <a:xfrm>
            <a:off x="4510355" y="26918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1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2A90F2-4961-451D-B37B-783DC221EADD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10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Mechanisms of filtration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845376" y="1005416"/>
            <a:ext cx="4880310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Clarifying Filter (or Depth Filter) </a:t>
            </a:r>
            <a:endParaRPr lang="en-IN" sz="2800" dirty="0">
              <a:solidFill>
                <a:srgbClr val="0070C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DDC4C-C51B-4CB1-B903-1ECDFE967396}"/>
              </a:ext>
            </a:extLst>
          </p:cNvPr>
          <p:cNvGrpSpPr/>
          <p:nvPr/>
        </p:nvGrpSpPr>
        <p:grpSpPr>
          <a:xfrm>
            <a:off x="756770" y="2194152"/>
            <a:ext cx="3962130" cy="2218151"/>
            <a:chOff x="673094" y="1849203"/>
            <a:chExt cx="3962130" cy="221815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437" t="-1" b="62190"/>
            <a:stretch/>
          </p:blipFill>
          <p:spPr>
            <a:xfrm>
              <a:off x="673094" y="1972386"/>
              <a:ext cx="3661574" cy="209496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3DDA5C-04B2-4F83-A44C-D41EE0623512}"/>
                </a:ext>
              </a:extLst>
            </p:cNvPr>
            <p:cNvSpPr txBox="1"/>
            <p:nvPr/>
          </p:nvSpPr>
          <p:spPr>
            <a:xfrm>
              <a:off x="2380891" y="1849203"/>
              <a:ext cx="12474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Suspension</a:t>
              </a:r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80A525-DA74-413A-B127-5E08F4640B82}"/>
                </a:ext>
              </a:extLst>
            </p:cNvPr>
            <p:cNvSpPr txBox="1"/>
            <p:nvPr/>
          </p:nvSpPr>
          <p:spPr>
            <a:xfrm>
              <a:off x="3628348" y="2972620"/>
              <a:ext cx="100687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Filter medium</a:t>
              </a:r>
              <a:endParaRPr lang="en-IN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4EB19FC-C510-4178-AD08-B7E660D4B31E}"/>
              </a:ext>
            </a:extLst>
          </p:cNvPr>
          <p:cNvSpPr/>
          <p:nvPr/>
        </p:nvSpPr>
        <p:spPr>
          <a:xfrm>
            <a:off x="5378658" y="1831199"/>
            <a:ext cx="6683270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Clarifying filter remove small amounts of solids to produce a clean gas or sparkling clear liquids such as beverages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solid particles are trapped inside the filter medium.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Clarifying filter differ from screens in that the pores of the filter medium are much larger in diameter than the particles to be removed. </a:t>
            </a:r>
          </a:p>
        </p:txBody>
      </p:sp>
    </p:spTree>
    <p:extLst>
      <p:ext uri="{BB962C8B-B14F-4D97-AF65-F5344CB8AC3E}">
        <p14:creationId xmlns:p14="http://schemas.microsoft.com/office/powerpoint/2010/main" val="85714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2A90F2-4961-451D-B37B-783DC221EADD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11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Mechanisms of filtration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4841457" y="993193"/>
            <a:ext cx="2509085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Crossflow Filter </a:t>
            </a:r>
            <a:endParaRPr lang="en-IN" sz="2800" dirty="0">
              <a:solidFill>
                <a:srgbClr val="0070C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9B52B0-7B66-4734-B942-0F393AD39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9" y="2361224"/>
            <a:ext cx="6007091" cy="21535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4265EB6-9323-44D8-BC22-88665911C0B4}"/>
              </a:ext>
            </a:extLst>
          </p:cNvPr>
          <p:cNvSpPr/>
          <p:nvPr/>
        </p:nvSpPr>
        <p:spPr>
          <a:xfrm>
            <a:off x="6193410" y="1516413"/>
            <a:ext cx="5909681" cy="41549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In a crossflow filter the feed suspension the feed suspension flows under pressure at a fairly high velocity across the filter medium.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 thin layer of solids may form on the surface of the medium, but high velocity keeps the layer from building up.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Filter medium is a ceramic, metal or polymer membrane with pore small enough to exclude most of the suspended particles.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Clear liquid passes through leaving concentrated suspension behind</a:t>
            </a:r>
          </a:p>
        </p:txBody>
      </p:sp>
    </p:spTree>
    <p:extLst>
      <p:ext uri="{BB962C8B-B14F-4D97-AF65-F5344CB8AC3E}">
        <p14:creationId xmlns:p14="http://schemas.microsoft.com/office/powerpoint/2010/main" val="345060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2A90F2-4961-451D-B37B-783DC221EADD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12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Mechanisms of filtration</a:t>
            </a:r>
            <a:endParaRPr lang="en-IN" dirty="0"/>
          </a:p>
        </p:txBody>
      </p:sp>
      <p:grpSp>
        <p:nvGrpSpPr>
          <p:cNvPr id="5" name="Group 4"/>
          <p:cNvGrpSpPr/>
          <p:nvPr/>
        </p:nvGrpSpPr>
        <p:grpSpPr>
          <a:xfrm>
            <a:off x="2164181" y="962470"/>
            <a:ext cx="7863638" cy="5350945"/>
            <a:chOff x="1603513" y="967409"/>
            <a:chExt cx="7863638" cy="535094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98"/>
            <a:stretch/>
          </p:blipFill>
          <p:spPr>
            <a:xfrm>
              <a:off x="1603513" y="967409"/>
              <a:ext cx="7863638" cy="5252622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2032000" y="2985201"/>
              <a:ext cx="187923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(a) cake filter </a:t>
              </a:r>
              <a:endParaRPr lang="en-IN" sz="2400" dirty="0">
                <a:solidFill>
                  <a:srgbClr val="0070C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722204" y="2991611"/>
              <a:ext cx="247349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(b) clarifying filter </a:t>
              </a:r>
              <a:endParaRPr lang="en-IN" sz="2400" dirty="0">
                <a:solidFill>
                  <a:srgbClr val="0070C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588246" y="5856689"/>
              <a:ext cx="251427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(c) Crossflow filter </a:t>
              </a:r>
              <a:endParaRPr lang="en-IN" sz="24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225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B52636F-D8B6-4BC6-9C60-0377DCBEFD46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13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1032888" y="1121794"/>
            <a:ext cx="10549512" cy="4876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At the start of filtration in a cake filter some solid particles enter the pores of the medium and are immobilized, but soon others begin to collect on the septum surface.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After this brief initial period the cake of solids does the filtration, not the septum; a visible cake of appreciable thickness builds up on the surface and must be periodically removed.</a:t>
            </a:r>
            <a:endParaRPr lang="en-IN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Cake Filtration</a:t>
            </a:r>
          </a:p>
        </p:txBody>
      </p:sp>
    </p:spTree>
    <p:extLst>
      <p:ext uri="{BB962C8B-B14F-4D97-AF65-F5344CB8AC3E}">
        <p14:creationId xmlns:p14="http://schemas.microsoft.com/office/powerpoint/2010/main" val="279571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609600" y="635635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FEB666-D68E-4DDC-A178-F9614A292394}" type="datetime1">
              <a:rPr lang="en-IN" smtClean="0"/>
              <a:pPr>
                <a:spcAft>
                  <a:spcPts val="600"/>
                </a:spcAft>
              </a:pPr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165600" y="6356355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8737600" y="635635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7D5EAD-A97B-4969-AF6A-47A86C2666CF}" type="slidenum">
              <a:rPr lang="en-IN" smtClean="0"/>
              <a:pPr>
                <a:spcAft>
                  <a:spcPts val="600"/>
                </a:spcAft>
              </a:pPr>
              <a:t>14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216817" y="1125897"/>
            <a:ext cx="6561056" cy="5067513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900" dirty="0"/>
              <a:t>The filter medium must meet the following requirements: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900" dirty="0"/>
              <a:t>It must retain the solids to be filtered, giving a reasonably clear filtrate.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900" dirty="0"/>
              <a:t>It must not plug or blind.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900" dirty="0"/>
              <a:t>It must be resistant chemically and strong enough physically to withstand the process conditions.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900" dirty="0"/>
              <a:t>It must permit the cake formed to discharge cleanly and completely. 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900" dirty="0"/>
              <a:t>It must not be prohibitively expensive.</a:t>
            </a:r>
            <a:endParaRPr lang="en-IN" sz="2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8E5D2-7D46-4FE4-A6E3-EF9CBA0256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98" r="9971" b="-1"/>
          <a:stretch/>
        </p:blipFill>
        <p:spPr>
          <a:xfrm>
            <a:off x="6910946" y="1137930"/>
            <a:ext cx="4976253" cy="4218997"/>
          </a:xfrm>
          <a:prstGeom prst="rect">
            <a:avLst/>
          </a:prstGeom>
          <a:noFill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 anchor="ctr">
            <a:normAutofit/>
          </a:bodyPr>
          <a:lstStyle/>
          <a:p>
            <a:r>
              <a:rPr lang="en-IN" dirty="0"/>
              <a:t>Filter media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0A93D-C5A6-47A7-9DF7-DE4E9A65AF96}"/>
              </a:ext>
            </a:extLst>
          </p:cNvPr>
          <p:cNvSpPr/>
          <p:nvPr/>
        </p:nvSpPr>
        <p:spPr>
          <a:xfrm>
            <a:off x="7114903" y="5467344"/>
            <a:ext cx="43554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/>
              <a:t>https://www.komline.com/products/filter-fabrics/</a:t>
            </a:r>
          </a:p>
        </p:txBody>
      </p:sp>
    </p:spTree>
    <p:extLst>
      <p:ext uri="{BB962C8B-B14F-4D97-AF65-F5344CB8AC3E}">
        <p14:creationId xmlns:p14="http://schemas.microsoft.com/office/powerpoint/2010/main" val="410072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DDEF970-ADEA-4971-AC8A-D62569EB5D85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15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43999" y="1081685"/>
            <a:ext cx="11414921" cy="487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 industrial filtration </a:t>
            </a:r>
            <a:r>
              <a:rPr lang="en-US" dirty="0"/>
              <a:t>a common filter medium is canvas cloth, either duck or twill weave. 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Corrosive liquids </a:t>
            </a:r>
            <a:r>
              <a:rPr lang="en-US" dirty="0"/>
              <a:t>require the use of other filter media, such as woolen cloth, metal cloth of monel or stainless steel, glass cloth, or paper. 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Synthetic fabrics </a:t>
            </a:r>
            <a:r>
              <a:rPr lang="en-US" dirty="0"/>
              <a:t>like nylon, polypropylene, and various polyesters are also highly resistant chemically. </a:t>
            </a:r>
            <a:endParaRPr lang="en-IN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 media</a:t>
            </a:r>
          </a:p>
        </p:txBody>
      </p:sp>
    </p:spTree>
    <p:extLst>
      <p:ext uri="{BB962C8B-B14F-4D97-AF65-F5344CB8AC3E}">
        <p14:creationId xmlns:p14="http://schemas.microsoft.com/office/powerpoint/2010/main" val="321622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2F623-4632-654F-B642-54FB803136C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AA632-E87A-D04A-BCF6-EFFC7F8D0F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5A96E-B4A5-5D4D-A865-6BF892DED3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16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2D792B-B9CD-4043-968E-1DE601838C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3999" y="1074656"/>
            <a:ext cx="11480907" cy="5147035"/>
          </a:xfrm>
        </p:spPr>
        <p:txBody>
          <a:bodyPr>
            <a:normAutofit/>
          </a:bodyPr>
          <a:lstStyle/>
          <a:p>
            <a:pPr algn="just"/>
            <a:r>
              <a:rPr lang="en-US" sz="2900" dirty="0"/>
              <a:t>Filtration of slimy or very fine solids is very difficult due to the formation of a dense and impermeable cake which quickly plugs the filter medium</a:t>
            </a:r>
          </a:p>
          <a:p>
            <a:pPr algn="just"/>
            <a:r>
              <a:rPr lang="en-US" sz="2900" dirty="0"/>
              <a:t>Porosity of the cake needs to be increased to allow the filtrate to flow through at a reasonable rate</a:t>
            </a:r>
          </a:p>
          <a:p>
            <a:pPr algn="just"/>
            <a:r>
              <a:rPr lang="en-US" sz="2900" dirty="0"/>
              <a:t>Example of filter aid: diatomaceous silica, perlite, purified wood cellulose, or other inert porous solids</a:t>
            </a:r>
          </a:p>
          <a:p>
            <a:pPr algn="just"/>
            <a:r>
              <a:rPr lang="en-US" sz="2900" dirty="0"/>
              <a:t>Filter aids are generally granular or fibrous solids which form highly permeable cake. </a:t>
            </a:r>
          </a:p>
          <a:p>
            <a:pPr algn="just"/>
            <a:r>
              <a:rPr lang="en-US" sz="2900" dirty="0"/>
              <a:t>Properties: low bulk density, porous, chemically inert to the filtrate</a:t>
            </a:r>
          </a:p>
          <a:p>
            <a:pPr algn="just"/>
            <a:r>
              <a:rPr lang="en-US" sz="2900" dirty="0"/>
              <a:t>Can be used as precoat or mixed directly with the slurry before filtration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20EEB5-F8D1-F646-BBEA-A055044F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Aids</a:t>
            </a:r>
          </a:p>
        </p:txBody>
      </p:sp>
    </p:spTree>
    <p:extLst>
      <p:ext uri="{BB962C8B-B14F-4D97-AF65-F5344CB8AC3E}">
        <p14:creationId xmlns:p14="http://schemas.microsoft.com/office/powerpoint/2010/main" val="2659714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609600" y="635635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60CE3A-DB92-4E28-85C4-E227619AB229}" type="datetime1">
              <a:rPr lang="en-IN" smtClean="0"/>
              <a:pPr>
                <a:spcAft>
                  <a:spcPts val="600"/>
                </a:spcAft>
              </a:pPr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165600" y="6356355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8737600" y="635635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7D5EAD-A97B-4969-AF6A-47A86C2666CF}" type="slidenum">
              <a:rPr lang="en-IN" smtClean="0"/>
              <a:pPr>
                <a:spcAft>
                  <a:spcPts val="600"/>
                </a:spcAft>
              </a:pPr>
              <a:t>17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04801" y="1125898"/>
            <a:ext cx="6388229" cy="503923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/>
              <a:t>In filtration the flow resistances increase with time as the filter medium becomes clogged or a filter cake builds up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Quantities of interest are the flow rate through the filter and the pressure drop across the unit. 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As time passes during filtration, </a:t>
            </a:r>
            <a:r>
              <a:rPr lang="en-US" sz="2400" dirty="0">
                <a:solidFill>
                  <a:srgbClr val="FF0000"/>
                </a:solidFill>
              </a:rPr>
              <a:t>either the flow rate diminishes, or the pressure drop rises. </a:t>
            </a:r>
          </a:p>
          <a:p>
            <a:pPr algn="just">
              <a:lnSpc>
                <a:spcPct val="90000"/>
              </a:lnSpc>
            </a:pPr>
            <a:endParaRPr lang="en-US" sz="2400" dirty="0"/>
          </a:p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Constant-pressure filtration</a:t>
            </a:r>
            <a:r>
              <a:rPr lang="en-US" sz="2400" dirty="0"/>
              <a:t>: the pressure drop is held constant, and the flow rate allowed to fall with time </a:t>
            </a:r>
          </a:p>
          <a:p>
            <a:pPr algn="just">
              <a:lnSpc>
                <a:spcPct val="90000"/>
              </a:lnSpc>
            </a:pPr>
            <a:endParaRPr lang="en-US" sz="2400" dirty="0"/>
          </a:p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Constant-rate filtration</a:t>
            </a:r>
            <a:r>
              <a:rPr lang="en-US" sz="2400" dirty="0"/>
              <a:t>: The pressure drop is progressively increased</a:t>
            </a:r>
            <a:endParaRPr lang="en-IN" sz="2400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36F492E2-3E77-4E80-BFEB-39AE35DB9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781" y="1599826"/>
            <a:ext cx="5301951" cy="3811159"/>
          </a:xfrm>
          <a:prstGeom prst="rect">
            <a:avLst/>
          </a:prstGeom>
          <a:noFill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 anchor="ctr">
            <a:normAutofit/>
          </a:bodyPr>
          <a:lstStyle/>
          <a:p>
            <a:r>
              <a:rPr lang="en-IN" dirty="0"/>
              <a:t>PRINCIPLES OF CAKE FILTRATION </a:t>
            </a:r>
          </a:p>
        </p:txBody>
      </p:sp>
    </p:spTree>
    <p:extLst>
      <p:ext uri="{BB962C8B-B14F-4D97-AF65-F5344CB8AC3E}">
        <p14:creationId xmlns:p14="http://schemas.microsoft.com/office/powerpoint/2010/main" val="227316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0E813-73E2-4D98-AC88-46961846CC5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E0AA8-00A5-4DD0-AE67-449E04C3B7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9B7E8-21CE-4633-9238-E079CE1D4F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18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E06ECB-3F09-4FA1-B9B0-AD4B877945B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Factors affecting the rate of filtration:</a:t>
            </a:r>
          </a:p>
          <a:p>
            <a:pPr lvl="1"/>
            <a:r>
              <a:rPr lang="en-US" sz="3600" dirty="0"/>
              <a:t>Pressure drop across the cake and the filter media</a:t>
            </a:r>
          </a:p>
          <a:p>
            <a:pPr lvl="1"/>
            <a:r>
              <a:rPr lang="en-US" sz="3600" dirty="0"/>
              <a:t>Resistance of the cake</a:t>
            </a:r>
          </a:p>
          <a:p>
            <a:pPr lvl="1"/>
            <a:r>
              <a:rPr lang="en-US" sz="3600" dirty="0"/>
              <a:t>Resistance of the filter media</a:t>
            </a:r>
          </a:p>
          <a:p>
            <a:pPr lvl="1"/>
            <a:r>
              <a:rPr lang="en-US" sz="3600" dirty="0"/>
              <a:t>Area of the filtering surface</a:t>
            </a:r>
          </a:p>
          <a:p>
            <a:pPr lvl="1"/>
            <a:r>
              <a:rPr lang="en-US" sz="3600" dirty="0"/>
              <a:t>Viscosity of the filtrate</a:t>
            </a:r>
            <a:endParaRPr lang="en-IN" sz="36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A56BC4-2381-4356-B918-FD6A7409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PRINCIPLES OF CAKE FILTRATION </a:t>
            </a:r>
          </a:p>
        </p:txBody>
      </p:sp>
    </p:spTree>
    <p:extLst>
      <p:ext uri="{BB962C8B-B14F-4D97-AF65-F5344CB8AC3E}">
        <p14:creationId xmlns:p14="http://schemas.microsoft.com/office/powerpoint/2010/main" val="2182551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5890CF9-D474-4AE5-9A3C-B7A6FC37736C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19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609600" y="1147673"/>
            <a:ext cx="11400148" cy="4876800"/>
          </a:xfrm>
        </p:spPr>
        <p:txBody>
          <a:bodyPr>
            <a:noAutofit/>
          </a:bodyPr>
          <a:lstStyle/>
          <a:p>
            <a:r>
              <a:rPr lang="en-US" sz="2400" dirty="0"/>
              <a:t>In cake filtration the liquid passes through two resistances in series: </a:t>
            </a:r>
          </a:p>
          <a:p>
            <a:pPr lvl="1"/>
            <a:r>
              <a:rPr lang="en-US" sz="2000" dirty="0"/>
              <a:t>that of the cake and </a:t>
            </a:r>
          </a:p>
          <a:p>
            <a:pPr lvl="1"/>
            <a:r>
              <a:rPr lang="en-US" sz="2000" dirty="0"/>
              <a:t>that of the filter medium. </a:t>
            </a:r>
          </a:p>
          <a:p>
            <a:endParaRPr lang="en-US" sz="2400" dirty="0"/>
          </a:p>
          <a:p>
            <a:r>
              <a:rPr lang="en-US" sz="2400" dirty="0"/>
              <a:t>The filter-medium resistance, which is the only resistance in clarifying filters, is normally important only during the early stages of cake filtration. </a:t>
            </a:r>
          </a:p>
          <a:p>
            <a:endParaRPr lang="en-US" sz="2400" dirty="0"/>
          </a:p>
          <a:p>
            <a:r>
              <a:rPr lang="en-US" sz="2400" dirty="0"/>
              <a:t>The cake resistance is zero at the start and increases with time as filtration proceeds. </a:t>
            </a:r>
          </a:p>
          <a:p>
            <a:endParaRPr lang="en-US" sz="2400" dirty="0"/>
          </a:p>
          <a:p>
            <a:r>
              <a:rPr lang="en-US" sz="2400" dirty="0"/>
              <a:t>If the cake is washed after it is filtered, both resistances are constant during the washing period and that of the filter medium </a:t>
            </a:r>
            <a:r>
              <a:rPr lang="en-US" sz="2400"/>
              <a:t>is usually </a:t>
            </a:r>
            <a:r>
              <a:rPr lang="en-US" sz="2400" dirty="0"/>
              <a:t>negligible. </a:t>
            </a:r>
            <a:endParaRPr lang="en-IN" sz="24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PRINCIPLES OF CAKE FILTRATION </a:t>
            </a:r>
          </a:p>
        </p:txBody>
      </p:sp>
    </p:spTree>
    <p:extLst>
      <p:ext uri="{BB962C8B-B14F-4D97-AF65-F5344CB8AC3E}">
        <p14:creationId xmlns:p14="http://schemas.microsoft.com/office/powerpoint/2010/main" val="295473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085825-05DD-4921-AFEE-2B4EEC300B79}" type="datetime1">
              <a:rPr lang="en-IN" smtClean="0"/>
              <a:t>26-09-2022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20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PRESSURE DROP THROUGH FILTER CAKE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3452" y="859206"/>
            <a:ext cx="3545964" cy="53872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07029" y="3429000"/>
            <a:ext cx="218497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Section through filter medium and cake showing pressure gradients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 = fluid pressure;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 = distance from filter medium.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688D46-E849-7992-E06E-4E76A5745C4B}"/>
              </a:ext>
            </a:extLst>
          </p:cNvPr>
          <p:cNvSpPr txBox="1"/>
          <p:nvPr/>
        </p:nvSpPr>
        <p:spPr>
          <a:xfrm>
            <a:off x="282804" y="1121790"/>
            <a:ext cx="58131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/>
              <a:t>Kozeny</a:t>
            </a:r>
            <a:r>
              <a:rPr lang="en-US" sz="3600" dirty="0"/>
              <a:t>-Carman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Burke Plummer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Ergun Equation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57E2E6-DEC3-B2EB-30DD-A68F857F83CA}"/>
                  </a:ext>
                </a:extLst>
              </p14:cNvPr>
              <p14:cNvContentPartPr/>
              <p14:nvPr/>
            </p14:nvContentPartPr>
            <p14:xfrm>
              <a:off x="175680" y="1109160"/>
              <a:ext cx="7976520" cy="5063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57E2E6-DEC3-B2EB-30DD-A68F857F83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320" y="1099800"/>
                <a:ext cx="7995240" cy="508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9264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60DBF-2453-4592-B561-2F3748042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11179946" cy="45259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Smith, J., 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Harriott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 P., McCabe, W. (2005). Unit Operations of Chemical Engineering. Colombia: McGraw-Hill Education.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Swain, A. K., Patra, H., &amp; Roy, G. K. (2011). Mechanical operations. Tata McGraw Hill.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4EFE7-AC8A-4AAC-998D-7C6A10089D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6935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1153</Words>
  <Application>Microsoft Office PowerPoint</Application>
  <PresentationFormat>Widescreen</PresentationFormat>
  <Paragraphs>177</Paragraphs>
  <Slides>21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BITS-Online</vt:lpstr>
      <vt:lpstr>Module 2:  Mechanical Separations (Chapter 29) Lecture 2 </vt:lpstr>
      <vt:lpstr>Filtration</vt:lpstr>
      <vt:lpstr>Filtration</vt:lpstr>
      <vt:lpstr>Filtration</vt:lpstr>
      <vt:lpstr>Filtration</vt:lpstr>
      <vt:lpstr>Filtration</vt:lpstr>
      <vt:lpstr>Types of filtration</vt:lpstr>
      <vt:lpstr>Types of filtration</vt:lpstr>
      <vt:lpstr>Mechanisms of filtration</vt:lpstr>
      <vt:lpstr>Mechanisms of filtration</vt:lpstr>
      <vt:lpstr>Mechanisms of filtration</vt:lpstr>
      <vt:lpstr>Mechanisms of filtration</vt:lpstr>
      <vt:lpstr>Cake Filtration</vt:lpstr>
      <vt:lpstr>Filter media</vt:lpstr>
      <vt:lpstr>Filter media</vt:lpstr>
      <vt:lpstr>Filter Aids</vt:lpstr>
      <vt:lpstr>PRINCIPLES OF CAKE FILTRATION </vt:lpstr>
      <vt:lpstr>PRINCIPLES OF CAKE FILTRATION </vt:lpstr>
      <vt:lpstr>PRINCIPLES OF CAKE FILTRATION </vt:lpstr>
      <vt:lpstr>PRESSURE DROP THROUGH FILTER CAKE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29   Mechanical Separations</dc:title>
  <dc:creator>Bhanu Vardhan Reddy  K</dc:creator>
  <cp:lastModifiedBy>Somak Chatterjee</cp:lastModifiedBy>
  <cp:revision>24</cp:revision>
  <cp:lastPrinted>2021-09-13T10:30:54Z</cp:lastPrinted>
  <dcterms:created xsi:type="dcterms:W3CDTF">2020-09-08T06:06:18Z</dcterms:created>
  <dcterms:modified xsi:type="dcterms:W3CDTF">2022-09-26T05:32:46Z</dcterms:modified>
</cp:coreProperties>
</file>