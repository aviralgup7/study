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  <p:sldMasterId id="2147483703" r:id="rId2"/>
  </p:sldMasterIdLst>
  <p:notesMasterIdLst>
    <p:notesMasterId r:id="rId28"/>
  </p:notesMasterIdLst>
  <p:handoutMasterIdLst>
    <p:handoutMasterId r:id="rId29"/>
  </p:handoutMasterIdLst>
  <p:sldIdLst>
    <p:sldId id="417" r:id="rId3"/>
    <p:sldId id="411" r:id="rId4"/>
    <p:sldId id="425" r:id="rId5"/>
    <p:sldId id="426" r:id="rId6"/>
    <p:sldId id="427" r:id="rId7"/>
    <p:sldId id="428" r:id="rId8"/>
    <p:sldId id="429" r:id="rId9"/>
    <p:sldId id="430" r:id="rId10"/>
    <p:sldId id="431" r:id="rId11"/>
    <p:sldId id="432" r:id="rId12"/>
    <p:sldId id="433" r:id="rId13"/>
    <p:sldId id="434" r:id="rId14"/>
    <p:sldId id="435" r:id="rId15"/>
    <p:sldId id="436" r:id="rId16"/>
    <p:sldId id="437" r:id="rId17"/>
    <p:sldId id="438" r:id="rId18"/>
    <p:sldId id="439" r:id="rId19"/>
    <p:sldId id="440" r:id="rId20"/>
    <p:sldId id="441" r:id="rId21"/>
    <p:sldId id="442" r:id="rId22"/>
    <p:sldId id="443" r:id="rId23"/>
    <p:sldId id="444" r:id="rId24"/>
    <p:sldId id="445" r:id="rId25"/>
    <p:sldId id="387" r:id="rId26"/>
    <p:sldId id="300" r:id="rId2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10E619-F7C3-4058-82E2-423D8A08E087}" v="3" dt="2022-09-21T08:07:30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8" autoAdjust="0"/>
    <p:restoredTop sz="94619"/>
  </p:normalViewPr>
  <p:slideViewPr>
    <p:cSldViewPr snapToGrid="0">
      <p:cViewPr varScale="1">
        <p:scale>
          <a:sx n="63" d="100"/>
          <a:sy n="63" d="100"/>
        </p:scale>
        <p:origin x="8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E110E619-F7C3-4058-82E2-423D8A08E087}"/>
    <pc:docChg chg="undo custSel addSld delSld modSld sldOrd">
      <pc:chgData name="Somak Chatterjee" userId="e6d5a15b-8109-4a04-ba46-d7e9f6fc31a9" providerId="ADAL" clId="{E110E619-F7C3-4058-82E2-423D8A08E087}" dt="2022-09-21T08:16:34.706" v="10" actId="2696"/>
      <pc:docMkLst>
        <pc:docMk/>
      </pc:docMkLst>
      <pc:sldChg chg="del">
        <pc:chgData name="Somak Chatterjee" userId="e6d5a15b-8109-4a04-ba46-d7e9f6fc31a9" providerId="ADAL" clId="{E110E619-F7C3-4058-82E2-423D8A08E087}" dt="2022-09-21T08:06:50.106" v="1" actId="47"/>
        <pc:sldMkLst>
          <pc:docMk/>
          <pc:sldMk cId="3817445897" sldId="257"/>
        </pc:sldMkLst>
      </pc:sldChg>
      <pc:sldChg chg="add">
        <pc:chgData name="Somak Chatterjee" userId="e6d5a15b-8109-4a04-ba46-d7e9f6fc31a9" providerId="ADAL" clId="{E110E619-F7C3-4058-82E2-423D8A08E087}" dt="2022-09-21T08:07:30.810" v="7"/>
        <pc:sldMkLst>
          <pc:docMk/>
          <pc:sldMk cId="2369351953" sldId="300"/>
        </pc:sldMkLst>
      </pc:sldChg>
      <pc:sldChg chg="add">
        <pc:chgData name="Somak Chatterjee" userId="e6d5a15b-8109-4a04-ba46-d7e9f6fc31a9" providerId="ADAL" clId="{E110E619-F7C3-4058-82E2-423D8A08E087}" dt="2022-09-21T08:06:25.490" v="0"/>
        <pc:sldMkLst>
          <pc:docMk/>
          <pc:sldMk cId="3922208624" sldId="380"/>
        </pc:sldMkLst>
      </pc:sldChg>
      <pc:sldChg chg="add">
        <pc:chgData name="Somak Chatterjee" userId="e6d5a15b-8109-4a04-ba46-d7e9f6fc31a9" providerId="ADAL" clId="{E110E619-F7C3-4058-82E2-423D8A08E087}" dt="2022-09-21T08:06:25.490" v="0"/>
        <pc:sldMkLst>
          <pc:docMk/>
          <pc:sldMk cId="3515121016" sldId="383"/>
        </pc:sldMkLst>
      </pc:sldChg>
      <pc:sldChg chg="add">
        <pc:chgData name="Somak Chatterjee" userId="e6d5a15b-8109-4a04-ba46-d7e9f6fc31a9" providerId="ADAL" clId="{E110E619-F7C3-4058-82E2-423D8A08E087}" dt="2022-09-21T08:06:25.490" v="0"/>
        <pc:sldMkLst>
          <pc:docMk/>
          <pc:sldMk cId="887988330" sldId="384"/>
        </pc:sldMkLst>
      </pc:sldChg>
      <pc:sldChg chg="add">
        <pc:chgData name="Somak Chatterjee" userId="e6d5a15b-8109-4a04-ba46-d7e9f6fc31a9" providerId="ADAL" clId="{E110E619-F7C3-4058-82E2-423D8A08E087}" dt="2022-09-21T08:06:25.490" v="0"/>
        <pc:sldMkLst>
          <pc:docMk/>
          <pc:sldMk cId="2977136819" sldId="385"/>
        </pc:sldMkLst>
      </pc:sldChg>
      <pc:sldChg chg="add">
        <pc:chgData name="Somak Chatterjee" userId="e6d5a15b-8109-4a04-ba46-d7e9f6fc31a9" providerId="ADAL" clId="{E110E619-F7C3-4058-82E2-423D8A08E087}" dt="2022-09-21T08:06:25.490" v="0"/>
        <pc:sldMkLst>
          <pc:docMk/>
          <pc:sldMk cId="904770816" sldId="386"/>
        </pc:sldMkLst>
      </pc:sldChg>
      <pc:sldChg chg="add">
        <pc:chgData name="Somak Chatterjee" userId="e6d5a15b-8109-4a04-ba46-d7e9f6fc31a9" providerId="ADAL" clId="{E110E619-F7C3-4058-82E2-423D8A08E087}" dt="2022-09-21T08:06:25.490" v="0"/>
        <pc:sldMkLst>
          <pc:docMk/>
          <pc:sldMk cId="923912094" sldId="387"/>
        </pc:sldMkLst>
      </pc:sldChg>
      <pc:sldChg chg="add del">
        <pc:chgData name="Somak Chatterjee" userId="e6d5a15b-8109-4a04-ba46-d7e9f6fc31a9" providerId="ADAL" clId="{E110E619-F7C3-4058-82E2-423D8A08E087}" dt="2022-09-21T08:16:34.706" v="10" actId="2696"/>
        <pc:sldMkLst>
          <pc:docMk/>
          <pc:sldMk cId="3862939800" sldId="390"/>
        </pc:sldMkLst>
      </pc:sldChg>
      <pc:sldChg chg="add del">
        <pc:chgData name="Somak Chatterjee" userId="e6d5a15b-8109-4a04-ba46-d7e9f6fc31a9" providerId="ADAL" clId="{E110E619-F7C3-4058-82E2-423D8A08E087}" dt="2022-09-21T08:16:34.706" v="10" actId="2696"/>
        <pc:sldMkLst>
          <pc:docMk/>
          <pc:sldMk cId="4271591901" sldId="391"/>
        </pc:sldMkLst>
      </pc:sldChg>
      <pc:sldChg chg="del">
        <pc:chgData name="Somak Chatterjee" userId="e6d5a15b-8109-4a04-ba46-d7e9f6fc31a9" providerId="ADAL" clId="{E110E619-F7C3-4058-82E2-423D8A08E087}" dt="2022-09-21T08:07:14.836" v="6" actId="47"/>
        <pc:sldMkLst>
          <pc:docMk/>
          <pc:sldMk cId="567067666" sldId="402"/>
        </pc:sldMkLst>
      </pc:sldChg>
      <pc:sldChg chg="del">
        <pc:chgData name="Somak Chatterjee" userId="e6d5a15b-8109-4a04-ba46-d7e9f6fc31a9" providerId="ADAL" clId="{E110E619-F7C3-4058-82E2-423D8A08E087}" dt="2022-09-21T08:07:14.836" v="6" actId="47"/>
        <pc:sldMkLst>
          <pc:docMk/>
          <pc:sldMk cId="2278219775" sldId="409"/>
        </pc:sldMkLst>
      </pc:sldChg>
      <pc:sldChg chg="del">
        <pc:chgData name="Somak Chatterjee" userId="e6d5a15b-8109-4a04-ba46-d7e9f6fc31a9" providerId="ADAL" clId="{E110E619-F7C3-4058-82E2-423D8A08E087}" dt="2022-09-21T08:07:14.836" v="6" actId="47"/>
        <pc:sldMkLst>
          <pc:docMk/>
          <pc:sldMk cId="2182551677" sldId="410"/>
        </pc:sldMkLst>
      </pc:sldChg>
      <pc:sldChg chg="modSp add mod ord">
        <pc:chgData name="Somak Chatterjee" userId="e6d5a15b-8109-4a04-ba46-d7e9f6fc31a9" providerId="ADAL" clId="{E110E619-F7C3-4058-82E2-423D8A08E087}" dt="2022-09-21T08:06:57.377" v="5" actId="20577"/>
        <pc:sldMkLst>
          <pc:docMk/>
          <pc:sldMk cId="1186835817" sldId="417"/>
        </pc:sldMkLst>
        <pc:spChg chg="mod">
          <ac:chgData name="Somak Chatterjee" userId="e6d5a15b-8109-4a04-ba46-d7e9f6fc31a9" providerId="ADAL" clId="{E110E619-F7C3-4058-82E2-423D8A08E087}" dt="2022-09-21T08:06:57.377" v="5" actId="20577"/>
          <ac:spMkLst>
            <pc:docMk/>
            <pc:sldMk cId="1186835817" sldId="417"/>
            <ac:spMk id="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r">
              <a:defRPr sz="1200"/>
            </a:lvl1pPr>
          </a:lstStyle>
          <a:p>
            <a:fld id="{143F6E76-D32A-4F60-9992-87F5028D701A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6" tIns="48328" rIns="96656" bIns="4832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56" tIns="48328" rIns="96656" bIns="4832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r">
              <a:defRPr sz="12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5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0581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03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0342CC68-9F46-4D9B-9C31-5F4F343BD2FF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69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5107C035-A25B-4241-939D-B608289A68C8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28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355A33D-EA15-42BB-BABC-69799646E768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1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CCD662B-2673-4CFD-A99F-22DC9E71CA07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1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B8A17FA9-B146-4A3E-9B3F-9294238D23A9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5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1697EC4-F6AF-4E72-8EEB-179BE843C363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09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F678B6-2C84-4A92-80C1-561E1CDDBE1A}" type="datetime1">
              <a:rPr lang="en-IN" smtClean="0"/>
              <a:t>15-09-2026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1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1AC9D12-2AE8-4440-8FB8-DC9F6C77042E}" type="datetime1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6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7A4C9F-9EC4-4371-9A36-39F3978CBA63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09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CEF0E3B-C8FE-45FD-BCE6-571E33176FFF}" type="datetime1">
              <a:rPr lang="en-IN" smtClean="0"/>
              <a:t>15-09-2026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377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F648-5EA5-4D92-AB90-1F95ADD21573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353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51004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151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2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3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3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4368800" y="6596391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3691498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2068" y="869562"/>
            <a:ext cx="3990109" cy="60001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4137" y="1586204"/>
            <a:ext cx="3285972" cy="71534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6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3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59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46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33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19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06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930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801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6003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813" y="1798735"/>
            <a:ext cx="3990109" cy="555949"/>
          </a:xfrm>
        </p:spPr>
        <p:txBody>
          <a:bodyPr anchor="t"/>
          <a:lstStyle>
            <a:lvl1pPr algn="l">
              <a:defRPr sz="1633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813" y="1186414"/>
            <a:ext cx="3990109" cy="612321"/>
          </a:xfrm>
        </p:spPr>
        <p:txBody>
          <a:bodyPr anchor="b"/>
          <a:lstStyle>
            <a:lvl1pPr marL="0" indent="0">
              <a:buNone/>
              <a:defRPr sz="816">
                <a:solidFill>
                  <a:schemeClr val="tx1">
                    <a:tint val="75000"/>
                  </a:schemeClr>
                </a:solidFill>
              </a:defRPr>
            </a:lvl1pPr>
            <a:lvl2pPr marL="186629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73258" indent="0">
              <a:buNone/>
              <a:defRPr sz="653">
                <a:solidFill>
                  <a:schemeClr val="tx1">
                    <a:tint val="75000"/>
                  </a:schemeClr>
                </a:solidFill>
              </a:defRPr>
            </a:lvl3pPr>
            <a:lvl4pPr marL="559887" indent="0">
              <a:buNone/>
              <a:defRPr sz="571">
                <a:solidFill>
                  <a:schemeClr val="tx1">
                    <a:tint val="75000"/>
                  </a:schemeClr>
                </a:solidFill>
              </a:defRPr>
            </a:lvl4pPr>
            <a:lvl5pPr marL="746516" indent="0">
              <a:buNone/>
              <a:defRPr sz="571">
                <a:solidFill>
                  <a:schemeClr val="tx1">
                    <a:tint val="75000"/>
                  </a:schemeClr>
                </a:solidFill>
              </a:defRPr>
            </a:lvl5pPr>
            <a:lvl6pPr marL="933145" indent="0">
              <a:buNone/>
              <a:defRPr sz="571">
                <a:solidFill>
                  <a:schemeClr val="tx1">
                    <a:tint val="75000"/>
                  </a:schemeClr>
                </a:solidFill>
              </a:defRPr>
            </a:lvl6pPr>
            <a:lvl7pPr marL="1119774" indent="0">
              <a:buNone/>
              <a:defRPr sz="571">
                <a:solidFill>
                  <a:schemeClr val="tx1">
                    <a:tint val="75000"/>
                  </a:schemeClr>
                </a:solidFill>
              </a:defRPr>
            </a:lvl7pPr>
            <a:lvl8pPr marL="1306403" indent="0">
              <a:buNone/>
              <a:defRPr sz="571">
                <a:solidFill>
                  <a:schemeClr val="tx1">
                    <a:tint val="75000"/>
                  </a:schemeClr>
                </a:solidFill>
              </a:defRPr>
            </a:lvl8pPr>
            <a:lvl9pPr marL="1493032" indent="0">
              <a:buNone/>
              <a:defRPr sz="5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868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4712" y="653143"/>
            <a:ext cx="2073292" cy="1847332"/>
          </a:xfrm>
        </p:spPr>
        <p:txBody>
          <a:bodyPr/>
          <a:lstStyle>
            <a:lvl1pPr>
              <a:defRPr sz="1143"/>
            </a:lvl1pPr>
            <a:lvl2pPr>
              <a:defRPr sz="980"/>
            </a:lvl2pPr>
            <a:lvl3pPr>
              <a:defRPr sz="816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86242" y="653143"/>
            <a:ext cx="2073292" cy="1847332"/>
          </a:xfrm>
        </p:spPr>
        <p:txBody>
          <a:bodyPr/>
          <a:lstStyle>
            <a:lvl1pPr>
              <a:defRPr sz="1143"/>
            </a:lvl1pPr>
            <a:lvl2pPr>
              <a:defRPr sz="980"/>
            </a:lvl2pPr>
            <a:lvl3pPr>
              <a:defRPr sz="816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882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4712" y="626577"/>
            <a:ext cx="2074107" cy="261127"/>
          </a:xfrm>
        </p:spPr>
        <p:txBody>
          <a:bodyPr anchor="b"/>
          <a:lstStyle>
            <a:lvl1pPr marL="0" indent="0">
              <a:buNone/>
              <a:defRPr sz="980" b="1"/>
            </a:lvl1pPr>
            <a:lvl2pPr marL="186629" indent="0">
              <a:buNone/>
              <a:defRPr sz="816" b="1"/>
            </a:lvl2pPr>
            <a:lvl3pPr marL="373258" indent="0">
              <a:buNone/>
              <a:defRPr sz="735" b="1"/>
            </a:lvl3pPr>
            <a:lvl4pPr marL="559887" indent="0">
              <a:buNone/>
              <a:defRPr sz="653" b="1"/>
            </a:lvl4pPr>
            <a:lvl5pPr marL="746516" indent="0">
              <a:buNone/>
              <a:defRPr sz="653" b="1"/>
            </a:lvl5pPr>
            <a:lvl6pPr marL="933145" indent="0">
              <a:buNone/>
              <a:defRPr sz="653" b="1"/>
            </a:lvl6pPr>
            <a:lvl7pPr marL="1119774" indent="0">
              <a:buNone/>
              <a:defRPr sz="653" b="1"/>
            </a:lvl7pPr>
            <a:lvl8pPr marL="1306403" indent="0">
              <a:buNone/>
              <a:defRPr sz="653" b="1"/>
            </a:lvl8pPr>
            <a:lvl9pPr marL="1493032" indent="0">
              <a:buNone/>
              <a:defRPr sz="65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4712" y="887704"/>
            <a:ext cx="2074107" cy="1612771"/>
          </a:xfrm>
        </p:spPr>
        <p:txBody>
          <a:bodyPr/>
          <a:lstStyle>
            <a:lvl1pPr>
              <a:defRPr sz="980"/>
            </a:lvl1pPr>
            <a:lvl2pPr>
              <a:defRPr sz="816"/>
            </a:lvl2pPr>
            <a:lvl3pPr>
              <a:defRPr sz="735"/>
            </a:lvl3pPr>
            <a:lvl4pPr>
              <a:defRPr sz="653"/>
            </a:lvl4pPr>
            <a:lvl5pPr>
              <a:defRPr sz="653"/>
            </a:lvl5pPr>
            <a:lvl6pPr>
              <a:defRPr sz="653"/>
            </a:lvl6pPr>
            <a:lvl7pPr>
              <a:defRPr sz="653"/>
            </a:lvl7pPr>
            <a:lvl8pPr>
              <a:defRPr sz="653"/>
            </a:lvl8pPr>
            <a:lvl9pPr>
              <a:defRPr sz="65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84612" y="626577"/>
            <a:ext cx="2074922" cy="261127"/>
          </a:xfrm>
        </p:spPr>
        <p:txBody>
          <a:bodyPr anchor="b"/>
          <a:lstStyle>
            <a:lvl1pPr marL="0" indent="0">
              <a:buNone/>
              <a:defRPr sz="980" b="1"/>
            </a:lvl1pPr>
            <a:lvl2pPr marL="186629" indent="0">
              <a:buNone/>
              <a:defRPr sz="816" b="1"/>
            </a:lvl2pPr>
            <a:lvl3pPr marL="373258" indent="0">
              <a:buNone/>
              <a:defRPr sz="735" b="1"/>
            </a:lvl3pPr>
            <a:lvl4pPr marL="559887" indent="0">
              <a:buNone/>
              <a:defRPr sz="653" b="1"/>
            </a:lvl4pPr>
            <a:lvl5pPr marL="746516" indent="0">
              <a:buNone/>
              <a:defRPr sz="653" b="1"/>
            </a:lvl5pPr>
            <a:lvl6pPr marL="933145" indent="0">
              <a:buNone/>
              <a:defRPr sz="653" b="1"/>
            </a:lvl6pPr>
            <a:lvl7pPr marL="1119774" indent="0">
              <a:buNone/>
              <a:defRPr sz="653" b="1"/>
            </a:lvl7pPr>
            <a:lvl8pPr marL="1306403" indent="0">
              <a:buNone/>
              <a:defRPr sz="653" b="1"/>
            </a:lvl8pPr>
            <a:lvl9pPr marL="1493032" indent="0">
              <a:buNone/>
              <a:defRPr sz="65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84612" y="887704"/>
            <a:ext cx="2074922" cy="1612771"/>
          </a:xfrm>
        </p:spPr>
        <p:txBody>
          <a:bodyPr/>
          <a:lstStyle>
            <a:lvl1pPr>
              <a:defRPr sz="980"/>
            </a:lvl1pPr>
            <a:lvl2pPr>
              <a:defRPr sz="816"/>
            </a:lvl2pPr>
            <a:lvl3pPr>
              <a:defRPr sz="735"/>
            </a:lvl3pPr>
            <a:lvl4pPr>
              <a:defRPr sz="653"/>
            </a:lvl4pPr>
            <a:lvl5pPr>
              <a:defRPr sz="653"/>
            </a:lvl5pPr>
            <a:lvl6pPr>
              <a:defRPr sz="653"/>
            </a:lvl6pPr>
            <a:lvl7pPr>
              <a:defRPr sz="653"/>
            </a:lvl7pPr>
            <a:lvl8pPr>
              <a:defRPr sz="653"/>
            </a:lvl8pPr>
            <a:lvl9pPr>
              <a:defRPr sz="65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979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7657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944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712" y="111449"/>
            <a:ext cx="1544375" cy="474306"/>
          </a:xfrm>
        </p:spPr>
        <p:txBody>
          <a:bodyPr anchor="b"/>
          <a:lstStyle>
            <a:lvl1pPr algn="l">
              <a:defRPr sz="816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320" y="111449"/>
            <a:ext cx="2624214" cy="2389026"/>
          </a:xfrm>
        </p:spPr>
        <p:txBody>
          <a:bodyPr/>
          <a:lstStyle>
            <a:lvl1pPr>
              <a:defRPr sz="1306"/>
            </a:lvl1pPr>
            <a:lvl2pPr>
              <a:defRPr sz="1143"/>
            </a:lvl2pPr>
            <a:lvl3pPr>
              <a:defRPr sz="980"/>
            </a:lvl3pPr>
            <a:lvl4pPr>
              <a:defRPr sz="816"/>
            </a:lvl4pPr>
            <a:lvl5pPr>
              <a:defRPr sz="816"/>
            </a:lvl5pPr>
            <a:lvl6pPr>
              <a:defRPr sz="816"/>
            </a:lvl6pPr>
            <a:lvl7pPr>
              <a:defRPr sz="816"/>
            </a:lvl7pPr>
            <a:lvl8pPr>
              <a:defRPr sz="816"/>
            </a:lvl8pPr>
            <a:lvl9pPr>
              <a:defRPr sz="81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4712" y="585755"/>
            <a:ext cx="1544375" cy="1914720"/>
          </a:xfrm>
        </p:spPr>
        <p:txBody>
          <a:bodyPr/>
          <a:lstStyle>
            <a:lvl1pPr marL="0" indent="0">
              <a:buNone/>
              <a:defRPr sz="571"/>
            </a:lvl1pPr>
            <a:lvl2pPr marL="186629" indent="0">
              <a:buNone/>
              <a:defRPr sz="490"/>
            </a:lvl2pPr>
            <a:lvl3pPr marL="373258" indent="0">
              <a:buNone/>
              <a:defRPr sz="408"/>
            </a:lvl3pPr>
            <a:lvl4pPr marL="559887" indent="0">
              <a:buNone/>
              <a:defRPr sz="367"/>
            </a:lvl4pPr>
            <a:lvl5pPr marL="746516" indent="0">
              <a:buNone/>
              <a:defRPr sz="367"/>
            </a:lvl5pPr>
            <a:lvl6pPr marL="933145" indent="0">
              <a:buNone/>
              <a:defRPr sz="367"/>
            </a:lvl6pPr>
            <a:lvl7pPr marL="1119774" indent="0">
              <a:buNone/>
              <a:defRPr sz="367"/>
            </a:lvl7pPr>
            <a:lvl8pPr marL="1306403" indent="0">
              <a:buNone/>
              <a:defRPr sz="367"/>
            </a:lvl8pPr>
            <a:lvl9pPr marL="1493032" indent="0">
              <a:buNone/>
              <a:defRPr sz="3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501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105" y="1959428"/>
            <a:ext cx="2816548" cy="231322"/>
          </a:xfrm>
        </p:spPr>
        <p:txBody>
          <a:bodyPr anchor="b"/>
          <a:lstStyle>
            <a:lvl1pPr algn="l">
              <a:defRPr sz="816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20105" y="250112"/>
            <a:ext cx="2816548" cy="1679510"/>
          </a:xfrm>
        </p:spPr>
        <p:txBody>
          <a:bodyPr/>
          <a:lstStyle>
            <a:lvl1pPr marL="0" indent="0">
              <a:buNone/>
              <a:defRPr sz="1306"/>
            </a:lvl1pPr>
            <a:lvl2pPr marL="186629" indent="0">
              <a:buNone/>
              <a:defRPr sz="1143"/>
            </a:lvl2pPr>
            <a:lvl3pPr marL="373258" indent="0">
              <a:buNone/>
              <a:defRPr sz="980"/>
            </a:lvl3pPr>
            <a:lvl4pPr marL="559887" indent="0">
              <a:buNone/>
              <a:defRPr sz="816"/>
            </a:lvl4pPr>
            <a:lvl5pPr marL="746516" indent="0">
              <a:buNone/>
              <a:defRPr sz="816"/>
            </a:lvl5pPr>
            <a:lvl6pPr marL="933145" indent="0">
              <a:buNone/>
              <a:defRPr sz="816"/>
            </a:lvl6pPr>
            <a:lvl7pPr marL="1119774" indent="0">
              <a:buNone/>
              <a:defRPr sz="816"/>
            </a:lvl7pPr>
            <a:lvl8pPr marL="1306403" indent="0">
              <a:buNone/>
              <a:defRPr sz="816"/>
            </a:lvl8pPr>
            <a:lvl9pPr marL="1493032" indent="0">
              <a:buNone/>
              <a:defRPr sz="81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0105" y="2190750"/>
            <a:ext cx="2816548" cy="328515"/>
          </a:xfrm>
        </p:spPr>
        <p:txBody>
          <a:bodyPr/>
          <a:lstStyle>
            <a:lvl1pPr marL="0" indent="0">
              <a:buNone/>
              <a:defRPr sz="571"/>
            </a:lvl1pPr>
            <a:lvl2pPr marL="186629" indent="0">
              <a:buNone/>
              <a:defRPr sz="490"/>
            </a:lvl2pPr>
            <a:lvl3pPr marL="373258" indent="0">
              <a:buNone/>
              <a:defRPr sz="408"/>
            </a:lvl3pPr>
            <a:lvl4pPr marL="559887" indent="0">
              <a:buNone/>
              <a:defRPr sz="367"/>
            </a:lvl4pPr>
            <a:lvl5pPr marL="746516" indent="0">
              <a:buNone/>
              <a:defRPr sz="367"/>
            </a:lvl5pPr>
            <a:lvl6pPr marL="933145" indent="0">
              <a:buNone/>
              <a:defRPr sz="367"/>
            </a:lvl6pPr>
            <a:lvl7pPr marL="1119774" indent="0">
              <a:buNone/>
              <a:defRPr sz="367"/>
            </a:lvl7pPr>
            <a:lvl8pPr marL="1306403" indent="0">
              <a:buNone/>
              <a:defRPr sz="367"/>
            </a:lvl8pPr>
            <a:lvl9pPr marL="1493032" indent="0">
              <a:buNone/>
              <a:defRPr sz="36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8401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8053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03329" y="112097"/>
            <a:ext cx="1056205" cy="238837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4712" y="112097"/>
            <a:ext cx="3090379" cy="238837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72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B97712EE-CF11-4009-9732-7E99D73ECE79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81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4712" y="112097"/>
            <a:ext cx="4224821" cy="466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4712" y="653143"/>
            <a:ext cx="4224821" cy="1847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12" y="2594429"/>
            <a:ext cx="1095324" cy="149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258"/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9/15/2026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3867" y="2594429"/>
            <a:ext cx="1486511" cy="149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25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64210" y="2594429"/>
            <a:ext cx="1095324" cy="149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73258"/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37325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0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ctr" defTabSz="373258" rtl="0" eaLnBrk="1" latinLnBrk="0" hangingPunct="1">
        <a:spcBef>
          <a:spcPct val="0"/>
        </a:spcBef>
        <a:buNone/>
        <a:defRPr sz="17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972" indent="-139972" algn="l" defTabSz="373258" rtl="0" eaLnBrk="1" latinLnBrk="0" hangingPunct="1">
        <a:spcBef>
          <a:spcPct val="20000"/>
        </a:spcBef>
        <a:buFont typeface="Arial" pitchFamily="34" charset="0"/>
        <a:buChar char="•"/>
        <a:defRPr sz="1306" kern="1200">
          <a:solidFill>
            <a:schemeClr val="tx1"/>
          </a:solidFill>
          <a:latin typeface="+mn-lt"/>
          <a:ea typeface="+mn-ea"/>
          <a:cs typeface="+mn-cs"/>
        </a:defRPr>
      </a:lvl1pPr>
      <a:lvl2pPr marL="303272" indent="-116643" algn="l" defTabSz="373258" rtl="0" eaLnBrk="1" latinLnBrk="0" hangingPunct="1">
        <a:spcBef>
          <a:spcPct val="20000"/>
        </a:spcBef>
        <a:buFont typeface="Arial" pitchFamily="34" charset="0"/>
        <a:buChar char="–"/>
        <a:defRPr sz="1143" kern="1200">
          <a:solidFill>
            <a:schemeClr val="tx1"/>
          </a:solidFill>
          <a:latin typeface="+mn-lt"/>
          <a:ea typeface="+mn-ea"/>
          <a:cs typeface="+mn-cs"/>
        </a:defRPr>
      </a:lvl2pPr>
      <a:lvl3pPr marL="466573" indent="-93315" algn="l" defTabSz="373258" rtl="0" eaLnBrk="1" latinLnBrk="0" hangingPunct="1">
        <a:spcBef>
          <a:spcPct val="20000"/>
        </a:spcBef>
        <a:buFont typeface="Arial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3pPr>
      <a:lvl4pPr marL="653202" indent="-93315" algn="l" defTabSz="373258" rtl="0" eaLnBrk="1" latinLnBrk="0" hangingPunct="1">
        <a:spcBef>
          <a:spcPct val="20000"/>
        </a:spcBef>
        <a:buFont typeface="Arial" pitchFamily="34" charset="0"/>
        <a:buChar char="–"/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839831" indent="-93315" algn="l" defTabSz="373258" rtl="0" eaLnBrk="1" latinLnBrk="0" hangingPunct="1">
        <a:spcBef>
          <a:spcPct val="20000"/>
        </a:spcBef>
        <a:buFont typeface="Arial" pitchFamily="34" charset="0"/>
        <a:buChar char="»"/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026460" indent="-93315" algn="l" defTabSz="373258" rtl="0" eaLnBrk="1" latinLnBrk="0" hangingPunct="1">
        <a:spcBef>
          <a:spcPct val="20000"/>
        </a:spcBef>
        <a:buFont typeface="Arial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213089" indent="-93315" algn="l" defTabSz="373258" rtl="0" eaLnBrk="1" latinLnBrk="0" hangingPunct="1">
        <a:spcBef>
          <a:spcPct val="20000"/>
        </a:spcBef>
        <a:buFont typeface="Arial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399718" indent="-93315" algn="l" defTabSz="373258" rtl="0" eaLnBrk="1" latinLnBrk="0" hangingPunct="1">
        <a:spcBef>
          <a:spcPct val="20000"/>
        </a:spcBef>
        <a:buFont typeface="Arial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586347" indent="-93315" algn="l" defTabSz="373258" rtl="0" eaLnBrk="1" latinLnBrk="0" hangingPunct="1">
        <a:spcBef>
          <a:spcPct val="20000"/>
        </a:spcBef>
        <a:buFont typeface="Arial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6629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2pPr>
      <a:lvl3pPr marL="373258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59887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4pPr>
      <a:lvl5pPr marL="746516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5pPr>
      <a:lvl6pPr marL="933145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6pPr>
      <a:lvl7pPr marL="1119774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7pPr>
      <a:lvl8pPr marL="1306403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8pPr>
      <a:lvl9pPr marL="1493032" algn="l" defTabSz="373258" rtl="0" eaLnBrk="1" latinLnBrk="0" hangingPunct="1">
        <a:defRPr sz="7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8432800" y="5271633"/>
            <a:ext cx="3077654" cy="70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Somak Chatterjee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 Mechanical Separations (Chapter 29)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  <a:r>
              <a:rPr lang="en-US" sz="4000" dirty="0"/>
              <a:t/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3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E38816-E2D5-4FD2-9F17-DE9F66BA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Pressure drop through filter cake</a:t>
            </a:r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B7199E-39AC-430E-85A4-728F94AADF2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16675"/>
            <a:ext cx="2844800" cy="365125"/>
          </a:xfrm>
        </p:spPr>
        <p:txBody>
          <a:bodyPr/>
          <a:lstStyle/>
          <a:p>
            <a:fld id="{0342CC68-9F46-4D9B-9C31-5F4F343BD2FF}" type="datetime1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D1B7AA-D4C5-4299-9D54-5DE3B32B41E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842535" y="6416674"/>
            <a:ext cx="3860800" cy="365125"/>
          </a:xfrm>
        </p:spPr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CA7F7-0D6E-48BA-A2B2-2C7315B4C5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347200" y="6416675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7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E9B1C-D36D-D74A-B962-FBE0CE41DED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3C7BE-7B47-254C-8C96-E24CF4036B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84C31-71F3-4A4A-8523-24A715C18B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E471B0D-137F-3E40-9C88-5F3DF2EC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440223"/>
          </a:xfrm>
        </p:spPr>
        <p:txBody>
          <a:bodyPr>
            <a:noAutofit/>
          </a:bodyPr>
          <a:lstStyle/>
          <a:p>
            <a:r>
              <a:rPr lang="en-US" sz="2400" dirty="0"/>
              <a:t>PRESSURE DROP THROUGH FILTER CAKE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DCE1FA-95A5-ED47-BD00-288DF347ED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3256" r="2466" b="1878"/>
          <a:stretch/>
        </p:blipFill>
        <p:spPr>
          <a:xfrm>
            <a:off x="2636520" y="435428"/>
            <a:ext cx="5877560" cy="59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3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71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4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48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8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0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28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59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8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70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84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06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24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8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93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93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12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42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266" y="51837"/>
            <a:ext cx="9693469" cy="6754327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041" y="0"/>
            <a:ext cx="4851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87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5CF0825-6180-47B7-9498-4225F3A5BEAF}" type="datetime1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24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IN" dirty="0"/>
              <a:t>Constant-pressure filtration</a:t>
            </a:r>
          </a:p>
          <a:p>
            <a:endParaRPr lang="en-IN" dirty="0"/>
          </a:p>
          <a:p>
            <a:r>
              <a:rPr lang="en-IN" dirty="0"/>
              <a:t>Continuous filtration</a:t>
            </a:r>
          </a:p>
          <a:p>
            <a:endParaRPr lang="en-IN" dirty="0"/>
          </a:p>
          <a:p>
            <a:r>
              <a:rPr lang="en-IN" dirty="0"/>
              <a:t>Constant rate filtration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Different filtrations</a:t>
            </a:r>
          </a:p>
        </p:txBody>
      </p:sp>
    </p:spTree>
    <p:extLst>
      <p:ext uri="{BB962C8B-B14F-4D97-AF65-F5344CB8AC3E}">
        <p14:creationId xmlns:p14="http://schemas.microsoft.com/office/powerpoint/2010/main" val="923912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60DBF-2453-4592-B561-2F3748042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11179946" cy="45259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Smith, J., 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Harriott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 P., McCabe, W. (2005). Unit Operations of Chemical Engineering. Colombia: McGraw-Hill Education.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Swain, A. K., Patra, H., &amp; Roy, G. K. (2011). Mechanical operations. Tata McGraw Hill.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4EFE7-AC8A-4AAC-998D-7C6A10089D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6935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46</Words>
  <Application>Microsoft Office PowerPoint</Application>
  <PresentationFormat>Widescreen</PresentationFormat>
  <Paragraphs>23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BITS-Online</vt:lpstr>
      <vt:lpstr>Office Theme</vt:lpstr>
      <vt:lpstr>Module 2:  Mechanical Separations (Chapter 29) Lecture 3 </vt:lpstr>
      <vt:lpstr>Pressure drop through filter cake</vt:lpstr>
      <vt:lpstr>PRESSURE DROP THROUGH FILTER CAKE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filtrations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29   Mechanical Separations</dc:title>
  <dc:creator>Bhanu Vardhan Reddy  K</dc:creator>
  <cp:lastModifiedBy>HP</cp:lastModifiedBy>
  <cp:revision>32</cp:revision>
  <cp:lastPrinted>2021-09-15T10:36:01Z</cp:lastPrinted>
  <dcterms:created xsi:type="dcterms:W3CDTF">2020-09-08T06:06:18Z</dcterms:created>
  <dcterms:modified xsi:type="dcterms:W3CDTF">2026-09-14T20:04:51Z</dcterms:modified>
</cp:coreProperties>
</file>