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5" r:id="rId1"/>
  </p:sldMasterIdLst>
  <p:notesMasterIdLst>
    <p:notesMasterId r:id="rId20"/>
  </p:notesMasterIdLst>
  <p:handoutMasterIdLst>
    <p:handoutMasterId r:id="rId21"/>
  </p:handoutMasterIdLst>
  <p:sldIdLst>
    <p:sldId id="417" r:id="rId2"/>
    <p:sldId id="402" r:id="rId3"/>
    <p:sldId id="425" r:id="rId4"/>
    <p:sldId id="439" r:id="rId5"/>
    <p:sldId id="450" r:id="rId6"/>
    <p:sldId id="442" r:id="rId7"/>
    <p:sldId id="441" r:id="rId8"/>
    <p:sldId id="456" r:id="rId9"/>
    <p:sldId id="457" r:id="rId10"/>
    <p:sldId id="458" r:id="rId11"/>
    <p:sldId id="459" r:id="rId12"/>
    <p:sldId id="460" r:id="rId13"/>
    <p:sldId id="461" r:id="rId14"/>
    <p:sldId id="462" r:id="rId15"/>
    <p:sldId id="463" r:id="rId16"/>
    <p:sldId id="464" r:id="rId17"/>
    <p:sldId id="449" r:id="rId18"/>
    <p:sldId id="300" r:id="rId19"/>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C81A14-14B3-4049-99B2-E0EA0946FCB4}" v="11" dt="2022-09-28T05:24:15.6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868" autoAdjust="0"/>
    <p:restoredTop sz="94660"/>
  </p:normalViewPr>
  <p:slideViewPr>
    <p:cSldViewPr snapToGrid="0">
      <p:cViewPr varScale="1">
        <p:scale>
          <a:sx n="68" d="100"/>
          <a:sy n="68" d="100"/>
        </p:scale>
        <p:origin x="50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mak Chatterjee" userId="e6d5a15b-8109-4a04-ba46-d7e9f6fc31a9" providerId="ADAL" clId="{5CC81A14-14B3-4049-99B2-E0EA0946FCB4}"/>
    <pc:docChg chg="custSel addSld delSld modSld">
      <pc:chgData name="Somak Chatterjee" userId="e6d5a15b-8109-4a04-ba46-d7e9f6fc31a9" providerId="ADAL" clId="{5CC81A14-14B3-4049-99B2-E0EA0946FCB4}" dt="2022-09-28T05:45:29.057" v="32" actId="5793"/>
      <pc:docMkLst>
        <pc:docMk/>
      </pc:docMkLst>
      <pc:sldChg chg="del">
        <pc:chgData name="Somak Chatterjee" userId="e6d5a15b-8109-4a04-ba46-d7e9f6fc31a9" providerId="ADAL" clId="{5CC81A14-14B3-4049-99B2-E0EA0946FCB4}" dt="2022-09-21T08:20:14.378" v="0" actId="47"/>
        <pc:sldMkLst>
          <pc:docMk/>
          <pc:sldMk cId="3817445897" sldId="257"/>
        </pc:sldMkLst>
      </pc:sldChg>
      <pc:sldChg chg="add">
        <pc:chgData name="Somak Chatterjee" userId="e6d5a15b-8109-4a04-ba46-d7e9f6fc31a9" providerId="ADAL" clId="{5CC81A14-14B3-4049-99B2-E0EA0946FCB4}" dt="2022-09-21T08:20:48.438" v="3"/>
        <pc:sldMkLst>
          <pc:docMk/>
          <pc:sldMk cId="2369351953" sldId="300"/>
        </pc:sldMkLst>
      </pc:sldChg>
      <pc:sldChg chg="modSp mod">
        <pc:chgData name="Somak Chatterjee" userId="e6d5a15b-8109-4a04-ba46-d7e9f6fc31a9" providerId="ADAL" clId="{5CC81A14-14B3-4049-99B2-E0EA0946FCB4}" dt="2022-09-28T05:45:29.057" v="32" actId="5793"/>
        <pc:sldMkLst>
          <pc:docMk/>
          <pc:sldMk cId="567067666" sldId="402"/>
        </pc:sldMkLst>
        <pc:spChg chg="mod">
          <ac:chgData name="Somak Chatterjee" userId="e6d5a15b-8109-4a04-ba46-d7e9f6fc31a9" providerId="ADAL" clId="{5CC81A14-14B3-4049-99B2-E0EA0946FCB4}" dt="2022-09-28T05:45:29.057" v="32" actId="5793"/>
          <ac:spMkLst>
            <pc:docMk/>
            <pc:sldMk cId="567067666" sldId="402"/>
            <ac:spMk id="4" creationId="{615601F9-E9D0-44BE-928C-AB37DDC3DCE6}"/>
          </ac:spMkLst>
        </pc:spChg>
      </pc:sldChg>
      <pc:sldChg chg="modSp add mod">
        <pc:chgData name="Somak Chatterjee" userId="e6d5a15b-8109-4a04-ba46-d7e9f6fc31a9" providerId="ADAL" clId="{5CC81A14-14B3-4049-99B2-E0EA0946FCB4}" dt="2022-09-21T08:20:20.309" v="2" actId="20577"/>
        <pc:sldMkLst>
          <pc:docMk/>
          <pc:sldMk cId="1186835817" sldId="417"/>
        </pc:sldMkLst>
        <pc:spChg chg="mod">
          <ac:chgData name="Somak Chatterjee" userId="e6d5a15b-8109-4a04-ba46-d7e9f6fc31a9" providerId="ADAL" clId="{5CC81A14-14B3-4049-99B2-E0EA0946FCB4}" dt="2022-09-21T08:20:20.309" v="2" actId="20577"/>
          <ac:spMkLst>
            <pc:docMk/>
            <pc:sldMk cId="1186835817" sldId="417"/>
            <ac:spMk id="7" creationId="{00000000-0000-0000-0000-000000000000}"/>
          </ac:spMkLst>
        </pc:spChg>
      </pc:sldChg>
      <pc:sldChg chg="del">
        <pc:chgData name="Somak Chatterjee" userId="e6d5a15b-8109-4a04-ba46-d7e9f6fc31a9" providerId="ADAL" clId="{5CC81A14-14B3-4049-99B2-E0EA0946FCB4}" dt="2022-09-21T10:52:00.157" v="4" actId="2696"/>
        <pc:sldMkLst>
          <pc:docMk/>
          <pc:sldMk cId="668741875" sldId="430"/>
        </pc:sldMkLst>
      </pc:sldChg>
      <pc:sldChg chg="del">
        <pc:chgData name="Somak Chatterjee" userId="e6d5a15b-8109-4a04-ba46-d7e9f6fc31a9" providerId="ADAL" clId="{5CC81A14-14B3-4049-99B2-E0EA0946FCB4}" dt="2022-09-21T10:52:00.157" v="4" actId="2696"/>
        <pc:sldMkLst>
          <pc:docMk/>
          <pc:sldMk cId="3694378451" sldId="434"/>
        </pc:sldMkLst>
      </pc:sldChg>
      <pc:sldChg chg="del">
        <pc:chgData name="Somak Chatterjee" userId="e6d5a15b-8109-4a04-ba46-d7e9f6fc31a9" providerId="ADAL" clId="{5CC81A14-14B3-4049-99B2-E0EA0946FCB4}" dt="2022-09-21T10:52:00.157" v="4" actId="2696"/>
        <pc:sldMkLst>
          <pc:docMk/>
          <pc:sldMk cId="1534811311" sldId="435"/>
        </pc:sldMkLst>
      </pc:sldChg>
      <pc:sldChg chg="del">
        <pc:chgData name="Somak Chatterjee" userId="e6d5a15b-8109-4a04-ba46-d7e9f6fc31a9" providerId="ADAL" clId="{5CC81A14-14B3-4049-99B2-E0EA0946FCB4}" dt="2022-09-28T05:24:35.827" v="17" actId="47"/>
        <pc:sldMkLst>
          <pc:docMk/>
          <pc:sldMk cId="877163955" sldId="443"/>
        </pc:sldMkLst>
      </pc:sldChg>
      <pc:sldChg chg="del">
        <pc:chgData name="Somak Chatterjee" userId="e6d5a15b-8109-4a04-ba46-d7e9f6fc31a9" providerId="ADAL" clId="{5CC81A14-14B3-4049-99B2-E0EA0946FCB4}" dt="2022-09-28T05:24:42.624" v="18" actId="47"/>
        <pc:sldMkLst>
          <pc:docMk/>
          <pc:sldMk cId="1925613920" sldId="446"/>
        </pc:sldMkLst>
      </pc:sldChg>
      <pc:sldChg chg="del">
        <pc:chgData name="Somak Chatterjee" userId="e6d5a15b-8109-4a04-ba46-d7e9f6fc31a9" providerId="ADAL" clId="{5CC81A14-14B3-4049-99B2-E0EA0946FCB4}" dt="2022-09-28T05:24:44.265" v="19" actId="47"/>
        <pc:sldMkLst>
          <pc:docMk/>
          <pc:sldMk cId="2992131213" sldId="447"/>
        </pc:sldMkLst>
      </pc:sldChg>
      <pc:sldChg chg="modSp mod">
        <pc:chgData name="Somak Chatterjee" userId="e6d5a15b-8109-4a04-ba46-d7e9f6fc31a9" providerId="ADAL" clId="{5CC81A14-14B3-4049-99B2-E0EA0946FCB4}" dt="2022-09-21T10:53:46.641" v="13" actId="12"/>
        <pc:sldMkLst>
          <pc:docMk/>
          <pc:sldMk cId="2493158952" sldId="449"/>
        </pc:sldMkLst>
        <pc:spChg chg="mod">
          <ac:chgData name="Somak Chatterjee" userId="e6d5a15b-8109-4a04-ba46-d7e9f6fc31a9" providerId="ADAL" clId="{5CC81A14-14B3-4049-99B2-E0EA0946FCB4}" dt="2022-09-21T10:53:26.561" v="7" actId="113"/>
          <ac:spMkLst>
            <pc:docMk/>
            <pc:sldMk cId="2493158952" sldId="449"/>
            <ac:spMk id="5" creationId="{56B8AC1B-1385-4775-A56D-A5DEB1E387FF}"/>
          </ac:spMkLst>
        </pc:spChg>
        <pc:spChg chg="mod">
          <ac:chgData name="Somak Chatterjee" userId="e6d5a15b-8109-4a04-ba46-d7e9f6fc31a9" providerId="ADAL" clId="{5CC81A14-14B3-4049-99B2-E0EA0946FCB4}" dt="2022-09-21T10:53:43.305" v="12" actId="113"/>
          <ac:spMkLst>
            <pc:docMk/>
            <pc:sldMk cId="2493158952" sldId="449"/>
            <ac:spMk id="7" creationId="{7060F1B4-A2A1-4EDF-85AD-0493452223D9}"/>
          </ac:spMkLst>
        </pc:spChg>
        <pc:spChg chg="mod">
          <ac:chgData name="Somak Chatterjee" userId="e6d5a15b-8109-4a04-ba46-d7e9f6fc31a9" providerId="ADAL" clId="{5CC81A14-14B3-4049-99B2-E0EA0946FCB4}" dt="2022-09-21T10:53:46.641" v="13" actId="12"/>
          <ac:spMkLst>
            <pc:docMk/>
            <pc:sldMk cId="2493158952" sldId="449"/>
            <ac:spMk id="8" creationId="{2BD07456-FFEC-4C79-BCCD-0E4DA461428E}"/>
          </ac:spMkLst>
        </pc:spChg>
        <pc:spChg chg="mod">
          <ac:chgData name="Somak Chatterjee" userId="e6d5a15b-8109-4a04-ba46-d7e9f6fc31a9" providerId="ADAL" clId="{5CC81A14-14B3-4049-99B2-E0EA0946FCB4}" dt="2022-09-21T10:53:29.869" v="8" actId="113"/>
          <ac:spMkLst>
            <pc:docMk/>
            <pc:sldMk cId="2493158952" sldId="449"/>
            <ac:spMk id="9" creationId="{C0ADC5FD-3E95-4C0E-978B-1EC27172207E}"/>
          </ac:spMkLst>
        </pc:spChg>
      </pc:sldChg>
      <pc:sldChg chg="add del">
        <pc:chgData name="Somak Chatterjee" userId="e6d5a15b-8109-4a04-ba46-d7e9f6fc31a9" providerId="ADAL" clId="{5CC81A14-14B3-4049-99B2-E0EA0946FCB4}" dt="2022-09-28T05:24:12.979" v="15" actId="2696"/>
        <pc:sldMkLst>
          <pc:docMk/>
          <pc:sldMk cId="2012479778" sldId="450"/>
        </pc:sldMkLst>
      </pc:sldChg>
      <pc:sldChg chg="add">
        <pc:chgData name="Somak Chatterjee" userId="e6d5a15b-8109-4a04-ba46-d7e9f6fc31a9" providerId="ADAL" clId="{5CC81A14-14B3-4049-99B2-E0EA0946FCB4}" dt="2022-09-28T05:24:15.635" v="16"/>
        <pc:sldMkLst>
          <pc:docMk/>
          <pc:sldMk cId="2892314386" sldId="450"/>
        </pc:sldMkLst>
      </pc:sldChg>
      <pc:sldChg chg="add">
        <pc:chgData name="Somak Chatterjee" userId="e6d5a15b-8109-4a04-ba46-d7e9f6fc31a9" providerId="ADAL" clId="{5CC81A14-14B3-4049-99B2-E0EA0946FCB4}" dt="2022-09-28T05:24:08.263" v="14"/>
        <pc:sldMkLst>
          <pc:docMk/>
          <pc:sldMk cId="3204331728" sldId="451"/>
        </pc:sldMkLst>
      </pc:sldChg>
      <pc:sldChg chg="add">
        <pc:chgData name="Somak Chatterjee" userId="e6d5a15b-8109-4a04-ba46-d7e9f6fc31a9" providerId="ADAL" clId="{5CC81A14-14B3-4049-99B2-E0EA0946FCB4}" dt="2022-09-28T05:24:08.263" v="14"/>
        <pc:sldMkLst>
          <pc:docMk/>
          <pc:sldMk cId="1723154905" sldId="452"/>
        </pc:sldMkLst>
      </pc:sldChg>
      <pc:sldChg chg="add">
        <pc:chgData name="Somak Chatterjee" userId="e6d5a15b-8109-4a04-ba46-d7e9f6fc31a9" providerId="ADAL" clId="{5CC81A14-14B3-4049-99B2-E0EA0946FCB4}" dt="2022-09-28T05:24:08.263" v="14"/>
        <pc:sldMkLst>
          <pc:docMk/>
          <pc:sldMk cId="1500250984" sldId="453"/>
        </pc:sldMkLst>
      </pc:sldChg>
      <pc:sldChg chg="add">
        <pc:chgData name="Somak Chatterjee" userId="e6d5a15b-8109-4a04-ba46-d7e9f6fc31a9" providerId="ADAL" clId="{5CC81A14-14B3-4049-99B2-E0EA0946FCB4}" dt="2022-09-28T05:24:08.263" v="14"/>
        <pc:sldMkLst>
          <pc:docMk/>
          <pc:sldMk cId="2198020025" sldId="454"/>
        </pc:sldMkLst>
      </pc:sldChg>
      <pc:sldChg chg="add">
        <pc:chgData name="Somak Chatterjee" userId="e6d5a15b-8109-4a04-ba46-d7e9f6fc31a9" providerId="ADAL" clId="{5CC81A14-14B3-4049-99B2-E0EA0946FCB4}" dt="2022-09-28T05:24:08.263" v="14"/>
        <pc:sldMkLst>
          <pc:docMk/>
          <pc:sldMk cId="3666452801" sldId="455"/>
        </pc:sldMkLst>
      </pc:sldChg>
      <pc:sldChg chg="add">
        <pc:chgData name="Somak Chatterjee" userId="e6d5a15b-8109-4a04-ba46-d7e9f6fc31a9" providerId="ADAL" clId="{5CC81A14-14B3-4049-99B2-E0EA0946FCB4}" dt="2022-09-28T05:24:08.263" v="14"/>
        <pc:sldMkLst>
          <pc:docMk/>
          <pc:sldMk cId="3344170307" sldId="45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70238" cy="481013"/>
          </a:xfrm>
          <a:prstGeom prst="rect">
            <a:avLst/>
          </a:prstGeom>
        </p:spPr>
        <p:txBody>
          <a:bodyPr vert="horz" lIns="91435" tIns="45718" rIns="91435" bIns="45718" rtlCol="0"/>
          <a:lstStyle>
            <a:lvl1pPr algn="l">
              <a:defRPr sz="1200"/>
            </a:lvl1pPr>
          </a:lstStyle>
          <a:p>
            <a:endParaRPr lang="en-IN"/>
          </a:p>
        </p:txBody>
      </p:sp>
      <p:sp>
        <p:nvSpPr>
          <p:cNvPr id="3" name="Date Placeholder 2"/>
          <p:cNvSpPr>
            <a:spLocks noGrp="1"/>
          </p:cNvSpPr>
          <p:nvPr>
            <p:ph type="dt" sz="quarter" idx="1"/>
          </p:nvPr>
        </p:nvSpPr>
        <p:spPr>
          <a:xfrm>
            <a:off x="4143376" y="1"/>
            <a:ext cx="3170238" cy="481013"/>
          </a:xfrm>
          <a:prstGeom prst="rect">
            <a:avLst/>
          </a:prstGeom>
        </p:spPr>
        <p:txBody>
          <a:bodyPr vert="horz" lIns="91435" tIns="45718" rIns="91435" bIns="45718" rtlCol="0"/>
          <a:lstStyle>
            <a:lvl1pPr algn="r">
              <a:defRPr sz="1200"/>
            </a:lvl1pPr>
          </a:lstStyle>
          <a:p>
            <a:fld id="{CC00E1C0-348C-40D3-BEEA-3D2CC97E46E5}" type="datetimeFigureOut">
              <a:rPr lang="en-IN" smtClean="0"/>
              <a:t>15-09-2026</a:t>
            </a:fld>
            <a:endParaRPr lang="en-IN"/>
          </a:p>
        </p:txBody>
      </p:sp>
      <p:sp>
        <p:nvSpPr>
          <p:cNvPr id="4" name="Footer Placeholder 3"/>
          <p:cNvSpPr>
            <a:spLocks noGrp="1"/>
          </p:cNvSpPr>
          <p:nvPr>
            <p:ph type="ftr" sz="quarter" idx="2"/>
          </p:nvPr>
        </p:nvSpPr>
        <p:spPr>
          <a:xfrm>
            <a:off x="0" y="9120189"/>
            <a:ext cx="3170238" cy="481012"/>
          </a:xfrm>
          <a:prstGeom prst="rect">
            <a:avLst/>
          </a:prstGeom>
        </p:spPr>
        <p:txBody>
          <a:bodyPr vert="horz" lIns="91435" tIns="45718" rIns="91435" bIns="45718" rtlCol="0" anchor="b"/>
          <a:lstStyle>
            <a:lvl1pPr algn="l">
              <a:defRPr sz="1200"/>
            </a:lvl1pPr>
          </a:lstStyle>
          <a:p>
            <a:endParaRPr lang="en-IN"/>
          </a:p>
        </p:txBody>
      </p:sp>
      <p:sp>
        <p:nvSpPr>
          <p:cNvPr id="5" name="Slide Number Placeholder 4"/>
          <p:cNvSpPr>
            <a:spLocks noGrp="1"/>
          </p:cNvSpPr>
          <p:nvPr>
            <p:ph type="sldNum" sz="quarter" idx="3"/>
          </p:nvPr>
        </p:nvSpPr>
        <p:spPr>
          <a:xfrm>
            <a:off x="4143376" y="9120189"/>
            <a:ext cx="3170238" cy="481012"/>
          </a:xfrm>
          <a:prstGeom prst="rect">
            <a:avLst/>
          </a:prstGeom>
        </p:spPr>
        <p:txBody>
          <a:bodyPr vert="horz" lIns="91435" tIns="45718" rIns="91435" bIns="45718" rtlCol="0" anchor="b"/>
          <a:lstStyle>
            <a:lvl1pPr algn="r">
              <a:defRPr sz="1200"/>
            </a:lvl1pPr>
          </a:lstStyle>
          <a:p>
            <a:fld id="{5EBB26E0-1484-46A8-B7A9-B238AB04DEAD}" type="slidenum">
              <a:rPr lang="en-IN" smtClean="0"/>
              <a:t>‹#›</a:t>
            </a:fld>
            <a:endParaRPr lang="en-IN"/>
          </a:p>
        </p:txBody>
      </p:sp>
    </p:spTree>
    <p:extLst>
      <p:ext uri="{BB962C8B-B14F-4D97-AF65-F5344CB8AC3E}">
        <p14:creationId xmlns:p14="http://schemas.microsoft.com/office/powerpoint/2010/main" val="395392938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09-17T06:59:43.977"/>
    </inkml:context>
    <inkml:brush xml:id="br0">
      <inkml:brushProperty name="width" value="0.05292" units="cm"/>
      <inkml:brushProperty name="height" value="0.05292" units="cm"/>
      <inkml:brushProperty name="color" value="#FF0000"/>
    </inkml:brush>
  </inkml:definitions>
  <inkml:trace contextRef="#ctx0" brushRef="#br0">18623 7551 198 0,'-4'-7'514'16,"0"2"41"-16,2 0-44 0,0 2-67 15,-2 1-63-15,4 2-55 0,0 0-45 16,-6-1-40-16,6 1-28 0,0 0-28 0,-5 4-22 16,5-4-21-16,-1 6-16 0,0-3-17 15,1-3-12-15,0 7-10 0,0-7-10 0,1 8-7 16,-1-5-8-16,1 0-4 0,-1-3-5 15,2 5-1-15,1-2-3 0,-3-3-2 16,0 0-3-16,4 1-4 0,-4-1-2 0,0 0-3 16,6-6-3-16,-6 6-3 0,2-4-1 15,-2 4-2-15,2-4-2 0,-1 0-2 16,-1 4-2-16,0 0 0 0,-1-7-1 0,1 7-2 16,0 0-2-16,-4-5-1 0,4 5-3 15,-4-1-1-15,4 1-1 0,0 0-1 16,0 0-1-16,-9 4-3 0,9-4 3 15,-3 2-3-15,1 0-2 0,2-2-1 0,0 0-2 16,-1 5 3-16,1-5-2 0,0 0 0 16,0 0 3-16,0 0-1 0,0 0 0 15,0 0 0-15,0 0 0 0,0 0 2 16,0 0 0-16,11-6 2 0,-11 6 0 16,2-6 1-16,-2 6 0 0,0-6 0 0,0 6 0 15,-1-6 1-15,1 6-7 0,-2-4-32 0,2 4-44 16,0 0-65-16,-4-4-73 0,4 4-294 15,0 0 22-15,0 0 30 0</inkml:trace>
  <inkml:trace contextRef="#ctx0" brushRef="#br0" timeOffset="2945.02">18532 7620 86 0,'-25'15'183'0,"0"2"19"0,-4 1-4 15,-27 19-13-15,4 1-21 16,0 0-16-16,-3 1-16 0,-5 3-18 0,-19 15-8 16,21-15-14-16,-21 19-15 0,3-4-6 15,18-14-4-15,-23 19-1 0,1-4-1 0,2-1-1 16,20-15-1-16,-24 17 1 0,2-1-7 15,2 0-4-15,21-16-4 0,-25 19-4 16,3-1-4-16,0 1-4 0,-2 0-4 0,4 0 1 16,-2 2-3-16,0-2-2 0,0-3-4 15,0-1-5-15,22-17 0 0,-27 22 7 16,3-6 1-16,23-13 5 0,-22 13 7 16,24-20 3-16,-1 2-1 0,0 0-2 0,4-2 2 15,-1 1-1-15,-2-3-6 0,16-6 0 16,-17 8-4-16,15-10 4 0,6-3-1 0,-16 10 3 15,11-8 7-15,7-5 5 0,4-1 1 16,1-1-1-16,-2 0-1 0,1 1-1 16,0 0-5-16,-1-1-3 0,1 0-2 15,1 0 1-15,-1-2-3 0,2-3-5 16,1 4-4-16,-1 0-3 0,0 0-3 0,1 1-4 16,0 1-1-16,1 0-3 0,-1 1 0 15,2-3 2-15,1 1-1 0,0 0 2 16,-3 2-1-16,4-1 2 0,-2-1-4 0,3 0-2 15,-2 2-1-15,0-1 4 0,0-1-3 16,2 0 5-16,-3 2 0 0,2-3 0 16,-4 1 1-16,3 2 0 0,-1-1 4 15,1 0 0-15,-1-1 3 0,2-1-1 0,2 1 5 16,0-3-1-16,0 1 0 0,3-2 0 16,-2 2-1-16,2-4-1 0,5-1-2 15,2-2-1-15,-3 0 2 0,-4 5 0 0,3-1-2 16,3-4 0-16,1-1 0 0,0 0 0 15,2-1-1-15,3-2-1 0,-4 0 1 0,7 0-3 16,-3 0 2-16,2-3 0 0,0 1 0 16,1-2-2-16,-2 1-3 0,2 0-11 15,3-2-42-15,-4 2-53 0,4-2-55 16,0 0-72-16,0 0-232 0,0 0 31 16,0 0 35-16</inkml:trace>
  <inkml:trace contextRef="#ctx0" brushRef="#br0" timeOffset="5241.54">18599 7660 102 0,'5'-1'284'0,"-5"1"55"0,7 0 8 16,0 0-20-16,1 1-21 0,-1 2-29 15,2-1-26-15,4 4-26 0,-2 1-23 16,4 1-18-16,5 4-21 0,-3-1-17 0,7 6-13 15,-1 1-15-15,0 1-11 0,2 1-7 16,0 0-11-16,1 3-4 0,0-2 1 16,0 1-1-16,28 20 1 0,-4-2-2 15,-15-10 0-15,-4-5 0 0,24 19 0 0,-2-2-1 16,-2 0-5-16,4 1-4 0,-1-1-7 16,3-2-5-16,1 0-3 0,1 0-3 15,24 13-1-15,-24-16-2 0,2-1-1 16,3 2-4-16,26 12-2 0,-29-16-2 0,-1 4-3 15,28 13-1-15,-24-14-3 0,20 15-2 16,-23-14-4-16,24 16-2 0,-1 2-4 0,-27-16-1 16,24 15 0-16,-24-14 0 0,24 18 0 15,-25-19-1-15,22 20-1 0,-24-16-1 16,0 3-2-16,18 17 0 0,-24-20-1 0,1 3 0 16,-1 1 1-16,1 0 1 0,-1-3-2 15,-4 3 1-15,-12-13 0 0,14 11-1 16,-1-5-1-16,-14-9 1 0,-3-5-1 15,-2-4 0-15,17 19 0 0,-8-12 1 16,-9-7-2-16,-2-5-1 0,-1 3-1 0,-1-1 0 16,-1-1-2-16,-1 1 0 0,0 0-1 15,-2-2-2-15,-5-4 1 0,1-3-1 16,-4-1-1-16,0 0-2 0,-1-1 0 0,-2-2 0 16,-1 0 0-16,2-1 0 0,-4 0-1 15,2-2 0-15,-2 1 0 0,1-1 0 16,-1 1 0-16,1-2 0 0,-2 1-1 0,-1-2 0 15,0 2 0-15,2-3 1 0,-2 3 0 16,0 0-1-16,0-2 0 0,-1 2-1 16,-1-4 0-16,5 6 0 0,-3-3 0 0,-1-1-1 15,2 2 1-15,-3-4-2 0,5 6 1 16,-3-3-1-16,0-2 0 0,1 3 0 16,-1-1 0-16,0 0-1 0,0 0 0 15,1-1 0-15,-1 0 1 0,0 2 0 0,-1-2 0 16,4 1 0-16,-2-1-1 0,-1-1 2 15,-2-1 3-15,3 5 0 0,0-3-2 0,-1 0-1 16,-2-2 0-16,3 4 0 16,-3-4 0-16,5 2 0 0,-3 0 0 0,-2-2-1 15,4 4 1-15,-1-3-1 0,-3-1 0 16,6 3 4-16,-4 0-3 0,2-1 1 16,-1 0-1-16,1 2 0 0,1 1 0 0,0-2-1 15,0 2 2-15,-1 0-2 0,1 0 1 16,-1 1-1-16,1-1 1 0,-1 1 0 15,1 0 0-15,0 0-1 0,1-1 1 0,-2 1-1 16,1 1 0-16,-1 0 1 0,1 0-2 16,1 0 0-16,-1 1 1 0,-1-1 1 15,2 1-2-15,-2 0 2 0,1 0 0 16,2 3-2-16,-1 0 1 0,1-2-1 0,1 3 1 16,-2-1 0-16,1 1-1 0,1-2 1 15,-1 2-1-15,0-1 1 0,1-1-1 0,0-1 1 16,-1 1-1-16,1 0 0 0,1 0 0 15,-1-1 0-15,1 2 0 0,1-2 0 16,0-2 1-16,0 3-1 0,1-2 1 16,-1 1 0-16,1-1-1 0,1 0 2 0,-1 2 0 15,1-1-1-15,0-1 1 0,0 1 0 16,-1 0 0-16,1-1 0 0,-1 1 0 16,0 1-2-16,2-1-7 0,-2 1-16 15,1-1-25-15,-1 0-35 0,1-1-49 0,1 0-60 16,-2 0 45-16,-1-2-374 0,-5-4 17 15,-1-2 26-15</inkml:trace>
  <inkml:trace contextRef="#ctx0" brushRef="#br0" timeOffset="6260.36">17597 8226 198 0,'-6'-6'481'16,"1"1"36"-16,1 3-46 0,4 2-41 0,-4 0-56 15,4 0-42-15,0 0-39 0,3 13-35 16,3 1-27-16,5 9-26 0,5 3-19 16,4 4-21-16,20 25-17 0,3-2-16 0,2 0-13 15,5-4-12-15,5-2-14 0,1-8-8 16,2 0-10-16,1-5-8 0,0-4-7 16,-12-11-3-16,16 5-5 0,-13-8-6 15,-6-1-3-15,-6-6-1 0,5-2-1 0,-1-2-1 16,2-4 0-16,2-1 1 15,36-4 2-15,-24-5-2 0,-11-3 0 0,23-7-2 0,-21 0-3 16,-9 3-1-16,21-13-3 0,-19 6-3 16,-10 2-3-16,-4 2 1 0,-2-2-2 15,-1-1-4-15,-1-2-1 0,-1-3-3 16,-4 0 0-16,-1-1-2 0,-3 0-1 16,-1-1-1-16,-3 0 0 0,-1 2-2 0,-2-1-2 15,-2 2-3-15,-2 5-8 0,-1 4-19 16,-2 4-19-16,2 0-31 0,-2 3-41 15,2 1-74-15,-2 4 57 0,0-1-388 0,-2 2 21 16,1 4 26-16</inkml:trace>
  <inkml:trace contextRef="#ctx0" brushRef="#br0" timeOffset="6922.56">17773 9546 396 0,'0'-10'616'16,"2"-1"3"-16,0 1-60 0,4-2-69 16,3 2-65-16,0 1-64 0,1 4-54 15,0 2-42-15,-1 3-35 16,0 3-34-16,4 5-23 0,-4 2-23 0,5 12-19 16,-4 3-16-16,-4 2-14 0,-2 2-11 0,-4-1-10 15,-4 2-10-15,0 1-8 0,-4-1-7 16,-1-1-6-16,-1-1-6 0,-2-3-6 15,0-1-5-15,-1-2-4 0,1-7-4 0,3-2-2 16,2-4-2-16,0-3-3 0,-1-1-3 16,4-2-4-16,-1-3-5 0,5 0-1 0,0 0-3 15,-7-8 0-15,5 4-2 16,2 4-1-16,5-15-2 0,-2 6 2 0,3-4-2 16,0 0 1-16,3-1-2 0,-1 2 2 15,2 1-1-15,1 1 2 0,-2 2 0 0,1 2-1 16,0 1 1-16,-2 4-1 0,2 0-2 15,-1 1-11-15,1 2-18 0,0 2-30 16,4 0-32-16,1 2-29 0,-2 0-20 16,1 0-23-16,1 0-40 0,0 0-63 0,1-2-212 15,0-1 27-15,-3-2 33 0</inkml:trace>
  <inkml:trace contextRef="#ctx0" brushRef="#br0" timeOffset="7436.38">18370 9360 19 0,'0'0'420'0,"-14"3"113"16,4 2-14-16,-2 5-44 0,2 1-51 15,-1 10-46-15,-3 3-44 0,4 3-38 16,2 0-33-16,1 2-30 0,3 3-26 0,2 0-24 16,4 0-22-16,2 0-17 0,3-1-17 15,2-2-14-15,5-1-12 0,1-3-8 0,4-2-5 16,3-4-5-16,2-4-3 16,2-4-2-16,2-4-5 0,-2-5-3 0,5-5-6 15,1-3-5-15,2-5-5 0,-3-5-5 16,22-21-2-16,-16 8-5 0,-12 1-1 0,-4 1-4 15,-2-4-4-15,-2 1-2 0,-5-4-2 16,-4 0-2-16,-4-2-3 0,-4 1-1 16,-2 0-4-16,-6 2-2 0,-4 2-2 0,-2 2-2 15,-6 5-1-15,-5 2-3 0,0 5-1 16,-3 2-1-16,-3 5-1 0,-1 4-1 16,2 2-1-16,4 4-1 0,4 3 0 0,-4 4-1 15,3 6-1-15,4 2 0 0,7 1 0 16,4 2-1-16,6-2 0 0,4 4 0 15,7 8-2-15,4 1-1 0,6-2-2 0,3 0-6 16,26 17-6-16,-11-14-12 0,-4-11-20 16,-3-4-22-16,2-1-33 0,3-3-47 15,3-1-60-15,-2-4 66 0,-1-4-372 16,-3-3 22-16,-1-2 26 0</inkml:trace>
  <inkml:trace contextRef="#ctx0" brushRef="#br0" timeOffset="14641.18">25758 12704 339 0,'2'-15'673'15,"-2"3"28"-15,3 0-69 16,-1 2-97-16,0 3-83 0,-2 0-63 0,2 2-44 0,-1 3-40 16,-1 2-34-16,0 0-33 0,10 5-29 15,-7 2-24-15,-1 2-21 0,0 10-20 16,0 12-16-16,-2 3-16 0,0 3-14 15,0-1-8-15,-2 5-10 0,0-1-10 16,0 0-5-16,2 0-7 0,0-2-7 0,0-1-6 16,2-2-4-16,2-2-4 0,1-1-2 15,0-3-4-15,1-1-3 0,-4-6-4 0,3-4-1 16,1-4-3-16,0 1-2 0,0-2-2 16,1-2-4-16,-1-1-4 0,-1-3-3 15,2-3-14-15,2 0-18 0,-2-3-15 16,1-1-18-16,2-1-27 0,-2-3-33 0,6-1-33 15,-3-4 54-15,0 0-75 0,-6-4-356 16,1-1 14-16,-4-1 21 0</inkml:trace>
  <inkml:trace contextRef="#ctx0" brushRef="#br0" timeOffset="14818.46">25676 13019 94 0,'-5'-2'528'0,"0"-1"97"15,4-1-32-15,1 4-71 0,3-8-73 16,4 2-70-16,4-3-58 0,10-4-50 0,6-2-41 16,2 2-32-16,0-1-28 0,7-1-40 15,31-5-57-15,-18 5-69 0,-8 5-178 16,-10 3-296-16,5 0 29 0,-4 1 30 16</inkml:trace>
  <inkml:trace contextRef="#ctx0" brushRef="#br0" timeOffset="15183.25">26522 12988 117 0,'0'0'702'15,"-3"6"86"-15,3-3-74 0,0-3-97 16,0 5-85-16,0-5-74 0,0 0-67 0,3 5-57 16,-3-5-44-16,8 0-37 0,2 0-32 15,3-2-28-15,3 0-26 0,4-1-20 0,11-2-19 16,-1-2-15-16,1 1-17 0,0-1-11 15,-2 1-12-15,1-1-14 0,-3 0-17 16,-2 2-18-16,-2-2-20 0,-6 1-40 0,-1 2-29 16,-1-2-30-16,-1 1-50 0,-5 0 42 15,-2 0-83-15,-1 1-345 0,-3 1 15 16,-3-2 21-16</inkml:trace>
  <inkml:trace contextRef="#ctx0" brushRef="#br0" timeOffset="15376.14">26509 12834 436 0,'-7'0'725'0,"-1"-1"-7"0,4 0-74 15,4 1-83-15,0-5-81 0,0 5-68 16,12-8-57-16,-1 3-52 0,14-7-40 16,4 2-38-16,0 0-32 0,7-2-28 0,0 3-21 15,0-2-26-15,1 3-32 0,3 0-40 16,-3 1-44-16,-1 1-118 0,-2 1-108 15,1 1-298-15,-7-1 20 0,-1-1 26 16</inkml:trace>
  <inkml:trace contextRef="#ctx0" brushRef="#br0" timeOffset="16723.48">27708 12462 481 0,'2'-7'603'0,"1"0"-41"0,-1-1-72 15,0 0-70-15,2-1-64 0,2-2-51 16,-1-3-43-16,2 1-37 0,-2-1-29 0,1-2-27 16,-1 2-21-16,-3-2-21 0,0 0-13 15,0 1-14-15,-4-2-5 0,0 1-13 16,-2 1-6-16,-6-8-5 0,-6 3-1 0,2 1-1 15,-5 2-3-15,1 3-1 0,-4 1-3 16,3 2 0-16,0 5 1 0,3 2-1 0,3 2-2 16,-3 2-4-16,5 1-3 0,-3 4-5 15,3 2-1-15,0 3-3 0,3 3-1 16,2 3-1-16,2 2 0 0,4 3 1 16,0 15 0-16,6 2-1 0,2 1 0 0,9 33-3 15,-1-21 0-15,-3-8-1 0,14 27 1 16,-11-20 1-16,10 12-2 0,-9-14-1 15,-2-8-2-15,-3-5-3 0,-1 1-2 16,-1 1-3-16,-2-2-1 0,0 1-3 0,-7-1-2 16,1-2-2-16,-2-1-2 0,-4 0 0 15,-3-3-3-15,-3-3-4 0,-1-2-10 16,-1-3-22-16,-2-5-14 0,3-3-22 0,-2-4-32 16,2-3-42-16,-3 1-61 0,1-5 63 15,1-2-399-15,-2-3 13 0,-2-3 22 16</inkml:trace>
  <inkml:trace contextRef="#ctx0" brushRef="#br0" timeOffset="16899.56">27321 12912 324 0,'7'-11'596'0,"2"0"20"15,0-1-64-15,12-4-86 16,-2 1-70-16,4 2-63 0,2 1-53 0,2-1-44 15,6 4-49-15,-1-1-72 0,3 0-94 16,2 1-205-16,1-1-257 0,2-1 31 16,30-9 34-16</inkml:trace>
  <inkml:trace contextRef="#ctx0" brushRef="#br0" timeOffset="17315.39">28231 12183 554 0,'0'-11'756'0,"0"3"-44"16,1-1-95-16,0 2-94 0,0 3-76 0,-1 4-60 16,3-2-46-16,-3 2-44 0,0 0-34 15,7 13-32-15,-4-3-26 0,1 8-24 0,-2-2-19 16,5 17-19-16,-4-1-15 0,1 1-15 16,1 2-13-16,-2 0-11 0,3 0-10 15,-3-2-9-15,5 1-8 0,-3-1-6 16,1 0-6-16,4-3-6 0,-1-2-5 0,1 0-3 15,-1-3-5-15,5-3-2 0,-4-5-4 16,3-2-1-16,0-5-6 0,-1-2-8 0,1 0-17 16,0-2-29-16,1-4-23 15,-4-1-29-15,0-2-45 0,1-1 34 0,-2-2-90 16,-1-1-346-16,-3-2 10 0,0-2 17 16</inkml:trace>
  <inkml:trace contextRef="#ctx0" brushRef="#br0" timeOffset="17498.34">28202 12448 446 0,'0'-6'641'0,"3"-2"2"16,5-2-59-16,3 0-73 0,9-8-72 16,6 2-64-16,4 0-58 0,0 0-48 15,32-11-40-15,-16 9-44 0,-5 5-55 16,-5 3-66-16,2 5-92 0,-1-2-168 0,2 1-286 15,-1 1 28-15,-2-1 31 0</inkml:trace>
  <inkml:trace contextRef="#ctx0" brushRef="#br0" timeOffset="17815.36">29120 12283 129 0,'0'0'638'0,"0"0"94"16,0 0-50-16,-17 7-79 0,10-5-86 0,-8 3-74 15,2-1-58-15,-3 4-52 16,-6 3-44-16,1 3-37 0,0 2-32 0,2 2-27 16,1 1-25-16,4 2-20 0,1-2-19 0,6 0-15 15,2-3-12-15,4-1-8 16,1-1-14-16,3-1-9 0,3 2-10 0,2-2-6 15,7 6-5-15,0-6-6 0,7-1-5 16,2-2-3-16,2-3-5 0,-3-3-4 0,1-3-11 16,9-2-14-16,-1-3-36 0,1-2-31 15,-2-3-41-15,1 0-66 0,-2-1 42 0,-1-5-404 16,-1 0 10-16,-5-3 17 16</inkml:trace>
  <inkml:trace contextRef="#ctx0" brushRef="#br0" timeOffset="21132.46">25627 13022 269 0,'-8'0'524'0,"2"0"40"16,6 0-32-16,-8-1-54 16,8 1-61-16,-7 0-53 0,7 0-50 0,-6 0-38 15,6 0-36-15,-4-3-31 0,4 3-23 0,0 0-18 16,0 0-14-16,0 0-15 0,11-8-11 15,-3 6-11-15,8-3-6 0,-2-1-8 16,6 2-9-16,9-4-9 0,0 1-7 16,-1-2-8-16,-1 2-8 0,2 0-8 0,-4 3-5 15,-6 0-5-15,-2-1-5 0,0 2-5 16,-1-1-2-16,-1 2-3 0,-5-2-5 0,1 3-4 16,-4-1-6-16,1 1-9 15,-3-1-19-15,-5 2-20 0,7-1-18 0,-7 1-20 16,0 0-28-16,0 0-35 0,2 3-49 15,-2-3-62-15,0 0-264 0,0 0 24 0,0 0 28 16</inkml:trace>
  <inkml:trace contextRef="#ctx0" brushRef="#br0" timeOffset="22848.54">27169 14303 506 0,'0'0'634'15,"0"0"-26"-15,0 0-68 0,11-9-69 0,-7 5-71 16,3-2-53-16,0-1-52 0,1-1-46 16,2-1-35-16,-1-1-30 0,-3 0-27 15,4-1-18-15,-3 0-16 0,-3-3-16 16,2 0-11-16,-6 2-8 0,0 0-11 15,0 1-10-15,-2 1-7 0,-4-7-7 0,-1 3-2 16,-9-7 0-16,-1 4 3 0,3 0 3 16,-2 5 0-16,2 2 0 0,1 3-2 15,3 1-2-15,0 3-3 0,3 3-3 0,0 0-2 16,-2 3-1-16,3 2-1 0,1 2-3 16,-1 5 1-16,3 5-1 0,3 0-2 15,0 3-3-15,7 15-2 0,2-1-4 0,1 3-1 16,2 0-3-16,-3 1-1 0,14 27-4 15,-8-19-2-15,-1-8-1 0,-5-7-2 16,3 1 0-16,-4 2-2 0,-1-2-2 16,-3 2 1-16,3 0 1 0,-7 0-2 0,2-2-1 15,-4 0-2-15,-3-1-4 0,-1-2-11 16,-3-1-18-16,-3-3-14 0,3-2-20 16,-6-2-27-16,1-3-38 0,1-5-66 0,-1-3 61 15,3-4-402-15,-5 0 14 0,1-4 21 16</inkml:trace>
  <inkml:trace contextRef="#ctx0" brushRef="#br0" timeOffset="23048.9">26897 14702 527 0,'5'-13'703'0,"4"0"-27"16,1 0-92-16,6-6-85 0,-3 6-84 15,6-3-68-15,-2 5-56 0,4 0-44 16,-1 2-41-16,5 1-48 0,3 1-55 0,-4 2-58 16,7 0-90-16,2 2-127 0,-1-1-78 0,3 0-218 15,-1-1 33-15,3 1 31 0</inkml:trace>
  <inkml:trace contextRef="#ctx0" brushRef="#br0" timeOffset="23306.47">27675 14486 71 0,'-3'0'644'16,"3"0"116"-16,-5 2-60 0,5-2-93 16,0 0-91-16,0 0-74 15,0 0-66-15,0 0-52 0,0 0-48 0,16-2-38 0,-5-3-35 16,3 1-26-16,4-2-23 0,8-2-20 15,1-3-16-15,2 2-15 0,-3 2-13 16,-1-3-10-16,1 2-10 0,-5-1-17 16,-4 4-22-16,-2-1-29 0,0 0-70 0,-2 0-67 15,-3 2 27-15,0-2-421 0,-5 1 14 16,-3 2 22-16</inkml:trace>
  <inkml:trace contextRef="#ctx0" brushRef="#br0" timeOffset="23500.36">27623 14352 11 0,'-17'1'651'16,"6"-1"116"-16,2-1-65 0,0 0-96 15,5-2-91-15,1 1-75 0,3 2-65 16,0 0-53-16,12-12-46 0,2 4-40 0,10-4-33 16,7 0-27-16,1-2-25 0,4 1-19 15,0 2-17-15,2-1-19 0,1 5-36 16,-4-2-45-16,4 2-99 0,-2 1-111 15,0-6-328-15,-2 7 20 0,-3-3 23 16</inkml:trace>
  <inkml:trace contextRef="#ctx0" brushRef="#br0" timeOffset="25731.6">28787 13623 378 0,'2'-9'670'0,"1"0"17"0,6-1-60 16,0-2-84-16,6 2-80 0,8-2-68 0,-5 5-61 15,0 3-49-15,-2 4-40 0,1 1-33 16,-4 3-28-16,1 4-21 0,-4 3-20 0,-2 2-18 16,-2 3-13-16,-4 2-14 0,-2 1-12 15,-4 11-8-15,-2 0-10 0,-2-3-7 16,-1 1-8-16,-1-3-6 0,1 2-5 15,2-9-5-15,1-2-5 0,3-4-3 0,-1-1-3 16,0-2-2-16,4-2-1 0,2-3-1 16,1 0-2-16,1-2 0 0,3-2-1 15,1 0-2-15,7-3-3 0,2-4-5 16,11 0-12-16,0-2-26 0,0-3-21 0,1 0-31 16,0-1-32-16,1 0-38 0,-2-3-37 15,1 2 71-15,-4 1-86 0,0-3-316 16,-2 0 20-16,0 0 26 0</inkml:trace>
  <inkml:trace contextRef="#ctx0" brushRef="#br0" timeOffset="26181.8299">29575 13433 106 0,'-7'-9'479'15,"2"6"94"-15,-3 0-16 0,-1 1-53 0,-1 2-55 16,2 2-53-16,-6 3-44 0,1 2-39 15,1 3-33-15,-6 9-31 0,3 0-29 16,4 5-25-16,0 1-23 0,2 1-19 16,5-3-18-16,2-2-16 0,3-2-12 0,2 0-11 15,2-2-8-15,4 9-8 0,2-4-3 16,1-6-5-16,1-5-4 0,-1-1-6 16,2-2-3-16,4-3-5 0,0-4-6 15,2 0-4-15,1-3-5 0,9-5-3 0,0-6-5 16,-2 1-3-16,0-4-3 0,-5-3-1 15,0-3-2-15,-5-3-2 0,-1 0-1 16,-6-6-4-16,-2 3-1 0,-3-1-4 16,-5 3-1-16,-2 3-3 0,-1 3-1 0,-4-10-1 15,-4 2-2-15,-3 3-1 0,-1 4 0 16,-3 0-1-16,0 8 0 0,4 2-1 0,-1 4 0 16,0 3-1-16,2 1-1 0,1 5-1 15,2 0 2-15,-3 5-1 0,3 2 1 16,1 2-1-16,-1 1 1 0,6 4 0 15,1 2 2-15,2 1 0 0,5 12 0 0,2 1 0 16,2-4 1-16,1 1-11 0,4-1-18 16,0-2-24-16,1-2-37 0,1 1-42 15,0-2-55-15,1-3 57 0,0 2-399 0,-5-7 16 16,-1-4 24-16</inkml:trace>
  <inkml:trace contextRef="#ctx0" brushRef="#br0" timeOffset="26536.0099">28909 14179 3145 0,'-29'15'956'0,"2"-1"-555"0,4-1-201 15,6-4-81-15,4-2-17 0,5-1 4 0,4-2 6 16,3-3 1-16,1-1-2 0,10 2-2 15,7-4 1-15,17-5-4 0,37-8-6 16,9-3-3-16,30-11-7 0,0-2-7 16,-2 2-7-16,4 0-6 0,-2 1-6 0,5-1-7 15,-3 3-6-15,3-1-5 0,-6 2-5 16,-29 7-5-16,0-1-3 0,-3 2-6 0,-20 4-1 16,-15 4-2-16,-5 1-2 0,-4 0 0 15,-4 0-3-15,-6 3-1 0,-8 1-2 16,-2 1-3-16,-4 0-9 0,-3 2-16 15,-4-2-18-15,-2 3-15 0,0 0-19 0,0 0-25 16,0 0-28-16,-18 5-53 0,8-3 54 16,-4 5-417-16,-3-4 11 0,-1 3 20 15</inkml:trace>
  <inkml:trace contextRef="#ctx0" brushRef="#br0" timeOffset="27407.52">28992 14690 425 0,'0'0'638'0,"1"-8"4"15,5 2-61-15,3-4-69 0,2 1-65 16,3 2-59-16,1 0-51 0,3 1-46 15,-1 2-42-15,0 3-35 0,-2 0-29 16,-2 2-22-16,1 3-18 0,-4 0-17 0,-2 3-15 16,-2 0-12-16,-5 1-9 0,-1 2-12 15,0 1-8-15,-2 4-9 0,-4 2-6 16,-3 7-4-16,-2-5-6 0,2-2-4 0,4-3-3 16,-3 1-5-16,3-3-3 0,2 1-4 15,1-3-2-15,2-1 0 0,2 1-2 16,2-3-2-16,8 4-2 0,0 0-1 15,9 2-2-15,0-2-2 0,1 1-1 16,1 1 0-16,-7-5-3 0,1 0-1 0,-6-1 0 16,1 2-2-16,-4-2 2 0,-1 2-2 15,-3 0 0-15,-2 0 0 0,-2 0 1 16,-1 1-3-16,-3 3 1 0,-4 0-1 0,-8 6 1 16,1 1-2-16,-3-2-1 0,-2-3 0 15,-2 2 0-15,0-2 1 0,-1-1-2 16,1-2-8-16,3-3-13 0,5 0-10 0,0-4-15 15,4 0-18-15,2-1-27 0,-2-2-37 16,7-2-44-16,3 0 58 0,0 0-94 16,0 0-320-16,3-14 17 0,5 0 25 0</inkml:trace>
  <inkml:trace contextRef="#ctx0" brushRef="#br0" timeOffset="27814.32">29603 14611 313 0,'1'-6'553'0,"-2"-2"26"16,1 4-51-16,-4 0-58 0,4 4-60 15,-5-3-50-15,5 3-42 0,0 0-32 0,-17 4-29 16,10 2-23-16,-2 3-22 0,1 1-18 16,-2 4-18-16,0 9-16 0,2-3-11 0,1 0-14 15,0 9-15-15,3 0-12 0,2-4-11 16,0-4-13-16,3 1-8 0,0-3-9 15,2 12-7-15,2-1-7 0,0-7-5 0,1-5-5 16,-1-2-2-16,2-2-1 0,1 0 0 16,2-5-2-16,-1 1 0 0,1-5-3 15,0-1-3-15,0-3-2 0,-1-1-3 16,2-3-2-16,-4 1-3 0,2-1 0 0,-1-1-4 16,0-3 0-16,-3 1-2 0,-2-2-2 15,-1-1-2-15,-2 2-1 0,0 7-3 16,-8-15-1-16,-1 5-1 0,-2 2 0 15,-1 1-2-15,-4 0-4 0,2 4-11 0,-1 1-3 16,2 2-10-16,0 0-9 0,-2 2-12 16,1 1-14-16,4 0-22 0,2 0-28 15,4 1-36-15,4-4-44 0,-2 8 68 16,2-8-407-16,7 3 16 0,2-1 24 0</inkml:trace>
  <inkml:trace contextRef="#ctx0" brushRef="#br0" timeOffset="28188.32">30187 14548 516 0,'-1'-8'659'0,"-1"2"-29"16,-1 3-77-16,-3-2-77 0,-2 2-64 16,0 1-52-16,-2 2-47 0,-5 5-37 15,1 0-31-15,0 1-23 0,-6 9-18 0,1 2-21 16,4 4-17-16,1 0-17 0,6 5-18 15,0 0-14-15,2-3-13 0,6-4-13 16,0 0-9-16,2 0-8 0,3-1-8 16,6 7-7-16,3-4-5 0,-1-7-4 0,7 1-4 15,-4-4-5-15,1-4-2 0,0-2-3 16,2-5-2-16,1-2-1 0,8-5-3 16,0-2 0-16,-1-5-1 0,-1-2-2 0,-5-2-2 15,0 0-3-15,-6-3-1 0,-3-5-2 16,-3 2-1-16,-7 2-2 0,-2 3 1 15,-5 0-3-15,-6-6-1 0,-2 2-3 0,-6 0-2 16,-4 5-3-16,-3 2-7 0,-3 5-18 16,1 1-14-16,-2 6-19 0,5 3-28 15,1 2-48-15,-3 5 32 0,-3 3-97 16,3 1-339-16,1-1 10 0,-2 1 19 0</inkml:trace>
  <inkml:trace contextRef="#ctx0" brushRef="#br0" timeOffset="28923.28">30923 13992 298 0,'0'0'795'16,"-6"1"30"-16,6-1-108 0,0 0-114 16,0 0-101-16,0 0-81 0,0 0-68 0,0 0-55 15,28-20-47-15,-1 11-38 0,6-3-30 16,0 1-24-16,1 0-22 0,2 0-18 15,-2 0-15-15,2-1-11 0,-4 0-11 0,-2 2-14 16,0 0-19-16,-4 1-28 0,-7 1-43 16,-6 2-69-16,0 1-76 0,-5 1 35 15,-7 0-398-15,-1 1 15 0,0 3 22 16</inkml:trace>
  <inkml:trace contextRef="#ctx0" brushRef="#br0" timeOffset="29121.45">30859 13807 460 0,'-11'0'770'0,"0"0"-11"16,11 0-102-16,-15-4-107 0,15 4-91 15,-5-5-66-15,5 5-55 0,0 0-51 0,20-13-37 16,4-1-33-16,5 2-30 0,4-1-24 16,3 0-23-16,1 2-19 0,33-9-28 15,-24 5-37-15,-6 5-46 0,-5 3-104 16,2 2-111-16,-1-3-319 0,1 1 19 15,-4-6 24-15</inkml:trace>
  <inkml:trace contextRef="#ctx0" brushRef="#br0" timeOffset="29958.29">31835 12758 446 0,'-3'-8'741'0,"-5"-1"-15"0,6 2-97 0,0 2-102 15,-2 2-80-15,1 2-64 0,3 1-51 16,0 0-41-16,-7 8-37 0,5 2-30 16,1 5-28-16,0 4-23 0,-2 2-22 0,-2 13-16 15,3 2-18-15,2-1-11 0,-2 1-14 16,-1-2-12-16,2 0-9 0,1-6-8 0,-1 5-9 15,2-8-4-15,-2-3-4 0,1-4-5 16,1 0-4-16,-3-1-4 0,2-5-3 16,0 0-3-16,-1-1-3 0,1-3-1 15,0-3 1-15,0 1-3 0,0-6 0 0,-1 6-1 16,1-6-3-16,0 0-2 0,0 0-1 16,0 0-2-16,-6-19 0 0,4 3-3 15,-3-11 0-15,0-6-2 0,2-2 0 16,-1-2-1-16,2-2-1 0,-2-3-2 15,1 3 0-15,1-1 0 0,-1 1-1 16,4 2 0-16,0 3 0 0,1 1 0 0,0 7 1 16,4-2-2-16,-1 6 2 0,0 5-3 15,4 2-3-15,-2 4 0 0,-1 0 1 0,2 4-1 16,3 2 1-16,-4 3 1 0,2 2 1 16,2 2 0-16,1 3-2 0,-1 4 2 0,8 8 0 15,2 2 1-15,-4 5 0 0,2 2-1 16,-4 1 1-16,2 3 0 0,-1 1 1 15,0 0 0-15,-1 2-1 0,-1-1 2 0,1-3-1 16,-2 0-1-16,-1-2 1 0,-1 0 0 16,-4-6 0-16,1-4-8 0,-4-2-18 15,0-2-17-15,-2-1-20 0,0-2-18 16,-1-2-31-16,-1 0-45 0,-1-2 50 0,-1 1-80 16,-2-2-347-16,-1 0 12 0,-4-3 20 15</inkml:trace>
  <inkml:trace contextRef="#ctx0" brushRef="#br0" timeOffset="30131.3">31744 13069 335 0,'-10'-5'646'0,"2"0"22"16,4 1-75-16,0-1-80 0,3 0-72 0,2-1-61 16,4-1-51-16,4-3-46 0,10-7-40 15,5 1-33-15,3 1-29 0,-1 1-26 0,7 1-42 16,-1 1-52-16,2 3-70 0,0 2-160 15,-3 0-332-15,0 1 27 0,-9 1 29 16</inkml:trace>
  <inkml:trace contextRef="#ctx0" brushRef="#br0" timeOffset="39985.4">31611 13652 368 0,'-10'4'632'0,"-1"0"14"0,4-3-77 15,0 0-67-15,4 1-51 0,3-2-45 0,0 0-46 16,0 0-40-16,21-1-39 0,13-6-33 16,5-2-28-16,42-11-23 0,35-12-23 15,-6 2-16-15,-2 1-18 0,-29 8-15 0,33-9-13 16,-3 3-14-16,-2-6-11 0,-27 11-10 15,-5-1-7-15,-1 1-8 0,-4 3-6 16,-22 5-6-16,-16 5-5 0,-5 2-5 16,-5 1-4-16,-8 1-4 0,0 1-2 15,-4 1-5-15,-3 1-2 0,-2 1-7 0,0 1-9 16,-5 0-21-16,3 2-20 0,-3-2-16 0,0 0-18 16,-10 10-25-16,4-3-32 0,-5 2-42 15,-1 2 60-15,0-2-77 0,-10 8-345 16,-2 1 15-16,-4-2 24 0</inkml:trace>
  <inkml:trace contextRef="#ctx0" brushRef="#br0" timeOffset="40549.61">32120 13918 247 0,'-1'1'666'16,"1"-1"49"-16,-6 3-77 0,3-1-93 15,-2 0-84-15,1 2-66 0,-2 4-51 0,0 2-45 16,0 5-33-16,2 0-32 16,-2 2-27-16,4 2-22 0,1 1-23 0,-2 14-20 15,2-2-18-15,1 2-15 0,0 0-14 0,1-2-11 16,2 0-11-16,-2-1-8 15,0-4-6-15,0-4-8 0,2-4-5 0,-3 0-6 16,1-1-3-16,1-4-5 0,1 0-3 16,-2-3-2-16,-1 0 0 15,0-4 4-15,0-1 1 0,0-2 2 0,0-4-2 16,0 0-4-16,0 0-2 0,0 0-3 16,-3-16-3-16,-1 0-3 0,-2-13-2 0,-1-5-2 15,0-1-1-15,3-5-2 0,-2 1 0 0,2-2-2 16,-1 0-4-16,3-3 1 0,2 7 0 15,1-2-1-15,3 4 3 0,-2 2-3 0,5 3-1 16,-1 4-2-16,0 5-1 0,0 5 0 16,1 4 0-16,1 2 0 0,1 4 3 15,-1 2-2-15,2 2-3 0,-2 4 2 16,7 3 1-16,0 3-1 0,8 7 1 0,-2 5 0 16,0 2 0-16,1 3 1 0,-2 0-1 15,0 3 1-15,0 1 0 0,-2 0 0 16,0 1 0-16,-3-2 0 0,2 1-4 15,-2-1-10-15,-1-1-11 0,-2-3-12 16,-2-1-15-16,-2-3-19 0,-4-4-22 0,2-2-26 16,-4-1-32-16,-1-2 52 0,-2-1-72 15,0-3-363-15,-2 1 14 0,-3-2 21 16</inkml:trace>
  <inkml:trace contextRef="#ctx0" brushRef="#br0" timeOffset="40749.57">32076 14353 306 0,'-4'-3'632'0,"2"-1"48"0,2 4-67 15,1-9-91-15,7 2-81 0,2-3-72 16,2 1-58-16,12-5-51 0,1 0-36 16,2 1-32-16,0 2-28 0,3-1-39 0,0 1-46 15,-2 1-52-15,1 2-74 16,-1 0-109-16,1 2-55 0,-7 0-267 0,7 0 29 15,-3-2 32-15</inkml:trace>
  <inkml:trace contextRef="#ctx0" brushRef="#br0" timeOffset="41049.67">32715 14082 557 0,'3'-2'744'0,"-3"2"-37"0,6-3-104 16,-6 3-86-16,6-1-74 0,-6 1-61 0,0 0-50 16,0 0-40-16,13 10-35 0,-9-4-29 15,0 3-25-15,3 4-21 0,-2 1-22 16,1 1-25-16,0 0-14 0,3 9-13 16,2 2-14-16,-4-2-9 0,3 2-10 15,1-1-8-15,2 0-6 0,-2 1-7 0,-2 0-6 16,0 0-4-16,1-3-4 0,-3-1-3 15,1-6-4-15,-3-2-5 0,1 1-11 0,1-2-14 16,-2 1-31-16,-1-3-30 16,-1-2-27-16,1-1-27 0,-4-8-42 0,3 13 53 15,-2-7-434-15,-3-4 13 0,2-2 17 16</inkml:trace>
  <inkml:trace contextRef="#ctx0" brushRef="#br0" timeOffset="41253.51">32627 14233 375 0,'-1'-14'697'0,"2"2"9"0,4-5-75 15,2 2-90-15,5-5-87 0,4 1-71 16,3 1-59-16,3 0-49 16,1 4-40-16,3 3-35 0,-1 0-26 0,4 1-24 15,1 3-28-15,4 0-35 0,-3 1-44 16,2 4-53-16,-1-1-185 0,-7 3 13 0,-3 0-80 15,-3 0-228-15,-2 0 28 0,-2 0 30 16</inkml:trace>
  <inkml:trace contextRef="#ctx0" brushRef="#br0" timeOffset="47699.55">15056 10930 83 0,'29'13'295'0,"0"1"49"16,1 2-12-16,2 0-15 0,29 17-3 16,-17-9-10-16,15 9-14 0,0 2-23 15,2-2-31-15,25 16-31 0,-21-14-26 0,23 17-21 16,-26-16-18-16,29 14-14 0,-1-1-8 15,1-5-12-15,3-1-8 0,1 0-11 0,2-2-3 16,-26-15-5-16,34 16 0 0,-1-7 3 16,2-1 3-16,3-2-3 0,-6 1-2 0,10-2-7 15,-1-3-1-15,-1-2-3 0,5-5-3 16,2 1-4-16,-2-2-2 0,-31-7-7 16,50 7-4-16,-6-1-4 0,3 1-3 15,0-3-7-15,1-2-4 0,1-7-4 16,-36-6-6-16,43-2-4 0,-4-4-4 0,-3-4-3 15,-1-3-2-15,-1-3-2 0,-1-2-1 16,-1-4 0-16,-2-1-1 0,-5-2-1 0,-2-3 0 16,-11 0-2-16,-1-1 0 0,-26 9 1 15,29-10-1-15,-34 8 0 0,30-10 0 16,-33 11-2-16,2-4 2 0,-3 1-1 16,2-3 0-16,-5 2 0 0,-3-1-2 15,-4 2-1-15,-16 6 1 0,-8 0 2 0,-9 4-3 16,-1-3 0-16,-1 0 6 0,-2 0-5 15,0 0-2-15,-4 2 3 0,-1-1 0 0,-6 2 0 16,-3 1 1-16,-2 3 2 0,-2 0 0 16,1-3 1-16,-3 3-15 0,-2 1-22 0,2 1-27 15,-4 1-38-15,2 0-45 0,-2 0-52 16,1-1-65-16,-4 6-217 0,3-8 28 16,-3 5 33-16</inkml:trace>
  <inkml:trace contextRef="#ctx0" brushRef="#br0" timeOffset="47987.34">21271 11241 190 0,'12'-6'466'0,"2"1"53"16,0 1-27-16,-2 3-48 0,5-2-55 0,-3 4-49 15,2 1-48-15,0 1-38 0,-1 2-34 16,-1 2-25-16,7 8-24 0,-8-2-18 16,-2-2-18-16,-3 2-13 0,-3-1-10 0,-2 1-13 15,-4 1-8-15,-1 2-9 0,-6 8-9 16,-8-1-7-16,-1 3-6 0,-4-3-6 0,-3 0-7 16,-24 20-3-16,-4-8-12 0,12-8-19 15,5-7-45-15,3-4-73 0,0 1-92 16,-31 12-297-16,18-11 29 0,6-7 29 15</inkml:trace>
  <inkml:trace contextRef="#ctx0" brushRef="#br0" timeOffset="48840.6199">15279 10950 110 0,'0'0'371'15,"0"0"61"-15,0 0-24 0,0 0-47 16,-12 25-46-16,4-11-46 0,-5 7-41 16,0 2-32-16,-5-1-25 0,3-1-19 15,-3 2-22-15,-1-2-15 0,1-2-17 0,0-3-11 16,4-3-15-16,1-3-16 0,1-5-16 15,4 0-15-15,-1-2-8 0,2-3-11 0,-1-2-6 16,5 0-3-16,-3-3-1 0,1-2-4 16,3 0 3-16,-2-3 0 0,2 1 1 15,1-1 2-15,-1-1 7 0,2 0 7 16,0 0 13-16,0-1 11 0,2 1 12 0,-1 1 14 16,0-1 6-16,0 3 2 0,0 0-2 15,0 0-4-15,2 3-3 0,-2 1-4 16,4 1-1-16,-1 2 0 0,-4 1 0 15,7 1-2-15,1 3 1 0,6 2 3 0,-2 2 1 16,8 6-1-16,0 2-4 0,3 2-2 16,0 1-2-16,6 1-1 0,-1 1-2 0,29 23-6 15,-16-18-2-15,15 7-3 0,-14-10-4 16,-4-5-11-16,-3-5-26 0,31 11-61 16,-19-6-39-16,-10-4-101 0,-4-3-282 15,0-1 30-15,-1 0 31 0</inkml:trace>
  <inkml:trace contextRef="#ctx0" brushRef="#br0" timeOffset="49674.7">15093 11097 51 0,'8'-26'524'15,"5"2"99"-15,4 0-38 0,4 3-75 16,3 0-76-16,3 2-68 0,3 1-56 15,29-9-49-15,-17 10-38 0,-4 4-31 0,-4 5-33 16,2 3-43-16,2 3-50 0,1 2-51 0,0 2-85 16,0 3-74-16,1 1-84 0,-2 2-217 15,1 1 33-15,-1-1 33 0</inkml:trace>
  <inkml:trace contextRef="#ctx0" brushRef="#br0" timeOffset="50720.33">16876 12664 55 0,'-24'13'465'0,"-1"3"96"0,4 3-27 16,1 4-59-16,2 3-65 0,3 3-59 0,3 0-50 15,-1 3-45-15,8 0-34 16,1-1-30-16,4-3-26 0,2 4-22 0,4-3-18 15,4-3-13-15,7-2-16 0,3-5-11 0,3-4-15 16,5-2-15-16,0-9-21 0,0-3-21 0,4-2-13 16,5-5-14-16,30-16-4 0,-3-4-24 15,-5-6-20-15,-7-1 3 0,-14 5 3 16,-7 3 9-16,-8 2 5 0,-1 0-2 16,-3 3 8-16,-4-1 6 0,-5 4 5 15,-4 4 17-15,-3 1 10 0,-3 5 10 0,-3 0 8 16,-3 3 12-16,0 2 12 0,-4 3 8 15,0 0 5-15,-8 5 2 0,-8 4-2 16,0 4-3-16,2 1-5 0,3 2-4 0,0 1-6 16,3-1-3-16,3-2-5 0,6-4-4 15,1 1-4-15,3-3-3 0,3-1-4 0,2-2-3 16,1-1 0-16,1-3-3 0,5-1-5 16,-3-1-4-16,5-1-13 0,0-1-8 15,4-4-8-15,0-1-2 0,-1-1-1 16,0-2 2-16,-1 1 5 0,0-1 1 15,-2-1 4-15,0 1 4 0,-2 4-1 0,-2-1 6 16,0 2 3-16,-2 0-1 0,0 2 0 16,0 2-1-16,-3 1-1 0,0 0 3 15,0 0-3-15,0 0 5 0,7 4-6 0,-4-1 9 16,0 0-10-16,0 1 4 0,3 0 0 16,1 0-1-16,-1 0 0 0,2-1 2 0,2 0 11 15,-1-1-19-15,1-1-17 16,2-1-11-16,-1 0-12 0,1-2-4 0,4-1-5 15,1-1 0-15,-3-3 4 0,2 0 1 16,5-5 4-16,0-4 9 0,-2 1 4 0,-4-2 0 16,-2 2 8-16,-2 1 1 0,-4 0 5 15,-1 1 6-15,-1-3 9 0,-1 1 14 16,-2-3 5-16,0 3 9 0,-2-2 13 16,0 2 15-16,-1-2 15 0,-1 0 18 0,-1 5 8 15,1 0 9-15,-1 3 4 0,1 0 2 16,1 1-9-16,-1 2-10 0,1 1-7 15,1 5-2-15,-2-3-3 0,2 3-4 0,0 0-6 16,0 0-5-16,0 0-3 0,3 23-4 16,0-9-6-16,1 3-3 0,1 0-3 0,1 12-3 15,0 1-2-15,2-3-5 0,-1 0-11 16,0-1-26-16,-1-3-47 0,0-5-42 16,-2-2-41-16,1-2-54 0,-1 0-64 15,0-4-223-15,0-3 28 0,-1-4 32 0</inkml:trace>
  <inkml:trace contextRef="#ctx0" brushRef="#br0" timeOffset="51137.53">17692 12560 175 0,'-4'-3'447'0,"4"3"65"0,0 0-18 16,-9-2-48-16,4 7-56 0,0 0-53 15,0 1-44-15,0 0-38 0,0 2-33 16,2 1-30-16,1 2-24 0,1 0-18 16,1 1-17-16,1 6-16 0,3-3-13 0,1 2-12 15,4-2-9-15,5 4-9 0,4-2-8 16,-2-4-7-16,-1-5-7 0,1-2-5 0,0-1-5 16,3-4-3-16,3-2-3 0,8-4-6 15,0-3-5-15,0-3-7 0,-2-1-8 16,-3-2-4-16,-3-3-8 0,-1 2-11 15,-4-3 2-15,-5 4 1 0,-3 0 1 0,-5 1 3 16,1 2-2-16,-6 2 4 0,1 9 7 16,-8-15 2-16,1 10 7 0,1 2 5 15,-3 1 5-15,-1 2 5 0,-1 2 2 0,-2 3 3 16,-1 0 1-16,2 5 2 0,-2 2 0 16,1 7 7-16,1-1-7 0,6-3-4 15,2 2-4-15,3-4-3 0,2 5-1 16,3-2-4-16,9 9-9 0,4-5-27 15,3-3-64-15,2 0-62 0,4 0-93 0,2-4-267 16,1-2 26-16,-3-5 28 0</inkml:trace>
  <inkml:trace contextRef="#ctx0" brushRef="#br0" timeOffset="51780.5">18803 12653 396 0,'-9'-1'524'0,"1"1"6"0,0 2-41 0,0 3-55 16,-4 4-54-16,5 2-48 0,-1 3-46 16,-1 1-42-16,3 2-34 0,2 0-27 15,2 2-25-15,2-1-20 0,0 1-18 16,3-1-14-16,2-2-15 0,0-2-15 15,5-1-19-15,0-3-19 0,1-3-19 0,1-4-19 16,0-2-38-16,1-2-20 0,4-3-20 16,0-2-9-16,6-6-4 0,-1-2 4 0,-1-2 4 15,-4-1 8-15,-3 3 4 0,-5 2 15 16,-2 1 15-16,-3 3 23 0,1 1 18 16,-4 2 11-16,-1 2 12 0,0 3 10 15,0 0 16-15,-7-4 2 0,7 4 6 16,0 0 5-16,-12 8 2 0,8-3 0 0,1 1 0 15,0 1-3-15,2 0-2 0,-2 0-5 16,3-2 1-16,2 1-5 0,-2-6 8 16,3 6-8-16,0-4-3 0,1 1-3 0,-1-2-4 15,-3-1-2-15,7 0-1 0,-7 0-4 0,5-4 5 16,-2 1-6-16,-1 1-4 0,-2 2-5 16,-2-9-3-16,2 9-4 0,-4-12-5 15,0 5-8-15,-2 1-19 0,0 2-26 16,1-1-21-16,0 1-26 0,0-1-26 15,0 3-23-15,2 0-15 0,3 2-7 0,0 0-12 16,0 0-22-16,0 0-37 0,0 0-211 16,12 6 34-16,-5-1 31 0</inkml:trace>
  <inkml:trace contextRef="#ctx0" brushRef="#br0" timeOffset="52482.39">19103 12796 39 0,'13'1'425'16,"-1"-4"114"-16,-4 2-6 0,2-2-47 15,3-3-62-15,-3 0-59 0,1-2-46 0,-3-1-43 16,-1-1-37-16,2-1-29 0,-2-2-26 16,0-2-24-16,-2 1-20 0,0-2-16 15,-4-4-16-15,1 2-13 0,-1 0-11 0,1-2-8 16,-5 1-8-16,1 0-4 0,-3 1-3 16,0 0-5-16,0 3-2 0,-1 1-1 0,-3 2-2 15,2 0-3-15,1 3-4 0,1 3-5 16,-2 3-4-16,7 3-4 0,0 0-3 15,0 0-2-15,-15 10-2 0,15-10-3 16,-3 16-1-16,3-5-2 0,3 6-1 0,0 0-4 16,5 10 1-16,1-3-1 0,2 2-2 15,2-3-1-15,-1-4-2 0,3-1-1 16,-1-5 0-16,-4-4-2 0,4-2 0 16,-3-3-1-16,-1-3 0 0,1-2-5 15,-1-1-15-15,4-4-5 0,7-6-5 0,-4-2-1 16,0-3 1-16,-1-4 1 0,-2-2 1 15,-4-1 1-15,-1-1 3 0,-6 2 3 0,-1 3-2 16,-1 3 6-16,-2-1 0 0,-1 2 5 16,-2 0 2-16,0 2 7 0,0 2 5 0,-3 4 4 15,3 1 0-15,0 1 5 0,0 3 0 16,4 3 2-16,0 0 1 0,0 0-1 16,0 0-1-16,-16 14 0 0,15-5-1 15,1 2 0-15,0 1-2 0,5 6 1 16,-2 2-2-16,4 7-1 0,2-1-2 0,0-1 0 15,3-2 0-15,2-1-1 0,1-2-3 16,-3-6 1-16,1-3-2 0,-2-3 0 16,3-2-3-16,-2-3-4 0,-1-1-5 0,1-2-7 15,0-1-3-15,4-1 0 0,1-3-7 16,-3-2 0-16,2 0 1 0,-3-1 1 16,0-3 1-16,-3-1-1 0,-1 1 6 15,0-1 0-15,-3 2 0 0,-3-1 5 0,-2 4 1 16,-1 0 2-16,0 7 3 0,-1-12 6 15,1 12 1-15,-4-6 2 0,4 6 3 0,0 0 3 16,-10-2 1-16,5 4 0 16,0 2 1-16,0 0 0 0,1 2-2 0,-1 1-1 15,2 1 0-15,2 0-2 0,0 2-1 16,2 0-1-16,1-1-12 0,1 0-24 0,2-1-33 16,3 3-34-16,3-3-36 0,1 0-41 15,0-5-36-15,3-2-51 0,-3-1-213 16,6-2 29-16,-2 0 33 0</inkml:trace>
  <inkml:trace contextRef="#ctx0" brushRef="#br0" timeOffset="53162.32">19940 12451 269 0,'-3'-10'446'0,"3"10"29"0,-4-6-24 16,4 6-41-16,-7-2-41 0,7 2-34 15,0 0-35-15,-10 9-28 0,5-1-28 16,1-1-19-16,1 2-29 0,1 1-26 15,1 0-22-15,2 1-16 0,1 0-17 0,2 5-13 16,2-3-13-16,0 0-9 0,1-3-8 16,2-2-8-16,2-2-9 0,-2-3-10 15,0-2-10-15,2-1-10 0,0-2-8 0,2-3-4 16,2-4-4-16,3-5-1 0,0-4-1 16,-2-5 2-16,-3 1-4 0,-1-2-1 0,-3-1 0 15,-2 4-2-15,-4 0 0 0,0 2-1 16,-3 1 1-16,0 0 2 0,-3 1 4 15,0 1 9-15,-1 2 5 0,0 2 8 16,0 4 0-16,0 1 2 0,-1 2 1 0,1 3 4 16,4 2 2-16,-8 2 0 0,2 3 1 15,3 1-2-15,-1 1-3 0,1 4-2 16,1 4-2-16,2 2-3 0,1 3-3 0,4 8 0 16,2 3-1-16,-3-8-4 0,1 4-2 15,1-4-10-15,-2-4-15 0,0-2-25 16,-1-2-12-16,-1-4-7 0,-2 0-2 15,0-3-6-15,0-1-1 0,0-7-6 0,-2 7-1 16,2-7 3-16,0 0 1 0,0 0 2 16,0 0 3-16,0 0 5 0,0 0 12 15,0 0-4-15,-8-30 10 0,10 15 8 16,4 0 14-16,1 0 15 0,-1-1 7 0,8-4 10 16,1 0 8-16,1 4 15 0,-1 5 12 15,-1 2 6-15,-1 1 1 0,-2 4-1 16,-1 3-2-16,0 1-5 0,-10 0-4 0,17 3 0 15,-7 0-4-15,-2 3-2 0,-2-1-3 16,1 2-4-16,0 0-2 0,-3 0-4 16,-1 0-1-16,-3-7-5 0,5 11-8 0,-5-11-10 15,3 9-21-15,-3-9-29 0,0 0-21 16,0 0-24-16,0 0-22 0,0 0-20 16,0 0-21-16,0 0-12 0,0 0-10 15,-1-26-3-15,-1 17 2 0,2-1 8 0,-2-4 13 16,0-2 7-16,0 0 13 0,0 1 1 15,1 1 14-15,0 1 5 0,0 2 10 16,1 0-4-16,0 0-14 0,1 1-31 16,1 1-50-16,0 0-150 0,2 1 36 0,0 1-279 15</inkml:trace>
  <inkml:trace contextRef="#ctx0" brushRef="#br0" timeOffset="53715.02">20497 12201 94 0,'5'-3'531'0,"-1"3"94"16,-4 0-52-16,5-1-77 0,-5 1-72 16,0 0-60-16,0 0-47 0,0 0-41 15,0 0-35-15,-4 10-27 0,4-10-27 0,-3 8-23 16,0-1-19-16,0 0-18 0,1 0-14 16,0-2-13-16,1 1-9 0,1-1-11 15,0-5-7-15,1 7-7 0,2-4-6 16,-1-1-6-16,-2-2-7 0,6 0-5 0,-6 0-6 15,13-3-5-15,-4-1-4 0,2-2-4 16,2-1-3-16,1 0-2 0,-2 0-2 0,0 0-4 16,0 0 0-16,-2 2-2 15,-1 2-1-15,-3 0-1 0,0 2 0 0,-1 1 3 16,1 0 0-16,-3 3 0 0,5-1 1 16,-4 3 0-16,2-1 0 0,-2 2 1 0,2 0-2 15,1-1 0-15,-2-1-2 0,1 1 1 16,-1-1 1-16,2 0-2 0,-1-2-1 15,2 1-2-15,-1-3-15 0,2-2-24 16,1 1-24-16,-1-2-25 0,4-2-30 0,2-1-26 16,-1-1-21-16,2 1-22 0,-1-3-12 15,9-1-10-15,-7 0-1 0,-1 2 2 16,0 0 13-16,-1 1 7 0,1-1 16 16,-1 2 27-16,1-1 31 0,-2 2 35 0,3-1 35 15,-3 2 24-15,2-1 14 0,-4 3 14 16,-1-2 17-16,0 2 23 0,0 1 20 15,-3-1 19-15,3 2 19 0,-4 0 18 0,1 0 9 16,-2 0 9-16,0 0 2 0,-1 2-3 16,0-1-7-16,0 0-11 0,-1 0-11 15,3 1-14-15,-1 1-9 0,-1-1-11 0,-1-2-9 16,1 2-9-16,-2 0-21 0,0 0-39 16,1 0-114-16,1 1-123 0,-5-3-271 15,6 1 25-15,-6-1 28 0</inkml:trace>
  <inkml:trace contextRef="#ctx0" brushRef="#br0" timeOffset="59549.95">16110 3566 179 0,'6'14'246'16,"1"1"4"-16,-1 1-18 0,5 7-22 16,-3-3-20-16,3 3-17 0,0-1-17 15,-1 1-19-15,0-3-12 0,-2-3-15 0,3 6-12 16,0 0-9-16,-1 2 2 0,1-2 20 16,2 3 9-16,-1 0-6 0,0-1-6 0,1 0-13 15,0 2-11-15,1-1-8 0,-1 0-6 16,3 1-6-16,0-1 0 0,0 0-6 15,1-2-8-15,0 3-1 0,-1 0-5 0,3-1-3 16,0 2-3-16,-1 1 1 16,1-1 3-16,1 0 5 0,-4 1-3 0,3 1-1 15,-1 0-4-15,1-1-1 0,-2 1 5 16,-2 0 0-16,4-1 0 0,13 27 0 0,-7-18-6 16,-8-6-1-16,-2-5-3 0,3 1-2 15,0 1 0-15,0 1-2 0,0 0 0 16,-1-1 0-16,2 3 1 0,0-2-1 15,-1 0 3-15,2 0 0 0,-3-1 1 0,2 0-3 16,1 0-4-16,-1 0 0 0,-1 1-5 16,0-2 1-16,1 3-4 0,0-3-1 0,-3 1-2 15,4 0-1-15,-2-1-1 0,1-1-1 16,0 1-1-16,-1-1-1 0,1 1-1 16,-2-1 0-16,1 2 1 0,0-1 1 0,0-2 0 15,0 0 1-15,-1 0-1 0,1-1 0 16,-3-1 1-16,1 1-1 0,0-2 1 15,0 1-2-15,-1-1 2 0,1 0 1 16,-2 0-2-16,0 0 1 0,0-1-1 0,-1 1 2 16,0-2 0-16,2 1 1 0,-3 0-3 15,-1-2 3-15,4 3 0 0,-5-6 0 16,3 4 0-16,-2-3 0 16,1 3 0-16,2 0-1 0,-2-2 0 0,-2-2 0 15,0 0-2-15,3 3 1 0,3 0 0 0,-4-1-1 16,0-1 1-16,-3-2 0 0,0-2 0 15,6 5-1-15,-3 2 1 0,-2-3 0 16,1-3-1-16,-2-3 0 0,0 2-1 0,5 7 1 16,0-3 0-16,-2-1-3 0,-2-3 2 15,3 6-2-15,-1-4 0 0,2 4 0 0,-1-4 0 16,3 4 1-16,-1-2 0 0,-4-3-1 16,6 3 2-16,-2 1 0 0,-2-2 0 0,3 1 1 15,-3-3-2-15,-2 1 1 0,4 3 0 16,1 1 0-16,-3 0 1 0,3 3 0 15,-4-8-1-15,0 7 0 0,4-2 0 16,-3 1 0-16,3 0-1 0,-3 0 0 16,-2-3-1-16,-2-2 0 0,4 5-3 15,2-1 2-15,-4-4 0 0,-1-1 0 16,3 6 1-16,2-2 2 0,-1 1 4 0,-3-4 3 16,2-2 0-16,0 6 1 0,2-1-1 15,-3-4 0-15,-1 1 0 0,4 2-1 16,-2-2 0-16,-1-3-1 0,2 6-1 0,2 1-2 15,-5-5 1-15,3 3-1 0,-1-3 1 16,-2-1 0-16,-1-1 0 0,0 0-1 0,-1-1-1 16,0 0 2-16,2 2-2 0,-4-2 1 15,2 2-1-15,1-1 0 0,-1-1-1 0,-1-2 1 16,0 3-2-16,1-3-1 0,-2 1 0 16,0-3-1-16,1 2-1 0,0-2 0 0,-2-1-1 15,0 1 1-15,-2-3-1 0,2 3-1 16,1-3 0-16,-2 1 1 0,0-1-1 15,0 1 0-15,0 0-1 0,-1-2 1 16,0 0-2-16,1-1-7 0,-3 0-25 0,1 0-33 16,1-1-52-16,-1 0-61 15,1 1 50-15,-4-3-390 0,4 1 23 0,-4-1 26 16</inkml:trace>
  <inkml:trace contextRef="#ctx0" brushRef="#br0" timeOffset="65931.42">11947 5873 284 0,'-7'-5'614'0,"4"2"16"16,-1 2-73-16,4 1-82 0,0 0-76 16,-4 9-67-16,4 2-51 0,0 8-40 0,4 0-35 15,6 13-29-15,-3 2-23 0,4-4-22 16,0 0-15-16,0-2-14 15,3-4-14-15,-3-1-9 0,-2-5-11 0,-1-6-6 0,0-2-5 16,-2-5-4-16,1 0-3 0,-3-5-5 16,2 0-5-16,0-2-3 0,0-3-4 15,-1-2-4-15,-1 0-3 0,5-3-2 16,-4-1-4-16,-1 2-1 0,-1 0-3 0,1 0-2 16,-1 2-2-16,-1 0-1 0,0 1-2 15,0 1-2-15,0 2-3 0,2-1 1 16,0 2-2-16,0 0 0 0,0 1-1 0,-4 1 1 15,9-4-1-15,-1 3 0 0,0 0 0 16,-1-1-2-16,3-1 1 0,-3 0 1 16,3-2 1-16,0-2-1 0,1-2 0 0,-1 0 1 15,-1-3 0-15,-2 1-1 0,-1-1 2 16,1-3 0-16,-2 0-1 0,-3 2 1 16,0 0-2-16,-4 1 1 0,2-4 1 0,-6 1 1 15,3-1 0-15,-4 1-1 0,0 3 1 16,0 1-1-16,-1 0 0 0,0 4-1 15,4 1-2-15,-2 0-12 0,2 1-17 0,1 4-14 16,-1-1-21-16,4 2-24 0,0 0-22 16,0 0-25-16,0 0-26 0,0 0-29 15,22 3-27-15,-11-1-27 0,0-1-5 0,6 1 13 16,2 0 0-16,0-1-9 0,1-2-161 16,-3-2 34-16,4 1 410 0,-6-1-168 15,3-1 7-15,1-2 45 0,-4-1 52 0,1 1 41 16,-3-2 35-16,-2 0 34 0,1-2 27 15,-6 3 31-15,1 0 23 0,-3 0 11 16,1 0 10-16,-5 2-4 0,3 1-3 16,-3 4-11-16,0-8-10 0,0 8-14 0,0 0-10 15,-8-1-14-15,8 1-8 0,-6 6-12 16,0 0-8-16,1 0-10 0,1 3-9 0,-4 3-8 16,2 0-10-16,1 3-5 0,3-6-6 15,0 1-4-15,0-2-5 0,2-2-5 16,0 0-1-16,2-2-3 0,-2-4-2 15,0 0 0-15,4 1-3 0,-4-1-2 0,7-5-2 16,-1 1-3-16,0-1 0 0,1 2-2 16,-1-3-2-16,-2 1-1 0,2 0-1 15,0 1-2-15,-2-1-1 0,1 3-2 0,-3 0-1 16,2 0-1-16,-2-1-1 0,1 2-1 16,-3 1 1-16,8-2 0 0,-5 1 1 15,4 1-1-15,-3-3 1 0,5 1 0 0,-3-2 1 16,4 0 1-16,-1-4 0 0,2-1 0 15,-2 1 0-15,0-3 0 0,0-1 0 16,-3-1-1-16,2-1 0 0,-2 0 2 16,-3-1 0-16,-1 2-2 0,0 1 2 0,-2 1 1 15,0 2 4-15,-2-2 4 0,2 3 2 16,-2 1 3-16,2 0 1 0,-1 1-2 16,0 1-3-16,1 5-1 0,0 0-3 0,0 0-1 15,0 0-2-15,0 0-1 0,0 0 0 16,12 6-1-16,-4 5-1 0,0 0 0 15,6 8 0-15,0 2-1 0,-1 3-1 0,-1-3 0 16,1 1 1-16,0 1-1 16,-4 1 0-16,-2-4 1 0,0-2-1 0,-3-1-1 15,-2-2 2-15,0 0-3 0,-2-5-12 0,0 1-17 16,-2-3-19-16,0-2-22 0,0 0-19 16,0-3-23-16,2-3-10 0,0 0-7 15,0 0 2-15,-9-14-3 0,6 5-2 0,3-10 5 16,-4-10 0-16,-1-5 6 0,1-5 11 15,2-2 10-15,-1 0 2 0,3-2 21 16,-2 1 27-16,0 2 35 0,2 1 20 16,0 0 24-16,-2 4 25 0,2 2 24 0,0 6 19 15,0 5 15-15,0 4 8 0,0 3 0 16,0 4-9-16,0 1-11 0,0 1-10 16,2 3-9-16,0 1-7 0,2 3-6 0,-4 2-5 15,7 2-5-15,0 3-7 0,6 4-4 16,2 10-4-16,2 2-3 0,1 4-4 15,-2-1-2-15,2 2-4 0,-3 1-2 0,-1-1-3 16,-1-4-2-16,1 0-2 0,-5-6-3 16,-1-3-1-16,-3-3 0 0,2-2-3 15,-4 0 1-15,-1-4-5 0,0-2-6 0,2-1-6 16,-4-1-11-16,0 0-4 0,5-7-2 16,-3 0-3-16,0-2-2 0,2 0 1 15,-2-1 2-15,2 1 3 0,-2-2-1 0,0 2 2 16,2 0 3-16,-1 0-3 0,1 1 0 15,0 1 3-15,1 2 0 0,2 0 3 0,-3 1 1 16,3 0 0-16,-1 3 3 0,1 0 1 16,3 0-2-16,-2 1 2 0,3 0 2 15,-1 1-1-15,-1 0 0 0,1 0 1 16,0 0 1-16,-1 1 2 0,0-2 2 16,-1 0 2-16,2 0 1 0,-4-2 1 0,3 0 0 15,-2-2 2-15,0 2-3 0,0-2 2 16,-1 0-4-16,-3 0-2 0,1-1-10 15,0 0-11-15,-1 1-8 0,-3 0-5 0,2-2-9 16,-1 3-5-16,-1 3-8 0,0-9-16 16,2 6-31-16,-2 3-37 0,0-6-41 15,0 1-41-15,0 5-50 0,0-7-200 0,0 7 30 16,-2-7 32-16</inkml:trace>
  <inkml:trace contextRef="#ctx0" brushRef="#br0" timeOffset="66378.63">13369 5170 125 0,'4'-8'480'15,"0"0"73"-15,-1-1-26 0,0 0-53 0,-1 2-54 16,-2 1-51-16,0 0-48 0,0 6-43 16,-2-9-35-16,-1 6-28 0,3 3-28 15,-7-3-24-15,3 3-23 0,4 0-19 16,0 0-15-16,-7 2-16 0,7-2-11 0,-2 6-10 16,2-6-7-16,0 7-8 0,2 1-6 15,3-1-5-15,3 2-4 0,6 2-4 16,-3 0-4-16,8 5-1 0,0 0-5 0,2-2-1 15,1 0-4-15,-2 1-1 0,-1-1-1 16,-3-1-2-16,-1-2 3 0,-4 0 1 16,-1 1 2-16,0 1 5 0,-3-1 4 0,-3 1 4 15,2-1 7-15,-6-2-3 0,0 2-1 16,-1-1-1-16,-4 4-4 0,-1-2-3 16,1 0-2-16,-3-4-2 0,-2 1-1 15,1-3-3-15,3-2-9 0,-3-3-20 0,9-2-46 16,0 0-41-16,-16-7-44 0,12 1-60 15,-1-3-320-15,3-5 21 0,0-6 27 0</inkml:trace>
  <inkml:trace contextRef="#ctx0" brushRef="#br0" timeOffset="66542.95">13661 4913 3886 0,'7'-6'1116'0,"-3"1"-625"0,1 0-237 16,-1 0-98-16,0 0-47 0,-1 2-26 15,0 1-20-15,-3 2-15 0,4-5-13 0,0 3-12 16,-4 2-14-16,7-1-42 0,-3 1-64 16,5 2-74-16,1 1 22 0,0-1-379 15,-1-1 15-15,1-1 21 0</inkml:trace>
  <inkml:trace contextRef="#ctx0" brushRef="#br0" timeOffset="69994.2">18622 7628 67 0,'0'0'322'0,"0"0"69"0,-8 6-16 16,8-6-39-16,-1 5-34 0,1-5-26 0,0 0-22 16,0 0-15-16,3 7-15 0,-3-7-16 15,6 5-13-15,-4-4-13 0,-2-1-14 0,4 2-15 16,0-2-13-16,-4 0-9 0,5-1-10 16,-5 1-10-16,6-4-12 0,-4 1-8 15,-2 3-9-15,2-5-7 0,2 0-4 16,-3 0-5-16,0 1-2 0,-1-2 0 0,0 6-2 15,0-10 2-15,-1 3-1 0,-4 0-2 16,3 0-3-16,0 2-3 0,-1-2-3 16,-2 3-1-16,2 1-5 0,0-1-4 15,0 1-7-15,3 3-4 0,-7-2-4 16,7 2-3-16,-8 0-1 0,8 0-3 0,-5 3-2 16,3 0-2-16,2-3-2 0,-3 6-2 0,0-3-6 15,3-3-23-15,0 6-47 0,0-6-60 16,4 9-74-16,-1-6-311 0,0-1 23 15,0 0 28-15</inkml:trace>
  <inkml:trace contextRef="#ctx0" brushRef="#br0" timeOffset="72372.84">18872 7429 220 0,'3'-12'412'0,"4"1"52"0,6-12-16 16,3-1-36-16,4-1-38 0,22-24-38 0,4 0-41 16,23-19-38-16,-23 21-28 0,28-20-28 15,-2-5-18-15,5 4-21 0,3-10-15 16,4 0-17-16,4-2-11 0,3-1-13 16,2-3-12-16,5-1-6 0,-2-4-6 0,2-2-5 15,3-4 2-15,1 1-5 0,2-5-3 16,0 4-4-16,0-4-4 0,-1 1-3 15,3 5-4-15,-6 4-4 0,-1 3-5 0,-2 3-4 16,-1 0-4-16,3 1-5 0,0 0-3 16,-5 3-2-16,1-2-4 0,1 1-4 15,-2 2-2-15,-2 2-2 0,-1 2-2 16,0-3-1-16,-3 4-1 0,-1 5 0 0,0 2-2 16,-6 7 1-16,-3 2 0 0,-21 18 2 15,0 0 2-15,3 0 1 0,-2 2 2 0,-2 1 2 16,-3 1 2-16,-14 10 3 0,-7 3 4 15,-5 4 3-15,0-2 2 16,-2 1 2-16,0-1-1 0,-1 2-2 0,-2 1-1 16,0-1-1-16,-3 2-3 0,-1 0-3 0,-3 3-2 15,-3 2-3-15,-3 2-2 0,-1 2 0 16,-3 0-2-16,1 2-3 0,-2 2-4 16,0-1-7-16,-2 1-14 0,1 0-13 15,-3 3-18-15,4-3-20 0,-4 3-32 0,0 0-43 16,0 0-49-16,0 0 67 0,0 0-407 15,0 0 19-15,-13 14 24 0</inkml:trace>
  <inkml:trace contextRef="#ctx0" brushRef="#br0" timeOffset="79077.45">19628 2394 79 0,'-1'-11'523'15,"0"3"91"-15,1-2-52 16,-1 3-85-16,1 7-80 0,-2-12-68 0,2 12-50 16,-1-3-42-16,1 3-34 0,0 0-26 0,0 0-25 15,0 17-18-15,1-4-16 0,-1 8-15 16,3 11-12-16,-2 5-10 0,0 3-9 15,0 2-7-15,-1 6-8 0,0 0-1 0,1 42-7 16,0-25-6-16,-1-9-6 0,-1 33 6 16,-1-2 8-16,-1 1 3 0,-3-3 0 0,3 0-3 15,-2 0-4-15,-2 3-6 0,0 1-1 16,0 2-1-16,1 0-2 0,0 4-3 16,-6 29-2-16,5-39-2 0,-1 4-4 15,1-1 0-15,1 0-2 0,-1 2 1 0,-4 38 2 16,-1-40 3-16,-4 36 0 0,2-42-1 15,2 1-1-15,0-3-1 16,-1-2 0-16,4-2 0 0,1-17-1 0,-3 19 1 0,4-19-3 16,-2 20 0-16,2-17-2 0,0-11 3 15,-4 30-4-15,1-3-1 0,-3-3 0 16,5-17-1-16,0-9 0 0,-3 26 0 16,1-15-1-16,1-13-1 0,1-7-1 15,0 2-1-15,-10 30-1 0,7-20 0 0,2-13-1 16,0-6 0-16,0-1-2 0,1 0-1 15,-1-1-1-15,-1-1-1 0,-1 0-1 16,2-3 0-16,0 1-1 0,-1-2-1 0,3 1-1 16,-2 0 1-16,2-6-1 0,0-1 1 15,1 7-2-15,0-5 1 0,1-3 0 0,-4 8-1 16,1-2 1-16,0 0 0 0,-1 0-1 16,-1 1 0-16,-1-2-1 0,1 1 1 15,-1-2-1-15,-1 0 0 0,4-4 0 16,-2-2 0-16,3-3-1 0,-1-1 1 15,2 1-2-15,-3-1 2 0,1 0-2 0,0 1 1 16,1-2 0-16,-1-1 0 0,0 3 0 16,0-1 0-16,0-2 1 0,1 1-1 0,0 1 1 15,-2 1-1-15,2-2 1 0,-1 1 0 16,1 0-1-16,-1 0 1 0,1 1-2 16,0-3 1-16,-1 2 1 0,2-2-1 15,1-1 1-15,-1-1-1 0,1-1 0 0,1-1-1 16,0 1 2-16,0 0-1 0,1-3-1 15,0 4 2-15,-1-2-1 0,1 0 0 16,-1-1 0-16,2 1 0 0,-2-1 0 0,2 0-2 16,1-1-10-16,-1-1-13 0,0 0-16 15,2-4-15-15,-2 7-21 0,2-7-29 0,0 0-36 16,0 0-47-16,0 0 63 0,0 0-398 16,9-22 19-16,-4 4 24 0</inkml:trace>
  <inkml:trace contextRef="#ctx0" brushRef="#br0" timeOffset="80163.02">16865 2042 79 0,'-2'-4'388'0,"-1"-1"58"16,0 3-33-16,3 2-54 0,-3-7-62 15,3 7-46-15,-2-5-41 0,0 1-30 0,2 4-25 16,0 0-17-16,-3-5-19 0,3 5-11 16,0 0-12-16,0 0-10 0,0 0-10 15,-2-3-7-15,2 3-7 0,0 0-7 16,0 0-8-16,0 0-4 0,0 0-5 0,0 0-2 15,0 0 0-15,0 0-4 0,0 0-17 16,0 0-44-16,0 0-65 0,0 0-59 0,0 0-61 16,0 0-182-16,0 0 31 0,0 0 35 15</inkml:trace>
  <inkml:trace contextRef="#ctx0" brushRef="#br0" timeOffset="80444.23">16792 1723 121 0,'0'-5'607'0,"-1"0"77"16,1 5-78-16,-3-5-99 0,3 5-86 16,-2-4-67-16,2 4-43 0,0 0-38 15,0 0-31-15,15 20-29 0,-8-6-26 16,6 12-24-16,1 2-21 0,-3 5-18 15,15 29-16-15,-11-11-12 0,0-8-10 0,-5-5-7 16,11 30-11-16,-8-21-11 0,-4-10-15 16,0-8-24-16,0-2-31 0,-2-6-54 15,-3-5-40-15,2 0-58 0,-3-2-54 16,0-4-57-16,-2-2-209 0,-3-3 28 16,1-2 30-16</inkml:trace>
  <inkml:trace contextRef="#ctx0" brushRef="#br0" timeOffset="80669.64">16796 1820 404 0,'15'-19'534'0,"0"1"-16"0,2 4-54 16,-4 4-65-16,1 3-46 0,-1 3-51 15,-1 1-28-15,-1 4-32 0,4 4-26 16,-1 4-23-16,4 9-23 0,0 4-20 15,-6 3-17-15,-2 7-17 0,-1 0-16 0,-6 4-20 16,2-1-32-16,-4 3-41 0,0-1-100 16,-1-1-81-16,0-4-75 0,-1-5-209 15,-1-8 30-15,0-3 33 0</inkml:trace>
  <inkml:trace contextRef="#ctx0" brushRef="#br0" timeOffset="81359.25">17140 2005 86 0,'5'-20'465'0,"1"3"83"15,-2 2-24-15,0 0-59 16,0 0-59-16,-2 2-49 0,-1 3-40 0,1-1-34 16,1 4-25-16,-3-1-21 0,1 1-25 15,-1 0-27-15,0 4-24 0,0 3-24 0,0 0-19 16,0 0-17-16,0 0-14 0,0 0-12 15,0 0-10-15,-11 13-10 0,10-3-7 16,0-2-5-16,1 2-8 0,1 0-2 0,1-1-5 16,0 2-3-16,2-2-4 0,2 3 1 15,1-4-7-15,-2-1-8 0,3-2-6 16,1-1-18-16,0-3-19 0,1-2-21 16,5-2-6-16,1-3-16 0,6-6-34 15,1-2-14-15,-4-3 1 0,-1-1 11 0,-2-2 9 16,-4 5 3-16,-3 1 15 0,-1 1 32 15,-2 2 28-15,0 0 36 0,-3 2 17 0,1 4 21 16,-1-2 14-16,-1 1 10 0,1 1-4 16,-2 1-9-16,1 1-9 0,-2 3-7 0,3-4-7 15,2 3-6-15,-5 1-3 0,5 0 0 16,-5 0-6-16,6 2-1 0,-2 1-1 16,0-3 0-16,-1 3-2 0,1-3-2 15,1 2 1-15,-2-1-1 0,0 0 1 0,1 0 2 16,-4-1 1-16,5 0 3 0,-5 0-3 15,0 0 0-15,8-3 0 0,-6 1-2 16,-2 2 1-16,6-3-4 0,-4 1-2 16,-2 2-3-16,3-5-3 0,1 4 0 0,-4 1-4 15,5-5-4-15,-1 4 1 0,-1 0-2 16,-1-1-2-16,5 1 4 0,-3-1-2 16,4 1 2-16,0-1-1 0,-2 1 1 0,2-2 0 15,-2 2 3-15,0-1 3 0,-2 1 0 16,3-2 5-16,-1-1 4 0,-1 0 3 15,0 0 2-15,0-3 6 0,-2 1 1 0,0-2 3 16,0 2 1-16,-2-3 1 0,0 1-2 16,-1 0-1-16,-1 0-2 0,1-2-2 0,-1 2-5 15,0 0-10-15,-2-1-10 0,2 3-20 16,0 0-14-16,0 0-29 0,1 1-48 16,0 5-33-16,0-7-11 0,0 7-12 15,2-3-21-15,-2 3-25 0,7-3-25 0,-3 3-207 16,1-1 31-16,-5 1 32 0</inkml:trace>
  <inkml:trace contextRef="#ctx0" brushRef="#br0" timeOffset="81827.73">17715 1595 194 0,'5'-1'294'0,"1"-1"43"16,-3 2 4-16,-3 0-11 0,4-3-8 0,-4 3-34 16,4-1-30-16,-4 1-31 0,0 0-26 0,0 0-17 15,0 0-14-15,0 0-8 0,0 0-14 16,0 0-14-16,0 0-18 0,0 0-14 15,0 0-7-15,0 0-12 0,0 0-9 0,0 0 0 16,0 0-10-16,0 0-4 0,0 0-6 16,0 0-8-16,0 0-6 0,0 0-4 15,0 0-4-15,0 0-4 0,3-2-5 0,-3 2-1 16,7-2-4-16,-7 2-3 0,6-1-3 16,0 1 1-16,-3-2-4 0,-3 2 0 15,11 0 1-15,-5 0-2 0,1 0 0 16,0-3 2-16,1 2 0 0,1-1 2 0,0-2 0 15,-1 1 2-15,-2-3 1 0,6-2 0 16,-4-2 2-16,0-2-1 0,0 0 0 0,-1-1 3 16,0-2-3-16,-2 0 0 0,-2-2-2 15,-1-1 0-15,-2 2 1 0,-1-1 3 16,0-1 7-16,-2 1 9 0,0 1 11 16,-2 0 7-16,0 2 9 0,1 2 3 15,1 3 4-15,1 1-5 0,-1 0-8 0,1 2-8 16,1 1-8-16,0 2-5 0,1 3-7 15,0 0-4-15,0 0-4 0,0 0-2 16,1 17-2-16,1-5-1 0,1 4-2 0,3 12-2 16,3-2-3-16,-2 2-10 0,1-2-27 15,2 0-28-15,1-2-23 0,0-1-25 0,2-1-21 16,-2-6-51-16,-3-3-57 0,-1-3-258 16,-1-1 27-16,-1-4 31 0</inkml:trace>
  <inkml:trace contextRef="#ctx0" brushRef="#br0" timeOffset="82375.53">17972 1449 243 0,'7'-13'355'0,"2"0"13"15,-1-1-30-15,2 0-37 0,-2 0-39 16,-2 0-32-16,3 2-30 0,0-1-16 0,-3 2-13 15,-2 2-2-15,-3 1 6 0,1 0-9 16,-1 2-10-16,-1 6-15 0,0-8-21 0,0 8-16 16,0 0-15-16,0 0-15 0,0 0-12 15,0 0-8-15,0 0-8 0,-8 0-6 16,8 0-4-16,0 0-5 0,-3 13-3 0,3-9-4 16,0-4 1-16,3 11 0 0,-1-5-4 15,1-1-2-15,0 1 1 0,2-1-4 16,-2-2-3-16,3-1-5 0,-3 0-5 15,-3-2-3-15,8 0-3 0,-4-2-2 0,1 0 1 16,0-1-1-16,3-1-6 0,-2-1 2 16,0 0-3-16,2-1 6 0,1 0 1 15,1-1 5-15,-1 1 1 0,1 3 6 0,-2-1 4 16,1 2 1-16,-2 0 5 0,1 2 1 16,1 2 3-16,-2 0 3 0,1 2 2 15,0 1 1-15,-1-1 1 0,-1 1 0 16,-1 1 0-16,0-2-3 0,0 2-1 0,0-3-1 15,-3-1 3-15,1 1 3 0,1-2 7 0,-4-1 11 16,3 3-5-16,-3-3-3 0,0 0-6 16,0 0-3-16,3-6-6 0,-3 6-7 15,1-8-8-15,1 3-7 0,-2 1-2 16,2-5-5-16,-2 2-3 0,1-1-16 16,1 0-11-16,0 1-1 0,-2-2-24 0,4 2-14 15,-2 2-18-15,1-1-18 0,-1 0-22 16,2 3-23-16,-2-1-22 0,1 2-30 15,-3 2-225-15,6-3 34 0,-1 2 33 0</inkml:trace>
  <inkml:trace contextRef="#ctx0" brushRef="#br0" timeOffset="82709.2">18440 1107 141 0,'0'0'642'15,"-2"-6"63"-15,2 6-78 0,-1-6-103 16,1 6-90-16,0 0-74 0,0 0-61 0,0 0-43 16,0 0-38-16,0 0-31 0,0 0-26 15,0 0-25-15,0 0-29 0,8 9-39 16,-6-5-44-16,-1 0-94 0,1 1-92 0,1-2-61 16,-1 1-249-16,0-1 28 0,0 0 33 15</inkml:trace>
  <inkml:trace contextRef="#ctx0" brushRef="#br0" timeOffset="83258.23">18592 1109 164 0,'7'1'455'0,"2"1"72"0,-2 1-17 16,2 0-48-16,-2 0-59 0,-1 0-52 15,1 3-43-15,-4-3-37 0,5 0-32 16,-4 1-20-16,0-3-23 0,-1 2-20 0,-1-1-15 15,2-1-11-15,-4-1-8 0,3 3-12 16,-3-3-18-16,0 0-17 0,0 0-18 0,0 0-14 16,0 0-14-16,0-10-11 15,0 10-11-15,-1-9-6 0,1 5-8 0,0 4-9 16,1-10-8-16,3 5-18 0,0-3-7 16,-2 2-2-16,5 2 3 0,-2-1 1 15,2 3-1-15,3-1 3 0,-2 2 2 0,3 0 2 16,2 1 0-16,-2-1 21 0,2 1-18 15,4-3 2-15,0 2 5 0,-1 0 3 16,0-1 0-16,0-2 2 0,0-1 4 0,0 0 2 16,0-3 1-16,4-5 2 0,0-3 1 15,-1 1-2-15,-7 2 1 0,-2-1 3 0,0 3 0 16,-4-1 2-16,0-4-1 0,-3 4 5 16,0 1 6-16,-3 1 7 0,0 1 4 15,0 0 2-15,-1-1 2 0,-1 5-1 16,2 5-4-16,-1-13-6 0,1 13-5 0,-2-6-6 15,2 6-4-15,0 0-2 0,0 0-2 16,0 0 0-16,0 0 0 0,0 0 1 16,11 17 1-16,-2-5 1 0,-1 2 3 15,6 9 6-15,2-1 4 0,-2 5 7 0,2 1 7 16,-2 0 5-16,2 1 3 0,-4-1 3 16,0 2-1-16,-1-4-2 0,-6-3-1 0,-1-3-2 15,0-5-3-15,-5 3 0 0,1-1-4 16,-5-1-15-16,1 1-42 0,-3-3-104 15,-7 6 7-15,-9-5-400 0,4-5 18 16,-8-5 25-16</inkml:trace>
  <inkml:trace contextRef="#ctx0" brushRef="#br0" timeOffset="83434.14">18338 945 3892 0,'-2'-7'1077'0,"1"-1"-640"0,0 1-238 16,0 0-106-16,0 3-47 0,1 4-26 16,-2-8-30-16,2 8-76 0,0-5-33 15,0 5-50-15,0 0-77 0,0 0-261 0,0 0 24 16,0 0 28-16</inkml:trace>
  <inkml:trace contextRef="#ctx0" brushRef="#br0" timeOffset="101614.57">23375 9079 346 0,'13'-19'495'0,"6"-4"7"0,2-1-37 15,22-22-42-15,2-2-39 0,5 1-40 16,28-19-38-16,2 4-35 0,0 2-34 0,8-2-30 16,4 1-22-16,7-2-23 0,5 2-16 15,3-2-14-15,1 6-11 0,1-6-12 16,-6 8-10-16,2 5-11 0,-6 2-7 15,-8 1-6-15,-28 17-5 0,-3-2-1 0,5 1-6 16,-5 4-3-16,-16 5-5 0,-8 6-5 16,-5 2-4-16,-1 1-6 0,-3 1-3 15,-3 2-3-15,-6 2-5 0,-5 2-3 0,-3 2-3 16,-1 1-2-16,-3 1-4 0,-3 0-4 16,-1 1-12-16,-2 1-37 0,0 0-38 15,0 0-34-15,-9 10-37 0,-1-5-48 0,-1 2-47 16,-4 3-264-16,-9 2 27 0,-1 0 28 15</inkml:trace>
  <inkml:trace contextRef="#ctx0" brushRef="#br0" timeOffset="101864.45">24932 7934 121 0,'0'-10'501'15,"2"0"90"-15,5 0-21 0,3-1-56 16,11-5-64-16,2-1-60 0,6 4-47 15,4 1-41-15,1 1-35 0,4 2-34 16,-4 3-28-16,1 5-26 0,-1 1-25 0,-7 3-19 16,0 3-17-16,-4 4-14 0,-6-1-12 15,-5 2-8-15,-3-1-9 0,-4 4-7 16,-2 0-6-16,-3 2-8 0,-4 1-4 0,0 0-5 16,-7 10-9-16,-5-3-17 0,1 1-33 15,-2-3-67-15,2 1-54 0,-1-2-75 16,1-6-305-16,3-4 22 0,3-5 28 15</inkml:trace>
  <inkml:trace contextRef="#ctx0" brushRef="#br0" timeOffset="103533.16">26053 7453 121 0,'-3'-9'433'0,"-1"0"67"15,2 2-18-15,-4-1-50 0,2 3-57 16,2-1-52-16,-5 3-47 0,3 0-38 16,-2 2-30-16,3 1-27 0,-7 4-18 0,2 0-17 15,-1 4-15-15,-9 10-15 0,0 3-14 16,2 1-11-16,1 3-11 0,1 1-10 0,3 1-7 16,-1-1-3-16,8-3-9 0,0-3-7 15,4-3-3-15,2 0-6 0,0 0-2 16,2-4-3-16,6-1-3 0,1-3-3 15,2-3 1-15,1-2-2 0,3-3-3 16,2-1-1-16,3-3-2 0,7-4-1 0,3-1-3 16,1-5-1-16,-3 0 0 0,-1-2 2 15,-2-1-3-15,-3 0-1 0,-3 4-1 0,-7-1 1 16,-3 3-1-16,-3 0 0 0,-3 2 0 16,-1 2-1-16,-1 1 2 0,-3 1-2 15,0 4 0-15,0 0 0 0,-7-6-2 0,4 5 0 16,3 1 0-16,-6 1-1 0,6-1-1 15,-9 2 0-15,3-1-1 0,1 0 0 16,5-1-1-16,-5 2 1 0,1-1 0 0,4-1 0 16,0 0 1-16,0 0 0 0,0 0 1 15,0 0-1-15,0 0 0 0,10-10 1 16,-4 5-2-16,1 1-1 0,1-1 0 16,-1 0 0-16,0 1 0 0,2 1 0 15,-1 0 1-15,-1 0 0 0,-2 1 3 0,2 1-2 16,-3 1 0-16,1 0 1 0,-1 1 1 15,2 0 1-15,2 2-1 0,-2-2-1 0,1 2 1 16,2-1-1-16,-2-1 1 0,0 1 0 16,1-1 1-16,-1-1 1 0,3-1 0 15,0 0 1-15,-3-1-1 0,2-3 1 0,5 0-2 16,-3-4 0-16,0 0 0 0,0-2 0 16,-2-1 0-16,1-2-1 0,1-6 0 15,-1-4-1-15,-2 4-2 0,-4 0 0 0,-1 3 0 16,-1 0-1-16,0-1 1 0,-2 0 4 15,0 2 7-15,0 1 8 0,0 2 9 16,0 2 7-16,0 0 5 0,0 1 5 0,-2 0 0 16,2 3-3-16,0 1-7 0,-2 1-4 15,2 5-4-15,0 0-2 0,0 0-4 16,0 0 0-16,0 0-4 0,0 0-1 16,6 13-2-16,-4-5 0 0,0 9-2 0,1-1-1 15,1 2-2-15,0 0-2 0,-1-1-8 16,2 2-18-16,-1-2-20 0,3-1-21 15,-3 0-18-15,2-2-23 0,2 0-34 0,-1-3-33 16,-1-1-33-16,-2-3-30 0,3-2-43 16,0-4-219-16,-2 0 28 0,1-1 29 15</inkml:trace>
  <inkml:trace contextRef="#ctx0" brushRef="#br0" timeOffset="103933.82">26699 7251 79 0,'-4'-10'409'0,"2"1"100"0,0 1-7 15,-1 1-50-15,-2 2-52 0,-1 1-46 16,1 3-41-16,1 0-35 0,-3 3-27 16,0 2-29-16,2 1-28 0,-1 2-24 15,2 1-21-15,-1 0-14 0,3 3-18 0,0-1-15 16,2 1-11-16,0 0-11 0,2 1-7 16,2 0-8-16,3 1-5 0,2-4-6 15,2 0-4-15,0-2-3 0,6-3-4 0,0-3-4 16,4-2-4-16,10-3-3 0,0-5-7 15,1-2-8-15,-3-1-5 0,-2-3-4 16,0 0-3-16,-5-2 0 0,0 0 0 0,-5-1 0 16,-6 4-1-16,-3 0-1 0,-3 2 1 15,0 2 0-15,-3 1 1 0,-4 2 1 16,2 7 0-16,-7-11 4 0,4 7 0 16,-5 1 2-16,8 3 2 0,-11-1 2 0,3 4 2 15,0-1 1-15,1 3 0 0,3 0 1 16,-1 4 0-16,0-1 1 0,3 2 0 15,2 0 0-15,0 0-1 0,5 4-1 16,2-1 0-16,2-1 0 0,9 5-2 0,-3-6-3 16,3-3-10-16,6 2-27 0,1-7-54 0,-2-1-64 15,0-2-79-15,-2-1-294 16,14-5 23-16,-3-2 27 0</inkml:trace>
  <inkml:trace contextRef="#ctx0" brushRef="#br0" timeOffset="104318.14">27661 6886 213 0,'2'-5'570'0,"-4"-2"54"0,2 7-46 16,-3-9-73-16,-1 5-68 0,-1 2-59 15,-1 0-47-15,-4 2-45 0,3 2-36 16,-3 2-35-16,-2 3-25 0,3 1-23 0,0 2-18 16,-2 2-16-16,4 1-16 0,3 1-11 15,0 0-10-15,3 1-11 0,3 3-8 16,1-2-9-16,1 1-5 0,5 7-7 16,3 1-4-16,-1-3-6 0,5 1-4 0,-6-4-5 15,-3-4-3-15,-2 0-4 0,2-1-4 16,-2 0-1-16,-1 1 0 0,-2-2-2 15,-2-2-1-15,-2 0-1 0,-2 2-1 16,-1 0-2-16,-3-1 0 0,0-2-5 0,3-1-10 16,-3-1-29-16,3-4-26 15,0 1-33-15,-1-3-35 0,4 0-43 0,2-2-39 16,0 0-33-16,0 0-277 0,0 0 22 0,6-15 28 16</inkml:trace>
  <inkml:trace contextRef="#ctx0" brushRef="#br0" timeOffset="105913.52">27874 7006 71 0,'0'-5'497'16,"2"0"93"-16,-2 5-25 0,-3-6-60 15,-1 5-57-15,4 1-51 0,-12 2-49 0,2 2-45 16,6 0-41-16,-5 4-36 0,-1 2-25 16,2 2-28-16,0 0-24 0,4 0-17 15,0-1-18-15,2-1-11 0,0-1-13 0,4 1-10 16,0-1-7-16,3-1-8 0,-1-1-8 15,3 0-13-15,-1-3-23 0,4 1-30 16,-2-2-56-16,3-3-24 0,-1 0-31 16,1 0-32-16,2-3-21 0,1-3-10 15,-2 0 5-15,0-2 11 0,-2-1 14 0,0 0 23 16,-2-1 43-16,-2 2 42 0,-1-1 51 0,-3 1 33 16,2 2 36-16,1-2 29 0,-3 2 19 15,0 1 5-15,1 0-8 0,-1 1-5 16,2 2-6-16,-1 0-7 0,-3 2-3 15,6-1-2-15,1 1-4 0,3 3-7 0,-4 0-3 16,4 0-4-16,-3 1-4 0,1 1-5 16,0-2-7-16,-3 1-6 0,2 1-5 15,-3 0-3-15,3-3-1 0,-4 1 0 16,-2 0-3-16,-1-3-2 0,0 0-3 16,0 0-5-16,0 0-2 0,0 0-4 0,0 0 2 15,0 0-6-15,0 0-2 0,-11-17-3 16,9 10-4-16,1-2-1 0,0 2-3 0,2-3-2 15,0 0-5-15,1 2-3 0,0-2-8 16,5 1-9-16,-2 0-10 0,4 0-6 16,1 2-13-16,2-1-9 0,-1 2-10 15,1 2-8-15,3 0-1 0,-2 1 4 0,5-1 1 16,-1 2 1-16,-2-2 4 0,4 2 5 16,-2 0 5-16,-1-1 5 0,0-1 4 15,-1 0 9-15,-1 1 22 0,-2 0 18 0,-4-1 15 16,1 0 13-16,-3 1 12 0,0-1 7 15,-3 0 2-15,-2 1 0 0,1 0 1 16,-2 3-3-16,0 0-3 0,0 0-4 16,0 0-5-16,0 0-2 0,-12-4-6 0,12 4-3 15,-6 4-3-15,2-2-4 0,2 2-3 16,-1 0-2-16,3-4-1 0,-5 5-2 16,4-2-1-16,0 1-1 0,1-4 0 0,0 0 0 15,1 7-2-15,-1-7 0 0,4 2 0 16,-4-2 0-16,5 0-2 0,-5 0 0 15,0 0-2-15,10-2 1 0,-7 1-2 0,-3 1-1 16,8-2-2-16,-8 2-2 0,6-1 0 16,-6 1-1-16,5 1-2 0,-3 2 2 15,-2-3 0-15,6 3 0 0,-3 0 1 16,0 0-1-16,5-1 1 0,-2 1-1 0,4 0 1 16,0 0-9-16,-1-2-7 0,2-1-3 15,0 0-5-15,0-3-3 0,4 0-1 0,0-2-1 16,1-1 0-16,-2-2 4 0,-1-2 2 15,-2 2 2-15,-1-3 0 0,-1 1 2 16,-1-1 3-16,-1 0 3 0,-1 1 7 0,-2 0 9 16,-1 4 6-16,1-1 5 0,-1 2 0 15,0 1 1-15,-1 2-2 0,-2 2 1 16,0 0 1-16,0 0-1 0,7 6 2 16,-2 1 0-16,-2 2 0 0,2 3 2 0,0 3-2 15,1 1 0-15,4 9 1 0,-4-5-1 16,1-1-1-16,0-3-1 0,-1 1-1 15,0-2 0-15,-2 1-2 0,1-3 0 16,-2-3-1-16,1-1 0 0,-4-1 2 0,3-4 0 16,-3-1 0-16,0-3-2 15,0 0-1-15,0 0-2 0,0 0-4 0,-8-11-2 16,5 2-6-16,-1-5-3 0,0-4-1 0,-2-9 0 16,1-2 1-16,-2-2 1 0,4 0 0 15,3 8 0-15,0 0 0 0,0 7-1 16,3-2 1-16,2 3-1 0,-2 1 1 0,5 2 0 15,-2 4-1-15,1 1 1 0,1 4 0 16,-1 1 0-16,0 0 1 0,1 5 1 0,2 0 1 16,2 2 1-16,1 1-1 0,1 2 1 15,-2-1 1-15,3 0 0 0,-1 0 0 16,1-1 0-16,-1-2-4 0,0-1-4 16,-1-1 0-16,-2 0-3 0,0-4 2 15,-1 1-1-15,2-3 2 0,2-3 5 0,-3 1-4 16,0-4 1-16,-3 0-1 0,0 1 2 15,0-3 0-15,0 1 3 0,-2 1 3 16,-3 1 3-16,0 3 3 16,-1-3 3-16,2 2 4 0,-1 1-3 0,-2 1-1 15,4 2-2-15,-3-1-1 0,0 2-1 0,-2 2-1 16,6-2-1-16,-6 2 1 0,6 0 0 16,-6 0-1-16,8 3 0 0,-2-2 0 0,1 2-1 15,0 0 1-15,0 0 1 0,0-1 0 16,0 0-1-16,0 0 1 0,1-2-1 0,1 2 2 15,-2-4-2-15,2 1-2 0,1 0-5 16,1-2-2-16,3-1-3 0,0-2 0 16,-2 2 0-16,1-3 0 0,1 0 1 15,0-1 0-15,1 2 0 0,-2-3 1 16,2 2 0-16,-3-4 0 0,1 5 2 0,-1-2-1 16,-1 1 2-16,1 0-2 0,-4 1 2 15,1 1 1-15,-4 3 0 0,3-2 0 0,-5 0 0 16,2 2 0-16,-2 0-2 0,0 2 3 15,-3 0-2-15,4-4 0 0,-4 4 1 16,0 0-1-16,4-2 0 0,-4 2 0 16,0 0 0-16,7 4 0 0,-7-4 2 15,4 3-2-15,0-1 1 0,0 3 2 0,2-1-2 16,0 5 4-16,3-1 2 0,2 4 3 16,-1 0 3-16,7 10 3 0,-1-6 3 0,0 7 2 15,-2-2 3-15,-1 3 0 0,-2-3-1 16,-1-1-1-16,-3-4-1 0,-3-2 0 15,1 2-1-15,-3-5-1 0,-1 0-1 0,-1 0-9 16,-2-1-41-16,-2-2-63 0,0 1-70 16,-5-1 27-16,-2-1-387 0,-1-3 14 15,-7-3 21-15</inkml:trace>
  <inkml:trace contextRef="#ctx0" brushRef="#br0" timeOffset="106082.42">28694 6439 3277 0,'-14'-12'1060'0,"3"1"-553"16,3 2-236-16,0 2-122 0,5 2-60 15,1-1-36-15,-1 2-20 0,2 1-17 0,1 3-31 16,0 0-80-16,0 0-71 0,0 0-82 16,0 0-249-16,9 11 25 0,-4-4 28 15</inkml:trace>
  <inkml:trace contextRef="#ctx0" brushRef="#br0" timeOffset="110349.47">18965 7406 110 0,'-3'-2'357'15,"3"2"74"-15,0 0-8 0,0 0-36 16,0 0-40-16,0 0-33 0,0 0-37 16,0 0-35-16,0 0-34 0,14 11-25 15,-6-8-16-15,2 0-21 0,5 5-14 0,0-3-9 16,13 6-8-16,0-3-8 0,-2 1-9 15,7 0-5-15,3 1-6 16,3-1 2-16,36 7 5 0,1-1-4 0,-1-2-6 0,3 1-6 16,-1 0-7-16,1 0-6 0,-1 2-7 0,2 0-8 15,1 2-4-15,-1 0-4 0,3 2-7 16,27 5-2-16,-32-6-4 0,2 3-3 16,34 5-3-16,-7 4-3 0,-2 2-2 0,-28-12 0 15,32 14 1-15,-4-4 3 16,1 3 0-16,-32-10 1 0,35 12 1 15,-3 0 0-15,-2 2 1 0,-2 0 0 16,1 1 2-16,0 0 2 0,-1 1 1 0,0-1 2 16,-2-1 3-16,0 3-2 0,-1-3 1 15,-4 1 0-15,9 0-2 0,-3 2-1 0,-1-3-2 16,2 0-2-16,3 0-4 0,-1 1-1 16,-4-1-3-16,5-2-2 0,-4-1 0 0,-27-10-2 15,32 9-2-15,-31-8-1 0,36 10-1 16,-5-4 1-16,-3 4-1 0,4-4 0 0,-27-10 0 15,34 8 0-15,-33-11 0 0,35 10 1 16,-35-11-1-16,33 6 0 0,-39-7 1 16,9 1-1-16,28 5 0 0,-32-7-1 0,1 0-1 15,1 1 1-15,2 1-3 0,0-3 1 16,-2 1-1-16,1-1 0 0,-3 0 0 16,0-2-1-16,-5-2-2 0,-14-2 0 15,-12-2 0-15,-6-1 0 0,37 4-1 0,-23-2 0 16,-9-3 0-16,-4 0 0 15,-4-2 0-15,1 1-1 0,-3-1 0 0,2 0-1 16,-5 0-1-16,-2-1-3 0,-8-2-3 16,-4 3-5-16,-2-2 2 0,-5 0-5 15,-1 1 1-15,-3-2-2 0,0 1-3 16,2-1-7-16,-4 1-5 0,-3-1-13 0,3 0-18 16,-3 1-25-16,-4-1-36 0,10-1-49 0,-6 0-64 15,-4 1-282-15,2-3 21 0,-2 3 25 16</inkml:trace>
  <inkml:trace contextRef="#ctx0" brushRef="#br0" timeOffset="112838.93">21609 9855 205 0,'0'0'376'0,"-3"-5"43"0,3 5-18 16,0 0-36-16,0 0-39 0,-1-5-39 15,1 5-25-15,0 0-25 0,0 0-19 16,0 0-14-16,0 0-19 0,0 0-12 0,0 0-14 16,0 0-11-16,0 0-13 0,8 12-10 0,-4-9-11 15,-1 1-8-15,2 2-7 0,0 0-9 16,2 1-3-16,1 2-5 0,1 0-5 16,-1 2-4-16,4 0-3 0,-1-1-3 15,2 0-2-15,5 4-4 0,1 2-3 16,0 1-1-16,1 0-3 0,1 1-1 15,0 1 0-15,2 1-1 0,1 1-3 16,1 1-2-16,1 1-1 0,21 20-4 0,-13-12-4 16,-5-6 0-16,-4-2-4 0,24 19-1 15,-2-2 0-15,-11-10-1 0,14 11 0 16,-1 0-1-16,3-4 0 0,1 1 0 0,-1-1-1 16,4 1-3-16,1-1-1 0,3 1-2 15,-1 1-1-15,2 2-2 0,23 12 0 0,-26-15-2 16,23 16 0-16,-24-17-1 0,2 5-1 15,22 14 0-15,-24-16 0 0,-4 4-1 0,24 19-2 16,-26-20 0-16,1 3-1 0,4-1 1 16,-7 3-1-16,3-2-1 0,2 1 1 15,20 21-1-15,-28-22 0 0,0-2 1 16,4 4 1-16,-1-2-1 0,0 0 2 0,4-1-1 16,1-1-3-16,-3-1 0 0,2-4-1 15,-1-1 0-15,-2-1-1 0,-10-11-1 16,12 10-1-16,-16-9-1 0,-2-4 0 15,-8-3 0-15,27 17 0 0,-18-9-1 16,-5-6-1-16,-4-2 2 0,-4-1-3 0,1 2 2 16,-3 0-1-16,0-1-2 0,-2 3-6 15,-1-3-12-15,-3-2-10 0,-3 0-15 16,-1-4-19-16,-3-3-22 0,1 0-35 16,-2-1-51-16,0-1 60 0,-4 0-84 0,1-2-337 15,-2-2 15-15,-4 0 21 0</inkml:trace>
  <inkml:trace contextRef="#ctx0" brushRef="#br0" timeOffset="121648.83">25862 9711 209 0,'-10'-9'272'0,"3"0"-18"0,-1-2-26 16,3 1-10-16,1 0-14 0,2 1-8 15,-3-1-4-15,2 1 3 0,1-3 14 16,2 2 8-16,-2-1 10 0,2 0 5 16,0 0-3-16,0 1-8 0,2 1-9 0,-2-1-15 15,2 0-17-15,-2 2-22 0,0 1-20 16,1 1-18-16,1 2-15 0,-2 4-13 0,5-5-4 15,-5 5-14-15,4 1-11 0,-4-1-6 16,7 10-7-16,1 2-4 0,-5 2-4 16,4 4-7-16,-3 11-1 0,3 3-6 0,-3 2-2 15,-2 1-2-15,1 3-4 0,-1 3-2 16,0 2-2-16,-2 4-1 0,0 45-1 0,-6-8 1 16,3-18 2-16,-1-14-2 0,4-3-2 15,-2 40-1-15,0-23 0 0,0-12-1 16,-3 29-1-16,2-24-2 0,1-9 1 15,0-9-2-15,1 1-1 0,0-1-1 0,1-2 1 16,0 2-2-16,2-2 2 0,0-1-2 16,3 1 0-16,-2-3 0 0,3-1 1 15,0-6 2-15,1-3 4 0,2-5 5 16,0-6 7-16,-2-5 5 0,0 0 3 0,2-5 1 16,0-1 1-16,0-3-3 15,1-1-3-15,2-2 3 0,-1-4-5 0,3-2-3 16,-3-3-2-16,-3 1-3 0,2-2-1 15,-7-1-1-15,1 2-4 0,-4 1-1 0,-3 1-2 16,1-1-2-16,-7-1 0 0,0 0-1 0,-2 4 0 16,-5-1-2-16,1 3 1 0,-3 3-3 15,0 1 0-15,-2 3-1 0,-8 4 0 16,1 5 1-16,-2 2-1 0,0 6 0 16,4 3-2-16,1 1 0 0,-19 25 1 0,16-12 3 15,9-2-2-15,6-4 0 0,2 1 0 16,3 2 1-16,3 2-1 0,3 1 1 0,0 4-1 15,1 3 1-15,0 0 0 16,1 0 0-16,4 0 0 0,-1-3 1 16,-2 3 0-16,0 0 0 0,-1-1 0 0,-2-1 0 15,-3 0 1-15,-4-4-1 0,-2 1 1 16,-5-4 0-16,-14 26-2 0,1-22 1 0,2-11 0 16,2-4 0-16,-2-5 1 0,-3 0 0 15,-2-4 3-15,-6-2-3 0,1-2 0 16,-2-2-11-16,0 0-19 0,0-2-19 15,1-1-23-15,4-2-26 0,-1 0-46 0,8-2-58 16,6-1-54-16,-1 0-248 0,3-1 27 16,5-4 27-16</inkml:trace>
  <inkml:trace contextRef="#ctx0" brushRef="#br0" timeOffset="124752.84">26739 11052 179 0,'-15'-8'533'0,"-1"2"65"0,-1 1-39 15,-2 4-59-15,-1 0-70 0,-7 7-61 16,-2 1-52-16,4 4-42 0,-2 2-36 0,5 3-30 15,-1 1-26-15,5 1-23 16,0 0-20-16,5 2-19 0,4-4-14 0,2-1-13 16,2-4-9-16,5 1-10 0,0-4-8 15,1-1-7-15,3-2-5 0,3-1-6 0,2-2-4 16,0-2-3-16,7-3-5 0,8-5-5 16,3-6-4-16,0-2-6 15,25-22-4-15,-16 8-4 0,-9 1-1 0,13-18-2 16,-13 7-2-16,-9 7-1 0,-3 2-1 15,-2-1-2-15,-3-2 0 0,-1-1-1 0,-2 2 1 16,-4-2-2-16,-3 9 1 0,-3 2 0 16,-2-5 3-16,-3 2 0 0,-1 7 1 0,1 2 3 15,2 6 0-15,-3 2 2 0,3 4-3 16,-1 1 0-16,-1 4 0 0,2 2-1 16,0 4-1-16,-3 3 0 0,-1 5 0 0,4 1-2 15,-3 13 0-15,5 0 0 0,-2 3 0 16,4 2-1-16,4 0 0 0,3 2 0 15,-2-3 0-15,7 0-1 0,1-1 1 16,3-4-1-16,-1-1 0 0,6-2 1 16,2-5 0-16,0-2 0 0,4-4-1 0,-4-4 1 15,-2-3-4-15,-3-2-2 0,5-2-9 16,-4-3 0-16,4-2-5 0,8-4-4 16,-2-2 3-16,-5-3-7 0,1 0 1 0,-3-1-1 15,-5 1 1-15,-3 1 2 0,-3-1 2 16,-4 2 6-16,1 0-5 0,-6 2 5 15,2 0 0-15,-4 1 2 0,2 1 1 16,-2-1 0-16,-3 2 2 0,-1 2 1 0,-1 0 2 16,-2 3 3-16,2 2 0 0,0 1 0 15,-1 2-2-15,-4 4 3 0,1 1 0 0,5 2 0 16,-2 1 0-16,2 2 1 0,4-1-1 16,1 0-1-16,2-2 0 0,3 3 1 15,0 0-1-15,4-2 1 0,9 5-3 0,-1-6-5 16,-1-4-9-16,0-1-8 0,2-4-10 15,1 1-5-15,3-6-3 0,-2 1 4 16,13-4 2-16,-5-3 4 0,2-2 0 16,-6 0 11-16,-1-3-5 0,3 0 5 0,-7 0 2 15,-5-1 2-15,1 4 6 16,-6 0 8-16,-1 1 5 0,-2 1 6 0,0 2 8 16,-3 0 4-16,0 1 3 0,-2 3 0 0,0 3 0 15,-4-6 0-15,4 6 0 0,-6-1 1 16,6 1-2-16,-10 5 2 0,5-1-2 15,-3 0 1-15,-2 1-1 0,6 1-1 16,-3 0-1-16,1 0 0 0,1 0-1 16,0 0-1-16,1-1-1 0,2-1 0 0,-1 0 0 15,3-4-2-15,0 0 0 0,0 0 0 16,6 5-4-16,-6-5-3 0,12-5-6 0,-5 1-9 16,-1 1-3-16,3-2-1 0,-1-1 0 15,1 2 1-15,-3-1 1 0,1 1-2 16,0 1 1-16,0-1 0 0,-1 1 1 15,-1 0 4-15,-1 1-1 0,3 2 2 0,-7 0-2 16,5 0 3-16,1 1 1 0,-2 0 0 16,3 3 1-16,3-2 0 0,-1 2 2 15,2 1 0-15,5 0 0 0,-1-3 0 0,3 2 2 16,0-1 0-16,2-2 0 0,1 0 0 16,0-2 0-16,14-2 1 0,-2-2 0 15,-3-1-1-15,1-3 1 0,-3 0-1 16,-1-2 0-16,-2-2 1 0,-4 0 0 15,-1-2 1-15,-4 2-1 0,-5 1 1 0,-4 1 2 16,0 0 3-16,-3 0 2 0,-2 3 1 16,-2 0 2-16,-2 0 0 0,-2 2 0 0,-1 2 0 15,-4-1 0-15,0 2 0 0,0 2-1 16,-4 1 1-16,-3 3 2 0,-2 2 0 16,-6 4 0-16,1 1 2 0,2 7-1 0,1 0 0 15,5 1-1-15,2 3-2 0,3-4-1 16,4-1-1-16,3-1 0 0,1-1-1 15,4-2-1-15,0-4 1 0,1 2 0 16,5 0-1-16,2-1-1 0,1-5 0 0,0-3-2 16,2-1 1-16,1-1 0 0,4-6-3 15,5-4 1-15,-1-5-1 0,-2-3-1 0,-2-3 0 16,-3-3 3-16,0-4-3 16,-4-3-2-16,-2-4 0 0,-1 0 0 0,-1-4-1 15,-4-1-2-15,-3 2-1 0,-1 1 0 16,-2 2 1-16,-3 3 0 0,2 3 1 15,-2 2 3-15,-1 6 1 0,5 6 3 0,-3 2 3 16,1 4 1-16,1 2-1 0,2 1 1 16,-2 3-1-16,0 3 0 0,3 1 1 0,0 0 1 15,-5 12 0-15,2-2 0 0,2 9-1 16,0 14-1-16,0 3 0 0,1 4 0 16,1 1-1-16,0 4 0 0,3-1-1 15,-3 2 0-15,3 0-2 0,6 32-11 0,-3-23-35 16,-3-13-45-16,4-7-63 0,-3-3 35 15,-1-11-415-15,3-1 14 0,-4-4 24 16</inkml:trace>
  <inkml:trace contextRef="#ctx0" brushRef="#br0" timeOffset="126116.06">28640 10589 164 0,'15'-15'528'0,"0"3"90"16,-1 4-22-16,1 4-59 0,-4 3-70 16,0 2-65-16,-2 1-61 0,2 6-50 15,-1 3-40-15,-4 1-35 0,0 2-30 0,-5 4-23 16,-1 1-22-16,-1 1-18 0,-3 11-15 15,-4-1-15-15,-1 1-10 0,1-4-10 0,-2 0-5 16,3 1-8-16,-1-1-6 0,2-4-2 16,3-4-5-16,1-1-2 0,-2 0-3 15,7-1-4-15,-1 2-4 0,1-2-3 0,2 0-1 16,-1-1-3-16,2 1-4 0,-1-1-1 16,1 0-3-16,-3 0-1 0,0 0-2 15,0-1-2-15,-6-1-5 0,1 1-7 16,-1-1-9-16,-5-1-6 0,-3-1 0 15,0-1-2-15,-4-2 2 0,1-2-2 0,-3-1 0 16,2-3 1-16,-2-1 1 0,2-2 0 16,-1-2-3-16,1-1 0 0,1-2-9 15,5-2-3-15,0-3-7 0,5 1-2 0,1-1-6 16,3 1-2-16,3-3-1 0,2-1 1 16,7-9 7-16,3 0 0 0,0 1 5 15,7 3 3-15,-1 2 2 0,0-1 1 0,4 0 4 16,0 5 0-16,2 0 6 0,0 1 0 15,1 0 2-15,-2 0-4 0,0 3-6 16,2 0-5-16,-3-1-3 0,-3 4-8 16,-4 0-10-16,-2 0-6 0,-1-1-6 0,1 2-6 15,-2-1-1-15,-2-3 3 0,-2 1 7 16,-1 0 7-16,2 0-1 0,-4 1 7 16,-3 0 10-16,1 1 9 0,-2-1 22 0,-1 2 12 15,-1-1 10-15,0 1 7 0,-1 4 7 16,0 0 5-16,-3-6 3 0,3 6 2 15,0 0-1-15,0 0 5 0,-5-1-4 16,5 1-4-16,0 0-1 0,0 0-1 0,0 0 2 16,1 12 2-16,1-6 1 0,2-1-1 15,-1 1 1-15,3-1-2 0,-1 2-3 0,0-1-2 16,0-2-2-16,0 0-2 0,0-1-1 16,0 0-1-16,-3-1-2 0,4-2 2 15,-6 0-7-15,7-1-8 0,-7 1-9 16,7-7-13-16,-3 1-2 0,0-1-3 0,4-5 0 15,-2 0 1-15,0-2 3 0,1-2-7 16,1 1 13-16,-2-1-6 0,2 2 3 16,-1 1 11-16,2 2 6 0,0-1 6 15,-2 2 8-15,1 2 6 0,0 3 5 0,-1 1 7 16,-2 3 6-16,1 1 2 0,-2 1 0 16,4 2-2-16,-1 2-2 0,-2 1-3 15,3 5-2-15,0 1-3 0,-2-1-4 0,0 2-1 16,0-2-4-16,-1-1-2 0,0 0-2 15,-2-3-2-15,0 1-2 0,-1-1 1 16,1-2 0-16,-3-2 0 0,3 0-2 0,-3-3-1 16,0 0-1-16,0 0-3 0,0 0-1 15,0 0 0-15,7-9-3 0,-3 3-1 16,0-2-1-16,1 1-1 0,-1 0-2 16,1-1-1-16,-1 2-2 0,3 1 0 0,-2 0-1 15,2 2-2-15,0 0-1 0,0 2 1 16,-1 1 0-16,2 1 2 0,1 2-1 15,0-1 0-15,4 2 4 0,1 1-2 16,-1 2-1-16,4-1 1 0,-1-1 0 0,1 0 0 16,2-1 1-16,0-2-1 0,2-2 2 15,0-1-1-15,9-3 0 0,0-3 1 0,-1-2 1 16,-2-1-1-16,-2-3 1 0,0-1-2 16,-4-3-1-16,-2-1-1 0,-2 0-3 15,-3-1-4-15,-3 2 3 0,-4 2-2 0,-3 2 1 16,-2 2 0-16,-1 2 2 15,0 0 2-15,-1 4-1 0,-1-2 2 16,-1 4 0-16,2 3 2 0,-5-4 2 0,5 4 2 16,-6 1 3-16,2 4 2 0,-2 1 2 0,2 2 1 15,0 1 0-15,2 1 1 0,0 5-2 16,2 0-1-16,2 4 0 0,1 0-2 16,4 7 0-16,3 0-4 0,3-5-21 15,2-2-38-15,1 0-41 0,6-2-56 0,0-4-64 16,2-4-312-16,4-2 16 0,-2-4 24 15</inkml:trace>
  <inkml:trace contextRef="#ctx0" brushRef="#br0" timeOffset="126259.7">30342 10715 3169 0,'6'-8'1080'0,"-1"1"-552"16,-3 0-236-16,0 3-120 0,-2-1-68 0,0 5-38 15,0-8-19-15,0 8-21 0,-4-2-20 16,4 2-40-16,0 0-46 0,-9 2-71 15,9-2-102-15,-9 7-247 0,1-1 26 16,0-2 29-16</inkml:trace>
  <inkml:trace contextRef="#ctx0" brushRef="#br0" timeOffset="167203.96">28175 16264 350 0,'-8'3'622'0,"-2"-2"24"16,5 1-67-16,-1-2-67 15,4 2-53-15,2-2-55 0,0 0-48 0,0 0-43 16,17-4-37-16,15-1-34 0,6-2-35 15,44-8-27-15,36-6-22 0,3 1-21 16,-1-2-17-16,5-2-12 0,6-2-13 16,3 0-9-16,4-7-8 0,9 5-3 0,5-1-1 15,14-3-2-15,10-3-4 0,-1 2-5 16,3 2-5-16,-6 0-5 0,3 9-2 0,-5-2-1 16,-1 1-3-16,-4 4-2 0,-5 0-1 15,-11 1-3-15,-14 2-3 0,-8 2-4 0,-5 0-2 16,-37 5-4-16,-1 1-2 0,0 0-4 15,-22 2-2-15,-14 2-2 0,-6 1-1 16,-3-1-2-16,-5-1-2 0,-9 4-3 0,-4-1-6 16,-7 1-13-16,-3 0-15 15,-4 2-20-15,-5-1-22 0,-2 0-30 0,0 0-46 16,-12 6 44-16,-4-2-86 0,-18 2-350 16,-7-1 6-16,-2-1 18 0</inkml:trace>
  <inkml:trace contextRef="#ctx0" brushRef="#br0" timeOffset="167636.75">29200 16376 3371 0,'-64'24'950'15,"21"-9"-603"-15,16-6-261 0,4 1-168 0,7-2-44 16,2-2 39-16,4 0 50 0,4-3 50 15,-1 1 28-15,5-2 30 16,2-2 26-16,0 0 19 0,0 0 12 0,18 4 2 0,1-6-4 16,18-2-5-16,39-8-5 0,4-1-8 15,6-1-3 1,33-9-3-16,1-2-5 0,2 1-6 0,7-1-9 0,6-2-6 16,-1 1-8-16,4 1-8 15,-5 1-5-15,-4 1-6 0,-10 2-3 0,-2 3-5 0,0-3-3 16,-36 8-2-16,4-2-3 0,33-4-2 15,-41 6-2-15,-2-2-2 0,-16 4-2 16,17-2-1-16,-19 5-4 0,-17 1-1 16,-8 1-2-16,-3 0-1 0,-6 1-2 0,-4 2 0 15,-4 2-1-15,-3-3-2 0,-4 2-2 16,-2 0-2-16,-3-1-4 0,-1 2-8 0,-2 1-12 16,0 0-7-16,0 0-8 0,0 0-9 15,-19-1-9-15,8 1-14 0,-2 1-13 16,-4 0-26-16,-2 2-30 0,-1-2-44 0,0 1 65 15,-11 3-89-15,-2-3-325 0,1 2 16 16,6-3 24-16</inkml:trace>
  <inkml:trace contextRef="#ctx0" brushRef="#br0" timeOffset="197644.61">12410 11078 102 0,'-60'30'284'0,"5"5"58"16,1 7-1-16,8 2-17 0,3 5-25 16,0 5-32-16,2 4-29 0,-8 31-32 15,16-21-26-15,-6 36-22 16,4 3-19-16,10 4-12 0,8-27-18 0,-4 40-15 0,14-35-8 16,-2 41-9-16,9-43-7 0,6 1-8 15,2 2-3-15,3-1-4 0,1-2-4 16,16 23-4-16,-6-38-4 0,5-6-2 15,2-5-7-15,-5-18-3 0,-1-11-1 0,18 16 1 16,-9-17-2-16,-1-9 4 0,-2-9 1 16,3-2-1-16,0-4 8 0,5-7 10 0,3-3 9 15,30-18 8-15,-5-8 4 0,-3-11 1 16,15-24-2-16,-9-7 3 0,-6-2-1 16,-1-5 5-16,-24 19-8 0,16-26-5 0,-19 26-3 15,0-5-3-15,-2 0-3 0,-1 0-6 16,-7 2-3-16,-6 16-4 0,-7 3-2 0,1 4-5 15,-5-2-1-15,-3-3-5 0,0-1-3 16,-4-4-2-16,-2-36-3 0,-9 3-1 16,-3 3-3-16,-3 3 0 15,-6 5-3-15,-4 5 0 0,-2 1-3 0,-7 5-1 16,-2 0 1-16,-5 8-2 0,-4 4 1 0,-7 6-2 16,-2 5-2-16,-3 7-3 0,11 14-2 15,4 5-2-15,2 7-7 0,-3 6-13 16,-36 12-19-16,4 9-21 0,12 8-18 0,-20 20-30 15,33-11-36-15,5 8-42 0,7 4-65 16,2 5-233-16,9 2 26 0,1 2 32 16</inkml:trace>
  <inkml:trace contextRef="#ctx0" brushRef="#br0" timeOffset="-164513.4499">30589 2320 302 0,'-14'-7'491'0,"1"1"31"0,-1 2-39 0,-2 0-53 16,-1 3-47-16,-3-2-46 15,4 3-39-15,-5 0-34 0,-9 3-30 16,-4 3-25-16,1 0-24 0,1 3-21 0,-4 2-17 0,2 1-19 16,-31 17-14-16,21-6-8 15,8-3-15-15,-18 14-12 0,14-5-9 0,7-5-7 16,-16 16-8-16,16-10-4 0,5-3-4 16,-13 20-3-16,10-12-3 0,8-5-3 0,-13 23-2 15,8-13-5-15,7-4-2 0,-12 24-3 16,12-15-1-16,2-6-4 0,-5 27-2 0,10-16-2 15,3-7-1-15,1-7-1 0,3 5 0 16,-2-1-2-16,4 3 0 0,1 1 0 16,0-1-1-16,3 4-2 0,1-1 0 0,1-1 0 15,6 37 0-15,3-25 0 0,-2-14-1 16,1-6 1-16,16 29-1 0,-5-20 0 16,-2-10 1-16,1-7 1 0,15 27 1 15,-4-19 0-15,-3-5 0 0,16 11 1 16,-10-13 0-16,-4-5 2 0,-1-3 0 0,24 15 0 15,-10-12 0-15,-8-2 0 0,-4-5 1 16,32 16 0-16,-17-14-1 0,-7-3 1 16,-3-4 0-16,31 7 1 0,-15-6 1 0,-9-7 2 15,-5 0 1-15,6 0-1 16,-2-6 1-16,3-1-1 0,0-2 2 0,37-7 3 16,-23 2 1-16,-12-1 2 0,27-7 0 0,-20 3-1 15,-7 0-1-15,24-7-1 0,-19 1 0 16,-9 4-2-16,26-11 1 0,-4 0 1 15,-15 3 2-15,7-9 2 0,-14 6 1 16,17-10 1-16,-6-1 0 0,-3-1-1 0,-3-4-1 16,-13 10-2-16,-6 0 0 0,17-18-2 15,-3 0-1-15,-10 11-3 0,-8 7-1 0,-3 4-1 16,14-27-1-16,-11 17-1 0,-6 7 1 16,-6 3-2-16,0 1-1 0,-1 1-2 15,-2-4 0-15,-1-1-3 0,0 0 1 16,-4-1-2-16,-1-1 0 0,-3-1 4 0,-3 0-4 15,-3-1-2-15,0-2-2 0,-4 2 3 16,0-3-3-16,-3 0-2 0,-8-28 0 0,2 18-1 16,1 9 0-16,1 6-1 0,-17-23 0 15,10 13-1-15,6 10-1 0,2 1 0 16,-2 2 1-16,-1 0-3 0,-15-25 2 0,8 16 0 16,5 8 0-16,3 4-1 15,1 0 0-15,-3 0 0 0,1 0 0 0,-1 1 0 16,-1 0-1-16,0 1 0 0,-2 1-2 15,-1 0 0-15,-2 2 0 0,0-1-3 0,-27-13 9 16,13 11-6-16,7 6-2 0,1 4 1 16,-2 0-1-16,-2 0 2 0,-31-9-1 15,16 8-1-15,7 7 0 0,4 1-2 0,0 2-9 16,-38-7-8-16,18 12-9 0,13 2-12 16,3 1-15-16,-34 10-16 0,6 1-24 0,2 4-28 15,0 3-39-15,5 7 61 0,1 1-426 16,-3-2 10-16,23-6 18 0</inkml:trace>
  <inkml:trace contextRef="#ctx0" brushRef="#br0" timeOffset="-162102.31">28818 3921 19 0,'-5'-3'410'16,"5"3"102"-16,0 0-22 0,0 0-52 0,0 0-54 16,-3 9-44-16,3 1-42 0,3-1-32 15,1 8-34-15,1 11-23 0,2 2-22 16,-2 2-19-16,3 2-19 0,-2 5-11 15,0 1-11-15,6 34-8 0,-4-20-5 16,0-10-2-16,0-6-5 0,-1 2-7 0,1 0-5 16,0 1-6-16,7 33-9 0,-4-22-6 15,-1-9-6-15,-1-7-7 0,1 1-4 16,0 1-6-16,1-1-2 0,0 2-6 0,11 26-1 16,-3-19-4-16,-5-12-4 0,0-5-5 15,4 1-2-15,2-1-3 0,2-2-2 0,19 22-3 16,-7-16-2-16,-4-10-1 15,-4-3-2-15,4-1 0 0,29 11-1 0,-13-10-1 16,-5-6 2-16,-4-3 2 0,36 7 2 16,-15-9 0-16,21 3 1 0,-17-6 0 0,-7-5 0 15,40 0 1-15,0-3 1 0,37-5 0 16,-8-5 2-16,0-1 1 0,-36 0 0 16,46-3 2-16,-5-4-1 0,-2 0 0 0,-4 1-2 15,2-2-2-15,-2-1-1 0,-3-1-2 16,1 2-2-16,-39 3-1 0,33-6-1 15,1 3 0-15,-36 5-1 0,1-1-2 0,2 2-1 16,-1-1 0-16,-1-1-1 0,-2 2-2 16,-4-1 1-16,0-2 0 0,-3 1-2 15,-21 5 1-15,-6 0-1 0,-9 3-1 16,1-1 0-16,-2 1 0 0,-4 0 0 0,-1 2-2 16,-5-1 0-16,-5 3-1 15,-4 0-4-15,-4 1-7 0,-3 0-9 0,-1 0-14 0,-2 1-14 16,0-1-20-16,-3 1-26 0,-3 3-32 15,4-6-42-15,-4 2-44 0,0 4 82 16,-6-11-395-16,-1 5 18 0,1 1 24 16</inkml:trace>
  <inkml:trace contextRef="#ctx0" brushRef="#br0" timeOffset="-161666.15">32681 3572 23 0,'7'-11'395'15,"1"2"122"-15,-3 0 20 0,-2 3-29 16,3-1-49-16,-1 0-48 0,-2 0-55 0,-1 1-47 15,4 2-46-15,-6 4-36 0,5-7-26 16,-3 6-13-16,2 1-9 0,-4 0-8 16,8 7-10-16,-1 6-11 0,-1 3-10 0,5 11-11 15,-4 5-10-15,-1 5-8 0,2 4-9 16,2 39-7-16,-5-19-8 0,-2-9-7 0,4 30-6 16,-6-19-4-16,-2-10-4 0,2-5-4 15,-2 42-2-15,-2-22-4 0,0 17-1 16,-1-21-3-16,0-10-3 0,-2 28-3 0,-1-22-2 15,-2-10-4-15,3-9-5 0,-8 34-2 16,4-22-5-16,1-11-2 0,2-9-2 16,0-2-1-16,-1-3-6 0,0-7-11 0,5-4-18 15,-2-3-22-15,2-3-22 0,1-3-23 16,-1 0-42-16,-1-5 33 0,2-2-77 16,2-1-369-16,-7-8 8 0,-1-1 18 15</inkml:trace>
  <inkml:trace contextRef="#ctx0" brushRef="#br0" timeOffset="-159484.12">30577 3307 265 0,'0'0'384'16,"0"0"12"-16,0 0-23 0,0 0-41 16,0 0-31-16,5 11-38 0,-2-10-29 15,-3-1-25-15,7 0-20 0,-1 1-14 0,-2-1-12 16,-4 0-13-16,9-2-13 0,-5 1-13 15,3-2-9-15,1 2-8 0,-1-4-13 16,-2 0-7-16,1 1-4 0,-2-2-2 0,1 0 1 16,0 0 7-16,-2 0 0 0,1 1 4 15,-2-1-1-15,-1 1-4 0,-1-1-2 16,0 6-7-16,0-8-6 0,0 8-7 0,-3-7-8 16,1 4-7-16,-1 0-6 0,3 3-6 15,-6-4-6-15,1 3-5 0,5 1-4 0,-4 0-6 16,4 0-13-16,-7 5-43 0,5-3-49 15,-1 3-58-15,0 1-78 0,0 2-275 0,1 1 27 16,-3-2 30-16</inkml:trace>
  <inkml:trace contextRef="#ctx0" brushRef="#br0" timeOffset="-156679.5">28825 4206 156 0,'0'0'304'0,"0"0"29"0,0 0-15 0,18-6-30 16,-8 4-33-16,6 0-32 0,2 0-29 15,13-3-19-15,2 1-18 0,2-1-10 16,0 0-9-16,4 2-11 0,3-2-9 0,0 1-11 16,38-6-8-16,-26 5-7 0,-10 0-10 15,-7 2-11-15,3 0-8 0,0 0-7 16,-1-1-7-16,0 0-5 0,0-1-6 0,-1 2-5 16,-2-1-6-16,0 1-6 0,-1-2-1 15,-2 2-3-15,-1-1-3 0,-7 1-2 16,-4-1-1-16,-4 1 1 0,0 1-2 0,0-1-1 15,-5 0 2-15,-1 2-1 0,-2-2-2 16,0 2 1-16,-1 0-1 0,-3-1-5 16,2 0-19-16,-2 2-17 0,0-1-20 15,-5 1-24-15,7-2-25 0,-4 1-35 0,-3 1-42 16,4-1-211-16,-4 1 33 0,5-2 34 16</inkml:trace>
  <inkml:trace contextRef="#ctx0" brushRef="#br0" timeOffset="-155848.72">31957 3716 357 0,'0'0'522'16,"0"0"6"-16,0 0-37 0,0 0-48 0,0 0-47 16,0 0-37-16,0 0-31 0,0 0-24 15,17 1-24-15,2 0-22 0,1 0-22 16,16 2-21-16,2-2-21 0,7 0-21 0,3-1-21 15,42 0-19-15,-24 0-13 16,-10-2-15-16,31-2-13 0,-23 2-8 0,-13-2-8 16,-5-1-7-16,34-1-7 0,-20 1-6 15,-12 2-6-15,-9-1-4 0,-1 0-6 0,-3 3-4 16,0-4-6-16,-10 2-1 0,-5 0-4 16,-2 1-2-16,-2 0-3 0,-3 1-1 15,-3 0-4-15,-2 0-5 0,-1-1-8 16,-1 1-20-16,-6 1-23 0,9-2-21 15,-9 2-23-15,0 0-27 0,0 0-34 16,1-4-41-16,-1 4 71 0,0 0-408 0,-19 2 19 16,7-2 24-16</inkml:trace>
  <inkml:trace contextRef="#ctx0" brushRef="#br0" timeOffset="-155113">30531 3219 228 0,'8'-3'381'0,"1"0"28"16,5 0-15-16,3 2-33 0,2-1-30 16,2 2-23-16,13 4-34 0,4 3-27 15,3 1-25-15,36 12-20 0,-2 0-17 0,0 0-18 16,-2 1-18-16,3-2-19 15,3 1-14-15,-2 0-13 0,-3-4-10 0,5 1-11 16,-3 3-5-16,3-1-9 0,-8 0-7 16,2 0-6-16,-5 0-2 0,-15-4-5 0,-10-2-2 15,-7-2-4-15,33 10-2 0,-21-5-2 16,-10-3 1-16,-7-3 3 0,1 1 4 16,-3-2 5-16,-1 2 4 0,-1-2 2 0,-7-2-1 15,-4-2-2-15,-2 0-2 0,0 0-3 16,-4 0-3-16,-1-3-1 0,-1 1 2 15,-3-1-4-15,1 0-4 0,-1-1 0 0,0 2 0 16,-2-2 1-16,0 0-1 0,1 0-1 16,-1 1-1-16,-3-2-4 0,5 1-1 15,-5-1-4-15,3 2-3 0,-3-2-2 0,7 2-4 16,-7-2-8-16,3 0-7 0,-3 0-16 16,0 0-11-16,0 0-9 0,3 1-2 15,-3-1-24-15,0 0-11 0,0 0-22 16,0 0-32-16,0 0-36 0,0 0-37 0,0 0-36 15,0 0 89-15,0 0-352 0,0 0 26 16,-14 2 31-16</inkml:trace>
  <inkml:trace contextRef="#ctx0" brushRef="#br0" timeOffset="-154050.22">32011 3688 129 0,'0'0'352'0,"-7"0"52"0,7 0-2 16,-2 3-30-16,2-3-37 0,0 0-30 15,0 5-21-15,0-5-23 0,0 0-20 16,4 7-18-16,-1-4-15 0,-1-1-18 16,3-1-18-16,0 2-14 0,-1-2-14 0,4 0-15 15,0-1-13-15,1 0-10 0,0-1-10 16,-2 0-11-16,1-2-8 0,1 1-7 16,0 0-6-16,-2-2-8 0,-2 1-3 0,2-2-5 15,-2 1-4-15,-2 0-5 0,-2 0-3 16,1 0-3-16,-2 4 2 0,-2-7 0 0,2 7-5 15,-3-6-2-15,0 4-4 0,-1 1-1 16,-3 0-4-16,7 1-2 16,-10-1-3-16,4 2-1 0,-1 0-1 0,-3 0-3 15,3 1-2-15,-1 1-1 0,2-1-2 0,-2 0 0 16,3 2 0-16,1-2-1 0,1 1 3 16,0 1 4-16,3-4 5 0,-2 4 5 15,2-4 2-15,-1 3 3 0,1-3 1 16,0 0 5-16,6 3-2 0,-6-3 1 0,5 1-2 15,-5-1 1-15,7-2-1 0,-7 2 0 16,8-1 0-16,-5 0 0 0,-3 1-1 16,4-3-2-16,0 0-2 0,-4 3-10 15,2-4-18-15,-2 4-55 0,0 0-65 0,0 0-98 16,0 0-299-16,-11-6 18 0,0 5 25 16</inkml:trace>
  <inkml:trace contextRef="#ctx0" brushRef="#br0" timeOffset="-153445.99">30488 3449 31 0,'0'0'426'0,"-3"-4"107"16,3 4-8-16,0 0-48 15,0 0-60-15,0 0-52 0,10 5-46 16,-3 0-41-16,2 1-29 0,4 0-26 0,2 3-23 15,5 4-18-15,3 2-17 0,2-5-15 16,1 1-15-16,2-1-12 0,-2-1-12 16,1-1-9-16,1-3-8 0,-3 0-6 0,-4-3-4 15,-1 0-2-15,0-4-2 0,1 0-5 16,10-4-1-16,-1-4-5 0,-1 1-7 0,-2-3-4 16,-1-3-5-16,1 0-4 0,-1-3-6 15,-3-1-2-15,-3-1-5 0,0-2-4 16,-1 0-2-16,-4 2-2 0,-1-1-3 0,-3 6-3 15,-3 1-2-15,-3 2-1 0,2 0-10 16,-4 3-15-16,1 0-24 0,-2 4-34 16,1 0-41-16,-3 2-45 0,0 3-44 0,0 0 73 15,0 0-399-15,0 0 18 0,-12 13 26 16</inkml:trace>
  <inkml:trace contextRef="#ctx0" brushRef="#br0" timeOffset="-153043.22">30602 3855 121 0,'0'0'460'0,"9"-7"73"0,-1 3-22 16,2 1-51-16,0 1-60 0,-1-2-59 0,3 3-46 15,-2 1-37-15,0 0-30 0,1 0-25 16,-2 3-20-16,0 1-17 0,-1 0-15 16,0 2-13-16,-2 1-14 0,2 3-11 0,-4 0-11 15,-1-1-10-15,0 0-11 0,-2 1-9 16,2-2-11-16,1-1-8 0,-2 2-6 15,-1-2-5-15,0-2-8 0,0-1-3 16,1 2-5-16,0-3-4 0,1 1-5 16,0-2-5-16,2-1-11 0,1-1-34 0,2-1-43 15,8-3-31-15,0-3-43 0,10-3-31 16,1-4-26-16,0 1-32 0,3-4-32 0,-2 0-182 16,0 0 31-16,0-1 33 0</inkml:trace>
  <inkml:trace contextRef="#ctx0" brushRef="#br0" timeOffset="-152630.46">31201 3701 198 0,'0'0'464'0,"0"-7"58"16,0 7-21-16,0 0-46 0,-5-5-51 0,5 5-47 15,-7 0-40-15,7 0-35 0,-11 6-31 16,3-1-30-16,2 4-21 16,-2 0-22-16,-1 2-21 0,1 2-14 0,3-2-15 0,-2 2-12 15,3-2-10-15,0 0-7 0,2-3-9 16,1 2-6-16,2-2-5 0,0 2-7 15,1-3-5-15,1 0-5 0,3-1-5 0,0-1-2 16,1-2-5-16,1 0-3 16,2-2-3-16,0-2-3 0,8-1-2 0,-3-2-2 15,1-2-1-15,-1-2-1 0,8-6-1 0,-3-1-2 16,0-1 1-16,-3-1-4 16,-2-1-1-16,1-1-2 0,-7 2-1 0,-3 4-2 15,0-1 0-15,-3 3-1 0,-2 0 0 0,-1 2 1 16,-1-1-1-16,-2 1 0 0,0 1-3 15,-2 1-3-15,-2 3-3 0,1-1-2 16,-2 3-2-16,-2 0-2 0,1 4-1 16,-1 0-2-16,-3 3-1 0,1 2-2 15,-1 1 0-15,3 0-2 0,2 3-5 0,1 0-9 16,2 0-9-16,3-2-9 0,2-1-9 16,2 1-13-16,3 0-12 0,4 0-12 0,1-1-19 15,3-2-26-15,1-1-33 0,3-2-45 16,2-2 78-16,-1-1-394 0,1-1 21 15,-2-1 27-15</inkml:trace>
  <inkml:trace contextRef="#ctx0" brushRef="#br0" timeOffset="-146007.12">29785 4103 31 0,'0'0'322'0,"0"0"86"15,-1-5-5-15,1 5-28 16,0 0-37-16,0 0-36 0,0 0-31 0,0 0-27 15,10 1-24-15,-10-1-22 0,12 6-17 0,-5-1-15 16,1-1-14-16,3 3-12 0,-1-1-11 16,4 2-11-16,-2 2-9 0,3-2-10 15,6 6-11-15,-3-4-9 0,-4 0-5 16,1-2-9-16,-2 0-4 0,1 2-4 0,0-2-7 16,-1 1-3-16,7 6-4 0,-4-5-1 15,-2-3-1-15,0 0 4 0,-1 1-4 0,-1-1-2 16,0 1-3-16,2-1-1 0,-2-3-2 15,1 2-4-15,-1 2-1 0,3-2-1 16,-3-1-1-16,0 1-1 0,2 1 0 16,-4-3-1-16,1 0 1 0,-2-1-3 15,1 1-1-15,1-1-2 0,1 1-2 0,1 0 0 16,0-2 1-16,-1 4-3 0,1-2 0 16,1-1-1-16,-4 0-1 0,3 1 1 15,-3-2 0-15,1 2 0 0,-2-3 0 0,2 1 0 16,0 0-2-16,4 3 2 0,-2-3-1 15,2 2 2-15,1-1 1 0,-3-1 0 0,-3 0 1 16,4-1 1-16,-3 0 1 0,0 0 1 16,1 1-1-16,0-2 1 0,1 0-1 15,-1 1 0-15,7-2-2 0,-3-1 0 16,1 1-2-16,0 0 0 0,-1 0-2 0,1-1-1 16,-1 0 0-16,0 0-2 0,3 0 0 15,-2 1-1-15,1-3-1 0,0 1 0 16,-1-1 0-16,1 2-1 0,-1-2-2 0,1 1 1 15,-2-1-1-15,2 1-1 0,0 0 0 16,0 0 1-16,-1 0-1 0,0 1 1 16,1 0-2-16,-2 0 1 0,1-1-1 15,-2-1 2-15,1 1-1 0,0-2 0 0,1 2 2 16,-1-2 0-16,0 2 0 0,-1-1 1 16,0 1 0-16,0-1 1 0,0-1 0 0,-1 2 0 15,1-1 1-15,-1 0-1 0,1 1-1 16,-3-2 2-16,5 1-1 0,-4 0 0 15,5-1 3-15,-4 1-1 0,2-3 1 0,-2 1 1 16,2 1 0-16,-1-2 0 16,1 2 0-16,0-2 0 0,-1 0-1 0,0-1 1 15,0 1-1-15,0 0-1 0,-1-2-1 0,0 2 1 16,2-1-1-16,-3-2-1 0,2 2 1 16,-3 0-1-16,1-1-1 0,1 1 0 15,-2-3 0-15,0 3-1 0,-1 0 1 0,0-2-1 16,2 0 0-16,-1-1 0 0,-1 0 0 15,7-5-1-15,-4 4-1 0,4-4 0 16,0 0 1-16,-7 2-1 0,3 3 0 0,-5-1 0 16,1 1-1-16,-1-1 0 0,2 1 0 15,-2 0 0-15,0 0 0 0,2 1-1 16,-2 0 1-16,-1 1-1 0,3-2 1 0,-3 1-1 16,1-1 0-16,2 1-2 0,-2 0 0 15,1 0 1-15,-2 1-1 0,0 0-1 16,2-2 1-16,-3 3 0 0,1 1 0 15,-3 1 0-15,1 1 0 0,-1-1 0 0,0 0 2 16,1 1-1-16,-2 1 1 0,-1 0-2 16,-1 2 2-16,1-2 0 0,0 2-1 15,-3 2 0-15,5-5 0 0,-3 3 0 0,-2 2 0 16,3-5 0-16,-3 5 0 0,2-4 0 16,1 2 0-16,-3 2 1 0,2-3-1 15,-2 3 0-15,4-4 0 0,-4 4-1 0,2-3-1 16,-2 3-3-16,0 0-1 0,3-5-3 15,-3 5-1-15,2-3-1 0,-2 3-1 0,0 0 1 16,2-3-1-16,-2 3 3 0,0 0-2 16,0 0 1-16,1-4 0 0,-1 4 0 15,0 0 1-15,4-5 0 0,-4 5 0 16,2-4 2-16,-2 4-2 0,1-3 2 16,-1 3 0-16,3-4 0 0,-3 4 1 0,2-4 1 15,-2 4 0-15,2-3 1 0,0-1 1 16,-2 4-1-16,2-4-1 0,-2 4 1 0,3-4 0 15,-3 4 1-15,2-4-1 0,-2 4 1 16,3-5-1-16,-3 5 1 0,1-5 0 16,-1 5 0-16,2-6-1 0,-2 6 0 15,2-3 1-15,-2 3 2 0,0 0-1 0,3-6-1 16,-3 6 1-16,0 0 0 0,2-3-2 16,-2 3-2-16,0 0-1 0,0 0 1 0,0 0 1 15,0 0 1-15,0 0 0 0,0 0 0 16,0 0 3-16,-8 12-3 0,3-3 3 15,-2 4-1-15,-3-1 3 0,-4 10 0 16,-1 0-2-16,0 1 0 0,0 1-1 0,-2 0 1 16,0 1 0-16,0-3-1 0,-1 3 1 15,-1-2 1-15,0 0 0 0,-2-1-1 16,2-1 2-16,1 0-1 0,-1-1 2 0,0-1-1 16,-1 0 0-16,2-1 1 0,-4 2 0 15,1-6-1-15,1 2 0 0,0 0 1 16,-1-2 0-16,0 1-1 0,-1-1-1 0,0-1 1 15,-3 1-1-15,1-1 0 0,-2-1 0 16,0-1 0-16,-1 2 1 0,-2-1 1 0,2 0 3 16,0 0 0-16,1-3 1 0,0 3 0 15,2-1-1-15,-3-1 1 0,4 1 0 16,2-4-1-16,-4 3-1 0,2-1 0 16,-2 0 0-16,3-2 0 0,4-2-2 0,0 1 1 15,2-1 0-15,0 1 0 0,-1-1-1 16,-1-1 1-16,-7 4 0 0,-1-1-1 0,2-1 1 15,5-2-1-15,2 1 2 16,0-2-1-16,-11 5 1 0,5-5 0 0,4 0 2 16,1 0-1-16,-10 3 0 0,5-2 0 15,1-1 0-15,4 1-1 0,-1-3 1 0,0 1 0 16,-2 1 0-16,1 0 0 0,0 1 2 16,1-2-1-16,-2 0-2 0,2 1 1 15,-1-1-1-15,1 0 1 0,0 1 0 16,0-2-1-16,1-1 1 0,-2 0-1 0,2 1 0 15,-1-1 0-15,1 0 1 0,-1-1-2 16,0 1 0-16,-1-1 0 0,2-1-1 0,-2 1 0 16,0-1 0-16,2 0 0 0,1-1 1 15,-1 1 2-15,0-2 1 0,1 1 1 16,2-1 1-16,-1 1 1 0,0-2-2 16,1 0 0-16,-2 0 0 0,4 0-1 0,-2-1 0 15,1 0 1-15,-1 0 0 0,1-1-3 16,-1 0-2-16,1-1-2 0,1 0-3 15</inkml:trace>
  <inkml:trace contextRef="#ctx0" brushRef="#br0" timeOffset="-145475.05">29672 4090 5736 0,'0'0'446'16,"-2"0"-250"-16,1 0-107 0,1 0-48 15,-1 0-23-15,1 0-11 0,0 0-7 0,0 0-8 16,0 0-1-16,0 0-1 0,0 0-1 16,0 0-4-16,0 0-3 0,0 0-2 0,0 0-2 15,0 0-3-15,0 0-3 0,0 0-1 16,0 0 2-16,0 0 2 0,0 0 1 0,-1 3 3 15,1-3 1-15,0 0 1 0,3 3 3 16,-3-3 1-16,4 4-1 0,-2-1 5 16,0-1 0-16,0 0 1 0,1 2 1 15,-2-1-1-15,4 2 3 0,0 1-1 0,0 1 2 16,2-2 0-16,-1 1 2 0,2 3-2 16,1 1-1-16,1-1 3 0,2-1 0 15,-2 1-1-15,2 1 1 0,0 0 1 16,1-2 0-16,0 2 1 0,0-1 0 0,1 1 1 15,7 2-2-15,-3-1 2 0,-2-2 0 16,-2-1 0-16,10 6 1 0,-2-4 0 16,-3-1-1-16,-1-2 1 0,-3-1 1 0,8 5-1 15,-3-1 1-15,3-2 0 0,-2-1-1 16,-3-3 0-16,-4 2 0 0,4-1-1 16,-4-1-2-16,3 1-2 0,-1-1-5 0,-1-1-5 15,-3 1-7-15,1-2-8 0,-5 0-9 16,4-1-13-16,0 2-14 0,-1-2-21 15,-2-1-30-15,2 0-41 0,-1-1-35 16,-1-2-46-16,5 0-261 0,-3-2 24 0,-2 2 30 16</inkml:trace>
  <inkml:trace contextRef="#ctx0" brushRef="#br0" timeOffset="-143840.3499">29814 4208 258 0,'-7'1'470'0,"0"1"38"0,1 0-31 16,1-1-50-16,2 1-48 0,0 1-45 15,1-1-39-15,-1 2-34 0,3-4-29 16,-2 9-26-16,2-6-24 0,0 2-18 0,2 3-14 16,2 2-12-16,2 1-10 0,3 2-11 15,1-3-7-15,6 7-10 0,3 0-9 16,2-2-8-16,-1-2-8 0,2 0-7 16,2 0-4-16,1-2-7 0,-2 0-4 0,4 1-6 15,-1-3-3-15,0 0-4 0,2 1-6 16,-1-2-3-16,-1 0-3 0,0 0-2 0,2-1-2 15,0 0-3-15,0-1-1 0,-5-2-3 16,-2-1 1-16,-2 1-2 0,1-1 0 16,-2-2-1-16,0 1 1 0,1 0 0 15,-1-3 0-15,1 2 2 0,-2 0-1 0,3-1 1 16,-7 0 2-16,7-1-2 0,0 1 2 16,-2-2-2-16,2-1-1 0,0 1-1 15,-1 0-2-15,11-2 0 0,-6 3-2 0,-5-4-2 16,-3 5 0-16,-1-1-1 0,2-1-1 15,1-2-1-15,-3 3 1 0,3-1-2 16,-5 2 0-16,4-3-1 0,0 1 1 0,1 0-2 16,-2-1 0-16,3 1 0 15,1-1 0-15,-2 0-1 0,2 0 0 0,9-2-1 16,-5 2 1-16,-4-1-1 0,-1 1 0 16,10-3 2-16,-7 4-1 0,-4-3-1 0,-1 1 0 15,0 0-1-15,0 1 1 0,-1-2-1 16,1 3 1-16,-2 0-1 0,2-3 1 15,-3 1 0-15,2 0-1 0,-1 0 1 0,1-1-1 16,0 2 1-16,-1-4 0 0,3 4 0 16,3-8 0-16,-1 5 0 0,-4 1-1 0,-1-2 2 15,2 0-1-15,6-3-1 0,-5 1 1 16,-1 1-1-16,-4 2 1 0,1 0 2 16,1-2 0-16,-2 1-2 0,2 0 1 15,-2 0-2-15,0-1-7 0,2-1-10 0,-2 1-6 16,8-5-9-16,-5 1-13 0,-1 3-12 15,-5 0-19-15,4-2-25 16,-2 0-30-16,0 3-30 0,-2-2-38 0,2 0-41 16,-2-1-269-16,-2 1 24 0,1 0 26 0</inkml:trace>
  <inkml:trace contextRef="#ctx0" brushRef="#br0" timeOffset="-143507">32003 3769 94 0,'3'-3'491'15,"0"1"82"-15,-3 2-41 0,3-3-72 0,-3 3-64 16,0 0-54-16,0 0-45 0,0 0-31 15,0 0-27-15,-3 15-27 0,-2-7-23 16,-2 6-20-16,0 0-22 0,-9 9-17 0,0 1-11 16,-2 1-14-16,-2-1-13 0,-2 0-10 15,1 1-9-15,-2 2-8 0,-17 17-8 16,7-11-7-16,5-10-6 0,3-2-10 16,0 0-13-16,-2-1-19 0,-2 0-49 0,4-1-47 15,-4-2-47-15,0-1-53 0,2 0-64 16,-2-1-220-16,3-1 28 0,-1-1 32 15</inkml:trace>
  <inkml:trace contextRef="#ctx0" brushRef="#br0" timeOffset="-142644.04">30692 3205 213 0,'3'-5'525'16,"0"1"33"-16,-3 4-56 0,0 0-72 0,0 0-65 15,0 0-55-15,-22 17-40 0,2 4-25 16,-26 20-21-16,-2 7-19 0,-22 18-20 16,-2 6-19-16,-3-1-20 0,-4 5-15 0,-7 1-14 15,-4 4-17-15,-4 1-11 0,-1-5-12 16,1 1-9-16,5-2-8 0,1-5-7 0,4-2-6 15,7-2-7-15,1-1-4 0,22-20-3 16,0 1-3-16,0-1-5 0,4-3-3 16,-1-2-1-16,18-11-4 0,3-6-1 0,5-4-2 15,0-1-1-15,4-2-6 0,-1 0-16 16,2-2-27-16,5-5-23 0,4-2-28 16,1-1-35-16,1-2-41 0,2-3-41 15,2-1-38-15,1-1-231 0,4 0 29 0,-4-5 32 16</inkml:trace>
  <inkml:trace contextRef="#ctx0" brushRef="#br0" timeOffset="-138227.6">32904 11518 51 0,'0'-19'413'0,"1"3"80"0,-2 4-27 16,1 1-59-1,2 2-65-15,0 4-52 0,0-1-41 0,-1 5-25 0,-1 1-18 16,0 0-15-16,10 10-13 0,-2 5-7 15,8 14-18-15,-3 4-15 0,11 33-15 0,2 2-14 16,-2 2-11-16,-1 3-9 0,0 2-10 16,8 30-9-16,-9-31-7 0,-3 2-9 15,10 35-6-15,-9-30-6 0,7 27-8 16,-6-32-9-16,-1 2-5 0,9 29-6 0,-2-37-6 16,-4-1-6-16,6-5-3 0,0-4-5 15,-4-20-1-15,-1-10-3 0,-2-4 1 0,2-4-3 16,2-2 1-16,-4-4 0 0,2 0 2 15,0-6 2-15,-5-3-7 0,-1-4-9 0,-5-3-12 16,3-2-13-16,-2-3-10 0,2-3-6 16,2-9-8-16,-2-2 1 0,-1-4-5 15,-5 0 8-15,-4 1 8 0,-2 3 1 0,-3 1 13 16,-4 1-1-16,-2 1 10 0,-2 1 8 16,-6-5 10-16,-4 3 19 0,2 4 9 15,0 5 7-15,-1 3 10 0,1 3 5 0,0 1 1 16,-3 3 0-16,1 3-1 15,1 1-4-15,-4 10 0 0,2 3-3 0,0 3-1 16,4 5-1-16,2 6-1 0,2 2-1 16,-4 41-1-16,0-1-1 0,10-14 0 0,-3 22-3 15,6 5-2-15,1-1 3 0,-2-2 1 16,1-18 1-16,1-10-3 0,2 31-1 16,0-23-2-16,3-12-2 0,2 28-1 0,-2-24 0 15,1-9 0-15,-2-9-2 0,0 2 1 16,3-1-1-16,-5 1-11 0,1 0-21 0,-2-1-24 15,-5-1-34-15,1 1-45 0,-4-3-73 16,-2 1-246-16,-2-3 30 0,-17 26 35 16</inkml:trace>
  <inkml:trace contextRef="#ctx0" brushRef="#br0" timeOffset="-119652.54">19105 9921 179 0,'0'-6'406'0,"0"6"48"16,0 0-16-16,0 0-33 0,0 0-52 16,0 0-46-16,-7 42-40 0,2-6-38 0,0 5-28 15,-8 41-24-15,1 2-21 0,-9 32-16 16,6-36-18-16,-3 0-15 0,1-2-15 0,-4-1-10 15,0-1-9-15,3-5-11 0,-2-2-6 16,0 0-6-16,5-21-4 0,4-8-4 0,-1-5-5 16,2-1-2-16,-1-2-4 0,-1-2-2 15,3-4-6-15,2-4-12 0,1-6-27 0,1-3-47 16,2-3-35-16,-1-2-23 0,3-2-22 16,0-2-28-16,1-4-28 0,0 0-23 0,0 0-193 15,0 0 33-15,7-14 33 0</inkml:trace>
  <inkml:trace contextRef="#ctx0" brushRef="#br0" timeOffset="-119402.64">18860 10568 190 0,'0'0'337'0,"0"-5"21"15,0 5-19-15,0 0-40 0,0 0-36 16,-5 18-41-16,1-2-42 0,-3 12-51 0,0 3-54 16,-1 4-53-16,-1 0-102 0,0 2-224 15,1-2-262-15,-2 0 138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17T07:28:27.907"/>
    </inkml:context>
    <inkml:brush xml:id="br0">
      <inkml:brushProperty name="width" value="0.05292" units="cm"/>
      <inkml:brushProperty name="height" value="0.05292" units="cm"/>
      <inkml:brushProperty name="color" value="#E71224"/>
    </inkml:brush>
  </inkml:definitions>
  <inkml:trace contextRef="#ctx0" brushRef="#br0">39 48 1512,'1'-12'3275,"-2"10"-2470,1-1-1,0 1 1,1 0 0,-1 0-1,0 0 1,1-1-1,-1 1 1,1 0 0,-1 0-1,1 0 1,0 0-1,0 0 1,0 0 0,0 0-1,1-1-804,-1 2 827,-1 1-89,6 17 525,-5-5-987,0 0 0,0 0 0,-1 0 0,0-1 0,-1 1 0,-1 0 0,0 0 0,-1 4-276,-4 22 337,-10 87 477,-7 70 123,22-168-734,2 1 1,1 17-204,0-37 32,0 0 1,0 0-1,0 0 1,1 0 0,0 0-1,1-1 1,0 1 0,0 0-1,1-1 1,0 0 0,0 0-33,-2-5-8,0 0 1,0 0-1,0 0 1,1 0-1,-1-1 1,1 1 0,-1-1-1,1 1 1,-1-1-1,1 0 1,0 0-1,0 0 1,-1-1 0,1 1-1,0-1 1,0 1-1,0-1 1,0 0 0,0 0-1,0 0 1,0-1-1,-1 1 1,1-1-1,0 1 1,1-1 7,8-2-424,0 0 1,-1-1-1,1-1 0,-1 0 0,4-2 424,-10 5-539,1-1 1,-1 0-1,0 0 0,0-1 0,-1 1 0,1-1 0,-1 0 0,0 0 0,0-1 0,1 0 539,1-7-1867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17T07:28:28.252"/>
    </inkml:context>
    <inkml:brush xml:id="br0">
      <inkml:brushProperty name="width" value="0.05292" units="cm"/>
      <inkml:brushProperty name="height" value="0.05292" units="cm"/>
      <inkml:brushProperty name="color" value="#E71224"/>
    </inkml:brush>
  </inkml:definitions>
  <inkml:trace contextRef="#ctx0" brushRef="#br0">9 144 988,'-9'-8'1992,"9"8"144,0-9-179,0 9-241,13-15-240,2 5-212,2 1-200,15-6-140,3 1-156,5 4-248,0-1-292,0 4-332,6-3-624,0 3-928,2-1 140,0-2 124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28.594"/>
    </inkml:context>
    <inkml:brush xml:id="br0">
      <inkml:brushProperty name="width" value="0.05292" units="cm"/>
      <inkml:brushProperty name="height" value="0.05292" units="cm"/>
      <inkml:brushProperty name="color" value="#E71224"/>
    </inkml:brush>
  </inkml:definitions>
  <inkml:trace contextRef="#ctx0" brushRef="#br0">343 18 1356 0 0,'-45'-12'9171'0'0,"1"6"-4297"0"0,34 6-4393 0 0,1 0 0 0 0,-1 1 0 0 0,1 0-1 0 0,-1 0 1 0 0,1 1 0 0 0,0 0 0 0 0,0 0 0 0 0,-8 4-481 0 0,2 0 354 0 0,0 1 0 0 0,1 0 1 0 0,0 1-1 0 0,0 0 1 0 0,1 2-1 0 0,-7 5-354 0 0,15-12 113 0 0,0 1-1 0 0,1 0 1 0 0,0 1 0 0 0,0-1 0 0 0,0 1-1 0 0,0 0 1 0 0,0 0 0 0 0,1 0-1 0 0,0 0 1 0 0,0 1 0 0 0,1-1 0 0 0,0 1-1 0 0,-1 0 1 0 0,2 0 0 0 0,-1 0-1 0 0,1-1 1 0 0,0 2 0 0 0,-1 5-113 0 0,3-9 42 0 0,-1 0 1 0 0,0 0 0 0 0,0 0 0 0 0,1 0-1 0 0,0 0 1 0 0,-1 0 0 0 0,1 0-1 0 0,0 0 1 0 0,1-1 0 0 0,-1 1-1 0 0,0 0 1 0 0,1 0 0 0 0,0-1-1 0 0,-1 1 1 0 0,1-1 0 0 0,0 1-1 0 0,2 0-42 0 0,0 1 52 0 0,0 0 0 0 0,1-1 0 0 0,0 0 0 0 0,0 0 0 0 0,0 0 0 0 0,0-1 0 0 0,0 1 0 0 0,0-1 0 0 0,3 1-52 0 0,8 1 52 0 0,0-1-1 0 0,0 0 0 0 0,1-1 1 0 0,-1 0-1 0 0,0-2 0 0 0,7 0-51 0 0,88-7-1945 0 0,-37-6-3203 0 0,-53 8 3238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28.985"/>
    </inkml:context>
    <inkml:brush xml:id="br0">
      <inkml:brushProperty name="width" value="0.05292" units="cm"/>
      <inkml:brushProperty name="height" value="0.05292" units="cm"/>
      <inkml:brushProperty name="color" value="#E71224"/>
    </inkml:brush>
  </inkml:definitions>
  <inkml:trace contextRef="#ctx0" brushRef="#br0">6 34 716 0 0,'-6'4'8804'0'0,"7"-1"-634"0"0,5-1-7692 0 0,0 0 0 0 0,0 0 0 0 0,0-1 0 0 0,1 0 0 0 0,-1 0 0 0 0,0 0 0 0 0,1-1 0 0 0,2 0-478 0 0,58-5 1172 0 0,-31 2-627 0 0,-31 2-534 0 0,129-11 1112 0 0,-104 8-2674 0 0,-1-2 0 0 0,1-1 1551 0 0,-15-1-3784 0 0,-10 3 1890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29.311"/>
    </inkml:context>
    <inkml:brush xml:id="br0">
      <inkml:brushProperty name="width" value="0.05292" units="cm"/>
      <inkml:brushProperty name="height" value="0.05292" units="cm"/>
      <inkml:brushProperty name="color" value="#E71224"/>
    </inkml:brush>
  </inkml:definitions>
  <inkml:trace contextRef="#ctx0" brushRef="#br0">45 130 1572 0 0,'-3'0'989'0'0,"0"-1"0"0"0,0 1-1 0 0,0-1 1 0 0,-1 0 0 0 0,1 0 0 0 0,0 0-1 0 0,1 0 1 0 0,-1 0 0 0 0,0-1 0 0 0,0 1-1 0 0,0-1 1 0 0,1 0 0 0 0,-3-2-989 0 0,4 3 1303 0 0,1 1-1153 0 0,1-1 1 0 0,-1 0-1 0 0,1 0 0 0 0,0 0 0 0 0,-1 0 0 0 0,1 0 0 0 0,0 0 0 0 0,0 1 0 0 0,-1-1 0 0 0,1 0 0 0 0,0 0 0 0 0,0 1 0 0 0,0-1 0 0 0,0 1 0 0 0,0-1 0 0 0,0 1 0 0 0,0-1 0 0 0,1 1-150 0 0,20-9 989 0 0,-22 8-917 0 0,49-15 1052 0 0,1 2 1 0 0,1 2-1 0 0,32-3-1124 0 0,77-2-2001 0 0,-101 10-1802 0 0,-31 0 1936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30.494"/>
    </inkml:context>
    <inkml:brush xml:id="br0">
      <inkml:brushProperty name="width" value="0.05292" units="cm"/>
      <inkml:brushProperty name="height" value="0.05292" units="cm"/>
      <inkml:brushProperty name="color" value="#E71224"/>
    </inkml:brush>
  </inkml:definitions>
  <inkml:trace contextRef="#ctx0" brushRef="#br0">267 48 1628 0 0,'-2'-3'961'0'0,"1"-1"1"0"0,-1 1-1 0 0,0 0 1 0 0,0 0-1 0 0,0 0 0 0 0,-1 0 1 0 0,1 1-1 0 0,-1-1 0 0 0,1 0 1 0 0,-1 1-1 0 0,-2-2-961 0 0,2 2 326 0 0,0 1-1 0 0,0-1 1 0 0,0 1 0 0 0,0 0-1 0 0,-1 0 1 0 0,1 0 0 0 0,0 0-1 0 0,0 1 1 0 0,0-1-1 0 0,-1 1 1 0 0,1 0 0 0 0,0 0-1 0 0,-1 0 1 0 0,1 0 0 0 0,0 1-1 0 0,-1-1 1 0 0,1 1 0 0 0,0 0-1 0 0,-3 1-325 0 0,-4 1 252 0 0,1 2-1 0 0,0-1 0 0 0,0 1 0 0 0,0 0 0 0 0,1 1 1 0 0,-1 0-1 0 0,1 0 0 0 0,1 1 0 0 0,-1 0 1 0 0,1 0-1 0 0,1 1 0 0 0,-1 0 0 0 0,1 1-251 0 0,-2 1 170 0 0,1 1 0 0 0,1 0 0 0 0,-1 0 0 0 0,2 1 0 0 0,0-1 1 0 0,0 1-1 0 0,1 0 0 0 0,0 1 0 0 0,1-1 0 0 0,0 3-170 0 0,2-5 104 0 0,1-1 0 0 0,-1 0-1 0 0,1 0 1 0 0,1 1 0 0 0,0-1 0 0 0,0 0 0 0 0,3 7-104 0 0,-3-11 37 0 0,0 0 1 0 0,1 0-1 0 0,0 0 1 0 0,0 0-1 0 0,0 0 1 0 0,1-1-1 0 0,0 1 1 0 0,0-1-1 0 0,0 0 0 0 0,0 1 1 0 0,0-1-1 0 0,1-1 1 0 0,0 1-1 0 0,3 2-37 0 0,1 0-64 0 0,1 0 0 0 0,0-1 0 0 0,-1 0 0 0 0,2 0 0 0 0,-1-1 0 0 0,0 0-1 0 0,1-1 1 0 0,0 0 0 0 0,0-1 0 0 0,0 0 0 0 0,0 0 0 0 0,0-1 0 0 0,0 0 0 0 0,0-1 0 0 0,0 0-1 0 0,0-1 1 0 0,1 0 0 0 0,-1 0 0 0 0,4-2 64 0 0,8-2-515 0 0,0-1 1 0 0,0-1-1 0 0,0-1 0 0 0,-1-1 1 0 0,0-1-1 0 0,5-4 515 0 0,-16 8-135 0 0,-1 1-1 0 0,0-2 1 0 0,0 1 0 0 0,-1-1-1 0 0,0 0 1 0 0,0-1 0 0 0,-1 0-1 0 0,0 0 1 0 0,0-1-1 0 0,-1 0 1 0 0,0 0 0 0 0,0 0-1 0 0,-1-1 1 0 0,2-4 135 0 0,-6 10 290 0 0,0-1 1 0 0,0 1-1 0 0,0 0 0 0 0,-1-1 1 0 0,1 1-1 0 0,-1-5-290 0 0,0 8 256 0 0,0 1-1 0 0,0 0 5 0 0,0 0-7 0 0,0 0-7 0 0,1 18 233 0 0,0-13-433 0 0,-1-1 0 0 0,1 1-1 0 0,0-1 1 0 0,0 1 0 0 0,1-1 0 0 0,-1 0 0 0 0,1 0 0 0 0,0 0-1 0 0,0 0 1 0 0,0 0 0 0 0,0 0 0 0 0,1 0 0 0 0,0-1-1 0 0,0 1 1 0 0,0-1 0 0 0,0 0 0 0 0,0 0 0 0 0,1 0 0 0 0,-1 0-1 0 0,1-1 1 0 0,0 1 0 0 0,-1-1 0 0 0,1 0 0 0 0,0 0-1 0 0,1 0 1 0 0,-1-1 0 0 0,0 1 0 0 0,0-1 0 0 0,1 0 0 0 0,-1 0-1 0 0,1-1 1 0 0,-1 1 0 0 0,1-1 0 0 0,-1 0 0 0 0,1 0-1 0 0,-1-1 1 0 0,1 1 0 0 0,-1-1 0 0 0,0 0 0 0 0,1 0 0 0 0,-1-1-1 0 0,0 1 1 0 0,0-1 0 0 0,0 0 0 0 0,0 0 0 0 0,0 0-1 0 0,0 0 1 0 0,0-1 0 0 0,-1 0 0 0 0,1 0-46 0 0,2-2 14 0 0,0 0 0 0 0,0-1-1 0 0,-1 0 1 0 0,0 0 0 0 0,0 0 0 0 0,0-1 0 0 0,-1 1 0 0 0,0-1 0 0 0,0 0 0 0 0,-1 0-1 0 0,0-1 1 0 0,0 1 0 0 0,-1-1 0 0 0,0 0 0 0 0,0 1 0 0 0,0-1 0 0 0,-1 0 0 0 0,-1 0-1 0 0,1 0 1 0 0,-1 0-14 0 0,7 84 28 0 0,0-5 14 0 0,-3-6 25 0 0,2 133 217 0 0,-6-164-180 0 0,-3 0 0 0 0,-1 0 0 0 0,-1 0-1 0 0,-8 24-103 0 0,10-47 57 0 0,-1-1-1 0 0,0 1 1 0 0,0-1-1 0 0,-1 0 1 0 0,-5 7-57 0 0,8-14 20 0 0,0 0 1 0 0,0-1-1 0 0,0 1 1 0 0,-1 0-1 0 0,0-1 1 0 0,1 1-1 0 0,-1-1 1 0 0,0 0-1 0 0,-1 1-20 0 0,3-2 11 0 0,0 0-1 0 0,-1-1 1 0 0,1 1-1 0 0,-1-1 1 0 0,1 1 0 0 0,-1-1-1 0 0,1 1 1 0 0,-1-1-1 0 0,1 0 1 0 0,-1 0 0 0 0,1 0-1 0 0,-1 0 1 0 0,0 0-1 0 0,1 0 1 0 0,-1 0 0 0 0,1 0-1 0 0,-1-1 1 0 0,1 1-1 0 0,-1-1 1 0 0,0 1-11 0 0,0-1 10 0 0,-1-1 0 0 0,1 1 0 0 0,0 0 0 0 0,0 0 0 0 0,0-1 0 0 0,0 1 0 0 0,0-1 0 0 0,0 0 0 0 0,0 0-10 0 0,-1-1 10 0 0,1-1 1 0 0,0 1-1 0 0,-1-1 1 0 0,1 1-1 0 0,1-1 0 0 0,-1 1 1 0 0,1-1-1 0 0,-2-4-10 0 0,-4-33-78 0 0,7 16-118 0 0,2 12 5 0 0,-1 0 1 0 0,2 0-1 0 0,0 0 0 0 0,1 1 1 0 0,0-1-1 0 0,0 1 1 0 0,2 0-1 0 0,-1 1 1 0 0,6-8 190 0 0,9-13-2682 0 0,2 0 1 0 0,17-17 2681 0 0,-13 19-1960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31.385"/>
    </inkml:context>
    <inkml:brush xml:id="br0">
      <inkml:brushProperty name="width" value="0.05292" units="cm"/>
      <inkml:brushProperty name="height" value="0.05292" units="cm"/>
      <inkml:brushProperty name="color" value="#E71224"/>
    </inkml:brush>
  </inkml:definitions>
  <inkml:trace contextRef="#ctx0" brushRef="#br0">188 198 1556 0 0,'-7'-10'5507'0'0,"5"8"-2089"0"0,-1 2-2970 0 0,1-1-1 0 0,0 1 1 0 0,0 0 0 0 0,-1 0 0 0 0,1 0 0 0 0,0 0-1 0 0,0 0 1 0 0,-1 0 0 0 0,1 1 0 0 0,0-1-1 0 0,0 1 1 0 0,0 0 0 0 0,-1 0-448 0 0,-30 17 2427 0 0,18-6-1797 0 0,2 0 0 0 0,0 0 0 0 0,-1 3-630 0 0,7-8 221 0 0,1 1 1 0 0,0 0 0 0 0,1 0 0 0 0,0 0 0 0 0,0 0-1 0 0,1 1 1 0 0,0-1 0 0 0,0 1 0 0 0,1 0 0 0 0,0 1 0 0 0,0 1-222 0 0,2-7 49 0 0,0 0 0 0 0,1 0 1 0 0,-1 0-1 0 0,1 0 1 0 0,0 0-1 0 0,0 0 0 0 0,0 0 1 0 0,1 0-1 0 0,-1 0 1 0 0,1 0-1 0 0,0 0 0 0 0,0 0 1 0 0,0-1-1 0 0,1 1 0 0 0,-1 0 1 0 0,1-1-1 0 0,0 1 1 0 0,0-1-1 0 0,0 1 0 0 0,1-1 1 0 0,-1 0-1 0 0,1 0 1 0 0,0 0-1 0 0,0 0 0 0 0,0-1 1 0 0,0 1-1 0 0,1 0-49 0 0,3 2 46 0 0,1-1-1 0 0,-1 0 0 0 0,1-1 1 0 0,0 1-1 0 0,0-1 0 0 0,0-1 1 0 0,0 1-1 0 0,0-2 1 0 0,0 1-1 0 0,1-1 0 0 0,-1 0 1 0 0,8-1-46 0 0,-4 0 11 0 0,0-1 1 0 0,-1-1 0 0 0,1 0 0 0 0,0 0 0 0 0,-1-1-1 0 0,0-1 1 0 0,1 0 0 0 0,9-5-12 0 0,-7 2-11 0 0,0-1 0 0 0,0 0 0 0 0,-1-1 0 0 0,0-1 0 0 0,0 0 0 0 0,-1-1 0 0 0,-1 0 0 0 0,0 0 0 0 0,0-1 0 0 0,-1-1 0 0 0,-1 0 0 0 0,0 0 0 0 0,6-12 11 0 0,-8 7-14 0 0,1 0 1 0 0,-2 0-1 0 0,-1-1 1 0 0,0 0-1 0 0,-1 0 1 0 0,1-18 13 0 0,-1-23-3 0 0,-2-35 3 0 0,-2 93 2 0 0,0 2 3 0 0,0 0 2 0 0,0 0 1 0 0,0 0 0 0 0,-8 15 5 0 0,5-1-6 0 0,0-1 1 0 0,1 1-1 0 0,0 0 1 0 0,1 0-1 0 0,1 0 0 0 0,1 6-7 0 0,-2 3 7 0 0,1-9-2 0 0,-1 42 38 0 0,5 29-43 0 0,-3-69 10 0 0,1 1 0 0 0,1-1 0 0 0,1 1-1 0 0,0-1 1 0 0,1 0 0 0 0,1 0-1 0 0,3 5-9 0 0,-7-17 5 0 0,0 1 0 0 0,1-1 0 0 0,-1 0 0 0 0,1 0 0 0 0,0 0 0 0 0,1 0 1 0 0,-1-1-1 0 0,1 1 0 0 0,-1-1 0 0 0,1 0 0 0 0,0 0 0 0 0,0 0 0 0 0,0 0 0 0 0,1-1 0 0 0,-1 0 0 0 0,2 1-5 0 0,1-1 6 0 0,-1 0 1 0 0,1 0 0 0 0,0-1-1 0 0,0 0 1 0 0,0 0-1 0 0,0-1 1 0 0,0 1 0 0 0,1-2-1 0 0,-1 1 1 0 0,5-2-7 0 0,5-1 6 0 0,1-1 0 0 0,0-1 0 0 0,-1-1 1 0 0,0-1-1 0 0,0 0 0 0 0,-1-1 0 0 0,1 0 0 0 0,5-6-6 0 0,-13 8 1 0 0,-1 1 0 0 0,0-2 0 0 0,0 1-1 0 0,0-1 1 0 0,-1 0 0 0 0,0 0 0 0 0,0-1 0 0 0,-1 0-1 0 0,0 0 1 0 0,-1-1 0 0 0,2-1-1 0 0,-6 6 2 0 0,0 3 2 0 0,-3-19-7 0 0,-14 29-9 0 0,13-4 14 0 0,0 1 0 0 0,0 0-1 0 0,1 0 1 0 0,0 1 0 0 0,0-1 0 0 0,1 0-1 0 0,0 1 1 0 0,0-1 0 0 0,0 1-1 0 0,1-1 1 0 0,0 1 0 0 0,0 1-2 0 0,0-3-5 0 0,1 0 0 0 0,-1-1 0 0 0,1 1-1 0 0,0 0 1 0 0,0-1 0 0 0,1 1 0 0 0,0-1 0 0 0,-1 1 0 0 0,1-1 0 0 0,1 0 0 0 0,-1 0 0 0 0,1 0 0 0 0,-1 0 0 0 0,1 0-1 0 0,0 0 1 0 0,0-1 0 0 0,1 1 5 0 0,-2-3-119 0 0,0 0 0 0 0,0 0 0 0 0,1 0 0 0 0,-1 0 0 0 0,0 0 0 0 0,0 0 0 0 0,1 0 0 0 0,-1-1 0 0 0,1 0-1 0 0,-1 1 1 0 0,0-1 0 0 0,1 0 0 0 0,-1 0 0 0 0,1 0 0 0 0,-1 0 0 0 0,1-1 0 0 0,0 1 119 0 0,45-11-2416 0 0,-40 8 1853 0 0,42-14-5344 0 0,-41 13 4230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32.210"/>
    </inkml:context>
    <inkml:brush xml:id="br0">
      <inkml:brushProperty name="width" value="0.05292" units="cm"/>
      <inkml:brushProperty name="height" value="0.05292" units="cm"/>
      <inkml:brushProperty name="color" value="#E71224"/>
    </inkml:brush>
  </inkml:definitions>
  <inkml:trace contextRef="#ctx0" brushRef="#br0">158 192 760 0 0,'-6'0'2344'0'0,"-9"-1"9804"0"0,15-4-8444 0 0,4-3-4520 0 0,3-2 1097 0 0,0 0 0 0 0,-1-1 0 0 0,-1 0 0 0 0,0 0 0 0 0,0 0 1 0 0,1-7-282 0 0,-5 14 37 0 0,-1 1 0 0 0,1-1 1 0 0,-1 0-1 0 0,1 1 0 0 0,-1-1 1 0 0,0 0-1 0 0,-1 1 0 0 0,1-1 1 0 0,-1 1-1 0 0,1-1 0 0 0,-1 0 1 0 0,-1-2-38 0 0,0 2 37 0 0,0 1 0 0 0,1-1 0 0 0,-1 1 1 0 0,-1 0-1 0 0,1 0 0 0 0,0 0 0 0 0,-1 0 1 0 0,1 0-1 0 0,-1 0-37 0 0,1 1 32 0 0,-1 1 1 0 0,1-1-1 0 0,0 1 0 0 0,0 0 0 0 0,-1 0 1 0 0,1 0-1 0 0,-1 0 0 0 0,1 0 1 0 0,-1 0-1 0 0,1 1 0 0 0,-1-1 1 0 0,1 1-1 0 0,-1 0 0 0 0,0-1 1 0 0,1 1-1 0 0,-1 1 0 0 0,1-1 0 0 0,-1 0 1 0 0,0 1-1 0 0,1-1 0 0 0,-1 1 1 0 0,1-1-1 0 0,-1 1 0 0 0,1 0 1 0 0,-1 0-1 0 0,1 1 0 0 0,0-1 1 0 0,-2 1-33 0 0,-3 2 79 0 0,0 0 1 0 0,0 1-1 0 0,1 0 1 0 0,-1 0 0 0 0,1 1-1 0 0,0-1 1 0 0,1 1-1 0 0,-4 4-79 0 0,6-6 50 0 0,1 1 0 0 0,-1-1 0 0 0,0 1 0 0 0,1-1 0 0 0,0 1 0 0 0,0 0 0 0 0,0 0 0 0 0,1 0 0 0 0,0 0 0 0 0,0 0 0 0 0,0 0 0 0 0,0 0 0 0 0,1 0 0 0 0,0 1 0 0 0,0-1 0 0 0,0 0 0 0 0,1 0 0 0 0,-1 0 0 0 0,1 0 0 0 0,1 0 0 0 0,-1 0-1 0 0,1 0 1 0 0,0 0 0 0 0,1 2-50 0 0,-1-2 37 0 0,1 1 0 0 0,1-1 0 0 0,-1 0 0 0 0,1 0 0 0 0,0 0 0 0 0,0 0 0 0 0,0-1 0 0 0,1 1-1 0 0,0-1 1 0 0,-1 0 0 0 0,2-1 0 0 0,-1 1 0 0 0,0-1 0 0 0,1 0 0 0 0,-1 0 0 0 0,1-1 0 0 0,0 0-1 0 0,0 0 1 0 0,0 0 0 0 0,1 0-37 0 0,22 1-479 0 0,-1 0-1 0 0,1-2 1 0 0,-1-1 0 0 0,1-2-1 0 0,0 0 1 0 0,-1-2 0 0 0,15-4 479 0 0,16-8-3737 0 0,-34 7 1870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32.957"/>
    </inkml:context>
    <inkml:brush xml:id="br0">
      <inkml:brushProperty name="width" value="0.05292" units="cm"/>
      <inkml:brushProperty name="height" value="0.05292" units="cm"/>
      <inkml:brushProperty name="color" value="#E71224"/>
    </inkml:brush>
  </inkml:definitions>
  <inkml:trace contextRef="#ctx0" brushRef="#br0">0 43 760 0 0,'0'-41'13425'0'0,"0"39"-12094"0"0,0 2-177 0 0,0 0-145 0 0,0 0-114 0 0,0 0-93 0 0,1 4-79 0 0,5 45 535 0 0,-2 0 1 0 0,-2 0 0 0 0,-3 7-1259 0 0,3 50 815 0 0,-2-97-761 0 0,3 45 728 0 0,5 22-782 0 0,-6-61 102 0 0,1 1 0 0 0,0-1 0 0 0,1 0 0 0 0,1-1 1 0 0,1 1-1 0 0,0-1 0 0 0,3 6-102 0 0,12 7-82 0 0,-20-26-82 0 0,0 1 0 0 0,0-1 0 0 0,1 0 0 0 0,-1 1 0 0 0,1-1 0 0 0,-1 0 0 0 0,1 0-1 0 0,0 0 1 0 0,-1 0 0 0 0,1 0 0 0 0,0 0 0 0 0,0 0 0 0 0,0-1 0 0 0,-1 1 0 0 0,3-1 164 0 0,-4 0-899 0 0,0 0-964 0 0,1-1-177 0 0,2-5 70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33.319"/>
    </inkml:context>
    <inkml:brush xml:id="br0">
      <inkml:brushProperty name="width" value="0.05292" units="cm"/>
      <inkml:brushProperty name="height" value="0.05292" units="cm"/>
      <inkml:brushProperty name="color" value="#E71224"/>
    </inkml:brush>
  </inkml:definitions>
  <inkml:trace contextRef="#ctx0" brushRef="#br0">6 137 392 0 0,'-1'-3'441'0'0,"0"0"0"0"0,0-1 0 0 0,0 1 0 0 0,1 0 0 0 0,-1 0 0 0 0,1-1 0 0 0,0 1 0 0 0,0 0 0 0 0,0-1 0 0 0,0 1-1 0 0,0 0 1 0 0,1-1 0 0 0,-1 1 0 0 0,1 0 0 0 0,0 0 0 0 0,0 0 0 0 0,0-1 0 0 0,1 1 0 0 0,-1 0 0 0 0,1 0 0 0 0,0 1 0 0 0,1-4-441 0 0,2 2 511 0 0,-1-1 0 0 0,1 1 0 0 0,-1 0 0 0 0,1 0 0 0 0,0 0 0 0 0,1 1 0 0 0,-1 0 1 0 0,1 0-1 0 0,-1 0 0 0 0,1 0 0 0 0,5-1-511 0 0,2 0 519 0 0,0 1 1 0 0,0 0-1 0 0,0 1 1 0 0,0 0-1 0 0,0 0 1 0 0,1 2-1 0 0,-1 0 1 0 0,0 0-1 0 0,0 1 0 0 0,1 1 1 0 0,6 2-520 0 0,-11-2 183 0 0,0 0-1 0 0,0 1 1 0 0,0 0 0 0 0,-1 0-1 0 0,1 1 1 0 0,-1 1 0 0 0,0-1-1 0 0,0 1 1 0 0,0 1 0 0 0,-1-1-1 0 0,1 1 1 0 0,-1 0 0 0 0,-1 1-1 0 0,1 0 1 0 0,-1 0 0 0 0,4 6-183 0 0,-3 9-638 0 0,-6-12-5062 0 0,-1-10 3775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34.097"/>
    </inkml:context>
    <inkml:brush xml:id="br0">
      <inkml:brushProperty name="width" value="0.05292" units="cm"/>
      <inkml:brushProperty name="height" value="0.05292" units="cm"/>
      <inkml:brushProperty name="color" value="#E71224"/>
    </inkml:brush>
  </inkml:definitions>
  <inkml:trace contextRef="#ctx0" brushRef="#br0">1 54 1572 0 0,'1'-1'553'0'0,"0"0"0"0"0,0 0 0 0 0,0 0 1 0 0,1 0-1 0 0,-1 1 0 0 0,0-1 0 0 0,0 0 0 0 0,1 1 0 0 0,-1-1 0 0 0,1 1 0 0 0,-1-1 1 0 0,1 1-1 0 0,-1 0 0 0 0,1-1 0 0 0,-1 1 0 0 0,1 0 0 0 0,-1 0 0 0 0,1 0 0 0 0,-1 0 1 0 0,1 0-1 0 0,-1 1 0 0 0,0-1 0 0 0,1 0-553 0 0,1 2 489 0 0,1-1 0 0 0,-1 0 0 0 0,0 1-1 0 0,0 0 1 0 0,0-1 0 0 0,0 1 0 0 0,0 1 0 0 0,-1-1 0 0 0,1 0 0 0 0,0 2-489 0 0,5 4 475 0 0,-1 0 0 0 0,0 1-1 0 0,0 0 1 0 0,-1 1 0 0 0,-1 0 0 0 0,2 1-475 0 0,-3-1 324 0 0,0-1 0 0 0,0 1 0 0 0,-1 0 0 0 0,0 0 1 0 0,-1 0-1 0 0,0 0 0 0 0,-1 1 0 0 0,0 0-324 0 0,-5-4 317 0 0,4-7-309 0 0,0 0 0 0 0,0 1 0 0 0,0-1 0 0 0,0 0 0 0 0,0 0 0 0 0,0 0 0 0 0,0 0 0 0 0,0 0 0 0 0,0 0 1 0 0,0 0-1 0 0,0 0 0 0 0,0 0 0 0 0,0 0 0 0 0,0 1 0 0 0,0-1 0 0 0,0 0 0 0 0,-1 0 0 0 0,1 0 0 0 0,0 0 0 0 0,0 0 0 0 0,0 0 0 0 0,0 0 0 0 0,0 0 0 0 0,0 0 0 0 0,0 0 0 0 0,0 0 0 0 0,0 0 0 0 0,-1 0 0 0 0,1 0 0 0 0,0 0 1 0 0,0 0-1 0 0,0 0 0 0 0,0 0 0 0 0,0 0 0 0 0,0 0 0 0 0,0 0 0 0 0,0 0 0 0 0,-1 0 0 0 0,1 0 0 0 0,0 0 0 0 0,0 0 0 0 0,0 0 0 0 0,0 0 0 0 0,0 0 0 0 0,0 0 0 0 0,0 0 0 0 0,0 0 0 0 0,0 0 0 0 0,-1 0 0 0 0,1-1 0 0 0,0 1 1 0 0,0 0-1 0 0,0 0 0 0 0,0 0 0 0 0,0 0 0 0 0,0 0 0 0 0,0 0 0 0 0,0 0 0 0 0,0 0 0 0 0,0 0 0 0 0,0 0 0 0 0,0-1-8 0 0,0-4 14 0 0,0 0 0 0 0,0 0 0 0 0,0-1 0 0 0,1 1 0 0 0,0 0 0 0 0,0 0 1 0 0,0 0-1 0 0,1 0 0 0 0,-1 0 0 0 0,1 0 0 0 0,1 0 0 0 0,-1 1 0 0 0,1-1 0 0 0,-1 1 0 0 0,1-1 0 0 0,1 1 0 0 0,-1 0 0 0 0,1 0 0 0 0,-1 0 1 0 0,1 1-1 0 0,0-1 0 0 0,1 1-14 0 0,-1-1 2 0 0,0 1 0 0 0,0-1 0 0 0,1 1 0 0 0,0 0 0 0 0,0 0 0 0 0,0 1 0 0 0,0-1 0 0 0,0 1 0 0 0,0 0 0 0 0,0 1 1 0 0,1-1-1 0 0,-1 1 0 0 0,1 0 0 0 0,-1 0 0 0 0,1 1 0 0 0,-1 0 0 0 0,1 0 0 0 0,0 0 0 0 0,-1 1 0 0 0,1-1 0 0 0,0 1-2 0 0,-1 2 7 0 0,0-1 0 0 0,0 0 0 0 0,0 1 0 0 0,0 0-1 0 0,-1 0 1 0 0,0 0 0 0 0,1 1 0 0 0,-1 0 0 0 0,0 0 0 0 0,-1 0-1 0 0,1 0 1 0 0,-1 0 0 0 0,1 1 0 0 0,-1-1 0 0 0,-1 1 0 0 0,2 2-7 0 0,5 7 63 0 0,-8-14-60 0 0,-1 0 1 0 0,1 0-1 0 0,0 0 0 0 0,-1 0 0 0 0,1 0 1 0 0,-1 0-1 0 0,1 0 0 0 0,0-1 0 0 0,-1 1 1 0 0,1 0-1 0 0,-1 0 0 0 0,1-1 0 0 0,0 1 1 0 0,-1 0-1 0 0,1-1 0 0 0,-1 1 1 0 0,1 0-1 0 0,-1-1 0 0 0,0 1 0 0 0,1-1 1 0 0,-1 1-1 0 0,1-1 0 0 0,-1 1 0 0 0,0-1 1 0 0,1 1-1 0 0,-1-1-3 0 0,12-14 13 0 0,-6 7-15 0 0,0 1 0 0 0,0-1 0 0 0,0 1 0 0 0,0 1-1 0 0,1-1 1 0 0,1 1 0 0 0,-1 1 0 0 0,8-5 2 0 0,-12 8-2 0 0,0 0-1 0 0,1 1 1 0 0,-1-1 0 0 0,0 1-1 0 0,1 0 1 0 0,0 0 0 0 0,-1 1-1 0 0,1-1 1 0 0,-1 1 0 0 0,1 0 0 0 0,0 0-1 0 0,-1 0 1 0 0,1 0 0 0 0,0 0-1 0 0,-1 1 1 0 0,1 0 0 0 0,0 0-1 0 0,-1 0 1 0 0,0 0 0 0 0,1 0-1 0 0,-1 1 1 0 0,0-1 0 0 0,1 1-1 0 0,0 1 3 0 0,11 7-3 0 0,0 2-1 0 0,0-1 0 0 0,-2 2 0 0 0,2 1 4 0 0,-3-2 3 0 0,0-1-1 0 0,2 0 0 0 0,-1 0 0 0 0,10 4-2 0 0,-17-12 3 0 0,-1 0-1 0 0,1 0 0 0 0,0-1 1 0 0,-1 0-1 0 0,1 0 1 0 0,0-1-1 0 0,0 0 1 0 0,0 0-1 0 0,1 0 0 0 0,-1 0 1 0 0,0-1-1 0 0,0 0 1 0 0,0-1-1 0 0,0 1 0 0 0,1-1-2 0 0,5-2 4 0 0,0 0 0 0 0,-1 0 0 0 0,1-1 0 0 0,-1 0 0 0 0,0-1-1 0 0,0 0 1 0 0,-1-1 0 0 0,1 0 0 0 0,-1-1 0 0 0,-1 0 0 0 0,8-7-4 0 0,-10 8-1 0 0,0-1 0 0 0,0 0 0 0 0,0-1 0 0 0,-1 1 0 0 0,-1-1 1 0 0,1-1-1 0 0,-1 1 0 0 0,-1-1 0 0 0,0 0 0 0 0,0 0 1 0 0,0 0-1 0 0,-1 0 0 0 0,-1 0 0 0 0,2-8 1 0 0,-4 15-1 0 0,1 1-1 0 0,-1 0 1 0 0,0 0-1 0 0,0 0 1 0 0,0 0-1 0 0,0-1 1 0 0,0 1-1 0 0,0 0 1 0 0,0 0-1 0 0,0 0 1 0 0,0 0-1 0 0,-1 0 1 0 0,1-1-1 0 0,0 1 1 0 0,-1 0 0 0 0,1 0-1 0 0,-1 0 1 0 0,0-1 1 0 0,1 2-2 0 0,-1 0 1 0 0,1 0 0 0 0,-1-1 0 0 0,1 1 0 0 0,-1 0 0 0 0,1 0 0 0 0,-1-1 0 0 0,1 1 0 0 0,-1 0 0 0 0,1 0-1 0 0,-1 0 1 0 0,1 0 0 0 0,-1 0 0 0 0,1 0 0 0 0,-1 0 0 0 0,0 0 0 0 0,1 0 0 0 0,-1 0 0 0 0,1 0-1 0 0,-1 0 1 0 0,1 0 0 0 0,-1 0 0 0 0,1 1 0 0 0,-1-1 0 0 0,0 0 1 0 0,-3 2-3 0 0,1 0 0 0 0,-1 0 1 0 0,0 0-1 0 0,1 1 0 0 0,0 0 1 0 0,-1-1-1 0 0,1 1 0 0 0,0 0 0 0 0,0 0 3 0 0,-4 6-1 0 0,1 1-1 0 0,-1-1 1 0 0,2 1-1 0 0,-1 0 1 0 0,1 1-1 0 0,1-1 1 0 0,0 1-1 0 0,0 0 1 0 0,1 0-1 0 0,1 0 1 0 0,-1 0-1 0 0,1 8 2 0 0,1-11-11 0 0,1 0-1 0 0,-1-1 1 0 0,1 1 0 0 0,1 0-1 0 0,0 0 1 0 0,0 0-1 0 0,0-1 1 0 0,1 1 0 0 0,0 0-1 0 0,1-1 1 0 0,-1 0-1 0 0,2 1 1 0 0,-1-1 0 0 0,1 0-1 0 0,0-1 1 0 0,0 1-1 0 0,1-1 1 0 0,4 6 11 0 0,-6-10-127 0 0,-1 0 1 0 0,0 0-1 0 0,1 0 0 0 0,-1 0 0 0 0,1-1 1 0 0,-1 1-1 0 0,1-1 0 0 0,0 0 1 0 0,0 1-1 0 0,0-1 127 0 0,-3-1-177 0 0,1 0-1 0 0,0 0 1 0 0,0 1 0 0 0,0-1-1 0 0,0 0 1 0 0,-1 0 0 0 0,1 0-1 0 0,0 0 1 0 0,0 0 0 0 0,0 0-1 0 0,0 0 1 0 0,0 0 0 0 0,0 0-1 0 0,-1 0 1 0 0,1-1 0 0 0,0 1-1 0 0,0 0 1 0 0,0-1-1 0 0,0 1 1 0 0,-1 0 0 0 0,1-1-1 0 0,0 1 1 0 0,0-1 0 0 0,-1 1-1 0 0,1-1 1 0 0,0 1 0 0 0,-1-1-1 0 0,1 0 1 0 0,-1 1 0 0 0,1-1-1 0 0,-1 0 1 0 0,1 0 0 0 0,-1 1-1 0 0,1-2 178 0 0,3-6-1944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34.516"/>
    </inkml:context>
    <inkml:brush xml:id="br0">
      <inkml:brushProperty name="width" value="0.05292" units="cm"/>
      <inkml:brushProperty name="height" value="0.05292" units="cm"/>
      <inkml:brushProperty name="color" value="#E71224"/>
    </inkml:brush>
  </inkml:definitions>
  <inkml:trace contextRef="#ctx0" brushRef="#br0">36 46 1728 0 0,'-16'5'17840'0'0,"27"-2"-16790"0"0,-11-3-1019 0 0,1 0 1 0 0,-1-1-1 0 0,1 1 1 0 0,-1 0-1 0 0,1 0 0 0 0,-1-1 1 0 0,1 1-1 0 0,-1 0 1 0 0,1-1-1 0 0,-1 1 1 0 0,1-1-1 0 0,-1 1 0 0 0,0 0 1 0 0,1-1-1 0 0,-1 1 1 0 0,0-1-1 0 0,0 1 0 0 0,1-1 1 0 0,-1 1-1 0 0,0-1 1 0 0,0 1-1 0 0,1-1 0 0 0,-1 0 1 0 0,0 1-32 0 0,1-20 399 0 0,-4 8 19 0 0,3 10-379 0 0,0 2-31 0 0,0-1 0 0 0,0 1 0 0 0,-1-1 0 0 0,1 1 0 0 0,0 0 0 0 0,0-1 0 0 0,0 1 0 0 0,-1-1 0 0 0,1 1 0 0 0,0-1 0 0 0,-1 1 0 0 0,1-1 0 0 0,0 1 0 0 0,-1 0-1 0 0,1-1 1 0 0,-1 1 0 0 0,1 0 0 0 0,0 0 0 0 0,-1-1 0 0 0,1 1 0 0 0,-1 0 0 0 0,1 0 0 0 0,-1-1 0 0 0,1 1 0 0 0,-1 0 0 0 0,1 0 0 0 0,-1 0 0 0 0,1 0 0 0 0,-1 0 0 0 0,1 0 0 0 0,-1 0-8 0 0,0 0-77 0 0,0 0 0 0 0,1 0 0 0 0,-1 0 1 0 0,0 1-1 0 0,0-1 0 0 0,1 0 0 0 0,-1 1 1 0 0,0-1-1 0 0,0 1 0 0 0,1-1 0 0 0,-1 1 0 0 0,0-1 1 0 0,1 1-1 0 0,-1-1 0 0 0,1 1 0 0 0,-1-1 1 0 0,1 1-1 0 0,-1 0 0 0 0,1-1 0 0 0,-1 1 0 0 0,1 0 1 0 0,0 0-1 0 0,-1-1 0 0 0,1 1 0 0 0,0 0 1 0 0,-1 0 76 0 0,-7 20-3575 0 0,7-11 1716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17T07:28:35.657"/>
    </inkml:context>
    <inkml:brush xml:id="br0">
      <inkml:brushProperty name="width" value="0.05292" units="cm"/>
      <inkml:brushProperty name="height" value="0.05292" units="cm"/>
      <inkml:brushProperty name="color" value="#E71224"/>
    </inkml:brush>
  </inkml:definitions>
  <inkml:trace contextRef="#ctx0" brushRef="#br0">42 8 1884,'-4'-8'8798,"0"9"-3618,-2 17-2032,0 36-2596,-3 61 1191,-3 44-18,11-123-1276,2 0 1,1 0 0,4 13-450,-5-40 75,1 0 1,0-1-1,0 1 1,1-1-1,0 1 1,1-1-1,-1 0 1,2 0-1,-1-1 1,1 1-1,0-1 1,2 2-76,-3-5 16,0-1 1,0 1 0,0-1 0,0 0 0,1 0-1,-1-1 1,1 1 0,-1-1 0,1 0 0,0 0 0,0 0-1,0-1 1,0 0 0,0 0 0,0 0 0,1-1-1,-1 0 1,0 0 0,0 0 0,0 0 0,4-1-17,0-1-204,0 1 0,0-1 0,0-1 1,0 0-1,0 0 0,-1 0 0,9-6 204,-12 7-611,-1-2 0,1 1-1,0 0 1,-1-1 0,0 0 0,0 0-1,0 0 1,2-4 611,4-7-1987</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17T07:28:36.001"/>
    </inkml:context>
    <inkml:brush xml:id="br0">
      <inkml:brushProperty name="width" value="0.05292" units="cm"/>
      <inkml:brushProperty name="height" value="0.05292" units="cm"/>
      <inkml:brushProperty name="color" value="#E71224"/>
    </inkml:brush>
  </inkml:definitions>
  <inkml:trace contextRef="#ctx0" brushRef="#br0">16 99 12,'0'0'476,"-1"0"-1,0 0 1,1 0-1,-1 0 1,0 0-1,1 0 1,-1 0-1,0 0 1,1 0-1,-1-1 1,0 1 0,1 0-1,-1-1 1,0 1-1,1 0 1,-1-1-1,1 1 1,-1 0-1,1-1 1,-1 1 0,1-1-1,-1 1 1,1-1-1,-1 1 1,1-1-1,-1 0-475,2 0 185,-1 0 0,0 1 0,1-1-1,-1 0 1,0 1 0,1-1 0,-1 0-1,1 1 1,-1-1 0,1 1 0,0-1 0,-1 1-1,1-1 1,-1 1 0,1-1 0,0 1 0,0 0-1,-1-1 1,1 1-185,42-18 1547,-7 7-750,0 2 1,1 1-1,14 0-797,115-8-3070,-154 15 2497,31-2-1217,-1-3 102</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36.341"/>
    </inkml:context>
    <inkml:brush xml:id="br0">
      <inkml:brushProperty name="width" value="0.05292" units="cm"/>
      <inkml:brushProperty name="height" value="0.05292" units="cm"/>
      <inkml:brushProperty name="color" value="#E71224"/>
    </inkml:brush>
  </inkml:definitions>
  <inkml:trace contextRef="#ctx0" brushRef="#br0">1 15 744 0 0,'0'12'6988'0'0,"1"4"3869"0"0,0-15-10703 0 0,-1 0-1 0 0,1-1 1 0 0,0 1 0 0 0,0 0-1 0 0,0-1 1 0 0,0 1-1 0 0,0-1 1 0 0,0 1 0 0 0,0-1-1 0 0,0 1 1 0 0,0-1-1 0 0,0 0 1 0 0,0 1 0 0 0,0-1-1 0 0,1 0 1 0 0,-1 0-1 0 0,0 0 1 0 0,0 0-154 0 0,36 3 736 0 0,-1-2-1 0 0,1-1 1 0 0,0-2 0 0 0,-1-1-1 0 0,12-5-735 0 0,1 2 429 0 0,109-21-2142 0 0,-148 24 725 0 0,-5-2-2699 0 0,-5 5 1712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36.682"/>
    </inkml:context>
    <inkml:brush xml:id="br0">
      <inkml:brushProperty name="width" value="0.05292" units="cm"/>
      <inkml:brushProperty name="height" value="0.05292" units="cm"/>
      <inkml:brushProperty name="color" value="#E71224"/>
    </inkml:brush>
  </inkml:definitions>
  <inkml:trace contextRef="#ctx0" brushRef="#br0">29 140 808 0 0,'-7'-1'2122'0'0,"6"1"-1609"0"0,0-1 1 0 0,0 1 0 0 0,0 0-1 0 0,0 0 1 0 0,0 0-1 0 0,0-1 1 0 0,0 1-1 0 0,0 0 1 0 0,0-1 0 0 0,0 1-1 0 0,0-1 1 0 0,0 1-1 0 0,0-1 1 0 0,0 0-1 0 0,1 1 1 0 0,-1-1 0 0 0,0 0-1 0 0,0 1 1 0 0,1-1-1 0 0,-1 0 1 0 0,1 0-1 0 0,-1 0 1 0 0,0 0-514 0 0,1 0 1496 0 0,32-15 2989 0 0,28-2-3088 0 0,2 3 0 0 0,0 2 0 0 0,6 2-1397 0 0,-1 0 600 0 0,80-13 238 0 0,-49 12-5863 0 0,-92 10 2970 0 0,0 0 69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42.277"/>
    </inkml:context>
    <inkml:brush xml:id="br0">
      <inkml:brushProperty name="width" value="0.05292" units="cm"/>
      <inkml:brushProperty name="height" value="0.05292" units="cm"/>
      <inkml:brushProperty name="color" value="#E71224"/>
    </inkml:brush>
  </inkml:definitions>
  <inkml:trace contextRef="#ctx0" brushRef="#br0">308 27 284 0 0,'-2'-2'559'0'0,"1"0"-1"0"0,-1 0 1 0 0,0 0-1 0 0,0 0 1 0 0,0 0 0 0 0,0 0-1 0 0,-1 0 1 0 0,1 1 0 0 0,-1 0-1 0 0,1-1 1 0 0,-1 1-1 0 0,1 0 1 0 0,-1 0 0 0 0,1 0-1 0 0,-1 0 1 0 0,0 1-1 0 0,0-1-558 0 0,-1 1 500 0 0,-1-1-1 0 0,0 1 0 0 0,1 0 1 0 0,-1 1-1 0 0,0-1 0 0 0,1 1 0 0 0,-1 0 1 0 0,1 0-1 0 0,-5 2-499 0 0,-5 2 483 0 0,0 1 1 0 0,1 1-1 0 0,0 0 0 0 0,0 1 1 0 0,1 1-1 0 0,-1 0-483 0 0,0 2 333 0 0,0 0-1 0 0,1 0 1 0 0,0 1-1 0 0,1 0 1 0 0,0 1-1 0 0,-5 9-332 0 0,12-16 117 0 0,-1 1 0 0 0,1 0-1 0 0,0 1 1 0 0,1-1 0 0 0,0 1-1 0 0,0-1 1 0 0,0 1 0 0 0,1 0 0 0 0,1 0-1 0 0,-1 0 1 0 0,1 1 0 0 0,0-1 0 0 0,1 0-1 0 0,0 3-116 0 0,1-6 35 0 0,-1 0-1 0 0,1 0 1 0 0,0 0 0 0 0,1 0-1 0 0,-1 0 1 0 0,1-1-1 0 0,0 1 1 0 0,0 0-1 0 0,0-1 1 0 0,1 1 0 0 0,-1-1-1 0 0,1 0 1 0 0,0 0-1 0 0,1 0 1 0 0,-1 0 0 0 0,0-1-1 0 0,1 1 1 0 0,0-1-1 0 0,0 0 1 0 0,0 0 0 0 0,0-1-1 0 0,1 1 1 0 0,-1-1-1 0 0,1 1 1 0 0,0-2-1 0 0,-1 1 1 0 0,1 0 0 0 0,0-1-1 0 0,0 0 1 0 0,2 0-35 0 0,8 2 37 0 0,0-1 1 0 0,0-1-1 0 0,0-1 1 0 0,0 0 0 0 0,0-1-1 0 0,0 0 1 0 0,0-1-1 0 0,0-1 1 0 0,7-2-38 0 0,-1-1 36 0 0,-1-1 0 0 0,-1-1 1 0 0,11-5-37 0 0,-20 8 17 0 0,0-1 1 0 0,-1 1 0 0 0,1-2 0 0 0,-1 1-1 0 0,-1-1 1 0 0,1-1 0 0 0,2-3-18 0 0,1-9 48 0 0,-12 20-47 0 0,0-1 1 0 0,1 1-1 0 0,-1-1 0 0 0,0 1 1 0 0,0-1-1 0 0,0 1 1 0 0,0-1-1 0 0,0 1 1 0 0,0-1-1 0 0,0 1 0 0 0,0-1 1 0 0,-1 1-1 0 0,1-1 1 0 0,0 1-1 0 0,0-1 1 0 0,0 1-1 0 0,0-1 0 0 0,-1 1 1 0 0,1-1-1 0 0,0 1 1 0 0,0-1-1 0 0,-1 1 1 0 0,1-1-1 0 0,0 1 1 0 0,-1 0-1 0 0,1-1 0 0 0,-1 1 1 0 0,1 0-1 0 0,0-1 1 0 0,-1 1-1 0 0,1 0 1 0 0,-1 0-1 0 0,1-1 0 0 0,-1 1 1 0 0,1 0-1 0 0,-1 0 1 0 0,1 0-2 0 0,-2-1 2 0 0,1 1-1 0 0,0 0 1 0 0,0 0 0 0 0,-1 0 0 0 0,1 0 0 0 0,0 1 0 0 0,0-1 0 0 0,0 0-1 0 0,0 0 1 0 0,-1 1 0 0 0,1-1 0 0 0,0 1 0 0 0,0-1 0 0 0,0 1 0 0 0,0-1-1 0 0,0 1 1 0 0,0 0 0 0 0,-1 0-2 0 0,-19 16 22 0 0,17-14-8 0 0,2-1-2 0 0,0-1-1 0 0,0 1 0 0 0,0-1 1 0 0,0 1-1 0 0,0-1 0 0 0,0 1 1 0 0,1 0-1 0 0,-1 0 0 0 0,1 0 1 0 0,-1 0-1 0 0,1 0 0 0 0,0 0 0 0 0,0 0 1 0 0,0 0-1 0 0,-1 2-11 0 0,3-4 2 0 0,-1 0 1 0 0,0 1-1 0 0,1-1 0 0 0,-1 0 1 0 0,1 0-1 0 0,-1 1 0 0 0,0-1 1 0 0,1 0-1 0 0,-1 0 1 0 0,1 0-1 0 0,-1 1 0 0 0,1-1 1 0 0,-1 0-1 0 0,1 0 0 0 0,-1 0 1 0 0,1 0-1 0 0,-1 0 0 0 0,1 0 1 0 0,-1 0-1 0 0,0 0 0 0 0,1 0 1 0 0,-1 0-1 0 0,1 0 0 0 0,-1-1 1 0 0,1 1-1 0 0,-1 0 0 0 0,1 0 1 0 0,-1 0-1 0 0,1 0 0 0 0,-1-1 1 0 0,0 1-1 0 0,1 0 0 0 0,-1-1 1 0 0,0 1-1 0 0,1 0-2 0 0,16-8 42 0 0,-14 6-43 0 0,0 0 0 0 0,1 0 0 0 0,-1 1 1 0 0,1-1-1 0 0,-1 1 0 0 0,1-1 0 0 0,0 1 0 0 0,-1 0 0 0 0,1 1 0 0 0,0-1 1 0 0,-1 1 0 0 0,0 1-1 0 0,0-1 1 0 0,0 1 0 0 0,0 0-1 0 0,0 0 1 0 0,-1 0-1 0 0,1 0 1 0 0,0 0 0 0 0,-1 1-1 0 0,1-1 1 0 0,-1 1-1 0 0,1-1 1 0 0,1 3 0 0 0,2 0 4 0 0,0 0 0 0 0,1 0 1 0 0,0 0-1 0 0,0-1 0 0 0,0 1 0 0 0,0-2 1 0 0,0 1-1 0 0,1-1 0 0 0,-1 0 0 0 0,1-1 0 0 0,0 0 1 0 0,6 1-5 0 0,-9-3-2 0 0,0 1 1 0 0,1-1-1 0 0,-1 1 0 0 0,0-1 1 0 0,0-1-1 0 0,0 1 1 0 0,0-1-1 0 0,0 0 1 0 0,0 0-1 0 0,0-1 1 0 0,0 1-1 0 0,-1-1 1 0 0,1 0-1 0 0,-1 0 1 0 0,0 0-1 0 0,0-1 1 0 0,0 0-1 0 0,0 0 0 0 0,0-1 2 0 0,5-4-17 0 0,-1-1-1 0 0,0-1 1 0 0,-1 1-1 0 0,0-1 0 0 0,1-3 18 0 0,-1-5-17 0 0,-3 7 41 0 0,-1-1 1 0 0,-1 0-1 0 0,0 0 1 0 0,-1 0-25 0 0,6-36 796 0 0,-6 48-686 0 0,-1 0 51 0 0,0 1-154 0 0,0 0 0 0 0,0 0 1 0 0,0 0-1 0 0,0 0 0 0 0,0 0 0 0 0,0 0 0 0 0,0 0 0 0 0,0-1 1 0 0,0 1-1 0 0,0 0 0 0 0,0 0 0 0 0,0 0 0 0 0,0 0 0 0 0,0 0 1 0 0,0 0-1 0 0,0 0 0 0 0,1 0 0 0 0,-1 0 0 0 0,0 0 0 0 0,0 0 1 0 0,0 0-1 0 0,0 0 0 0 0,0-1 0 0 0,0 1 0 0 0,0 0 0 0 0,0 0 1 0 0,0 0-1 0 0,0 0 0 0 0,0 0 0 0 0,0 0 0 0 0,0 0 0 0 0,0 0 1 0 0,0 0-1 0 0,1 0 0 0 0,-1 0 0 0 0,0 0 0 0 0,0 0 0 0 0,0 0 1 0 0,0 0-1 0 0,0 0 0 0 0,0 0 0 0 0,0 0 0 0 0,0 0 0 0 0,0 0 1 0 0,0 0-1 0 0,0 0 0 0 0,1 0 0 0 0,-1 0 0 0 0,0 0 0 0 0,0 0 1 0 0,0 0-1 0 0,0 0 0 0 0,0 0 0 0 0,0 0 0 0 0,0 0 0 0 0,0 0 1 0 0,0 0-1 0 0,0 1 0 0 0,0-1 0 0 0,0 0 0 0 0,0 0 1 0 0,0 0-8 0 0,4 9 79 0 0,0-1 1 0 0,-1 2 0 0 0,-1-1 0 0 0,1 0-1 0 0,-1 1 1 0 0,-1-1 0 0 0,0 1 0 0 0,0-1 0 0 0,-1 3-80 0 0,5 34 156 0 0,14 99-991 0 0,-12-125-811 0 0,-2-13-1407 0 0,-5-7 1063 0 0,0 0 81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42.839"/>
    </inkml:context>
    <inkml:brush xml:id="br0">
      <inkml:brushProperty name="width" value="0.05292" units="cm"/>
      <inkml:brushProperty name="height" value="0.05292" units="cm"/>
      <inkml:brushProperty name="color" value="#E71224"/>
    </inkml:brush>
  </inkml:definitions>
  <inkml:trace contextRef="#ctx0" brushRef="#br0">85 25 1048 0 0,'1'-1'387'0'0,"-1"0"0"0"0,0 0 0 0 0,0 0 0 0 0,0 0 0 0 0,0 0-1 0 0,0 0 1 0 0,-1 0 0 0 0,1 0 0 0 0,0 0 0 0 0,0 0 0 0 0,0 0 0 0 0,-1 0 0 0 0,1 0 0 0 0,-1 1-1 0 0,1-1 1 0 0,0 0 0 0 0,-1 0 0 0 0,0 0 0 0 0,1 1 0 0 0,-1-1 0 0 0,1 0 0 0 0,-1 0 0 0 0,0 1-1 0 0,0-1 1 0 0,1 1 0 0 0,-1-1 0 0 0,0 1 0 0 0,0-1 0 0 0,0 0-387 0 0,-1 1 207 0 0,1 0 1 0 0,0 0-1 0 0,0 0 1 0 0,-1 0 0 0 0,1 0-1 0 0,0 1 1 0 0,0-1-1 0 0,-1 0 1 0 0,1 1-1 0 0,0-1 1 0 0,0 1-1 0 0,0-1 1 0 0,0 1-1 0 0,-1-1 1 0 0,1 1-1 0 0,0 0 1 0 0,0 0-1 0 0,0-1 1 0 0,0 1-1 0 0,0 0 1 0 0,1 0 0 0 0,-2 1-208 0 0,-3 3 272 0 0,1 1 1 0 0,-1 0 0 0 0,1 0 0 0 0,0 0-1 0 0,0 1 1 0 0,1-1 0 0 0,0 1 0 0 0,0 0-1 0 0,1 0 1 0 0,0 0 0 0 0,0 0 0 0 0,0 1-1 0 0,1-1 1 0 0,0 0 0 0 0,1 1 0 0 0,-1 4-273 0 0,1-7 74 0 0,1 1 1 0 0,-1-1 0 0 0,1 1 0 0 0,0-1 0 0 0,0 1 0 0 0,0-1 0 0 0,1 0 0 0 0,0 0-1 0 0,0 0 1 0 0,0 0 0 0 0,1 0 0 0 0,0 0 0 0 0,0 0 0 0 0,0-1 0 0 0,0 1 0 0 0,1-1-1 0 0,0 0 1 0 0,-1 0 0 0 0,1 0 0 0 0,1-1 0 0 0,-1 0 0 0 0,5 3-75 0 0,4 1 73 0 0,0-1 1 0 0,1-1-1 0 0,-1 0 1 0 0,1-1-1 0 0,1 0 1 0 0,-1-1-1 0 0,0-1 1 0 0,1 0-1 0 0,-1-1 1 0 0,1 0-1 0 0,-1-1 1 0 0,3-1-74 0 0,27-3 137 0 0,-1-2 0 0 0,0-1 0 0 0,19-7-137 0 0,-18 3 188 0 0,34-14-188 0 0,-62 19 33 0 0,-1 0-1 0 0,0-1 0 0 0,0-1 0 0 0,-1 0 0 0 0,0-1 1 0 0,8-7-33 0 0,-19 13 15 0 0,0 1 0 0 0,0-1 0 0 0,-1 0 0 0 0,1 0 0 0 0,-1 0 1 0 0,1 0-1 0 0,-1 0 0 0 0,0 0 0 0 0,0-1 0 0 0,-1 1 1 0 0,1-1-16 0 0,-2 3 4 0 0,1 0 0 0 0,-1 0 0 0 0,0 0 0 0 0,0 0 0 0 0,0 0 1 0 0,0 0-1 0 0,0 0 0 0 0,0 0 0 0 0,0 0 0 0 0,0 0 1 0 0,-1 0-1 0 0,1 0 0 0 0,0 0 0 0 0,-1 0 0 0 0,1 0 1 0 0,0 0-1 0 0,-1 0 0 0 0,1 0 0 0 0,-1 0 0 0 0,0 1 0 0 0,1-1 1 0 0,-1 0-1 0 0,0 0 0 0 0,1 0 0 0 0,-1 1 0 0 0,0-1 1 0 0,0 0-1 0 0,1 1 0 0 0,-1-1 0 0 0,0 1 0 0 0,0-1 1 0 0,0 1-1 0 0,0 0 0 0 0,0-1 0 0 0,0 1 0 0 0,0 0 1 0 0,0-1-1 0 0,0 1 0 0 0,0 0 0 0 0,0 0 0 0 0,0 0-4 0 0,-8-1 13 0 0,1-1-1 0 0,0 2 1 0 0,0-1 0 0 0,-1 1-1 0 0,1 0 1 0 0,0 1-1 0 0,0 0 1 0 0,0 0-1 0 0,0 1 1 0 0,0 0 0 0 0,0 1-1 0 0,0-1 1 0 0,0 2-1 0 0,-1 0-12 0 0,1-1 16 0 0,0 1 0 0 0,0 1 0 0 0,1-1 0 0 0,-1 1 0 0 0,1 0 0 0 0,0 1 0 0 0,0 0 0 0 0,1 0 0 0 0,0 0 0 0 0,0 1 0 0 0,1 0 0 0 0,-1 0 0 0 0,0 2-16 0 0,5-6 11 0 0,-1 0-1 0 0,1 0 1 0 0,0 0-1 0 0,0 0 1 0 0,0 1-1 0 0,0-1 1 0 0,0 0-1 0 0,1 1 1 0 0,0-1-1 0 0,-1 1 1 0 0,1-1-1 0 0,0 0 1 0 0,1 1-1 0 0,-1-1 1 0 0,1 1-1 0 0,-1-1 1 0 0,1 0-1 0 0,0 0 1 0 0,0 1-1 0 0,1-1 1 0 0,-1 0-1 0 0,1 0 1 0 0,-1 0-1 0 0,1 0 1 0 0,0 0-1 0 0,0-1 0 0 0,0 1 1 0 0,0 0-1 0 0,1-1 1 0 0,-1 0-1 0 0,3 2-10 0 0,1 1-37 0 0,0 0-1 0 0,0-1 0 0 0,0 0 0 0 0,1 0 0 0 0,-1-1 1 0 0,1 0-1 0 0,0 0 0 0 0,0 0 0 0 0,0-1 0 0 0,0 0 1 0 0,0 0-1 0 0,0-1 0 0 0,1 0 0 0 0,2 0 38 0 0,3-1-919 0 0,1-1 0 0 0,0 0 0 0 0,-1-1 0 0 0,1 0 0 0 0,-1-1 0 0 0,0-1 0 0 0,8-3 919 0 0,7-6-1955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43.667"/>
    </inkml:context>
    <inkml:brush xml:id="br0">
      <inkml:brushProperty name="width" value="0.05292" units="cm"/>
      <inkml:brushProperty name="height" value="0.05292" units="cm"/>
      <inkml:brushProperty name="color" value="#E71224"/>
    </inkml:brush>
  </inkml:definitions>
  <inkml:trace contextRef="#ctx0" brushRef="#br0">186 36 1684 0 0,'0'-1'520'0'0,"-4"-24"7869"0"0,4 25-8178 0 0,0-1 0 0 0,-1 0-1 0 0,1 1 1 0 0,-1-1 0 0 0,1 1-1 0 0,-1-1 1 0 0,0 1 0 0 0,1-1-1 0 0,-1 1 1 0 0,1-1 0 0 0,-1 1 0 0 0,0-1-1 0 0,1 1 1 0 0,-1 0 0 0 0,0-1-1 0 0,0 1 1 0 0,1 0 0 0 0,-1 0-1 0 0,0-1 1 0 0,0 1 0 0 0,1 0 0 0 0,-1 0-1 0 0,0 0 1 0 0,0 0 0 0 0,1 0-1 0 0,-1 0 1 0 0,0 0 0 0 0,0 0-1 0 0,0 0 1 0 0,1 1 0 0 0,-1-1 0 0 0,0 0-1 0 0,0 1-210 0 0,-6 1 279 0 0,0 1 0 0 0,0 0 0 0 0,0 1 0 0 0,0 0 0 0 0,1 0 0 0 0,-1 0 0 0 0,1 1 0 0 0,0 0-1 0 0,0 0 1 0 0,1 0 0 0 0,0 1 0 0 0,0 0 0 0 0,0 0 0 0 0,1 0 0 0 0,-2 3-279 0 0,-4 7 226 0 0,1-1 0 0 0,0 2 0 0 0,2-1 0 0 0,0 1 0 0 0,0 1 0 0 0,1 0-226 0 0,4-12 64 0 0,1 0 0 0 0,0 1 0 0 0,-1-1 0 0 0,2 0 0 0 0,-1 0 1 0 0,1 1-1 0 0,0-1 0 0 0,0 0 0 0 0,1 0 0 0 0,0 1 0 0 0,0-1 0 0 0,0 0 0 0 0,1 0 0 0 0,0 0 0 0 0,0 0 0 0 0,3 5-64 0 0,-2-7 29 0 0,-1 1-1 0 0,2-1 0 0 0,-1 0 0 0 0,0 0 1 0 0,1 0-1 0 0,0 0 0 0 0,0-1 1 0 0,0 0-1 0 0,0 1 0 0 0,1-2 1 0 0,-1 1-1 0 0,1 0 0 0 0,0-1 1 0 0,0 0-1 0 0,0 0 0 0 0,0 0 1 0 0,0-1-1 0 0,0 0 0 0 0,0 0 1 0 0,2 0-29 0 0,5 1-19 0 0,0-1 0 0 0,1-1 1 0 0,-1 0-1 0 0,0-1 1 0 0,1 0-1 0 0,-1-1 1 0 0,0 0-1 0 0,0-1 0 0 0,0 0 1 0 0,0-1-1 0 0,0-1 19 0 0,3-1-68 0 0,-1 0 0 0 0,-1-1 0 0 0,1-1-1 0 0,-2 0 1 0 0,1 0 0 0 0,-1-2 0 0 0,0 1 0 0 0,9-10 68 0 0,-20 18-6 0 0,-1 0 1 0 0,1 0 0 0 0,0 0 0 0 0,0 0 0 0 0,0 0 0 0 0,0 0-1 0 0,-1 0 1 0 0,1 0 0 0 0,0 0 0 0 0,-1 0 0 0 0,1 0 0 0 0,-1 0-1 0 0,1 0 1 0 0,-1 0 0 0 0,0-1 0 0 0,1 1 0 0 0,-1 0 0 0 0,0 0-1 0 0,0 0 1 0 0,0-1 0 0 0,0 1 0 0 0,0 0 0 0 0,0 0 0 0 0,0-1-1 0 0,0 1 1 0 0,-1 0 0 0 0,1 0 0 0 0,0 0 5 0 0,-1-1 4 0 0,-16 13 17 0 0,15-8-9 0 0,1-1 0 0 0,0 0 0 0 0,0 1 0 0 0,0-1 1 0 0,0 0-1 0 0,1 1 0 0 0,-1-1 0 0 0,1 1 1 0 0,-1-1-1 0 0,1 1 0 0 0,0-1 0 0 0,0 1 0 0 0,0-1 1 0 0,0 1-1 0 0,0-1 0 0 0,1 1 0 0 0,-1-1 1 0 0,1 1-1 0 0,0-1 0 0 0,0 1 0 0 0,0-1 0 0 0,0 0 1 0 0,0 1-1 0 0,0-1 0 0 0,0 0 0 0 0,1 0 1 0 0,-1 0-1 0 0,1 0 0 0 0,0 0 0 0 0,0 1-12 0 0,0-2 18 0 0,0 1 0 0 0,-1 0-1 0 0,1 0 1 0 0,0-1 0 0 0,0 1-1 0 0,0-1 1 0 0,0 1 0 0 0,0-1-1 0 0,1 0 1 0 0,-1 0 0 0 0,0 0-1 0 0,1 0 1 0 0,-1 0 0 0 0,0 0 0 0 0,1-1-1 0 0,-1 1 1 0 0,1-1 0 0 0,-1 0-1 0 0,1 0 1 0 0,-1 0 0 0 0,1 0-1 0 0,-1 0 1 0 0,1 0 0 0 0,-1-1 0 0 0,1 1-1 0 0,-1-1 1 0 0,0 0 0 0 0,1 1-1 0 0,-1-1 1 0 0,2-1-18 0 0,-1 1 17 0 0,-1-1 0 0 0,1 0 0 0 0,0 0 0 0 0,-1 0 0 0 0,1 0 0 0 0,-1 0 0 0 0,0 0 0 0 0,0-1 0 0 0,0 1 0 0 0,0-1 0 0 0,0 0 0 0 0,0 1 0 0 0,-1-1 0 0 0,1 0 0 0 0,-1 0 0 0 0,0 0 0 0 0,0 0 0 0 0,0 0 0 0 0,0 0 0 0 0,0 0 0 0 0,0-3-17 0 0,-1 1 15 0 0,-1 0 0 0 0,1-1 0 0 0,-1 1 0 0 0,0 0 0 0 0,0 0 0 0 0,0 0 0 0 0,-1 0-1 0 0,1 0 1 0 0,-1 0 0 0 0,-1 1 0 0 0,1-1 0 0 0,0 1 0 0 0,-2-2-15 0 0,-20-22-1130 0 0,24 28 536 0 0,0 0-139 0 0,-7-3-3959 0 0,7 3 2766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44.538"/>
    </inkml:context>
    <inkml:brush xml:id="br0">
      <inkml:brushProperty name="width" value="0.05292" units="cm"/>
      <inkml:brushProperty name="height" value="0.05292" units="cm"/>
      <inkml:brushProperty name="color" value="#E71224"/>
    </inkml:brush>
  </inkml:definitions>
  <inkml:trace contextRef="#ctx0" brushRef="#br0">1 396 1968 0 0,'3'0'771'0'0,"0"0"1"0"0,-1 0-1 0 0,1-1 0 0 0,0 1 0 0 0,0-1 1 0 0,0 0-1 0 0,0 1 0 0 0,0-1 0 0 0,0 0 0 0 0,-1-1 1 0 0,1 1-1 0 0,0-1 0 0 0,-1 1 0 0 0,1-1 0 0 0,-1 0 1 0 0,0 1-1 0 0,3-3-771 0 0,-2 0 496 0 0,0 0-1 0 0,-1 0 1 0 0,1 0 0 0 0,0 0 0 0 0,-1 0-1 0 0,0 0 1 0 0,0-1 0 0 0,0 1-1 0 0,-1-1 1 0 0,1-2-496 0 0,1-10 429 0 0,0 1-1 0 0,-1-1 1 0 0,-1 0-1 0 0,-1 1 1 0 0,-1-15-429 0 0,-1 5 279 0 0,-1 0 0 0 0,-1 0 0 0 0,-1 1 0 0 0,-1-1 0 0 0,-2 1 0 0 0,0 1 0 0 0,-1-1-279 0 0,8 25 10 0 0,1-1-1 0 0,0 0 0 0 0,0 1 1 0 0,-1-1-1 0 0,1 1 1 0 0,0-1-1 0 0,-1 0 1 0 0,1 1-1 0 0,-1-1 0 0 0,1 1 1 0 0,-1-1-1 0 0,1 1 1 0 0,-1 0-1 0 0,1-1 0 0 0,-1 1 1 0 0,1-1-1 0 0,-1 1 1 0 0,1 0-1 0 0,-1-1 0 0 0,0 1-9 0 0,-8 5 189 0 0,8-3-166 0 0,-1 0-1 0 0,1 1 1 0 0,0-1 0 0 0,-1 1-1 0 0,1-1 1 0 0,0 1-1 0 0,1-1 1 0 0,-2 3-23 0 0,1 4 22 0 0,0 1 0 0 0,1-1 0 0 0,0 1 0 0 0,0 0 0 0 0,1-1 0 0 0,0 1 0 0 0,1-1 0 0 0,0 1 0 0 0,1 3-22 0 0,3 7 30 0 0,0-1 0 0 0,2 0 0 0 0,9 17-30 0 0,-13-29 9 0 0,0 1 1 0 0,1-1-1 0 0,0 0 0 0 0,0 0 0 0 0,0-1 0 0 0,1 1 1 0 0,0-1-1 0 0,0-1 0 0 0,1 1 0 0 0,0-1 0 0 0,0 0 1 0 0,0 0-1 0 0,0-1 0 0 0,2 0-9 0 0,-2-1 5 0 0,-1-1 0 0 0,1 1 0 0 0,0-2-1 0 0,-1 1 1 0 0,1-1 0 0 0,0 0 0 0 0,0 0 0 0 0,0-1 0 0 0,0 0 0 0 0,1 0-1 0 0,-1-1 1 0 0,0 1 0 0 0,-1-2 0 0 0,1 1 0 0 0,0-1 0 0 0,0 0 0 0 0,2-1-5 0 0,2-1 1 0 0,-1-1 1 0 0,0 0 0 0 0,0 0-1 0 0,-1-1 1 0 0,0 0-1 0 0,0-1 1 0 0,0 0 0 0 0,-1 0-1 0 0,0-1 1 0 0,0 0-1 0 0,-1 0 1 0 0,0-1 0 0 0,0 0-1 0 0,0-2-1 0 0,-2 3 11 0 0,-1 0-1 0 0,0-1 0 0 0,0 1 1 0 0,-1-1-1 0 0,0 0 0 0 0,0 0 1 0 0,-1 0-1 0 0,-1-1 0 0 0,1 1 1 0 0,-1 0-1 0 0,-1-1 0 0 0,0 1 1 0 0,0-1-1 0 0,-1 1 0 0 0,0-1 1 0 0,-3-7-11 0 0,4 16 5 0 0,0 0 1 0 0,0 0-1 0 0,-1 0 1 0 0,1 0-1 0 0,0 0 1 0 0,-1 0-1 0 0,1 1 1 0 0,-1-1-1 0 0,1 0 1 0 0,-1 0-1 0 0,1 0 1 0 0,-1 1 0 0 0,0-1-1 0 0,1 0 1 0 0,-1 0-1 0 0,0 1 1 0 0,0-1-1 0 0,1 1 1 0 0,-1-1-1 0 0,0 1-5 0 0,-7-7 68 0 0,7 7-30 0 0,-1 2-2 0 0,-1 2-23 0 0,0-1 0 0 0,-1 1-1 0 0,2 0 1 0 0,-1 0 0 0 0,0 0-1 0 0,1 1 1 0 0,0-1 0 0 0,0 1 0 0 0,0-1-1 0 0,0 1 1 0 0,1 0 0 0 0,0-1-1 0 0,0 1 1 0 0,0 0-13 0 0,-2 17 66 0 0,2-1 0 0 0,0 17-66 0 0,0-4 59 0 0,0-22-39 0 0,1 0 0 0 0,0 0 0 0 0,2 0 1 0 0,-1 0-1 0 0,1 0 0 0 0,1-1 0 0 0,0 1 0 0 0,0-1 0 0 0,1 0 0 0 0,1 1 1 0 0,1 0-21 0 0,-3-6 1 0 0,0 0 0 0 0,1 0 1 0 0,0 0-1 0 0,0-1 1 0 0,1 0-1 0 0,0 1 0 0 0,0-2 1 0 0,0 1-1 0 0,0 0 0 0 0,1-1 1 0 0,-1 0-1 0 0,1-1 1 0 0,0 1-1 0 0,1-1 0 0 0,-1 0 1 0 0,0 0-1 0 0,1-1 1 0 0,0 0-1 0 0,4 1-1 0 0,6 0-96 0 0,1-1 0 0 0,0-1 0 0 0,-1 0 0 0 0,1-1 0 0 0,0-1 0 0 0,0-1 0 0 0,-1 0 0 0 0,12-4 96 0 0,-5 0-164 0 0,-1 0-1 0 0,1-2 1 0 0,-1-1 0 0 0,-1-1 0 0 0,20-12 164 0 0,-33 17-75 0 0,0 0 0 0 0,-1-1 0 0 0,0 0 0 0 0,0-1 1 0 0,0 0-1 0 0,-1 0 0 0 0,3-4 75 0 0,-9 9-5 0 0,1 0 1 0 0,-1 1-1 0 0,1-1 0 0 0,-1 0 0 0 0,0 0 1 0 0,0 0-1 0 0,0 0 0 0 0,0 0 1 0 0,0 0-1 0 0,0 0 0 0 0,-1 0 0 0 0,1-1 1 0 0,-1 1-1 0 0,1 0 0 0 0,-1 0 0 0 0,0 0 1 0 0,0-1-1 0 0,0 1 0 0 0,0 0 0 0 0,0 0 1 0 0,0-1-1 0 0,-1 1 0 0 0,1 0 0 0 0,-1 0 1 0 0,0 0-1 0 0,1 0 0 0 0,-1-1 0 0 0,0 1 1 0 0,0 0-1 0 0,0 1 0 0 0,-1-1 0 0 0,1 0 1 0 0,0 0-1 0 0,-1 0 0 0 0,1 1 1 0 0,-1-1 4 0 0,1 1 8 0 0,-1-1 1 0 0,1 1 0 0 0,-1 0-1 0 0,0 0 1 0 0,1 0 0 0 0,-1 0-1 0 0,0 0 1 0 0,1 0 0 0 0,-1 0-1 0 0,0 1 1 0 0,0-1 0 0 0,0 1-1 0 0,0-1 1 0 0,0 1 0 0 0,0 0-1 0 0,1-1 1 0 0,-1 1 0 0 0,0 0-1 0 0,0 1 1 0 0,0-1 0 0 0,0 0-1 0 0,0 0 1 0 0,0 1 0 0 0,0-1 0 0 0,0 1-1 0 0,0 0 1 0 0,1-1 0 0 0,-1 1-1 0 0,0 0 1 0 0,1 0 0 0 0,-1 0-1 0 0,0 0 1 0 0,1 0 0 0 0,-1 1-1 0 0,1-1 1 0 0,-1 0 0 0 0,1 1-1 0 0,0-1 1 0 0,-1 1-9 0 0,-1 2 19 0 0,0 0 1 0 0,-1 0-1 0 0,1 0 1 0 0,1 0-1 0 0,-1 0 1 0 0,1 1-1 0 0,-1-1 1 0 0,1 1-1 0 0,1 0 0 0 0,-1-1 1 0 0,0 1-1 0 0,1 0 1 0 0,0 0-1 0 0,0 4-19 0 0,1-6-73 0 0,0 0 1 0 0,0 0-1 0 0,0 0 0 0 0,1-1 0 0 0,-1 1 0 0 0,1 0 0 0 0,-1 0 1 0 0,1 0-1 0 0,0 0 0 0 0,0-1 0 0 0,0 1 0 0 0,1-1 0 0 0,-1 1 0 0 0,1-1 1 0 0,-1 1-1 0 0,1-1 0 0 0,0 0 0 0 0,0 1 0 0 0,0-1 0 0 0,0 0 1 0 0,0-1-1 0 0,0 1 0 0 0,1 0 0 0 0,-1 0 73 0 0,1-1-451 0 0,0 1-1 0 0,1-1 0 0 0,-1 0 1 0 0,0 0-1 0 0,1 0 1 0 0,-1-1-1 0 0,1 1 1 0 0,-1-1-1 0 0,1 1 1 0 0,-1-1-1 0 0,1 0 1 0 0,-1-1-1 0 0,2 1 452 0 0,8-2-1863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45.209"/>
    </inkml:context>
    <inkml:brush xml:id="br0">
      <inkml:brushProperty name="width" value="0.05292" units="cm"/>
      <inkml:brushProperty name="height" value="0.05292" units="cm"/>
      <inkml:brushProperty name="color" value="#E71224"/>
    </inkml:brush>
  </inkml:definitions>
  <inkml:trace contextRef="#ctx0" brushRef="#br0">66 206 776 0 0,'1'-4'998'0'0,"0"0"-1"0"0,0-1 1 0 0,-1 1 0 0 0,0 0-1 0 0,0-1 1 0 0,0 1 0 0 0,0 0-1 0 0,-1-1 1 0 0,0 1-1 0 0,0 0 1 0 0,0-1 0 0 0,0 1-1 0 0,0 0 1 0 0,-1 0 0 0 0,0 0-1 0 0,-1-2-997 0 0,3 6 76 0 0,-1 0 0 0 0,1-1 0 0 0,0 1 0 0 0,0 0 0 0 0,-1 0 0 0 0,1-1 0 0 0,0 1 0 0 0,-1 0 0 0 0,1 0-1 0 0,0 0 1 0 0,-1 0 0 0 0,1 0 0 0 0,-1 0 0 0 0,1-1 0 0 0,0 1 0 0 0,-1 0 0 0 0,1 0 0 0 0,0 0 0 0 0,-1 0 0 0 0,1 0 0 0 0,-1 0 0 0 0,1 0 0 0 0,0 1-1 0 0,-1-1 1 0 0,1 0 0 0 0,0 0 0 0 0,-1 0 0 0 0,1 0 0 0 0,0 0 0 0 0,-1 1 0 0 0,1-1 0 0 0,0 0 0 0 0,-1 0 0 0 0,1 0-76 0 0,-12 8 1037 0 0,9-3-859 0 0,-1 0 1 0 0,1 0 0 0 0,0 1-1 0 0,0-1 1 0 0,0 0 0 0 0,1 1 0 0 0,0 0-1 0 0,0 0 1 0 0,0-1 0 0 0,1 1 0 0 0,0 0-1 0 0,0 0 1 0 0,0 0 0 0 0,1 1-179 0 0,-1 3 134 0 0,1-1 0 0 0,0 1 0 0 0,1-1 0 0 0,0 1 0 0 0,0-1 0 0 0,1 1 0 0 0,0-1 0 0 0,3 6-134 0 0,-3-9 32 0 0,1 0 1 0 0,-1 0-1 0 0,1-1 0 0 0,0 0 1 0 0,1 1-1 0 0,-1-1 1 0 0,1 0-1 0 0,0-1 0 0 0,0 1 1 0 0,1-1-1 0 0,-1 0 1 0 0,1 0-1 0 0,0 0 0 0 0,0-1 1 0 0,0 1-1 0 0,1-1 0 0 0,-1 0 1 0 0,1-1-1 0 0,0 1 1 0 0,0-1-1 0 0,0-1 0 0 0,0 1 1 0 0,0-1-1 0 0,0 0 1 0 0,0 0-1 0 0,0 0 0 0 0,0-1 1 0 0,0 0-1 0 0,1-1 1 0 0,-1 1-1 0 0,0-1 0 0 0,0 0 1 0 0,0-1-1 0 0,0 1 0 0 0,0-1 1 0 0,0 0-1 0 0,-1-1 1 0 0,6-2-33 0 0,-3 0 11 0 0,0 0 0 0 0,0 0 1 0 0,0-1-1 0 0,0-1 0 0 0,-1 1 1 0 0,0-1-1 0 0,0 0 0 0 0,-1-1 0 0 0,0 0 1 0 0,0 0-1 0 0,-1 0 0 0 0,0 0 1 0 0,0-1-1 0 0,-1 0 0 0 0,3-8-11 0 0,-3 4 9 0 0,-1 0 0 0 0,1-1 0 0 0,-2 1-1 0 0,0-1 1 0 0,-1 0 0 0 0,0 0 0 0 0,-1 1-1 0 0,-1-1 1 0 0,0 0 0 0 0,-1 1 0 0 0,0-1-9 0 0,-17-89 334 0 0,19 103-331 0 0,0 0 0 0 0,0-1 0 0 0,0 1 0 0 0,0 0 0 0 0,0 0 1 0 0,0 0-1 0 0,0 0 0 0 0,0 0 0 0 0,0-1 0 0 0,0 1 0 0 0,0 0 0 0 0,-1 0 1 0 0,1 0-1 0 0,0 0 0 0 0,0 0 0 0 0,0 0 0 0 0,0-1 0 0 0,0 1 0 0 0,0 0 1 0 0,0 0-1 0 0,-1 0 0 0 0,1 0 0 0 0,0 0 0 0 0,0 0 0 0 0,0 0 1 0 0,0 0-1 0 0,0 0 0 0 0,-1 0 0 0 0,1 0 0 0 0,0 0 0 0 0,0 0 0 0 0,0 0 1 0 0,0 0-1 0 0,-1 0 0 0 0,1 0 0 0 0,0 0 0 0 0,0 0 0 0 0,0 0 0 0 0,0 0 1 0 0,0 0-1 0 0,-1 0 0 0 0,1 0 0 0 0,0 0 0 0 0,0 0 0 0 0,0 0 0 0 0,0 0 1 0 0,0 0-1 0 0,-1 0 0 0 0,1 0 0 0 0,0 0 0 0 0,0 1 0 0 0,0-1 0 0 0,0 0 1 0 0,0 0-1 0 0,0 0 0 0 0,0 0 0 0 0,-1 0 0 0 0,1 0 0 0 0,0 1 0 0 0,0-1 1 0 0,0 0-1 0 0,0 0-3 0 0,-6 7 73 0 0,4 1-38 0 0,0 0 0 0 0,0 0 0 0 0,0 0 0 0 0,1 0 0 0 0,0 0-1 0 0,1 0 1 0 0,0 0 0 0 0,0 0 0 0 0,1 7-35 0 0,0 1 38 0 0,3 57 33 0 0,4-1 0 0 0,15 65-71 0 0,-19-127-592 0 0,0-12 65 0 0,5-19 166 0 0,-2 2 243 0 0,1 0 0 0 0,1 0-1 0 0,1 1 1 0 0,1-2 118 0 0,-6 13 10 0 0,-1 0-1 0 0,1 1 1 0 0,0-1 0 0 0,0 1 0 0 0,1 0-1 0 0,0 0 1 0 0,0 1 0 0 0,0 0 0 0 0,1 0-1 0 0,0 0 1 0 0,5-2-10 0 0,-9 6 22 0 0,-1 0-1 0 0,1-1 1 0 0,0 1-1 0 0,0 1 0 0 0,0-1 1 0 0,0 0-1 0 0,0 1 1 0 0,0-1-1 0 0,0 1 1 0 0,0 0-1 0 0,0 0 0 0 0,0 0 1 0 0,0 1-1 0 0,0-1 1 0 0,0 1-1 0 0,0 0 0 0 0,0-1 1 0 0,0 1-1 0 0,0 0 1 0 0,0 1-1 0 0,0-1 1 0 0,-1 0-1 0 0,1 1 0 0 0,0 0 1 0 0,-1 0-1 0 0,0-1 1 0 0,1 1-1 0 0,-1 1 1 0 0,0-1-1 0 0,0 0 0 0 0,0 1-21 0 0,6 7-354 0 0,-2-1 0 0 0,1 1-1 0 0,-1 1 1 0 0,-1-1-1 0 0,0 1 1 0 0,-1 0-1 0 0,2 5 355 0 0,-6-12-3876 0 0,0-4 1905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45.581"/>
    </inkml:context>
    <inkml:brush xml:id="br0">
      <inkml:brushProperty name="width" value="0.05292" units="cm"/>
      <inkml:brushProperty name="height" value="0.05292" units="cm"/>
      <inkml:brushProperty name="color" value="#E71224"/>
    </inkml:brush>
  </inkml:definitions>
  <inkml:trace contextRef="#ctx0" brushRef="#br0">21 133 776 0 0,'-5'-42'4887'0'0,"3"20"-919"0"0,-1 1 0 0 0,-1-1 1 0 0,-2-1-3969 0 0,5 20 441 0 0,2 4-2945 0 0,7 13 736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46.008"/>
    </inkml:context>
    <inkml:brush xml:id="br0">
      <inkml:brushProperty name="width" value="0.05292" units="cm"/>
      <inkml:brushProperty name="height" value="0.05292" units="cm"/>
      <inkml:brushProperty name="color" value="#E71224"/>
    </inkml:brush>
  </inkml:definitions>
  <inkml:trace contextRef="#ctx0" brushRef="#br0">48 39 668 0 0,'1'-1'2987'0'0,"1"-1"-3013"0"0,-1 0 2347 0 0,-3 3 4584 0 0,-1 1-6490 0 0,0 0 1 0 0,0 0 0 0 0,0 0 0 0 0,0 0 0 0 0,0 1 0 0 0,1 0 0 0 0,-1-1 0 0 0,1 1-1 0 0,0 0 1 0 0,-1 0 0 0 0,1 0 0 0 0,1 0 0 0 0,-1 1 0 0 0,0-1 0 0 0,1 1 0 0 0,0-1 0 0 0,-1 3-416 0 0,0 1 311 0 0,0 0 1 0 0,0 0 0 0 0,1 0 0 0 0,0 0 0 0 0,0 0-1 0 0,1 0 1 0 0,0 0 0 0 0,0 0 0 0 0,2 4-312 0 0,-2-7 143 0 0,1-1 1 0 0,0 1 0 0 0,1-1-1 0 0,-1 0 1 0 0,0 1 0 0 0,1-1-1 0 0,0 0 1 0 0,0 0 0 0 0,0 1-144 0 0,-1-4 16 0 0,-1 0 0 0 0,1 0 0 0 0,-1 0 0 0 0,0 0 0 0 0,1 1 1 0 0,-1-1-1 0 0,1 0 0 0 0,-1 0 0 0 0,0 0 0 0 0,1 0 1 0 0,-1 0-1 0 0,1 0 0 0 0,-1 0 0 0 0,0 0 0 0 0,1 0 0 0 0,-1 0 1 0 0,1 0-1 0 0,-1-1 0 0 0,0 1 0 0 0,1 0 0 0 0,-1 0 0 0 0,1 0 1 0 0,-1 0-1 0 0,0-1 0 0 0,1 1 0 0 0,-1 0 0 0 0,0 0 1 0 0,1-1-1 0 0,-1 1 0 0 0,0 0-16 0 0,11-10 175 0 0,15-26 118 0 0,-20 25-231 0 0,1 1 0 0 0,1-1 0 0 0,-1 2 0 0 0,3-2-62 0 0,-8 9 8 0 0,0 0 0 0 0,0 0 0 0 0,0 1-1 0 0,0-1 1 0 0,0 0 0 0 0,1 1 0 0 0,-1-1-1 0 0,0 1 1 0 0,1 0 0 0 0,0 0 0 0 0,-1 0 0 0 0,1 0-1 0 0,-1 0 1 0 0,1 1 0 0 0,0-1 0 0 0,0 1-1 0 0,-1 0 1 0 0,1 0 0 0 0,3 0-8 0 0,-2 1 6 0 0,0 0 0 0 0,0 0 1 0 0,0 1-1 0 0,0-1 0 0 0,0 1 0 0 0,0 0 0 0 0,-1 0 1 0 0,1 1-1 0 0,0-1 0 0 0,-1 1 0 0 0,0-1 0 0 0,0 1 1 0 0,0 0-1 0 0,0 1 0 0 0,0-1-6 0 0,2 2 17 0 0,0 0-1 0 0,0-1 1 0 0,0 0-1 0 0,0 0 1 0 0,1 0-17 0 0,-5-4 16 0 0,18-9-1 0 0,69-81-1 0 0,-84 86 41 0 0,0 0 0 0 0,1 1 0 0 0,0-1 1 0 0,0 1-1 0 0,0 0 0 0 0,0 0 0 0 0,0 1 0 0 0,0 0 1 0 0,1-1-1 0 0,-1 2 0 0 0,1-1 0 0 0,-1 1 1 0 0,1 0-56 0 0,-3 0 36 0 0,0 1 1 0 0,0 0 0 0 0,0 0-1 0 0,-1 0 1 0 0,1 1-1 0 0,0-1 1 0 0,0 1 0 0 0,0-1-1 0 0,-1 1 1 0 0,1 0 0 0 0,0 0-1 0 0,-1 0 1 0 0,1 1 0 0 0,0-1-1 0 0,-1 0 1 0 0,0 1 0 0 0,1 0-1 0 0,-1-1 1 0 0,0 1 0 0 0,0 0-1 0 0,0 0 1 0 0,0 1 0 0 0,0-1-1 0 0,-1 0 1 0 0,1 0 0 0 0,-1 1-1 0 0,2 1-36 0 0,2 7 23 0 0,-1 0 0 0 0,0 0 1 0 0,0 0-1 0 0,-1 1 0 0 0,0-1 0 0 0,-1 1 0 0 0,-1 0 0 0 0,0 0 0 0 0,0 1-23 0 0,6 45-6030 0 0,-6-52 3957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46.780"/>
    </inkml:context>
    <inkml:brush xml:id="br0">
      <inkml:brushProperty name="width" value="0.05292" units="cm"/>
      <inkml:brushProperty name="height" value="0.05292" units="cm"/>
      <inkml:brushProperty name="color" value="#E71224"/>
    </inkml:brush>
  </inkml:definitions>
  <inkml:trace contextRef="#ctx0" brushRef="#br0">20 668 1400 0 0,'0'0'507'0'0,"0"1"0"0"0,1-1 0 0 0,-1 1-1 0 0,1-1 1 0 0,-1 1 0 0 0,1-1 0 0 0,-1 1 0 0 0,1-1 0 0 0,-1 1 0 0 0,1-1-1 0 0,-1 0 1 0 0,1 1 0 0 0,-1-1 0 0 0,1 0 0 0 0,0 1 0 0 0,-1-1-1 0 0,1 0 1 0 0,-1 0 0 0 0,1 0 0 0 0,0 0 0 0 0,-1 0 0 0 0,1 1-1 0 0,0-1 1 0 0,-1 0 0 0 0,1 0-507 0 0,18-7 4794 0 0,13-16-2698 0 0,-21 10-1697 0 0,0 0 1 0 0,0-1 0 0 0,-2 0-1 0 0,0-1 1 0 0,0 0 0 0 0,-2 0-1 0 0,4-9-399 0 0,2-9 313 0 0,-1 0 0 0 0,-2-1 0 0 0,-1 0 0 0 0,-2-1-1 0 0,1-10-312 0 0,-6 24 83 0 0,0-1-1 0 0,-1 1 1 0 0,-1-1-1 0 0,-2 1 1 0 0,0-1-1 0 0,-1 1 1 0 0,0-1-1 0 0,-2 1 0 0 0,-2-4-82 0 0,4 18 29 0 0,0-1-1 0 0,0 0 0 0 0,-1 1 1 0 0,0-1-1 0 0,0 1 0 0 0,-1 0 0 0 0,0 0 1 0 0,0 1-1 0 0,-2-2-28 0 0,5 6 6 0 0,0 1 0 0 0,1-1 0 0 0,-1 1 0 0 0,0-1 0 0 0,1 1 0 0 0,-1 0 0 0 0,0 0 0 0 0,0-1 0 0 0,0 2 0 0 0,0-1 0 0 0,0 0 0 0 0,-1 0 0 0 0,1 1 0 0 0,0-1 0 0 0,0 1 0 0 0,0-1 0 0 0,-1 1 0 0 0,1 0 0 0 0,0 0 0 0 0,0 0 0 0 0,0 0 0 0 0,-1 1 0 0 0,1-1 0 0 0,0 0 0 0 0,0 1 0 0 0,0 0 0 0 0,0-1 0 0 0,0 1 0 0 0,-1 0 0 0 0,1 0 0 0 0,1 0 0 0 0,-1 0 0 0 0,0 1-1 0 0,0-1 1 0 0,0 1 0 0 0,0-1-6 0 0,-6 7 10 0 0,1-1 0 0 0,0 1 0 0 0,0 1 0 0 0,0-1 0 0 0,1 1-1 0 0,0 0 1 0 0,1 0 0 0 0,0 1 0 0 0,1 0 0 0 0,0 0-1 0 0,0 0 1 0 0,1 0 0 0 0,0 1 0 0 0,1-1 0 0 0,0 1-1 0 0,1 2-9 0 0,-2 12 20 0 0,1 0-1 0 0,2 0 0 0 0,1 0 0 0 0,0 1 0 0 0,2-1 0 0 0,3 12-19 0 0,-2-19 14 0 0,1-1-1 0 0,1 0 1 0 0,0 0-1 0 0,1-1 0 0 0,0 0 1 0 0,1 0-1 0 0,1 0 0 0 0,1-1 1 0 0,5 5-14 0 0,-10-12-21 0 0,1-1 1 0 0,0 0 0 0 0,0-1-1 0 0,1 1 1 0 0,-1-1 0 0 0,1-1 0 0 0,1 1-1 0 0,-1-1 1 0 0,1 0 0 0 0,0-1-1 0 0,0 0 1 0 0,1 0 0 0 0,-1-1 0 0 0,1 0-1 0 0,-1 0 1 0 0,1-1 0 0 0,0 0-1 0 0,0-1 1 0 0,1 1 20 0 0,-2-3-42 0 0,1 1 0 0 0,-1-1 0 0 0,0-1 0 0 0,0 1 0 0 0,0-1-1 0 0,0-1 1 0 0,0 1 0 0 0,0-1 0 0 0,-1-1 0 0 0,1 1 0 0 0,-1-1 0 0 0,0-1 0 0 0,0 1-1 0 0,0-1 1 0 0,5-6 42 0 0,4-3-16 0 0,-1-1-1 0 0,-1 0 1 0 0,0-2 0 0 0,-1 1-1 0 0,6-13 17 0 0,-13 21 37 0 0,-6 6-19 0 0,1 0-1 0 0,0 1 0 0 0,0-1 1 0 0,1 0-1 0 0,-1 1 1 0 0,0-1-1 0 0,0 1 0 0 0,1 0 1 0 0,-1-1-1 0 0,1 1 1 0 0,-1 0-1 0 0,1 0 0 0 0,0-1-17 0 0,-1 6 32 0 0,1-1-1 0 0,-1 1 1 0 0,0 0-1 0 0,-1-1 1 0 0,1 1-1 0 0,0 0 1 0 0,-1 1-32 0 0,0-4-4 0 0,2 41 130 0 0,3 21-20 0 0,-4-52-219 0 0,-2-10-21 0 0,1 1-1 0 0,0-1 0 0 0,0 0 1 0 0,0 0-1 0 0,0 0 0 0 0,1 1 1 0 0,-1-1-1 0 0,0 0 0 0 0,0 0 1 0 0,1 0-1 0 0,-1 0 0 0 0,1 1 1 0 0,-1-1-1 0 0,1 0 0 0 0,-1 0 1 0 0,1 0-1 0 0,0 0 0 0 0,0 0 1 0 0,-1 0-1 0 0,1 0 135 0 0,0-1-1847 0 0,-1 0-227 0 0,0 0 64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7T07:28:47.606"/>
    </inkml:context>
    <inkml:brush xml:id="br0">
      <inkml:brushProperty name="width" value="0.05292" units="cm"/>
      <inkml:brushProperty name="height" value="0.05292" units="cm"/>
      <inkml:brushProperty name="color" value="#E71224"/>
    </inkml:brush>
  </inkml:definitions>
  <inkml:trace contextRef="#ctx0" brushRef="#br0">1 201 1280 0 0,'1'-3'703'0'0,"1"0"-1"0"0,-1 0 1 0 0,1 0 0 0 0,0 0-1 0 0,0 0 1 0 0,0 0 0 0 0,0 0 0 0 0,0 1-1 0 0,1-1 1 0 0,-1 1 0 0 0,1 0-1 0 0,0 0 1 0 0,0 0 0 0 0,0 0-1 0 0,0 0 1 0 0,0 0 0 0 0,0 1-1 0 0,0-1 1 0 0,0 1 0 0 0,2 0-703 0 0,-3 0 254 0 0,1 1 1 0 0,-1-1-1 0 0,0 1 1 0 0,1 0-1 0 0,-1 0 1 0 0,1 0-1 0 0,-1 0 1 0 0,0 0 0 0 0,1 0-1 0 0,-1 1 1 0 0,0-1-1 0 0,1 1 1 0 0,-1 0-1 0 0,0-1 1 0 0,0 1-1 0 0,1 0 1 0 0,-1 0-1 0 0,0 1 1 0 0,0-1-1 0 0,0 0 1 0 0,0 1 0 0 0,-1-1-1 0 0,1 1 1 0 0,0 0-1 0 0,0-1 1 0 0,-1 1-1 0 0,1 0 1 0 0,-1 0-1 0 0,1 1-254 0 0,0 1 253 0 0,0 0-1 0 0,-1 0 1 0 0,1 0-1 0 0,-1 0 0 0 0,1 1 1 0 0,-1-1-1 0 0,-1 0 1 0 0,1 1-1 0 0,-1-1 0 0 0,1 1 1 0 0,-1 2-253 0 0,0-5 166 0 0,0-2-21 0 0,0 0-18 0 0,0 0-10 0 0,0 0-16 0 0,0 0-13 0 0,1-3-12 0 0,6-15 14 0 0,1-1-14 0 0,0 0 0 0 0,2 1-1 0 0,3-6-75 0 0,-11 20 7 0 0,1 0 1 0 0,0 0-1 0 0,0 0 0 0 0,1 0 0 0 0,-1 0 0 0 0,1 0 0 0 0,-1 1 0 0 0,1 0 0 0 0,1 0 0 0 0,-1 0 0 0 0,0 0 0 0 0,0 1 0 0 0,1-1 0 0 0,0 1 0 0 0,-1 0 0 0 0,2 0-7 0 0,-4 2 2 0 0,0 0 0 0 0,0-1 0 0 0,0 1-1 0 0,0 0 1 0 0,1 0 0 0 0,-1 1 0 0 0,0-1-1 0 0,0 0 1 0 0,0 1 0 0 0,0-1 0 0 0,0 1-1 0 0,0-1 1 0 0,0 1 0 0 0,0 0 0 0 0,0 0-1 0 0,0 0 1 0 0,0 0 0 0 0,0 1 0 0 0,1 0-2 0 0,5 5 7 0 0,0 0 0 0 0,-1 0 0 0 0,6 7-7 0 0,9 10 15 0 0,-17-20-7 0 0,-1 0 1 0 0,1-1 0 0 0,0 1-1 0 0,-1-1 1 0 0,2 0 0 0 0,-1 0-1 0 0,4 1-8 0 0,-6-3 3 0 0,0 0-1 0 0,0-1 1 0 0,0 1-1 0 0,0-1 1 0 0,-1 0-1 0 0,1 0 1 0 0,0 0-1 0 0,0 0 1 0 0,0-1-1 0 0,0 1 1 0 0,0-1-1 0 0,0 0 1 0 0,0 1-1 0 0,-1-1 1 0 0,1-1-1 0 0,2 0-2 0 0,44-25-188 0 0,-39 21 92 0 0,1-1 0 0 0,0 1 0 0 0,0 1 0 0 0,0 0 0 0 0,1 1 0 0 0,-1 0 0 0 0,11-2 96 0 0,-20 6-12 0 0,0 0-1 0 0,0 1 1 0 0,-1-1-1 0 0,1 0 0 0 0,0 1 1 0 0,0-1-1 0 0,0 1 0 0 0,0-1 1 0 0,0 1-1 0 0,-1 0 1 0 0,1 0-1 0 0,0 0 0 0 0,-1 0 1 0 0,1 0-1 0 0,0 0 0 0 0,-1 1 1 0 0,0-1-1 0 0,2 1 13 0 0,26 33-49 0 0,-14-17 31 0 0,-8-10 21 0 0,1-1 0 0 0,0-1 0 0 0,0 1 0 0 0,0-1 0 0 0,1-1 0 0 0,0 0 0 0 0,0 0 0 0 0,0 0 0 0 0,0-1 0 0 0,1-1 0 0 0,0 0 0 0 0,0 0 0 0 0,0-1 0 0 0,10 2-3 0 0,-13-4 5 0 0,0 1 1 0 0,0-1 0 0 0,0 0 0 0 0,1-1 0 0 0,-1 1-1 0 0,0-1 1 0 0,0-1 0 0 0,0 0 0 0 0,0 0 0 0 0,-1 0 0 0 0,1 0-1 0 0,0-1 1 0 0,-1 0 0 0 0,0-1 0 0 0,0 0 0 0 0,0 0-1 0 0,0 0 1 0 0,0 0 0 0 0,-1-1 0 0 0,0 0 0 0 0,5-5-6 0 0,-5 4 1 0 0,0-1 1 0 0,-1 1-1 0 0,0-1 1 0 0,0 0-1 0 0,0 0 1 0 0,-1 0-1 0 0,0 0 1 0 0,0 0 0 0 0,-1-1-1 0 0,0 0 1 0 0,0 1-1 0 0,-1-1 1 0 0,0 0-1 0 0,0 0 1 0 0,-1 0-1 0 0,0 1 1 0 0,-1-1-1 0 0,1 0 1 0 0,-1 0-1 0 0,-1-3-1 0 0,1 9-2 0 0,1 1 1 0 0,-1-1-1 0 0,1 1 0 0 0,-1-1 0 0 0,1 0 0 0 0,-1 1 0 0 0,0-1 0 0 0,1 1 0 0 0,-1 0 0 0 0,0-1 0 0 0,0 1 1 0 0,0 0-1 0 0,0-1 0 0 0,-1 1 0 0 0,1 0 0 0 0,0 0 0 0 0,-1-1 2 0 0,1 2-1 0 0,0 0 0 0 0,0 0 1 0 0,0-1-1 0 0,1 1 0 0 0,-1 0 0 0 0,0 0 0 0 0,0 0 1 0 0,0 0-1 0 0,0 0 0 0 0,1 0 0 0 0,-1 0 0 0 0,0 0 1 0 0,0 0-1 0 0,0 1 0 0 0,0-1 0 0 0,1 0 0 0 0,-1 0 1 0 0,0 1-1 0 0,0-1 0 0 0,1 1 0 0 0,-1-1 0 0 0,0 0 1 0 0,0 1 0 0 0,-2 2-1 0 0,-1 0 1 0 0,1 0 0 0 0,1 0 0 0 0,-1 0 0 0 0,0 1-1 0 0,1-1 1 0 0,0 1 0 0 0,0-1 0 0 0,0 1-1 0 0,0 0 1 0 0,0 0 0 0 0,0 1 0 0 0,-1 5 11 0 0,1 1 1 0 0,0-1-1 0 0,1 0 1 0 0,0 1-1 0 0,0-1 1 0 0,1 1-1 0 0,0-1 1 0 0,1 1-1 0 0,0-1 0 0 0,1 1 1 0 0,2 6-12 0 0,-3-11-17 0 0,1-1 0 0 0,0 1 0 0 0,0-1 0 0 0,0 1 1 0 0,0-1-1 0 0,1 0 0 0 0,0 0 0 0 0,0 0 0 0 0,1 0 0 0 0,-1-1 0 0 0,1 1 0 0 0,0-1 0 0 0,0 0 1 0 0,1 0-1 0 0,-1 0 0 0 0,1-1 0 0 0,0 1 0 0 0,0-1 0 0 0,0-1 0 0 0,0 1 0 0 0,5 1 17 0 0,-6-3-357 0 0,1 0 0 0 0,-1 0 0 0 0,1-1 0 0 0,-1 1 0 0 0,1-1 0 0 0,-1-1 0 0 0,0 1 0 0 0,1 0 0 0 0,-1-1-1 0 0,1 0 1 0 0,-1 0 0 0 0,0-1 0 0 0,1 1 0 0 0,-1-1 0 0 0,0 0 0 0 0,0 0 0 0 0,0 0 0 0 0,-1 0 0 0 0,2-2 357 0 0,8-7-1964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17T07:28:47.998"/>
    </inkml:context>
    <inkml:brush xml:id="br0">
      <inkml:brushProperty name="width" value="0.05292" units="cm"/>
      <inkml:brushProperty name="height" value="0.05292" units="cm"/>
      <inkml:brushProperty name="color" value="#E71224"/>
    </inkml:brush>
  </inkml:definitions>
  <inkml:trace contextRef="#ctx0" brushRef="#br0">8 77 2476,'-1'0'4067,"-3"-1"-3736,1 0 2218,5 0 5320,17-6-7077,-1 1-1,1 2 0,0-1 0,1 2 1,-1 1-1,6 0-791,16-2 485,81-9-395,39-6-4915,-113 11 2912</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17T07:28:48.525"/>
    </inkml:context>
    <inkml:brush xml:id="br0">
      <inkml:brushProperty name="width" value="0.05292" units="cm"/>
      <inkml:brushProperty name="height" value="0.05292" units="cm"/>
      <inkml:brushProperty name="color" value="#E71224"/>
    </inkml:brush>
  </inkml:definitions>
  <inkml:trace contextRef="#ctx0" brushRef="#br0">39 50 1368,'-11'-8'12394,"2"12"-7391,8-3-4791,0 0 0,0 1 0,0-1 0,0 0 0,0 0 0,1 1 0,-1-1 0,1 0 0,-1 1 0,1-1 0,-1 0 0,1 1 0,0-1 0,-1 1 0,1-1 0,0 2-212,0-3 31,0 0 0,0 1-1,0-1 1,0 0 0,0 1-1,0-1 1,0 0 0,0 1-1,1-1 1,-1 0 0,0 1-1,0-1 1,0 0 0,0 1-1,0-1 1,1 0 0,-1 1-1,0-1 1,0 0 0,1 0-1,-1 1 1,0-1 0,0 0-1,1 0 1,-1 0 0,0 1-1,0-1 1,1 0-1,-1 0 1,0 0 0,1 0-1,-1 0 1,0 0 0,1 0-1,-1 0 1,0 0 0,1 1-1,-1-1 1,0-1 0,1 1-1,-1 0 1,0 0 0,1 0-1,-1 0 1,0 0 0,1 0-1,-1 0 1,0 0 0,1 0-1,-1-1 1,0 1 0,1 0-1,-1 0 1,0 0 0,0-1-1,1 1 1,-1 0 0,0 0-1,0-1 1,1 1 0,-1 0-31,18-16 472,-16 14-432,0 0 0,0-1 0,-1 1-1,1-1 1,-1 0 0,0 1 0,0-1 0,0 0 0,0 0-1,0 0 1,0 1 0,-1-1 0,0 0 0,1 0-1,-1 0 1,0 0 0,0-1-40,-1 4 0,1-1 1,0 1-1,0-1 1,0 1-1,0 0 1,0-1-1,-1 1 1,1-1-1,0 1 1,0 0-1,-1-1 0,1 1 1,0-1-1,-1 1 1,1 0-1,0-1 1,-1 1-1,1 0 1,0 0-1,-1-1 1,1 1-1,-1 0 0,1 0 1,-1 0-1,1 0 1,0-1-1,-1 1 1,1 0-1,-1 0 1,1 0-1,-1 0 1,1 0-1,-1 0 1,1 0-1,-1 0 0,1 0 1,-1 0-1,1 1 1,0-1-1,-1 0 1,1 0-1,-1 0 1,1 0-1,-1 1 1,1-1-1,-1 0 0,-16 10-633,14-8 56,1 0 0,0 0 1,0 1-1,0-1 0,0 1 0,0 0 0,0-1 1,0 2 575,-3 6-2019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1727"/>
          </a:xfrm>
          <a:prstGeom prst="rect">
            <a:avLst/>
          </a:prstGeom>
        </p:spPr>
        <p:txBody>
          <a:bodyPr vert="horz" lIns="96656" tIns="48328" rIns="96656" bIns="48328" rtlCol="0"/>
          <a:lstStyle>
            <a:lvl1pPr algn="l">
              <a:defRPr sz="1200"/>
            </a:lvl1pPr>
          </a:lstStyle>
          <a:p>
            <a:endParaRPr lang="en-IN"/>
          </a:p>
        </p:txBody>
      </p:sp>
      <p:sp>
        <p:nvSpPr>
          <p:cNvPr id="3" name="Date Placeholder 2"/>
          <p:cNvSpPr>
            <a:spLocks noGrp="1"/>
          </p:cNvSpPr>
          <p:nvPr>
            <p:ph type="dt" idx="1"/>
          </p:nvPr>
        </p:nvSpPr>
        <p:spPr>
          <a:xfrm>
            <a:off x="4143587" y="1"/>
            <a:ext cx="3169920" cy="481727"/>
          </a:xfrm>
          <a:prstGeom prst="rect">
            <a:avLst/>
          </a:prstGeom>
        </p:spPr>
        <p:txBody>
          <a:bodyPr vert="horz" lIns="96656" tIns="48328" rIns="96656" bIns="48328" rtlCol="0"/>
          <a:lstStyle>
            <a:lvl1pPr algn="r">
              <a:defRPr sz="1200"/>
            </a:lvl1pPr>
          </a:lstStyle>
          <a:p>
            <a:fld id="{143F6E76-D32A-4F60-9992-87F5028D701A}" type="datetimeFigureOut">
              <a:rPr lang="en-IN" smtClean="0"/>
              <a:t>15-09-2026</a:t>
            </a:fld>
            <a:endParaRPr lang="en-IN"/>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56" tIns="48328" rIns="96656" bIns="48328" rtlCol="0" anchor="ctr"/>
          <a:lstStyle/>
          <a:p>
            <a:endParaRPr lang="en-IN"/>
          </a:p>
        </p:txBody>
      </p:sp>
      <p:sp>
        <p:nvSpPr>
          <p:cNvPr id="5" name="Notes Placeholder 4"/>
          <p:cNvSpPr>
            <a:spLocks noGrp="1"/>
          </p:cNvSpPr>
          <p:nvPr>
            <p:ph type="body" sz="quarter" idx="3"/>
          </p:nvPr>
        </p:nvSpPr>
        <p:spPr>
          <a:xfrm>
            <a:off x="731520" y="4620578"/>
            <a:ext cx="5852160" cy="3780473"/>
          </a:xfrm>
          <a:prstGeom prst="rect">
            <a:avLst/>
          </a:prstGeom>
        </p:spPr>
        <p:txBody>
          <a:bodyPr vert="horz" lIns="96656" tIns="48328" rIns="96656" bIns="48328"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119475"/>
            <a:ext cx="3169920" cy="481726"/>
          </a:xfrm>
          <a:prstGeom prst="rect">
            <a:avLst/>
          </a:prstGeom>
        </p:spPr>
        <p:txBody>
          <a:bodyPr vert="horz" lIns="96656" tIns="48328" rIns="96656" bIns="48328" rtlCol="0" anchor="b"/>
          <a:lstStyle>
            <a:lvl1pPr algn="l">
              <a:defRPr sz="1200"/>
            </a:lvl1pPr>
          </a:lstStyle>
          <a:p>
            <a:endParaRPr lang="en-IN"/>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56" tIns="48328" rIns="96656" bIns="48328" rtlCol="0" anchor="b"/>
          <a:lstStyle>
            <a:lvl1pPr algn="r">
              <a:defRPr sz="1200"/>
            </a:lvl1pPr>
          </a:lstStyle>
          <a:p>
            <a:fld id="{74B2998F-6834-4E04-A5E3-C7F868389BD2}" type="slidenum">
              <a:rPr lang="en-IN" smtClean="0"/>
              <a:t>‹#›</a:t>
            </a:fld>
            <a:endParaRPr lang="en-IN"/>
          </a:p>
        </p:txBody>
      </p:sp>
    </p:spTree>
    <p:extLst>
      <p:ext uri="{BB962C8B-B14F-4D97-AF65-F5344CB8AC3E}">
        <p14:creationId xmlns:p14="http://schemas.microsoft.com/office/powerpoint/2010/main" val="3329620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a:blip r:embed="rId2"/>
          <a:stretch>
            <a:fillRect/>
          </a:stretch>
        </a:blipFill>
        <a:effectLst/>
      </p:bgPr>
    </p:bg>
    <p:spTree>
      <p:nvGrpSpPr>
        <p:cNvPr id="1" name=""/>
        <p:cNvGrpSpPr/>
        <p:nvPr/>
      </p:nvGrpSpPr>
      <p:grpSpPr>
        <a:xfrm>
          <a:off x="0" y="0"/>
          <a:ext cx="0" cy="0"/>
          <a:chOff x="0" y="0"/>
          <a:chExt cx="0" cy="0"/>
        </a:xfrm>
      </p:grpSpPr>
      <p:sp>
        <p:nvSpPr>
          <p:cNvPr id="7" name="Rectangle 6"/>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nchorCtr="0"/>
          <a:lstStyle/>
          <a:p>
            <a:pPr algn="l"/>
            <a:endParaRPr lang="en-US" sz="1600" b="1" dirty="0">
              <a:latin typeface="+mn-lt"/>
              <a:cs typeface="Arial" pitchFamily="34" charset="0"/>
            </a:endParaRPr>
          </a:p>
        </p:txBody>
      </p:sp>
      <p:sp>
        <p:nvSpPr>
          <p:cNvPr id="22" name="Rectangle 21"/>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3" name="Rectangle 22"/>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4" name="Rectangle 23"/>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pic>
        <p:nvPicPr>
          <p:cNvPr id="26" name="Picture 25" descr="BITS_university_logo_whitevert.png"/>
          <p:cNvPicPr>
            <a:picLocks noChangeAspect="1"/>
          </p:cNvPicPr>
          <p:nvPr/>
        </p:nvPicPr>
        <p:blipFill rotWithShape="1">
          <a:blip r:embed="rId3">
            <a:extLst>
              <a:ext uri="{28A0092B-C50C-407E-A947-70E740481C1C}">
                <a14:useLocalDpi xmlns:a14="http://schemas.microsoft.com/office/drawing/2010/main" val="0"/>
              </a:ext>
            </a:extLst>
          </a:blip>
          <a:srcRect t="2" b="28592"/>
          <a:stretch/>
        </p:blipFill>
        <p:spPr>
          <a:xfrm>
            <a:off x="101600" y="3352800"/>
            <a:ext cx="2743200" cy="1980000"/>
          </a:xfrm>
          <a:prstGeom prst="rect">
            <a:avLst/>
          </a:prstGeom>
        </p:spPr>
      </p:pic>
      <p:sp>
        <p:nvSpPr>
          <p:cNvPr id="30" name="TextBox 29"/>
          <p:cNvSpPr txBox="1"/>
          <p:nvPr/>
        </p:nvSpPr>
        <p:spPr>
          <a:xfrm>
            <a:off x="-101600" y="5257802"/>
            <a:ext cx="2946400" cy="461665"/>
          </a:xfrm>
          <a:prstGeom prst="rect">
            <a:avLst/>
          </a:prstGeom>
          <a:noFill/>
        </p:spPr>
        <p:txBody>
          <a:bodyPr wrap="square" numCol="1" rtlCol="0">
            <a:spAutoFit/>
          </a:bodyPr>
          <a:lstStyle/>
          <a:p>
            <a:pPr algn="ctr"/>
            <a:r>
              <a:rPr lang="en-US" sz="2400" b="0" spc="-113" dirty="0">
                <a:solidFill>
                  <a:schemeClr val="bg1"/>
                </a:solidFill>
                <a:latin typeface="+mn-lt"/>
                <a:cs typeface="Arial"/>
              </a:rPr>
              <a:t>BITS Pilani</a:t>
            </a:r>
          </a:p>
        </p:txBody>
      </p:sp>
      <p:sp>
        <p:nvSpPr>
          <p:cNvPr id="31" name="TextBox 30"/>
          <p:cNvSpPr txBox="1"/>
          <p:nvPr/>
        </p:nvSpPr>
        <p:spPr>
          <a:xfrm>
            <a:off x="0" y="5666603"/>
            <a:ext cx="2743200" cy="307777"/>
          </a:xfrm>
          <a:prstGeom prst="rect">
            <a:avLst/>
          </a:prstGeom>
          <a:noFill/>
        </p:spPr>
        <p:txBody>
          <a:bodyPr wrap="square" numCol="1" rtlCol="0">
            <a:spAutoFit/>
          </a:bodyPr>
          <a:lstStyle/>
          <a:p>
            <a:pPr algn="ctr"/>
            <a:r>
              <a:rPr lang="en-US" sz="1400" spc="0" dirty="0">
                <a:solidFill>
                  <a:srgbClr val="FFFFFF"/>
                </a:solidFill>
                <a:latin typeface="+mn-lt"/>
                <a:cs typeface="Arial"/>
              </a:rPr>
              <a:t>Pilani</a:t>
            </a:r>
            <a:r>
              <a:rPr lang="en-US" sz="1400" spc="0" baseline="0" dirty="0">
                <a:solidFill>
                  <a:srgbClr val="FFFFFF"/>
                </a:solidFill>
                <a:latin typeface="+mn-lt"/>
                <a:cs typeface="Arial"/>
              </a:rPr>
              <a:t> Campus</a:t>
            </a:r>
            <a:endParaRPr lang="en-US" sz="1400" spc="0" dirty="0">
              <a:solidFill>
                <a:srgbClr val="FFFFFF"/>
              </a:solidFill>
              <a:latin typeface="+mn-lt"/>
              <a:cs typeface="Arial"/>
            </a:endParaRPr>
          </a:p>
        </p:txBody>
      </p:sp>
      <p:sp>
        <p:nvSpPr>
          <p:cNvPr id="11" name="Title 1"/>
          <p:cNvSpPr>
            <a:spLocks noGrp="1"/>
          </p:cNvSpPr>
          <p:nvPr>
            <p:ph type="title" hasCustomPrompt="1"/>
          </p:nvPr>
        </p:nvSpPr>
        <p:spPr>
          <a:xfrm>
            <a:off x="3352800" y="3810000"/>
            <a:ext cx="8026400" cy="1524000"/>
          </a:xfrm>
        </p:spPr>
        <p:txBody>
          <a:bodyPr numCol="1" anchor="ctr" anchorCtr="0">
            <a:noAutofit/>
          </a:bodyPr>
          <a:lstStyle>
            <a:lvl1pPr algn="l">
              <a:lnSpc>
                <a:spcPts val="3000"/>
              </a:lnSpc>
              <a:defRPr sz="3600" baseline="0">
                <a:solidFill>
                  <a:schemeClr val="bg1"/>
                </a:solidFill>
              </a:defRPr>
            </a:lvl1pPr>
          </a:lstStyle>
          <a:p>
            <a:r>
              <a:rPr lang="en-GB" altLang="en-GB" dirty="0"/>
              <a:t>Presentation Title </a:t>
            </a:r>
            <a:endParaRPr lang="en-US" dirty="0"/>
          </a:p>
        </p:txBody>
      </p:sp>
    </p:spTree>
    <p:extLst>
      <p:ext uri="{BB962C8B-B14F-4D97-AF65-F5344CB8AC3E}">
        <p14:creationId xmlns:p14="http://schemas.microsoft.com/office/powerpoint/2010/main" val="1852053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dirty="0">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7" name="Content Placeholder 6"/>
          <p:cNvSpPr>
            <a:spLocks noGrp="1"/>
          </p:cNvSpPr>
          <p:nvPr>
            <p:ph sz="quarter" idx="13" hasCustomPrompt="1"/>
          </p:nvPr>
        </p:nvSpPr>
        <p:spPr>
          <a:xfrm>
            <a:off x="3354745" y="5206978"/>
            <a:ext cx="8026400" cy="700756"/>
          </a:xfrm>
        </p:spPr>
        <p:txBody>
          <a:bodyPr numCol="1" anchor="b" anchorCtr="0">
            <a:noAutofit/>
          </a:bodyPr>
          <a:lstStyle>
            <a:lvl1pPr marL="0" indent="0" algn="r">
              <a:lnSpc>
                <a:spcPts val="1350"/>
              </a:lnSpc>
              <a:spcBef>
                <a:spcPts val="0"/>
              </a:spcBef>
              <a:buNone/>
              <a:defRPr sz="2000" baseline="0">
                <a:solidFill>
                  <a:schemeClr val="bg1"/>
                </a:solidFill>
                <a:latin typeface="+mj-lt"/>
              </a:defRPr>
            </a:lvl1pPr>
          </a:lstStyle>
          <a:p>
            <a:pPr lvl="0"/>
            <a:r>
              <a:rPr lang="en-GB" altLang="en-GB" dirty="0"/>
              <a:t>Presenter Name</a:t>
            </a:r>
          </a:p>
          <a:p>
            <a:pPr lvl="0"/>
            <a:endParaRPr lang="en-GB" altLang="en-GB" dirty="0"/>
          </a:p>
          <a:p>
            <a:pPr lvl="0"/>
            <a:r>
              <a:rPr lang="en-GB" altLang="en-GB" dirty="0"/>
              <a:t>Date </a:t>
            </a:r>
          </a:p>
        </p:txBody>
      </p:sp>
      <p:sp>
        <p:nvSpPr>
          <p:cNvPr id="2" name="Title 1"/>
          <p:cNvSpPr>
            <a:spLocks noGrp="1"/>
          </p:cNvSpPr>
          <p:nvPr>
            <p:ph type="title" hasCustomPrompt="1"/>
          </p:nvPr>
        </p:nvSpPr>
        <p:spPr>
          <a:xfrm>
            <a:off x="3354745" y="3429000"/>
            <a:ext cx="8026400" cy="1524000"/>
          </a:xfrm>
        </p:spPr>
        <p:txBody>
          <a:bodyPr numCol="1" anchor="ctr" anchorCtr="0">
            <a:noAutofit/>
          </a:bodyPr>
          <a:lstStyle>
            <a:lvl1pPr algn="l">
              <a:lnSpc>
                <a:spcPts val="3000"/>
              </a:lnSpc>
              <a:defRPr sz="3600" baseline="0">
                <a:solidFill>
                  <a:schemeClr val="bg1"/>
                </a:solidFill>
                <a:latin typeface="+mj-lt"/>
              </a:defRPr>
            </a:lvl1pPr>
          </a:lstStyle>
          <a:p>
            <a:r>
              <a:rPr lang="en-GB" altLang="en-GB" dirty="0"/>
              <a:t>Presentation title</a:t>
            </a:r>
            <a:endParaRPr lang="en-US" dirty="0"/>
          </a:p>
        </p:txBody>
      </p:sp>
      <p:pic>
        <p:nvPicPr>
          <p:cNvPr id="13" name="Picture 12" descr="BITS_university_logo_whitevert.png"/>
          <p:cNvPicPr preferRelativeResize="0">
            <a:picLocks/>
          </p:cNvPicPr>
          <p:nvPr/>
        </p:nvPicPr>
        <p:blipFill rotWithShape="1">
          <a:blip r:embed="rId3">
            <a:extLst>
              <a:ext uri="{28A0092B-C50C-407E-A947-70E740481C1C}">
                <a14:useLocalDpi xmlns:a14="http://schemas.microsoft.com/office/drawing/2010/main" val="0"/>
              </a:ext>
            </a:extLst>
          </a:blip>
          <a:srcRect t="2" b="28592"/>
          <a:stretch/>
        </p:blipFill>
        <p:spPr>
          <a:xfrm>
            <a:off x="191344" y="3225301"/>
            <a:ext cx="2160000" cy="2160000"/>
          </a:xfrm>
          <a:prstGeom prst="rect">
            <a:avLst/>
          </a:prstGeom>
        </p:spPr>
      </p:pic>
      <p:sp>
        <p:nvSpPr>
          <p:cNvPr id="14" name="TextBox 13"/>
          <p:cNvSpPr txBox="1"/>
          <p:nvPr/>
        </p:nvSpPr>
        <p:spPr>
          <a:xfrm>
            <a:off x="18728" y="5293668"/>
            <a:ext cx="2456855" cy="461665"/>
          </a:xfrm>
          <a:prstGeom prst="rect">
            <a:avLst/>
          </a:prstGeom>
          <a:noFill/>
        </p:spPr>
        <p:txBody>
          <a:bodyPr wrap="square" numCol="1" rtlCol="0">
            <a:spAutoFit/>
          </a:bodyPr>
          <a:lstStyle/>
          <a:p>
            <a:pPr algn="ctr"/>
            <a:r>
              <a:rPr lang="en-US" sz="2400" b="1" spc="-113" dirty="0">
                <a:solidFill>
                  <a:schemeClr val="bg1"/>
                </a:solidFill>
                <a:latin typeface="+mn-lt"/>
                <a:cs typeface="Arial"/>
              </a:rPr>
              <a:t>BITS</a:t>
            </a:r>
            <a:r>
              <a:rPr lang="en-US" sz="2400" spc="-113" dirty="0">
                <a:solidFill>
                  <a:schemeClr val="bg1"/>
                </a:solidFill>
                <a:latin typeface="+mn-lt"/>
                <a:cs typeface="Arial"/>
              </a:rPr>
              <a:t> Pilani</a:t>
            </a:r>
          </a:p>
        </p:txBody>
      </p:sp>
      <p:sp>
        <p:nvSpPr>
          <p:cNvPr id="15" name="TextBox 14"/>
          <p:cNvSpPr txBox="1"/>
          <p:nvPr/>
        </p:nvSpPr>
        <p:spPr>
          <a:xfrm>
            <a:off x="139200" y="5684844"/>
            <a:ext cx="2160000" cy="338554"/>
          </a:xfrm>
          <a:prstGeom prst="rect">
            <a:avLst/>
          </a:prstGeom>
          <a:noFill/>
        </p:spPr>
        <p:txBody>
          <a:bodyPr wrap="square" numCol="1" rtlCol="0">
            <a:spAutoFit/>
          </a:bodyPr>
          <a:lstStyle/>
          <a:p>
            <a:pPr algn="ctr"/>
            <a:r>
              <a:rPr lang="en-US" sz="1600" spc="0" dirty="0">
                <a:solidFill>
                  <a:srgbClr val="FFFFFF"/>
                </a:solidFill>
                <a:latin typeface="+mn-lt"/>
                <a:cs typeface="Arial"/>
              </a:rPr>
              <a:t>Pilani</a:t>
            </a:r>
            <a:r>
              <a:rPr lang="en-US" sz="1600" spc="0" baseline="0" dirty="0">
                <a:solidFill>
                  <a:srgbClr val="FFFFFF"/>
                </a:solidFill>
                <a:latin typeface="+mn-lt"/>
                <a:cs typeface="Arial"/>
              </a:rPr>
              <a:t> Campus</a:t>
            </a:r>
            <a:endParaRPr lang="en-US" sz="1600" spc="0" dirty="0">
              <a:solidFill>
                <a:srgbClr val="FFFFFF"/>
              </a:solidFill>
              <a:latin typeface="+mn-lt"/>
              <a:cs typeface="Arial"/>
            </a:endParaRPr>
          </a:p>
        </p:txBody>
      </p:sp>
    </p:spTree>
    <p:extLst>
      <p:ext uri="{BB962C8B-B14F-4D97-AF65-F5344CB8AC3E}">
        <p14:creationId xmlns:p14="http://schemas.microsoft.com/office/powerpoint/2010/main" val="1330581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p:nvPicPr>
        <p:blipFill>
          <a:blip r:embed="rId2"/>
          <a:srcRect/>
          <a:stretch>
            <a:fillRect/>
          </a:stretch>
        </p:blipFill>
        <p:spPr>
          <a:xfrm>
            <a:off x="0" y="0"/>
            <a:ext cx="12192000" cy="6858000"/>
          </a:xfrm>
          <a:prstGeom prst="rect">
            <a:avLst/>
          </a:prstGeom>
          <a:noFill/>
        </p:spPr>
      </p:pic>
      <p:sp>
        <p:nvSpPr>
          <p:cNvPr id="8" name="Rectangle 7"/>
          <p:cNvSpPr/>
          <p:nvPr/>
        </p:nvSpPr>
        <p:spPr>
          <a:xfrm>
            <a:off x="0" y="4282182"/>
            <a:ext cx="12192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pic>
        <p:nvPicPr>
          <p:cNvPr id="15" name="Picture 14" descr="Picture 7.png"/>
          <p:cNvPicPr>
            <a:picLocks noChangeAspect="1"/>
          </p:cNvPicPr>
          <p:nvPr/>
        </p:nvPicPr>
        <p:blipFill>
          <a:blip r:embed="rId3" cstate="print"/>
          <a:srcRect l="1923" b="5336"/>
          <a:stretch>
            <a:fillRect/>
          </a:stretch>
        </p:blipFill>
        <p:spPr>
          <a:xfrm>
            <a:off x="8839204" y="-1"/>
            <a:ext cx="2924257" cy="692697"/>
          </a:xfrm>
          <a:prstGeom prst="rect">
            <a:avLst/>
          </a:prstGeom>
        </p:spPr>
      </p:pic>
      <p:sp>
        <p:nvSpPr>
          <p:cNvPr id="11" name="Rectangle 10"/>
          <p:cNvSpPr/>
          <p:nvPr/>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6" name="Rectangle 15"/>
          <p:cNvSpPr/>
          <p:nvPr/>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8" name="Rectangle 17"/>
          <p:cNvSpPr/>
          <p:nvPr/>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2" name="TextBox 11"/>
          <p:cNvSpPr txBox="1"/>
          <p:nvPr/>
        </p:nvSpPr>
        <p:spPr>
          <a:xfrm>
            <a:off x="9144000" y="762002"/>
            <a:ext cx="2946400" cy="461665"/>
          </a:xfrm>
          <a:prstGeom prst="rect">
            <a:avLst/>
          </a:prstGeom>
          <a:noFill/>
        </p:spPr>
        <p:txBody>
          <a:bodyPr wrap="square" numCol="1" rtlCol="0">
            <a:spAutoFit/>
          </a:bodyPr>
          <a:lstStyle/>
          <a:p>
            <a:pPr algn="ctr"/>
            <a:r>
              <a:rPr lang="en-US" sz="2400" b="0" spc="-113" dirty="0">
                <a:solidFill>
                  <a:schemeClr val="bg1"/>
                </a:solidFill>
                <a:latin typeface="+mn-lt"/>
                <a:cs typeface="Arial"/>
              </a:rPr>
              <a:t>BITS Pilani</a:t>
            </a:r>
          </a:p>
        </p:txBody>
      </p:sp>
      <p:sp>
        <p:nvSpPr>
          <p:cNvPr id="13" name="TextBox 12"/>
          <p:cNvSpPr txBox="1"/>
          <p:nvPr/>
        </p:nvSpPr>
        <p:spPr>
          <a:xfrm>
            <a:off x="9448800" y="1170804"/>
            <a:ext cx="2540000" cy="276999"/>
          </a:xfrm>
          <a:prstGeom prst="rect">
            <a:avLst/>
          </a:prstGeom>
          <a:noFill/>
        </p:spPr>
        <p:txBody>
          <a:bodyPr wrap="square" numCol="1" rtlCol="0">
            <a:spAutoFit/>
          </a:bodyPr>
          <a:lstStyle/>
          <a:p>
            <a:pPr algn="ctr"/>
            <a:r>
              <a:rPr lang="en-US" sz="1200" spc="0" dirty="0">
                <a:solidFill>
                  <a:srgbClr val="FFFFFF"/>
                </a:solidFill>
                <a:latin typeface="+mn-lt"/>
                <a:cs typeface="Arial"/>
              </a:rPr>
              <a:t>Pilani</a:t>
            </a:r>
            <a:r>
              <a:rPr lang="en-US" sz="1200" spc="0" baseline="0" dirty="0">
                <a:solidFill>
                  <a:srgbClr val="FFFFFF"/>
                </a:solidFill>
                <a:latin typeface="+mn-lt"/>
                <a:cs typeface="Arial"/>
              </a:rPr>
              <a:t> Campus</a:t>
            </a:r>
            <a:endParaRPr lang="en-US" sz="1200" spc="0" dirty="0">
              <a:solidFill>
                <a:srgbClr val="FFFFFF"/>
              </a:solidFill>
              <a:latin typeface="+mn-lt"/>
              <a:cs typeface="Arial"/>
            </a:endParaRPr>
          </a:p>
        </p:txBody>
      </p:sp>
      <p:sp>
        <p:nvSpPr>
          <p:cNvPr id="2" name="Title 1"/>
          <p:cNvSpPr>
            <a:spLocks noGrp="1"/>
          </p:cNvSpPr>
          <p:nvPr>
            <p:ph type="title"/>
          </p:nvPr>
        </p:nvSpPr>
        <p:spPr>
          <a:xfrm>
            <a:off x="592667" y="4586984"/>
            <a:ext cx="10972800" cy="1143000"/>
          </a:xfrm>
        </p:spPr>
        <p:txBody>
          <a:bodyPr/>
          <a:lstStyle>
            <a:lvl1pPr>
              <a:defRPr>
                <a:solidFill>
                  <a:srgbClr val="002060"/>
                </a:solidFill>
              </a:defRPr>
            </a:lvl1pPr>
          </a:lstStyle>
          <a:p>
            <a:r>
              <a:rPr lang="en-US"/>
              <a:t>Click to edit Master title style</a:t>
            </a:r>
            <a:endParaRPr lang="en-IN" dirty="0"/>
          </a:p>
        </p:txBody>
      </p:sp>
    </p:spTree>
    <p:extLst>
      <p:ext uri="{BB962C8B-B14F-4D97-AF65-F5344CB8AC3E}">
        <p14:creationId xmlns:p14="http://schemas.microsoft.com/office/powerpoint/2010/main" val="4288035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pSp>
        <p:nvGrpSpPr>
          <p:cNvPr id="12" name="Group 11"/>
          <p:cNvGrpSpPr/>
          <p:nvPr/>
        </p:nvGrpSpPr>
        <p:grpSpPr>
          <a:xfrm>
            <a:off x="2540000" y="6324600"/>
            <a:ext cx="9600000" cy="54000"/>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16" name="Picture 15" descr="Picture 7.png"/>
          <p:cNvPicPr>
            <a:picLocks noChangeAspect="1"/>
          </p:cNvPicPr>
          <p:nvPr/>
        </p:nvPicPr>
        <p:blipFill>
          <a:blip r:embed="rId2" cstate="print"/>
          <a:srcRect l="1923" b="5336"/>
          <a:stretch>
            <a:fillRect/>
          </a:stretch>
        </p:blipFill>
        <p:spPr>
          <a:xfrm>
            <a:off x="9456434" y="0"/>
            <a:ext cx="2735567" cy="648000"/>
          </a:xfrm>
          <a:prstGeom prst="rect">
            <a:avLst/>
          </a:prstGeom>
        </p:spPr>
      </p:pic>
      <p:grpSp>
        <p:nvGrpSpPr>
          <p:cNvPr id="23" name="Group 22"/>
          <p:cNvGrpSpPr/>
          <p:nvPr/>
        </p:nvGrpSpPr>
        <p:grpSpPr>
          <a:xfrm>
            <a:off x="0" y="860400"/>
            <a:ext cx="8880000" cy="54000"/>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sp>
        <p:nvSpPr>
          <p:cNvPr id="6" name="Date Placeholder 5"/>
          <p:cNvSpPr>
            <a:spLocks noGrp="1"/>
          </p:cNvSpPr>
          <p:nvPr>
            <p:ph type="dt" sz="half" idx="11"/>
          </p:nvPr>
        </p:nvSpPr>
        <p:spPr>
          <a:xfrm>
            <a:off x="609600" y="6416680"/>
            <a:ext cx="2844800" cy="365125"/>
          </a:xfrm>
        </p:spPr>
        <p:txBody>
          <a:bodyPr/>
          <a:lstStyle>
            <a:lvl1pPr>
              <a:defRPr sz="1400" b="1">
                <a:latin typeface="+mn-lt"/>
              </a:defRPr>
            </a:lvl1pPr>
          </a:lstStyle>
          <a:p>
            <a:fld id="{0342CC68-9F46-4D9B-9C31-5F4F343BD2FF}" type="datetime1">
              <a:rPr lang="en-IN" smtClean="0"/>
              <a:t>15-09-2026</a:t>
            </a:fld>
            <a:endParaRPr lang="en-IN"/>
          </a:p>
        </p:txBody>
      </p:sp>
      <p:sp>
        <p:nvSpPr>
          <p:cNvPr id="8" name="Footer Placeholder 7"/>
          <p:cNvSpPr>
            <a:spLocks noGrp="1"/>
          </p:cNvSpPr>
          <p:nvPr>
            <p:ph type="ftr" sz="quarter" idx="12"/>
          </p:nvPr>
        </p:nvSpPr>
        <p:spPr>
          <a:xfrm>
            <a:off x="4165600" y="6416680"/>
            <a:ext cx="3860800" cy="365125"/>
          </a:xfrm>
        </p:spPr>
        <p:txBody>
          <a:bodyPr/>
          <a:lstStyle>
            <a:lvl1pPr>
              <a:defRPr sz="1400" b="1">
                <a:solidFill>
                  <a:srgbClr val="002060"/>
                </a:solidFill>
                <a:latin typeface="+mn-lt"/>
              </a:defRPr>
            </a:lvl1pPr>
          </a:lstStyle>
          <a:p>
            <a:r>
              <a:rPr lang="en-US"/>
              <a:t>SEPARATION PROCESS-II</a:t>
            </a:r>
            <a:endParaRPr lang="en-IN"/>
          </a:p>
        </p:txBody>
      </p:sp>
      <p:sp>
        <p:nvSpPr>
          <p:cNvPr id="9" name="Slide Number Placeholder 8"/>
          <p:cNvSpPr>
            <a:spLocks noGrp="1"/>
          </p:cNvSpPr>
          <p:nvPr>
            <p:ph type="sldNum" sz="quarter" idx="13"/>
          </p:nvPr>
        </p:nvSpPr>
        <p:spPr>
          <a:xfrm>
            <a:off x="8737600" y="6416679"/>
            <a:ext cx="2844800" cy="365125"/>
          </a:xfrm>
        </p:spPr>
        <p:txBody>
          <a:bodyPr/>
          <a:lstStyle>
            <a:lvl1pPr>
              <a:defRPr sz="1400" b="1">
                <a:latin typeface="+mn-lt"/>
              </a:defRPr>
            </a:lvl1pPr>
          </a:lstStyle>
          <a:p>
            <a:fld id="{957D5EAD-A97B-4969-AF6A-47A86C2666CF}" type="slidenum">
              <a:rPr lang="en-IN" smtClean="0"/>
              <a:t>‹#›</a:t>
            </a:fld>
            <a:endParaRPr lang="en-IN"/>
          </a:p>
        </p:txBody>
      </p:sp>
      <p:sp>
        <p:nvSpPr>
          <p:cNvPr id="4" name="Content Placeholder 3"/>
          <p:cNvSpPr>
            <a:spLocks noGrp="1"/>
          </p:cNvSpPr>
          <p:nvPr>
            <p:ph sz="quarter" idx="14"/>
          </p:nvPr>
        </p:nvSpPr>
        <p:spPr>
          <a:xfrm>
            <a:off x="562684" y="1147673"/>
            <a:ext cx="109728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0" name="Title 9"/>
          <p:cNvSpPr>
            <a:spLocks noGrp="1"/>
          </p:cNvSpPr>
          <p:nvPr>
            <p:ph type="title"/>
          </p:nvPr>
        </p:nvSpPr>
        <p:spPr>
          <a:xfrm>
            <a:off x="443999" y="-4794"/>
            <a:ext cx="9012435" cy="864000"/>
          </a:xfrm>
        </p:spPr>
        <p:txBody>
          <a:bodyPr/>
          <a:lstStyle>
            <a:lvl1pPr>
              <a:defRPr>
                <a:solidFill>
                  <a:srgbClr val="002060"/>
                </a:solidFill>
              </a:defRPr>
            </a:lvl1pPr>
          </a:lstStyle>
          <a:p>
            <a:r>
              <a:rPr lang="en-US"/>
              <a:t>Click to edit Master title style</a:t>
            </a:r>
            <a:endParaRPr lang="en-IN"/>
          </a:p>
        </p:txBody>
      </p:sp>
    </p:spTree>
    <p:extLst>
      <p:ext uri="{BB962C8B-B14F-4D97-AF65-F5344CB8AC3E}">
        <p14:creationId xmlns:p14="http://schemas.microsoft.com/office/powerpoint/2010/main" val="2554695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grpSp>
        <p:nvGrpSpPr>
          <p:cNvPr id="12" name="Group 11"/>
          <p:cNvGrpSpPr/>
          <p:nvPr/>
        </p:nvGrpSpPr>
        <p:grpSpPr>
          <a:xfrm>
            <a:off x="2540000" y="6324600"/>
            <a:ext cx="9600000" cy="54000"/>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23" name="Group 22"/>
          <p:cNvGrpSpPr/>
          <p:nvPr/>
        </p:nvGrpSpPr>
        <p:grpSpPr>
          <a:xfrm>
            <a:off x="0" y="860400"/>
            <a:ext cx="8880000" cy="54000"/>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sp>
        <p:nvSpPr>
          <p:cNvPr id="6" name="Date Placeholder 5"/>
          <p:cNvSpPr>
            <a:spLocks noGrp="1"/>
          </p:cNvSpPr>
          <p:nvPr>
            <p:ph type="dt" sz="half" idx="11"/>
          </p:nvPr>
        </p:nvSpPr>
        <p:spPr>
          <a:xfrm>
            <a:off x="609600" y="6416680"/>
            <a:ext cx="2844800" cy="365125"/>
          </a:xfrm>
        </p:spPr>
        <p:txBody>
          <a:bodyPr/>
          <a:lstStyle>
            <a:lvl1pPr>
              <a:defRPr sz="1400" b="1">
                <a:latin typeface="+mn-lt"/>
              </a:defRPr>
            </a:lvl1pPr>
          </a:lstStyle>
          <a:p>
            <a:fld id="{5107C035-A25B-4241-939D-B608289A68C8}" type="datetime1">
              <a:rPr lang="en-IN" smtClean="0"/>
              <a:t>15-09-2026</a:t>
            </a:fld>
            <a:endParaRPr lang="en-IN"/>
          </a:p>
        </p:txBody>
      </p:sp>
      <p:sp>
        <p:nvSpPr>
          <p:cNvPr id="8" name="Footer Placeholder 7"/>
          <p:cNvSpPr>
            <a:spLocks noGrp="1"/>
          </p:cNvSpPr>
          <p:nvPr>
            <p:ph type="ftr" sz="quarter" idx="12"/>
          </p:nvPr>
        </p:nvSpPr>
        <p:spPr>
          <a:xfrm>
            <a:off x="4165600" y="6416680"/>
            <a:ext cx="3860800" cy="365125"/>
          </a:xfrm>
        </p:spPr>
        <p:txBody>
          <a:bodyPr/>
          <a:lstStyle>
            <a:lvl1pPr>
              <a:defRPr sz="1400" b="1">
                <a:solidFill>
                  <a:srgbClr val="002060"/>
                </a:solidFill>
                <a:latin typeface="+mn-lt"/>
              </a:defRPr>
            </a:lvl1pPr>
          </a:lstStyle>
          <a:p>
            <a:r>
              <a:rPr lang="en-US"/>
              <a:t>SEPARATION PROCESS-II</a:t>
            </a:r>
            <a:endParaRPr lang="en-IN"/>
          </a:p>
        </p:txBody>
      </p:sp>
      <p:sp>
        <p:nvSpPr>
          <p:cNvPr id="9" name="Slide Number Placeholder 8"/>
          <p:cNvSpPr>
            <a:spLocks noGrp="1"/>
          </p:cNvSpPr>
          <p:nvPr>
            <p:ph type="sldNum" sz="quarter" idx="13"/>
          </p:nvPr>
        </p:nvSpPr>
        <p:spPr>
          <a:xfrm>
            <a:off x="8737600" y="6416679"/>
            <a:ext cx="2844800" cy="365125"/>
          </a:xfrm>
        </p:spPr>
        <p:txBody>
          <a:bodyPr/>
          <a:lstStyle>
            <a:lvl1pPr>
              <a:defRPr sz="1400" b="1">
                <a:latin typeface="+mn-lt"/>
              </a:defRPr>
            </a:lvl1pPr>
          </a:lstStyle>
          <a:p>
            <a:fld id="{957D5EAD-A97B-4969-AF6A-47A86C2666CF}" type="slidenum">
              <a:rPr lang="en-IN" smtClean="0"/>
              <a:t>‹#›</a:t>
            </a:fld>
            <a:endParaRPr lang="en-IN"/>
          </a:p>
        </p:txBody>
      </p:sp>
      <p:sp>
        <p:nvSpPr>
          <p:cNvPr id="4" name="Content Placeholder 3"/>
          <p:cNvSpPr>
            <a:spLocks noGrp="1"/>
          </p:cNvSpPr>
          <p:nvPr>
            <p:ph sz="quarter" idx="14"/>
          </p:nvPr>
        </p:nvSpPr>
        <p:spPr>
          <a:xfrm>
            <a:off x="562684" y="1147673"/>
            <a:ext cx="109728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0" name="Title 9"/>
          <p:cNvSpPr>
            <a:spLocks noGrp="1"/>
          </p:cNvSpPr>
          <p:nvPr>
            <p:ph type="title"/>
          </p:nvPr>
        </p:nvSpPr>
        <p:spPr>
          <a:xfrm>
            <a:off x="443999" y="-4794"/>
            <a:ext cx="8892361" cy="864000"/>
          </a:xfrm>
        </p:spPr>
        <p:txBody>
          <a:bodyPr/>
          <a:lstStyle>
            <a:lvl1pPr>
              <a:defRPr>
                <a:solidFill>
                  <a:srgbClr val="002060"/>
                </a:solidFill>
              </a:defRPr>
            </a:lvl1pPr>
          </a:lstStyle>
          <a:p>
            <a:r>
              <a:rPr lang="en-US"/>
              <a:t>Click to edit Master title style</a:t>
            </a:r>
            <a:endParaRPr lang="en-IN"/>
          </a:p>
        </p:txBody>
      </p:sp>
      <p:pic>
        <p:nvPicPr>
          <p:cNvPr id="2" name="Picture 1">
            <a:extLst>
              <a:ext uri="{FF2B5EF4-FFF2-40B4-BE49-F238E27FC236}">
                <a16:creationId xmlns:a16="http://schemas.microsoft.com/office/drawing/2014/main" id="{6EBED1AA-28D0-45FC-8FFA-4C86EED6999E}"/>
              </a:ext>
            </a:extLst>
          </p:cNvPr>
          <p:cNvPicPr>
            <a:picLocks noChangeAspect="1"/>
          </p:cNvPicPr>
          <p:nvPr/>
        </p:nvPicPr>
        <p:blipFill>
          <a:blip r:embed="rId2"/>
          <a:stretch>
            <a:fillRect/>
          </a:stretch>
        </p:blipFill>
        <p:spPr>
          <a:xfrm>
            <a:off x="10992835" y="0"/>
            <a:ext cx="1209675" cy="1123950"/>
          </a:xfrm>
          <a:prstGeom prst="rect">
            <a:avLst/>
          </a:prstGeom>
        </p:spPr>
      </p:pic>
    </p:spTree>
    <p:extLst>
      <p:ext uri="{BB962C8B-B14F-4D97-AF65-F5344CB8AC3E}">
        <p14:creationId xmlns:p14="http://schemas.microsoft.com/office/powerpoint/2010/main" val="1303728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Title and Content">
    <p:bg>
      <p:bgPr>
        <a:solidFill>
          <a:schemeClr val="tx1"/>
        </a:solidFill>
        <a:effectLst/>
      </p:bgPr>
    </p:bg>
    <p:spTree>
      <p:nvGrpSpPr>
        <p:cNvPr id="1" name=""/>
        <p:cNvGrpSpPr/>
        <p:nvPr/>
      </p:nvGrpSpPr>
      <p:grpSpPr>
        <a:xfrm>
          <a:off x="0" y="0"/>
          <a:ext cx="0" cy="0"/>
          <a:chOff x="0" y="0"/>
          <a:chExt cx="0" cy="0"/>
        </a:xfrm>
      </p:grpSpPr>
      <p:grpSp>
        <p:nvGrpSpPr>
          <p:cNvPr id="12" name="Group 11"/>
          <p:cNvGrpSpPr/>
          <p:nvPr/>
        </p:nvGrpSpPr>
        <p:grpSpPr>
          <a:xfrm>
            <a:off x="2540000" y="6324600"/>
            <a:ext cx="9600000" cy="54000"/>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23" name="Group 22"/>
          <p:cNvGrpSpPr/>
          <p:nvPr/>
        </p:nvGrpSpPr>
        <p:grpSpPr>
          <a:xfrm>
            <a:off x="0" y="860400"/>
            <a:ext cx="8880000" cy="54000"/>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sp>
        <p:nvSpPr>
          <p:cNvPr id="6" name="Date Placeholder 5"/>
          <p:cNvSpPr>
            <a:spLocks noGrp="1"/>
          </p:cNvSpPr>
          <p:nvPr>
            <p:ph type="dt" sz="half" idx="11"/>
          </p:nvPr>
        </p:nvSpPr>
        <p:spPr>
          <a:xfrm>
            <a:off x="609600" y="6416680"/>
            <a:ext cx="2844800" cy="365125"/>
          </a:xfrm>
        </p:spPr>
        <p:txBody>
          <a:bodyPr/>
          <a:lstStyle>
            <a:lvl1pPr>
              <a:defRPr sz="1400" b="1">
                <a:solidFill>
                  <a:schemeClr val="bg1">
                    <a:lumMod val="85000"/>
                  </a:schemeClr>
                </a:solidFill>
                <a:latin typeface="+mn-lt"/>
              </a:defRPr>
            </a:lvl1pPr>
          </a:lstStyle>
          <a:p>
            <a:fld id="{1355A33D-EA15-42BB-BABC-69799646E768}" type="datetime1">
              <a:rPr lang="en-IN" smtClean="0"/>
              <a:t>15-09-2026</a:t>
            </a:fld>
            <a:endParaRPr lang="en-IN"/>
          </a:p>
        </p:txBody>
      </p:sp>
      <p:sp>
        <p:nvSpPr>
          <p:cNvPr id="8" name="Footer Placeholder 7"/>
          <p:cNvSpPr>
            <a:spLocks noGrp="1"/>
          </p:cNvSpPr>
          <p:nvPr>
            <p:ph type="ftr" sz="quarter" idx="12"/>
          </p:nvPr>
        </p:nvSpPr>
        <p:spPr>
          <a:xfrm>
            <a:off x="4165600" y="6416680"/>
            <a:ext cx="3860800" cy="365125"/>
          </a:xfrm>
        </p:spPr>
        <p:txBody>
          <a:bodyPr/>
          <a:lstStyle>
            <a:lvl1pPr>
              <a:defRPr sz="1400" b="1">
                <a:solidFill>
                  <a:srgbClr val="00B0F0"/>
                </a:solidFill>
                <a:latin typeface="+mn-lt"/>
              </a:defRPr>
            </a:lvl1pPr>
          </a:lstStyle>
          <a:p>
            <a:r>
              <a:rPr lang="en-US"/>
              <a:t>SEPARATION PROCESS-II</a:t>
            </a:r>
            <a:endParaRPr lang="en-IN"/>
          </a:p>
        </p:txBody>
      </p:sp>
      <p:sp>
        <p:nvSpPr>
          <p:cNvPr id="9" name="Slide Number Placeholder 8"/>
          <p:cNvSpPr>
            <a:spLocks noGrp="1"/>
          </p:cNvSpPr>
          <p:nvPr>
            <p:ph type="sldNum" sz="quarter" idx="13"/>
          </p:nvPr>
        </p:nvSpPr>
        <p:spPr>
          <a:xfrm>
            <a:off x="8737600" y="6416679"/>
            <a:ext cx="2844800" cy="365125"/>
          </a:xfrm>
        </p:spPr>
        <p:txBody>
          <a:bodyPr/>
          <a:lstStyle>
            <a:lvl1pPr>
              <a:defRPr sz="1400" b="1">
                <a:solidFill>
                  <a:schemeClr val="bg1">
                    <a:lumMod val="85000"/>
                  </a:schemeClr>
                </a:solidFill>
                <a:latin typeface="+mn-lt"/>
              </a:defRPr>
            </a:lvl1pPr>
          </a:lstStyle>
          <a:p>
            <a:fld id="{957D5EAD-A97B-4969-AF6A-47A86C2666CF}" type="slidenum">
              <a:rPr lang="en-IN" smtClean="0"/>
              <a:t>‹#›</a:t>
            </a:fld>
            <a:endParaRPr lang="en-IN"/>
          </a:p>
        </p:txBody>
      </p:sp>
      <p:sp>
        <p:nvSpPr>
          <p:cNvPr id="4" name="Content Placeholder 3"/>
          <p:cNvSpPr>
            <a:spLocks noGrp="1"/>
          </p:cNvSpPr>
          <p:nvPr>
            <p:ph sz="quarter" idx="14"/>
          </p:nvPr>
        </p:nvSpPr>
        <p:spPr>
          <a:xfrm>
            <a:off x="562684" y="1147673"/>
            <a:ext cx="109728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0" name="Title 9"/>
          <p:cNvSpPr>
            <a:spLocks noGrp="1"/>
          </p:cNvSpPr>
          <p:nvPr>
            <p:ph type="title"/>
          </p:nvPr>
        </p:nvSpPr>
        <p:spPr>
          <a:xfrm>
            <a:off x="443999" y="-4794"/>
            <a:ext cx="8892361" cy="864000"/>
          </a:xfrm>
        </p:spPr>
        <p:txBody>
          <a:bodyPr/>
          <a:lstStyle>
            <a:lvl1pPr>
              <a:defRPr>
                <a:solidFill>
                  <a:schemeClr val="bg1"/>
                </a:solidFill>
              </a:defRPr>
            </a:lvl1pPr>
          </a:lstStyle>
          <a:p>
            <a:r>
              <a:rPr lang="en-US"/>
              <a:t>Click to edit Master title style</a:t>
            </a:r>
            <a:endParaRPr lang="en-IN"/>
          </a:p>
        </p:txBody>
      </p:sp>
      <p:pic>
        <p:nvPicPr>
          <p:cNvPr id="16" name="Picture 15" descr="BITS_university_logo_whitevert.png">
            <a:extLst>
              <a:ext uri="{FF2B5EF4-FFF2-40B4-BE49-F238E27FC236}">
                <a16:creationId xmlns:a16="http://schemas.microsoft.com/office/drawing/2014/main" id="{ECEC327C-BD81-4173-A209-BC6699A024A0}"/>
              </a:ext>
            </a:extLst>
          </p:cNvPr>
          <p:cNvPicPr preferRelativeResize="0">
            <a:picLocks/>
          </p:cNvPicPr>
          <p:nvPr/>
        </p:nvPicPr>
        <p:blipFill rotWithShape="1">
          <a:blip r:embed="rId2">
            <a:extLst>
              <a:ext uri="{28A0092B-C50C-407E-A947-70E740481C1C}">
                <a14:useLocalDpi xmlns:a14="http://schemas.microsoft.com/office/drawing/2010/main" val="0"/>
              </a:ext>
            </a:extLst>
          </a:blip>
          <a:srcRect t="2" b="28592"/>
          <a:stretch/>
        </p:blipFill>
        <p:spPr>
          <a:xfrm>
            <a:off x="10992544" y="-28261"/>
            <a:ext cx="1199456" cy="1134586"/>
          </a:xfrm>
          <a:prstGeom prst="rect">
            <a:avLst/>
          </a:prstGeom>
        </p:spPr>
      </p:pic>
    </p:spTree>
    <p:extLst>
      <p:ext uri="{BB962C8B-B14F-4D97-AF65-F5344CB8AC3E}">
        <p14:creationId xmlns:p14="http://schemas.microsoft.com/office/powerpoint/2010/main" val="3762514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_Title and Content">
    <p:bg>
      <p:bgPr>
        <a:solidFill>
          <a:schemeClr val="tx1"/>
        </a:solidFill>
        <a:effectLst/>
      </p:bgPr>
    </p:bg>
    <p:spTree>
      <p:nvGrpSpPr>
        <p:cNvPr id="1" name=""/>
        <p:cNvGrpSpPr/>
        <p:nvPr/>
      </p:nvGrpSpPr>
      <p:grpSpPr>
        <a:xfrm>
          <a:off x="0" y="0"/>
          <a:ext cx="0" cy="0"/>
          <a:chOff x="0" y="0"/>
          <a:chExt cx="0" cy="0"/>
        </a:xfrm>
      </p:grpSpPr>
      <p:sp>
        <p:nvSpPr>
          <p:cNvPr id="6" name="Date Placeholder 5"/>
          <p:cNvSpPr>
            <a:spLocks noGrp="1"/>
          </p:cNvSpPr>
          <p:nvPr>
            <p:ph type="dt" sz="half" idx="11"/>
          </p:nvPr>
        </p:nvSpPr>
        <p:spPr>
          <a:xfrm>
            <a:off x="609600" y="6416680"/>
            <a:ext cx="2844800" cy="365125"/>
          </a:xfrm>
        </p:spPr>
        <p:txBody>
          <a:bodyPr/>
          <a:lstStyle>
            <a:lvl1pPr>
              <a:defRPr sz="1400" b="1">
                <a:solidFill>
                  <a:schemeClr val="bg1">
                    <a:lumMod val="85000"/>
                  </a:schemeClr>
                </a:solidFill>
                <a:latin typeface="+mn-lt"/>
              </a:defRPr>
            </a:lvl1pPr>
          </a:lstStyle>
          <a:p>
            <a:fld id="{9CCD662B-2673-4CFD-A99F-22DC9E71CA07}" type="datetime1">
              <a:rPr lang="en-IN" smtClean="0"/>
              <a:t>15-09-2026</a:t>
            </a:fld>
            <a:endParaRPr lang="en-IN"/>
          </a:p>
        </p:txBody>
      </p:sp>
      <p:sp>
        <p:nvSpPr>
          <p:cNvPr id="8" name="Footer Placeholder 7"/>
          <p:cNvSpPr>
            <a:spLocks noGrp="1"/>
          </p:cNvSpPr>
          <p:nvPr>
            <p:ph type="ftr" sz="quarter" idx="12"/>
          </p:nvPr>
        </p:nvSpPr>
        <p:spPr>
          <a:xfrm>
            <a:off x="4165600" y="6416680"/>
            <a:ext cx="3860800" cy="365125"/>
          </a:xfrm>
        </p:spPr>
        <p:txBody>
          <a:bodyPr/>
          <a:lstStyle>
            <a:lvl1pPr>
              <a:defRPr sz="1400" b="1">
                <a:solidFill>
                  <a:srgbClr val="00B0F0"/>
                </a:solidFill>
                <a:latin typeface="+mn-lt"/>
              </a:defRPr>
            </a:lvl1pPr>
          </a:lstStyle>
          <a:p>
            <a:r>
              <a:rPr lang="en-US"/>
              <a:t>SEPARATION PROCESS-II</a:t>
            </a:r>
            <a:endParaRPr lang="en-IN"/>
          </a:p>
        </p:txBody>
      </p:sp>
      <p:sp>
        <p:nvSpPr>
          <p:cNvPr id="9" name="Slide Number Placeholder 8"/>
          <p:cNvSpPr>
            <a:spLocks noGrp="1"/>
          </p:cNvSpPr>
          <p:nvPr>
            <p:ph type="sldNum" sz="quarter" idx="13"/>
          </p:nvPr>
        </p:nvSpPr>
        <p:spPr>
          <a:xfrm>
            <a:off x="8737600" y="6416679"/>
            <a:ext cx="2844800" cy="365125"/>
          </a:xfrm>
        </p:spPr>
        <p:txBody>
          <a:bodyPr/>
          <a:lstStyle>
            <a:lvl1pPr>
              <a:defRPr sz="1400" b="1">
                <a:solidFill>
                  <a:schemeClr val="bg1">
                    <a:lumMod val="85000"/>
                  </a:schemeClr>
                </a:solidFill>
                <a:latin typeface="+mn-lt"/>
              </a:defRPr>
            </a:lvl1pPr>
          </a:lstStyle>
          <a:p>
            <a:fld id="{957D5EAD-A97B-4969-AF6A-47A86C2666CF}" type="slidenum">
              <a:rPr lang="en-IN" smtClean="0"/>
              <a:t>‹#›</a:t>
            </a:fld>
            <a:endParaRPr lang="en-IN"/>
          </a:p>
        </p:txBody>
      </p:sp>
      <p:sp>
        <p:nvSpPr>
          <p:cNvPr id="4" name="Content Placeholder 3"/>
          <p:cNvSpPr>
            <a:spLocks noGrp="1"/>
          </p:cNvSpPr>
          <p:nvPr>
            <p:ph sz="quarter" idx="14"/>
          </p:nvPr>
        </p:nvSpPr>
        <p:spPr>
          <a:xfrm>
            <a:off x="562684" y="1147673"/>
            <a:ext cx="109728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0" name="Title 9"/>
          <p:cNvSpPr>
            <a:spLocks noGrp="1"/>
          </p:cNvSpPr>
          <p:nvPr>
            <p:ph type="title"/>
          </p:nvPr>
        </p:nvSpPr>
        <p:spPr>
          <a:xfrm>
            <a:off x="443999" y="-4794"/>
            <a:ext cx="8892361" cy="864000"/>
          </a:xfrm>
        </p:spPr>
        <p:txBody>
          <a:bodyPr/>
          <a:lstStyle>
            <a:lvl1pPr>
              <a:defRPr>
                <a:solidFill>
                  <a:schemeClr val="bg1"/>
                </a:solidFill>
              </a:defRPr>
            </a:lvl1pPr>
          </a:lstStyle>
          <a:p>
            <a:r>
              <a:rPr lang="en-US"/>
              <a:t>Click to edit Master title style</a:t>
            </a:r>
            <a:endParaRPr lang="en-IN"/>
          </a:p>
        </p:txBody>
      </p:sp>
      <p:pic>
        <p:nvPicPr>
          <p:cNvPr id="16" name="Picture 15" descr="BITS_university_logo_whitevert.png">
            <a:extLst>
              <a:ext uri="{FF2B5EF4-FFF2-40B4-BE49-F238E27FC236}">
                <a16:creationId xmlns:a16="http://schemas.microsoft.com/office/drawing/2014/main" id="{ECEC327C-BD81-4173-A209-BC6699A024A0}"/>
              </a:ext>
            </a:extLst>
          </p:cNvPr>
          <p:cNvPicPr preferRelativeResize="0">
            <a:picLocks/>
          </p:cNvPicPr>
          <p:nvPr/>
        </p:nvPicPr>
        <p:blipFill rotWithShape="1">
          <a:blip r:embed="rId2">
            <a:extLst>
              <a:ext uri="{28A0092B-C50C-407E-A947-70E740481C1C}">
                <a14:useLocalDpi xmlns:a14="http://schemas.microsoft.com/office/drawing/2010/main" val="0"/>
              </a:ext>
            </a:extLst>
          </a:blip>
          <a:srcRect t="2" b="28592"/>
          <a:stretch/>
        </p:blipFill>
        <p:spPr>
          <a:xfrm>
            <a:off x="10992544" y="-28261"/>
            <a:ext cx="1199456" cy="1134586"/>
          </a:xfrm>
          <a:prstGeom prst="rect">
            <a:avLst/>
          </a:prstGeom>
        </p:spPr>
      </p:pic>
    </p:spTree>
    <p:extLst>
      <p:ext uri="{BB962C8B-B14F-4D97-AF65-F5344CB8AC3E}">
        <p14:creationId xmlns:p14="http://schemas.microsoft.com/office/powerpoint/2010/main" val="2136617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Title and Content">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6" name="Date Placeholder 5"/>
          <p:cNvSpPr>
            <a:spLocks noGrp="1"/>
          </p:cNvSpPr>
          <p:nvPr>
            <p:ph type="dt" sz="half" idx="11"/>
          </p:nvPr>
        </p:nvSpPr>
        <p:spPr>
          <a:xfrm>
            <a:off x="609600" y="6416680"/>
            <a:ext cx="2844800" cy="365125"/>
          </a:xfrm>
        </p:spPr>
        <p:txBody>
          <a:bodyPr/>
          <a:lstStyle>
            <a:lvl1pPr>
              <a:defRPr sz="1400" b="1">
                <a:solidFill>
                  <a:schemeClr val="bg1">
                    <a:lumMod val="85000"/>
                  </a:schemeClr>
                </a:solidFill>
                <a:latin typeface="+mn-lt"/>
              </a:defRPr>
            </a:lvl1pPr>
          </a:lstStyle>
          <a:p>
            <a:fld id="{B8A17FA9-B146-4A3E-9B3F-9294238D23A9}" type="datetime1">
              <a:rPr lang="en-IN" smtClean="0"/>
              <a:t>15-09-2026</a:t>
            </a:fld>
            <a:endParaRPr lang="en-IN"/>
          </a:p>
        </p:txBody>
      </p:sp>
      <p:sp>
        <p:nvSpPr>
          <p:cNvPr id="8" name="Footer Placeholder 7"/>
          <p:cNvSpPr>
            <a:spLocks noGrp="1"/>
          </p:cNvSpPr>
          <p:nvPr>
            <p:ph type="ftr" sz="quarter" idx="12"/>
          </p:nvPr>
        </p:nvSpPr>
        <p:spPr>
          <a:xfrm>
            <a:off x="4165600" y="6416680"/>
            <a:ext cx="3860800" cy="365125"/>
          </a:xfrm>
        </p:spPr>
        <p:txBody>
          <a:bodyPr/>
          <a:lstStyle>
            <a:lvl1pPr>
              <a:defRPr sz="1400" b="1">
                <a:solidFill>
                  <a:srgbClr val="00B0F0"/>
                </a:solidFill>
                <a:latin typeface="+mn-lt"/>
              </a:defRPr>
            </a:lvl1pPr>
          </a:lstStyle>
          <a:p>
            <a:r>
              <a:rPr lang="en-US"/>
              <a:t>SEPARATION PROCESS-II</a:t>
            </a:r>
            <a:endParaRPr lang="en-IN"/>
          </a:p>
        </p:txBody>
      </p:sp>
      <p:sp>
        <p:nvSpPr>
          <p:cNvPr id="9" name="Slide Number Placeholder 8"/>
          <p:cNvSpPr>
            <a:spLocks noGrp="1"/>
          </p:cNvSpPr>
          <p:nvPr>
            <p:ph type="sldNum" sz="quarter" idx="13"/>
          </p:nvPr>
        </p:nvSpPr>
        <p:spPr>
          <a:xfrm>
            <a:off x="8737600" y="6416679"/>
            <a:ext cx="2844800" cy="365125"/>
          </a:xfrm>
        </p:spPr>
        <p:txBody>
          <a:bodyPr/>
          <a:lstStyle>
            <a:lvl1pPr>
              <a:defRPr sz="1400" b="1">
                <a:solidFill>
                  <a:schemeClr val="bg1">
                    <a:lumMod val="85000"/>
                  </a:schemeClr>
                </a:solidFill>
                <a:latin typeface="+mn-lt"/>
              </a:defRPr>
            </a:lvl1pPr>
          </a:lstStyle>
          <a:p>
            <a:fld id="{957D5EAD-A97B-4969-AF6A-47A86C2666CF}" type="slidenum">
              <a:rPr lang="en-IN" smtClean="0"/>
              <a:t>‹#›</a:t>
            </a:fld>
            <a:endParaRPr lang="en-IN"/>
          </a:p>
        </p:txBody>
      </p:sp>
      <p:sp>
        <p:nvSpPr>
          <p:cNvPr id="4" name="Content Placeholder 3"/>
          <p:cNvSpPr>
            <a:spLocks noGrp="1"/>
          </p:cNvSpPr>
          <p:nvPr>
            <p:ph sz="quarter" idx="14"/>
          </p:nvPr>
        </p:nvSpPr>
        <p:spPr>
          <a:xfrm>
            <a:off x="562684" y="1147673"/>
            <a:ext cx="109728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0" name="Title 9"/>
          <p:cNvSpPr>
            <a:spLocks noGrp="1"/>
          </p:cNvSpPr>
          <p:nvPr>
            <p:ph type="title"/>
          </p:nvPr>
        </p:nvSpPr>
        <p:spPr>
          <a:xfrm>
            <a:off x="443999" y="-4794"/>
            <a:ext cx="8892361" cy="864000"/>
          </a:xfrm>
        </p:spPr>
        <p:txBody>
          <a:bodyPr/>
          <a:lstStyle>
            <a:lvl1pPr>
              <a:defRPr>
                <a:solidFill>
                  <a:schemeClr val="bg1"/>
                </a:solidFill>
              </a:defRPr>
            </a:lvl1pPr>
          </a:lstStyle>
          <a:p>
            <a:r>
              <a:rPr lang="en-US"/>
              <a:t>Click to edit Master title style</a:t>
            </a:r>
            <a:endParaRPr lang="en-IN"/>
          </a:p>
        </p:txBody>
      </p:sp>
      <p:pic>
        <p:nvPicPr>
          <p:cNvPr id="16" name="Picture 15" descr="BITS_university_logo_whitevert.png">
            <a:extLst>
              <a:ext uri="{FF2B5EF4-FFF2-40B4-BE49-F238E27FC236}">
                <a16:creationId xmlns:a16="http://schemas.microsoft.com/office/drawing/2014/main" id="{ECEC327C-BD81-4173-A209-BC6699A024A0}"/>
              </a:ext>
            </a:extLst>
          </p:cNvPr>
          <p:cNvPicPr preferRelativeResize="0">
            <a:picLocks/>
          </p:cNvPicPr>
          <p:nvPr/>
        </p:nvPicPr>
        <p:blipFill rotWithShape="1">
          <a:blip r:embed="rId2">
            <a:extLst>
              <a:ext uri="{28A0092B-C50C-407E-A947-70E740481C1C}">
                <a14:useLocalDpi xmlns:a14="http://schemas.microsoft.com/office/drawing/2010/main" val="0"/>
              </a:ext>
            </a:extLst>
          </a:blip>
          <a:srcRect t="2" b="28592"/>
          <a:stretch/>
        </p:blipFill>
        <p:spPr>
          <a:xfrm>
            <a:off x="10992544" y="-28261"/>
            <a:ext cx="1199456" cy="1134586"/>
          </a:xfrm>
          <a:prstGeom prst="rect">
            <a:avLst/>
          </a:prstGeom>
        </p:spPr>
      </p:pic>
    </p:spTree>
    <p:extLst>
      <p:ext uri="{BB962C8B-B14F-4D97-AF65-F5344CB8AC3E}">
        <p14:creationId xmlns:p14="http://schemas.microsoft.com/office/powerpoint/2010/main" val="4249058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p:nvPicPr>
        <p:blipFill>
          <a:blip r:embed="rId2" cstate="print"/>
          <a:srcRect l="1923" b="5336"/>
          <a:stretch>
            <a:fillRect/>
          </a:stretch>
        </p:blipFill>
        <p:spPr>
          <a:xfrm>
            <a:off x="9456434" y="0"/>
            <a:ext cx="2735567" cy="648000"/>
          </a:xfrm>
          <a:prstGeom prst="rect">
            <a:avLst/>
          </a:prstGeom>
        </p:spPr>
      </p:pic>
      <p:grpSp>
        <p:nvGrpSpPr>
          <p:cNvPr id="20" name="Group 19"/>
          <p:cNvGrpSpPr/>
          <p:nvPr/>
        </p:nvGrpSpPr>
        <p:grpSpPr>
          <a:xfrm>
            <a:off x="0" y="868682"/>
            <a:ext cx="93472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29" name="Group 28"/>
          <p:cNvGrpSpPr/>
          <p:nvPr/>
        </p:nvGrpSpPr>
        <p:grpSpPr>
          <a:xfrm>
            <a:off x="2844800" y="6287776"/>
            <a:ext cx="93472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sp>
        <p:nvSpPr>
          <p:cNvPr id="2" name="Date Placeholder 1"/>
          <p:cNvSpPr>
            <a:spLocks noGrp="1"/>
          </p:cNvSpPr>
          <p:nvPr>
            <p:ph type="dt" sz="half" idx="11"/>
          </p:nvPr>
        </p:nvSpPr>
        <p:spPr/>
        <p:txBody>
          <a:bodyPr/>
          <a:lstStyle/>
          <a:p>
            <a:fld id="{01697EC4-F6AF-4E72-8EEB-179BE843C363}" type="datetime1">
              <a:rPr lang="en-IN" smtClean="0"/>
              <a:t>15-09-2026</a:t>
            </a:fld>
            <a:endParaRPr lang="en-IN"/>
          </a:p>
        </p:txBody>
      </p:sp>
      <p:sp>
        <p:nvSpPr>
          <p:cNvPr id="5" name="Footer Placeholder 4"/>
          <p:cNvSpPr>
            <a:spLocks noGrp="1"/>
          </p:cNvSpPr>
          <p:nvPr>
            <p:ph type="ftr" sz="quarter" idx="12"/>
          </p:nvPr>
        </p:nvSpPr>
        <p:spPr/>
        <p:txBody>
          <a:bodyPr/>
          <a:lstStyle/>
          <a:p>
            <a:r>
              <a:rPr lang="en-US"/>
              <a:t>SEPARATION PROCESS-II</a:t>
            </a:r>
            <a:endParaRPr lang="en-IN"/>
          </a:p>
        </p:txBody>
      </p:sp>
      <p:sp>
        <p:nvSpPr>
          <p:cNvPr id="6" name="Slide Number Placeholder 5"/>
          <p:cNvSpPr>
            <a:spLocks noGrp="1"/>
          </p:cNvSpPr>
          <p:nvPr>
            <p:ph type="sldNum" sz="quarter" idx="13"/>
          </p:nvPr>
        </p:nvSpPr>
        <p:spPr/>
        <p:txBody>
          <a:bodyPr/>
          <a:lstStyle/>
          <a:p>
            <a:fld id="{957D5EAD-A97B-4969-AF6A-47A86C2666CF}" type="slidenum">
              <a:rPr lang="en-IN" smtClean="0"/>
              <a:t>‹#›</a:t>
            </a:fld>
            <a:endParaRPr lang="en-IN"/>
          </a:p>
        </p:txBody>
      </p:sp>
      <p:sp>
        <p:nvSpPr>
          <p:cNvPr id="8" name="Content Placeholder 7"/>
          <p:cNvSpPr>
            <a:spLocks noGrp="1"/>
          </p:cNvSpPr>
          <p:nvPr>
            <p:ph sz="quarter" idx="14"/>
          </p:nvPr>
        </p:nvSpPr>
        <p:spPr>
          <a:xfrm>
            <a:off x="406400" y="1125898"/>
            <a:ext cx="552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Content Placeholder 9"/>
          <p:cNvSpPr>
            <a:spLocks noGrp="1"/>
          </p:cNvSpPr>
          <p:nvPr>
            <p:ph sz="quarter" idx="15"/>
          </p:nvPr>
        </p:nvSpPr>
        <p:spPr>
          <a:xfrm>
            <a:off x="6367200" y="1137930"/>
            <a:ext cx="552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Title 10"/>
          <p:cNvSpPr>
            <a:spLocks noGrp="1"/>
          </p:cNvSpPr>
          <p:nvPr>
            <p:ph type="title"/>
          </p:nvPr>
        </p:nvSpPr>
        <p:spPr>
          <a:xfrm>
            <a:off x="406400" y="1"/>
            <a:ext cx="10972800" cy="845821"/>
          </a:xfrm>
        </p:spPr>
        <p:txBody>
          <a:bodyPr/>
          <a:lstStyle/>
          <a:p>
            <a:r>
              <a:rPr lang="en-US"/>
              <a:t>Click to edit Master title style</a:t>
            </a:r>
            <a:endParaRPr lang="en-IN" dirty="0"/>
          </a:p>
        </p:txBody>
      </p:sp>
    </p:spTree>
    <p:extLst>
      <p:ext uri="{BB962C8B-B14F-4D97-AF65-F5344CB8AC3E}">
        <p14:creationId xmlns:p14="http://schemas.microsoft.com/office/powerpoint/2010/main" val="3239091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535112"/>
            <a:ext cx="5386917" cy="827087"/>
          </a:xfrm>
        </p:spPr>
        <p:txBody>
          <a:bodyPr numCol="1"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4" name="Content Placeholder 3"/>
          <p:cNvSpPr>
            <a:spLocks noGrp="1"/>
          </p:cNvSpPr>
          <p:nvPr>
            <p:ph sz="half" idx="2"/>
          </p:nvPr>
        </p:nvSpPr>
        <p:spPr>
          <a:xfrm>
            <a:off x="609600" y="2362204"/>
            <a:ext cx="5386917" cy="3763963"/>
          </a:xfrm>
        </p:spPr>
        <p:txBody>
          <a:bodyPr numCol="1"/>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0" y="1535112"/>
            <a:ext cx="5389033" cy="827087"/>
          </a:xfrm>
        </p:spPr>
        <p:txBody>
          <a:bodyPr numCol="1"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70" y="2362204"/>
            <a:ext cx="5389033" cy="3763963"/>
          </a:xfrm>
        </p:spPr>
        <p:txBody>
          <a:bodyPr numCol="1"/>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1" name="Group 10"/>
          <p:cNvGrpSpPr/>
          <p:nvPr/>
        </p:nvGrpSpPr>
        <p:grpSpPr>
          <a:xfrm>
            <a:off x="0" y="868682"/>
            <a:ext cx="93472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16" name="Group 15"/>
          <p:cNvGrpSpPr/>
          <p:nvPr/>
        </p:nvGrpSpPr>
        <p:grpSpPr>
          <a:xfrm>
            <a:off x="2844800" y="6338420"/>
            <a:ext cx="93472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20" name="Picture 19" descr="Picture 7.png"/>
          <p:cNvPicPr>
            <a:picLocks noChangeAspect="1"/>
          </p:cNvPicPr>
          <p:nvPr/>
        </p:nvPicPr>
        <p:blipFill>
          <a:blip r:embed="rId2" cstate="print"/>
          <a:srcRect l="1923" b="5336"/>
          <a:stretch>
            <a:fillRect/>
          </a:stretch>
        </p:blipFill>
        <p:spPr>
          <a:xfrm>
            <a:off x="8839204" y="-1"/>
            <a:ext cx="2924257" cy="692697"/>
          </a:xfrm>
          <a:prstGeom prst="rect">
            <a:avLst/>
          </a:prstGeom>
        </p:spPr>
      </p:pic>
      <p:sp>
        <p:nvSpPr>
          <p:cNvPr id="2" name="Date Placeholder 1"/>
          <p:cNvSpPr>
            <a:spLocks noGrp="1"/>
          </p:cNvSpPr>
          <p:nvPr>
            <p:ph type="dt" sz="half" idx="11"/>
          </p:nvPr>
        </p:nvSpPr>
        <p:spPr/>
        <p:txBody>
          <a:bodyPr/>
          <a:lstStyle/>
          <a:p>
            <a:fld id="{9EF678B6-2C84-4A92-80C1-561E1CDDBE1A}" type="datetime1">
              <a:rPr lang="en-IN" smtClean="0"/>
              <a:t>15-09-2026</a:t>
            </a:fld>
            <a:endParaRPr lang="en-IN"/>
          </a:p>
        </p:txBody>
      </p:sp>
      <p:sp>
        <p:nvSpPr>
          <p:cNvPr id="7" name="Footer Placeholder 6"/>
          <p:cNvSpPr>
            <a:spLocks noGrp="1"/>
          </p:cNvSpPr>
          <p:nvPr>
            <p:ph type="ftr" sz="quarter" idx="12"/>
          </p:nvPr>
        </p:nvSpPr>
        <p:spPr/>
        <p:txBody>
          <a:bodyPr/>
          <a:lstStyle/>
          <a:p>
            <a:r>
              <a:rPr lang="en-US"/>
              <a:t>SEPARATION PROCESS-II</a:t>
            </a:r>
            <a:endParaRPr lang="en-IN"/>
          </a:p>
        </p:txBody>
      </p:sp>
      <p:sp>
        <p:nvSpPr>
          <p:cNvPr id="8" name="Slide Number Placeholder 7"/>
          <p:cNvSpPr>
            <a:spLocks noGrp="1"/>
          </p:cNvSpPr>
          <p:nvPr>
            <p:ph type="sldNum" sz="quarter" idx="13"/>
          </p:nvPr>
        </p:nvSpPr>
        <p:spPr/>
        <p:txBody>
          <a:bodyPr/>
          <a:lstStyle/>
          <a:p>
            <a:fld id="{957D5EAD-A97B-4969-AF6A-47A86C2666CF}" type="slidenum">
              <a:rPr lang="en-IN" smtClean="0"/>
              <a:t>‹#›</a:t>
            </a:fld>
            <a:endParaRPr lang="en-IN"/>
          </a:p>
        </p:txBody>
      </p:sp>
      <p:sp>
        <p:nvSpPr>
          <p:cNvPr id="9" name="Title 8"/>
          <p:cNvSpPr>
            <a:spLocks noGrp="1"/>
          </p:cNvSpPr>
          <p:nvPr>
            <p:ph type="title"/>
          </p:nvPr>
        </p:nvSpPr>
        <p:spPr>
          <a:xfrm>
            <a:off x="304800" y="9943"/>
            <a:ext cx="10972800" cy="864000"/>
          </a:xfrm>
        </p:spPr>
        <p:txBody>
          <a:bodyPr/>
          <a:lstStyle/>
          <a:p>
            <a:r>
              <a:rPr lang="en-US"/>
              <a:t>Click to edit Master title style</a:t>
            </a:r>
            <a:endParaRPr lang="en-IN"/>
          </a:p>
        </p:txBody>
      </p:sp>
    </p:spTree>
    <p:extLst>
      <p:ext uri="{BB962C8B-B14F-4D97-AF65-F5344CB8AC3E}">
        <p14:creationId xmlns:p14="http://schemas.microsoft.com/office/powerpoint/2010/main" val="3673415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6" name="Group 5"/>
          <p:cNvGrpSpPr/>
          <p:nvPr/>
        </p:nvGrpSpPr>
        <p:grpSpPr>
          <a:xfrm>
            <a:off x="0" y="868682"/>
            <a:ext cx="93472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11" name="Group 10"/>
          <p:cNvGrpSpPr/>
          <p:nvPr/>
        </p:nvGrpSpPr>
        <p:grpSpPr>
          <a:xfrm>
            <a:off x="2844800" y="6172201"/>
            <a:ext cx="93472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15" name="Picture 14" descr="Picture 7.png"/>
          <p:cNvPicPr>
            <a:picLocks noChangeAspect="1"/>
          </p:cNvPicPr>
          <p:nvPr/>
        </p:nvPicPr>
        <p:blipFill>
          <a:blip r:embed="rId2" cstate="print"/>
          <a:srcRect l="1923" b="5336"/>
          <a:stretch>
            <a:fillRect/>
          </a:stretch>
        </p:blipFill>
        <p:spPr>
          <a:xfrm>
            <a:off x="8839204" y="-1"/>
            <a:ext cx="2924257" cy="692697"/>
          </a:xfrm>
          <a:prstGeom prst="rect">
            <a:avLst/>
          </a:prstGeom>
        </p:spPr>
      </p:pic>
      <p:sp>
        <p:nvSpPr>
          <p:cNvPr id="2" name="Date Placeholder 1"/>
          <p:cNvSpPr>
            <a:spLocks noGrp="1"/>
          </p:cNvSpPr>
          <p:nvPr>
            <p:ph type="dt" sz="half" idx="11"/>
          </p:nvPr>
        </p:nvSpPr>
        <p:spPr/>
        <p:txBody>
          <a:bodyPr/>
          <a:lstStyle/>
          <a:p>
            <a:fld id="{01AC9D12-2AE8-4440-8FB8-DC9F6C77042E}" type="datetime1">
              <a:rPr lang="en-IN" smtClean="0"/>
              <a:t>15-09-2026</a:t>
            </a:fld>
            <a:endParaRPr lang="en-IN"/>
          </a:p>
        </p:txBody>
      </p:sp>
      <p:sp>
        <p:nvSpPr>
          <p:cNvPr id="3" name="Footer Placeholder 2"/>
          <p:cNvSpPr>
            <a:spLocks noGrp="1"/>
          </p:cNvSpPr>
          <p:nvPr>
            <p:ph type="ftr" sz="quarter" idx="12"/>
          </p:nvPr>
        </p:nvSpPr>
        <p:spPr/>
        <p:txBody>
          <a:bodyPr/>
          <a:lstStyle/>
          <a:p>
            <a:r>
              <a:rPr lang="en-US"/>
              <a:t>SEPARATION PROCESS-II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a:t>
            </a:fld>
            <a:endParaRPr lang="en-IN"/>
          </a:p>
        </p:txBody>
      </p:sp>
      <p:sp>
        <p:nvSpPr>
          <p:cNvPr id="10" name="Title 9"/>
          <p:cNvSpPr>
            <a:spLocks noGrp="1"/>
          </p:cNvSpPr>
          <p:nvPr>
            <p:ph type="title"/>
          </p:nvPr>
        </p:nvSpPr>
        <p:spPr>
          <a:xfrm>
            <a:off x="609600" y="-1"/>
            <a:ext cx="10972800" cy="864000"/>
          </a:xfrm>
        </p:spPr>
        <p:txBody>
          <a:bodyPr/>
          <a:lstStyle/>
          <a:p>
            <a:r>
              <a:rPr lang="en-US"/>
              <a:t>Click to edit Master title style</a:t>
            </a:r>
            <a:endParaRPr lang="en-IN"/>
          </a:p>
        </p:txBody>
      </p:sp>
    </p:spTree>
    <p:extLst>
      <p:ext uri="{BB962C8B-B14F-4D97-AF65-F5344CB8AC3E}">
        <p14:creationId xmlns:p14="http://schemas.microsoft.com/office/powerpoint/2010/main" val="14689693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1600205"/>
            <a:ext cx="6815667" cy="4525963"/>
          </a:xfrm>
        </p:spPr>
        <p:txBody>
          <a:bodyPr numCol="1"/>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600205"/>
            <a:ext cx="4011084" cy="4525963"/>
          </a:xfrm>
        </p:spPr>
        <p:txBody>
          <a:bodyPr numCol="1"/>
          <a:lstStyle>
            <a:lvl1pPr marL="0" indent="0">
              <a:buNone/>
              <a:defRPr sz="1050"/>
            </a:lvl1pPr>
            <a:lvl2pPr marL="342892" indent="0">
              <a:buNone/>
              <a:defRPr sz="900"/>
            </a:lvl2pPr>
            <a:lvl3pPr marL="685783" indent="0">
              <a:buNone/>
              <a:defRPr sz="750"/>
            </a:lvl3pPr>
            <a:lvl4pPr marL="1028675" indent="0">
              <a:buNone/>
              <a:defRPr sz="675"/>
            </a:lvl4pPr>
            <a:lvl5pPr marL="1371566" indent="0">
              <a:buNone/>
              <a:defRPr sz="675"/>
            </a:lvl5pPr>
            <a:lvl6pPr marL="1714457" indent="0">
              <a:buNone/>
              <a:defRPr sz="675"/>
            </a:lvl6pPr>
            <a:lvl7pPr marL="2057348" indent="0">
              <a:buNone/>
              <a:defRPr sz="675"/>
            </a:lvl7pPr>
            <a:lvl8pPr marL="2400240" indent="0">
              <a:buNone/>
              <a:defRPr sz="675"/>
            </a:lvl8pPr>
            <a:lvl9pPr marL="2743132" indent="0">
              <a:buNone/>
              <a:defRPr sz="675"/>
            </a:lvl9pPr>
          </a:lstStyle>
          <a:p>
            <a:pPr lvl="0"/>
            <a:r>
              <a:rPr lang="en-US"/>
              <a:t>Click to edit Master text styles</a:t>
            </a:r>
          </a:p>
        </p:txBody>
      </p:sp>
      <p:grpSp>
        <p:nvGrpSpPr>
          <p:cNvPr id="9" name="Group 8"/>
          <p:cNvGrpSpPr/>
          <p:nvPr/>
        </p:nvGrpSpPr>
        <p:grpSpPr>
          <a:xfrm>
            <a:off x="0" y="838201"/>
            <a:ext cx="93472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14" name="Group 13"/>
          <p:cNvGrpSpPr/>
          <p:nvPr/>
        </p:nvGrpSpPr>
        <p:grpSpPr>
          <a:xfrm>
            <a:off x="2844800" y="6248401"/>
            <a:ext cx="93472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18" name="Picture 17" descr="Picture 7.png"/>
          <p:cNvPicPr>
            <a:picLocks noChangeAspect="1"/>
          </p:cNvPicPr>
          <p:nvPr/>
        </p:nvPicPr>
        <p:blipFill>
          <a:blip r:embed="rId2" cstate="print"/>
          <a:srcRect l="1923" b="5336"/>
          <a:stretch>
            <a:fillRect/>
          </a:stretch>
        </p:blipFill>
        <p:spPr>
          <a:xfrm>
            <a:off x="8839204" y="-1"/>
            <a:ext cx="2924257" cy="692697"/>
          </a:xfrm>
          <a:prstGeom prst="rect">
            <a:avLst/>
          </a:prstGeom>
        </p:spPr>
      </p:pic>
      <p:sp>
        <p:nvSpPr>
          <p:cNvPr id="2" name="Date Placeholder 1"/>
          <p:cNvSpPr>
            <a:spLocks noGrp="1"/>
          </p:cNvSpPr>
          <p:nvPr>
            <p:ph type="dt" sz="half" idx="14"/>
          </p:nvPr>
        </p:nvSpPr>
        <p:spPr/>
        <p:txBody>
          <a:bodyPr/>
          <a:lstStyle/>
          <a:p>
            <a:fld id="{8F7A4C9F-9EC4-4371-9A36-39F3978CBA63}" type="datetime1">
              <a:rPr lang="en-IN" smtClean="0"/>
              <a:t>15-09-2026</a:t>
            </a:fld>
            <a:endParaRPr lang="en-IN"/>
          </a:p>
        </p:txBody>
      </p:sp>
      <p:sp>
        <p:nvSpPr>
          <p:cNvPr id="5" name="Footer Placeholder 4"/>
          <p:cNvSpPr>
            <a:spLocks noGrp="1"/>
          </p:cNvSpPr>
          <p:nvPr>
            <p:ph type="ftr" sz="quarter" idx="15"/>
          </p:nvPr>
        </p:nvSpPr>
        <p:spPr/>
        <p:txBody>
          <a:bodyPr/>
          <a:lstStyle/>
          <a:p>
            <a:r>
              <a:rPr lang="en-US"/>
              <a:t>SEPARATION PROCESS-II</a:t>
            </a:r>
            <a:endParaRPr lang="en-IN"/>
          </a:p>
        </p:txBody>
      </p:sp>
      <p:sp>
        <p:nvSpPr>
          <p:cNvPr id="6" name="Slide Number Placeholder 5"/>
          <p:cNvSpPr>
            <a:spLocks noGrp="1"/>
          </p:cNvSpPr>
          <p:nvPr>
            <p:ph type="sldNum" sz="quarter" idx="16"/>
          </p:nvPr>
        </p:nvSpPr>
        <p:spPr/>
        <p:txBody>
          <a:bodyPr/>
          <a:lstStyle/>
          <a:p>
            <a:fld id="{957D5EAD-A97B-4969-AF6A-47A86C2666CF}" type="slidenum">
              <a:rPr lang="en-IN" smtClean="0"/>
              <a:t>‹#›</a:t>
            </a:fld>
            <a:endParaRPr lang="en-IN"/>
          </a:p>
        </p:txBody>
      </p:sp>
      <p:sp>
        <p:nvSpPr>
          <p:cNvPr id="7" name="Title 6"/>
          <p:cNvSpPr>
            <a:spLocks noGrp="1"/>
          </p:cNvSpPr>
          <p:nvPr>
            <p:ph type="title"/>
          </p:nvPr>
        </p:nvSpPr>
        <p:spPr>
          <a:xfrm>
            <a:off x="609600" y="0"/>
            <a:ext cx="10972800" cy="864000"/>
          </a:xfrm>
        </p:spPr>
        <p:txBody>
          <a:bodyPr/>
          <a:lstStyle/>
          <a:p>
            <a:r>
              <a:rPr lang="en-US"/>
              <a:t>Click to edit Master title style</a:t>
            </a:r>
            <a:endParaRPr lang="en-IN" dirty="0"/>
          </a:p>
        </p:txBody>
      </p:sp>
    </p:spTree>
    <p:extLst>
      <p:ext uri="{BB962C8B-B14F-4D97-AF65-F5344CB8AC3E}">
        <p14:creationId xmlns:p14="http://schemas.microsoft.com/office/powerpoint/2010/main" val="236909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389717" y="1828800"/>
            <a:ext cx="73152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numCol="1"/>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r>
              <a:rPr lang="en-US"/>
              <a:t>Click icon to add picture</a:t>
            </a:r>
          </a:p>
        </p:txBody>
      </p:sp>
      <p:sp>
        <p:nvSpPr>
          <p:cNvPr id="4" name="Text Placeholder 3"/>
          <p:cNvSpPr>
            <a:spLocks noGrp="1"/>
          </p:cNvSpPr>
          <p:nvPr>
            <p:ph type="body" sz="half" idx="2"/>
          </p:nvPr>
        </p:nvSpPr>
        <p:spPr>
          <a:xfrm>
            <a:off x="2389717" y="5711825"/>
            <a:ext cx="7315200" cy="304800"/>
          </a:xfrm>
        </p:spPr>
        <p:txBody>
          <a:bodyPr numCol="1">
            <a:normAutofit/>
          </a:bodyPr>
          <a:lstStyle>
            <a:lvl1pPr marL="0" indent="0">
              <a:buNone/>
              <a:defRPr sz="1200"/>
            </a:lvl1pPr>
            <a:lvl2pPr marL="342892" indent="0">
              <a:buNone/>
              <a:defRPr sz="900"/>
            </a:lvl2pPr>
            <a:lvl3pPr marL="685783" indent="0">
              <a:buNone/>
              <a:defRPr sz="750"/>
            </a:lvl3pPr>
            <a:lvl4pPr marL="1028675" indent="0">
              <a:buNone/>
              <a:defRPr sz="675"/>
            </a:lvl4pPr>
            <a:lvl5pPr marL="1371566" indent="0">
              <a:buNone/>
              <a:defRPr sz="675"/>
            </a:lvl5pPr>
            <a:lvl6pPr marL="1714457" indent="0">
              <a:buNone/>
              <a:defRPr sz="675"/>
            </a:lvl6pPr>
            <a:lvl7pPr marL="2057348" indent="0">
              <a:buNone/>
              <a:defRPr sz="675"/>
            </a:lvl7pPr>
            <a:lvl8pPr marL="2400240" indent="0">
              <a:buNone/>
              <a:defRPr sz="675"/>
            </a:lvl8pPr>
            <a:lvl9pPr marL="2743132" indent="0">
              <a:buNone/>
              <a:defRPr sz="675"/>
            </a:lvl9pPr>
          </a:lstStyle>
          <a:p>
            <a:pPr lvl="0"/>
            <a:r>
              <a:rPr lang="en-US"/>
              <a:t>Click to edit Master text styles</a:t>
            </a:r>
          </a:p>
        </p:txBody>
      </p:sp>
      <p:grpSp>
        <p:nvGrpSpPr>
          <p:cNvPr id="6" name="Group 5"/>
          <p:cNvGrpSpPr/>
          <p:nvPr/>
        </p:nvGrpSpPr>
        <p:grpSpPr>
          <a:xfrm>
            <a:off x="0" y="913669"/>
            <a:ext cx="93472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11" name="Group 10"/>
          <p:cNvGrpSpPr/>
          <p:nvPr/>
        </p:nvGrpSpPr>
        <p:grpSpPr>
          <a:xfrm>
            <a:off x="2844800" y="6188080"/>
            <a:ext cx="93472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15" name="Picture 14" descr="Picture 7.png"/>
          <p:cNvPicPr>
            <a:picLocks noChangeAspect="1"/>
          </p:cNvPicPr>
          <p:nvPr/>
        </p:nvPicPr>
        <p:blipFill>
          <a:blip r:embed="rId2" cstate="print"/>
          <a:srcRect l="1923" b="5336"/>
          <a:stretch>
            <a:fillRect/>
          </a:stretch>
        </p:blipFill>
        <p:spPr>
          <a:xfrm>
            <a:off x="8839204" y="-1"/>
            <a:ext cx="2924257" cy="692697"/>
          </a:xfrm>
          <a:prstGeom prst="rect">
            <a:avLst/>
          </a:prstGeom>
        </p:spPr>
      </p:pic>
      <p:sp>
        <p:nvSpPr>
          <p:cNvPr id="10" name="Date Placeholder 9"/>
          <p:cNvSpPr>
            <a:spLocks noGrp="1"/>
          </p:cNvSpPr>
          <p:nvPr>
            <p:ph type="dt" sz="half" idx="11"/>
          </p:nvPr>
        </p:nvSpPr>
        <p:spPr/>
        <p:txBody>
          <a:bodyPr/>
          <a:lstStyle/>
          <a:p>
            <a:fld id="{FCEF0E3B-C8FE-45FD-BCE6-571E33176FFF}" type="datetime1">
              <a:rPr lang="en-IN" smtClean="0"/>
              <a:t>15-09-2026</a:t>
            </a:fld>
            <a:endParaRPr lang="en-IN"/>
          </a:p>
        </p:txBody>
      </p:sp>
      <p:sp>
        <p:nvSpPr>
          <p:cNvPr id="16" name="Footer Placeholder 15"/>
          <p:cNvSpPr>
            <a:spLocks noGrp="1"/>
          </p:cNvSpPr>
          <p:nvPr>
            <p:ph type="ftr" sz="quarter" idx="12"/>
          </p:nvPr>
        </p:nvSpPr>
        <p:spPr/>
        <p:txBody>
          <a:bodyPr/>
          <a:lstStyle/>
          <a:p>
            <a:r>
              <a:rPr lang="en-US"/>
              <a:t>SEPARATION PROCESS-II</a:t>
            </a:r>
            <a:endParaRPr lang="en-IN"/>
          </a:p>
        </p:txBody>
      </p:sp>
      <p:sp>
        <p:nvSpPr>
          <p:cNvPr id="18" name="Slide Number Placeholder 17"/>
          <p:cNvSpPr>
            <a:spLocks noGrp="1"/>
          </p:cNvSpPr>
          <p:nvPr>
            <p:ph type="sldNum" sz="quarter" idx="13"/>
          </p:nvPr>
        </p:nvSpPr>
        <p:spPr/>
        <p:txBody>
          <a:bodyPr/>
          <a:lstStyle/>
          <a:p>
            <a:fld id="{957D5EAD-A97B-4969-AF6A-47A86C2666CF}" type="slidenum">
              <a:rPr lang="en-IN" smtClean="0"/>
              <a:t>‹#›</a:t>
            </a:fld>
            <a:endParaRPr lang="en-IN"/>
          </a:p>
        </p:txBody>
      </p:sp>
      <p:sp>
        <p:nvSpPr>
          <p:cNvPr id="19" name="Title 18"/>
          <p:cNvSpPr>
            <a:spLocks noGrp="1"/>
          </p:cNvSpPr>
          <p:nvPr>
            <p:ph type="title"/>
          </p:nvPr>
        </p:nvSpPr>
        <p:spPr>
          <a:xfrm>
            <a:off x="203200" y="86276"/>
            <a:ext cx="8636003" cy="704837"/>
          </a:xfrm>
        </p:spPr>
        <p:txBody>
          <a:bodyPr/>
          <a:lstStyle/>
          <a:p>
            <a:r>
              <a:rPr lang="en-US"/>
              <a:t>Click to edit Master title style</a:t>
            </a:r>
            <a:endParaRPr lang="en-IN"/>
          </a:p>
        </p:txBody>
      </p:sp>
    </p:spTree>
    <p:extLst>
      <p:ext uri="{BB962C8B-B14F-4D97-AF65-F5344CB8AC3E}">
        <p14:creationId xmlns:p14="http://schemas.microsoft.com/office/powerpoint/2010/main" val="1389377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09600" y="1295401"/>
            <a:ext cx="10972800" cy="4639857"/>
          </a:xfrm>
        </p:spPr>
        <p:txBody>
          <a:bodyPr vert="eaVert"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0" name="Group 19"/>
          <p:cNvGrpSpPr/>
          <p:nvPr/>
        </p:nvGrpSpPr>
        <p:grpSpPr>
          <a:xfrm>
            <a:off x="0" y="1077226"/>
            <a:ext cx="93472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25" name="Group 24"/>
          <p:cNvGrpSpPr/>
          <p:nvPr/>
        </p:nvGrpSpPr>
        <p:grpSpPr>
          <a:xfrm>
            <a:off x="2839452" y="6242465"/>
            <a:ext cx="93472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29" name="Picture 28" descr="Picture 7.png"/>
          <p:cNvPicPr>
            <a:picLocks noChangeAspect="1"/>
          </p:cNvPicPr>
          <p:nvPr/>
        </p:nvPicPr>
        <p:blipFill>
          <a:blip r:embed="rId2" cstate="print"/>
          <a:srcRect l="1923" b="5336"/>
          <a:stretch>
            <a:fillRect/>
          </a:stretch>
        </p:blipFill>
        <p:spPr>
          <a:xfrm>
            <a:off x="8839204" y="-1"/>
            <a:ext cx="2924257" cy="692697"/>
          </a:xfrm>
          <a:prstGeom prst="rect">
            <a:avLst/>
          </a:prstGeom>
        </p:spPr>
      </p:pic>
      <p:sp>
        <p:nvSpPr>
          <p:cNvPr id="2" name="Title 1"/>
          <p:cNvSpPr>
            <a:spLocks noGrp="1"/>
          </p:cNvSpPr>
          <p:nvPr>
            <p:ph type="title"/>
          </p:nvPr>
        </p:nvSpPr>
        <p:spPr>
          <a:xfrm>
            <a:off x="508000" y="27513"/>
            <a:ext cx="10972800" cy="972390"/>
          </a:xfrm>
        </p:spPr>
        <p:txBody>
          <a:bodyPr/>
          <a:lstStyle/>
          <a:p>
            <a:r>
              <a:rPr lang="en-US"/>
              <a:t>Click to edit Master title style</a:t>
            </a:r>
            <a:endParaRPr lang="en-IN"/>
          </a:p>
        </p:txBody>
      </p:sp>
      <p:sp>
        <p:nvSpPr>
          <p:cNvPr id="4" name="Date Placeholder 3"/>
          <p:cNvSpPr>
            <a:spLocks noGrp="1"/>
          </p:cNvSpPr>
          <p:nvPr>
            <p:ph type="dt" sz="half" idx="10"/>
          </p:nvPr>
        </p:nvSpPr>
        <p:spPr/>
        <p:txBody>
          <a:bodyPr/>
          <a:lstStyle/>
          <a:p>
            <a:fld id="{6012F648-5EA5-4D92-AB90-1F95ADD21573}" type="datetime1">
              <a:rPr lang="en-IN" smtClean="0"/>
              <a:t>15-09-2026</a:t>
            </a:fld>
            <a:endParaRPr lang="en-IN"/>
          </a:p>
        </p:txBody>
      </p:sp>
      <p:sp>
        <p:nvSpPr>
          <p:cNvPr id="5" name="Footer Placeholder 4"/>
          <p:cNvSpPr>
            <a:spLocks noGrp="1"/>
          </p:cNvSpPr>
          <p:nvPr>
            <p:ph type="ftr" sz="quarter" idx="11"/>
          </p:nvPr>
        </p:nvSpPr>
        <p:spPr/>
        <p:txBody>
          <a:bodyPr/>
          <a:lstStyle/>
          <a:p>
            <a:r>
              <a:rPr lang="en-US"/>
              <a:t>SEPARATION PROCESS-II</a:t>
            </a:r>
            <a:endParaRPr lang="en-IN"/>
          </a:p>
        </p:txBody>
      </p:sp>
      <p:sp>
        <p:nvSpPr>
          <p:cNvPr id="6" name="Slide Number Placeholder 5"/>
          <p:cNvSpPr>
            <a:spLocks noGrp="1"/>
          </p:cNvSpPr>
          <p:nvPr>
            <p:ph type="sldNum" sz="quarter" idx="12"/>
          </p:nvPr>
        </p:nvSpPr>
        <p:spPr/>
        <p:txBody>
          <a:bodyPr/>
          <a:lstStyle/>
          <a:p>
            <a:fld id="{957D5EAD-A97B-4969-AF6A-47A86C2666CF}" type="slidenum">
              <a:rPr lang="en-IN" smtClean="0"/>
              <a:t>‹#›</a:t>
            </a:fld>
            <a:endParaRPr lang="en-IN"/>
          </a:p>
        </p:txBody>
      </p:sp>
    </p:spTree>
    <p:extLst>
      <p:ext uri="{BB962C8B-B14F-4D97-AF65-F5344CB8AC3E}">
        <p14:creationId xmlns:p14="http://schemas.microsoft.com/office/powerpoint/2010/main" val="32133537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625600" y="381005"/>
            <a:ext cx="8026400" cy="5851525"/>
          </a:xfrm>
        </p:spPr>
        <p:txBody>
          <a:bodyPr vert="eaVert"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8191500" y="2552700"/>
            <a:ext cx="5867400" cy="1524000"/>
          </a:xfrm>
        </p:spPr>
        <p:txBody>
          <a:bodyPr numCol="1" anchor="ctr" anchorCtr="0">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p:nvGrpSpPr>
        <p:grpSpPr>
          <a:xfrm rot="5400000">
            <a:off x="7538720" y="2560325"/>
            <a:ext cx="5181600" cy="6095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17" name="Picture 16" descr="Picture 7.png"/>
          <p:cNvPicPr>
            <a:picLocks noChangeAspect="1"/>
          </p:cNvPicPr>
          <p:nvPr/>
        </p:nvPicPr>
        <p:blipFill>
          <a:blip r:embed="rId2" cstate="print"/>
          <a:srcRect l="1923" b="5336"/>
          <a:stretch>
            <a:fillRect/>
          </a:stretch>
        </p:blipFill>
        <p:spPr>
          <a:xfrm rot="5400000">
            <a:off x="-646085" y="1015801"/>
            <a:ext cx="2193193" cy="923596"/>
          </a:xfrm>
          <a:prstGeom prst="rect">
            <a:avLst/>
          </a:prstGeom>
        </p:spPr>
      </p:pic>
      <p:sp>
        <p:nvSpPr>
          <p:cNvPr id="18" name="TextBox 17"/>
          <p:cNvSpPr txBox="1"/>
          <p:nvPr/>
        </p:nvSpPr>
        <p:spPr>
          <a:xfrm rot="5400000">
            <a:off x="-2748004" y="3826195"/>
            <a:ext cx="5867400" cy="196208"/>
          </a:xfrm>
          <a:prstGeom prst="rect">
            <a:avLst/>
          </a:prstGeom>
          <a:noFill/>
        </p:spPr>
        <p:txBody>
          <a:bodyPr wrap="square" numCol="1" rtlCol="0">
            <a:spAutoFit/>
          </a:bodyPr>
          <a:lstStyle/>
          <a:p>
            <a:pPr algn="r"/>
            <a:r>
              <a:rPr lang="en-US" sz="675" b="1" dirty="0">
                <a:solidFill>
                  <a:srgbClr val="101141"/>
                </a:solidFill>
                <a:latin typeface="Arial"/>
                <a:cs typeface="Arial"/>
              </a:rPr>
              <a:t>BITS </a:t>
            </a:r>
            <a:r>
              <a:rPr lang="en-US" sz="675" dirty="0">
                <a:solidFill>
                  <a:srgbClr val="101141"/>
                </a:solidFill>
                <a:latin typeface="Arial"/>
                <a:cs typeface="Arial"/>
              </a:rPr>
              <a:t>Pilani, Pilani Campus</a:t>
            </a:r>
          </a:p>
        </p:txBody>
      </p:sp>
    </p:spTree>
    <p:extLst>
      <p:ext uri="{BB962C8B-B14F-4D97-AF65-F5344CB8AC3E}">
        <p14:creationId xmlns:p14="http://schemas.microsoft.com/office/powerpoint/2010/main" val="35100430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dirty="0"/>
          </a:p>
        </p:txBody>
      </p:sp>
      <p:sp>
        <p:nvSpPr>
          <p:cNvPr id="14" name="Rectangle 6"/>
          <p:cNvSpPr>
            <a:spLocks noGrp="1"/>
          </p:cNvSpPr>
          <p:nvPr>
            <p:ph idx="1"/>
          </p:nvPr>
        </p:nvSpPr>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dirty="0"/>
          </a:p>
        </p:txBody>
      </p:sp>
      <p:sp>
        <p:nvSpPr>
          <p:cNvPr id="27" name="Rectangle 19"/>
          <p:cNvSpPr>
            <a:spLocks noGrp="1"/>
          </p:cNvSpPr>
          <p:nvPr>
            <p:ph type="ftr" sz="quarter" idx="11"/>
          </p:nvPr>
        </p:nvSpPr>
        <p:spPr/>
        <p:txBody>
          <a:bodyPr/>
          <a:lstStyle/>
          <a:p>
            <a:r>
              <a:rPr lang="en-US"/>
              <a:t>SEPARATION PROCESS-II</a:t>
            </a:r>
            <a:endParaRPr lang="en-IN"/>
          </a:p>
        </p:txBody>
      </p:sp>
      <p:sp>
        <p:nvSpPr>
          <p:cNvPr id="24" name="Rectangle 26"/>
          <p:cNvSpPr>
            <a:spLocks noGrp="1"/>
          </p:cNvSpPr>
          <p:nvPr>
            <p:ph type="sldNum" sz="quarter" idx="12"/>
          </p:nvPr>
        </p:nvSpPr>
        <p:spPr/>
        <p:txBody>
          <a:bodyPr/>
          <a:lstStyle/>
          <a:p>
            <a:fld id="{957D5EAD-A97B-4969-AF6A-47A86C2666CF}" type="slidenum">
              <a:rPr lang="en-IN" smtClean="0"/>
              <a:t>‹#›</a:t>
            </a:fld>
            <a:endParaRPr lang="en-IN"/>
          </a:p>
        </p:txBody>
      </p:sp>
    </p:spTree>
    <p:extLst>
      <p:ext uri="{BB962C8B-B14F-4D97-AF65-F5344CB8AC3E}">
        <p14:creationId xmlns:p14="http://schemas.microsoft.com/office/powerpoint/2010/main" val="14921511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8839202" y="-1"/>
            <a:ext cx="2924257" cy="692697"/>
          </a:xfrm>
          <a:prstGeom prst="rect">
            <a:avLst/>
          </a:prstGeom>
        </p:spPr>
      </p:pic>
      <p:sp>
        <p:nvSpPr>
          <p:cNvPr id="3" name="Content Placeholder 2"/>
          <p:cNvSpPr>
            <a:spLocks noGrp="1"/>
          </p:cNvSpPr>
          <p:nvPr userDrawn="1">
            <p:ph sz="half" idx="1" hasCustomPrompt="1"/>
          </p:nvPr>
        </p:nvSpPr>
        <p:spPr>
          <a:xfrm>
            <a:off x="609600" y="1600203"/>
            <a:ext cx="5384800" cy="4525963"/>
          </a:xfrm>
        </p:spPr>
        <p:txBody>
          <a:bodyPr/>
          <a:lstStyle>
            <a:lvl1pPr marL="342891" marR="0" indent="-342891" algn="l" defTabSz="914377"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32" marR="0" indent="-285744" algn="l" defTabSz="914377"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6604000" y="1600203"/>
            <a:ext cx="5384800" cy="4525963"/>
          </a:xfrm>
        </p:spPr>
        <p:txBody>
          <a:bodyPr/>
          <a:lstStyle>
            <a:lvl1pPr marL="342891" marR="0" indent="-342891" algn="l" defTabSz="914377"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32" marR="0" indent="-285744" algn="l" defTabSz="914377"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1"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3"/>
            <a:ext cx="93472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9" name="Group 28"/>
          <p:cNvGrpSpPr/>
          <p:nvPr userDrawn="1"/>
        </p:nvGrpSpPr>
        <p:grpSpPr>
          <a:xfrm>
            <a:off x="2844800" y="6553203"/>
            <a:ext cx="93472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4" name="TextBox 33"/>
          <p:cNvSpPr txBox="1"/>
          <p:nvPr userDrawn="1"/>
        </p:nvSpPr>
        <p:spPr>
          <a:xfrm>
            <a:off x="4368800" y="6596391"/>
            <a:ext cx="7823200" cy="261610"/>
          </a:xfrm>
          <a:prstGeom prst="rect">
            <a:avLst/>
          </a:prstGeom>
          <a:noFill/>
        </p:spPr>
        <p:txBody>
          <a:bodyPr wrap="square" rtlCol="0">
            <a:spAutoFit/>
          </a:bodyP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Tree>
    <p:extLst>
      <p:ext uri="{BB962C8B-B14F-4D97-AF65-F5344CB8AC3E}">
        <p14:creationId xmlns:p14="http://schemas.microsoft.com/office/powerpoint/2010/main" val="6744803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439014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560000" cy="864000"/>
          </a:xfrm>
          <a:prstGeom prst="rect">
            <a:avLst/>
          </a:prstGeom>
        </p:spPr>
        <p:txBody>
          <a:bodyPr vert="horz" lIns="91440" tIns="45720" rIns="91440" bIns="45720" numCol="1"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447801"/>
            <a:ext cx="10972800" cy="4525963"/>
          </a:xfrm>
          <a:prstGeom prst="rect">
            <a:avLst/>
          </a:prstGeom>
        </p:spPr>
        <p:txBody>
          <a:bodyPr vert="horz" lIns="91440" tIns="45720" rIns="91440" bIns="45720" numCol="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5"/>
            <a:ext cx="2844800" cy="365125"/>
          </a:xfrm>
          <a:prstGeom prst="rect">
            <a:avLst/>
          </a:prstGeom>
        </p:spPr>
        <p:txBody>
          <a:bodyPr vert="horz" lIns="91440" tIns="45720" rIns="91440" bIns="45720" numCol="1" rtlCol="0" anchor="ctr"/>
          <a:lstStyle>
            <a:lvl1pPr algn="l">
              <a:defRPr sz="1400">
                <a:solidFill>
                  <a:schemeClr val="tx1">
                    <a:tint val="75000"/>
                  </a:schemeClr>
                </a:solidFill>
                <a:latin typeface="+mn-lt"/>
                <a:cs typeface="Arial" pitchFamily="34" charset="0"/>
              </a:defRPr>
            </a:lvl1pPr>
          </a:lstStyle>
          <a:p>
            <a:fld id="{B97712EE-CF11-4009-9732-7E99D73ECE79}" type="datetime1">
              <a:rPr lang="en-IN" smtClean="0"/>
              <a:t>15-09-2026</a:t>
            </a:fld>
            <a:endParaRPr lang="en-IN"/>
          </a:p>
        </p:txBody>
      </p:sp>
      <p:sp>
        <p:nvSpPr>
          <p:cNvPr id="5" name="Footer Placeholder 4"/>
          <p:cNvSpPr>
            <a:spLocks noGrp="1"/>
          </p:cNvSpPr>
          <p:nvPr>
            <p:ph type="ftr" sz="quarter" idx="3"/>
          </p:nvPr>
        </p:nvSpPr>
        <p:spPr>
          <a:xfrm>
            <a:off x="4165600" y="6356355"/>
            <a:ext cx="3860800" cy="365125"/>
          </a:xfrm>
          <a:prstGeom prst="rect">
            <a:avLst/>
          </a:prstGeom>
        </p:spPr>
        <p:txBody>
          <a:bodyPr vert="horz" lIns="91440" tIns="45720" rIns="91440" bIns="45720" numCol="1" rtlCol="0" anchor="ctr"/>
          <a:lstStyle>
            <a:lvl1pPr algn="ctr">
              <a:defRPr sz="1400" b="1">
                <a:solidFill>
                  <a:srgbClr val="002060"/>
                </a:solidFill>
                <a:latin typeface="+mn-lt"/>
                <a:cs typeface="Arial" pitchFamily="34" charset="0"/>
              </a:defRPr>
            </a:lvl1pPr>
          </a:lstStyle>
          <a:p>
            <a:r>
              <a:rPr lang="en-US"/>
              <a:t>SEPARATION PROCESS-II</a:t>
            </a:r>
            <a:endParaRPr lang="en-IN"/>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numCol="1" rtlCol="0" anchor="ctr"/>
          <a:lstStyle>
            <a:lvl1pPr algn="r">
              <a:defRPr sz="1400">
                <a:solidFill>
                  <a:schemeClr val="tx1">
                    <a:tint val="75000"/>
                  </a:schemeClr>
                </a:solidFill>
                <a:latin typeface="+mn-lt"/>
                <a:cs typeface="Arial" pitchFamily="34" charset="0"/>
              </a:defRPr>
            </a:lvl1pPr>
          </a:lstStyle>
          <a:p>
            <a:fld id="{957D5EAD-A97B-4969-AF6A-47A86C2666CF}" type="slidenum">
              <a:rPr lang="en-IN" smtClean="0"/>
              <a:t>‹#›</a:t>
            </a:fld>
            <a:endParaRPr lang="en-IN"/>
          </a:p>
        </p:txBody>
      </p:sp>
    </p:spTree>
    <p:extLst>
      <p:ext uri="{BB962C8B-B14F-4D97-AF65-F5344CB8AC3E}">
        <p14:creationId xmlns:p14="http://schemas.microsoft.com/office/powerpoint/2010/main" val="3734781754"/>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Lst>
  <p:hf hdr="0"/>
  <p:txStyles>
    <p:titleStyle>
      <a:lvl1pPr algn="l" defTabSz="685783" rtl="0" eaLnBrk="1" latinLnBrk="0" hangingPunct="1">
        <a:spcBef>
          <a:spcPct val="0"/>
        </a:spcBef>
        <a:buNone/>
        <a:defRPr sz="3600" b="1" kern="1200" spc="-113">
          <a:solidFill>
            <a:srgbClr val="002060"/>
          </a:solidFill>
          <a:latin typeface="+mj-lt"/>
          <a:ea typeface="+mj-ea"/>
          <a:cs typeface="Arial" pitchFamily="34" charset="0"/>
        </a:defRPr>
      </a:lvl1pPr>
    </p:titleStyle>
    <p:bodyStyle>
      <a:lvl1pPr marL="257168" indent="-257168" algn="l" defTabSz="685783" rtl="0" eaLnBrk="1" latinLnBrk="0" hangingPunct="1">
        <a:spcBef>
          <a:spcPct val="20000"/>
        </a:spcBef>
        <a:buFont typeface="Arial" pitchFamily="34" charset="0"/>
        <a:buChar char="•"/>
        <a:defRPr sz="3200" kern="1200">
          <a:solidFill>
            <a:schemeClr val="tx1"/>
          </a:solidFill>
          <a:latin typeface="+mn-lt"/>
          <a:ea typeface="+mn-ea"/>
          <a:cs typeface="Arial" pitchFamily="34" charset="0"/>
        </a:defRPr>
      </a:lvl1pPr>
      <a:lvl2pPr marL="557199" indent="-214308" algn="l" defTabSz="685783" rtl="0" eaLnBrk="1" latinLnBrk="0" hangingPunct="1">
        <a:spcBef>
          <a:spcPct val="20000"/>
        </a:spcBef>
        <a:buFont typeface="Arial" pitchFamily="34" charset="0"/>
        <a:buChar char="–"/>
        <a:defRPr sz="2800" kern="1200">
          <a:solidFill>
            <a:schemeClr val="tx1"/>
          </a:solidFill>
          <a:latin typeface="+mn-lt"/>
          <a:ea typeface="+mn-ea"/>
          <a:cs typeface="Arial" pitchFamily="34" charset="0"/>
        </a:defRPr>
      </a:lvl2pPr>
      <a:lvl3pPr marL="857228" indent="-171446" algn="l" defTabSz="685783" rtl="0" eaLnBrk="1" latinLnBrk="0" hangingPunct="1">
        <a:spcBef>
          <a:spcPct val="20000"/>
        </a:spcBef>
        <a:buFont typeface="Arial" pitchFamily="34" charset="0"/>
        <a:buChar char="•"/>
        <a:defRPr sz="2400" kern="1200">
          <a:solidFill>
            <a:schemeClr val="tx1"/>
          </a:solidFill>
          <a:latin typeface="+mn-lt"/>
          <a:ea typeface="+mn-ea"/>
          <a:cs typeface="Arial" pitchFamily="34" charset="0"/>
        </a:defRPr>
      </a:lvl3pPr>
      <a:lvl4pPr marL="1200120" indent="-171446" algn="l" defTabSz="685783" rtl="0" eaLnBrk="1" latinLnBrk="0" hangingPunct="1">
        <a:spcBef>
          <a:spcPct val="20000"/>
        </a:spcBef>
        <a:buFont typeface="Arial" pitchFamily="34" charset="0"/>
        <a:buChar char="–"/>
        <a:defRPr sz="1800" kern="1200">
          <a:solidFill>
            <a:schemeClr val="tx1"/>
          </a:solidFill>
          <a:latin typeface="+mn-lt"/>
          <a:ea typeface="+mn-ea"/>
          <a:cs typeface="Arial" pitchFamily="34" charset="0"/>
        </a:defRPr>
      </a:lvl4pPr>
      <a:lvl5pPr marL="1543012" indent="-171446" algn="l" defTabSz="685783" rtl="0" eaLnBrk="1" latinLnBrk="0" hangingPunct="1">
        <a:spcBef>
          <a:spcPct val="20000"/>
        </a:spcBef>
        <a:buFont typeface="Arial" pitchFamily="34" charset="0"/>
        <a:buChar char="»"/>
        <a:defRPr sz="1800" kern="1200">
          <a:solidFill>
            <a:schemeClr val="tx1"/>
          </a:solidFill>
          <a:latin typeface="+mn-lt"/>
          <a:ea typeface="+mn-ea"/>
          <a:cs typeface="Arial" pitchFamily="34" charset="0"/>
        </a:defRPr>
      </a:lvl5pPr>
      <a:lvl6pPr marL="1885903"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795"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686"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577"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microsoft.com/office/2007/relationships/media" Target="../media/media1.mp4"/><Relationship Id="rId1" Type="http://schemas.openxmlformats.org/officeDocument/2006/relationships/video" Target="NULL" TargetMode="Externa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19.png"/><Relationship Id="rId26" Type="http://schemas.openxmlformats.org/officeDocument/2006/relationships/image" Target="../media/image23.png"/><Relationship Id="rId39" Type="http://schemas.openxmlformats.org/officeDocument/2006/relationships/customXml" Target="../ink/ink19.xml"/><Relationship Id="rId21" Type="http://schemas.openxmlformats.org/officeDocument/2006/relationships/customXml" Target="../ink/ink10.xml"/><Relationship Id="rId34" Type="http://schemas.openxmlformats.org/officeDocument/2006/relationships/image" Target="../media/image27.png"/><Relationship Id="rId42" Type="http://schemas.openxmlformats.org/officeDocument/2006/relationships/image" Target="../media/image31.png"/><Relationship Id="rId47" Type="http://schemas.openxmlformats.org/officeDocument/2006/relationships/customXml" Target="../ink/ink23.xml"/><Relationship Id="rId50" Type="http://schemas.openxmlformats.org/officeDocument/2006/relationships/image" Target="../media/image36.png"/><Relationship Id="rId55" Type="http://schemas.openxmlformats.org/officeDocument/2006/relationships/customXml" Target="../ink/ink27.xml"/><Relationship Id="rId7" Type="http://schemas.openxmlformats.org/officeDocument/2006/relationships/customXml" Target="../ink/ink3.xml"/><Relationship Id="rId2" Type="http://schemas.openxmlformats.org/officeDocument/2006/relationships/image" Target="../media/image7.png"/><Relationship Id="rId16" Type="http://schemas.openxmlformats.org/officeDocument/2006/relationships/image" Target="../media/image18.png"/><Relationship Id="rId29" Type="http://schemas.openxmlformats.org/officeDocument/2006/relationships/customXml" Target="../ink/ink14.xml"/><Relationship Id="rId11" Type="http://schemas.openxmlformats.org/officeDocument/2006/relationships/customXml" Target="../ink/ink5.xml"/><Relationship Id="rId24" Type="http://schemas.openxmlformats.org/officeDocument/2006/relationships/image" Target="../media/image22.png"/><Relationship Id="rId32" Type="http://schemas.openxmlformats.org/officeDocument/2006/relationships/image" Target="../media/image26.png"/><Relationship Id="rId37" Type="http://schemas.openxmlformats.org/officeDocument/2006/relationships/customXml" Target="../ink/ink18.xml"/><Relationship Id="rId40" Type="http://schemas.openxmlformats.org/officeDocument/2006/relationships/image" Target="../media/image30.png"/><Relationship Id="rId45" Type="http://schemas.openxmlformats.org/officeDocument/2006/relationships/customXml" Target="../ink/ink22.xml"/><Relationship Id="rId53" Type="http://schemas.openxmlformats.org/officeDocument/2006/relationships/customXml" Target="../ink/ink26.xml"/><Relationship Id="rId58" Type="http://schemas.openxmlformats.org/officeDocument/2006/relationships/image" Target="../media/image40.png"/><Relationship Id="rId5" Type="http://schemas.openxmlformats.org/officeDocument/2006/relationships/customXml" Target="../ink/ink2.xml"/><Relationship Id="rId19" Type="http://schemas.openxmlformats.org/officeDocument/2006/relationships/customXml" Target="../ink/ink9.xml"/><Relationship Id="rId4" Type="http://schemas.openxmlformats.org/officeDocument/2006/relationships/image" Target="../media/image12.png"/><Relationship Id="rId9" Type="http://schemas.openxmlformats.org/officeDocument/2006/relationships/customXml" Target="../ink/ink4.xml"/><Relationship Id="rId14" Type="http://schemas.openxmlformats.org/officeDocument/2006/relationships/image" Target="../media/image17.png"/><Relationship Id="rId22" Type="http://schemas.openxmlformats.org/officeDocument/2006/relationships/image" Target="../media/image21.png"/><Relationship Id="rId27" Type="http://schemas.openxmlformats.org/officeDocument/2006/relationships/customXml" Target="../ink/ink13.xml"/><Relationship Id="rId30" Type="http://schemas.openxmlformats.org/officeDocument/2006/relationships/image" Target="../media/image25.png"/><Relationship Id="rId35" Type="http://schemas.openxmlformats.org/officeDocument/2006/relationships/customXml" Target="../ink/ink17.xml"/><Relationship Id="rId43" Type="http://schemas.openxmlformats.org/officeDocument/2006/relationships/customXml" Target="../ink/ink21.xml"/><Relationship Id="rId48" Type="http://schemas.openxmlformats.org/officeDocument/2006/relationships/image" Target="../media/image35.png"/><Relationship Id="rId56" Type="http://schemas.openxmlformats.org/officeDocument/2006/relationships/image" Target="../media/image39.png"/><Relationship Id="rId8" Type="http://schemas.openxmlformats.org/officeDocument/2006/relationships/image" Target="../media/image14.png"/><Relationship Id="rId51" Type="http://schemas.openxmlformats.org/officeDocument/2006/relationships/customXml" Target="../ink/ink25.xml"/><Relationship Id="rId3" Type="http://schemas.openxmlformats.org/officeDocument/2006/relationships/customXml" Target="../ink/ink1.xml"/><Relationship Id="rId12" Type="http://schemas.openxmlformats.org/officeDocument/2006/relationships/image" Target="../media/image16.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29.png"/><Relationship Id="rId46" Type="http://schemas.openxmlformats.org/officeDocument/2006/relationships/image" Target="../media/image34.png"/><Relationship Id="rId20" Type="http://schemas.openxmlformats.org/officeDocument/2006/relationships/image" Target="../media/image20.png"/><Relationship Id="rId41" Type="http://schemas.openxmlformats.org/officeDocument/2006/relationships/customXml" Target="../ink/ink20.xml"/><Relationship Id="rId54" Type="http://schemas.openxmlformats.org/officeDocument/2006/relationships/image" Target="../media/image38.png"/><Relationship Id="rId1" Type="http://schemas.openxmlformats.org/officeDocument/2006/relationships/slideLayout" Target="../slideLayouts/slideLayout4.xml"/><Relationship Id="rId6" Type="http://schemas.openxmlformats.org/officeDocument/2006/relationships/image" Target="../media/image13.png"/><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24.png"/><Relationship Id="rId36" Type="http://schemas.openxmlformats.org/officeDocument/2006/relationships/image" Target="../media/image28.png"/><Relationship Id="rId49" Type="http://schemas.openxmlformats.org/officeDocument/2006/relationships/customXml" Target="../ink/ink24.xml"/><Relationship Id="rId57" Type="http://schemas.openxmlformats.org/officeDocument/2006/relationships/customXml" Target="../ink/ink28.xml"/><Relationship Id="rId10" Type="http://schemas.openxmlformats.org/officeDocument/2006/relationships/image" Target="../media/image15.png"/><Relationship Id="rId31" Type="http://schemas.openxmlformats.org/officeDocument/2006/relationships/customXml" Target="../ink/ink15.xml"/><Relationship Id="rId44" Type="http://schemas.openxmlformats.org/officeDocument/2006/relationships/image" Target="../media/image33.png"/><Relationship Id="rId52" Type="http://schemas.openxmlformats.org/officeDocument/2006/relationships/image" Target="../media/image3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60.png"/><Relationship Id="rId7" Type="http://schemas.openxmlformats.org/officeDocument/2006/relationships/image" Target="../media/image200.png"/><Relationship Id="rId2" Type="http://schemas.openxmlformats.org/officeDocument/2006/relationships/image" Target="../media/image150.png"/><Relationship Id="rId1" Type="http://schemas.openxmlformats.org/officeDocument/2006/relationships/slideLayout" Target="../slideLayouts/slideLayout4.xml"/><Relationship Id="rId6" Type="http://schemas.openxmlformats.org/officeDocument/2006/relationships/image" Target="../media/image190.png"/><Relationship Id="rId5" Type="http://schemas.openxmlformats.org/officeDocument/2006/relationships/image" Target="../media/image180.png"/><Relationship Id="rId4" Type="http://schemas.openxmlformats.org/officeDocument/2006/relationships/image" Target="../media/image17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0.png"/><Relationship Id="rId1" Type="http://schemas.openxmlformats.org/officeDocument/2006/relationships/slideLayout" Target="../slideLayouts/slideLayout4.xml"/><Relationship Id="rId4" Type="http://schemas.openxmlformats.org/officeDocument/2006/relationships/image" Target="../media/image10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8432800" y="5271633"/>
            <a:ext cx="3077654" cy="700756"/>
          </a:xfrm>
        </p:spPr>
        <p:txBody>
          <a:bodyPr>
            <a:normAutofit/>
          </a:bodyPr>
          <a:lstStyle/>
          <a:p>
            <a:pPr marL="0" indent="0">
              <a:buNone/>
            </a:pPr>
            <a:r>
              <a:rPr lang="en-IN" sz="2800" b="1" dirty="0">
                <a:latin typeface="Times New Roman" panose="02020603050405020304" pitchFamily="18" charset="0"/>
                <a:cs typeface="Times New Roman" panose="02020603050405020304" pitchFamily="18" charset="0"/>
              </a:rPr>
              <a:t>Somak Chatterjee</a:t>
            </a:r>
          </a:p>
        </p:txBody>
      </p:sp>
      <p:sp>
        <p:nvSpPr>
          <p:cNvPr id="7" name="Title 6"/>
          <p:cNvSpPr>
            <a:spLocks noGrp="1"/>
          </p:cNvSpPr>
          <p:nvPr>
            <p:ph type="title"/>
          </p:nvPr>
        </p:nvSpPr>
        <p:spPr>
          <a:xfrm>
            <a:off x="2142837" y="3509818"/>
            <a:ext cx="9301018" cy="1946974"/>
          </a:xfrm>
        </p:spPr>
        <p:txBody>
          <a:bodyPr anchor="t">
            <a:normAutofit fontScale="90000"/>
          </a:bodyPr>
          <a:lstStyle/>
          <a:p>
            <a:pPr algn="ctr">
              <a:lnSpc>
                <a:spcPct val="100000"/>
              </a:lnSpc>
            </a:pPr>
            <a:r>
              <a:rPr lang="en-US" sz="4000" dirty="0">
                <a:latin typeface="Times New Roman" panose="02020603050405020304" pitchFamily="18" charset="0"/>
                <a:cs typeface="Times New Roman" panose="02020603050405020304" pitchFamily="18" charset="0"/>
              </a:rPr>
              <a:t>Module 2:  Mechanical Separations (Chapter 29)</a:t>
            </a: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Lecture 5</a:t>
            </a:r>
            <a:r>
              <a:rPr lang="en-US" sz="4000" dirty="0"/>
              <a:t/>
            </a:r>
            <a:br>
              <a:rPr lang="en-US" sz="4000" dirty="0"/>
            </a:br>
            <a:endParaRPr lang="en-IN" sz="4000" dirty="0"/>
          </a:p>
        </p:txBody>
      </p:sp>
      <p:sp>
        <p:nvSpPr>
          <p:cNvPr id="4" name="Slide Number Placeholder 3"/>
          <p:cNvSpPr>
            <a:spLocks noGrp="1"/>
          </p:cNvSpPr>
          <p:nvPr>
            <p:ph type="sldNum" sz="quarter" idx="4294967295"/>
          </p:nvPr>
        </p:nvSpPr>
        <p:spPr>
          <a:xfrm>
            <a:off x="9347200" y="6356350"/>
            <a:ext cx="2844800" cy="365125"/>
          </a:xfrm>
        </p:spPr>
        <p:txBody>
          <a:bodyPr/>
          <a:lstStyle/>
          <a:p>
            <a:fld id="{957D5EAD-A97B-4969-AF6A-47A86C2666CF}" type="slidenum">
              <a:rPr lang="en-IN" smtClean="0"/>
              <a:t>1</a:t>
            </a:fld>
            <a:endParaRPr lang="en-IN"/>
          </a:p>
        </p:txBody>
      </p:sp>
    </p:spTree>
    <p:extLst>
      <p:ext uri="{BB962C8B-B14F-4D97-AF65-F5344CB8AC3E}">
        <p14:creationId xmlns:p14="http://schemas.microsoft.com/office/powerpoint/2010/main" val="1186835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5601F9-E9D0-44BE-928C-AB37DDC3DCE6}"/>
              </a:ext>
            </a:extLst>
          </p:cNvPr>
          <p:cNvSpPr>
            <a:spLocks noGrp="1"/>
          </p:cNvSpPr>
          <p:nvPr>
            <p:ph type="title"/>
          </p:nvPr>
        </p:nvSpPr>
        <p:spPr/>
        <p:txBody>
          <a:bodyPr/>
          <a:lstStyle/>
          <a:p>
            <a:r>
              <a:rPr lang="en-US"/>
              <a:t>Continuous Filtration</a:t>
            </a:r>
            <a:endParaRPr lang="en-IN" dirty="0"/>
          </a:p>
        </p:txBody>
      </p:sp>
    </p:spTree>
    <p:extLst>
      <p:ext uri="{BB962C8B-B14F-4D97-AF65-F5344CB8AC3E}">
        <p14:creationId xmlns:p14="http://schemas.microsoft.com/office/powerpoint/2010/main" val="567067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5019FD-48F5-4C50-98B9-DF7D75C6023A}"/>
              </a:ext>
            </a:extLst>
          </p:cNvPr>
          <p:cNvSpPr>
            <a:spLocks noGrp="1"/>
          </p:cNvSpPr>
          <p:nvPr>
            <p:ph type="dt" sz="half" idx="11"/>
          </p:nvPr>
        </p:nvSpPr>
        <p:spPr/>
        <p:txBody>
          <a:bodyPr/>
          <a:lstStyle/>
          <a:p>
            <a:fld id="{01697EC4-F6AF-4E72-8EEB-179BE843C363}" type="datetime1">
              <a:rPr lang="en-IN" smtClean="0"/>
              <a:t>15-09-2026</a:t>
            </a:fld>
            <a:endParaRPr lang="en-IN"/>
          </a:p>
        </p:txBody>
      </p:sp>
      <p:sp>
        <p:nvSpPr>
          <p:cNvPr id="3" name="Footer Placeholder 2">
            <a:extLst>
              <a:ext uri="{FF2B5EF4-FFF2-40B4-BE49-F238E27FC236}">
                <a16:creationId xmlns:a16="http://schemas.microsoft.com/office/drawing/2014/main" id="{E9DEF6C7-17B1-4FD3-8401-1016C45A0014}"/>
              </a:ext>
            </a:extLst>
          </p:cNvPr>
          <p:cNvSpPr>
            <a:spLocks noGrp="1"/>
          </p:cNvSpPr>
          <p:nvPr>
            <p:ph type="ftr" sz="quarter" idx="12"/>
          </p:nvPr>
        </p:nvSpPr>
        <p:spPr/>
        <p:txBody>
          <a:bodyPr/>
          <a:lstStyle/>
          <a:p>
            <a:r>
              <a:rPr lang="en-US"/>
              <a:t>SEPARATION PROCESS-II</a:t>
            </a:r>
            <a:endParaRPr lang="en-IN"/>
          </a:p>
        </p:txBody>
      </p:sp>
      <p:sp>
        <p:nvSpPr>
          <p:cNvPr id="4" name="Slide Number Placeholder 3">
            <a:extLst>
              <a:ext uri="{FF2B5EF4-FFF2-40B4-BE49-F238E27FC236}">
                <a16:creationId xmlns:a16="http://schemas.microsoft.com/office/drawing/2014/main" id="{70FED531-6B46-4BAC-A771-B626FD1DADD4}"/>
              </a:ext>
            </a:extLst>
          </p:cNvPr>
          <p:cNvSpPr>
            <a:spLocks noGrp="1"/>
          </p:cNvSpPr>
          <p:nvPr>
            <p:ph type="sldNum" sz="quarter" idx="13"/>
          </p:nvPr>
        </p:nvSpPr>
        <p:spPr/>
        <p:txBody>
          <a:bodyPr/>
          <a:lstStyle/>
          <a:p>
            <a:fld id="{957D5EAD-A97B-4969-AF6A-47A86C2666CF}" type="slidenum">
              <a:rPr lang="en-IN" smtClean="0"/>
              <a:t>3</a:t>
            </a:fld>
            <a:endParaRPr lang="en-IN"/>
          </a:p>
        </p:txBody>
      </p:sp>
      <p:sp>
        <p:nvSpPr>
          <p:cNvPr id="9" name="Content Placeholder 8">
            <a:extLst>
              <a:ext uri="{FF2B5EF4-FFF2-40B4-BE49-F238E27FC236}">
                <a16:creationId xmlns:a16="http://schemas.microsoft.com/office/drawing/2014/main" id="{2F0E7F1E-FB09-45E7-887D-BF6C3CE9744E}"/>
              </a:ext>
            </a:extLst>
          </p:cNvPr>
          <p:cNvSpPr>
            <a:spLocks noGrp="1"/>
          </p:cNvSpPr>
          <p:nvPr>
            <p:ph sz="quarter" idx="14"/>
          </p:nvPr>
        </p:nvSpPr>
        <p:spPr>
          <a:xfrm>
            <a:off x="811850" y="1199542"/>
            <a:ext cx="10366049" cy="4876800"/>
          </a:xfrm>
        </p:spPr>
        <p:txBody>
          <a:bodyPr>
            <a:normAutofit/>
          </a:bodyPr>
          <a:lstStyle/>
          <a:p>
            <a:pPr>
              <a:lnSpc>
                <a:spcPct val="90000"/>
              </a:lnSpc>
            </a:pPr>
            <a:r>
              <a:rPr lang="en-US" sz="2800" dirty="0">
                <a:solidFill>
                  <a:srgbClr val="C00000"/>
                </a:solidFill>
              </a:rPr>
              <a:t>Constant-pressure filtration:</a:t>
            </a:r>
          </a:p>
          <a:p>
            <a:pPr lvl="1">
              <a:lnSpc>
                <a:spcPct val="90000"/>
              </a:lnSpc>
            </a:pPr>
            <a:r>
              <a:rPr lang="en-US" sz="2400" dirty="0"/>
              <a:t>The method in which the pressure drop over the filter is held constant through the run so that the rate of filtration is maximum at the start of filtration and decreases continuously towards the end of the run</a:t>
            </a:r>
          </a:p>
          <a:p>
            <a:pPr>
              <a:lnSpc>
                <a:spcPct val="90000"/>
              </a:lnSpc>
            </a:pPr>
            <a:endParaRPr lang="en-US" sz="2800" dirty="0">
              <a:solidFill>
                <a:srgbClr val="FF0000"/>
              </a:solidFill>
            </a:endParaRPr>
          </a:p>
          <a:p>
            <a:pPr>
              <a:lnSpc>
                <a:spcPct val="90000"/>
              </a:lnSpc>
            </a:pPr>
            <a:r>
              <a:rPr lang="en-US" sz="2800" dirty="0">
                <a:solidFill>
                  <a:srgbClr val="C00000"/>
                </a:solidFill>
              </a:rPr>
              <a:t>Constant-rate filtration: </a:t>
            </a:r>
          </a:p>
          <a:p>
            <a:pPr lvl="1">
              <a:lnSpc>
                <a:spcPct val="90000"/>
              </a:lnSpc>
            </a:pPr>
            <a:r>
              <a:rPr lang="en-US" sz="2400" dirty="0"/>
              <a:t>The method in which the pressure drop is varied usually from a minimum at the start of filtration to a maximum at the end of filtration. </a:t>
            </a:r>
          </a:p>
          <a:p>
            <a:pPr marL="800091" lvl="1" indent="-457200">
              <a:lnSpc>
                <a:spcPct val="90000"/>
              </a:lnSpc>
            </a:pPr>
            <a:endParaRPr lang="en-US" sz="2400" dirty="0"/>
          </a:p>
          <a:p>
            <a:endParaRPr lang="en-IN" sz="2800" dirty="0"/>
          </a:p>
        </p:txBody>
      </p:sp>
      <p:sp>
        <p:nvSpPr>
          <p:cNvPr id="8" name="Title 7">
            <a:extLst>
              <a:ext uri="{FF2B5EF4-FFF2-40B4-BE49-F238E27FC236}">
                <a16:creationId xmlns:a16="http://schemas.microsoft.com/office/drawing/2014/main" id="{0A48AB91-5BBF-4465-9F16-05B7D2BF639C}"/>
              </a:ext>
            </a:extLst>
          </p:cNvPr>
          <p:cNvSpPr>
            <a:spLocks noGrp="1"/>
          </p:cNvSpPr>
          <p:nvPr>
            <p:ph type="title"/>
          </p:nvPr>
        </p:nvSpPr>
        <p:spPr/>
        <p:txBody>
          <a:bodyPr/>
          <a:lstStyle/>
          <a:p>
            <a:r>
              <a:rPr lang="en-US" dirty="0"/>
              <a:t>Principles of Cake Filtration</a:t>
            </a:r>
            <a:endParaRPr lang="en-IN" dirty="0"/>
          </a:p>
        </p:txBody>
      </p:sp>
    </p:spTree>
    <p:extLst>
      <p:ext uri="{BB962C8B-B14F-4D97-AF65-F5344CB8AC3E}">
        <p14:creationId xmlns:p14="http://schemas.microsoft.com/office/powerpoint/2010/main" val="4144796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C4C66F-D35F-4A51-A150-BFD3B948CBC9}"/>
              </a:ext>
            </a:extLst>
          </p:cNvPr>
          <p:cNvSpPr>
            <a:spLocks noGrp="1"/>
          </p:cNvSpPr>
          <p:nvPr>
            <p:ph type="dt" sz="half" idx="11"/>
          </p:nvPr>
        </p:nvSpPr>
        <p:spPr/>
        <p:txBody>
          <a:bodyPr/>
          <a:lstStyle/>
          <a:p>
            <a:fld id="{0342CC68-9F46-4D9B-9C31-5F4F343BD2FF}" type="datetime1">
              <a:rPr lang="en-IN" smtClean="0"/>
              <a:t>15-09-2026</a:t>
            </a:fld>
            <a:endParaRPr lang="en-IN"/>
          </a:p>
        </p:txBody>
      </p:sp>
      <p:sp>
        <p:nvSpPr>
          <p:cNvPr id="3" name="Footer Placeholder 2">
            <a:extLst>
              <a:ext uri="{FF2B5EF4-FFF2-40B4-BE49-F238E27FC236}">
                <a16:creationId xmlns:a16="http://schemas.microsoft.com/office/drawing/2014/main" id="{48376EF7-C351-4E24-9D5D-C24A34664281}"/>
              </a:ext>
            </a:extLst>
          </p:cNvPr>
          <p:cNvSpPr>
            <a:spLocks noGrp="1"/>
          </p:cNvSpPr>
          <p:nvPr>
            <p:ph type="ftr" sz="quarter" idx="12"/>
          </p:nvPr>
        </p:nvSpPr>
        <p:spPr/>
        <p:txBody>
          <a:bodyPr/>
          <a:lstStyle/>
          <a:p>
            <a:r>
              <a:rPr lang="en-US"/>
              <a:t>SEPARATION PROCESS-II</a:t>
            </a:r>
            <a:endParaRPr lang="en-IN"/>
          </a:p>
        </p:txBody>
      </p:sp>
      <p:sp>
        <p:nvSpPr>
          <p:cNvPr id="4" name="Slide Number Placeholder 3">
            <a:extLst>
              <a:ext uri="{FF2B5EF4-FFF2-40B4-BE49-F238E27FC236}">
                <a16:creationId xmlns:a16="http://schemas.microsoft.com/office/drawing/2014/main" id="{7CDA3F4F-BBCC-4F47-86E5-B087EE817D08}"/>
              </a:ext>
            </a:extLst>
          </p:cNvPr>
          <p:cNvSpPr>
            <a:spLocks noGrp="1"/>
          </p:cNvSpPr>
          <p:nvPr>
            <p:ph type="sldNum" sz="quarter" idx="13"/>
          </p:nvPr>
        </p:nvSpPr>
        <p:spPr/>
        <p:txBody>
          <a:bodyPr/>
          <a:lstStyle/>
          <a:p>
            <a:fld id="{957D5EAD-A97B-4969-AF6A-47A86C2666CF}" type="slidenum">
              <a:rPr lang="en-IN" smtClean="0"/>
              <a:t>4</a:t>
            </a:fld>
            <a:endParaRPr lang="en-IN"/>
          </a:p>
        </p:txBody>
      </p:sp>
      <p:pic>
        <p:nvPicPr>
          <p:cNvPr id="8" name="Vacuum Drum Filter_detailed video">
            <a:hlinkClick r:id="" action="ppaction://media"/>
            <a:extLst>
              <a:ext uri="{FF2B5EF4-FFF2-40B4-BE49-F238E27FC236}">
                <a16:creationId xmlns:a16="http://schemas.microsoft.com/office/drawing/2014/main" id="{FA13F8C9-17F7-4348-9EC5-4B046B305691}"/>
              </a:ext>
            </a:extLst>
          </p:cNvPr>
          <p:cNvPicPr>
            <a:picLocks noGrp="1" noChangeAspect="1"/>
          </p:cNvPicPr>
          <p:nvPr>
            <p:ph sz="quarter" idx="14"/>
            <a:videoFile r:link="rId1"/>
            <p:extLst>
              <p:ext uri="{DAA4B4D4-6D71-4841-9C94-3DE7FCFB9230}">
                <p14:media xmlns:p14="http://schemas.microsoft.com/office/powerpoint/2010/main" r:embed="rId2">
                  <p14:trim end="28382.0333"/>
                </p14:media>
              </p:ext>
            </p:extLst>
          </p:nvPr>
        </p:nvPicPr>
        <p:blipFill>
          <a:blip r:embed="rId4"/>
          <a:stretch>
            <a:fillRect/>
          </a:stretch>
        </p:blipFill>
        <p:spPr>
          <a:xfrm>
            <a:off x="1761331" y="962945"/>
            <a:ext cx="8669337" cy="4876800"/>
          </a:xfrm>
        </p:spPr>
      </p:pic>
      <p:sp>
        <p:nvSpPr>
          <p:cNvPr id="6" name="Title 5">
            <a:extLst>
              <a:ext uri="{FF2B5EF4-FFF2-40B4-BE49-F238E27FC236}">
                <a16:creationId xmlns:a16="http://schemas.microsoft.com/office/drawing/2014/main" id="{1CF67123-C69E-4FF9-85D9-904FA150F7EB}"/>
              </a:ext>
            </a:extLst>
          </p:cNvPr>
          <p:cNvSpPr>
            <a:spLocks noGrp="1"/>
          </p:cNvSpPr>
          <p:nvPr>
            <p:ph type="title"/>
          </p:nvPr>
        </p:nvSpPr>
        <p:spPr/>
        <p:txBody>
          <a:bodyPr/>
          <a:lstStyle/>
          <a:p>
            <a:r>
              <a:rPr lang="en-US" dirty="0"/>
              <a:t>Continuous Filtration</a:t>
            </a:r>
            <a:endParaRPr lang="en-IN" dirty="0"/>
          </a:p>
        </p:txBody>
      </p:sp>
      <p:sp>
        <p:nvSpPr>
          <p:cNvPr id="7" name="Rectangle 6">
            <a:extLst>
              <a:ext uri="{FF2B5EF4-FFF2-40B4-BE49-F238E27FC236}">
                <a16:creationId xmlns:a16="http://schemas.microsoft.com/office/drawing/2014/main" id="{06121C7B-F716-4611-87DD-970A0815D6B3}"/>
              </a:ext>
            </a:extLst>
          </p:cNvPr>
          <p:cNvSpPr/>
          <p:nvPr/>
        </p:nvSpPr>
        <p:spPr>
          <a:xfrm>
            <a:off x="7104764" y="5943608"/>
            <a:ext cx="4703339" cy="369332"/>
          </a:xfrm>
          <a:prstGeom prst="rect">
            <a:avLst/>
          </a:prstGeom>
        </p:spPr>
        <p:txBody>
          <a:bodyPr wrap="none">
            <a:spAutoFit/>
          </a:bodyPr>
          <a:lstStyle/>
          <a:p>
            <a:r>
              <a:rPr lang="en-IN" dirty="0"/>
              <a:t>https://www.youtube.com/watch?v=zSflxzE0nIo</a:t>
            </a:r>
          </a:p>
        </p:txBody>
      </p:sp>
    </p:spTree>
    <p:extLst>
      <p:ext uri="{BB962C8B-B14F-4D97-AF65-F5344CB8AC3E}">
        <p14:creationId xmlns:p14="http://schemas.microsoft.com/office/powerpoint/2010/main" val="2911287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6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549B71-0C34-4828-A2C8-ED29255073A0}"/>
              </a:ext>
            </a:extLst>
          </p:cNvPr>
          <p:cNvSpPr>
            <a:spLocks noGrp="1"/>
          </p:cNvSpPr>
          <p:nvPr>
            <p:ph type="dt" sz="half" idx="11"/>
          </p:nvPr>
        </p:nvSpPr>
        <p:spPr/>
        <p:txBody>
          <a:bodyPr/>
          <a:lstStyle/>
          <a:p>
            <a:fld id="{0342CC68-9F46-4D9B-9C31-5F4F343BD2FF}" type="datetime1">
              <a:rPr lang="en-IN" smtClean="0"/>
              <a:t>15-09-2026</a:t>
            </a:fld>
            <a:endParaRPr lang="en-IN"/>
          </a:p>
        </p:txBody>
      </p:sp>
      <p:sp>
        <p:nvSpPr>
          <p:cNvPr id="3" name="Footer Placeholder 2">
            <a:extLst>
              <a:ext uri="{FF2B5EF4-FFF2-40B4-BE49-F238E27FC236}">
                <a16:creationId xmlns:a16="http://schemas.microsoft.com/office/drawing/2014/main" id="{E586ABDA-800A-47BE-8DC8-E136E31C59A8}"/>
              </a:ext>
            </a:extLst>
          </p:cNvPr>
          <p:cNvSpPr>
            <a:spLocks noGrp="1"/>
          </p:cNvSpPr>
          <p:nvPr>
            <p:ph type="ftr" sz="quarter" idx="12"/>
          </p:nvPr>
        </p:nvSpPr>
        <p:spPr/>
        <p:txBody>
          <a:bodyPr/>
          <a:lstStyle/>
          <a:p>
            <a:r>
              <a:rPr lang="en-US"/>
              <a:t>SEPARATION PROCESS-II</a:t>
            </a:r>
            <a:endParaRPr lang="en-IN"/>
          </a:p>
        </p:txBody>
      </p:sp>
      <p:sp>
        <p:nvSpPr>
          <p:cNvPr id="4" name="Slide Number Placeholder 3">
            <a:extLst>
              <a:ext uri="{FF2B5EF4-FFF2-40B4-BE49-F238E27FC236}">
                <a16:creationId xmlns:a16="http://schemas.microsoft.com/office/drawing/2014/main" id="{EBE29C45-FC57-4FC6-88ED-877A34B3E991}"/>
              </a:ext>
            </a:extLst>
          </p:cNvPr>
          <p:cNvSpPr>
            <a:spLocks noGrp="1"/>
          </p:cNvSpPr>
          <p:nvPr>
            <p:ph type="sldNum" sz="quarter" idx="13"/>
          </p:nvPr>
        </p:nvSpPr>
        <p:spPr/>
        <p:txBody>
          <a:bodyPr/>
          <a:lstStyle/>
          <a:p>
            <a:fld id="{957D5EAD-A97B-4969-AF6A-47A86C2666CF}" type="slidenum">
              <a:rPr lang="en-IN" smtClean="0"/>
              <a:t>5</a:t>
            </a:fld>
            <a:endParaRPr lang="en-IN"/>
          </a:p>
        </p:txBody>
      </p:sp>
      <p:sp>
        <p:nvSpPr>
          <p:cNvPr id="6" name="Title 5">
            <a:extLst>
              <a:ext uri="{FF2B5EF4-FFF2-40B4-BE49-F238E27FC236}">
                <a16:creationId xmlns:a16="http://schemas.microsoft.com/office/drawing/2014/main" id="{3860CA9E-1561-4030-A2C8-06527FD277AB}"/>
              </a:ext>
            </a:extLst>
          </p:cNvPr>
          <p:cNvSpPr>
            <a:spLocks noGrp="1"/>
          </p:cNvSpPr>
          <p:nvPr>
            <p:ph type="title"/>
          </p:nvPr>
        </p:nvSpPr>
        <p:spPr/>
        <p:txBody>
          <a:bodyPr/>
          <a:lstStyle/>
          <a:p>
            <a:r>
              <a:rPr lang="en-US" dirty="0"/>
              <a:t>Continuous Filtration</a:t>
            </a:r>
            <a:endParaRPr lang="en-IN" dirty="0"/>
          </a:p>
        </p:txBody>
      </p:sp>
      <p:pic>
        <p:nvPicPr>
          <p:cNvPr id="7" name="Picture 6">
            <a:extLst>
              <a:ext uri="{FF2B5EF4-FFF2-40B4-BE49-F238E27FC236}">
                <a16:creationId xmlns:a16="http://schemas.microsoft.com/office/drawing/2014/main" id="{901BB9DC-527C-47BA-8081-DD1D9DAFCB74}"/>
              </a:ext>
            </a:extLst>
          </p:cNvPr>
          <p:cNvPicPr>
            <a:picLocks noChangeAspect="1"/>
          </p:cNvPicPr>
          <p:nvPr/>
        </p:nvPicPr>
        <p:blipFill>
          <a:blip r:embed="rId2"/>
          <a:stretch>
            <a:fillRect/>
          </a:stretch>
        </p:blipFill>
        <p:spPr>
          <a:xfrm>
            <a:off x="1395455" y="1092211"/>
            <a:ext cx="9401090" cy="5091462"/>
          </a:xfrm>
          <a:prstGeom prst="rect">
            <a:avLst/>
          </a:prstGeom>
        </p:spPr>
      </p:pic>
    </p:spTree>
    <p:extLst>
      <p:ext uri="{BB962C8B-B14F-4D97-AF65-F5344CB8AC3E}">
        <p14:creationId xmlns:p14="http://schemas.microsoft.com/office/powerpoint/2010/main" val="2892314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549B71-0C34-4828-A2C8-ED29255073A0}"/>
              </a:ext>
            </a:extLst>
          </p:cNvPr>
          <p:cNvSpPr>
            <a:spLocks noGrp="1"/>
          </p:cNvSpPr>
          <p:nvPr>
            <p:ph type="dt" sz="half" idx="11"/>
          </p:nvPr>
        </p:nvSpPr>
        <p:spPr/>
        <p:txBody>
          <a:bodyPr/>
          <a:lstStyle/>
          <a:p>
            <a:fld id="{0342CC68-9F46-4D9B-9C31-5F4F343BD2FF}" type="datetime1">
              <a:rPr lang="en-IN" smtClean="0"/>
              <a:t>15-09-2026</a:t>
            </a:fld>
            <a:endParaRPr lang="en-IN"/>
          </a:p>
        </p:txBody>
      </p:sp>
      <p:sp>
        <p:nvSpPr>
          <p:cNvPr id="3" name="Footer Placeholder 2">
            <a:extLst>
              <a:ext uri="{FF2B5EF4-FFF2-40B4-BE49-F238E27FC236}">
                <a16:creationId xmlns:a16="http://schemas.microsoft.com/office/drawing/2014/main" id="{E586ABDA-800A-47BE-8DC8-E136E31C59A8}"/>
              </a:ext>
            </a:extLst>
          </p:cNvPr>
          <p:cNvSpPr>
            <a:spLocks noGrp="1"/>
          </p:cNvSpPr>
          <p:nvPr>
            <p:ph type="ftr" sz="quarter" idx="12"/>
          </p:nvPr>
        </p:nvSpPr>
        <p:spPr/>
        <p:txBody>
          <a:bodyPr/>
          <a:lstStyle/>
          <a:p>
            <a:r>
              <a:rPr lang="en-US"/>
              <a:t>SEPARATION PROCESS-II</a:t>
            </a:r>
            <a:endParaRPr lang="en-IN"/>
          </a:p>
        </p:txBody>
      </p:sp>
      <p:sp>
        <p:nvSpPr>
          <p:cNvPr id="4" name="Slide Number Placeholder 3">
            <a:extLst>
              <a:ext uri="{FF2B5EF4-FFF2-40B4-BE49-F238E27FC236}">
                <a16:creationId xmlns:a16="http://schemas.microsoft.com/office/drawing/2014/main" id="{EBE29C45-FC57-4FC6-88ED-877A34B3E991}"/>
              </a:ext>
            </a:extLst>
          </p:cNvPr>
          <p:cNvSpPr>
            <a:spLocks noGrp="1"/>
          </p:cNvSpPr>
          <p:nvPr>
            <p:ph type="sldNum" sz="quarter" idx="13"/>
          </p:nvPr>
        </p:nvSpPr>
        <p:spPr/>
        <p:txBody>
          <a:bodyPr/>
          <a:lstStyle/>
          <a:p>
            <a:fld id="{957D5EAD-A97B-4969-AF6A-47A86C2666CF}" type="slidenum">
              <a:rPr lang="en-IN" smtClean="0"/>
              <a:t>6</a:t>
            </a:fld>
            <a:endParaRPr lang="en-IN"/>
          </a:p>
        </p:txBody>
      </p:sp>
      <p:sp>
        <p:nvSpPr>
          <p:cNvPr id="6" name="Title 5">
            <a:extLst>
              <a:ext uri="{FF2B5EF4-FFF2-40B4-BE49-F238E27FC236}">
                <a16:creationId xmlns:a16="http://schemas.microsoft.com/office/drawing/2014/main" id="{3860CA9E-1561-4030-A2C8-06527FD277AB}"/>
              </a:ext>
            </a:extLst>
          </p:cNvPr>
          <p:cNvSpPr>
            <a:spLocks noGrp="1"/>
          </p:cNvSpPr>
          <p:nvPr>
            <p:ph type="title"/>
          </p:nvPr>
        </p:nvSpPr>
        <p:spPr/>
        <p:txBody>
          <a:bodyPr/>
          <a:lstStyle/>
          <a:p>
            <a:r>
              <a:rPr lang="en-US" dirty="0"/>
              <a:t>Continuous Filtration</a:t>
            </a:r>
            <a:endParaRPr lang="en-IN" dirty="0"/>
          </a:p>
        </p:txBody>
      </p:sp>
      <p:pic>
        <p:nvPicPr>
          <p:cNvPr id="7" name="Picture 6">
            <a:extLst>
              <a:ext uri="{FF2B5EF4-FFF2-40B4-BE49-F238E27FC236}">
                <a16:creationId xmlns:a16="http://schemas.microsoft.com/office/drawing/2014/main" id="{901BB9DC-527C-47BA-8081-DD1D9DAFCB74}"/>
              </a:ext>
            </a:extLst>
          </p:cNvPr>
          <p:cNvPicPr>
            <a:picLocks noChangeAspect="1"/>
          </p:cNvPicPr>
          <p:nvPr/>
        </p:nvPicPr>
        <p:blipFill>
          <a:blip r:embed="rId2"/>
          <a:stretch>
            <a:fillRect/>
          </a:stretch>
        </p:blipFill>
        <p:spPr>
          <a:xfrm>
            <a:off x="1395455" y="1092211"/>
            <a:ext cx="9401090" cy="5091462"/>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1E8131FA-8CC9-41C7-B178-2F6BDC971180}"/>
                  </a:ext>
                </a:extLst>
              </p14:cNvPr>
              <p14:cNvContentPartPr/>
              <p14:nvPr/>
            </p14:nvContentPartPr>
            <p14:xfrm>
              <a:off x="4259880" y="308520"/>
              <a:ext cx="7894440" cy="5619960"/>
            </p14:xfrm>
          </p:contentPart>
        </mc:Choice>
        <mc:Fallback xmlns="">
          <p:pic>
            <p:nvPicPr>
              <p:cNvPr id="8" name="Ink 7">
                <a:extLst>
                  <a:ext uri="{FF2B5EF4-FFF2-40B4-BE49-F238E27FC236}">
                    <a16:creationId xmlns:a16="http://schemas.microsoft.com/office/drawing/2014/main" id="{1E8131FA-8CC9-41C7-B178-2F6BDC971180}"/>
                  </a:ext>
                </a:extLst>
              </p:cNvPr>
              <p:cNvPicPr/>
              <p:nvPr/>
            </p:nvPicPr>
            <p:blipFill>
              <a:blip r:embed="rId4"/>
              <a:stretch>
                <a:fillRect/>
              </a:stretch>
            </p:blipFill>
            <p:spPr>
              <a:xfrm>
                <a:off x="4250520" y="299160"/>
                <a:ext cx="7913160" cy="5638680"/>
              </a:xfrm>
              <a:prstGeom prst="rect">
                <a:avLst/>
              </a:prstGeom>
            </p:spPr>
          </p:pic>
        </mc:Fallback>
      </mc:AlternateContent>
      <p:grpSp>
        <p:nvGrpSpPr>
          <p:cNvPr id="61" name="Group 60">
            <a:extLst>
              <a:ext uri="{FF2B5EF4-FFF2-40B4-BE49-F238E27FC236}">
                <a16:creationId xmlns:a16="http://schemas.microsoft.com/office/drawing/2014/main" id="{108C737B-92AF-499F-AA57-69F683BF0CDA}"/>
              </a:ext>
            </a:extLst>
          </p:cNvPr>
          <p:cNvGrpSpPr/>
          <p:nvPr/>
        </p:nvGrpSpPr>
        <p:grpSpPr>
          <a:xfrm>
            <a:off x="8062563" y="5970956"/>
            <a:ext cx="3428280" cy="658440"/>
            <a:chOff x="8062563" y="5970956"/>
            <a:chExt cx="3428280" cy="658440"/>
          </a:xfrm>
        </p:grpSpPr>
        <p:grpSp>
          <p:nvGrpSpPr>
            <p:cNvPr id="42" name="Group 41">
              <a:extLst>
                <a:ext uri="{FF2B5EF4-FFF2-40B4-BE49-F238E27FC236}">
                  <a16:creationId xmlns:a16="http://schemas.microsoft.com/office/drawing/2014/main" id="{8611D303-CD55-45F6-BB83-6C74AF462544}"/>
                </a:ext>
              </a:extLst>
            </p:cNvPr>
            <p:cNvGrpSpPr/>
            <p:nvPr/>
          </p:nvGrpSpPr>
          <p:grpSpPr>
            <a:xfrm>
              <a:off x="8062563" y="5970956"/>
              <a:ext cx="1690920" cy="334440"/>
              <a:chOff x="8062563" y="5970956"/>
              <a:chExt cx="1690920" cy="334440"/>
            </a:xfrm>
          </p:grpSpPr>
          <mc:AlternateContent xmlns:mc="http://schemas.openxmlformats.org/markup-compatibility/2006" xmlns:p14="http://schemas.microsoft.com/office/powerpoint/2010/main">
            <mc:Choice Requires="p14">
              <p:contentPart p14:bwMode="auto" r:id="rId5">
                <p14:nvContentPartPr>
                  <p14:cNvPr id="28" name="Ink 27">
                    <a:extLst>
                      <a:ext uri="{FF2B5EF4-FFF2-40B4-BE49-F238E27FC236}">
                        <a16:creationId xmlns:a16="http://schemas.microsoft.com/office/drawing/2014/main" id="{E136AA49-19BE-45BF-94FC-7FA365AF09CD}"/>
                      </a:ext>
                    </a:extLst>
                  </p14:cNvPr>
                  <p14:cNvContentPartPr/>
                  <p14:nvPr/>
                </p14:nvContentPartPr>
                <p14:xfrm>
                  <a:off x="8101803" y="5995076"/>
                  <a:ext cx="83520" cy="252360"/>
                </p14:xfrm>
              </p:contentPart>
            </mc:Choice>
            <mc:Fallback xmlns="">
              <p:pic>
                <p:nvPicPr>
                  <p:cNvPr id="28" name="Ink 27">
                    <a:extLst>
                      <a:ext uri="{FF2B5EF4-FFF2-40B4-BE49-F238E27FC236}">
                        <a16:creationId xmlns:a16="http://schemas.microsoft.com/office/drawing/2014/main" id="{E136AA49-19BE-45BF-94FC-7FA365AF09CD}"/>
                      </a:ext>
                    </a:extLst>
                  </p:cNvPr>
                  <p:cNvPicPr/>
                  <p:nvPr/>
                </p:nvPicPr>
                <p:blipFill>
                  <a:blip r:embed="rId6"/>
                  <a:stretch>
                    <a:fillRect/>
                  </a:stretch>
                </p:blipFill>
                <p:spPr>
                  <a:xfrm>
                    <a:off x="8092443" y="5985716"/>
                    <a:ext cx="10224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9" name="Ink 28">
                    <a:extLst>
                      <a:ext uri="{FF2B5EF4-FFF2-40B4-BE49-F238E27FC236}">
                        <a16:creationId xmlns:a16="http://schemas.microsoft.com/office/drawing/2014/main" id="{1CC05286-4AA4-4C3A-A5D2-899848E9F3D0}"/>
                      </a:ext>
                    </a:extLst>
                  </p14:cNvPr>
                  <p14:cNvContentPartPr/>
                  <p14:nvPr/>
                </p14:nvContentPartPr>
                <p14:xfrm>
                  <a:off x="8062563" y="6092636"/>
                  <a:ext cx="151560" cy="51840"/>
                </p14:xfrm>
              </p:contentPart>
            </mc:Choice>
            <mc:Fallback xmlns="">
              <p:pic>
                <p:nvPicPr>
                  <p:cNvPr id="29" name="Ink 28">
                    <a:extLst>
                      <a:ext uri="{FF2B5EF4-FFF2-40B4-BE49-F238E27FC236}">
                        <a16:creationId xmlns:a16="http://schemas.microsoft.com/office/drawing/2014/main" id="{1CC05286-4AA4-4C3A-A5D2-899848E9F3D0}"/>
                      </a:ext>
                    </a:extLst>
                  </p:cNvPr>
                  <p:cNvPicPr/>
                  <p:nvPr/>
                </p:nvPicPr>
                <p:blipFill>
                  <a:blip r:embed="rId8"/>
                  <a:stretch>
                    <a:fillRect/>
                  </a:stretch>
                </p:blipFill>
                <p:spPr>
                  <a:xfrm>
                    <a:off x="8053203" y="6083636"/>
                    <a:ext cx="17028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0" name="Ink 29">
                    <a:extLst>
                      <a:ext uri="{FF2B5EF4-FFF2-40B4-BE49-F238E27FC236}">
                        <a16:creationId xmlns:a16="http://schemas.microsoft.com/office/drawing/2014/main" id="{55D3632E-C865-4483-A584-7D93C778E748}"/>
                      </a:ext>
                    </a:extLst>
                  </p14:cNvPr>
                  <p14:cNvContentPartPr/>
                  <p14:nvPr/>
                </p14:nvContentPartPr>
                <p14:xfrm>
                  <a:off x="8253723" y="6114956"/>
                  <a:ext cx="143640" cy="99360"/>
                </p14:xfrm>
              </p:contentPart>
            </mc:Choice>
            <mc:Fallback xmlns="">
              <p:pic>
                <p:nvPicPr>
                  <p:cNvPr id="30" name="Ink 29">
                    <a:extLst>
                      <a:ext uri="{FF2B5EF4-FFF2-40B4-BE49-F238E27FC236}">
                        <a16:creationId xmlns:a16="http://schemas.microsoft.com/office/drawing/2014/main" id="{55D3632E-C865-4483-A584-7D93C778E748}"/>
                      </a:ext>
                    </a:extLst>
                  </p:cNvPr>
                  <p:cNvPicPr/>
                  <p:nvPr/>
                </p:nvPicPr>
                <p:blipFill>
                  <a:blip r:embed="rId10"/>
                  <a:stretch>
                    <a:fillRect/>
                  </a:stretch>
                </p:blipFill>
                <p:spPr>
                  <a:xfrm>
                    <a:off x="8244363" y="6105596"/>
                    <a:ext cx="16236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1" name="Ink 30">
                    <a:extLst>
                      <a:ext uri="{FF2B5EF4-FFF2-40B4-BE49-F238E27FC236}">
                        <a16:creationId xmlns:a16="http://schemas.microsoft.com/office/drawing/2014/main" id="{58857447-D7F0-462D-AE6A-FAA5A5F55E20}"/>
                      </a:ext>
                    </a:extLst>
                  </p14:cNvPr>
                  <p14:cNvContentPartPr/>
                  <p14:nvPr/>
                </p14:nvContentPartPr>
                <p14:xfrm>
                  <a:off x="8524803" y="6143036"/>
                  <a:ext cx="148320" cy="18720"/>
                </p14:xfrm>
              </p:contentPart>
            </mc:Choice>
            <mc:Fallback xmlns="">
              <p:pic>
                <p:nvPicPr>
                  <p:cNvPr id="31" name="Ink 30">
                    <a:extLst>
                      <a:ext uri="{FF2B5EF4-FFF2-40B4-BE49-F238E27FC236}">
                        <a16:creationId xmlns:a16="http://schemas.microsoft.com/office/drawing/2014/main" id="{58857447-D7F0-462D-AE6A-FAA5A5F55E20}"/>
                      </a:ext>
                    </a:extLst>
                  </p:cNvPr>
                  <p:cNvPicPr/>
                  <p:nvPr/>
                </p:nvPicPr>
                <p:blipFill>
                  <a:blip r:embed="rId12"/>
                  <a:stretch>
                    <a:fillRect/>
                  </a:stretch>
                </p:blipFill>
                <p:spPr>
                  <a:xfrm>
                    <a:off x="8515443" y="6133676"/>
                    <a:ext cx="16704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2" name="Ink 31">
                    <a:extLst>
                      <a:ext uri="{FF2B5EF4-FFF2-40B4-BE49-F238E27FC236}">
                        <a16:creationId xmlns:a16="http://schemas.microsoft.com/office/drawing/2014/main" id="{55CC6C64-D5B6-423E-B926-C3A5CFE78EDD}"/>
                      </a:ext>
                    </a:extLst>
                  </p14:cNvPr>
                  <p14:cNvContentPartPr/>
                  <p14:nvPr/>
                </p14:nvContentPartPr>
                <p14:xfrm>
                  <a:off x="8569443" y="6064916"/>
                  <a:ext cx="186840" cy="47160"/>
                </p14:xfrm>
              </p:contentPart>
            </mc:Choice>
            <mc:Fallback xmlns="">
              <p:pic>
                <p:nvPicPr>
                  <p:cNvPr id="32" name="Ink 31">
                    <a:extLst>
                      <a:ext uri="{FF2B5EF4-FFF2-40B4-BE49-F238E27FC236}">
                        <a16:creationId xmlns:a16="http://schemas.microsoft.com/office/drawing/2014/main" id="{55CC6C64-D5B6-423E-B926-C3A5CFE78EDD}"/>
                      </a:ext>
                    </a:extLst>
                  </p:cNvPr>
                  <p:cNvPicPr/>
                  <p:nvPr/>
                </p:nvPicPr>
                <p:blipFill>
                  <a:blip r:embed="rId14"/>
                  <a:stretch>
                    <a:fillRect/>
                  </a:stretch>
                </p:blipFill>
                <p:spPr>
                  <a:xfrm>
                    <a:off x="8560083" y="6055556"/>
                    <a:ext cx="20556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3" name="Ink 32">
                    <a:extLst>
                      <a:ext uri="{FF2B5EF4-FFF2-40B4-BE49-F238E27FC236}">
                        <a16:creationId xmlns:a16="http://schemas.microsoft.com/office/drawing/2014/main" id="{AB2DE578-AE20-4FFC-AD4A-008981588E22}"/>
                      </a:ext>
                    </a:extLst>
                  </p14:cNvPr>
                  <p14:cNvContentPartPr/>
                  <p14:nvPr/>
                </p14:nvContentPartPr>
                <p14:xfrm>
                  <a:off x="8928363" y="6001196"/>
                  <a:ext cx="282960" cy="304200"/>
                </p14:xfrm>
              </p:contentPart>
            </mc:Choice>
            <mc:Fallback xmlns="">
              <p:pic>
                <p:nvPicPr>
                  <p:cNvPr id="33" name="Ink 32">
                    <a:extLst>
                      <a:ext uri="{FF2B5EF4-FFF2-40B4-BE49-F238E27FC236}">
                        <a16:creationId xmlns:a16="http://schemas.microsoft.com/office/drawing/2014/main" id="{AB2DE578-AE20-4FFC-AD4A-008981588E22}"/>
                      </a:ext>
                    </a:extLst>
                  </p:cNvPr>
                  <p:cNvPicPr/>
                  <p:nvPr/>
                </p:nvPicPr>
                <p:blipFill>
                  <a:blip r:embed="rId16"/>
                  <a:stretch>
                    <a:fillRect/>
                  </a:stretch>
                </p:blipFill>
                <p:spPr>
                  <a:xfrm>
                    <a:off x="8919003" y="5991836"/>
                    <a:ext cx="301680" cy="3229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5" name="Ink 34">
                    <a:extLst>
                      <a:ext uri="{FF2B5EF4-FFF2-40B4-BE49-F238E27FC236}">
                        <a16:creationId xmlns:a16="http://schemas.microsoft.com/office/drawing/2014/main" id="{C74B5068-5A93-4066-B685-908E2C1E9308}"/>
                      </a:ext>
                    </a:extLst>
                  </p14:cNvPr>
                  <p14:cNvContentPartPr/>
                  <p14:nvPr/>
                </p14:nvContentPartPr>
                <p14:xfrm>
                  <a:off x="9299523" y="5970956"/>
                  <a:ext cx="375480" cy="180000"/>
                </p14:xfrm>
              </p:contentPart>
            </mc:Choice>
            <mc:Fallback xmlns="">
              <p:pic>
                <p:nvPicPr>
                  <p:cNvPr id="35" name="Ink 34">
                    <a:extLst>
                      <a:ext uri="{FF2B5EF4-FFF2-40B4-BE49-F238E27FC236}">
                        <a16:creationId xmlns:a16="http://schemas.microsoft.com/office/drawing/2014/main" id="{C74B5068-5A93-4066-B685-908E2C1E9308}"/>
                      </a:ext>
                    </a:extLst>
                  </p:cNvPr>
                  <p:cNvPicPr/>
                  <p:nvPr/>
                </p:nvPicPr>
                <p:blipFill>
                  <a:blip r:embed="rId18"/>
                  <a:stretch>
                    <a:fillRect/>
                  </a:stretch>
                </p:blipFill>
                <p:spPr>
                  <a:xfrm>
                    <a:off x="9290163" y="5961596"/>
                    <a:ext cx="39420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6" name="Ink 35">
                    <a:extLst>
                      <a:ext uri="{FF2B5EF4-FFF2-40B4-BE49-F238E27FC236}">
                        <a16:creationId xmlns:a16="http://schemas.microsoft.com/office/drawing/2014/main" id="{7AFDE509-ECB3-4A32-BB6C-E74A33064C41}"/>
                      </a:ext>
                    </a:extLst>
                  </p14:cNvPr>
                  <p14:cNvContentPartPr/>
                  <p14:nvPr/>
                </p14:nvContentPartPr>
                <p14:xfrm>
                  <a:off x="9595083" y="6049076"/>
                  <a:ext cx="158400" cy="97920"/>
                </p14:xfrm>
              </p:contentPart>
            </mc:Choice>
            <mc:Fallback xmlns="">
              <p:pic>
                <p:nvPicPr>
                  <p:cNvPr id="36" name="Ink 35">
                    <a:extLst>
                      <a:ext uri="{FF2B5EF4-FFF2-40B4-BE49-F238E27FC236}">
                        <a16:creationId xmlns:a16="http://schemas.microsoft.com/office/drawing/2014/main" id="{7AFDE509-ECB3-4A32-BB6C-E74A33064C41}"/>
                      </a:ext>
                    </a:extLst>
                  </p:cNvPr>
                  <p:cNvPicPr/>
                  <p:nvPr/>
                </p:nvPicPr>
                <p:blipFill>
                  <a:blip r:embed="rId20"/>
                  <a:stretch>
                    <a:fillRect/>
                  </a:stretch>
                </p:blipFill>
                <p:spPr>
                  <a:xfrm>
                    <a:off x="9585723" y="6039716"/>
                    <a:ext cx="177120" cy="116640"/>
                  </a:xfrm>
                  <a:prstGeom prst="rect">
                    <a:avLst/>
                  </a:prstGeom>
                </p:spPr>
              </p:pic>
            </mc:Fallback>
          </mc:AlternateContent>
        </p:grpSp>
        <p:grpSp>
          <p:nvGrpSpPr>
            <p:cNvPr id="41" name="Group 40">
              <a:extLst>
                <a:ext uri="{FF2B5EF4-FFF2-40B4-BE49-F238E27FC236}">
                  <a16:creationId xmlns:a16="http://schemas.microsoft.com/office/drawing/2014/main" id="{2FCDF200-318B-40EE-A295-2D3827CA6A58}"/>
                </a:ext>
              </a:extLst>
            </p:cNvPr>
            <p:cNvGrpSpPr/>
            <p:nvPr/>
          </p:nvGrpSpPr>
          <p:grpSpPr>
            <a:xfrm>
              <a:off x="9944643" y="5983916"/>
              <a:ext cx="513360" cy="223200"/>
              <a:chOff x="9944643" y="5983916"/>
              <a:chExt cx="513360" cy="223200"/>
            </a:xfrm>
          </p:grpSpPr>
          <mc:AlternateContent xmlns:mc="http://schemas.openxmlformats.org/markup-compatibility/2006" xmlns:p14="http://schemas.microsoft.com/office/powerpoint/2010/main">
            <mc:Choice Requires="p14">
              <p:contentPart p14:bwMode="auto" r:id="rId21">
                <p14:nvContentPartPr>
                  <p14:cNvPr id="37" name="Ink 36">
                    <a:extLst>
                      <a:ext uri="{FF2B5EF4-FFF2-40B4-BE49-F238E27FC236}">
                        <a16:creationId xmlns:a16="http://schemas.microsoft.com/office/drawing/2014/main" id="{8E424E1B-5331-416E-91CB-B41DD9EC99CD}"/>
                      </a:ext>
                    </a:extLst>
                  </p14:cNvPr>
                  <p14:cNvContentPartPr/>
                  <p14:nvPr/>
                </p14:nvContentPartPr>
                <p14:xfrm>
                  <a:off x="9944643" y="5983916"/>
                  <a:ext cx="41760" cy="223200"/>
                </p14:xfrm>
              </p:contentPart>
            </mc:Choice>
            <mc:Fallback xmlns="">
              <p:pic>
                <p:nvPicPr>
                  <p:cNvPr id="37" name="Ink 36">
                    <a:extLst>
                      <a:ext uri="{FF2B5EF4-FFF2-40B4-BE49-F238E27FC236}">
                        <a16:creationId xmlns:a16="http://schemas.microsoft.com/office/drawing/2014/main" id="{8E424E1B-5331-416E-91CB-B41DD9EC99CD}"/>
                      </a:ext>
                    </a:extLst>
                  </p:cNvPr>
                  <p:cNvPicPr/>
                  <p:nvPr/>
                </p:nvPicPr>
                <p:blipFill>
                  <a:blip r:embed="rId22"/>
                  <a:stretch>
                    <a:fillRect/>
                  </a:stretch>
                </p:blipFill>
                <p:spPr>
                  <a:xfrm>
                    <a:off x="9935283" y="5974556"/>
                    <a:ext cx="6048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8" name="Ink 37">
                    <a:extLst>
                      <a:ext uri="{FF2B5EF4-FFF2-40B4-BE49-F238E27FC236}">
                        <a16:creationId xmlns:a16="http://schemas.microsoft.com/office/drawing/2014/main" id="{AF314DA0-65DE-4CF5-9210-C819F1589406}"/>
                      </a:ext>
                    </a:extLst>
                  </p14:cNvPr>
                  <p14:cNvContentPartPr/>
                  <p14:nvPr/>
                </p14:nvContentPartPr>
                <p14:xfrm>
                  <a:off x="9950043" y="6105596"/>
                  <a:ext cx="141480" cy="49320"/>
                </p14:xfrm>
              </p:contentPart>
            </mc:Choice>
            <mc:Fallback xmlns="">
              <p:pic>
                <p:nvPicPr>
                  <p:cNvPr id="38" name="Ink 37">
                    <a:extLst>
                      <a:ext uri="{FF2B5EF4-FFF2-40B4-BE49-F238E27FC236}">
                        <a16:creationId xmlns:a16="http://schemas.microsoft.com/office/drawing/2014/main" id="{AF314DA0-65DE-4CF5-9210-C819F1589406}"/>
                      </a:ext>
                    </a:extLst>
                  </p:cNvPr>
                  <p:cNvPicPr/>
                  <p:nvPr/>
                </p:nvPicPr>
                <p:blipFill>
                  <a:blip r:embed="rId24"/>
                  <a:stretch>
                    <a:fillRect/>
                  </a:stretch>
                </p:blipFill>
                <p:spPr>
                  <a:xfrm>
                    <a:off x="9940683" y="6096236"/>
                    <a:ext cx="16020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9" name="Ink 38">
                    <a:extLst>
                      <a:ext uri="{FF2B5EF4-FFF2-40B4-BE49-F238E27FC236}">
                        <a16:creationId xmlns:a16="http://schemas.microsoft.com/office/drawing/2014/main" id="{E89F54AA-F3EF-41E6-9455-E8F03A16DC04}"/>
                      </a:ext>
                    </a:extLst>
                  </p14:cNvPr>
                  <p14:cNvContentPartPr/>
                  <p14:nvPr/>
                </p14:nvContentPartPr>
                <p14:xfrm>
                  <a:off x="10094763" y="6056276"/>
                  <a:ext cx="363240" cy="120600"/>
                </p14:xfrm>
              </p:contentPart>
            </mc:Choice>
            <mc:Fallback xmlns="">
              <p:pic>
                <p:nvPicPr>
                  <p:cNvPr id="39" name="Ink 38">
                    <a:extLst>
                      <a:ext uri="{FF2B5EF4-FFF2-40B4-BE49-F238E27FC236}">
                        <a16:creationId xmlns:a16="http://schemas.microsoft.com/office/drawing/2014/main" id="{E89F54AA-F3EF-41E6-9455-E8F03A16DC04}"/>
                      </a:ext>
                    </a:extLst>
                  </p:cNvPr>
                  <p:cNvPicPr/>
                  <p:nvPr/>
                </p:nvPicPr>
                <p:blipFill>
                  <a:blip r:embed="rId26"/>
                  <a:stretch>
                    <a:fillRect/>
                  </a:stretch>
                </p:blipFill>
                <p:spPr>
                  <a:xfrm>
                    <a:off x="10085403" y="6046916"/>
                    <a:ext cx="38196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0" name="Ink 39">
                    <a:extLst>
                      <a:ext uri="{FF2B5EF4-FFF2-40B4-BE49-F238E27FC236}">
                        <a16:creationId xmlns:a16="http://schemas.microsoft.com/office/drawing/2014/main" id="{D08B5688-8D77-4461-85B6-F76877D8D04F}"/>
                      </a:ext>
                    </a:extLst>
                  </p14:cNvPr>
                  <p14:cNvContentPartPr/>
                  <p14:nvPr/>
                </p14:nvContentPartPr>
                <p14:xfrm>
                  <a:off x="10028883" y="6002996"/>
                  <a:ext cx="14760" cy="19440"/>
                </p14:xfrm>
              </p:contentPart>
            </mc:Choice>
            <mc:Fallback xmlns="">
              <p:pic>
                <p:nvPicPr>
                  <p:cNvPr id="40" name="Ink 39">
                    <a:extLst>
                      <a:ext uri="{FF2B5EF4-FFF2-40B4-BE49-F238E27FC236}">
                        <a16:creationId xmlns:a16="http://schemas.microsoft.com/office/drawing/2014/main" id="{D08B5688-8D77-4461-85B6-F76877D8D04F}"/>
                      </a:ext>
                    </a:extLst>
                  </p:cNvPr>
                  <p:cNvPicPr/>
                  <p:nvPr/>
                </p:nvPicPr>
                <p:blipFill>
                  <a:blip r:embed="rId28"/>
                  <a:stretch>
                    <a:fillRect/>
                  </a:stretch>
                </p:blipFill>
                <p:spPr>
                  <a:xfrm>
                    <a:off x="10019523" y="5993636"/>
                    <a:ext cx="33480" cy="38160"/>
                  </a:xfrm>
                  <a:prstGeom prst="rect">
                    <a:avLst/>
                  </a:prstGeom>
                </p:spPr>
              </p:pic>
            </mc:Fallback>
          </mc:AlternateContent>
        </p:grpSp>
        <p:grpSp>
          <p:nvGrpSpPr>
            <p:cNvPr id="47" name="Group 46">
              <a:extLst>
                <a:ext uri="{FF2B5EF4-FFF2-40B4-BE49-F238E27FC236}">
                  <a16:creationId xmlns:a16="http://schemas.microsoft.com/office/drawing/2014/main" id="{41E068C2-E283-4B2C-96A7-DA764910D6E0}"/>
                </a:ext>
              </a:extLst>
            </p:cNvPr>
            <p:cNvGrpSpPr/>
            <p:nvPr/>
          </p:nvGrpSpPr>
          <p:grpSpPr>
            <a:xfrm>
              <a:off x="8071203" y="6395756"/>
              <a:ext cx="562680" cy="233640"/>
              <a:chOff x="8071203" y="6395756"/>
              <a:chExt cx="562680" cy="233640"/>
            </a:xfrm>
          </p:grpSpPr>
          <mc:AlternateContent xmlns:mc="http://schemas.openxmlformats.org/markup-compatibility/2006" xmlns:p14="http://schemas.microsoft.com/office/powerpoint/2010/main">
            <mc:Choice Requires="p14">
              <p:contentPart p14:bwMode="auto" r:id="rId29">
                <p14:nvContentPartPr>
                  <p14:cNvPr id="43" name="Ink 42">
                    <a:extLst>
                      <a:ext uri="{FF2B5EF4-FFF2-40B4-BE49-F238E27FC236}">
                        <a16:creationId xmlns:a16="http://schemas.microsoft.com/office/drawing/2014/main" id="{8FB2D00B-7280-43C3-9719-ACB02A11F683}"/>
                      </a:ext>
                    </a:extLst>
                  </p14:cNvPr>
                  <p14:cNvContentPartPr/>
                  <p14:nvPr/>
                </p14:nvContentPartPr>
                <p14:xfrm>
                  <a:off x="8073003" y="6395756"/>
                  <a:ext cx="105840" cy="233640"/>
                </p14:xfrm>
              </p:contentPart>
            </mc:Choice>
            <mc:Fallback xmlns="">
              <p:pic>
                <p:nvPicPr>
                  <p:cNvPr id="43" name="Ink 42">
                    <a:extLst>
                      <a:ext uri="{FF2B5EF4-FFF2-40B4-BE49-F238E27FC236}">
                        <a16:creationId xmlns:a16="http://schemas.microsoft.com/office/drawing/2014/main" id="{8FB2D00B-7280-43C3-9719-ACB02A11F683}"/>
                      </a:ext>
                    </a:extLst>
                  </p:cNvPr>
                  <p:cNvPicPr/>
                  <p:nvPr/>
                </p:nvPicPr>
                <p:blipFill>
                  <a:blip r:embed="rId30"/>
                  <a:stretch>
                    <a:fillRect/>
                  </a:stretch>
                </p:blipFill>
                <p:spPr>
                  <a:xfrm>
                    <a:off x="8063643" y="6386396"/>
                    <a:ext cx="12456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4" name="Ink 43">
                    <a:extLst>
                      <a:ext uri="{FF2B5EF4-FFF2-40B4-BE49-F238E27FC236}">
                        <a16:creationId xmlns:a16="http://schemas.microsoft.com/office/drawing/2014/main" id="{74B9229F-C2AF-4C64-B7F4-E4D22BD23391}"/>
                      </a:ext>
                    </a:extLst>
                  </p14:cNvPr>
                  <p14:cNvContentPartPr/>
                  <p14:nvPr/>
                </p14:nvContentPartPr>
                <p14:xfrm>
                  <a:off x="8071203" y="6489716"/>
                  <a:ext cx="171720" cy="36000"/>
                </p14:xfrm>
              </p:contentPart>
            </mc:Choice>
            <mc:Fallback xmlns="">
              <p:pic>
                <p:nvPicPr>
                  <p:cNvPr id="44" name="Ink 43">
                    <a:extLst>
                      <a:ext uri="{FF2B5EF4-FFF2-40B4-BE49-F238E27FC236}">
                        <a16:creationId xmlns:a16="http://schemas.microsoft.com/office/drawing/2014/main" id="{74B9229F-C2AF-4C64-B7F4-E4D22BD23391}"/>
                      </a:ext>
                    </a:extLst>
                  </p:cNvPr>
                  <p:cNvPicPr/>
                  <p:nvPr/>
                </p:nvPicPr>
                <p:blipFill>
                  <a:blip r:embed="rId32"/>
                  <a:stretch>
                    <a:fillRect/>
                  </a:stretch>
                </p:blipFill>
                <p:spPr>
                  <a:xfrm>
                    <a:off x="8061843" y="6480356"/>
                    <a:ext cx="19044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5" name="Ink 44">
                    <a:extLst>
                      <a:ext uri="{FF2B5EF4-FFF2-40B4-BE49-F238E27FC236}">
                        <a16:creationId xmlns:a16="http://schemas.microsoft.com/office/drawing/2014/main" id="{3BF061F7-1D59-4CA0-AA0A-A3744EC1AB6F}"/>
                      </a:ext>
                    </a:extLst>
                  </p14:cNvPr>
                  <p14:cNvContentPartPr/>
                  <p14:nvPr/>
                </p14:nvContentPartPr>
                <p14:xfrm>
                  <a:off x="8390883" y="6511316"/>
                  <a:ext cx="171000" cy="20160"/>
                </p14:xfrm>
              </p:contentPart>
            </mc:Choice>
            <mc:Fallback xmlns="">
              <p:pic>
                <p:nvPicPr>
                  <p:cNvPr id="45" name="Ink 44">
                    <a:extLst>
                      <a:ext uri="{FF2B5EF4-FFF2-40B4-BE49-F238E27FC236}">
                        <a16:creationId xmlns:a16="http://schemas.microsoft.com/office/drawing/2014/main" id="{3BF061F7-1D59-4CA0-AA0A-A3744EC1AB6F}"/>
                      </a:ext>
                    </a:extLst>
                  </p:cNvPr>
                  <p:cNvPicPr/>
                  <p:nvPr/>
                </p:nvPicPr>
                <p:blipFill>
                  <a:blip r:embed="rId34"/>
                  <a:stretch>
                    <a:fillRect/>
                  </a:stretch>
                </p:blipFill>
                <p:spPr>
                  <a:xfrm>
                    <a:off x="8381523" y="6501956"/>
                    <a:ext cx="18936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6" name="Ink 45">
                    <a:extLst>
                      <a:ext uri="{FF2B5EF4-FFF2-40B4-BE49-F238E27FC236}">
                        <a16:creationId xmlns:a16="http://schemas.microsoft.com/office/drawing/2014/main" id="{5E24713C-CE8D-4613-B76A-2AC0231839A0}"/>
                      </a:ext>
                    </a:extLst>
                  </p14:cNvPr>
                  <p14:cNvContentPartPr/>
                  <p14:nvPr/>
                </p14:nvContentPartPr>
                <p14:xfrm>
                  <a:off x="8414643" y="6439316"/>
                  <a:ext cx="219240" cy="50760"/>
                </p14:xfrm>
              </p:contentPart>
            </mc:Choice>
            <mc:Fallback xmlns="">
              <p:pic>
                <p:nvPicPr>
                  <p:cNvPr id="46" name="Ink 45">
                    <a:extLst>
                      <a:ext uri="{FF2B5EF4-FFF2-40B4-BE49-F238E27FC236}">
                        <a16:creationId xmlns:a16="http://schemas.microsoft.com/office/drawing/2014/main" id="{5E24713C-CE8D-4613-B76A-2AC0231839A0}"/>
                      </a:ext>
                    </a:extLst>
                  </p:cNvPr>
                  <p:cNvPicPr/>
                  <p:nvPr/>
                </p:nvPicPr>
                <p:blipFill>
                  <a:blip r:embed="rId36"/>
                  <a:stretch>
                    <a:fillRect/>
                  </a:stretch>
                </p:blipFill>
                <p:spPr>
                  <a:xfrm>
                    <a:off x="8405283" y="6429956"/>
                    <a:ext cx="237960" cy="69480"/>
                  </a:xfrm>
                  <a:prstGeom prst="rect">
                    <a:avLst/>
                  </a:prstGeom>
                </p:spPr>
              </p:pic>
            </mc:Fallback>
          </mc:AlternateContent>
        </p:grpSp>
        <p:grpSp>
          <p:nvGrpSpPr>
            <p:cNvPr id="60" name="Group 59">
              <a:extLst>
                <a:ext uri="{FF2B5EF4-FFF2-40B4-BE49-F238E27FC236}">
                  <a16:creationId xmlns:a16="http://schemas.microsoft.com/office/drawing/2014/main" id="{5FC23147-80DD-4A65-AD2F-F91C2A8A5D58}"/>
                </a:ext>
              </a:extLst>
            </p:cNvPr>
            <p:cNvGrpSpPr/>
            <p:nvPr/>
          </p:nvGrpSpPr>
          <p:grpSpPr>
            <a:xfrm>
              <a:off x="8787243" y="6335996"/>
              <a:ext cx="1898280" cy="165240"/>
              <a:chOff x="8787243" y="6335996"/>
              <a:chExt cx="1898280" cy="165240"/>
            </a:xfrm>
          </p:grpSpPr>
          <mc:AlternateContent xmlns:mc="http://schemas.openxmlformats.org/markup-compatibility/2006" xmlns:p14="http://schemas.microsoft.com/office/powerpoint/2010/main">
            <mc:Choice Requires="p14">
              <p:contentPart p14:bwMode="auto" r:id="rId37">
                <p14:nvContentPartPr>
                  <p14:cNvPr id="48" name="Ink 47">
                    <a:extLst>
                      <a:ext uri="{FF2B5EF4-FFF2-40B4-BE49-F238E27FC236}">
                        <a16:creationId xmlns:a16="http://schemas.microsoft.com/office/drawing/2014/main" id="{EFE8D84A-2B3E-4518-8F6F-97B5544DB6BB}"/>
                      </a:ext>
                    </a:extLst>
                  </p14:cNvPr>
                  <p14:cNvContentPartPr/>
                  <p14:nvPr/>
                </p14:nvContentPartPr>
                <p14:xfrm>
                  <a:off x="8787243" y="6352196"/>
                  <a:ext cx="285480" cy="144000"/>
                </p14:xfrm>
              </p:contentPart>
            </mc:Choice>
            <mc:Fallback xmlns="">
              <p:pic>
                <p:nvPicPr>
                  <p:cNvPr id="48" name="Ink 47">
                    <a:extLst>
                      <a:ext uri="{FF2B5EF4-FFF2-40B4-BE49-F238E27FC236}">
                        <a16:creationId xmlns:a16="http://schemas.microsoft.com/office/drawing/2014/main" id="{EFE8D84A-2B3E-4518-8F6F-97B5544DB6BB}"/>
                      </a:ext>
                    </a:extLst>
                  </p:cNvPr>
                  <p:cNvPicPr/>
                  <p:nvPr/>
                </p:nvPicPr>
                <p:blipFill>
                  <a:blip r:embed="rId38"/>
                  <a:stretch>
                    <a:fillRect/>
                  </a:stretch>
                </p:blipFill>
                <p:spPr>
                  <a:xfrm>
                    <a:off x="8777883" y="6342836"/>
                    <a:ext cx="30420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9" name="Ink 48">
                    <a:extLst>
                      <a:ext uri="{FF2B5EF4-FFF2-40B4-BE49-F238E27FC236}">
                        <a16:creationId xmlns:a16="http://schemas.microsoft.com/office/drawing/2014/main" id="{5DFFB6BE-EA21-49B6-A489-8282098D1E9E}"/>
                      </a:ext>
                    </a:extLst>
                  </p14:cNvPr>
                  <p14:cNvContentPartPr/>
                  <p14:nvPr/>
                </p14:nvContentPartPr>
                <p14:xfrm>
                  <a:off x="9090363" y="6376676"/>
                  <a:ext cx="262080" cy="117360"/>
                </p14:xfrm>
              </p:contentPart>
            </mc:Choice>
            <mc:Fallback xmlns="">
              <p:pic>
                <p:nvPicPr>
                  <p:cNvPr id="49" name="Ink 48">
                    <a:extLst>
                      <a:ext uri="{FF2B5EF4-FFF2-40B4-BE49-F238E27FC236}">
                        <a16:creationId xmlns:a16="http://schemas.microsoft.com/office/drawing/2014/main" id="{5DFFB6BE-EA21-49B6-A489-8282098D1E9E}"/>
                      </a:ext>
                    </a:extLst>
                  </p:cNvPr>
                  <p:cNvPicPr/>
                  <p:nvPr/>
                </p:nvPicPr>
                <p:blipFill>
                  <a:blip r:embed="rId40"/>
                  <a:stretch>
                    <a:fillRect/>
                  </a:stretch>
                </p:blipFill>
                <p:spPr>
                  <a:xfrm>
                    <a:off x="9081003" y="6367316"/>
                    <a:ext cx="28044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50" name="Ink 49">
                    <a:extLst>
                      <a:ext uri="{FF2B5EF4-FFF2-40B4-BE49-F238E27FC236}">
                        <a16:creationId xmlns:a16="http://schemas.microsoft.com/office/drawing/2014/main" id="{5C05ADEC-1BE4-408C-B628-FCAC58136349}"/>
                      </a:ext>
                    </a:extLst>
                  </p14:cNvPr>
                  <p14:cNvContentPartPr/>
                  <p14:nvPr/>
                </p14:nvContentPartPr>
                <p14:xfrm>
                  <a:off x="9534963" y="6368396"/>
                  <a:ext cx="177120" cy="132840"/>
                </p14:xfrm>
              </p:contentPart>
            </mc:Choice>
            <mc:Fallback xmlns="">
              <p:pic>
                <p:nvPicPr>
                  <p:cNvPr id="50" name="Ink 49">
                    <a:extLst>
                      <a:ext uri="{FF2B5EF4-FFF2-40B4-BE49-F238E27FC236}">
                        <a16:creationId xmlns:a16="http://schemas.microsoft.com/office/drawing/2014/main" id="{5C05ADEC-1BE4-408C-B628-FCAC58136349}"/>
                      </a:ext>
                    </a:extLst>
                  </p:cNvPr>
                  <p:cNvPicPr/>
                  <p:nvPr/>
                </p:nvPicPr>
                <p:blipFill>
                  <a:blip r:embed="rId42"/>
                  <a:stretch>
                    <a:fillRect/>
                  </a:stretch>
                </p:blipFill>
                <p:spPr>
                  <a:xfrm>
                    <a:off x="9525603" y="6359396"/>
                    <a:ext cx="19584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51" name="Ink 50">
                    <a:extLst>
                      <a:ext uri="{FF2B5EF4-FFF2-40B4-BE49-F238E27FC236}">
                        <a16:creationId xmlns:a16="http://schemas.microsoft.com/office/drawing/2014/main" id="{79B063B5-1F9B-41DB-84E0-D039FAB0AE0A}"/>
                      </a:ext>
                    </a:extLst>
                  </p14:cNvPr>
                  <p14:cNvContentPartPr/>
                  <p14:nvPr/>
                </p14:nvContentPartPr>
                <p14:xfrm>
                  <a:off x="9813243" y="6342836"/>
                  <a:ext cx="329040" cy="158400"/>
                </p14:xfrm>
              </p:contentPart>
            </mc:Choice>
            <mc:Fallback xmlns="">
              <p:pic>
                <p:nvPicPr>
                  <p:cNvPr id="51" name="Ink 50">
                    <a:extLst>
                      <a:ext uri="{FF2B5EF4-FFF2-40B4-BE49-F238E27FC236}">
                        <a16:creationId xmlns:a16="http://schemas.microsoft.com/office/drawing/2014/main" id="{79B063B5-1F9B-41DB-84E0-D039FAB0AE0A}"/>
                      </a:ext>
                    </a:extLst>
                  </p:cNvPr>
                  <p:cNvPicPr/>
                  <p:nvPr/>
                </p:nvPicPr>
                <p:blipFill>
                  <a:blip r:embed="rId44"/>
                  <a:stretch>
                    <a:fillRect/>
                  </a:stretch>
                </p:blipFill>
                <p:spPr>
                  <a:xfrm>
                    <a:off x="9803883" y="6333476"/>
                    <a:ext cx="34776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52" name="Ink 51">
                    <a:extLst>
                      <a:ext uri="{FF2B5EF4-FFF2-40B4-BE49-F238E27FC236}">
                        <a16:creationId xmlns:a16="http://schemas.microsoft.com/office/drawing/2014/main" id="{3DF8D3A9-370B-4BD2-948F-BE9E07715918}"/>
                      </a:ext>
                    </a:extLst>
                  </p14:cNvPr>
                  <p14:cNvContentPartPr/>
                  <p14:nvPr/>
                </p14:nvContentPartPr>
                <p14:xfrm>
                  <a:off x="10198803" y="6335996"/>
                  <a:ext cx="215280" cy="147960"/>
                </p14:xfrm>
              </p:contentPart>
            </mc:Choice>
            <mc:Fallback xmlns="">
              <p:pic>
                <p:nvPicPr>
                  <p:cNvPr id="52" name="Ink 51">
                    <a:extLst>
                      <a:ext uri="{FF2B5EF4-FFF2-40B4-BE49-F238E27FC236}">
                        <a16:creationId xmlns:a16="http://schemas.microsoft.com/office/drawing/2014/main" id="{3DF8D3A9-370B-4BD2-948F-BE9E07715918}"/>
                      </a:ext>
                    </a:extLst>
                  </p:cNvPr>
                  <p:cNvPicPr/>
                  <p:nvPr/>
                </p:nvPicPr>
                <p:blipFill>
                  <a:blip r:embed="rId46"/>
                  <a:stretch>
                    <a:fillRect/>
                  </a:stretch>
                </p:blipFill>
                <p:spPr>
                  <a:xfrm>
                    <a:off x="10189443" y="6326636"/>
                    <a:ext cx="23400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3" name="Ink 52">
                    <a:extLst>
                      <a:ext uri="{FF2B5EF4-FFF2-40B4-BE49-F238E27FC236}">
                        <a16:creationId xmlns:a16="http://schemas.microsoft.com/office/drawing/2014/main" id="{515C795A-1064-417C-8B42-45F6859C07A9}"/>
                      </a:ext>
                    </a:extLst>
                  </p14:cNvPr>
                  <p14:cNvContentPartPr/>
                  <p14:nvPr/>
                </p14:nvContentPartPr>
                <p14:xfrm>
                  <a:off x="10410483" y="6341036"/>
                  <a:ext cx="7920" cy="48240"/>
                </p14:xfrm>
              </p:contentPart>
            </mc:Choice>
            <mc:Fallback xmlns="">
              <p:pic>
                <p:nvPicPr>
                  <p:cNvPr id="53" name="Ink 52">
                    <a:extLst>
                      <a:ext uri="{FF2B5EF4-FFF2-40B4-BE49-F238E27FC236}">
                        <a16:creationId xmlns:a16="http://schemas.microsoft.com/office/drawing/2014/main" id="{515C795A-1064-417C-8B42-45F6859C07A9}"/>
                      </a:ext>
                    </a:extLst>
                  </p:cNvPr>
                  <p:cNvPicPr/>
                  <p:nvPr/>
                </p:nvPicPr>
                <p:blipFill>
                  <a:blip r:embed="rId48"/>
                  <a:stretch>
                    <a:fillRect/>
                  </a:stretch>
                </p:blipFill>
                <p:spPr>
                  <a:xfrm>
                    <a:off x="10401123" y="6331676"/>
                    <a:ext cx="2664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54" name="Ink 53">
                    <a:extLst>
                      <a:ext uri="{FF2B5EF4-FFF2-40B4-BE49-F238E27FC236}">
                        <a16:creationId xmlns:a16="http://schemas.microsoft.com/office/drawing/2014/main" id="{4A7F2798-8B55-4A77-AA9E-0B157F30445D}"/>
                      </a:ext>
                    </a:extLst>
                  </p14:cNvPr>
                  <p14:cNvContentPartPr/>
                  <p14:nvPr/>
                </p14:nvContentPartPr>
                <p14:xfrm>
                  <a:off x="10495803" y="6356516"/>
                  <a:ext cx="189720" cy="78120"/>
                </p14:xfrm>
              </p:contentPart>
            </mc:Choice>
            <mc:Fallback xmlns="">
              <p:pic>
                <p:nvPicPr>
                  <p:cNvPr id="54" name="Ink 53">
                    <a:extLst>
                      <a:ext uri="{FF2B5EF4-FFF2-40B4-BE49-F238E27FC236}">
                        <a16:creationId xmlns:a16="http://schemas.microsoft.com/office/drawing/2014/main" id="{4A7F2798-8B55-4A77-AA9E-0B157F30445D}"/>
                      </a:ext>
                    </a:extLst>
                  </p:cNvPr>
                  <p:cNvPicPr/>
                  <p:nvPr/>
                </p:nvPicPr>
                <p:blipFill>
                  <a:blip r:embed="rId50"/>
                  <a:stretch>
                    <a:fillRect/>
                  </a:stretch>
                </p:blipFill>
                <p:spPr>
                  <a:xfrm>
                    <a:off x="10486443" y="6347156"/>
                    <a:ext cx="208440" cy="96840"/>
                  </a:xfrm>
                  <a:prstGeom prst="rect">
                    <a:avLst/>
                  </a:prstGeom>
                </p:spPr>
              </p:pic>
            </mc:Fallback>
          </mc:AlternateContent>
        </p:grpSp>
        <p:grpSp>
          <p:nvGrpSpPr>
            <p:cNvPr id="59" name="Group 58">
              <a:extLst>
                <a:ext uri="{FF2B5EF4-FFF2-40B4-BE49-F238E27FC236}">
                  <a16:creationId xmlns:a16="http://schemas.microsoft.com/office/drawing/2014/main" id="{9059A37E-B989-4609-B775-5E7C842F6E2B}"/>
                </a:ext>
              </a:extLst>
            </p:cNvPr>
            <p:cNvGrpSpPr/>
            <p:nvPr/>
          </p:nvGrpSpPr>
          <p:grpSpPr>
            <a:xfrm>
              <a:off x="10892523" y="6152756"/>
              <a:ext cx="598320" cy="243720"/>
              <a:chOff x="10892523" y="6152756"/>
              <a:chExt cx="598320" cy="243720"/>
            </a:xfrm>
          </p:grpSpPr>
          <mc:AlternateContent xmlns:mc="http://schemas.openxmlformats.org/markup-compatibility/2006" xmlns:p14="http://schemas.microsoft.com/office/powerpoint/2010/main">
            <mc:Choice Requires="p14">
              <p:contentPart p14:bwMode="auto" r:id="rId51">
                <p14:nvContentPartPr>
                  <p14:cNvPr id="55" name="Ink 54">
                    <a:extLst>
                      <a:ext uri="{FF2B5EF4-FFF2-40B4-BE49-F238E27FC236}">
                        <a16:creationId xmlns:a16="http://schemas.microsoft.com/office/drawing/2014/main" id="{E264DB45-B942-4EB3-90E3-60392F8E38FB}"/>
                      </a:ext>
                    </a:extLst>
                  </p14:cNvPr>
                  <p14:cNvContentPartPr/>
                  <p14:nvPr/>
                </p14:nvContentPartPr>
                <p14:xfrm>
                  <a:off x="10892523" y="6152756"/>
                  <a:ext cx="182880" cy="243720"/>
                </p14:xfrm>
              </p:contentPart>
            </mc:Choice>
            <mc:Fallback xmlns="">
              <p:pic>
                <p:nvPicPr>
                  <p:cNvPr id="55" name="Ink 54">
                    <a:extLst>
                      <a:ext uri="{FF2B5EF4-FFF2-40B4-BE49-F238E27FC236}">
                        <a16:creationId xmlns:a16="http://schemas.microsoft.com/office/drawing/2014/main" id="{E264DB45-B942-4EB3-90E3-60392F8E38FB}"/>
                      </a:ext>
                    </a:extLst>
                  </p:cNvPr>
                  <p:cNvPicPr/>
                  <p:nvPr/>
                </p:nvPicPr>
                <p:blipFill>
                  <a:blip r:embed="rId52"/>
                  <a:stretch>
                    <a:fillRect/>
                  </a:stretch>
                </p:blipFill>
                <p:spPr>
                  <a:xfrm>
                    <a:off x="10883163" y="6143396"/>
                    <a:ext cx="20160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6" name="Ink 55">
                    <a:extLst>
                      <a:ext uri="{FF2B5EF4-FFF2-40B4-BE49-F238E27FC236}">
                        <a16:creationId xmlns:a16="http://schemas.microsoft.com/office/drawing/2014/main" id="{75B70926-BD51-48A3-9850-D618045DCF08}"/>
                      </a:ext>
                    </a:extLst>
                  </p14:cNvPr>
                  <p14:cNvContentPartPr/>
                  <p14:nvPr/>
                </p14:nvContentPartPr>
                <p14:xfrm>
                  <a:off x="11092683" y="6256076"/>
                  <a:ext cx="398160" cy="102240"/>
                </p14:xfrm>
              </p:contentPart>
            </mc:Choice>
            <mc:Fallback xmlns="">
              <p:pic>
                <p:nvPicPr>
                  <p:cNvPr id="56" name="Ink 55">
                    <a:extLst>
                      <a:ext uri="{FF2B5EF4-FFF2-40B4-BE49-F238E27FC236}">
                        <a16:creationId xmlns:a16="http://schemas.microsoft.com/office/drawing/2014/main" id="{75B70926-BD51-48A3-9850-D618045DCF08}"/>
                      </a:ext>
                    </a:extLst>
                  </p:cNvPr>
                  <p:cNvPicPr/>
                  <p:nvPr/>
                </p:nvPicPr>
                <p:blipFill>
                  <a:blip r:embed="rId54"/>
                  <a:stretch>
                    <a:fillRect/>
                  </a:stretch>
                </p:blipFill>
                <p:spPr>
                  <a:xfrm>
                    <a:off x="11083683" y="6246716"/>
                    <a:ext cx="41688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7" name="Ink 56">
                    <a:extLst>
                      <a:ext uri="{FF2B5EF4-FFF2-40B4-BE49-F238E27FC236}">
                        <a16:creationId xmlns:a16="http://schemas.microsoft.com/office/drawing/2014/main" id="{A1F62BBC-5DE6-454A-9544-9B1BA299D4E8}"/>
                      </a:ext>
                    </a:extLst>
                  </p14:cNvPr>
                  <p14:cNvContentPartPr/>
                  <p14:nvPr/>
                </p14:nvContentPartPr>
                <p14:xfrm>
                  <a:off x="10907643" y="6210716"/>
                  <a:ext cx="184680" cy="27720"/>
                </p14:xfrm>
              </p:contentPart>
            </mc:Choice>
            <mc:Fallback xmlns="">
              <p:pic>
                <p:nvPicPr>
                  <p:cNvPr id="57" name="Ink 56">
                    <a:extLst>
                      <a:ext uri="{FF2B5EF4-FFF2-40B4-BE49-F238E27FC236}">
                        <a16:creationId xmlns:a16="http://schemas.microsoft.com/office/drawing/2014/main" id="{A1F62BBC-5DE6-454A-9544-9B1BA299D4E8}"/>
                      </a:ext>
                    </a:extLst>
                  </p:cNvPr>
                  <p:cNvPicPr/>
                  <p:nvPr/>
                </p:nvPicPr>
                <p:blipFill>
                  <a:blip r:embed="rId56"/>
                  <a:stretch>
                    <a:fillRect/>
                  </a:stretch>
                </p:blipFill>
                <p:spPr>
                  <a:xfrm>
                    <a:off x="10898283" y="6201356"/>
                    <a:ext cx="20340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8" name="Ink 57">
                    <a:extLst>
                      <a:ext uri="{FF2B5EF4-FFF2-40B4-BE49-F238E27FC236}">
                        <a16:creationId xmlns:a16="http://schemas.microsoft.com/office/drawing/2014/main" id="{A40E8076-B621-4639-8086-C449C14E96C2}"/>
                      </a:ext>
                    </a:extLst>
                  </p14:cNvPr>
                  <p14:cNvContentPartPr/>
                  <p14:nvPr/>
                </p14:nvContentPartPr>
                <p14:xfrm>
                  <a:off x="11133723" y="6156716"/>
                  <a:ext cx="21600" cy="28440"/>
                </p14:xfrm>
              </p:contentPart>
            </mc:Choice>
            <mc:Fallback xmlns="">
              <p:pic>
                <p:nvPicPr>
                  <p:cNvPr id="58" name="Ink 57">
                    <a:extLst>
                      <a:ext uri="{FF2B5EF4-FFF2-40B4-BE49-F238E27FC236}">
                        <a16:creationId xmlns:a16="http://schemas.microsoft.com/office/drawing/2014/main" id="{A40E8076-B621-4639-8086-C449C14E96C2}"/>
                      </a:ext>
                    </a:extLst>
                  </p:cNvPr>
                  <p:cNvPicPr/>
                  <p:nvPr/>
                </p:nvPicPr>
                <p:blipFill>
                  <a:blip r:embed="rId58"/>
                  <a:stretch>
                    <a:fillRect/>
                  </a:stretch>
                </p:blipFill>
                <p:spPr>
                  <a:xfrm>
                    <a:off x="11124363" y="6147356"/>
                    <a:ext cx="39960" cy="47160"/>
                  </a:xfrm>
                  <a:prstGeom prst="rect">
                    <a:avLst/>
                  </a:prstGeom>
                </p:spPr>
              </p:pic>
            </mc:Fallback>
          </mc:AlternateContent>
        </p:grpSp>
      </p:grpSp>
    </p:spTree>
    <p:extLst>
      <p:ext uri="{BB962C8B-B14F-4D97-AF65-F5344CB8AC3E}">
        <p14:creationId xmlns:p14="http://schemas.microsoft.com/office/powerpoint/2010/main" val="2550487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13D0E1-DD21-4620-900D-3ADEE65075DB}"/>
              </a:ext>
            </a:extLst>
          </p:cNvPr>
          <p:cNvSpPr>
            <a:spLocks noGrp="1"/>
          </p:cNvSpPr>
          <p:nvPr>
            <p:ph type="dt" sz="half" idx="11"/>
          </p:nvPr>
        </p:nvSpPr>
        <p:spPr/>
        <p:txBody>
          <a:bodyPr/>
          <a:lstStyle/>
          <a:p>
            <a:fld id="{0342CC68-9F46-4D9B-9C31-5F4F343BD2FF}" type="datetime1">
              <a:rPr lang="en-IN" smtClean="0"/>
              <a:t>15-09-2026</a:t>
            </a:fld>
            <a:endParaRPr lang="en-IN"/>
          </a:p>
        </p:txBody>
      </p:sp>
      <p:sp>
        <p:nvSpPr>
          <p:cNvPr id="3" name="Footer Placeholder 2">
            <a:extLst>
              <a:ext uri="{FF2B5EF4-FFF2-40B4-BE49-F238E27FC236}">
                <a16:creationId xmlns:a16="http://schemas.microsoft.com/office/drawing/2014/main" id="{97265CA2-6354-473B-9044-0C0F8719A8B3}"/>
              </a:ext>
            </a:extLst>
          </p:cNvPr>
          <p:cNvSpPr>
            <a:spLocks noGrp="1"/>
          </p:cNvSpPr>
          <p:nvPr>
            <p:ph type="ftr" sz="quarter" idx="12"/>
          </p:nvPr>
        </p:nvSpPr>
        <p:spPr/>
        <p:txBody>
          <a:bodyPr/>
          <a:lstStyle/>
          <a:p>
            <a:r>
              <a:rPr lang="en-US"/>
              <a:t>SEPARATION PROCESS-II</a:t>
            </a:r>
            <a:endParaRPr lang="en-IN"/>
          </a:p>
        </p:txBody>
      </p:sp>
      <p:sp>
        <p:nvSpPr>
          <p:cNvPr id="4" name="Slide Number Placeholder 3">
            <a:extLst>
              <a:ext uri="{FF2B5EF4-FFF2-40B4-BE49-F238E27FC236}">
                <a16:creationId xmlns:a16="http://schemas.microsoft.com/office/drawing/2014/main" id="{CB6F1C5F-6C85-4FE5-953C-3E30F4E1D21E}"/>
              </a:ext>
            </a:extLst>
          </p:cNvPr>
          <p:cNvSpPr>
            <a:spLocks noGrp="1"/>
          </p:cNvSpPr>
          <p:nvPr>
            <p:ph type="sldNum" sz="quarter" idx="13"/>
          </p:nvPr>
        </p:nvSpPr>
        <p:spPr/>
        <p:txBody>
          <a:bodyPr/>
          <a:lstStyle/>
          <a:p>
            <a:fld id="{957D5EAD-A97B-4969-AF6A-47A86C2666CF}" type="slidenum">
              <a:rPr lang="en-IN" smtClean="0"/>
              <a:t>7</a:t>
            </a:fld>
            <a:endParaRPr lang="en-IN"/>
          </a:p>
        </p:txBody>
      </p:sp>
      <p:sp>
        <p:nvSpPr>
          <p:cNvPr id="5" name="Content Placeholder 4">
            <a:extLst>
              <a:ext uri="{FF2B5EF4-FFF2-40B4-BE49-F238E27FC236}">
                <a16:creationId xmlns:a16="http://schemas.microsoft.com/office/drawing/2014/main" id="{A90340C4-5D4C-4D06-AA6D-14ABBBF4D53A}"/>
              </a:ext>
            </a:extLst>
          </p:cNvPr>
          <p:cNvSpPr>
            <a:spLocks noGrp="1"/>
          </p:cNvSpPr>
          <p:nvPr>
            <p:ph sz="quarter" idx="14"/>
          </p:nvPr>
        </p:nvSpPr>
        <p:spPr/>
        <p:txBody>
          <a:bodyPr>
            <a:normAutofit fontScale="77500" lnSpcReduction="20000"/>
          </a:bodyPr>
          <a:lstStyle/>
          <a:p>
            <a:r>
              <a:rPr lang="en-US" dirty="0"/>
              <a:t>In a continuous filter (rotary-drum type) the feed, filtrate, and cake move at steady constant rates.</a:t>
            </a:r>
          </a:p>
          <a:p>
            <a:r>
              <a:rPr lang="en-US" dirty="0"/>
              <a:t>For any element of the filter surface conditions are not steady but transient.</a:t>
            </a:r>
          </a:p>
          <a:p>
            <a:r>
              <a:rPr lang="en-US" dirty="0"/>
              <a:t>The Process consists of several steps in series</a:t>
            </a:r>
          </a:p>
          <a:p>
            <a:pPr lvl="1"/>
            <a:r>
              <a:rPr lang="en-US" sz="3100" dirty="0"/>
              <a:t>cake formation, </a:t>
            </a:r>
          </a:p>
          <a:p>
            <a:pPr lvl="1"/>
            <a:r>
              <a:rPr lang="en-US" sz="3100" dirty="0"/>
              <a:t>washing, </a:t>
            </a:r>
          </a:p>
          <a:p>
            <a:pPr lvl="1"/>
            <a:r>
              <a:rPr lang="en-US" sz="3100" dirty="0"/>
              <a:t>drying, and </a:t>
            </a:r>
          </a:p>
          <a:p>
            <a:pPr lvl="1"/>
            <a:r>
              <a:rPr lang="en-US" sz="3100" dirty="0"/>
              <a:t>discharging</a:t>
            </a:r>
          </a:p>
          <a:p>
            <a:endParaRPr lang="en-US" dirty="0"/>
          </a:p>
          <a:p>
            <a:r>
              <a:rPr lang="en-US" dirty="0"/>
              <a:t>Each step involves progressive and continual change in conditions.</a:t>
            </a:r>
          </a:p>
          <a:p>
            <a:r>
              <a:rPr lang="en-US" dirty="0"/>
              <a:t>The pressure drop across the filter during cake formation is held constant. </a:t>
            </a:r>
          </a:p>
          <a:p>
            <a:r>
              <a:rPr lang="en-US" dirty="0"/>
              <a:t>Equations of discontinuous constant-pressure filtration with some modification may be applied to continuous filters.</a:t>
            </a:r>
            <a:endParaRPr lang="en-IN" dirty="0"/>
          </a:p>
        </p:txBody>
      </p:sp>
      <p:sp>
        <p:nvSpPr>
          <p:cNvPr id="6" name="Title 5">
            <a:extLst>
              <a:ext uri="{FF2B5EF4-FFF2-40B4-BE49-F238E27FC236}">
                <a16:creationId xmlns:a16="http://schemas.microsoft.com/office/drawing/2014/main" id="{E32A0E3B-FC5C-4D3D-9487-9749668E4B73}"/>
              </a:ext>
            </a:extLst>
          </p:cNvPr>
          <p:cNvSpPr>
            <a:spLocks noGrp="1"/>
          </p:cNvSpPr>
          <p:nvPr>
            <p:ph type="title"/>
          </p:nvPr>
        </p:nvSpPr>
        <p:spPr/>
        <p:txBody>
          <a:bodyPr/>
          <a:lstStyle/>
          <a:p>
            <a:r>
              <a:rPr lang="en-US" dirty="0"/>
              <a:t>Continuous Filtration</a:t>
            </a:r>
            <a:endParaRPr lang="en-IN" dirty="0"/>
          </a:p>
        </p:txBody>
      </p:sp>
    </p:spTree>
    <p:extLst>
      <p:ext uri="{BB962C8B-B14F-4D97-AF65-F5344CB8AC3E}">
        <p14:creationId xmlns:p14="http://schemas.microsoft.com/office/powerpoint/2010/main" val="1824714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EE9FFA-D25C-443D-AC46-9D34C9947F57}"/>
              </a:ext>
            </a:extLst>
          </p:cNvPr>
          <p:cNvSpPr>
            <a:spLocks noGrp="1"/>
          </p:cNvSpPr>
          <p:nvPr>
            <p:ph type="dt" sz="half" idx="11"/>
          </p:nvPr>
        </p:nvSpPr>
        <p:spPr/>
        <p:txBody>
          <a:bodyPr/>
          <a:lstStyle/>
          <a:p>
            <a:fld id="{0342CC68-9F46-4D9B-9C31-5F4F343BD2FF}" type="datetime1">
              <a:rPr lang="en-IN" smtClean="0"/>
              <a:t>15-09-2026</a:t>
            </a:fld>
            <a:endParaRPr lang="en-IN"/>
          </a:p>
        </p:txBody>
      </p:sp>
      <p:sp>
        <p:nvSpPr>
          <p:cNvPr id="3" name="Footer Placeholder 2">
            <a:extLst>
              <a:ext uri="{FF2B5EF4-FFF2-40B4-BE49-F238E27FC236}">
                <a16:creationId xmlns:a16="http://schemas.microsoft.com/office/drawing/2014/main" id="{067F70CA-11A2-4BC6-9C53-9D7995D3FBCC}"/>
              </a:ext>
            </a:extLst>
          </p:cNvPr>
          <p:cNvSpPr>
            <a:spLocks noGrp="1"/>
          </p:cNvSpPr>
          <p:nvPr>
            <p:ph type="ftr" sz="quarter" idx="12"/>
          </p:nvPr>
        </p:nvSpPr>
        <p:spPr/>
        <p:txBody>
          <a:bodyPr/>
          <a:lstStyle/>
          <a:p>
            <a:r>
              <a:rPr lang="en-US" dirty="0"/>
              <a:t>SEPARATION PROCESS-II</a:t>
            </a:r>
            <a:endParaRPr lang="en-IN" dirty="0"/>
          </a:p>
        </p:txBody>
      </p:sp>
      <p:sp>
        <p:nvSpPr>
          <p:cNvPr id="4" name="Slide Number Placeholder 3">
            <a:extLst>
              <a:ext uri="{FF2B5EF4-FFF2-40B4-BE49-F238E27FC236}">
                <a16:creationId xmlns:a16="http://schemas.microsoft.com/office/drawing/2014/main" id="{362DAC28-1415-4E6C-A878-2625B42C8364}"/>
              </a:ext>
            </a:extLst>
          </p:cNvPr>
          <p:cNvSpPr>
            <a:spLocks noGrp="1"/>
          </p:cNvSpPr>
          <p:nvPr>
            <p:ph type="sldNum" sz="quarter" idx="13"/>
          </p:nvPr>
        </p:nvSpPr>
        <p:spPr/>
        <p:txBody>
          <a:bodyPr/>
          <a:lstStyle/>
          <a:p>
            <a:fld id="{957D5EAD-A97B-4969-AF6A-47A86C2666CF}" type="slidenum">
              <a:rPr lang="en-IN" smtClean="0"/>
              <a:t>8</a:t>
            </a:fld>
            <a:endParaRPr lang="en-IN"/>
          </a:p>
        </p:txBody>
      </p:sp>
      <mc:AlternateContent xmlns:mc="http://schemas.openxmlformats.org/markup-compatibility/2006" xmlns:a14="http://schemas.microsoft.com/office/drawing/2010/main">
        <mc:Choice Requires="a14">
          <p:sp>
            <p:nvSpPr>
              <p:cNvPr id="6" name="Title 5">
                <a:extLst>
                  <a:ext uri="{FF2B5EF4-FFF2-40B4-BE49-F238E27FC236}">
                    <a16:creationId xmlns:a16="http://schemas.microsoft.com/office/drawing/2014/main" id="{8AEFA4E9-477A-4A92-BEC0-D77DA43557AC}"/>
                  </a:ext>
                </a:extLst>
              </p:cNvPr>
              <p:cNvSpPr>
                <a:spLocks noGrp="1"/>
              </p:cNvSpPr>
              <p:nvPr>
                <p:ph type="title"/>
              </p:nvPr>
            </p:nvSpPr>
            <p:spPr>
              <a:xfrm>
                <a:off x="443999" y="719751"/>
                <a:ext cx="4165323" cy="864000"/>
              </a:xfrm>
            </p:spPr>
            <p:txBody>
              <a:bodyPr>
                <a:normAutofit/>
              </a:bodyPr>
              <a:lstStyle/>
              <a:p>
                <a:pPr algn="ctr"/>
                <a:r>
                  <a:rPr lang="en-US" sz="2800" dirty="0">
                    <a:solidFill>
                      <a:srgbClr val="0070C0"/>
                    </a:solidFill>
                  </a:rPr>
                  <a:t>Continuous Filtration, </a:t>
                </a:r>
                <a14:m>
                  <m:oMath xmlns:m="http://schemas.openxmlformats.org/officeDocument/2006/math">
                    <m:sSub>
                      <m:sSubPr>
                        <m:ctrlPr>
                          <a:rPr lang="en-US" sz="2800" b="1" i="1" smtClean="0">
                            <a:solidFill>
                              <a:srgbClr val="0070C0"/>
                            </a:solidFill>
                            <a:latin typeface="Cambria Math" panose="02040503050406030204" pitchFamily="18" charset="0"/>
                          </a:rPr>
                        </m:ctrlPr>
                      </m:sSubPr>
                      <m:e>
                        <m:r>
                          <a:rPr lang="en-US" sz="2800" b="1" i="1" smtClean="0">
                            <a:solidFill>
                              <a:srgbClr val="0070C0"/>
                            </a:solidFill>
                            <a:latin typeface="Cambria Math" panose="02040503050406030204" pitchFamily="18" charset="0"/>
                          </a:rPr>
                          <m:t>𝑹</m:t>
                        </m:r>
                      </m:e>
                      <m:sub>
                        <m:r>
                          <a:rPr lang="en-US" sz="2800" b="1" i="1" smtClean="0">
                            <a:solidFill>
                              <a:srgbClr val="0070C0"/>
                            </a:solidFill>
                            <a:latin typeface="Cambria Math" panose="02040503050406030204" pitchFamily="18" charset="0"/>
                          </a:rPr>
                          <m:t>𝒎</m:t>
                        </m:r>
                      </m:sub>
                    </m:sSub>
                    <m:r>
                      <a:rPr lang="en-US" sz="2800" b="1" i="1" smtClean="0">
                        <a:solidFill>
                          <a:srgbClr val="0070C0"/>
                        </a:solidFill>
                        <a:latin typeface="Cambria Math" panose="02040503050406030204" pitchFamily="18" charset="0"/>
                      </a:rPr>
                      <m:t>=</m:t>
                    </m:r>
                    <m:r>
                      <a:rPr lang="en-US" sz="2800" b="1" i="1" smtClean="0">
                        <a:solidFill>
                          <a:srgbClr val="0070C0"/>
                        </a:solidFill>
                        <a:latin typeface="Cambria Math" panose="02040503050406030204" pitchFamily="18" charset="0"/>
                      </a:rPr>
                      <m:t>𝟎</m:t>
                    </m:r>
                  </m:oMath>
                </a14:m>
                <a:endParaRPr lang="en-IN" sz="2800" dirty="0">
                  <a:solidFill>
                    <a:srgbClr val="0070C0"/>
                  </a:solidFill>
                </a:endParaRPr>
              </a:p>
            </p:txBody>
          </p:sp>
        </mc:Choice>
        <mc:Fallback xmlns="">
          <p:sp>
            <p:nvSpPr>
              <p:cNvPr id="6" name="Title 5">
                <a:extLst>
                  <a:ext uri="{FF2B5EF4-FFF2-40B4-BE49-F238E27FC236}">
                    <a16:creationId xmlns:a16="http://schemas.microsoft.com/office/drawing/2014/main" id="{8AEFA4E9-477A-4A92-BEC0-D77DA43557AC}"/>
                  </a:ext>
                </a:extLst>
              </p:cNvPr>
              <p:cNvSpPr>
                <a:spLocks noGrp="1" noRot="1" noChangeAspect="1" noMove="1" noResize="1" noEditPoints="1" noAdjustHandles="1" noChangeArrowheads="1" noChangeShapeType="1" noTextEdit="1"/>
              </p:cNvSpPr>
              <p:nvPr>
                <p:ph type="title"/>
              </p:nvPr>
            </p:nvSpPr>
            <p:spPr>
              <a:xfrm>
                <a:off x="443999" y="719751"/>
                <a:ext cx="4165323" cy="864000"/>
              </a:xfrm>
              <a:blipFill>
                <a:blip r:embed="rId2"/>
                <a:stretch>
                  <a:fillRect l="-219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6B8AC1B-1385-4775-A56D-A5DEB1E387FF}"/>
                  </a:ext>
                </a:extLst>
              </p:cNvPr>
              <p:cNvSpPr txBox="1"/>
              <p:nvPr/>
            </p:nvSpPr>
            <p:spPr>
              <a:xfrm>
                <a:off x="4223386" y="1591601"/>
                <a:ext cx="3240181" cy="113261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solidFill>
                                <a:schemeClr val="tx1"/>
                              </a:solidFill>
                              <a:latin typeface="Cambria Math" panose="02040503050406030204" pitchFamily="18" charset="0"/>
                            </a:rPr>
                          </m:ctrlPr>
                        </m:fPr>
                        <m:num>
                          <m:sSub>
                            <m:sSubPr>
                              <m:ctrlPr>
                                <a:rPr lang="en-US" sz="2400" i="1">
                                  <a:solidFill>
                                    <a:schemeClr val="tx1"/>
                                  </a:solidFill>
                                  <a:latin typeface="Cambria Math" panose="02040503050406030204" pitchFamily="18" charset="0"/>
                                </a:rPr>
                              </m:ctrlPr>
                            </m:sSubPr>
                            <m:e>
                              <m:acc>
                                <m:accPr>
                                  <m:chr m:val="̇"/>
                                  <m:ctrlPr>
                                    <a:rPr lang="en-US" sz="2400" i="1">
                                      <a:solidFill>
                                        <a:schemeClr val="tx1"/>
                                      </a:solidFill>
                                      <a:latin typeface="Cambria Math" panose="02040503050406030204" pitchFamily="18" charset="0"/>
                                    </a:rPr>
                                  </m:ctrlPr>
                                </m:accPr>
                                <m:e>
                                  <m:r>
                                    <a:rPr lang="en-US" sz="2400" i="1">
                                      <a:solidFill>
                                        <a:schemeClr val="tx1"/>
                                      </a:solidFill>
                                      <a:latin typeface="Cambria Math" panose="02040503050406030204" pitchFamily="18" charset="0"/>
                                    </a:rPr>
                                    <m:t>𝑚</m:t>
                                  </m:r>
                                </m:e>
                              </m:acc>
                            </m:e>
                            <m:sub>
                              <m:r>
                                <a:rPr lang="en-US" sz="2400" i="1">
                                  <a:solidFill>
                                    <a:schemeClr val="tx1"/>
                                  </a:solidFill>
                                  <a:latin typeface="Cambria Math" panose="02040503050406030204" pitchFamily="18" charset="0"/>
                                </a:rPr>
                                <m:t>𝑐</m:t>
                              </m:r>
                            </m:sub>
                          </m:sSub>
                        </m:num>
                        <m:den>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𝐴</m:t>
                              </m:r>
                            </m:e>
                            <m:sub>
                              <m:r>
                                <a:rPr lang="en-US" sz="2400" b="0" i="1" smtClean="0">
                                  <a:solidFill>
                                    <a:schemeClr val="tx1"/>
                                  </a:solidFill>
                                  <a:latin typeface="Cambria Math" panose="02040503050406030204" pitchFamily="18" charset="0"/>
                                </a:rPr>
                                <m:t>𝑇</m:t>
                              </m:r>
                            </m:sub>
                          </m:sSub>
                        </m:den>
                      </m:f>
                      <m:r>
                        <a:rPr lang="en-US" sz="2400" b="0" i="1" smtClean="0">
                          <a:solidFill>
                            <a:schemeClr val="tx1"/>
                          </a:solidFill>
                          <a:latin typeface="Cambria Math" panose="02040503050406030204" pitchFamily="18" charset="0"/>
                        </a:rPr>
                        <m:t>=</m:t>
                      </m:r>
                      <m:sSup>
                        <m:sSupPr>
                          <m:ctrlPr>
                            <a:rPr lang="en-US" sz="2400" b="0" i="1" smtClean="0">
                              <a:solidFill>
                                <a:schemeClr val="tx1"/>
                              </a:solidFill>
                              <a:latin typeface="Cambria Math" panose="02040503050406030204" pitchFamily="18" charset="0"/>
                            </a:rPr>
                          </m:ctrlPr>
                        </m:sSupPr>
                        <m:e>
                          <m:d>
                            <m:dPr>
                              <m:ctrlPr>
                                <a:rPr lang="en-US" sz="2400" b="0" i="1" smtClean="0">
                                  <a:solidFill>
                                    <a:schemeClr val="tx1"/>
                                  </a:solidFill>
                                  <a:latin typeface="Cambria Math" panose="02040503050406030204" pitchFamily="18" charset="0"/>
                                </a:rPr>
                              </m:ctrlPr>
                            </m:dPr>
                            <m:e>
                              <m:f>
                                <m:fPr>
                                  <m:ctrlPr>
                                    <a:rPr lang="en-US" sz="2400" b="0" i="1" smtClean="0">
                                      <a:solidFill>
                                        <a:schemeClr val="tx1"/>
                                      </a:solidFill>
                                      <a:latin typeface="Cambria Math" panose="02040503050406030204" pitchFamily="18" charset="0"/>
                                    </a:rPr>
                                  </m:ctrlPr>
                                </m:fPr>
                                <m:num>
                                  <m:r>
                                    <a:rPr lang="en-US" sz="2400" b="0" i="1" smtClean="0">
                                      <a:solidFill>
                                        <a:schemeClr val="tx1"/>
                                      </a:solidFill>
                                      <a:latin typeface="Cambria Math" panose="02040503050406030204" pitchFamily="18" charset="0"/>
                                    </a:rPr>
                                    <m:t>2</m:t>
                                  </m:r>
                                  <m:r>
                                    <a:rPr lang="en-US" sz="2400" b="0" i="1" smtClean="0">
                                      <a:solidFill>
                                        <a:schemeClr val="tx1"/>
                                      </a:solidFill>
                                      <a:latin typeface="Cambria Math" panose="02040503050406030204" pitchFamily="18" charset="0"/>
                                    </a:rPr>
                                    <m:t>𝑐</m:t>
                                  </m:r>
                                  <m:sSup>
                                    <m:sSupPr>
                                      <m:ctrlPr>
                                        <a:rPr lang="en-US" sz="2400" b="0" i="1" smtClean="0">
                                          <a:solidFill>
                                            <a:schemeClr val="tx1"/>
                                          </a:solidFill>
                                          <a:latin typeface="Cambria Math" panose="02040503050406030204" pitchFamily="18" charset="0"/>
                                        </a:rPr>
                                      </m:ctrlPr>
                                    </m:sSupPr>
                                    <m:e>
                                      <m:d>
                                        <m:dPr>
                                          <m:ctrlPr>
                                            <a:rPr lang="en-US" sz="2400" b="0" i="1" smtClean="0">
                                              <a:solidFill>
                                                <a:schemeClr val="tx1"/>
                                              </a:solidFill>
                                              <a:latin typeface="Cambria Math" panose="02040503050406030204" pitchFamily="18" charset="0"/>
                                            </a:rPr>
                                          </m:ctrlPr>
                                        </m:dPr>
                                        <m:e>
                                          <m:r>
                                            <m:rPr>
                                              <m:sty m:val="p"/>
                                            </m:rPr>
                                            <a:rPr lang="en-US" sz="2400" b="0" i="0" smtClean="0">
                                              <a:solidFill>
                                                <a:schemeClr val="tx1"/>
                                              </a:solidFill>
                                              <a:latin typeface="Cambria Math" panose="02040503050406030204" pitchFamily="18" charset="0"/>
                                            </a:rPr>
                                            <m:t>Δ</m:t>
                                          </m:r>
                                          <m:r>
                                            <a:rPr lang="en-US" sz="2400" b="0" i="1" smtClean="0">
                                              <a:solidFill>
                                                <a:schemeClr val="tx1"/>
                                              </a:solidFill>
                                              <a:latin typeface="Cambria Math" panose="02040503050406030204" pitchFamily="18" charset="0"/>
                                            </a:rPr>
                                            <m:t>𝑝</m:t>
                                          </m:r>
                                        </m:e>
                                      </m:d>
                                    </m:e>
                                    <m:sup>
                                      <m:r>
                                        <a:rPr lang="en-US" sz="2400" b="0" i="1" smtClean="0">
                                          <a:solidFill>
                                            <a:schemeClr val="tx1"/>
                                          </a:solidFill>
                                          <a:latin typeface="Cambria Math" panose="02040503050406030204" pitchFamily="18" charset="0"/>
                                        </a:rPr>
                                        <m:t>1−</m:t>
                                      </m:r>
                                      <m:r>
                                        <a:rPr lang="en-US" sz="2400" b="0" i="1" smtClean="0">
                                          <a:solidFill>
                                            <a:schemeClr val="tx1"/>
                                          </a:solidFill>
                                          <a:latin typeface="Cambria Math" panose="02040503050406030204" pitchFamily="18" charset="0"/>
                                        </a:rPr>
                                        <m:t>𝑠</m:t>
                                      </m:r>
                                    </m:sup>
                                  </m:sSup>
                                  <m:r>
                                    <a:rPr lang="en-US" sz="2400" b="0" i="1" smtClean="0">
                                      <a:solidFill>
                                        <a:schemeClr val="tx1"/>
                                      </a:solidFill>
                                      <a:latin typeface="Cambria Math" panose="02040503050406030204" pitchFamily="18" charset="0"/>
                                    </a:rPr>
                                    <m:t>𝑓𝑛</m:t>
                                  </m:r>
                                </m:num>
                                <m:den>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𝛼</m:t>
                                      </m:r>
                                    </m:e>
                                    <m:sub>
                                      <m:r>
                                        <a:rPr lang="en-US" sz="2400" b="0" i="1" smtClean="0">
                                          <a:solidFill>
                                            <a:schemeClr val="tx1"/>
                                          </a:solidFill>
                                          <a:latin typeface="Cambria Math" panose="02040503050406030204" pitchFamily="18" charset="0"/>
                                        </a:rPr>
                                        <m:t>0</m:t>
                                      </m:r>
                                    </m:sub>
                                  </m:sSub>
                                  <m:r>
                                    <a:rPr lang="en-US" sz="2400" b="0" i="1" smtClean="0">
                                      <a:solidFill>
                                        <a:schemeClr val="tx1"/>
                                      </a:solidFill>
                                      <a:latin typeface="Cambria Math" panose="02040503050406030204" pitchFamily="18" charset="0"/>
                                    </a:rPr>
                                    <m:t>𝜇</m:t>
                                  </m:r>
                                </m:den>
                              </m:f>
                            </m:e>
                          </m:d>
                        </m:e>
                        <m:sup>
                          <m:f>
                            <m:fPr>
                              <m:ctrlPr>
                                <a:rPr lang="en-US" sz="2400" b="0" i="1" smtClean="0">
                                  <a:solidFill>
                                    <a:schemeClr val="tx1"/>
                                  </a:solidFill>
                                  <a:latin typeface="Cambria Math" panose="02040503050406030204" pitchFamily="18" charset="0"/>
                                </a:rPr>
                              </m:ctrlPr>
                            </m:fPr>
                            <m:num>
                              <m:r>
                                <a:rPr lang="en-US" sz="2400" b="0" i="1" smtClean="0">
                                  <a:solidFill>
                                    <a:schemeClr val="tx1"/>
                                  </a:solidFill>
                                  <a:latin typeface="Cambria Math" panose="02040503050406030204" pitchFamily="18" charset="0"/>
                                </a:rPr>
                                <m:t>1</m:t>
                              </m:r>
                            </m:num>
                            <m:den>
                              <m:r>
                                <a:rPr lang="en-US" sz="2400" b="0" i="1" smtClean="0">
                                  <a:solidFill>
                                    <a:schemeClr val="tx1"/>
                                  </a:solidFill>
                                  <a:latin typeface="Cambria Math" panose="02040503050406030204" pitchFamily="18" charset="0"/>
                                </a:rPr>
                                <m:t>2</m:t>
                              </m:r>
                            </m:den>
                          </m:f>
                        </m:sup>
                      </m:sSup>
                    </m:oMath>
                  </m:oMathPara>
                </a14:m>
                <a:endParaRPr lang="en-IN" sz="2400" dirty="0">
                  <a:solidFill>
                    <a:schemeClr val="tx1"/>
                  </a:solidFill>
                </a:endParaRPr>
              </a:p>
            </p:txBody>
          </p:sp>
        </mc:Choice>
        <mc:Fallback xmlns="">
          <p:sp>
            <p:nvSpPr>
              <p:cNvPr id="5" name="TextBox 4">
                <a:extLst>
                  <a:ext uri="{FF2B5EF4-FFF2-40B4-BE49-F238E27FC236}">
                    <a16:creationId xmlns:a16="http://schemas.microsoft.com/office/drawing/2014/main" id="{56B8AC1B-1385-4775-A56D-A5DEB1E387FF}"/>
                  </a:ext>
                </a:extLst>
              </p:cNvPr>
              <p:cNvSpPr txBox="1">
                <a:spLocks noRot="1" noChangeAspect="1" noMove="1" noResize="1" noEditPoints="1" noAdjustHandles="1" noChangeArrowheads="1" noChangeShapeType="1" noTextEdit="1"/>
              </p:cNvSpPr>
              <p:nvPr/>
            </p:nvSpPr>
            <p:spPr>
              <a:xfrm>
                <a:off x="4223386" y="1591601"/>
                <a:ext cx="3240181" cy="1132618"/>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060F1B4-A2A1-4EDF-85AD-0493452223D9}"/>
                  </a:ext>
                </a:extLst>
              </p:cNvPr>
              <p:cNvSpPr txBox="1"/>
              <p:nvPr/>
            </p:nvSpPr>
            <p:spPr>
              <a:xfrm>
                <a:off x="4942906" y="3316562"/>
                <a:ext cx="2827056" cy="1125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solidFill>
                                <a:schemeClr val="tx1"/>
                              </a:solidFill>
                              <a:latin typeface="Cambria Math" panose="02040503050406030204" pitchFamily="18" charset="0"/>
                            </a:rPr>
                          </m:ctrlPr>
                        </m:fPr>
                        <m:num>
                          <m:sSub>
                            <m:sSubPr>
                              <m:ctrlPr>
                                <a:rPr lang="en-US" sz="2400" b="0" i="1" smtClean="0">
                                  <a:solidFill>
                                    <a:schemeClr val="tx1"/>
                                  </a:solidFill>
                                  <a:latin typeface="Cambria Math" panose="02040503050406030204" pitchFamily="18" charset="0"/>
                                </a:rPr>
                              </m:ctrlPr>
                            </m:sSubPr>
                            <m:e>
                              <m:acc>
                                <m:accPr>
                                  <m:chr m:val="̇"/>
                                  <m:ctrlPr>
                                    <a:rPr lang="en-US" sz="2400" b="0" i="1" smtClean="0">
                                      <a:solidFill>
                                        <a:schemeClr val="tx1"/>
                                      </a:solidFill>
                                      <a:latin typeface="Cambria Math" panose="02040503050406030204" pitchFamily="18" charset="0"/>
                                    </a:rPr>
                                  </m:ctrlPr>
                                </m:accPr>
                                <m:e>
                                  <m:r>
                                    <a:rPr lang="en-US" sz="2400" b="0" i="1" smtClean="0">
                                      <a:solidFill>
                                        <a:schemeClr val="tx1"/>
                                      </a:solidFill>
                                      <a:latin typeface="Cambria Math" panose="02040503050406030204" pitchFamily="18" charset="0"/>
                                    </a:rPr>
                                    <m:t>𝑚</m:t>
                                  </m:r>
                                </m:e>
                              </m:acc>
                            </m:e>
                            <m:sub>
                              <m:r>
                                <a:rPr lang="en-US" sz="2400" b="0" i="1" smtClean="0">
                                  <a:solidFill>
                                    <a:schemeClr val="tx1"/>
                                  </a:solidFill>
                                  <a:latin typeface="Cambria Math" panose="02040503050406030204" pitchFamily="18" charset="0"/>
                                </a:rPr>
                                <m:t>𝑐</m:t>
                              </m:r>
                            </m:sub>
                          </m:sSub>
                        </m:num>
                        <m:den>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𝐴</m:t>
                              </m:r>
                            </m:e>
                            <m:sub>
                              <m:r>
                                <a:rPr lang="en-US" sz="2400" b="0" i="1" smtClean="0">
                                  <a:solidFill>
                                    <a:schemeClr val="tx1"/>
                                  </a:solidFill>
                                  <a:latin typeface="Cambria Math" panose="02040503050406030204" pitchFamily="18" charset="0"/>
                                </a:rPr>
                                <m:t>𝑇</m:t>
                              </m:r>
                            </m:sub>
                          </m:sSub>
                        </m:den>
                      </m:f>
                      <m:r>
                        <a:rPr lang="en-US" sz="2400" b="0" i="1" smtClean="0">
                          <a:solidFill>
                            <a:schemeClr val="tx1"/>
                          </a:solidFill>
                          <a:latin typeface="Cambria Math" panose="02040503050406030204" pitchFamily="18" charset="0"/>
                        </a:rPr>
                        <m:t>=</m:t>
                      </m:r>
                      <m:sSup>
                        <m:sSupPr>
                          <m:ctrlPr>
                            <a:rPr lang="en-US" sz="2400" b="0" i="1" smtClean="0">
                              <a:solidFill>
                                <a:schemeClr val="tx1"/>
                              </a:solidFill>
                              <a:latin typeface="Cambria Math" panose="02040503050406030204" pitchFamily="18" charset="0"/>
                            </a:rPr>
                          </m:ctrlPr>
                        </m:sSupPr>
                        <m:e>
                          <m:d>
                            <m:dPr>
                              <m:ctrlPr>
                                <a:rPr lang="en-US" sz="2400" b="0" i="1" smtClean="0">
                                  <a:solidFill>
                                    <a:schemeClr val="tx1"/>
                                  </a:solidFill>
                                  <a:latin typeface="Cambria Math" panose="02040503050406030204" pitchFamily="18" charset="0"/>
                                </a:rPr>
                              </m:ctrlPr>
                            </m:dPr>
                            <m:e>
                              <m:f>
                                <m:fPr>
                                  <m:ctrlPr>
                                    <a:rPr lang="en-US" sz="2400" b="0" i="1" smtClean="0">
                                      <a:solidFill>
                                        <a:schemeClr val="tx1"/>
                                      </a:solidFill>
                                      <a:latin typeface="Cambria Math" panose="02040503050406030204" pitchFamily="18" charset="0"/>
                                    </a:rPr>
                                  </m:ctrlPr>
                                </m:fPr>
                                <m:num>
                                  <m:r>
                                    <a:rPr lang="en-US" sz="2400" b="0" i="1" smtClean="0">
                                      <a:solidFill>
                                        <a:schemeClr val="tx1"/>
                                      </a:solidFill>
                                      <a:latin typeface="Cambria Math" panose="02040503050406030204" pitchFamily="18" charset="0"/>
                                    </a:rPr>
                                    <m:t>2</m:t>
                                  </m:r>
                                  <m:r>
                                    <a:rPr lang="en-US" sz="2400" b="0" i="1" smtClean="0">
                                      <a:solidFill>
                                        <a:schemeClr val="tx1"/>
                                      </a:solidFill>
                                      <a:latin typeface="Cambria Math" panose="02040503050406030204" pitchFamily="18" charset="0"/>
                                    </a:rPr>
                                    <m:t>𝑐</m:t>
                                  </m:r>
                                  <m:d>
                                    <m:dPr>
                                      <m:ctrlPr>
                                        <a:rPr lang="en-US" sz="2400" i="1">
                                          <a:solidFill>
                                            <a:schemeClr val="tx1"/>
                                          </a:solidFill>
                                          <a:latin typeface="Cambria Math" panose="02040503050406030204" pitchFamily="18" charset="0"/>
                                        </a:rPr>
                                      </m:ctrlPr>
                                    </m:dPr>
                                    <m:e>
                                      <m:r>
                                        <m:rPr>
                                          <m:sty m:val="p"/>
                                        </m:rPr>
                                        <a:rPr lang="en-US" sz="2400">
                                          <a:solidFill>
                                            <a:schemeClr val="tx1"/>
                                          </a:solidFill>
                                          <a:latin typeface="Cambria Math" panose="02040503050406030204" pitchFamily="18" charset="0"/>
                                        </a:rPr>
                                        <m:t>Δ</m:t>
                                      </m:r>
                                      <m:r>
                                        <a:rPr lang="en-US" sz="2400" i="1">
                                          <a:solidFill>
                                            <a:schemeClr val="tx1"/>
                                          </a:solidFill>
                                          <a:latin typeface="Cambria Math" panose="02040503050406030204" pitchFamily="18" charset="0"/>
                                        </a:rPr>
                                        <m:t>𝑝</m:t>
                                      </m:r>
                                    </m:e>
                                  </m:d>
                                  <m:r>
                                    <a:rPr lang="en-US" sz="2400" b="0" i="1" smtClean="0">
                                      <a:solidFill>
                                        <a:schemeClr val="tx1"/>
                                      </a:solidFill>
                                      <a:latin typeface="Cambria Math" panose="02040503050406030204" pitchFamily="18" charset="0"/>
                                    </a:rPr>
                                    <m:t>𝑓𝑛</m:t>
                                  </m:r>
                                </m:num>
                                <m:den>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𝛼</m:t>
                                      </m:r>
                                    </m:e>
                                    <m:sub>
                                      <m:r>
                                        <a:rPr lang="en-US" sz="2400" b="0" i="1" smtClean="0">
                                          <a:solidFill>
                                            <a:schemeClr val="tx1"/>
                                          </a:solidFill>
                                          <a:latin typeface="Cambria Math" panose="02040503050406030204" pitchFamily="18" charset="0"/>
                                        </a:rPr>
                                        <m:t>0</m:t>
                                      </m:r>
                                    </m:sub>
                                  </m:sSub>
                                  <m:r>
                                    <a:rPr lang="en-US" sz="2400" b="0" i="1" smtClean="0">
                                      <a:solidFill>
                                        <a:schemeClr val="tx1"/>
                                      </a:solidFill>
                                      <a:latin typeface="Cambria Math" panose="02040503050406030204" pitchFamily="18" charset="0"/>
                                    </a:rPr>
                                    <m:t>𝜇</m:t>
                                  </m:r>
                                </m:den>
                              </m:f>
                            </m:e>
                          </m:d>
                        </m:e>
                        <m:sup>
                          <m:f>
                            <m:fPr>
                              <m:ctrlPr>
                                <a:rPr lang="en-US" sz="2400" b="0" i="1" smtClean="0">
                                  <a:solidFill>
                                    <a:schemeClr val="tx1"/>
                                  </a:solidFill>
                                  <a:latin typeface="Cambria Math" panose="02040503050406030204" pitchFamily="18" charset="0"/>
                                </a:rPr>
                              </m:ctrlPr>
                            </m:fPr>
                            <m:num>
                              <m:r>
                                <a:rPr lang="en-US" sz="2400" b="0" i="1" smtClean="0">
                                  <a:solidFill>
                                    <a:schemeClr val="tx1"/>
                                  </a:solidFill>
                                  <a:latin typeface="Cambria Math" panose="02040503050406030204" pitchFamily="18" charset="0"/>
                                </a:rPr>
                                <m:t>1</m:t>
                              </m:r>
                            </m:num>
                            <m:den>
                              <m:r>
                                <a:rPr lang="en-US" sz="2400" b="0" i="1" smtClean="0">
                                  <a:solidFill>
                                    <a:schemeClr val="tx1"/>
                                  </a:solidFill>
                                  <a:latin typeface="Cambria Math" panose="02040503050406030204" pitchFamily="18" charset="0"/>
                                </a:rPr>
                                <m:t>2</m:t>
                              </m:r>
                            </m:den>
                          </m:f>
                        </m:sup>
                      </m:sSup>
                    </m:oMath>
                  </m:oMathPara>
                </a14:m>
                <a:endParaRPr lang="en-IN" sz="2400" dirty="0">
                  <a:solidFill>
                    <a:schemeClr val="tx1"/>
                  </a:solidFill>
                </a:endParaRPr>
              </a:p>
            </p:txBody>
          </p:sp>
        </mc:Choice>
        <mc:Fallback xmlns="">
          <p:sp>
            <p:nvSpPr>
              <p:cNvPr id="7" name="TextBox 6">
                <a:extLst>
                  <a:ext uri="{FF2B5EF4-FFF2-40B4-BE49-F238E27FC236}">
                    <a16:creationId xmlns:a16="http://schemas.microsoft.com/office/drawing/2014/main" id="{7060F1B4-A2A1-4EDF-85AD-0493452223D9}"/>
                  </a:ext>
                </a:extLst>
              </p:cNvPr>
              <p:cNvSpPr txBox="1">
                <a:spLocks noRot="1" noChangeAspect="1" noMove="1" noResize="1" noEditPoints="1" noAdjustHandles="1" noChangeArrowheads="1" noChangeShapeType="1" noTextEdit="1"/>
              </p:cNvSpPr>
              <p:nvPr/>
            </p:nvSpPr>
            <p:spPr>
              <a:xfrm>
                <a:off x="4942906" y="3316562"/>
                <a:ext cx="2827056" cy="1125886"/>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BD07456-FFEC-4C79-BCCD-0E4DA461428E}"/>
                  </a:ext>
                </a:extLst>
              </p:cNvPr>
              <p:cNvSpPr txBox="1"/>
              <p:nvPr/>
            </p:nvSpPr>
            <p:spPr>
              <a:xfrm>
                <a:off x="443999" y="2925030"/>
                <a:ext cx="5107232" cy="523220"/>
              </a:xfrm>
              <a:prstGeom prst="rect">
                <a:avLst/>
              </a:prstGeom>
              <a:noFill/>
            </p:spPr>
            <p:txBody>
              <a:bodyPr wrap="none" rtlCol="0">
                <a:spAutoFit/>
              </a:bodyPr>
              <a:lstStyle/>
              <a:p>
                <a:pPr marL="457200" indent="-457200">
                  <a:buFont typeface="Arial" panose="020B0604020202020204" pitchFamily="34" charset="0"/>
                  <a:buChar char="•"/>
                </a:pPr>
                <a:r>
                  <a:rPr lang="en-US" sz="2800" dirty="0">
                    <a:solidFill>
                      <a:schemeClr val="tx1"/>
                    </a:solidFill>
                  </a:rPr>
                  <a:t>Incompressible, </a:t>
                </a:r>
                <a14:m>
                  <m:oMath xmlns:m="http://schemas.openxmlformats.org/officeDocument/2006/math">
                    <m:r>
                      <a:rPr lang="en-US" sz="2800" b="0" i="1" smtClean="0">
                        <a:solidFill>
                          <a:schemeClr val="tx1"/>
                        </a:solidFill>
                        <a:latin typeface="Cambria Math" panose="02040503050406030204" pitchFamily="18" charset="0"/>
                      </a:rPr>
                      <m:t>𝑠</m:t>
                    </m:r>
                    <m:r>
                      <a:rPr lang="en-US" sz="2800" b="0" i="1" smtClean="0">
                        <a:solidFill>
                          <a:schemeClr val="tx1"/>
                        </a:solidFill>
                        <a:latin typeface="Cambria Math" panose="02040503050406030204" pitchFamily="18" charset="0"/>
                      </a:rPr>
                      <m:t>=0</m:t>
                    </m:r>
                  </m:oMath>
                </a14:m>
                <a:r>
                  <a:rPr lang="en-IN" sz="2800" dirty="0">
                    <a:solidFill>
                      <a:schemeClr val="tx1"/>
                    </a:solidFill>
                  </a:rPr>
                  <a:t>, </a:t>
                </a:r>
                <a14:m>
                  <m:oMath xmlns:m="http://schemas.openxmlformats.org/officeDocument/2006/math">
                    <m:r>
                      <a:rPr lang="en-US" sz="2800" b="0" i="1" smtClean="0">
                        <a:solidFill>
                          <a:schemeClr val="tx1"/>
                        </a:solidFill>
                        <a:latin typeface="Cambria Math" panose="02040503050406030204" pitchFamily="18" charset="0"/>
                      </a:rPr>
                      <m:t>𝛼</m:t>
                    </m:r>
                    <m:r>
                      <a:rPr lang="en-US" sz="2800" b="0" i="1"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𝛼</m:t>
                        </m:r>
                      </m:e>
                      <m:sub>
                        <m:r>
                          <a:rPr lang="en-US" sz="2800" b="0" i="1" smtClean="0">
                            <a:solidFill>
                              <a:schemeClr val="tx1"/>
                            </a:solidFill>
                            <a:latin typeface="Cambria Math" panose="02040503050406030204" pitchFamily="18" charset="0"/>
                          </a:rPr>
                          <m:t>0</m:t>
                        </m:r>
                      </m:sub>
                    </m:sSub>
                  </m:oMath>
                </a14:m>
                <a:endParaRPr lang="en-IN" sz="2800" dirty="0">
                  <a:solidFill>
                    <a:schemeClr val="tx1"/>
                  </a:solidFill>
                </a:endParaRPr>
              </a:p>
            </p:txBody>
          </p:sp>
        </mc:Choice>
        <mc:Fallback xmlns="">
          <p:sp>
            <p:nvSpPr>
              <p:cNvPr id="8" name="TextBox 7">
                <a:extLst>
                  <a:ext uri="{FF2B5EF4-FFF2-40B4-BE49-F238E27FC236}">
                    <a16:creationId xmlns:a16="http://schemas.microsoft.com/office/drawing/2014/main" id="{2BD07456-FFEC-4C79-BCCD-0E4DA461428E}"/>
                  </a:ext>
                </a:extLst>
              </p:cNvPr>
              <p:cNvSpPr txBox="1">
                <a:spLocks noRot="1" noChangeAspect="1" noMove="1" noResize="1" noEditPoints="1" noAdjustHandles="1" noChangeArrowheads="1" noChangeShapeType="1" noTextEdit="1"/>
              </p:cNvSpPr>
              <p:nvPr/>
            </p:nvSpPr>
            <p:spPr>
              <a:xfrm>
                <a:off x="443999" y="2925030"/>
                <a:ext cx="5107232" cy="523220"/>
              </a:xfrm>
              <a:prstGeom prst="rect">
                <a:avLst/>
              </a:prstGeom>
              <a:blipFill>
                <a:blip r:embed="rId5"/>
                <a:stretch>
                  <a:fillRect l="-2148" t="-11628" b="-32558"/>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C0ADC5FD-3E95-4C0E-978B-1EC27172207E}"/>
              </a:ext>
            </a:extLst>
          </p:cNvPr>
          <p:cNvSpPr txBox="1"/>
          <p:nvPr/>
        </p:nvSpPr>
        <p:spPr>
          <a:xfrm>
            <a:off x="432419" y="1504188"/>
            <a:ext cx="3127972" cy="523220"/>
          </a:xfrm>
          <a:prstGeom prst="rect">
            <a:avLst/>
          </a:prstGeom>
          <a:noFill/>
        </p:spPr>
        <p:txBody>
          <a:bodyPr wrap="none" rtlCol="0">
            <a:spAutoFit/>
          </a:bodyPr>
          <a:lstStyle/>
          <a:p>
            <a:pPr marL="457200" indent="-457200">
              <a:buFont typeface="Arial" panose="020B0604020202020204" pitchFamily="34" charset="0"/>
              <a:buChar char="•"/>
            </a:pPr>
            <a:r>
              <a:rPr lang="en-US" sz="2800" dirty="0"/>
              <a:t>For compressible</a:t>
            </a:r>
            <a:endParaRPr lang="en-IN" sz="28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3360C1-4D6C-4A11-8432-2E18B127B859}"/>
                  </a:ext>
                </a:extLst>
              </p:cNvPr>
              <p:cNvSpPr txBox="1"/>
              <p:nvPr/>
            </p:nvSpPr>
            <p:spPr>
              <a:xfrm>
                <a:off x="3368633" y="4930647"/>
                <a:ext cx="4949688" cy="1365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solidFill>
                                <a:schemeClr val="tx1"/>
                              </a:solidFill>
                              <a:latin typeface="Cambria Math" panose="02040503050406030204" pitchFamily="18" charset="0"/>
                            </a:rPr>
                          </m:ctrlPr>
                        </m:fPr>
                        <m:num>
                          <m:sSub>
                            <m:sSubPr>
                              <m:ctrlPr>
                                <a:rPr lang="en-US" sz="2400" i="1">
                                  <a:solidFill>
                                    <a:schemeClr val="tx1"/>
                                  </a:solidFill>
                                  <a:latin typeface="Cambria Math" panose="02040503050406030204" pitchFamily="18" charset="0"/>
                                </a:rPr>
                              </m:ctrlPr>
                            </m:sSubPr>
                            <m:e>
                              <m:acc>
                                <m:accPr>
                                  <m:chr m:val="̇"/>
                                  <m:ctrlPr>
                                    <a:rPr lang="en-US" sz="2400" i="1">
                                      <a:solidFill>
                                        <a:schemeClr val="tx1"/>
                                      </a:solidFill>
                                      <a:latin typeface="Cambria Math" panose="02040503050406030204" pitchFamily="18" charset="0"/>
                                    </a:rPr>
                                  </m:ctrlPr>
                                </m:accPr>
                                <m:e>
                                  <m:r>
                                    <a:rPr lang="en-US" sz="2400" i="1">
                                      <a:solidFill>
                                        <a:schemeClr val="tx1"/>
                                      </a:solidFill>
                                      <a:latin typeface="Cambria Math" panose="02040503050406030204" pitchFamily="18" charset="0"/>
                                    </a:rPr>
                                    <m:t>𝑚</m:t>
                                  </m:r>
                                </m:e>
                              </m:acc>
                            </m:e>
                            <m:sub>
                              <m:r>
                                <a:rPr lang="en-US" sz="2400" i="1">
                                  <a:solidFill>
                                    <a:schemeClr val="tx1"/>
                                  </a:solidFill>
                                  <a:latin typeface="Cambria Math" panose="02040503050406030204" pitchFamily="18" charset="0"/>
                                </a:rPr>
                                <m:t>𝑐</m:t>
                              </m:r>
                            </m:sub>
                          </m:sSub>
                        </m:num>
                        <m:den>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𝐴</m:t>
                              </m:r>
                            </m:e>
                            <m:sub>
                              <m:r>
                                <a:rPr lang="en-US" sz="2400" b="0" i="1" smtClean="0">
                                  <a:solidFill>
                                    <a:schemeClr val="tx1"/>
                                  </a:solidFill>
                                  <a:latin typeface="Cambria Math" panose="02040503050406030204" pitchFamily="18" charset="0"/>
                                </a:rPr>
                                <m:t>𝑇</m:t>
                              </m:r>
                            </m:sub>
                          </m:sSub>
                        </m:den>
                      </m:f>
                      <m:r>
                        <a:rPr lang="en-US" sz="2400" b="0" i="1" smtClean="0">
                          <a:solidFill>
                            <a:schemeClr val="tx1"/>
                          </a:solidFill>
                          <a:latin typeface="Cambria Math" panose="02040503050406030204" pitchFamily="18" charset="0"/>
                        </a:rPr>
                        <m:t>=</m:t>
                      </m:r>
                      <m:f>
                        <m:fPr>
                          <m:ctrlPr>
                            <a:rPr lang="en-US" sz="2400" b="0" i="1" smtClean="0">
                              <a:solidFill>
                                <a:schemeClr val="tx1"/>
                              </a:solidFill>
                              <a:latin typeface="Cambria Math" panose="02040503050406030204" pitchFamily="18" charset="0"/>
                            </a:rPr>
                          </m:ctrlPr>
                        </m:fPr>
                        <m:num>
                          <m:sSup>
                            <m:sSupPr>
                              <m:ctrlPr>
                                <a:rPr lang="en-US" sz="2400" b="0" i="1" smtClean="0">
                                  <a:solidFill>
                                    <a:schemeClr val="tx1"/>
                                  </a:solidFill>
                                  <a:latin typeface="Cambria Math" panose="02040503050406030204" pitchFamily="18" charset="0"/>
                                </a:rPr>
                              </m:ctrlPr>
                            </m:sSupPr>
                            <m:e>
                              <m:d>
                                <m:dPr>
                                  <m:begChr m:val="["/>
                                  <m:endChr m:val="]"/>
                                  <m:ctrlPr>
                                    <a:rPr lang="en-US" sz="2400" b="0" i="1" smtClean="0">
                                      <a:solidFill>
                                        <a:schemeClr val="tx1"/>
                                      </a:solidFill>
                                      <a:latin typeface="Cambria Math" panose="02040503050406030204" pitchFamily="18" charset="0"/>
                                    </a:rPr>
                                  </m:ctrlPr>
                                </m:dPr>
                                <m:e>
                                  <m:f>
                                    <m:fPr>
                                      <m:ctrlPr>
                                        <a:rPr lang="en-US" sz="2400" b="0" i="1" smtClean="0">
                                          <a:solidFill>
                                            <a:schemeClr val="tx1"/>
                                          </a:solidFill>
                                          <a:latin typeface="Cambria Math" panose="02040503050406030204" pitchFamily="18" charset="0"/>
                                        </a:rPr>
                                      </m:ctrlPr>
                                    </m:fPr>
                                    <m:num>
                                      <m:r>
                                        <a:rPr lang="en-US" sz="2400" i="1">
                                          <a:latin typeface="Cambria Math" panose="02040503050406030204" pitchFamily="18" charset="0"/>
                                        </a:rPr>
                                        <m:t>2</m:t>
                                      </m:r>
                                      <m:r>
                                        <a:rPr lang="en-US" sz="2400" i="1">
                                          <a:latin typeface="Cambria Math" panose="02040503050406030204" pitchFamily="18" charset="0"/>
                                        </a:rPr>
                                        <m:t>𝑐</m:t>
                                      </m:r>
                                      <m:r>
                                        <a:rPr lang="en-US" sz="2400" i="1">
                                          <a:latin typeface="Cambria Math" panose="02040503050406030204" pitchFamily="18" charset="0"/>
                                        </a:rPr>
                                        <m:t>𝛼</m:t>
                                      </m:r>
                                      <m:r>
                                        <m:rPr>
                                          <m:sty m:val="p"/>
                                        </m:rPr>
                                        <a:rPr lang="en-US" sz="2400">
                                          <a:latin typeface="Cambria Math" panose="02040503050406030204" pitchFamily="18" charset="0"/>
                                        </a:rPr>
                                        <m:t>Δ</m:t>
                                      </m:r>
                                      <m:r>
                                        <a:rPr lang="en-US" sz="2400" i="1">
                                          <a:latin typeface="Cambria Math" panose="02040503050406030204" pitchFamily="18" charset="0"/>
                                        </a:rPr>
                                        <m:t>𝑝</m:t>
                                      </m:r>
                                      <m:r>
                                        <a:rPr lang="en-US" sz="2400" b="0" i="1" smtClean="0">
                                          <a:solidFill>
                                            <a:schemeClr val="tx1"/>
                                          </a:solidFill>
                                          <a:latin typeface="Cambria Math" panose="02040503050406030204" pitchFamily="18" charset="0"/>
                                        </a:rPr>
                                        <m:t>𝑓𝑛</m:t>
                                      </m:r>
                                    </m:num>
                                    <m:den>
                                      <m:r>
                                        <a:rPr lang="en-US" sz="2400" b="0" i="1" smtClean="0">
                                          <a:solidFill>
                                            <a:schemeClr val="tx1"/>
                                          </a:solidFill>
                                          <a:latin typeface="Cambria Math" panose="02040503050406030204" pitchFamily="18" charset="0"/>
                                        </a:rPr>
                                        <m:t>𝜇</m:t>
                                      </m:r>
                                    </m:den>
                                  </m:f>
                                  <m:r>
                                    <a:rPr lang="en-US" sz="2400" b="0" i="1" smtClean="0">
                                      <a:solidFill>
                                        <a:schemeClr val="tx1"/>
                                      </a:solidFill>
                                      <a:latin typeface="Cambria Math" panose="02040503050406030204" pitchFamily="18" charset="0"/>
                                    </a:rPr>
                                    <m:t>+</m:t>
                                  </m:r>
                                  <m:sSup>
                                    <m:sSupPr>
                                      <m:ctrlPr>
                                        <a:rPr lang="en-US" sz="2400" b="0" i="1" smtClean="0">
                                          <a:solidFill>
                                            <a:schemeClr val="tx1"/>
                                          </a:solidFill>
                                          <a:latin typeface="Cambria Math" panose="02040503050406030204" pitchFamily="18" charset="0"/>
                                        </a:rPr>
                                      </m:ctrlPr>
                                    </m:sSupPr>
                                    <m:e>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𝑛</m:t>
                                          </m:r>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𝑅</m:t>
                                              </m:r>
                                            </m:e>
                                            <m:sub>
                                              <m:r>
                                                <a:rPr lang="en-US" sz="2400" b="0" i="1" smtClean="0">
                                                  <a:solidFill>
                                                    <a:schemeClr val="tx1"/>
                                                  </a:solidFill>
                                                  <a:latin typeface="Cambria Math" panose="02040503050406030204" pitchFamily="18" charset="0"/>
                                                </a:rPr>
                                                <m:t>𝑚</m:t>
                                              </m:r>
                                            </m:sub>
                                          </m:sSub>
                                        </m:e>
                                      </m:d>
                                    </m:e>
                                    <m:sup>
                                      <m:r>
                                        <a:rPr lang="en-US" sz="2400" b="0" i="1" smtClean="0">
                                          <a:solidFill>
                                            <a:schemeClr val="tx1"/>
                                          </a:solidFill>
                                          <a:latin typeface="Cambria Math" panose="02040503050406030204" pitchFamily="18" charset="0"/>
                                        </a:rPr>
                                        <m:t>2</m:t>
                                      </m:r>
                                    </m:sup>
                                  </m:sSup>
                                </m:e>
                              </m:d>
                            </m:e>
                            <m:sup>
                              <m:f>
                                <m:fPr>
                                  <m:ctrlPr>
                                    <a:rPr lang="en-US" sz="2400" b="0" i="1" smtClean="0">
                                      <a:solidFill>
                                        <a:schemeClr val="tx1"/>
                                      </a:solidFill>
                                      <a:latin typeface="Cambria Math" panose="02040503050406030204" pitchFamily="18" charset="0"/>
                                    </a:rPr>
                                  </m:ctrlPr>
                                </m:fPr>
                                <m:num>
                                  <m:r>
                                    <a:rPr lang="en-US" sz="2400" b="0" i="1" smtClean="0">
                                      <a:solidFill>
                                        <a:schemeClr val="tx1"/>
                                      </a:solidFill>
                                      <a:latin typeface="Cambria Math" panose="02040503050406030204" pitchFamily="18" charset="0"/>
                                    </a:rPr>
                                    <m:t>1</m:t>
                                  </m:r>
                                </m:num>
                                <m:den>
                                  <m:r>
                                    <a:rPr lang="en-US" sz="2400" b="0" i="1" smtClean="0">
                                      <a:solidFill>
                                        <a:schemeClr val="tx1"/>
                                      </a:solidFill>
                                      <a:latin typeface="Cambria Math" panose="02040503050406030204" pitchFamily="18" charset="0"/>
                                    </a:rPr>
                                    <m:t>2</m:t>
                                  </m:r>
                                </m:den>
                              </m:f>
                            </m:sup>
                          </m:sSup>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𝑛</m:t>
                          </m:r>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𝑅</m:t>
                              </m:r>
                            </m:e>
                            <m:sub>
                              <m:r>
                                <a:rPr lang="en-US" sz="2400" b="0" i="1" smtClean="0">
                                  <a:solidFill>
                                    <a:schemeClr val="tx1"/>
                                  </a:solidFill>
                                  <a:latin typeface="Cambria Math" panose="02040503050406030204" pitchFamily="18" charset="0"/>
                                </a:rPr>
                                <m:t>𝑚</m:t>
                              </m:r>
                            </m:sub>
                          </m:sSub>
                        </m:num>
                        <m:den>
                          <m:r>
                            <a:rPr lang="en-US" sz="2400" b="0" i="1" smtClean="0">
                              <a:solidFill>
                                <a:schemeClr val="tx1"/>
                              </a:solidFill>
                              <a:latin typeface="Cambria Math" panose="02040503050406030204" pitchFamily="18" charset="0"/>
                            </a:rPr>
                            <m:t>𝛼</m:t>
                          </m:r>
                        </m:den>
                      </m:f>
                    </m:oMath>
                  </m:oMathPara>
                </a14:m>
                <a:endParaRPr lang="en-IN" sz="2400" dirty="0">
                  <a:solidFill>
                    <a:schemeClr val="tx1"/>
                  </a:solidFill>
                </a:endParaRPr>
              </a:p>
            </p:txBody>
          </p:sp>
        </mc:Choice>
        <mc:Fallback xmlns="">
          <p:sp>
            <p:nvSpPr>
              <p:cNvPr id="12" name="TextBox 11">
                <a:extLst>
                  <a:ext uri="{FF2B5EF4-FFF2-40B4-BE49-F238E27FC236}">
                    <a16:creationId xmlns:a16="http://schemas.microsoft.com/office/drawing/2014/main" id="{7F3360C1-4D6C-4A11-8432-2E18B127B859}"/>
                  </a:ext>
                </a:extLst>
              </p:cNvPr>
              <p:cNvSpPr txBox="1">
                <a:spLocks noRot="1" noChangeAspect="1" noMove="1" noResize="1" noEditPoints="1" noAdjustHandles="1" noChangeArrowheads="1" noChangeShapeType="1" noTextEdit="1"/>
              </p:cNvSpPr>
              <p:nvPr/>
            </p:nvSpPr>
            <p:spPr>
              <a:xfrm>
                <a:off x="3368633" y="4930647"/>
                <a:ext cx="4949688" cy="1365887"/>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itle 5">
                <a:extLst>
                  <a:ext uri="{FF2B5EF4-FFF2-40B4-BE49-F238E27FC236}">
                    <a16:creationId xmlns:a16="http://schemas.microsoft.com/office/drawing/2014/main" id="{FDBF2ED2-9EFD-4BCB-8146-F1385BE8D53E}"/>
                  </a:ext>
                </a:extLst>
              </p:cNvPr>
              <p:cNvSpPr txBox="1">
                <a:spLocks/>
              </p:cNvSpPr>
              <p:nvPr/>
            </p:nvSpPr>
            <p:spPr>
              <a:xfrm>
                <a:off x="313501" y="4374548"/>
                <a:ext cx="4463200" cy="864000"/>
              </a:xfrm>
              <a:prstGeom prst="rect">
                <a:avLst/>
              </a:prstGeom>
            </p:spPr>
            <p:txBody>
              <a:bodyPr vert="horz" lIns="91440" tIns="45720" rIns="91440" bIns="45720" numCol="1" rtlCol="0" anchor="ctr">
                <a:normAutofit/>
              </a:bodyPr>
              <a:lstStyle>
                <a:lvl1pPr algn="l" defTabSz="685783" rtl="0" eaLnBrk="1" latinLnBrk="0" hangingPunct="1">
                  <a:spcBef>
                    <a:spcPct val="0"/>
                  </a:spcBef>
                  <a:buNone/>
                  <a:defRPr sz="3600" b="1" kern="1200" spc="-113">
                    <a:solidFill>
                      <a:srgbClr val="002060"/>
                    </a:solidFill>
                    <a:latin typeface="+mj-lt"/>
                    <a:ea typeface="+mj-ea"/>
                    <a:cs typeface="Arial" pitchFamily="34" charset="0"/>
                  </a:defRPr>
                </a:lvl1pPr>
              </a:lstStyle>
              <a:p>
                <a:pPr algn="ctr"/>
                <a:r>
                  <a:rPr lang="en-US" sz="2800" dirty="0">
                    <a:solidFill>
                      <a:srgbClr val="0070C0"/>
                    </a:solidFill>
                  </a:rPr>
                  <a:t>Continuous Filtration, </a:t>
                </a:r>
                <a14:m>
                  <m:oMath xmlns:m="http://schemas.openxmlformats.org/officeDocument/2006/math">
                    <m:sSub>
                      <m:sSubPr>
                        <m:ctrlPr>
                          <a:rPr lang="en-US" sz="2800" i="1" smtClean="0">
                            <a:solidFill>
                              <a:srgbClr val="0070C0"/>
                            </a:solidFill>
                            <a:latin typeface="Cambria Math" panose="02040503050406030204" pitchFamily="18" charset="0"/>
                          </a:rPr>
                        </m:ctrlPr>
                      </m:sSubPr>
                      <m:e>
                        <m:r>
                          <a:rPr lang="en-US" sz="2800" i="1" smtClean="0">
                            <a:solidFill>
                              <a:srgbClr val="0070C0"/>
                            </a:solidFill>
                            <a:latin typeface="Cambria Math" panose="02040503050406030204" pitchFamily="18" charset="0"/>
                          </a:rPr>
                          <m:t>𝑹</m:t>
                        </m:r>
                      </m:e>
                      <m:sub>
                        <m:r>
                          <a:rPr lang="en-US" sz="2800" i="1" smtClean="0">
                            <a:solidFill>
                              <a:srgbClr val="0070C0"/>
                            </a:solidFill>
                            <a:latin typeface="Cambria Math" panose="02040503050406030204" pitchFamily="18" charset="0"/>
                          </a:rPr>
                          <m:t>𝒎</m:t>
                        </m:r>
                      </m:sub>
                    </m:sSub>
                    <m:r>
                      <a:rPr lang="en-US" sz="2800" i="1" smtClean="0">
                        <a:solidFill>
                          <a:srgbClr val="0070C0"/>
                        </a:solidFill>
                        <a:latin typeface="Cambria Math" panose="02040503050406030204" pitchFamily="18" charset="0"/>
                        <a:ea typeface="Cambria Math" panose="02040503050406030204" pitchFamily="18" charset="0"/>
                      </a:rPr>
                      <m:t>≠</m:t>
                    </m:r>
                    <m:r>
                      <a:rPr lang="en-US" sz="2800" i="1" smtClean="0">
                        <a:solidFill>
                          <a:srgbClr val="0070C0"/>
                        </a:solidFill>
                        <a:latin typeface="Cambria Math" panose="02040503050406030204" pitchFamily="18" charset="0"/>
                      </a:rPr>
                      <m:t>𝟎</m:t>
                    </m:r>
                  </m:oMath>
                </a14:m>
                <a:endParaRPr lang="en-IN" sz="2800" dirty="0">
                  <a:solidFill>
                    <a:srgbClr val="0070C0"/>
                  </a:solidFill>
                </a:endParaRPr>
              </a:p>
            </p:txBody>
          </p:sp>
        </mc:Choice>
        <mc:Fallback xmlns="">
          <p:sp>
            <p:nvSpPr>
              <p:cNvPr id="13" name="Title 5">
                <a:extLst>
                  <a:ext uri="{FF2B5EF4-FFF2-40B4-BE49-F238E27FC236}">
                    <a16:creationId xmlns:a16="http://schemas.microsoft.com/office/drawing/2014/main" id="{FDBF2ED2-9EFD-4BCB-8146-F1385BE8D53E}"/>
                  </a:ext>
                </a:extLst>
              </p:cNvPr>
              <p:cNvSpPr txBox="1">
                <a:spLocks noRot="1" noChangeAspect="1" noMove="1" noResize="1" noEditPoints="1" noAdjustHandles="1" noChangeArrowheads="1" noChangeShapeType="1" noTextEdit="1"/>
              </p:cNvSpPr>
              <p:nvPr/>
            </p:nvSpPr>
            <p:spPr>
              <a:xfrm>
                <a:off x="313501" y="4374548"/>
                <a:ext cx="4463200" cy="864000"/>
              </a:xfrm>
              <a:prstGeom prst="rect">
                <a:avLst/>
              </a:prstGeom>
              <a:blipFill>
                <a:blip r:embed="rId7"/>
                <a:stretch>
                  <a:fillRect b="-709"/>
                </a:stretch>
              </a:blipFill>
            </p:spPr>
            <p:txBody>
              <a:bodyPr/>
              <a:lstStyle/>
              <a:p>
                <a:r>
                  <a:rPr lang="en-IN">
                    <a:noFill/>
                  </a:rPr>
                  <a:t> </a:t>
                </a:r>
              </a:p>
            </p:txBody>
          </p:sp>
        </mc:Fallback>
      </mc:AlternateContent>
      <p:sp>
        <p:nvSpPr>
          <p:cNvPr id="14" name="Title 5">
            <a:extLst>
              <a:ext uri="{FF2B5EF4-FFF2-40B4-BE49-F238E27FC236}">
                <a16:creationId xmlns:a16="http://schemas.microsoft.com/office/drawing/2014/main" id="{3831ED28-363E-49D6-852B-B88D00F5F805}"/>
              </a:ext>
            </a:extLst>
          </p:cNvPr>
          <p:cNvSpPr txBox="1">
            <a:spLocks/>
          </p:cNvSpPr>
          <p:nvPr/>
        </p:nvSpPr>
        <p:spPr>
          <a:xfrm>
            <a:off x="124789" y="-18531"/>
            <a:ext cx="8729961" cy="864000"/>
          </a:xfrm>
          <a:prstGeom prst="rect">
            <a:avLst/>
          </a:prstGeom>
        </p:spPr>
        <p:txBody>
          <a:bodyPr vert="horz" lIns="91440" tIns="45720" rIns="91440" bIns="45720" numCol="1" rtlCol="0" anchor="ctr">
            <a:normAutofit/>
          </a:bodyPr>
          <a:lstStyle>
            <a:lvl1pPr algn="l" defTabSz="685783" rtl="0" eaLnBrk="1" latinLnBrk="0" hangingPunct="1">
              <a:spcBef>
                <a:spcPct val="0"/>
              </a:spcBef>
              <a:buNone/>
              <a:defRPr sz="3600" b="1" kern="1200" spc="-113">
                <a:solidFill>
                  <a:srgbClr val="002060"/>
                </a:solidFill>
                <a:latin typeface="+mj-lt"/>
                <a:ea typeface="+mj-ea"/>
                <a:cs typeface="Arial" pitchFamily="34" charset="0"/>
              </a:defRPr>
            </a:lvl1pPr>
          </a:lstStyle>
          <a:p>
            <a:pPr algn="ctr"/>
            <a:r>
              <a:rPr lang="en-US" sz="2800" dirty="0"/>
              <a:t>SUMMARY OF DESIGN EQUATION FOR CONTINUOUS FILTRATION</a:t>
            </a:r>
            <a:endParaRPr lang="en-IN" sz="2800" dirty="0"/>
          </a:p>
        </p:txBody>
      </p:sp>
    </p:spTree>
    <p:extLst>
      <p:ext uri="{BB962C8B-B14F-4D97-AF65-F5344CB8AC3E}">
        <p14:creationId xmlns:p14="http://schemas.microsoft.com/office/powerpoint/2010/main" val="3344170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7" grpId="0"/>
      <p:bldP spid="8" grpId="0"/>
      <p:bldP spid="9" grpId="0"/>
      <p:bldP spid="12"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249266" y="51837"/>
            <a:ext cx="9693469" cy="6754327"/>
          </a:xfrm>
          <a:prstGeom prst="rect">
            <a:avLst/>
          </a:prstGeom>
        </p:spPr>
      </p:pic>
      <p:pic>
        <p:nvPicPr>
          <p:cNvPr id="3" name="Picture 3"/>
          <p:cNvPicPr>
            <a:picLocks noChangeAspect="1"/>
          </p:cNvPicPr>
          <p:nvPr/>
        </p:nvPicPr>
        <p:blipFill>
          <a:blip r:embed="rId3"/>
          <a:stretch>
            <a:fillRect/>
          </a:stretch>
        </p:blipFill>
        <p:spPr>
          <a:xfrm>
            <a:off x="3670041" y="0"/>
            <a:ext cx="4851918" cy="6858000"/>
          </a:xfrm>
          <a:prstGeom prst="rect">
            <a:avLst/>
          </a:prstGeom>
        </p:spPr>
      </p:pic>
    </p:spTree>
    <p:extLst>
      <p:ext uri="{BB962C8B-B14F-4D97-AF65-F5344CB8AC3E}">
        <p14:creationId xmlns:p14="http://schemas.microsoft.com/office/powerpoint/2010/main" val="2937541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p:cNvPicPr>
          <p:nvPr/>
        </p:nvPicPr>
        <p:blipFill>
          <a:blip r:embed="rId2"/>
          <a:stretch>
            <a:fillRect/>
          </a:stretch>
        </p:blipFill>
        <p:spPr>
          <a:xfrm>
            <a:off x="1249266" y="51837"/>
            <a:ext cx="9693469" cy="6754327"/>
          </a:xfrm>
          <a:prstGeom prst="rect">
            <a:avLst/>
          </a:prstGeom>
        </p:spPr>
      </p:pic>
      <p:pic>
        <p:nvPicPr>
          <p:cNvPr id="5" name="Picture 5"/>
          <p:cNvPicPr>
            <a:picLocks noChangeAspect="1"/>
          </p:cNvPicPr>
          <p:nvPr/>
        </p:nvPicPr>
        <p:blipFill>
          <a:blip r:embed="rId3"/>
          <a:stretch>
            <a:fillRect/>
          </a:stretch>
        </p:blipFill>
        <p:spPr>
          <a:xfrm>
            <a:off x="3670041" y="0"/>
            <a:ext cx="4851918" cy="6858000"/>
          </a:xfrm>
          <a:prstGeom prst="rect">
            <a:avLst/>
          </a:prstGeom>
        </p:spPr>
      </p:pic>
    </p:spTree>
    <p:extLst>
      <p:ext uri="{BB962C8B-B14F-4D97-AF65-F5344CB8AC3E}">
        <p14:creationId xmlns:p14="http://schemas.microsoft.com/office/powerpoint/2010/main" val="2028613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p:cNvPicPr>
            <a:picLocks noChangeAspect="1"/>
          </p:cNvPicPr>
          <p:nvPr/>
        </p:nvPicPr>
        <p:blipFill>
          <a:blip r:embed="rId2"/>
          <a:stretch>
            <a:fillRect/>
          </a:stretch>
        </p:blipFill>
        <p:spPr>
          <a:xfrm>
            <a:off x="1249266" y="51837"/>
            <a:ext cx="9693469" cy="6754327"/>
          </a:xfrm>
          <a:prstGeom prst="rect">
            <a:avLst/>
          </a:prstGeom>
        </p:spPr>
      </p:pic>
      <p:pic>
        <p:nvPicPr>
          <p:cNvPr id="7" name="Picture 7"/>
          <p:cNvPicPr>
            <a:picLocks noChangeAspect="1"/>
          </p:cNvPicPr>
          <p:nvPr/>
        </p:nvPicPr>
        <p:blipFill>
          <a:blip r:embed="rId3"/>
          <a:stretch>
            <a:fillRect/>
          </a:stretch>
        </p:blipFill>
        <p:spPr>
          <a:xfrm>
            <a:off x="3670041" y="0"/>
            <a:ext cx="4851918" cy="6858000"/>
          </a:xfrm>
          <a:prstGeom prst="rect">
            <a:avLst/>
          </a:prstGeom>
        </p:spPr>
      </p:pic>
    </p:spTree>
    <p:extLst>
      <p:ext uri="{BB962C8B-B14F-4D97-AF65-F5344CB8AC3E}">
        <p14:creationId xmlns:p14="http://schemas.microsoft.com/office/powerpoint/2010/main" val="2489053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8"/>
          <p:cNvPicPr>
            <a:picLocks noChangeAspect="1"/>
          </p:cNvPicPr>
          <p:nvPr/>
        </p:nvPicPr>
        <p:blipFill>
          <a:blip r:embed="rId2"/>
          <a:stretch>
            <a:fillRect/>
          </a:stretch>
        </p:blipFill>
        <p:spPr>
          <a:xfrm>
            <a:off x="1249266" y="51837"/>
            <a:ext cx="9693469" cy="6754327"/>
          </a:xfrm>
          <a:prstGeom prst="rect">
            <a:avLst/>
          </a:prstGeom>
        </p:spPr>
      </p:pic>
      <p:pic>
        <p:nvPicPr>
          <p:cNvPr id="9" name="Picture 9"/>
          <p:cNvPicPr>
            <a:picLocks noChangeAspect="1"/>
          </p:cNvPicPr>
          <p:nvPr/>
        </p:nvPicPr>
        <p:blipFill>
          <a:blip r:embed="rId3"/>
          <a:stretch>
            <a:fillRect/>
          </a:stretch>
        </p:blipFill>
        <p:spPr>
          <a:xfrm>
            <a:off x="3670041" y="0"/>
            <a:ext cx="4851918" cy="6858000"/>
          </a:xfrm>
          <a:prstGeom prst="rect">
            <a:avLst/>
          </a:prstGeom>
        </p:spPr>
      </p:pic>
    </p:spTree>
    <p:extLst>
      <p:ext uri="{BB962C8B-B14F-4D97-AF65-F5344CB8AC3E}">
        <p14:creationId xmlns:p14="http://schemas.microsoft.com/office/powerpoint/2010/main" val="58470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0"/>
          <p:cNvPicPr>
            <a:picLocks noChangeAspect="1"/>
          </p:cNvPicPr>
          <p:nvPr/>
        </p:nvPicPr>
        <p:blipFill>
          <a:blip r:embed="rId2"/>
          <a:stretch>
            <a:fillRect/>
          </a:stretch>
        </p:blipFill>
        <p:spPr>
          <a:xfrm>
            <a:off x="1249266" y="51837"/>
            <a:ext cx="9693469" cy="6754327"/>
          </a:xfrm>
          <a:prstGeom prst="rect">
            <a:avLst/>
          </a:prstGeom>
        </p:spPr>
      </p:pic>
      <p:pic>
        <p:nvPicPr>
          <p:cNvPr id="11" name="Picture 11"/>
          <p:cNvPicPr>
            <a:picLocks noChangeAspect="1"/>
          </p:cNvPicPr>
          <p:nvPr/>
        </p:nvPicPr>
        <p:blipFill>
          <a:blip r:embed="rId3"/>
          <a:stretch>
            <a:fillRect/>
          </a:stretch>
        </p:blipFill>
        <p:spPr>
          <a:xfrm>
            <a:off x="3670041" y="0"/>
            <a:ext cx="4851918" cy="6858000"/>
          </a:xfrm>
          <a:prstGeom prst="rect">
            <a:avLst/>
          </a:prstGeom>
        </p:spPr>
      </p:pic>
    </p:spTree>
    <p:extLst>
      <p:ext uri="{BB962C8B-B14F-4D97-AF65-F5344CB8AC3E}">
        <p14:creationId xmlns:p14="http://schemas.microsoft.com/office/powerpoint/2010/main" val="2341725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2"/>
          <p:cNvPicPr>
            <a:picLocks noChangeAspect="1"/>
          </p:cNvPicPr>
          <p:nvPr/>
        </p:nvPicPr>
        <p:blipFill>
          <a:blip r:embed="rId2"/>
          <a:stretch>
            <a:fillRect/>
          </a:stretch>
        </p:blipFill>
        <p:spPr>
          <a:xfrm>
            <a:off x="1249266" y="51837"/>
            <a:ext cx="9693469" cy="6754327"/>
          </a:xfrm>
          <a:prstGeom prst="rect">
            <a:avLst/>
          </a:prstGeom>
        </p:spPr>
      </p:pic>
      <p:pic>
        <p:nvPicPr>
          <p:cNvPr id="13" name="Picture 13"/>
          <p:cNvPicPr>
            <a:picLocks noChangeAspect="1"/>
          </p:cNvPicPr>
          <p:nvPr/>
        </p:nvPicPr>
        <p:blipFill>
          <a:blip r:embed="rId3"/>
          <a:stretch>
            <a:fillRect/>
          </a:stretch>
        </p:blipFill>
        <p:spPr>
          <a:xfrm>
            <a:off x="3670041" y="0"/>
            <a:ext cx="4851918" cy="6858000"/>
          </a:xfrm>
          <a:prstGeom prst="rect">
            <a:avLst/>
          </a:prstGeom>
        </p:spPr>
      </p:pic>
    </p:spTree>
    <p:extLst>
      <p:ext uri="{BB962C8B-B14F-4D97-AF65-F5344CB8AC3E}">
        <p14:creationId xmlns:p14="http://schemas.microsoft.com/office/powerpoint/2010/main" val="559197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4"/>
          <p:cNvPicPr>
            <a:picLocks noChangeAspect="1"/>
          </p:cNvPicPr>
          <p:nvPr/>
        </p:nvPicPr>
        <p:blipFill>
          <a:blip r:embed="rId2"/>
          <a:stretch>
            <a:fillRect/>
          </a:stretch>
        </p:blipFill>
        <p:spPr>
          <a:xfrm>
            <a:off x="1249266" y="51837"/>
            <a:ext cx="9693469" cy="6754327"/>
          </a:xfrm>
          <a:prstGeom prst="rect">
            <a:avLst/>
          </a:prstGeom>
        </p:spPr>
      </p:pic>
      <p:pic>
        <p:nvPicPr>
          <p:cNvPr id="15" name="Picture 15"/>
          <p:cNvPicPr>
            <a:picLocks noChangeAspect="1"/>
          </p:cNvPicPr>
          <p:nvPr/>
        </p:nvPicPr>
        <p:blipFill>
          <a:blip r:embed="rId3"/>
          <a:stretch>
            <a:fillRect/>
          </a:stretch>
        </p:blipFill>
        <p:spPr>
          <a:xfrm>
            <a:off x="3670041" y="0"/>
            <a:ext cx="4851918" cy="6858000"/>
          </a:xfrm>
          <a:prstGeom prst="rect">
            <a:avLst/>
          </a:prstGeom>
        </p:spPr>
      </p:pic>
    </p:spTree>
    <p:extLst>
      <p:ext uri="{BB962C8B-B14F-4D97-AF65-F5344CB8AC3E}">
        <p14:creationId xmlns:p14="http://schemas.microsoft.com/office/powerpoint/2010/main" val="4060903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6"/>
          <p:cNvPicPr>
            <a:picLocks noChangeAspect="1"/>
          </p:cNvPicPr>
          <p:nvPr/>
        </p:nvPicPr>
        <p:blipFill>
          <a:blip r:embed="rId2"/>
          <a:stretch>
            <a:fillRect/>
          </a:stretch>
        </p:blipFill>
        <p:spPr>
          <a:xfrm>
            <a:off x="1249266" y="51837"/>
            <a:ext cx="9693469" cy="6754327"/>
          </a:xfrm>
          <a:prstGeom prst="rect">
            <a:avLst/>
          </a:prstGeom>
        </p:spPr>
      </p:pic>
      <p:pic>
        <p:nvPicPr>
          <p:cNvPr id="17" name="Picture 17"/>
          <p:cNvPicPr>
            <a:picLocks noChangeAspect="1"/>
          </p:cNvPicPr>
          <p:nvPr/>
        </p:nvPicPr>
        <p:blipFill>
          <a:blip r:embed="rId3"/>
          <a:stretch>
            <a:fillRect/>
          </a:stretch>
        </p:blipFill>
        <p:spPr>
          <a:xfrm>
            <a:off x="3670041" y="0"/>
            <a:ext cx="4851918" cy="6858000"/>
          </a:xfrm>
          <a:prstGeom prst="rect">
            <a:avLst/>
          </a:prstGeom>
        </p:spPr>
      </p:pic>
    </p:spTree>
    <p:extLst>
      <p:ext uri="{BB962C8B-B14F-4D97-AF65-F5344CB8AC3E}">
        <p14:creationId xmlns:p14="http://schemas.microsoft.com/office/powerpoint/2010/main" val="1750099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EE9FFA-D25C-443D-AC46-9D34C9947F57}"/>
              </a:ext>
            </a:extLst>
          </p:cNvPr>
          <p:cNvSpPr>
            <a:spLocks noGrp="1"/>
          </p:cNvSpPr>
          <p:nvPr>
            <p:ph type="dt" sz="half" idx="11"/>
          </p:nvPr>
        </p:nvSpPr>
        <p:spPr/>
        <p:txBody>
          <a:bodyPr/>
          <a:lstStyle/>
          <a:p>
            <a:fld id="{0342CC68-9F46-4D9B-9C31-5F4F343BD2FF}" type="datetime1">
              <a:rPr lang="en-IN" smtClean="0"/>
              <a:t>15-09-2026</a:t>
            </a:fld>
            <a:endParaRPr lang="en-IN"/>
          </a:p>
        </p:txBody>
      </p:sp>
      <p:sp>
        <p:nvSpPr>
          <p:cNvPr id="3" name="Footer Placeholder 2">
            <a:extLst>
              <a:ext uri="{FF2B5EF4-FFF2-40B4-BE49-F238E27FC236}">
                <a16:creationId xmlns:a16="http://schemas.microsoft.com/office/drawing/2014/main" id="{067F70CA-11A2-4BC6-9C53-9D7995D3FBCC}"/>
              </a:ext>
            </a:extLst>
          </p:cNvPr>
          <p:cNvSpPr>
            <a:spLocks noGrp="1"/>
          </p:cNvSpPr>
          <p:nvPr>
            <p:ph type="ftr" sz="quarter" idx="12"/>
          </p:nvPr>
        </p:nvSpPr>
        <p:spPr/>
        <p:txBody>
          <a:bodyPr/>
          <a:lstStyle/>
          <a:p>
            <a:r>
              <a:rPr lang="en-US" dirty="0"/>
              <a:t>SEPARATION PROCESS-II</a:t>
            </a:r>
            <a:endParaRPr lang="en-IN" dirty="0"/>
          </a:p>
        </p:txBody>
      </p:sp>
      <p:sp>
        <p:nvSpPr>
          <p:cNvPr id="4" name="Slide Number Placeholder 3">
            <a:extLst>
              <a:ext uri="{FF2B5EF4-FFF2-40B4-BE49-F238E27FC236}">
                <a16:creationId xmlns:a16="http://schemas.microsoft.com/office/drawing/2014/main" id="{362DAC28-1415-4E6C-A878-2625B42C8364}"/>
              </a:ext>
            </a:extLst>
          </p:cNvPr>
          <p:cNvSpPr>
            <a:spLocks noGrp="1"/>
          </p:cNvSpPr>
          <p:nvPr>
            <p:ph type="sldNum" sz="quarter" idx="13"/>
          </p:nvPr>
        </p:nvSpPr>
        <p:spPr/>
        <p:txBody>
          <a:bodyPr/>
          <a:lstStyle/>
          <a:p>
            <a:fld id="{957D5EAD-A97B-4969-AF6A-47A86C2666CF}" type="slidenum">
              <a:rPr lang="en-IN" smtClean="0"/>
              <a:t>17</a:t>
            </a:fld>
            <a:endParaRPr lang="en-IN"/>
          </a:p>
        </p:txBody>
      </p:sp>
      <p:sp>
        <p:nvSpPr>
          <p:cNvPr id="6" name="Title 5">
            <a:extLst>
              <a:ext uri="{FF2B5EF4-FFF2-40B4-BE49-F238E27FC236}">
                <a16:creationId xmlns:a16="http://schemas.microsoft.com/office/drawing/2014/main" id="{8AEFA4E9-477A-4A92-BEC0-D77DA43557AC}"/>
              </a:ext>
            </a:extLst>
          </p:cNvPr>
          <p:cNvSpPr>
            <a:spLocks noGrp="1"/>
          </p:cNvSpPr>
          <p:nvPr>
            <p:ph type="title"/>
          </p:nvPr>
        </p:nvSpPr>
        <p:spPr>
          <a:xfrm>
            <a:off x="443999" y="-4794"/>
            <a:ext cx="9012435" cy="566856"/>
          </a:xfrm>
        </p:spPr>
        <p:txBody>
          <a:bodyPr>
            <a:normAutofit fontScale="90000"/>
          </a:bodyPr>
          <a:lstStyle/>
          <a:p>
            <a:pPr algn="ctr"/>
            <a:r>
              <a:rPr lang="en-US" dirty="0">
                <a:solidFill>
                  <a:schemeClr val="bg1"/>
                </a:solidFill>
              </a:rPr>
              <a:t>Continuous Filtration</a:t>
            </a:r>
            <a:endParaRPr lang="en-IN" dirty="0">
              <a:solidFill>
                <a:schemeClr val="bg1"/>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6B8AC1B-1385-4775-A56D-A5DEB1E387FF}"/>
                  </a:ext>
                </a:extLst>
              </p:cNvPr>
              <p:cNvSpPr txBox="1"/>
              <p:nvPr/>
            </p:nvSpPr>
            <p:spPr>
              <a:xfrm>
                <a:off x="609600" y="1824568"/>
                <a:ext cx="7154331" cy="1072025"/>
              </a:xfrm>
              <a:prstGeom prst="rect">
                <a:avLst/>
              </a:prstGeom>
              <a:noFill/>
            </p:spPr>
            <p:txBody>
              <a:bodyPr wrap="none" rtlCol="0">
                <a:spAutoFit/>
              </a:bodyPr>
              <a:lstStyle/>
              <a:p>
                <a:pPr marL="457200" indent="-457200">
                  <a:buFont typeface="Arial" panose="020B0604020202020204" pitchFamily="34" charset="0"/>
                  <a:buChar char="•"/>
                </a:pPr>
                <a:r>
                  <a:rPr lang="en-US" sz="3600" b="1" dirty="0">
                    <a:solidFill>
                      <a:schemeClr val="bg1"/>
                    </a:solidFill>
                  </a:rPr>
                  <a:t>Final equation: </a:t>
                </a:r>
                <a14:m>
                  <m:oMath xmlns:m="http://schemas.openxmlformats.org/officeDocument/2006/math">
                    <m:f>
                      <m:fPr>
                        <m:ctrlPr>
                          <a:rPr lang="en-US" sz="3600" b="1" i="1" smtClean="0">
                            <a:solidFill>
                              <a:schemeClr val="bg1"/>
                            </a:solidFill>
                            <a:latin typeface="Cambria Math" panose="02040503050406030204" pitchFamily="18" charset="0"/>
                          </a:rPr>
                        </m:ctrlPr>
                      </m:fPr>
                      <m:num>
                        <m:sSub>
                          <m:sSubPr>
                            <m:ctrlPr>
                              <a:rPr lang="en-US" sz="3600" b="1" i="1">
                                <a:solidFill>
                                  <a:schemeClr val="bg1"/>
                                </a:solidFill>
                                <a:latin typeface="Cambria Math" panose="02040503050406030204" pitchFamily="18" charset="0"/>
                              </a:rPr>
                            </m:ctrlPr>
                          </m:sSubPr>
                          <m:e>
                            <m:acc>
                              <m:accPr>
                                <m:chr m:val="̇"/>
                                <m:ctrlPr>
                                  <a:rPr lang="en-US" sz="3600" b="1" i="1">
                                    <a:solidFill>
                                      <a:schemeClr val="bg1"/>
                                    </a:solidFill>
                                    <a:latin typeface="Cambria Math" panose="02040503050406030204" pitchFamily="18" charset="0"/>
                                  </a:rPr>
                                </m:ctrlPr>
                              </m:accPr>
                              <m:e>
                                <m:r>
                                  <a:rPr lang="en-US" sz="3600" b="1" i="1">
                                    <a:solidFill>
                                      <a:schemeClr val="bg1"/>
                                    </a:solidFill>
                                    <a:latin typeface="Cambria Math" panose="02040503050406030204" pitchFamily="18" charset="0"/>
                                  </a:rPr>
                                  <m:t>𝒎</m:t>
                                </m:r>
                              </m:e>
                            </m:acc>
                          </m:e>
                          <m:sub>
                            <m:r>
                              <a:rPr lang="en-US" sz="3600" b="1" i="1">
                                <a:solidFill>
                                  <a:schemeClr val="bg1"/>
                                </a:solidFill>
                                <a:latin typeface="Cambria Math" panose="02040503050406030204" pitchFamily="18" charset="0"/>
                              </a:rPr>
                              <m:t>𝒄</m:t>
                            </m:r>
                          </m:sub>
                        </m:sSub>
                      </m:num>
                      <m:den>
                        <m:sSub>
                          <m:sSubPr>
                            <m:ctrlPr>
                              <a:rPr lang="en-US" sz="3600" b="1" i="1" smtClean="0">
                                <a:solidFill>
                                  <a:schemeClr val="bg1"/>
                                </a:solidFill>
                                <a:latin typeface="Cambria Math" panose="02040503050406030204" pitchFamily="18" charset="0"/>
                              </a:rPr>
                            </m:ctrlPr>
                          </m:sSubPr>
                          <m:e>
                            <m:r>
                              <a:rPr lang="en-US" sz="3600" b="1" i="1" smtClean="0">
                                <a:solidFill>
                                  <a:schemeClr val="bg1"/>
                                </a:solidFill>
                                <a:latin typeface="Cambria Math" panose="02040503050406030204" pitchFamily="18" charset="0"/>
                              </a:rPr>
                              <m:t>𝑨</m:t>
                            </m:r>
                          </m:e>
                          <m:sub>
                            <m:r>
                              <a:rPr lang="en-US" sz="3600" b="1" i="1" smtClean="0">
                                <a:solidFill>
                                  <a:schemeClr val="bg1"/>
                                </a:solidFill>
                                <a:latin typeface="Cambria Math" panose="02040503050406030204" pitchFamily="18" charset="0"/>
                              </a:rPr>
                              <m:t>𝑻</m:t>
                            </m:r>
                          </m:sub>
                        </m:sSub>
                      </m:den>
                    </m:f>
                    <m:r>
                      <a:rPr lang="en-US" sz="3600" b="1" i="1" smtClean="0">
                        <a:solidFill>
                          <a:schemeClr val="bg1"/>
                        </a:solidFill>
                        <a:latin typeface="Cambria Math" panose="02040503050406030204" pitchFamily="18" charset="0"/>
                      </a:rPr>
                      <m:t>=</m:t>
                    </m:r>
                    <m:d>
                      <m:dPr>
                        <m:ctrlPr>
                          <a:rPr lang="en-US" sz="3600" b="1" i="1" smtClean="0">
                            <a:solidFill>
                              <a:schemeClr val="bg1"/>
                            </a:solidFill>
                            <a:latin typeface="Cambria Math" panose="02040503050406030204" pitchFamily="18" charset="0"/>
                          </a:rPr>
                        </m:ctrlPr>
                      </m:dPr>
                      <m:e>
                        <m:f>
                          <m:fPr>
                            <m:ctrlPr>
                              <a:rPr lang="en-US" sz="3600" b="1" i="1" smtClean="0">
                                <a:solidFill>
                                  <a:schemeClr val="bg1"/>
                                </a:solidFill>
                                <a:latin typeface="Cambria Math" panose="02040503050406030204" pitchFamily="18" charset="0"/>
                              </a:rPr>
                            </m:ctrlPr>
                          </m:fPr>
                          <m:num>
                            <m:r>
                              <a:rPr lang="en-US" sz="3600" b="1" i="1" smtClean="0">
                                <a:solidFill>
                                  <a:schemeClr val="bg1"/>
                                </a:solidFill>
                                <a:latin typeface="Cambria Math" panose="02040503050406030204" pitchFamily="18" charset="0"/>
                              </a:rPr>
                              <m:t>𝟐</m:t>
                            </m:r>
                            <m:r>
                              <a:rPr lang="en-US" sz="3600" b="1" i="1" smtClean="0">
                                <a:solidFill>
                                  <a:schemeClr val="bg1"/>
                                </a:solidFill>
                                <a:latin typeface="Cambria Math" panose="02040503050406030204" pitchFamily="18" charset="0"/>
                              </a:rPr>
                              <m:t>𝒄</m:t>
                            </m:r>
                            <m:sSup>
                              <m:sSupPr>
                                <m:ctrlPr>
                                  <a:rPr lang="en-US" sz="3600" b="1" i="1" smtClean="0">
                                    <a:solidFill>
                                      <a:schemeClr val="bg1"/>
                                    </a:solidFill>
                                    <a:latin typeface="Cambria Math" panose="02040503050406030204" pitchFamily="18" charset="0"/>
                                  </a:rPr>
                                </m:ctrlPr>
                              </m:sSupPr>
                              <m:e>
                                <m:d>
                                  <m:dPr>
                                    <m:ctrlPr>
                                      <a:rPr lang="en-US" sz="3600" b="1" i="1" smtClean="0">
                                        <a:solidFill>
                                          <a:schemeClr val="bg1"/>
                                        </a:solidFill>
                                        <a:latin typeface="Cambria Math" panose="02040503050406030204" pitchFamily="18" charset="0"/>
                                      </a:rPr>
                                    </m:ctrlPr>
                                  </m:dPr>
                                  <m:e>
                                    <m:r>
                                      <a:rPr lang="en-US" sz="3600" b="1" i="0" smtClean="0">
                                        <a:solidFill>
                                          <a:schemeClr val="bg1"/>
                                        </a:solidFill>
                                        <a:latin typeface="Cambria Math" panose="02040503050406030204" pitchFamily="18" charset="0"/>
                                      </a:rPr>
                                      <m:t>𝚫</m:t>
                                    </m:r>
                                    <m:r>
                                      <a:rPr lang="en-US" sz="3600" b="1" i="1" smtClean="0">
                                        <a:solidFill>
                                          <a:schemeClr val="bg1"/>
                                        </a:solidFill>
                                        <a:latin typeface="Cambria Math" panose="02040503050406030204" pitchFamily="18" charset="0"/>
                                      </a:rPr>
                                      <m:t>𝒑</m:t>
                                    </m:r>
                                  </m:e>
                                </m:d>
                              </m:e>
                              <m:sup>
                                <m:r>
                                  <a:rPr lang="en-US" sz="3600" b="1" i="1" smtClean="0">
                                    <a:solidFill>
                                      <a:schemeClr val="bg1"/>
                                    </a:solidFill>
                                    <a:latin typeface="Cambria Math" panose="02040503050406030204" pitchFamily="18" charset="0"/>
                                  </a:rPr>
                                  <m:t>𝟏</m:t>
                                </m:r>
                                <m:r>
                                  <a:rPr lang="en-US" sz="3600" b="1" i="1" smtClean="0">
                                    <a:solidFill>
                                      <a:schemeClr val="bg1"/>
                                    </a:solidFill>
                                    <a:latin typeface="Cambria Math" panose="02040503050406030204" pitchFamily="18" charset="0"/>
                                  </a:rPr>
                                  <m:t>−</m:t>
                                </m:r>
                                <m:r>
                                  <a:rPr lang="en-US" sz="3600" b="1" i="1" smtClean="0">
                                    <a:solidFill>
                                      <a:schemeClr val="bg1"/>
                                    </a:solidFill>
                                    <a:latin typeface="Cambria Math" panose="02040503050406030204" pitchFamily="18" charset="0"/>
                                  </a:rPr>
                                  <m:t>𝒔</m:t>
                                </m:r>
                              </m:sup>
                            </m:sSup>
                            <m:r>
                              <a:rPr lang="en-US" sz="3600" b="1" i="1" smtClean="0">
                                <a:solidFill>
                                  <a:schemeClr val="bg1"/>
                                </a:solidFill>
                                <a:latin typeface="Cambria Math" panose="02040503050406030204" pitchFamily="18" charset="0"/>
                              </a:rPr>
                              <m:t>𝒇𝒏</m:t>
                            </m:r>
                          </m:num>
                          <m:den>
                            <m:sSub>
                              <m:sSubPr>
                                <m:ctrlPr>
                                  <a:rPr lang="en-US" sz="3600" b="1" i="1" smtClean="0">
                                    <a:solidFill>
                                      <a:schemeClr val="bg1"/>
                                    </a:solidFill>
                                    <a:latin typeface="Cambria Math" panose="02040503050406030204" pitchFamily="18" charset="0"/>
                                  </a:rPr>
                                </m:ctrlPr>
                              </m:sSubPr>
                              <m:e>
                                <m:r>
                                  <a:rPr lang="en-US" sz="3600" b="1" i="1" smtClean="0">
                                    <a:solidFill>
                                      <a:schemeClr val="bg1"/>
                                    </a:solidFill>
                                    <a:latin typeface="Cambria Math" panose="02040503050406030204" pitchFamily="18" charset="0"/>
                                  </a:rPr>
                                  <m:t>𝜶</m:t>
                                </m:r>
                              </m:e>
                              <m:sub>
                                <m:r>
                                  <a:rPr lang="en-US" sz="3600" b="1" i="1" smtClean="0">
                                    <a:solidFill>
                                      <a:schemeClr val="bg1"/>
                                    </a:solidFill>
                                    <a:latin typeface="Cambria Math" panose="02040503050406030204" pitchFamily="18" charset="0"/>
                                  </a:rPr>
                                  <m:t>𝟎</m:t>
                                </m:r>
                              </m:sub>
                            </m:sSub>
                            <m:r>
                              <a:rPr lang="en-US" sz="3600" b="1" i="1" smtClean="0">
                                <a:solidFill>
                                  <a:schemeClr val="bg1"/>
                                </a:solidFill>
                                <a:latin typeface="Cambria Math" panose="02040503050406030204" pitchFamily="18" charset="0"/>
                              </a:rPr>
                              <m:t>𝝁</m:t>
                            </m:r>
                          </m:den>
                        </m:f>
                      </m:e>
                    </m:d>
                  </m:oMath>
                </a14:m>
                <a:endParaRPr lang="en-IN" sz="3200" b="1" dirty="0">
                  <a:solidFill>
                    <a:schemeClr val="bg1"/>
                  </a:solidFill>
                </a:endParaRPr>
              </a:p>
            </p:txBody>
          </p:sp>
        </mc:Choice>
        <mc:Fallback xmlns="">
          <p:sp>
            <p:nvSpPr>
              <p:cNvPr id="5" name="TextBox 4">
                <a:extLst>
                  <a:ext uri="{FF2B5EF4-FFF2-40B4-BE49-F238E27FC236}">
                    <a16:creationId xmlns:a16="http://schemas.microsoft.com/office/drawing/2014/main" id="{56B8AC1B-1385-4775-A56D-A5DEB1E387FF}"/>
                  </a:ext>
                </a:extLst>
              </p:cNvPr>
              <p:cNvSpPr txBox="1">
                <a:spLocks noRot="1" noChangeAspect="1" noMove="1" noResize="1" noEditPoints="1" noAdjustHandles="1" noChangeArrowheads="1" noChangeShapeType="1" noTextEdit="1"/>
              </p:cNvSpPr>
              <p:nvPr/>
            </p:nvSpPr>
            <p:spPr>
              <a:xfrm>
                <a:off x="609600" y="1824568"/>
                <a:ext cx="7154331" cy="1072025"/>
              </a:xfrm>
              <a:prstGeom prst="rect">
                <a:avLst/>
              </a:prstGeom>
              <a:blipFill>
                <a:blip r:embed="rId2"/>
                <a:stretch>
                  <a:fillRect l="-2300" b="-2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060F1B4-A2A1-4EDF-85AD-0493452223D9}"/>
                  </a:ext>
                </a:extLst>
              </p:cNvPr>
              <p:cNvSpPr txBox="1"/>
              <p:nvPr/>
            </p:nvSpPr>
            <p:spPr>
              <a:xfrm>
                <a:off x="609600" y="4158032"/>
                <a:ext cx="7154331" cy="1072025"/>
              </a:xfrm>
              <a:prstGeom prst="rect">
                <a:avLst/>
              </a:prstGeom>
              <a:noFill/>
            </p:spPr>
            <p:txBody>
              <a:bodyPr wrap="none" rtlCol="0">
                <a:spAutoFit/>
              </a:bodyPr>
              <a:lstStyle/>
              <a:p>
                <a:pPr marL="457200" indent="-457200">
                  <a:buFont typeface="Arial" panose="020B0604020202020204" pitchFamily="34" charset="0"/>
                  <a:buChar char="•"/>
                </a:pPr>
                <a:r>
                  <a:rPr lang="en-US" sz="3600" b="1" dirty="0">
                    <a:solidFill>
                      <a:schemeClr val="bg1"/>
                    </a:solidFill>
                  </a:rPr>
                  <a:t>Final equation: </a:t>
                </a:r>
                <a14:m>
                  <m:oMath xmlns:m="http://schemas.openxmlformats.org/officeDocument/2006/math">
                    <m:f>
                      <m:fPr>
                        <m:ctrlPr>
                          <a:rPr lang="en-US" sz="3600" b="1" i="1" smtClean="0">
                            <a:solidFill>
                              <a:schemeClr val="bg1"/>
                            </a:solidFill>
                            <a:latin typeface="Cambria Math" panose="02040503050406030204" pitchFamily="18" charset="0"/>
                          </a:rPr>
                        </m:ctrlPr>
                      </m:fPr>
                      <m:num>
                        <m:sSub>
                          <m:sSubPr>
                            <m:ctrlPr>
                              <a:rPr lang="en-US" sz="3600" b="1" i="1" smtClean="0">
                                <a:solidFill>
                                  <a:schemeClr val="bg1"/>
                                </a:solidFill>
                                <a:latin typeface="Cambria Math" panose="02040503050406030204" pitchFamily="18" charset="0"/>
                              </a:rPr>
                            </m:ctrlPr>
                          </m:sSubPr>
                          <m:e>
                            <m:acc>
                              <m:accPr>
                                <m:chr m:val="̇"/>
                                <m:ctrlPr>
                                  <a:rPr lang="en-US" sz="3600" b="1" i="1" smtClean="0">
                                    <a:solidFill>
                                      <a:schemeClr val="bg1"/>
                                    </a:solidFill>
                                    <a:latin typeface="Cambria Math" panose="02040503050406030204" pitchFamily="18" charset="0"/>
                                  </a:rPr>
                                </m:ctrlPr>
                              </m:accPr>
                              <m:e>
                                <m:r>
                                  <a:rPr lang="en-US" sz="3600" b="1" i="1" smtClean="0">
                                    <a:solidFill>
                                      <a:schemeClr val="bg1"/>
                                    </a:solidFill>
                                    <a:latin typeface="Cambria Math" panose="02040503050406030204" pitchFamily="18" charset="0"/>
                                  </a:rPr>
                                  <m:t>𝒎</m:t>
                                </m:r>
                              </m:e>
                            </m:acc>
                          </m:e>
                          <m:sub>
                            <m:r>
                              <a:rPr lang="en-US" sz="3600" b="1" i="1" smtClean="0">
                                <a:solidFill>
                                  <a:schemeClr val="bg1"/>
                                </a:solidFill>
                                <a:latin typeface="Cambria Math" panose="02040503050406030204" pitchFamily="18" charset="0"/>
                              </a:rPr>
                              <m:t>𝒄</m:t>
                            </m:r>
                          </m:sub>
                        </m:sSub>
                      </m:num>
                      <m:den>
                        <m:sSub>
                          <m:sSubPr>
                            <m:ctrlPr>
                              <a:rPr lang="en-US" sz="3600" b="1" i="1" smtClean="0">
                                <a:solidFill>
                                  <a:schemeClr val="bg1"/>
                                </a:solidFill>
                                <a:latin typeface="Cambria Math" panose="02040503050406030204" pitchFamily="18" charset="0"/>
                              </a:rPr>
                            </m:ctrlPr>
                          </m:sSubPr>
                          <m:e>
                            <m:r>
                              <a:rPr lang="en-US" sz="3600" b="1" i="1" smtClean="0">
                                <a:solidFill>
                                  <a:schemeClr val="bg1"/>
                                </a:solidFill>
                                <a:latin typeface="Cambria Math" panose="02040503050406030204" pitchFamily="18" charset="0"/>
                              </a:rPr>
                              <m:t>𝑨</m:t>
                            </m:r>
                          </m:e>
                          <m:sub>
                            <m:r>
                              <a:rPr lang="en-US" sz="3600" b="1" i="1" smtClean="0">
                                <a:solidFill>
                                  <a:schemeClr val="bg1"/>
                                </a:solidFill>
                                <a:latin typeface="Cambria Math" panose="02040503050406030204" pitchFamily="18" charset="0"/>
                              </a:rPr>
                              <m:t>𝑻</m:t>
                            </m:r>
                          </m:sub>
                        </m:sSub>
                      </m:den>
                    </m:f>
                    <m:r>
                      <a:rPr lang="en-US" sz="3600" b="1" i="1" smtClean="0">
                        <a:solidFill>
                          <a:schemeClr val="bg1"/>
                        </a:solidFill>
                        <a:latin typeface="Cambria Math" panose="02040503050406030204" pitchFamily="18" charset="0"/>
                      </a:rPr>
                      <m:t>=</m:t>
                    </m:r>
                    <m:d>
                      <m:dPr>
                        <m:ctrlPr>
                          <a:rPr lang="en-US" sz="3600" b="1" i="1" smtClean="0">
                            <a:solidFill>
                              <a:schemeClr val="bg1"/>
                            </a:solidFill>
                            <a:latin typeface="Cambria Math" panose="02040503050406030204" pitchFamily="18" charset="0"/>
                          </a:rPr>
                        </m:ctrlPr>
                      </m:dPr>
                      <m:e>
                        <m:f>
                          <m:fPr>
                            <m:ctrlPr>
                              <a:rPr lang="en-US" sz="3600" b="1" i="1" smtClean="0">
                                <a:solidFill>
                                  <a:schemeClr val="bg1"/>
                                </a:solidFill>
                                <a:latin typeface="Cambria Math" panose="02040503050406030204" pitchFamily="18" charset="0"/>
                              </a:rPr>
                            </m:ctrlPr>
                          </m:fPr>
                          <m:num>
                            <m:r>
                              <a:rPr lang="en-US" sz="3600" b="1" i="1" smtClean="0">
                                <a:solidFill>
                                  <a:schemeClr val="bg1"/>
                                </a:solidFill>
                                <a:latin typeface="Cambria Math" panose="02040503050406030204" pitchFamily="18" charset="0"/>
                              </a:rPr>
                              <m:t>𝟐</m:t>
                            </m:r>
                            <m:r>
                              <a:rPr lang="en-US" sz="3600" b="1" i="1" smtClean="0">
                                <a:solidFill>
                                  <a:schemeClr val="bg1"/>
                                </a:solidFill>
                                <a:latin typeface="Cambria Math" panose="02040503050406030204" pitchFamily="18" charset="0"/>
                              </a:rPr>
                              <m:t>𝒄</m:t>
                            </m:r>
                            <m:sSup>
                              <m:sSupPr>
                                <m:ctrlPr>
                                  <a:rPr lang="en-US" sz="3600" b="1" i="1" smtClean="0">
                                    <a:solidFill>
                                      <a:schemeClr val="bg1"/>
                                    </a:solidFill>
                                    <a:latin typeface="Cambria Math" panose="02040503050406030204" pitchFamily="18" charset="0"/>
                                  </a:rPr>
                                </m:ctrlPr>
                              </m:sSupPr>
                              <m:e>
                                <m:d>
                                  <m:dPr>
                                    <m:ctrlPr>
                                      <a:rPr lang="en-US" sz="3600" b="1" i="1" smtClean="0">
                                        <a:solidFill>
                                          <a:schemeClr val="bg1"/>
                                        </a:solidFill>
                                        <a:latin typeface="Cambria Math" panose="02040503050406030204" pitchFamily="18" charset="0"/>
                                      </a:rPr>
                                    </m:ctrlPr>
                                  </m:dPr>
                                  <m:e>
                                    <m:r>
                                      <a:rPr lang="en-US" sz="3600" b="1" i="0" smtClean="0">
                                        <a:solidFill>
                                          <a:schemeClr val="bg1"/>
                                        </a:solidFill>
                                        <a:latin typeface="Cambria Math" panose="02040503050406030204" pitchFamily="18" charset="0"/>
                                      </a:rPr>
                                      <m:t>𝚫</m:t>
                                    </m:r>
                                    <m:r>
                                      <a:rPr lang="en-US" sz="3600" b="1" i="1" smtClean="0">
                                        <a:solidFill>
                                          <a:schemeClr val="bg1"/>
                                        </a:solidFill>
                                        <a:latin typeface="Cambria Math" panose="02040503050406030204" pitchFamily="18" charset="0"/>
                                      </a:rPr>
                                      <m:t>𝒑</m:t>
                                    </m:r>
                                  </m:e>
                                </m:d>
                              </m:e>
                              <m:sup>
                                <m:r>
                                  <a:rPr lang="en-US" sz="3600" b="1" i="1" smtClean="0">
                                    <a:solidFill>
                                      <a:schemeClr val="bg1"/>
                                    </a:solidFill>
                                    <a:latin typeface="Cambria Math" panose="02040503050406030204" pitchFamily="18" charset="0"/>
                                  </a:rPr>
                                  <m:t>𝟏</m:t>
                                </m:r>
                                <m:r>
                                  <a:rPr lang="en-US" sz="3600" b="1" i="1" smtClean="0">
                                    <a:solidFill>
                                      <a:schemeClr val="bg1"/>
                                    </a:solidFill>
                                    <a:latin typeface="Cambria Math" panose="02040503050406030204" pitchFamily="18" charset="0"/>
                                  </a:rPr>
                                  <m:t>−</m:t>
                                </m:r>
                                <m:r>
                                  <a:rPr lang="en-US" sz="3600" b="1" i="1" smtClean="0">
                                    <a:solidFill>
                                      <a:schemeClr val="bg1"/>
                                    </a:solidFill>
                                    <a:latin typeface="Cambria Math" panose="02040503050406030204" pitchFamily="18" charset="0"/>
                                  </a:rPr>
                                  <m:t>𝒔</m:t>
                                </m:r>
                              </m:sup>
                            </m:sSup>
                            <m:r>
                              <a:rPr lang="en-US" sz="3600" b="1" i="1" smtClean="0">
                                <a:solidFill>
                                  <a:schemeClr val="bg1"/>
                                </a:solidFill>
                                <a:latin typeface="Cambria Math" panose="02040503050406030204" pitchFamily="18" charset="0"/>
                              </a:rPr>
                              <m:t>𝒇𝒏</m:t>
                            </m:r>
                          </m:num>
                          <m:den>
                            <m:sSub>
                              <m:sSubPr>
                                <m:ctrlPr>
                                  <a:rPr lang="en-US" sz="3600" b="1" i="1" smtClean="0">
                                    <a:solidFill>
                                      <a:schemeClr val="bg1"/>
                                    </a:solidFill>
                                    <a:latin typeface="Cambria Math" panose="02040503050406030204" pitchFamily="18" charset="0"/>
                                  </a:rPr>
                                </m:ctrlPr>
                              </m:sSubPr>
                              <m:e>
                                <m:r>
                                  <a:rPr lang="en-US" sz="3600" b="1" i="1" smtClean="0">
                                    <a:solidFill>
                                      <a:schemeClr val="bg1"/>
                                    </a:solidFill>
                                    <a:latin typeface="Cambria Math" panose="02040503050406030204" pitchFamily="18" charset="0"/>
                                  </a:rPr>
                                  <m:t>𝜶</m:t>
                                </m:r>
                              </m:e>
                              <m:sub>
                                <m:r>
                                  <a:rPr lang="en-US" sz="3600" b="1" i="1" smtClean="0">
                                    <a:solidFill>
                                      <a:schemeClr val="bg1"/>
                                    </a:solidFill>
                                    <a:latin typeface="Cambria Math" panose="02040503050406030204" pitchFamily="18" charset="0"/>
                                  </a:rPr>
                                  <m:t>𝟎</m:t>
                                </m:r>
                              </m:sub>
                            </m:sSub>
                            <m:r>
                              <a:rPr lang="en-US" sz="3600" b="1" i="1" smtClean="0">
                                <a:solidFill>
                                  <a:schemeClr val="bg1"/>
                                </a:solidFill>
                                <a:latin typeface="Cambria Math" panose="02040503050406030204" pitchFamily="18" charset="0"/>
                              </a:rPr>
                              <m:t>𝝁</m:t>
                            </m:r>
                          </m:den>
                        </m:f>
                      </m:e>
                    </m:d>
                  </m:oMath>
                </a14:m>
                <a:endParaRPr lang="en-IN" sz="3200" b="1" dirty="0">
                  <a:solidFill>
                    <a:schemeClr val="bg1"/>
                  </a:solidFill>
                </a:endParaRPr>
              </a:p>
            </p:txBody>
          </p:sp>
        </mc:Choice>
        <mc:Fallback xmlns="">
          <p:sp>
            <p:nvSpPr>
              <p:cNvPr id="7" name="TextBox 6">
                <a:extLst>
                  <a:ext uri="{FF2B5EF4-FFF2-40B4-BE49-F238E27FC236}">
                    <a16:creationId xmlns:a16="http://schemas.microsoft.com/office/drawing/2014/main" id="{7060F1B4-A2A1-4EDF-85AD-0493452223D9}"/>
                  </a:ext>
                </a:extLst>
              </p:cNvPr>
              <p:cNvSpPr txBox="1">
                <a:spLocks noRot="1" noChangeAspect="1" noMove="1" noResize="1" noEditPoints="1" noAdjustHandles="1" noChangeArrowheads="1" noChangeShapeType="1" noTextEdit="1"/>
              </p:cNvSpPr>
              <p:nvPr/>
            </p:nvSpPr>
            <p:spPr>
              <a:xfrm>
                <a:off x="609600" y="4158032"/>
                <a:ext cx="7154331" cy="1072025"/>
              </a:xfrm>
              <a:prstGeom prst="rect">
                <a:avLst/>
              </a:prstGeom>
              <a:blipFill>
                <a:blip r:embed="rId3"/>
                <a:stretch>
                  <a:fillRect l="-2300" b="-2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BD07456-FFEC-4C79-BCCD-0E4DA461428E}"/>
                  </a:ext>
                </a:extLst>
              </p:cNvPr>
              <p:cNvSpPr txBox="1"/>
              <p:nvPr/>
            </p:nvSpPr>
            <p:spPr>
              <a:xfrm>
                <a:off x="609600" y="3155757"/>
                <a:ext cx="6661311" cy="646331"/>
              </a:xfrm>
              <a:prstGeom prst="rect">
                <a:avLst/>
              </a:prstGeom>
              <a:noFill/>
            </p:spPr>
            <p:txBody>
              <a:bodyPr wrap="none" rtlCol="0">
                <a:spAutoFit/>
              </a:bodyPr>
              <a:lstStyle/>
              <a:p>
                <a:pPr marL="571500" indent="-571500">
                  <a:buFont typeface="Arial" panose="020B0604020202020204" pitchFamily="34" charset="0"/>
                  <a:buChar char="•"/>
                </a:pPr>
                <a:r>
                  <a:rPr lang="en-US" sz="3600" b="1" dirty="0">
                    <a:solidFill>
                      <a:schemeClr val="bg1"/>
                    </a:solidFill>
                  </a:rPr>
                  <a:t>Incompressible, </a:t>
                </a:r>
                <a14:m>
                  <m:oMath xmlns:m="http://schemas.openxmlformats.org/officeDocument/2006/math">
                    <m:r>
                      <a:rPr lang="en-US" sz="3600" b="1" i="1" smtClean="0">
                        <a:solidFill>
                          <a:schemeClr val="bg1"/>
                        </a:solidFill>
                        <a:latin typeface="Cambria Math" panose="02040503050406030204" pitchFamily="18" charset="0"/>
                      </a:rPr>
                      <m:t>𝒔</m:t>
                    </m:r>
                    <m:r>
                      <a:rPr lang="en-US" sz="3600" b="1" i="1" smtClean="0">
                        <a:solidFill>
                          <a:schemeClr val="bg1"/>
                        </a:solidFill>
                        <a:latin typeface="Cambria Math" panose="02040503050406030204" pitchFamily="18" charset="0"/>
                      </a:rPr>
                      <m:t>=</m:t>
                    </m:r>
                    <m:r>
                      <a:rPr lang="en-US" sz="3600" b="1" i="1" smtClean="0">
                        <a:solidFill>
                          <a:schemeClr val="bg1"/>
                        </a:solidFill>
                        <a:latin typeface="Cambria Math" panose="02040503050406030204" pitchFamily="18" charset="0"/>
                      </a:rPr>
                      <m:t>𝟎</m:t>
                    </m:r>
                  </m:oMath>
                </a14:m>
                <a:r>
                  <a:rPr lang="en-IN" sz="3600" b="1" dirty="0">
                    <a:solidFill>
                      <a:schemeClr val="bg1"/>
                    </a:solidFill>
                  </a:rPr>
                  <a:t>, </a:t>
                </a:r>
                <a14:m>
                  <m:oMath xmlns:m="http://schemas.openxmlformats.org/officeDocument/2006/math">
                    <m:r>
                      <a:rPr lang="en-US" sz="3600" b="1" i="1" smtClean="0">
                        <a:solidFill>
                          <a:schemeClr val="bg1"/>
                        </a:solidFill>
                        <a:latin typeface="Cambria Math" panose="02040503050406030204" pitchFamily="18" charset="0"/>
                      </a:rPr>
                      <m:t>𝜶</m:t>
                    </m:r>
                    <m:r>
                      <a:rPr lang="en-US" sz="3600" b="1" i="1" smtClean="0">
                        <a:solidFill>
                          <a:schemeClr val="bg1"/>
                        </a:solidFill>
                        <a:latin typeface="Cambria Math" panose="02040503050406030204" pitchFamily="18" charset="0"/>
                      </a:rPr>
                      <m:t>=</m:t>
                    </m:r>
                    <m:sSub>
                      <m:sSubPr>
                        <m:ctrlPr>
                          <a:rPr lang="en-US" sz="3600" b="1" i="1" smtClean="0">
                            <a:solidFill>
                              <a:schemeClr val="bg1"/>
                            </a:solidFill>
                            <a:latin typeface="Cambria Math" panose="02040503050406030204" pitchFamily="18" charset="0"/>
                          </a:rPr>
                        </m:ctrlPr>
                      </m:sSubPr>
                      <m:e>
                        <m:r>
                          <a:rPr lang="en-US" sz="3600" b="1" i="1" smtClean="0">
                            <a:solidFill>
                              <a:schemeClr val="bg1"/>
                            </a:solidFill>
                            <a:latin typeface="Cambria Math" panose="02040503050406030204" pitchFamily="18" charset="0"/>
                          </a:rPr>
                          <m:t>𝜶</m:t>
                        </m:r>
                      </m:e>
                      <m:sub>
                        <m:r>
                          <a:rPr lang="en-US" sz="3600" b="1" i="1" smtClean="0">
                            <a:solidFill>
                              <a:schemeClr val="bg1"/>
                            </a:solidFill>
                            <a:latin typeface="Cambria Math" panose="02040503050406030204" pitchFamily="18" charset="0"/>
                          </a:rPr>
                          <m:t>𝟎</m:t>
                        </m:r>
                      </m:sub>
                    </m:sSub>
                  </m:oMath>
                </a14:m>
                <a:endParaRPr lang="en-IN" sz="3600" b="1" dirty="0">
                  <a:solidFill>
                    <a:schemeClr val="bg1"/>
                  </a:solidFill>
                </a:endParaRPr>
              </a:p>
            </p:txBody>
          </p:sp>
        </mc:Choice>
        <mc:Fallback xmlns="">
          <p:sp>
            <p:nvSpPr>
              <p:cNvPr id="8" name="TextBox 7">
                <a:extLst>
                  <a:ext uri="{FF2B5EF4-FFF2-40B4-BE49-F238E27FC236}">
                    <a16:creationId xmlns:a16="http://schemas.microsoft.com/office/drawing/2014/main" id="{2BD07456-FFEC-4C79-BCCD-0E4DA461428E}"/>
                  </a:ext>
                </a:extLst>
              </p:cNvPr>
              <p:cNvSpPr txBox="1">
                <a:spLocks noRot="1" noChangeAspect="1" noMove="1" noResize="1" noEditPoints="1" noAdjustHandles="1" noChangeArrowheads="1" noChangeShapeType="1" noTextEdit="1"/>
              </p:cNvSpPr>
              <p:nvPr/>
            </p:nvSpPr>
            <p:spPr>
              <a:xfrm>
                <a:off x="609600" y="3155757"/>
                <a:ext cx="6661311" cy="646331"/>
              </a:xfrm>
              <a:prstGeom prst="rect">
                <a:avLst/>
              </a:prstGeom>
              <a:blipFill>
                <a:blip r:embed="rId4"/>
                <a:stretch>
                  <a:fillRect l="-2470" t="-15094" b="-34906"/>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C0ADC5FD-3E95-4C0E-978B-1EC27172207E}"/>
              </a:ext>
            </a:extLst>
          </p:cNvPr>
          <p:cNvSpPr txBox="1"/>
          <p:nvPr/>
        </p:nvSpPr>
        <p:spPr>
          <a:xfrm>
            <a:off x="609600" y="767682"/>
            <a:ext cx="3438505" cy="646331"/>
          </a:xfrm>
          <a:prstGeom prst="rect">
            <a:avLst/>
          </a:prstGeom>
          <a:noFill/>
        </p:spPr>
        <p:txBody>
          <a:bodyPr wrap="none" rtlCol="0">
            <a:spAutoFit/>
          </a:bodyPr>
          <a:lstStyle/>
          <a:p>
            <a:r>
              <a:rPr lang="en-US" sz="3600" b="1" dirty="0">
                <a:solidFill>
                  <a:schemeClr val="bg1"/>
                </a:solidFill>
              </a:rPr>
              <a:t>For compressible</a:t>
            </a:r>
            <a:endParaRPr lang="en-IN" sz="3600" b="1" dirty="0">
              <a:solidFill>
                <a:schemeClr val="bg1"/>
              </a:solidFill>
            </a:endParaRPr>
          </a:p>
        </p:txBody>
      </p:sp>
    </p:spTree>
    <p:extLst>
      <p:ext uri="{BB962C8B-B14F-4D97-AF65-F5344CB8AC3E}">
        <p14:creationId xmlns:p14="http://schemas.microsoft.com/office/powerpoint/2010/main" val="2493158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B60DBF-2453-4592-B561-2F3748042A34}"/>
              </a:ext>
            </a:extLst>
          </p:cNvPr>
          <p:cNvSpPr>
            <a:spLocks noGrp="1"/>
          </p:cNvSpPr>
          <p:nvPr>
            <p:ph sz="half" idx="1"/>
          </p:nvPr>
        </p:nvSpPr>
        <p:spPr>
          <a:xfrm>
            <a:off x="609600" y="1600203"/>
            <a:ext cx="11179946" cy="4525963"/>
          </a:xfrm>
        </p:spPr>
        <p:txBody>
          <a:bodyPr>
            <a:normAutofit/>
          </a:bodyPr>
          <a:lstStyle/>
          <a:p>
            <a:pPr algn="just">
              <a:buFont typeface="Arial" panose="020B0604020202020204" pitchFamily="34" charset="0"/>
              <a:buChar char="•"/>
            </a:pPr>
            <a:r>
              <a:rPr lang="en-US" sz="3200" dirty="0">
                <a:solidFill>
                  <a:srgbClr val="000000"/>
                </a:solidFill>
                <a:latin typeface="Arial" panose="020B0604020202020204" pitchFamily="34" charset="0"/>
              </a:rPr>
              <a:t>Smith, J., </a:t>
            </a:r>
            <a:r>
              <a:rPr lang="en-US" sz="3200" dirty="0" err="1">
                <a:solidFill>
                  <a:srgbClr val="000000"/>
                </a:solidFill>
                <a:latin typeface="Arial" panose="020B0604020202020204" pitchFamily="34" charset="0"/>
              </a:rPr>
              <a:t>Harriott</a:t>
            </a:r>
            <a:r>
              <a:rPr lang="en-US" sz="3200" dirty="0">
                <a:solidFill>
                  <a:srgbClr val="000000"/>
                </a:solidFill>
                <a:latin typeface="Arial" panose="020B0604020202020204" pitchFamily="34" charset="0"/>
              </a:rPr>
              <a:t>, P., McCabe, W. (2005). Unit Operations of Chemical Engineering. Colombia: McGraw-Hill Education.</a:t>
            </a:r>
          </a:p>
          <a:p>
            <a:pPr algn="just">
              <a:buFont typeface="Arial" panose="020B0604020202020204" pitchFamily="34" charset="0"/>
              <a:buChar char="•"/>
            </a:pPr>
            <a:r>
              <a:rPr lang="en-US" sz="3200" dirty="0">
                <a:solidFill>
                  <a:srgbClr val="000000"/>
                </a:solidFill>
                <a:latin typeface="Arial" panose="020B0604020202020204" pitchFamily="34" charset="0"/>
              </a:rPr>
              <a:t>Swain, A. K., Patra, H., &amp; Roy, G. K. (2011). Mechanical operations. Tata McGraw Hill.</a:t>
            </a:r>
            <a:endParaRPr lang="en-US" sz="4400"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2C34EFE7-AC8A-4AAC-998D-7C6A10089D75}"/>
              </a:ext>
            </a:extLst>
          </p:cNvPr>
          <p:cNvSpPr>
            <a:spLocks noGrp="1"/>
          </p:cNvSpPr>
          <p:nvPr>
            <p:ph sz="quarter" idx="10"/>
          </p:nvPr>
        </p:nvSpPr>
        <p:spPr/>
        <p:txBody>
          <a:bodyPr/>
          <a:lstStyle/>
          <a:p>
            <a:r>
              <a:rPr lang="en-US" dirty="0"/>
              <a:t>References</a:t>
            </a:r>
          </a:p>
        </p:txBody>
      </p:sp>
    </p:spTree>
    <p:extLst>
      <p:ext uri="{BB962C8B-B14F-4D97-AF65-F5344CB8AC3E}">
        <p14:creationId xmlns:p14="http://schemas.microsoft.com/office/powerpoint/2010/main" val="2369351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ITS-Onlin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709D214E-960E-4D68-B7CB-6AB012D71534}" vid="{1D5525B8-28E5-4723-AE4D-CCF0534A721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3199</TotalTime>
  <Words>266</Words>
  <Application>Microsoft Office PowerPoint</Application>
  <PresentationFormat>Widescreen</PresentationFormat>
  <Paragraphs>63</Paragraphs>
  <Slides>18</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Cambria Math</vt:lpstr>
      <vt:lpstr>Times New Roman</vt:lpstr>
      <vt:lpstr>BITS-Online</vt:lpstr>
      <vt:lpstr>Module 2:  Mechanical Separations (Chapter 29) Lecture 5 </vt:lpstr>
      <vt:lpstr>Continuous Filtration</vt:lpstr>
      <vt:lpstr>Principles of Cake Filtration</vt:lpstr>
      <vt:lpstr>Continuous Filtration</vt:lpstr>
      <vt:lpstr>Continuous Filtration</vt:lpstr>
      <vt:lpstr>Continuous Filtration</vt:lpstr>
      <vt:lpstr>Continuous Filtration</vt:lpstr>
      <vt:lpstr>Continuous Filtration, R_m=0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Continuous Filtration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29   Mechanical Separations</dc:title>
  <dc:creator>Bhanu Vardhan Reddy  K</dc:creator>
  <cp:lastModifiedBy>HP</cp:lastModifiedBy>
  <cp:revision>81</cp:revision>
  <dcterms:created xsi:type="dcterms:W3CDTF">2020-09-08T06:06:18Z</dcterms:created>
  <dcterms:modified xsi:type="dcterms:W3CDTF">2026-09-14T20:09:00Z</dcterms:modified>
</cp:coreProperties>
</file>